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erverZoom="100000" strictFirstAndLastChars="0" saveSubsetFonts="1" autoCompressPictures="0">
  <p:sldMasterIdLst>
    <p:sldMasterId id="2147483648" r:id="rId1"/>
  </p:sldMasterIdLst>
  <p:notesMasterIdLst>
    <p:notesMasterId r:id="rId72"/>
  </p:notesMasterIdLst>
  <p:handoutMasterIdLst>
    <p:handoutMasterId r:id="rId73"/>
  </p:handoutMasterIdLst>
  <p:sldIdLst>
    <p:sldId id="256" r:id="rId2"/>
    <p:sldId id="257" r:id="rId3"/>
    <p:sldId id="258" r:id="rId4"/>
    <p:sldId id="259" r:id="rId5"/>
    <p:sldId id="260" r:id="rId6"/>
    <p:sldId id="261" r:id="rId7"/>
    <p:sldId id="262" r:id="rId8"/>
    <p:sldId id="263" r:id="rId9"/>
    <p:sldId id="264" r:id="rId10"/>
    <p:sldId id="265" r:id="rId11"/>
    <p:sldId id="266" r:id="rId12"/>
    <p:sldId id="326" r:id="rId13"/>
    <p:sldId id="268" r:id="rId14"/>
    <p:sldId id="269" r:id="rId15"/>
    <p:sldId id="270" r:id="rId16"/>
    <p:sldId id="271" r:id="rId17"/>
    <p:sldId id="272" r:id="rId18"/>
    <p:sldId id="273" r:id="rId19"/>
    <p:sldId id="274" r:id="rId20"/>
    <p:sldId id="275" r:id="rId21"/>
    <p:sldId id="327" r:id="rId22"/>
    <p:sldId id="277" r:id="rId23"/>
    <p:sldId id="278" r:id="rId24"/>
    <p:sldId id="279" r:id="rId25"/>
    <p:sldId id="280" r:id="rId26"/>
    <p:sldId id="281" r:id="rId27"/>
    <p:sldId id="282" r:id="rId28"/>
    <p:sldId id="283" r:id="rId29"/>
    <p:sldId id="284" r:id="rId30"/>
    <p:sldId id="286" r:id="rId31"/>
    <p:sldId id="328" r:id="rId32"/>
    <p:sldId id="287" r:id="rId33"/>
    <p:sldId id="288" r:id="rId34"/>
    <p:sldId id="289" r:id="rId35"/>
    <p:sldId id="290" r:id="rId36"/>
    <p:sldId id="291" r:id="rId37"/>
    <p:sldId id="292" r:id="rId38"/>
    <p:sldId id="293" r:id="rId39"/>
    <p:sldId id="329" r:id="rId40"/>
    <p:sldId id="295" r:id="rId41"/>
    <p:sldId id="296" r:id="rId42"/>
    <p:sldId id="297" r:id="rId43"/>
    <p:sldId id="298" r:id="rId44"/>
    <p:sldId id="299" r:id="rId45"/>
    <p:sldId id="300" r:id="rId46"/>
    <p:sldId id="301" r:id="rId47"/>
    <p:sldId id="302" r:id="rId48"/>
    <p:sldId id="330" r:id="rId49"/>
    <p:sldId id="304" r:id="rId50"/>
    <p:sldId id="305" r:id="rId51"/>
    <p:sldId id="306" r:id="rId52"/>
    <p:sldId id="307" r:id="rId53"/>
    <p:sldId id="308" r:id="rId54"/>
    <p:sldId id="309" r:id="rId55"/>
    <p:sldId id="310" r:id="rId56"/>
    <p:sldId id="311" r:id="rId57"/>
    <p:sldId id="331"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32" r:id="rId71"/>
  </p:sldIdLst>
  <p:sldSz cx="24384000" cy="13716000"/>
  <p:notesSz cx="6858000" cy="9144000"/>
  <p:defaultTextStyle>
    <a:defPPr>
      <a:defRPr lang="es-ES"/>
    </a:defPPr>
    <a:lvl1pPr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1pPr>
    <a:lvl2pPr marL="342900" indent="1143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2pPr>
    <a:lvl3pPr marL="685800" indent="2286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3pPr>
    <a:lvl4pPr marL="1028700" indent="3429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4pPr>
    <a:lvl5pPr marL="1371600" indent="4572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5pPr>
    <a:lvl6pPr marL="22860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6pPr>
    <a:lvl7pPr marL="27432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7pPr>
    <a:lvl8pPr marL="32004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8pPr>
    <a:lvl9pPr marL="36576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9pPr>
  </p:defaultTextStyle>
  <p:extLst>
    <p:ext uri="{EFAFB233-063F-42B5-8137-9DF3F51BA10A}">
      <p15:sldGuideLst xmlns:p15="http://schemas.microsoft.com/office/powerpoint/2012/main">
        <p15:guide id="1" orient="horz" pos="4139" userDrawn="1">
          <p15:clr>
            <a:srgbClr val="A4A3A4"/>
          </p15:clr>
        </p15:guide>
        <p15:guide id="2" pos="76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6C1A4"/>
    <a:srgbClr val="062F4F"/>
    <a:srgbClr val="0C43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85978" autoAdjust="0"/>
  </p:normalViewPr>
  <p:slideViewPr>
    <p:cSldViewPr showGuides="1">
      <p:cViewPr varScale="1">
        <p:scale>
          <a:sx n="29" d="100"/>
          <a:sy n="29" d="100"/>
        </p:scale>
        <p:origin x="1140" y="102"/>
      </p:cViewPr>
      <p:guideLst>
        <p:guide orient="horz" pos="4139"/>
        <p:guide pos="7680"/>
      </p:guideLst>
    </p:cSldViewPr>
  </p:slideViewPr>
  <p:notesTextViewPr>
    <p:cViewPr>
      <p:scale>
        <a:sx n="100" d="100"/>
        <a:sy n="100" d="100"/>
      </p:scale>
      <p:origin x="0" y="0"/>
    </p:cViewPr>
  </p:notesTextViewPr>
  <p:notesViewPr>
    <p:cSldViewPr showGuides="1">
      <p:cViewPr varScale="1">
        <p:scale>
          <a:sx n="52" d="100"/>
          <a:sy n="52" d="100"/>
        </p:scale>
        <p:origin x="2844" y="96"/>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handoutMaster" Target="handoutMasters/handout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notesMaster" Target="notesMasters/notesMaster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0"/>
            <c:bubble3D val="0"/>
            <c:spPr>
              <a:solidFill>
                <a:schemeClr val="accent6"/>
              </a:solidFill>
              <a:ln w="33865">
                <a:noFill/>
              </a:ln>
              <a:effectLst>
                <a:outerShdw dist="35921" dir="2700000" algn="br">
                  <a:srgbClr val="000000"/>
                </a:outerShdw>
              </a:effectLst>
            </c:spPr>
            <c:extLst>
              <c:ext xmlns:c16="http://schemas.microsoft.com/office/drawing/2014/chart" uri="{C3380CC4-5D6E-409C-BE32-E72D297353CC}">
                <c16:uniqueId val="{00000003-B5B7-4B63-B7AC-15CD29D8CB3D}"/>
              </c:ext>
            </c:extLst>
          </c:dPt>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E9FE-420B-9D03-7190815EB036}"/>
              </c:ext>
            </c:extLst>
          </c:dPt>
          <c:cat>
            <c:strRef>
              <c:f>Sheet1!$B$1:$C$1</c:f>
              <c:strCache>
                <c:ptCount val="2"/>
                <c:pt idx="0">
                  <c:v>2013</c:v>
                </c:pt>
                <c:pt idx="1">
                  <c:v>2014</c:v>
                </c:pt>
              </c:strCache>
            </c:strRef>
          </c:cat>
          <c:val>
            <c:numRef>
              <c:f>Sheet1!$B$2:$C$2</c:f>
              <c:numCache>
                <c:formatCode>General</c:formatCode>
                <c:ptCount val="2"/>
                <c:pt idx="0">
                  <c:v>80</c:v>
                </c:pt>
                <c:pt idx="1">
                  <c:v>20</c:v>
                </c:pt>
              </c:numCache>
            </c:numRef>
          </c:val>
          <c:extLst>
            <c:ext xmlns:c16="http://schemas.microsoft.com/office/drawing/2014/chart" uri="{C3380CC4-5D6E-409C-BE32-E72D297353CC}">
              <c16:uniqueId val="{00000002-E9FE-420B-9D03-7190815EB036}"/>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B825-44D6-8BC2-506DA9446BF3}"/>
              </c:ext>
            </c:extLst>
          </c:dPt>
          <c:cat>
            <c:strRef>
              <c:f>Sheet1!$B$1:$C$1</c:f>
              <c:strCache>
                <c:ptCount val="2"/>
                <c:pt idx="0">
                  <c:v>2013</c:v>
                </c:pt>
                <c:pt idx="1">
                  <c:v>2014</c:v>
                </c:pt>
              </c:strCache>
            </c:strRef>
          </c:cat>
          <c:val>
            <c:numRef>
              <c:f>Sheet1!$B$2:$C$2</c:f>
              <c:numCache>
                <c:formatCode>General</c:formatCode>
                <c:ptCount val="2"/>
                <c:pt idx="0">
                  <c:v>50</c:v>
                </c:pt>
                <c:pt idx="1">
                  <c:v>59</c:v>
                </c:pt>
              </c:numCache>
            </c:numRef>
          </c:val>
          <c:extLst>
            <c:ext xmlns:c16="http://schemas.microsoft.com/office/drawing/2014/chart" uri="{C3380CC4-5D6E-409C-BE32-E72D297353CC}">
              <c16:uniqueId val="{00000002-B825-44D6-8BC2-506DA9446BF3}"/>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C8BC-4706-9B82-FB4DFCD4B56B}"/>
              </c:ext>
            </c:extLst>
          </c:dPt>
          <c:cat>
            <c:strRef>
              <c:f>Sheet1!$B$1:$C$1</c:f>
              <c:strCache>
                <c:ptCount val="2"/>
                <c:pt idx="0">
                  <c:v>2013</c:v>
                </c:pt>
                <c:pt idx="1">
                  <c:v>2014</c:v>
                </c:pt>
              </c:strCache>
            </c:strRef>
          </c:cat>
          <c:val>
            <c:numRef>
              <c:f>Sheet1!$B$2:$C$2</c:f>
              <c:numCache>
                <c:formatCode>General</c:formatCode>
                <c:ptCount val="2"/>
                <c:pt idx="0">
                  <c:v>30</c:v>
                </c:pt>
                <c:pt idx="1">
                  <c:v>70</c:v>
                </c:pt>
              </c:numCache>
            </c:numRef>
          </c:val>
          <c:extLst>
            <c:ext xmlns:c16="http://schemas.microsoft.com/office/drawing/2014/chart" uri="{C3380CC4-5D6E-409C-BE32-E72D297353CC}">
              <c16:uniqueId val="{00000002-C8BC-4706-9B82-FB4DFCD4B56B}"/>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C1E7-4687-BE1B-C16B49D83FE9}"/>
              </c:ext>
            </c:extLst>
          </c:dPt>
          <c:cat>
            <c:strRef>
              <c:f>Sheet1!$B$1:$C$1</c:f>
              <c:strCache>
                <c:ptCount val="2"/>
                <c:pt idx="0">
                  <c:v>2013</c:v>
                </c:pt>
                <c:pt idx="1">
                  <c:v>2014</c:v>
                </c:pt>
              </c:strCache>
            </c:strRef>
          </c:cat>
          <c:val>
            <c:numRef>
              <c:f>Sheet1!$B$2:$C$2</c:f>
              <c:numCache>
                <c:formatCode>General</c:formatCode>
                <c:ptCount val="2"/>
                <c:pt idx="0">
                  <c:v>70</c:v>
                </c:pt>
                <c:pt idx="1">
                  <c:v>30</c:v>
                </c:pt>
              </c:numCache>
            </c:numRef>
          </c:val>
          <c:extLst>
            <c:ext xmlns:c16="http://schemas.microsoft.com/office/drawing/2014/chart" uri="{C3380CC4-5D6E-409C-BE32-E72D297353CC}">
              <c16:uniqueId val="{00000002-C1E7-4687-BE1B-C16B49D83FE9}"/>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56C7-4AD6-B25A-35CE6B83091F}"/>
              </c:ext>
            </c:extLst>
          </c:dPt>
          <c:cat>
            <c:strRef>
              <c:f>Sheet1!$B$1:$C$1</c:f>
              <c:strCache>
                <c:ptCount val="2"/>
                <c:pt idx="0">
                  <c:v>2013</c:v>
                </c:pt>
                <c:pt idx="1">
                  <c:v>2014</c:v>
                </c:pt>
              </c:strCache>
            </c:strRef>
          </c:cat>
          <c:val>
            <c:numRef>
              <c:f>Sheet1!$B$2:$C$2</c:f>
              <c:numCache>
                <c:formatCode>General</c:formatCode>
                <c:ptCount val="2"/>
                <c:pt idx="0">
                  <c:v>80</c:v>
                </c:pt>
                <c:pt idx="1">
                  <c:v>20</c:v>
                </c:pt>
              </c:numCache>
            </c:numRef>
          </c:val>
          <c:extLst>
            <c:ext xmlns:c16="http://schemas.microsoft.com/office/drawing/2014/chart" uri="{C3380CC4-5D6E-409C-BE32-E72D297353CC}">
              <c16:uniqueId val="{00000002-56C7-4AD6-B25A-35CE6B83091F}"/>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2458-4D3D-808F-02B3EA9FA2E3}"/>
              </c:ext>
            </c:extLst>
          </c:dPt>
          <c:cat>
            <c:strRef>
              <c:f>Sheet1!$B$1:$C$1</c:f>
              <c:strCache>
                <c:ptCount val="2"/>
                <c:pt idx="0">
                  <c:v>2013</c:v>
                </c:pt>
                <c:pt idx="1">
                  <c:v>2014</c:v>
                </c:pt>
              </c:strCache>
            </c:strRef>
          </c:cat>
          <c:val>
            <c:numRef>
              <c:f>Sheet1!$B$2:$C$2</c:f>
              <c:numCache>
                <c:formatCode>General</c:formatCode>
                <c:ptCount val="2"/>
                <c:pt idx="0">
                  <c:v>50</c:v>
                </c:pt>
                <c:pt idx="1">
                  <c:v>59</c:v>
                </c:pt>
              </c:numCache>
            </c:numRef>
          </c:val>
          <c:extLst>
            <c:ext xmlns:c16="http://schemas.microsoft.com/office/drawing/2014/chart" uri="{C3380CC4-5D6E-409C-BE32-E72D297353CC}">
              <c16:uniqueId val="{00000002-2458-4D3D-808F-02B3EA9FA2E3}"/>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B96C-4D3B-BC7C-30FF3D5E442C}"/>
              </c:ext>
            </c:extLst>
          </c:dPt>
          <c:cat>
            <c:strRef>
              <c:f>Sheet1!$B$1:$C$1</c:f>
              <c:strCache>
                <c:ptCount val="2"/>
                <c:pt idx="0">
                  <c:v>2013</c:v>
                </c:pt>
                <c:pt idx="1">
                  <c:v>2014</c:v>
                </c:pt>
              </c:strCache>
            </c:strRef>
          </c:cat>
          <c:val>
            <c:numRef>
              <c:f>Sheet1!$B$2:$C$2</c:f>
              <c:numCache>
                <c:formatCode>General</c:formatCode>
                <c:ptCount val="2"/>
                <c:pt idx="0">
                  <c:v>30</c:v>
                </c:pt>
                <c:pt idx="1">
                  <c:v>70</c:v>
                </c:pt>
              </c:numCache>
            </c:numRef>
          </c:val>
          <c:extLst>
            <c:ext xmlns:c16="http://schemas.microsoft.com/office/drawing/2014/chart" uri="{C3380CC4-5D6E-409C-BE32-E72D297353CC}">
              <c16:uniqueId val="{00000002-B96C-4D3B-BC7C-30FF3D5E442C}"/>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F086-4272-A2BC-132BF7007D8A}"/>
              </c:ext>
            </c:extLst>
          </c:dPt>
          <c:cat>
            <c:strRef>
              <c:f>Sheet1!$B$1:$C$1</c:f>
              <c:strCache>
                <c:ptCount val="2"/>
                <c:pt idx="0">
                  <c:v>2013</c:v>
                </c:pt>
                <c:pt idx="1">
                  <c:v>2014</c:v>
                </c:pt>
              </c:strCache>
            </c:strRef>
          </c:cat>
          <c:val>
            <c:numRef>
              <c:f>Sheet1!$B$2:$C$2</c:f>
              <c:numCache>
                <c:formatCode>General</c:formatCode>
                <c:ptCount val="2"/>
                <c:pt idx="0">
                  <c:v>70</c:v>
                </c:pt>
                <c:pt idx="1">
                  <c:v>30</c:v>
                </c:pt>
              </c:numCache>
            </c:numRef>
          </c:val>
          <c:extLst>
            <c:ext xmlns:c16="http://schemas.microsoft.com/office/drawing/2014/chart" uri="{C3380CC4-5D6E-409C-BE32-E72D297353CC}">
              <c16:uniqueId val="{00000002-F086-4272-A2BC-132BF7007D8A}"/>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90AF-49FB-A914-7C9C1E4F99DA}"/>
              </c:ext>
            </c:extLst>
          </c:dPt>
          <c:cat>
            <c:strRef>
              <c:f>Sheet1!$B$1:$C$1</c:f>
              <c:strCache>
                <c:ptCount val="2"/>
                <c:pt idx="0">
                  <c:v>2013</c:v>
                </c:pt>
                <c:pt idx="1">
                  <c:v>2014</c:v>
                </c:pt>
              </c:strCache>
            </c:strRef>
          </c:cat>
          <c:val>
            <c:numRef>
              <c:f>Sheet1!$B$2:$C$2</c:f>
              <c:numCache>
                <c:formatCode>General</c:formatCode>
                <c:ptCount val="2"/>
                <c:pt idx="0">
                  <c:v>80</c:v>
                </c:pt>
                <c:pt idx="1">
                  <c:v>20</c:v>
                </c:pt>
              </c:numCache>
            </c:numRef>
          </c:val>
          <c:extLst>
            <c:ext xmlns:c16="http://schemas.microsoft.com/office/drawing/2014/chart" uri="{C3380CC4-5D6E-409C-BE32-E72D297353CC}">
              <c16:uniqueId val="{00000002-90AF-49FB-A914-7C9C1E4F99DA}"/>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AD4A-41EB-A939-6B33BD8FCCA0}"/>
              </c:ext>
            </c:extLst>
          </c:dPt>
          <c:cat>
            <c:strRef>
              <c:f>Sheet1!$B$1:$C$1</c:f>
              <c:strCache>
                <c:ptCount val="2"/>
                <c:pt idx="0">
                  <c:v>2013</c:v>
                </c:pt>
                <c:pt idx="1">
                  <c:v>2014</c:v>
                </c:pt>
              </c:strCache>
            </c:strRef>
          </c:cat>
          <c:val>
            <c:numRef>
              <c:f>Sheet1!$B$2:$C$2</c:f>
              <c:numCache>
                <c:formatCode>General</c:formatCode>
                <c:ptCount val="2"/>
                <c:pt idx="0">
                  <c:v>50</c:v>
                </c:pt>
                <c:pt idx="1">
                  <c:v>59</c:v>
                </c:pt>
              </c:numCache>
            </c:numRef>
          </c:val>
          <c:extLst>
            <c:ext xmlns:c16="http://schemas.microsoft.com/office/drawing/2014/chart" uri="{C3380CC4-5D6E-409C-BE32-E72D297353CC}">
              <c16:uniqueId val="{00000002-AD4A-41EB-A939-6B33BD8FCCA0}"/>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7358-4CCD-A765-5CB9FDECAF2C}"/>
              </c:ext>
            </c:extLst>
          </c:dPt>
          <c:cat>
            <c:strRef>
              <c:f>Sheet1!$B$1:$C$1</c:f>
              <c:strCache>
                <c:ptCount val="2"/>
                <c:pt idx="0">
                  <c:v>2013</c:v>
                </c:pt>
                <c:pt idx="1">
                  <c:v>2014</c:v>
                </c:pt>
              </c:strCache>
            </c:strRef>
          </c:cat>
          <c:val>
            <c:numRef>
              <c:f>Sheet1!$B$2:$C$2</c:f>
              <c:numCache>
                <c:formatCode>General</c:formatCode>
                <c:ptCount val="2"/>
                <c:pt idx="0">
                  <c:v>30</c:v>
                </c:pt>
                <c:pt idx="1">
                  <c:v>70</c:v>
                </c:pt>
              </c:numCache>
            </c:numRef>
          </c:val>
          <c:extLst>
            <c:ext xmlns:c16="http://schemas.microsoft.com/office/drawing/2014/chart" uri="{C3380CC4-5D6E-409C-BE32-E72D297353CC}">
              <c16:uniqueId val="{00000002-7358-4CCD-A765-5CB9FDECAF2C}"/>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2089-4536-8CB2-1A30F97640C0}"/>
              </c:ext>
            </c:extLst>
          </c:dPt>
          <c:cat>
            <c:strRef>
              <c:f>Sheet1!$B$1:$C$1</c:f>
              <c:strCache>
                <c:ptCount val="2"/>
                <c:pt idx="0">
                  <c:v>2013</c:v>
                </c:pt>
                <c:pt idx="1">
                  <c:v>2014</c:v>
                </c:pt>
              </c:strCache>
            </c:strRef>
          </c:cat>
          <c:val>
            <c:numRef>
              <c:f>Sheet1!$B$2:$C$2</c:f>
              <c:numCache>
                <c:formatCode>General</c:formatCode>
                <c:ptCount val="2"/>
                <c:pt idx="0">
                  <c:v>70</c:v>
                </c:pt>
                <c:pt idx="1">
                  <c:v>30</c:v>
                </c:pt>
              </c:numCache>
            </c:numRef>
          </c:val>
          <c:extLst>
            <c:ext xmlns:c16="http://schemas.microsoft.com/office/drawing/2014/chart" uri="{C3380CC4-5D6E-409C-BE32-E72D297353CC}">
              <c16:uniqueId val="{00000002-2089-4536-8CB2-1A30F97640C0}"/>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2661" b="0" i="0" u="none" strike="noStrike" baseline="0">
                <a:solidFill>
                  <a:srgbClr val="000000"/>
                </a:solidFill>
                <a:latin typeface="Gill Sans"/>
                <a:ea typeface="Gill Sans"/>
                <a:cs typeface="Gill Sans"/>
              </a:defRPr>
            </a:pPr>
            <a:endParaRPr lang="en-US"/>
          </a:p>
        </c:rich>
      </c:tx>
      <c:layout>
        <c:manualLayout>
          <c:xMode val="edge"/>
          <c:yMode val="edge"/>
          <c:x val="0.49500554938956715"/>
          <c:y val="2.1505376344086023E-2"/>
        </c:manualLayout>
      </c:layout>
      <c:overlay val="0"/>
      <c:spPr>
        <a:noFill/>
        <a:ln w="33794">
          <a:noFill/>
        </a:ln>
      </c:spPr>
    </c:title>
    <c:autoTitleDeleted val="0"/>
    <c:plotArea>
      <c:layout>
        <c:manualLayout>
          <c:layoutTarget val="inner"/>
          <c:xMode val="edge"/>
          <c:yMode val="edge"/>
          <c:x val="3.9955604883462822E-2"/>
          <c:y val="0.19354838709677419"/>
          <c:w val="0.92452830188679247"/>
          <c:h val="0.54838709677419351"/>
        </c:manualLayout>
      </c:layout>
      <c:barChart>
        <c:barDir val="bar"/>
        <c:grouping val="stacked"/>
        <c:varyColors val="0"/>
        <c:ser>
          <c:idx val="0"/>
          <c:order val="0"/>
          <c:tx>
            <c:strRef>
              <c:f>Sheet1!$A$2</c:f>
              <c:strCache>
                <c:ptCount val="1"/>
                <c:pt idx="0">
                  <c:v>Your Company</c:v>
                </c:pt>
              </c:strCache>
            </c:strRef>
          </c:tx>
          <c:spPr>
            <a:solidFill>
              <a:srgbClr val="0C436C"/>
            </a:solidFill>
            <a:ln w="33794">
              <a:noFill/>
            </a:ln>
            <a:effectLst>
              <a:outerShdw dist="35921" dir="2700000" algn="br">
                <a:srgbClr val="000000"/>
              </a:outerShdw>
            </a:effectLst>
          </c:spPr>
          <c:invertIfNegative val="0"/>
          <c:cat>
            <c:strRef>
              <c:f>Sheet1!$B$1:$E$1</c:f>
              <c:strCache>
                <c:ptCount val="4"/>
                <c:pt idx="0">
                  <c:v>2011</c:v>
                </c:pt>
                <c:pt idx="1">
                  <c:v>2012</c:v>
                </c:pt>
                <c:pt idx="2">
                  <c:v>2013</c:v>
                </c:pt>
                <c:pt idx="3">
                  <c:v>2014</c:v>
                </c:pt>
              </c:strCache>
            </c:strRef>
          </c:cat>
          <c:val>
            <c:numRef>
              <c:f>Sheet1!$B$2:$E$2</c:f>
              <c:numCache>
                <c:formatCode>General</c:formatCode>
                <c:ptCount val="4"/>
                <c:pt idx="0">
                  <c:v>104</c:v>
                </c:pt>
                <c:pt idx="1">
                  <c:v>106</c:v>
                </c:pt>
                <c:pt idx="2">
                  <c:v>120</c:v>
                </c:pt>
                <c:pt idx="3">
                  <c:v>130</c:v>
                </c:pt>
              </c:numCache>
            </c:numRef>
          </c:val>
          <c:extLst>
            <c:ext xmlns:c16="http://schemas.microsoft.com/office/drawing/2014/chart" uri="{C3380CC4-5D6E-409C-BE32-E72D297353CC}">
              <c16:uniqueId val="{00000000-7EFB-45E6-B3DC-63F299B4AB2D}"/>
            </c:ext>
          </c:extLst>
        </c:ser>
        <c:ser>
          <c:idx val="1"/>
          <c:order val="1"/>
          <c:tx>
            <c:strRef>
              <c:f>Sheet1!$A$3</c:f>
              <c:strCache>
                <c:ptCount val="1"/>
                <c:pt idx="0">
                  <c:v>Competition</c:v>
                </c:pt>
              </c:strCache>
            </c:strRef>
          </c:tx>
          <c:spPr>
            <a:solidFill>
              <a:srgbClr val="052E4F"/>
            </a:solidFill>
            <a:ln w="33794">
              <a:noFill/>
            </a:ln>
            <a:effectLst>
              <a:outerShdw dist="35921" dir="2700000" algn="br">
                <a:srgbClr val="000000"/>
              </a:outerShdw>
            </a:effectLst>
          </c:spPr>
          <c:invertIfNegative val="0"/>
          <c:cat>
            <c:strRef>
              <c:f>Sheet1!$B$1:$E$1</c:f>
              <c:strCache>
                <c:ptCount val="4"/>
                <c:pt idx="0">
                  <c:v>2011</c:v>
                </c:pt>
                <c:pt idx="1">
                  <c:v>2012</c:v>
                </c:pt>
                <c:pt idx="2">
                  <c:v>2013</c:v>
                </c:pt>
                <c:pt idx="3">
                  <c:v>2014</c:v>
                </c:pt>
              </c:strCache>
            </c:strRef>
          </c:cat>
          <c:val>
            <c:numRef>
              <c:f>Sheet1!$B$3:$E$3</c:f>
              <c:numCache>
                <c:formatCode>General</c:formatCode>
                <c:ptCount val="4"/>
                <c:pt idx="0">
                  <c:v>30</c:v>
                </c:pt>
                <c:pt idx="1">
                  <c:v>50</c:v>
                </c:pt>
                <c:pt idx="2">
                  <c:v>40</c:v>
                </c:pt>
                <c:pt idx="3">
                  <c:v>45</c:v>
                </c:pt>
              </c:numCache>
            </c:numRef>
          </c:val>
          <c:extLst>
            <c:ext xmlns:c16="http://schemas.microsoft.com/office/drawing/2014/chart" uri="{C3380CC4-5D6E-409C-BE32-E72D297353CC}">
              <c16:uniqueId val="{00000001-7EFB-45E6-B3DC-63F299B4AB2D}"/>
            </c:ext>
          </c:extLst>
        </c:ser>
        <c:ser>
          <c:idx val="2"/>
          <c:order val="2"/>
          <c:tx>
            <c:strRef>
              <c:f>Sheet1!$A$4</c:f>
              <c:strCache>
                <c:ptCount val="1"/>
                <c:pt idx="0">
                  <c:v>Other</c:v>
                </c:pt>
              </c:strCache>
            </c:strRef>
          </c:tx>
          <c:spPr>
            <a:solidFill>
              <a:srgbClr val="46C0A4"/>
            </a:solidFill>
            <a:ln w="33794">
              <a:noFill/>
            </a:ln>
            <a:effectLst>
              <a:outerShdw dist="35921" dir="2700000" algn="br">
                <a:srgbClr val="000000"/>
              </a:outerShdw>
            </a:effectLst>
          </c:spPr>
          <c:invertIfNegative val="0"/>
          <c:cat>
            <c:strRef>
              <c:f>Sheet1!$B$1:$E$1</c:f>
              <c:strCache>
                <c:ptCount val="4"/>
                <c:pt idx="0">
                  <c:v>2011</c:v>
                </c:pt>
                <c:pt idx="1">
                  <c:v>2012</c:v>
                </c:pt>
                <c:pt idx="2">
                  <c:v>2013</c:v>
                </c:pt>
                <c:pt idx="3">
                  <c:v>2014</c:v>
                </c:pt>
              </c:strCache>
            </c:strRef>
          </c:cat>
          <c:val>
            <c:numRef>
              <c:f>Sheet1!$B$4:$E$4</c:f>
              <c:numCache>
                <c:formatCode>General</c:formatCode>
                <c:ptCount val="4"/>
                <c:pt idx="0">
                  <c:v>34</c:v>
                </c:pt>
                <c:pt idx="1">
                  <c:v>23</c:v>
                </c:pt>
                <c:pt idx="2">
                  <c:v>23</c:v>
                </c:pt>
                <c:pt idx="3">
                  <c:v>10</c:v>
                </c:pt>
              </c:numCache>
            </c:numRef>
          </c:val>
          <c:extLst>
            <c:ext xmlns:c16="http://schemas.microsoft.com/office/drawing/2014/chart" uri="{C3380CC4-5D6E-409C-BE32-E72D297353CC}">
              <c16:uniqueId val="{00000002-7EFB-45E6-B3DC-63F299B4AB2D}"/>
            </c:ext>
          </c:extLst>
        </c:ser>
        <c:dLbls>
          <c:showLegendKey val="0"/>
          <c:showVal val="0"/>
          <c:showCatName val="0"/>
          <c:showSerName val="0"/>
          <c:showPercent val="0"/>
          <c:showBubbleSize val="0"/>
        </c:dLbls>
        <c:gapWidth val="40"/>
        <c:overlap val="100"/>
        <c:axId val="146524600"/>
        <c:axId val="1"/>
      </c:barChart>
      <c:catAx>
        <c:axId val="146524600"/>
        <c:scaling>
          <c:orientation val="maxMin"/>
        </c:scaling>
        <c:delete val="1"/>
        <c:axPos val="l"/>
        <c:title>
          <c:tx>
            <c:rich>
              <a:bodyPr rot="0" vert="horz"/>
              <a:lstStyle/>
              <a:p>
                <a:pPr algn="ctr">
                  <a:defRPr sz="1996" b="0" i="0" u="none" strike="noStrike" baseline="0">
                    <a:solidFill>
                      <a:srgbClr val="000000"/>
                    </a:solidFill>
                    <a:latin typeface="Helvetica"/>
                    <a:ea typeface="Helvetica"/>
                    <a:cs typeface="Helvetica"/>
                  </a:defRPr>
                </a:pPr>
                <a:endParaRPr lang="en-US"/>
              </a:p>
            </c:rich>
          </c:tx>
          <c:layout>
            <c:manualLayout>
              <c:xMode val="edge"/>
              <c:yMode val="edge"/>
              <c:x val="1.1098779134295227E-2"/>
              <c:y val="0.4050179211469534"/>
            </c:manualLayout>
          </c:layout>
          <c:overlay val="0"/>
          <c:spPr>
            <a:noFill/>
            <a:ln w="33794">
              <a:noFill/>
            </a:ln>
          </c:spPr>
        </c:title>
        <c:numFmt formatCode="General" sourceLinked="1"/>
        <c:majorTickMark val="out"/>
        <c:minorTickMark val="none"/>
        <c:tickLblPos val="nextTo"/>
        <c:crossAx val="1"/>
        <c:crosses val="autoZero"/>
        <c:auto val="1"/>
        <c:lblAlgn val="ctr"/>
        <c:lblOffset val="100"/>
        <c:noMultiLvlLbl val="0"/>
      </c:catAx>
      <c:valAx>
        <c:axId val="1"/>
        <c:scaling>
          <c:orientation val="minMax"/>
        </c:scaling>
        <c:delete val="0"/>
        <c:axPos val="t"/>
        <c:majorGridlines>
          <c:spPr>
            <a:ln w="16897">
              <a:solidFill>
                <a:srgbClr val="B8B8B8"/>
              </a:solidFill>
              <a:prstDash val="solid"/>
            </a:ln>
          </c:spPr>
        </c:majorGridlines>
        <c:title>
          <c:tx>
            <c:rich>
              <a:bodyPr/>
              <a:lstStyle/>
              <a:p>
                <a:pPr>
                  <a:defRPr sz="1996" b="0" i="0" u="none" strike="noStrike" baseline="0">
                    <a:solidFill>
                      <a:srgbClr val="000000"/>
                    </a:solidFill>
                    <a:latin typeface="Helvetica"/>
                    <a:ea typeface="Helvetica"/>
                    <a:cs typeface="Helvetica"/>
                  </a:defRPr>
                </a:pPr>
                <a:endParaRPr lang="en-US"/>
              </a:p>
            </c:rich>
          </c:tx>
          <c:layout>
            <c:manualLayout>
              <c:xMode val="edge"/>
              <c:yMode val="edge"/>
              <c:x val="0.49722530521642622"/>
              <c:y val="7.1684587813620068E-2"/>
            </c:manualLayout>
          </c:layout>
          <c:overlay val="0"/>
          <c:spPr>
            <a:noFill/>
            <a:ln w="33794">
              <a:noFill/>
            </a:ln>
          </c:spPr>
        </c:title>
        <c:numFmt formatCode="General" sourceLinked="0"/>
        <c:majorTickMark val="none"/>
        <c:minorTickMark val="none"/>
        <c:tickLblPos val="high"/>
        <c:spPr>
          <a:ln w="8448">
            <a:noFill/>
          </a:ln>
        </c:spPr>
        <c:txPr>
          <a:bodyPr rot="0" vert="horz"/>
          <a:lstStyle/>
          <a:p>
            <a:pPr>
              <a:defRPr sz="1996" b="0" i="0" u="none" strike="noStrike" baseline="0">
                <a:solidFill>
                  <a:schemeClr val="bg1"/>
                </a:solidFill>
                <a:latin typeface="Helvetica"/>
                <a:ea typeface="Helvetica"/>
                <a:cs typeface="Helvetica"/>
              </a:defRPr>
            </a:pPr>
            <a:endParaRPr lang="en-US"/>
          </a:p>
        </c:txPr>
        <c:crossAx val="146524600"/>
        <c:crosses val="autoZero"/>
        <c:crossBetween val="between"/>
      </c:valAx>
      <c:spPr>
        <a:noFill/>
        <a:ln w="33794">
          <a:noFill/>
        </a:ln>
      </c:spPr>
    </c:plotArea>
    <c:plotVisOnly val="1"/>
    <c:dispBlanksAs val="gap"/>
    <c:showDLblsOverMax val="0"/>
  </c:chart>
  <c:spPr>
    <a:noFill/>
    <a:ln>
      <a:noFill/>
    </a:ln>
  </c:spPr>
  <c:txPr>
    <a:bodyPr/>
    <a:lstStyle/>
    <a:p>
      <a:pPr>
        <a:defRPr sz="2661"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2661" b="0" i="0" u="none" strike="noStrike" baseline="0">
                <a:solidFill>
                  <a:srgbClr val="000000"/>
                </a:solidFill>
                <a:latin typeface="Gill Sans"/>
                <a:ea typeface="Gill Sans"/>
                <a:cs typeface="Gill Sans"/>
              </a:defRPr>
            </a:pPr>
            <a:endParaRPr lang="en-US"/>
          </a:p>
        </c:rich>
      </c:tx>
      <c:layout>
        <c:manualLayout>
          <c:xMode val="edge"/>
          <c:yMode val="edge"/>
          <c:x val="0.49500554938956715"/>
          <c:y val="2.1505376344086023E-2"/>
        </c:manualLayout>
      </c:layout>
      <c:overlay val="0"/>
      <c:spPr>
        <a:noFill/>
        <a:ln w="33794">
          <a:noFill/>
        </a:ln>
      </c:spPr>
    </c:title>
    <c:autoTitleDeleted val="0"/>
    <c:plotArea>
      <c:layout>
        <c:manualLayout>
          <c:layoutTarget val="inner"/>
          <c:xMode val="edge"/>
          <c:yMode val="edge"/>
          <c:x val="3.9955604883462822E-2"/>
          <c:y val="0.19354838709677419"/>
          <c:w val="0.92452830188679247"/>
          <c:h val="0.54838709677419351"/>
        </c:manualLayout>
      </c:layout>
      <c:barChart>
        <c:barDir val="bar"/>
        <c:grouping val="stacked"/>
        <c:varyColors val="0"/>
        <c:ser>
          <c:idx val="0"/>
          <c:order val="0"/>
          <c:tx>
            <c:strRef>
              <c:f>Sheet1!$A$2</c:f>
              <c:strCache>
                <c:ptCount val="1"/>
                <c:pt idx="0">
                  <c:v>Your Company</c:v>
                </c:pt>
              </c:strCache>
            </c:strRef>
          </c:tx>
          <c:spPr>
            <a:solidFill>
              <a:srgbClr val="46C0A4"/>
            </a:solidFill>
            <a:ln w="33794">
              <a:noFill/>
            </a:ln>
            <a:effectLst>
              <a:outerShdw dist="35921" dir="2700000" algn="br">
                <a:srgbClr val="000000"/>
              </a:outerShdw>
            </a:effectLst>
          </c:spPr>
          <c:invertIfNegative val="0"/>
          <c:cat>
            <c:strRef>
              <c:f>Sheet1!$B$1:$E$1</c:f>
              <c:strCache>
                <c:ptCount val="4"/>
                <c:pt idx="0">
                  <c:v>2011</c:v>
                </c:pt>
                <c:pt idx="1">
                  <c:v>2012</c:v>
                </c:pt>
                <c:pt idx="2">
                  <c:v>2013</c:v>
                </c:pt>
                <c:pt idx="3">
                  <c:v>2014</c:v>
                </c:pt>
              </c:strCache>
            </c:strRef>
          </c:cat>
          <c:val>
            <c:numRef>
              <c:f>Sheet1!$B$2:$E$2</c:f>
              <c:numCache>
                <c:formatCode>General</c:formatCode>
                <c:ptCount val="4"/>
                <c:pt idx="0">
                  <c:v>59</c:v>
                </c:pt>
                <c:pt idx="1">
                  <c:v>94</c:v>
                </c:pt>
                <c:pt idx="2">
                  <c:v>124</c:v>
                </c:pt>
                <c:pt idx="3">
                  <c:v>120</c:v>
                </c:pt>
              </c:numCache>
            </c:numRef>
          </c:val>
          <c:extLst>
            <c:ext xmlns:c16="http://schemas.microsoft.com/office/drawing/2014/chart" uri="{C3380CC4-5D6E-409C-BE32-E72D297353CC}">
              <c16:uniqueId val="{00000000-7D40-4101-8D1F-82C3B4113683}"/>
            </c:ext>
          </c:extLst>
        </c:ser>
        <c:ser>
          <c:idx val="1"/>
          <c:order val="1"/>
          <c:tx>
            <c:strRef>
              <c:f>Sheet1!$A$3</c:f>
              <c:strCache>
                <c:ptCount val="1"/>
                <c:pt idx="0">
                  <c:v>Competition</c:v>
                </c:pt>
              </c:strCache>
            </c:strRef>
          </c:tx>
          <c:spPr>
            <a:solidFill>
              <a:srgbClr val="38A18A"/>
            </a:solidFill>
            <a:ln w="33794">
              <a:noFill/>
            </a:ln>
            <a:effectLst>
              <a:outerShdw dist="35921" dir="2700000" algn="br">
                <a:srgbClr val="000000"/>
              </a:outerShdw>
            </a:effectLst>
          </c:spPr>
          <c:invertIfNegative val="0"/>
          <c:cat>
            <c:strRef>
              <c:f>Sheet1!$B$1:$E$1</c:f>
              <c:strCache>
                <c:ptCount val="4"/>
                <c:pt idx="0">
                  <c:v>2011</c:v>
                </c:pt>
                <c:pt idx="1">
                  <c:v>2012</c:v>
                </c:pt>
                <c:pt idx="2">
                  <c:v>2013</c:v>
                </c:pt>
                <c:pt idx="3">
                  <c:v>2014</c:v>
                </c:pt>
              </c:strCache>
            </c:strRef>
          </c:cat>
          <c:val>
            <c:numRef>
              <c:f>Sheet1!$B$3:$E$3</c:f>
              <c:numCache>
                <c:formatCode>General</c:formatCode>
                <c:ptCount val="4"/>
                <c:pt idx="0">
                  <c:v>30</c:v>
                </c:pt>
                <c:pt idx="1">
                  <c:v>68</c:v>
                </c:pt>
                <c:pt idx="2">
                  <c:v>45</c:v>
                </c:pt>
                <c:pt idx="3">
                  <c:v>50</c:v>
                </c:pt>
              </c:numCache>
            </c:numRef>
          </c:val>
          <c:extLst>
            <c:ext xmlns:c16="http://schemas.microsoft.com/office/drawing/2014/chart" uri="{C3380CC4-5D6E-409C-BE32-E72D297353CC}">
              <c16:uniqueId val="{00000001-7D40-4101-8D1F-82C3B4113683}"/>
            </c:ext>
          </c:extLst>
        </c:ser>
        <c:ser>
          <c:idx val="2"/>
          <c:order val="2"/>
          <c:tx>
            <c:strRef>
              <c:f>Sheet1!$A$4</c:f>
              <c:strCache>
                <c:ptCount val="1"/>
                <c:pt idx="0">
                  <c:v>Other</c:v>
                </c:pt>
              </c:strCache>
            </c:strRef>
          </c:tx>
          <c:spPr>
            <a:solidFill>
              <a:srgbClr val="0C436C"/>
            </a:solidFill>
            <a:ln w="33794">
              <a:noFill/>
            </a:ln>
            <a:effectLst>
              <a:outerShdw dist="35921" dir="2700000" algn="br">
                <a:srgbClr val="000000"/>
              </a:outerShdw>
            </a:effectLst>
          </c:spPr>
          <c:invertIfNegative val="0"/>
          <c:cat>
            <c:strRef>
              <c:f>Sheet1!$B$1:$E$1</c:f>
              <c:strCache>
                <c:ptCount val="4"/>
                <c:pt idx="0">
                  <c:v>2011</c:v>
                </c:pt>
                <c:pt idx="1">
                  <c:v>2012</c:v>
                </c:pt>
                <c:pt idx="2">
                  <c:v>2013</c:v>
                </c:pt>
                <c:pt idx="3">
                  <c:v>2014</c:v>
                </c:pt>
              </c:strCache>
            </c:strRef>
          </c:cat>
          <c:val>
            <c:numRef>
              <c:f>Sheet1!$B$4:$E$4</c:f>
              <c:numCache>
                <c:formatCode>General</c:formatCode>
                <c:ptCount val="4"/>
                <c:pt idx="0">
                  <c:v>70</c:v>
                </c:pt>
                <c:pt idx="1">
                  <c:v>30</c:v>
                </c:pt>
                <c:pt idx="2">
                  <c:v>10</c:v>
                </c:pt>
                <c:pt idx="3">
                  <c:v>20</c:v>
                </c:pt>
              </c:numCache>
            </c:numRef>
          </c:val>
          <c:extLst>
            <c:ext xmlns:c16="http://schemas.microsoft.com/office/drawing/2014/chart" uri="{C3380CC4-5D6E-409C-BE32-E72D297353CC}">
              <c16:uniqueId val="{00000002-7D40-4101-8D1F-82C3B4113683}"/>
            </c:ext>
          </c:extLst>
        </c:ser>
        <c:dLbls>
          <c:showLegendKey val="0"/>
          <c:showVal val="0"/>
          <c:showCatName val="0"/>
          <c:showSerName val="0"/>
          <c:showPercent val="0"/>
          <c:showBubbleSize val="0"/>
        </c:dLbls>
        <c:gapWidth val="40"/>
        <c:overlap val="100"/>
        <c:axId val="149755216"/>
        <c:axId val="1"/>
      </c:barChart>
      <c:catAx>
        <c:axId val="149755216"/>
        <c:scaling>
          <c:orientation val="maxMin"/>
        </c:scaling>
        <c:delete val="1"/>
        <c:axPos val="l"/>
        <c:title>
          <c:tx>
            <c:rich>
              <a:bodyPr rot="0" vert="horz"/>
              <a:lstStyle/>
              <a:p>
                <a:pPr algn="ctr">
                  <a:defRPr sz="1996" b="0" i="0" u="none" strike="noStrike" baseline="0">
                    <a:solidFill>
                      <a:srgbClr val="000000"/>
                    </a:solidFill>
                    <a:latin typeface="Helvetica"/>
                    <a:ea typeface="Helvetica"/>
                    <a:cs typeface="Helvetica"/>
                  </a:defRPr>
                </a:pPr>
                <a:endParaRPr lang="en-US"/>
              </a:p>
            </c:rich>
          </c:tx>
          <c:layout>
            <c:manualLayout>
              <c:xMode val="edge"/>
              <c:yMode val="edge"/>
              <c:x val="1.1098779134295227E-2"/>
              <c:y val="0.4050179211469534"/>
            </c:manualLayout>
          </c:layout>
          <c:overlay val="0"/>
          <c:spPr>
            <a:noFill/>
            <a:ln w="33794">
              <a:noFill/>
            </a:ln>
          </c:spPr>
        </c:title>
        <c:numFmt formatCode="General" sourceLinked="1"/>
        <c:majorTickMark val="out"/>
        <c:minorTickMark val="none"/>
        <c:tickLblPos val="nextTo"/>
        <c:crossAx val="1"/>
        <c:crosses val="autoZero"/>
        <c:auto val="1"/>
        <c:lblAlgn val="ctr"/>
        <c:lblOffset val="100"/>
        <c:noMultiLvlLbl val="0"/>
      </c:catAx>
      <c:valAx>
        <c:axId val="1"/>
        <c:scaling>
          <c:orientation val="minMax"/>
        </c:scaling>
        <c:delete val="0"/>
        <c:axPos val="t"/>
        <c:majorGridlines>
          <c:spPr>
            <a:ln w="16897">
              <a:solidFill>
                <a:srgbClr val="B8B8B8"/>
              </a:solidFill>
              <a:prstDash val="solid"/>
            </a:ln>
          </c:spPr>
        </c:majorGridlines>
        <c:title>
          <c:tx>
            <c:rich>
              <a:bodyPr/>
              <a:lstStyle/>
              <a:p>
                <a:pPr>
                  <a:defRPr sz="1996" b="0" i="0" u="none" strike="noStrike" baseline="0">
                    <a:solidFill>
                      <a:srgbClr val="000000"/>
                    </a:solidFill>
                    <a:latin typeface="Helvetica"/>
                    <a:ea typeface="Helvetica"/>
                    <a:cs typeface="Helvetica"/>
                  </a:defRPr>
                </a:pPr>
                <a:endParaRPr lang="en-US"/>
              </a:p>
            </c:rich>
          </c:tx>
          <c:layout>
            <c:manualLayout>
              <c:xMode val="edge"/>
              <c:yMode val="edge"/>
              <c:x val="0.49722530521642622"/>
              <c:y val="7.1684587813620068E-2"/>
            </c:manualLayout>
          </c:layout>
          <c:overlay val="0"/>
          <c:spPr>
            <a:noFill/>
            <a:ln w="33794">
              <a:noFill/>
            </a:ln>
          </c:spPr>
        </c:title>
        <c:numFmt formatCode="General" sourceLinked="0"/>
        <c:majorTickMark val="none"/>
        <c:minorTickMark val="none"/>
        <c:tickLblPos val="high"/>
        <c:spPr>
          <a:ln w="8448">
            <a:noFill/>
          </a:ln>
        </c:spPr>
        <c:txPr>
          <a:bodyPr rot="0" vert="horz"/>
          <a:lstStyle/>
          <a:p>
            <a:pPr>
              <a:defRPr sz="1996" b="0" i="0" u="none" strike="noStrike" baseline="0">
                <a:solidFill>
                  <a:schemeClr val="bg1"/>
                </a:solidFill>
                <a:latin typeface="Helvetica"/>
                <a:ea typeface="Helvetica"/>
                <a:cs typeface="Helvetica"/>
              </a:defRPr>
            </a:pPr>
            <a:endParaRPr lang="en-US"/>
          </a:p>
        </c:txPr>
        <c:crossAx val="149755216"/>
        <c:crosses val="autoZero"/>
        <c:crossBetween val="between"/>
      </c:valAx>
      <c:spPr>
        <a:noFill/>
        <a:ln w="33794">
          <a:noFill/>
        </a:ln>
      </c:spPr>
    </c:plotArea>
    <c:plotVisOnly val="1"/>
    <c:dispBlanksAs val="gap"/>
    <c:showDLblsOverMax val="0"/>
  </c:chart>
  <c:spPr>
    <a:noFill/>
    <a:ln>
      <a:noFill/>
    </a:ln>
  </c:spPr>
  <c:txPr>
    <a:bodyPr/>
    <a:lstStyle/>
    <a:p>
      <a:pPr>
        <a:defRPr sz="2661"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2400" b="0" i="0" u="none" strike="noStrike" baseline="0">
                <a:solidFill>
                  <a:srgbClr val="000000"/>
                </a:solidFill>
                <a:latin typeface="Calibri"/>
                <a:ea typeface="Calibri"/>
                <a:cs typeface="Calibri"/>
              </a:defRPr>
            </a:pPr>
            <a:endParaRPr lang="en-US"/>
          </a:p>
        </c:rich>
      </c:tx>
      <c:layout>
        <c:manualLayout>
          <c:xMode val="edge"/>
          <c:yMode val="edge"/>
          <c:x val="0.49538461538461537"/>
          <c:y val="1.9575856443719411E-2"/>
        </c:manualLayout>
      </c:layout>
      <c:overlay val="0"/>
      <c:spPr>
        <a:noFill/>
        <a:ln w="33866">
          <a:noFill/>
        </a:ln>
      </c:spPr>
    </c:title>
    <c:autoTitleDeleted val="0"/>
    <c:plotArea>
      <c:layout>
        <c:manualLayout>
          <c:layoutTarget val="inner"/>
          <c:xMode val="edge"/>
          <c:yMode val="edge"/>
          <c:x val="2.923076923076923E-2"/>
          <c:y val="1.6313213703099511E-3"/>
          <c:w val="0.94307692307692303"/>
          <c:h val="1"/>
        </c:manualLayout>
      </c:layout>
      <c:pieChart>
        <c:varyColors val="0"/>
        <c:ser>
          <c:idx val="0"/>
          <c:order val="0"/>
          <c:tx>
            <c:strRef>
              <c:f>Sheet1!$A$2</c:f>
              <c:strCache>
                <c:ptCount val="1"/>
                <c:pt idx="0">
                  <c:v>Sales</c:v>
                </c:pt>
              </c:strCache>
            </c:strRef>
          </c:tx>
          <c:spPr>
            <a:solidFill>
              <a:srgbClr val="46C0A4"/>
            </a:solidFill>
            <a:ln w="33866">
              <a:noFill/>
            </a:ln>
            <a:effectLst>
              <a:outerShdw dist="35921" dir="2700000" algn="br">
                <a:srgbClr val="000000"/>
              </a:outerShdw>
            </a:effectLst>
          </c:spPr>
          <c:dPt>
            <c:idx val="1"/>
            <c:bubble3D val="0"/>
            <c:spPr>
              <a:solidFill>
                <a:srgbClr val="0C436C"/>
              </a:solidFill>
              <a:ln w="33866">
                <a:noFill/>
              </a:ln>
              <a:effectLst>
                <a:outerShdw dist="35921" dir="2700000" algn="br">
                  <a:srgbClr val="000000"/>
                </a:outerShdw>
              </a:effectLst>
            </c:spPr>
            <c:extLst>
              <c:ext xmlns:c16="http://schemas.microsoft.com/office/drawing/2014/chart" uri="{C3380CC4-5D6E-409C-BE32-E72D297353CC}">
                <c16:uniqueId val="{00000000-C874-416D-BEA9-C0B8550E31F8}"/>
              </c:ext>
            </c:extLst>
          </c:dPt>
          <c:dPt>
            <c:idx val="2"/>
            <c:bubble3D val="0"/>
            <c:spPr>
              <a:solidFill>
                <a:srgbClr val="052E4F"/>
              </a:solidFill>
              <a:ln w="33866">
                <a:noFill/>
              </a:ln>
              <a:effectLst>
                <a:outerShdw dist="35921" dir="2700000" algn="br">
                  <a:srgbClr val="000000"/>
                </a:outerShdw>
              </a:effectLst>
            </c:spPr>
            <c:extLst>
              <c:ext xmlns:c16="http://schemas.microsoft.com/office/drawing/2014/chart" uri="{C3380CC4-5D6E-409C-BE32-E72D297353CC}">
                <c16:uniqueId val="{00000001-C874-416D-BEA9-C0B8550E31F8}"/>
              </c:ext>
            </c:extLst>
          </c:dPt>
          <c:dPt>
            <c:idx val="3"/>
            <c:bubble3D val="0"/>
            <c:spPr>
              <a:solidFill>
                <a:srgbClr val="38A18A"/>
              </a:solidFill>
              <a:ln w="33866">
                <a:noFill/>
              </a:ln>
              <a:effectLst>
                <a:outerShdw dist="35921" dir="2700000" algn="br">
                  <a:srgbClr val="000000"/>
                </a:outerShdw>
              </a:effectLst>
            </c:spPr>
            <c:extLst>
              <c:ext xmlns:c16="http://schemas.microsoft.com/office/drawing/2014/chart" uri="{C3380CC4-5D6E-409C-BE32-E72D297353CC}">
                <c16:uniqueId val="{00000002-C874-416D-BEA9-C0B8550E31F8}"/>
              </c:ext>
            </c:extLst>
          </c:dPt>
          <c:cat>
            <c:strRef>
              <c:f>Sheet1!$B$1:$E$1</c:f>
              <c:strCache>
                <c:ptCount val="4"/>
                <c:pt idx="0">
                  <c:v>1st Qtr</c:v>
                </c:pt>
                <c:pt idx="1">
                  <c:v>2nd Qtr</c:v>
                </c:pt>
                <c:pt idx="2">
                  <c:v>3rd Qtr</c:v>
                </c:pt>
                <c:pt idx="3">
                  <c:v>4th Qtr</c:v>
                </c:pt>
              </c:strCache>
            </c:strRef>
          </c:cat>
          <c:val>
            <c:numRef>
              <c:f>Sheet1!$B$2:$E$2</c:f>
              <c:numCache>
                <c:formatCode>General</c:formatCode>
                <c:ptCount val="4"/>
                <c:pt idx="0">
                  <c:v>25</c:v>
                </c:pt>
                <c:pt idx="1">
                  <c:v>25</c:v>
                </c:pt>
                <c:pt idx="2">
                  <c:v>25</c:v>
                </c:pt>
                <c:pt idx="3">
                  <c:v>10</c:v>
                </c:pt>
              </c:numCache>
            </c:numRef>
          </c:val>
          <c:extLst>
            <c:ext xmlns:c16="http://schemas.microsoft.com/office/drawing/2014/chart" uri="{C3380CC4-5D6E-409C-BE32-E72D297353CC}">
              <c16:uniqueId val="{00000004-C874-416D-BEA9-C0B8550E31F8}"/>
            </c:ext>
          </c:extLst>
        </c:ser>
        <c:dLbls>
          <c:showLegendKey val="0"/>
          <c:showVal val="0"/>
          <c:showCatName val="0"/>
          <c:showSerName val="0"/>
          <c:showPercent val="0"/>
          <c:showBubbleSize val="0"/>
          <c:showLeaderLines val="0"/>
        </c:dLbls>
        <c:firstSliceAng val="0"/>
      </c:pieChart>
      <c:spPr>
        <a:noFill/>
        <a:ln w="33866">
          <a:noFill/>
        </a:ln>
      </c:spPr>
    </c:plotArea>
    <c:plotVisOnly val="1"/>
    <c:dispBlanksAs val="zero"/>
    <c:showDLblsOverMax val="0"/>
  </c:chart>
  <c:spPr>
    <a:noFill/>
    <a:ln>
      <a:noFill/>
    </a:ln>
  </c:spPr>
  <c:txPr>
    <a:bodyPr/>
    <a:lstStyle/>
    <a:p>
      <a:pPr>
        <a:defRPr sz="2400" b="0" i="0" u="none" strike="noStrike" baseline="0">
          <a:solidFill>
            <a:srgbClr val="000000"/>
          </a:solidFill>
          <a:latin typeface="Calibri"/>
          <a:ea typeface="Calibri"/>
          <a:cs typeface="Calibri"/>
        </a:defRPr>
      </a:pPr>
      <a:endParaRPr lang="en-US"/>
    </a:p>
  </c:txPr>
  <c:externalData r:id="rId1">
    <c:autoUpdate val="0"/>
  </c:externalData>
</c:chartSpace>
</file>

<file path=ppt/drawings/_rels/vmlDrawing1.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image" Target="../media/image8.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3.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5F6E268D-8E0C-47DF-BC58-CC6348AAD033}" type="datetimeFigureOut">
              <a:rPr lang="en-US" smtClean="0"/>
              <a:t>11/14/2016</a:t>
            </a:fld>
            <a:endParaRPr lang="en-US"/>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2C450A91-8E8C-402B-9E6F-BAEFA9F51899}" type="slidenum">
              <a:rPr lang="en-US" smtClean="0"/>
              <a:t>‹#›</a:t>
            </a:fld>
            <a:endParaRPr lang="en-US"/>
          </a:p>
        </p:txBody>
      </p:sp>
    </p:spTree>
    <p:extLst>
      <p:ext uri="{BB962C8B-B14F-4D97-AF65-F5344CB8AC3E}">
        <p14:creationId xmlns:p14="http://schemas.microsoft.com/office/powerpoint/2010/main" val="339779850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49" name="Rectangle 1"/>
          <p:cNvSpPr>
            <a:spLocks noGrp="1" noRot="1" noChangeAspect="1"/>
          </p:cNvSpPr>
          <p:nvPr>
            <p:ph type="sldImg" idx="2"/>
          </p:nvPr>
        </p:nvSpPr>
        <p:spPr bwMode="auto">
          <a:xfrm>
            <a:off x="1143000" y="685800"/>
            <a:ext cx="4572000" cy="34290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xmlns="" val="1"/>
            </a:ext>
          </a:extLst>
        </p:spPr>
      </p:sp>
      <p:sp>
        <p:nvSpPr>
          <p:cNvPr id="2050" name="Rectangle 2"/>
          <p:cNvSpPr>
            <a:spLocks noGrp="1"/>
          </p:cNvSpPr>
          <p:nvPr>
            <p:ph type="body" sz="quarter" idx="3"/>
          </p:nvPr>
        </p:nvSpPr>
        <p:spPr bwMode="auto">
          <a:xfrm>
            <a:off x="914400" y="4343400"/>
            <a:ext cx="5029200" cy="411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s-ES" noProof="0">
                <a:sym typeface="Lucida Grande" charset="0"/>
              </a:rPr>
              <a:t>Click to edit Master text styles</a:t>
            </a:r>
          </a:p>
          <a:p>
            <a:pPr lvl="1"/>
            <a:r>
              <a:rPr lang="es-ES" noProof="0">
                <a:sym typeface="Lucida Grande" charset="0"/>
              </a:rPr>
              <a:t>Second level</a:t>
            </a:r>
          </a:p>
          <a:p>
            <a:pPr lvl="2"/>
            <a:r>
              <a:rPr lang="es-ES" noProof="0">
                <a:sym typeface="Lucida Grande" charset="0"/>
              </a:rPr>
              <a:t>Third level</a:t>
            </a:r>
          </a:p>
          <a:p>
            <a:pPr lvl="3"/>
            <a:r>
              <a:rPr lang="es-ES" noProof="0">
                <a:sym typeface="Lucida Grande" charset="0"/>
              </a:rPr>
              <a:t>Fourth level</a:t>
            </a:r>
          </a:p>
          <a:p>
            <a:pPr lvl="4"/>
            <a:r>
              <a:rPr lang="es-ES" noProof="0">
                <a:sym typeface="Lucida Grande" charset="0"/>
              </a:rPr>
              <a:t>Fifth level</a:t>
            </a:r>
          </a:p>
        </p:txBody>
      </p:sp>
    </p:spTree>
  </p:cSld>
  <p:clrMap bg1="lt1" tx1="dk1" bg2="lt2" tx2="dk2" accent1="accent1" accent2="accent2" accent3="accent3" accent4="accent4" accent5="accent5" accent6="accent6" hlink="hlink" folHlink="folHlink"/>
  <p:notesStyle>
    <a:lvl1pPr algn="l" defTabSz="825500" rtl="0" eaLnBrk="0" fontAlgn="base" hangingPunct="0">
      <a:spcBef>
        <a:spcPct val="0"/>
      </a:spcBef>
      <a:spcAft>
        <a:spcPct val="0"/>
      </a:spcAft>
      <a:defRPr sz="2200" kern="1200">
        <a:solidFill>
          <a:srgbClr val="000000"/>
        </a:solidFill>
        <a:latin typeface="Lucida Grande" charset="0"/>
        <a:ea typeface="MS PGothic" panose="020B0600070205080204" pitchFamily="34" charset="-128"/>
        <a:cs typeface="Lucida Grande" charset="0"/>
        <a:sym typeface="Lucida Grande" charset="0"/>
      </a:defRPr>
    </a:lvl1pPr>
    <a:lvl2pPr marL="2286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2pPr>
    <a:lvl3pPr marL="4572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3pPr>
    <a:lvl4pPr marL="6858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4pPr>
    <a:lvl5pPr marL="9144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ítulo y objetos">
    <p:spTree>
      <p:nvGrpSpPr>
        <p:cNvPr id="1" name=""/>
        <p:cNvGrpSpPr/>
        <p:nvPr/>
      </p:nvGrpSpPr>
      <p:grpSpPr>
        <a:xfrm>
          <a:off x="0" y="0"/>
          <a:ext cx="0" cy="0"/>
          <a:chOff x="0" y="0"/>
          <a:chExt cx="0" cy="0"/>
        </a:xfrm>
      </p:grpSpPr>
    </p:spTree>
    <p:extLst>
      <p:ext uri="{BB962C8B-B14F-4D97-AF65-F5344CB8AC3E}">
        <p14:creationId xmlns:p14="http://schemas.microsoft.com/office/powerpoint/2010/main" val="210352295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AutoShape 1"/>
          <p:cNvSpPr>
            <a:spLocks/>
          </p:cNvSpPr>
          <p:nvPr userDrawn="1"/>
        </p:nvSpPr>
        <p:spPr bwMode="auto">
          <a:xfrm flipH="1">
            <a:off x="10521950" y="-31750"/>
            <a:ext cx="13995400" cy="13754100"/>
          </a:xfrm>
          <a:prstGeom prst="rightArrow">
            <a:avLst>
              <a:gd name="adj1" fmla="val 100000"/>
              <a:gd name="adj2" fmla="val 40400"/>
            </a:avLst>
          </a:prstGeom>
          <a:solidFill>
            <a:schemeClr val="accent6">
              <a:lumMod val="75000"/>
            </a:scheme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16" name="Freeform: Shape 15"/>
          <p:cNvSpPr>
            <a:spLocks/>
          </p:cNvSpPr>
          <p:nvPr userDrawn="1"/>
        </p:nvSpPr>
        <p:spPr bwMode="auto">
          <a:xfrm>
            <a:off x="4643827" y="-94705"/>
            <a:ext cx="9451968" cy="5836693"/>
          </a:xfrm>
          <a:custGeom>
            <a:avLst/>
            <a:gdLst>
              <a:gd name="connsiteX0" fmla="*/ 0 w 9451968"/>
              <a:gd name="connsiteY0" fmla="*/ 0 h 5836693"/>
              <a:gd name="connsiteX1" fmla="*/ 9451968 w 9451968"/>
              <a:gd name="connsiteY1" fmla="*/ 0 h 5836693"/>
              <a:gd name="connsiteX2" fmla="*/ 4873092 w 9451968"/>
              <a:gd name="connsiteY2" fmla="*/ 5836693 h 5836693"/>
            </a:gdLst>
            <a:ahLst/>
            <a:cxnLst>
              <a:cxn ang="0">
                <a:pos x="connsiteX0" y="connsiteY0"/>
              </a:cxn>
              <a:cxn ang="0">
                <a:pos x="connsiteX1" y="connsiteY1"/>
              </a:cxn>
              <a:cxn ang="0">
                <a:pos x="connsiteX2" y="connsiteY2"/>
              </a:cxn>
            </a:cxnLst>
            <a:rect l="l" t="t" r="r" b="b"/>
            <a:pathLst>
              <a:path w="9451968" h="5836693">
                <a:moveTo>
                  <a:pt x="0" y="0"/>
                </a:moveTo>
                <a:lnTo>
                  <a:pt x="9451968" y="0"/>
                </a:lnTo>
                <a:lnTo>
                  <a:pt x="4873092" y="5836693"/>
                </a:lnTo>
                <a:close/>
              </a:path>
            </a:pathLst>
          </a:custGeom>
          <a:solidFill>
            <a:schemeClr val="accent6"/>
          </a:solidFill>
          <a:ln w="25400" cap="flat" cmpd="sng">
            <a:solidFill>
              <a:srgbClr val="000000">
                <a:alpha val="0"/>
              </a:srgbClr>
            </a:solidFill>
            <a:prstDash val="solid"/>
            <a:miter lim="0"/>
            <a:headEnd/>
            <a:tailEnd/>
          </a:ln>
          <a:effectLst/>
          <a:extLst/>
        </p:spPr>
        <p:txBody>
          <a:bodyPr wrap="square" lIns="0" tIns="0" rIns="0" bIns="0" anchor="ctr">
            <a:noAutofit/>
          </a:bodyPr>
          <a:lstStyle/>
          <a:p>
            <a:endParaRPr lang="en-US"/>
          </a:p>
        </p:txBody>
      </p:sp>
      <p:sp>
        <p:nvSpPr>
          <p:cNvPr id="19" name="Freeform: Shape 18"/>
          <p:cNvSpPr>
            <a:spLocks/>
          </p:cNvSpPr>
          <p:nvPr userDrawn="1"/>
        </p:nvSpPr>
        <p:spPr bwMode="auto">
          <a:xfrm rot="10800000">
            <a:off x="-45085" y="8357164"/>
            <a:ext cx="4575810" cy="5507269"/>
          </a:xfrm>
          <a:custGeom>
            <a:avLst/>
            <a:gdLst>
              <a:gd name="connsiteX0" fmla="*/ 4575810 w 4575810"/>
              <a:gd name="connsiteY0" fmla="*/ 5507269 h 5507269"/>
              <a:gd name="connsiteX1" fmla="*/ 0 w 4575810"/>
              <a:gd name="connsiteY1" fmla="*/ 24450 h 5507269"/>
              <a:gd name="connsiteX2" fmla="*/ 4575810 w 4575810"/>
              <a:gd name="connsiteY2" fmla="*/ 0 h 5507269"/>
            </a:gdLst>
            <a:ahLst/>
            <a:cxnLst>
              <a:cxn ang="0">
                <a:pos x="connsiteX0" y="connsiteY0"/>
              </a:cxn>
              <a:cxn ang="0">
                <a:pos x="connsiteX1" y="connsiteY1"/>
              </a:cxn>
              <a:cxn ang="0">
                <a:pos x="connsiteX2" y="connsiteY2"/>
              </a:cxn>
            </a:cxnLst>
            <a:rect l="l" t="t" r="r" b="b"/>
            <a:pathLst>
              <a:path w="4575810" h="5507269">
                <a:moveTo>
                  <a:pt x="4575810" y="5507269"/>
                </a:moveTo>
                <a:lnTo>
                  <a:pt x="0" y="24450"/>
                </a:lnTo>
                <a:lnTo>
                  <a:pt x="4575810" y="0"/>
                </a:lnTo>
                <a:close/>
              </a:path>
            </a:pathLst>
          </a:custGeom>
          <a:solidFill>
            <a:schemeClr val="accent6">
              <a:lumMod val="75000"/>
            </a:schemeClr>
          </a:solidFill>
          <a:ln w="25400" cap="flat" cmpd="sng">
            <a:solidFill>
              <a:srgbClr val="000000">
                <a:alpha val="0"/>
              </a:srgbClr>
            </a:solidFill>
            <a:prstDash val="solid"/>
            <a:miter lim="0"/>
            <a:headEnd/>
            <a:tailEnd/>
          </a:ln>
          <a:effectLst/>
          <a:extLst/>
        </p:spPr>
        <p:txBody>
          <a:bodyPr wrap="square" lIns="0" tIns="0" rIns="0" bIns="0" anchor="ctr">
            <a:noAutofit/>
          </a:bodyPr>
          <a:lstStyle/>
          <a:p>
            <a:endParaRPr lang="en-US"/>
          </a:p>
        </p:txBody>
      </p:sp>
      <p:sp>
        <p:nvSpPr>
          <p:cNvPr id="23" name="Picture Placeholder 22"/>
          <p:cNvSpPr>
            <a:spLocks noGrp="1"/>
          </p:cNvSpPr>
          <p:nvPr>
            <p:ph type="pic" sz="quarter" idx="12"/>
          </p:nvPr>
        </p:nvSpPr>
        <p:spPr>
          <a:xfrm>
            <a:off x="0" y="88900"/>
            <a:ext cx="15909492" cy="13589000"/>
          </a:xfrm>
          <a:custGeom>
            <a:avLst/>
            <a:gdLst>
              <a:gd name="connsiteX0" fmla="*/ 0 w 15909492"/>
              <a:gd name="connsiteY0" fmla="*/ 0 h 13512799"/>
              <a:gd name="connsiteX1" fmla="*/ 4735141 w 15909492"/>
              <a:gd name="connsiteY1" fmla="*/ 0 h 13512799"/>
              <a:gd name="connsiteX2" fmla="*/ 9523902 w 15909492"/>
              <a:gd name="connsiteY2" fmla="*/ 5735689 h 13512799"/>
              <a:gd name="connsiteX3" fmla="*/ 9526190 w 15909492"/>
              <a:gd name="connsiteY3" fmla="*/ 5732773 h 13512799"/>
              <a:gd name="connsiteX4" fmla="*/ 15909492 w 15909492"/>
              <a:gd name="connsiteY4" fmla="*/ 13414475 h 13512799"/>
              <a:gd name="connsiteX5" fmla="*/ 15909492 w 15909492"/>
              <a:gd name="connsiteY5" fmla="*/ 13512799 h 13512799"/>
              <a:gd name="connsiteX6" fmla="*/ 4521761 w 15909492"/>
              <a:gd name="connsiteY6" fmla="*/ 13512799 h 13512799"/>
              <a:gd name="connsiteX7" fmla="*/ 0 w 15909492"/>
              <a:gd name="connsiteY7" fmla="*/ 8175016 h 13512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09492" h="13512799">
                <a:moveTo>
                  <a:pt x="0" y="0"/>
                </a:moveTo>
                <a:lnTo>
                  <a:pt x="4735141" y="0"/>
                </a:lnTo>
                <a:lnTo>
                  <a:pt x="9523902" y="5735689"/>
                </a:lnTo>
                <a:lnTo>
                  <a:pt x="9526190" y="5732773"/>
                </a:lnTo>
                <a:lnTo>
                  <a:pt x="15909492" y="13414475"/>
                </a:lnTo>
                <a:lnTo>
                  <a:pt x="15909492" y="13512799"/>
                </a:lnTo>
                <a:lnTo>
                  <a:pt x="4521761" y="13512799"/>
                </a:lnTo>
                <a:lnTo>
                  <a:pt x="0" y="8175016"/>
                </a:lnTo>
                <a:close/>
              </a:path>
            </a:pathLst>
          </a:custGeom>
        </p:spPr>
        <p:txBody>
          <a:bodyPr wrap="square">
            <a:noAutofit/>
          </a:bodyPr>
          <a:lstStyle/>
          <a:p>
            <a:endParaRPr lang="en-US"/>
          </a:p>
        </p:txBody>
      </p:sp>
      <p:sp>
        <p:nvSpPr>
          <p:cNvPr id="10" name="Text Placeholder 9"/>
          <p:cNvSpPr>
            <a:spLocks noGrp="1"/>
          </p:cNvSpPr>
          <p:nvPr>
            <p:ph type="body" sz="quarter" idx="13" hasCustomPrompt="1"/>
          </p:nvPr>
        </p:nvSpPr>
        <p:spPr>
          <a:xfrm>
            <a:off x="15000288" y="5741988"/>
            <a:ext cx="9001125" cy="3636962"/>
          </a:xfrm>
          <a:prstGeom prst="rect">
            <a:avLst/>
          </a:prstGeom>
        </p:spPr>
        <p:txBody>
          <a:bodyPr anchor="ctr"/>
          <a:lstStyle>
            <a:lvl1pPr algn="ctr">
              <a:defRPr sz="10000">
                <a:solidFill>
                  <a:schemeClr val="bg1"/>
                </a:solidFill>
                <a:latin typeface="Lato" panose="020F0502020204030203" pitchFamily="34" charset="0"/>
                <a:ea typeface="Lato" panose="020F0502020204030203" pitchFamily="34" charset="0"/>
                <a:cs typeface="Lato" panose="020F0502020204030203" pitchFamily="34" charset="0"/>
              </a:defRPr>
            </a:lvl1pPr>
            <a:lvl2pPr algn="ctr">
              <a:defRPr sz="10000">
                <a:solidFill>
                  <a:schemeClr val="bg1"/>
                </a:solidFill>
                <a:latin typeface="Lato" panose="020F0502020204030203" pitchFamily="34" charset="0"/>
                <a:ea typeface="Lato" panose="020F0502020204030203" pitchFamily="34" charset="0"/>
                <a:cs typeface="Lato" panose="020F0502020204030203" pitchFamily="34" charset="0"/>
              </a:defRPr>
            </a:lvl2pPr>
          </a:lstStyle>
          <a:p>
            <a:pPr lvl="0"/>
            <a:r>
              <a:rPr lang="en-US" dirty="0"/>
              <a:t>EDIT TEXT</a:t>
            </a:r>
          </a:p>
          <a:p>
            <a:pPr lvl="1"/>
            <a:endParaRPr lang="en-US" dirty="0"/>
          </a:p>
        </p:txBody>
      </p:sp>
      <p:sp>
        <p:nvSpPr>
          <p:cNvPr id="24" name="AutoShape 2"/>
          <p:cNvSpPr>
            <a:spLocks/>
          </p:cNvSpPr>
          <p:nvPr userDrawn="1"/>
        </p:nvSpPr>
        <p:spPr bwMode="auto">
          <a:xfrm>
            <a:off x="9750425" y="-203200"/>
            <a:ext cx="6121400" cy="6858000"/>
          </a:xfrm>
          <a:custGeom>
            <a:avLst/>
            <a:gdLst>
              <a:gd name="T0" fmla="*/ 3060700 w 21600"/>
              <a:gd name="T1" fmla="*/ 3429000 h 21600"/>
              <a:gd name="T2" fmla="*/ 3060700 w 21600"/>
              <a:gd name="T3" fmla="*/ 3429000 h 21600"/>
              <a:gd name="T4" fmla="*/ 3060700 w 21600"/>
              <a:gd name="T5" fmla="*/ 3429000 h 21600"/>
              <a:gd name="T6" fmla="*/ 3060700 w 21600"/>
              <a:gd name="T7" fmla="*/ 3429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9470"/>
                </a:moveTo>
                <a:lnTo>
                  <a:pt x="2026" y="21600"/>
                </a:lnTo>
                <a:lnTo>
                  <a:pt x="21599" y="0"/>
                </a:lnTo>
                <a:lnTo>
                  <a:pt x="17049" y="40"/>
                </a:lnTo>
                <a:lnTo>
                  <a:pt x="0" y="19470"/>
                </a:ln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Tree>
    <p:extLst>
      <p:ext uri="{BB962C8B-B14F-4D97-AF65-F5344CB8AC3E}">
        <p14:creationId xmlns:p14="http://schemas.microsoft.com/office/powerpoint/2010/main" val="2169459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fill="hold" nodeType="afterEffect">
                                  <p:stCondLst>
                                    <p:cond delay="300"/>
                                  </p:stCondLst>
                                  <p:childTnLst>
                                    <p:set>
                                      <p:cBhvr>
                                        <p:cTn id="11" dur="1" fill="hold">
                                          <p:stCondLst>
                                            <p:cond delay="0"/>
                                          </p:stCondLst>
                                        </p:cTn>
                                        <p:tgtEl>
                                          <p:spTgt spid="24"/>
                                        </p:tgtEl>
                                        <p:attrNameLst>
                                          <p:attrName>style.visibility</p:attrName>
                                        </p:attrNameLst>
                                      </p:cBhvr>
                                      <p:to>
                                        <p:strVal val="visible"/>
                                      </p:to>
                                    </p:set>
                                    <p:anim calcmode="lin" valueType="num">
                                      <p:cBhvr additive="base">
                                        <p:cTn id="12" dur="500" fill="hold"/>
                                        <p:tgtEl>
                                          <p:spTgt spid="24"/>
                                        </p:tgtEl>
                                        <p:attrNameLst>
                                          <p:attrName>ppt_x</p:attrName>
                                        </p:attrNameLst>
                                      </p:cBhvr>
                                      <p:tavLst>
                                        <p:tav tm="0">
                                          <p:val>
                                            <p:strVal val="#ppt_x"/>
                                          </p:val>
                                        </p:tav>
                                        <p:tav tm="100000">
                                          <p:val>
                                            <p:strVal val="#ppt_x"/>
                                          </p:val>
                                        </p:tav>
                                      </p:tavLst>
                                    </p:anim>
                                    <p:anim calcmode="lin" valueType="num">
                                      <p:cBhvr additive="base">
                                        <p:cTn id="13" dur="500" fill="hold"/>
                                        <p:tgtEl>
                                          <p:spTgt spid="2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autoUpdateAnimBg="0"/>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200400" y="5524500"/>
            <a:ext cx="3556000" cy="38735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5" name="AutoShape 22"/>
          <p:cNvSpPr>
            <a:spLocks/>
          </p:cNvSpPr>
          <p:nvPr userDrawn="1"/>
        </p:nvSpPr>
        <p:spPr bwMode="auto">
          <a:xfrm>
            <a:off x="35941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6" name="AutoShape 23"/>
          <p:cNvSpPr>
            <a:spLocks/>
          </p:cNvSpPr>
          <p:nvPr userDrawn="1"/>
        </p:nvSpPr>
        <p:spPr bwMode="auto">
          <a:xfrm>
            <a:off x="85344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7" name="AutoShape 24"/>
          <p:cNvSpPr>
            <a:spLocks/>
          </p:cNvSpPr>
          <p:nvPr userDrawn="1"/>
        </p:nvSpPr>
        <p:spPr bwMode="auto">
          <a:xfrm>
            <a:off x="132715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 name="AutoShape 25"/>
          <p:cNvSpPr>
            <a:spLocks/>
          </p:cNvSpPr>
          <p:nvPr userDrawn="1"/>
        </p:nvSpPr>
        <p:spPr bwMode="auto">
          <a:xfrm>
            <a:off x="179197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0" name="Picture Placeholder 19"/>
          <p:cNvSpPr>
            <a:spLocks noGrp="1"/>
          </p:cNvSpPr>
          <p:nvPr>
            <p:ph type="pic" sz="quarter" idx="10"/>
          </p:nvPr>
        </p:nvSpPr>
        <p:spPr>
          <a:xfrm>
            <a:off x="3594100" y="5777880"/>
            <a:ext cx="2768600" cy="3061320"/>
          </a:xfrm>
          <a:prstGeom prst="rect">
            <a:avLst/>
          </a:prstGeom>
        </p:spPr>
        <p:txBody>
          <a:bodyPr/>
          <a:lstStyle/>
          <a:p>
            <a:endParaRPr lang="en-US" dirty="0"/>
          </a:p>
        </p:txBody>
      </p:sp>
      <p:pic>
        <p:nvPicPr>
          <p:cNvPr id="21"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68353" y="5471966"/>
            <a:ext cx="3556000" cy="38735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22" name="Picture Placeholder 19"/>
          <p:cNvSpPr>
            <a:spLocks noGrp="1"/>
          </p:cNvSpPr>
          <p:nvPr>
            <p:ph type="pic" sz="quarter" idx="11"/>
          </p:nvPr>
        </p:nvSpPr>
        <p:spPr>
          <a:xfrm>
            <a:off x="8562053" y="5725346"/>
            <a:ext cx="2768600" cy="3061320"/>
          </a:xfrm>
          <a:prstGeom prst="rect">
            <a:avLst/>
          </a:prstGeom>
        </p:spPr>
        <p:txBody>
          <a:bodyPr/>
          <a:lstStyle/>
          <a:p>
            <a:endParaRPr lang="en-US"/>
          </a:p>
        </p:txBody>
      </p:sp>
      <p:pic>
        <p:nvPicPr>
          <p:cNvPr id="23"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877800" y="5546184"/>
            <a:ext cx="3556000" cy="38735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24" name="Picture Placeholder 19"/>
          <p:cNvSpPr>
            <a:spLocks noGrp="1"/>
          </p:cNvSpPr>
          <p:nvPr>
            <p:ph type="pic" sz="quarter" idx="12"/>
          </p:nvPr>
        </p:nvSpPr>
        <p:spPr>
          <a:xfrm>
            <a:off x="13271500" y="5799564"/>
            <a:ext cx="2768600" cy="3061320"/>
          </a:xfrm>
          <a:prstGeom prst="rect">
            <a:avLst/>
          </a:prstGeom>
        </p:spPr>
        <p:txBody>
          <a:bodyPr/>
          <a:lstStyle/>
          <a:p>
            <a:endParaRPr lang="en-US"/>
          </a:p>
        </p:txBody>
      </p:sp>
      <p:pic>
        <p:nvPicPr>
          <p:cNvPr id="2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7526000" y="5524500"/>
            <a:ext cx="3556000" cy="38735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26" name="Picture Placeholder 19"/>
          <p:cNvSpPr>
            <a:spLocks noGrp="1"/>
          </p:cNvSpPr>
          <p:nvPr>
            <p:ph type="pic" sz="quarter" idx="13"/>
          </p:nvPr>
        </p:nvSpPr>
        <p:spPr>
          <a:xfrm>
            <a:off x="17919700" y="5777880"/>
            <a:ext cx="2768600" cy="3061320"/>
          </a:xfrm>
          <a:prstGeom prst="rect">
            <a:avLst/>
          </a:prstGeom>
        </p:spPr>
        <p:txBody>
          <a:bodyPr/>
          <a:lstStyle/>
          <a:p>
            <a:endParaRPr lang="en-US"/>
          </a:p>
        </p:txBody>
      </p:sp>
    </p:spTree>
    <p:extLst>
      <p:ext uri="{BB962C8B-B14F-4D97-AF65-F5344CB8AC3E}">
        <p14:creationId xmlns:p14="http://schemas.microsoft.com/office/powerpoint/2010/main" val="2172621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500"/>
                                        <p:tgtEl>
                                          <p:spTgt spid="1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wipe(up)">
                                      <p:cBhvr>
                                        <p:cTn id="11" dur="500"/>
                                        <p:tgtEl>
                                          <p:spTgt spid="16"/>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wipe(up)">
                                      <p:cBhvr>
                                        <p:cTn id="15" dur="500"/>
                                        <p:tgtEl>
                                          <p:spTgt spid="17"/>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up)">
                                      <p:cBhvr>
                                        <p:cTn id="1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7" name="AutoShape 9"/>
          <p:cNvSpPr>
            <a:spLocks/>
          </p:cNvSpPr>
          <p:nvPr userDrawn="1"/>
        </p:nvSpPr>
        <p:spPr bwMode="auto">
          <a:xfrm>
            <a:off x="4064000" y="86741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 name="AutoShape 14"/>
          <p:cNvSpPr>
            <a:spLocks/>
          </p:cNvSpPr>
          <p:nvPr userDrawn="1"/>
        </p:nvSpPr>
        <p:spPr bwMode="auto">
          <a:xfrm>
            <a:off x="9740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7" name="AutoShape 19"/>
          <p:cNvSpPr>
            <a:spLocks/>
          </p:cNvSpPr>
          <p:nvPr userDrawn="1"/>
        </p:nvSpPr>
        <p:spPr bwMode="auto">
          <a:xfrm>
            <a:off x="138557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2" name="AutoShape 24"/>
          <p:cNvSpPr>
            <a:spLocks/>
          </p:cNvSpPr>
          <p:nvPr userDrawn="1"/>
        </p:nvSpPr>
        <p:spPr bwMode="auto">
          <a:xfrm>
            <a:off x="17995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0" name="AutoShape 32"/>
          <p:cNvSpPr>
            <a:spLocks/>
          </p:cNvSpPr>
          <p:nvPr userDrawn="1"/>
        </p:nvSpPr>
        <p:spPr bwMode="auto">
          <a:xfrm>
            <a:off x="9740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 name="AutoShape 37"/>
          <p:cNvSpPr>
            <a:spLocks/>
          </p:cNvSpPr>
          <p:nvPr userDrawn="1"/>
        </p:nvSpPr>
        <p:spPr bwMode="auto">
          <a:xfrm>
            <a:off x="138557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40" name="AutoShape 42"/>
          <p:cNvSpPr>
            <a:spLocks/>
          </p:cNvSpPr>
          <p:nvPr userDrawn="1"/>
        </p:nvSpPr>
        <p:spPr bwMode="auto">
          <a:xfrm>
            <a:off x="17995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pic>
        <p:nvPicPr>
          <p:cNvPr id="4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9517063" y="2685257"/>
            <a:ext cx="3144290" cy="34250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46" name="Picture Placeholder 19"/>
          <p:cNvSpPr>
            <a:spLocks noGrp="1"/>
          </p:cNvSpPr>
          <p:nvPr>
            <p:ph type="pic" sz="quarter" idx="10"/>
          </p:nvPr>
        </p:nvSpPr>
        <p:spPr>
          <a:xfrm>
            <a:off x="9910763" y="2938637"/>
            <a:ext cx="2410542" cy="2706883"/>
          </a:xfrm>
          <a:prstGeom prst="rect">
            <a:avLst/>
          </a:prstGeom>
        </p:spPr>
        <p:txBody>
          <a:bodyPr/>
          <a:lstStyle/>
          <a:p>
            <a:endParaRPr lang="en-US" dirty="0"/>
          </a:p>
        </p:txBody>
      </p:sp>
      <p:pic>
        <p:nvPicPr>
          <p:cNvPr id="47"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652484" y="2712370"/>
            <a:ext cx="3144290" cy="34250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48" name="Picture Placeholder 19"/>
          <p:cNvSpPr>
            <a:spLocks noGrp="1"/>
          </p:cNvSpPr>
          <p:nvPr>
            <p:ph type="pic" sz="quarter" idx="11"/>
          </p:nvPr>
        </p:nvSpPr>
        <p:spPr>
          <a:xfrm>
            <a:off x="14046184" y="2965750"/>
            <a:ext cx="2410542" cy="2706883"/>
          </a:xfrm>
          <a:prstGeom prst="rect">
            <a:avLst/>
          </a:prstGeom>
        </p:spPr>
        <p:txBody>
          <a:bodyPr/>
          <a:lstStyle/>
          <a:p>
            <a:endParaRPr lang="en-US" dirty="0"/>
          </a:p>
        </p:txBody>
      </p:sp>
      <p:pic>
        <p:nvPicPr>
          <p:cNvPr id="49"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7703800" y="2743237"/>
            <a:ext cx="3144290" cy="34250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50" name="Picture Placeholder 19"/>
          <p:cNvSpPr>
            <a:spLocks noGrp="1"/>
          </p:cNvSpPr>
          <p:nvPr>
            <p:ph type="pic" sz="quarter" idx="12"/>
          </p:nvPr>
        </p:nvSpPr>
        <p:spPr>
          <a:xfrm>
            <a:off x="18097500" y="2996617"/>
            <a:ext cx="2410542" cy="2706883"/>
          </a:xfrm>
          <a:prstGeom prst="rect">
            <a:avLst/>
          </a:prstGeom>
        </p:spPr>
        <p:txBody>
          <a:bodyPr/>
          <a:lstStyle/>
          <a:p>
            <a:endParaRPr lang="en-US" dirty="0"/>
          </a:p>
        </p:txBody>
      </p:sp>
      <p:pic>
        <p:nvPicPr>
          <p:cNvPr id="51"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9578258" y="7767960"/>
            <a:ext cx="3144290" cy="34250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52" name="Picture Placeholder 19"/>
          <p:cNvSpPr>
            <a:spLocks noGrp="1"/>
          </p:cNvSpPr>
          <p:nvPr>
            <p:ph type="pic" sz="quarter" idx="13"/>
          </p:nvPr>
        </p:nvSpPr>
        <p:spPr>
          <a:xfrm>
            <a:off x="9971958" y="8021340"/>
            <a:ext cx="2410542" cy="2706883"/>
          </a:xfrm>
          <a:prstGeom prst="rect">
            <a:avLst/>
          </a:prstGeom>
        </p:spPr>
        <p:txBody>
          <a:bodyPr/>
          <a:lstStyle/>
          <a:p>
            <a:endParaRPr lang="en-US" dirty="0"/>
          </a:p>
        </p:txBody>
      </p:sp>
      <p:pic>
        <p:nvPicPr>
          <p:cNvPr id="53"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652484" y="7767960"/>
            <a:ext cx="3144290" cy="34250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54" name="Picture Placeholder 19"/>
          <p:cNvSpPr>
            <a:spLocks noGrp="1"/>
          </p:cNvSpPr>
          <p:nvPr>
            <p:ph type="pic" sz="quarter" idx="14"/>
          </p:nvPr>
        </p:nvSpPr>
        <p:spPr>
          <a:xfrm>
            <a:off x="14046184" y="8021340"/>
            <a:ext cx="2410542" cy="2706883"/>
          </a:xfrm>
          <a:prstGeom prst="rect">
            <a:avLst/>
          </a:prstGeom>
        </p:spPr>
        <p:txBody>
          <a:bodyPr/>
          <a:lstStyle/>
          <a:p>
            <a:endParaRPr lang="en-US" dirty="0"/>
          </a:p>
        </p:txBody>
      </p:sp>
      <p:pic>
        <p:nvPicPr>
          <p:cNvPr id="5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7949161" y="7767960"/>
            <a:ext cx="3144290" cy="34250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56" name="Picture Placeholder 19"/>
          <p:cNvSpPr>
            <a:spLocks noGrp="1"/>
          </p:cNvSpPr>
          <p:nvPr>
            <p:ph type="pic" sz="quarter" idx="15"/>
          </p:nvPr>
        </p:nvSpPr>
        <p:spPr>
          <a:xfrm>
            <a:off x="18342861" y="8021340"/>
            <a:ext cx="2410542" cy="2706883"/>
          </a:xfrm>
          <a:prstGeom prst="rect">
            <a:avLst/>
          </a:prstGeom>
        </p:spPr>
        <p:txBody>
          <a:bodyPr/>
          <a:lstStyle/>
          <a:p>
            <a:endParaRPr lang="en-US" dirty="0"/>
          </a:p>
        </p:txBody>
      </p:sp>
      <p:pic>
        <p:nvPicPr>
          <p:cNvPr id="57"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376626" y="4175252"/>
            <a:ext cx="4098986" cy="446496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58" name="Picture Placeholder 19"/>
          <p:cNvSpPr>
            <a:spLocks noGrp="1"/>
          </p:cNvSpPr>
          <p:nvPr>
            <p:ph type="pic" sz="quarter" idx="16"/>
          </p:nvPr>
        </p:nvSpPr>
        <p:spPr>
          <a:xfrm>
            <a:off x="3928035" y="4428633"/>
            <a:ext cx="2996168" cy="3528770"/>
          </a:xfrm>
          <a:prstGeom prst="rect">
            <a:avLst/>
          </a:prstGeom>
        </p:spPr>
        <p:txBody>
          <a:bodyPr/>
          <a:lstStyle/>
          <a:p>
            <a:endParaRPr lang="en-US" dirty="0"/>
          </a:p>
        </p:txBody>
      </p:sp>
    </p:spTree>
    <p:extLst>
      <p:ext uri="{BB962C8B-B14F-4D97-AF65-F5344CB8AC3E}">
        <p14:creationId xmlns:p14="http://schemas.microsoft.com/office/powerpoint/2010/main" val="2958492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dissolve">
                                      <p:cBhvr>
                                        <p:cTn id="11" dur="500"/>
                                        <p:tgtEl>
                                          <p:spTgt spid="12"/>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dissolve">
                                      <p:cBhvr>
                                        <p:cTn id="15" dur="500"/>
                                        <p:tgtEl>
                                          <p:spTgt spid="17"/>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dissolve">
                                      <p:cBhvr>
                                        <p:cTn id="19" dur="500"/>
                                        <p:tgtEl>
                                          <p:spTgt spid="22"/>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dissolve">
                                      <p:cBhvr>
                                        <p:cTn id="23" dur="500"/>
                                        <p:tgtEl>
                                          <p:spTgt spid="30"/>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dissolve">
                                      <p:cBhvr>
                                        <p:cTn id="27" dur="500"/>
                                        <p:tgtEl>
                                          <p:spTgt spid="35"/>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dissolve">
                                      <p:cBhvr>
                                        <p:cTn id="3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4" name="Picture 7" descr="mockup_0018_iMac-_FRONT.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677900" y="4824413"/>
            <a:ext cx="8559800" cy="79136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7" name="Picture Placeholder 6"/>
          <p:cNvSpPr>
            <a:spLocks noGrp="1"/>
          </p:cNvSpPr>
          <p:nvPr>
            <p:ph type="pic" sz="quarter" idx="10"/>
          </p:nvPr>
        </p:nvSpPr>
        <p:spPr>
          <a:xfrm>
            <a:off x="13992200" y="5202238"/>
            <a:ext cx="7920880" cy="4392066"/>
          </a:xfrm>
          <a:prstGeom prst="rect">
            <a:avLst/>
          </a:prstGeom>
        </p:spPr>
        <p:txBody>
          <a:bodyPr/>
          <a:lstStyle/>
          <a:p>
            <a:endParaRPr lang="en-US"/>
          </a:p>
        </p:txBody>
      </p:sp>
    </p:spTree>
    <p:extLst>
      <p:ext uri="{BB962C8B-B14F-4D97-AF65-F5344CB8AC3E}">
        <p14:creationId xmlns:p14="http://schemas.microsoft.com/office/powerpoint/2010/main" val="199166460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pic>
        <p:nvPicPr>
          <p:cNvPr id="4" name="Picture 7" descr="mockup_0014_iPad_FRONT_black.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275888" y="4381500"/>
            <a:ext cx="5449887" cy="877093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pic>
        <p:nvPicPr>
          <p:cNvPr id="7" name="Picture 10" descr="mockup_0006_iPhone_-FRONT_black.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377238" y="6584950"/>
            <a:ext cx="3052762" cy="64389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0" name="Picture Placeholder 9"/>
          <p:cNvSpPr>
            <a:spLocks noGrp="1"/>
          </p:cNvSpPr>
          <p:nvPr>
            <p:ph type="pic" sz="quarter" idx="10"/>
          </p:nvPr>
        </p:nvSpPr>
        <p:spPr>
          <a:xfrm>
            <a:off x="8736013" y="7434263"/>
            <a:ext cx="2447925" cy="4319587"/>
          </a:xfrm>
          <a:prstGeom prst="rect">
            <a:avLst/>
          </a:prstGeom>
        </p:spPr>
        <p:txBody>
          <a:bodyPr/>
          <a:lstStyle/>
          <a:p>
            <a:endParaRPr lang="en-US"/>
          </a:p>
        </p:txBody>
      </p:sp>
      <p:sp>
        <p:nvSpPr>
          <p:cNvPr id="13" name="Picture Placeholder 12"/>
          <p:cNvSpPr>
            <a:spLocks noGrp="1"/>
          </p:cNvSpPr>
          <p:nvPr>
            <p:ph type="pic" sz="quarter" idx="11"/>
          </p:nvPr>
        </p:nvSpPr>
        <p:spPr>
          <a:xfrm>
            <a:off x="10634663" y="5145881"/>
            <a:ext cx="4725689" cy="6176615"/>
          </a:xfrm>
          <a:custGeom>
            <a:avLst/>
            <a:gdLst>
              <a:gd name="connsiteX0" fmla="*/ 0 w 4725689"/>
              <a:gd name="connsiteY0" fmla="*/ 0 h 6176615"/>
              <a:gd name="connsiteX1" fmla="*/ 4725689 w 4725689"/>
              <a:gd name="connsiteY1" fmla="*/ 0 h 6176615"/>
              <a:gd name="connsiteX2" fmla="*/ 4725689 w 4725689"/>
              <a:gd name="connsiteY2" fmla="*/ 6176615 h 6176615"/>
              <a:gd name="connsiteX3" fmla="*/ 756444 w 4725689"/>
              <a:gd name="connsiteY3" fmla="*/ 6176615 h 6176615"/>
              <a:gd name="connsiteX4" fmla="*/ 756444 w 4725689"/>
              <a:gd name="connsiteY4" fmla="*/ 1439069 h 6176615"/>
              <a:gd name="connsiteX5" fmla="*/ 0 w 4725689"/>
              <a:gd name="connsiteY5" fmla="*/ 1439069 h 617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5689" h="6176615">
                <a:moveTo>
                  <a:pt x="0" y="0"/>
                </a:moveTo>
                <a:lnTo>
                  <a:pt x="4725689" y="0"/>
                </a:lnTo>
                <a:lnTo>
                  <a:pt x="4725689" y="6176615"/>
                </a:lnTo>
                <a:lnTo>
                  <a:pt x="756444" y="6176615"/>
                </a:lnTo>
                <a:lnTo>
                  <a:pt x="756444" y="1439069"/>
                </a:lnTo>
                <a:lnTo>
                  <a:pt x="0" y="1439069"/>
                </a:lnTo>
                <a:close/>
              </a:path>
            </a:pathLst>
          </a:custGeom>
        </p:spPr>
        <p:txBody>
          <a:bodyPr wrap="square">
            <a:noAutofit/>
          </a:bodyPr>
          <a:lstStyle/>
          <a:p>
            <a:endParaRPr lang="en-US"/>
          </a:p>
        </p:txBody>
      </p:sp>
    </p:spTree>
    <p:extLst>
      <p:ext uri="{BB962C8B-B14F-4D97-AF65-F5344CB8AC3E}">
        <p14:creationId xmlns:p14="http://schemas.microsoft.com/office/powerpoint/2010/main" val="348299386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AutoShape 6"/>
          <p:cNvSpPr>
            <a:spLocks/>
          </p:cNvSpPr>
          <p:nvPr userDrawn="1"/>
        </p:nvSpPr>
        <p:spPr bwMode="auto">
          <a:xfrm>
            <a:off x="17800638" y="8177213"/>
            <a:ext cx="3157537" cy="311150"/>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 name="AutoShape 7"/>
          <p:cNvSpPr>
            <a:spLocks/>
          </p:cNvSpPr>
          <p:nvPr userDrawn="1"/>
        </p:nvSpPr>
        <p:spPr bwMode="auto">
          <a:xfrm>
            <a:off x="14928850" y="8177213"/>
            <a:ext cx="3157538" cy="311150"/>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5" name="AutoShape 8"/>
          <p:cNvSpPr>
            <a:spLocks/>
          </p:cNvSpPr>
          <p:nvPr userDrawn="1"/>
        </p:nvSpPr>
        <p:spPr bwMode="auto">
          <a:xfrm>
            <a:off x="12068175" y="8177213"/>
            <a:ext cx="3157538" cy="311150"/>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6" name="AutoShape 9"/>
          <p:cNvSpPr>
            <a:spLocks/>
          </p:cNvSpPr>
          <p:nvPr userDrawn="1"/>
        </p:nvSpPr>
        <p:spPr bwMode="auto">
          <a:xfrm>
            <a:off x="9221788" y="8177213"/>
            <a:ext cx="3155950" cy="311150"/>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7" name="AutoShape 10"/>
          <p:cNvSpPr>
            <a:spLocks/>
          </p:cNvSpPr>
          <p:nvPr userDrawn="1"/>
        </p:nvSpPr>
        <p:spPr bwMode="auto">
          <a:xfrm>
            <a:off x="6361113" y="8177213"/>
            <a:ext cx="3157537" cy="311150"/>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8" name="AutoShape 11"/>
          <p:cNvSpPr>
            <a:spLocks/>
          </p:cNvSpPr>
          <p:nvPr userDrawn="1"/>
        </p:nvSpPr>
        <p:spPr bwMode="auto">
          <a:xfrm>
            <a:off x="3451225" y="8177213"/>
            <a:ext cx="3157538" cy="311150"/>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grpSp>
        <p:nvGrpSpPr>
          <p:cNvPr id="9" name="Group 12"/>
          <p:cNvGrpSpPr>
            <a:grpSpLocks/>
          </p:cNvGrpSpPr>
          <p:nvPr userDrawn="1"/>
        </p:nvGrpSpPr>
        <p:grpSpPr bwMode="auto">
          <a:xfrm>
            <a:off x="3217863" y="7981950"/>
            <a:ext cx="701675" cy="701675"/>
            <a:chOff x="-1" y="-1"/>
            <a:chExt cx="700898" cy="701783"/>
          </a:xfrm>
        </p:grpSpPr>
        <p:sp>
          <p:nvSpPr>
            <p:cNvPr id="10" name="AutoShape 13"/>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1" name="AutoShape 14"/>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12" name="Group 15"/>
          <p:cNvGrpSpPr>
            <a:grpSpLocks/>
          </p:cNvGrpSpPr>
          <p:nvPr userDrawn="1"/>
        </p:nvGrpSpPr>
        <p:grpSpPr bwMode="auto">
          <a:xfrm>
            <a:off x="11874500" y="7981950"/>
            <a:ext cx="700088" cy="701675"/>
            <a:chOff x="-1" y="-1"/>
            <a:chExt cx="700898" cy="701783"/>
          </a:xfrm>
        </p:grpSpPr>
        <p:sp>
          <p:nvSpPr>
            <p:cNvPr id="13" name="AutoShape 16"/>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4" name="AutoShape 17"/>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15" name="Group 18"/>
          <p:cNvGrpSpPr>
            <a:grpSpLocks/>
          </p:cNvGrpSpPr>
          <p:nvPr userDrawn="1"/>
        </p:nvGrpSpPr>
        <p:grpSpPr bwMode="auto">
          <a:xfrm>
            <a:off x="6162675" y="7981950"/>
            <a:ext cx="700088" cy="701675"/>
            <a:chOff x="-1" y="-1"/>
            <a:chExt cx="700898" cy="701783"/>
          </a:xfrm>
        </p:grpSpPr>
        <p:sp>
          <p:nvSpPr>
            <p:cNvPr id="16" name="AutoShape 19"/>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 name="AutoShape 20"/>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18" name="Group 21"/>
          <p:cNvGrpSpPr>
            <a:grpSpLocks/>
          </p:cNvGrpSpPr>
          <p:nvPr userDrawn="1"/>
        </p:nvGrpSpPr>
        <p:grpSpPr bwMode="auto">
          <a:xfrm>
            <a:off x="17599025" y="7981950"/>
            <a:ext cx="700088" cy="701675"/>
            <a:chOff x="-1" y="-1"/>
            <a:chExt cx="700898" cy="701783"/>
          </a:xfrm>
        </p:grpSpPr>
        <p:sp>
          <p:nvSpPr>
            <p:cNvPr id="19" name="AutoShape 22"/>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0" name="AutoShape 23"/>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1" name="Group 24"/>
          <p:cNvGrpSpPr>
            <a:grpSpLocks/>
          </p:cNvGrpSpPr>
          <p:nvPr userDrawn="1"/>
        </p:nvGrpSpPr>
        <p:grpSpPr bwMode="auto">
          <a:xfrm>
            <a:off x="20467638" y="7981950"/>
            <a:ext cx="700087" cy="701675"/>
            <a:chOff x="-1" y="-1"/>
            <a:chExt cx="700898" cy="701783"/>
          </a:xfrm>
        </p:grpSpPr>
        <p:sp>
          <p:nvSpPr>
            <p:cNvPr id="22" name="AutoShape 25"/>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3" name="AutoShape 26"/>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4" name="Group 27"/>
          <p:cNvGrpSpPr>
            <a:grpSpLocks/>
          </p:cNvGrpSpPr>
          <p:nvPr userDrawn="1"/>
        </p:nvGrpSpPr>
        <p:grpSpPr bwMode="auto">
          <a:xfrm>
            <a:off x="9021763" y="7981950"/>
            <a:ext cx="701675" cy="701675"/>
            <a:chOff x="-1" y="-1"/>
            <a:chExt cx="700898" cy="701783"/>
          </a:xfrm>
        </p:grpSpPr>
        <p:sp>
          <p:nvSpPr>
            <p:cNvPr id="25" name="AutoShape 28"/>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6" name="AutoShape 29"/>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7" name="Group 30"/>
          <p:cNvGrpSpPr>
            <a:grpSpLocks/>
          </p:cNvGrpSpPr>
          <p:nvPr userDrawn="1"/>
        </p:nvGrpSpPr>
        <p:grpSpPr bwMode="auto">
          <a:xfrm>
            <a:off x="14732000" y="7981950"/>
            <a:ext cx="701675" cy="701675"/>
            <a:chOff x="-1" y="-1"/>
            <a:chExt cx="700898" cy="701783"/>
          </a:xfrm>
        </p:grpSpPr>
        <p:sp>
          <p:nvSpPr>
            <p:cNvPr id="28" name="AutoShape 31"/>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 name="AutoShape 32"/>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sp>
        <p:nvSpPr>
          <p:cNvPr id="51" name="AutoShape 54"/>
          <p:cNvSpPr>
            <a:spLocks/>
          </p:cNvSpPr>
          <p:nvPr userDrawn="1"/>
        </p:nvSpPr>
        <p:spPr bwMode="auto">
          <a:xfrm rot="21599989">
            <a:off x="3294063" y="7369175"/>
            <a:ext cx="523875" cy="349250"/>
          </a:xfrm>
          <a:custGeom>
            <a:avLst/>
            <a:gdLst>
              <a:gd name="T0" fmla="*/ 261938 w 21600"/>
              <a:gd name="T1" fmla="*/ 174625 h 21600"/>
              <a:gd name="T2" fmla="*/ 261938 w 21600"/>
              <a:gd name="T3" fmla="*/ 174625 h 21600"/>
              <a:gd name="T4" fmla="*/ 261938 w 21600"/>
              <a:gd name="T5" fmla="*/ 174625 h 21600"/>
              <a:gd name="T6" fmla="*/ 261938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2" name="AutoShape 55"/>
          <p:cNvSpPr>
            <a:spLocks/>
          </p:cNvSpPr>
          <p:nvPr userDrawn="1"/>
        </p:nvSpPr>
        <p:spPr bwMode="auto">
          <a:xfrm rot="21599989">
            <a:off x="9109075" y="7369175"/>
            <a:ext cx="522288"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3" name="AutoShape 56"/>
          <p:cNvSpPr>
            <a:spLocks/>
          </p:cNvSpPr>
          <p:nvPr userDrawn="1"/>
        </p:nvSpPr>
        <p:spPr bwMode="auto">
          <a:xfrm rot="21599989">
            <a:off x="14822488" y="7369175"/>
            <a:ext cx="522287"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4" name="AutoShape 57"/>
          <p:cNvSpPr>
            <a:spLocks/>
          </p:cNvSpPr>
          <p:nvPr userDrawn="1"/>
        </p:nvSpPr>
        <p:spPr bwMode="auto">
          <a:xfrm rot="21599989">
            <a:off x="20548600" y="7369175"/>
            <a:ext cx="522288"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5" name="AutoShape 58"/>
          <p:cNvSpPr>
            <a:spLocks/>
          </p:cNvSpPr>
          <p:nvPr userDrawn="1"/>
        </p:nvSpPr>
        <p:spPr bwMode="auto">
          <a:xfrm rot="10799989">
            <a:off x="17697450" y="8986838"/>
            <a:ext cx="523875" cy="349250"/>
          </a:xfrm>
          <a:custGeom>
            <a:avLst/>
            <a:gdLst>
              <a:gd name="T0" fmla="*/ 261938 w 21600"/>
              <a:gd name="T1" fmla="*/ 174625 h 21600"/>
              <a:gd name="T2" fmla="*/ 261938 w 21600"/>
              <a:gd name="T3" fmla="*/ 174625 h 21600"/>
              <a:gd name="T4" fmla="*/ 261938 w 21600"/>
              <a:gd name="T5" fmla="*/ 174625 h 21600"/>
              <a:gd name="T6" fmla="*/ 261938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6" name="AutoShape 59"/>
          <p:cNvSpPr>
            <a:spLocks/>
          </p:cNvSpPr>
          <p:nvPr userDrawn="1"/>
        </p:nvSpPr>
        <p:spPr bwMode="auto">
          <a:xfrm rot="10799989">
            <a:off x="11958638" y="8986838"/>
            <a:ext cx="523875" cy="349250"/>
          </a:xfrm>
          <a:custGeom>
            <a:avLst/>
            <a:gdLst>
              <a:gd name="T0" fmla="*/ 261938 w 21600"/>
              <a:gd name="T1" fmla="*/ 174625 h 21600"/>
              <a:gd name="T2" fmla="*/ 261938 w 21600"/>
              <a:gd name="T3" fmla="*/ 174625 h 21600"/>
              <a:gd name="T4" fmla="*/ 261938 w 21600"/>
              <a:gd name="T5" fmla="*/ 174625 h 21600"/>
              <a:gd name="T6" fmla="*/ 261938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7" name="AutoShape 60"/>
          <p:cNvSpPr>
            <a:spLocks/>
          </p:cNvSpPr>
          <p:nvPr userDrawn="1"/>
        </p:nvSpPr>
        <p:spPr bwMode="auto">
          <a:xfrm rot="10799989">
            <a:off x="6257925" y="8986838"/>
            <a:ext cx="522288"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pic>
        <p:nvPicPr>
          <p:cNvPr id="58"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042434" y="4691509"/>
            <a:ext cx="3036282" cy="265306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59" name="Picture Placeholder 19"/>
          <p:cNvSpPr>
            <a:spLocks noGrp="1"/>
          </p:cNvSpPr>
          <p:nvPr>
            <p:ph type="pic" sz="quarter" idx="10"/>
          </p:nvPr>
        </p:nvSpPr>
        <p:spPr>
          <a:xfrm>
            <a:off x="2396706" y="5121254"/>
            <a:ext cx="2327739" cy="1793571"/>
          </a:xfrm>
          <a:prstGeom prst="rect">
            <a:avLst/>
          </a:prstGeom>
        </p:spPr>
        <p:txBody>
          <a:bodyPr/>
          <a:lstStyle/>
          <a:p>
            <a:endParaRPr lang="en-US" dirty="0"/>
          </a:p>
        </p:txBody>
      </p:sp>
      <p:pic>
        <p:nvPicPr>
          <p:cNvPr id="60"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783581" y="4714341"/>
            <a:ext cx="3036282" cy="265306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61" name="Picture Placeholder 19"/>
          <p:cNvSpPr>
            <a:spLocks noGrp="1"/>
          </p:cNvSpPr>
          <p:nvPr>
            <p:ph type="pic" sz="quarter" idx="11"/>
          </p:nvPr>
        </p:nvSpPr>
        <p:spPr>
          <a:xfrm>
            <a:off x="8137853" y="5144086"/>
            <a:ext cx="2327739" cy="1793571"/>
          </a:xfrm>
          <a:prstGeom prst="rect">
            <a:avLst/>
          </a:prstGeom>
        </p:spPr>
        <p:txBody>
          <a:bodyPr/>
          <a:lstStyle/>
          <a:p>
            <a:endParaRPr lang="en-US" dirty="0"/>
          </a:p>
        </p:txBody>
      </p:sp>
      <p:pic>
        <p:nvPicPr>
          <p:cNvPr id="62"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522590" y="4697760"/>
            <a:ext cx="3036282" cy="265306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63" name="Picture Placeholder 19"/>
          <p:cNvSpPr>
            <a:spLocks noGrp="1"/>
          </p:cNvSpPr>
          <p:nvPr>
            <p:ph type="pic" sz="quarter" idx="12"/>
          </p:nvPr>
        </p:nvSpPr>
        <p:spPr>
          <a:xfrm>
            <a:off x="13876862" y="5127505"/>
            <a:ext cx="2327739" cy="1793571"/>
          </a:xfrm>
          <a:prstGeom prst="rect">
            <a:avLst/>
          </a:prstGeom>
        </p:spPr>
        <p:txBody>
          <a:bodyPr/>
          <a:lstStyle/>
          <a:p>
            <a:endParaRPr lang="en-US" dirty="0"/>
          </a:p>
        </p:txBody>
      </p:sp>
      <p:pic>
        <p:nvPicPr>
          <p:cNvPr id="64"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9147854" y="4703065"/>
            <a:ext cx="3036282" cy="265306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65" name="Picture Placeholder 19"/>
          <p:cNvSpPr>
            <a:spLocks noGrp="1"/>
          </p:cNvSpPr>
          <p:nvPr>
            <p:ph type="pic" sz="quarter" idx="13"/>
          </p:nvPr>
        </p:nvSpPr>
        <p:spPr>
          <a:xfrm>
            <a:off x="19502126" y="5132810"/>
            <a:ext cx="2327739" cy="1793571"/>
          </a:xfrm>
          <a:prstGeom prst="rect">
            <a:avLst/>
          </a:prstGeom>
        </p:spPr>
        <p:txBody>
          <a:bodyPr/>
          <a:lstStyle/>
          <a:p>
            <a:endParaRPr lang="en-US" dirty="0"/>
          </a:p>
        </p:txBody>
      </p:sp>
      <p:pic>
        <p:nvPicPr>
          <p:cNvPr id="66"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991200" y="9633345"/>
            <a:ext cx="3036282" cy="265306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67" name="Picture Placeholder 19"/>
          <p:cNvSpPr>
            <a:spLocks noGrp="1"/>
          </p:cNvSpPr>
          <p:nvPr>
            <p:ph type="pic" sz="quarter" idx="14"/>
          </p:nvPr>
        </p:nvSpPr>
        <p:spPr>
          <a:xfrm>
            <a:off x="5345472" y="10063090"/>
            <a:ext cx="2327739" cy="1793571"/>
          </a:xfrm>
          <a:prstGeom prst="rect">
            <a:avLst/>
          </a:prstGeom>
        </p:spPr>
        <p:txBody>
          <a:bodyPr/>
          <a:lstStyle/>
          <a:p>
            <a:endParaRPr lang="en-US" dirty="0"/>
          </a:p>
        </p:txBody>
      </p:sp>
      <p:pic>
        <p:nvPicPr>
          <p:cNvPr id="68"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783534" y="9628828"/>
            <a:ext cx="3036282" cy="265306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69" name="Picture Placeholder 19"/>
          <p:cNvSpPr>
            <a:spLocks noGrp="1"/>
          </p:cNvSpPr>
          <p:nvPr>
            <p:ph type="pic" sz="quarter" idx="15"/>
          </p:nvPr>
        </p:nvSpPr>
        <p:spPr>
          <a:xfrm>
            <a:off x="11137806" y="10058573"/>
            <a:ext cx="2327739" cy="1793571"/>
          </a:xfrm>
          <a:prstGeom prst="rect">
            <a:avLst/>
          </a:prstGeom>
        </p:spPr>
        <p:txBody>
          <a:bodyPr/>
          <a:lstStyle/>
          <a:p>
            <a:endParaRPr lang="en-US" dirty="0"/>
          </a:p>
        </p:txBody>
      </p:sp>
      <p:pic>
        <p:nvPicPr>
          <p:cNvPr id="70"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6428526" y="9677548"/>
            <a:ext cx="3036282" cy="265306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71" name="Picture Placeholder 19"/>
          <p:cNvSpPr>
            <a:spLocks noGrp="1"/>
          </p:cNvSpPr>
          <p:nvPr>
            <p:ph type="pic" sz="quarter" idx="16"/>
          </p:nvPr>
        </p:nvSpPr>
        <p:spPr>
          <a:xfrm>
            <a:off x="16782798" y="10107293"/>
            <a:ext cx="2327739" cy="1793571"/>
          </a:xfrm>
          <a:prstGeom prst="rect">
            <a:avLst/>
          </a:prstGeom>
        </p:spPr>
        <p:txBody>
          <a:bodyPr/>
          <a:lstStyle/>
          <a:p>
            <a:endParaRPr lang="en-US" dirty="0"/>
          </a:p>
        </p:txBody>
      </p:sp>
    </p:spTree>
    <p:extLst>
      <p:ext uri="{BB962C8B-B14F-4D97-AF65-F5344CB8AC3E}">
        <p14:creationId xmlns:p14="http://schemas.microsoft.com/office/powerpoint/2010/main" val="3063472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dissolve">
                                      <p:cBhvr>
                                        <p:cTn id="11" dur="500"/>
                                        <p:tgtEl>
                                          <p:spTgt spid="4"/>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dissolve">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dissolve">
                                      <p:cBhvr>
                                        <p:cTn id="23" dur="500"/>
                                        <p:tgtEl>
                                          <p:spTgt spid="7"/>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dissolve">
                                      <p:cBhvr>
                                        <p:cTn id="27" dur="500"/>
                                        <p:tgtEl>
                                          <p:spTgt spid="8"/>
                                        </p:tgtEl>
                                      </p:cBhvr>
                                    </p:animEffect>
                                  </p:childTnLst>
                                </p:cTn>
                              </p:par>
                            </p:childTnLst>
                          </p:cTn>
                        </p:par>
                        <p:par>
                          <p:cTn id="28" fill="hold">
                            <p:stCondLst>
                              <p:cond delay="3000"/>
                            </p:stCondLst>
                            <p:childTnLst>
                              <p:par>
                                <p:cTn id="29" presetID="23" presetClass="entr" presetSubtype="16" fill="hold" nodeType="after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p:cTn id="31" dur="500" fill="hold"/>
                                        <p:tgtEl>
                                          <p:spTgt spid="9"/>
                                        </p:tgtEl>
                                        <p:attrNameLst>
                                          <p:attrName>ppt_w</p:attrName>
                                        </p:attrNameLst>
                                      </p:cBhvr>
                                      <p:tavLst>
                                        <p:tav tm="0">
                                          <p:val>
                                            <p:fltVal val="0"/>
                                          </p:val>
                                        </p:tav>
                                        <p:tav tm="100000">
                                          <p:val>
                                            <p:strVal val="#ppt_w"/>
                                          </p:val>
                                        </p:tav>
                                      </p:tavLst>
                                    </p:anim>
                                    <p:anim calcmode="lin" valueType="num">
                                      <p:cBhvr>
                                        <p:cTn id="32" dur="500" fill="hold"/>
                                        <p:tgtEl>
                                          <p:spTgt spid="9"/>
                                        </p:tgtEl>
                                        <p:attrNameLst>
                                          <p:attrName>ppt_h</p:attrName>
                                        </p:attrNameLst>
                                      </p:cBhvr>
                                      <p:tavLst>
                                        <p:tav tm="0">
                                          <p:val>
                                            <p:fltVal val="0"/>
                                          </p:val>
                                        </p:tav>
                                        <p:tav tm="100000">
                                          <p:val>
                                            <p:strVal val="#ppt_h"/>
                                          </p:val>
                                        </p:tav>
                                      </p:tavLst>
                                    </p:anim>
                                  </p:childTnLst>
                                </p:cTn>
                              </p:par>
                            </p:childTnLst>
                          </p:cTn>
                        </p:par>
                        <p:par>
                          <p:cTn id="33" fill="hold">
                            <p:stCondLst>
                              <p:cond delay="3500"/>
                            </p:stCondLst>
                            <p:childTnLst>
                              <p:par>
                                <p:cTn id="34" presetID="23" presetClass="entr" presetSubtype="16" fill="hold" nodeType="after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p:cTn id="36" dur="500" fill="hold"/>
                                        <p:tgtEl>
                                          <p:spTgt spid="12"/>
                                        </p:tgtEl>
                                        <p:attrNameLst>
                                          <p:attrName>ppt_w</p:attrName>
                                        </p:attrNameLst>
                                      </p:cBhvr>
                                      <p:tavLst>
                                        <p:tav tm="0">
                                          <p:val>
                                            <p:fltVal val="0"/>
                                          </p:val>
                                        </p:tav>
                                        <p:tav tm="100000">
                                          <p:val>
                                            <p:strVal val="#ppt_w"/>
                                          </p:val>
                                        </p:tav>
                                      </p:tavLst>
                                    </p:anim>
                                    <p:anim calcmode="lin" valueType="num">
                                      <p:cBhvr>
                                        <p:cTn id="37" dur="500" fill="hold"/>
                                        <p:tgtEl>
                                          <p:spTgt spid="12"/>
                                        </p:tgtEl>
                                        <p:attrNameLst>
                                          <p:attrName>ppt_h</p:attrName>
                                        </p:attrNameLst>
                                      </p:cBhvr>
                                      <p:tavLst>
                                        <p:tav tm="0">
                                          <p:val>
                                            <p:fltVal val="0"/>
                                          </p:val>
                                        </p:tav>
                                        <p:tav tm="100000">
                                          <p:val>
                                            <p:strVal val="#ppt_h"/>
                                          </p:val>
                                        </p:tav>
                                      </p:tavLst>
                                    </p:anim>
                                  </p:childTnLst>
                                </p:cTn>
                              </p:par>
                            </p:childTnLst>
                          </p:cTn>
                        </p:par>
                        <p:par>
                          <p:cTn id="38" fill="hold">
                            <p:stCondLst>
                              <p:cond delay="4000"/>
                            </p:stCondLst>
                            <p:childTnLst>
                              <p:par>
                                <p:cTn id="39" presetID="23" presetClass="entr" presetSubtype="16" fill="hold"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childTnLst>
                                </p:cTn>
                              </p:par>
                            </p:childTnLst>
                          </p:cTn>
                        </p:par>
                        <p:par>
                          <p:cTn id="43" fill="hold">
                            <p:stCondLst>
                              <p:cond delay="4500"/>
                            </p:stCondLst>
                            <p:childTnLst>
                              <p:par>
                                <p:cTn id="44" presetID="23" presetClass="entr" presetSubtype="16" fill="hold" nodeType="after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p:cTn id="46" dur="500" fill="hold"/>
                                        <p:tgtEl>
                                          <p:spTgt spid="18"/>
                                        </p:tgtEl>
                                        <p:attrNameLst>
                                          <p:attrName>ppt_w</p:attrName>
                                        </p:attrNameLst>
                                      </p:cBhvr>
                                      <p:tavLst>
                                        <p:tav tm="0">
                                          <p:val>
                                            <p:fltVal val="0"/>
                                          </p:val>
                                        </p:tav>
                                        <p:tav tm="100000">
                                          <p:val>
                                            <p:strVal val="#ppt_w"/>
                                          </p:val>
                                        </p:tav>
                                      </p:tavLst>
                                    </p:anim>
                                    <p:anim calcmode="lin" valueType="num">
                                      <p:cBhvr>
                                        <p:cTn id="47" dur="500" fill="hold"/>
                                        <p:tgtEl>
                                          <p:spTgt spid="18"/>
                                        </p:tgtEl>
                                        <p:attrNameLst>
                                          <p:attrName>ppt_h</p:attrName>
                                        </p:attrNameLst>
                                      </p:cBhvr>
                                      <p:tavLst>
                                        <p:tav tm="0">
                                          <p:val>
                                            <p:fltVal val="0"/>
                                          </p:val>
                                        </p:tav>
                                        <p:tav tm="100000">
                                          <p:val>
                                            <p:strVal val="#ppt_h"/>
                                          </p:val>
                                        </p:tav>
                                      </p:tavLst>
                                    </p:anim>
                                  </p:childTnLst>
                                </p:cTn>
                              </p:par>
                            </p:childTnLst>
                          </p:cTn>
                        </p:par>
                        <p:par>
                          <p:cTn id="48" fill="hold">
                            <p:stCondLst>
                              <p:cond delay="5000"/>
                            </p:stCondLst>
                            <p:childTnLst>
                              <p:par>
                                <p:cTn id="49" presetID="23" presetClass="entr" presetSubtype="16" fill="hold" nodeType="after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p:cTn id="51" dur="500" fill="hold"/>
                                        <p:tgtEl>
                                          <p:spTgt spid="21"/>
                                        </p:tgtEl>
                                        <p:attrNameLst>
                                          <p:attrName>ppt_w</p:attrName>
                                        </p:attrNameLst>
                                      </p:cBhvr>
                                      <p:tavLst>
                                        <p:tav tm="0">
                                          <p:val>
                                            <p:fltVal val="0"/>
                                          </p:val>
                                        </p:tav>
                                        <p:tav tm="100000">
                                          <p:val>
                                            <p:strVal val="#ppt_w"/>
                                          </p:val>
                                        </p:tav>
                                      </p:tavLst>
                                    </p:anim>
                                    <p:anim calcmode="lin" valueType="num">
                                      <p:cBhvr>
                                        <p:cTn id="52" dur="500" fill="hold"/>
                                        <p:tgtEl>
                                          <p:spTgt spid="21"/>
                                        </p:tgtEl>
                                        <p:attrNameLst>
                                          <p:attrName>ppt_h</p:attrName>
                                        </p:attrNameLst>
                                      </p:cBhvr>
                                      <p:tavLst>
                                        <p:tav tm="0">
                                          <p:val>
                                            <p:fltVal val="0"/>
                                          </p:val>
                                        </p:tav>
                                        <p:tav tm="100000">
                                          <p:val>
                                            <p:strVal val="#ppt_h"/>
                                          </p:val>
                                        </p:tav>
                                      </p:tavLst>
                                    </p:anim>
                                  </p:childTnLst>
                                </p:cTn>
                              </p:par>
                            </p:childTnLst>
                          </p:cTn>
                        </p:par>
                        <p:par>
                          <p:cTn id="53" fill="hold">
                            <p:stCondLst>
                              <p:cond delay="5500"/>
                            </p:stCondLst>
                            <p:childTnLst>
                              <p:par>
                                <p:cTn id="54" presetID="23" presetClass="entr" presetSubtype="16" fill="hold" nodeType="afterEffect">
                                  <p:stCondLst>
                                    <p:cond delay="0"/>
                                  </p:stCondLst>
                                  <p:childTnLst>
                                    <p:set>
                                      <p:cBhvr>
                                        <p:cTn id="55" dur="1" fill="hold">
                                          <p:stCondLst>
                                            <p:cond delay="0"/>
                                          </p:stCondLst>
                                        </p:cTn>
                                        <p:tgtEl>
                                          <p:spTgt spid="24"/>
                                        </p:tgtEl>
                                        <p:attrNameLst>
                                          <p:attrName>style.visibility</p:attrName>
                                        </p:attrNameLst>
                                      </p:cBhvr>
                                      <p:to>
                                        <p:strVal val="visible"/>
                                      </p:to>
                                    </p:set>
                                    <p:anim calcmode="lin" valueType="num">
                                      <p:cBhvr>
                                        <p:cTn id="56" dur="500" fill="hold"/>
                                        <p:tgtEl>
                                          <p:spTgt spid="24"/>
                                        </p:tgtEl>
                                        <p:attrNameLst>
                                          <p:attrName>ppt_w</p:attrName>
                                        </p:attrNameLst>
                                      </p:cBhvr>
                                      <p:tavLst>
                                        <p:tav tm="0">
                                          <p:val>
                                            <p:fltVal val="0"/>
                                          </p:val>
                                        </p:tav>
                                        <p:tav tm="100000">
                                          <p:val>
                                            <p:strVal val="#ppt_w"/>
                                          </p:val>
                                        </p:tav>
                                      </p:tavLst>
                                    </p:anim>
                                    <p:anim calcmode="lin" valueType="num">
                                      <p:cBhvr>
                                        <p:cTn id="57" dur="500" fill="hold"/>
                                        <p:tgtEl>
                                          <p:spTgt spid="24"/>
                                        </p:tgtEl>
                                        <p:attrNameLst>
                                          <p:attrName>ppt_h</p:attrName>
                                        </p:attrNameLst>
                                      </p:cBhvr>
                                      <p:tavLst>
                                        <p:tav tm="0">
                                          <p:val>
                                            <p:fltVal val="0"/>
                                          </p:val>
                                        </p:tav>
                                        <p:tav tm="100000">
                                          <p:val>
                                            <p:strVal val="#ppt_h"/>
                                          </p:val>
                                        </p:tav>
                                      </p:tavLst>
                                    </p:anim>
                                  </p:childTnLst>
                                </p:cTn>
                              </p:par>
                            </p:childTnLst>
                          </p:cTn>
                        </p:par>
                        <p:par>
                          <p:cTn id="58" fill="hold">
                            <p:stCondLst>
                              <p:cond delay="6000"/>
                            </p:stCondLst>
                            <p:childTnLst>
                              <p:par>
                                <p:cTn id="59" presetID="23" presetClass="entr" presetSubtype="16" fill="hold" nodeType="after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childTnLst>
                                </p:cTn>
                              </p:par>
                            </p:childTnLst>
                          </p:cTn>
                        </p:par>
                        <p:par>
                          <p:cTn id="63" fill="hold">
                            <p:stCondLst>
                              <p:cond delay="6500"/>
                            </p:stCondLst>
                            <p:childTnLst>
                              <p:par>
                                <p:cTn id="64" presetID="9" presetClass="entr" presetSubtype="0" fill="hold" nodeType="afterEffect">
                                  <p:stCondLst>
                                    <p:cond delay="0"/>
                                  </p:stCondLst>
                                  <p:childTnLst>
                                    <p:set>
                                      <p:cBhvr>
                                        <p:cTn id="65" dur="1" fill="hold">
                                          <p:stCondLst>
                                            <p:cond delay="0"/>
                                          </p:stCondLst>
                                        </p:cTn>
                                        <p:tgtEl>
                                          <p:spTgt spid="51"/>
                                        </p:tgtEl>
                                        <p:attrNameLst>
                                          <p:attrName>style.visibility</p:attrName>
                                        </p:attrNameLst>
                                      </p:cBhvr>
                                      <p:to>
                                        <p:strVal val="visible"/>
                                      </p:to>
                                    </p:set>
                                    <p:animEffect transition="in" filter="dissolve">
                                      <p:cBhvr>
                                        <p:cTn id="66" dur="500"/>
                                        <p:tgtEl>
                                          <p:spTgt spid="51"/>
                                        </p:tgtEl>
                                      </p:cBhvr>
                                    </p:animEffect>
                                  </p:childTnLst>
                                </p:cTn>
                              </p:par>
                            </p:childTnLst>
                          </p:cTn>
                        </p:par>
                        <p:par>
                          <p:cTn id="67" fill="hold">
                            <p:stCondLst>
                              <p:cond delay="7000"/>
                            </p:stCondLst>
                            <p:childTnLst>
                              <p:par>
                                <p:cTn id="68" presetID="9" presetClass="entr" presetSubtype="0" fill="hold" nodeType="after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dissolve">
                                      <p:cBhvr>
                                        <p:cTn id="70" dur="500"/>
                                        <p:tgtEl>
                                          <p:spTgt spid="52"/>
                                        </p:tgtEl>
                                      </p:cBhvr>
                                    </p:animEffect>
                                  </p:childTnLst>
                                </p:cTn>
                              </p:par>
                            </p:childTnLst>
                          </p:cTn>
                        </p:par>
                        <p:par>
                          <p:cTn id="71" fill="hold">
                            <p:stCondLst>
                              <p:cond delay="7500"/>
                            </p:stCondLst>
                            <p:childTnLst>
                              <p:par>
                                <p:cTn id="72" presetID="9" presetClass="entr" presetSubtype="0" fill="hold" nodeType="afterEffect">
                                  <p:stCondLst>
                                    <p:cond delay="0"/>
                                  </p:stCondLst>
                                  <p:childTnLst>
                                    <p:set>
                                      <p:cBhvr>
                                        <p:cTn id="73" dur="1" fill="hold">
                                          <p:stCondLst>
                                            <p:cond delay="0"/>
                                          </p:stCondLst>
                                        </p:cTn>
                                        <p:tgtEl>
                                          <p:spTgt spid="53"/>
                                        </p:tgtEl>
                                        <p:attrNameLst>
                                          <p:attrName>style.visibility</p:attrName>
                                        </p:attrNameLst>
                                      </p:cBhvr>
                                      <p:to>
                                        <p:strVal val="visible"/>
                                      </p:to>
                                    </p:set>
                                    <p:animEffect transition="in" filter="dissolve">
                                      <p:cBhvr>
                                        <p:cTn id="74" dur="500"/>
                                        <p:tgtEl>
                                          <p:spTgt spid="53"/>
                                        </p:tgtEl>
                                      </p:cBhvr>
                                    </p:animEffect>
                                  </p:childTnLst>
                                </p:cTn>
                              </p:par>
                            </p:childTnLst>
                          </p:cTn>
                        </p:par>
                        <p:par>
                          <p:cTn id="75" fill="hold">
                            <p:stCondLst>
                              <p:cond delay="8000"/>
                            </p:stCondLst>
                            <p:childTnLst>
                              <p:par>
                                <p:cTn id="76" presetID="9" presetClass="entr" presetSubtype="0" fill="hold" nodeType="afterEffect">
                                  <p:stCondLst>
                                    <p:cond delay="0"/>
                                  </p:stCondLst>
                                  <p:childTnLst>
                                    <p:set>
                                      <p:cBhvr>
                                        <p:cTn id="77" dur="1" fill="hold">
                                          <p:stCondLst>
                                            <p:cond delay="0"/>
                                          </p:stCondLst>
                                        </p:cTn>
                                        <p:tgtEl>
                                          <p:spTgt spid="54"/>
                                        </p:tgtEl>
                                        <p:attrNameLst>
                                          <p:attrName>style.visibility</p:attrName>
                                        </p:attrNameLst>
                                      </p:cBhvr>
                                      <p:to>
                                        <p:strVal val="visible"/>
                                      </p:to>
                                    </p:set>
                                    <p:animEffect transition="in" filter="dissolve">
                                      <p:cBhvr>
                                        <p:cTn id="78" dur="500"/>
                                        <p:tgtEl>
                                          <p:spTgt spid="54"/>
                                        </p:tgtEl>
                                      </p:cBhvr>
                                    </p:animEffect>
                                  </p:childTnLst>
                                </p:cTn>
                              </p:par>
                            </p:childTnLst>
                          </p:cTn>
                        </p:par>
                        <p:par>
                          <p:cTn id="79" fill="hold">
                            <p:stCondLst>
                              <p:cond delay="8500"/>
                            </p:stCondLst>
                            <p:childTnLst>
                              <p:par>
                                <p:cTn id="80" presetID="9" presetClass="entr" presetSubtype="0" fill="hold" nodeType="afterEffect">
                                  <p:stCondLst>
                                    <p:cond delay="0"/>
                                  </p:stCondLst>
                                  <p:childTnLst>
                                    <p:set>
                                      <p:cBhvr>
                                        <p:cTn id="81" dur="1" fill="hold">
                                          <p:stCondLst>
                                            <p:cond delay="0"/>
                                          </p:stCondLst>
                                        </p:cTn>
                                        <p:tgtEl>
                                          <p:spTgt spid="55"/>
                                        </p:tgtEl>
                                        <p:attrNameLst>
                                          <p:attrName>style.visibility</p:attrName>
                                        </p:attrNameLst>
                                      </p:cBhvr>
                                      <p:to>
                                        <p:strVal val="visible"/>
                                      </p:to>
                                    </p:set>
                                    <p:animEffect transition="in" filter="dissolve">
                                      <p:cBhvr>
                                        <p:cTn id="82" dur="500"/>
                                        <p:tgtEl>
                                          <p:spTgt spid="55"/>
                                        </p:tgtEl>
                                      </p:cBhvr>
                                    </p:animEffect>
                                  </p:childTnLst>
                                </p:cTn>
                              </p:par>
                            </p:childTnLst>
                          </p:cTn>
                        </p:par>
                        <p:par>
                          <p:cTn id="83" fill="hold">
                            <p:stCondLst>
                              <p:cond delay="9000"/>
                            </p:stCondLst>
                            <p:childTnLst>
                              <p:par>
                                <p:cTn id="84" presetID="9" presetClass="entr" presetSubtype="0" fill="hold" nodeType="afterEffect">
                                  <p:stCondLst>
                                    <p:cond delay="0"/>
                                  </p:stCondLst>
                                  <p:childTnLst>
                                    <p:set>
                                      <p:cBhvr>
                                        <p:cTn id="85" dur="1" fill="hold">
                                          <p:stCondLst>
                                            <p:cond delay="0"/>
                                          </p:stCondLst>
                                        </p:cTn>
                                        <p:tgtEl>
                                          <p:spTgt spid="56"/>
                                        </p:tgtEl>
                                        <p:attrNameLst>
                                          <p:attrName>style.visibility</p:attrName>
                                        </p:attrNameLst>
                                      </p:cBhvr>
                                      <p:to>
                                        <p:strVal val="visible"/>
                                      </p:to>
                                    </p:set>
                                    <p:animEffect transition="in" filter="dissolve">
                                      <p:cBhvr>
                                        <p:cTn id="86" dur="500"/>
                                        <p:tgtEl>
                                          <p:spTgt spid="56"/>
                                        </p:tgtEl>
                                      </p:cBhvr>
                                    </p:animEffect>
                                  </p:childTnLst>
                                </p:cTn>
                              </p:par>
                            </p:childTnLst>
                          </p:cTn>
                        </p:par>
                        <p:par>
                          <p:cTn id="87" fill="hold">
                            <p:stCondLst>
                              <p:cond delay="9500"/>
                            </p:stCondLst>
                            <p:childTnLst>
                              <p:par>
                                <p:cTn id="88" presetID="9" presetClass="entr" presetSubtype="0" fill="hold" nodeType="afterEffect">
                                  <p:stCondLst>
                                    <p:cond delay="0"/>
                                  </p:stCondLst>
                                  <p:childTnLst>
                                    <p:set>
                                      <p:cBhvr>
                                        <p:cTn id="89" dur="1" fill="hold">
                                          <p:stCondLst>
                                            <p:cond delay="0"/>
                                          </p:stCondLst>
                                        </p:cTn>
                                        <p:tgtEl>
                                          <p:spTgt spid="57"/>
                                        </p:tgtEl>
                                        <p:attrNameLst>
                                          <p:attrName>style.visibility</p:attrName>
                                        </p:attrNameLst>
                                      </p:cBhvr>
                                      <p:to>
                                        <p:strVal val="visible"/>
                                      </p:to>
                                    </p:set>
                                    <p:animEffect transition="in" filter="dissolve">
                                      <p:cBhvr>
                                        <p:cTn id="90"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autoUpdateAnimBg="0"/>
      <p:bldP spid="4" grpId="0" animBg="1" autoUpdateAnimBg="0"/>
      <p:bldP spid="5" grpId="0" animBg="1" autoUpdateAnimBg="0"/>
      <p:bldP spid="6" grpId="0" animBg="1" autoUpdateAnimBg="0"/>
      <p:bldP spid="7" grpId="0" animBg="1" autoUpdateAnimBg="0"/>
      <p:bldP spid="8" grpId="0" animBg="1" autoUpdateAnimBg="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4" name="Picture 7" descr="mockup_0014_iPad_FRONT_black.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475538" y="4618038"/>
            <a:ext cx="9575800" cy="1540986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7" name="Picture Placeholder 6"/>
          <p:cNvSpPr>
            <a:spLocks noGrp="1"/>
          </p:cNvSpPr>
          <p:nvPr>
            <p:ph type="pic" sz="quarter" idx="10"/>
          </p:nvPr>
        </p:nvSpPr>
        <p:spPr>
          <a:xfrm>
            <a:off x="8159750" y="5921896"/>
            <a:ext cx="8280722" cy="10945216"/>
          </a:xfrm>
          <a:prstGeom prst="rect">
            <a:avLst/>
          </a:prstGeom>
        </p:spPr>
        <p:txBody>
          <a:bodyPr/>
          <a:lstStyle/>
          <a:p>
            <a:endParaRPr lang="en-US"/>
          </a:p>
        </p:txBody>
      </p:sp>
    </p:spTree>
    <p:extLst>
      <p:ext uri="{BB962C8B-B14F-4D97-AF65-F5344CB8AC3E}">
        <p14:creationId xmlns:p14="http://schemas.microsoft.com/office/powerpoint/2010/main" val="23965789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4" name="Picture 19" descr="image4.png"/>
          <p:cNvPicPr>
            <a:picLocks noChangeAspect="1"/>
          </p:cNvPicPr>
          <p:nvPr/>
        </p:nvPicPr>
        <p:blipFill>
          <a:blip r:embed="rId2">
            <a:extLst>
              <a:ext uri="{28A0092B-C50C-407E-A947-70E740481C1C}">
                <a14:useLocalDpi xmlns:a14="http://schemas.microsoft.com/office/drawing/2010/main" val="0"/>
              </a:ext>
            </a:extLst>
          </a:blip>
          <a:srcRect l="22133" t="10550" r="21732" b="13049"/>
          <a:stretch>
            <a:fillRect/>
          </a:stretch>
        </p:blipFill>
        <p:spPr bwMode="auto">
          <a:xfrm>
            <a:off x="2997200" y="4152900"/>
            <a:ext cx="9563100" cy="8686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7" name="Picture Placeholder 6"/>
          <p:cNvSpPr>
            <a:spLocks noGrp="1"/>
          </p:cNvSpPr>
          <p:nvPr>
            <p:ph type="pic" sz="quarter" idx="10"/>
          </p:nvPr>
        </p:nvSpPr>
        <p:spPr>
          <a:xfrm>
            <a:off x="3695700" y="5057800"/>
            <a:ext cx="8208963" cy="5184775"/>
          </a:xfrm>
          <a:prstGeom prst="rect">
            <a:avLst/>
          </a:prstGeom>
        </p:spPr>
        <p:txBody>
          <a:bodyPr/>
          <a:lstStyle/>
          <a:p>
            <a:endParaRPr lang="en-US"/>
          </a:p>
        </p:txBody>
      </p:sp>
    </p:spTree>
    <p:extLst>
      <p:ext uri="{BB962C8B-B14F-4D97-AF65-F5344CB8AC3E}">
        <p14:creationId xmlns:p14="http://schemas.microsoft.com/office/powerpoint/2010/main" val="174253193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2209800" y="4406900"/>
            <a:ext cx="4953000" cy="3594100"/>
          </a:xfrm>
          <a:prstGeom prst="rect">
            <a:avLst/>
          </a:prstGeom>
        </p:spPr>
        <p:txBody>
          <a:bodyPr/>
          <a:lstStyle/>
          <a:p>
            <a:endParaRPr lang="en-US"/>
          </a:p>
        </p:txBody>
      </p:sp>
      <p:sp>
        <p:nvSpPr>
          <p:cNvPr id="10" name="Picture Placeholder 8"/>
          <p:cNvSpPr>
            <a:spLocks noGrp="1"/>
          </p:cNvSpPr>
          <p:nvPr>
            <p:ph type="pic" sz="quarter" idx="11"/>
          </p:nvPr>
        </p:nvSpPr>
        <p:spPr>
          <a:xfrm>
            <a:off x="12456851" y="4385196"/>
            <a:ext cx="4953000" cy="3594100"/>
          </a:xfrm>
          <a:prstGeom prst="rect">
            <a:avLst/>
          </a:prstGeom>
        </p:spPr>
        <p:txBody>
          <a:bodyPr/>
          <a:lstStyle/>
          <a:p>
            <a:endParaRPr lang="en-US"/>
          </a:p>
        </p:txBody>
      </p:sp>
      <p:sp>
        <p:nvSpPr>
          <p:cNvPr id="11" name="Picture Placeholder 8"/>
          <p:cNvSpPr>
            <a:spLocks noGrp="1"/>
          </p:cNvSpPr>
          <p:nvPr>
            <p:ph type="pic" sz="quarter" idx="12"/>
          </p:nvPr>
        </p:nvSpPr>
        <p:spPr>
          <a:xfrm>
            <a:off x="12495584" y="8620426"/>
            <a:ext cx="4953000" cy="3594100"/>
          </a:xfrm>
          <a:prstGeom prst="rect">
            <a:avLst/>
          </a:prstGeom>
        </p:spPr>
        <p:txBody>
          <a:bodyPr/>
          <a:lstStyle/>
          <a:p>
            <a:endParaRPr lang="en-US"/>
          </a:p>
        </p:txBody>
      </p:sp>
      <p:sp>
        <p:nvSpPr>
          <p:cNvPr id="12" name="Picture Placeholder 8"/>
          <p:cNvSpPr>
            <a:spLocks noGrp="1"/>
          </p:cNvSpPr>
          <p:nvPr>
            <p:ph type="pic" sz="quarter" idx="13"/>
          </p:nvPr>
        </p:nvSpPr>
        <p:spPr>
          <a:xfrm>
            <a:off x="2203243" y="8661400"/>
            <a:ext cx="4953000" cy="3594100"/>
          </a:xfrm>
          <a:prstGeom prst="rect">
            <a:avLst/>
          </a:prstGeom>
        </p:spPr>
        <p:txBody>
          <a:bodyPr/>
          <a:lstStyle/>
          <a:p>
            <a:endParaRPr lang="en-US"/>
          </a:p>
        </p:txBody>
      </p:sp>
    </p:spTree>
    <p:extLst>
      <p:ext uri="{BB962C8B-B14F-4D97-AF65-F5344CB8AC3E}">
        <p14:creationId xmlns:p14="http://schemas.microsoft.com/office/powerpoint/2010/main" val="129648245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4384000" cy="13716000"/>
          </a:xfrm>
          <a:prstGeom prst="rect">
            <a:avLst/>
          </a:prstGeom>
        </p:spPr>
        <p:txBody>
          <a:bodyPr/>
          <a:lstStyle/>
          <a:p>
            <a:endParaRPr lang="en-US"/>
          </a:p>
        </p:txBody>
      </p:sp>
    </p:spTree>
    <p:extLst>
      <p:ext uri="{BB962C8B-B14F-4D97-AF65-F5344CB8AC3E}">
        <p14:creationId xmlns:p14="http://schemas.microsoft.com/office/powerpoint/2010/main" val="26261418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bwMode="auto">
      <p:bgPr>
        <a:gradFill flip="none" rotWithShape="1">
          <a:gsLst>
            <a:gs pos="0">
              <a:schemeClr val="tx1">
                <a:lumMod val="50000"/>
                <a:lumOff val="50000"/>
              </a:schemeClr>
            </a:gs>
            <a:gs pos="0">
              <a:schemeClr val="tx1">
                <a:lumMod val="85000"/>
                <a:lumOff val="15000"/>
              </a:schemeClr>
            </a:gs>
            <a:gs pos="100000">
              <a:schemeClr val="tx1">
                <a:lumMod val="95000"/>
                <a:lumOff val="5000"/>
              </a:schemeClr>
            </a:gs>
            <a:gs pos="100000">
              <a:schemeClr val="tx1"/>
            </a:gs>
          </a:gsLst>
          <a:path path="circle">
            <a:fillToRect l="50000" t="130000" r="50000" b="-30000"/>
          </a:path>
          <a:tileRect/>
        </a:gra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Lst>
  <p:txStyles>
    <p:titleStyle>
      <a:lvl1pPr algn="ctr" defTabSz="825500" rtl="0" eaLnBrk="0" fontAlgn="base" hangingPunct="0">
        <a:spcBef>
          <a:spcPct val="0"/>
        </a:spcBef>
        <a:spcAft>
          <a:spcPct val="0"/>
        </a:spcAft>
        <a:defRPr sz="11800">
          <a:solidFill>
            <a:srgbClr val="000000"/>
          </a:solidFill>
          <a:latin typeface="+mj-lt"/>
          <a:ea typeface="MS PGothic" panose="020B0600070205080204" pitchFamily="34" charset="-128"/>
          <a:cs typeface="+mj-cs"/>
          <a:sym typeface="Gill Sans" charset="0"/>
        </a:defRPr>
      </a:lvl1pPr>
      <a:lvl2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2pPr>
      <a:lvl3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3pPr>
      <a:lvl4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4pPr>
      <a:lvl5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5pPr>
      <a:lvl6pPr marL="4572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6pPr>
      <a:lvl7pPr marL="9144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7pPr>
      <a:lvl8pPr marL="13716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8pPr>
      <a:lvl9pPr marL="18288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9pPr>
    </p:titleStyle>
    <p:bodyStyle>
      <a:lvl1pPr marL="342900" indent="-342900" algn="ctr" defTabSz="825500" rtl="0" eaLnBrk="0" fontAlgn="base" hangingPunct="0">
        <a:spcBef>
          <a:spcPct val="0"/>
        </a:spcBef>
        <a:spcAft>
          <a:spcPct val="0"/>
        </a:spcAft>
        <a:defRPr sz="4600">
          <a:solidFill>
            <a:srgbClr val="000000"/>
          </a:solidFill>
          <a:latin typeface="+mn-lt"/>
          <a:ea typeface="MS PGothic" panose="020B0600070205080204" pitchFamily="34" charset="-128"/>
          <a:cs typeface="+mn-cs"/>
          <a:sym typeface="Gill Sans" charset="0"/>
        </a:defRPr>
      </a:lvl1pPr>
      <a:lvl2pPr marL="742950" indent="-28575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2pPr>
      <a:lvl3pPr marL="1143000" indent="-22860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3pPr>
      <a:lvl4pPr marL="1600200" indent="-22860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4pPr>
      <a:lvl5pPr marL="2057400" indent="-22860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5pPr>
      <a:lvl6pPr marL="4572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6pPr>
      <a:lvl7pPr marL="9144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7pPr>
      <a:lvl8pPr marL="13716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8pPr>
      <a:lvl9pPr marL="18288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9pPr>
    </p:bodyStyle>
    <p:otherStyle>
      <a:defPPr>
        <a:defRPr lang="es-E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1.xml"/><Relationship Id="rId1" Type="http://schemas.openxmlformats.org/officeDocument/2006/relationships/vmlDrawing" Target="../drawings/vmlDrawing1.vml"/><Relationship Id="rId4" Type="http://schemas.openxmlformats.org/officeDocument/2006/relationships/image" Target="../media/image7.emf"/></Relationships>
</file>

<file path=ppt/slides/_rels/slide25.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1.xml"/><Relationship Id="rId1" Type="http://schemas.openxmlformats.org/officeDocument/2006/relationships/vmlDrawing" Target="../drawings/vmlDrawing2.vml"/><Relationship Id="rId6" Type="http://schemas.openxmlformats.org/officeDocument/2006/relationships/image" Target="../media/image9.emf"/><Relationship Id="rId5" Type="http://schemas.openxmlformats.org/officeDocument/2006/relationships/oleObject" Target="../embeddings/oleObject3.bin"/><Relationship Id="rId4" Type="http://schemas.openxmlformats.org/officeDocument/2006/relationships/image" Target="../media/image8.emf"/></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slideLayout" Target="../slideLayouts/slideLayout1.xml"/><Relationship Id="rId1" Type="http://schemas.openxmlformats.org/officeDocument/2006/relationships/vmlDrawing" Target="../drawings/vmlDrawing3.vml"/><Relationship Id="rId5" Type="http://schemas.openxmlformats.org/officeDocument/2006/relationships/image" Target="../media/image10.emf"/><Relationship Id="rId4" Type="http://schemas.openxmlformats.org/officeDocument/2006/relationships/oleObject" Target="../embeddings/oleObject4.bin"/></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xml"/><Relationship Id="rId5" Type="http://schemas.openxmlformats.org/officeDocument/2006/relationships/chart" Target="../charts/chart4.xml"/><Relationship Id="rId4" Type="http://schemas.openxmlformats.org/officeDocument/2006/relationships/chart" Target="../charts/char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1.xml"/><Relationship Id="rId5" Type="http://schemas.openxmlformats.org/officeDocument/2006/relationships/chart" Target="../charts/chart8.xml"/><Relationship Id="rId4" Type="http://schemas.openxmlformats.org/officeDocument/2006/relationships/chart" Target="../charts/chart7.xml"/></Relationships>
</file>

<file path=ppt/slides/_rels/slide54.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1.xml"/><Relationship Id="rId1" Type="http://schemas.openxmlformats.org/officeDocument/2006/relationships/vmlDrawing" Target="../drawings/vmlDrawing4.vml"/><Relationship Id="rId4" Type="http://schemas.openxmlformats.org/officeDocument/2006/relationships/image" Target="../media/image12.emf"/></Relationships>
</file>

<file path=ppt/slides/_rels/slide55.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1.xml"/><Relationship Id="rId5" Type="http://schemas.openxmlformats.org/officeDocument/2006/relationships/chart" Target="../charts/chart12.xml"/><Relationship Id="rId4" Type="http://schemas.openxmlformats.org/officeDocument/2006/relationships/chart" Target="../charts/chart11.xml"/></Relationships>
</file>

<file path=ppt/slides/_rels/slide56.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chart" Target="../charts/chart13.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Layout" Target="../slideLayouts/slideLayout1.xml"/><Relationship Id="rId1" Type="http://schemas.openxmlformats.org/officeDocument/2006/relationships/vmlDrawing" Target="../drawings/vmlDrawing5.vml"/><Relationship Id="rId4" Type="http://schemas.openxmlformats.org/officeDocument/2006/relationships/image" Target="../media/image13.emf"/></Relationships>
</file>

<file path=ppt/slides/_rels/slide6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 name="AutoShape 1"/>
          <p:cNvSpPr>
            <a:spLocks/>
          </p:cNvSpPr>
          <p:nvPr/>
        </p:nvSpPr>
        <p:spPr bwMode="auto">
          <a:xfrm>
            <a:off x="2260600" y="83470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a:t>
            </a:r>
            <a:endParaRPr lang="es-ES">
              <a:ea typeface="ＭＳ Ｐゴシック" charset="0"/>
            </a:endParaRPr>
          </a:p>
        </p:txBody>
      </p:sp>
      <p:sp>
        <p:nvSpPr>
          <p:cNvPr id="3074" name="AutoShape 2"/>
          <p:cNvSpPr>
            <a:spLocks/>
          </p:cNvSpPr>
          <p:nvPr/>
        </p:nvSpPr>
        <p:spPr bwMode="auto">
          <a:xfrm>
            <a:off x="2247900" y="7861300"/>
            <a:ext cx="4508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dirty="0" err="1">
                <a:solidFill>
                  <a:srgbClr val="929292"/>
                </a:solidFill>
                <a:latin typeface="Lato" charset="0"/>
                <a:ea typeface="ＭＳ Ｐゴシック" charset="0"/>
                <a:cs typeface="Lato" charset="0"/>
                <a:sym typeface="Lato" charset="0"/>
              </a:rPr>
              <a:t>Power</a:t>
            </a:r>
            <a:r>
              <a:rPr lang="es-ES" sz="2300" b="1" dirty="0">
                <a:solidFill>
                  <a:srgbClr val="929292"/>
                </a:solidFill>
                <a:latin typeface="Lato" charset="0"/>
                <a:ea typeface="ＭＳ Ｐゴシック" charset="0"/>
                <a:cs typeface="Lato" charset="0"/>
                <a:sym typeface="Lato" charset="0"/>
              </a:rPr>
              <a:t> Point </a:t>
            </a:r>
            <a:r>
              <a:rPr lang="es-ES" sz="2300" b="1" dirty="0" err="1">
                <a:solidFill>
                  <a:srgbClr val="929292"/>
                </a:solidFill>
                <a:latin typeface="Lato" charset="0"/>
                <a:ea typeface="ＭＳ Ｐゴシック" charset="0"/>
                <a:cs typeface="Lato" charset="0"/>
                <a:sym typeface="Lato" charset="0"/>
              </a:rPr>
              <a:t>Presentation</a:t>
            </a:r>
            <a:r>
              <a:rPr lang="es-ES" sz="2300" b="1" dirty="0">
                <a:solidFill>
                  <a:srgbClr val="929292"/>
                </a:solidFill>
                <a:latin typeface="Lato" charset="0"/>
                <a:ea typeface="ＭＳ Ｐゴシック" charset="0"/>
                <a:cs typeface="Lato" charset="0"/>
                <a:sym typeface="Lato" charset="0"/>
              </a:rPr>
              <a:t> </a:t>
            </a:r>
            <a:r>
              <a:rPr lang="es-ES" sz="2300" b="1" dirty="0" err="1">
                <a:solidFill>
                  <a:srgbClr val="929292"/>
                </a:solidFill>
                <a:latin typeface="Lato" charset="0"/>
                <a:ea typeface="ＭＳ Ｐゴシック" charset="0"/>
                <a:cs typeface="Lato" charset="0"/>
                <a:sym typeface="Lato" charset="0"/>
              </a:rPr>
              <a:t>Template</a:t>
            </a:r>
            <a:endParaRPr lang="es-ES" dirty="0">
              <a:ea typeface="ＭＳ Ｐゴシック" charset="0"/>
            </a:endParaRPr>
          </a:p>
        </p:txBody>
      </p:sp>
      <p:grpSp>
        <p:nvGrpSpPr>
          <p:cNvPr id="3075" name="Group 3"/>
          <p:cNvGrpSpPr>
            <a:grpSpLocks/>
          </p:cNvGrpSpPr>
          <p:nvPr/>
        </p:nvGrpSpPr>
        <p:grpSpPr bwMode="auto">
          <a:xfrm>
            <a:off x="2082800" y="5995988"/>
            <a:ext cx="6083300" cy="1930400"/>
            <a:chOff x="0" y="0"/>
            <a:chExt cx="6083300" cy="1930400"/>
          </a:xfrm>
        </p:grpSpPr>
        <p:sp>
          <p:nvSpPr>
            <p:cNvPr id="3076" name="AutoShape 4"/>
            <p:cNvSpPr>
              <a:spLocks/>
            </p:cNvSpPr>
            <p:nvPr/>
          </p:nvSpPr>
          <p:spPr bwMode="auto">
            <a:xfrm>
              <a:off x="0" y="0"/>
              <a:ext cx="6083300" cy="1930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12000" b="1" dirty="0">
                  <a:solidFill>
                    <a:schemeClr val="bg1"/>
                  </a:solidFill>
                  <a:latin typeface="Lato" charset="0"/>
                  <a:ea typeface="ＭＳ Ｐゴシック" charset="0"/>
                  <a:cs typeface="Lato" charset="0"/>
                  <a:sym typeface="Lato" charset="0"/>
                </a:rPr>
                <a:t>Ex   </a:t>
              </a:r>
              <a:r>
                <a:rPr lang="es-ES" sz="12000" b="1" dirty="0" err="1">
                  <a:solidFill>
                    <a:schemeClr val="bg1"/>
                  </a:solidFill>
                  <a:latin typeface="Lato" charset="0"/>
                  <a:ea typeface="ＭＳ Ｐゴシック" charset="0"/>
                  <a:cs typeface="Lato" charset="0"/>
                  <a:sym typeface="Lato" charset="0"/>
                </a:rPr>
                <a:t>dus</a:t>
              </a:r>
              <a:endParaRPr lang="es-ES" dirty="0">
                <a:solidFill>
                  <a:schemeClr val="bg1"/>
                </a:solidFill>
                <a:ea typeface="ＭＳ Ｐゴシック" charset="0"/>
              </a:endParaRPr>
            </a:p>
          </p:txBody>
        </p:sp>
        <p:sp>
          <p:nvSpPr>
            <p:cNvPr id="3077" name="AutoShape 5"/>
            <p:cNvSpPr>
              <a:spLocks/>
            </p:cNvSpPr>
            <p:nvPr/>
          </p:nvSpPr>
          <p:spPr bwMode="auto">
            <a:xfrm>
              <a:off x="1841475" y="752673"/>
              <a:ext cx="850901" cy="850901"/>
            </a:xfrm>
            <a:custGeom>
              <a:avLst/>
              <a:gdLst>
                <a:gd name="T0" fmla="*/ 425429 w 19679"/>
                <a:gd name="T1" fmla="*/ 466982 h 19679"/>
                <a:gd name="T2" fmla="*/ 425429 w 19679"/>
                <a:gd name="T3" fmla="*/ 466982 h 19679"/>
                <a:gd name="T4" fmla="*/ 425429 w 19679"/>
                <a:gd name="T5" fmla="*/ 466982 h 19679"/>
                <a:gd name="T6" fmla="*/ 425429 w 19679"/>
                <a:gd name="T7" fmla="*/ 466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solidFill>
                  <a:schemeClr val="bg1"/>
                </a:solidFill>
              </a:endParaRPr>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1+#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073"/>
                                        </p:tgtEl>
                                        <p:attrNameLst>
                                          <p:attrName>style.visibility</p:attrName>
                                        </p:attrNameLst>
                                      </p:cBhvr>
                                      <p:to>
                                        <p:strVal val="visible"/>
                                      </p:to>
                                    </p:set>
                                    <p:anim calcmode="lin" valueType="num">
                                      <p:cBhvr additive="base">
                                        <p:cTn id="12" dur="500" fill="hold"/>
                                        <p:tgtEl>
                                          <p:spTgt spid="3073"/>
                                        </p:tgtEl>
                                        <p:attrNameLst>
                                          <p:attrName>ppt_x</p:attrName>
                                        </p:attrNameLst>
                                      </p:cBhvr>
                                      <p:tavLst>
                                        <p:tav tm="0">
                                          <p:val>
                                            <p:strVal val="1+#ppt_w/2"/>
                                          </p:val>
                                        </p:tav>
                                        <p:tav tm="100000">
                                          <p:val>
                                            <p:strVal val="#ppt_x"/>
                                          </p:val>
                                        </p:tav>
                                      </p:tavLst>
                                    </p:anim>
                                    <p:anim calcmode="lin" valueType="num">
                                      <p:cBhvr additive="base">
                                        <p:cTn id="13" dur="500" fill="hold"/>
                                        <p:tgtEl>
                                          <p:spTgt spid="307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3" grpId="0" autoUpdateAnimBg="0"/>
      <p:bldP spid="3074" grpId="0" autoUpdateAnimBg="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8" name="AutoShape 2"/>
          <p:cNvSpPr>
            <a:spLocks/>
          </p:cNvSpPr>
          <p:nvPr/>
        </p:nvSpPr>
        <p:spPr bwMode="auto">
          <a:xfrm>
            <a:off x="3276600" y="5476875"/>
            <a:ext cx="17792700" cy="4775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3000"/>
              </a:spcBef>
            </a:pPr>
            <a:r>
              <a:rPr lang="es-ES" altLang="en-US" sz="1800" b="1">
                <a:solidFill>
                  <a:srgbClr val="838383"/>
                </a:solidFill>
                <a:latin typeface="Lato" panose="020F0502020204030203" pitchFamily="34" charset="0"/>
                <a:sym typeface="Lato" panose="020F0502020204030203" pitchFamily="34" charset="0"/>
              </a:rPr>
              <a:t>Lorem ipsum dolor</a:t>
            </a:r>
            <a:r>
              <a:rPr lang="es-ES" altLang="en-US" sz="1800">
                <a:solidFill>
                  <a:srgbClr val="838383"/>
                </a:solidFill>
                <a:latin typeface="Lato" panose="020F0502020204030203" pitchFamily="34" charset="0"/>
                <a:sym typeface="Lato" panose="020F0502020204030203" pitchFamily="34" charset="0"/>
              </a:rPr>
              <a:t> sit amet, consectetur adipiscing elit. Integer mollis vehicula ligula ut faucibus. Curabitur vestibulum consequat urna et vehicula. Suspendisse feugiat biben- dum egestas. Sed bibendum urna id sem tincidunt commod onec at dictum lectus. Fusce felis tellus, volutpat quis venenatis non, adipiscing quis orci. Integer condimentum leo ut erat ultrices mollis. Nunc ut quam adipiscing, elementum enim ac, ullamcorper magna. Curabitur a felis eu tellus tincidunt rhoncus. Cras rhoncus diam tortor, id cursus purus faucibus at.</a:t>
            </a:r>
          </a:p>
          <a:p>
            <a:pPr algn="just" eaLnBrk="1">
              <a:lnSpc>
                <a:spcPct val="120000"/>
              </a:lnSpc>
              <a:spcBef>
                <a:spcPts val="3000"/>
              </a:spcBef>
            </a:pPr>
            <a:r>
              <a:rPr lang="es-ES" altLang="en-US" sz="1800">
                <a:solidFill>
                  <a:srgbClr val="838383"/>
                </a:solidFill>
                <a:latin typeface="Lato" panose="020F0502020204030203" pitchFamily="34" charset="0"/>
                <a:sym typeface="Lato" panose="020F0502020204030203" pitchFamily="34" charset="0"/>
              </a:rPr>
              <a:t>Donec at dictum lectus. Fusce felis tellus, volutpat quis venenatis non, adipiscing quis orci. Integer condimentum leo ut erat ultrices mollis. Nunc ut quam adipiscing, elementum enim ac, ullamcorper magna. Curabitur a felis eu tellus tincidunt rhoncus. Cras rhoncus diam tortor, id cursus purus faucibus at. Donec at dictum lectus. Fusce felis tellus, volutpat quis venenatis non, adipiscing quis orci. Integer condimentum leo ut erat ultrices mollis. Nunc ut quam adipiscing, elementum enim ac, ullamcorper magna.</a:t>
            </a:r>
          </a:p>
          <a:p>
            <a:pPr algn="just" eaLnBrk="1">
              <a:lnSpc>
                <a:spcPct val="120000"/>
              </a:lnSpc>
              <a:spcBef>
                <a:spcPts val="3000"/>
              </a:spcBef>
            </a:pPr>
            <a:r>
              <a:rPr lang="es-ES" altLang="en-US" sz="1800">
                <a:solidFill>
                  <a:srgbClr val="838383"/>
                </a:solidFill>
                <a:latin typeface="Lato" panose="020F0502020204030203" pitchFamily="34" charset="0"/>
                <a:sym typeface="Lato" panose="020F0502020204030203" pitchFamily="34" charset="0"/>
              </a:rPr>
              <a:t> Curabitur a felis eu tellus tincidunt rhoncus. Cras rhoncus diam tortor, id cursus purus faucibus at. Donec at dictum lectus. Fusce felis tellus, volutpat quis venenatis non, adipiscing quis orci. Integer condimentum leo ut erat ultrices mollis. Nunc ut quam adipiscing, elementum enim ac, ullamcorper magna. Curabitur a felis eu tellus tincidunt rhoncus. Cras rhoncus diam tortor, id cursus purus faucibus at. Donec at dictum lectus. Fusce felis tellus, volutpat quis venenatis non, adipiscing quis orci. Integer condimentum leo ut erat ultrices mollis. Nunc ut quam adipiscing, elementum enim ac, ullamcorper magna. Curabitur a felis eu tellus tincidunt rhoncus. Cras rhoncus diam tortor, id cursus purus faucibus at.</a:t>
            </a:r>
          </a:p>
        </p:txBody>
      </p:sp>
      <p:sp>
        <p:nvSpPr>
          <p:cNvPr id="4099"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4780700-BBB2-4E6F-8097-3323D162CB8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a:t>
            </a:fld>
            <a:endParaRPr lang="es-ES" altLang="en-US"/>
          </a:p>
        </p:txBody>
      </p:sp>
      <p:sp>
        <p:nvSpPr>
          <p:cNvPr id="4100" name="AutoShape 4"/>
          <p:cNvSpPr>
            <a:spLocks/>
          </p:cNvSpPr>
          <p:nvPr/>
        </p:nvSpPr>
        <p:spPr bwMode="auto">
          <a:xfrm>
            <a:off x="3302000" y="37290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Introduction</a:t>
            </a:r>
            <a:endParaRPr lang="es-ES" dirty="0">
              <a:solidFill>
                <a:schemeClr val="bg1">
                  <a:lumMod val="95000"/>
                </a:schemeClr>
              </a:solidFill>
              <a:ea typeface="ＭＳ Ｐゴシック" charset="0"/>
            </a:endParaRPr>
          </a:p>
        </p:txBody>
      </p:sp>
      <p:sp>
        <p:nvSpPr>
          <p:cNvPr id="4101" name="AutoShape 5"/>
          <p:cNvSpPr>
            <a:spLocks/>
          </p:cNvSpPr>
          <p:nvPr/>
        </p:nvSpPr>
        <p:spPr bwMode="auto">
          <a:xfrm>
            <a:off x="3289300" y="4813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100"/>
                                        </p:tgtEl>
                                        <p:attrNameLst>
                                          <p:attrName>style.visibility</p:attrName>
                                        </p:attrNameLst>
                                      </p:cBhvr>
                                      <p:to>
                                        <p:strVal val="visible"/>
                                      </p:to>
                                    </p:set>
                                    <p:anim calcmode="lin" valueType="num">
                                      <p:cBhvr additive="base">
                                        <p:cTn id="7" dur="500" fill="hold"/>
                                        <p:tgtEl>
                                          <p:spTgt spid="4100"/>
                                        </p:tgtEl>
                                        <p:attrNameLst>
                                          <p:attrName>ppt_x</p:attrName>
                                        </p:attrNameLst>
                                      </p:cBhvr>
                                      <p:tavLst>
                                        <p:tav tm="0">
                                          <p:val>
                                            <p:strVal val="1+#ppt_w/2"/>
                                          </p:val>
                                        </p:tav>
                                        <p:tav tm="100000">
                                          <p:val>
                                            <p:strVal val="#ppt_x"/>
                                          </p:val>
                                        </p:tav>
                                      </p:tavLst>
                                    </p:anim>
                                    <p:anim calcmode="lin" valueType="num">
                                      <p:cBhvr additive="base">
                                        <p:cTn id="8" dur="500" fill="hold"/>
                                        <p:tgtEl>
                                          <p:spTgt spid="410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101"/>
                                        </p:tgtEl>
                                        <p:attrNameLst>
                                          <p:attrName>style.visibility</p:attrName>
                                        </p:attrNameLst>
                                      </p:cBhvr>
                                      <p:to>
                                        <p:strVal val="visible"/>
                                      </p:to>
                                    </p:set>
                                    <p:anim calcmode="lin" valueType="num">
                                      <p:cBhvr additive="base">
                                        <p:cTn id="12" dur="500" fill="hold"/>
                                        <p:tgtEl>
                                          <p:spTgt spid="4101"/>
                                        </p:tgtEl>
                                        <p:attrNameLst>
                                          <p:attrName>ppt_x</p:attrName>
                                        </p:attrNameLst>
                                      </p:cBhvr>
                                      <p:tavLst>
                                        <p:tav tm="0">
                                          <p:val>
                                            <p:strVal val="1+#ppt_w/2"/>
                                          </p:val>
                                        </p:tav>
                                        <p:tav tm="100000">
                                          <p:val>
                                            <p:strVal val="#ppt_x"/>
                                          </p:val>
                                        </p:tav>
                                      </p:tavLst>
                                    </p:anim>
                                    <p:anim calcmode="lin" valueType="num">
                                      <p:cBhvr additive="base">
                                        <p:cTn id="13" dur="500" fill="hold"/>
                                        <p:tgtEl>
                                          <p:spTgt spid="410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098"/>
                                        </p:tgtEl>
                                        <p:attrNameLst>
                                          <p:attrName>style.visibility</p:attrName>
                                        </p:attrNameLst>
                                      </p:cBhvr>
                                      <p:to>
                                        <p:strVal val="visible"/>
                                      </p:to>
                                    </p:set>
                                    <p:anim calcmode="lin" valueType="num">
                                      <p:cBhvr additive="base">
                                        <p:cTn id="17" dur="500" fill="hold"/>
                                        <p:tgtEl>
                                          <p:spTgt spid="4098"/>
                                        </p:tgtEl>
                                        <p:attrNameLst>
                                          <p:attrName>ppt_x</p:attrName>
                                        </p:attrNameLst>
                                      </p:cBhvr>
                                      <p:tavLst>
                                        <p:tav tm="0">
                                          <p:val>
                                            <p:strVal val="1+#ppt_w/2"/>
                                          </p:val>
                                        </p:tav>
                                        <p:tav tm="100000">
                                          <p:val>
                                            <p:strVal val="#ppt_x"/>
                                          </p:val>
                                        </p:tav>
                                      </p:tavLst>
                                    </p:anim>
                                    <p:anim calcmode="lin" valueType="num">
                                      <p:cBhvr additive="base">
                                        <p:cTn id="1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utoUpdateAnimBg="0"/>
      <p:bldP spid="4100" grpId="0" autoUpdateAnimBg="0"/>
      <p:bldP spid="4101" grpId="0" autoUpdateAnimBg="0"/>
    </p:bldLst>
  </p:timing>
</p:sld>
</file>

<file path=ppt/slides/slide3.xml><?xml version="1.0" encoding="utf-8"?>
<p:sld xmlns:a="http://schemas.openxmlformats.org/drawingml/2006/main" xmlns:r="http://schemas.openxmlformats.org/officeDocument/2006/relationships" xmlns:p="http://schemas.openxmlformats.org/presentationml/2006/main">
  <p:cSld>
    <p:bg bwMode="auto">
      <p:bgPr>
        <a:gradFill>
          <a:gsLst>
            <a:gs pos="0">
              <a:schemeClr val="tx1">
                <a:lumMod val="50000"/>
                <a:lumOff val="50000"/>
              </a:schemeClr>
            </a:gs>
            <a:gs pos="0">
              <a:schemeClr val="tx1">
                <a:lumMod val="85000"/>
                <a:lumOff val="15000"/>
              </a:schemeClr>
            </a:gs>
            <a:gs pos="100000">
              <a:schemeClr val="tx1">
                <a:lumMod val="95000"/>
                <a:lumOff val="5000"/>
              </a:schemeClr>
            </a:gs>
            <a:gs pos="100000">
              <a:schemeClr val="tx1"/>
            </a:gs>
          </a:gsLst>
          <a:path path="circle">
            <a:fillToRect l="50000" t="130000" r="50000" b="-30000"/>
          </a:path>
        </a:gra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2"/>
          </p:nvPr>
        </p:nvSpPr>
        <p:spPr/>
      </p:sp>
      <p:sp>
        <p:nvSpPr>
          <p:cNvPr id="7" name="Text Placeholder 6"/>
          <p:cNvSpPr>
            <a:spLocks noGrp="1"/>
          </p:cNvSpPr>
          <p:nvPr>
            <p:ph type="body" sz="quarter" idx="13"/>
          </p:nvPr>
        </p:nvSpPr>
        <p:spPr>
          <a:xfrm>
            <a:off x="14136217" y="5417840"/>
            <a:ext cx="10247784" cy="3636962"/>
          </a:xfrm>
        </p:spPr>
        <p:txBody>
          <a:bodyPr/>
          <a:lstStyle/>
          <a:p>
            <a:pPr algn="l"/>
            <a:r>
              <a:rPr lang="es-ES" dirty="0"/>
              <a:t>WE ARE </a:t>
            </a:r>
          </a:p>
          <a:p>
            <a:pPr algn="l"/>
            <a:r>
              <a:rPr lang="es-ES" b="1" dirty="0"/>
              <a:t>THE KEY</a:t>
            </a:r>
            <a:endParaRPr lang="es-ES" dirty="0"/>
          </a:p>
          <a:p>
            <a:pPr algn="l"/>
            <a:r>
              <a:rPr lang="es-ES" dirty="0"/>
              <a:t>PRESENTATION</a:t>
            </a:r>
            <a:endParaRPr lang="en-US" dirty="0"/>
          </a:p>
        </p:txBody>
      </p:sp>
    </p:spTree>
  </p:cSld>
  <p:clrMapOvr>
    <a:masterClrMapping/>
  </p:clrMapOvr>
  <p:transition spd="med">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6"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dirty="0" err="1">
                <a:solidFill>
                  <a:srgbClr val="838383"/>
                </a:solidFill>
                <a:latin typeface="Lato" panose="020F0502020204030203" pitchFamily="34" charset="0"/>
                <a:sym typeface="Lato" panose="020F0502020204030203" pitchFamily="34" charset="0"/>
              </a:rPr>
              <a:t>Lorem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ipsum</a:t>
            </a:r>
            <a:r>
              <a:rPr lang="es-ES" altLang="en-US" sz="1800" dirty="0">
                <a:solidFill>
                  <a:srgbClr val="838383"/>
                </a:solidFill>
                <a:latin typeface="Lato" panose="020F0502020204030203" pitchFamily="34" charset="0"/>
                <a:sym typeface="Lato" panose="020F0502020204030203" pitchFamily="34" charset="0"/>
              </a:rPr>
              <a:t> dolor </a:t>
            </a:r>
            <a:r>
              <a:rPr lang="es-ES" altLang="en-US" sz="1800" dirty="0" err="1">
                <a:solidFill>
                  <a:srgbClr val="838383"/>
                </a:solidFill>
                <a:latin typeface="Lato" panose="020F0502020204030203" pitchFamily="34" charset="0"/>
                <a:sym typeface="Lato" panose="020F0502020204030203" pitchFamily="34" charset="0"/>
              </a:rPr>
              <a:t>sit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amet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consectetur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vehicula </a:t>
            </a:r>
            <a:r>
              <a:rPr lang="es-ES" altLang="en-US" sz="1800" dirty="0" err="1">
                <a:solidFill>
                  <a:srgbClr val="838383"/>
                </a:solidFill>
                <a:latin typeface="Lato" panose="020F0502020204030203" pitchFamily="34" charset="0"/>
                <a:sym typeface="Lato" panose="020F0502020204030203" pitchFamily="34" charset="0"/>
              </a:rPr>
              <a:t>ligula</a:t>
            </a:r>
            <a:r>
              <a:rPr lang="es-ES" altLang="en-US" sz="1800" dirty="0">
                <a:solidFill>
                  <a:srgbClr val="838383"/>
                </a:solidFill>
                <a:latin typeface="Lato" panose="020F0502020204030203" pitchFamily="34" charset="0"/>
                <a:sym typeface="Lato" panose="020F0502020204030203" pitchFamily="34" charset="0"/>
              </a:rPr>
              <a:t> ut </a:t>
            </a:r>
            <a:r>
              <a:rPr lang="es-ES" altLang="en-US" sz="1800" dirty="0" err="1">
                <a:solidFill>
                  <a:srgbClr val="838383"/>
                </a:solidFill>
                <a:latin typeface="Lato" panose="020F0502020204030203" pitchFamily="34" charset="0"/>
                <a:sym typeface="Lato" panose="020F0502020204030203" pitchFamily="34" charset="0"/>
              </a:rPr>
              <a:t>faucibus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vestibulum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consequat</a:t>
            </a:r>
            <a:r>
              <a:rPr lang="es-ES" altLang="en-US" sz="1800" dirty="0">
                <a:solidFill>
                  <a:srgbClr val="838383"/>
                </a:solidFill>
                <a:latin typeface="Lato" panose="020F0502020204030203" pitchFamily="34" charset="0"/>
                <a:sym typeface="Lato" panose="020F0502020204030203" pitchFamily="34" charset="0"/>
              </a:rPr>
              <a:t> urna et vehicula. </a:t>
            </a:r>
            <a:r>
              <a:rPr lang="es-ES" altLang="en-US" sz="1800" dirty="0" err="1">
                <a:solidFill>
                  <a:srgbClr val="838383"/>
                </a:solidFill>
                <a:latin typeface="Lato" panose="020F0502020204030203" pitchFamily="34" charset="0"/>
                <a:sym typeface="Lato" panose="020F0502020204030203" pitchFamily="34" charset="0"/>
              </a:rPr>
              <a:t>Suspendisse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feugiat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biben</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egestas</a:t>
            </a:r>
            <a:r>
              <a:rPr lang="es-ES" altLang="en-US" sz="1800" dirty="0">
                <a:solidFill>
                  <a:srgbClr val="838383"/>
                </a:solidFill>
                <a:latin typeface="Lato" panose="020F0502020204030203" pitchFamily="34" charset="0"/>
                <a:sym typeface="Lato" panose="020F0502020204030203" pitchFamily="34" charset="0"/>
              </a:rPr>
              <a:t>. Sed </a:t>
            </a:r>
            <a:r>
              <a:rPr lang="es-ES" altLang="en-US" sz="1800" dirty="0" err="1">
                <a:solidFill>
                  <a:srgbClr val="838383"/>
                </a:solidFill>
                <a:latin typeface="Lato" panose="020F0502020204030203" pitchFamily="34" charset="0"/>
                <a:sym typeface="Lato" panose="020F0502020204030203" pitchFamily="34" charset="0"/>
              </a:rPr>
              <a:t>bibendum</a:t>
            </a:r>
            <a:r>
              <a:rPr lang="es-ES" altLang="en-US" sz="1800" dirty="0">
                <a:solidFill>
                  <a:srgbClr val="838383"/>
                </a:solidFill>
                <a:latin typeface="Lato" panose="020F0502020204030203" pitchFamily="34" charset="0"/>
                <a:sym typeface="Lato" panose="020F0502020204030203" pitchFamily="34" charset="0"/>
              </a:rPr>
              <a:t> urna id </a:t>
            </a:r>
            <a:r>
              <a:rPr lang="es-ES" altLang="en-US" sz="1800" dirty="0" err="1">
                <a:solidFill>
                  <a:srgbClr val="838383"/>
                </a:solidFill>
                <a:latin typeface="Lato" panose="020F0502020204030203" pitchFamily="34" charset="0"/>
                <a:sym typeface="Lato" panose="020F0502020204030203" pitchFamily="34" charset="0"/>
              </a:rPr>
              <a:t>sem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commodoat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dictum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lectus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Fusce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volutpat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venenatis</a:t>
            </a:r>
            <a:r>
              <a:rPr lang="es-ES" altLang="en-US" sz="1800" dirty="0">
                <a:solidFill>
                  <a:srgbClr val="838383"/>
                </a:solidFill>
                <a:latin typeface="Lato" panose="020F0502020204030203" pitchFamily="34" charset="0"/>
                <a:sym typeface="Lato" panose="020F0502020204030203" pitchFamily="34" charset="0"/>
              </a:rPr>
              <a:t> non,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orci</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condimentum</a:t>
            </a:r>
            <a:r>
              <a:rPr lang="es-ES" altLang="en-US" sz="1800" dirty="0">
                <a:solidFill>
                  <a:srgbClr val="838383"/>
                </a:solidFill>
                <a:latin typeface="Lato" panose="020F0502020204030203" pitchFamily="34" charset="0"/>
                <a:sym typeface="Lato" panose="020F0502020204030203" pitchFamily="34" charset="0"/>
              </a:rPr>
              <a:t> leo ut </a:t>
            </a:r>
            <a:r>
              <a:rPr lang="es-ES" altLang="en-US" sz="1800" dirty="0" err="1">
                <a:solidFill>
                  <a:srgbClr val="838383"/>
                </a:solidFill>
                <a:latin typeface="Lato" panose="020F0502020204030203" pitchFamily="34" charset="0"/>
                <a:sym typeface="Lato" panose="020F0502020204030203" pitchFamily="34" charset="0"/>
              </a:rPr>
              <a:t>erat</a:t>
            </a:r>
            <a:r>
              <a:rPr lang="es-ES" altLang="en-US" sz="1800" dirty="0">
                <a:solidFill>
                  <a:srgbClr val="838383"/>
                </a:solidFill>
                <a:latin typeface="Lato" panose="020F0502020204030203" pitchFamily="34" charset="0"/>
                <a:sym typeface="Lato" panose="020F0502020204030203" pitchFamily="34" charset="0"/>
              </a:rPr>
              <a:t> ultrices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Nunc ut </a:t>
            </a:r>
            <a:r>
              <a:rPr lang="es-ES" altLang="en-US" sz="1800" dirty="0" err="1">
                <a:solidFill>
                  <a:srgbClr val="838383"/>
                </a:solidFill>
                <a:latin typeface="Lato" panose="020F0502020204030203" pitchFamily="34" charset="0"/>
                <a:sym typeface="Lato" panose="020F0502020204030203" pitchFamily="34" charset="0"/>
              </a:rPr>
              <a:t>quam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elementum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enim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ac</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ullamcorper</a:t>
            </a:r>
            <a:r>
              <a:rPr lang="es-ES" altLang="en-US" sz="1800" dirty="0">
                <a:solidFill>
                  <a:srgbClr val="838383"/>
                </a:solidFill>
                <a:latin typeface="Lato" panose="020F0502020204030203" pitchFamily="34" charset="0"/>
                <a:sym typeface="Lato" panose="020F0502020204030203" pitchFamily="34" charset="0"/>
              </a:rPr>
              <a:t> magna.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eu</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Cras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diam</a:t>
            </a:r>
            <a:r>
              <a:rPr lang="es-ES" altLang="en-US" sz="1800" dirty="0">
                <a:solidFill>
                  <a:srgbClr val="838383"/>
                </a:solidFill>
                <a:latin typeface="Lato" panose="020F0502020204030203" pitchFamily="34" charset="0"/>
                <a:sym typeface="Lato" panose="020F0502020204030203" pitchFamily="34" charset="0"/>
              </a:rPr>
              <a:t> tortor, id </a:t>
            </a:r>
            <a:r>
              <a:rPr lang="es-ES" altLang="en-US" sz="1800" dirty="0" err="1">
                <a:solidFill>
                  <a:srgbClr val="838383"/>
                </a:solidFill>
                <a:latin typeface="Lato" panose="020F0502020204030203" pitchFamily="34" charset="0"/>
                <a:sym typeface="Lato" panose="020F0502020204030203" pitchFamily="34" charset="0"/>
              </a:rPr>
              <a:t>cursus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purus</a:t>
            </a:r>
            <a:r>
              <a:rPr lang="es-ES" altLang="en-US" sz="1800" dirty="0">
                <a:solidFill>
                  <a:srgbClr val="838383"/>
                </a:solidFill>
                <a:latin typeface="Lato" panose="020F0502020204030203" pitchFamily="34" charset="0"/>
                <a:sym typeface="Lato" panose="020F0502020204030203" pitchFamily="34" charset="0"/>
              </a:rPr>
              <a:t>.</a:t>
            </a:r>
            <a:endParaRPr lang="es-ES" altLang="en-US" dirty="0"/>
          </a:p>
        </p:txBody>
      </p:sp>
      <p:sp>
        <p:nvSpPr>
          <p:cNvPr id="6147"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a:t>
            </a:fld>
            <a:endParaRPr lang="es-ES" altLang="en-US"/>
          </a:p>
        </p:txBody>
      </p:sp>
      <p:sp>
        <p:nvSpPr>
          <p:cNvPr id="6148" name="AutoShape 4"/>
          <p:cNvSpPr>
            <a:spLocks/>
          </p:cNvSpPr>
          <p:nvPr/>
        </p:nvSpPr>
        <p:spPr bwMode="auto">
          <a:xfrm>
            <a:off x="3276600" y="1633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Two</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Columns</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Example</a:t>
            </a:r>
            <a:endParaRPr lang="es-ES" dirty="0">
              <a:solidFill>
                <a:schemeClr val="bg1">
                  <a:lumMod val="95000"/>
                </a:schemeClr>
              </a:solidFill>
              <a:ea typeface="ＭＳ Ｐゴシック" charset="0"/>
            </a:endParaRPr>
          </a:p>
        </p:txBody>
      </p:sp>
      <p:sp>
        <p:nvSpPr>
          <p:cNvPr id="6149"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150" name="AutoShape 6"/>
          <p:cNvSpPr>
            <a:spLocks/>
          </p:cNvSpPr>
          <p:nvPr/>
        </p:nvSpPr>
        <p:spPr bwMode="auto">
          <a:xfrm>
            <a:off x="2222500" y="5248275"/>
            <a:ext cx="19913600" cy="6400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numCol="2" spcCol="540000"/>
          <a:lstStyle/>
          <a:p>
            <a:pPr algn="just" defTabSz="647700">
              <a:lnSpc>
                <a:spcPct val="120000"/>
              </a:lnSpc>
              <a:spcBef>
                <a:spcPts val="3000"/>
              </a:spcBef>
              <a:defRPr/>
            </a:pPr>
            <a:r>
              <a:rPr lang="es-ES" sz="1800" b="1" dirty="0" err="1">
                <a:solidFill>
                  <a:srgbClr val="838383"/>
                </a:solidFill>
                <a:latin typeface="Lato" charset="0"/>
                <a:ea typeface="ＭＳ Ｐゴシック" charset="0"/>
                <a:cs typeface="Lato" charset="0"/>
                <a:sym typeface="Lato" charset="0"/>
              </a:rPr>
              <a:t>Lorem</a:t>
            </a:r>
            <a:r>
              <a:rPr lang="es-ES" sz="1800" b="1" dirty="0">
                <a:solidFill>
                  <a:srgbClr val="838383"/>
                </a:solidFill>
                <a:latin typeface="Lato" charset="0"/>
                <a:ea typeface="ＭＳ Ｐゴシック" charset="0"/>
                <a:cs typeface="Lato" charset="0"/>
                <a:sym typeface="Lato" charset="0"/>
              </a:rPr>
              <a:t> </a:t>
            </a:r>
            <a:r>
              <a:rPr lang="es-ES" sz="1800" b="1" dirty="0" err="1">
                <a:solidFill>
                  <a:srgbClr val="838383"/>
                </a:solidFill>
                <a:latin typeface="Lato" charset="0"/>
                <a:ea typeface="ＭＳ Ｐゴシック" charset="0"/>
                <a:cs typeface="Lato" charset="0"/>
                <a:sym typeface="Lato" charset="0"/>
              </a:rPr>
              <a:t>ipsum</a:t>
            </a:r>
            <a:r>
              <a:rPr lang="es-ES" sz="1800" b="1" dirty="0">
                <a:solidFill>
                  <a:srgbClr val="838383"/>
                </a:solidFill>
                <a:latin typeface="Lato" charset="0"/>
                <a:ea typeface="ＭＳ Ｐゴシック" charset="0"/>
                <a:cs typeface="Lato" charset="0"/>
                <a:sym typeface="Lato" charset="0"/>
              </a:rPr>
              <a:t> dolor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sit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a:t>
            </a:r>
            <a:endParaRPr lang="es-ES" sz="1800" dirty="0">
              <a:solidFill>
                <a:srgbClr val="838383"/>
              </a:solidFill>
              <a:latin typeface="Lato" charset="0"/>
              <a:ea typeface="ＭＳ Ｐゴシック" charset="0"/>
              <a:cs typeface="Lato" charset="0"/>
              <a:sym typeface="Lato" charset="0"/>
            </a:endParaRP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p>
          <a:p>
            <a:pPr algn="just" defTabSz="647700">
              <a:lnSpc>
                <a:spcPct val="120000"/>
              </a:lnSpc>
              <a:spcBef>
                <a:spcPts val="3000"/>
              </a:spcBef>
              <a:defRPr/>
            </a:pP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a:t>
            </a:r>
            <a:endParaRPr lang="es-ES" sz="1800" dirty="0">
              <a:solidFill>
                <a:srgbClr val="838383"/>
              </a:solidFill>
              <a:latin typeface="Lato" charset="0"/>
              <a:ea typeface="ＭＳ Ｐゴシック" charset="0"/>
              <a:cs typeface="Lato" charset="0"/>
              <a:sym typeface="Lato" charset="0"/>
            </a:endParaRPr>
          </a:p>
          <a:p>
            <a:pPr algn="just" defTabSz="647700">
              <a:lnSpc>
                <a:spcPct val="120000"/>
              </a:lnSpc>
              <a:spcBef>
                <a:spcPts val="3000"/>
              </a:spcBef>
              <a:defRPr/>
            </a:pPr>
            <a:endParaRPr lang="es-ES" sz="1800" dirty="0">
              <a:solidFill>
                <a:srgbClr val="838383"/>
              </a:solidFill>
              <a:latin typeface="Lato" charset="0"/>
              <a:ea typeface="ＭＳ Ｐゴシック" charset="0"/>
              <a:cs typeface="Lato" charset="0"/>
              <a:sym typeface="Lato"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9"/>
                                        </p:tgtEl>
                                        <p:attrNameLst>
                                          <p:attrName>style.visibility</p:attrName>
                                        </p:attrNameLst>
                                      </p:cBhvr>
                                      <p:to>
                                        <p:strVal val="visible"/>
                                      </p:to>
                                    </p:set>
                                    <p:anim calcmode="lin" valueType="num">
                                      <p:cBhvr additive="base">
                                        <p:cTn id="12" dur="500" fill="hold"/>
                                        <p:tgtEl>
                                          <p:spTgt spid="6149"/>
                                        </p:tgtEl>
                                        <p:attrNameLst>
                                          <p:attrName>ppt_x</p:attrName>
                                        </p:attrNameLst>
                                      </p:cBhvr>
                                      <p:tavLst>
                                        <p:tav tm="0">
                                          <p:val>
                                            <p:strVal val="1+#ppt_w/2"/>
                                          </p:val>
                                        </p:tav>
                                        <p:tav tm="100000">
                                          <p:val>
                                            <p:strVal val="#ppt_x"/>
                                          </p:val>
                                        </p:tav>
                                      </p:tavLst>
                                    </p:anim>
                                    <p:anim calcmode="lin" valueType="num">
                                      <p:cBhvr additive="base">
                                        <p:cTn id="13" dur="500" fill="hold"/>
                                        <p:tgtEl>
                                          <p:spTgt spid="614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146"/>
                                        </p:tgtEl>
                                        <p:attrNameLst>
                                          <p:attrName>style.visibility</p:attrName>
                                        </p:attrNameLst>
                                      </p:cBhvr>
                                      <p:to>
                                        <p:strVal val="visible"/>
                                      </p:to>
                                    </p:set>
                                    <p:anim calcmode="lin" valueType="num">
                                      <p:cBhvr additive="base">
                                        <p:cTn id="17" dur="500" fill="hold"/>
                                        <p:tgtEl>
                                          <p:spTgt spid="6146"/>
                                        </p:tgtEl>
                                        <p:attrNameLst>
                                          <p:attrName>ppt_x</p:attrName>
                                        </p:attrNameLst>
                                      </p:cBhvr>
                                      <p:tavLst>
                                        <p:tav tm="0">
                                          <p:val>
                                            <p:strVal val="1+#ppt_w/2"/>
                                          </p:val>
                                        </p:tav>
                                        <p:tav tm="100000">
                                          <p:val>
                                            <p:strVal val="#ppt_x"/>
                                          </p:val>
                                        </p:tav>
                                      </p:tavLst>
                                    </p:anim>
                                    <p:anim calcmode="lin" valueType="num">
                                      <p:cBhvr additive="base">
                                        <p:cTn id="18" dur="500" fill="hold"/>
                                        <p:tgtEl>
                                          <p:spTgt spid="614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6150"/>
                                        </p:tgtEl>
                                        <p:attrNameLst>
                                          <p:attrName>style.visibility</p:attrName>
                                        </p:attrNameLst>
                                      </p:cBhvr>
                                      <p:to>
                                        <p:strVal val="visible"/>
                                      </p:to>
                                    </p:set>
                                    <p:anim calcmode="lin" valueType="num">
                                      <p:cBhvr additive="base">
                                        <p:cTn id="22" dur="500" fill="hold"/>
                                        <p:tgtEl>
                                          <p:spTgt spid="6150"/>
                                        </p:tgtEl>
                                        <p:attrNameLst>
                                          <p:attrName>ppt_x</p:attrName>
                                        </p:attrNameLst>
                                      </p:cBhvr>
                                      <p:tavLst>
                                        <p:tav tm="0">
                                          <p:val>
                                            <p:strVal val="0-#ppt_w/2"/>
                                          </p:val>
                                        </p:tav>
                                        <p:tav tm="100000">
                                          <p:val>
                                            <p:strVal val="#ppt_x"/>
                                          </p:val>
                                        </p:tav>
                                      </p:tavLst>
                                    </p:anim>
                                    <p:anim calcmode="lin" valueType="num">
                                      <p:cBhvr additive="base">
                                        <p:cTn id="23" dur="500" fill="hold"/>
                                        <p:tgtEl>
                                          <p:spTgt spid="61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 grpId="0" autoUpdateAnimBg="0"/>
      <p:bldP spid="6148" grpId="0" autoUpdateAnimBg="0"/>
      <p:bldP spid="6149" grpId="0" autoUpdateAnimBg="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7171" name="AutoShape 3"/>
          <p:cNvSpPr>
            <a:spLocks/>
          </p:cNvSpPr>
          <p:nvPr/>
        </p:nvSpPr>
        <p:spPr bwMode="auto">
          <a:xfrm>
            <a:off x="225742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10709ED-DB86-4353-B31B-00FA70D31D92}"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a:t>
            </a:fld>
            <a:endParaRPr lang="es-ES" altLang="en-US"/>
          </a:p>
        </p:txBody>
      </p:sp>
      <p:sp>
        <p:nvSpPr>
          <p:cNvPr id="7172" name="AutoShape 4"/>
          <p:cNvSpPr>
            <a:spLocks/>
          </p:cNvSpPr>
          <p:nvPr/>
        </p:nvSpPr>
        <p:spPr bwMode="auto">
          <a:xfrm>
            <a:off x="3276600" y="1633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chemeClr val="bg1">
                    <a:lumMod val="95000"/>
                  </a:schemeClr>
                </a:solidFill>
                <a:latin typeface="Lato" charset="0"/>
                <a:ea typeface="ＭＳ Ｐゴシック" charset="0"/>
                <a:cs typeface="Lato" charset="0"/>
                <a:sym typeface="Lato" charset="0"/>
              </a:rPr>
              <a:t>Three Columns Example</a:t>
            </a:r>
            <a:endParaRPr lang="es-ES">
              <a:solidFill>
                <a:schemeClr val="bg1">
                  <a:lumMod val="95000"/>
                </a:schemeClr>
              </a:solidFill>
              <a:ea typeface="ＭＳ Ｐゴシック" charset="0"/>
            </a:endParaRPr>
          </a:p>
        </p:txBody>
      </p:sp>
      <p:sp>
        <p:nvSpPr>
          <p:cNvPr id="7173"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7174" name="AutoShape 6"/>
          <p:cNvSpPr>
            <a:spLocks/>
          </p:cNvSpPr>
          <p:nvPr/>
        </p:nvSpPr>
        <p:spPr bwMode="auto">
          <a:xfrm>
            <a:off x="1750840" y="5057800"/>
            <a:ext cx="19913600" cy="6400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numCol="3" spcCol="360000"/>
          <a:lstStyle/>
          <a:p>
            <a:pPr algn="just" defTabSz="647700">
              <a:lnSpc>
                <a:spcPct val="120000"/>
              </a:lnSpc>
              <a:spcBef>
                <a:spcPts val="3000"/>
              </a:spcBef>
              <a:defRPr/>
            </a:pPr>
            <a:r>
              <a:rPr lang="es-ES" sz="1800" b="1" dirty="0" err="1">
                <a:solidFill>
                  <a:srgbClr val="838383"/>
                </a:solidFill>
                <a:latin typeface="Lato" charset="0"/>
                <a:ea typeface="ＭＳ Ｐゴシック" charset="0"/>
                <a:cs typeface="Lato" charset="0"/>
                <a:sym typeface="Lato" charset="0"/>
              </a:rPr>
              <a:t>Lorem</a:t>
            </a:r>
            <a:r>
              <a:rPr lang="es-ES" sz="1800" b="1" dirty="0">
                <a:solidFill>
                  <a:srgbClr val="838383"/>
                </a:solidFill>
                <a:latin typeface="Lato" charset="0"/>
                <a:ea typeface="ＭＳ Ｐゴシック" charset="0"/>
                <a:cs typeface="Lato" charset="0"/>
                <a:sym typeface="Lato" charset="0"/>
              </a:rPr>
              <a:t> </a:t>
            </a:r>
            <a:r>
              <a:rPr lang="es-ES" sz="1800" b="1" dirty="0" err="1">
                <a:solidFill>
                  <a:srgbClr val="838383"/>
                </a:solidFill>
                <a:latin typeface="Lato" charset="0"/>
                <a:ea typeface="ＭＳ Ｐゴシック" charset="0"/>
                <a:cs typeface="Lato" charset="0"/>
                <a:sym typeface="Lato" charset="0"/>
              </a:rPr>
              <a:t>ipsum</a:t>
            </a:r>
            <a:r>
              <a:rPr lang="es-ES" sz="1800" b="1" dirty="0">
                <a:solidFill>
                  <a:srgbClr val="838383"/>
                </a:solidFill>
                <a:latin typeface="Lato" charset="0"/>
                <a:ea typeface="ＭＳ Ｐゴシック" charset="0"/>
                <a:cs typeface="Lato" charset="0"/>
                <a:sym typeface="Lato" charset="0"/>
              </a:rPr>
              <a:t> dolor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sit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a:t>
            </a:r>
            <a:endParaRPr lang="es-ES" sz="1800" dirty="0">
              <a:solidFill>
                <a:srgbClr val="838383"/>
              </a:solidFill>
              <a:latin typeface="Lato" charset="0"/>
              <a:ea typeface="ＭＳ Ｐゴシック" charset="0"/>
              <a:cs typeface="Lato" charset="0"/>
              <a:sym typeface="Lato" charset="0"/>
            </a:endParaRP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172"/>
                                        </p:tgtEl>
                                        <p:attrNameLst>
                                          <p:attrName>style.visibility</p:attrName>
                                        </p:attrNameLst>
                                      </p:cBhvr>
                                      <p:to>
                                        <p:strVal val="visible"/>
                                      </p:to>
                                    </p:set>
                                    <p:anim calcmode="lin" valueType="num">
                                      <p:cBhvr additive="base">
                                        <p:cTn id="7" dur="500" fill="hold"/>
                                        <p:tgtEl>
                                          <p:spTgt spid="7172"/>
                                        </p:tgtEl>
                                        <p:attrNameLst>
                                          <p:attrName>ppt_x</p:attrName>
                                        </p:attrNameLst>
                                      </p:cBhvr>
                                      <p:tavLst>
                                        <p:tav tm="0">
                                          <p:val>
                                            <p:strVal val="1+#ppt_w/2"/>
                                          </p:val>
                                        </p:tav>
                                        <p:tav tm="100000">
                                          <p:val>
                                            <p:strVal val="#ppt_x"/>
                                          </p:val>
                                        </p:tav>
                                      </p:tavLst>
                                    </p:anim>
                                    <p:anim calcmode="lin" valueType="num">
                                      <p:cBhvr additive="base">
                                        <p:cTn id="8" dur="500" fill="hold"/>
                                        <p:tgtEl>
                                          <p:spTgt spid="717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7173"/>
                                        </p:tgtEl>
                                        <p:attrNameLst>
                                          <p:attrName>style.visibility</p:attrName>
                                        </p:attrNameLst>
                                      </p:cBhvr>
                                      <p:to>
                                        <p:strVal val="visible"/>
                                      </p:to>
                                    </p:set>
                                    <p:anim calcmode="lin" valueType="num">
                                      <p:cBhvr additive="base">
                                        <p:cTn id="12" dur="500" fill="hold"/>
                                        <p:tgtEl>
                                          <p:spTgt spid="7173"/>
                                        </p:tgtEl>
                                        <p:attrNameLst>
                                          <p:attrName>ppt_x</p:attrName>
                                        </p:attrNameLst>
                                      </p:cBhvr>
                                      <p:tavLst>
                                        <p:tav tm="0">
                                          <p:val>
                                            <p:strVal val="1+#ppt_w/2"/>
                                          </p:val>
                                        </p:tav>
                                        <p:tav tm="100000">
                                          <p:val>
                                            <p:strVal val="#ppt_x"/>
                                          </p:val>
                                        </p:tav>
                                      </p:tavLst>
                                    </p:anim>
                                    <p:anim calcmode="lin" valueType="num">
                                      <p:cBhvr additive="base">
                                        <p:cTn id="13" dur="500" fill="hold"/>
                                        <p:tgtEl>
                                          <p:spTgt spid="717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7170"/>
                                        </p:tgtEl>
                                        <p:attrNameLst>
                                          <p:attrName>style.visibility</p:attrName>
                                        </p:attrNameLst>
                                      </p:cBhvr>
                                      <p:to>
                                        <p:strVal val="visible"/>
                                      </p:to>
                                    </p:set>
                                    <p:anim calcmode="lin" valueType="num">
                                      <p:cBhvr additive="base">
                                        <p:cTn id="17" dur="500" fill="hold"/>
                                        <p:tgtEl>
                                          <p:spTgt spid="7170"/>
                                        </p:tgtEl>
                                        <p:attrNameLst>
                                          <p:attrName>ppt_x</p:attrName>
                                        </p:attrNameLst>
                                      </p:cBhvr>
                                      <p:tavLst>
                                        <p:tav tm="0">
                                          <p:val>
                                            <p:strVal val="1+#ppt_w/2"/>
                                          </p:val>
                                        </p:tav>
                                        <p:tav tm="100000">
                                          <p:val>
                                            <p:strVal val="#ppt_x"/>
                                          </p:val>
                                        </p:tav>
                                      </p:tavLst>
                                    </p:anim>
                                    <p:anim calcmode="lin" valueType="num">
                                      <p:cBhvr additive="base">
                                        <p:cTn id="18" dur="500" fill="hold"/>
                                        <p:tgtEl>
                                          <p:spTgt spid="717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7174"/>
                                        </p:tgtEl>
                                        <p:attrNameLst>
                                          <p:attrName>style.visibility</p:attrName>
                                        </p:attrNameLst>
                                      </p:cBhvr>
                                      <p:to>
                                        <p:strVal val="visible"/>
                                      </p:to>
                                    </p:set>
                                    <p:anim calcmode="lin" valueType="num">
                                      <p:cBhvr additive="base">
                                        <p:cTn id="22" dur="500" fill="hold"/>
                                        <p:tgtEl>
                                          <p:spTgt spid="7174"/>
                                        </p:tgtEl>
                                        <p:attrNameLst>
                                          <p:attrName>ppt_x</p:attrName>
                                        </p:attrNameLst>
                                      </p:cBhvr>
                                      <p:tavLst>
                                        <p:tav tm="0">
                                          <p:val>
                                            <p:strVal val="0-#ppt_w/2"/>
                                          </p:val>
                                        </p:tav>
                                        <p:tav tm="100000">
                                          <p:val>
                                            <p:strVal val="#ppt_x"/>
                                          </p:val>
                                        </p:tav>
                                      </p:tavLst>
                                    </p:anim>
                                    <p:anim calcmode="lin" valueType="num">
                                      <p:cBhvr additive="base">
                                        <p:cTn id="23" dur="500" fill="hold"/>
                                        <p:tgtEl>
                                          <p:spTgt spid="717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0" grpId="0" autoUpdateAnimBg="0"/>
      <p:bldP spid="7172" grpId="0" autoUpdateAnimBg="0"/>
      <p:bldP spid="7173" grpId="0"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8194" name="AutoShape 2"/>
          <p:cNvSpPr>
            <a:spLocks/>
          </p:cNvSpPr>
          <p:nvPr/>
        </p:nvSpPr>
        <p:spPr bwMode="auto">
          <a:xfrm>
            <a:off x="2247900" y="3584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8195"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2D32952-F6F6-4BBD-9A5B-4342E829ED5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a:t>
            </a:fld>
            <a:endParaRPr lang="es-ES" altLang="en-US"/>
          </a:p>
        </p:txBody>
      </p:sp>
      <p:sp>
        <p:nvSpPr>
          <p:cNvPr id="8196" name="AutoShape 4"/>
          <p:cNvSpPr>
            <a:spLocks/>
          </p:cNvSpPr>
          <p:nvPr/>
        </p:nvSpPr>
        <p:spPr bwMode="auto">
          <a:xfrm>
            <a:off x="3289300" y="1747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chemeClr val="bg1">
                    <a:lumMod val="95000"/>
                  </a:schemeClr>
                </a:solidFill>
                <a:latin typeface="Lato" charset="0"/>
                <a:ea typeface="ＭＳ Ｐゴシック" charset="0"/>
                <a:cs typeface="Lato" charset="0"/>
                <a:sym typeface="Lato" charset="0"/>
              </a:rPr>
              <a:t>Our Team</a:t>
            </a:r>
            <a:endParaRPr lang="es-ES">
              <a:solidFill>
                <a:schemeClr val="bg1">
                  <a:lumMod val="95000"/>
                </a:schemeClr>
              </a:solidFill>
              <a:ea typeface="ＭＳ Ｐゴシック" charset="0"/>
            </a:endParaRPr>
          </a:p>
        </p:txBody>
      </p:sp>
      <p:sp>
        <p:nvSpPr>
          <p:cNvPr id="8197" name="AutoShape 5"/>
          <p:cNvSpPr>
            <a:spLocks/>
          </p:cNvSpPr>
          <p:nvPr/>
        </p:nvSpPr>
        <p:spPr bwMode="auto">
          <a:xfrm>
            <a:off x="3302000" y="2781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8198" name="AutoShape 6"/>
          <p:cNvSpPr>
            <a:spLocks/>
          </p:cNvSpPr>
          <p:nvPr/>
        </p:nvSpPr>
        <p:spPr bwMode="auto">
          <a:xfrm>
            <a:off x="3149600" y="102727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199" name="AutoShape 7"/>
          <p:cNvSpPr>
            <a:spLocks/>
          </p:cNvSpPr>
          <p:nvPr/>
        </p:nvSpPr>
        <p:spPr bwMode="auto">
          <a:xfrm>
            <a:off x="8064500" y="103235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200" name="AutoShape 8"/>
          <p:cNvSpPr>
            <a:spLocks/>
          </p:cNvSpPr>
          <p:nvPr/>
        </p:nvSpPr>
        <p:spPr bwMode="auto">
          <a:xfrm>
            <a:off x="12801600" y="103235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201" name="AutoShape 9"/>
          <p:cNvSpPr>
            <a:spLocks/>
          </p:cNvSpPr>
          <p:nvPr/>
        </p:nvSpPr>
        <p:spPr bwMode="auto">
          <a:xfrm>
            <a:off x="17449800" y="103235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218" name="AutoShape 26"/>
          <p:cNvSpPr>
            <a:spLocks/>
          </p:cNvSpPr>
          <p:nvPr/>
        </p:nvSpPr>
        <p:spPr bwMode="auto">
          <a:xfrm>
            <a:off x="33020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Lizeth Rivera</a:t>
            </a:r>
            <a:endParaRPr lang="es-ES">
              <a:solidFill>
                <a:schemeClr val="bg1">
                  <a:lumMod val="95000"/>
                </a:schemeClr>
              </a:solidFill>
              <a:ea typeface="ＭＳ Ｐゴシック" charset="0"/>
            </a:endParaRPr>
          </a:p>
        </p:txBody>
      </p:sp>
      <p:sp>
        <p:nvSpPr>
          <p:cNvPr id="8219" name="AutoShape 27"/>
          <p:cNvSpPr>
            <a:spLocks/>
          </p:cNvSpPr>
          <p:nvPr/>
        </p:nvSpPr>
        <p:spPr bwMode="auto">
          <a:xfrm>
            <a:off x="82677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Gaby Sifontes</a:t>
            </a:r>
            <a:endParaRPr lang="es-ES">
              <a:solidFill>
                <a:schemeClr val="bg1">
                  <a:lumMod val="95000"/>
                </a:schemeClr>
              </a:solidFill>
              <a:ea typeface="ＭＳ Ｐゴシック" charset="0"/>
            </a:endParaRPr>
          </a:p>
        </p:txBody>
      </p:sp>
      <p:sp>
        <p:nvSpPr>
          <p:cNvPr id="8220" name="AutoShape 28"/>
          <p:cNvSpPr>
            <a:spLocks/>
          </p:cNvSpPr>
          <p:nvPr/>
        </p:nvSpPr>
        <p:spPr bwMode="auto">
          <a:xfrm>
            <a:off x="130048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err="1">
                <a:solidFill>
                  <a:schemeClr val="bg1">
                    <a:lumMod val="95000"/>
                  </a:schemeClr>
                </a:solidFill>
                <a:latin typeface="Lato" charset="0"/>
                <a:ea typeface="ＭＳ Ｐゴシック" charset="0"/>
                <a:cs typeface="Lato" charset="0"/>
                <a:sym typeface="Lato" charset="0"/>
              </a:rPr>
              <a:t>Sofia</a:t>
            </a:r>
            <a:r>
              <a:rPr lang="es-ES" sz="2300" b="1" dirty="0">
                <a:solidFill>
                  <a:schemeClr val="bg1">
                    <a:lumMod val="95000"/>
                  </a:schemeClr>
                </a:solidFill>
                <a:latin typeface="Lato" charset="0"/>
                <a:ea typeface="ＭＳ Ｐゴシック" charset="0"/>
                <a:cs typeface="Lato" charset="0"/>
                <a:sym typeface="Lato" charset="0"/>
              </a:rPr>
              <a:t> </a:t>
            </a:r>
            <a:r>
              <a:rPr lang="es-ES" sz="2300" b="1" dirty="0" err="1">
                <a:solidFill>
                  <a:schemeClr val="bg1">
                    <a:lumMod val="95000"/>
                  </a:schemeClr>
                </a:solidFill>
                <a:latin typeface="Lato" charset="0"/>
                <a:ea typeface="ＭＳ Ｐゴシック" charset="0"/>
                <a:cs typeface="Lato" charset="0"/>
                <a:sym typeface="Lato" charset="0"/>
              </a:rPr>
              <a:t>Abud</a:t>
            </a:r>
            <a:endParaRPr lang="es-ES" dirty="0">
              <a:solidFill>
                <a:schemeClr val="bg1">
                  <a:lumMod val="95000"/>
                </a:schemeClr>
              </a:solidFill>
              <a:ea typeface="ＭＳ Ｐゴシック" charset="0"/>
            </a:endParaRPr>
          </a:p>
        </p:txBody>
      </p:sp>
      <p:sp>
        <p:nvSpPr>
          <p:cNvPr id="8221" name="AutoShape 29"/>
          <p:cNvSpPr>
            <a:spLocks/>
          </p:cNvSpPr>
          <p:nvPr/>
        </p:nvSpPr>
        <p:spPr bwMode="auto">
          <a:xfrm>
            <a:off x="176657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Neidy With</a:t>
            </a:r>
            <a:endParaRPr lang="es-ES">
              <a:solidFill>
                <a:schemeClr val="bg1">
                  <a:lumMod val="95000"/>
                </a:schemeClr>
              </a:solidFill>
              <a:ea typeface="ＭＳ Ｐゴシック" charset="0"/>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8196"/>
                                        </p:tgtEl>
                                        <p:attrNameLst>
                                          <p:attrName>style.visibility</p:attrName>
                                        </p:attrNameLst>
                                      </p:cBhvr>
                                      <p:to>
                                        <p:strVal val="visible"/>
                                      </p:to>
                                    </p:set>
                                    <p:anim calcmode="lin" valueType="num">
                                      <p:cBhvr additive="base">
                                        <p:cTn id="7" dur="500" fill="hold"/>
                                        <p:tgtEl>
                                          <p:spTgt spid="8196"/>
                                        </p:tgtEl>
                                        <p:attrNameLst>
                                          <p:attrName>ppt_x</p:attrName>
                                        </p:attrNameLst>
                                      </p:cBhvr>
                                      <p:tavLst>
                                        <p:tav tm="0">
                                          <p:val>
                                            <p:strVal val="1+#ppt_w/2"/>
                                          </p:val>
                                        </p:tav>
                                        <p:tav tm="100000">
                                          <p:val>
                                            <p:strVal val="#ppt_x"/>
                                          </p:val>
                                        </p:tav>
                                      </p:tavLst>
                                    </p:anim>
                                    <p:anim calcmode="lin" valueType="num">
                                      <p:cBhvr additive="base">
                                        <p:cTn id="8" dur="500" fill="hold"/>
                                        <p:tgtEl>
                                          <p:spTgt spid="81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8197"/>
                                        </p:tgtEl>
                                        <p:attrNameLst>
                                          <p:attrName>style.visibility</p:attrName>
                                        </p:attrNameLst>
                                      </p:cBhvr>
                                      <p:to>
                                        <p:strVal val="visible"/>
                                      </p:to>
                                    </p:set>
                                    <p:anim calcmode="lin" valueType="num">
                                      <p:cBhvr additive="base">
                                        <p:cTn id="12" dur="500" fill="hold"/>
                                        <p:tgtEl>
                                          <p:spTgt spid="8197"/>
                                        </p:tgtEl>
                                        <p:attrNameLst>
                                          <p:attrName>ppt_x</p:attrName>
                                        </p:attrNameLst>
                                      </p:cBhvr>
                                      <p:tavLst>
                                        <p:tav tm="0">
                                          <p:val>
                                            <p:strVal val="1+#ppt_w/2"/>
                                          </p:val>
                                        </p:tav>
                                        <p:tav tm="100000">
                                          <p:val>
                                            <p:strVal val="#ppt_x"/>
                                          </p:val>
                                        </p:tav>
                                      </p:tavLst>
                                    </p:anim>
                                    <p:anim calcmode="lin" valueType="num">
                                      <p:cBhvr additive="base">
                                        <p:cTn id="13" dur="500" fill="hold"/>
                                        <p:tgtEl>
                                          <p:spTgt spid="819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8194"/>
                                        </p:tgtEl>
                                        <p:attrNameLst>
                                          <p:attrName>style.visibility</p:attrName>
                                        </p:attrNameLst>
                                      </p:cBhvr>
                                      <p:to>
                                        <p:strVal val="visible"/>
                                      </p:to>
                                    </p:set>
                                    <p:anim calcmode="lin" valueType="num">
                                      <p:cBhvr additive="base">
                                        <p:cTn id="17" dur="500" fill="hold"/>
                                        <p:tgtEl>
                                          <p:spTgt spid="8194"/>
                                        </p:tgtEl>
                                        <p:attrNameLst>
                                          <p:attrName>ppt_x</p:attrName>
                                        </p:attrNameLst>
                                      </p:cBhvr>
                                      <p:tavLst>
                                        <p:tav tm="0">
                                          <p:val>
                                            <p:strVal val="1+#ppt_w/2"/>
                                          </p:val>
                                        </p:tav>
                                        <p:tav tm="100000">
                                          <p:val>
                                            <p:strVal val="#ppt_x"/>
                                          </p:val>
                                        </p:tav>
                                      </p:tavLst>
                                    </p:anim>
                                    <p:anim calcmode="lin" valueType="num">
                                      <p:cBhvr additive="base">
                                        <p:cTn id="18" dur="500" fill="hold"/>
                                        <p:tgtEl>
                                          <p:spTgt spid="819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8218"/>
                                        </p:tgtEl>
                                        <p:attrNameLst>
                                          <p:attrName>style.visibility</p:attrName>
                                        </p:attrNameLst>
                                      </p:cBhvr>
                                      <p:to>
                                        <p:strVal val="visible"/>
                                      </p:to>
                                    </p:set>
                                    <p:anim calcmode="lin" valueType="num">
                                      <p:cBhvr additive="base">
                                        <p:cTn id="22" dur="500" fill="hold"/>
                                        <p:tgtEl>
                                          <p:spTgt spid="8218"/>
                                        </p:tgtEl>
                                        <p:attrNameLst>
                                          <p:attrName>ppt_x</p:attrName>
                                        </p:attrNameLst>
                                      </p:cBhvr>
                                      <p:tavLst>
                                        <p:tav tm="0">
                                          <p:val>
                                            <p:strVal val="#ppt_x"/>
                                          </p:val>
                                        </p:tav>
                                        <p:tav tm="100000">
                                          <p:val>
                                            <p:strVal val="#ppt_x"/>
                                          </p:val>
                                        </p:tav>
                                      </p:tavLst>
                                    </p:anim>
                                    <p:anim calcmode="lin" valueType="num">
                                      <p:cBhvr additive="base">
                                        <p:cTn id="23" dur="500" fill="hold"/>
                                        <p:tgtEl>
                                          <p:spTgt spid="8218"/>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8219"/>
                                        </p:tgtEl>
                                        <p:attrNameLst>
                                          <p:attrName>style.visibility</p:attrName>
                                        </p:attrNameLst>
                                      </p:cBhvr>
                                      <p:to>
                                        <p:strVal val="visible"/>
                                      </p:to>
                                    </p:set>
                                    <p:anim calcmode="lin" valueType="num">
                                      <p:cBhvr additive="base">
                                        <p:cTn id="27" dur="500" fill="hold"/>
                                        <p:tgtEl>
                                          <p:spTgt spid="8219"/>
                                        </p:tgtEl>
                                        <p:attrNameLst>
                                          <p:attrName>ppt_x</p:attrName>
                                        </p:attrNameLst>
                                      </p:cBhvr>
                                      <p:tavLst>
                                        <p:tav tm="0">
                                          <p:val>
                                            <p:strVal val="#ppt_x"/>
                                          </p:val>
                                        </p:tav>
                                        <p:tav tm="100000">
                                          <p:val>
                                            <p:strVal val="#ppt_x"/>
                                          </p:val>
                                        </p:tav>
                                      </p:tavLst>
                                    </p:anim>
                                    <p:anim calcmode="lin" valueType="num">
                                      <p:cBhvr additive="base">
                                        <p:cTn id="28" dur="500" fill="hold"/>
                                        <p:tgtEl>
                                          <p:spTgt spid="8219"/>
                                        </p:tgtEl>
                                        <p:attrNameLst>
                                          <p:attrName>ppt_y</p:attrName>
                                        </p:attrNameLst>
                                      </p:cBhvr>
                                      <p:tavLst>
                                        <p:tav tm="0">
                                          <p:val>
                                            <p:strVal val="1+#ppt_h/2"/>
                                          </p:val>
                                        </p:tav>
                                        <p:tav tm="100000">
                                          <p:val>
                                            <p:strVal val="#ppt_y"/>
                                          </p:val>
                                        </p:tav>
                                      </p:tavLst>
                                    </p:anim>
                                  </p:childTnLst>
                                </p:cTn>
                              </p:par>
                            </p:childTnLst>
                          </p:cTn>
                        </p:par>
                        <p:par>
                          <p:cTn id="29" fill="hold" nodeType="afterGroup">
                            <p:stCondLst>
                              <p:cond delay="2500"/>
                            </p:stCondLst>
                            <p:childTnLst>
                              <p:par>
                                <p:cTn id="30" presetID="2" presetClass="entr" presetSubtype="4" fill="hold" grpId="0" nodeType="afterEffect">
                                  <p:stCondLst>
                                    <p:cond delay="0"/>
                                  </p:stCondLst>
                                  <p:childTnLst>
                                    <p:set>
                                      <p:cBhvr>
                                        <p:cTn id="31" dur="1" fill="hold">
                                          <p:stCondLst>
                                            <p:cond delay="0"/>
                                          </p:stCondLst>
                                        </p:cTn>
                                        <p:tgtEl>
                                          <p:spTgt spid="8220"/>
                                        </p:tgtEl>
                                        <p:attrNameLst>
                                          <p:attrName>style.visibility</p:attrName>
                                        </p:attrNameLst>
                                      </p:cBhvr>
                                      <p:to>
                                        <p:strVal val="visible"/>
                                      </p:to>
                                    </p:set>
                                    <p:anim calcmode="lin" valueType="num">
                                      <p:cBhvr additive="base">
                                        <p:cTn id="32" dur="500" fill="hold"/>
                                        <p:tgtEl>
                                          <p:spTgt spid="8220"/>
                                        </p:tgtEl>
                                        <p:attrNameLst>
                                          <p:attrName>ppt_x</p:attrName>
                                        </p:attrNameLst>
                                      </p:cBhvr>
                                      <p:tavLst>
                                        <p:tav tm="0">
                                          <p:val>
                                            <p:strVal val="#ppt_x"/>
                                          </p:val>
                                        </p:tav>
                                        <p:tav tm="100000">
                                          <p:val>
                                            <p:strVal val="#ppt_x"/>
                                          </p:val>
                                        </p:tav>
                                      </p:tavLst>
                                    </p:anim>
                                    <p:anim calcmode="lin" valueType="num">
                                      <p:cBhvr additive="base">
                                        <p:cTn id="33" dur="500" fill="hold"/>
                                        <p:tgtEl>
                                          <p:spTgt spid="8220"/>
                                        </p:tgtEl>
                                        <p:attrNameLst>
                                          <p:attrName>ppt_y</p:attrName>
                                        </p:attrNameLst>
                                      </p:cBhvr>
                                      <p:tavLst>
                                        <p:tav tm="0">
                                          <p:val>
                                            <p:strVal val="1+#ppt_h/2"/>
                                          </p:val>
                                        </p:tav>
                                        <p:tav tm="100000">
                                          <p:val>
                                            <p:strVal val="#ppt_y"/>
                                          </p:val>
                                        </p:tav>
                                      </p:tavLst>
                                    </p:anim>
                                  </p:childTnLst>
                                </p:cTn>
                              </p:par>
                            </p:childTnLst>
                          </p:cTn>
                        </p:par>
                        <p:par>
                          <p:cTn id="34" fill="hold" nodeType="afterGroup">
                            <p:stCondLst>
                              <p:cond delay="3000"/>
                            </p:stCondLst>
                            <p:childTnLst>
                              <p:par>
                                <p:cTn id="35" presetID="2" presetClass="entr" presetSubtype="4" fill="hold" grpId="0" nodeType="afterEffect">
                                  <p:stCondLst>
                                    <p:cond delay="0"/>
                                  </p:stCondLst>
                                  <p:childTnLst>
                                    <p:set>
                                      <p:cBhvr>
                                        <p:cTn id="36" dur="1" fill="hold">
                                          <p:stCondLst>
                                            <p:cond delay="0"/>
                                          </p:stCondLst>
                                        </p:cTn>
                                        <p:tgtEl>
                                          <p:spTgt spid="8221"/>
                                        </p:tgtEl>
                                        <p:attrNameLst>
                                          <p:attrName>style.visibility</p:attrName>
                                        </p:attrNameLst>
                                      </p:cBhvr>
                                      <p:to>
                                        <p:strVal val="visible"/>
                                      </p:to>
                                    </p:set>
                                    <p:anim calcmode="lin" valueType="num">
                                      <p:cBhvr additive="base">
                                        <p:cTn id="37" dur="500" fill="hold"/>
                                        <p:tgtEl>
                                          <p:spTgt spid="8221"/>
                                        </p:tgtEl>
                                        <p:attrNameLst>
                                          <p:attrName>ppt_x</p:attrName>
                                        </p:attrNameLst>
                                      </p:cBhvr>
                                      <p:tavLst>
                                        <p:tav tm="0">
                                          <p:val>
                                            <p:strVal val="#ppt_x"/>
                                          </p:val>
                                        </p:tav>
                                        <p:tav tm="100000">
                                          <p:val>
                                            <p:strVal val="#ppt_x"/>
                                          </p:val>
                                        </p:tav>
                                      </p:tavLst>
                                    </p:anim>
                                    <p:anim calcmode="lin" valueType="num">
                                      <p:cBhvr additive="base">
                                        <p:cTn id="38" dur="500" fill="hold"/>
                                        <p:tgtEl>
                                          <p:spTgt spid="8221"/>
                                        </p:tgtEl>
                                        <p:attrNameLst>
                                          <p:attrName>ppt_y</p:attrName>
                                        </p:attrNameLst>
                                      </p:cBhvr>
                                      <p:tavLst>
                                        <p:tav tm="0">
                                          <p:val>
                                            <p:strVal val="1+#ppt_h/2"/>
                                          </p:val>
                                        </p:tav>
                                        <p:tav tm="100000">
                                          <p:val>
                                            <p:strVal val="#ppt_y"/>
                                          </p:val>
                                        </p:tav>
                                      </p:tavLst>
                                    </p:anim>
                                  </p:childTnLst>
                                </p:cTn>
                              </p:par>
                            </p:childTnLst>
                          </p:cTn>
                        </p:par>
                        <p:par>
                          <p:cTn id="39" fill="hold" nodeType="afterGroup">
                            <p:stCondLst>
                              <p:cond delay="3500"/>
                            </p:stCondLst>
                            <p:childTnLst>
                              <p:par>
                                <p:cTn id="40" presetID="2" presetClass="entr" presetSubtype="4" fill="hold" grpId="0" nodeType="afterEffect">
                                  <p:stCondLst>
                                    <p:cond delay="0"/>
                                  </p:stCondLst>
                                  <p:childTnLst>
                                    <p:set>
                                      <p:cBhvr>
                                        <p:cTn id="41" dur="1" fill="hold">
                                          <p:stCondLst>
                                            <p:cond delay="0"/>
                                          </p:stCondLst>
                                        </p:cTn>
                                        <p:tgtEl>
                                          <p:spTgt spid="8198"/>
                                        </p:tgtEl>
                                        <p:attrNameLst>
                                          <p:attrName>style.visibility</p:attrName>
                                        </p:attrNameLst>
                                      </p:cBhvr>
                                      <p:to>
                                        <p:strVal val="visible"/>
                                      </p:to>
                                    </p:set>
                                    <p:anim calcmode="lin" valueType="num">
                                      <p:cBhvr additive="base">
                                        <p:cTn id="42" dur="500" fill="hold"/>
                                        <p:tgtEl>
                                          <p:spTgt spid="8198"/>
                                        </p:tgtEl>
                                        <p:attrNameLst>
                                          <p:attrName>ppt_x</p:attrName>
                                        </p:attrNameLst>
                                      </p:cBhvr>
                                      <p:tavLst>
                                        <p:tav tm="0">
                                          <p:val>
                                            <p:strVal val="#ppt_x"/>
                                          </p:val>
                                        </p:tav>
                                        <p:tav tm="100000">
                                          <p:val>
                                            <p:strVal val="#ppt_x"/>
                                          </p:val>
                                        </p:tav>
                                      </p:tavLst>
                                    </p:anim>
                                    <p:anim calcmode="lin" valueType="num">
                                      <p:cBhvr additive="base">
                                        <p:cTn id="43" dur="500" fill="hold"/>
                                        <p:tgtEl>
                                          <p:spTgt spid="8198"/>
                                        </p:tgtEl>
                                        <p:attrNameLst>
                                          <p:attrName>ppt_y</p:attrName>
                                        </p:attrNameLst>
                                      </p:cBhvr>
                                      <p:tavLst>
                                        <p:tav tm="0">
                                          <p:val>
                                            <p:strVal val="1+#ppt_h/2"/>
                                          </p:val>
                                        </p:tav>
                                        <p:tav tm="100000">
                                          <p:val>
                                            <p:strVal val="#ppt_y"/>
                                          </p:val>
                                        </p:tav>
                                      </p:tavLst>
                                    </p:anim>
                                  </p:childTnLst>
                                </p:cTn>
                              </p:par>
                            </p:childTnLst>
                          </p:cTn>
                        </p:par>
                        <p:par>
                          <p:cTn id="44" fill="hold" nodeType="afterGroup">
                            <p:stCondLst>
                              <p:cond delay="4000"/>
                            </p:stCondLst>
                            <p:childTnLst>
                              <p:par>
                                <p:cTn id="45" presetID="2" presetClass="entr" presetSubtype="4" fill="hold" grpId="0" nodeType="afterEffect">
                                  <p:stCondLst>
                                    <p:cond delay="0"/>
                                  </p:stCondLst>
                                  <p:childTnLst>
                                    <p:set>
                                      <p:cBhvr>
                                        <p:cTn id="46" dur="1" fill="hold">
                                          <p:stCondLst>
                                            <p:cond delay="0"/>
                                          </p:stCondLst>
                                        </p:cTn>
                                        <p:tgtEl>
                                          <p:spTgt spid="8199"/>
                                        </p:tgtEl>
                                        <p:attrNameLst>
                                          <p:attrName>style.visibility</p:attrName>
                                        </p:attrNameLst>
                                      </p:cBhvr>
                                      <p:to>
                                        <p:strVal val="visible"/>
                                      </p:to>
                                    </p:set>
                                    <p:anim calcmode="lin" valueType="num">
                                      <p:cBhvr additive="base">
                                        <p:cTn id="47" dur="500" fill="hold"/>
                                        <p:tgtEl>
                                          <p:spTgt spid="8199"/>
                                        </p:tgtEl>
                                        <p:attrNameLst>
                                          <p:attrName>ppt_x</p:attrName>
                                        </p:attrNameLst>
                                      </p:cBhvr>
                                      <p:tavLst>
                                        <p:tav tm="0">
                                          <p:val>
                                            <p:strVal val="#ppt_x"/>
                                          </p:val>
                                        </p:tav>
                                        <p:tav tm="100000">
                                          <p:val>
                                            <p:strVal val="#ppt_x"/>
                                          </p:val>
                                        </p:tav>
                                      </p:tavLst>
                                    </p:anim>
                                    <p:anim calcmode="lin" valueType="num">
                                      <p:cBhvr additive="base">
                                        <p:cTn id="48" dur="500" fill="hold"/>
                                        <p:tgtEl>
                                          <p:spTgt spid="8199"/>
                                        </p:tgtEl>
                                        <p:attrNameLst>
                                          <p:attrName>ppt_y</p:attrName>
                                        </p:attrNameLst>
                                      </p:cBhvr>
                                      <p:tavLst>
                                        <p:tav tm="0">
                                          <p:val>
                                            <p:strVal val="1+#ppt_h/2"/>
                                          </p:val>
                                        </p:tav>
                                        <p:tav tm="100000">
                                          <p:val>
                                            <p:strVal val="#ppt_y"/>
                                          </p:val>
                                        </p:tav>
                                      </p:tavLst>
                                    </p:anim>
                                  </p:childTnLst>
                                </p:cTn>
                              </p:par>
                            </p:childTnLst>
                          </p:cTn>
                        </p:par>
                        <p:par>
                          <p:cTn id="49" fill="hold" nodeType="afterGroup">
                            <p:stCondLst>
                              <p:cond delay="4500"/>
                            </p:stCondLst>
                            <p:childTnLst>
                              <p:par>
                                <p:cTn id="50" presetID="2" presetClass="entr" presetSubtype="4" fill="hold" grpId="0" nodeType="afterEffect">
                                  <p:stCondLst>
                                    <p:cond delay="0"/>
                                  </p:stCondLst>
                                  <p:childTnLst>
                                    <p:set>
                                      <p:cBhvr>
                                        <p:cTn id="51" dur="1" fill="hold">
                                          <p:stCondLst>
                                            <p:cond delay="0"/>
                                          </p:stCondLst>
                                        </p:cTn>
                                        <p:tgtEl>
                                          <p:spTgt spid="8200"/>
                                        </p:tgtEl>
                                        <p:attrNameLst>
                                          <p:attrName>style.visibility</p:attrName>
                                        </p:attrNameLst>
                                      </p:cBhvr>
                                      <p:to>
                                        <p:strVal val="visible"/>
                                      </p:to>
                                    </p:set>
                                    <p:anim calcmode="lin" valueType="num">
                                      <p:cBhvr additive="base">
                                        <p:cTn id="52" dur="500" fill="hold"/>
                                        <p:tgtEl>
                                          <p:spTgt spid="8200"/>
                                        </p:tgtEl>
                                        <p:attrNameLst>
                                          <p:attrName>ppt_x</p:attrName>
                                        </p:attrNameLst>
                                      </p:cBhvr>
                                      <p:tavLst>
                                        <p:tav tm="0">
                                          <p:val>
                                            <p:strVal val="#ppt_x"/>
                                          </p:val>
                                        </p:tav>
                                        <p:tav tm="100000">
                                          <p:val>
                                            <p:strVal val="#ppt_x"/>
                                          </p:val>
                                        </p:tav>
                                      </p:tavLst>
                                    </p:anim>
                                    <p:anim calcmode="lin" valueType="num">
                                      <p:cBhvr additive="base">
                                        <p:cTn id="53" dur="500" fill="hold"/>
                                        <p:tgtEl>
                                          <p:spTgt spid="8200"/>
                                        </p:tgtEl>
                                        <p:attrNameLst>
                                          <p:attrName>ppt_y</p:attrName>
                                        </p:attrNameLst>
                                      </p:cBhvr>
                                      <p:tavLst>
                                        <p:tav tm="0">
                                          <p:val>
                                            <p:strVal val="1+#ppt_h/2"/>
                                          </p:val>
                                        </p:tav>
                                        <p:tav tm="100000">
                                          <p:val>
                                            <p:strVal val="#ppt_y"/>
                                          </p:val>
                                        </p:tav>
                                      </p:tavLst>
                                    </p:anim>
                                  </p:childTnLst>
                                </p:cTn>
                              </p:par>
                            </p:childTnLst>
                          </p:cTn>
                        </p:par>
                        <p:par>
                          <p:cTn id="54" fill="hold" nodeType="afterGroup">
                            <p:stCondLst>
                              <p:cond delay="5000"/>
                            </p:stCondLst>
                            <p:childTnLst>
                              <p:par>
                                <p:cTn id="55" presetID="2" presetClass="entr" presetSubtype="4" fill="hold" grpId="0" nodeType="afterEffect">
                                  <p:stCondLst>
                                    <p:cond delay="0"/>
                                  </p:stCondLst>
                                  <p:childTnLst>
                                    <p:set>
                                      <p:cBhvr>
                                        <p:cTn id="56" dur="1" fill="hold">
                                          <p:stCondLst>
                                            <p:cond delay="0"/>
                                          </p:stCondLst>
                                        </p:cTn>
                                        <p:tgtEl>
                                          <p:spTgt spid="8201"/>
                                        </p:tgtEl>
                                        <p:attrNameLst>
                                          <p:attrName>style.visibility</p:attrName>
                                        </p:attrNameLst>
                                      </p:cBhvr>
                                      <p:to>
                                        <p:strVal val="visible"/>
                                      </p:to>
                                    </p:set>
                                    <p:anim calcmode="lin" valueType="num">
                                      <p:cBhvr additive="base">
                                        <p:cTn id="57" dur="500" fill="hold"/>
                                        <p:tgtEl>
                                          <p:spTgt spid="8201"/>
                                        </p:tgtEl>
                                        <p:attrNameLst>
                                          <p:attrName>ppt_x</p:attrName>
                                        </p:attrNameLst>
                                      </p:cBhvr>
                                      <p:tavLst>
                                        <p:tav tm="0">
                                          <p:val>
                                            <p:strVal val="#ppt_x"/>
                                          </p:val>
                                        </p:tav>
                                        <p:tav tm="100000">
                                          <p:val>
                                            <p:strVal val="#ppt_x"/>
                                          </p:val>
                                        </p:tav>
                                      </p:tavLst>
                                    </p:anim>
                                    <p:anim calcmode="lin" valueType="num">
                                      <p:cBhvr additive="base">
                                        <p:cTn id="58" dur="500" fill="hold"/>
                                        <p:tgtEl>
                                          <p:spTgt spid="82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4" grpId="0" autoUpdateAnimBg="0"/>
      <p:bldP spid="8196" grpId="0" autoUpdateAnimBg="0"/>
      <p:bldP spid="8197" grpId="0" autoUpdateAnimBg="0"/>
      <p:bldP spid="8198" grpId="0" autoUpdateAnimBg="0"/>
      <p:bldP spid="8199" grpId="0" autoUpdateAnimBg="0"/>
      <p:bldP spid="8200" grpId="0" autoUpdateAnimBg="0"/>
      <p:bldP spid="8201" grpId="0" autoUpdateAnimBg="0"/>
      <p:bldP spid="8218" grpId="0" autoUpdateAnimBg="0"/>
      <p:bldP spid="8219" grpId="0" autoUpdateAnimBg="0"/>
      <p:bldP spid="8220" grpId="0" autoUpdateAnimBg="0"/>
      <p:bldP spid="8221" grpId="0" autoUpdateAnimBg="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9218" name="AutoShape 2"/>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BFB07E4-D59A-4F68-AEEC-A0CBE5F0A89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a:t>
            </a:fld>
            <a:endParaRPr lang="es-ES" altLang="en-US"/>
          </a:p>
        </p:txBody>
      </p:sp>
      <p:sp>
        <p:nvSpPr>
          <p:cNvPr id="9219" name="AutoShape 3"/>
          <p:cNvSpPr>
            <a:spLocks/>
          </p:cNvSpPr>
          <p:nvPr/>
        </p:nvSpPr>
        <p:spPr bwMode="auto">
          <a:xfrm>
            <a:off x="3289300" y="477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Know</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our</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Awesome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Team</a:t>
            </a:r>
            <a:endParaRPr lang="es-ES" dirty="0">
              <a:solidFill>
                <a:schemeClr val="bg1">
                  <a:lumMod val="95000"/>
                </a:schemeClr>
              </a:solidFill>
              <a:ea typeface="ＭＳ Ｐゴシック" charset="0"/>
            </a:endParaRPr>
          </a:p>
        </p:txBody>
      </p:sp>
      <p:sp>
        <p:nvSpPr>
          <p:cNvPr id="9220" name="AutoShape 4"/>
          <p:cNvSpPr>
            <a:spLocks/>
          </p:cNvSpPr>
          <p:nvPr/>
        </p:nvSpPr>
        <p:spPr bwMode="auto">
          <a:xfrm>
            <a:off x="3302000" y="1511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9221" name="AutoShape 5"/>
          <p:cNvSpPr>
            <a:spLocks/>
          </p:cNvSpPr>
          <p:nvPr/>
        </p:nvSpPr>
        <p:spPr bwMode="auto">
          <a:xfrm>
            <a:off x="3619500" y="95996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General Manager</a:t>
            </a:r>
            <a:endParaRPr lang="es-ES">
              <a:ea typeface="ＭＳ Ｐゴシック" charset="0"/>
            </a:endParaRPr>
          </a:p>
        </p:txBody>
      </p:sp>
      <p:sp>
        <p:nvSpPr>
          <p:cNvPr id="9225" name="AutoShape 9"/>
          <p:cNvSpPr>
            <a:spLocks/>
          </p:cNvSpPr>
          <p:nvPr/>
        </p:nvSpPr>
        <p:spPr bwMode="auto">
          <a:xfrm>
            <a:off x="4064000" y="86741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26" name="AutoShape 10"/>
          <p:cNvSpPr>
            <a:spLocks/>
          </p:cNvSpPr>
          <p:nvPr/>
        </p:nvSpPr>
        <p:spPr bwMode="auto">
          <a:xfrm>
            <a:off x="3771900" y="91313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Julia Rodriguez</a:t>
            </a:r>
            <a:endParaRPr lang="es-ES">
              <a:solidFill>
                <a:schemeClr val="bg1">
                  <a:lumMod val="95000"/>
                </a:schemeClr>
              </a:solidFill>
              <a:ea typeface="ＭＳ Ｐゴシック" charset="0"/>
            </a:endParaRPr>
          </a:p>
        </p:txBody>
      </p:sp>
      <p:sp>
        <p:nvSpPr>
          <p:cNvPr id="9230" name="AutoShape 14"/>
          <p:cNvSpPr>
            <a:spLocks/>
          </p:cNvSpPr>
          <p:nvPr/>
        </p:nvSpPr>
        <p:spPr bwMode="auto">
          <a:xfrm>
            <a:off x="9740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31" name="AutoShape 15"/>
          <p:cNvSpPr>
            <a:spLocks/>
          </p:cNvSpPr>
          <p:nvPr/>
        </p:nvSpPr>
        <p:spPr bwMode="auto">
          <a:xfrm>
            <a:off x="9448800" y="66802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Isaac Rivera</a:t>
            </a:r>
            <a:endParaRPr lang="es-ES">
              <a:solidFill>
                <a:schemeClr val="bg1">
                  <a:lumMod val="95000"/>
                </a:schemeClr>
              </a:solidFill>
              <a:ea typeface="ＭＳ Ｐゴシック" charset="0"/>
            </a:endParaRPr>
          </a:p>
        </p:txBody>
      </p:sp>
      <p:sp>
        <p:nvSpPr>
          <p:cNvPr id="9235" name="AutoShape 19"/>
          <p:cNvSpPr>
            <a:spLocks/>
          </p:cNvSpPr>
          <p:nvPr/>
        </p:nvSpPr>
        <p:spPr bwMode="auto">
          <a:xfrm>
            <a:off x="138557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36" name="AutoShape 20"/>
          <p:cNvSpPr>
            <a:spLocks/>
          </p:cNvSpPr>
          <p:nvPr/>
        </p:nvSpPr>
        <p:spPr bwMode="auto">
          <a:xfrm>
            <a:off x="13563600" y="66802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Lizeth Sifontes</a:t>
            </a:r>
            <a:endParaRPr lang="es-ES">
              <a:solidFill>
                <a:schemeClr val="bg1">
                  <a:lumMod val="95000"/>
                </a:schemeClr>
              </a:solidFill>
              <a:ea typeface="ＭＳ Ｐゴシック" charset="0"/>
            </a:endParaRPr>
          </a:p>
        </p:txBody>
      </p:sp>
      <p:sp>
        <p:nvSpPr>
          <p:cNvPr id="9240" name="AutoShape 24"/>
          <p:cNvSpPr>
            <a:spLocks/>
          </p:cNvSpPr>
          <p:nvPr/>
        </p:nvSpPr>
        <p:spPr bwMode="auto">
          <a:xfrm>
            <a:off x="17995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41" name="AutoShape 25"/>
          <p:cNvSpPr>
            <a:spLocks/>
          </p:cNvSpPr>
          <p:nvPr/>
        </p:nvSpPr>
        <p:spPr bwMode="auto">
          <a:xfrm>
            <a:off x="17703800" y="66802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Jesus Rodriguez</a:t>
            </a:r>
            <a:endParaRPr lang="es-ES">
              <a:solidFill>
                <a:schemeClr val="bg1">
                  <a:lumMod val="95000"/>
                </a:schemeClr>
              </a:solidFill>
              <a:ea typeface="ＭＳ Ｐゴシック" charset="0"/>
            </a:endParaRPr>
          </a:p>
        </p:txBody>
      </p:sp>
      <p:sp>
        <p:nvSpPr>
          <p:cNvPr id="9242" name="AutoShape 26"/>
          <p:cNvSpPr>
            <a:spLocks/>
          </p:cNvSpPr>
          <p:nvPr/>
        </p:nvSpPr>
        <p:spPr bwMode="auto">
          <a:xfrm>
            <a:off x="9258300" y="71485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Planner</a:t>
            </a:r>
            <a:endParaRPr lang="es-ES">
              <a:ea typeface="ＭＳ Ｐゴシック" charset="0"/>
            </a:endParaRPr>
          </a:p>
        </p:txBody>
      </p:sp>
      <p:sp>
        <p:nvSpPr>
          <p:cNvPr id="9243" name="AutoShape 27"/>
          <p:cNvSpPr>
            <a:spLocks/>
          </p:cNvSpPr>
          <p:nvPr/>
        </p:nvSpPr>
        <p:spPr bwMode="auto">
          <a:xfrm>
            <a:off x="13335000" y="71485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Art Director</a:t>
            </a:r>
            <a:endParaRPr lang="es-ES">
              <a:ea typeface="ＭＳ Ｐゴシック" charset="0"/>
            </a:endParaRPr>
          </a:p>
        </p:txBody>
      </p:sp>
      <p:sp>
        <p:nvSpPr>
          <p:cNvPr id="9244" name="AutoShape 28"/>
          <p:cNvSpPr>
            <a:spLocks/>
          </p:cNvSpPr>
          <p:nvPr/>
        </p:nvSpPr>
        <p:spPr bwMode="auto">
          <a:xfrm>
            <a:off x="17513300" y="71485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Creative Director</a:t>
            </a:r>
            <a:endParaRPr lang="es-ES">
              <a:ea typeface="ＭＳ Ｐゴシック" charset="0"/>
            </a:endParaRPr>
          </a:p>
        </p:txBody>
      </p:sp>
      <p:sp>
        <p:nvSpPr>
          <p:cNvPr id="9248" name="AutoShape 32"/>
          <p:cNvSpPr>
            <a:spLocks/>
          </p:cNvSpPr>
          <p:nvPr/>
        </p:nvSpPr>
        <p:spPr bwMode="auto">
          <a:xfrm>
            <a:off x="9740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49" name="AutoShape 33"/>
          <p:cNvSpPr>
            <a:spLocks/>
          </p:cNvSpPr>
          <p:nvPr/>
        </p:nvSpPr>
        <p:spPr bwMode="auto">
          <a:xfrm>
            <a:off x="9448800" y="116840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chemeClr val="bg1">
                    <a:lumMod val="95000"/>
                  </a:schemeClr>
                </a:solidFill>
                <a:latin typeface="Lato" charset="0"/>
                <a:ea typeface="ＭＳ Ｐゴシック" charset="0"/>
                <a:cs typeface="Lato" charset="0"/>
                <a:sym typeface="Lato" charset="0"/>
              </a:rPr>
              <a:t>Bryan Ruiz</a:t>
            </a:r>
            <a:endParaRPr lang="es-ES" dirty="0">
              <a:solidFill>
                <a:schemeClr val="bg1">
                  <a:lumMod val="95000"/>
                </a:schemeClr>
              </a:solidFill>
              <a:ea typeface="ＭＳ Ｐゴシック" charset="0"/>
            </a:endParaRPr>
          </a:p>
        </p:txBody>
      </p:sp>
      <p:sp>
        <p:nvSpPr>
          <p:cNvPr id="9253" name="AutoShape 37"/>
          <p:cNvSpPr>
            <a:spLocks/>
          </p:cNvSpPr>
          <p:nvPr/>
        </p:nvSpPr>
        <p:spPr bwMode="auto">
          <a:xfrm>
            <a:off x="138557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54" name="AutoShape 38"/>
          <p:cNvSpPr>
            <a:spLocks/>
          </p:cNvSpPr>
          <p:nvPr/>
        </p:nvSpPr>
        <p:spPr bwMode="auto">
          <a:xfrm>
            <a:off x="13563600" y="116840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chemeClr val="bg1">
                    <a:lumMod val="95000"/>
                  </a:schemeClr>
                </a:solidFill>
                <a:latin typeface="Lato" charset="0"/>
                <a:ea typeface="ＭＳ Ｐゴシック" charset="0"/>
                <a:cs typeface="Lato" charset="0"/>
                <a:sym typeface="Lato" charset="0"/>
              </a:rPr>
              <a:t>Santiago Cruz</a:t>
            </a:r>
            <a:endParaRPr lang="es-ES" dirty="0">
              <a:solidFill>
                <a:schemeClr val="bg1">
                  <a:lumMod val="95000"/>
                </a:schemeClr>
              </a:solidFill>
              <a:ea typeface="ＭＳ Ｐゴシック" charset="0"/>
            </a:endParaRPr>
          </a:p>
        </p:txBody>
      </p:sp>
      <p:sp>
        <p:nvSpPr>
          <p:cNvPr id="9258" name="AutoShape 42"/>
          <p:cNvSpPr>
            <a:spLocks/>
          </p:cNvSpPr>
          <p:nvPr/>
        </p:nvSpPr>
        <p:spPr bwMode="auto">
          <a:xfrm>
            <a:off x="17995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59" name="AutoShape 43"/>
          <p:cNvSpPr>
            <a:spLocks/>
          </p:cNvSpPr>
          <p:nvPr/>
        </p:nvSpPr>
        <p:spPr bwMode="auto">
          <a:xfrm>
            <a:off x="17703800" y="116840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Geovanny White</a:t>
            </a:r>
            <a:endParaRPr lang="es-ES">
              <a:solidFill>
                <a:schemeClr val="bg1">
                  <a:lumMod val="95000"/>
                </a:schemeClr>
              </a:solidFill>
              <a:ea typeface="ＭＳ Ｐゴシック" charset="0"/>
            </a:endParaRPr>
          </a:p>
        </p:txBody>
      </p:sp>
      <p:sp>
        <p:nvSpPr>
          <p:cNvPr id="9260" name="AutoShape 44"/>
          <p:cNvSpPr>
            <a:spLocks/>
          </p:cNvSpPr>
          <p:nvPr/>
        </p:nvSpPr>
        <p:spPr bwMode="auto">
          <a:xfrm>
            <a:off x="9258300" y="121523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Copywriter</a:t>
            </a:r>
            <a:endParaRPr lang="es-ES">
              <a:ea typeface="ＭＳ Ｐゴシック" charset="0"/>
            </a:endParaRPr>
          </a:p>
        </p:txBody>
      </p:sp>
      <p:sp>
        <p:nvSpPr>
          <p:cNvPr id="9261" name="AutoShape 45"/>
          <p:cNvSpPr>
            <a:spLocks/>
          </p:cNvSpPr>
          <p:nvPr/>
        </p:nvSpPr>
        <p:spPr bwMode="auto">
          <a:xfrm>
            <a:off x="13335000" y="121523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Illustrator</a:t>
            </a:r>
            <a:endParaRPr lang="es-ES">
              <a:ea typeface="ＭＳ Ｐゴシック" charset="0"/>
            </a:endParaRPr>
          </a:p>
        </p:txBody>
      </p:sp>
      <p:sp>
        <p:nvSpPr>
          <p:cNvPr id="9262" name="AutoShape 46"/>
          <p:cNvSpPr>
            <a:spLocks/>
          </p:cNvSpPr>
          <p:nvPr/>
        </p:nvSpPr>
        <p:spPr bwMode="auto">
          <a:xfrm>
            <a:off x="17513300" y="121523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Graphic Designer</a:t>
            </a:r>
            <a:endParaRPr lang="es-ES">
              <a:ea typeface="ＭＳ Ｐゴシック" charset="0"/>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
        <p:nvSpPr>
          <p:cNvPr id="6" name="Picture Placeholder 5"/>
          <p:cNvSpPr>
            <a:spLocks noGrp="1"/>
          </p:cNvSpPr>
          <p:nvPr>
            <p:ph type="pic" sz="quarter" idx="14"/>
          </p:nvPr>
        </p:nvSpPr>
        <p:spPr/>
      </p:sp>
      <p:sp>
        <p:nvSpPr>
          <p:cNvPr id="7" name="Picture Placeholder 6"/>
          <p:cNvSpPr>
            <a:spLocks noGrp="1"/>
          </p:cNvSpPr>
          <p:nvPr>
            <p:ph type="pic" sz="quarter" idx="15"/>
          </p:nvPr>
        </p:nvSpPr>
        <p:spPr/>
      </p:sp>
      <p:sp>
        <p:nvSpPr>
          <p:cNvPr id="8" name="Picture Placeholder 7"/>
          <p:cNvSpPr>
            <a:spLocks noGrp="1"/>
          </p:cNvSpPr>
          <p:nvPr>
            <p:ph type="pic" sz="quarter" idx="16"/>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9219"/>
                                        </p:tgtEl>
                                        <p:attrNameLst>
                                          <p:attrName>style.visibility</p:attrName>
                                        </p:attrNameLst>
                                      </p:cBhvr>
                                      <p:to>
                                        <p:strVal val="visible"/>
                                      </p:to>
                                    </p:set>
                                    <p:anim calcmode="lin" valueType="num">
                                      <p:cBhvr additive="base">
                                        <p:cTn id="7" dur="500" fill="hold"/>
                                        <p:tgtEl>
                                          <p:spTgt spid="9219"/>
                                        </p:tgtEl>
                                        <p:attrNameLst>
                                          <p:attrName>ppt_x</p:attrName>
                                        </p:attrNameLst>
                                      </p:cBhvr>
                                      <p:tavLst>
                                        <p:tav tm="0">
                                          <p:val>
                                            <p:strVal val="1+#ppt_w/2"/>
                                          </p:val>
                                        </p:tav>
                                        <p:tav tm="100000">
                                          <p:val>
                                            <p:strVal val="#ppt_x"/>
                                          </p:val>
                                        </p:tav>
                                      </p:tavLst>
                                    </p:anim>
                                    <p:anim calcmode="lin" valueType="num">
                                      <p:cBhvr additive="base">
                                        <p:cTn id="8" dur="500" fill="hold"/>
                                        <p:tgtEl>
                                          <p:spTgt spid="921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9220"/>
                                        </p:tgtEl>
                                        <p:attrNameLst>
                                          <p:attrName>style.visibility</p:attrName>
                                        </p:attrNameLst>
                                      </p:cBhvr>
                                      <p:to>
                                        <p:strVal val="visible"/>
                                      </p:to>
                                    </p:set>
                                    <p:anim calcmode="lin" valueType="num">
                                      <p:cBhvr additive="base">
                                        <p:cTn id="12" dur="500" fill="hold"/>
                                        <p:tgtEl>
                                          <p:spTgt spid="9220"/>
                                        </p:tgtEl>
                                        <p:attrNameLst>
                                          <p:attrName>ppt_x</p:attrName>
                                        </p:attrNameLst>
                                      </p:cBhvr>
                                      <p:tavLst>
                                        <p:tav tm="0">
                                          <p:val>
                                            <p:strVal val="1+#ppt_w/2"/>
                                          </p:val>
                                        </p:tav>
                                        <p:tav tm="100000">
                                          <p:val>
                                            <p:strVal val="#ppt_x"/>
                                          </p:val>
                                        </p:tav>
                                      </p:tavLst>
                                    </p:anim>
                                    <p:anim calcmode="lin" valueType="num">
                                      <p:cBhvr additive="base">
                                        <p:cTn id="13" dur="500" fill="hold"/>
                                        <p:tgtEl>
                                          <p:spTgt spid="922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9" presetClass="entr" presetSubtype="0" fill="hold" grpId="0" nodeType="afterEffect">
                                  <p:stCondLst>
                                    <p:cond delay="0"/>
                                  </p:stCondLst>
                                  <p:childTnLst>
                                    <p:set>
                                      <p:cBhvr>
                                        <p:cTn id="16" dur="1" fill="hold">
                                          <p:stCondLst>
                                            <p:cond delay="0"/>
                                          </p:stCondLst>
                                        </p:cTn>
                                        <p:tgtEl>
                                          <p:spTgt spid="9221"/>
                                        </p:tgtEl>
                                        <p:attrNameLst>
                                          <p:attrName>style.visibility</p:attrName>
                                        </p:attrNameLst>
                                      </p:cBhvr>
                                      <p:to>
                                        <p:strVal val="visible"/>
                                      </p:to>
                                    </p:set>
                                    <p:animEffect transition="in" filter="dissolve">
                                      <p:cBhvr>
                                        <p:cTn id="17" dur="500"/>
                                        <p:tgtEl>
                                          <p:spTgt spid="9221"/>
                                        </p:tgtEl>
                                      </p:cBhvr>
                                    </p:animEffect>
                                  </p:childTnLst>
                                </p:cTn>
                              </p:par>
                            </p:childTnLst>
                          </p:cTn>
                        </p:par>
                        <p:par>
                          <p:cTn id="18" fill="hold" nodeType="afterGroup">
                            <p:stCondLst>
                              <p:cond delay="1500"/>
                            </p:stCondLst>
                            <p:childTnLst>
                              <p:par>
                                <p:cTn id="19" presetID="9" presetClass="entr" presetSubtype="0" fill="hold" nodeType="afterEffect">
                                  <p:stCondLst>
                                    <p:cond delay="0"/>
                                  </p:stCondLst>
                                  <p:childTnLst>
                                    <p:set>
                                      <p:cBhvr>
                                        <p:cTn id="20" dur="1" fill="hold">
                                          <p:stCondLst>
                                            <p:cond delay="0"/>
                                          </p:stCondLst>
                                        </p:cTn>
                                        <p:tgtEl>
                                          <p:spTgt spid="9225"/>
                                        </p:tgtEl>
                                        <p:attrNameLst>
                                          <p:attrName>style.visibility</p:attrName>
                                        </p:attrNameLst>
                                      </p:cBhvr>
                                      <p:to>
                                        <p:strVal val="visible"/>
                                      </p:to>
                                    </p:set>
                                    <p:animEffect transition="in" filter="dissolve">
                                      <p:cBhvr>
                                        <p:cTn id="21" dur="500"/>
                                        <p:tgtEl>
                                          <p:spTgt spid="9225"/>
                                        </p:tgtEl>
                                      </p:cBhvr>
                                    </p:animEffect>
                                  </p:childTnLst>
                                </p:cTn>
                              </p:par>
                            </p:childTnLst>
                          </p:cTn>
                        </p:par>
                        <p:par>
                          <p:cTn id="22" fill="hold" nodeType="afterGroup">
                            <p:stCondLst>
                              <p:cond delay="2000"/>
                            </p:stCondLst>
                            <p:childTnLst>
                              <p:par>
                                <p:cTn id="23" presetID="9" presetClass="entr" presetSubtype="0" fill="hold" grpId="0" nodeType="afterEffect">
                                  <p:stCondLst>
                                    <p:cond delay="0"/>
                                  </p:stCondLst>
                                  <p:childTnLst>
                                    <p:set>
                                      <p:cBhvr>
                                        <p:cTn id="24" dur="1" fill="hold">
                                          <p:stCondLst>
                                            <p:cond delay="0"/>
                                          </p:stCondLst>
                                        </p:cTn>
                                        <p:tgtEl>
                                          <p:spTgt spid="9226"/>
                                        </p:tgtEl>
                                        <p:attrNameLst>
                                          <p:attrName>style.visibility</p:attrName>
                                        </p:attrNameLst>
                                      </p:cBhvr>
                                      <p:to>
                                        <p:strVal val="visible"/>
                                      </p:to>
                                    </p:set>
                                    <p:animEffect transition="in" filter="dissolve">
                                      <p:cBhvr>
                                        <p:cTn id="25" dur="500"/>
                                        <p:tgtEl>
                                          <p:spTgt spid="9226"/>
                                        </p:tgtEl>
                                      </p:cBhvr>
                                    </p:animEffect>
                                  </p:childTnLst>
                                </p:cTn>
                              </p:par>
                            </p:childTnLst>
                          </p:cTn>
                        </p:par>
                        <p:par>
                          <p:cTn id="26" fill="hold" nodeType="afterGroup">
                            <p:stCondLst>
                              <p:cond delay="2500"/>
                            </p:stCondLst>
                            <p:childTnLst>
                              <p:par>
                                <p:cTn id="27" presetID="9" presetClass="entr" presetSubtype="0" fill="hold" nodeType="afterEffect">
                                  <p:stCondLst>
                                    <p:cond delay="0"/>
                                  </p:stCondLst>
                                  <p:childTnLst>
                                    <p:set>
                                      <p:cBhvr>
                                        <p:cTn id="28" dur="1" fill="hold">
                                          <p:stCondLst>
                                            <p:cond delay="0"/>
                                          </p:stCondLst>
                                        </p:cTn>
                                        <p:tgtEl>
                                          <p:spTgt spid="9230"/>
                                        </p:tgtEl>
                                        <p:attrNameLst>
                                          <p:attrName>style.visibility</p:attrName>
                                        </p:attrNameLst>
                                      </p:cBhvr>
                                      <p:to>
                                        <p:strVal val="visible"/>
                                      </p:to>
                                    </p:set>
                                    <p:animEffect transition="in" filter="dissolve">
                                      <p:cBhvr>
                                        <p:cTn id="29" dur="500"/>
                                        <p:tgtEl>
                                          <p:spTgt spid="9230"/>
                                        </p:tgtEl>
                                      </p:cBhvr>
                                    </p:animEffect>
                                  </p:childTnLst>
                                </p:cTn>
                              </p:par>
                            </p:childTnLst>
                          </p:cTn>
                        </p:par>
                        <p:par>
                          <p:cTn id="30" fill="hold" nodeType="afterGroup">
                            <p:stCondLst>
                              <p:cond delay="3000"/>
                            </p:stCondLst>
                            <p:childTnLst>
                              <p:par>
                                <p:cTn id="31" presetID="9" presetClass="entr" presetSubtype="0" fill="hold" grpId="0" nodeType="afterEffect">
                                  <p:stCondLst>
                                    <p:cond delay="0"/>
                                  </p:stCondLst>
                                  <p:childTnLst>
                                    <p:set>
                                      <p:cBhvr>
                                        <p:cTn id="32" dur="1" fill="hold">
                                          <p:stCondLst>
                                            <p:cond delay="0"/>
                                          </p:stCondLst>
                                        </p:cTn>
                                        <p:tgtEl>
                                          <p:spTgt spid="9231"/>
                                        </p:tgtEl>
                                        <p:attrNameLst>
                                          <p:attrName>style.visibility</p:attrName>
                                        </p:attrNameLst>
                                      </p:cBhvr>
                                      <p:to>
                                        <p:strVal val="visible"/>
                                      </p:to>
                                    </p:set>
                                    <p:animEffect transition="in" filter="dissolve">
                                      <p:cBhvr>
                                        <p:cTn id="33" dur="500"/>
                                        <p:tgtEl>
                                          <p:spTgt spid="9231"/>
                                        </p:tgtEl>
                                      </p:cBhvr>
                                    </p:animEffect>
                                  </p:childTnLst>
                                </p:cTn>
                              </p:par>
                            </p:childTnLst>
                          </p:cTn>
                        </p:par>
                        <p:par>
                          <p:cTn id="34" fill="hold" nodeType="afterGroup">
                            <p:stCondLst>
                              <p:cond delay="3500"/>
                            </p:stCondLst>
                            <p:childTnLst>
                              <p:par>
                                <p:cTn id="35" presetID="9" presetClass="entr" presetSubtype="0" fill="hold" nodeType="afterEffect">
                                  <p:stCondLst>
                                    <p:cond delay="0"/>
                                  </p:stCondLst>
                                  <p:childTnLst>
                                    <p:set>
                                      <p:cBhvr>
                                        <p:cTn id="36" dur="1" fill="hold">
                                          <p:stCondLst>
                                            <p:cond delay="0"/>
                                          </p:stCondLst>
                                        </p:cTn>
                                        <p:tgtEl>
                                          <p:spTgt spid="9235"/>
                                        </p:tgtEl>
                                        <p:attrNameLst>
                                          <p:attrName>style.visibility</p:attrName>
                                        </p:attrNameLst>
                                      </p:cBhvr>
                                      <p:to>
                                        <p:strVal val="visible"/>
                                      </p:to>
                                    </p:set>
                                    <p:animEffect transition="in" filter="dissolve">
                                      <p:cBhvr>
                                        <p:cTn id="37" dur="500"/>
                                        <p:tgtEl>
                                          <p:spTgt spid="9235"/>
                                        </p:tgtEl>
                                      </p:cBhvr>
                                    </p:animEffect>
                                  </p:childTnLst>
                                </p:cTn>
                              </p:par>
                            </p:childTnLst>
                          </p:cTn>
                        </p:par>
                        <p:par>
                          <p:cTn id="38" fill="hold" nodeType="afterGroup">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9236"/>
                                        </p:tgtEl>
                                        <p:attrNameLst>
                                          <p:attrName>style.visibility</p:attrName>
                                        </p:attrNameLst>
                                      </p:cBhvr>
                                      <p:to>
                                        <p:strVal val="visible"/>
                                      </p:to>
                                    </p:set>
                                    <p:animEffect transition="in" filter="dissolve">
                                      <p:cBhvr>
                                        <p:cTn id="41" dur="500"/>
                                        <p:tgtEl>
                                          <p:spTgt spid="9236"/>
                                        </p:tgtEl>
                                      </p:cBhvr>
                                    </p:animEffect>
                                  </p:childTnLst>
                                </p:cTn>
                              </p:par>
                            </p:childTnLst>
                          </p:cTn>
                        </p:par>
                        <p:par>
                          <p:cTn id="42" fill="hold" nodeType="afterGroup">
                            <p:stCondLst>
                              <p:cond delay="4500"/>
                            </p:stCondLst>
                            <p:childTnLst>
                              <p:par>
                                <p:cTn id="43" presetID="9" presetClass="entr" presetSubtype="0" fill="hold" nodeType="afterEffect">
                                  <p:stCondLst>
                                    <p:cond delay="0"/>
                                  </p:stCondLst>
                                  <p:childTnLst>
                                    <p:set>
                                      <p:cBhvr>
                                        <p:cTn id="44" dur="1" fill="hold">
                                          <p:stCondLst>
                                            <p:cond delay="0"/>
                                          </p:stCondLst>
                                        </p:cTn>
                                        <p:tgtEl>
                                          <p:spTgt spid="9240"/>
                                        </p:tgtEl>
                                        <p:attrNameLst>
                                          <p:attrName>style.visibility</p:attrName>
                                        </p:attrNameLst>
                                      </p:cBhvr>
                                      <p:to>
                                        <p:strVal val="visible"/>
                                      </p:to>
                                    </p:set>
                                    <p:animEffect transition="in" filter="dissolve">
                                      <p:cBhvr>
                                        <p:cTn id="45" dur="500"/>
                                        <p:tgtEl>
                                          <p:spTgt spid="9240"/>
                                        </p:tgtEl>
                                      </p:cBhvr>
                                    </p:animEffect>
                                  </p:childTnLst>
                                </p:cTn>
                              </p:par>
                            </p:childTnLst>
                          </p:cTn>
                        </p:par>
                        <p:par>
                          <p:cTn id="46" fill="hold" nodeType="afterGroup">
                            <p:stCondLst>
                              <p:cond delay="5000"/>
                            </p:stCondLst>
                            <p:childTnLst>
                              <p:par>
                                <p:cTn id="47" presetID="9" presetClass="entr" presetSubtype="0" fill="hold" grpId="0" nodeType="afterEffect">
                                  <p:stCondLst>
                                    <p:cond delay="0"/>
                                  </p:stCondLst>
                                  <p:childTnLst>
                                    <p:set>
                                      <p:cBhvr>
                                        <p:cTn id="48" dur="1" fill="hold">
                                          <p:stCondLst>
                                            <p:cond delay="0"/>
                                          </p:stCondLst>
                                        </p:cTn>
                                        <p:tgtEl>
                                          <p:spTgt spid="9241"/>
                                        </p:tgtEl>
                                        <p:attrNameLst>
                                          <p:attrName>style.visibility</p:attrName>
                                        </p:attrNameLst>
                                      </p:cBhvr>
                                      <p:to>
                                        <p:strVal val="visible"/>
                                      </p:to>
                                    </p:set>
                                    <p:animEffect transition="in" filter="dissolve">
                                      <p:cBhvr>
                                        <p:cTn id="49" dur="500"/>
                                        <p:tgtEl>
                                          <p:spTgt spid="9241"/>
                                        </p:tgtEl>
                                      </p:cBhvr>
                                    </p:animEffect>
                                  </p:childTnLst>
                                </p:cTn>
                              </p:par>
                            </p:childTnLst>
                          </p:cTn>
                        </p:par>
                        <p:par>
                          <p:cTn id="50" fill="hold" nodeType="afterGroup">
                            <p:stCondLst>
                              <p:cond delay="5500"/>
                            </p:stCondLst>
                            <p:childTnLst>
                              <p:par>
                                <p:cTn id="51" presetID="9" presetClass="entr" presetSubtype="0" fill="hold" grpId="0" nodeType="afterEffect">
                                  <p:stCondLst>
                                    <p:cond delay="0"/>
                                  </p:stCondLst>
                                  <p:childTnLst>
                                    <p:set>
                                      <p:cBhvr>
                                        <p:cTn id="52" dur="1" fill="hold">
                                          <p:stCondLst>
                                            <p:cond delay="0"/>
                                          </p:stCondLst>
                                        </p:cTn>
                                        <p:tgtEl>
                                          <p:spTgt spid="9242"/>
                                        </p:tgtEl>
                                        <p:attrNameLst>
                                          <p:attrName>style.visibility</p:attrName>
                                        </p:attrNameLst>
                                      </p:cBhvr>
                                      <p:to>
                                        <p:strVal val="visible"/>
                                      </p:to>
                                    </p:set>
                                    <p:animEffect transition="in" filter="dissolve">
                                      <p:cBhvr>
                                        <p:cTn id="53" dur="500"/>
                                        <p:tgtEl>
                                          <p:spTgt spid="9242"/>
                                        </p:tgtEl>
                                      </p:cBhvr>
                                    </p:animEffect>
                                  </p:childTnLst>
                                </p:cTn>
                              </p:par>
                            </p:childTnLst>
                          </p:cTn>
                        </p:par>
                        <p:par>
                          <p:cTn id="54" fill="hold" nodeType="afterGroup">
                            <p:stCondLst>
                              <p:cond delay="6000"/>
                            </p:stCondLst>
                            <p:childTnLst>
                              <p:par>
                                <p:cTn id="55" presetID="9" presetClass="entr" presetSubtype="0" fill="hold" grpId="0" nodeType="afterEffect">
                                  <p:stCondLst>
                                    <p:cond delay="0"/>
                                  </p:stCondLst>
                                  <p:childTnLst>
                                    <p:set>
                                      <p:cBhvr>
                                        <p:cTn id="56" dur="1" fill="hold">
                                          <p:stCondLst>
                                            <p:cond delay="0"/>
                                          </p:stCondLst>
                                        </p:cTn>
                                        <p:tgtEl>
                                          <p:spTgt spid="9243"/>
                                        </p:tgtEl>
                                        <p:attrNameLst>
                                          <p:attrName>style.visibility</p:attrName>
                                        </p:attrNameLst>
                                      </p:cBhvr>
                                      <p:to>
                                        <p:strVal val="visible"/>
                                      </p:to>
                                    </p:set>
                                    <p:animEffect transition="in" filter="dissolve">
                                      <p:cBhvr>
                                        <p:cTn id="57" dur="500"/>
                                        <p:tgtEl>
                                          <p:spTgt spid="9243"/>
                                        </p:tgtEl>
                                      </p:cBhvr>
                                    </p:animEffect>
                                  </p:childTnLst>
                                </p:cTn>
                              </p:par>
                            </p:childTnLst>
                          </p:cTn>
                        </p:par>
                        <p:par>
                          <p:cTn id="58" fill="hold" nodeType="afterGroup">
                            <p:stCondLst>
                              <p:cond delay="6500"/>
                            </p:stCondLst>
                            <p:childTnLst>
                              <p:par>
                                <p:cTn id="59" presetID="9" presetClass="entr" presetSubtype="0" fill="hold" grpId="0" nodeType="afterEffect">
                                  <p:stCondLst>
                                    <p:cond delay="0"/>
                                  </p:stCondLst>
                                  <p:childTnLst>
                                    <p:set>
                                      <p:cBhvr>
                                        <p:cTn id="60" dur="1" fill="hold">
                                          <p:stCondLst>
                                            <p:cond delay="0"/>
                                          </p:stCondLst>
                                        </p:cTn>
                                        <p:tgtEl>
                                          <p:spTgt spid="9244"/>
                                        </p:tgtEl>
                                        <p:attrNameLst>
                                          <p:attrName>style.visibility</p:attrName>
                                        </p:attrNameLst>
                                      </p:cBhvr>
                                      <p:to>
                                        <p:strVal val="visible"/>
                                      </p:to>
                                    </p:set>
                                    <p:animEffect transition="in" filter="dissolve">
                                      <p:cBhvr>
                                        <p:cTn id="61" dur="500"/>
                                        <p:tgtEl>
                                          <p:spTgt spid="9244"/>
                                        </p:tgtEl>
                                      </p:cBhvr>
                                    </p:animEffect>
                                  </p:childTnLst>
                                </p:cTn>
                              </p:par>
                            </p:childTnLst>
                          </p:cTn>
                        </p:par>
                        <p:par>
                          <p:cTn id="62" fill="hold" nodeType="afterGroup">
                            <p:stCondLst>
                              <p:cond delay="7000"/>
                            </p:stCondLst>
                            <p:childTnLst>
                              <p:par>
                                <p:cTn id="63" presetID="9" presetClass="entr" presetSubtype="0" fill="hold" nodeType="afterEffect">
                                  <p:stCondLst>
                                    <p:cond delay="0"/>
                                  </p:stCondLst>
                                  <p:childTnLst>
                                    <p:set>
                                      <p:cBhvr>
                                        <p:cTn id="64" dur="1" fill="hold">
                                          <p:stCondLst>
                                            <p:cond delay="0"/>
                                          </p:stCondLst>
                                        </p:cTn>
                                        <p:tgtEl>
                                          <p:spTgt spid="9248"/>
                                        </p:tgtEl>
                                        <p:attrNameLst>
                                          <p:attrName>style.visibility</p:attrName>
                                        </p:attrNameLst>
                                      </p:cBhvr>
                                      <p:to>
                                        <p:strVal val="visible"/>
                                      </p:to>
                                    </p:set>
                                    <p:animEffect transition="in" filter="dissolve">
                                      <p:cBhvr>
                                        <p:cTn id="65" dur="500"/>
                                        <p:tgtEl>
                                          <p:spTgt spid="9248"/>
                                        </p:tgtEl>
                                      </p:cBhvr>
                                    </p:animEffect>
                                  </p:childTnLst>
                                </p:cTn>
                              </p:par>
                            </p:childTnLst>
                          </p:cTn>
                        </p:par>
                        <p:par>
                          <p:cTn id="66" fill="hold" nodeType="afterGroup">
                            <p:stCondLst>
                              <p:cond delay="7500"/>
                            </p:stCondLst>
                            <p:childTnLst>
                              <p:par>
                                <p:cTn id="67" presetID="9" presetClass="entr" presetSubtype="0" fill="hold" grpId="0" nodeType="afterEffect">
                                  <p:stCondLst>
                                    <p:cond delay="0"/>
                                  </p:stCondLst>
                                  <p:childTnLst>
                                    <p:set>
                                      <p:cBhvr>
                                        <p:cTn id="68" dur="1" fill="hold">
                                          <p:stCondLst>
                                            <p:cond delay="0"/>
                                          </p:stCondLst>
                                        </p:cTn>
                                        <p:tgtEl>
                                          <p:spTgt spid="9249"/>
                                        </p:tgtEl>
                                        <p:attrNameLst>
                                          <p:attrName>style.visibility</p:attrName>
                                        </p:attrNameLst>
                                      </p:cBhvr>
                                      <p:to>
                                        <p:strVal val="visible"/>
                                      </p:to>
                                    </p:set>
                                    <p:animEffect transition="in" filter="dissolve">
                                      <p:cBhvr>
                                        <p:cTn id="69" dur="500"/>
                                        <p:tgtEl>
                                          <p:spTgt spid="9249"/>
                                        </p:tgtEl>
                                      </p:cBhvr>
                                    </p:animEffect>
                                  </p:childTnLst>
                                </p:cTn>
                              </p:par>
                            </p:childTnLst>
                          </p:cTn>
                        </p:par>
                        <p:par>
                          <p:cTn id="70" fill="hold" nodeType="afterGroup">
                            <p:stCondLst>
                              <p:cond delay="8000"/>
                            </p:stCondLst>
                            <p:childTnLst>
                              <p:par>
                                <p:cTn id="71" presetID="9" presetClass="entr" presetSubtype="0" fill="hold" nodeType="afterEffect">
                                  <p:stCondLst>
                                    <p:cond delay="0"/>
                                  </p:stCondLst>
                                  <p:childTnLst>
                                    <p:set>
                                      <p:cBhvr>
                                        <p:cTn id="72" dur="1" fill="hold">
                                          <p:stCondLst>
                                            <p:cond delay="0"/>
                                          </p:stCondLst>
                                        </p:cTn>
                                        <p:tgtEl>
                                          <p:spTgt spid="9253"/>
                                        </p:tgtEl>
                                        <p:attrNameLst>
                                          <p:attrName>style.visibility</p:attrName>
                                        </p:attrNameLst>
                                      </p:cBhvr>
                                      <p:to>
                                        <p:strVal val="visible"/>
                                      </p:to>
                                    </p:set>
                                    <p:animEffect transition="in" filter="dissolve">
                                      <p:cBhvr>
                                        <p:cTn id="73" dur="500"/>
                                        <p:tgtEl>
                                          <p:spTgt spid="9253"/>
                                        </p:tgtEl>
                                      </p:cBhvr>
                                    </p:animEffect>
                                  </p:childTnLst>
                                </p:cTn>
                              </p:par>
                            </p:childTnLst>
                          </p:cTn>
                        </p:par>
                        <p:par>
                          <p:cTn id="74" fill="hold" nodeType="afterGroup">
                            <p:stCondLst>
                              <p:cond delay="8500"/>
                            </p:stCondLst>
                            <p:childTnLst>
                              <p:par>
                                <p:cTn id="75" presetID="9" presetClass="entr" presetSubtype="0" fill="hold" grpId="0" nodeType="afterEffect">
                                  <p:stCondLst>
                                    <p:cond delay="0"/>
                                  </p:stCondLst>
                                  <p:childTnLst>
                                    <p:set>
                                      <p:cBhvr>
                                        <p:cTn id="76" dur="1" fill="hold">
                                          <p:stCondLst>
                                            <p:cond delay="0"/>
                                          </p:stCondLst>
                                        </p:cTn>
                                        <p:tgtEl>
                                          <p:spTgt spid="9254"/>
                                        </p:tgtEl>
                                        <p:attrNameLst>
                                          <p:attrName>style.visibility</p:attrName>
                                        </p:attrNameLst>
                                      </p:cBhvr>
                                      <p:to>
                                        <p:strVal val="visible"/>
                                      </p:to>
                                    </p:set>
                                    <p:animEffect transition="in" filter="dissolve">
                                      <p:cBhvr>
                                        <p:cTn id="77" dur="500"/>
                                        <p:tgtEl>
                                          <p:spTgt spid="9254"/>
                                        </p:tgtEl>
                                      </p:cBhvr>
                                    </p:animEffect>
                                  </p:childTnLst>
                                </p:cTn>
                              </p:par>
                            </p:childTnLst>
                          </p:cTn>
                        </p:par>
                        <p:par>
                          <p:cTn id="78" fill="hold" nodeType="afterGroup">
                            <p:stCondLst>
                              <p:cond delay="9000"/>
                            </p:stCondLst>
                            <p:childTnLst>
                              <p:par>
                                <p:cTn id="79" presetID="9" presetClass="entr" presetSubtype="0" fill="hold" nodeType="afterEffect">
                                  <p:stCondLst>
                                    <p:cond delay="0"/>
                                  </p:stCondLst>
                                  <p:childTnLst>
                                    <p:set>
                                      <p:cBhvr>
                                        <p:cTn id="80" dur="1" fill="hold">
                                          <p:stCondLst>
                                            <p:cond delay="0"/>
                                          </p:stCondLst>
                                        </p:cTn>
                                        <p:tgtEl>
                                          <p:spTgt spid="9258"/>
                                        </p:tgtEl>
                                        <p:attrNameLst>
                                          <p:attrName>style.visibility</p:attrName>
                                        </p:attrNameLst>
                                      </p:cBhvr>
                                      <p:to>
                                        <p:strVal val="visible"/>
                                      </p:to>
                                    </p:set>
                                    <p:animEffect transition="in" filter="dissolve">
                                      <p:cBhvr>
                                        <p:cTn id="81" dur="500"/>
                                        <p:tgtEl>
                                          <p:spTgt spid="9258"/>
                                        </p:tgtEl>
                                      </p:cBhvr>
                                    </p:animEffect>
                                  </p:childTnLst>
                                </p:cTn>
                              </p:par>
                            </p:childTnLst>
                          </p:cTn>
                        </p:par>
                        <p:par>
                          <p:cTn id="82" fill="hold" nodeType="afterGroup">
                            <p:stCondLst>
                              <p:cond delay="9500"/>
                            </p:stCondLst>
                            <p:childTnLst>
                              <p:par>
                                <p:cTn id="83" presetID="9" presetClass="entr" presetSubtype="0" fill="hold" grpId="0" nodeType="afterEffect">
                                  <p:stCondLst>
                                    <p:cond delay="0"/>
                                  </p:stCondLst>
                                  <p:childTnLst>
                                    <p:set>
                                      <p:cBhvr>
                                        <p:cTn id="84" dur="1" fill="hold">
                                          <p:stCondLst>
                                            <p:cond delay="0"/>
                                          </p:stCondLst>
                                        </p:cTn>
                                        <p:tgtEl>
                                          <p:spTgt spid="9259"/>
                                        </p:tgtEl>
                                        <p:attrNameLst>
                                          <p:attrName>style.visibility</p:attrName>
                                        </p:attrNameLst>
                                      </p:cBhvr>
                                      <p:to>
                                        <p:strVal val="visible"/>
                                      </p:to>
                                    </p:set>
                                    <p:animEffect transition="in" filter="dissolve">
                                      <p:cBhvr>
                                        <p:cTn id="85" dur="500"/>
                                        <p:tgtEl>
                                          <p:spTgt spid="9259"/>
                                        </p:tgtEl>
                                      </p:cBhvr>
                                    </p:animEffect>
                                  </p:childTnLst>
                                </p:cTn>
                              </p:par>
                            </p:childTnLst>
                          </p:cTn>
                        </p:par>
                        <p:par>
                          <p:cTn id="86" fill="hold" nodeType="afterGroup">
                            <p:stCondLst>
                              <p:cond delay="10000"/>
                            </p:stCondLst>
                            <p:childTnLst>
                              <p:par>
                                <p:cTn id="87" presetID="9" presetClass="entr" presetSubtype="0" fill="hold" grpId="0" nodeType="afterEffect">
                                  <p:stCondLst>
                                    <p:cond delay="0"/>
                                  </p:stCondLst>
                                  <p:childTnLst>
                                    <p:set>
                                      <p:cBhvr>
                                        <p:cTn id="88" dur="1" fill="hold">
                                          <p:stCondLst>
                                            <p:cond delay="0"/>
                                          </p:stCondLst>
                                        </p:cTn>
                                        <p:tgtEl>
                                          <p:spTgt spid="9260"/>
                                        </p:tgtEl>
                                        <p:attrNameLst>
                                          <p:attrName>style.visibility</p:attrName>
                                        </p:attrNameLst>
                                      </p:cBhvr>
                                      <p:to>
                                        <p:strVal val="visible"/>
                                      </p:to>
                                    </p:set>
                                    <p:animEffect transition="in" filter="dissolve">
                                      <p:cBhvr>
                                        <p:cTn id="89" dur="500"/>
                                        <p:tgtEl>
                                          <p:spTgt spid="9260"/>
                                        </p:tgtEl>
                                      </p:cBhvr>
                                    </p:animEffect>
                                  </p:childTnLst>
                                </p:cTn>
                              </p:par>
                            </p:childTnLst>
                          </p:cTn>
                        </p:par>
                        <p:par>
                          <p:cTn id="90" fill="hold" nodeType="afterGroup">
                            <p:stCondLst>
                              <p:cond delay="10500"/>
                            </p:stCondLst>
                            <p:childTnLst>
                              <p:par>
                                <p:cTn id="91" presetID="9" presetClass="entr" presetSubtype="0" fill="hold" grpId="0" nodeType="afterEffect">
                                  <p:stCondLst>
                                    <p:cond delay="0"/>
                                  </p:stCondLst>
                                  <p:childTnLst>
                                    <p:set>
                                      <p:cBhvr>
                                        <p:cTn id="92" dur="1" fill="hold">
                                          <p:stCondLst>
                                            <p:cond delay="0"/>
                                          </p:stCondLst>
                                        </p:cTn>
                                        <p:tgtEl>
                                          <p:spTgt spid="9261"/>
                                        </p:tgtEl>
                                        <p:attrNameLst>
                                          <p:attrName>style.visibility</p:attrName>
                                        </p:attrNameLst>
                                      </p:cBhvr>
                                      <p:to>
                                        <p:strVal val="visible"/>
                                      </p:to>
                                    </p:set>
                                    <p:animEffect transition="in" filter="dissolve">
                                      <p:cBhvr>
                                        <p:cTn id="93" dur="500"/>
                                        <p:tgtEl>
                                          <p:spTgt spid="9261"/>
                                        </p:tgtEl>
                                      </p:cBhvr>
                                    </p:animEffect>
                                  </p:childTnLst>
                                </p:cTn>
                              </p:par>
                            </p:childTnLst>
                          </p:cTn>
                        </p:par>
                        <p:par>
                          <p:cTn id="94" fill="hold" nodeType="afterGroup">
                            <p:stCondLst>
                              <p:cond delay="11000"/>
                            </p:stCondLst>
                            <p:childTnLst>
                              <p:par>
                                <p:cTn id="95" presetID="9" presetClass="entr" presetSubtype="0" fill="hold" grpId="0" nodeType="afterEffect">
                                  <p:stCondLst>
                                    <p:cond delay="0"/>
                                  </p:stCondLst>
                                  <p:childTnLst>
                                    <p:set>
                                      <p:cBhvr>
                                        <p:cTn id="96" dur="1" fill="hold">
                                          <p:stCondLst>
                                            <p:cond delay="0"/>
                                          </p:stCondLst>
                                        </p:cTn>
                                        <p:tgtEl>
                                          <p:spTgt spid="9262"/>
                                        </p:tgtEl>
                                        <p:attrNameLst>
                                          <p:attrName>style.visibility</p:attrName>
                                        </p:attrNameLst>
                                      </p:cBhvr>
                                      <p:to>
                                        <p:strVal val="visible"/>
                                      </p:to>
                                    </p:set>
                                    <p:animEffect transition="in" filter="dissolve">
                                      <p:cBhvr>
                                        <p:cTn id="97" dur="500"/>
                                        <p:tgtEl>
                                          <p:spTgt spid="92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autoUpdateAnimBg="0"/>
      <p:bldP spid="9220" grpId="0" autoUpdateAnimBg="0"/>
      <p:bldP spid="9221" grpId="0" autoUpdateAnimBg="0"/>
      <p:bldP spid="9226" grpId="0" autoUpdateAnimBg="0"/>
      <p:bldP spid="9231" grpId="0" autoUpdateAnimBg="0"/>
      <p:bldP spid="9236" grpId="0" autoUpdateAnimBg="0"/>
      <p:bldP spid="9241" grpId="0" autoUpdateAnimBg="0"/>
      <p:bldP spid="9242" grpId="0" autoUpdateAnimBg="0"/>
      <p:bldP spid="9243" grpId="0" autoUpdateAnimBg="0"/>
      <p:bldP spid="9244" grpId="0" autoUpdateAnimBg="0"/>
      <p:bldP spid="9249" grpId="0" autoUpdateAnimBg="0"/>
      <p:bldP spid="9254" grpId="0" autoUpdateAnimBg="0"/>
      <p:bldP spid="9259" grpId="0" autoUpdateAnimBg="0"/>
      <p:bldP spid="9260" grpId="0" autoUpdateAnimBg="0"/>
      <p:bldP spid="9261" grpId="0" autoUpdateAnimBg="0"/>
      <p:bldP spid="9262" grpId="0"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0242"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0243"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2151F3D-6E11-4458-A361-63EEDA00434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a:t>
            </a:fld>
            <a:endParaRPr lang="es-ES" altLang="en-US"/>
          </a:p>
        </p:txBody>
      </p:sp>
      <p:sp>
        <p:nvSpPr>
          <p:cNvPr id="10244"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Icon</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Services</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List</a:t>
            </a:r>
            <a:endParaRPr lang="es-ES" dirty="0">
              <a:solidFill>
                <a:schemeClr val="bg1">
                  <a:lumMod val="95000"/>
                </a:schemeClr>
              </a:solidFill>
              <a:ea typeface="ＭＳ Ｐゴシック" charset="0"/>
            </a:endParaRPr>
          </a:p>
        </p:txBody>
      </p:sp>
      <p:sp>
        <p:nvSpPr>
          <p:cNvPr id="10245"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0246" name="AutoShape 6"/>
          <p:cNvSpPr>
            <a:spLocks/>
          </p:cNvSpPr>
          <p:nvPr/>
        </p:nvSpPr>
        <p:spPr bwMode="auto">
          <a:xfrm>
            <a:off x="7366000" y="5181600"/>
            <a:ext cx="714375" cy="595313"/>
          </a:xfrm>
          <a:custGeom>
            <a:avLst/>
            <a:gdLst>
              <a:gd name="T0" fmla="*/ 357188 w 21600"/>
              <a:gd name="T1" fmla="*/ 297657 h 21600"/>
              <a:gd name="T2" fmla="*/ 357188 w 21600"/>
              <a:gd name="T3" fmla="*/ 297657 h 21600"/>
              <a:gd name="T4" fmla="*/ 357188 w 21600"/>
              <a:gd name="T5" fmla="*/ 297657 h 21600"/>
              <a:gd name="T6" fmla="*/ 357188 w 21600"/>
              <a:gd name="T7" fmla="*/ 2976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accent6"/>
          </a:solidFill>
          <a:ln>
            <a:noFill/>
          </a:ln>
          <a:effectLst/>
          <a:extLst/>
        </p:spPr>
        <p:txBody>
          <a:bodyPr lIns="38100" tIns="38100" rIns="38100" bIns="38100" anchor="ctr"/>
          <a:lstStyle/>
          <a:p>
            <a:endParaRPr lang="en-US"/>
          </a:p>
        </p:txBody>
      </p:sp>
      <p:sp>
        <p:nvSpPr>
          <p:cNvPr id="10247" name="AutoShape 7"/>
          <p:cNvSpPr>
            <a:spLocks/>
          </p:cNvSpPr>
          <p:nvPr/>
        </p:nvSpPr>
        <p:spPr bwMode="auto">
          <a:xfrm>
            <a:off x="7391400" y="6008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Photography</a:t>
            </a:r>
            <a:endParaRPr lang="es-ES">
              <a:solidFill>
                <a:schemeClr val="bg1">
                  <a:lumMod val="95000"/>
                </a:schemeClr>
              </a:solidFill>
              <a:ea typeface="ＭＳ Ｐゴシック" charset="0"/>
            </a:endParaRPr>
          </a:p>
        </p:txBody>
      </p:sp>
      <p:sp>
        <p:nvSpPr>
          <p:cNvPr id="10248" name="AutoShape 8"/>
          <p:cNvSpPr>
            <a:spLocks/>
          </p:cNvSpPr>
          <p:nvPr/>
        </p:nvSpPr>
        <p:spPr bwMode="auto">
          <a:xfrm>
            <a:off x="12625388" y="5189538"/>
            <a:ext cx="714375" cy="595312"/>
          </a:xfrm>
          <a:custGeom>
            <a:avLst/>
            <a:gdLst>
              <a:gd name="T0" fmla="*/ 357188 w 21600"/>
              <a:gd name="T1" fmla="*/ 297642 h 21579"/>
              <a:gd name="T2" fmla="*/ 357188 w 21600"/>
              <a:gd name="T3" fmla="*/ 297642 h 21579"/>
              <a:gd name="T4" fmla="*/ 357188 w 21600"/>
              <a:gd name="T5" fmla="*/ 297642 h 21579"/>
              <a:gd name="T6" fmla="*/ 357188 w 21600"/>
              <a:gd name="T7" fmla="*/ 297642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accent6"/>
          </a:solidFill>
          <a:ln>
            <a:noFill/>
          </a:ln>
          <a:effectLst/>
          <a:extLst/>
        </p:spPr>
        <p:txBody>
          <a:bodyPr lIns="38100" tIns="38100" rIns="38100" bIns="38100" anchor="ctr"/>
          <a:lstStyle/>
          <a:p>
            <a:endParaRPr lang="en-US"/>
          </a:p>
        </p:txBody>
      </p:sp>
      <p:sp>
        <p:nvSpPr>
          <p:cNvPr id="10249" name="AutoShape 9"/>
          <p:cNvSpPr>
            <a:spLocks/>
          </p:cNvSpPr>
          <p:nvPr/>
        </p:nvSpPr>
        <p:spPr bwMode="auto">
          <a:xfrm>
            <a:off x="12649200" y="6008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Marketing</a:t>
            </a:r>
            <a:endParaRPr lang="es-ES">
              <a:solidFill>
                <a:schemeClr val="bg1">
                  <a:lumMod val="95000"/>
                </a:schemeClr>
              </a:solidFill>
              <a:ea typeface="ＭＳ Ｐゴシック" charset="0"/>
            </a:endParaRPr>
          </a:p>
        </p:txBody>
      </p:sp>
      <p:sp>
        <p:nvSpPr>
          <p:cNvPr id="10250" name="AutoShape 10"/>
          <p:cNvSpPr>
            <a:spLocks/>
          </p:cNvSpPr>
          <p:nvPr/>
        </p:nvSpPr>
        <p:spPr bwMode="auto">
          <a:xfrm>
            <a:off x="2247900" y="6008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dirty="0" err="1">
                <a:solidFill>
                  <a:schemeClr val="bg1">
                    <a:lumMod val="95000"/>
                  </a:schemeClr>
                </a:solidFill>
                <a:latin typeface="Lato" charset="0"/>
                <a:ea typeface="ＭＳ Ｐゴシック" charset="0"/>
                <a:cs typeface="Lato" charset="0"/>
                <a:sym typeface="Lato" charset="0"/>
              </a:rPr>
              <a:t>Research</a:t>
            </a:r>
            <a:endParaRPr lang="es-ES" dirty="0">
              <a:solidFill>
                <a:schemeClr val="bg1">
                  <a:lumMod val="95000"/>
                </a:schemeClr>
              </a:solidFill>
              <a:ea typeface="ＭＳ Ｐゴシック" charset="0"/>
            </a:endParaRPr>
          </a:p>
        </p:txBody>
      </p:sp>
      <p:sp>
        <p:nvSpPr>
          <p:cNvPr id="10251" name="AutoShape 11"/>
          <p:cNvSpPr>
            <a:spLocks/>
          </p:cNvSpPr>
          <p:nvPr/>
        </p:nvSpPr>
        <p:spPr bwMode="auto">
          <a:xfrm>
            <a:off x="2270125" y="5118100"/>
            <a:ext cx="714375" cy="714375"/>
          </a:xfrm>
          <a:custGeom>
            <a:avLst/>
            <a:gdLst>
              <a:gd name="T0" fmla="*/ 357188 w 21600"/>
              <a:gd name="T1" fmla="*/ 357188 h 21600"/>
              <a:gd name="T2" fmla="*/ 357188 w 21600"/>
              <a:gd name="T3" fmla="*/ 357188 h 21600"/>
              <a:gd name="T4" fmla="*/ 357188 w 21600"/>
              <a:gd name="T5" fmla="*/ 357188 h 21600"/>
              <a:gd name="T6" fmla="*/ 357188 w 21600"/>
              <a:gd name="T7" fmla="*/ 3571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accent6"/>
          </a:solidFill>
          <a:ln>
            <a:noFill/>
          </a:ln>
          <a:effectLst/>
          <a:extLst/>
        </p:spPr>
        <p:txBody>
          <a:bodyPr lIns="38100" tIns="38100" rIns="38100" bIns="38100" anchor="ctr"/>
          <a:lstStyle/>
          <a:p>
            <a:endParaRPr lang="en-US"/>
          </a:p>
        </p:txBody>
      </p:sp>
      <p:sp>
        <p:nvSpPr>
          <p:cNvPr id="10252" name="AutoShape 12"/>
          <p:cNvSpPr>
            <a:spLocks/>
          </p:cNvSpPr>
          <p:nvPr/>
        </p:nvSpPr>
        <p:spPr bwMode="auto">
          <a:xfrm>
            <a:off x="17726025" y="5994400"/>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Social</a:t>
            </a:r>
            <a:endParaRPr lang="es-ES">
              <a:solidFill>
                <a:schemeClr val="bg1">
                  <a:lumMod val="95000"/>
                </a:schemeClr>
              </a:solidFill>
              <a:ea typeface="ＭＳ Ｐゴシック" charset="0"/>
            </a:endParaRPr>
          </a:p>
        </p:txBody>
      </p:sp>
      <p:sp>
        <p:nvSpPr>
          <p:cNvPr id="10253" name="AutoShape 13"/>
          <p:cNvSpPr>
            <a:spLocks/>
          </p:cNvSpPr>
          <p:nvPr/>
        </p:nvSpPr>
        <p:spPr bwMode="auto">
          <a:xfrm>
            <a:off x="17726025" y="5110163"/>
            <a:ext cx="596900" cy="596900"/>
          </a:xfrm>
          <a:custGeom>
            <a:avLst/>
            <a:gdLst>
              <a:gd name="T0" fmla="*/ 298450 w 21600"/>
              <a:gd name="T1" fmla="*/ 298450 h 21600"/>
              <a:gd name="T2" fmla="*/ 298450 w 21600"/>
              <a:gd name="T3" fmla="*/ 298450 h 21600"/>
              <a:gd name="T4" fmla="*/ 298450 w 21600"/>
              <a:gd name="T5" fmla="*/ 298450 h 21600"/>
              <a:gd name="T6" fmla="*/ 298450 w 21600"/>
              <a:gd name="T7" fmla="*/ 298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4"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accent6"/>
          </a:solidFill>
          <a:ln>
            <a:noFill/>
          </a:ln>
          <a:effectLst/>
          <a:extLst/>
        </p:spPr>
        <p:txBody>
          <a:bodyPr lIns="38100" tIns="38100" rIns="38100" bIns="38100" anchor="ctr"/>
          <a:lstStyle/>
          <a:p>
            <a:endParaRPr lang="en-US"/>
          </a:p>
        </p:txBody>
      </p:sp>
      <p:sp>
        <p:nvSpPr>
          <p:cNvPr id="10254" name="AutoShape 14"/>
          <p:cNvSpPr>
            <a:spLocks/>
          </p:cNvSpPr>
          <p:nvPr/>
        </p:nvSpPr>
        <p:spPr bwMode="auto">
          <a:xfrm>
            <a:off x="7429500" y="8929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Wireless</a:t>
            </a:r>
            <a:endParaRPr lang="es-ES">
              <a:solidFill>
                <a:schemeClr val="bg1">
                  <a:lumMod val="95000"/>
                </a:schemeClr>
              </a:solidFill>
              <a:ea typeface="ＭＳ Ｐゴシック" charset="0"/>
            </a:endParaRPr>
          </a:p>
        </p:txBody>
      </p:sp>
      <p:sp>
        <p:nvSpPr>
          <p:cNvPr id="10255" name="AutoShape 15"/>
          <p:cNvSpPr>
            <a:spLocks/>
          </p:cNvSpPr>
          <p:nvPr/>
        </p:nvSpPr>
        <p:spPr bwMode="auto">
          <a:xfrm>
            <a:off x="12674600" y="8929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Desktop</a:t>
            </a:r>
            <a:endParaRPr lang="es-ES">
              <a:solidFill>
                <a:schemeClr val="bg1">
                  <a:lumMod val="95000"/>
                </a:schemeClr>
              </a:solidFill>
              <a:ea typeface="ＭＳ Ｐゴシック" charset="0"/>
            </a:endParaRPr>
          </a:p>
        </p:txBody>
      </p:sp>
      <p:sp>
        <p:nvSpPr>
          <p:cNvPr id="10256" name="AutoShape 16"/>
          <p:cNvSpPr>
            <a:spLocks/>
          </p:cNvSpPr>
          <p:nvPr/>
        </p:nvSpPr>
        <p:spPr bwMode="auto">
          <a:xfrm>
            <a:off x="2298700" y="8929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Finder</a:t>
            </a:r>
            <a:endParaRPr lang="es-ES">
              <a:solidFill>
                <a:schemeClr val="bg1">
                  <a:lumMod val="95000"/>
                </a:schemeClr>
              </a:solidFill>
              <a:ea typeface="ＭＳ Ｐゴシック" charset="0"/>
            </a:endParaRPr>
          </a:p>
        </p:txBody>
      </p:sp>
      <p:sp>
        <p:nvSpPr>
          <p:cNvPr id="10257" name="AutoShape 17"/>
          <p:cNvSpPr>
            <a:spLocks/>
          </p:cNvSpPr>
          <p:nvPr/>
        </p:nvSpPr>
        <p:spPr bwMode="auto">
          <a:xfrm>
            <a:off x="22479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58" name="AutoShape 18"/>
          <p:cNvSpPr>
            <a:spLocks/>
          </p:cNvSpPr>
          <p:nvPr/>
        </p:nvSpPr>
        <p:spPr bwMode="auto">
          <a:xfrm>
            <a:off x="17662525" y="8915400"/>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Customizable</a:t>
            </a:r>
            <a:endParaRPr lang="es-ES">
              <a:solidFill>
                <a:schemeClr val="bg1">
                  <a:lumMod val="95000"/>
                </a:schemeClr>
              </a:solidFill>
              <a:ea typeface="ＭＳ Ｐゴシック" charset="0"/>
            </a:endParaRPr>
          </a:p>
        </p:txBody>
      </p:sp>
      <p:grpSp>
        <p:nvGrpSpPr>
          <p:cNvPr id="10259" name="Group 19"/>
          <p:cNvGrpSpPr>
            <a:grpSpLocks/>
          </p:cNvGrpSpPr>
          <p:nvPr/>
        </p:nvGrpSpPr>
        <p:grpSpPr bwMode="auto">
          <a:xfrm>
            <a:off x="2257425" y="8037513"/>
            <a:ext cx="711200" cy="711200"/>
            <a:chOff x="0" y="0"/>
            <a:chExt cx="711201" cy="711200"/>
          </a:xfrm>
          <a:solidFill>
            <a:schemeClr val="accent6"/>
          </a:solidFill>
        </p:grpSpPr>
        <p:sp>
          <p:nvSpPr>
            <p:cNvPr id="10260" name="AutoShape 20"/>
            <p:cNvSpPr>
              <a:spLocks/>
            </p:cNvSpPr>
            <p:nvPr/>
          </p:nvSpPr>
          <p:spPr bwMode="auto">
            <a:xfrm>
              <a:off x="0" y="0"/>
              <a:ext cx="711201" cy="711200"/>
            </a:xfrm>
            <a:custGeom>
              <a:avLst/>
              <a:gdLst>
                <a:gd name="T0" fmla="*/ 355601 w 21600"/>
                <a:gd name="T1" fmla="*/ 355600 h 21600"/>
                <a:gd name="T2" fmla="*/ 355601 w 21600"/>
                <a:gd name="T3" fmla="*/ 355600 h 21600"/>
                <a:gd name="T4" fmla="*/ 355601 w 21600"/>
                <a:gd name="T5" fmla="*/ 355600 h 21600"/>
                <a:gd name="T6" fmla="*/ 355601 w 21600"/>
                <a:gd name="T7" fmla="*/ 355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780" y="0"/>
                    <a:pt x="0" y="4780"/>
                    <a:pt x="0" y="10800"/>
                  </a:cubicBezTo>
                  <a:cubicBezTo>
                    <a:pt x="0" y="16819"/>
                    <a:pt x="4780" y="21599"/>
                    <a:pt x="10800" y="21599"/>
                  </a:cubicBezTo>
                  <a:cubicBezTo>
                    <a:pt x="16642" y="21599"/>
                    <a:pt x="21600" y="16819"/>
                    <a:pt x="21600" y="10800"/>
                  </a:cubicBezTo>
                  <a:cubicBezTo>
                    <a:pt x="21600" y="4780"/>
                    <a:pt x="16642" y="0"/>
                    <a:pt x="10800" y="0"/>
                  </a:cubicBezTo>
                  <a:close/>
                  <a:moveTo>
                    <a:pt x="11331" y="19298"/>
                  </a:moveTo>
                  <a:cubicBezTo>
                    <a:pt x="11331" y="18059"/>
                    <a:pt x="11331" y="18059"/>
                    <a:pt x="11331" y="18059"/>
                  </a:cubicBezTo>
                  <a:cubicBezTo>
                    <a:pt x="10091" y="18059"/>
                    <a:pt x="10091" y="18059"/>
                    <a:pt x="10091" y="18059"/>
                  </a:cubicBezTo>
                  <a:cubicBezTo>
                    <a:pt x="10091" y="19298"/>
                    <a:pt x="10091" y="19298"/>
                    <a:pt x="10091" y="19298"/>
                  </a:cubicBezTo>
                  <a:cubicBezTo>
                    <a:pt x="8144" y="19121"/>
                    <a:pt x="6550" y="18413"/>
                    <a:pt x="5134" y="17173"/>
                  </a:cubicBezTo>
                  <a:cubicBezTo>
                    <a:pt x="5134" y="17173"/>
                    <a:pt x="5134" y="17173"/>
                    <a:pt x="4957" y="17173"/>
                  </a:cubicBezTo>
                  <a:cubicBezTo>
                    <a:pt x="4957" y="16996"/>
                    <a:pt x="4780" y="16996"/>
                    <a:pt x="4780" y="16819"/>
                  </a:cubicBezTo>
                  <a:cubicBezTo>
                    <a:pt x="4603" y="16819"/>
                    <a:pt x="4426" y="16642"/>
                    <a:pt x="4426" y="16465"/>
                  </a:cubicBezTo>
                  <a:cubicBezTo>
                    <a:pt x="4426" y="16465"/>
                    <a:pt x="4426" y="16465"/>
                    <a:pt x="4249" y="16465"/>
                  </a:cubicBezTo>
                  <a:cubicBezTo>
                    <a:pt x="3186" y="15049"/>
                    <a:pt x="2301" y="13278"/>
                    <a:pt x="2301" y="11508"/>
                  </a:cubicBezTo>
                  <a:cubicBezTo>
                    <a:pt x="3540" y="11508"/>
                    <a:pt x="3540" y="11508"/>
                    <a:pt x="3540" y="11508"/>
                  </a:cubicBezTo>
                  <a:cubicBezTo>
                    <a:pt x="3540" y="10268"/>
                    <a:pt x="3540" y="10268"/>
                    <a:pt x="3540" y="10268"/>
                  </a:cubicBezTo>
                  <a:cubicBezTo>
                    <a:pt x="2301" y="10268"/>
                    <a:pt x="2301" y="10268"/>
                    <a:pt x="2301" y="10268"/>
                  </a:cubicBezTo>
                  <a:cubicBezTo>
                    <a:pt x="2655" y="6019"/>
                    <a:pt x="5842" y="2655"/>
                    <a:pt x="10091" y="2301"/>
                  </a:cubicBezTo>
                  <a:cubicBezTo>
                    <a:pt x="10091" y="3540"/>
                    <a:pt x="10091" y="3540"/>
                    <a:pt x="10091" y="3540"/>
                  </a:cubicBezTo>
                  <a:cubicBezTo>
                    <a:pt x="11331" y="3540"/>
                    <a:pt x="11331" y="3540"/>
                    <a:pt x="11331" y="3540"/>
                  </a:cubicBezTo>
                  <a:cubicBezTo>
                    <a:pt x="11331" y="2301"/>
                    <a:pt x="11331" y="2301"/>
                    <a:pt x="11331" y="2301"/>
                  </a:cubicBezTo>
                  <a:cubicBezTo>
                    <a:pt x="12570" y="2478"/>
                    <a:pt x="13632" y="2832"/>
                    <a:pt x="14695" y="3186"/>
                  </a:cubicBezTo>
                  <a:cubicBezTo>
                    <a:pt x="14695" y="3363"/>
                    <a:pt x="14695" y="3363"/>
                    <a:pt x="14695" y="3363"/>
                  </a:cubicBezTo>
                  <a:cubicBezTo>
                    <a:pt x="14872" y="3363"/>
                    <a:pt x="15049" y="3540"/>
                    <a:pt x="15226" y="3718"/>
                  </a:cubicBezTo>
                  <a:cubicBezTo>
                    <a:pt x="15403" y="3718"/>
                    <a:pt x="15403" y="3718"/>
                    <a:pt x="15403" y="3718"/>
                  </a:cubicBezTo>
                  <a:cubicBezTo>
                    <a:pt x="15580" y="3895"/>
                    <a:pt x="15757" y="3895"/>
                    <a:pt x="15934" y="4072"/>
                  </a:cubicBezTo>
                  <a:cubicBezTo>
                    <a:pt x="15934" y="4072"/>
                    <a:pt x="16111" y="4249"/>
                    <a:pt x="16111" y="4249"/>
                  </a:cubicBezTo>
                  <a:cubicBezTo>
                    <a:pt x="16288" y="4426"/>
                    <a:pt x="16288" y="4426"/>
                    <a:pt x="16465" y="4603"/>
                  </a:cubicBezTo>
                  <a:cubicBezTo>
                    <a:pt x="16642" y="4603"/>
                    <a:pt x="16642" y="4780"/>
                    <a:pt x="16642" y="4780"/>
                  </a:cubicBezTo>
                  <a:cubicBezTo>
                    <a:pt x="16819" y="4957"/>
                    <a:pt x="16996" y="4957"/>
                    <a:pt x="16996" y="5134"/>
                  </a:cubicBezTo>
                  <a:cubicBezTo>
                    <a:pt x="17173" y="5134"/>
                    <a:pt x="17173" y="5311"/>
                    <a:pt x="17350" y="5488"/>
                  </a:cubicBezTo>
                  <a:cubicBezTo>
                    <a:pt x="17350" y="5488"/>
                    <a:pt x="17350" y="5665"/>
                    <a:pt x="17527" y="5665"/>
                  </a:cubicBezTo>
                  <a:cubicBezTo>
                    <a:pt x="17527" y="5842"/>
                    <a:pt x="17704" y="6019"/>
                    <a:pt x="17881" y="6196"/>
                  </a:cubicBezTo>
                  <a:cubicBezTo>
                    <a:pt x="17881" y="6196"/>
                    <a:pt x="17881" y="6196"/>
                    <a:pt x="17881" y="6373"/>
                  </a:cubicBezTo>
                  <a:cubicBezTo>
                    <a:pt x="18059" y="6550"/>
                    <a:pt x="18236" y="6727"/>
                    <a:pt x="18236" y="6904"/>
                  </a:cubicBezTo>
                  <a:cubicBezTo>
                    <a:pt x="18236" y="6904"/>
                    <a:pt x="18236" y="6904"/>
                    <a:pt x="18236" y="6904"/>
                  </a:cubicBezTo>
                  <a:cubicBezTo>
                    <a:pt x="18767" y="7967"/>
                    <a:pt x="19121" y="9029"/>
                    <a:pt x="19121" y="10268"/>
                  </a:cubicBezTo>
                  <a:cubicBezTo>
                    <a:pt x="18059" y="10268"/>
                    <a:pt x="18059" y="10268"/>
                    <a:pt x="18059" y="10268"/>
                  </a:cubicBezTo>
                  <a:cubicBezTo>
                    <a:pt x="18059" y="11508"/>
                    <a:pt x="18059" y="11508"/>
                    <a:pt x="18059" y="11508"/>
                  </a:cubicBezTo>
                  <a:cubicBezTo>
                    <a:pt x="19121" y="11508"/>
                    <a:pt x="19121" y="11508"/>
                    <a:pt x="19121" y="11508"/>
                  </a:cubicBezTo>
                  <a:cubicBezTo>
                    <a:pt x="18944" y="15580"/>
                    <a:pt x="15580" y="18944"/>
                    <a:pt x="11331" y="19298"/>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1" name="AutoShape 21"/>
            <p:cNvSpPr>
              <a:spLocks/>
            </p:cNvSpPr>
            <p:nvPr/>
          </p:nvSpPr>
          <p:spPr bwMode="auto">
            <a:xfrm>
              <a:off x="258173" y="181476"/>
              <a:ext cx="214335" cy="304099"/>
            </a:xfrm>
            <a:custGeom>
              <a:avLst/>
              <a:gdLst>
                <a:gd name="T0" fmla="*/ 107168 w 21600"/>
                <a:gd name="T1" fmla="*/ 152050 h 21600"/>
                <a:gd name="T2" fmla="*/ 107168 w 21600"/>
                <a:gd name="T3" fmla="*/ 152050 h 21600"/>
                <a:gd name="T4" fmla="*/ 107168 w 21600"/>
                <a:gd name="T5" fmla="*/ 152050 h 21600"/>
                <a:gd name="T6" fmla="*/ 107168 w 21600"/>
                <a:gd name="T7" fmla="*/ 1520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99" y="12046"/>
                  </a:moveTo>
                  <a:cubicBezTo>
                    <a:pt x="5399" y="12046"/>
                    <a:pt x="5399" y="12046"/>
                    <a:pt x="5399" y="12046"/>
                  </a:cubicBezTo>
                  <a:cubicBezTo>
                    <a:pt x="0" y="21599"/>
                    <a:pt x="0" y="21599"/>
                    <a:pt x="0" y="21599"/>
                  </a:cubicBezTo>
                  <a:cubicBezTo>
                    <a:pt x="12000" y="14953"/>
                    <a:pt x="12000" y="14953"/>
                    <a:pt x="12000" y="14953"/>
                  </a:cubicBezTo>
                  <a:cubicBezTo>
                    <a:pt x="12000" y="14953"/>
                    <a:pt x="12000" y="14953"/>
                    <a:pt x="12000" y="14953"/>
                  </a:cubicBezTo>
                  <a:cubicBezTo>
                    <a:pt x="13200" y="14538"/>
                    <a:pt x="13200" y="13707"/>
                    <a:pt x="13200" y="13292"/>
                  </a:cubicBezTo>
                  <a:cubicBezTo>
                    <a:pt x="21600" y="0"/>
                    <a:pt x="21600" y="0"/>
                    <a:pt x="21600" y="0"/>
                  </a:cubicBezTo>
                  <a:cubicBezTo>
                    <a:pt x="6600" y="10384"/>
                    <a:pt x="6600" y="10384"/>
                    <a:pt x="6600" y="10384"/>
                  </a:cubicBezTo>
                  <a:cubicBezTo>
                    <a:pt x="6000" y="10800"/>
                    <a:pt x="5399" y="11215"/>
                    <a:pt x="5399" y="12046"/>
                  </a:cubicBezTo>
                  <a:close/>
                  <a:moveTo>
                    <a:pt x="9600" y="11215"/>
                  </a:moveTo>
                  <a:cubicBezTo>
                    <a:pt x="10199" y="11215"/>
                    <a:pt x="11400" y="11630"/>
                    <a:pt x="11400" y="12461"/>
                  </a:cubicBezTo>
                  <a:cubicBezTo>
                    <a:pt x="11400" y="13292"/>
                    <a:pt x="10199" y="13707"/>
                    <a:pt x="9600" y="13707"/>
                  </a:cubicBezTo>
                  <a:cubicBezTo>
                    <a:pt x="8400" y="13707"/>
                    <a:pt x="7800" y="13292"/>
                    <a:pt x="7800" y="12461"/>
                  </a:cubicBezTo>
                  <a:cubicBezTo>
                    <a:pt x="7800" y="11630"/>
                    <a:pt x="8400" y="11215"/>
                    <a:pt x="9600" y="1121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2" name="AutoShape 22"/>
            <p:cNvSpPr>
              <a:spLocks/>
            </p:cNvSpPr>
            <p:nvPr/>
          </p:nvSpPr>
          <p:spPr bwMode="auto">
            <a:xfrm>
              <a:off x="340986" y="348239"/>
              <a:ext cx="19486" cy="19621"/>
            </a:xfrm>
            <a:custGeom>
              <a:avLst/>
              <a:gdLst>
                <a:gd name="T0" fmla="*/ 9743 w 19679"/>
                <a:gd name="T1" fmla="*/ 10768 h 19679"/>
                <a:gd name="T2" fmla="*/ 9743 w 19679"/>
                <a:gd name="T3" fmla="*/ 10768 h 19679"/>
                <a:gd name="T4" fmla="*/ 9743 w 19679"/>
                <a:gd name="T5" fmla="*/ 10768 h 19679"/>
                <a:gd name="T6" fmla="*/ 9743 w 19679"/>
                <a:gd name="T7" fmla="*/ 1076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10263" name="Group 23"/>
          <p:cNvGrpSpPr>
            <a:grpSpLocks/>
          </p:cNvGrpSpPr>
          <p:nvPr/>
        </p:nvGrpSpPr>
        <p:grpSpPr bwMode="auto">
          <a:xfrm>
            <a:off x="7350125" y="8128000"/>
            <a:ext cx="889000" cy="596900"/>
            <a:chOff x="0" y="0"/>
            <a:chExt cx="889000" cy="596900"/>
          </a:xfrm>
          <a:solidFill>
            <a:schemeClr val="accent6"/>
          </a:solidFill>
        </p:grpSpPr>
        <p:sp>
          <p:nvSpPr>
            <p:cNvPr id="10264" name="AutoShape 24"/>
            <p:cNvSpPr>
              <a:spLocks/>
            </p:cNvSpPr>
            <p:nvPr/>
          </p:nvSpPr>
          <p:spPr bwMode="auto">
            <a:xfrm>
              <a:off x="317295" y="413536"/>
              <a:ext cx="250370" cy="183364"/>
            </a:xfrm>
            <a:custGeom>
              <a:avLst/>
              <a:gdLst>
                <a:gd name="T0" fmla="*/ 125179 w 20977"/>
                <a:gd name="T1" fmla="*/ 112056 h 19440"/>
                <a:gd name="T2" fmla="*/ 125179 w 20977"/>
                <a:gd name="T3" fmla="*/ 112056 h 19440"/>
                <a:gd name="T4" fmla="*/ 125179 w 20977"/>
                <a:gd name="T5" fmla="*/ 112056 h 19440"/>
                <a:gd name="T6" fmla="*/ 125179 w 20977"/>
                <a:gd name="T7" fmla="*/ 112056 h 194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77" h="19440">
                  <a:moveTo>
                    <a:pt x="20321" y="5040"/>
                  </a:moveTo>
                  <a:cubicBezTo>
                    <a:pt x="14636" y="-1441"/>
                    <a:pt x="6679" y="-2160"/>
                    <a:pt x="426" y="5759"/>
                  </a:cubicBezTo>
                  <a:cubicBezTo>
                    <a:pt x="-142" y="5759"/>
                    <a:pt x="-142" y="6479"/>
                    <a:pt x="426" y="7200"/>
                  </a:cubicBezTo>
                  <a:cubicBezTo>
                    <a:pt x="10658" y="19440"/>
                    <a:pt x="10658" y="19440"/>
                    <a:pt x="10658" y="19440"/>
                  </a:cubicBezTo>
                  <a:cubicBezTo>
                    <a:pt x="20321" y="7200"/>
                    <a:pt x="20321" y="7200"/>
                    <a:pt x="20321" y="7200"/>
                  </a:cubicBezTo>
                  <a:cubicBezTo>
                    <a:pt x="21457" y="5759"/>
                    <a:pt x="20889" y="5759"/>
                    <a:pt x="20321" y="504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5" name="AutoShape 25"/>
            <p:cNvSpPr>
              <a:spLocks/>
            </p:cNvSpPr>
            <p:nvPr/>
          </p:nvSpPr>
          <p:spPr bwMode="auto">
            <a:xfrm>
              <a:off x="143734" y="209298"/>
              <a:ext cx="593230" cy="221612"/>
            </a:xfrm>
            <a:custGeom>
              <a:avLst/>
              <a:gdLst>
                <a:gd name="T0" fmla="*/ 296601 w 21539"/>
                <a:gd name="T1" fmla="*/ 150390 h 18209"/>
                <a:gd name="T2" fmla="*/ 296601 w 21539"/>
                <a:gd name="T3" fmla="*/ 150390 h 18209"/>
                <a:gd name="T4" fmla="*/ 296601 w 21539"/>
                <a:gd name="T5" fmla="*/ 150390 h 18209"/>
                <a:gd name="T6" fmla="*/ 296601 w 21539"/>
                <a:gd name="T7" fmla="*/ 150390 h 182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39" h="18209">
                  <a:moveTo>
                    <a:pt x="21354" y="9485"/>
                  </a:moveTo>
                  <a:cubicBezTo>
                    <a:pt x="15463" y="-3253"/>
                    <a:pt x="5890" y="-3253"/>
                    <a:pt x="0" y="10039"/>
                  </a:cubicBezTo>
                  <a:cubicBezTo>
                    <a:pt x="0" y="10039"/>
                    <a:pt x="0" y="10593"/>
                    <a:pt x="0" y="11146"/>
                  </a:cubicBezTo>
                  <a:cubicBezTo>
                    <a:pt x="3190" y="17793"/>
                    <a:pt x="3190" y="17793"/>
                    <a:pt x="3190" y="17793"/>
                  </a:cubicBezTo>
                  <a:cubicBezTo>
                    <a:pt x="3190" y="18347"/>
                    <a:pt x="3436" y="18347"/>
                    <a:pt x="3681" y="17793"/>
                  </a:cubicBezTo>
                  <a:cubicBezTo>
                    <a:pt x="7609" y="8931"/>
                    <a:pt x="13990" y="8931"/>
                    <a:pt x="17918" y="17793"/>
                  </a:cubicBezTo>
                  <a:cubicBezTo>
                    <a:pt x="17918" y="18347"/>
                    <a:pt x="18163" y="18347"/>
                    <a:pt x="18409" y="17793"/>
                  </a:cubicBezTo>
                  <a:cubicBezTo>
                    <a:pt x="21354" y="11146"/>
                    <a:pt x="21354" y="11146"/>
                    <a:pt x="21354" y="11146"/>
                  </a:cubicBezTo>
                  <a:cubicBezTo>
                    <a:pt x="21354" y="11146"/>
                    <a:pt x="21354" y="11146"/>
                    <a:pt x="21354" y="11146"/>
                  </a:cubicBezTo>
                  <a:cubicBezTo>
                    <a:pt x="21600" y="10593"/>
                    <a:pt x="21600" y="10039"/>
                    <a:pt x="21354" y="10039"/>
                  </a:cubicBezTo>
                  <a:lnTo>
                    <a:pt x="21354" y="9485"/>
                  </a:ln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6" name="AutoShape 26"/>
            <p:cNvSpPr>
              <a:spLocks/>
            </p:cNvSpPr>
            <p:nvPr/>
          </p:nvSpPr>
          <p:spPr bwMode="auto">
            <a:xfrm>
              <a:off x="0" y="0"/>
              <a:ext cx="889000" cy="281440"/>
            </a:xfrm>
            <a:custGeom>
              <a:avLst/>
              <a:gdLst>
                <a:gd name="T0" fmla="*/ 444500 w 21518"/>
                <a:gd name="T1" fmla="*/ 201033 h 17788"/>
                <a:gd name="T2" fmla="*/ 444500 w 21518"/>
                <a:gd name="T3" fmla="*/ 201033 h 17788"/>
                <a:gd name="T4" fmla="*/ 444500 w 21518"/>
                <a:gd name="T5" fmla="*/ 201033 h 17788"/>
                <a:gd name="T6" fmla="*/ 444500 w 21518"/>
                <a:gd name="T7" fmla="*/ 201033 h 177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8" h="17788">
                  <a:moveTo>
                    <a:pt x="21395" y="11435"/>
                  </a:moveTo>
                  <a:cubicBezTo>
                    <a:pt x="21395" y="11435"/>
                    <a:pt x="21395" y="11435"/>
                    <a:pt x="21395" y="11435"/>
                  </a:cubicBezTo>
                  <a:cubicBezTo>
                    <a:pt x="15504" y="-3812"/>
                    <a:pt x="5849" y="-3812"/>
                    <a:pt x="122" y="11435"/>
                  </a:cubicBezTo>
                  <a:cubicBezTo>
                    <a:pt x="-41" y="11858"/>
                    <a:pt x="-41" y="11858"/>
                    <a:pt x="122" y="12282"/>
                  </a:cubicBezTo>
                  <a:cubicBezTo>
                    <a:pt x="2086" y="17787"/>
                    <a:pt x="2086" y="17787"/>
                    <a:pt x="2086" y="17787"/>
                  </a:cubicBezTo>
                  <a:cubicBezTo>
                    <a:pt x="2249" y="17787"/>
                    <a:pt x="2413" y="17787"/>
                    <a:pt x="2577" y="17787"/>
                  </a:cubicBezTo>
                  <a:cubicBezTo>
                    <a:pt x="6995" y="5929"/>
                    <a:pt x="14358" y="5929"/>
                    <a:pt x="18940" y="17787"/>
                  </a:cubicBezTo>
                  <a:cubicBezTo>
                    <a:pt x="19104" y="17787"/>
                    <a:pt x="19268" y="17787"/>
                    <a:pt x="19268" y="17787"/>
                  </a:cubicBezTo>
                  <a:cubicBezTo>
                    <a:pt x="21395" y="12282"/>
                    <a:pt x="21395" y="12282"/>
                    <a:pt x="21395" y="12282"/>
                  </a:cubicBezTo>
                  <a:cubicBezTo>
                    <a:pt x="21395" y="12282"/>
                    <a:pt x="21395" y="12282"/>
                    <a:pt x="21395" y="12282"/>
                  </a:cubicBezTo>
                  <a:cubicBezTo>
                    <a:pt x="21559" y="11858"/>
                    <a:pt x="21559" y="11858"/>
                    <a:pt x="21395" y="1143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0267" name="AutoShape 27"/>
          <p:cNvSpPr>
            <a:spLocks/>
          </p:cNvSpPr>
          <p:nvPr/>
        </p:nvSpPr>
        <p:spPr bwMode="auto">
          <a:xfrm>
            <a:off x="12673013" y="8131175"/>
            <a:ext cx="609600" cy="584200"/>
          </a:xfrm>
          <a:custGeom>
            <a:avLst/>
            <a:gdLst>
              <a:gd name="T0" fmla="*/ 304800 w 21600"/>
              <a:gd name="T1" fmla="*/ 292100 h 21600"/>
              <a:gd name="T2" fmla="*/ 304800 w 21600"/>
              <a:gd name="T3" fmla="*/ 292100 h 21600"/>
              <a:gd name="T4" fmla="*/ 304800 w 21600"/>
              <a:gd name="T5" fmla="*/ 292100 h 21600"/>
              <a:gd name="T6" fmla="*/ 304800 w 21600"/>
              <a:gd name="T7" fmla="*/ 292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138" y="0"/>
                </a:moveTo>
                <a:cubicBezTo>
                  <a:pt x="1461" y="0"/>
                  <a:pt x="1461" y="0"/>
                  <a:pt x="1461" y="0"/>
                </a:cubicBezTo>
                <a:cubicBezTo>
                  <a:pt x="649" y="0"/>
                  <a:pt x="0" y="680"/>
                  <a:pt x="0" y="1530"/>
                </a:cubicBezTo>
                <a:cubicBezTo>
                  <a:pt x="0" y="15477"/>
                  <a:pt x="0" y="15477"/>
                  <a:pt x="0" y="15477"/>
                </a:cubicBezTo>
                <a:cubicBezTo>
                  <a:pt x="0" y="16327"/>
                  <a:pt x="649" y="17007"/>
                  <a:pt x="1461" y="17007"/>
                </a:cubicBezTo>
                <a:cubicBezTo>
                  <a:pt x="8607" y="17007"/>
                  <a:pt x="8607" y="17007"/>
                  <a:pt x="8607" y="17007"/>
                </a:cubicBezTo>
                <a:cubicBezTo>
                  <a:pt x="8607" y="17007"/>
                  <a:pt x="8932" y="20069"/>
                  <a:pt x="6333" y="20069"/>
                </a:cubicBezTo>
                <a:cubicBezTo>
                  <a:pt x="6333" y="21599"/>
                  <a:pt x="6333" y="21599"/>
                  <a:pt x="6333" y="21599"/>
                </a:cubicBezTo>
                <a:cubicBezTo>
                  <a:pt x="8607" y="21599"/>
                  <a:pt x="8607" y="21599"/>
                  <a:pt x="8607" y="21599"/>
                </a:cubicBezTo>
                <a:cubicBezTo>
                  <a:pt x="12992" y="21599"/>
                  <a:pt x="12992" y="21599"/>
                  <a:pt x="12992" y="21599"/>
                </a:cubicBezTo>
                <a:cubicBezTo>
                  <a:pt x="15103" y="21599"/>
                  <a:pt x="15103" y="21599"/>
                  <a:pt x="15103" y="21599"/>
                </a:cubicBezTo>
                <a:cubicBezTo>
                  <a:pt x="15103" y="20069"/>
                  <a:pt x="15103" y="20069"/>
                  <a:pt x="15103" y="20069"/>
                </a:cubicBezTo>
                <a:cubicBezTo>
                  <a:pt x="12505" y="20069"/>
                  <a:pt x="12992" y="17007"/>
                  <a:pt x="12992" y="17007"/>
                </a:cubicBezTo>
                <a:cubicBezTo>
                  <a:pt x="20138" y="17007"/>
                  <a:pt x="20138" y="17007"/>
                  <a:pt x="20138" y="17007"/>
                </a:cubicBezTo>
                <a:cubicBezTo>
                  <a:pt x="20950" y="17007"/>
                  <a:pt x="21600" y="16327"/>
                  <a:pt x="21600" y="15477"/>
                </a:cubicBezTo>
                <a:cubicBezTo>
                  <a:pt x="21600" y="1530"/>
                  <a:pt x="21600" y="1530"/>
                  <a:pt x="21600" y="1530"/>
                </a:cubicBezTo>
                <a:cubicBezTo>
                  <a:pt x="21600" y="680"/>
                  <a:pt x="20950" y="0"/>
                  <a:pt x="20138" y="0"/>
                </a:cubicBezTo>
                <a:close/>
                <a:moveTo>
                  <a:pt x="9581" y="15137"/>
                </a:moveTo>
                <a:cubicBezTo>
                  <a:pt x="9581" y="14456"/>
                  <a:pt x="10231" y="13946"/>
                  <a:pt x="10881" y="13946"/>
                </a:cubicBezTo>
                <a:cubicBezTo>
                  <a:pt x="11530" y="13946"/>
                  <a:pt x="12180" y="14456"/>
                  <a:pt x="12180" y="15137"/>
                </a:cubicBezTo>
                <a:cubicBezTo>
                  <a:pt x="12180" y="15817"/>
                  <a:pt x="11530" y="16497"/>
                  <a:pt x="10881" y="16497"/>
                </a:cubicBezTo>
                <a:cubicBezTo>
                  <a:pt x="10231" y="16497"/>
                  <a:pt x="9581" y="15817"/>
                  <a:pt x="9581" y="15137"/>
                </a:cubicBezTo>
                <a:close/>
                <a:moveTo>
                  <a:pt x="19975" y="13436"/>
                </a:moveTo>
                <a:cubicBezTo>
                  <a:pt x="1461" y="13436"/>
                  <a:pt x="1461" y="13436"/>
                  <a:pt x="1461" y="13436"/>
                </a:cubicBezTo>
                <a:cubicBezTo>
                  <a:pt x="1461" y="1700"/>
                  <a:pt x="1461" y="1700"/>
                  <a:pt x="1461" y="1700"/>
                </a:cubicBezTo>
                <a:cubicBezTo>
                  <a:pt x="19975" y="1700"/>
                  <a:pt x="19975" y="1700"/>
                  <a:pt x="19975" y="1700"/>
                </a:cubicBezTo>
                <a:lnTo>
                  <a:pt x="19975" y="13436"/>
                </a:lnTo>
                <a:close/>
              </a:path>
            </a:pathLst>
          </a:custGeom>
          <a:solidFill>
            <a:schemeClr val="accent6"/>
          </a:solidFill>
          <a:ln>
            <a:noFill/>
          </a:ln>
          <a:effectLst/>
          <a:extLst/>
        </p:spPr>
        <p:txBody>
          <a:bodyPr lIns="45719" tIns="45719" rIns="45719" bIns="45719"/>
          <a:lstStyle/>
          <a:p>
            <a:endParaRPr lang="en-US"/>
          </a:p>
        </p:txBody>
      </p:sp>
      <p:sp>
        <p:nvSpPr>
          <p:cNvPr id="10268" name="AutoShape 28"/>
          <p:cNvSpPr>
            <a:spLocks/>
          </p:cNvSpPr>
          <p:nvPr/>
        </p:nvSpPr>
        <p:spPr bwMode="auto">
          <a:xfrm>
            <a:off x="17618075" y="8080375"/>
            <a:ext cx="647700" cy="647700"/>
          </a:xfrm>
          <a:custGeom>
            <a:avLst/>
            <a:gdLst>
              <a:gd name="T0" fmla="*/ 323850 w 21600"/>
              <a:gd name="T1" fmla="*/ 323850 h 21600"/>
              <a:gd name="T2" fmla="*/ 323850 w 21600"/>
              <a:gd name="T3" fmla="*/ 323850 h 21600"/>
              <a:gd name="T4" fmla="*/ 323850 w 21600"/>
              <a:gd name="T5" fmla="*/ 323850 h 21600"/>
              <a:gd name="T6" fmla="*/ 323850 w 21600"/>
              <a:gd name="T7" fmla="*/ 323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2" y="13470"/>
                </a:moveTo>
                <a:cubicBezTo>
                  <a:pt x="18612" y="13470"/>
                  <a:pt x="21600" y="12077"/>
                  <a:pt x="21600" y="12077"/>
                </a:cubicBezTo>
                <a:cubicBezTo>
                  <a:pt x="21600" y="9754"/>
                  <a:pt x="21600" y="9754"/>
                  <a:pt x="21600" y="9754"/>
                </a:cubicBezTo>
                <a:cubicBezTo>
                  <a:pt x="21600" y="9522"/>
                  <a:pt x="18612" y="8361"/>
                  <a:pt x="18612" y="8361"/>
                </a:cubicBezTo>
                <a:cubicBezTo>
                  <a:pt x="18153" y="7200"/>
                  <a:pt x="18153" y="7200"/>
                  <a:pt x="18153" y="7200"/>
                </a:cubicBezTo>
                <a:cubicBezTo>
                  <a:pt x="18153" y="7200"/>
                  <a:pt x="19531" y="4180"/>
                  <a:pt x="19302" y="3948"/>
                </a:cubicBezTo>
                <a:cubicBezTo>
                  <a:pt x="17693" y="2322"/>
                  <a:pt x="17693" y="2322"/>
                  <a:pt x="17693" y="2322"/>
                </a:cubicBezTo>
                <a:cubicBezTo>
                  <a:pt x="17463" y="2322"/>
                  <a:pt x="14706" y="3716"/>
                  <a:pt x="14706" y="3716"/>
                </a:cubicBezTo>
                <a:cubicBezTo>
                  <a:pt x="13327" y="3019"/>
                  <a:pt x="13327" y="3019"/>
                  <a:pt x="13327" y="3019"/>
                </a:cubicBezTo>
                <a:cubicBezTo>
                  <a:pt x="13327" y="3019"/>
                  <a:pt x="12178" y="0"/>
                  <a:pt x="11948" y="0"/>
                </a:cubicBezTo>
                <a:cubicBezTo>
                  <a:pt x="9651" y="0"/>
                  <a:pt x="9651" y="0"/>
                  <a:pt x="9651" y="0"/>
                </a:cubicBezTo>
                <a:cubicBezTo>
                  <a:pt x="9421" y="0"/>
                  <a:pt x="8272" y="3019"/>
                  <a:pt x="8272" y="3019"/>
                </a:cubicBezTo>
                <a:cubicBezTo>
                  <a:pt x="6893" y="3716"/>
                  <a:pt x="6893" y="3716"/>
                  <a:pt x="6893" y="3716"/>
                </a:cubicBezTo>
                <a:cubicBezTo>
                  <a:pt x="6893" y="3716"/>
                  <a:pt x="3906" y="2322"/>
                  <a:pt x="3906" y="2554"/>
                </a:cubicBezTo>
                <a:cubicBezTo>
                  <a:pt x="2297" y="4180"/>
                  <a:pt x="2297" y="4180"/>
                  <a:pt x="2297" y="4180"/>
                </a:cubicBezTo>
                <a:cubicBezTo>
                  <a:pt x="2068" y="4180"/>
                  <a:pt x="3446" y="7200"/>
                  <a:pt x="3446" y="7200"/>
                </a:cubicBezTo>
                <a:cubicBezTo>
                  <a:pt x="2987" y="8361"/>
                  <a:pt x="2987" y="8361"/>
                  <a:pt x="2987" y="8361"/>
                </a:cubicBezTo>
                <a:cubicBezTo>
                  <a:pt x="2987" y="8361"/>
                  <a:pt x="0" y="9522"/>
                  <a:pt x="0" y="9754"/>
                </a:cubicBezTo>
                <a:cubicBezTo>
                  <a:pt x="0" y="12077"/>
                  <a:pt x="0" y="12077"/>
                  <a:pt x="0" y="12077"/>
                </a:cubicBezTo>
                <a:cubicBezTo>
                  <a:pt x="0" y="12309"/>
                  <a:pt x="2987" y="13470"/>
                  <a:pt x="2987" y="13470"/>
                </a:cubicBezTo>
                <a:cubicBezTo>
                  <a:pt x="3446" y="14632"/>
                  <a:pt x="3446" y="14632"/>
                  <a:pt x="3446" y="14632"/>
                </a:cubicBezTo>
                <a:cubicBezTo>
                  <a:pt x="3446" y="14632"/>
                  <a:pt x="2068" y="17651"/>
                  <a:pt x="2297" y="17651"/>
                </a:cubicBezTo>
                <a:cubicBezTo>
                  <a:pt x="3906" y="19509"/>
                  <a:pt x="3906" y="19509"/>
                  <a:pt x="3906" y="19509"/>
                </a:cubicBezTo>
                <a:cubicBezTo>
                  <a:pt x="4136" y="19509"/>
                  <a:pt x="6893" y="18116"/>
                  <a:pt x="6893" y="18116"/>
                </a:cubicBezTo>
                <a:cubicBezTo>
                  <a:pt x="8272" y="18812"/>
                  <a:pt x="8272" y="18812"/>
                  <a:pt x="8272" y="18812"/>
                </a:cubicBezTo>
                <a:cubicBezTo>
                  <a:pt x="8272" y="18812"/>
                  <a:pt x="9421" y="21600"/>
                  <a:pt x="9651" y="21600"/>
                </a:cubicBezTo>
                <a:cubicBezTo>
                  <a:pt x="11948" y="21600"/>
                  <a:pt x="11948" y="21600"/>
                  <a:pt x="11948" y="21600"/>
                </a:cubicBezTo>
                <a:cubicBezTo>
                  <a:pt x="12178" y="21600"/>
                  <a:pt x="13327" y="18812"/>
                  <a:pt x="13327" y="18812"/>
                </a:cubicBezTo>
                <a:cubicBezTo>
                  <a:pt x="14706" y="18116"/>
                  <a:pt x="14706" y="18116"/>
                  <a:pt x="14706" y="18116"/>
                </a:cubicBezTo>
                <a:cubicBezTo>
                  <a:pt x="14706" y="18116"/>
                  <a:pt x="17693" y="19509"/>
                  <a:pt x="17693" y="19277"/>
                </a:cubicBezTo>
                <a:cubicBezTo>
                  <a:pt x="19302" y="17651"/>
                  <a:pt x="19302" y="17651"/>
                  <a:pt x="19302" y="17651"/>
                </a:cubicBezTo>
                <a:cubicBezTo>
                  <a:pt x="19531" y="17651"/>
                  <a:pt x="18153" y="14632"/>
                  <a:pt x="18153" y="14632"/>
                </a:cubicBezTo>
                <a:lnTo>
                  <a:pt x="18612" y="13470"/>
                </a:lnTo>
                <a:close/>
                <a:moveTo>
                  <a:pt x="10800" y="14400"/>
                </a:moveTo>
                <a:cubicBezTo>
                  <a:pt x="8961" y="14400"/>
                  <a:pt x="7353" y="12774"/>
                  <a:pt x="7353" y="10916"/>
                </a:cubicBezTo>
                <a:cubicBezTo>
                  <a:pt x="7353" y="9058"/>
                  <a:pt x="8961" y="7432"/>
                  <a:pt x="10800" y="7432"/>
                </a:cubicBezTo>
                <a:cubicBezTo>
                  <a:pt x="12638" y="7432"/>
                  <a:pt x="14246" y="9058"/>
                  <a:pt x="14246" y="10916"/>
                </a:cubicBezTo>
                <a:cubicBezTo>
                  <a:pt x="14246" y="12774"/>
                  <a:pt x="12638" y="14400"/>
                  <a:pt x="10800" y="14400"/>
                </a:cubicBezTo>
                <a:close/>
              </a:path>
            </a:pathLst>
          </a:custGeom>
          <a:solidFill>
            <a:schemeClr val="accent6"/>
          </a:solidFill>
          <a:ln>
            <a:noFill/>
          </a:ln>
          <a:effectLst/>
          <a:extLst/>
        </p:spPr>
        <p:txBody>
          <a:bodyPr lIns="45719" tIns="45719" rIns="45719" bIns="45719"/>
          <a:lstStyle/>
          <a:p>
            <a:endParaRPr lang="en-US"/>
          </a:p>
        </p:txBody>
      </p:sp>
      <p:sp>
        <p:nvSpPr>
          <p:cNvPr id="10269" name="AutoShape 29"/>
          <p:cNvSpPr>
            <a:spLocks/>
          </p:cNvSpPr>
          <p:nvPr/>
        </p:nvSpPr>
        <p:spPr bwMode="auto">
          <a:xfrm>
            <a:off x="73787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0" name="AutoShape 30"/>
          <p:cNvSpPr>
            <a:spLocks/>
          </p:cNvSpPr>
          <p:nvPr/>
        </p:nvSpPr>
        <p:spPr bwMode="auto">
          <a:xfrm>
            <a:off x="126365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1" name="AutoShape 31"/>
          <p:cNvSpPr>
            <a:spLocks/>
          </p:cNvSpPr>
          <p:nvPr/>
        </p:nvSpPr>
        <p:spPr bwMode="auto">
          <a:xfrm>
            <a:off x="176276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2" name="AutoShape 32"/>
          <p:cNvSpPr>
            <a:spLocks/>
          </p:cNvSpPr>
          <p:nvPr/>
        </p:nvSpPr>
        <p:spPr bwMode="auto">
          <a:xfrm>
            <a:off x="22479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3" name="AutoShape 33"/>
          <p:cNvSpPr>
            <a:spLocks/>
          </p:cNvSpPr>
          <p:nvPr/>
        </p:nvSpPr>
        <p:spPr bwMode="auto">
          <a:xfrm>
            <a:off x="73787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4" name="AutoShape 34"/>
          <p:cNvSpPr>
            <a:spLocks/>
          </p:cNvSpPr>
          <p:nvPr/>
        </p:nvSpPr>
        <p:spPr bwMode="auto">
          <a:xfrm>
            <a:off x="126365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5" name="AutoShape 35"/>
          <p:cNvSpPr>
            <a:spLocks/>
          </p:cNvSpPr>
          <p:nvPr/>
        </p:nvSpPr>
        <p:spPr bwMode="auto">
          <a:xfrm>
            <a:off x="176276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0244"/>
                                        </p:tgtEl>
                                        <p:attrNameLst>
                                          <p:attrName>style.visibility</p:attrName>
                                        </p:attrNameLst>
                                      </p:cBhvr>
                                      <p:to>
                                        <p:strVal val="visible"/>
                                      </p:to>
                                    </p:set>
                                    <p:anim calcmode="lin" valueType="num">
                                      <p:cBhvr additive="base">
                                        <p:cTn id="7" dur="500" fill="hold"/>
                                        <p:tgtEl>
                                          <p:spTgt spid="10244"/>
                                        </p:tgtEl>
                                        <p:attrNameLst>
                                          <p:attrName>ppt_x</p:attrName>
                                        </p:attrNameLst>
                                      </p:cBhvr>
                                      <p:tavLst>
                                        <p:tav tm="0">
                                          <p:val>
                                            <p:strVal val="1+#ppt_w/2"/>
                                          </p:val>
                                        </p:tav>
                                        <p:tav tm="100000">
                                          <p:val>
                                            <p:strVal val="#ppt_x"/>
                                          </p:val>
                                        </p:tav>
                                      </p:tavLst>
                                    </p:anim>
                                    <p:anim calcmode="lin" valueType="num">
                                      <p:cBhvr additive="base">
                                        <p:cTn id="8" dur="500" fill="hold"/>
                                        <p:tgtEl>
                                          <p:spTgt spid="1024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0245"/>
                                        </p:tgtEl>
                                        <p:attrNameLst>
                                          <p:attrName>style.visibility</p:attrName>
                                        </p:attrNameLst>
                                      </p:cBhvr>
                                      <p:to>
                                        <p:strVal val="visible"/>
                                      </p:to>
                                    </p:set>
                                    <p:anim calcmode="lin" valueType="num">
                                      <p:cBhvr additive="base">
                                        <p:cTn id="12" dur="500" fill="hold"/>
                                        <p:tgtEl>
                                          <p:spTgt spid="10245"/>
                                        </p:tgtEl>
                                        <p:attrNameLst>
                                          <p:attrName>ppt_x</p:attrName>
                                        </p:attrNameLst>
                                      </p:cBhvr>
                                      <p:tavLst>
                                        <p:tav tm="0">
                                          <p:val>
                                            <p:strVal val="1+#ppt_w/2"/>
                                          </p:val>
                                        </p:tav>
                                        <p:tav tm="100000">
                                          <p:val>
                                            <p:strVal val="#ppt_x"/>
                                          </p:val>
                                        </p:tav>
                                      </p:tavLst>
                                    </p:anim>
                                    <p:anim calcmode="lin" valueType="num">
                                      <p:cBhvr additive="base">
                                        <p:cTn id="13" dur="500" fill="hold"/>
                                        <p:tgtEl>
                                          <p:spTgt spid="1024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0242"/>
                                        </p:tgtEl>
                                        <p:attrNameLst>
                                          <p:attrName>style.visibility</p:attrName>
                                        </p:attrNameLst>
                                      </p:cBhvr>
                                      <p:to>
                                        <p:strVal val="visible"/>
                                      </p:to>
                                    </p:set>
                                    <p:anim calcmode="lin" valueType="num">
                                      <p:cBhvr additive="base">
                                        <p:cTn id="17" dur="500" fill="hold"/>
                                        <p:tgtEl>
                                          <p:spTgt spid="10242"/>
                                        </p:tgtEl>
                                        <p:attrNameLst>
                                          <p:attrName>ppt_x</p:attrName>
                                        </p:attrNameLst>
                                      </p:cBhvr>
                                      <p:tavLst>
                                        <p:tav tm="0">
                                          <p:val>
                                            <p:strVal val="1+#ppt_w/2"/>
                                          </p:val>
                                        </p:tav>
                                        <p:tav tm="100000">
                                          <p:val>
                                            <p:strVal val="#ppt_x"/>
                                          </p:val>
                                        </p:tav>
                                      </p:tavLst>
                                    </p:anim>
                                    <p:anim calcmode="lin" valueType="num">
                                      <p:cBhvr additive="base">
                                        <p:cTn id="18" dur="500" fill="hold"/>
                                        <p:tgtEl>
                                          <p:spTgt spid="1024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100"/>
                                  </p:stCondLst>
                                  <p:childTnLst>
                                    <p:set>
                                      <p:cBhvr>
                                        <p:cTn id="21" dur="1" fill="hold">
                                          <p:stCondLst>
                                            <p:cond delay="0"/>
                                          </p:stCondLst>
                                        </p:cTn>
                                        <p:tgtEl>
                                          <p:spTgt spid="10246"/>
                                        </p:tgtEl>
                                        <p:attrNameLst>
                                          <p:attrName>style.visibility</p:attrName>
                                        </p:attrNameLst>
                                      </p:cBhvr>
                                      <p:to>
                                        <p:strVal val="visible"/>
                                      </p:to>
                                    </p:set>
                                    <p:animEffect transition="in" filter="dissolve">
                                      <p:cBhvr>
                                        <p:cTn id="22" dur="500"/>
                                        <p:tgtEl>
                                          <p:spTgt spid="10246"/>
                                        </p:tgtEl>
                                      </p:cBhvr>
                                    </p:animEffect>
                                  </p:childTnLst>
                                </p:cTn>
                              </p:par>
                            </p:childTnLst>
                          </p:cTn>
                        </p:par>
                        <p:par>
                          <p:cTn id="23" fill="hold" nodeType="afterGroup">
                            <p:stCondLst>
                              <p:cond delay="2100"/>
                            </p:stCondLst>
                            <p:childTnLst>
                              <p:par>
                                <p:cTn id="24" presetID="9" presetClass="entr" presetSubtype="0" fill="hold" grpId="0" nodeType="afterEffect">
                                  <p:stCondLst>
                                    <p:cond delay="0"/>
                                  </p:stCondLst>
                                  <p:childTnLst>
                                    <p:set>
                                      <p:cBhvr>
                                        <p:cTn id="25" dur="1" fill="hold">
                                          <p:stCondLst>
                                            <p:cond delay="0"/>
                                          </p:stCondLst>
                                        </p:cTn>
                                        <p:tgtEl>
                                          <p:spTgt spid="10247"/>
                                        </p:tgtEl>
                                        <p:attrNameLst>
                                          <p:attrName>style.visibility</p:attrName>
                                        </p:attrNameLst>
                                      </p:cBhvr>
                                      <p:to>
                                        <p:strVal val="visible"/>
                                      </p:to>
                                    </p:set>
                                    <p:animEffect transition="in" filter="dissolve">
                                      <p:cBhvr>
                                        <p:cTn id="26" dur="500"/>
                                        <p:tgtEl>
                                          <p:spTgt spid="10247"/>
                                        </p:tgtEl>
                                      </p:cBhvr>
                                    </p:animEffect>
                                  </p:childTnLst>
                                </p:cTn>
                              </p:par>
                            </p:childTnLst>
                          </p:cTn>
                        </p:par>
                        <p:par>
                          <p:cTn id="27" fill="hold" nodeType="afterGroup">
                            <p:stCondLst>
                              <p:cond delay="2600"/>
                            </p:stCondLst>
                            <p:childTnLst>
                              <p:par>
                                <p:cTn id="28" presetID="9" presetClass="entr" presetSubtype="0" fill="hold" nodeType="afterEffect">
                                  <p:stCondLst>
                                    <p:cond delay="0"/>
                                  </p:stCondLst>
                                  <p:childTnLst>
                                    <p:set>
                                      <p:cBhvr>
                                        <p:cTn id="29" dur="1" fill="hold">
                                          <p:stCondLst>
                                            <p:cond delay="0"/>
                                          </p:stCondLst>
                                        </p:cTn>
                                        <p:tgtEl>
                                          <p:spTgt spid="10248"/>
                                        </p:tgtEl>
                                        <p:attrNameLst>
                                          <p:attrName>style.visibility</p:attrName>
                                        </p:attrNameLst>
                                      </p:cBhvr>
                                      <p:to>
                                        <p:strVal val="visible"/>
                                      </p:to>
                                    </p:set>
                                    <p:animEffect transition="in" filter="dissolve">
                                      <p:cBhvr>
                                        <p:cTn id="30" dur="500"/>
                                        <p:tgtEl>
                                          <p:spTgt spid="10248"/>
                                        </p:tgtEl>
                                      </p:cBhvr>
                                    </p:animEffect>
                                  </p:childTnLst>
                                </p:cTn>
                              </p:par>
                            </p:childTnLst>
                          </p:cTn>
                        </p:par>
                        <p:par>
                          <p:cTn id="31" fill="hold" nodeType="afterGroup">
                            <p:stCondLst>
                              <p:cond delay="3100"/>
                            </p:stCondLst>
                            <p:childTnLst>
                              <p:par>
                                <p:cTn id="32" presetID="9" presetClass="entr" presetSubtype="0" fill="hold" grpId="0" nodeType="afterEffect">
                                  <p:stCondLst>
                                    <p:cond delay="0"/>
                                  </p:stCondLst>
                                  <p:childTnLst>
                                    <p:set>
                                      <p:cBhvr>
                                        <p:cTn id="33" dur="1" fill="hold">
                                          <p:stCondLst>
                                            <p:cond delay="0"/>
                                          </p:stCondLst>
                                        </p:cTn>
                                        <p:tgtEl>
                                          <p:spTgt spid="10249"/>
                                        </p:tgtEl>
                                        <p:attrNameLst>
                                          <p:attrName>style.visibility</p:attrName>
                                        </p:attrNameLst>
                                      </p:cBhvr>
                                      <p:to>
                                        <p:strVal val="visible"/>
                                      </p:to>
                                    </p:set>
                                    <p:animEffect transition="in" filter="dissolve">
                                      <p:cBhvr>
                                        <p:cTn id="34" dur="500"/>
                                        <p:tgtEl>
                                          <p:spTgt spid="10249"/>
                                        </p:tgtEl>
                                      </p:cBhvr>
                                    </p:animEffect>
                                  </p:childTnLst>
                                </p:cTn>
                              </p:par>
                            </p:childTnLst>
                          </p:cTn>
                        </p:par>
                        <p:par>
                          <p:cTn id="35" fill="hold" nodeType="afterGroup">
                            <p:stCondLst>
                              <p:cond delay="3600"/>
                            </p:stCondLst>
                            <p:childTnLst>
                              <p:par>
                                <p:cTn id="36" presetID="9" presetClass="entr" presetSubtype="0" fill="hold" grpId="0" nodeType="afterEffect">
                                  <p:stCondLst>
                                    <p:cond delay="0"/>
                                  </p:stCondLst>
                                  <p:childTnLst>
                                    <p:set>
                                      <p:cBhvr>
                                        <p:cTn id="37" dur="1" fill="hold">
                                          <p:stCondLst>
                                            <p:cond delay="0"/>
                                          </p:stCondLst>
                                        </p:cTn>
                                        <p:tgtEl>
                                          <p:spTgt spid="10250"/>
                                        </p:tgtEl>
                                        <p:attrNameLst>
                                          <p:attrName>style.visibility</p:attrName>
                                        </p:attrNameLst>
                                      </p:cBhvr>
                                      <p:to>
                                        <p:strVal val="visible"/>
                                      </p:to>
                                    </p:set>
                                    <p:animEffect transition="in" filter="dissolve">
                                      <p:cBhvr>
                                        <p:cTn id="38" dur="500"/>
                                        <p:tgtEl>
                                          <p:spTgt spid="10250"/>
                                        </p:tgtEl>
                                      </p:cBhvr>
                                    </p:animEffect>
                                  </p:childTnLst>
                                </p:cTn>
                              </p:par>
                            </p:childTnLst>
                          </p:cTn>
                        </p:par>
                        <p:par>
                          <p:cTn id="39" fill="hold" nodeType="afterGroup">
                            <p:stCondLst>
                              <p:cond delay="4100"/>
                            </p:stCondLst>
                            <p:childTnLst>
                              <p:par>
                                <p:cTn id="40" presetID="9" presetClass="entr" presetSubtype="0" fill="hold" nodeType="afterEffect">
                                  <p:stCondLst>
                                    <p:cond delay="0"/>
                                  </p:stCondLst>
                                  <p:childTnLst>
                                    <p:set>
                                      <p:cBhvr>
                                        <p:cTn id="41" dur="1" fill="hold">
                                          <p:stCondLst>
                                            <p:cond delay="0"/>
                                          </p:stCondLst>
                                        </p:cTn>
                                        <p:tgtEl>
                                          <p:spTgt spid="10251"/>
                                        </p:tgtEl>
                                        <p:attrNameLst>
                                          <p:attrName>style.visibility</p:attrName>
                                        </p:attrNameLst>
                                      </p:cBhvr>
                                      <p:to>
                                        <p:strVal val="visible"/>
                                      </p:to>
                                    </p:set>
                                    <p:animEffect transition="in" filter="dissolve">
                                      <p:cBhvr>
                                        <p:cTn id="42" dur="500"/>
                                        <p:tgtEl>
                                          <p:spTgt spid="10251"/>
                                        </p:tgtEl>
                                      </p:cBhvr>
                                    </p:animEffect>
                                  </p:childTnLst>
                                </p:cTn>
                              </p:par>
                            </p:childTnLst>
                          </p:cTn>
                        </p:par>
                        <p:par>
                          <p:cTn id="43" fill="hold" nodeType="afterGroup">
                            <p:stCondLst>
                              <p:cond delay="4600"/>
                            </p:stCondLst>
                            <p:childTnLst>
                              <p:par>
                                <p:cTn id="44" presetID="9" presetClass="entr" presetSubtype="0" fill="hold" grpId="0" nodeType="afterEffect">
                                  <p:stCondLst>
                                    <p:cond delay="0"/>
                                  </p:stCondLst>
                                  <p:childTnLst>
                                    <p:set>
                                      <p:cBhvr>
                                        <p:cTn id="45" dur="1" fill="hold">
                                          <p:stCondLst>
                                            <p:cond delay="0"/>
                                          </p:stCondLst>
                                        </p:cTn>
                                        <p:tgtEl>
                                          <p:spTgt spid="10252"/>
                                        </p:tgtEl>
                                        <p:attrNameLst>
                                          <p:attrName>style.visibility</p:attrName>
                                        </p:attrNameLst>
                                      </p:cBhvr>
                                      <p:to>
                                        <p:strVal val="visible"/>
                                      </p:to>
                                    </p:set>
                                    <p:animEffect transition="in" filter="dissolve">
                                      <p:cBhvr>
                                        <p:cTn id="46" dur="500"/>
                                        <p:tgtEl>
                                          <p:spTgt spid="10252"/>
                                        </p:tgtEl>
                                      </p:cBhvr>
                                    </p:animEffect>
                                  </p:childTnLst>
                                </p:cTn>
                              </p:par>
                            </p:childTnLst>
                          </p:cTn>
                        </p:par>
                        <p:par>
                          <p:cTn id="47" fill="hold" nodeType="afterGroup">
                            <p:stCondLst>
                              <p:cond delay="5100"/>
                            </p:stCondLst>
                            <p:childTnLst>
                              <p:par>
                                <p:cTn id="48" presetID="9" presetClass="entr" presetSubtype="0" fill="hold" nodeType="afterEffect">
                                  <p:stCondLst>
                                    <p:cond delay="0"/>
                                  </p:stCondLst>
                                  <p:childTnLst>
                                    <p:set>
                                      <p:cBhvr>
                                        <p:cTn id="49" dur="1" fill="hold">
                                          <p:stCondLst>
                                            <p:cond delay="0"/>
                                          </p:stCondLst>
                                        </p:cTn>
                                        <p:tgtEl>
                                          <p:spTgt spid="10253"/>
                                        </p:tgtEl>
                                        <p:attrNameLst>
                                          <p:attrName>style.visibility</p:attrName>
                                        </p:attrNameLst>
                                      </p:cBhvr>
                                      <p:to>
                                        <p:strVal val="visible"/>
                                      </p:to>
                                    </p:set>
                                    <p:animEffect transition="in" filter="dissolve">
                                      <p:cBhvr>
                                        <p:cTn id="50" dur="500"/>
                                        <p:tgtEl>
                                          <p:spTgt spid="10253"/>
                                        </p:tgtEl>
                                      </p:cBhvr>
                                    </p:animEffect>
                                  </p:childTnLst>
                                </p:cTn>
                              </p:par>
                            </p:childTnLst>
                          </p:cTn>
                        </p:par>
                        <p:par>
                          <p:cTn id="51" fill="hold" nodeType="afterGroup">
                            <p:stCondLst>
                              <p:cond delay="5600"/>
                            </p:stCondLst>
                            <p:childTnLst>
                              <p:par>
                                <p:cTn id="52" presetID="9" presetClass="entr" presetSubtype="0" fill="hold" grpId="0" nodeType="afterEffect">
                                  <p:stCondLst>
                                    <p:cond delay="0"/>
                                  </p:stCondLst>
                                  <p:childTnLst>
                                    <p:set>
                                      <p:cBhvr>
                                        <p:cTn id="53" dur="1" fill="hold">
                                          <p:stCondLst>
                                            <p:cond delay="0"/>
                                          </p:stCondLst>
                                        </p:cTn>
                                        <p:tgtEl>
                                          <p:spTgt spid="10254"/>
                                        </p:tgtEl>
                                        <p:attrNameLst>
                                          <p:attrName>style.visibility</p:attrName>
                                        </p:attrNameLst>
                                      </p:cBhvr>
                                      <p:to>
                                        <p:strVal val="visible"/>
                                      </p:to>
                                    </p:set>
                                    <p:animEffect transition="in" filter="dissolve">
                                      <p:cBhvr>
                                        <p:cTn id="54" dur="500"/>
                                        <p:tgtEl>
                                          <p:spTgt spid="10254"/>
                                        </p:tgtEl>
                                      </p:cBhvr>
                                    </p:animEffect>
                                  </p:childTnLst>
                                </p:cTn>
                              </p:par>
                            </p:childTnLst>
                          </p:cTn>
                        </p:par>
                        <p:par>
                          <p:cTn id="55" fill="hold" nodeType="afterGroup">
                            <p:stCondLst>
                              <p:cond delay="6100"/>
                            </p:stCondLst>
                            <p:childTnLst>
                              <p:par>
                                <p:cTn id="56" presetID="9" presetClass="entr" presetSubtype="0" fill="hold" grpId="0" nodeType="afterEffect">
                                  <p:stCondLst>
                                    <p:cond delay="0"/>
                                  </p:stCondLst>
                                  <p:childTnLst>
                                    <p:set>
                                      <p:cBhvr>
                                        <p:cTn id="57" dur="1" fill="hold">
                                          <p:stCondLst>
                                            <p:cond delay="0"/>
                                          </p:stCondLst>
                                        </p:cTn>
                                        <p:tgtEl>
                                          <p:spTgt spid="10255"/>
                                        </p:tgtEl>
                                        <p:attrNameLst>
                                          <p:attrName>style.visibility</p:attrName>
                                        </p:attrNameLst>
                                      </p:cBhvr>
                                      <p:to>
                                        <p:strVal val="visible"/>
                                      </p:to>
                                    </p:set>
                                    <p:animEffect transition="in" filter="dissolve">
                                      <p:cBhvr>
                                        <p:cTn id="58" dur="500"/>
                                        <p:tgtEl>
                                          <p:spTgt spid="10255"/>
                                        </p:tgtEl>
                                      </p:cBhvr>
                                    </p:animEffect>
                                  </p:childTnLst>
                                </p:cTn>
                              </p:par>
                            </p:childTnLst>
                          </p:cTn>
                        </p:par>
                        <p:par>
                          <p:cTn id="59" fill="hold" nodeType="afterGroup">
                            <p:stCondLst>
                              <p:cond delay="6600"/>
                            </p:stCondLst>
                            <p:childTnLst>
                              <p:par>
                                <p:cTn id="60" presetID="9" presetClass="entr" presetSubtype="0" fill="hold" grpId="0" nodeType="afterEffect">
                                  <p:stCondLst>
                                    <p:cond delay="0"/>
                                  </p:stCondLst>
                                  <p:childTnLst>
                                    <p:set>
                                      <p:cBhvr>
                                        <p:cTn id="61" dur="1" fill="hold">
                                          <p:stCondLst>
                                            <p:cond delay="0"/>
                                          </p:stCondLst>
                                        </p:cTn>
                                        <p:tgtEl>
                                          <p:spTgt spid="10256"/>
                                        </p:tgtEl>
                                        <p:attrNameLst>
                                          <p:attrName>style.visibility</p:attrName>
                                        </p:attrNameLst>
                                      </p:cBhvr>
                                      <p:to>
                                        <p:strVal val="visible"/>
                                      </p:to>
                                    </p:set>
                                    <p:animEffect transition="in" filter="dissolve">
                                      <p:cBhvr>
                                        <p:cTn id="62" dur="500"/>
                                        <p:tgtEl>
                                          <p:spTgt spid="10256"/>
                                        </p:tgtEl>
                                      </p:cBhvr>
                                    </p:animEffect>
                                  </p:childTnLst>
                                </p:cTn>
                              </p:par>
                            </p:childTnLst>
                          </p:cTn>
                        </p:par>
                        <p:par>
                          <p:cTn id="63" fill="hold" nodeType="afterGroup">
                            <p:stCondLst>
                              <p:cond delay="7100"/>
                            </p:stCondLst>
                            <p:childTnLst>
                              <p:par>
                                <p:cTn id="64" presetID="9" presetClass="entr" presetSubtype="0" fill="hold" grpId="0" nodeType="afterEffect">
                                  <p:stCondLst>
                                    <p:cond delay="0"/>
                                  </p:stCondLst>
                                  <p:childTnLst>
                                    <p:set>
                                      <p:cBhvr>
                                        <p:cTn id="65" dur="1" fill="hold">
                                          <p:stCondLst>
                                            <p:cond delay="0"/>
                                          </p:stCondLst>
                                        </p:cTn>
                                        <p:tgtEl>
                                          <p:spTgt spid="10257"/>
                                        </p:tgtEl>
                                        <p:attrNameLst>
                                          <p:attrName>style.visibility</p:attrName>
                                        </p:attrNameLst>
                                      </p:cBhvr>
                                      <p:to>
                                        <p:strVal val="visible"/>
                                      </p:to>
                                    </p:set>
                                    <p:animEffect transition="in" filter="dissolve">
                                      <p:cBhvr>
                                        <p:cTn id="66" dur="500"/>
                                        <p:tgtEl>
                                          <p:spTgt spid="10257"/>
                                        </p:tgtEl>
                                      </p:cBhvr>
                                    </p:animEffect>
                                  </p:childTnLst>
                                </p:cTn>
                              </p:par>
                            </p:childTnLst>
                          </p:cTn>
                        </p:par>
                        <p:par>
                          <p:cTn id="67" fill="hold" nodeType="afterGroup">
                            <p:stCondLst>
                              <p:cond delay="7600"/>
                            </p:stCondLst>
                            <p:childTnLst>
                              <p:par>
                                <p:cTn id="68" presetID="9" presetClass="entr" presetSubtype="0" fill="hold" grpId="0" nodeType="afterEffect">
                                  <p:stCondLst>
                                    <p:cond delay="0"/>
                                  </p:stCondLst>
                                  <p:childTnLst>
                                    <p:set>
                                      <p:cBhvr>
                                        <p:cTn id="69" dur="1" fill="hold">
                                          <p:stCondLst>
                                            <p:cond delay="0"/>
                                          </p:stCondLst>
                                        </p:cTn>
                                        <p:tgtEl>
                                          <p:spTgt spid="10258"/>
                                        </p:tgtEl>
                                        <p:attrNameLst>
                                          <p:attrName>style.visibility</p:attrName>
                                        </p:attrNameLst>
                                      </p:cBhvr>
                                      <p:to>
                                        <p:strVal val="visible"/>
                                      </p:to>
                                    </p:set>
                                    <p:animEffect transition="in" filter="dissolve">
                                      <p:cBhvr>
                                        <p:cTn id="70" dur="500"/>
                                        <p:tgtEl>
                                          <p:spTgt spid="10258"/>
                                        </p:tgtEl>
                                      </p:cBhvr>
                                    </p:animEffect>
                                  </p:childTnLst>
                                </p:cTn>
                              </p:par>
                            </p:childTnLst>
                          </p:cTn>
                        </p:par>
                        <p:par>
                          <p:cTn id="71" fill="hold" nodeType="afterGroup">
                            <p:stCondLst>
                              <p:cond delay="8100"/>
                            </p:stCondLst>
                            <p:childTnLst>
                              <p:par>
                                <p:cTn id="72" presetID="9" presetClass="entr" presetSubtype="0" fill="hold" nodeType="afterEffect">
                                  <p:stCondLst>
                                    <p:cond delay="0"/>
                                  </p:stCondLst>
                                  <p:childTnLst>
                                    <p:set>
                                      <p:cBhvr>
                                        <p:cTn id="73" dur="1" fill="hold">
                                          <p:stCondLst>
                                            <p:cond delay="0"/>
                                          </p:stCondLst>
                                        </p:cTn>
                                        <p:tgtEl>
                                          <p:spTgt spid="10267"/>
                                        </p:tgtEl>
                                        <p:attrNameLst>
                                          <p:attrName>style.visibility</p:attrName>
                                        </p:attrNameLst>
                                      </p:cBhvr>
                                      <p:to>
                                        <p:strVal val="visible"/>
                                      </p:to>
                                    </p:set>
                                    <p:animEffect transition="in" filter="dissolve">
                                      <p:cBhvr>
                                        <p:cTn id="74" dur="500"/>
                                        <p:tgtEl>
                                          <p:spTgt spid="10267"/>
                                        </p:tgtEl>
                                      </p:cBhvr>
                                    </p:animEffect>
                                  </p:childTnLst>
                                </p:cTn>
                              </p:par>
                            </p:childTnLst>
                          </p:cTn>
                        </p:par>
                        <p:par>
                          <p:cTn id="75" fill="hold" nodeType="afterGroup">
                            <p:stCondLst>
                              <p:cond delay="8600"/>
                            </p:stCondLst>
                            <p:childTnLst>
                              <p:par>
                                <p:cTn id="76" presetID="9" presetClass="entr" presetSubtype="0" fill="hold" nodeType="afterEffect">
                                  <p:stCondLst>
                                    <p:cond delay="0"/>
                                  </p:stCondLst>
                                  <p:childTnLst>
                                    <p:set>
                                      <p:cBhvr>
                                        <p:cTn id="77" dur="1" fill="hold">
                                          <p:stCondLst>
                                            <p:cond delay="0"/>
                                          </p:stCondLst>
                                        </p:cTn>
                                        <p:tgtEl>
                                          <p:spTgt spid="10268"/>
                                        </p:tgtEl>
                                        <p:attrNameLst>
                                          <p:attrName>style.visibility</p:attrName>
                                        </p:attrNameLst>
                                      </p:cBhvr>
                                      <p:to>
                                        <p:strVal val="visible"/>
                                      </p:to>
                                    </p:set>
                                    <p:animEffect transition="in" filter="dissolve">
                                      <p:cBhvr>
                                        <p:cTn id="78" dur="500"/>
                                        <p:tgtEl>
                                          <p:spTgt spid="10268"/>
                                        </p:tgtEl>
                                      </p:cBhvr>
                                    </p:animEffect>
                                  </p:childTnLst>
                                </p:cTn>
                              </p:par>
                            </p:childTnLst>
                          </p:cTn>
                        </p:par>
                        <p:par>
                          <p:cTn id="79" fill="hold" nodeType="afterGroup">
                            <p:stCondLst>
                              <p:cond delay="9100"/>
                            </p:stCondLst>
                            <p:childTnLst>
                              <p:par>
                                <p:cTn id="80" presetID="9" presetClass="entr" presetSubtype="0" fill="hold" grpId="0" nodeType="afterEffect">
                                  <p:stCondLst>
                                    <p:cond delay="0"/>
                                  </p:stCondLst>
                                  <p:childTnLst>
                                    <p:set>
                                      <p:cBhvr>
                                        <p:cTn id="81" dur="1" fill="hold">
                                          <p:stCondLst>
                                            <p:cond delay="0"/>
                                          </p:stCondLst>
                                        </p:cTn>
                                        <p:tgtEl>
                                          <p:spTgt spid="10269"/>
                                        </p:tgtEl>
                                        <p:attrNameLst>
                                          <p:attrName>style.visibility</p:attrName>
                                        </p:attrNameLst>
                                      </p:cBhvr>
                                      <p:to>
                                        <p:strVal val="visible"/>
                                      </p:to>
                                    </p:set>
                                    <p:animEffect transition="in" filter="dissolve">
                                      <p:cBhvr>
                                        <p:cTn id="82" dur="500"/>
                                        <p:tgtEl>
                                          <p:spTgt spid="10269"/>
                                        </p:tgtEl>
                                      </p:cBhvr>
                                    </p:animEffect>
                                  </p:childTnLst>
                                </p:cTn>
                              </p:par>
                            </p:childTnLst>
                          </p:cTn>
                        </p:par>
                        <p:par>
                          <p:cTn id="83" fill="hold" nodeType="afterGroup">
                            <p:stCondLst>
                              <p:cond delay="9600"/>
                            </p:stCondLst>
                            <p:childTnLst>
                              <p:par>
                                <p:cTn id="84" presetID="9" presetClass="entr" presetSubtype="0" fill="hold" grpId="0" nodeType="afterEffect">
                                  <p:stCondLst>
                                    <p:cond delay="0"/>
                                  </p:stCondLst>
                                  <p:childTnLst>
                                    <p:set>
                                      <p:cBhvr>
                                        <p:cTn id="85" dur="1" fill="hold">
                                          <p:stCondLst>
                                            <p:cond delay="0"/>
                                          </p:stCondLst>
                                        </p:cTn>
                                        <p:tgtEl>
                                          <p:spTgt spid="10270"/>
                                        </p:tgtEl>
                                        <p:attrNameLst>
                                          <p:attrName>style.visibility</p:attrName>
                                        </p:attrNameLst>
                                      </p:cBhvr>
                                      <p:to>
                                        <p:strVal val="visible"/>
                                      </p:to>
                                    </p:set>
                                    <p:animEffect transition="in" filter="dissolve">
                                      <p:cBhvr>
                                        <p:cTn id="86" dur="500"/>
                                        <p:tgtEl>
                                          <p:spTgt spid="10270"/>
                                        </p:tgtEl>
                                      </p:cBhvr>
                                    </p:animEffect>
                                  </p:childTnLst>
                                </p:cTn>
                              </p:par>
                            </p:childTnLst>
                          </p:cTn>
                        </p:par>
                        <p:par>
                          <p:cTn id="87" fill="hold" nodeType="afterGroup">
                            <p:stCondLst>
                              <p:cond delay="10100"/>
                            </p:stCondLst>
                            <p:childTnLst>
                              <p:par>
                                <p:cTn id="88" presetID="9" presetClass="entr" presetSubtype="0" fill="hold" grpId="0" nodeType="afterEffect">
                                  <p:stCondLst>
                                    <p:cond delay="0"/>
                                  </p:stCondLst>
                                  <p:childTnLst>
                                    <p:set>
                                      <p:cBhvr>
                                        <p:cTn id="89" dur="1" fill="hold">
                                          <p:stCondLst>
                                            <p:cond delay="0"/>
                                          </p:stCondLst>
                                        </p:cTn>
                                        <p:tgtEl>
                                          <p:spTgt spid="10271"/>
                                        </p:tgtEl>
                                        <p:attrNameLst>
                                          <p:attrName>style.visibility</p:attrName>
                                        </p:attrNameLst>
                                      </p:cBhvr>
                                      <p:to>
                                        <p:strVal val="visible"/>
                                      </p:to>
                                    </p:set>
                                    <p:animEffect transition="in" filter="dissolve">
                                      <p:cBhvr>
                                        <p:cTn id="90" dur="500"/>
                                        <p:tgtEl>
                                          <p:spTgt spid="10271"/>
                                        </p:tgtEl>
                                      </p:cBhvr>
                                    </p:animEffect>
                                  </p:childTnLst>
                                </p:cTn>
                              </p:par>
                            </p:childTnLst>
                          </p:cTn>
                        </p:par>
                        <p:par>
                          <p:cTn id="91" fill="hold" nodeType="afterGroup">
                            <p:stCondLst>
                              <p:cond delay="10600"/>
                            </p:stCondLst>
                            <p:childTnLst>
                              <p:par>
                                <p:cTn id="92" presetID="9" presetClass="entr" presetSubtype="0" fill="hold" grpId="0" nodeType="afterEffect">
                                  <p:stCondLst>
                                    <p:cond delay="0"/>
                                  </p:stCondLst>
                                  <p:childTnLst>
                                    <p:set>
                                      <p:cBhvr>
                                        <p:cTn id="93" dur="1" fill="hold">
                                          <p:stCondLst>
                                            <p:cond delay="0"/>
                                          </p:stCondLst>
                                        </p:cTn>
                                        <p:tgtEl>
                                          <p:spTgt spid="10272"/>
                                        </p:tgtEl>
                                        <p:attrNameLst>
                                          <p:attrName>style.visibility</p:attrName>
                                        </p:attrNameLst>
                                      </p:cBhvr>
                                      <p:to>
                                        <p:strVal val="visible"/>
                                      </p:to>
                                    </p:set>
                                    <p:animEffect transition="in" filter="dissolve">
                                      <p:cBhvr>
                                        <p:cTn id="94" dur="500"/>
                                        <p:tgtEl>
                                          <p:spTgt spid="10272"/>
                                        </p:tgtEl>
                                      </p:cBhvr>
                                    </p:animEffect>
                                  </p:childTnLst>
                                </p:cTn>
                              </p:par>
                            </p:childTnLst>
                          </p:cTn>
                        </p:par>
                        <p:par>
                          <p:cTn id="95" fill="hold" nodeType="afterGroup">
                            <p:stCondLst>
                              <p:cond delay="11100"/>
                            </p:stCondLst>
                            <p:childTnLst>
                              <p:par>
                                <p:cTn id="96" presetID="9" presetClass="entr" presetSubtype="0" fill="hold" grpId="0" nodeType="afterEffect">
                                  <p:stCondLst>
                                    <p:cond delay="0"/>
                                  </p:stCondLst>
                                  <p:childTnLst>
                                    <p:set>
                                      <p:cBhvr>
                                        <p:cTn id="97" dur="1" fill="hold">
                                          <p:stCondLst>
                                            <p:cond delay="0"/>
                                          </p:stCondLst>
                                        </p:cTn>
                                        <p:tgtEl>
                                          <p:spTgt spid="10273"/>
                                        </p:tgtEl>
                                        <p:attrNameLst>
                                          <p:attrName>style.visibility</p:attrName>
                                        </p:attrNameLst>
                                      </p:cBhvr>
                                      <p:to>
                                        <p:strVal val="visible"/>
                                      </p:to>
                                    </p:set>
                                    <p:animEffect transition="in" filter="dissolve">
                                      <p:cBhvr>
                                        <p:cTn id="98" dur="500"/>
                                        <p:tgtEl>
                                          <p:spTgt spid="10273"/>
                                        </p:tgtEl>
                                      </p:cBhvr>
                                    </p:animEffect>
                                  </p:childTnLst>
                                </p:cTn>
                              </p:par>
                            </p:childTnLst>
                          </p:cTn>
                        </p:par>
                        <p:par>
                          <p:cTn id="99" fill="hold" nodeType="afterGroup">
                            <p:stCondLst>
                              <p:cond delay="11600"/>
                            </p:stCondLst>
                            <p:childTnLst>
                              <p:par>
                                <p:cTn id="100" presetID="9" presetClass="entr" presetSubtype="0" fill="hold" grpId="0" nodeType="afterEffect">
                                  <p:stCondLst>
                                    <p:cond delay="0"/>
                                  </p:stCondLst>
                                  <p:childTnLst>
                                    <p:set>
                                      <p:cBhvr>
                                        <p:cTn id="101" dur="1" fill="hold">
                                          <p:stCondLst>
                                            <p:cond delay="0"/>
                                          </p:stCondLst>
                                        </p:cTn>
                                        <p:tgtEl>
                                          <p:spTgt spid="10274"/>
                                        </p:tgtEl>
                                        <p:attrNameLst>
                                          <p:attrName>style.visibility</p:attrName>
                                        </p:attrNameLst>
                                      </p:cBhvr>
                                      <p:to>
                                        <p:strVal val="visible"/>
                                      </p:to>
                                    </p:set>
                                    <p:animEffect transition="in" filter="dissolve">
                                      <p:cBhvr>
                                        <p:cTn id="102" dur="500"/>
                                        <p:tgtEl>
                                          <p:spTgt spid="10274"/>
                                        </p:tgtEl>
                                      </p:cBhvr>
                                    </p:animEffect>
                                  </p:childTnLst>
                                </p:cTn>
                              </p:par>
                            </p:childTnLst>
                          </p:cTn>
                        </p:par>
                        <p:par>
                          <p:cTn id="103" fill="hold" nodeType="afterGroup">
                            <p:stCondLst>
                              <p:cond delay="12100"/>
                            </p:stCondLst>
                            <p:childTnLst>
                              <p:par>
                                <p:cTn id="104" presetID="9" presetClass="entr" presetSubtype="0" fill="hold" grpId="0" nodeType="afterEffect">
                                  <p:stCondLst>
                                    <p:cond delay="0"/>
                                  </p:stCondLst>
                                  <p:childTnLst>
                                    <p:set>
                                      <p:cBhvr>
                                        <p:cTn id="105" dur="1" fill="hold">
                                          <p:stCondLst>
                                            <p:cond delay="0"/>
                                          </p:stCondLst>
                                        </p:cTn>
                                        <p:tgtEl>
                                          <p:spTgt spid="10275"/>
                                        </p:tgtEl>
                                        <p:attrNameLst>
                                          <p:attrName>style.visibility</p:attrName>
                                        </p:attrNameLst>
                                      </p:cBhvr>
                                      <p:to>
                                        <p:strVal val="visible"/>
                                      </p:to>
                                    </p:set>
                                    <p:animEffect transition="in" filter="dissolve">
                                      <p:cBhvr>
                                        <p:cTn id="106" dur="500"/>
                                        <p:tgtEl>
                                          <p:spTgt spid="10275"/>
                                        </p:tgtEl>
                                      </p:cBhvr>
                                    </p:animEffect>
                                  </p:childTnLst>
                                </p:cTn>
                              </p:par>
                            </p:childTnLst>
                          </p:cTn>
                        </p:par>
                        <p:par>
                          <p:cTn id="107" fill="hold" nodeType="afterGroup">
                            <p:stCondLst>
                              <p:cond delay="12600"/>
                            </p:stCondLst>
                            <p:childTnLst>
                              <p:par>
                                <p:cTn id="108" presetID="9" presetClass="entr" presetSubtype="0" fill="hold" nodeType="afterEffect">
                                  <p:stCondLst>
                                    <p:cond delay="0"/>
                                  </p:stCondLst>
                                  <p:childTnLst>
                                    <p:set>
                                      <p:cBhvr>
                                        <p:cTn id="109" dur="1" fill="hold">
                                          <p:stCondLst>
                                            <p:cond delay="0"/>
                                          </p:stCondLst>
                                        </p:cTn>
                                        <p:tgtEl>
                                          <p:spTgt spid="10259"/>
                                        </p:tgtEl>
                                        <p:attrNameLst>
                                          <p:attrName>style.visibility</p:attrName>
                                        </p:attrNameLst>
                                      </p:cBhvr>
                                      <p:to>
                                        <p:strVal val="visible"/>
                                      </p:to>
                                    </p:set>
                                    <p:animEffect transition="in" filter="dissolve">
                                      <p:cBhvr>
                                        <p:cTn id="110" dur="500"/>
                                        <p:tgtEl>
                                          <p:spTgt spid="10259"/>
                                        </p:tgtEl>
                                      </p:cBhvr>
                                    </p:animEffect>
                                  </p:childTnLst>
                                </p:cTn>
                              </p:par>
                            </p:childTnLst>
                          </p:cTn>
                        </p:par>
                        <p:par>
                          <p:cTn id="111" fill="hold" nodeType="afterGroup">
                            <p:stCondLst>
                              <p:cond delay="13100"/>
                            </p:stCondLst>
                            <p:childTnLst>
                              <p:par>
                                <p:cTn id="112" presetID="9" presetClass="entr" presetSubtype="0" fill="hold" nodeType="afterEffect">
                                  <p:stCondLst>
                                    <p:cond delay="0"/>
                                  </p:stCondLst>
                                  <p:childTnLst>
                                    <p:set>
                                      <p:cBhvr>
                                        <p:cTn id="113" dur="1" fill="hold">
                                          <p:stCondLst>
                                            <p:cond delay="0"/>
                                          </p:stCondLst>
                                        </p:cTn>
                                        <p:tgtEl>
                                          <p:spTgt spid="10263"/>
                                        </p:tgtEl>
                                        <p:attrNameLst>
                                          <p:attrName>style.visibility</p:attrName>
                                        </p:attrNameLst>
                                      </p:cBhvr>
                                      <p:to>
                                        <p:strVal val="visible"/>
                                      </p:to>
                                    </p:set>
                                    <p:animEffect transition="in" filter="dissolve">
                                      <p:cBhvr>
                                        <p:cTn id="114" dur="500"/>
                                        <p:tgtEl>
                                          <p:spTgt spid="102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2" grpId="0" autoUpdateAnimBg="0"/>
      <p:bldP spid="10244" grpId="0" autoUpdateAnimBg="0"/>
      <p:bldP spid="10245" grpId="0" autoUpdateAnimBg="0"/>
      <p:bldP spid="10247" grpId="0" autoUpdateAnimBg="0"/>
      <p:bldP spid="10249" grpId="0" autoUpdateAnimBg="0"/>
      <p:bldP spid="10250" grpId="0" autoUpdateAnimBg="0"/>
      <p:bldP spid="10252" grpId="0" autoUpdateAnimBg="0"/>
      <p:bldP spid="10254" grpId="0" autoUpdateAnimBg="0"/>
      <p:bldP spid="10255" grpId="0" autoUpdateAnimBg="0"/>
      <p:bldP spid="10256" grpId="0" autoUpdateAnimBg="0"/>
      <p:bldP spid="10257" grpId="0" autoUpdateAnimBg="0"/>
      <p:bldP spid="10258" grpId="0" autoUpdateAnimBg="0"/>
      <p:bldP spid="10269" grpId="0" autoUpdateAnimBg="0"/>
      <p:bldP spid="10270" grpId="0" autoUpdateAnimBg="0"/>
      <p:bldP spid="10271" grpId="0" autoUpdateAnimBg="0"/>
      <p:bldP spid="10272" grpId="0" autoUpdateAnimBg="0"/>
      <p:bldP spid="10273" grpId="0" autoUpdateAnimBg="0"/>
      <p:bldP spid="10274" grpId="0" autoUpdateAnimBg="0"/>
      <p:bldP spid="10275" grpId="0"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1266"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1267"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96D1749-E042-4EE6-9A7C-928F9CADC21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9</a:t>
            </a:fld>
            <a:endParaRPr lang="es-ES" altLang="en-US"/>
          </a:p>
        </p:txBody>
      </p:sp>
      <p:sp>
        <p:nvSpPr>
          <p:cNvPr id="11268"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Icon</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Services</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List</a:t>
            </a:r>
            <a:endParaRPr lang="es-ES" dirty="0">
              <a:solidFill>
                <a:schemeClr val="bg1">
                  <a:lumMod val="95000"/>
                </a:schemeClr>
              </a:solidFill>
              <a:ea typeface="ＭＳ Ｐゴシック" charset="0"/>
            </a:endParaRPr>
          </a:p>
        </p:txBody>
      </p:sp>
      <p:sp>
        <p:nvSpPr>
          <p:cNvPr id="11269"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1270" name="AutoShape 6"/>
          <p:cNvSpPr>
            <a:spLocks/>
          </p:cNvSpPr>
          <p:nvPr/>
        </p:nvSpPr>
        <p:spPr bwMode="auto">
          <a:xfrm>
            <a:off x="2247900" y="5180013"/>
            <a:ext cx="1487488"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1" name="AutoShape 7"/>
          <p:cNvSpPr>
            <a:spLocks/>
          </p:cNvSpPr>
          <p:nvPr/>
        </p:nvSpPr>
        <p:spPr bwMode="auto">
          <a:xfrm>
            <a:off x="2655888" y="5608638"/>
            <a:ext cx="687387" cy="571500"/>
          </a:xfrm>
          <a:custGeom>
            <a:avLst/>
            <a:gdLst>
              <a:gd name="T0" fmla="*/ 343694 w 21600"/>
              <a:gd name="T1" fmla="*/ 285750 h 21600"/>
              <a:gd name="T2" fmla="*/ 343694 w 21600"/>
              <a:gd name="T3" fmla="*/ 285750 h 21600"/>
              <a:gd name="T4" fmla="*/ 343694 w 21600"/>
              <a:gd name="T5" fmla="*/ 285750 h 21600"/>
              <a:gd name="T6" fmla="*/ 343694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599" y="4427"/>
                  <a:pt x="21599" y="4865"/>
                </a:cubicBezTo>
                <a:lnTo>
                  <a:pt x="21599" y="19984"/>
                </a:lnTo>
                <a:cubicBezTo>
                  <a:pt x="21599"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72" name="AutoShape 8"/>
          <p:cNvSpPr>
            <a:spLocks/>
          </p:cNvSpPr>
          <p:nvPr/>
        </p:nvSpPr>
        <p:spPr bwMode="auto">
          <a:xfrm>
            <a:off x="2247900" y="7270750"/>
            <a:ext cx="1487488"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3" name="AutoShape 9"/>
          <p:cNvSpPr>
            <a:spLocks/>
          </p:cNvSpPr>
          <p:nvPr/>
        </p:nvSpPr>
        <p:spPr bwMode="auto">
          <a:xfrm>
            <a:off x="2247900" y="9459913"/>
            <a:ext cx="1487488"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4" name="AutoShape 10"/>
          <p:cNvSpPr>
            <a:spLocks/>
          </p:cNvSpPr>
          <p:nvPr/>
        </p:nvSpPr>
        <p:spPr bwMode="auto">
          <a:xfrm>
            <a:off x="2668588" y="7759700"/>
            <a:ext cx="685800" cy="571500"/>
          </a:xfrm>
          <a:custGeom>
            <a:avLst/>
            <a:gdLst>
              <a:gd name="T0" fmla="*/ 342900 w 21600"/>
              <a:gd name="T1" fmla="*/ 285750 h 21600"/>
              <a:gd name="T2" fmla="*/ 342900 w 21600"/>
              <a:gd name="T3" fmla="*/ 285750 h 21600"/>
              <a:gd name="T4" fmla="*/ 342900 w 21600"/>
              <a:gd name="T5" fmla="*/ 285750 h 21600"/>
              <a:gd name="T6" fmla="*/ 342900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3"/>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75" name="AutoShape 11"/>
          <p:cNvSpPr>
            <a:spLocks/>
          </p:cNvSpPr>
          <p:nvPr/>
        </p:nvSpPr>
        <p:spPr bwMode="auto">
          <a:xfrm>
            <a:off x="2659063" y="9850438"/>
            <a:ext cx="684212" cy="684212"/>
          </a:xfrm>
          <a:custGeom>
            <a:avLst/>
            <a:gdLst>
              <a:gd name="T0" fmla="*/ 342106 w 21600"/>
              <a:gd name="T1" fmla="*/ 342106 h 21600"/>
              <a:gd name="T2" fmla="*/ 342106 w 21600"/>
              <a:gd name="T3" fmla="*/ 342106 h 21600"/>
              <a:gd name="T4" fmla="*/ 342106 w 21600"/>
              <a:gd name="T5" fmla="*/ 342106 h 21600"/>
              <a:gd name="T6" fmla="*/ 342106 w 21600"/>
              <a:gd name="T7" fmla="*/ 342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76" name="AutoShape 12"/>
          <p:cNvSpPr>
            <a:spLocks/>
          </p:cNvSpPr>
          <p:nvPr/>
        </p:nvSpPr>
        <p:spPr bwMode="auto">
          <a:xfrm>
            <a:off x="9034463" y="5180013"/>
            <a:ext cx="1489075" cy="1489075"/>
          </a:xfrm>
          <a:custGeom>
            <a:avLst/>
            <a:gdLst>
              <a:gd name="T0" fmla="*/ 744500 w 19679"/>
              <a:gd name="T1" fmla="*/ 817217 h 19679"/>
              <a:gd name="T2" fmla="*/ 744500 w 19679"/>
              <a:gd name="T3" fmla="*/ 817217 h 19679"/>
              <a:gd name="T4" fmla="*/ 744500 w 19679"/>
              <a:gd name="T5" fmla="*/ 817217 h 19679"/>
              <a:gd name="T6" fmla="*/ 744500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7" name="AutoShape 13"/>
          <p:cNvSpPr>
            <a:spLocks/>
          </p:cNvSpPr>
          <p:nvPr/>
        </p:nvSpPr>
        <p:spPr bwMode="auto">
          <a:xfrm>
            <a:off x="9034463" y="7270750"/>
            <a:ext cx="1489075" cy="1489075"/>
          </a:xfrm>
          <a:custGeom>
            <a:avLst/>
            <a:gdLst>
              <a:gd name="T0" fmla="*/ 744500 w 19679"/>
              <a:gd name="T1" fmla="*/ 817217 h 19679"/>
              <a:gd name="T2" fmla="*/ 744500 w 19679"/>
              <a:gd name="T3" fmla="*/ 817217 h 19679"/>
              <a:gd name="T4" fmla="*/ 744500 w 19679"/>
              <a:gd name="T5" fmla="*/ 817217 h 19679"/>
              <a:gd name="T6" fmla="*/ 744500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8" name="AutoShape 14"/>
          <p:cNvSpPr>
            <a:spLocks/>
          </p:cNvSpPr>
          <p:nvPr/>
        </p:nvSpPr>
        <p:spPr bwMode="auto">
          <a:xfrm>
            <a:off x="9034463" y="9459913"/>
            <a:ext cx="1489075" cy="1489075"/>
          </a:xfrm>
          <a:custGeom>
            <a:avLst/>
            <a:gdLst>
              <a:gd name="T0" fmla="*/ 744500 w 19679"/>
              <a:gd name="T1" fmla="*/ 817217 h 19679"/>
              <a:gd name="T2" fmla="*/ 744500 w 19679"/>
              <a:gd name="T3" fmla="*/ 817217 h 19679"/>
              <a:gd name="T4" fmla="*/ 744500 w 19679"/>
              <a:gd name="T5" fmla="*/ 817217 h 19679"/>
              <a:gd name="T6" fmla="*/ 744500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9" name="AutoShape 15"/>
          <p:cNvSpPr>
            <a:spLocks/>
          </p:cNvSpPr>
          <p:nvPr/>
        </p:nvSpPr>
        <p:spPr bwMode="auto">
          <a:xfrm>
            <a:off x="9471025" y="5605463"/>
            <a:ext cx="685800" cy="573087"/>
          </a:xfrm>
          <a:custGeom>
            <a:avLst/>
            <a:gdLst>
              <a:gd name="T0" fmla="*/ 342900 w 21600"/>
              <a:gd name="T1" fmla="*/ 286530 h 21579"/>
              <a:gd name="T2" fmla="*/ 342900 w 21600"/>
              <a:gd name="T3" fmla="*/ 286530 h 21579"/>
              <a:gd name="T4" fmla="*/ 342900 w 21600"/>
              <a:gd name="T5" fmla="*/ 286530 h 21579"/>
              <a:gd name="T6" fmla="*/ 342900 w 21600"/>
              <a:gd name="T7" fmla="*/ 28653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0" name="AutoShape 16"/>
          <p:cNvSpPr>
            <a:spLocks/>
          </p:cNvSpPr>
          <p:nvPr/>
        </p:nvSpPr>
        <p:spPr bwMode="auto">
          <a:xfrm>
            <a:off x="9471025" y="7678738"/>
            <a:ext cx="685800" cy="685800"/>
          </a:xfrm>
          <a:custGeom>
            <a:avLst/>
            <a:gdLst>
              <a:gd name="T0" fmla="*/ 342900 w 21600"/>
              <a:gd name="T1" fmla="*/ 342900 h 21600"/>
              <a:gd name="T2" fmla="*/ 342900 w 21600"/>
              <a:gd name="T3" fmla="*/ 342900 h 21600"/>
              <a:gd name="T4" fmla="*/ 342900 w 21600"/>
              <a:gd name="T5" fmla="*/ 342900 h 21600"/>
              <a:gd name="T6" fmla="*/ 342900 w 21600"/>
              <a:gd name="T7" fmla="*/ 3429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1" name="AutoShape 17"/>
          <p:cNvSpPr>
            <a:spLocks/>
          </p:cNvSpPr>
          <p:nvPr/>
        </p:nvSpPr>
        <p:spPr bwMode="auto">
          <a:xfrm>
            <a:off x="9459913" y="9844088"/>
            <a:ext cx="685800" cy="687387"/>
          </a:xfrm>
          <a:custGeom>
            <a:avLst/>
            <a:gdLst>
              <a:gd name="T0" fmla="*/ 342900 w 21600"/>
              <a:gd name="T1" fmla="*/ 343694 h 21600"/>
              <a:gd name="T2" fmla="*/ 342900 w 21600"/>
              <a:gd name="T3" fmla="*/ 343694 h 21600"/>
              <a:gd name="T4" fmla="*/ 342900 w 21600"/>
              <a:gd name="T5" fmla="*/ 343694 h 21600"/>
              <a:gd name="T6" fmla="*/ 342900 w 21600"/>
              <a:gd name="T7" fmla="*/ 343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600"/>
                  <a:pt x="14380" y="21600"/>
                </a:cubicBezTo>
                <a:cubicBezTo>
                  <a:pt x="13730" y="21600"/>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2" name="AutoShape 18"/>
          <p:cNvSpPr>
            <a:spLocks/>
          </p:cNvSpPr>
          <p:nvPr/>
        </p:nvSpPr>
        <p:spPr bwMode="auto">
          <a:xfrm>
            <a:off x="3956050" y="51704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dirty="0" err="1">
                <a:solidFill>
                  <a:schemeClr val="bg1">
                    <a:lumMod val="95000"/>
                  </a:schemeClr>
                </a:solidFill>
                <a:latin typeface="Lato" charset="0"/>
                <a:ea typeface="ＭＳ Ｐゴシック" charset="0"/>
                <a:cs typeface="Lato" charset="0"/>
                <a:sym typeface="Lato" charset="0"/>
              </a:rPr>
              <a:t>Photography</a:t>
            </a:r>
            <a:endParaRPr lang="es-ES" dirty="0">
              <a:solidFill>
                <a:schemeClr val="bg1">
                  <a:lumMod val="95000"/>
                </a:schemeClr>
              </a:solidFill>
              <a:ea typeface="ＭＳ Ｐゴシック" charset="0"/>
            </a:endParaRPr>
          </a:p>
        </p:txBody>
      </p:sp>
      <p:sp>
        <p:nvSpPr>
          <p:cNvPr id="11283" name="AutoShape 19"/>
          <p:cNvSpPr>
            <a:spLocks/>
          </p:cNvSpPr>
          <p:nvPr/>
        </p:nvSpPr>
        <p:spPr bwMode="auto">
          <a:xfrm>
            <a:off x="3954463" y="56308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84" name="AutoShape 20"/>
          <p:cNvSpPr>
            <a:spLocks/>
          </p:cNvSpPr>
          <p:nvPr/>
        </p:nvSpPr>
        <p:spPr bwMode="auto">
          <a:xfrm>
            <a:off x="15873413" y="5180013"/>
            <a:ext cx="1487487"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85" name="AutoShape 21"/>
          <p:cNvSpPr>
            <a:spLocks/>
          </p:cNvSpPr>
          <p:nvPr/>
        </p:nvSpPr>
        <p:spPr bwMode="auto">
          <a:xfrm>
            <a:off x="16281400" y="5608638"/>
            <a:ext cx="687388" cy="571500"/>
          </a:xfrm>
          <a:custGeom>
            <a:avLst/>
            <a:gdLst>
              <a:gd name="T0" fmla="*/ 343694 w 21600"/>
              <a:gd name="T1" fmla="*/ 285750 h 21600"/>
              <a:gd name="T2" fmla="*/ 343694 w 21600"/>
              <a:gd name="T3" fmla="*/ 285750 h 21600"/>
              <a:gd name="T4" fmla="*/ 343694 w 21600"/>
              <a:gd name="T5" fmla="*/ 285750 h 21600"/>
              <a:gd name="T6" fmla="*/ 343694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599" y="4427"/>
                  <a:pt x="21599" y="4865"/>
                </a:cubicBezTo>
                <a:lnTo>
                  <a:pt x="21599" y="19984"/>
                </a:lnTo>
                <a:cubicBezTo>
                  <a:pt x="21599"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6" name="AutoShape 22"/>
          <p:cNvSpPr>
            <a:spLocks/>
          </p:cNvSpPr>
          <p:nvPr/>
        </p:nvSpPr>
        <p:spPr bwMode="auto">
          <a:xfrm>
            <a:off x="15873413" y="7270750"/>
            <a:ext cx="1487487"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87" name="AutoShape 23"/>
          <p:cNvSpPr>
            <a:spLocks/>
          </p:cNvSpPr>
          <p:nvPr/>
        </p:nvSpPr>
        <p:spPr bwMode="auto">
          <a:xfrm>
            <a:off x="15873413" y="9459913"/>
            <a:ext cx="1487487"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88" name="AutoShape 24"/>
          <p:cNvSpPr>
            <a:spLocks/>
          </p:cNvSpPr>
          <p:nvPr/>
        </p:nvSpPr>
        <p:spPr bwMode="auto">
          <a:xfrm>
            <a:off x="16294100" y="7759700"/>
            <a:ext cx="685800" cy="571500"/>
          </a:xfrm>
          <a:custGeom>
            <a:avLst/>
            <a:gdLst>
              <a:gd name="T0" fmla="*/ 342900 w 21600"/>
              <a:gd name="T1" fmla="*/ 285750 h 21600"/>
              <a:gd name="T2" fmla="*/ 342900 w 21600"/>
              <a:gd name="T3" fmla="*/ 285750 h 21600"/>
              <a:gd name="T4" fmla="*/ 342900 w 21600"/>
              <a:gd name="T5" fmla="*/ 285750 h 21600"/>
              <a:gd name="T6" fmla="*/ 342900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3"/>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9" name="AutoShape 25"/>
          <p:cNvSpPr>
            <a:spLocks/>
          </p:cNvSpPr>
          <p:nvPr/>
        </p:nvSpPr>
        <p:spPr bwMode="auto">
          <a:xfrm>
            <a:off x="16284575" y="9850438"/>
            <a:ext cx="684213" cy="684212"/>
          </a:xfrm>
          <a:custGeom>
            <a:avLst/>
            <a:gdLst>
              <a:gd name="T0" fmla="*/ 342107 w 21600"/>
              <a:gd name="T1" fmla="*/ 342106 h 21600"/>
              <a:gd name="T2" fmla="*/ 342107 w 21600"/>
              <a:gd name="T3" fmla="*/ 342106 h 21600"/>
              <a:gd name="T4" fmla="*/ 342107 w 21600"/>
              <a:gd name="T5" fmla="*/ 342106 h 21600"/>
              <a:gd name="T6" fmla="*/ 342107 w 21600"/>
              <a:gd name="T7" fmla="*/ 342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90" name="AutoShape 26"/>
          <p:cNvSpPr>
            <a:spLocks/>
          </p:cNvSpPr>
          <p:nvPr/>
        </p:nvSpPr>
        <p:spPr bwMode="auto">
          <a:xfrm>
            <a:off x="10737850" y="51704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chemeClr val="bg1">
                    <a:lumMod val="95000"/>
                  </a:schemeClr>
                </a:solidFill>
                <a:latin typeface="Lato" charset="0"/>
                <a:ea typeface="ＭＳ Ｐゴシック" charset="0"/>
                <a:cs typeface="Lato" charset="0"/>
                <a:sym typeface="Lato" charset="0"/>
              </a:rPr>
              <a:t>Advertising</a:t>
            </a:r>
            <a:endParaRPr lang="es-ES">
              <a:solidFill>
                <a:schemeClr val="bg1">
                  <a:lumMod val="95000"/>
                </a:schemeClr>
              </a:solidFill>
              <a:ea typeface="ＭＳ Ｐゴシック" charset="0"/>
            </a:endParaRPr>
          </a:p>
        </p:txBody>
      </p:sp>
      <p:sp>
        <p:nvSpPr>
          <p:cNvPr id="11291" name="AutoShape 27"/>
          <p:cNvSpPr>
            <a:spLocks/>
          </p:cNvSpPr>
          <p:nvPr/>
        </p:nvSpPr>
        <p:spPr bwMode="auto">
          <a:xfrm>
            <a:off x="10787063" y="56308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2" name="AutoShape 28"/>
          <p:cNvSpPr>
            <a:spLocks/>
          </p:cNvSpPr>
          <p:nvPr/>
        </p:nvSpPr>
        <p:spPr bwMode="auto">
          <a:xfrm>
            <a:off x="17849850" y="51704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chemeClr val="bg1">
                    <a:lumMod val="95000"/>
                  </a:schemeClr>
                </a:solidFill>
                <a:latin typeface="Lato" charset="0"/>
                <a:ea typeface="ＭＳ Ｐゴシック" charset="0"/>
                <a:cs typeface="Lato" charset="0"/>
                <a:sym typeface="Lato" charset="0"/>
              </a:rPr>
              <a:t>Direction</a:t>
            </a:r>
            <a:endParaRPr lang="es-ES">
              <a:solidFill>
                <a:schemeClr val="bg1">
                  <a:lumMod val="95000"/>
                </a:schemeClr>
              </a:solidFill>
              <a:ea typeface="ＭＳ Ｐゴシック" charset="0"/>
            </a:endParaRPr>
          </a:p>
        </p:txBody>
      </p:sp>
      <p:sp>
        <p:nvSpPr>
          <p:cNvPr id="11293" name="AutoShape 29"/>
          <p:cNvSpPr>
            <a:spLocks/>
          </p:cNvSpPr>
          <p:nvPr/>
        </p:nvSpPr>
        <p:spPr bwMode="auto">
          <a:xfrm>
            <a:off x="17848263" y="56308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4" name="AutoShape 30"/>
          <p:cNvSpPr>
            <a:spLocks/>
          </p:cNvSpPr>
          <p:nvPr/>
        </p:nvSpPr>
        <p:spPr bwMode="auto">
          <a:xfrm>
            <a:off x="3943350" y="72913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dirty="0">
                <a:solidFill>
                  <a:schemeClr val="bg1">
                    <a:lumMod val="95000"/>
                  </a:schemeClr>
                </a:solidFill>
                <a:latin typeface="Lato" charset="0"/>
                <a:ea typeface="ＭＳ Ｐゴシック" charset="0"/>
                <a:cs typeface="Lato" charset="0"/>
                <a:sym typeface="Lato" charset="0"/>
              </a:rPr>
              <a:t>Video </a:t>
            </a:r>
            <a:r>
              <a:rPr lang="es-ES" sz="2100" b="1" dirty="0" err="1">
                <a:solidFill>
                  <a:schemeClr val="bg1">
                    <a:lumMod val="95000"/>
                  </a:schemeClr>
                </a:solidFill>
                <a:latin typeface="Lato" charset="0"/>
                <a:ea typeface="ＭＳ Ｐゴシック" charset="0"/>
                <a:cs typeface="Lato" charset="0"/>
                <a:sym typeface="Lato" charset="0"/>
              </a:rPr>
              <a:t>Edit</a:t>
            </a:r>
            <a:endParaRPr lang="es-ES" dirty="0">
              <a:solidFill>
                <a:schemeClr val="bg1">
                  <a:lumMod val="95000"/>
                </a:schemeClr>
              </a:solidFill>
              <a:ea typeface="ＭＳ Ｐゴシック" charset="0"/>
            </a:endParaRPr>
          </a:p>
        </p:txBody>
      </p:sp>
      <p:sp>
        <p:nvSpPr>
          <p:cNvPr id="11295" name="AutoShape 31"/>
          <p:cNvSpPr>
            <a:spLocks/>
          </p:cNvSpPr>
          <p:nvPr/>
        </p:nvSpPr>
        <p:spPr bwMode="auto">
          <a:xfrm>
            <a:off x="3954463" y="77517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6" name="AutoShape 32"/>
          <p:cNvSpPr>
            <a:spLocks/>
          </p:cNvSpPr>
          <p:nvPr/>
        </p:nvSpPr>
        <p:spPr bwMode="auto">
          <a:xfrm>
            <a:off x="10788650" y="72913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chemeClr val="bg1">
                    <a:lumMod val="95000"/>
                  </a:schemeClr>
                </a:solidFill>
                <a:latin typeface="Lato" charset="0"/>
                <a:ea typeface="ＭＳ Ｐゴシック" charset="0"/>
                <a:cs typeface="Lato" charset="0"/>
                <a:sym typeface="Lato" charset="0"/>
              </a:rPr>
              <a:t>Research</a:t>
            </a:r>
            <a:endParaRPr lang="es-ES">
              <a:solidFill>
                <a:schemeClr val="bg1">
                  <a:lumMod val="95000"/>
                </a:schemeClr>
              </a:solidFill>
              <a:ea typeface="ＭＳ Ｐゴシック" charset="0"/>
            </a:endParaRPr>
          </a:p>
        </p:txBody>
      </p:sp>
      <p:sp>
        <p:nvSpPr>
          <p:cNvPr id="11297" name="AutoShape 33"/>
          <p:cNvSpPr>
            <a:spLocks/>
          </p:cNvSpPr>
          <p:nvPr/>
        </p:nvSpPr>
        <p:spPr bwMode="auto">
          <a:xfrm>
            <a:off x="10787063" y="77517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8" name="AutoShape 34"/>
          <p:cNvSpPr>
            <a:spLocks/>
          </p:cNvSpPr>
          <p:nvPr/>
        </p:nvSpPr>
        <p:spPr bwMode="auto">
          <a:xfrm>
            <a:off x="17849850" y="72913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chemeClr val="bg1">
                    <a:lumMod val="95000"/>
                  </a:schemeClr>
                </a:solidFill>
                <a:latin typeface="Lato" charset="0"/>
                <a:ea typeface="ＭＳ Ｐゴシック" charset="0"/>
                <a:cs typeface="Lato" charset="0"/>
                <a:sym typeface="Lato" charset="0"/>
              </a:rPr>
              <a:t>Films</a:t>
            </a:r>
            <a:endParaRPr lang="es-ES">
              <a:solidFill>
                <a:schemeClr val="bg1">
                  <a:lumMod val="95000"/>
                </a:schemeClr>
              </a:solidFill>
              <a:ea typeface="ＭＳ Ｐゴシック" charset="0"/>
            </a:endParaRPr>
          </a:p>
        </p:txBody>
      </p:sp>
      <p:sp>
        <p:nvSpPr>
          <p:cNvPr id="11299" name="AutoShape 35"/>
          <p:cNvSpPr>
            <a:spLocks/>
          </p:cNvSpPr>
          <p:nvPr/>
        </p:nvSpPr>
        <p:spPr bwMode="auto">
          <a:xfrm>
            <a:off x="17848263" y="77517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300" name="AutoShape 36"/>
          <p:cNvSpPr>
            <a:spLocks/>
          </p:cNvSpPr>
          <p:nvPr/>
        </p:nvSpPr>
        <p:spPr bwMode="auto">
          <a:xfrm>
            <a:off x="3956050" y="95011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chemeClr val="bg1">
                    <a:lumMod val="95000"/>
                  </a:schemeClr>
                </a:solidFill>
                <a:latin typeface="Lato" charset="0"/>
                <a:ea typeface="ＭＳ Ｐゴシック" charset="0"/>
                <a:cs typeface="Lato" charset="0"/>
                <a:sym typeface="Lato" charset="0"/>
              </a:rPr>
              <a:t>Social Media</a:t>
            </a:r>
            <a:endParaRPr lang="es-ES">
              <a:solidFill>
                <a:schemeClr val="bg1">
                  <a:lumMod val="95000"/>
                </a:schemeClr>
              </a:solidFill>
              <a:ea typeface="ＭＳ Ｐゴシック" charset="0"/>
            </a:endParaRPr>
          </a:p>
        </p:txBody>
      </p:sp>
      <p:sp>
        <p:nvSpPr>
          <p:cNvPr id="11301" name="AutoShape 37"/>
          <p:cNvSpPr>
            <a:spLocks/>
          </p:cNvSpPr>
          <p:nvPr/>
        </p:nvSpPr>
        <p:spPr bwMode="auto">
          <a:xfrm>
            <a:off x="3954463" y="99615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302" name="AutoShape 38"/>
          <p:cNvSpPr>
            <a:spLocks/>
          </p:cNvSpPr>
          <p:nvPr/>
        </p:nvSpPr>
        <p:spPr bwMode="auto">
          <a:xfrm>
            <a:off x="10788650" y="95011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chemeClr val="bg1">
                    <a:lumMod val="95000"/>
                  </a:schemeClr>
                </a:solidFill>
                <a:latin typeface="Lato" charset="0"/>
                <a:ea typeface="ＭＳ Ｐゴシック" charset="0"/>
                <a:cs typeface="Lato" charset="0"/>
                <a:sym typeface="Lato" charset="0"/>
              </a:rPr>
              <a:t>Community Manager</a:t>
            </a:r>
            <a:endParaRPr lang="es-ES">
              <a:solidFill>
                <a:schemeClr val="bg1">
                  <a:lumMod val="95000"/>
                </a:schemeClr>
              </a:solidFill>
              <a:ea typeface="ＭＳ Ｐゴシック" charset="0"/>
            </a:endParaRPr>
          </a:p>
        </p:txBody>
      </p:sp>
      <p:sp>
        <p:nvSpPr>
          <p:cNvPr id="11303" name="AutoShape 39"/>
          <p:cNvSpPr>
            <a:spLocks/>
          </p:cNvSpPr>
          <p:nvPr/>
        </p:nvSpPr>
        <p:spPr bwMode="auto">
          <a:xfrm>
            <a:off x="10787063" y="99615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304" name="AutoShape 40"/>
          <p:cNvSpPr>
            <a:spLocks/>
          </p:cNvSpPr>
          <p:nvPr/>
        </p:nvSpPr>
        <p:spPr bwMode="auto">
          <a:xfrm>
            <a:off x="17837150" y="95011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chemeClr val="bg1">
                    <a:lumMod val="95000"/>
                  </a:schemeClr>
                </a:solidFill>
                <a:latin typeface="Lato" charset="0"/>
                <a:ea typeface="ＭＳ Ｐゴシック" charset="0"/>
                <a:cs typeface="Lato" charset="0"/>
                <a:sym typeface="Lato" charset="0"/>
              </a:rPr>
              <a:t>Social Research</a:t>
            </a:r>
            <a:endParaRPr lang="es-ES">
              <a:solidFill>
                <a:schemeClr val="bg1">
                  <a:lumMod val="95000"/>
                </a:schemeClr>
              </a:solidFill>
              <a:ea typeface="ＭＳ Ｐゴシック" charset="0"/>
            </a:endParaRPr>
          </a:p>
        </p:txBody>
      </p:sp>
      <p:sp>
        <p:nvSpPr>
          <p:cNvPr id="11305" name="AutoShape 41"/>
          <p:cNvSpPr>
            <a:spLocks/>
          </p:cNvSpPr>
          <p:nvPr/>
        </p:nvSpPr>
        <p:spPr bwMode="auto">
          <a:xfrm>
            <a:off x="17848263" y="99615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1268"/>
                                        </p:tgtEl>
                                        <p:attrNameLst>
                                          <p:attrName>style.visibility</p:attrName>
                                        </p:attrNameLst>
                                      </p:cBhvr>
                                      <p:to>
                                        <p:strVal val="visible"/>
                                      </p:to>
                                    </p:set>
                                    <p:anim calcmode="lin" valueType="num">
                                      <p:cBhvr additive="base">
                                        <p:cTn id="7" dur="500" fill="hold"/>
                                        <p:tgtEl>
                                          <p:spTgt spid="11268"/>
                                        </p:tgtEl>
                                        <p:attrNameLst>
                                          <p:attrName>ppt_x</p:attrName>
                                        </p:attrNameLst>
                                      </p:cBhvr>
                                      <p:tavLst>
                                        <p:tav tm="0">
                                          <p:val>
                                            <p:strVal val="1+#ppt_w/2"/>
                                          </p:val>
                                        </p:tav>
                                        <p:tav tm="100000">
                                          <p:val>
                                            <p:strVal val="#ppt_x"/>
                                          </p:val>
                                        </p:tav>
                                      </p:tavLst>
                                    </p:anim>
                                    <p:anim calcmode="lin" valueType="num">
                                      <p:cBhvr additive="base">
                                        <p:cTn id="8" dur="500" fill="hold"/>
                                        <p:tgtEl>
                                          <p:spTgt spid="1126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1269"/>
                                        </p:tgtEl>
                                        <p:attrNameLst>
                                          <p:attrName>style.visibility</p:attrName>
                                        </p:attrNameLst>
                                      </p:cBhvr>
                                      <p:to>
                                        <p:strVal val="visible"/>
                                      </p:to>
                                    </p:set>
                                    <p:anim calcmode="lin" valueType="num">
                                      <p:cBhvr additive="base">
                                        <p:cTn id="12" dur="500" fill="hold"/>
                                        <p:tgtEl>
                                          <p:spTgt spid="11269"/>
                                        </p:tgtEl>
                                        <p:attrNameLst>
                                          <p:attrName>ppt_x</p:attrName>
                                        </p:attrNameLst>
                                      </p:cBhvr>
                                      <p:tavLst>
                                        <p:tav tm="0">
                                          <p:val>
                                            <p:strVal val="1+#ppt_w/2"/>
                                          </p:val>
                                        </p:tav>
                                        <p:tav tm="100000">
                                          <p:val>
                                            <p:strVal val="#ppt_x"/>
                                          </p:val>
                                        </p:tav>
                                      </p:tavLst>
                                    </p:anim>
                                    <p:anim calcmode="lin" valueType="num">
                                      <p:cBhvr additive="base">
                                        <p:cTn id="13" dur="500" fill="hold"/>
                                        <p:tgtEl>
                                          <p:spTgt spid="1126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1266"/>
                                        </p:tgtEl>
                                        <p:attrNameLst>
                                          <p:attrName>style.visibility</p:attrName>
                                        </p:attrNameLst>
                                      </p:cBhvr>
                                      <p:to>
                                        <p:strVal val="visible"/>
                                      </p:to>
                                    </p:set>
                                    <p:anim calcmode="lin" valueType="num">
                                      <p:cBhvr additive="base">
                                        <p:cTn id="17" dur="500" fill="hold"/>
                                        <p:tgtEl>
                                          <p:spTgt spid="11266"/>
                                        </p:tgtEl>
                                        <p:attrNameLst>
                                          <p:attrName>ppt_x</p:attrName>
                                        </p:attrNameLst>
                                      </p:cBhvr>
                                      <p:tavLst>
                                        <p:tav tm="0">
                                          <p:val>
                                            <p:strVal val="1+#ppt_w/2"/>
                                          </p:val>
                                        </p:tav>
                                        <p:tav tm="100000">
                                          <p:val>
                                            <p:strVal val="#ppt_x"/>
                                          </p:val>
                                        </p:tav>
                                      </p:tavLst>
                                    </p:anim>
                                    <p:anim calcmode="lin" valueType="num">
                                      <p:cBhvr additive="base">
                                        <p:cTn id="18" dur="500" fill="hold"/>
                                        <p:tgtEl>
                                          <p:spTgt spid="1126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1270"/>
                                        </p:tgtEl>
                                        <p:attrNameLst>
                                          <p:attrName>style.visibility</p:attrName>
                                        </p:attrNameLst>
                                      </p:cBhvr>
                                      <p:to>
                                        <p:strVal val="visible"/>
                                      </p:to>
                                    </p:set>
                                    <p:animEffect transition="in" filter="dissolve">
                                      <p:cBhvr>
                                        <p:cTn id="22" dur="500"/>
                                        <p:tgtEl>
                                          <p:spTgt spid="1127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1271"/>
                                        </p:tgtEl>
                                        <p:attrNameLst>
                                          <p:attrName>style.visibility</p:attrName>
                                        </p:attrNameLst>
                                      </p:cBhvr>
                                      <p:to>
                                        <p:strVal val="visible"/>
                                      </p:to>
                                    </p:set>
                                    <p:animEffect transition="in" filter="dissolve">
                                      <p:cBhvr>
                                        <p:cTn id="26" dur="500"/>
                                        <p:tgtEl>
                                          <p:spTgt spid="1127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1272"/>
                                        </p:tgtEl>
                                        <p:attrNameLst>
                                          <p:attrName>style.visibility</p:attrName>
                                        </p:attrNameLst>
                                      </p:cBhvr>
                                      <p:to>
                                        <p:strVal val="visible"/>
                                      </p:to>
                                    </p:set>
                                    <p:animEffect transition="in" filter="dissolve">
                                      <p:cBhvr>
                                        <p:cTn id="30" dur="500"/>
                                        <p:tgtEl>
                                          <p:spTgt spid="1127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11273"/>
                                        </p:tgtEl>
                                        <p:attrNameLst>
                                          <p:attrName>style.visibility</p:attrName>
                                        </p:attrNameLst>
                                      </p:cBhvr>
                                      <p:to>
                                        <p:strVal val="visible"/>
                                      </p:to>
                                    </p:set>
                                    <p:animEffect transition="in" filter="dissolve">
                                      <p:cBhvr>
                                        <p:cTn id="34" dur="500"/>
                                        <p:tgtEl>
                                          <p:spTgt spid="11273"/>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11274"/>
                                        </p:tgtEl>
                                        <p:attrNameLst>
                                          <p:attrName>style.visibility</p:attrName>
                                        </p:attrNameLst>
                                      </p:cBhvr>
                                      <p:to>
                                        <p:strVal val="visible"/>
                                      </p:to>
                                    </p:set>
                                    <p:animEffect transition="in" filter="dissolve">
                                      <p:cBhvr>
                                        <p:cTn id="38" dur="500"/>
                                        <p:tgtEl>
                                          <p:spTgt spid="11274"/>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11275"/>
                                        </p:tgtEl>
                                        <p:attrNameLst>
                                          <p:attrName>style.visibility</p:attrName>
                                        </p:attrNameLst>
                                      </p:cBhvr>
                                      <p:to>
                                        <p:strVal val="visible"/>
                                      </p:to>
                                    </p:set>
                                    <p:animEffect transition="in" filter="dissolve">
                                      <p:cBhvr>
                                        <p:cTn id="42" dur="500"/>
                                        <p:tgtEl>
                                          <p:spTgt spid="11275"/>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11276"/>
                                        </p:tgtEl>
                                        <p:attrNameLst>
                                          <p:attrName>style.visibility</p:attrName>
                                        </p:attrNameLst>
                                      </p:cBhvr>
                                      <p:to>
                                        <p:strVal val="visible"/>
                                      </p:to>
                                    </p:set>
                                    <p:animEffect transition="in" filter="dissolve">
                                      <p:cBhvr>
                                        <p:cTn id="46" dur="500"/>
                                        <p:tgtEl>
                                          <p:spTgt spid="11276"/>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11277"/>
                                        </p:tgtEl>
                                        <p:attrNameLst>
                                          <p:attrName>style.visibility</p:attrName>
                                        </p:attrNameLst>
                                      </p:cBhvr>
                                      <p:to>
                                        <p:strVal val="visible"/>
                                      </p:to>
                                    </p:set>
                                    <p:animEffect transition="in" filter="dissolve">
                                      <p:cBhvr>
                                        <p:cTn id="50" dur="500"/>
                                        <p:tgtEl>
                                          <p:spTgt spid="11277"/>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11278"/>
                                        </p:tgtEl>
                                        <p:attrNameLst>
                                          <p:attrName>style.visibility</p:attrName>
                                        </p:attrNameLst>
                                      </p:cBhvr>
                                      <p:to>
                                        <p:strVal val="visible"/>
                                      </p:to>
                                    </p:set>
                                    <p:animEffect transition="in" filter="dissolve">
                                      <p:cBhvr>
                                        <p:cTn id="54" dur="500"/>
                                        <p:tgtEl>
                                          <p:spTgt spid="11278"/>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11279"/>
                                        </p:tgtEl>
                                        <p:attrNameLst>
                                          <p:attrName>style.visibility</p:attrName>
                                        </p:attrNameLst>
                                      </p:cBhvr>
                                      <p:to>
                                        <p:strVal val="visible"/>
                                      </p:to>
                                    </p:set>
                                    <p:animEffect transition="in" filter="dissolve">
                                      <p:cBhvr>
                                        <p:cTn id="58" dur="500"/>
                                        <p:tgtEl>
                                          <p:spTgt spid="11279"/>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11280"/>
                                        </p:tgtEl>
                                        <p:attrNameLst>
                                          <p:attrName>style.visibility</p:attrName>
                                        </p:attrNameLst>
                                      </p:cBhvr>
                                      <p:to>
                                        <p:strVal val="visible"/>
                                      </p:to>
                                    </p:set>
                                    <p:animEffect transition="in" filter="dissolve">
                                      <p:cBhvr>
                                        <p:cTn id="62" dur="500"/>
                                        <p:tgtEl>
                                          <p:spTgt spid="11280"/>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11281"/>
                                        </p:tgtEl>
                                        <p:attrNameLst>
                                          <p:attrName>style.visibility</p:attrName>
                                        </p:attrNameLst>
                                      </p:cBhvr>
                                      <p:to>
                                        <p:strVal val="visible"/>
                                      </p:to>
                                    </p:set>
                                    <p:animEffect transition="in" filter="dissolve">
                                      <p:cBhvr>
                                        <p:cTn id="66" dur="500"/>
                                        <p:tgtEl>
                                          <p:spTgt spid="11281"/>
                                        </p:tgtEl>
                                      </p:cBhvr>
                                    </p:animEffect>
                                  </p:childTnLst>
                                </p:cTn>
                              </p:par>
                            </p:childTnLst>
                          </p:cTn>
                        </p:par>
                        <p:par>
                          <p:cTn id="67" fill="hold" nodeType="afterGroup">
                            <p:stCondLst>
                              <p:cond delay="7500"/>
                            </p:stCondLst>
                            <p:childTnLst>
                              <p:par>
                                <p:cTn id="68" presetID="9" presetClass="entr" presetSubtype="0" fill="hold" grpId="0" nodeType="afterEffect">
                                  <p:stCondLst>
                                    <p:cond delay="100"/>
                                  </p:stCondLst>
                                  <p:childTnLst>
                                    <p:set>
                                      <p:cBhvr>
                                        <p:cTn id="69" dur="1" fill="hold">
                                          <p:stCondLst>
                                            <p:cond delay="0"/>
                                          </p:stCondLst>
                                        </p:cTn>
                                        <p:tgtEl>
                                          <p:spTgt spid="11282"/>
                                        </p:tgtEl>
                                        <p:attrNameLst>
                                          <p:attrName>style.visibility</p:attrName>
                                        </p:attrNameLst>
                                      </p:cBhvr>
                                      <p:to>
                                        <p:strVal val="visible"/>
                                      </p:to>
                                    </p:set>
                                    <p:animEffect transition="in" filter="dissolve">
                                      <p:cBhvr>
                                        <p:cTn id="70" dur="500"/>
                                        <p:tgtEl>
                                          <p:spTgt spid="11282"/>
                                        </p:tgtEl>
                                      </p:cBhvr>
                                    </p:animEffect>
                                  </p:childTnLst>
                                </p:cTn>
                              </p:par>
                            </p:childTnLst>
                          </p:cTn>
                        </p:par>
                        <p:par>
                          <p:cTn id="71" fill="hold" nodeType="afterGroup">
                            <p:stCondLst>
                              <p:cond delay="8100"/>
                            </p:stCondLst>
                            <p:childTnLst>
                              <p:par>
                                <p:cTn id="72" presetID="9" presetClass="entr" presetSubtype="0" fill="hold" grpId="0" nodeType="afterEffect">
                                  <p:stCondLst>
                                    <p:cond delay="100"/>
                                  </p:stCondLst>
                                  <p:childTnLst>
                                    <p:set>
                                      <p:cBhvr>
                                        <p:cTn id="73" dur="1" fill="hold">
                                          <p:stCondLst>
                                            <p:cond delay="0"/>
                                          </p:stCondLst>
                                        </p:cTn>
                                        <p:tgtEl>
                                          <p:spTgt spid="11283"/>
                                        </p:tgtEl>
                                        <p:attrNameLst>
                                          <p:attrName>style.visibility</p:attrName>
                                        </p:attrNameLst>
                                      </p:cBhvr>
                                      <p:to>
                                        <p:strVal val="visible"/>
                                      </p:to>
                                    </p:set>
                                    <p:animEffect transition="in" filter="dissolve">
                                      <p:cBhvr>
                                        <p:cTn id="74" dur="500"/>
                                        <p:tgtEl>
                                          <p:spTgt spid="11283"/>
                                        </p:tgtEl>
                                      </p:cBhvr>
                                    </p:animEffect>
                                  </p:childTnLst>
                                </p:cTn>
                              </p:par>
                            </p:childTnLst>
                          </p:cTn>
                        </p:par>
                        <p:par>
                          <p:cTn id="75" fill="hold" nodeType="afterGroup">
                            <p:stCondLst>
                              <p:cond delay="8700"/>
                            </p:stCondLst>
                            <p:childTnLst>
                              <p:par>
                                <p:cTn id="76" presetID="9" presetClass="entr" presetSubtype="0" fill="hold" nodeType="afterEffect">
                                  <p:stCondLst>
                                    <p:cond delay="0"/>
                                  </p:stCondLst>
                                  <p:childTnLst>
                                    <p:set>
                                      <p:cBhvr>
                                        <p:cTn id="77" dur="1" fill="hold">
                                          <p:stCondLst>
                                            <p:cond delay="0"/>
                                          </p:stCondLst>
                                        </p:cTn>
                                        <p:tgtEl>
                                          <p:spTgt spid="11284"/>
                                        </p:tgtEl>
                                        <p:attrNameLst>
                                          <p:attrName>style.visibility</p:attrName>
                                        </p:attrNameLst>
                                      </p:cBhvr>
                                      <p:to>
                                        <p:strVal val="visible"/>
                                      </p:to>
                                    </p:set>
                                    <p:animEffect transition="in" filter="dissolve">
                                      <p:cBhvr>
                                        <p:cTn id="78" dur="500"/>
                                        <p:tgtEl>
                                          <p:spTgt spid="11284"/>
                                        </p:tgtEl>
                                      </p:cBhvr>
                                    </p:animEffect>
                                  </p:childTnLst>
                                </p:cTn>
                              </p:par>
                            </p:childTnLst>
                          </p:cTn>
                        </p:par>
                        <p:par>
                          <p:cTn id="79" fill="hold" nodeType="afterGroup">
                            <p:stCondLst>
                              <p:cond delay="9200"/>
                            </p:stCondLst>
                            <p:childTnLst>
                              <p:par>
                                <p:cTn id="80" presetID="9" presetClass="entr" presetSubtype="0" fill="hold" nodeType="afterEffect">
                                  <p:stCondLst>
                                    <p:cond delay="0"/>
                                  </p:stCondLst>
                                  <p:childTnLst>
                                    <p:set>
                                      <p:cBhvr>
                                        <p:cTn id="81" dur="1" fill="hold">
                                          <p:stCondLst>
                                            <p:cond delay="0"/>
                                          </p:stCondLst>
                                        </p:cTn>
                                        <p:tgtEl>
                                          <p:spTgt spid="11285"/>
                                        </p:tgtEl>
                                        <p:attrNameLst>
                                          <p:attrName>style.visibility</p:attrName>
                                        </p:attrNameLst>
                                      </p:cBhvr>
                                      <p:to>
                                        <p:strVal val="visible"/>
                                      </p:to>
                                    </p:set>
                                    <p:animEffect transition="in" filter="dissolve">
                                      <p:cBhvr>
                                        <p:cTn id="82" dur="500"/>
                                        <p:tgtEl>
                                          <p:spTgt spid="11285"/>
                                        </p:tgtEl>
                                      </p:cBhvr>
                                    </p:animEffect>
                                  </p:childTnLst>
                                </p:cTn>
                              </p:par>
                            </p:childTnLst>
                          </p:cTn>
                        </p:par>
                        <p:par>
                          <p:cTn id="83" fill="hold" nodeType="afterGroup">
                            <p:stCondLst>
                              <p:cond delay="9700"/>
                            </p:stCondLst>
                            <p:childTnLst>
                              <p:par>
                                <p:cTn id="84" presetID="9" presetClass="entr" presetSubtype="0" fill="hold" nodeType="afterEffect">
                                  <p:stCondLst>
                                    <p:cond delay="0"/>
                                  </p:stCondLst>
                                  <p:childTnLst>
                                    <p:set>
                                      <p:cBhvr>
                                        <p:cTn id="85" dur="1" fill="hold">
                                          <p:stCondLst>
                                            <p:cond delay="0"/>
                                          </p:stCondLst>
                                        </p:cTn>
                                        <p:tgtEl>
                                          <p:spTgt spid="11286"/>
                                        </p:tgtEl>
                                        <p:attrNameLst>
                                          <p:attrName>style.visibility</p:attrName>
                                        </p:attrNameLst>
                                      </p:cBhvr>
                                      <p:to>
                                        <p:strVal val="visible"/>
                                      </p:to>
                                    </p:set>
                                    <p:animEffect transition="in" filter="dissolve">
                                      <p:cBhvr>
                                        <p:cTn id="86" dur="500"/>
                                        <p:tgtEl>
                                          <p:spTgt spid="11286"/>
                                        </p:tgtEl>
                                      </p:cBhvr>
                                    </p:animEffect>
                                  </p:childTnLst>
                                </p:cTn>
                              </p:par>
                            </p:childTnLst>
                          </p:cTn>
                        </p:par>
                        <p:par>
                          <p:cTn id="87" fill="hold" nodeType="afterGroup">
                            <p:stCondLst>
                              <p:cond delay="10200"/>
                            </p:stCondLst>
                            <p:childTnLst>
                              <p:par>
                                <p:cTn id="88" presetID="9" presetClass="entr" presetSubtype="0" fill="hold" nodeType="afterEffect">
                                  <p:stCondLst>
                                    <p:cond delay="0"/>
                                  </p:stCondLst>
                                  <p:childTnLst>
                                    <p:set>
                                      <p:cBhvr>
                                        <p:cTn id="89" dur="1" fill="hold">
                                          <p:stCondLst>
                                            <p:cond delay="0"/>
                                          </p:stCondLst>
                                        </p:cTn>
                                        <p:tgtEl>
                                          <p:spTgt spid="11287"/>
                                        </p:tgtEl>
                                        <p:attrNameLst>
                                          <p:attrName>style.visibility</p:attrName>
                                        </p:attrNameLst>
                                      </p:cBhvr>
                                      <p:to>
                                        <p:strVal val="visible"/>
                                      </p:to>
                                    </p:set>
                                    <p:animEffect transition="in" filter="dissolve">
                                      <p:cBhvr>
                                        <p:cTn id="90" dur="500"/>
                                        <p:tgtEl>
                                          <p:spTgt spid="11287"/>
                                        </p:tgtEl>
                                      </p:cBhvr>
                                    </p:animEffect>
                                  </p:childTnLst>
                                </p:cTn>
                              </p:par>
                            </p:childTnLst>
                          </p:cTn>
                        </p:par>
                        <p:par>
                          <p:cTn id="91" fill="hold" nodeType="afterGroup">
                            <p:stCondLst>
                              <p:cond delay="10700"/>
                            </p:stCondLst>
                            <p:childTnLst>
                              <p:par>
                                <p:cTn id="92" presetID="9" presetClass="entr" presetSubtype="0" fill="hold" nodeType="afterEffect">
                                  <p:stCondLst>
                                    <p:cond delay="0"/>
                                  </p:stCondLst>
                                  <p:childTnLst>
                                    <p:set>
                                      <p:cBhvr>
                                        <p:cTn id="93" dur="1" fill="hold">
                                          <p:stCondLst>
                                            <p:cond delay="0"/>
                                          </p:stCondLst>
                                        </p:cTn>
                                        <p:tgtEl>
                                          <p:spTgt spid="11288"/>
                                        </p:tgtEl>
                                        <p:attrNameLst>
                                          <p:attrName>style.visibility</p:attrName>
                                        </p:attrNameLst>
                                      </p:cBhvr>
                                      <p:to>
                                        <p:strVal val="visible"/>
                                      </p:to>
                                    </p:set>
                                    <p:animEffect transition="in" filter="dissolve">
                                      <p:cBhvr>
                                        <p:cTn id="94" dur="500"/>
                                        <p:tgtEl>
                                          <p:spTgt spid="11288"/>
                                        </p:tgtEl>
                                      </p:cBhvr>
                                    </p:animEffect>
                                  </p:childTnLst>
                                </p:cTn>
                              </p:par>
                            </p:childTnLst>
                          </p:cTn>
                        </p:par>
                        <p:par>
                          <p:cTn id="95" fill="hold" nodeType="afterGroup">
                            <p:stCondLst>
                              <p:cond delay="11200"/>
                            </p:stCondLst>
                            <p:childTnLst>
                              <p:par>
                                <p:cTn id="96" presetID="9" presetClass="entr" presetSubtype="0" fill="hold" nodeType="afterEffect">
                                  <p:stCondLst>
                                    <p:cond delay="0"/>
                                  </p:stCondLst>
                                  <p:childTnLst>
                                    <p:set>
                                      <p:cBhvr>
                                        <p:cTn id="97" dur="1" fill="hold">
                                          <p:stCondLst>
                                            <p:cond delay="0"/>
                                          </p:stCondLst>
                                        </p:cTn>
                                        <p:tgtEl>
                                          <p:spTgt spid="11289"/>
                                        </p:tgtEl>
                                        <p:attrNameLst>
                                          <p:attrName>style.visibility</p:attrName>
                                        </p:attrNameLst>
                                      </p:cBhvr>
                                      <p:to>
                                        <p:strVal val="visible"/>
                                      </p:to>
                                    </p:set>
                                    <p:animEffect transition="in" filter="dissolve">
                                      <p:cBhvr>
                                        <p:cTn id="98" dur="500"/>
                                        <p:tgtEl>
                                          <p:spTgt spid="11289"/>
                                        </p:tgtEl>
                                      </p:cBhvr>
                                    </p:animEffect>
                                  </p:childTnLst>
                                </p:cTn>
                              </p:par>
                            </p:childTnLst>
                          </p:cTn>
                        </p:par>
                        <p:par>
                          <p:cTn id="99" fill="hold" nodeType="afterGroup">
                            <p:stCondLst>
                              <p:cond delay="11700"/>
                            </p:stCondLst>
                            <p:childTnLst>
                              <p:par>
                                <p:cTn id="100" presetID="9" presetClass="entr" presetSubtype="0" fill="hold" grpId="0" nodeType="afterEffect">
                                  <p:stCondLst>
                                    <p:cond delay="100"/>
                                  </p:stCondLst>
                                  <p:childTnLst>
                                    <p:set>
                                      <p:cBhvr>
                                        <p:cTn id="101" dur="1" fill="hold">
                                          <p:stCondLst>
                                            <p:cond delay="0"/>
                                          </p:stCondLst>
                                        </p:cTn>
                                        <p:tgtEl>
                                          <p:spTgt spid="11290"/>
                                        </p:tgtEl>
                                        <p:attrNameLst>
                                          <p:attrName>style.visibility</p:attrName>
                                        </p:attrNameLst>
                                      </p:cBhvr>
                                      <p:to>
                                        <p:strVal val="visible"/>
                                      </p:to>
                                    </p:set>
                                    <p:animEffect transition="in" filter="dissolve">
                                      <p:cBhvr>
                                        <p:cTn id="102" dur="500"/>
                                        <p:tgtEl>
                                          <p:spTgt spid="11290"/>
                                        </p:tgtEl>
                                      </p:cBhvr>
                                    </p:animEffect>
                                  </p:childTnLst>
                                </p:cTn>
                              </p:par>
                            </p:childTnLst>
                          </p:cTn>
                        </p:par>
                        <p:par>
                          <p:cTn id="103" fill="hold" nodeType="afterGroup">
                            <p:stCondLst>
                              <p:cond delay="12300"/>
                            </p:stCondLst>
                            <p:childTnLst>
                              <p:par>
                                <p:cTn id="104" presetID="9" presetClass="entr" presetSubtype="0" fill="hold" grpId="0" nodeType="afterEffect">
                                  <p:stCondLst>
                                    <p:cond delay="100"/>
                                  </p:stCondLst>
                                  <p:childTnLst>
                                    <p:set>
                                      <p:cBhvr>
                                        <p:cTn id="105" dur="1" fill="hold">
                                          <p:stCondLst>
                                            <p:cond delay="0"/>
                                          </p:stCondLst>
                                        </p:cTn>
                                        <p:tgtEl>
                                          <p:spTgt spid="11291"/>
                                        </p:tgtEl>
                                        <p:attrNameLst>
                                          <p:attrName>style.visibility</p:attrName>
                                        </p:attrNameLst>
                                      </p:cBhvr>
                                      <p:to>
                                        <p:strVal val="visible"/>
                                      </p:to>
                                    </p:set>
                                    <p:animEffect transition="in" filter="dissolve">
                                      <p:cBhvr>
                                        <p:cTn id="106" dur="500"/>
                                        <p:tgtEl>
                                          <p:spTgt spid="11291"/>
                                        </p:tgtEl>
                                      </p:cBhvr>
                                    </p:animEffect>
                                  </p:childTnLst>
                                </p:cTn>
                              </p:par>
                            </p:childTnLst>
                          </p:cTn>
                        </p:par>
                        <p:par>
                          <p:cTn id="107" fill="hold" nodeType="afterGroup">
                            <p:stCondLst>
                              <p:cond delay="12900"/>
                            </p:stCondLst>
                            <p:childTnLst>
                              <p:par>
                                <p:cTn id="108" presetID="9" presetClass="entr" presetSubtype="0" fill="hold" grpId="0" nodeType="afterEffect">
                                  <p:stCondLst>
                                    <p:cond delay="100"/>
                                  </p:stCondLst>
                                  <p:childTnLst>
                                    <p:set>
                                      <p:cBhvr>
                                        <p:cTn id="109" dur="1" fill="hold">
                                          <p:stCondLst>
                                            <p:cond delay="0"/>
                                          </p:stCondLst>
                                        </p:cTn>
                                        <p:tgtEl>
                                          <p:spTgt spid="11292"/>
                                        </p:tgtEl>
                                        <p:attrNameLst>
                                          <p:attrName>style.visibility</p:attrName>
                                        </p:attrNameLst>
                                      </p:cBhvr>
                                      <p:to>
                                        <p:strVal val="visible"/>
                                      </p:to>
                                    </p:set>
                                    <p:animEffect transition="in" filter="dissolve">
                                      <p:cBhvr>
                                        <p:cTn id="110" dur="500"/>
                                        <p:tgtEl>
                                          <p:spTgt spid="11292"/>
                                        </p:tgtEl>
                                      </p:cBhvr>
                                    </p:animEffect>
                                  </p:childTnLst>
                                </p:cTn>
                              </p:par>
                            </p:childTnLst>
                          </p:cTn>
                        </p:par>
                        <p:par>
                          <p:cTn id="111" fill="hold" nodeType="afterGroup">
                            <p:stCondLst>
                              <p:cond delay="13500"/>
                            </p:stCondLst>
                            <p:childTnLst>
                              <p:par>
                                <p:cTn id="112" presetID="9" presetClass="entr" presetSubtype="0" fill="hold" grpId="0" nodeType="afterEffect">
                                  <p:stCondLst>
                                    <p:cond delay="100"/>
                                  </p:stCondLst>
                                  <p:childTnLst>
                                    <p:set>
                                      <p:cBhvr>
                                        <p:cTn id="113" dur="1" fill="hold">
                                          <p:stCondLst>
                                            <p:cond delay="0"/>
                                          </p:stCondLst>
                                        </p:cTn>
                                        <p:tgtEl>
                                          <p:spTgt spid="11293"/>
                                        </p:tgtEl>
                                        <p:attrNameLst>
                                          <p:attrName>style.visibility</p:attrName>
                                        </p:attrNameLst>
                                      </p:cBhvr>
                                      <p:to>
                                        <p:strVal val="visible"/>
                                      </p:to>
                                    </p:set>
                                    <p:animEffect transition="in" filter="dissolve">
                                      <p:cBhvr>
                                        <p:cTn id="114" dur="500"/>
                                        <p:tgtEl>
                                          <p:spTgt spid="11293"/>
                                        </p:tgtEl>
                                      </p:cBhvr>
                                    </p:animEffect>
                                  </p:childTnLst>
                                </p:cTn>
                              </p:par>
                            </p:childTnLst>
                          </p:cTn>
                        </p:par>
                        <p:par>
                          <p:cTn id="115" fill="hold" nodeType="afterGroup">
                            <p:stCondLst>
                              <p:cond delay="14100"/>
                            </p:stCondLst>
                            <p:childTnLst>
                              <p:par>
                                <p:cTn id="116" presetID="9" presetClass="entr" presetSubtype="0" fill="hold" grpId="0" nodeType="afterEffect">
                                  <p:stCondLst>
                                    <p:cond delay="100"/>
                                  </p:stCondLst>
                                  <p:childTnLst>
                                    <p:set>
                                      <p:cBhvr>
                                        <p:cTn id="117" dur="1" fill="hold">
                                          <p:stCondLst>
                                            <p:cond delay="0"/>
                                          </p:stCondLst>
                                        </p:cTn>
                                        <p:tgtEl>
                                          <p:spTgt spid="11294"/>
                                        </p:tgtEl>
                                        <p:attrNameLst>
                                          <p:attrName>style.visibility</p:attrName>
                                        </p:attrNameLst>
                                      </p:cBhvr>
                                      <p:to>
                                        <p:strVal val="visible"/>
                                      </p:to>
                                    </p:set>
                                    <p:animEffect transition="in" filter="dissolve">
                                      <p:cBhvr>
                                        <p:cTn id="118" dur="500"/>
                                        <p:tgtEl>
                                          <p:spTgt spid="11294"/>
                                        </p:tgtEl>
                                      </p:cBhvr>
                                    </p:animEffect>
                                  </p:childTnLst>
                                </p:cTn>
                              </p:par>
                            </p:childTnLst>
                          </p:cTn>
                        </p:par>
                        <p:par>
                          <p:cTn id="119" fill="hold" nodeType="afterGroup">
                            <p:stCondLst>
                              <p:cond delay="14700"/>
                            </p:stCondLst>
                            <p:childTnLst>
                              <p:par>
                                <p:cTn id="120" presetID="9" presetClass="entr" presetSubtype="0" fill="hold" grpId="0" nodeType="afterEffect">
                                  <p:stCondLst>
                                    <p:cond delay="100"/>
                                  </p:stCondLst>
                                  <p:childTnLst>
                                    <p:set>
                                      <p:cBhvr>
                                        <p:cTn id="121" dur="1" fill="hold">
                                          <p:stCondLst>
                                            <p:cond delay="0"/>
                                          </p:stCondLst>
                                        </p:cTn>
                                        <p:tgtEl>
                                          <p:spTgt spid="11295"/>
                                        </p:tgtEl>
                                        <p:attrNameLst>
                                          <p:attrName>style.visibility</p:attrName>
                                        </p:attrNameLst>
                                      </p:cBhvr>
                                      <p:to>
                                        <p:strVal val="visible"/>
                                      </p:to>
                                    </p:set>
                                    <p:animEffect transition="in" filter="dissolve">
                                      <p:cBhvr>
                                        <p:cTn id="122" dur="500"/>
                                        <p:tgtEl>
                                          <p:spTgt spid="11295"/>
                                        </p:tgtEl>
                                      </p:cBhvr>
                                    </p:animEffect>
                                  </p:childTnLst>
                                </p:cTn>
                              </p:par>
                            </p:childTnLst>
                          </p:cTn>
                        </p:par>
                        <p:par>
                          <p:cTn id="123" fill="hold" nodeType="afterGroup">
                            <p:stCondLst>
                              <p:cond delay="15300"/>
                            </p:stCondLst>
                            <p:childTnLst>
                              <p:par>
                                <p:cTn id="124" presetID="9" presetClass="entr" presetSubtype="0" fill="hold" grpId="0" nodeType="afterEffect">
                                  <p:stCondLst>
                                    <p:cond delay="100"/>
                                  </p:stCondLst>
                                  <p:childTnLst>
                                    <p:set>
                                      <p:cBhvr>
                                        <p:cTn id="125" dur="1" fill="hold">
                                          <p:stCondLst>
                                            <p:cond delay="0"/>
                                          </p:stCondLst>
                                        </p:cTn>
                                        <p:tgtEl>
                                          <p:spTgt spid="11296"/>
                                        </p:tgtEl>
                                        <p:attrNameLst>
                                          <p:attrName>style.visibility</p:attrName>
                                        </p:attrNameLst>
                                      </p:cBhvr>
                                      <p:to>
                                        <p:strVal val="visible"/>
                                      </p:to>
                                    </p:set>
                                    <p:animEffect transition="in" filter="dissolve">
                                      <p:cBhvr>
                                        <p:cTn id="126" dur="500"/>
                                        <p:tgtEl>
                                          <p:spTgt spid="11296"/>
                                        </p:tgtEl>
                                      </p:cBhvr>
                                    </p:animEffect>
                                  </p:childTnLst>
                                </p:cTn>
                              </p:par>
                            </p:childTnLst>
                          </p:cTn>
                        </p:par>
                        <p:par>
                          <p:cTn id="127" fill="hold" nodeType="afterGroup">
                            <p:stCondLst>
                              <p:cond delay="15900"/>
                            </p:stCondLst>
                            <p:childTnLst>
                              <p:par>
                                <p:cTn id="128" presetID="9" presetClass="entr" presetSubtype="0" fill="hold" grpId="0" nodeType="afterEffect">
                                  <p:stCondLst>
                                    <p:cond delay="100"/>
                                  </p:stCondLst>
                                  <p:childTnLst>
                                    <p:set>
                                      <p:cBhvr>
                                        <p:cTn id="129" dur="1" fill="hold">
                                          <p:stCondLst>
                                            <p:cond delay="0"/>
                                          </p:stCondLst>
                                        </p:cTn>
                                        <p:tgtEl>
                                          <p:spTgt spid="11297"/>
                                        </p:tgtEl>
                                        <p:attrNameLst>
                                          <p:attrName>style.visibility</p:attrName>
                                        </p:attrNameLst>
                                      </p:cBhvr>
                                      <p:to>
                                        <p:strVal val="visible"/>
                                      </p:to>
                                    </p:set>
                                    <p:animEffect transition="in" filter="dissolve">
                                      <p:cBhvr>
                                        <p:cTn id="130" dur="500"/>
                                        <p:tgtEl>
                                          <p:spTgt spid="11297"/>
                                        </p:tgtEl>
                                      </p:cBhvr>
                                    </p:animEffect>
                                  </p:childTnLst>
                                </p:cTn>
                              </p:par>
                            </p:childTnLst>
                          </p:cTn>
                        </p:par>
                        <p:par>
                          <p:cTn id="131" fill="hold" nodeType="afterGroup">
                            <p:stCondLst>
                              <p:cond delay="16500"/>
                            </p:stCondLst>
                            <p:childTnLst>
                              <p:par>
                                <p:cTn id="132" presetID="9" presetClass="entr" presetSubtype="0" fill="hold" grpId="0" nodeType="afterEffect">
                                  <p:stCondLst>
                                    <p:cond delay="100"/>
                                  </p:stCondLst>
                                  <p:childTnLst>
                                    <p:set>
                                      <p:cBhvr>
                                        <p:cTn id="133" dur="1" fill="hold">
                                          <p:stCondLst>
                                            <p:cond delay="0"/>
                                          </p:stCondLst>
                                        </p:cTn>
                                        <p:tgtEl>
                                          <p:spTgt spid="11298"/>
                                        </p:tgtEl>
                                        <p:attrNameLst>
                                          <p:attrName>style.visibility</p:attrName>
                                        </p:attrNameLst>
                                      </p:cBhvr>
                                      <p:to>
                                        <p:strVal val="visible"/>
                                      </p:to>
                                    </p:set>
                                    <p:animEffect transition="in" filter="dissolve">
                                      <p:cBhvr>
                                        <p:cTn id="134" dur="500"/>
                                        <p:tgtEl>
                                          <p:spTgt spid="11298"/>
                                        </p:tgtEl>
                                      </p:cBhvr>
                                    </p:animEffect>
                                  </p:childTnLst>
                                </p:cTn>
                              </p:par>
                            </p:childTnLst>
                          </p:cTn>
                        </p:par>
                        <p:par>
                          <p:cTn id="135" fill="hold" nodeType="afterGroup">
                            <p:stCondLst>
                              <p:cond delay="17100"/>
                            </p:stCondLst>
                            <p:childTnLst>
                              <p:par>
                                <p:cTn id="136" presetID="9" presetClass="entr" presetSubtype="0" fill="hold" grpId="0" nodeType="afterEffect">
                                  <p:stCondLst>
                                    <p:cond delay="100"/>
                                  </p:stCondLst>
                                  <p:childTnLst>
                                    <p:set>
                                      <p:cBhvr>
                                        <p:cTn id="137" dur="1" fill="hold">
                                          <p:stCondLst>
                                            <p:cond delay="0"/>
                                          </p:stCondLst>
                                        </p:cTn>
                                        <p:tgtEl>
                                          <p:spTgt spid="11299"/>
                                        </p:tgtEl>
                                        <p:attrNameLst>
                                          <p:attrName>style.visibility</p:attrName>
                                        </p:attrNameLst>
                                      </p:cBhvr>
                                      <p:to>
                                        <p:strVal val="visible"/>
                                      </p:to>
                                    </p:set>
                                    <p:animEffect transition="in" filter="dissolve">
                                      <p:cBhvr>
                                        <p:cTn id="138" dur="500"/>
                                        <p:tgtEl>
                                          <p:spTgt spid="11299"/>
                                        </p:tgtEl>
                                      </p:cBhvr>
                                    </p:animEffect>
                                  </p:childTnLst>
                                </p:cTn>
                              </p:par>
                            </p:childTnLst>
                          </p:cTn>
                        </p:par>
                        <p:par>
                          <p:cTn id="139" fill="hold" nodeType="afterGroup">
                            <p:stCondLst>
                              <p:cond delay="17700"/>
                            </p:stCondLst>
                            <p:childTnLst>
                              <p:par>
                                <p:cTn id="140" presetID="9" presetClass="entr" presetSubtype="0" fill="hold" grpId="0" nodeType="afterEffect">
                                  <p:stCondLst>
                                    <p:cond delay="100"/>
                                  </p:stCondLst>
                                  <p:childTnLst>
                                    <p:set>
                                      <p:cBhvr>
                                        <p:cTn id="141" dur="1" fill="hold">
                                          <p:stCondLst>
                                            <p:cond delay="0"/>
                                          </p:stCondLst>
                                        </p:cTn>
                                        <p:tgtEl>
                                          <p:spTgt spid="11300"/>
                                        </p:tgtEl>
                                        <p:attrNameLst>
                                          <p:attrName>style.visibility</p:attrName>
                                        </p:attrNameLst>
                                      </p:cBhvr>
                                      <p:to>
                                        <p:strVal val="visible"/>
                                      </p:to>
                                    </p:set>
                                    <p:animEffect transition="in" filter="dissolve">
                                      <p:cBhvr>
                                        <p:cTn id="142" dur="500"/>
                                        <p:tgtEl>
                                          <p:spTgt spid="11300"/>
                                        </p:tgtEl>
                                      </p:cBhvr>
                                    </p:animEffect>
                                  </p:childTnLst>
                                </p:cTn>
                              </p:par>
                            </p:childTnLst>
                          </p:cTn>
                        </p:par>
                        <p:par>
                          <p:cTn id="143" fill="hold" nodeType="afterGroup">
                            <p:stCondLst>
                              <p:cond delay="18300"/>
                            </p:stCondLst>
                            <p:childTnLst>
                              <p:par>
                                <p:cTn id="144" presetID="9" presetClass="entr" presetSubtype="0" fill="hold" grpId="0" nodeType="afterEffect">
                                  <p:stCondLst>
                                    <p:cond delay="100"/>
                                  </p:stCondLst>
                                  <p:childTnLst>
                                    <p:set>
                                      <p:cBhvr>
                                        <p:cTn id="145" dur="1" fill="hold">
                                          <p:stCondLst>
                                            <p:cond delay="0"/>
                                          </p:stCondLst>
                                        </p:cTn>
                                        <p:tgtEl>
                                          <p:spTgt spid="11301"/>
                                        </p:tgtEl>
                                        <p:attrNameLst>
                                          <p:attrName>style.visibility</p:attrName>
                                        </p:attrNameLst>
                                      </p:cBhvr>
                                      <p:to>
                                        <p:strVal val="visible"/>
                                      </p:to>
                                    </p:set>
                                    <p:animEffect transition="in" filter="dissolve">
                                      <p:cBhvr>
                                        <p:cTn id="146" dur="500"/>
                                        <p:tgtEl>
                                          <p:spTgt spid="11301"/>
                                        </p:tgtEl>
                                      </p:cBhvr>
                                    </p:animEffect>
                                  </p:childTnLst>
                                </p:cTn>
                              </p:par>
                            </p:childTnLst>
                          </p:cTn>
                        </p:par>
                        <p:par>
                          <p:cTn id="147" fill="hold" nodeType="afterGroup">
                            <p:stCondLst>
                              <p:cond delay="18900"/>
                            </p:stCondLst>
                            <p:childTnLst>
                              <p:par>
                                <p:cTn id="148" presetID="9" presetClass="entr" presetSubtype="0" fill="hold" grpId="0" nodeType="afterEffect">
                                  <p:stCondLst>
                                    <p:cond delay="100"/>
                                  </p:stCondLst>
                                  <p:childTnLst>
                                    <p:set>
                                      <p:cBhvr>
                                        <p:cTn id="149" dur="1" fill="hold">
                                          <p:stCondLst>
                                            <p:cond delay="0"/>
                                          </p:stCondLst>
                                        </p:cTn>
                                        <p:tgtEl>
                                          <p:spTgt spid="11302"/>
                                        </p:tgtEl>
                                        <p:attrNameLst>
                                          <p:attrName>style.visibility</p:attrName>
                                        </p:attrNameLst>
                                      </p:cBhvr>
                                      <p:to>
                                        <p:strVal val="visible"/>
                                      </p:to>
                                    </p:set>
                                    <p:animEffect transition="in" filter="dissolve">
                                      <p:cBhvr>
                                        <p:cTn id="150" dur="500"/>
                                        <p:tgtEl>
                                          <p:spTgt spid="11302"/>
                                        </p:tgtEl>
                                      </p:cBhvr>
                                    </p:animEffect>
                                  </p:childTnLst>
                                </p:cTn>
                              </p:par>
                            </p:childTnLst>
                          </p:cTn>
                        </p:par>
                        <p:par>
                          <p:cTn id="151" fill="hold" nodeType="afterGroup">
                            <p:stCondLst>
                              <p:cond delay="19500"/>
                            </p:stCondLst>
                            <p:childTnLst>
                              <p:par>
                                <p:cTn id="152" presetID="9" presetClass="entr" presetSubtype="0" fill="hold" grpId="0" nodeType="afterEffect">
                                  <p:stCondLst>
                                    <p:cond delay="100"/>
                                  </p:stCondLst>
                                  <p:childTnLst>
                                    <p:set>
                                      <p:cBhvr>
                                        <p:cTn id="153" dur="1" fill="hold">
                                          <p:stCondLst>
                                            <p:cond delay="0"/>
                                          </p:stCondLst>
                                        </p:cTn>
                                        <p:tgtEl>
                                          <p:spTgt spid="11303"/>
                                        </p:tgtEl>
                                        <p:attrNameLst>
                                          <p:attrName>style.visibility</p:attrName>
                                        </p:attrNameLst>
                                      </p:cBhvr>
                                      <p:to>
                                        <p:strVal val="visible"/>
                                      </p:to>
                                    </p:set>
                                    <p:animEffect transition="in" filter="dissolve">
                                      <p:cBhvr>
                                        <p:cTn id="154" dur="500"/>
                                        <p:tgtEl>
                                          <p:spTgt spid="11303"/>
                                        </p:tgtEl>
                                      </p:cBhvr>
                                    </p:animEffect>
                                  </p:childTnLst>
                                </p:cTn>
                              </p:par>
                            </p:childTnLst>
                          </p:cTn>
                        </p:par>
                        <p:par>
                          <p:cTn id="155" fill="hold" nodeType="afterGroup">
                            <p:stCondLst>
                              <p:cond delay="20100"/>
                            </p:stCondLst>
                            <p:childTnLst>
                              <p:par>
                                <p:cTn id="156" presetID="9" presetClass="entr" presetSubtype="0" fill="hold" grpId="0" nodeType="afterEffect">
                                  <p:stCondLst>
                                    <p:cond delay="100"/>
                                  </p:stCondLst>
                                  <p:childTnLst>
                                    <p:set>
                                      <p:cBhvr>
                                        <p:cTn id="157" dur="1" fill="hold">
                                          <p:stCondLst>
                                            <p:cond delay="0"/>
                                          </p:stCondLst>
                                        </p:cTn>
                                        <p:tgtEl>
                                          <p:spTgt spid="11304"/>
                                        </p:tgtEl>
                                        <p:attrNameLst>
                                          <p:attrName>style.visibility</p:attrName>
                                        </p:attrNameLst>
                                      </p:cBhvr>
                                      <p:to>
                                        <p:strVal val="visible"/>
                                      </p:to>
                                    </p:set>
                                    <p:animEffect transition="in" filter="dissolve">
                                      <p:cBhvr>
                                        <p:cTn id="158" dur="500"/>
                                        <p:tgtEl>
                                          <p:spTgt spid="11304"/>
                                        </p:tgtEl>
                                      </p:cBhvr>
                                    </p:animEffect>
                                  </p:childTnLst>
                                </p:cTn>
                              </p:par>
                            </p:childTnLst>
                          </p:cTn>
                        </p:par>
                        <p:par>
                          <p:cTn id="159" fill="hold" nodeType="afterGroup">
                            <p:stCondLst>
                              <p:cond delay="20700"/>
                            </p:stCondLst>
                            <p:childTnLst>
                              <p:par>
                                <p:cTn id="160" presetID="9" presetClass="entr" presetSubtype="0" fill="hold" grpId="0" nodeType="afterEffect">
                                  <p:stCondLst>
                                    <p:cond delay="100"/>
                                  </p:stCondLst>
                                  <p:childTnLst>
                                    <p:set>
                                      <p:cBhvr>
                                        <p:cTn id="161" dur="1" fill="hold">
                                          <p:stCondLst>
                                            <p:cond delay="0"/>
                                          </p:stCondLst>
                                        </p:cTn>
                                        <p:tgtEl>
                                          <p:spTgt spid="11305"/>
                                        </p:tgtEl>
                                        <p:attrNameLst>
                                          <p:attrName>style.visibility</p:attrName>
                                        </p:attrNameLst>
                                      </p:cBhvr>
                                      <p:to>
                                        <p:strVal val="visible"/>
                                      </p:to>
                                    </p:set>
                                    <p:animEffect transition="in" filter="dissolve">
                                      <p:cBhvr>
                                        <p:cTn id="162" dur="500"/>
                                        <p:tgtEl>
                                          <p:spTgt spid="113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6" grpId="0" autoUpdateAnimBg="0"/>
      <p:bldP spid="11268" grpId="0" autoUpdateAnimBg="0"/>
      <p:bldP spid="11269" grpId="0" autoUpdateAnimBg="0"/>
      <p:bldP spid="11282" grpId="0" autoUpdateAnimBg="0"/>
      <p:bldP spid="11283" grpId="0" autoUpdateAnimBg="0"/>
      <p:bldP spid="11290" grpId="0" autoUpdateAnimBg="0"/>
      <p:bldP spid="11291" grpId="0" autoUpdateAnimBg="0"/>
      <p:bldP spid="11292" grpId="0" autoUpdateAnimBg="0"/>
      <p:bldP spid="11293" grpId="0" autoUpdateAnimBg="0"/>
      <p:bldP spid="11294" grpId="0" autoUpdateAnimBg="0"/>
      <p:bldP spid="11295" grpId="0" autoUpdateAnimBg="0"/>
      <p:bldP spid="11296" grpId="0" autoUpdateAnimBg="0"/>
      <p:bldP spid="11297" grpId="0" autoUpdateAnimBg="0"/>
      <p:bldP spid="11298" grpId="0" autoUpdateAnimBg="0"/>
      <p:bldP spid="11299" grpId="0" autoUpdateAnimBg="0"/>
      <p:bldP spid="11300" grpId="0" autoUpdateAnimBg="0"/>
      <p:bldP spid="11301" grpId="0" autoUpdateAnimBg="0"/>
      <p:bldP spid="11302" grpId="0" autoUpdateAnimBg="0"/>
      <p:bldP spid="11303" grpId="0" autoUpdateAnimBg="0"/>
      <p:bldP spid="11304" grpId="0" autoUpdateAnimBg="0"/>
      <p:bldP spid="11305" grpId="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9" name="AutoShape 1"/>
          <p:cNvSpPr>
            <a:spLocks/>
          </p:cNvSpPr>
          <p:nvPr/>
        </p:nvSpPr>
        <p:spPr bwMode="auto">
          <a:xfrm>
            <a:off x="12788900" y="96266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0" name="AutoShape 2"/>
          <p:cNvSpPr>
            <a:spLocks/>
          </p:cNvSpPr>
          <p:nvPr/>
        </p:nvSpPr>
        <p:spPr bwMode="auto">
          <a:xfrm>
            <a:off x="12788900" y="74168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1" name="AutoShape 3"/>
          <p:cNvSpPr>
            <a:spLocks/>
          </p:cNvSpPr>
          <p:nvPr/>
        </p:nvSpPr>
        <p:spPr bwMode="auto">
          <a:xfrm>
            <a:off x="12788900" y="52451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2" name="AutoShape 4"/>
          <p:cNvSpPr>
            <a:spLocks/>
          </p:cNvSpPr>
          <p:nvPr/>
        </p:nvSpPr>
        <p:spPr bwMode="auto">
          <a:xfrm>
            <a:off x="2374900" y="9626600"/>
            <a:ext cx="1601788" cy="1270000"/>
          </a:xfrm>
          <a:custGeom>
            <a:avLst/>
            <a:gdLst>
              <a:gd name="T0" fmla="*/ 800894 w 21600"/>
              <a:gd name="T1" fmla="*/ 635000 h 21600"/>
              <a:gd name="T2" fmla="*/ 800894 w 21600"/>
              <a:gd name="T3" fmla="*/ 635000 h 21600"/>
              <a:gd name="T4" fmla="*/ 800894 w 21600"/>
              <a:gd name="T5" fmla="*/ 635000 h 21600"/>
              <a:gd name="T6" fmla="*/ 800894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556" y="0"/>
                </a:moveTo>
                <a:cubicBezTo>
                  <a:pt x="3830" y="0"/>
                  <a:pt x="0" y="4835"/>
                  <a:pt x="0" y="10800"/>
                </a:cubicBezTo>
                <a:cubicBezTo>
                  <a:pt x="0" y="16764"/>
                  <a:pt x="3830" y="21600"/>
                  <a:pt x="8556" y="21600"/>
                </a:cubicBezTo>
                <a:cubicBezTo>
                  <a:pt x="12878" y="21600"/>
                  <a:pt x="16443" y="17552"/>
                  <a:pt x="17022" y="12298"/>
                </a:cubicBezTo>
                <a:lnTo>
                  <a:pt x="21600" y="9625"/>
                </a:lnTo>
                <a:lnTo>
                  <a:pt x="16733" y="7782"/>
                </a:lnTo>
                <a:cubicBezTo>
                  <a:pt x="15693" y="3297"/>
                  <a:pt x="12446" y="0"/>
                  <a:pt x="8556"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3" name="AutoShape 5"/>
          <p:cNvSpPr>
            <a:spLocks/>
          </p:cNvSpPr>
          <p:nvPr/>
        </p:nvSpPr>
        <p:spPr bwMode="auto">
          <a:xfrm>
            <a:off x="2374900" y="7416800"/>
            <a:ext cx="1601788" cy="1270000"/>
          </a:xfrm>
          <a:custGeom>
            <a:avLst/>
            <a:gdLst>
              <a:gd name="T0" fmla="*/ 800894 w 21600"/>
              <a:gd name="T1" fmla="*/ 635000 h 21600"/>
              <a:gd name="T2" fmla="*/ 800894 w 21600"/>
              <a:gd name="T3" fmla="*/ 635000 h 21600"/>
              <a:gd name="T4" fmla="*/ 800894 w 21600"/>
              <a:gd name="T5" fmla="*/ 635000 h 21600"/>
              <a:gd name="T6" fmla="*/ 800894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556" y="0"/>
                </a:moveTo>
                <a:cubicBezTo>
                  <a:pt x="3830" y="0"/>
                  <a:pt x="0" y="4835"/>
                  <a:pt x="0" y="10800"/>
                </a:cubicBezTo>
                <a:cubicBezTo>
                  <a:pt x="0" y="16764"/>
                  <a:pt x="3830" y="21600"/>
                  <a:pt x="8556" y="21600"/>
                </a:cubicBezTo>
                <a:cubicBezTo>
                  <a:pt x="12878" y="21600"/>
                  <a:pt x="16443" y="17552"/>
                  <a:pt x="17022" y="12298"/>
                </a:cubicBezTo>
                <a:lnTo>
                  <a:pt x="21600" y="9625"/>
                </a:lnTo>
                <a:lnTo>
                  <a:pt x="16733" y="7782"/>
                </a:lnTo>
                <a:cubicBezTo>
                  <a:pt x="15693" y="3297"/>
                  <a:pt x="12446" y="0"/>
                  <a:pt x="8556"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4" name="AutoShape 6"/>
          <p:cNvSpPr>
            <a:spLocks/>
          </p:cNvSpPr>
          <p:nvPr/>
        </p:nvSpPr>
        <p:spPr bwMode="auto">
          <a:xfrm>
            <a:off x="2374900" y="51943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5" name="AutoShape 7"/>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2296" name="AutoShape 8"/>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2297" name="AutoShape 9"/>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11219F73-9133-4501-A707-5E5C1C716116}"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10</a:t>
            </a:fld>
            <a:endParaRPr lang="es-ES" altLang="en-US"/>
          </a:p>
        </p:txBody>
      </p:sp>
      <p:sp>
        <p:nvSpPr>
          <p:cNvPr id="12298" name="AutoShape 10"/>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chemeClr val="bg1">
                    <a:lumMod val="95000"/>
                  </a:schemeClr>
                </a:solidFill>
                <a:latin typeface="Lato" charset="0"/>
                <a:ea typeface="ＭＳ Ｐゴシック" charset="0"/>
                <a:cs typeface="Lato" charset="0"/>
                <a:sym typeface="Lato" charset="0"/>
              </a:rPr>
              <a:t>Icon Service List</a:t>
            </a:r>
            <a:endParaRPr lang="es-ES">
              <a:solidFill>
                <a:schemeClr val="bg1">
                  <a:lumMod val="95000"/>
                </a:schemeClr>
              </a:solidFill>
              <a:ea typeface="ＭＳ Ｐゴシック" charset="0"/>
            </a:endParaRPr>
          </a:p>
        </p:txBody>
      </p:sp>
      <p:sp>
        <p:nvSpPr>
          <p:cNvPr id="12299" name="AutoShape 11"/>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2300" name="AutoShape 12"/>
          <p:cNvSpPr>
            <a:spLocks/>
          </p:cNvSpPr>
          <p:nvPr/>
        </p:nvSpPr>
        <p:spPr bwMode="auto">
          <a:xfrm>
            <a:off x="2693988" y="5543550"/>
            <a:ext cx="609600" cy="509588"/>
          </a:xfrm>
          <a:custGeom>
            <a:avLst/>
            <a:gdLst>
              <a:gd name="T0" fmla="*/ 304800 w 21600"/>
              <a:gd name="T1" fmla="*/ 254794 h 21600"/>
              <a:gd name="T2" fmla="*/ 304800 w 21600"/>
              <a:gd name="T3" fmla="*/ 254794 h 21600"/>
              <a:gd name="T4" fmla="*/ 304800 w 21600"/>
              <a:gd name="T5" fmla="*/ 254794 h 21600"/>
              <a:gd name="T6" fmla="*/ 304800 w 21600"/>
              <a:gd name="T7" fmla="*/ 2547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1" name="AutoShape 13"/>
          <p:cNvSpPr>
            <a:spLocks/>
          </p:cNvSpPr>
          <p:nvPr/>
        </p:nvSpPr>
        <p:spPr bwMode="auto">
          <a:xfrm>
            <a:off x="2725738" y="7796213"/>
            <a:ext cx="596900" cy="498475"/>
          </a:xfrm>
          <a:custGeom>
            <a:avLst/>
            <a:gdLst>
              <a:gd name="T0" fmla="*/ 298450 w 21600"/>
              <a:gd name="T1" fmla="*/ 249238 h 21600"/>
              <a:gd name="T2" fmla="*/ 298450 w 21600"/>
              <a:gd name="T3" fmla="*/ 249238 h 21600"/>
              <a:gd name="T4" fmla="*/ 298450 w 21600"/>
              <a:gd name="T5" fmla="*/ 249238 h 21600"/>
              <a:gd name="T6" fmla="*/ 298450 w 21600"/>
              <a:gd name="T7" fmla="*/ 2492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599" y="1177"/>
                  <a:pt x="21599" y="1618"/>
                </a:cubicBezTo>
                <a:lnTo>
                  <a:pt x="21599" y="19981"/>
                </a:lnTo>
                <a:cubicBezTo>
                  <a:pt x="21599" y="20422"/>
                  <a:pt x="21467" y="20801"/>
                  <a:pt x="21205" y="21121"/>
                </a:cubicBezTo>
                <a:cubicBezTo>
                  <a:pt x="20943" y="21438"/>
                  <a:pt x="20630" y="21600"/>
                  <a:pt x="20263" y="21600"/>
                </a:cubicBezTo>
                <a:lnTo>
                  <a:pt x="1346" y="21600"/>
                </a:lnTo>
                <a:cubicBezTo>
                  <a:pt x="981" y="21600"/>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9"/>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9"/>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2" name="AutoShape 14"/>
          <p:cNvSpPr>
            <a:spLocks/>
          </p:cNvSpPr>
          <p:nvPr/>
        </p:nvSpPr>
        <p:spPr bwMode="auto">
          <a:xfrm>
            <a:off x="2740025" y="9982200"/>
            <a:ext cx="533400" cy="533400"/>
          </a:xfrm>
          <a:custGeom>
            <a:avLst/>
            <a:gdLst>
              <a:gd name="T0" fmla="*/ 266700 w 21600"/>
              <a:gd name="T1" fmla="*/ 266700 h 21600"/>
              <a:gd name="T2" fmla="*/ 266700 w 21600"/>
              <a:gd name="T3" fmla="*/ 266700 h 21600"/>
              <a:gd name="T4" fmla="*/ 266700 w 21600"/>
              <a:gd name="T5" fmla="*/ 266700 h 21600"/>
              <a:gd name="T6" fmla="*/ 266700 w 21600"/>
              <a:gd name="T7" fmla="*/ 266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599" y="1962"/>
                  <a:pt x="21599" y="2711"/>
                </a:cubicBezTo>
                <a:lnTo>
                  <a:pt x="21599" y="18882"/>
                </a:lnTo>
                <a:cubicBezTo>
                  <a:pt x="21599"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3" name="AutoShape 15"/>
          <p:cNvSpPr>
            <a:spLocks/>
          </p:cNvSpPr>
          <p:nvPr/>
        </p:nvSpPr>
        <p:spPr bwMode="auto">
          <a:xfrm>
            <a:off x="13115925" y="5611813"/>
            <a:ext cx="623888" cy="520700"/>
          </a:xfrm>
          <a:custGeom>
            <a:avLst/>
            <a:gdLst>
              <a:gd name="T0" fmla="*/ 311944 w 21600"/>
              <a:gd name="T1" fmla="*/ 260338 h 21579"/>
              <a:gd name="T2" fmla="*/ 311944 w 21600"/>
              <a:gd name="T3" fmla="*/ 260338 h 21579"/>
              <a:gd name="T4" fmla="*/ 311944 w 21600"/>
              <a:gd name="T5" fmla="*/ 260338 h 21579"/>
              <a:gd name="T6" fmla="*/ 311944 w 21600"/>
              <a:gd name="T7" fmla="*/ 260338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1"/>
                </a:cubicBezTo>
                <a:lnTo>
                  <a:pt x="18459" y="2855"/>
                </a:lnTo>
                <a:close/>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4" name="AutoShape 16"/>
          <p:cNvSpPr>
            <a:spLocks/>
          </p:cNvSpPr>
          <p:nvPr/>
        </p:nvSpPr>
        <p:spPr bwMode="auto">
          <a:xfrm>
            <a:off x="13139738" y="7750175"/>
            <a:ext cx="622300" cy="623888"/>
          </a:xfrm>
          <a:custGeom>
            <a:avLst/>
            <a:gdLst>
              <a:gd name="T0" fmla="*/ 311150 w 21600"/>
              <a:gd name="T1" fmla="*/ 311944 h 21600"/>
              <a:gd name="T2" fmla="*/ 311150 w 21600"/>
              <a:gd name="T3" fmla="*/ 311944 h 21600"/>
              <a:gd name="T4" fmla="*/ 311150 w 21600"/>
              <a:gd name="T5" fmla="*/ 311944 h 21600"/>
              <a:gd name="T6" fmla="*/ 311150 w 21600"/>
              <a:gd name="T7" fmla="*/ 3119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5" name="AutoShape 17"/>
          <p:cNvSpPr>
            <a:spLocks/>
          </p:cNvSpPr>
          <p:nvPr/>
        </p:nvSpPr>
        <p:spPr bwMode="auto">
          <a:xfrm>
            <a:off x="13131800" y="9898063"/>
            <a:ext cx="622300" cy="622300"/>
          </a:xfrm>
          <a:custGeom>
            <a:avLst/>
            <a:gdLst>
              <a:gd name="T0" fmla="*/ 311150 w 21600"/>
              <a:gd name="T1" fmla="*/ 311150 h 21600"/>
              <a:gd name="T2" fmla="*/ 311150 w 21600"/>
              <a:gd name="T3" fmla="*/ 311150 h 21600"/>
              <a:gd name="T4" fmla="*/ 311150 w 21600"/>
              <a:gd name="T5" fmla="*/ 311150 h 21600"/>
              <a:gd name="T6" fmla="*/ 311150 w 21600"/>
              <a:gd name="T7" fmla="*/ 3111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600"/>
                  <a:pt x="14380" y="21600"/>
                </a:cubicBezTo>
                <a:cubicBezTo>
                  <a:pt x="13730" y="21600"/>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4"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6" name="AutoShape 18"/>
          <p:cNvSpPr>
            <a:spLocks/>
          </p:cNvSpPr>
          <p:nvPr/>
        </p:nvSpPr>
        <p:spPr bwMode="auto">
          <a:xfrm>
            <a:off x="4305300" y="5527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07" name="AutoShape 19"/>
          <p:cNvSpPr>
            <a:spLocks/>
          </p:cNvSpPr>
          <p:nvPr/>
        </p:nvSpPr>
        <p:spPr bwMode="auto">
          <a:xfrm>
            <a:off x="4318000" y="5118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Potography</a:t>
            </a:r>
            <a:endParaRPr lang="es-ES">
              <a:solidFill>
                <a:schemeClr val="bg1">
                  <a:lumMod val="95000"/>
                </a:schemeClr>
              </a:solidFill>
              <a:ea typeface="ＭＳ Ｐゴシック" charset="0"/>
            </a:endParaRPr>
          </a:p>
        </p:txBody>
      </p:sp>
      <p:sp>
        <p:nvSpPr>
          <p:cNvPr id="12308" name="AutoShape 20"/>
          <p:cNvSpPr>
            <a:spLocks/>
          </p:cNvSpPr>
          <p:nvPr/>
        </p:nvSpPr>
        <p:spPr bwMode="auto">
          <a:xfrm>
            <a:off x="4305300" y="77501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09" name="AutoShape 21"/>
          <p:cNvSpPr>
            <a:spLocks/>
          </p:cNvSpPr>
          <p:nvPr/>
        </p:nvSpPr>
        <p:spPr bwMode="auto">
          <a:xfrm>
            <a:off x="4318000" y="73406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Video Edit</a:t>
            </a:r>
            <a:endParaRPr lang="es-ES">
              <a:solidFill>
                <a:schemeClr val="bg1">
                  <a:lumMod val="95000"/>
                </a:schemeClr>
              </a:solidFill>
              <a:ea typeface="ＭＳ Ｐゴシック" charset="0"/>
            </a:endParaRPr>
          </a:p>
        </p:txBody>
      </p:sp>
      <p:sp>
        <p:nvSpPr>
          <p:cNvPr id="12310" name="AutoShape 22"/>
          <p:cNvSpPr>
            <a:spLocks/>
          </p:cNvSpPr>
          <p:nvPr/>
        </p:nvSpPr>
        <p:spPr bwMode="auto">
          <a:xfrm>
            <a:off x="4305300" y="9972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1" name="AutoShape 23"/>
          <p:cNvSpPr>
            <a:spLocks/>
          </p:cNvSpPr>
          <p:nvPr/>
        </p:nvSpPr>
        <p:spPr bwMode="auto">
          <a:xfrm>
            <a:off x="4318000" y="9563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Social Media</a:t>
            </a:r>
            <a:endParaRPr lang="es-ES">
              <a:solidFill>
                <a:schemeClr val="bg1">
                  <a:lumMod val="95000"/>
                </a:schemeClr>
              </a:solidFill>
              <a:ea typeface="ＭＳ Ｐゴシック" charset="0"/>
            </a:endParaRPr>
          </a:p>
        </p:txBody>
      </p:sp>
      <p:sp>
        <p:nvSpPr>
          <p:cNvPr id="12312" name="AutoShape 24"/>
          <p:cNvSpPr>
            <a:spLocks/>
          </p:cNvSpPr>
          <p:nvPr/>
        </p:nvSpPr>
        <p:spPr bwMode="auto">
          <a:xfrm>
            <a:off x="14693900" y="5527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3" name="AutoShape 25"/>
          <p:cNvSpPr>
            <a:spLocks/>
          </p:cNvSpPr>
          <p:nvPr/>
        </p:nvSpPr>
        <p:spPr bwMode="auto">
          <a:xfrm>
            <a:off x="14706600" y="5118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Marketing</a:t>
            </a:r>
            <a:endParaRPr lang="es-ES">
              <a:solidFill>
                <a:schemeClr val="bg1">
                  <a:lumMod val="95000"/>
                </a:schemeClr>
              </a:solidFill>
              <a:ea typeface="ＭＳ Ｐゴシック" charset="0"/>
            </a:endParaRPr>
          </a:p>
        </p:txBody>
      </p:sp>
      <p:sp>
        <p:nvSpPr>
          <p:cNvPr id="12314" name="AutoShape 26"/>
          <p:cNvSpPr>
            <a:spLocks/>
          </p:cNvSpPr>
          <p:nvPr/>
        </p:nvSpPr>
        <p:spPr bwMode="auto">
          <a:xfrm>
            <a:off x="14693900" y="77501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5" name="AutoShape 27"/>
          <p:cNvSpPr>
            <a:spLocks/>
          </p:cNvSpPr>
          <p:nvPr/>
        </p:nvSpPr>
        <p:spPr bwMode="auto">
          <a:xfrm>
            <a:off x="14706600" y="73406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Research</a:t>
            </a:r>
            <a:endParaRPr lang="es-ES">
              <a:solidFill>
                <a:schemeClr val="bg1">
                  <a:lumMod val="95000"/>
                </a:schemeClr>
              </a:solidFill>
              <a:ea typeface="ＭＳ Ｐゴシック" charset="0"/>
            </a:endParaRPr>
          </a:p>
        </p:txBody>
      </p:sp>
      <p:sp>
        <p:nvSpPr>
          <p:cNvPr id="12316" name="AutoShape 28"/>
          <p:cNvSpPr>
            <a:spLocks/>
          </p:cNvSpPr>
          <p:nvPr/>
        </p:nvSpPr>
        <p:spPr bwMode="auto">
          <a:xfrm>
            <a:off x="14693900" y="9972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7" name="AutoShape 29"/>
          <p:cNvSpPr>
            <a:spLocks/>
          </p:cNvSpPr>
          <p:nvPr/>
        </p:nvSpPr>
        <p:spPr bwMode="auto">
          <a:xfrm>
            <a:off x="14706600" y="9563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lumMod val="95000"/>
                  </a:schemeClr>
                </a:solidFill>
                <a:latin typeface="Lato" charset="0"/>
                <a:ea typeface="ＭＳ Ｐゴシック" charset="0"/>
                <a:cs typeface="Lato" charset="0"/>
                <a:sym typeface="Lato" charset="0"/>
              </a:rPr>
              <a:t>Community Manager</a:t>
            </a:r>
            <a:endParaRPr lang="es-ES">
              <a:solidFill>
                <a:schemeClr val="bg1">
                  <a:lumMod val="95000"/>
                </a:schemeClr>
              </a:solidFill>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2298"/>
                                        </p:tgtEl>
                                        <p:attrNameLst>
                                          <p:attrName>style.visibility</p:attrName>
                                        </p:attrNameLst>
                                      </p:cBhvr>
                                      <p:to>
                                        <p:strVal val="visible"/>
                                      </p:to>
                                    </p:set>
                                    <p:anim calcmode="lin" valueType="num">
                                      <p:cBhvr additive="base">
                                        <p:cTn id="7" dur="500" fill="hold"/>
                                        <p:tgtEl>
                                          <p:spTgt spid="12298"/>
                                        </p:tgtEl>
                                        <p:attrNameLst>
                                          <p:attrName>ppt_x</p:attrName>
                                        </p:attrNameLst>
                                      </p:cBhvr>
                                      <p:tavLst>
                                        <p:tav tm="0">
                                          <p:val>
                                            <p:strVal val="1+#ppt_w/2"/>
                                          </p:val>
                                        </p:tav>
                                        <p:tav tm="100000">
                                          <p:val>
                                            <p:strVal val="#ppt_x"/>
                                          </p:val>
                                        </p:tav>
                                      </p:tavLst>
                                    </p:anim>
                                    <p:anim calcmode="lin" valueType="num">
                                      <p:cBhvr additive="base">
                                        <p:cTn id="8" dur="500" fill="hold"/>
                                        <p:tgtEl>
                                          <p:spTgt spid="1229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2299"/>
                                        </p:tgtEl>
                                        <p:attrNameLst>
                                          <p:attrName>style.visibility</p:attrName>
                                        </p:attrNameLst>
                                      </p:cBhvr>
                                      <p:to>
                                        <p:strVal val="visible"/>
                                      </p:to>
                                    </p:set>
                                    <p:anim calcmode="lin" valueType="num">
                                      <p:cBhvr additive="base">
                                        <p:cTn id="12" dur="500" fill="hold"/>
                                        <p:tgtEl>
                                          <p:spTgt spid="12299"/>
                                        </p:tgtEl>
                                        <p:attrNameLst>
                                          <p:attrName>ppt_x</p:attrName>
                                        </p:attrNameLst>
                                      </p:cBhvr>
                                      <p:tavLst>
                                        <p:tav tm="0">
                                          <p:val>
                                            <p:strVal val="1+#ppt_w/2"/>
                                          </p:val>
                                        </p:tav>
                                        <p:tav tm="100000">
                                          <p:val>
                                            <p:strVal val="#ppt_x"/>
                                          </p:val>
                                        </p:tav>
                                      </p:tavLst>
                                    </p:anim>
                                    <p:anim calcmode="lin" valueType="num">
                                      <p:cBhvr additive="base">
                                        <p:cTn id="13" dur="500" fill="hold"/>
                                        <p:tgtEl>
                                          <p:spTgt spid="1229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2296"/>
                                        </p:tgtEl>
                                        <p:attrNameLst>
                                          <p:attrName>style.visibility</p:attrName>
                                        </p:attrNameLst>
                                      </p:cBhvr>
                                      <p:to>
                                        <p:strVal val="visible"/>
                                      </p:to>
                                    </p:set>
                                    <p:anim calcmode="lin" valueType="num">
                                      <p:cBhvr additive="base">
                                        <p:cTn id="17" dur="500" fill="hold"/>
                                        <p:tgtEl>
                                          <p:spTgt spid="12296"/>
                                        </p:tgtEl>
                                        <p:attrNameLst>
                                          <p:attrName>ppt_x</p:attrName>
                                        </p:attrNameLst>
                                      </p:cBhvr>
                                      <p:tavLst>
                                        <p:tav tm="0">
                                          <p:val>
                                            <p:strVal val="1+#ppt_w/2"/>
                                          </p:val>
                                        </p:tav>
                                        <p:tav tm="100000">
                                          <p:val>
                                            <p:strVal val="#ppt_x"/>
                                          </p:val>
                                        </p:tav>
                                      </p:tavLst>
                                    </p:anim>
                                    <p:anim calcmode="lin" valueType="num">
                                      <p:cBhvr additive="base">
                                        <p:cTn id="18" dur="500" fill="hold"/>
                                        <p:tgtEl>
                                          <p:spTgt spid="1229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2289"/>
                                        </p:tgtEl>
                                        <p:attrNameLst>
                                          <p:attrName>style.visibility</p:attrName>
                                        </p:attrNameLst>
                                      </p:cBhvr>
                                      <p:to>
                                        <p:strVal val="visible"/>
                                      </p:to>
                                    </p:set>
                                    <p:animEffect transition="in" filter="dissolve">
                                      <p:cBhvr>
                                        <p:cTn id="22" dur="500"/>
                                        <p:tgtEl>
                                          <p:spTgt spid="12289"/>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2290"/>
                                        </p:tgtEl>
                                        <p:attrNameLst>
                                          <p:attrName>style.visibility</p:attrName>
                                        </p:attrNameLst>
                                      </p:cBhvr>
                                      <p:to>
                                        <p:strVal val="visible"/>
                                      </p:to>
                                    </p:set>
                                    <p:animEffect transition="in" filter="dissolve">
                                      <p:cBhvr>
                                        <p:cTn id="26" dur="500"/>
                                        <p:tgtEl>
                                          <p:spTgt spid="12290"/>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2291"/>
                                        </p:tgtEl>
                                        <p:attrNameLst>
                                          <p:attrName>style.visibility</p:attrName>
                                        </p:attrNameLst>
                                      </p:cBhvr>
                                      <p:to>
                                        <p:strVal val="visible"/>
                                      </p:to>
                                    </p:set>
                                    <p:animEffect transition="in" filter="dissolve">
                                      <p:cBhvr>
                                        <p:cTn id="30" dur="500"/>
                                        <p:tgtEl>
                                          <p:spTgt spid="12291"/>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12292"/>
                                        </p:tgtEl>
                                        <p:attrNameLst>
                                          <p:attrName>style.visibility</p:attrName>
                                        </p:attrNameLst>
                                      </p:cBhvr>
                                      <p:to>
                                        <p:strVal val="visible"/>
                                      </p:to>
                                    </p:set>
                                    <p:animEffect transition="in" filter="dissolve">
                                      <p:cBhvr>
                                        <p:cTn id="34" dur="500"/>
                                        <p:tgtEl>
                                          <p:spTgt spid="12292"/>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12293"/>
                                        </p:tgtEl>
                                        <p:attrNameLst>
                                          <p:attrName>style.visibility</p:attrName>
                                        </p:attrNameLst>
                                      </p:cBhvr>
                                      <p:to>
                                        <p:strVal val="visible"/>
                                      </p:to>
                                    </p:set>
                                    <p:animEffect transition="in" filter="dissolve">
                                      <p:cBhvr>
                                        <p:cTn id="38" dur="500"/>
                                        <p:tgtEl>
                                          <p:spTgt spid="12293"/>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12294"/>
                                        </p:tgtEl>
                                        <p:attrNameLst>
                                          <p:attrName>style.visibility</p:attrName>
                                        </p:attrNameLst>
                                      </p:cBhvr>
                                      <p:to>
                                        <p:strVal val="visible"/>
                                      </p:to>
                                    </p:set>
                                    <p:animEffect transition="in" filter="dissolve">
                                      <p:cBhvr>
                                        <p:cTn id="42" dur="500"/>
                                        <p:tgtEl>
                                          <p:spTgt spid="12294"/>
                                        </p:tgtEl>
                                      </p:cBhvr>
                                    </p:animEffect>
                                  </p:childTnLst>
                                </p:cTn>
                              </p:par>
                            </p:childTnLst>
                          </p:cTn>
                        </p:par>
                        <p:par>
                          <p:cTn id="43" fill="hold" nodeType="afterGroup">
                            <p:stCondLst>
                              <p:cond delay="4500"/>
                            </p:stCondLst>
                            <p:childTnLst>
                              <p:par>
                                <p:cTn id="44" presetID="9" presetClass="entr" presetSubtype="0" fill="hold" nodeType="afterEffect">
                                  <p:stCondLst>
                                    <p:cond delay="100"/>
                                  </p:stCondLst>
                                  <p:childTnLst>
                                    <p:set>
                                      <p:cBhvr>
                                        <p:cTn id="45" dur="1" fill="hold">
                                          <p:stCondLst>
                                            <p:cond delay="0"/>
                                          </p:stCondLst>
                                        </p:cTn>
                                        <p:tgtEl>
                                          <p:spTgt spid="12300"/>
                                        </p:tgtEl>
                                        <p:attrNameLst>
                                          <p:attrName>style.visibility</p:attrName>
                                        </p:attrNameLst>
                                      </p:cBhvr>
                                      <p:to>
                                        <p:strVal val="visible"/>
                                      </p:to>
                                    </p:set>
                                    <p:animEffect transition="in" filter="dissolve">
                                      <p:cBhvr>
                                        <p:cTn id="46" dur="500"/>
                                        <p:tgtEl>
                                          <p:spTgt spid="12300"/>
                                        </p:tgtEl>
                                      </p:cBhvr>
                                    </p:animEffect>
                                  </p:childTnLst>
                                </p:cTn>
                              </p:par>
                            </p:childTnLst>
                          </p:cTn>
                        </p:par>
                        <p:par>
                          <p:cTn id="47" fill="hold" nodeType="afterGroup">
                            <p:stCondLst>
                              <p:cond delay="5100"/>
                            </p:stCondLst>
                            <p:childTnLst>
                              <p:par>
                                <p:cTn id="48" presetID="9" presetClass="entr" presetSubtype="0" fill="hold" nodeType="afterEffect">
                                  <p:stCondLst>
                                    <p:cond delay="100"/>
                                  </p:stCondLst>
                                  <p:childTnLst>
                                    <p:set>
                                      <p:cBhvr>
                                        <p:cTn id="49" dur="1" fill="hold">
                                          <p:stCondLst>
                                            <p:cond delay="0"/>
                                          </p:stCondLst>
                                        </p:cTn>
                                        <p:tgtEl>
                                          <p:spTgt spid="12301"/>
                                        </p:tgtEl>
                                        <p:attrNameLst>
                                          <p:attrName>style.visibility</p:attrName>
                                        </p:attrNameLst>
                                      </p:cBhvr>
                                      <p:to>
                                        <p:strVal val="visible"/>
                                      </p:to>
                                    </p:set>
                                    <p:animEffect transition="in" filter="dissolve">
                                      <p:cBhvr>
                                        <p:cTn id="50" dur="500"/>
                                        <p:tgtEl>
                                          <p:spTgt spid="12301"/>
                                        </p:tgtEl>
                                      </p:cBhvr>
                                    </p:animEffect>
                                  </p:childTnLst>
                                </p:cTn>
                              </p:par>
                            </p:childTnLst>
                          </p:cTn>
                        </p:par>
                        <p:par>
                          <p:cTn id="51" fill="hold" nodeType="afterGroup">
                            <p:stCondLst>
                              <p:cond delay="5700"/>
                            </p:stCondLst>
                            <p:childTnLst>
                              <p:par>
                                <p:cTn id="52" presetID="9" presetClass="entr" presetSubtype="0" fill="hold" nodeType="afterEffect">
                                  <p:stCondLst>
                                    <p:cond delay="100"/>
                                  </p:stCondLst>
                                  <p:childTnLst>
                                    <p:set>
                                      <p:cBhvr>
                                        <p:cTn id="53" dur="1" fill="hold">
                                          <p:stCondLst>
                                            <p:cond delay="0"/>
                                          </p:stCondLst>
                                        </p:cTn>
                                        <p:tgtEl>
                                          <p:spTgt spid="12302"/>
                                        </p:tgtEl>
                                        <p:attrNameLst>
                                          <p:attrName>style.visibility</p:attrName>
                                        </p:attrNameLst>
                                      </p:cBhvr>
                                      <p:to>
                                        <p:strVal val="visible"/>
                                      </p:to>
                                    </p:set>
                                    <p:animEffect transition="in" filter="dissolve">
                                      <p:cBhvr>
                                        <p:cTn id="54" dur="500"/>
                                        <p:tgtEl>
                                          <p:spTgt spid="12302"/>
                                        </p:tgtEl>
                                      </p:cBhvr>
                                    </p:animEffect>
                                  </p:childTnLst>
                                </p:cTn>
                              </p:par>
                            </p:childTnLst>
                          </p:cTn>
                        </p:par>
                        <p:par>
                          <p:cTn id="55" fill="hold" nodeType="afterGroup">
                            <p:stCondLst>
                              <p:cond delay="6300"/>
                            </p:stCondLst>
                            <p:childTnLst>
                              <p:par>
                                <p:cTn id="56" presetID="9" presetClass="entr" presetSubtype="0" fill="hold" nodeType="afterEffect">
                                  <p:stCondLst>
                                    <p:cond delay="100"/>
                                  </p:stCondLst>
                                  <p:childTnLst>
                                    <p:set>
                                      <p:cBhvr>
                                        <p:cTn id="57" dur="1" fill="hold">
                                          <p:stCondLst>
                                            <p:cond delay="0"/>
                                          </p:stCondLst>
                                        </p:cTn>
                                        <p:tgtEl>
                                          <p:spTgt spid="12303"/>
                                        </p:tgtEl>
                                        <p:attrNameLst>
                                          <p:attrName>style.visibility</p:attrName>
                                        </p:attrNameLst>
                                      </p:cBhvr>
                                      <p:to>
                                        <p:strVal val="visible"/>
                                      </p:to>
                                    </p:set>
                                    <p:animEffect transition="in" filter="dissolve">
                                      <p:cBhvr>
                                        <p:cTn id="58" dur="500"/>
                                        <p:tgtEl>
                                          <p:spTgt spid="12303"/>
                                        </p:tgtEl>
                                      </p:cBhvr>
                                    </p:animEffect>
                                  </p:childTnLst>
                                </p:cTn>
                              </p:par>
                            </p:childTnLst>
                          </p:cTn>
                        </p:par>
                        <p:par>
                          <p:cTn id="59" fill="hold" nodeType="afterGroup">
                            <p:stCondLst>
                              <p:cond delay="6900"/>
                            </p:stCondLst>
                            <p:childTnLst>
                              <p:par>
                                <p:cTn id="60" presetID="9" presetClass="entr" presetSubtype="0" fill="hold" nodeType="afterEffect">
                                  <p:stCondLst>
                                    <p:cond delay="100"/>
                                  </p:stCondLst>
                                  <p:childTnLst>
                                    <p:set>
                                      <p:cBhvr>
                                        <p:cTn id="61" dur="1" fill="hold">
                                          <p:stCondLst>
                                            <p:cond delay="0"/>
                                          </p:stCondLst>
                                        </p:cTn>
                                        <p:tgtEl>
                                          <p:spTgt spid="12304"/>
                                        </p:tgtEl>
                                        <p:attrNameLst>
                                          <p:attrName>style.visibility</p:attrName>
                                        </p:attrNameLst>
                                      </p:cBhvr>
                                      <p:to>
                                        <p:strVal val="visible"/>
                                      </p:to>
                                    </p:set>
                                    <p:animEffect transition="in" filter="dissolve">
                                      <p:cBhvr>
                                        <p:cTn id="62" dur="500"/>
                                        <p:tgtEl>
                                          <p:spTgt spid="12304"/>
                                        </p:tgtEl>
                                      </p:cBhvr>
                                    </p:animEffect>
                                  </p:childTnLst>
                                </p:cTn>
                              </p:par>
                            </p:childTnLst>
                          </p:cTn>
                        </p:par>
                        <p:par>
                          <p:cTn id="63" fill="hold" nodeType="afterGroup">
                            <p:stCondLst>
                              <p:cond delay="7500"/>
                            </p:stCondLst>
                            <p:childTnLst>
                              <p:par>
                                <p:cTn id="64" presetID="9" presetClass="entr" presetSubtype="0" fill="hold" nodeType="afterEffect">
                                  <p:stCondLst>
                                    <p:cond delay="100"/>
                                  </p:stCondLst>
                                  <p:childTnLst>
                                    <p:set>
                                      <p:cBhvr>
                                        <p:cTn id="65" dur="1" fill="hold">
                                          <p:stCondLst>
                                            <p:cond delay="0"/>
                                          </p:stCondLst>
                                        </p:cTn>
                                        <p:tgtEl>
                                          <p:spTgt spid="12305"/>
                                        </p:tgtEl>
                                        <p:attrNameLst>
                                          <p:attrName>style.visibility</p:attrName>
                                        </p:attrNameLst>
                                      </p:cBhvr>
                                      <p:to>
                                        <p:strVal val="visible"/>
                                      </p:to>
                                    </p:set>
                                    <p:animEffect transition="in" filter="dissolve">
                                      <p:cBhvr>
                                        <p:cTn id="66" dur="500"/>
                                        <p:tgtEl>
                                          <p:spTgt spid="12305"/>
                                        </p:tgtEl>
                                      </p:cBhvr>
                                    </p:animEffect>
                                  </p:childTnLst>
                                </p:cTn>
                              </p:par>
                            </p:childTnLst>
                          </p:cTn>
                        </p:par>
                        <p:par>
                          <p:cTn id="67" fill="hold" nodeType="afterGroup">
                            <p:stCondLst>
                              <p:cond delay="8100"/>
                            </p:stCondLst>
                            <p:childTnLst>
                              <p:par>
                                <p:cTn id="68" presetID="22" presetClass="entr" presetSubtype="8" fill="hold" grpId="0" nodeType="afterEffect">
                                  <p:stCondLst>
                                    <p:cond delay="0"/>
                                  </p:stCondLst>
                                  <p:childTnLst>
                                    <p:set>
                                      <p:cBhvr>
                                        <p:cTn id="69" dur="1" fill="hold">
                                          <p:stCondLst>
                                            <p:cond delay="0"/>
                                          </p:stCondLst>
                                        </p:cTn>
                                        <p:tgtEl>
                                          <p:spTgt spid="12306"/>
                                        </p:tgtEl>
                                        <p:attrNameLst>
                                          <p:attrName>style.visibility</p:attrName>
                                        </p:attrNameLst>
                                      </p:cBhvr>
                                      <p:to>
                                        <p:strVal val="visible"/>
                                      </p:to>
                                    </p:set>
                                    <p:animEffect transition="in" filter="wipe(left)">
                                      <p:cBhvr>
                                        <p:cTn id="70" dur="500"/>
                                        <p:tgtEl>
                                          <p:spTgt spid="12306"/>
                                        </p:tgtEl>
                                      </p:cBhvr>
                                    </p:animEffect>
                                  </p:childTnLst>
                                </p:cTn>
                              </p:par>
                            </p:childTnLst>
                          </p:cTn>
                        </p:par>
                        <p:par>
                          <p:cTn id="71" fill="hold" nodeType="afterGroup">
                            <p:stCondLst>
                              <p:cond delay="8600"/>
                            </p:stCondLst>
                            <p:childTnLst>
                              <p:par>
                                <p:cTn id="72" presetID="22" presetClass="entr" presetSubtype="8" fill="hold" grpId="0" nodeType="afterEffect">
                                  <p:stCondLst>
                                    <p:cond delay="0"/>
                                  </p:stCondLst>
                                  <p:childTnLst>
                                    <p:set>
                                      <p:cBhvr>
                                        <p:cTn id="73" dur="1" fill="hold">
                                          <p:stCondLst>
                                            <p:cond delay="0"/>
                                          </p:stCondLst>
                                        </p:cTn>
                                        <p:tgtEl>
                                          <p:spTgt spid="12307"/>
                                        </p:tgtEl>
                                        <p:attrNameLst>
                                          <p:attrName>style.visibility</p:attrName>
                                        </p:attrNameLst>
                                      </p:cBhvr>
                                      <p:to>
                                        <p:strVal val="visible"/>
                                      </p:to>
                                    </p:set>
                                    <p:animEffect transition="in" filter="wipe(left)">
                                      <p:cBhvr>
                                        <p:cTn id="74" dur="500"/>
                                        <p:tgtEl>
                                          <p:spTgt spid="12307"/>
                                        </p:tgtEl>
                                      </p:cBhvr>
                                    </p:animEffect>
                                  </p:childTnLst>
                                </p:cTn>
                              </p:par>
                            </p:childTnLst>
                          </p:cTn>
                        </p:par>
                        <p:par>
                          <p:cTn id="75" fill="hold" nodeType="afterGroup">
                            <p:stCondLst>
                              <p:cond delay="9100"/>
                            </p:stCondLst>
                            <p:childTnLst>
                              <p:par>
                                <p:cTn id="76" presetID="22" presetClass="entr" presetSubtype="8" fill="hold" grpId="0" nodeType="afterEffect">
                                  <p:stCondLst>
                                    <p:cond delay="0"/>
                                  </p:stCondLst>
                                  <p:childTnLst>
                                    <p:set>
                                      <p:cBhvr>
                                        <p:cTn id="77" dur="1" fill="hold">
                                          <p:stCondLst>
                                            <p:cond delay="0"/>
                                          </p:stCondLst>
                                        </p:cTn>
                                        <p:tgtEl>
                                          <p:spTgt spid="12308"/>
                                        </p:tgtEl>
                                        <p:attrNameLst>
                                          <p:attrName>style.visibility</p:attrName>
                                        </p:attrNameLst>
                                      </p:cBhvr>
                                      <p:to>
                                        <p:strVal val="visible"/>
                                      </p:to>
                                    </p:set>
                                    <p:animEffect transition="in" filter="wipe(left)">
                                      <p:cBhvr>
                                        <p:cTn id="78" dur="500"/>
                                        <p:tgtEl>
                                          <p:spTgt spid="12308"/>
                                        </p:tgtEl>
                                      </p:cBhvr>
                                    </p:animEffect>
                                  </p:childTnLst>
                                </p:cTn>
                              </p:par>
                            </p:childTnLst>
                          </p:cTn>
                        </p:par>
                        <p:par>
                          <p:cTn id="79" fill="hold" nodeType="afterGroup">
                            <p:stCondLst>
                              <p:cond delay="9600"/>
                            </p:stCondLst>
                            <p:childTnLst>
                              <p:par>
                                <p:cTn id="80" presetID="22" presetClass="entr" presetSubtype="8" fill="hold" grpId="0" nodeType="afterEffect">
                                  <p:stCondLst>
                                    <p:cond delay="0"/>
                                  </p:stCondLst>
                                  <p:childTnLst>
                                    <p:set>
                                      <p:cBhvr>
                                        <p:cTn id="81" dur="1" fill="hold">
                                          <p:stCondLst>
                                            <p:cond delay="0"/>
                                          </p:stCondLst>
                                        </p:cTn>
                                        <p:tgtEl>
                                          <p:spTgt spid="12309"/>
                                        </p:tgtEl>
                                        <p:attrNameLst>
                                          <p:attrName>style.visibility</p:attrName>
                                        </p:attrNameLst>
                                      </p:cBhvr>
                                      <p:to>
                                        <p:strVal val="visible"/>
                                      </p:to>
                                    </p:set>
                                    <p:animEffect transition="in" filter="wipe(left)">
                                      <p:cBhvr>
                                        <p:cTn id="82" dur="500"/>
                                        <p:tgtEl>
                                          <p:spTgt spid="12309"/>
                                        </p:tgtEl>
                                      </p:cBhvr>
                                    </p:animEffect>
                                  </p:childTnLst>
                                </p:cTn>
                              </p:par>
                            </p:childTnLst>
                          </p:cTn>
                        </p:par>
                        <p:par>
                          <p:cTn id="83" fill="hold" nodeType="afterGroup">
                            <p:stCondLst>
                              <p:cond delay="10100"/>
                            </p:stCondLst>
                            <p:childTnLst>
                              <p:par>
                                <p:cTn id="84" presetID="22" presetClass="entr" presetSubtype="8" fill="hold" grpId="0" nodeType="afterEffect">
                                  <p:stCondLst>
                                    <p:cond delay="0"/>
                                  </p:stCondLst>
                                  <p:childTnLst>
                                    <p:set>
                                      <p:cBhvr>
                                        <p:cTn id="85" dur="1" fill="hold">
                                          <p:stCondLst>
                                            <p:cond delay="0"/>
                                          </p:stCondLst>
                                        </p:cTn>
                                        <p:tgtEl>
                                          <p:spTgt spid="12310"/>
                                        </p:tgtEl>
                                        <p:attrNameLst>
                                          <p:attrName>style.visibility</p:attrName>
                                        </p:attrNameLst>
                                      </p:cBhvr>
                                      <p:to>
                                        <p:strVal val="visible"/>
                                      </p:to>
                                    </p:set>
                                    <p:animEffect transition="in" filter="wipe(left)">
                                      <p:cBhvr>
                                        <p:cTn id="86" dur="500"/>
                                        <p:tgtEl>
                                          <p:spTgt spid="12310"/>
                                        </p:tgtEl>
                                      </p:cBhvr>
                                    </p:animEffect>
                                  </p:childTnLst>
                                </p:cTn>
                              </p:par>
                            </p:childTnLst>
                          </p:cTn>
                        </p:par>
                        <p:par>
                          <p:cTn id="87" fill="hold" nodeType="afterGroup">
                            <p:stCondLst>
                              <p:cond delay="10600"/>
                            </p:stCondLst>
                            <p:childTnLst>
                              <p:par>
                                <p:cTn id="88" presetID="22" presetClass="entr" presetSubtype="8" fill="hold" grpId="0" nodeType="afterEffect">
                                  <p:stCondLst>
                                    <p:cond delay="0"/>
                                  </p:stCondLst>
                                  <p:childTnLst>
                                    <p:set>
                                      <p:cBhvr>
                                        <p:cTn id="89" dur="1" fill="hold">
                                          <p:stCondLst>
                                            <p:cond delay="0"/>
                                          </p:stCondLst>
                                        </p:cTn>
                                        <p:tgtEl>
                                          <p:spTgt spid="12311"/>
                                        </p:tgtEl>
                                        <p:attrNameLst>
                                          <p:attrName>style.visibility</p:attrName>
                                        </p:attrNameLst>
                                      </p:cBhvr>
                                      <p:to>
                                        <p:strVal val="visible"/>
                                      </p:to>
                                    </p:set>
                                    <p:animEffect transition="in" filter="wipe(left)">
                                      <p:cBhvr>
                                        <p:cTn id="90" dur="500"/>
                                        <p:tgtEl>
                                          <p:spTgt spid="12311"/>
                                        </p:tgtEl>
                                      </p:cBhvr>
                                    </p:animEffect>
                                  </p:childTnLst>
                                </p:cTn>
                              </p:par>
                            </p:childTnLst>
                          </p:cTn>
                        </p:par>
                        <p:par>
                          <p:cTn id="91" fill="hold" nodeType="afterGroup">
                            <p:stCondLst>
                              <p:cond delay="11100"/>
                            </p:stCondLst>
                            <p:childTnLst>
                              <p:par>
                                <p:cTn id="92" presetID="22" presetClass="entr" presetSubtype="8" fill="hold" grpId="0" nodeType="afterEffect">
                                  <p:stCondLst>
                                    <p:cond delay="0"/>
                                  </p:stCondLst>
                                  <p:childTnLst>
                                    <p:set>
                                      <p:cBhvr>
                                        <p:cTn id="93" dur="1" fill="hold">
                                          <p:stCondLst>
                                            <p:cond delay="0"/>
                                          </p:stCondLst>
                                        </p:cTn>
                                        <p:tgtEl>
                                          <p:spTgt spid="12312"/>
                                        </p:tgtEl>
                                        <p:attrNameLst>
                                          <p:attrName>style.visibility</p:attrName>
                                        </p:attrNameLst>
                                      </p:cBhvr>
                                      <p:to>
                                        <p:strVal val="visible"/>
                                      </p:to>
                                    </p:set>
                                    <p:animEffect transition="in" filter="wipe(left)">
                                      <p:cBhvr>
                                        <p:cTn id="94" dur="500"/>
                                        <p:tgtEl>
                                          <p:spTgt spid="12312"/>
                                        </p:tgtEl>
                                      </p:cBhvr>
                                    </p:animEffect>
                                  </p:childTnLst>
                                </p:cTn>
                              </p:par>
                            </p:childTnLst>
                          </p:cTn>
                        </p:par>
                        <p:par>
                          <p:cTn id="95" fill="hold" nodeType="afterGroup">
                            <p:stCondLst>
                              <p:cond delay="11600"/>
                            </p:stCondLst>
                            <p:childTnLst>
                              <p:par>
                                <p:cTn id="96" presetID="22" presetClass="entr" presetSubtype="8" fill="hold" grpId="0" nodeType="afterEffect">
                                  <p:stCondLst>
                                    <p:cond delay="0"/>
                                  </p:stCondLst>
                                  <p:childTnLst>
                                    <p:set>
                                      <p:cBhvr>
                                        <p:cTn id="97" dur="1" fill="hold">
                                          <p:stCondLst>
                                            <p:cond delay="0"/>
                                          </p:stCondLst>
                                        </p:cTn>
                                        <p:tgtEl>
                                          <p:spTgt spid="12313"/>
                                        </p:tgtEl>
                                        <p:attrNameLst>
                                          <p:attrName>style.visibility</p:attrName>
                                        </p:attrNameLst>
                                      </p:cBhvr>
                                      <p:to>
                                        <p:strVal val="visible"/>
                                      </p:to>
                                    </p:set>
                                    <p:animEffect transition="in" filter="wipe(left)">
                                      <p:cBhvr>
                                        <p:cTn id="98" dur="500"/>
                                        <p:tgtEl>
                                          <p:spTgt spid="12313"/>
                                        </p:tgtEl>
                                      </p:cBhvr>
                                    </p:animEffect>
                                  </p:childTnLst>
                                </p:cTn>
                              </p:par>
                            </p:childTnLst>
                          </p:cTn>
                        </p:par>
                        <p:par>
                          <p:cTn id="99" fill="hold" nodeType="afterGroup">
                            <p:stCondLst>
                              <p:cond delay="12100"/>
                            </p:stCondLst>
                            <p:childTnLst>
                              <p:par>
                                <p:cTn id="100" presetID="22" presetClass="entr" presetSubtype="8" fill="hold" grpId="0" nodeType="afterEffect">
                                  <p:stCondLst>
                                    <p:cond delay="0"/>
                                  </p:stCondLst>
                                  <p:childTnLst>
                                    <p:set>
                                      <p:cBhvr>
                                        <p:cTn id="101" dur="1" fill="hold">
                                          <p:stCondLst>
                                            <p:cond delay="0"/>
                                          </p:stCondLst>
                                        </p:cTn>
                                        <p:tgtEl>
                                          <p:spTgt spid="12314"/>
                                        </p:tgtEl>
                                        <p:attrNameLst>
                                          <p:attrName>style.visibility</p:attrName>
                                        </p:attrNameLst>
                                      </p:cBhvr>
                                      <p:to>
                                        <p:strVal val="visible"/>
                                      </p:to>
                                    </p:set>
                                    <p:animEffect transition="in" filter="wipe(left)">
                                      <p:cBhvr>
                                        <p:cTn id="102" dur="500"/>
                                        <p:tgtEl>
                                          <p:spTgt spid="12314"/>
                                        </p:tgtEl>
                                      </p:cBhvr>
                                    </p:animEffect>
                                  </p:childTnLst>
                                </p:cTn>
                              </p:par>
                            </p:childTnLst>
                          </p:cTn>
                        </p:par>
                        <p:par>
                          <p:cTn id="103" fill="hold" nodeType="afterGroup">
                            <p:stCondLst>
                              <p:cond delay="12600"/>
                            </p:stCondLst>
                            <p:childTnLst>
                              <p:par>
                                <p:cTn id="104" presetID="22" presetClass="entr" presetSubtype="8" fill="hold" grpId="0" nodeType="afterEffect">
                                  <p:stCondLst>
                                    <p:cond delay="0"/>
                                  </p:stCondLst>
                                  <p:childTnLst>
                                    <p:set>
                                      <p:cBhvr>
                                        <p:cTn id="105" dur="1" fill="hold">
                                          <p:stCondLst>
                                            <p:cond delay="0"/>
                                          </p:stCondLst>
                                        </p:cTn>
                                        <p:tgtEl>
                                          <p:spTgt spid="12315"/>
                                        </p:tgtEl>
                                        <p:attrNameLst>
                                          <p:attrName>style.visibility</p:attrName>
                                        </p:attrNameLst>
                                      </p:cBhvr>
                                      <p:to>
                                        <p:strVal val="visible"/>
                                      </p:to>
                                    </p:set>
                                    <p:animEffect transition="in" filter="wipe(left)">
                                      <p:cBhvr>
                                        <p:cTn id="106" dur="500"/>
                                        <p:tgtEl>
                                          <p:spTgt spid="12315"/>
                                        </p:tgtEl>
                                      </p:cBhvr>
                                    </p:animEffect>
                                  </p:childTnLst>
                                </p:cTn>
                              </p:par>
                            </p:childTnLst>
                          </p:cTn>
                        </p:par>
                        <p:par>
                          <p:cTn id="107" fill="hold" nodeType="afterGroup">
                            <p:stCondLst>
                              <p:cond delay="13100"/>
                            </p:stCondLst>
                            <p:childTnLst>
                              <p:par>
                                <p:cTn id="108" presetID="22" presetClass="entr" presetSubtype="8" fill="hold" grpId="0" nodeType="afterEffect">
                                  <p:stCondLst>
                                    <p:cond delay="0"/>
                                  </p:stCondLst>
                                  <p:childTnLst>
                                    <p:set>
                                      <p:cBhvr>
                                        <p:cTn id="109" dur="1" fill="hold">
                                          <p:stCondLst>
                                            <p:cond delay="0"/>
                                          </p:stCondLst>
                                        </p:cTn>
                                        <p:tgtEl>
                                          <p:spTgt spid="12316"/>
                                        </p:tgtEl>
                                        <p:attrNameLst>
                                          <p:attrName>style.visibility</p:attrName>
                                        </p:attrNameLst>
                                      </p:cBhvr>
                                      <p:to>
                                        <p:strVal val="visible"/>
                                      </p:to>
                                    </p:set>
                                    <p:animEffect transition="in" filter="wipe(left)">
                                      <p:cBhvr>
                                        <p:cTn id="110" dur="500"/>
                                        <p:tgtEl>
                                          <p:spTgt spid="12316"/>
                                        </p:tgtEl>
                                      </p:cBhvr>
                                    </p:animEffect>
                                  </p:childTnLst>
                                </p:cTn>
                              </p:par>
                            </p:childTnLst>
                          </p:cTn>
                        </p:par>
                        <p:par>
                          <p:cTn id="111" fill="hold" nodeType="afterGroup">
                            <p:stCondLst>
                              <p:cond delay="13600"/>
                            </p:stCondLst>
                            <p:childTnLst>
                              <p:par>
                                <p:cTn id="112" presetID="22" presetClass="entr" presetSubtype="8" fill="hold" grpId="0" nodeType="afterEffect">
                                  <p:stCondLst>
                                    <p:cond delay="0"/>
                                  </p:stCondLst>
                                  <p:childTnLst>
                                    <p:set>
                                      <p:cBhvr>
                                        <p:cTn id="113" dur="1" fill="hold">
                                          <p:stCondLst>
                                            <p:cond delay="0"/>
                                          </p:stCondLst>
                                        </p:cTn>
                                        <p:tgtEl>
                                          <p:spTgt spid="12317"/>
                                        </p:tgtEl>
                                        <p:attrNameLst>
                                          <p:attrName>style.visibility</p:attrName>
                                        </p:attrNameLst>
                                      </p:cBhvr>
                                      <p:to>
                                        <p:strVal val="visible"/>
                                      </p:to>
                                    </p:set>
                                    <p:animEffect transition="in" filter="wipe(left)">
                                      <p:cBhvr>
                                        <p:cTn id="114" dur="500"/>
                                        <p:tgtEl>
                                          <p:spTgt spid="123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6" grpId="0" autoUpdateAnimBg="0"/>
      <p:bldP spid="12298" grpId="0" autoUpdateAnimBg="0"/>
      <p:bldP spid="12299" grpId="0" autoUpdateAnimBg="0"/>
      <p:bldP spid="12306" grpId="0" autoUpdateAnimBg="0"/>
      <p:bldP spid="12307" grpId="0" autoUpdateAnimBg="0"/>
      <p:bldP spid="12308" grpId="0" autoUpdateAnimBg="0"/>
      <p:bldP spid="12309" grpId="0" autoUpdateAnimBg="0"/>
      <p:bldP spid="12310" grpId="0" autoUpdateAnimBg="0"/>
      <p:bldP spid="12311" grpId="0" autoUpdateAnimBg="0"/>
      <p:bldP spid="12312" grpId="0" autoUpdateAnimBg="0"/>
      <p:bldP spid="12313" grpId="0" autoUpdateAnimBg="0"/>
      <p:bldP spid="12314" grpId="0" autoUpdateAnimBg="0"/>
      <p:bldP spid="12315" grpId="0" autoUpdateAnimBg="0"/>
      <p:bldP spid="12316" grpId="0" autoUpdateAnimBg="0"/>
      <p:bldP spid="12317" grpId="0"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14" name="AutoShape 2"/>
          <p:cNvSpPr>
            <a:spLocks/>
          </p:cNvSpPr>
          <p:nvPr/>
        </p:nvSpPr>
        <p:spPr bwMode="auto">
          <a:xfrm>
            <a:off x="2247900" y="32543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3315" name="AutoShape 3"/>
          <p:cNvSpPr>
            <a:spLocks/>
          </p:cNvSpPr>
          <p:nvPr/>
        </p:nvSpPr>
        <p:spPr bwMode="auto">
          <a:xfrm>
            <a:off x="22485350" y="609600"/>
            <a:ext cx="350838"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70A0AD4-F2D7-44BD-8599-75B3EDC99DA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11</a:t>
            </a:fld>
            <a:endParaRPr lang="es-ES" altLang="en-US"/>
          </a:p>
        </p:txBody>
      </p:sp>
      <p:sp>
        <p:nvSpPr>
          <p:cNvPr id="13316" name="AutoShape 4"/>
          <p:cNvSpPr>
            <a:spLocks/>
          </p:cNvSpPr>
          <p:nvPr/>
        </p:nvSpPr>
        <p:spPr bwMode="auto">
          <a:xfrm>
            <a:off x="3289300" y="14176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Icon</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Service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Example</a:t>
            </a:r>
            <a:endParaRPr lang="es-ES" dirty="0">
              <a:solidFill>
                <a:schemeClr val="bg1">
                  <a:lumMod val="95000"/>
                </a:schemeClr>
              </a:solidFill>
              <a:ea typeface="ＭＳ Ｐゴシック" charset="0"/>
            </a:endParaRPr>
          </a:p>
        </p:txBody>
      </p:sp>
      <p:sp>
        <p:nvSpPr>
          <p:cNvPr id="13317" name="AutoShape 5"/>
          <p:cNvSpPr>
            <a:spLocks/>
          </p:cNvSpPr>
          <p:nvPr/>
        </p:nvSpPr>
        <p:spPr bwMode="auto">
          <a:xfrm>
            <a:off x="3302000" y="24511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3318" name="AutoShape 6"/>
          <p:cNvSpPr>
            <a:spLocks/>
          </p:cNvSpPr>
          <p:nvPr/>
        </p:nvSpPr>
        <p:spPr bwMode="auto">
          <a:xfrm>
            <a:off x="3935413" y="49895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19" name="AutoShape 7"/>
          <p:cNvSpPr>
            <a:spLocks/>
          </p:cNvSpPr>
          <p:nvPr/>
        </p:nvSpPr>
        <p:spPr bwMode="auto">
          <a:xfrm>
            <a:off x="13917613" y="50022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0" name="AutoShape 8"/>
          <p:cNvSpPr>
            <a:spLocks/>
          </p:cNvSpPr>
          <p:nvPr/>
        </p:nvSpPr>
        <p:spPr bwMode="auto">
          <a:xfrm>
            <a:off x="8926513" y="49895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1" name="AutoShape 9"/>
          <p:cNvSpPr>
            <a:spLocks/>
          </p:cNvSpPr>
          <p:nvPr/>
        </p:nvSpPr>
        <p:spPr bwMode="auto">
          <a:xfrm>
            <a:off x="19150013" y="50657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2" name="AutoShape 10"/>
          <p:cNvSpPr>
            <a:spLocks/>
          </p:cNvSpPr>
          <p:nvPr/>
        </p:nvSpPr>
        <p:spPr bwMode="auto">
          <a:xfrm>
            <a:off x="14374813" y="5457825"/>
            <a:ext cx="508000" cy="508000"/>
          </a:xfrm>
          <a:custGeom>
            <a:avLst/>
            <a:gdLst>
              <a:gd name="T0" fmla="*/ 254000 w 21600"/>
              <a:gd name="T1" fmla="*/ 254000 h 21600"/>
              <a:gd name="T2" fmla="*/ 254000 w 21600"/>
              <a:gd name="T3" fmla="*/ 254000 h 21600"/>
              <a:gd name="T4" fmla="*/ 254000 w 21600"/>
              <a:gd name="T5" fmla="*/ 254000 h 21600"/>
              <a:gd name="T6" fmla="*/ 254000 w 21600"/>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3" name="AutoShape 11"/>
          <p:cNvSpPr>
            <a:spLocks/>
          </p:cNvSpPr>
          <p:nvPr/>
        </p:nvSpPr>
        <p:spPr bwMode="auto">
          <a:xfrm>
            <a:off x="19596100" y="5551488"/>
            <a:ext cx="508000" cy="419100"/>
          </a:xfrm>
          <a:custGeom>
            <a:avLst/>
            <a:gdLst>
              <a:gd name="T0" fmla="*/ 254000 w 21600"/>
              <a:gd name="T1" fmla="*/ 209550 h 21600"/>
              <a:gd name="T2" fmla="*/ 254000 w 21600"/>
              <a:gd name="T3" fmla="*/ 209550 h 21600"/>
              <a:gd name="T4" fmla="*/ 254000 w 21600"/>
              <a:gd name="T5" fmla="*/ 209550 h 21600"/>
              <a:gd name="T6" fmla="*/ 254000 w 21600"/>
              <a:gd name="T7" fmla="*/ 2095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4" name="AutoShape 12"/>
          <p:cNvSpPr>
            <a:spLocks/>
          </p:cNvSpPr>
          <p:nvPr/>
        </p:nvSpPr>
        <p:spPr bwMode="auto">
          <a:xfrm>
            <a:off x="4400550" y="5402263"/>
            <a:ext cx="508000" cy="508000"/>
          </a:xfrm>
          <a:custGeom>
            <a:avLst/>
            <a:gdLst>
              <a:gd name="T0" fmla="*/ 254000 w 21376"/>
              <a:gd name="T1" fmla="*/ 254000 h 21600"/>
              <a:gd name="T2" fmla="*/ 254000 w 21376"/>
              <a:gd name="T3" fmla="*/ 254000 h 21600"/>
              <a:gd name="T4" fmla="*/ 254000 w 21376"/>
              <a:gd name="T5" fmla="*/ 254000 h 21600"/>
              <a:gd name="T6" fmla="*/ 254000 w 21376"/>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5" name="AutoShape 13"/>
          <p:cNvSpPr>
            <a:spLocks/>
          </p:cNvSpPr>
          <p:nvPr/>
        </p:nvSpPr>
        <p:spPr bwMode="auto">
          <a:xfrm>
            <a:off x="9401175" y="5402263"/>
            <a:ext cx="508000" cy="508000"/>
          </a:xfrm>
          <a:custGeom>
            <a:avLst/>
            <a:gdLst>
              <a:gd name="T0" fmla="*/ 253988 w 21591"/>
              <a:gd name="T1" fmla="*/ 255182 h 21498"/>
              <a:gd name="T2" fmla="*/ 253988 w 21591"/>
              <a:gd name="T3" fmla="*/ 255182 h 21498"/>
              <a:gd name="T4" fmla="*/ 253988 w 21591"/>
              <a:gd name="T5" fmla="*/ 255182 h 21498"/>
              <a:gd name="T6" fmla="*/ 253988 w 21591"/>
              <a:gd name="T7" fmla="*/ 255182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7"/>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6" name="AutoShape 14"/>
          <p:cNvSpPr>
            <a:spLocks/>
          </p:cNvSpPr>
          <p:nvPr/>
        </p:nvSpPr>
        <p:spPr bwMode="auto">
          <a:xfrm>
            <a:off x="23114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7" name="AutoShape 15"/>
          <p:cNvSpPr>
            <a:spLocks/>
          </p:cNvSpPr>
          <p:nvPr/>
        </p:nvSpPr>
        <p:spPr bwMode="auto">
          <a:xfrm>
            <a:off x="24003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28" name="AutoShape 16"/>
          <p:cNvSpPr>
            <a:spLocks/>
          </p:cNvSpPr>
          <p:nvPr/>
        </p:nvSpPr>
        <p:spPr bwMode="auto">
          <a:xfrm>
            <a:off x="73279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9" name="AutoShape 17"/>
          <p:cNvSpPr>
            <a:spLocks/>
          </p:cNvSpPr>
          <p:nvPr/>
        </p:nvSpPr>
        <p:spPr bwMode="auto">
          <a:xfrm>
            <a:off x="74168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30" name="AutoShape 18"/>
          <p:cNvSpPr>
            <a:spLocks/>
          </p:cNvSpPr>
          <p:nvPr/>
        </p:nvSpPr>
        <p:spPr bwMode="auto">
          <a:xfrm>
            <a:off x="175387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31" name="AutoShape 19"/>
          <p:cNvSpPr>
            <a:spLocks/>
          </p:cNvSpPr>
          <p:nvPr/>
        </p:nvSpPr>
        <p:spPr bwMode="auto">
          <a:xfrm>
            <a:off x="176276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32" name="AutoShape 20"/>
          <p:cNvSpPr>
            <a:spLocks/>
          </p:cNvSpPr>
          <p:nvPr/>
        </p:nvSpPr>
        <p:spPr bwMode="auto">
          <a:xfrm>
            <a:off x="123063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33" name="AutoShape 21"/>
          <p:cNvSpPr>
            <a:spLocks/>
          </p:cNvSpPr>
          <p:nvPr/>
        </p:nvSpPr>
        <p:spPr bwMode="auto">
          <a:xfrm>
            <a:off x="123952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34" name="AutoShape 22"/>
          <p:cNvSpPr>
            <a:spLocks/>
          </p:cNvSpPr>
          <p:nvPr/>
        </p:nvSpPr>
        <p:spPr bwMode="auto">
          <a:xfrm>
            <a:off x="176403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5" name="AutoShape 23"/>
          <p:cNvSpPr>
            <a:spLocks/>
          </p:cNvSpPr>
          <p:nvPr/>
        </p:nvSpPr>
        <p:spPr bwMode="auto">
          <a:xfrm>
            <a:off x="123952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6" name="AutoShape 24"/>
          <p:cNvSpPr>
            <a:spLocks/>
          </p:cNvSpPr>
          <p:nvPr/>
        </p:nvSpPr>
        <p:spPr bwMode="auto">
          <a:xfrm>
            <a:off x="74041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7" name="AutoShape 25"/>
          <p:cNvSpPr>
            <a:spLocks/>
          </p:cNvSpPr>
          <p:nvPr/>
        </p:nvSpPr>
        <p:spPr bwMode="auto">
          <a:xfrm>
            <a:off x="23876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8" name="AutoShape 26"/>
          <p:cNvSpPr>
            <a:spLocks/>
          </p:cNvSpPr>
          <p:nvPr/>
        </p:nvSpPr>
        <p:spPr bwMode="auto">
          <a:xfrm>
            <a:off x="23114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3339" name="AutoShape 27"/>
          <p:cNvSpPr>
            <a:spLocks/>
          </p:cNvSpPr>
          <p:nvPr/>
        </p:nvSpPr>
        <p:spPr bwMode="auto">
          <a:xfrm>
            <a:off x="73152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3340" name="AutoShape 28"/>
          <p:cNvSpPr>
            <a:spLocks/>
          </p:cNvSpPr>
          <p:nvPr/>
        </p:nvSpPr>
        <p:spPr bwMode="auto">
          <a:xfrm>
            <a:off x="122936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3341" name="AutoShape 29"/>
          <p:cNvSpPr>
            <a:spLocks/>
          </p:cNvSpPr>
          <p:nvPr/>
        </p:nvSpPr>
        <p:spPr bwMode="auto">
          <a:xfrm>
            <a:off x="174879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3316"/>
                                        </p:tgtEl>
                                        <p:attrNameLst>
                                          <p:attrName>style.visibility</p:attrName>
                                        </p:attrNameLst>
                                      </p:cBhvr>
                                      <p:to>
                                        <p:strVal val="visible"/>
                                      </p:to>
                                    </p:set>
                                    <p:anim calcmode="lin" valueType="num">
                                      <p:cBhvr additive="base">
                                        <p:cTn id="7" dur="500" fill="hold"/>
                                        <p:tgtEl>
                                          <p:spTgt spid="13316"/>
                                        </p:tgtEl>
                                        <p:attrNameLst>
                                          <p:attrName>ppt_x</p:attrName>
                                        </p:attrNameLst>
                                      </p:cBhvr>
                                      <p:tavLst>
                                        <p:tav tm="0">
                                          <p:val>
                                            <p:strVal val="1+#ppt_w/2"/>
                                          </p:val>
                                        </p:tav>
                                        <p:tav tm="100000">
                                          <p:val>
                                            <p:strVal val="#ppt_x"/>
                                          </p:val>
                                        </p:tav>
                                      </p:tavLst>
                                    </p:anim>
                                    <p:anim calcmode="lin" valueType="num">
                                      <p:cBhvr additive="base">
                                        <p:cTn id="8" dur="500" fill="hold"/>
                                        <p:tgtEl>
                                          <p:spTgt spid="1331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3317"/>
                                        </p:tgtEl>
                                        <p:attrNameLst>
                                          <p:attrName>style.visibility</p:attrName>
                                        </p:attrNameLst>
                                      </p:cBhvr>
                                      <p:to>
                                        <p:strVal val="visible"/>
                                      </p:to>
                                    </p:set>
                                    <p:anim calcmode="lin" valueType="num">
                                      <p:cBhvr additive="base">
                                        <p:cTn id="12" dur="500" fill="hold"/>
                                        <p:tgtEl>
                                          <p:spTgt spid="13317"/>
                                        </p:tgtEl>
                                        <p:attrNameLst>
                                          <p:attrName>ppt_x</p:attrName>
                                        </p:attrNameLst>
                                      </p:cBhvr>
                                      <p:tavLst>
                                        <p:tav tm="0">
                                          <p:val>
                                            <p:strVal val="1+#ppt_w/2"/>
                                          </p:val>
                                        </p:tav>
                                        <p:tav tm="100000">
                                          <p:val>
                                            <p:strVal val="#ppt_x"/>
                                          </p:val>
                                        </p:tav>
                                      </p:tavLst>
                                    </p:anim>
                                    <p:anim calcmode="lin" valueType="num">
                                      <p:cBhvr additive="base">
                                        <p:cTn id="13" dur="500" fill="hold"/>
                                        <p:tgtEl>
                                          <p:spTgt spid="1331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3314"/>
                                        </p:tgtEl>
                                        <p:attrNameLst>
                                          <p:attrName>style.visibility</p:attrName>
                                        </p:attrNameLst>
                                      </p:cBhvr>
                                      <p:to>
                                        <p:strVal val="visible"/>
                                      </p:to>
                                    </p:set>
                                    <p:anim calcmode="lin" valueType="num">
                                      <p:cBhvr additive="base">
                                        <p:cTn id="17" dur="500" fill="hold"/>
                                        <p:tgtEl>
                                          <p:spTgt spid="13314"/>
                                        </p:tgtEl>
                                        <p:attrNameLst>
                                          <p:attrName>ppt_x</p:attrName>
                                        </p:attrNameLst>
                                      </p:cBhvr>
                                      <p:tavLst>
                                        <p:tav tm="0">
                                          <p:val>
                                            <p:strVal val="1+#ppt_w/2"/>
                                          </p:val>
                                        </p:tav>
                                        <p:tav tm="100000">
                                          <p:val>
                                            <p:strVal val="#ppt_x"/>
                                          </p:val>
                                        </p:tav>
                                      </p:tavLst>
                                    </p:anim>
                                    <p:anim calcmode="lin" valueType="num">
                                      <p:cBhvr additive="base">
                                        <p:cTn id="18" dur="500" fill="hold"/>
                                        <p:tgtEl>
                                          <p:spTgt spid="1331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3318"/>
                                        </p:tgtEl>
                                        <p:attrNameLst>
                                          <p:attrName>style.visibility</p:attrName>
                                        </p:attrNameLst>
                                      </p:cBhvr>
                                      <p:to>
                                        <p:strVal val="visible"/>
                                      </p:to>
                                    </p:set>
                                    <p:animEffect transition="in" filter="dissolve">
                                      <p:cBhvr>
                                        <p:cTn id="22" dur="500"/>
                                        <p:tgtEl>
                                          <p:spTgt spid="13318"/>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3324"/>
                                        </p:tgtEl>
                                        <p:attrNameLst>
                                          <p:attrName>style.visibility</p:attrName>
                                        </p:attrNameLst>
                                      </p:cBhvr>
                                      <p:to>
                                        <p:strVal val="visible"/>
                                      </p:to>
                                    </p:set>
                                    <p:animEffect transition="in" filter="dissolve">
                                      <p:cBhvr>
                                        <p:cTn id="26" dur="500"/>
                                        <p:tgtEl>
                                          <p:spTgt spid="13324"/>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3326"/>
                                        </p:tgtEl>
                                        <p:attrNameLst>
                                          <p:attrName>style.visibility</p:attrName>
                                        </p:attrNameLst>
                                      </p:cBhvr>
                                      <p:to>
                                        <p:strVal val="visible"/>
                                      </p:to>
                                    </p:set>
                                    <p:animEffect transition="in" filter="dissolve">
                                      <p:cBhvr>
                                        <p:cTn id="30" dur="500"/>
                                        <p:tgtEl>
                                          <p:spTgt spid="13326"/>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13327"/>
                                        </p:tgtEl>
                                        <p:attrNameLst>
                                          <p:attrName>style.visibility</p:attrName>
                                        </p:attrNameLst>
                                      </p:cBhvr>
                                      <p:to>
                                        <p:strVal val="visible"/>
                                      </p:to>
                                    </p:set>
                                    <p:animEffect transition="in" filter="dissolve">
                                      <p:cBhvr>
                                        <p:cTn id="34" dur="500"/>
                                        <p:tgtEl>
                                          <p:spTgt spid="13327"/>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13337"/>
                                        </p:tgtEl>
                                        <p:attrNameLst>
                                          <p:attrName>style.visibility</p:attrName>
                                        </p:attrNameLst>
                                      </p:cBhvr>
                                      <p:to>
                                        <p:strVal val="visible"/>
                                      </p:to>
                                    </p:set>
                                    <p:animEffect transition="in" filter="dissolve">
                                      <p:cBhvr>
                                        <p:cTn id="38" dur="500"/>
                                        <p:tgtEl>
                                          <p:spTgt spid="13337"/>
                                        </p:tgtEl>
                                      </p:cBhvr>
                                    </p:animEffect>
                                  </p:childTnLst>
                                </p:cTn>
                              </p:par>
                            </p:childTnLst>
                          </p:cTn>
                        </p:par>
                        <p:par>
                          <p:cTn id="39" fill="hold" nodeType="afterGroup">
                            <p:stCondLst>
                              <p:cond delay="4000"/>
                            </p:stCondLst>
                            <p:childTnLst>
                              <p:par>
                                <p:cTn id="40" presetID="22" presetClass="entr" presetSubtype="1" fill="hold" nodeType="afterEffect">
                                  <p:stCondLst>
                                    <p:cond delay="0"/>
                                  </p:stCondLst>
                                  <p:childTnLst>
                                    <p:set>
                                      <p:cBhvr>
                                        <p:cTn id="41" dur="1" fill="hold">
                                          <p:stCondLst>
                                            <p:cond delay="0"/>
                                          </p:stCondLst>
                                        </p:cTn>
                                        <p:tgtEl>
                                          <p:spTgt spid="13338"/>
                                        </p:tgtEl>
                                        <p:attrNameLst>
                                          <p:attrName>style.visibility</p:attrName>
                                        </p:attrNameLst>
                                      </p:cBhvr>
                                      <p:to>
                                        <p:strVal val="visible"/>
                                      </p:to>
                                    </p:set>
                                    <p:animEffect transition="in" filter="wipe(up)">
                                      <p:cBhvr>
                                        <p:cTn id="42" dur="500"/>
                                        <p:tgtEl>
                                          <p:spTgt spid="13338"/>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13320"/>
                                        </p:tgtEl>
                                        <p:attrNameLst>
                                          <p:attrName>style.visibility</p:attrName>
                                        </p:attrNameLst>
                                      </p:cBhvr>
                                      <p:to>
                                        <p:strVal val="visible"/>
                                      </p:to>
                                    </p:set>
                                    <p:animEffect transition="in" filter="dissolve">
                                      <p:cBhvr>
                                        <p:cTn id="46" dur="500"/>
                                        <p:tgtEl>
                                          <p:spTgt spid="13320"/>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13325"/>
                                        </p:tgtEl>
                                        <p:attrNameLst>
                                          <p:attrName>style.visibility</p:attrName>
                                        </p:attrNameLst>
                                      </p:cBhvr>
                                      <p:to>
                                        <p:strVal val="visible"/>
                                      </p:to>
                                    </p:set>
                                    <p:animEffect transition="in" filter="dissolve">
                                      <p:cBhvr>
                                        <p:cTn id="50" dur="500"/>
                                        <p:tgtEl>
                                          <p:spTgt spid="13325"/>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13328"/>
                                        </p:tgtEl>
                                        <p:attrNameLst>
                                          <p:attrName>style.visibility</p:attrName>
                                        </p:attrNameLst>
                                      </p:cBhvr>
                                      <p:to>
                                        <p:strVal val="visible"/>
                                      </p:to>
                                    </p:set>
                                    <p:animEffect transition="in" filter="dissolve">
                                      <p:cBhvr>
                                        <p:cTn id="54" dur="500"/>
                                        <p:tgtEl>
                                          <p:spTgt spid="13328"/>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13329"/>
                                        </p:tgtEl>
                                        <p:attrNameLst>
                                          <p:attrName>style.visibility</p:attrName>
                                        </p:attrNameLst>
                                      </p:cBhvr>
                                      <p:to>
                                        <p:strVal val="visible"/>
                                      </p:to>
                                    </p:set>
                                    <p:animEffect transition="in" filter="dissolve">
                                      <p:cBhvr>
                                        <p:cTn id="58" dur="500"/>
                                        <p:tgtEl>
                                          <p:spTgt spid="13329"/>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13336"/>
                                        </p:tgtEl>
                                        <p:attrNameLst>
                                          <p:attrName>style.visibility</p:attrName>
                                        </p:attrNameLst>
                                      </p:cBhvr>
                                      <p:to>
                                        <p:strVal val="visible"/>
                                      </p:to>
                                    </p:set>
                                    <p:animEffect transition="in" filter="dissolve">
                                      <p:cBhvr>
                                        <p:cTn id="62" dur="500"/>
                                        <p:tgtEl>
                                          <p:spTgt spid="13336"/>
                                        </p:tgtEl>
                                      </p:cBhvr>
                                    </p:animEffect>
                                  </p:childTnLst>
                                </p:cTn>
                              </p:par>
                            </p:childTnLst>
                          </p:cTn>
                        </p:par>
                        <p:par>
                          <p:cTn id="63" fill="hold" nodeType="afterGroup">
                            <p:stCondLst>
                              <p:cond delay="7000"/>
                            </p:stCondLst>
                            <p:childTnLst>
                              <p:par>
                                <p:cTn id="64" presetID="22" presetClass="entr" presetSubtype="1" fill="hold" nodeType="afterEffect">
                                  <p:stCondLst>
                                    <p:cond delay="0"/>
                                  </p:stCondLst>
                                  <p:childTnLst>
                                    <p:set>
                                      <p:cBhvr>
                                        <p:cTn id="65" dur="1" fill="hold">
                                          <p:stCondLst>
                                            <p:cond delay="0"/>
                                          </p:stCondLst>
                                        </p:cTn>
                                        <p:tgtEl>
                                          <p:spTgt spid="13339"/>
                                        </p:tgtEl>
                                        <p:attrNameLst>
                                          <p:attrName>style.visibility</p:attrName>
                                        </p:attrNameLst>
                                      </p:cBhvr>
                                      <p:to>
                                        <p:strVal val="visible"/>
                                      </p:to>
                                    </p:set>
                                    <p:animEffect transition="in" filter="wipe(up)">
                                      <p:cBhvr>
                                        <p:cTn id="66" dur="500"/>
                                        <p:tgtEl>
                                          <p:spTgt spid="13339"/>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13319"/>
                                        </p:tgtEl>
                                        <p:attrNameLst>
                                          <p:attrName>style.visibility</p:attrName>
                                        </p:attrNameLst>
                                      </p:cBhvr>
                                      <p:to>
                                        <p:strVal val="visible"/>
                                      </p:to>
                                    </p:set>
                                    <p:animEffect transition="in" filter="dissolve">
                                      <p:cBhvr>
                                        <p:cTn id="70" dur="500"/>
                                        <p:tgtEl>
                                          <p:spTgt spid="13319"/>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13322"/>
                                        </p:tgtEl>
                                        <p:attrNameLst>
                                          <p:attrName>style.visibility</p:attrName>
                                        </p:attrNameLst>
                                      </p:cBhvr>
                                      <p:to>
                                        <p:strVal val="visible"/>
                                      </p:to>
                                    </p:set>
                                    <p:animEffect transition="in" filter="dissolve">
                                      <p:cBhvr>
                                        <p:cTn id="74" dur="500"/>
                                        <p:tgtEl>
                                          <p:spTgt spid="13322"/>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13332"/>
                                        </p:tgtEl>
                                        <p:attrNameLst>
                                          <p:attrName>style.visibility</p:attrName>
                                        </p:attrNameLst>
                                      </p:cBhvr>
                                      <p:to>
                                        <p:strVal val="visible"/>
                                      </p:to>
                                    </p:set>
                                    <p:animEffect transition="in" filter="dissolve">
                                      <p:cBhvr>
                                        <p:cTn id="78" dur="500"/>
                                        <p:tgtEl>
                                          <p:spTgt spid="13332"/>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13333"/>
                                        </p:tgtEl>
                                        <p:attrNameLst>
                                          <p:attrName>style.visibility</p:attrName>
                                        </p:attrNameLst>
                                      </p:cBhvr>
                                      <p:to>
                                        <p:strVal val="visible"/>
                                      </p:to>
                                    </p:set>
                                    <p:animEffect transition="in" filter="dissolve">
                                      <p:cBhvr>
                                        <p:cTn id="82" dur="500"/>
                                        <p:tgtEl>
                                          <p:spTgt spid="13333"/>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13335"/>
                                        </p:tgtEl>
                                        <p:attrNameLst>
                                          <p:attrName>style.visibility</p:attrName>
                                        </p:attrNameLst>
                                      </p:cBhvr>
                                      <p:to>
                                        <p:strVal val="visible"/>
                                      </p:to>
                                    </p:set>
                                    <p:animEffect transition="in" filter="dissolve">
                                      <p:cBhvr>
                                        <p:cTn id="86" dur="500"/>
                                        <p:tgtEl>
                                          <p:spTgt spid="13335"/>
                                        </p:tgtEl>
                                      </p:cBhvr>
                                    </p:animEffect>
                                  </p:childTnLst>
                                </p:cTn>
                              </p:par>
                            </p:childTnLst>
                          </p:cTn>
                        </p:par>
                        <p:par>
                          <p:cTn id="87" fill="hold" nodeType="afterGroup">
                            <p:stCondLst>
                              <p:cond delay="10000"/>
                            </p:stCondLst>
                            <p:childTnLst>
                              <p:par>
                                <p:cTn id="88" presetID="22" presetClass="entr" presetSubtype="1" fill="hold" nodeType="afterEffect">
                                  <p:stCondLst>
                                    <p:cond delay="0"/>
                                  </p:stCondLst>
                                  <p:childTnLst>
                                    <p:set>
                                      <p:cBhvr>
                                        <p:cTn id="89" dur="1" fill="hold">
                                          <p:stCondLst>
                                            <p:cond delay="0"/>
                                          </p:stCondLst>
                                        </p:cTn>
                                        <p:tgtEl>
                                          <p:spTgt spid="13340"/>
                                        </p:tgtEl>
                                        <p:attrNameLst>
                                          <p:attrName>style.visibility</p:attrName>
                                        </p:attrNameLst>
                                      </p:cBhvr>
                                      <p:to>
                                        <p:strVal val="visible"/>
                                      </p:to>
                                    </p:set>
                                    <p:animEffect transition="in" filter="wipe(up)">
                                      <p:cBhvr>
                                        <p:cTn id="90" dur="500"/>
                                        <p:tgtEl>
                                          <p:spTgt spid="13340"/>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13321"/>
                                        </p:tgtEl>
                                        <p:attrNameLst>
                                          <p:attrName>style.visibility</p:attrName>
                                        </p:attrNameLst>
                                      </p:cBhvr>
                                      <p:to>
                                        <p:strVal val="visible"/>
                                      </p:to>
                                    </p:set>
                                    <p:animEffect transition="in" filter="dissolve">
                                      <p:cBhvr>
                                        <p:cTn id="94" dur="500"/>
                                        <p:tgtEl>
                                          <p:spTgt spid="13321"/>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13323"/>
                                        </p:tgtEl>
                                        <p:attrNameLst>
                                          <p:attrName>style.visibility</p:attrName>
                                        </p:attrNameLst>
                                      </p:cBhvr>
                                      <p:to>
                                        <p:strVal val="visible"/>
                                      </p:to>
                                    </p:set>
                                    <p:animEffect transition="in" filter="dissolve">
                                      <p:cBhvr>
                                        <p:cTn id="98" dur="500"/>
                                        <p:tgtEl>
                                          <p:spTgt spid="13323"/>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13330"/>
                                        </p:tgtEl>
                                        <p:attrNameLst>
                                          <p:attrName>style.visibility</p:attrName>
                                        </p:attrNameLst>
                                      </p:cBhvr>
                                      <p:to>
                                        <p:strVal val="visible"/>
                                      </p:to>
                                    </p:set>
                                    <p:animEffect transition="in" filter="dissolve">
                                      <p:cBhvr>
                                        <p:cTn id="102" dur="500"/>
                                        <p:tgtEl>
                                          <p:spTgt spid="13330"/>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13331"/>
                                        </p:tgtEl>
                                        <p:attrNameLst>
                                          <p:attrName>style.visibility</p:attrName>
                                        </p:attrNameLst>
                                      </p:cBhvr>
                                      <p:to>
                                        <p:strVal val="visible"/>
                                      </p:to>
                                    </p:set>
                                    <p:animEffect transition="in" filter="dissolve">
                                      <p:cBhvr>
                                        <p:cTn id="106" dur="500"/>
                                        <p:tgtEl>
                                          <p:spTgt spid="13331"/>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13334"/>
                                        </p:tgtEl>
                                        <p:attrNameLst>
                                          <p:attrName>style.visibility</p:attrName>
                                        </p:attrNameLst>
                                      </p:cBhvr>
                                      <p:to>
                                        <p:strVal val="visible"/>
                                      </p:to>
                                    </p:set>
                                    <p:animEffect transition="in" filter="dissolve">
                                      <p:cBhvr>
                                        <p:cTn id="110" dur="500"/>
                                        <p:tgtEl>
                                          <p:spTgt spid="13334"/>
                                        </p:tgtEl>
                                      </p:cBhvr>
                                    </p:animEffect>
                                  </p:childTnLst>
                                </p:cTn>
                              </p:par>
                            </p:childTnLst>
                          </p:cTn>
                        </p:par>
                        <p:par>
                          <p:cTn id="111" fill="hold" nodeType="afterGroup">
                            <p:stCondLst>
                              <p:cond delay="13000"/>
                            </p:stCondLst>
                            <p:childTnLst>
                              <p:par>
                                <p:cTn id="112" presetID="22" presetClass="entr" presetSubtype="1" fill="hold" nodeType="afterEffect">
                                  <p:stCondLst>
                                    <p:cond delay="0"/>
                                  </p:stCondLst>
                                  <p:childTnLst>
                                    <p:set>
                                      <p:cBhvr>
                                        <p:cTn id="113" dur="1" fill="hold">
                                          <p:stCondLst>
                                            <p:cond delay="0"/>
                                          </p:stCondLst>
                                        </p:cTn>
                                        <p:tgtEl>
                                          <p:spTgt spid="13341"/>
                                        </p:tgtEl>
                                        <p:attrNameLst>
                                          <p:attrName>style.visibility</p:attrName>
                                        </p:attrNameLst>
                                      </p:cBhvr>
                                      <p:to>
                                        <p:strVal val="visible"/>
                                      </p:to>
                                    </p:set>
                                    <p:animEffect transition="in" filter="wipe(up)">
                                      <p:cBhvr>
                                        <p:cTn id="114" dur="500"/>
                                        <p:tgtEl>
                                          <p:spTgt spid="133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4" grpId="0" autoUpdateAnimBg="0"/>
      <p:bldP spid="13316" grpId="0" autoUpdateAnimBg="0"/>
      <p:bldP spid="13317" grpId="0" autoUpdateAnimBg="0"/>
      <p:bldP spid="13327" grpId="0" autoUpdateAnimBg="0"/>
      <p:bldP spid="13329" grpId="0" autoUpdateAnimBg="0"/>
      <p:bldP spid="13331" grpId="0" autoUpdateAnimBg="0"/>
      <p:bldP spid="13333" grpId="0" autoUpdateAnimBg="0"/>
      <p:bldP spid="13334" grpId="0" autoUpdateAnimBg="0"/>
      <p:bldP spid="13335" grpId="0" autoUpdateAnimBg="0"/>
      <p:bldP spid="13336" grpId="0" autoUpdateAnimBg="0"/>
      <p:bldP spid="13337" grpId="0" autoUpdateAnimBg="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WE ARE THE </a:t>
            </a:r>
            <a:r>
              <a:rPr lang="es-ES" b="1" dirty="0"/>
              <a:t>WORLDWIDE </a:t>
            </a:r>
            <a:r>
              <a:rPr lang="es-ES" dirty="0"/>
              <a:t>COMPANY</a:t>
            </a:r>
            <a:endParaRPr lang="en-US" dirty="0"/>
          </a:p>
        </p:txBody>
      </p:sp>
    </p:spTree>
    <p:extLst>
      <p:ext uri="{BB962C8B-B14F-4D97-AF65-F5344CB8AC3E}">
        <p14:creationId xmlns:p14="http://schemas.microsoft.com/office/powerpoint/2010/main" val="30498786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62" name="AutoShape 2"/>
          <p:cNvSpPr>
            <a:spLocks/>
          </p:cNvSpPr>
          <p:nvPr/>
        </p:nvSpPr>
        <p:spPr bwMode="auto">
          <a:xfrm>
            <a:off x="2247900" y="2441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5363"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646C244D-AE0A-497E-A569-CAD29614D293}"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13</a:t>
            </a:fld>
            <a:endParaRPr lang="es-ES" altLang="en-US"/>
          </a:p>
        </p:txBody>
      </p:sp>
      <p:sp>
        <p:nvSpPr>
          <p:cNvPr id="15364" name="AutoShape 4"/>
          <p:cNvSpPr>
            <a:spLocks/>
          </p:cNvSpPr>
          <p:nvPr/>
        </p:nvSpPr>
        <p:spPr bwMode="auto">
          <a:xfrm>
            <a:off x="3289300" y="604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Iconic</a:t>
            </a:r>
            <a:r>
              <a:rPr lang="es-ES" b="1" dirty="0">
                <a:solidFill>
                  <a:schemeClr val="bg1">
                    <a:lumMod val="95000"/>
                  </a:schemeClr>
                </a:solidFill>
                <a:latin typeface="Lato" charset="0"/>
                <a:ea typeface="ＭＳ Ｐゴシック" charset="0"/>
                <a:cs typeface="Lato" charset="0"/>
                <a:sym typeface="Lato" charset="0"/>
              </a:rPr>
              <a:t> Links</a:t>
            </a:r>
            <a:endParaRPr lang="es-ES" dirty="0">
              <a:solidFill>
                <a:schemeClr val="bg1">
                  <a:lumMod val="95000"/>
                </a:schemeClr>
              </a:solidFill>
              <a:ea typeface="ＭＳ Ｐゴシック" charset="0"/>
            </a:endParaRPr>
          </a:p>
        </p:txBody>
      </p:sp>
      <p:sp>
        <p:nvSpPr>
          <p:cNvPr id="15365" name="AutoShape 5"/>
          <p:cNvSpPr>
            <a:spLocks/>
          </p:cNvSpPr>
          <p:nvPr/>
        </p:nvSpPr>
        <p:spPr bwMode="auto">
          <a:xfrm>
            <a:off x="3302000" y="1638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15366" name="Group 6"/>
          <p:cNvGrpSpPr>
            <a:grpSpLocks/>
          </p:cNvGrpSpPr>
          <p:nvPr/>
        </p:nvGrpSpPr>
        <p:grpSpPr bwMode="auto">
          <a:xfrm>
            <a:off x="9553575" y="4033838"/>
            <a:ext cx="4984750" cy="8801100"/>
            <a:chOff x="0" y="0"/>
            <a:chExt cx="4984803" cy="8801100"/>
          </a:xfrm>
          <a:solidFill>
            <a:schemeClr val="accent6"/>
          </a:solidFill>
        </p:grpSpPr>
        <p:sp>
          <p:nvSpPr>
            <p:cNvPr id="15367" name="AutoShape 7"/>
            <p:cNvSpPr>
              <a:spLocks/>
            </p:cNvSpPr>
            <p:nvPr/>
          </p:nvSpPr>
          <p:spPr bwMode="auto">
            <a:xfrm>
              <a:off x="248549" y="606972"/>
              <a:ext cx="773267" cy="855280"/>
            </a:xfrm>
            <a:custGeom>
              <a:avLst/>
              <a:gdLst>
                <a:gd name="T0" fmla="*/ 386634 w 21600"/>
                <a:gd name="T1" fmla="*/ 427640 h 21600"/>
                <a:gd name="T2" fmla="*/ 386634 w 21600"/>
                <a:gd name="T3" fmla="*/ 427640 h 21600"/>
                <a:gd name="T4" fmla="*/ 386634 w 21600"/>
                <a:gd name="T5" fmla="*/ 427640 h 21600"/>
                <a:gd name="T6" fmla="*/ 386634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68" name="AutoShape 8"/>
            <p:cNvSpPr>
              <a:spLocks/>
            </p:cNvSpPr>
            <p:nvPr/>
          </p:nvSpPr>
          <p:spPr bwMode="auto">
            <a:xfrm>
              <a:off x="4211536" y="1765737"/>
              <a:ext cx="773267" cy="855281"/>
            </a:xfrm>
            <a:custGeom>
              <a:avLst/>
              <a:gdLst>
                <a:gd name="T0" fmla="*/ 386634 w 21600"/>
                <a:gd name="T1" fmla="*/ 427641 h 21600"/>
                <a:gd name="T2" fmla="*/ 386634 w 21600"/>
                <a:gd name="T3" fmla="*/ 427641 h 21600"/>
                <a:gd name="T4" fmla="*/ 386634 w 21600"/>
                <a:gd name="T5" fmla="*/ 427641 h 21600"/>
                <a:gd name="T6" fmla="*/ 386634 w 21600"/>
                <a:gd name="T7" fmla="*/ 427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69" name="AutoShape 9"/>
            <p:cNvSpPr>
              <a:spLocks/>
            </p:cNvSpPr>
            <p:nvPr/>
          </p:nvSpPr>
          <p:spPr bwMode="auto">
            <a:xfrm>
              <a:off x="1463681" y="4276396"/>
              <a:ext cx="773266" cy="855280"/>
            </a:xfrm>
            <a:custGeom>
              <a:avLst/>
              <a:gdLst>
                <a:gd name="T0" fmla="*/ 386633 w 21600"/>
                <a:gd name="T1" fmla="*/ 427640 h 21600"/>
                <a:gd name="T2" fmla="*/ 386633 w 21600"/>
                <a:gd name="T3" fmla="*/ 427640 h 21600"/>
                <a:gd name="T4" fmla="*/ 386633 w 21600"/>
                <a:gd name="T5" fmla="*/ 427640 h 21600"/>
                <a:gd name="T6" fmla="*/ 386633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0" name="AutoShape 10"/>
            <p:cNvSpPr>
              <a:spLocks/>
            </p:cNvSpPr>
            <p:nvPr/>
          </p:nvSpPr>
          <p:spPr bwMode="auto">
            <a:xfrm>
              <a:off x="2416455" y="7325055"/>
              <a:ext cx="773267" cy="855280"/>
            </a:xfrm>
            <a:custGeom>
              <a:avLst/>
              <a:gdLst>
                <a:gd name="T0" fmla="*/ 386634 w 21600"/>
                <a:gd name="T1" fmla="*/ 427640 h 21600"/>
                <a:gd name="T2" fmla="*/ 386634 w 21600"/>
                <a:gd name="T3" fmla="*/ 427640 h 21600"/>
                <a:gd name="T4" fmla="*/ 386634 w 21600"/>
                <a:gd name="T5" fmla="*/ 427640 h 21600"/>
                <a:gd name="T6" fmla="*/ 386634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1" name="AutoShape 11"/>
            <p:cNvSpPr>
              <a:spLocks/>
            </p:cNvSpPr>
            <p:nvPr/>
          </p:nvSpPr>
          <p:spPr bwMode="auto">
            <a:xfrm>
              <a:off x="3244954" y="3338348"/>
              <a:ext cx="773267" cy="855280"/>
            </a:xfrm>
            <a:custGeom>
              <a:avLst/>
              <a:gdLst>
                <a:gd name="T0" fmla="*/ 386634 w 21600"/>
                <a:gd name="T1" fmla="*/ 427640 h 21600"/>
                <a:gd name="T2" fmla="*/ 386634 w 21600"/>
                <a:gd name="T3" fmla="*/ 427640 h 21600"/>
                <a:gd name="T4" fmla="*/ 386634 w 21600"/>
                <a:gd name="T5" fmla="*/ 427640 h 21600"/>
                <a:gd name="T6" fmla="*/ 386634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2" name="AutoShape 12"/>
            <p:cNvSpPr>
              <a:spLocks/>
            </p:cNvSpPr>
            <p:nvPr/>
          </p:nvSpPr>
          <p:spPr bwMode="auto">
            <a:xfrm>
              <a:off x="2002205" y="193127"/>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3" name="AutoShape 13"/>
            <p:cNvSpPr>
              <a:spLocks/>
            </p:cNvSpPr>
            <p:nvPr/>
          </p:nvSpPr>
          <p:spPr bwMode="auto">
            <a:xfrm>
              <a:off x="2002205" y="3765988"/>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4" name="AutoShape 14"/>
            <p:cNvSpPr>
              <a:spLocks/>
            </p:cNvSpPr>
            <p:nvPr/>
          </p:nvSpPr>
          <p:spPr bwMode="auto">
            <a:xfrm>
              <a:off x="2457880" y="5545521"/>
              <a:ext cx="428058" cy="469025"/>
            </a:xfrm>
            <a:custGeom>
              <a:avLst/>
              <a:gdLst>
                <a:gd name="T0" fmla="*/ 214029 w 21600"/>
                <a:gd name="T1" fmla="*/ 234513 h 21600"/>
                <a:gd name="T2" fmla="*/ 214029 w 21600"/>
                <a:gd name="T3" fmla="*/ 234513 h 21600"/>
                <a:gd name="T4" fmla="*/ 214029 w 21600"/>
                <a:gd name="T5" fmla="*/ 234513 h 21600"/>
                <a:gd name="T6" fmla="*/ 214029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5" name="AutoShape 15"/>
            <p:cNvSpPr>
              <a:spLocks/>
            </p:cNvSpPr>
            <p:nvPr/>
          </p:nvSpPr>
          <p:spPr bwMode="auto">
            <a:xfrm>
              <a:off x="1146089" y="7145721"/>
              <a:ext cx="428059" cy="469026"/>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6" name="AutoShape 16"/>
            <p:cNvSpPr>
              <a:spLocks/>
            </p:cNvSpPr>
            <p:nvPr/>
          </p:nvSpPr>
          <p:spPr bwMode="auto">
            <a:xfrm>
              <a:off x="1656998" y="8332075"/>
              <a:ext cx="428058" cy="469025"/>
            </a:xfrm>
            <a:custGeom>
              <a:avLst/>
              <a:gdLst>
                <a:gd name="T0" fmla="*/ 214029 w 21600"/>
                <a:gd name="T1" fmla="*/ 234513 h 21600"/>
                <a:gd name="T2" fmla="*/ 214029 w 21600"/>
                <a:gd name="T3" fmla="*/ 234513 h 21600"/>
                <a:gd name="T4" fmla="*/ 214029 w 21600"/>
                <a:gd name="T5" fmla="*/ 234513 h 21600"/>
                <a:gd name="T6" fmla="*/ 214029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7" name="AutoShape 17"/>
            <p:cNvSpPr>
              <a:spLocks/>
            </p:cNvSpPr>
            <p:nvPr/>
          </p:nvSpPr>
          <p:spPr bwMode="auto">
            <a:xfrm>
              <a:off x="2071247" y="6759464"/>
              <a:ext cx="428058" cy="469025"/>
            </a:xfrm>
            <a:custGeom>
              <a:avLst/>
              <a:gdLst>
                <a:gd name="T0" fmla="*/ 214029 w 21600"/>
                <a:gd name="T1" fmla="*/ 234513 h 21600"/>
                <a:gd name="T2" fmla="*/ 214029 w 21600"/>
                <a:gd name="T3" fmla="*/ 234513 h 21600"/>
                <a:gd name="T4" fmla="*/ 214029 w 21600"/>
                <a:gd name="T5" fmla="*/ 234513 h 21600"/>
                <a:gd name="T6" fmla="*/ 214029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8" name="AutoShape 18"/>
            <p:cNvSpPr>
              <a:spLocks/>
            </p:cNvSpPr>
            <p:nvPr/>
          </p:nvSpPr>
          <p:spPr bwMode="auto">
            <a:xfrm>
              <a:off x="3742053" y="441434"/>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9" name="AutoShape 19"/>
            <p:cNvSpPr>
              <a:spLocks/>
            </p:cNvSpPr>
            <p:nvPr/>
          </p:nvSpPr>
          <p:spPr bwMode="auto">
            <a:xfrm>
              <a:off x="2057438" y="1089791"/>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0" name="AutoShape 20"/>
            <p:cNvSpPr>
              <a:spLocks/>
            </p:cNvSpPr>
            <p:nvPr/>
          </p:nvSpPr>
          <p:spPr bwMode="auto">
            <a:xfrm>
              <a:off x="4266769" y="3310759"/>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1" name="AutoShape 21"/>
            <p:cNvSpPr>
              <a:spLocks/>
            </p:cNvSpPr>
            <p:nvPr/>
          </p:nvSpPr>
          <p:spPr bwMode="auto">
            <a:xfrm>
              <a:off x="1574148" y="5669674"/>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2" name="AutoShape 22"/>
            <p:cNvSpPr>
              <a:spLocks/>
            </p:cNvSpPr>
            <p:nvPr/>
          </p:nvSpPr>
          <p:spPr bwMode="auto">
            <a:xfrm>
              <a:off x="0" y="772510"/>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3" name="AutoShape 23"/>
            <p:cNvSpPr>
              <a:spLocks/>
            </p:cNvSpPr>
            <p:nvPr/>
          </p:nvSpPr>
          <p:spPr bwMode="auto">
            <a:xfrm>
              <a:off x="1380831" y="1351893"/>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4" name="AutoShape 24"/>
            <p:cNvSpPr>
              <a:spLocks/>
            </p:cNvSpPr>
            <p:nvPr/>
          </p:nvSpPr>
          <p:spPr bwMode="auto">
            <a:xfrm>
              <a:off x="3051637" y="124153"/>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5" name="AutoShape 25"/>
            <p:cNvSpPr>
              <a:spLocks/>
            </p:cNvSpPr>
            <p:nvPr/>
          </p:nvSpPr>
          <p:spPr bwMode="auto">
            <a:xfrm>
              <a:off x="3189720" y="2041634"/>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6" name="AutoShape 26"/>
            <p:cNvSpPr>
              <a:spLocks/>
            </p:cNvSpPr>
            <p:nvPr/>
          </p:nvSpPr>
          <p:spPr bwMode="auto">
            <a:xfrm>
              <a:off x="1449873" y="137948"/>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7" name="AutoShape 27"/>
            <p:cNvSpPr>
              <a:spLocks/>
            </p:cNvSpPr>
            <p:nvPr/>
          </p:nvSpPr>
          <p:spPr bwMode="auto">
            <a:xfrm>
              <a:off x="2775470" y="3214195"/>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8" name="AutoShape 28"/>
            <p:cNvSpPr>
              <a:spLocks/>
            </p:cNvSpPr>
            <p:nvPr/>
          </p:nvSpPr>
          <p:spPr bwMode="auto">
            <a:xfrm>
              <a:off x="4570553" y="2703786"/>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9" name="AutoShape 29"/>
            <p:cNvSpPr>
              <a:spLocks/>
            </p:cNvSpPr>
            <p:nvPr/>
          </p:nvSpPr>
          <p:spPr bwMode="auto">
            <a:xfrm>
              <a:off x="3742053" y="1269124"/>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0" name="AutoShape 30"/>
            <p:cNvSpPr>
              <a:spLocks/>
            </p:cNvSpPr>
            <p:nvPr/>
          </p:nvSpPr>
          <p:spPr bwMode="auto">
            <a:xfrm>
              <a:off x="1325598" y="772510"/>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1" name="AutoShape 31"/>
            <p:cNvSpPr>
              <a:spLocks/>
            </p:cNvSpPr>
            <p:nvPr/>
          </p:nvSpPr>
          <p:spPr bwMode="auto">
            <a:xfrm>
              <a:off x="731840" y="1613995"/>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2" name="AutoShape 32"/>
            <p:cNvSpPr>
              <a:spLocks/>
            </p:cNvSpPr>
            <p:nvPr/>
          </p:nvSpPr>
          <p:spPr bwMode="auto">
            <a:xfrm>
              <a:off x="3148295" y="951843"/>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3" name="AutoShape 33"/>
            <p:cNvSpPr>
              <a:spLocks/>
            </p:cNvSpPr>
            <p:nvPr/>
          </p:nvSpPr>
          <p:spPr bwMode="auto">
            <a:xfrm>
              <a:off x="929320" y="362801"/>
              <a:ext cx="428059" cy="427640"/>
            </a:xfrm>
            <a:custGeom>
              <a:avLst/>
              <a:gdLst>
                <a:gd name="T0" fmla="*/ 214030 w 21600"/>
                <a:gd name="T1" fmla="*/ 213820 h 21600"/>
                <a:gd name="T2" fmla="*/ 214030 w 21600"/>
                <a:gd name="T3" fmla="*/ 213820 h 21600"/>
                <a:gd name="T4" fmla="*/ 214030 w 21600"/>
                <a:gd name="T5" fmla="*/ 213820 h 21600"/>
                <a:gd name="T6" fmla="*/ 214030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4" name="AutoShape 34"/>
            <p:cNvSpPr>
              <a:spLocks/>
            </p:cNvSpPr>
            <p:nvPr/>
          </p:nvSpPr>
          <p:spPr bwMode="auto">
            <a:xfrm>
              <a:off x="2613935" y="776646"/>
              <a:ext cx="428058" cy="427640"/>
            </a:xfrm>
            <a:custGeom>
              <a:avLst/>
              <a:gdLst>
                <a:gd name="T0" fmla="*/ 214029 w 21600"/>
                <a:gd name="T1" fmla="*/ 213820 h 21600"/>
                <a:gd name="T2" fmla="*/ 214029 w 21600"/>
                <a:gd name="T3" fmla="*/ 213820 h 21600"/>
                <a:gd name="T4" fmla="*/ 214029 w 21600"/>
                <a:gd name="T5" fmla="*/ 213820 h 21600"/>
                <a:gd name="T6" fmla="*/ 214029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5" name="AutoShape 35"/>
            <p:cNvSpPr>
              <a:spLocks/>
            </p:cNvSpPr>
            <p:nvPr/>
          </p:nvSpPr>
          <p:spPr bwMode="auto">
            <a:xfrm>
              <a:off x="4353782" y="1107721"/>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6" name="AutoShape 36"/>
            <p:cNvSpPr>
              <a:spLocks/>
            </p:cNvSpPr>
            <p:nvPr/>
          </p:nvSpPr>
          <p:spPr bwMode="auto">
            <a:xfrm>
              <a:off x="3387201" y="2542384"/>
              <a:ext cx="428058" cy="427641"/>
            </a:xfrm>
            <a:custGeom>
              <a:avLst/>
              <a:gdLst>
                <a:gd name="T0" fmla="*/ 214029 w 21600"/>
                <a:gd name="T1" fmla="*/ 213821 h 21600"/>
                <a:gd name="T2" fmla="*/ 214029 w 21600"/>
                <a:gd name="T3" fmla="*/ 213821 h 21600"/>
                <a:gd name="T4" fmla="*/ 214029 w 21600"/>
                <a:gd name="T5" fmla="*/ 213821 h 21600"/>
                <a:gd name="T6" fmla="*/ 214029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7" name="AutoShape 37"/>
            <p:cNvSpPr>
              <a:spLocks/>
            </p:cNvSpPr>
            <p:nvPr/>
          </p:nvSpPr>
          <p:spPr bwMode="auto">
            <a:xfrm>
              <a:off x="2862484" y="4363301"/>
              <a:ext cx="428058" cy="427640"/>
            </a:xfrm>
            <a:custGeom>
              <a:avLst/>
              <a:gdLst>
                <a:gd name="T0" fmla="*/ 214029 w 21600"/>
                <a:gd name="T1" fmla="*/ 213820 h 21600"/>
                <a:gd name="T2" fmla="*/ 214029 w 21600"/>
                <a:gd name="T3" fmla="*/ 213820 h 21600"/>
                <a:gd name="T4" fmla="*/ 214029 w 21600"/>
                <a:gd name="T5" fmla="*/ 213820 h 21600"/>
                <a:gd name="T6" fmla="*/ 214029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8" name="AutoShape 38"/>
            <p:cNvSpPr>
              <a:spLocks/>
            </p:cNvSpPr>
            <p:nvPr/>
          </p:nvSpPr>
          <p:spPr bwMode="auto">
            <a:xfrm>
              <a:off x="1895902" y="5301350"/>
              <a:ext cx="428058" cy="427641"/>
            </a:xfrm>
            <a:custGeom>
              <a:avLst/>
              <a:gdLst>
                <a:gd name="T0" fmla="*/ 214029 w 21600"/>
                <a:gd name="T1" fmla="*/ 213821 h 21600"/>
                <a:gd name="T2" fmla="*/ 214029 w 21600"/>
                <a:gd name="T3" fmla="*/ 213821 h 21600"/>
                <a:gd name="T4" fmla="*/ 214029 w 21600"/>
                <a:gd name="T5" fmla="*/ 213821 h 21600"/>
                <a:gd name="T6" fmla="*/ 214029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9" name="AutoShape 39"/>
            <p:cNvSpPr>
              <a:spLocks/>
            </p:cNvSpPr>
            <p:nvPr/>
          </p:nvSpPr>
          <p:spPr bwMode="auto">
            <a:xfrm>
              <a:off x="1633544" y="6846369"/>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0" name="AutoShape 40"/>
            <p:cNvSpPr>
              <a:spLocks/>
            </p:cNvSpPr>
            <p:nvPr/>
          </p:nvSpPr>
          <p:spPr bwMode="auto">
            <a:xfrm>
              <a:off x="1122636" y="7991341"/>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1" name="AutoShape 41"/>
            <p:cNvSpPr>
              <a:spLocks/>
            </p:cNvSpPr>
            <p:nvPr/>
          </p:nvSpPr>
          <p:spPr bwMode="auto">
            <a:xfrm>
              <a:off x="2448235" y="8294827"/>
              <a:ext cx="428058" cy="427640"/>
            </a:xfrm>
            <a:custGeom>
              <a:avLst/>
              <a:gdLst>
                <a:gd name="T0" fmla="*/ 214029 w 21600"/>
                <a:gd name="T1" fmla="*/ 213820 h 21600"/>
                <a:gd name="T2" fmla="*/ 214029 w 21600"/>
                <a:gd name="T3" fmla="*/ 213820 h 21600"/>
                <a:gd name="T4" fmla="*/ 214029 w 21600"/>
                <a:gd name="T5" fmla="*/ 213820 h 21600"/>
                <a:gd name="T6" fmla="*/ 214029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2" name="AutoShape 42"/>
            <p:cNvSpPr>
              <a:spLocks/>
            </p:cNvSpPr>
            <p:nvPr/>
          </p:nvSpPr>
          <p:spPr bwMode="auto">
            <a:xfrm>
              <a:off x="1882094" y="7605084"/>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3" name="AutoShape 43"/>
            <p:cNvSpPr>
              <a:spLocks/>
            </p:cNvSpPr>
            <p:nvPr/>
          </p:nvSpPr>
          <p:spPr bwMode="auto">
            <a:xfrm>
              <a:off x="2986760" y="1466387"/>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4" name="AutoShape 44"/>
            <p:cNvSpPr>
              <a:spLocks/>
            </p:cNvSpPr>
            <p:nvPr/>
          </p:nvSpPr>
          <p:spPr bwMode="auto">
            <a:xfrm>
              <a:off x="1063240" y="7697514"/>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5" name="AutoShape 45"/>
            <p:cNvSpPr>
              <a:spLocks/>
            </p:cNvSpPr>
            <p:nvPr/>
          </p:nvSpPr>
          <p:spPr bwMode="auto">
            <a:xfrm>
              <a:off x="1643189" y="7890641"/>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6" name="AutoShape 46"/>
            <p:cNvSpPr>
              <a:spLocks/>
            </p:cNvSpPr>
            <p:nvPr/>
          </p:nvSpPr>
          <p:spPr bwMode="auto">
            <a:xfrm>
              <a:off x="2595963" y="6952593"/>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7" name="AutoShape 47"/>
            <p:cNvSpPr>
              <a:spLocks/>
            </p:cNvSpPr>
            <p:nvPr/>
          </p:nvSpPr>
          <p:spPr bwMode="auto">
            <a:xfrm>
              <a:off x="2678813" y="5076496"/>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8" name="AutoShape 48"/>
            <p:cNvSpPr>
              <a:spLocks/>
            </p:cNvSpPr>
            <p:nvPr/>
          </p:nvSpPr>
          <p:spPr bwMode="auto">
            <a:xfrm>
              <a:off x="2375030" y="4497113"/>
              <a:ext cx="400442" cy="441435"/>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9" name="AutoShape 49"/>
            <p:cNvSpPr>
              <a:spLocks/>
            </p:cNvSpPr>
            <p:nvPr/>
          </p:nvSpPr>
          <p:spPr bwMode="auto">
            <a:xfrm>
              <a:off x="2720237" y="3710809"/>
              <a:ext cx="400442" cy="441435"/>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0" name="AutoShape 50"/>
            <p:cNvSpPr>
              <a:spLocks/>
            </p:cNvSpPr>
            <p:nvPr/>
          </p:nvSpPr>
          <p:spPr bwMode="auto">
            <a:xfrm>
              <a:off x="3673011" y="1917481"/>
              <a:ext cx="400442" cy="441435"/>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1" name="AutoShape 51"/>
            <p:cNvSpPr>
              <a:spLocks/>
            </p:cNvSpPr>
            <p:nvPr/>
          </p:nvSpPr>
          <p:spPr bwMode="auto">
            <a:xfrm>
              <a:off x="4004411" y="2772760"/>
              <a:ext cx="400442" cy="441436"/>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2" name="AutoShape 52"/>
            <p:cNvSpPr>
              <a:spLocks/>
            </p:cNvSpPr>
            <p:nvPr/>
          </p:nvSpPr>
          <p:spPr bwMode="auto">
            <a:xfrm>
              <a:off x="2499304" y="0"/>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3" name="AutoShape 53"/>
            <p:cNvSpPr>
              <a:spLocks/>
            </p:cNvSpPr>
            <p:nvPr/>
          </p:nvSpPr>
          <p:spPr bwMode="auto">
            <a:xfrm>
              <a:off x="3286379" y="593177"/>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4" name="AutoShape 54"/>
            <p:cNvSpPr>
              <a:spLocks/>
            </p:cNvSpPr>
            <p:nvPr/>
          </p:nvSpPr>
          <p:spPr bwMode="auto">
            <a:xfrm>
              <a:off x="1864122" y="827689"/>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5" name="AutoShape 55"/>
            <p:cNvSpPr>
              <a:spLocks/>
            </p:cNvSpPr>
            <p:nvPr/>
          </p:nvSpPr>
          <p:spPr bwMode="auto">
            <a:xfrm>
              <a:off x="1090856" y="1241534"/>
              <a:ext cx="193318"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6" name="AutoShape 56"/>
            <p:cNvSpPr>
              <a:spLocks/>
            </p:cNvSpPr>
            <p:nvPr/>
          </p:nvSpPr>
          <p:spPr bwMode="auto">
            <a:xfrm>
              <a:off x="414249" y="1503636"/>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7" name="AutoShape 57"/>
            <p:cNvSpPr>
              <a:spLocks/>
            </p:cNvSpPr>
            <p:nvPr/>
          </p:nvSpPr>
          <p:spPr bwMode="auto">
            <a:xfrm>
              <a:off x="1877931" y="55179"/>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8" name="AutoShape 58"/>
            <p:cNvSpPr>
              <a:spLocks/>
            </p:cNvSpPr>
            <p:nvPr/>
          </p:nvSpPr>
          <p:spPr bwMode="auto">
            <a:xfrm>
              <a:off x="4170111" y="1682968"/>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9" name="AutoShape 59"/>
            <p:cNvSpPr>
              <a:spLocks/>
            </p:cNvSpPr>
            <p:nvPr/>
          </p:nvSpPr>
          <p:spPr bwMode="auto">
            <a:xfrm>
              <a:off x="4335811" y="827689"/>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0" name="AutoShape 60"/>
            <p:cNvSpPr>
              <a:spLocks/>
            </p:cNvSpPr>
            <p:nvPr/>
          </p:nvSpPr>
          <p:spPr bwMode="auto">
            <a:xfrm>
              <a:off x="3010213" y="2827939"/>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1" name="AutoShape 61"/>
            <p:cNvSpPr>
              <a:spLocks/>
            </p:cNvSpPr>
            <p:nvPr/>
          </p:nvSpPr>
          <p:spPr bwMode="auto">
            <a:xfrm>
              <a:off x="2209330" y="4331576"/>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2" name="AutoShape 62"/>
            <p:cNvSpPr>
              <a:spLocks/>
            </p:cNvSpPr>
            <p:nvPr/>
          </p:nvSpPr>
          <p:spPr bwMode="auto">
            <a:xfrm>
              <a:off x="2402646" y="3628040"/>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3" name="AutoShape 63"/>
            <p:cNvSpPr>
              <a:spLocks/>
            </p:cNvSpPr>
            <p:nvPr/>
          </p:nvSpPr>
          <p:spPr bwMode="auto">
            <a:xfrm>
              <a:off x="1021815" y="896663"/>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4" name="AutoShape 64"/>
            <p:cNvSpPr>
              <a:spLocks/>
            </p:cNvSpPr>
            <p:nvPr/>
          </p:nvSpPr>
          <p:spPr bwMode="auto">
            <a:xfrm>
              <a:off x="1688778" y="1218080"/>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5" name="AutoShape 65"/>
            <p:cNvSpPr>
              <a:spLocks/>
            </p:cNvSpPr>
            <p:nvPr/>
          </p:nvSpPr>
          <p:spPr bwMode="auto">
            <a:xfrm>
              <a:off x="1012170" y="1521566"/>
              <a:ext cx="262358" cy="262103"/>
            </a:xfrm>
            <a:custGeom>
              <a:avLst/>
              <a:gdLst>
                <a:gd name="T0" fmla="*/ 131179 w 21600"/>
                <a:gd name="T1" fmla="*/ 131052 h 21600"/>
                <a:gd name="T2" fmla="*/ 131179 w 21600"/>
                <a:gd name="T3" fmla="*/ 131052 h 21600"/>
                <a:gd name="T4" fmla="*/ 131179 w 21600"/>
                <a:gd name="T5" fmla="*/ 131052 h 21600"/>
                <a:gd name="T6" fmla="*/ 131179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6" name="AutoShape 66"/>
            <p:cNvSpPr>
              <a:spLocks/>
            </p:cNvSpPr>
            <p:nvPr/>
          </p:nvSpPr>
          <p:spPr bwMode="auto">
            <a:xfrm>
              <a:off x="1633544" y="569723"/>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7" name="AutoShape 67"/>
            <p:cNvSpPr>
              <a:spLocks/>
            </p:cNvSpPr>
            <p:nvPr/>
          </p:nvSpPr>
          <p:spPr bwMode="auto">
            <a:xfrm>
              <a:off x="2268727" y="762851"/>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8" name="AutoShape 68"/>
            <p:cNvSpPr>
              <a:spLocks/>
            </p:cNvSpPr>
            <p:nvPr/>
          </p:nvSpPr>
          <p:spPr bwMode="auto">
            <a:xfrm>
              <a:off x="2641551" y="404185"/>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9" name="AutoShape 69"/>
            <p:cNvSpPr>
              <a:spLocks/>
            </p:cNvSpPr>
            <p:nvPr/>
          </p:nvSpPr>
          <p:spPr bwMode="auto">
            <a:xfrm>
              <a:off x="2696785" y="1314644"/>
              <a:ext cx="262358" cy="262103"/>
            </a:xfrm>
            <a:custGeom>
              <a:avLst/>
              <a:gdLst>
                <a:gd name="T0" fmla="*/ 131179 w 21600"/>
                <a:gd name="T1" fmla="*/ 131052 h 21600"/>
                <a:gd name="T2" fmla="*/ 131179 w 21600"/>
                <a:gd name="T3" fmla="*/ 131052 h 21600"/>
                <a:gd name="T4" fmla="*/ 131179 w 21600"/>
                <a:gd name="T5" fmla="*/ 131052 h 21600"/>
                <a:gd name="T6" fmla="*/ 131179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0" name="AutoShape 70"/>
            <p:cNvSpPr>
              <a:spLocks/>
            </p:cNvSpPr>
            <p:nvPr/>
          </p:nvSpPr>
          <p:spPr bwMode="auto">
            <a:xfrm>
              <a:off x="4049999" y="1011158"/>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1" name="AutoShape 71"/>
            <p:cNvSpPr>
              <a:spLocks/>
            </p:cNvSpPr>
            <p:nvPr/>
          </p:nvSpPr>
          <p:spPr bwMode="auto">
            <a:xfrm>
              <a:off x="3401008" y="1369823"/>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2" name="AutoShape 72"/>
            <p:cNvSpPr>
              <a:spLocks/>
            </p:cNvSpPr>
            <p:nvPr/>
          </p:nvSpPr>
          <p:spPr bwMode="auto">
            <a:xfrm>
              <a:off x="3539092" y="1011158"/>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3" name="AutoShape 73"/>
            <p:cNvSpPr>
              <a:spLocks/>
            </p:cNvSpPr>
            <p:nvPr/>
          </p:nvSpPr>
          <p:spPr bwMode="auto">
            <a:xfrm>
              <a:off x="3442434" y="1783668"/>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4" name="AutoShape 74"/>
            <p:cNvSpPr>
              <a:spLocks/>
            </p:cNvSpPr>
            <p:nvPr/>
          </p:nvSpPr>
          <p:spPr bwMode="auto">
            <a:xfrm>
              <a:off x="4119041" y="1342233"/>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5" name="AutoShape 75"/>
            <p:cNvSpPr>
              <a:spLocks/>
            </p:cNvSpPr>
            <p:nvPr/>
          </p:nvSpPr>
          <p:spPr bwMode="auto">
            <a:xfrm>
              <a:off x="3829067" y="1631925"/>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6" name="AutoShape 76"/>
            <p:cNvSpPr>
              <a:spLocks/>
            </p:cNvSpPr>
            <p:nvPr/>
          </p:nvSpPr>
          <p:spPr bwMode="auto">
            <a:xfrm>
              <a:off x="3829067" y="2459614"/>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7" name="AutoShape 77"/>
            <p:cNvSpPr>
              <a:spLocks/>
            </p:cNvSpPr>
            <p:nvPr/>
          </p:nvSpPr>
          <p:spPr bwMode="auto">
            <a:xfrm>
              <a:off x="3152458" y="2445820"/>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8" name="AutoShape 78"/>
            <p:cNvSpPr>
              <a:spLocks/>
            </p:cNvSpPr>
            <p:nvPr/>
          </p:nvSpPr>
          <p:spPr bwMode="auto">
            <a:xfrm>
              <a:off x="3249117" y="2914844"/>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9" name="AutoShape 79"/>
            <p:cNvSpPr>
              <a:spLocks/>
            </p:cNvSpPr>
            <p:nvPr/>
          </p:nvSpPr>
          <p:spPr bwMode="auto">
            <a:xfrm>
              <a:off x="3898107" y="3356279"/>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0" name="AutoShape 80"/>
            <p:cNvSpPr>
              <a:spLocks/>
            </p:cNvSpPr>
            <p:nvPr/>
          </p:nvSpPr>
          <p:spPr bwMode="auto">
            <a:xfrm>
              <a:off x="3690984" y="3025202"/>
              <a:ext cx="262358" cy="262103"/>
            </a:xfrm>
            <a:custGeom>
              <a:avLst/>
              <a:gdLst>
                <a:gd name="T0" fmla="*/ 131179 w 21600"/>
                <a:gd name="T1" fmla="*/ 131052 h 21600"/>
                <a:gd name="T2" fmla="*/ 131179 w 21600"/>
                <a:gd name="T3" fmla="*/ 131052 h 21600"/>
                <a:gd name="T4" fmla="*/ 131179 w 21600"/>
                <a:gd name="T5" fmla="*/ 131052 h 21600"/>
                <a:gd name="T6" fmla="*/ 131179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1" name="AutoShape 81"/>
            <p:cNvSpPr>
              <a:spLocks/>
            </p:cNvSpPr>
            <p:nvPr/>
          </p:nvSpPr>
          <p:spPr bwMode="auto">
            <a:xfrm>
              <a:off x="3138651" y="3245919"/>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2" name="AutoShape 82"/>
            <p:cNvSpPr>
              <a:spLocks/>
            </p:cNvSpPr>
            <p:nvPr/>
          </p:nvSpPr>
          <p:spPr bwMode="auto">
            <a:xfrm>
              <a:off x="2517277" y="4183969"/>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3" name="AutoShape 83"/>
            <p:cNvSpPr>
              <a:spLocks/>
            </p:cNvSpPr>
            <p:nvPr/>
          </p:nvSpPr>
          <p:spPr bwMode="auto">
            <a:xfrm>
              <a:off x="1578311" y="5259964"/>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4" name="AutoShape 84"/>
            <p:cNvSpPr>
              <a:spLocks/>
            </p:cNvSpPr>
            <p:nvPr/>
          </p:nvSpPr>
          <p:spPr bwMode="auto">
            <a:xfrm>
              <a:off x="2337768" y="5108223"/>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5" name="AutoShape 85"/>
            <p:cNvSpPr>
              <a:spLocks/>
            </p:cNvSpPr>
            <p:nvPr/>
          </p:nvSpPr>
          <p:spPr bwMode="auto">
            <a:xfrm>
              <a:off x="2126481" y="5766237"/>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46" name="AutoShape 86"/>
            <p:cNvSpPr>
              <a:spLocks/>
            </p:cNvSpPr>
            <p:nvPr/>
          </p:nvSpPr>
          <p:spPr bwMode="auto">
            <a:xfrm>
              <a:off x="1688778" y="7439547"/>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7" name="AutoShape 87"/>
            <p:cNvSpPr>
              <a:spLocks/>
            </p:cNvSpPr>
            <p:nvPr/>
          </p:nvSpPr>
          <p:spPr bwMode="auto">
            <a:xfrm>
              <a:off x="2213494" y="7315396"/>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8" name="AutoShape 88"/>
            <p:cNvSpPr>
              <a:spLocks/>
            </p:cNvSpPr>
            <p:nvPr/>
          </p:nvSpPr>
          <p:spPr bwMode="auto">
            <a:xfrm>
              <a:off x="2061602" y="8322416"/>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9" name="AutoShape 89"/>
            <p:cNvSpPr>
              <a:spLocks/>
            </p:cNvSpPr>
            <p:nvPr/>
          </p:nvSpPr>
          <p:spPr bwMode="auto">
            <a:xfrm>
              <a:off x="1505106" y="8318282"/>
              <a:ext cx="193318"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0" name="AutoShape 90"/>
            <p:cNvSpPr>
              <a:spLocks/>
            </p:cNvSpPr>
            <p:nvPr/>
          </p:nvSpPr>
          <p:spPr bwMode="auto">
            <a:xfrm>
              <a:off x="1449873" y="7752691"/>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1" name="AutoShape 91"/>
            <p:cNvSpPr>
              <a:spLocks/>
            </p:cNvSpPr>
            <p:nvPr/>
          </p:nvSpPr>
          <p:spPr bwMode="auto">
            <a:xfrm>
              <a:off x="2140288" y="8042385"/>
              <a:ext cx="193318"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15452" name="Group 92"/>
          <p:cNvGrpSpPr>
            <a:grpSpLocks/>
          </p:cNvGrpSpPr>
          <p:nvPr/>
        </p:nvGrpSpPr>
        <p:grpSpPr bwMode="auto">
          <a:xfrm>
            <a:off x="5507038" y="5178425"/>
            <a:ext cx="3686175" cy="6511925"/>
            <a:chOff x="0" y="0"/>
            <a:chExt cx="3686821" cy="6511159"/>
          </a:xfrm>
          <a:solidFill>
            <a:schemeClr val="accent1">
              <a:lumMod val="60000"/>
              <a:lumOff val="40000"/>
            </a:schemeClr>
          </a:solidFill>
        </p:grpSpPr>
        <p:sp>
          <p:nvSpPr>
            <p:cNvPr id="15453" name="AutoShape 93"/>
            <p:cNvSpPr>
              <a:spLocks/>
            </p:cNvSpPr>
            <p:nvPr/>
          </p:nvSpPr>
          <p:spPr bwMode="auto">
            <a:xfrm>
              <a:off x="183830" y="449045"/>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4" name="AutoShape 94"/>
            <p:cNvSpPr>
              <a:spLocks/>
            </p:cNvSpPr>
            <p:nvPr/>
          </p:nvSpPr>
          <p:spPr bwMode="auto">
            <a:xfrm>
              <a:off x="3114904" y="1306313"/>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5" name="AutoShape 95"/>
            <p:cNvSpPr>
              <a:spLocks/>
            </p:cNvSpPr>
            <p:nvPr/>
          </p:nvSpPr>
          <p:spPr bwMode="auto">
            <a:xfrm>
              <a:off x="1082557" y="3163728"/>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6" name="AutoShape 96"/>
            <p:cNvSpPr>
              <a:spLocks/>
            </p:cNvSpPr>
            <p:nvPr/>
          </p:nvSpPr>
          <p:spPr bwMode="auto">
            <a:xfrm>
              <a:off x="1787240" y="5419161"/>
              <a:ext cx="571917" cy="632746"/>
            </a:xfrm>
            <a:custGeom>
              <a:avLst/>
              <a:gdLst>
                <a:gd name="T0" fmla="*/ 285959 w 21600"/>
                <a:gd name="T1" fmla="*/ 316373 h 21600"/>
                <a:gd name="T2" fmla="*/ 285959 w 21600"/>
                <a:gd name="T3" fmla="*/ 316373 h 21600"/>
                <a:gd name="T4" fmla="*/ 285959 w 21600"/>
                <a:gd name="T5" fmla="*/ 316373 h 21600"/>
                <a:gd name="T6" fmla="*/ 285959 w 21600"/>
                <a:gd name="T7" fmla="*/ 3163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7" name="AutoShape 97"/>
            <p:cNvSpPr>
              <a:spLocks/>
            </p:cNvSpPr>
            <p:nvPr/>
          </p:nvSpPr>
          <p:spPr bwMode="auto">
            <a:xfrm>
              <a:off x="2400008" y="2469749"/>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8" name="AutoShape 98"/>
            <p:cNvSpPr>
              <a:spLocks/>
            </p:cNvSpPr>
            <p:nvPr/>
          </p:nvSpPr>
          <p:spPr bwMode="auto">
            <a:xfrm>
              <a:off x="1480856" y="142877"/>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9" name="AutoShape 99"/>
            <p:cNvSpPr>
              <a:spLocks/>
            </p:cNvSpPr>
            <p:nvPr/>
          </p:nvSpPr>
          <p:spPr bwMode="auto">
            <a:xfrm>
              <a:off x="1480856" y="2786122"/>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0" name="AutoShape 100"/>
            <p:cNvSpPr>
              <a:spLocks/>
            </p:cNvSpPr>
            <p:nvPr/>
          </p:nvSpPr>
          <p:spPr bwMode="auto">
            <a:xfrm>
              <a:off x="1817879" y="4102642"/>
              <a:ext cx="316598" cy="346990"/>
            </a:xfrm>
            <a:custGeom>
              <a:avLst/>
              <a:gdLst>
                <a:gd name="T0" fmla="*/ 158299 w 21600"/>
                <a:gd name="T1" fmla="*/ 173495 h 21600"/>
                <a:gd name="T2" fmla="*/ 158299 w 21600"/>
                <a:gd name="T3" fmla="*/ 173495 h 21600"/>
                <a:gd name="T4" fmla="*/ 158299 w 21600"/>
                <a:gd name="T5" fmla="*/ 173495 h 21600"/>
                <a:gd name="T6" fmla="*/ 158299 w 21600"/>
                <a:gd name="T7" fmla="*/ 1734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1" name="AutoShape 101"/>
            <p:cNvSpPr>
              <a:spLocks/>
            </p:cNvSpPr>
            <p:nvPr/>
          </p:nvSpPr>
          <p:spPr bwMode="auto">
            <a:xfrm>
              <a:off x="847662" y="528648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2" name="AutoShape 102"/>
            <p:cNvSpPr>
              <a:spLocks/>
            </p:cNvSpPr>
            <p:nvPr/>
          </p:nvSpPr>
          <p:spPr bwMode="auto">
            <a:xfrm>
              <a:off x="1225536" y="616416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3" name="AutoShape 103"/>
            <p:cNvSpPr>
              <a:spLocks/>
            </p:cNvSpPr>
            <p:nvPr/>
          </p:nvSpPr>
          <p:spPr bwMode="auto">
            <a:xfrm>
              <a:off x="1531920" y="5000732"/>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4" name="AutoShape 104"/>
            <p:cNvSpPr>
              <a:spLocks/>
            </p:cNvSpPr>
            <p:nvPr/>
          </p:nvSpPr>
          <p:spPr bwMode="auto">
            <a:xfrm>
              <a:off x="2767669" y="326578"/>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5" name="AutoShape 105"/>
            <p:cNvSpPr>
              <a:spLocks/>
            </p:cNvSpPr>
            <p:nvPr/>
          </p:nvSpPr>
          <p:spPr bwMode="auto">
            <a:xfrm>
              <a:off x="1521707" y="806240"/>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6" name="AutoShape 106"/>
            <p:cNvSpPr>
              <a:spLocks/>
            </p:cNvSpPr>
            <p:nvPr/>
          </p:nvSpPr>
          <p:spPr bwMode="auto">
            <a:xfrm>
              <a:off x="3155755" y="2449338"/>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7" name="AutoShape 107"/>
            <p:cNvSpPr>
              <a:spLocks/>
            </p:cNvSpPr>
            <p:nvPr/>
          </p:nvSpPr>
          <p:spPr bwMode="auto">
            <a:xfrm>
              <a:off x="1164259" y="4194492"/>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8" name="AutoShape 108"/>
            <p:cNvSpPr>
              <a:spLocks/>
            </p:cNvSpPr>
            <p:nvPr/>
          </p:nvSpPr>
          <p:spPr bwMode="auto">
            <a:xfrm>
              <a:off x="0" y="571512"/>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9" name="AutoShape 109"/>
            <p:cNvSpPr>
              <a:spLocks/>
            </p:cNvSpPr>
            <p:nvPr/>
          </p:nvSpPr>
          <p:spPr bwMode="auto">
            <a:xfrm>
              <a:off x="1021280" y="1000146"/>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0" name="AutoShape 110"/>
            <p:cNvSpPr>
              <a:spLocks/>
            </p:cNvSpPr>
            <p:nvPr/>
          </p:nvSpPr>
          <p:spPr bwMode="auto">
            <a:xfrm>
              <a:off x="2257028" y="9185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1" name="AutoShape 111"/>
            <p:cNvSpPr>
              <a:spLocks/>
            </p:cNvSpPr>
            <p:nvPr/>
          </p:nvSpPr>
          <p:spPr bwMode="auto">
            <a:xfrm>
              <a:off x="2359156" y="1510425"/>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2" name="AutoShape 112"/>
            <p:cNvSpPr>
              <a:spLocks/>
            </p:cNvSpPr>
            <p:nvPr/>
          </p:nvSpPr>
          <p:spPr bwMode="auto">
            <a:xfrm>
              <a:off x="1072344" y="102055"/>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3" name="AutoShape 113"/>
            <p:cNvSpPr>
              <a:spLocks/>
            </p:cNvSpPr>
            <p:nvPr/>
          </p:nvSpPr>
          <p:spPr bwMode="auto">
            <a:xfrm>
              <a:off x="2052773" y="2377899"/>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4" name="AutoShape 114"/>
            <p:cNvSpPr>
              <a:spLocks/>
            </p:cNvSpPr>
            <p:nvPr/>
          </p:nvSpPr>
          <p:spPr bwMode="auto">
            <a:xfrm>
              <a:off x="3380437" y="2000293"/>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5" name="AutoShape 115"/>
            <p:cNvSpPr>
              <a:spLocks/>
            </p:cNvSpPr>
            <p:nvPr/>
          </p:nvSpPr>
          <p:spPr bwMode="auto">
            <a:xfrm>
              <a:off x="2767669" y="938912"/>
              <a:ext cx="214469"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6" name="AutoShape 116"/>
            <p:cNvSpPr>
              <a:spLocks/>
            </p:cNvSpPr>
            <p:nvPr/>
          </p:nvSpPr>
          <p:spPr bwMode="auto">
            <a:xfrm>
              <a:off x="980429" y="57151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7" name="AutoShape 117"/>
            <p:cNvSpPr>
              <a:spLocks/>
            </p:cNvSpPr>
            <p:nvPr/>
          </p:nvSpPr>
          <p:spPr bwMode="auto">
            <a:xfrm>
              <a:off x="541278" y="11940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8" name="AutoShape 118"/>
            <p:cNvSpPr>
              <a:spLocks/>
            </p:cNvSpPr>
            <p:nvPr/>
          </p:nvSpPr>
          <p:spPr bwMode="auto">
            <a:xfrm>
              <a:off x="2328518" y="704184"/>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9" name="AutoShape 119"/>
            <p:cNvSpPr>
              <a:spLocks/>
            </p:cNvSpPr>
            <p:nvPr/>
          </p:nvSpPr>
          <p:spPr bwMode="auto">
            <a:xfrm>
              <a:off x="687337" y="26840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0" name="AutoShape 120"/>
            <p:cNvSpPr>
              <a:spLocks/>
            </p:cNvSpPr>
            <p:nvPr/>
          </p:nvSpPr>
          <p:spPr bwMode="auto">
            <a:xfrm>
              <a:off x="1933299" y="574572"/>
              <a:ext cx="316597"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1" name="AutoShape 121"/>
            <p:cNvSpPr>
              <a:spLocks/>
            </p:cNvSpPr>
            <p:nvPr/>
          </p:nvSpPr>
          <p:spPr bwMode="auto">
            <a:xfrm>
              <a:off x="3220111" y="819505"/>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2" name="AutoShape 122"/>
            <p:cNvSpPr>
              <a:spLocks/>
            </p:cNvSpPr>
            <p:nvPr/>
          </p:nvSpPr>
          <p:spPr bwMode="auto">
            <a:xfrm>
              <a:off x="2505215" y="1880885"/>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3" name="AutoShape 123"/>
            <p:cNvSpPr>
              <a:spLocks/>
            </p:cNvSpPr>
            <p:nvPr/>
          </p:nvSpPr>
          <p:spPr bwMode="auto">
            <a:xfrm>
              <a:off x="2117128" y="3228022"/>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4" name="AutoShape 124"/>
            <p:cNvSpPr>
              <a:spLocks/>
            </p:cNvSpPr>
            <p:nvPr/>
          </p:nvSpPr>
          <p:spPr bwMode="auto">
            <a:xfrm>
              <a:off x="1402232" y="3922001"/>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5" name="AutoShape 125"/>
            <p:cNvSpPr>
              <a:spLocks/>
            </p:cNvSpPr>
            <p:nvPr/>
          </p:nvSpPr>
          <p:spPr bwMode="auto">
            <a:xfrm>
              <a:off x="1208189" y="506502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6" name="AutoShape 126"/>
            <p:cNvSpPr>
              <a:spLocks/>
            </p:cNvSpPr>
            <p:nvPr/>
          </p:nvSpPr>
          <p:spPr bwMode="auto">
            <a:xfrm>
              <a:off x="830316" y="5912087"/>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7" name="AutoShape 127"/>
            <p:cNvSpPr>
              <a:spLocks/>
            </p:cNvSpPr>
            <p:nvPr/>
          </p:nvSpPr>
          <p:spPr bwMode="auto">
            <a:xfrm>
              <a:off x="1810744" y="6136611"/>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8" name="AutoShape 128"/>
            <p:cNvSpPr>
              <a:spLocks/>
            </p:cNvSpPr>
            <p:nvPr/>
          </p:nvSpPr>
          <p:spPr bwMode="auto">
            <a:xfrm>
              <a:off x="1392019" y="5626333"/>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9" name="AutoShape 129"/>
            <p:cNvSpPr>
              <a:spLocks/>
            </p:cNvSpPr>
            <p:nvPr/>
          </p:nvSpPr>
          <p:spPr bwMode="auto">
            <a:xfrm>
              <a:off x="2209043" y="1084850"/>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90" name="AutoShape 130"/>
            <p:cNvSpPr>
              <a:spLocks/>
            </p:cNvSpPr>
            <p:nvPr/>
          </p:nvSpPr>
          <p:spPr bwMode="auto">
            <a:xfrm>
              <a:off x="786385" y="5694711"/>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1" name="AutoShape 131"/>
            <p:cNvSpPr>
              <a:spLocks/>
            </p:cNvSpPr>
            <p:nvPr/>
          </p:nvSpPr>
          <p:spPr bwMode="auto">
            <a:xfrm>
              <a:off x="1215323" y="5837588"/>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2" name="AutoShape 132"/>
            <p:cNvSpPr>
              <a:spLocks/>
            </p:cNvSpPr>
            <p:nvPr/>
          </p:nvSpPr>
          <p:spPr bwMode="auto">
            <a:xfrm>
              <a:off x="1920006" y="5143610"/>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3" name="AutoShape 133"/>
            <p:cNvSpPr>
              <a:spLocks/>
            </p:cNvSpPr>
            <p:nvPr/>
          </p:nvSpPr>
          <p:spPr bwMode="auto">
            <a:xfrm>
              <a:off x="1981282" y="37556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4" name="AutoShape 134"/>
            <p:cNvSpPr>
              <a:spLocks/>
            </p:cNvSpPr>
            <p:nvPr/>
          </p:nvSpPr>
          <p:spPr bwMode="auto">
            <a:xfrm>
              <a:off x="1756600" y="3327018"/>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5" name="AutoShape 135"/>
            <p:cNvSpPr>
              <a:spLocks/>
            </p:cNvSpPr>
            <p:nvPr/>
          </p:nvSpPr>
          <p:spPr bwMode="auto">
            <a:xfrm>
              <a:off x="2011921" y="2745300"/>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6" name="AutoShape 136"/>
            <p:cNvSpPr>
              <a:spLocks/>
            </p:cNvSpPr>
            <p:nvPr/>
          </p:nvSpPr>
          <p:spPr bwMode="auto">
            <a:xfrm>
              <a:off x="2716604" y="1418575"/>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7" name="AutoShape 137"/>
            <p:cNvSpPr>
              <a:spLocks/>
            </p:cNvSpPr>
            <p:nvPr/>
          </p:nvSpPr>
          <p:spPr bwMode="auto">
            <a:xfrm>
              <a:off x="2961712" y="2051321"/>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8" name="AutoShape 138"/>
            <p:cNvSpPr>
              <a:spLocks/>
            </p:cNvSpPr>
            <p:nvPr/>
          </p:nvSpPr>
          <p:spPr bwMode="auto">
            <a:xfrm>
              <a:off x="1848516" y="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9" name="AutoShape 139"/>
            <p:cNvSpPr>
              <a:spLocks/>
            </p:cNvSpPr>
            <p:nvPr/>
          </p:nvSpPr>
          <p:spPr bwMode="auto">
            <a:xfrm>
              <a:off x="2430646" y="438839"/>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0" name="AutoShape 140"/>
            <p:cNvSpPr>
              <a:spLocks/>
            </p:cNvSpPr>
            <p:nvPr/>
          </p:nvSpPr>
          <p:spPr bwMode="auto">
            <a:xfrm>
              <a:off x="1378728" y="612334"/>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1" name="AutoShape 141"/>
            <p:cNvSpPr>
              <a:spLocks/>
            </p:cNvSpPr>
            <p:nvPr/>
          </p:nvSpPr>
          <p:spPr bwMode="auto">
            <a:xfrm>
              <a:off x="806811" y="91850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2" name="AutoShape 142"/>
            <p:cNvSpPr>
              <a:spLocks/>
            </p:cNvSpPr>
            <p:nvPr/>
          </p:nvSpPr>
          <p:spPr bwMode="auto">
            <a:xfrm>
              <a:off x="306383" y="1112407"/>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3" name="AutoShape 143"/>
            <p:cNvSpPr>
              <a:spLocks/>
            </p:cNvSpPr>
            <p:nvPr/>
          </p:nvSpPr>
          <p:spPr bwMode="auto">
            <a:xfrm>
              <a:off x="1388941" y="4082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4" name="AutoShape 144"/>
            <p:cNvSpPr>
              <a:spLocks/>
            </p:cNvSpPr>
            <p:nvPr/>
          </p:nvSpPr>
          <p:spPr bwMode="auto">
            <a:xfrm>
              <a:off x="3084265" y="1245080"/>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5" name="AutoShape 145"/>
            <p:cNvSpPr>
              <a:spLocks/>
            </p:cNvSpPr>
            <p:nvPr/>
          </p:nvSpPr>
          <p:spPr bwMode="auto">
            <a:xfrm>
              <a:off x="3206819" y="612334"/>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6" name="AutoShape 146"/>
            <p:cNvSpPr>
              <a:spLocks/>
            </p:cNvSpPr>
            <p:nvPr/>
          </p:nvSpPr>
          <p:spPr bwMode="auto">
            <a:xfrm>
              <a:off x="2226390" y="209214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7" name="AutoShape 147"/>
            <p:cNvSpPr>
              <a:spLocks/>
            </p:cNvSpPr>
            <p:nvPr/>
          </p:nvSpPr>
          <p:spPr bwMode="auto">
            <a:xfrm>
              <a:off x="1634048" y="3204550"/>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8" name="AutoShape 148"/>
            <p:cNvSpPr>
              <a:spLocks/>
            </p:cNvSpPr>
            <p:nvPr/>
          </p:nvSpPr>
          <p:spPr bwMode="auto">
            <a:xfrm>
              <a:off x="1777026" y="2684066"/>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9" name="AutoShape 149"/>
            <p:cNvSpPr>
              <a:spLocks/>
            </p:cNvSpPr>
            <p:nvPr/>
          </p:nvSpPr>
          <p:spPr bwMode="auto">
            <a:xfrm>
              <a:off x="755747" y="6633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10" name="AutoShape 150"/>
            <p:cNvSpPr>
              <a:spLocks/>
            </p:cNvSpPr>
            <p:nvPr/>
          </p:nvSpPr>
          <p:spPr bwMode="auto">
            <a:xfrm>
              <a:off x="1249041" y="90115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1" name="AutoShape 151"/>
            <p:cNvSpPr>
              <a:spLocks/>
            </p:cNvSpPr>
            <p:nvPr/>
          </p:nvSpPr>
          <p:spPr bwMode="auto">
            <a:xfrm>
              <a:off x="748614" y="1125673"/>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2" name="AutoShape 152"/>
            <p:cNvSpPr>
              <a:spLocks/>
            </p:cNvSpPr>
            <p:nvPr/>
          </p:nvSpPr>
          <p:spPr bwMode="auto">
            <a:xfrm>
              <a:off x="1208189" y="421488"/>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3" name="AutoShape 153"/>
            <p:cNvSpPr>
              <a:spLocks/>
            </p:cNvSpPr>
            <p:nvPr/>
          </p:nvSpPr>
          <p:spPr bwMode="auto">
            <a:xfrm>
              <a:off x="1677978" y="5643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4" name="AutoShape 154"/>
            <p:cNvSpPr>
              <a:spLocks/>
            </p:cNvSpPr>
            <p:nvPr/>
          </p:nvSpPr>
          <p:spPr bwMode="auto">
            <a:xfrm>
              <a:off x="1953724" y="29902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5" name="AutoShape 155"/>
            <p:cNvSpPr>
              <a:spLocks/>
            </p:cNvSpPr>
            <p:nvPr/>
          </p:nvSpPr>
          <p:spPr bwMode="auto">
            <a:xfrm>
              <a:off x="1994575" y="97258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6" name="AutoShape 156"/>
            <p:cNvSpPr>
              <a:spLocks/>
            </p:cNvSpPr>
            <p:nvPr/>
          </p:nvSpPr>
          <p:spPr bwMode="auto">
            <a:xfrm>
              <a:off x="2995429" y="7480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7" name="AutoShape 157"/>
            <p:cNvSpPr>
              <a:spLocks/>
            </p:cNvSpPr>
            <p:nvPr/>
          </p:nvSpPr>
          <p:spPr bwMode="auto">
            <a:xfrm>
              <a:off x="2515427" y="101341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8" name="AutoShape 158"/>
            <p:cNvSpPr>
              <a:spLocks/>
            </p:cNvSpPr>
            <p:nvPr/>
          </p:nvSpPr>
          <p:spPr bwMode="auto">
            <a:xfrm>
              <a:off x="2617556" y="7480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9" name="AutoShape 159"/>
            <p:cNvSpPr>
              <a:spLocks/>
            </p:cNvSpPr>
            <p:nvPr/>
          </p:nvSpPr>
          <p:spPr bwMode="auto">
            <a:xfrm>
              <a:off x="2546067" y="131957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0" name="AutoShape 160"/>
            <p:cNvSpPr>
              <a:spLocks/>
            </p:cNvSpPr>
            <p:nvPr/>
          </p:nvSpPr>
          <p:spPr bwMode="auto">
            <a:xfrm>
              <a:off x="3046493" y="993000"/>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1" name="AutoShape 161"/>
            <p:cNvSpPr>
              <a:spLocks/>
            </p:cNvSpPr>
            <p:nvPr/>
          </p:nvSpPr>
          <p:spPr bwMode="auto">
            <a:xfrm>
              <a:off x="2832025" y="1207317"/>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2" name="AutoShape 162"/>
            <p:cNvSpPr>
              <a:spLocks/>
            </p:cNvSpPr>
            <p:nvPr/>
          </p:nvSpPr>
          <p:spPr bwMode="auto">
            <a:xfrm>
              <a:off x="2832025" y="181965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3" name="AutoShape 163"/>
            <p:cNvSpPr>
              <a:spLocks/>
            </p:cNvSpPr>
            <p:nvPr/>
          </p:nvSpPr>
          <p:spPr bwMode="auto">
            <a:xfrm>
              <a:off x="2331597" y="1809445"/>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4" name="AutoShape 164"/>
            <p:cNvSpPr>
              <a:spLocks/>
            </p:cNvSpPr>
            <p:nvPr/>
          </p:nvSpPr>
          <p:spPr bwMode="auto">
            <a:xfrm>
              <a:off x="2403087" y="215643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5" name="AutoShape 165"/>
            <p:cNvSpPr>
              <a:spLocks/>
            </p:cNvSpPr>
            <p:nvPr/>
          </p:nvSpPr>
          <p:spPr bwMode="auto">
            <a:xfrm>
              <a:off x="2883088" y="2483014"/>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6" name="AutoShape 166"/>
            <p:cNvSpPr>
              <a:spLocks/>
            </p:cNvSpPr>
            <p:nvPr/>
          </p:nvSpPr>
          <p:spPr bwMode="auto">
            <a:xfrm>
              <a:off x="2729896" y="223808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7" name="AutoShape 167"/>
            <p:cNvSpPr>
              <a:spLocks/>
            </p:cNvSpPr>
            <p:nvPr/>
          </p:nvSpPr>
          <p:spPr bwMode="auto">
            <a:xfrm>
              <a:off x="2321385" y="240137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8" name="AutoShape 168"/>
            <p:cNvSpPr>
              <a:spLocks/>
            </p:cNvSpPr>
            <p:nvPr/>
          </p:nvSpPr>
          <p:spPr bwMode="auto">
            <a:xfrm>
              <a:off x="1861807" y="3095349"/>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9" name="AutoShape 169"/>
            <p:cNvSpPr>
              <a:spLocks/>
            </p:cNvSpPr>
            <p:nvPr/>
          </p:nvSpPr>
          <p:spPr bwMode="auto">
            <a:xfrm>
              <a:off x="1167338" y="3891383"/>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0" name="AutoShape 170"/>
            <p:cNvSpPr>
              <a:spLocks/>
            </p:cNvSpPr>
            <p:nvPr/>
          </p:nvSpPr>
          <p:spPr bwMode="auto">
            <a:xfrm>
              <a:off x="1729042" y="377912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1" name="AutoShape 171"/>
            <p:cNvSpPr>
              <a:spLocks/>
            </p:cNvSpPr>
            <p:nvPr/>
          </p:nvSpPr>
          <p:spPr bwMode="auto">
            <a:xfrm>
              <a:off x="1572770" y="426593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32" name="AutoShape 172"/>
            <p:cNvSpPr>
              <a:spLocks/>
            </p:cNvSpPr>
            <p:nvPr/>
          </p:nvSpPr>
          <p:spPr bwMode="auto">
            <a:xfrm>
              <a:off x="1249041" y="55038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3" name="AutoShape 173"/>
            <p:cNvSpPr>
              <a:spLocks/>
            </p:cNvSpPr>
            <p:nvPr/>
          </p:nvSpPr>
          <p:spPr bwMode="auto">
            <a:xfrm>
              <a:off x="1637127" y="541201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4" name="AutoShape 174"/>
            <p:cNvSpPr>
              <a:spLocks/>
            </p:cNvSpPr>
            <p:nvPr/>
          </p:nvSpPr>
          <p:spPr bwMode="auto">
            <a:xfrm>
              <a:off x="1524786" y="615702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5" name="AutoShape 175"/>
            <p:cNvSpPr>
              <a:spLocks/>
            </p:cNvSpPr>
            <p:nvPr/>
          </p:nvSpPr>
          <p:spPr bwMode="auto">
            <a:xfrm>
              <a:off x="1113195" y="61539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36" name="AutoShape 176"/>
            <p:cNvSpPr>
              <a:spLocks/>
            </p:cNvSpPr>
            <p:nvPr/>
          </p:nvSpPr>
          <p:spPr bwMode="auto">
            <a:xfrm>
              <a:off x="1072344" y="573553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37" name="AutoShape 177"/>
            <p:cNvSpPr>
              <a:spLocks/>
            </p:cNvSpPr>
            <p:nvPr/>
          </p:nvSpPr>
          <p:spPr bwMode="auto">
            <a:xfrm>
              <a:off x="1582983" y="5949851"/>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15538" name="Group 178"/>
          <p:cNvGrpSpPr>
            <a:grpSpLocks/>
          </p:cNvGrpSpPr>
          <p:nvPr/>
        </p:nvGrpSpPr>
        <p:grpSpPr bwMode="auto">
          <a:xfrm>
            <a:off x="15270163" y="5178425"/>
            <a:ext cx="3686175" cy="6511925"/>
            <a:chOff x="0" y="0"/>
            <a:chExt cx="3686823" cy="6511159"/>
          </a:xfrm>
          <a:solidFill>
            <a:schemeClr val="accent1">
              <a:lumMod val="60000"/>
              <a:lumOff val="40000"/>
            </a:schemeClr>
          </a:solidFill>
        </p:grpSpPr>
        <p:sp>
          <p:nvSpPr>
            <p:cNvPr id="15539" name="AutoShape 179"/>
            <p:cNvSpPr>
              <a:spLocks/>
            </p:cNvSpPr>
            <p:nvPr/>
          </p:nvSpPr>
          <p:spPr bwMode="auto">
            <a:xfrm>
              <a:off x="183829" y="449045"/>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0" name="AutoShape 180"/>
            <p:cNvSpPr>
              <a:spLocks/>
            </p:cNvSpPr>
            <p:nvPr/>
          </p:nvSpPr>
          <p:spPr bwMode="auto">
            <a:xfrm>
              <a:off x="3114905" y="1306313"/>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1" name="AutoShape 181"/>
            <p:cNvSpPr>
              <a:spLocks/>
            </p:cNvSpPr>
            <p:nvPr/>
          </p:nvSpPr>
          <p:spPr bwMode="auto">
            <a:xfrm>
              <a:off x="1082557" y="3163728"/>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2" name="AutoShape 182"/>
            <p:cNvSpPr>
              <a:spLocks/>
            </p:cNvSpPr>
            <p:nvPr/>
          </p:nvSpPr>
          <p:spPr bwMode="auto">
            <a:xfrm>
              <a:off x="1787240" y="5419161"/>
              <a:ext cx="571917" cy="632746"/>
            </a:xfrm>
            <a:custGeom>
              <a:avLst/>
              <a:gdLst>
                <a:gd name="T0" fmla="*/ 285959 w 21600"/>
                <a:gd name="T1" fmla="*/ 316373 h 21600"/>
                <a:gd name="T2" fmla="*/ 285959 w 21600"/>
                <a:gd name="T3" fmla="*/ 316373 h 21600"/>
                <a:gd name="T4" fmla="*/ 285959 w 21600"/>
                <a:gd name="T5" fmla="*/ 316373 h 21600"/>
                <a:gd name="T6" fmla="*/ 285959 w 21600"/>
                <a:gd name="T7" fmla="*/ 3163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3" name="AutoShape 183"/>
            <p:cNvSpPr>
              <a:spLocks/>
            </p:cNvSpPr>
            <p:nvPr/>
          </p:nvSpPr>
          <p:spPr bwMode="auto">
            <a:xfrm>
              <a:off x="2400007" y="2469749"/>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4" name="AutoShape 184"/>
            <p:cNvSpPr>
              <a:spLocks/>
            </p:cNvSpPr>
            <p:nvPr/>
          </p:nvSpPr>
          <p:spPr bwMode="auto">
            <a:xfrm>
              <a:off x="1480856" y="142877"/>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5" name="AutoShape 185"/>
            <p:cNvSpPr>
              <a:spLocks/>
            </p:cNvSpPr>
            <p:nvPr/>
          </p:nvSpPr>
          <p:spPr bwMode="auto">
            <a:xfrm>
              <a:off x="1480856" y="2786122"/>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6" name="AutoShape 186"/>
            <p:cNvSpPr>
              <a:spLocks/>
            </p:cNvSpPr>
            <p:nvPr/>
          </p:nvSpPr>
          <p:spPr bwMode="auto">
            <a:xfrm>
              <a:off x="1817879" y="4102642"/>
              <a:ext cx="316598" cy="346990"/>
            </a:xfrm>
            <a:custGeom>
              <a:avLst/>
              <a:gdLst>
                <a:gd name="T0" fmla="*/ 158299 w 21600"/>
                <a:gd name="T1" fmla="*/ 173495 h 21600"/>
                <a:gd name="T2" fmla="*/ 158299 w 21600"/>
                <a:gd name="T3" fmla="*/ 173495 h 21600"/>
                <a:gd name="T4" fmla="*/ 158299 w 21600"/>
                <a:gd name="T5" fmla="*/ 173495 h 21600"/>
                <a:gd name="T6" fmla="*/ 158299 w 21600"/>
                <a:gd name="T7" fmla="*/ 1734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7" name="AutoShape 187"/>
            <p:cNvSpPr>
              <a:spLocks/>
            </p:cNvSpPr>
            <p:nvPr/>
          </p:nvSpPr>
          <p:spPr bwMode="auto">
            <a:xfrm>
              <a:off x="847662" y="528648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8" name="AutoShape 188"/>
            <p:cNvSpPr>
              <a:spLocks/>
            </p:cNvSpPr>
            <p:nvPr/>
          </p:nvSpPr>
          <p:spPr bwMode="auto">
            <a:xfrm>
              <a:off x="1225535" y="616416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9" name="AutoShape 189"/>
            <p:cNvSpPr>
              <a:spLocks/>
            </p:cNvSpPr>
            <p:nvPr/>
          </p:nvSpPr>
          <p:spPr bwMode="auto">
            <a:xfrm>
              <a:off x="1531920" y="5000732"/>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0" name="AutoShape 190"/>
            <p:cNvSpPr>
              <a:spLocks/>
            </p:cNvSpPr>
            <p:nvPr/>
          </p:nvSpPr>
          <p:spPr bwMode="auto">
            <a:xfrm>
              <a:off x="2767669" y="326578"/>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1" name="AutoShape 191"/>
            <p:cNvSpPr>
              <a:spLocks/>
            </p:cNvSpPr>
            <p:nvPr/>
          </p:nvSpPr>
          <p:spPr bwMode="auto">
            <a:xfrm>
              <a:off x="1521708" y="806240"/>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2" name="AutoShape 192"/>
            <p:cNvSpPr>
              <a:spLocks/>
            </p:cNvSpPr>
            <p:nvPr/>
          </p:nvSpPr>
          <p:spPr bwMode="auto">
            <a:xfrm>
              <a:off x="3155755" y="2449338"/>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3" name="AutoShape 193"/>
            <p:cNvSpPr>
              <a:spLocks/>
            </p:cNvSpPr>
            <p:nvPr/>
          </p:nvSpPr>
          <p:spPr bwMode="auto">
            <a:xfrm>
              <a:off x="1164259" y="4194492"/>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4" name="AutoShape 194"/>
            <p:cNvSpPr>
              <a:spLocks/>
            </p:cNvSpPr>
            <p:nvPr/>
          </p:nvSpPr>
          <p:spPr bwMode="auto">
            <a:xfrm>
              <a:off x="0" y="571512"/>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5" name="AutoShape 195"/>
            <p:cNvSpPr>
              <a:spLocks/>
            </p:cNvSpPr>
            <p:nvPr/>
          </p:nvSpPr>
          <p:spPr bwMode="auto">
            <a:xfrm>
              <a:off x="1021279" y="1000146"/>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6" name="AutoShape 196"/>
            <p:cNvSpPr>
              <a:spLocks/>
            </p:cNvSpPr>
            <p:nvPr/>
          </p:nvSpPr>
          <p:spPr bwMode="auto">
            <a:xfrm>
              <a:off x="2257029" y="9185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7" name="AutoShape 197"/>
            <p:cNvSpPr>
              <a:spLocks/>
            </p:cNvSpPr>
            <p:nvPr/>
          </p:nvSpPr>
          <p:spPr bwMode="auto">
            <a:xfrm>
              <a:off x="2359157" y="1510425"/>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8" name="AutoShape 198"/>
            <p:cNvSpPr>
              <a:spLocks/>
            </p:cNvSpPr>
            <p:nvPr/>
          </p:nvSpPr>
          <p:spPr bwMode="auto">
            <a:xfrm>
              <a:off x="1072344" y="102055"/>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9" name="AutoShape 199"/>
            <p:cNvSpPr>
              <a:spLocks/>
            </p:cNvSpPr>
            <p:nvPr/>
          </p:nvSpPr>
          <p:spPr bwMode="auto">
            <a:xfrm>
              <a:off x="2052773" y="2377899"/>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0" name="AutoShape 200"/>
            <p:cNvSpPr>
              <a:spLocks/>
            </p:cNvSpPr>
            <p:nvPr/>
          </p:nvSpPr>
          <p:spPr bwMode="auto">
            <a:xfrm>
              <a:off x="3380437" y="2000293"/>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1" name="AutoShape 201"/>
            <p:cNvSpPr>
              <a:spLocks/>
            </p:cNvSpPr>
            <p:nvPr/>
          </p:nvSpPr>
          <p:spPr bwMode="auto">
            <a:xfrm>
              <a:off x="2767669" y="938912"/>
              <a:ext cx="214469"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2" name="AutoShape 202"/>
            <p:cNvSpPr>
              <a:spLocks/>
            </p:cNvSpPr>
            <p:nvPr/>
          </p:nvSpPr>
          <p:spPr bwMode="auto">
            <a:xfrm>
              <a:off x="980429" y="57151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3" name="AutoShape 203"/>
            <p:cNvSpPr>
              <a:spLocks/>
            </p:cNvSpPr>
            <p:nvPr/>
          </p:nvSpPr>
          <p:spPr bwMode="auto">
            <a:xfrm>
              <a:off x="541278" y="11940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4" name="AutoShape 204"/>
            <p:cNvSpPr>
              <a:spLocks/>
            </p:cNvSpPr>
            <p:nvPr/>
          </p:nvSpPr>
          <p:spPr bwMode="auto">
            <a:xfrm>
              <a:off x="2328518" y="704184"/>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5" name="AutoShape 205"/>
            <p:cNvSpPr>
              <a:spLocks/>
            </p:cNvSpPr>
            <p:nvPr/>
          </p:nvSpPr>
          <p:spPr bwMode="auto">
            <a:xfrm>
              <a:off x="687336" y="26840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6" name="AutoShape 206"/>
            <p:cNvSpPr>
              <a:spLocks/>
            </p:cNvSpPr>
            <p:nvPr/>
          </p:nvSpPr>
          <p:spPr bwMode="auto">
            <a:xfrm>
              <a:off x="1933299" y="574572"/>
              <a:ext cx="316597"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7" name="AutoShape 207"/>
            <p:cNvSpPr>
              <a:spLocks/>
            </p:cNvSpPr>
            <p:nvPr/>
          </p:nvSpPr>
          <p:spPr bwMode="auto">
            <a:xfrm>
              <a:off x="3220110" y="819505"/>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8" name="AutoShape 208"/>
            <p:cNvSpPr>
              <a:spLocks/>
            </p:cNvSpPr>
            <p:nvPr/>
          </p:nvSpPr>
          <p:spPr bwMode="auto">
            <a:xfrm>
              <a:off x="2505215" y="1880885"/>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9" name="AutoShape 209"/>
            <p:cNvSpPr>
              <a:spLocks/>
            </p:cNvSpPr>
            <p:nvPr/>
          </p:nvSpPr>
          <p:spPr bwMode="auto">
            <a:xfrm>
              <a:off x="2117128" y="3228022"/>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0" name="AutoShape 210"/>
            <p:cNvSpPr>
              <a:spLocks/>
            </p:cNvSpPr>
            <p:nvPr/>
          </p:nvSpPr>
          <p:spPr bwMode="auto">
            <a:xfrm>
              <a:off x="1402233" y="3922001"/>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1" name="AutoShape 211"/>
            <p:cNvSpPr>
              <a:spLocks/>
            </p:cNvSpPr>
            <p:nvPr/>
          </p:nvSpPr>
          <p:spPr bwMode="auto">
            <a:xfrm>
              <a:off x="1208190" y="506502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2" name="AutoShape 212"/>
            <p:cNvSpPr>
              <a:spLocks/>
            </p:cNvSpPr>
            <p:nvPr/>
          </p:nvSpPr>
          <p:spPr bwMode="auto">
            <a:xfrm>
              <a:off x="830316" y="5912087"/>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3" name="AutoShape 213"/>
            <p:cNvSpPr>
              <a:spLocks/>
            </p:cNvSpPr>
            <p:nvPr/>
          </p:nvSpPr>
          <p:spPr bwMode="auto">
            <a:xfrm>
              <a:off x="1810745" y="6136611"/>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4" name="AutoShape 214"/>
            <p:cNvSpPr>
              <a:spLocks/>
            </p:cNvSpPr>
            <p:nvPr/>
          </p:nvSpPr>
          <p:spPr bwMode="auto">
            <a:xfrm>
              <a:off x="1392020" y="5626333"/>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5" name="AutoShape 215"/>
            <p:cNvSpPr>
              <a:spLocks/>
            </p:cNvSpPr>
            <p:nvPr/>
          </p:nvSpPr>
          <p:spPr bwMode="auto">
            <a:xfrm>
              <a:off x="2209043" y="1084850"/>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6" name="AutoShape 216"/>
            <p:cNvSpPr>
              <a:spLocks/>
            </p:cNvSpPr>
            <p:nvPr/>
          </p:nvSpPr>
          <p:spPr bwMode="auto">
            <a:xfrm>
              <a:off x="786386" y="5694711"/>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77" name="AutoShape 217"/>
            <p:cNvSpPr>
              <a:spLocks/>
            </p:cNvSpPr>
            <p:nvPr/>
          </p:nvSpPr>
          <p:spPr bwMode="auto">
            <a:xfrm>
              <a:off x="1215324" y="5837588"/>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78" name="AutoShape 218"/>
            <p:cNvSpPr>
              <a:spLocks/>
            </p:cNvSpPr>
            <p:nvPr/>
          </p:nvSpPr>
          <p:spPr bwMode="auto">
            <a:xfrm>
              <a:off x="1920006" y="5143610"/>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79" name="AutoShape 219"/>
            <p:cNvSpPr>
              <a:spLocks/>
            </p:cNvSpPr>
            <p:nvPr/>
          </p:nvSpPr>
          <p:spPr bwMode="auto">
            <a:xfrm>
              <a:off x="1981282" y="37556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0" name="AutoShape 220"/>
            <p:cNvSpPr>
              <a:spLocks/>
            </p:cNvSpPr>
            <p:nvPr/>
          </p:nvSpPr>
          <p:spPr bwMode="auto">
            <a:xfrm>
              <a:off x="1756600" y="3327018"/>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1" name="AutoShape 221"/>
            <p:cNvSpPr>
              <a:spLocks/>
            </p:cNvSpPr>
            <p:nvPr/>
          </p:nvSpPr>
          <p:spPr bwMode="auto">
            <a:xfrm>
              <a:off x="2011921" y="2745300"/>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2" name="AutoShape 222"/>
            <p:cNvSpPr>
              <a:spLocks/>
            </p:cNvSpPr>
            <p:nvPr/>
          </p:nvSpPr>
          <p:spPr bwMode="auto">
            <a:xfrm>
              <a:off x="2716604" y="1418575"/>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3" name="AutoShape 223"/>
            <p:cNvSpPr>
              <a:spLocks/>
            </p:cNvSpPr>
            <p:nvPr/>
          </p:nvSpPr>
          <p:spPr bwMode="auto">
            <a:xfrm>
              <a:off x="2961712" y="2051321"/>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4" name="AutoShape 224"/>
            <p:cNvSpPr>
              <a:spLocks/>
            </p:cNvSpPr>
            <p:nvPr/>
          </p:nvSpPr>
          <p:spPr bwMode="auto">
            <a:xfrm>
              <a:off x="1848517" y="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5" name="AutoShape 225"/>
            <p:cNvSpPr>
              <a:spLocks/>
            </p:cNvSpPr>
            <p:nvPr/>
          </p:nvSpPr>
          <p:spPr bwMode="auto">
            <a:xfrm>
              <a:off x="2430646" y="438839"/>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6" name="AutoShape 226"/>
            <p:cNvSpPr>
              <a:spLocks/>
            </p:cNvSpPr>
            <p:nvPr/>
          </p:nvSpPr>
          <p:spPr bwMode="auto">
            <a:xfrm>
              <a:off x="1378728" y="612334"/>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7" name="AutoShape 227"/>
            <p:cNvSpPr>
              <a:spLocks/>
            </p:cNvSpPr>
            <p:nvPr/>
          </p:nvSpPr>
          <p:spPr bwMode="auto">
            <a:xfrm>
              <a:off x="806810" y="91850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8" name="AutoShape 228"/>
            <p:cNvSpPr>
              <a:spLocks/>
            </p:cNvSpPr>
            <p:nvPr/>
          </p:nvSpPr>
          <p:spPr bwMode="auto">
            <a:xfrm>
              <a:off x="306383" y="1112407"/>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9" name="AutoShape 229"/>
            <p:cNvSpPr>
              <a:spLocks/>
            </p:cNvSpPr>
            <p:nvPr/>
          </p:nvSpPr>
          <p:spPr bwMode="auto">
            <a:xfrm>
              <a:off x="1388941" y="4082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0" name="AutoShape 230"/>
            <p:cNvSpPr>
              <a:spLocks/>
            </p:cNvSpPr>
            <p:nvPr/>
          </p:nvSpPr>
          <p:spPr bwMode="auto">
            <a:xfrm>
              <a:off x="3084265" y="1245080"/>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1" name="AutoShape 231"/>
            <p:cNvSpPr>
              <a:spLocks/>
            </p:cNvSpPr>
            <p:nvPr/>
          </p:nvSpPr>
          <p:spPr bwMode="auto">
            <a:xfrm>
              <a:off x="3206819" y="612334"/>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2" name="AutoShape 232"/>
            <p:cNvSpPr>
              <a:spLocks/>
            </p:cNvSpPr>
            <p:nvPr/>
          </p:nvSpPr>
          <p:spPr bwMode="auto">
            <a:xfrm>
              <a:off x="2226390" y="209214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3" name="AutoShape 233"/>
            <p:cNvSpPr>
              <a:spLocks/>
            </p:cNvSpPr>
            <p:nvPr/>
          </p:nvSpPr>
          <p:spPr bwMode="auto">
            <a:xfrm>
              <a:off x="1634047" y="3204550"/>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4" name="AutoShape 234"/>
            <p:cNvSpPr>
              <a:spLocks/>
            </p:cNvSpPr>
            <p:nvPr/>
          </p:nvSpPr>
          <p:spPr bwMode="auto">
            <a:xfrm>
              <a:off x="1777026" y="2684066"/>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5" name="AutoShape 235"/>
            <p:cNvSpPr>
              <a:spLocks/>
            </p:cNvSpPr>
            <p:nvPr/>
          </p:nvSpPr>
          <p:spPr bwMode="auto">
            <a:xfrm>
              <a:off x="755747" y="6633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6" name="AutoShape 236"/>
            <p:cNvSpPr>
              <a:spLocks/>
            </p:cNvSpPr>
            <p:nvPr/>
          </p:nvSpPr>
          <p:spPr bwMode="auto">
            <a:xfrm>
              <a:off x="1249041" y="90115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97" name="AutoShape 237"/>
            <p:cNvSpPr>
              <a:spLocks/>
            </p:cNvSpPr>
            <p:nvPr/>
          </p:nvSpPr>
          <p:spPr bwMode="auto">
            <a:xfrm>
              <a:off x="748614" y="1125673"/>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98" name="AutoShape 238"/>
            <p:cNvSpPr>
              <a:spLocks/>
            </p:cNvSpPr>
            <p:nvPr/>
          </p:nvSpPr>
          <p:spPr bwMode="auto">
            <a:xfrm>
              <a:off x="1208190" y="421488"/>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99" name="AutoShape 239"/>
            <p:cNvSpPr>
              <a:spLocks/>
            </p:cNvSpPr>
            <p:nvPr/>
          </p:nvSpPr>
          <p:spPr bwMode="auto">
            <a:xfrm>
              <a:off x="1677978" y="5643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0" name="AutoShape 240"/>
            <p:cNvSpPr>
              <a:spLocks/>
            </p:cNvSpPr>
            <p:nvPr/>
          </p:nvSpPr>
          <p:spPr bwMode="auto">
            <a:xfrm>
              <a:off x="1953723" y="29902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1" name="AutoShape 241"/>
            <p:cNvSpPr>
              <a:spLocks/>
            </p:cNvSpPr>
            <p:nvPr/>
          </p:nvSpPr>
          <p:spPr bwMode="auto">
            <a:xfrm>
              <a:off x="1994575" y="97258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2" name="AutoShape 242"/>
            <p:cNvSpPr>
              <a:spLocks/>
            </p:cNvSpPr>
            <p:nvPr/>
          </p:nvSpPr>
          <p:spPr bwMode="auto">
            <a:xfrm>
              <a:off x="2995430" y="748066"/>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3" name="AutoShape 243"/>
            <p:cNvSpPr>
              <a:spLocks/>
            </p:cNvSpPr>
            <p:nvPr/>
          </p:nvSpPr>
          <p:spPr bwMode="auto">
            <a:xfrm>
              <a:off x="2515427" y="101341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4" name="AutoShape 244"/>
            <p:cNvSpPr>
              <a:spLocks/>
            </p:cNvSpPr>
            <p:nvPr/>
          </p:nvSpPr>
          <p:spPr bwMode="auto">
            <a:xfrm>
              <a:off x="2617556" y="7480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5" name="AutoShape 245"/>
            <p:cNvSpPr>
              <a:spLocks/>
            </p:cNvSpPr>
            <p:nvPr/>
          </p:nvSpPr>
          <p:spPr bwMode="auto">
            <a:xfrm>
              <a:off x="2546067" y="131957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6" name="AutoShape 246"/>
            <p:cNvSpPr>
              <a:spLocks/>
            </p:cNvSpPr>
            <p:nvPr/>
          </p:nvSpPr>
          <p:spPr bwMode="auto">
            <a:xfrm>
              <a:off x="3046493" y="993000"/>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7" name="AutoShape 247"/>
            <p:cNvSpPr>
              <a:spLocks/>
            </p:cNvSpPr>
            <p:nvPr/>
          </p:nvSpPr>
          <p:spPr bwMode="auto">
            <a:xfrm>
              <a:off x="2832025" y="1207317"/>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8" name="AutoShape 248"/>
            <p:cNvSpPr>
              <a:spLocks/>
            </p:cNvSpPr>
            <p:nvPr/>
          </p:nvSpPr>
          <p:spPr bwMode="auto">
            <a:xfrm>
              <a:off x="2832025" y="181965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9" name="AutoShape 249"/>
            <p:cNvSpPr>
              <a:spLocks/>
            </p:cNvSpPr>
            <p:nvPr/>
          </p:nvSpPr>
          <p:spPr bwMode="auto">
            <a:xfrm>
              <a:off x="2331597" y="1809445"/>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0" name="AutoShape 250"/>
            <p:cNvSpPr>
              <a:spLocks/>
            </p:cNvSpPr>
            <p:nvPr/>
          </p:nvSpPr>
          <p:spPr bwMode="auto">
            <a:xfrm>
              <a:off x="2403087" y="215643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1" name="AutoShape 251"/>
            <p:cNvSpPr>
              <a:spLocks/>
            </p:cNvSpPr>
            <p:nvPr/>
          </p:nvSpPr>
          <p:spPr bwMode="auto">
            <a:xfrm>
              <a:off x="2883089" y="2483014"/>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2" name="AutoShape 252"/>
            <p:cNvSpPr>
              <a:spLocks/>
            </p:cNvSpPr>
            <p:nvPr/>
          </p:nvSpPr>
          <p:spPr bwMode="auto">
            <a:xfrm>
              <a:off x="2729896" y="223808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3" name="AutoShape 253"/>
            <p:cNvSpPr>
              <a:spLocks/>
            </p:cNvSpPr>
            <p:nvPr/>
          </p:nvSpPr>
          <p:spPr bwMode="auto">
            <a:xfrm>
              <a:off x="2321385" y="240137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4" name="AutoShape 254"/>
            <p:cNvSpPr>
              <a:spLocks/>
            </p:cNvSpPr>
            <p:nvPr/>
          </p:nvSpPr>
          <p:spPr bwMode="auto">
            <a:xfrm>
              <a:off x="1861807" y="3095349"/>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5" name="AutoShape 255"/>
            <p:cNvSpPr>
              <a:spLocks/>
            </p:cNvSpPr>
            <p:nvPr/>
          </p:nvSpPr>
          <p:spPr bwMode="auto">
            <a:xfrm>
              <a:off x="1167338" y="3891383"/>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6" name="AutoShape 256"/>
            <p:cNvSpPr>
              <a:spLocks/>
            </p:cNvSpPr>
            <p:nvPr/>
          </p:nvSpPr>
          <p:spPr bwMode="auto">
            <a:xfrm>
              <a:off x="1729043" y="377912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7" name="AutoShape 257"/>
            <p:cNvSpPr>
              <a:spLocks/>
            </p:cNvSpPr>
            <p:nvPr/>
          </p:nvSpPr>
          <p:spPr bwMode="auto">
            <a:xfrm>
              <a:off x="1572770" y="426593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618" name="AutoShape 258"/>
            <p:cNvSpPr>
              <a:spLocks/>
            </p:cNvSpPr>
            <p:nvPr/>
          </p:nvSpPr>
          <p:spPr bwMode="auto">
            <a:xfrm>
              <a:off x="1249041" y="55038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9" name="AutoShape 259"/>
            <p:cNvSpPr>
              <a:spLocks/>
            </p:cNvSpPr>
            <p:nvPr/>
          </p:nvSpPr>
          <p:spPr bwMode="auto">
            <a:xfrm>
              <a:off x="1637127" y="541201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20" name="AutoShape 260"/>
            <p:cNvSpPr>
              <a:spLocks/>
            </p:cNvSpPr>
            <p:nvPr/>
          </p:nvSpPr>
          <p:spPr bwMode="auto">
            <a:xfrm>
              <a:off x="1524785" y="615702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21" name="AutoShape 261"/>
            <p:cNvSpPr>
              <a:spLocks/>
            </p:cNvSpPr>
            <p:nvPr/>
          </p:nvSpPr>
          <p:spPr bwMode="auto">
            <a:xfrm>
              <a:off x="1113194" y="61539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622" name="AutoShape 262"/>
            <p:cNvSpPr>
              <a:spLocks/>
            </p:cNvSpPr>
            <p:nvPr/>
          </p:nvSpPr>
          <p:spPr bwMode="auto">
            <a:xfrm>
              <a:off x="1072344" y="573553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623" name="AutoShape 263"/>
            <p:cNvSpPr>
              <a:spLocks/>
            </p:cNvSpPr>
            <p:nvPr/>
          </p:nvSpPr>
          <p:spPr bwMode="auto">
            <a:xfrm>
              <a:off x="1582983" y="5949851"/>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5364"/>
                                        </p:tgtEl>
                                        <p:attrNameLst>
                                          <p:attrName>style.visibility</p:attrName>
                                        </p:attrNameLst>
                                      </p:cBhvr>
                                      <p:to>
                                        <p:strVal val="visible"/>
                                      </p:to>
                                    </p:set>
                                    <p:anim calcmode="lin" valueType="num">
                                      <p:cBhvr additive="base">
                                        <p:cTn id="7" dur="500" fill="hold"/>
                                        <p:tgtEl>
                                          <p:spTgt spid="15364"/>
                                        </p:tgtEl>
                                        <p:attrNameLst>
                                          <p:attrName>ppt_x</p:attrName>
                                        </p:attrNameLst>
                                      </p:cBhvr>
                                      <p:tavLst>
                                        <p:tav tm="0">
                                          <p:val>
                                            <p:strVal val="1+#ppt_w/2"/>
                                          </p:val>
                                        </p:tav>
                                        <p:tav tm="100000">
                                          <p:val>
                                            <p:strVal val="#ppt_x"/>
                                          </p:val>
                                        </p:tav>
                                      </p:tavLst>
                                    </p:anim>
                                    <p:anim calcmode="lin" valueType="num">
                                      <p:cBhvr additive="base">
                                        <p:cTn id="8" dur="500" fill="hold"/>
                                        <p:tgtEl>
                                          <p:spTgt spid="153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5365"/>
                                        </p:tgtEl>
                                        <p:attrNameLst>
                                          <p:attrName>style.visibility</p:attrName>
                                        </p:attrNameLst>
                                      </p:cBhvr>
                                      <p:to>
                                        <p:strVal val="visible"/>
                                      </p:to>
                                    </p:set>
                                    <p:anim calcmode="lin" valueType="num">
                                      <p:cBhvr additive="base">
                                        <p:cTn id="12" dur="500" fill="hold"/>
                                        <p:tgtEl>
                                          <p:spTgt spid="15365"/>
                                        </p:tgtEl>
                                        <p:attrNameLst>
                                          <p:attrName>ppt_x</p:attrName>
                                        </p:attrNameLst>
                                      </p:cBhvr>
                                      <p:tavLst>
                                        <p:tav tm="0">
                                          <p:val>
                                            <p:strVal val="1+#ppt_w/2"/>
                                          </p:val>
                                        </p:tav>
                                        <p:tav tm="100000">
                                          <p:val>
                                            <p:strVal val="#ppt_x"/>
                                          </p:val>
                                        </p:tav>
                                      </p:tavLst>
                                    </p:anim>
                                    <p:anim calcmode="lin" valueType="num">
                                      <p:cBhvr additive="base">
                                        <p:cTn id="13" dur="500" fill="hold"/>
                                        <p:tgtEl>
                                          <p:spTgt spid="1536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5362"/>
                                        </p:tgtEl>
                                        <p:attrNameLst>
                                          <p:attrName>style.visibility</p:attrName>
                                        </p:attrNameLst>
                                      </p:cBhvr>
                                      <p:to>
                                        <p:strVal val="visible"/>
                                      </p:to>
                                    </p:set>
                                    <p:anim calcmode="lin" valueType="num">
                                      <p:cBhvr additive="base">
                                        <p:cTn id="17" dur="500" fill="hold"/>
                                        <p:tgtEl>
                                          <p:spTgt spid="15362"/>
                                        </p:tgtEl>
                                        <p:attrNameLst>
                                          <p:attrName>ppt_x</p:attrName>
                                        </p:attrNameLst>
                                      </p:cBhvr>
                                      <p:tavLst>
                                        <p:tav tm="0">
                                          <p:val>
                                            <p:strVal val="1+#ppt_w/2"/>
                                          </p:val>
                                        </p:tav>
                                        <p:tav tm="100000">
                                          <p:val>
                                            <p:strVal val="#ppt_x"/>
                                          </p:val>
                                        </p:tav>
                                      </p:tavLst>
                                    </p:anim>
                                    <p:anim calcmode="lin" valueType="num">
                                      <p:cBhvr additive="base">
                                        <p:cTn id="18" dur="500" fill="hold"/>
                                        <p:tgtEl>
                                          <p:spTgt spid="1536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15366"/>
                                        </p:tgtEl>
                                        <p:attrNameLst>
                                          <p:attrName>style.visibility</p:attrName>
                                        </p:attrNameLst>
                                      </p:cBhvr>
                                      <p:to>
                                        <p:strVal val="visible"/>
                                      </p:to>
                                    </p:set>
                                    <p:anim calcmode="lin" valueType="num">
                                      <p:cBhvr>
                                        <p:cTn id="22" dur="500" fill="hold"/>
                                        <p:tgtEl>
                                          <p:spTgt spid="15366"/>
                                        </p:tgtEl>
                                        <p:attrNameLst>
                                          <p:attrName>ppt_w</p:attrName>
                                        </p:attrNameLst>
                                      </p:cBhvr>
                                      <p:tavLst>
                                        <p:tav tm="0">
                                          <p:val>
                                            <p:fltVal val="0"/>
                                          </p:val>
                                        </p:tav>
                                        <p:tav tm="100000">
                                          <p:val>
                                            <p:strVal val="#ppt_w"/>
                                          </p:val>
                                        </p:tav>
                                      </p:tavLst>
                                    </p:anim>
                                    <p:anim calcmode="lin" valueType="num">
                                      <p:cBhvr>
                                        <p:cTn id="23" dur="500" fill="hold"/>
                                        <p:tgtEl>
                                          <p:spTgt spid="15366"/>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nodeType="afterEffect">
                                  <p:stCondLst>
                                    <p:cond delay="0"/>
                                  </p:stCondLst>
                                  <p:childTnLst>
                                    <p:set>
                                      <p:cBhvr>
                                        <p:cTn id="26" dur="1" fill="hold">
                                          <p:stCondLst>
                                            <p:cond delay="0"/>
                                          </p:stCondLst>
                                        </p:cTn>
                                        <p:tgtEl>
                                          <p:spTgt spid="15452"/>
                                        </p:tgtEl>
                                        <p:attrNameLst>
                                          <p:attrName>style.visibility</p:attrName>
                                        </p:attrNameLst>
                                      </p:cBhvr>
                                      <p:to>
                                        <p:strVal val="visible"/>
                                      </p:to>
                                    </p:set>
                                    <p:anim calcmode="lin" valueType="num">
                                      <p:cBhvr>
                                        <p:cTn id="27" dur="500" fill="hold"/>
                                        <p:tgtEl>
                                          <p:spTgt spid="15452"/>
                                        </p:tgtEl>
                                        <p:attrNameLst>
                                          <p:attrName>ppt_w</p:attrName>
                                        </p:attrNameLst>
                                      </p:cBhvr>
                                      <p:tavLst>
                                        <p:tav tm="0">
                                          <p:val>
                                            <p:fltVal val="0"/>
                                          </p:val>
                                        </p:tav>
                                        <p:tav tm="100000">
                                          <p:val>
                                            <p:strVal val="#ppt_w"/>
                                          </p:val>
                                        </p:tav>
                                      </p:tavLst>
                                    </p:anim>
                                    <p:anim calcmode="lin" valueType="num">
                                      <p:cBhvr>
                                        <p:cTn id="28" dur="500" fill="hold"/>
                                        <p:tgtEl>
                                          <p:spTgt spid="15452"/>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15538"/>
                                        </p:tgtEl>
                                        <p:attrNameLst>
                                          <p:attrName>style.visibility</p:attrName>
                                        </p:attrNameLst>
                                      </p:cBhvr>
                                      <p:to>
                                        <p:strVal val="visible"/>
                                      </p:to>
                                    </p:set>
                                    <p:anim calcmode="lin" valueType="num">
                                      <p:cBhvr>
                                        <p:cTn id="32" dur="500" fill="hold"/>
                                        <p:tgtEl>
                                          <p:spTgt spid="15538"/>
                                        </p:tgtEl>
                                        <p:attrNameLst>
                                          <p:attrName>ppt_w</p:attrName>
                                        </p:attrNameLst>
                                      </p:cBhvr>
                                      <p:tavLst>
                                        <p:tav tm="0">
                                          <p:val>
                                            <p:fltVal val="0"/>
                                          </p:val>
                                        </p:tav>
                                        <p:tav tm="100000">
                                          <p:val>
                                            <p:strVal val="#ppt_w"/>
                                          </p:val>
                                        </p:tav>
                                      </p:tavLst>
                                    </p:anim>
                                    <p:anim calcmode="lin" valueType="num">
                                      <p:cBhvr>
                                        <p:cTn id="33" dur="500" fill="hold"/>
                                        <p:tgtEl>
                                          <p:spTgt spid="1553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2" grpId="0" autoUpdateAnimBg="0"/>
      <p:bldP spid="15364" grpId="0" autoUpdateAnimBg="0"/>
      <p:bldP spid="15365"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86" name="AutoShape 2"/>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Country </a:t>
            </a:r>
            <a:r>
              <a:rPr lang="es-ES" b="1" dirty="0" err="1">
                <a:solidFill>
                  <a:schemeClr val="bg1">
                    <a:lumMod val="95000"/>
                  </a:schemeClr>
                </a:solidFill>
                <a:latin typeface="Lato" charset="0"/>
                <a:ea typeface="ＭＳ Ｐゴシック" charset="0"/>
                <a:cs typeface="Lato" charset="0"/>
                <a:sym typeface="Lato" charset="0"/>
              </a:rPr>
              <a:t>Results</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Map</a:t>
            </a:r>
            <a:endParaRPr lang="es-ES" dirty="0">
              <a:solidFill>
                <a:schemeClr val="bg1">
                  <a:lumMod val="95000"/>
                </a:schemeClr>
              </a:solidFill>
              <a:ea typeface="ＭＳ Ｐゴシック" charset="0"/>
            </a:endParaRPr>
          </a:p>
        </p:txBody>
      </p:sp>
      <p:sp>
        <p:nvSpPr>
          <p:cNvPr id="16387" name="AutoShape 3"/>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6388" name="AutoShape 4"/>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A25843B9-2EE3-4ECD-9861-67CAF93706E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14</a:t>
            </a:fld>
            <a:endParaRPr lang="es-ES" altLang="en-US"/>
          </a:p>
        </p:txBody>
      </p:sp>
      <p:sp>
        <p:nvSpPr>
          <p:cNvPr id="16389" name="AutoShape 5"/>
          <p:cNvSpPr>
            <a:spLocks/>
          </p:cNvSpPr>
          <p:nvPr/>
        </p:nvSpPr>
        <p:spPr bwMode="auto">
          <a:xfrm>
            <a:off x="11769725" y="6080125"/>
            <a:ext cx="177800" cy="74613"/>
          </a:xfrm>
          <a:custGeom>
            <a:avLst/>
            <a:gdLst>
              <a:gd name="T0" fmla="*/ 88900 w 21600"/>
              <a:gd name="T1" fmla="*/ 37307 h 21600"/>
              <a:gd name="T2" fmla="*/ 88900 w 21600"/>
              <a:gd name="T3" fmla="*/ 37307 h 21600"/>
              <a:gd name="T4" fmla="*/ 88900 w 21600"/>
              <a:gd name="T5" fmla="*/ 37307 h 21600"/>
              <a:gd name="T6" fmla="*/ 88900 w 21600"/>
              <a:gd name="T7" fmla="*/ 373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836" y="0"/>
                </a:moveTo>
                <a:lnTo>
                  <a:pt x="10800" y="4547"/>
                </a:lnTo>
                <a:lnTo>
                  <a:pt x="10800" y="0"/>
                </a:lnTo>
                <a:lnTo>
                  <a:pt x="8836" y="0"/>
                </a:lnTo>
                <a:close/>
                <a:moveTo>
                  <a:pt x="1472" y="0"/>
                </a:moveTo>
                <a:lnTo>
                  <a:pt x="3436" y="4547"/>
                </a:lnTo>
                <a:lnTo>
                  <a:pt x="3436" y="0"/>
                </a:lnTo>
                <a:lnTo>
                  <a:pt x="1472" y="0"/>
                </a:lnTo>
                <a:close/>
                <a:moveTo>
                  <a:pt x="0" y="4547"/>
                </a:moveTo>
                <a:lnTo>
                  <a:pt x="0" y="9094"/>
                </a:lnTo>
                <a:lnTo>
                  <a:pt x="1472" y="9094"/>
                </a:lnTo>
                <a:lnTo>
                  <a:pt x="1472" y="4547"/>
                </a:lnTo>
                <a:lnTo>
                  <a:pt x="0" y="4547"/>
                </a:lnTo>
                <a:close/>
                <a:moveTo>
                  <a:pt x="21599" y="21600"/>
                </a:moveTo>
                <a:lnTo>
                  <a:pt x="19636" y="21600"/>
                </a:lnTo>
                <a:lnTo>
                  <a:pt x="2159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6390" name="AutoShape 6"/>
          <p:cNvSpPr>
            <a:spLocks/>
          </p:cNvSpPr>
          <p:nvPr/>
        </p:nvSpPr>
        <p:spPr bwMode="auto">
          <a:xfrm>
            <a:off x="4070350" y="4808538"/>
            <a:ext cx="12217400" cy="6362700"/>
          </a:xfrm>
          <a:custGeom>
            <a:avLst/>
            <a:gdLst>
              <a:gd name="T0" fmla="*/ 6108700 w 21600"/>
              <a:gd name="T1" fmla="*/ 3181350 h 21600"/>
              <a:gd name="T2" fmla="*/ 6108700 w 21600"/>
              <a:gd name="T3" fmla="*/ 3181350 h 21600"/>
              <a:gd name="T4" fmla="*/ 6108700 w 21600"/>
              <a:gd name="T5" fmla="*/ 3181350 h 21600"/>
              <a:gd name="T6" fmla="*/ 6108700 w 21600"/>
              <a:gd name="T7" fmla="*/ 3181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3" y="0"/>
                </a:moveTo>
                <a:cubicBezTo>
                  <a:pt x="11789" y="1611"/>
                  <a:pt x="11789" y="1611"/>
                  <a:pt x="11789" y="1611"/>
                </a:cubicBezTo>
                <a:cubicBezTo>
                  <a:pt x="11875" y="1611"/>
                  <a:pt x="11875" y="1611"/>
                  <a:pt x="11875" y="1611"/>
                </a:cubicBezTo>
                <a:cubicBezTo>
                  <a:pt x="11961" y="1611"/>
                  <a:pt x="11961" y="1611"/>
                  <a:pt x="11961" y="1611"/>
                </a:cubicBezTo>
                <a:cubicBezTo>
                  <a:pt x="12047" y="1773"/>
                  <a:pt x="12047" y="1773"/>
                  <a:pt x="12047" y="1773"/>
                </a:cubicBezTo>
                <a:cubicBezTo>
                  <a:pt x="12047" y="1773"/>
                  <a:pt x="12047" y="1773"/>
                  <a:pt x="12047" y="1773"/>
                </a:cubicBezTo>
                <a:cubicBezTo>
                  <a:pt x="12133" y="1934"/>
                  <a:pt x="12133" y="1934"/>
                  <a:pt x="12133" y="1934"/>
                </a:cubicBezTo>
                <a:cubicBezTo>
                  <a:pt x="12133" y="1934"/>
                  <a:pt x="12133" y="1934"/>
                  <a:pt x="12133" y="1934"/>
                </a:cubicBezTo>
                <a:cubicBezTo>
                  <a:pt x="12219" y="1934"/>
                  <a:pt x="12219" y="1934"/>
                  <a:pt x="12219" y="1934"/>
                </a:cubicBezTo>
                <a:cubicBezTo>
                  <a:pt x="12219" y="2095"/>
                  <a:pt x="12219" y="2095"/>
                  <a:pt x="12219" y="2095"/>
                </a:cubicBezTo>
                <a:cubicBezTo>
                  <a:pt x="12305" y="2095"/>
                  <a:pt x="12305" y="2095"/>
                  <a:pt x="12305" y="2095"/>
                </a:cubicBezTo>
                <a:cubicBezTo>
                  <a:pt x="12305" y="2095"/>
                  <a:pt x="12305" y="2095"/>
                  <a:pt x="12305" y="2095"/>
                </a:cubicBezTo>
                <a:cubicBezTo>
                  <a:pt x="12392" y="2095"/>
                  <a:pt x="12392" y="2095"/>
                  <a:pt x="12392" y="2095"/>
                </a:cubicBezTo>
                <a:cubicBezTo>
                  <a:pt x="12478" y="2095"/>
                  <a:pt x="12478" y="2095"/>
                  <a:pt x="12478" y="2095"/>
                </a:cubicBezTo>
                <a:cubicBezTo>
                  <a:pt x="12478" y="2095"/>
                  <a:pt x="12478" y="2095"/>
                  <a:pt x="12478" y="2095"/>
                </a:cubicBezTo>
                <a:cubicBezTo>
                  <a:pt x="12564" y="2095"/>
                  <a:pt x="12564" y="2095"/>
                  <a:pt x="12564" y="2095"/>
                </a:cubicBezTo>
                <a:cubicBezTo>
                  <a:pt x="12650" y="2256"/>
                  <a:pt x="12650" y="2256"/>
                  <a:pt x="12650" y="2256"/>
                </a:cubicBezTo>
                <a:cubicBezTo>
                  <a:pt x="12736" y="2256"/>
                  <a:pt x="12736" y="2256"/>
                  <a:pt x="12736" y="2256"/>
                </a:cubicBezTo>
                <a:cubicBezTo>
                  <a:pt x="12736" y="2417"/>
                  <a:pt x="12736" y="2417"/>
                  <a:pt x="12736" y="2417"/>
                </a:cubicBezTo>
                <a:cubicBezTo>
                  <a:pt x="12908" y="2417"/>
                  <a:pt x="12908" y="2417"/>
                  <a:pt x="12908" y="2417"/>
                </a:cubicBezTo>
                <a:cubicBezTo>
                  <a:pt x="12994" y="2417"/>
                  <a:pt x="12994" y="2417"/>
                  <a:pt x="12994" y="2417"/>
                </a:cubicBezTo>
                <a:cubicBezTo>
                  <a:pt x="12994" y="2579"/>
                  <a:pt x="12994" y="2579"/>
                  <a:pt x="12994" y="2579"/>
                </a:cubicBezTo>
                <a:cubicBezTo>
                  <a:pt x="13080" y="2579"/>
                  <a:pt x="13080" y="2579"/>
                  <a:pt x="13080" y="2579"/>
                </a:cubicBezTo>
                <a:cubicBezTo>
                  <a:pt x="13166" y="2579"/>
                  <a:pt x="13166" y="2579"/>
                  <a:pt x="13166" y="2579"/>
                </a:cubicBezTo>
                <a:cubicBezTo>
                  <a:pt x="13252" y="2579"/>
                  <a:pt x="13252" y="2579"/>
                  <a:pt x="13252" y="2579"/>
                </a:cubicBezTo>
                <a:cubicBezTo>
                  <a:pt x="13252" y="2579"/>
                  <a:pt x="13252" y="2579"/>
                  <a:pt x="13252" y="2579"/>
                </a:cubicBezTo>
                <a:cubicBezTo>
                  <a:pt x="13338" y="2740"/>
                  <a:pt x="13338" y="2740"/>
                  <a:pt x="13338" y="2740"/>
                </a:cubicBezTo>
                <a:cubicBezTo>
                  <a:pt x="13510" y="2740"/>
                  <a:pt x="13510" y="2740"/>
                  <a:pt x="13510" y="2740"/>
                </a:cubicBezTo>
                <a:cubicBezTo>
                  <a:pt x="13510" y="2740"/>
                  <a:pt x="13510" y="2740"/>
                  <a:pt x="13510" y="2740"/>
                </a:cubicBezTo>
                <a:cubicBezTo>
                  <a:pt x="13596" y="2901"/>
                  <a:pt x="13596" y="2901"/>
                  <a:pt x="13596" y="2901"/>
                </a:cubicBezTo>
                <a:cubicBezTo>
                  <a:pt x="13682" y="2901"/>
                  <a:pt x="13682" y="2901"/>
                  <a:pt x="13682" y="2901"/>
                </a:cubicBezTo>
                <a:cubicBezTo>
                  <a:pt x="15231" y="4191"/>
                  <a:pt x="15231" y="4191"/>
                  <a:pt x="15231" y="4191"/>
                </a:cubicBezTo>
                <a:cubicBezTo>
                  <a:pt x="15317" y="4352"/>
                  <a:pt x="15317" y="4352"/>
                  <a:pt x="15317" y="4352"/>
                </a:cubicBezTo>
                <a:cubicBezTo>
                  <a:pt x="15576" y="4674"/>
                  <a:pt x="15576" y="4674"/>
                  <a:pt x="15576" y="4674"/>
                </a:cubicBezTo>
                <a:cubicBezTo>
                  <a:pt x="15834" y="6608"/>
                  <a:pt x="15834" y="6608"/>
                  <a:pt x="15834" y="6608"/>
                </a:cubicBezTo>
                <a:cubicBezTo>
                  <a:pt x="15748" y="7576"/>
                  <a:pt x="15748" y="7576"/>
                  <a:pt x="15748" y="7576"/>
                </a:cubicBezTo>
                <a:cubicBezTo>
                  <a:pt x="15748" y="7576"/>
                  <a:pt x="15748" y="7576"/>
                  <a:pt x="15748" y="7576"/>
                </a:cubicBezTo>
                <a:cubicBezTo>
                  <a:pt x="15662" y="7737"/>
                  <a:pt x="15662" y="7737"/>
                  <a:pt x="15662" y="7737"/>
                </a:cubicBezTo>
                <a:cubicBezTo>
                  <a:pt x="15662" y="7898"/>
                  <a:pt x="15662" y="7898"/>
                  <a:pt x="15662" y="7898"/>
                </a:cubicBezTo>
                <a:cubicBezTo>
                  <a:pt x="15490" y="8059"/>
                  <a:pt x="15490" y="8059"/>
                  <a:pt x="15490" y="8059"/>
                </a:cubicBezTo>
                <a:cubicBezTo>
                  <a:pt x="15403" y="8220"/>
                  <a:pt x="15403" y="8220"/>
                  <a:pt x="15403" y="8220"/>
                </a:cubicBezTo>
                <a:cubicBezTo>
                  <a:pt x="15490" y="8382"/>
                  <a:pt x="15490" y="8382"/>
                  <a:pt x="15490" y="8382"/>
                </a:cubicBezTo>
                <a:cubicBezTo>
                  <a:pt x="16780" y="7737"/>
                  <a:pt x="16780" y="7737"/>
                  <a:pt x="16780" y="7737"/>
                </a:cubicBezTo>
                <a:cubicBezTo>
                  <a:pt x="16952" y="7737"/>
                  <a:pt x="16952" y="7737"/>
                  <a:pt x="16952" y="7737"/>
                </a:cubicBezTo>
                <a:cubicBezTo>
                  <a:pt x="16952" y="7414"/>
                  <a:pt x="16952" y="7414"/>
                  <a:pt x="16952" y="7414"/>
                </a:cubicBezTo>
                <a:cubicBezTo>
                  <a:pt x="17727" y="7092"/>
                  <a:pt x="17727" y="7092"/>
                  <a:pt x="17727" y="7092"/>
                </a:cubicBezTo>
                <a:cubicBezTo>
                  <a:pt x="17985" y="6608"/>
                  <a:pt x="17985" y="6608"/>
                  <a:pt x="17985" y="6608"/>
                </a:cubicBezTo>
                <a:cubicBezTo>
                  <a:pt x="18071" y="6608"/>
                  <a:pt x="18071" y="6608"/>
                  <a:pt x="18071" y="6608"/>
                </a:cubicBezTo>
                <a:cubicBezTo>
                  <a:pt x="18157" y="6447"/>
                  <a:pt x="18157" y="6447"/>
                  <a:pt x="18157" y="6447"/>
                </a:cubicBezTo>
                <a:cubicBezTo>
                  <a:pt x="18329" y="6286"/>
                  <a:pt x="18329" y="6286"/>
                  <a:pt x="18329" y="6286"/>
                </a:cubicBezTo>
                <a:cubicBezTo>
                  <a:pt x="18415" y="6125"/>
                  <a:pt x="18415" y="6125"/>
                  <a:pt x="18415" y="6125"/>
                </a:cubicBezTo>
                <a:cubicBezTo>
                  <a:pt x="18501" y="6125"/>
                  <a:pt x="18501" y="6125"/>
                  <a:pt x="18501" y="6125"/>
                </a:cubicBezTo>
                <a:cubicBezTo>
                  <a:pt x="18588" y="5964"/>
                  <a:pt x="18588" y="5964"/>
                  <a:pt x="18588" y="5964"/>
                </a:cubicBezTo>
                <a:cubicBezTo>
                  <a:pt x="18760" y="5964"/>
                  <a:pt x="18760" y="5964"/>
                  <a:pt x="18760" y="5964"/>
                </a:cubicBezTo>
                <a:cubicBezTo>
                  <a:pt x="19878" y="5964"/>
                  <a:pt x="19878" y="5964"/>
                  <a:pt x="19878" y="5964"/>
                </a:cubicBezTo>
                <a:cubicBezTo>
                  <a:pt x="19964" y="5802"/>
                  <a:pt x="19964" y="5802"/>
                  <a:pt x="19964" y="5802"/>
                </a:cubicBezTo>
                <a:cubicBezTo>
                  <a:pt x="19964" y="5802"/>
                  <a:pt x="19964" y="5802"/>
                  <a:pt x="19964" y="5802"/>
                </a:cubicBezTo>
                <a:cubicBezTo>
                  <a:pt x="19964" y="5802"/>
                  <a:pt x="19964" y="5802"/>
                  <a:pt x="19964" y="5802"/>
                </a:cubicBezTo>
                <a:cubicBezTo>
                  <a:pt x="20050" y="5802"/>
                  <a:pt x="20050" y="5802"/>
                  <a:pt x="20050" y="5802"/>
                </a:cubicBezTo>
                <a:cubicBezTo>
                  <a:pt x="20137" y="5802"/>
                  <a:pt x="20137" y="5802"/>
                  <a:pt x="20137" y="5802"/>
                </a:cubicBezTo>
                <a:cubicBezTo>
                  <a:pt x="20137" y="5802"/>
                  <a:pt x="20137" y="5802"/>
                  <a:pt x="20137" y="5802"/>
                </a:cubicBezTo>
                <a:cubicBezTo>
                  <a:pt x="20137" y="5641"/>
                  <a:pt x="20137" y="5641"/>
                  <a:pt x="20137" y="5641"/>
                </a:cubicBezTo>
                <a:cubicBezTo>
                  <a:pt x="20309" y="5480"/>
                  <a:pt x="20309" y="5480"/>
                  <a:pt x="20309" y="5480"/>
                </a:cubicBezTo>
                <a:cubicBezTo>
                  <a:pt x="20309" y="5319"/>
                  <a:pt x="20309" y="5319"/>
                  <a:pt x="20309" y="5319"/>
                </a:cubicBezTo>
                <a:cubicBezTo>
                  <a:pt x="20481" y="5158"/>
                  <a:pt x="20481" y="5158"/>
                  <a:pt x="20481" y="5158"/>
                </a:cubicBezTo>
                <a:cubicBezTo>
                  <a:pt x="20481" y="4997"/>
                  <a:pt x="20481" y="4997"/>
                  <a:pt x="20481" y="4997"/>
                </a:cubicBezTo>
                <a:cubicBezTo>
                  <a:pt x="20481" y="4835"/>
                  <a:pt x="20481" y="4835"/>
                  <a:pt x="20481" y="4835"/>
                </a:cubicBezTo>
                <a:cubicBezTo>
                  <a:pt x="20567" y="4835"/>
                  <a:pt x="20567" y="4835"/>
                  <a:pt x="20567" y="4835"/>
                </a:cubicBezTo>
                <a:cubicBezTo>
                  <a:pt x="20567" y="4674"/>
                  <a:pt x="20567" y="4674"/>
                  <a:pt x="20567" y="4674"/>
                </a:cubicBezTo>
                <a:cubicBezTo>
                  <a:pt x="20653" y="4513"/>
                  <a:pt x="20653" y="4513"/>
                  <a:pt x="20653" y="4513"/>
                </a:cubicBezTo>
                <a:cubicBezTo>
                  <a:pt x="20739" y="4352"/>
                  <a:pt x="20739" y="4352"/>
                  <a:pt x="20739" y="4352"/>
                </a:cubicBezTo>
                <a:cubicBezTo>
                  <a:pt x="20825" y="4191"/>
                  <a:pt x="20825" y="4191"/>
                  <a:pt x="20825" y="4191"/>
                </a:cubicBezTo>
                <a:cubicBezTo>
                  <a:pt x="20911" y="4029"/>
                  <a:pt x="20911" y="4029"/>
                  <a:pt x="20911" y="4029"/>
                </a:cubicBezTo>
                <a:cubicBezTo>
                  <a:pt x="20911" y="4029"/>
                  <a:pt x="20911" y="4029"/>
                  <a:pt x="20911" y="4029"/>
                </a:cubicBezTo>
                <a:cubicBezTo>
                  <a:pt x="20911" y="4191"/>
                  <a:pt x="20911" y="4191"/>
                  <a:pt x="20911" y="4191"/>
                </a:cubicBezTo>
                <a:cubicBezTo>
                  <a:pt x="20997" y="4191"/>
                  <a:pt x="20997" y="4191"/>
                  <a:pt x="20997" y="4191"/>
                </a:cubicBezTo>
                <a:cubicBezTo>
                  <a:pt x="21083" y="4191"/>
                  <a:pt x="21083" y="4191"/>
                  <a:pt x="21083" y="4191"/>
                </a:cubicBezTo>
                <a:cubicBezTo>
                  <a:pt x="21169" y="4191"/>
                  <a:pt x="21169" y="4191"/>
                  <a:pt x="21169" y="4191"/>
                </a:cubicBezTo>
                <a:cubicBezTo>
                  <a:pt x="21255" y="4191"/>
                  <a:pt x="21255" y="4191"/>
                  <a:pt x="21255" y="4191"/>
                </a:cubicBezTo>
                <a:cubicBezTo>
                  <a:pt x="21341" y="4352"/>
                  <a:pt x="21341" y="4352"/>
                  <a:pt x="21341" y="4352"/>
                </a:cubicBezTo>
                <a:cubicBezTo>
                  <a:pt x="21341" y="4674"/>
                  <a:pt x="21341" y="4674"/>
                  <a:pt x="21341" y="4674"/>
                </a:cubicBezTo>
                <a:cubicBezTo>
                  <a:pt x="21255" y="5480"/>
                  <a:pt x="21255" y="5480"/>
                  <a:pt x="21255" y="5480"/>
                </a:cubicBezTo>
                <a:cubicBezTo>
                  <a:pt x="21255" y="5480"/>
                  <a:pt x="21255" y="5480"/>
                  <a:pt x="21255" y="5480"/>
                </a:cubicBezTo>
                <a:cubicBezTo>
                  <a:pt x="21255" y="5480"/>
                  <a:pt x="21255" y="5480"/>
                  <a:pt x="21255" y="5480"/>
                </a:cubicBezTo>
                <a:cubicBezTo>
                  <a:pt x="21341" y="5641"/>
                  <a:pt x="21341" y="5641"/>
                  <a:pt x="21341" y="5641"/>
                </a:cubicBezTo>
                <a:cubicBezTo>
                  <a:pt x="21341" y="5641"/>
                  <a:pt x="21341" y="5641"/>
                  <a:pt x="21341" y="5641"/>
                </a:cubicBezTo>
                <a:cubicBezTo>
                  <a:pt x="21341" y="5802"/>
                  <a:pt x="21341" y="5802"/>
                  <a:pt x="21341" y="5802"/>
                </a:cubicBezTo>
                <a:cubicBezTo>
                  <a:pt x="21341" y="5802"/>
                  <a:pt x="21341" y="5802"/>
                  <a:pt x="21341" y="5802"/>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513" y="6125"/>
                  <a:pt x="21513" y="6125"/>
                  <a:pt x="21513" y="6125"/>
                </a:cubicBezTo>
                <a:cubicBezTo>
                  <a:pt x="21513" y="6286"/>
                  <a:pt x="21513" y="6286"/>
                  <a:pt x="21513" y="6286"/>
                </a:cubicBezTo>
                <a:cubicBezTo>
                  <a:pt x="21513" y="6447"/>
                  <a:pt x="21513" y="6447"/>
                  <a:pt x="21513" y="6447"/>
                </a:cubicBezTo>
                <a:cubicBezTo>
                  <a:pt x="21513" y="6286"/>
                  <a:pt x="21513" y="6286"/>
                  <a:pt x="21513" y="6286"/>
                </a:cubicBezTo>
                <a:cubicBezTo>
                  <a:pt x="21600" y="6447"/>
                  <a:pt x="21600" y="6447"/>
                  <a:pt x="21600" y="6447"/>
                </a:cubicBezTo>
                <a:cubicBezTo>
                  <a:pt x="21600" y="6447"/>
                  <a:pt x="21600" y="6447"/>
                  <a:pt x="21600" y="6447"/>
                </a:cubicBezTo>
                <a:cubicBezTo>
                  <a:pt x="21513" y="6447"/>
                  <a:pt x="21513" y="6447"/>
                  <a:pt x="21513" y="6447"/>
                </a:cubicBezTo>
                <a:cubicBezTo>
                  <a:pt x="21513" y="6447"/>
                  <a:pt x="21513" y="6447"/>
                  <a:pt x="21513" y="6447"/>
                </a:cubicBezTo>
                <a:cubicBezTo>
                  <a:pt x="21427" y="6608"/>
                  <a:pt x="21427" y="6608"/>
                  <a:pt x="21427" y="6608"/>
                </a:cubicBezTo>
                <a:cubicBezTo>
                  <a:pt x="21341" y="6447"/>
                  <a:pt x="21341" y="6447"/>
                  <a:pt x="21341" y="6447"/>
                </a:cubicBezTo>
                <a:cubicBezTo>
                  <a:pt x="21255" y="6608"/>
                  <a:pt x="21255" y="6608"/>
                  <a:pt x="21255" y="6608"/>
                </a:cubicBezTo>
                <a:cubicBezTo>
                  <a:pt x="21255" y="6608"/>
                  <a:pt x="21255" y="6608"/>
                  <a:pt x="21255" y="6608"/>
                </a:cubicBezTo>
                <a:cubicBezTo>
                  <a:pt x="21169" y="6608"/>
                  <a:pt x="21169" y="6608"/>
                  <a:pt x="21169" y="6608"/>
                </a:cubicBezTo>
                <a:cubicBezTo>
                  <a:pt x="21083" y="6770"/>
                  <a:pt x="21083" y="6770"/>
                  <a:pt x="21083" y="6770"/>
                </a:cubicBezTo>
                <a:cubicBezTo>
                  <a:pt x="21083" y="6770"/>
                  <a:pt x="21083" y="6770"/>
                  <a:pt x="21083" y="6770"/>
                </a:cubicBezTo>
                <a:cubicBezTo>
                  <a:pt x="20997" y="6608"/>
                  <a:pt x="20997" y="6608"/>
                  <a:pt x="20997" y="6608"/>
                </a:cubicBezTo>
                <a:cubicBezTo>
                  <a:pt x="20911" y="6608"/>
                  <a:pt x="20911" y="6608"/>
                  <a:pt x="20911" y="6608"/>
                </a:cubicBezTo>
                <a:cubicBezTo>
                  <a:pt x="20911" y="6770"/>
                  <a:pt x="20911" y="6770"/>
                  <a:pt x="20911" y="6770"/>
                </a:cubicBezTo>
                <a:cubicBezTo>
                  <a:pt x="20825" y="6770"/>
                  <a:pt x="20825" y="6770"/>
                  <a:pt x="20825" y="6770"/>
                </a:cubicBezTo>
                <a:cubicBezTo>
                  <a:pt x="20825" y="6608"/>
                  <a:pt x="20825" y="6608"/>
                  <a:pt x="20825" y="6608"/>
                </a:cubicBezTo>
                <a:cubicBezTo>
                  <a:pt x="20825" y="6447"/>
                  <a:pt x="20825" y="6447"/>
                  <a:pt x="20825" y="6447"/>
                </a:cubicBezTo>
                <a:cubicBezTo>
                  <a:pt x="20739" y="6770"/>
                  <a:pt x="20739" y="6770"/>
                  <a:pt x="20739" y="6770"/>
                </a:cubicBezTo>
                <a:cubicBezTo>
                  <a:pt x="20653" y="6931"/>
                  <a:pt x="20653" y="6931"/>
                  <a:pt x="20653" y="6931"/>
                </a:cubicBezTo>
                <a:cubicBezTo>
                  <a:pt x="20567" y="6931"/>
                  <a:pt x="20567" y="6931"/>
                  <a:pt x="20567" y="6931"/>
                </a:cubicBezTo>
                <a:cubicBezTo>
                  <a:pt x="20567" y="6931"/>
                  <a:pt x="20567" y="6931"/>
                  <a:pt x="20567" y="6931"/>
                </a:cubicBezTo>
                <a:cubicBezTo>
                  <a:pt x="20567" y="7092"/>
                  <a:pt x="20567" y="7092"/>
                  <a:pt x="20567" y="7092"/>
                </a:cubicBezTo>
                <a:cubicBezTo>
                  <a:pt x="20481" y="7092"/>
                  <a:pt x="20481" y="7092"/>
                  <a:pt x="20481" y="7092"/>
                </a:cubicBezTo>
                <a:cubicBezTo>
                  <a:pt x="20481" y="6931"/>
                  <a:pt x="20481" y="6931"/>
                  <a:pt x="20481" y="6931"/>
                </a:cubicBezTo>
                <a:cubicBezTo>
                  <a:pt x="20395" y="7092"/>
                  <a:pt x="20395" y="7092"/>
                  <a:pt x="20395" y="7092"/>
                </a:cubicBezTo>
                <a:cubicBezTo>
                  <a:pt x="20395" y="7092"/>
                  <a:pt x="20395" y="7092"/>
                  <a:pt x="20395" y="7092"/>
                </a:cubicBezTo>
                <a:cubicBezTo>
                  <a:pt x="20309" y="7092"/>
                  <a:pt x="20309" y="7092"/>
                  <a:pt x="20309" y="7092"/>
                </a:cubicBezTo>
                <a:cubicBezTo>
                  <a:pt x="20309" y="7092"/>
                  <a:pt x="20309" y="7092"/>
                  <a:pt x="20309" y="7092"/>
                </a:cubicBezTo>
                <a:cubicBezTo>
                  <a:pt x="20309" y="7092"/>
                  <a:pt x="20309" y="7092"/>
                  <a:pt x="20309" y="7092"/>
                </a:cubicBezTo>
                <a:cubicBezTo>
                  <a:pt x="20223" y="7092"/>
                  <a:pt x="20223" y="7092"/>
                  <a:pt x="20223" y="7092"/>
                </a:cubicBezTo>
                <a:cubicBezTo>
                  <a:pt x="20223" y="7253"/>
                  <a:pt x="20223" y="7253"/>
                  <a:pt x="20223" y="7253"/>
                </a:cubicBezTo>
                <a:cubicBezTo>
                  <a:pt x="20050" y="7414"/>
                  <a:pt x="20050" y="7414"/>
                  <a:pt x="20050" y="7414"/>
                </a:cubicBezTo>
                <a:cubicBezTo>
                  <a:pt x="20050" y="7737"/>
                  <a:pt x="20050" y="7737"/>
                  <a:pt x="20050" y="7737"/>
                </a:cubicBezTo>
                <a:cubicBezTo>
                  <a:pt x="19964" y="7898"/>
                  <a:pt x="19964" y="7898"/>
                  <a:pt x="19964" y="7898"/>
                </a:cubicBezTo>
                <a:cubicBezTo>
                  <a:pt x="19964" y="7898"/>
                  <a:pt x="19964" y="7898"/>
                  <a:pt x="19964" y="7898"/>
                </a:cubicBezTo>
                <a:cubicBezTo>
                  <a:pt x="19878" y="7898"/>
                  <a:pt x="19878" y="7898"/>
                  <a:pt x="19878" y="7898"/>
                </a:cubicBezTo>
                <a:cubicBezTo>
                  <a:pt x="19878" y="8059"/>
                  <a:pt x="19878" y="8059"/>
                  <a:pt x="19878" y="8059"/>
                </a:cubicBezTo>
                <a:cubicBezTo>
                  <a:pt x="19964" y="8059"/>
                  <a:pt x="19964" y="8059"/>
                  <a:pt x="19964" y="8059"/>
                </a:cubicBezTo>
                <a:cubicBezTo>
                  <a:pt x="19964" y="8220"/>
                  <a:pt x="19964" y="8220"/>
                  <a:pt x="19964" y="8220"/>
                </a:cubicBezTo>
                <a:cubicBezTo>
                  <a:pt x="19792" y="8382"/>
                  <a:pt x="19792" y="8382"/>
                  <a:pt x="19792" y="8382"/>
                </a:cubicBezTo>
                <a:cubicBezTo>
                  <a:pt x="19792" y="8382"/>
                  <a:pt x="19792" y="8382"/>
                  <a:pt x="19792" y="8382"/>
                </a:cubicBezTo>
                <a:cubicBezTo>
                  <a:pt x="19964" y="8543"/>
                  <a:pt x="19964" y="8543"/>
                  <a:pt x="19964" y="8543"/>
                </a:cubicBezTo>
                <a:cubicBezTo>
                  <a:pt x="19964" y="8704"/>
                  <a:pt x="19964" y="8704"/>
                  <a:pt x="19964" y="8704"/>
                </a:cubicBezTo>
                <a:cubicBezTo>
                  <a:pt x="19964" y="8865"/>
                  <a:pt x="19964" y="8865"/>
                  <a:pt x="19964" y="8865"/>
                </a:cubicBezTo>
                <a:cubicBezTo>
                  <a:pt x="20050" y="8865"/>
                  <a:pt x="20050" y="8865"/>
                  <a:pt x="20050" y="8865"/>
                </a:cubicBezTo>
                <a:cubicBezTo>
                  <a:pt x="20137" y="8704"/>
                  <a:pt x="20137" y="8704"/>
                  <a:pt x="20137" y="8704"/>
                </a:cubicBezTo>
                <a:cubicBezTo>
                  <a:pt x="20137" y="8543"/>
                  <a:pt x="20137" y="8543"/>
                  <a:pt x="20137" y="8543"/>
                </a:cubicBezTo>
                <a:cubicBezTo>
                  <a:pt x="20137" y="8543"/>
                  <a:pt x="20137" y="8543"/>
                  <a:pt x="20137" y="8543"/>
                </a:cubicBezTo>
                <a:cubicBezTo>
                  <a:pt x="20223" y="8704"/>
                  <a:pt x="20223" y="8704"/>
                  <a:pt x="20223" y="8704"/>
                </a:cubicBezTo>
                <a:cubicBezTo>
                  <a:pt x="20137" y="8865"/>
                  <a:pt x="20137" y="8865"/>
                  <a:pt x="20137" y="8865"/>
                </a:cubicBezTo>
                <a:cubicBezTo>
                  <a:pt x="19964" y="9026"/>
                  <a:pt x="19964" y="9026"/>
                  <a:pt x="19964" y="9026"/>
                </a:cubicBezTo>
                <a:cubicBezTo>
                  <a:pt x="19878" y="9026"/>
                  <a:pt x="19878" y="9026"/>
                  <a:pt x="19878" y="9026"/>
                </a:cubicBezTo>
                <a:cubicBezTo>
                  <a:pt x="19878" y="8865"/>
                  <a:pt x="19878" y="8865"/>
                  <a:pt x="19878" y="8865"/>
                </a:cubicBezTo>
                <a:cubicBezTo>
                  <a:pt x="19878" y="8865"/>
                  <a:pt x="19878" y="8865"/>
                  <a:pt x="19878" y="8865"/>
                </a:cubicBezTo>
                <a:cubicBezTo>
                  <a:pt x="19792" y="9026"/>
                  <a:pt x="19792" y="9026"/>
                  <a:pt x="19792" y="9026"/>
                </a:cubicBezTo>
                <a:cubicBezTo>
                  <a:pt x="19706" y="9188"/>
                  <a:pt x="19706" y="9188"/>
                  <a:pt x="19706" y="9188"/>
                </a:cubicBezTo>
                <a:cubicBezTo>
                  <a:pt x="19706" y="9188"/>
                  <a:pt x="19706" y="9188"/>
                  <a:pt x="19706" y="9188"/>
                </a:cubicBezTo>
                <a:cubicBezTo>
                  <a:pt x="19706" y="9026"/>
                  <a:pt x="19706" y="9026"/>
                  <a:pt x="19706" y="9026"/>
                </a:cubicBezTo>
                <a:cubicBezTo>
                  <a:pt x="19706" y="8865"/>
                  <a:pt x="19706" y="8865"/>
                  <a:pt x="19706" y="8865"/>
                </a:cubicBezTo>
                <a:cubicBezTo>
                  <a:pt x="19620" y="8704"/>
                  <a:pt x="19620" y="8704"/>
                  <a:pt x="19620" y="8704"/>
                </a:cubicBezTo>
                <a:cubicBezTo>
                  <a:pt x="19620" y="8865"/>
                  <a:pt x="19620" y="8865"/>
                  <a:pt x="19620" y="8865"/>
                </a:cubicBezTo>
                <a:cubicBezTo>
                  <a:pt x="19620" y="9026"/>
                  <a:pt x="19620" y="9026"/>
                  <a:pt x="19620" y="9026"/>
                </a:cubicBezTo>
                <a:cubicBezTo>
                  <a:pt x="19620" y="9188"/>
                  <a:pt x="19620" y="9188"/>
                  <a:pt x="19620" y="9188"/>
                </a:cubicBezTo>
                <a:cubicBezTo>
                  <a:pt x="19620" y="9188"/>
                  <a:pt x="19620" y="9188"/>
                  <a:pt x="19620" y="9188"/>
                </a:cubicBezTo>
                <a:cubicBezTo>
                  <a:pt x="19448" y="9188"/>
                  <a:pt x="19448" y="9188"/>
                  <a:pt x="19448" y="9188"/>
                </a:cubicBezTo>
                <a:cubicBezTo>
                  <a:pt x="19362" y="9188"/>
                  <a:pt x="19362" y="9188"/>
                  <a:pt x="19362" y="9188"/>
                </a:cubicBezTo>
                <a:cubicBezTo>
                  <a:pt x="19276" y="9188"/>
                  <a:pt x="19276" y="9188"/>
                  <a:pt x="19276" y="9188"/>
                </a:cubicBezTo>
                <a:cubicBezTo>
                  <a:pt x="19104" y="9188"/>
                  <a:pt x="19104" y="9188"/>
                  <a:pt x="19104" y="9188"/>
                </a:cubicBezTo>
                <a:cubicBezTo>
                  <a:pt x="19104" y="9188"/>
                  <a:pt x="19104" y="9188"/>
                  <a:pt x="19104" y="9188"/>
                </a:cubicBezTo>
                <a:cubicBezTo>
                  <a:pt x="19018" y="9188"/>
                  <a:pt x="19018" y="9188"/>
                  <a:pt x="19018" y="9188"/>
                </a:cubicBezTo>
                <a:cubicBezTo>
                  <a:pt x="18932" y="9349"/>
                  <a:pt x="18932" y="9349"/>
                  <a:pt x="18932" y="9349"/>
                </a:cubicBezTo>
                <a:cubicBezTo>
                  <a:pt x="18846" y="9349"/>
                  <a:pt x="18846" y="9349"/>
                  <a:pt x="18846" y="9349"/>
                </a:cubicBezTo>
                <a:cubicBezTo>
                  <a:pt x="18760" y="9510"/>
                  <a:pt x="18760" y="9510"/>
                  <a:pt x="18760" y="9510"/>
                </a:cubicBezTo>
                <a:cubicBezTo>
                  <a:pt x="18674" y="9510"/>
                  <a:pt x="18674" y="9510"/>
                  <a:pt x="18674" y="9510"/>
                </a:cubicBezTo>
                <a:cubicBezTo>
                  <a:pt x="18588" y="9510"/>
                  <a:pt x="18588" y="9510"/>
                  <a:pt x="18588" y="9510"/>
                </a:cubicBezTo>
                <a:cubicBezTo>
                  <a:pt x="18588" y="9671"/>
                  <a:pt x="18588" y="9671"/>
                  <a:pt x="18588" y="9671"/>
                </a:cubicBezTo>
                <a:cubicBezTo>
                  <a:pt x="18501" y="9832"/>
                  <a:pt x="18501" y="9832"/>
                  <a:pt x="18501" y="9832"/>
                </a:cubicBezTo>
                <a:cubicBezTo>
                  <a:pt x="18501" y="9832"/>
                  <a:pt x="18501" y="9832"/>
                  <a:pt x="18501" y="9832"/>
                </a:cubicBezTo>
                <a:cubicBezTo>
                  <a:pt x="18588" y="9832"/>
                  <a:pt x="18588" y="9832"/>
                  <a:pt x="18588" y="9832"/>
                </a:cubicBezTo>
                <a:cubicBezTo>
                  <a:pt x="18588" y="9994"/>
                  <a:pt x="18588" y="9994"/>
                  <a:pt x="18588" y="9994"/>
                </a:cubicBezTo>
                <a:cubicBezTo>
                  <a:pt x="18501" y="10155"/>
                  <a:pt x="18501" y="10155"/>
                  <a:pt x="18501" y="10155"/>
                </a:cubicBezTo>
                <a:cubicBezTo>
                  <a:pt x="18501" y="10155"/>
                  <a:pt x="18501" y="10155"/>
                  <a:pt x="18501" y="10155"/>
                </a:cubicBezTo>
                <a:cubicBezTo>
                  <a:pt x="18501" y="10316"/>
                  <a:pt x="18501" y="10316"/>
                  <a:pt x="18501" y="10316"/>
                </a:cubicBezTo>
                <a:cubicBezTo>
                  <a:pt x="18501" y="10316"/>
                  <a:pt x="18501" y="10316"/>
                  <a:pt x="18501" y="10316"/>
                </a:cubicBezTo>
                <a:cubicBezTo>
                  <a:pt x="18501" y="10316"/>
                  <a:pt x="18501" y="10316"/>
                  <a:pt x="18501" y="10316"/>
                </a:cubicBezTo>
                <a:cubicBezTo>
                  <a:pt x="18415" y="10477"/>
                  <a:pt x="18415" y="10477"/>
                  <a:pt x="18415" y="10477"/>
                </a:cubicBezTo>
                <a:cubicBezTo>
                  <a:pt x="18415" y="10477"/>
                  <a:pt x="18415" y="10477"/>
                  <a:pt x="18415" y="10477"/>
                </a:cubicBezTo>
                <a:cubicBezTo>
                  <a:pt x="18415" y="10638"/>
                  <a:pt x="18415" y="10638"/>
                  <a:pt x="18415" y="10638"/>
                </a:cubicBezTo>
                <a:cubicBezTo>
                  <a:pt x="18329" y="10800"/>
                  <a:pt x="18329" y="10800"/>
                  <a:pt x="18329" y="10800"/>
                </a:cubicBezTo>
                <a:cubicBezTo>
                  <a:pt x="18329" y="10800"/>
                  <a:pt x="18329" y="10800"/>
                  <a:pt x="18329" y="10800"/>
                </a:cubicBezTo>
                <a:cubicBezTo>
                  <a:pt x="18243" y="10961"/>
                  <a:pt x="18243" y="10961"/>
                  <a:pt x="18243" y="10961"/>
                </a:cubicBezTo>
                <a:cubicBezTo>
                  <a:pt x="18243" y="10961"/>
                  <a:pt x="18243" y="10961"/>
                  <a:pt x="18243" y="10961"/>
                </a:cubicBezTo>
                <a:cubicBezTo>
                  <a:pt x="18243" y="10961"/>
                  <a:pt x="18243" y="10961"/>
                  <a:pt x="18243" y="10961"/>
                </a:cubicBezTo>
                <a:cubicBezTo>
                  <a:pt x="18157" y="11122"/>
                  <a:pt x="18157" y="11122"/>
                  <a:pt x="18157" y="11122"/>
                </a:cubicBezTo>
                <a:cubicBezTo>
                  <a:pt x="18157" y="11122"/>
                  <a:pt x="18157" y="11122"/>
                  <a:pt x="18157" y="11122"/>
                </a:cubicBezTo>
                <a:cubicBezTo>
                  <a:pt x="18071" y="11122"/>
                  <a:pt x="18071" y="11122"/>
                  <a:pt x="18071" y="11122"/>
                </a:cubicBezTo>
                <a:cubicBezTo>
                  <a:pt x="18157" y="10961"/>
                  <a:pt x="18157" y="10961"/>
                  <a:pt x="18157" y="10961"/>
                </a:cubicBezTo>
                <a:cubicBezTo>
                  <a:pt x="18157" y="10961"/>
                  <a:pt x="18157" y="10961"/>
                  <a:pt x="18157" y="10961"/>
                </a:cubicBezTo>
                <a:cubicBezTo>
                  <a:pt x="18071" y="10961"/>
                  <a:pt x="18071" y="10961"/>
                  <a:pt x="18071" y="10961"/>
                </a:cubicBezTo>
                <a:cubicBezTo>
                  <a:pt x="17985" y="10800"/>
                  <a:pt x="17985" y="10800"/>
                  <a:pt x="17985" y="10800"/>
                </a:cubicBezTo>
                <a:cubicBezTo>
                  <a:pt x="17899" y="10638"/>
                  <a:pt x="17899" y="10638"/>
                  <a:pt x="17899" y="10638"/>
                </a:cubicBezTo>
                <a:cubicBezTo>
                  <a:pt x="17985" y="10638"/>
                  <a:pt x="17985" y="10638"/>
                  <a:pt x="17985" y="10638"/>
                </a:cubicBezTo>
                <a:cubicBezTo>
                  <a:pt x="18071" y="10316"/>
                  <a:pt x="18071" y="10316"/>
                  <a:pt x="18071" y="10316"/>
                </a:cubicBezTo>
                <a:cubicBezTo>
                  <a:pt x="17985" y="10477"/>
                  <a:pt x="17985" y="10477"/>
                  <a:pt x="17985" y="10477"/>
                </a:cubicBezTo>
                <a:cubicBezTo>
                  <a:pt x="17899" y="10477"/>
                  <a:pt x="17899" y="10477"/>
                  <a:pt x="17899" y="10477"/>
                </a:cubicBezTo>
                <a:cubicBezTo>
                  <a:pt x="17899" y="10638"/>
                  <a:pt x="17899" y="10638"/>
                  <a:pt x="17899" y="10638"/>
                </a:cubicBezTo>
                <a:cubicBezTo>
                  <a:pt x="17899" y="10800"/>
                  <a:pt x="17899" y="10800"/>
                  <a:pt x="17899" y="10800"/>
                </a:cubicBezTo>
                <a:cubicBezTo>
                  <a:pt x="17985" y="10800"/>
                  <a:pt x="17985" y="10800"/>
                  <a:pt x="17985" y="10800"/>
                </a:cubicBezTo>
                <a:cubicBezTo>
                  <a:pt x="17985" y="10961"/>
                  <a:pt x="17985" y="10961"/>
                  <a:pt x="17985" y="10961"/>
                </a:cubicBezTo>
                <a:cubicBezTo>
                  <a:pt x="17985" y="11122"/>
                  <a:pt x="17985" y="11122"/>
                  <a:pt x="17985" y="11122"/>
                </a:cubicBezTo>
                <a:cubicBezTo>
                  <a:pt x="18071" y="11283"/>
                  <a:pt x="18071" y="11283"/>
                  <a:pt x="18071" y="11283"/>
                </a:cubicBezTo>
                <a:cubicBezTo>
                  <a:pt x="18071" y="11444"/>
                  <a:pt x="18071" y="11444"/>
                  <a:pt x="18071" y="11444"/>
                </a:cubicBezTo>
                <a:cubicBezTo>
                  <a:pt x="17985" y="11767"/>
                  <a:pt x="17985" y="11767"/>
                  <a:pt x="17985" y="11767"/>
                </a:cubicBezTo>
                <a:cubicBezTo>
                  <a:pt x="17899" y="11767"/>
                  <a:pt x="17899" y="11767"/>
                  <a:pt x="17899" y="11767"/>
                </a:cubicBezTo>
                <a:cubicBezTo>
                  <a:pt x="17813" y="12089"/>
                  <a:pt x="17813" y="12089"/>
                  <a:pt x="17813" y="12089"/>
                </a:cubicBezTo>
                <a:cubicBezTo>
                  <a:pt x="17813" y="12250"/>
                  <a:pt x="17813" y="12250"/>
                  <a:pt x="17813" y="12250"/>
                </a:cubicBezTo>
                <a:cubicBezTo>
                  <a:pt x="17813" y="12250"/>
                  <a:pt x="17813" y="12250"/>
                  <a:pt x="17813" y="12250"/>
                </a:cubicBezTo>
                <a:cubicBezTo>
                  <a:pt x="17727" y="12250"/>
                  <a:pt x="17727" y="12250"/>
                  <a:pt x="17727" y="12250"/>
                </a:cubicBezTo>
                <a:cubicBezTo>
                  <a:pt x="17727" y="12250"/>
                  <a:pt x="17727" y="12250"/>
                  <a:pt x="17727" y="12250"/>
                </a:cubicBezTo>
                <a:cubicBezTo>
                  <a:pt x="17727" y="12250"/>
                  <a:pt x="17727" y="12250"/>
                  <a:pt x="17727" y="12250"/>
                </a:cubicBezTo>
                <a:cubicBezTo>
                  <a:pt x="17641" y="12411"/>
                  <a:pt x="17641" y="12411"/>
                  <a:pt x="17641" y="12411"/>
                </a:cubicBezTo>
                <a:cubicBezTo>
                  <a:pt x="17641" y="12573"/>
                  <a:pt x="17641" y="12573"/>
                  <a:pt x="17641" y="12573"/>
                </a:cubicBezTo>
                <a:cubicBezTo>
                  <a:pt x="17641" y="12573"/>
                  <a:pt x="17641" y="12573"/>
                  <a:pt x="17641" y="12573"/>
                </a:cubicBezTo>
                <a:cubicBezTo>
                  <a:pt x="17641" y="12411"/>
                  <a:pt x="17641" y="12411"/>
                  <a:pt x="17641" y="12411"/>
                </a:cubicBezTo>
                <a:cubicBezTo>
                  <a:pt x="17641" y="12250"/>
                  <a:pt x="17641" y="12250"/>
                  <a:pt x="17641" y="12250"/>
                </a:cubicBezTo>
                <a:cubicBezTo>
                  <a:pt x="17727" y="12250"/>
                  <a:pt x="17727" y="12250"/>
                  <a:pt x="17727" y="12250"/>
                </a:cubicBezTo>
                <a:cubicBezTo>
                  <a:pt x="17727" y="12089"/>
                  <a:pt x="17727" y="12089"/>
                  <a:pt x="17727" y="12089"/>
                </a:cubicBezTo>
                <a:cubicBezTo>
                  <a:pt x="17727" y="11928"/>
                  <a:pt x="17727" y="11928"/>
                  <a:pt x="17727" y="11928"/>
                </a:cubicBezTo>
                <a:cubicBezTo>
                  <a:pt x="17727" y="11928"/>
                  <a:pt x="17727" y="11928"/>
                  <a:pt x="17727" y="11928"/>
                </a:cubicBezTo>
                <a:cubicBezTo>
                  <a:pt x="17813" y="11928"/>
                  <a:pt x="17813" y="11928"/>
                  <a:pt x="17813" y="11928"/>
                </a:cubicBezTo>
                <a:cubicBezTo>
                  <a:pt x="17727" y="11928"/>
                  <a:pt x="17727" y="11928"/>
                  <a:pt x="17727" y="11928"/>
                </a:cubicBezTo>
                <a:cubicBezTo>
                  <a:pt x="17641" y="11767"/>
                  <a:pt x="17641" y="11767"/>
                  <a:pt x="17641" y="11767"/>
                </a:cubicBezTo>
                <a:cubicBezTo>
                  <a:pt x="17727" y="11767"/>
                  <a:pt x="17727" y="11767"/>
                  <a:pt x="17727" y="11767"/>
                </a:cubicBezTo>
                <a:cubicBezTo>
                  <a:pt x="17727" y="11767"/>
                  <a:pt x="17727" y="11767"/>
                  <a:pt x="17727" y="11767"/>
                </a:cubicBezTo>
                <a:cubicBezTo>
                  <a:pt x="17641" y="11767"/>
                  <a:pt x="17641" y="11767"/>
                  <a:pt x="17641" y="11767"/>
                </a:cubicBezTo>
                <a:cubicBezTo>
                  <a:pt x="17641" y="11605"/>
                  <a:pt x="17641" y="11605"/>
                  <a:pt x="17641" y="11605"/>
                </a:cubicBezTo>
                <a:cubicBezTo>
                  <a:pt x="17641" y="11767"/>
                  <a:pt x="17641" y="11767"/>
                  <a:pt x="17641" y="11767"/>
                </a:cubicBezTo>
                <a:cubicBezTo>
                  <a:pt x="17555" y="11605"/>
                  <a:pt x="17555" y="11605"/>
                  <a:pt x="17555" y="11605"/>
                </a:cubicBezTo>
                <a:cubicBezTo>
                  <a:pt x="17555" y="11444"/>
                  <a:pt x="17555" y="11444"/>
                  <a:pt x="17555" y="11444"/>
                </a:cubicBezTo>
                <a:cubicBezTo>
                  <a:pt x="17641" y="11283"/>
                  <a:pt x="17641" y="11283"/>
                  <a:pt x="17641" y="11283"/>
                </a:cubicBezTo>
                <a:cubicBezTo>
                  <a:pt x="17641" y="11122"/>
                  <a:pt x="17641" y="11122"/>
                  <a:pt x="17641" y="11122"/>
                </a:cubicBezTo>
                <a:cubicBezTo>
                  <a:pt x="17555" y="10961"/>
                  <a:pt x="17555" y="10961"/>
                  <a:pt x="17555" y="10961"/>
                </a:cubicBezTo>
                <a:cubicBezTo>
                  <a:pt x="17641" y="10800"/>
                  <a:pt x="17641" y="10800"/>
                  <a:pt x="17641" y="10800"/>
                </a:cubicBezTo>
                <a:cubicBezTo>
                  <a:pt x="17641" y="10800"/>
                  <a:pt x="17641" y="10800"/>
                  <a:pt x="17641" y="10800"/>
                </a:cubicBezTo>
                <a:cubicBezTo>
                  <a:pt x="17641" y="10800"/>
                  <a:pt x="17641" y="10800"/>
                  <a:pt x="17641" y="10800"/>
                </a:cubicBezTo>
                <a:cubicBezTo>
                  <a:pt x="17641" y="10638"/>
                  <a:pt x="17641" y="10638"/>
                  <a:pt x="17641" y="10638"/>
                </a:cubicBezTo>
                <a:cubicBezTo>
                  <a:pt x="17641" y="10638"/>
                  <a:pt x="17641" y="10638"/>
                  <a:pt x="17641" y="10638"/>
                </a:cubicBezTo>
                <a:cubicBezTo>
                  <a:pt x="17641" y="10638"/>
                  <a:pt x="17641" y="10638"/>
                  <a:pt x="17641" y="10638"/>
                </a:cubicBezTo>
                <a:cubicBezTo>
                  <a:pt x="17641" y="10800"/>
                  <a:pt x="17641" y="10800"/>
                  <a:pt x="17641" y="10800"/>
                </a:cubicBezTo>
                <a:cubicBezTo>
                  <a:pt x="17555" y="10800"/>
                  <a:pt x="17555" y="10800"/>
                  <a:pt x="17555" y="10800"/>
                </a:cubicBezTo>
                <a:cubicBezTo>
                  <a:pt x="17469" y="10961"/>
                  <a:pt x="17469" y="10961"/>
                  <a:pt x="17469" y="10961"/>
                </a:cubicBezTo>
                <a:cubicBezTo>
                  <a:pt x="17469" y="10961"/>
                  <a:pt x="17469" y="10961"/>
                  <a:pt x="17469" y="10961"/>
                </a:cubicBezTo>
                <a:cubicBezTo>
                  <a:pt x="17555" y="10961"/>
                  <a:pt x="17555" y="10961"/>
                  <a:pt x="17555" y="10961"/>
                </a:cubicBezTo>
                <a:cubicBezTo>
                  <a:pt x="17469" y="11122"/>
                  <a:pt x="17469" y="11122"/>
                  <a:pt x="17469" y="11122"/>
                </a:cubicBezTo>
                <a:cubicBezTo>
                  <a:pt x="17469" y="11283"/>
                  <a:pt x="17469" y="11283"/>
                  <a:pt x="17469" y="11283"/>
                </a:cubicBezTo>
                <a:cubicBezTo>
                  <a:pt x="17469" y="11283"/>
                  <a:pt x="17469" y="11283"/>
                  <a:pt x="17469" y="11283"/>
                </a:cubicBezTo>
                <a:cubicBezTo>
                  <a:pt x="17469" y="11444"/>
                  <a:pt x="17469" y="11444"/>
                  <a:pt x="17469" y="11444"/>
                </a:cubicBezTo>
                <a:cubicBezTo>
                  <a:pt x="17469" y="11605"/>
                  <a:pt x="17469" y="11605"/>
                  <a:pt x="17469" y="11605"/>
                </a:cubicBezTo>
                <a:cubicBezTo>
                  <a:pt x="17469" y="11767"/>
                  <a:pt x="17469" y="11767"/>
                  <a:pt x="17469" y="11767"/>
                </a:cubicBezTo>
                <a:cubicBezTo>
                  <a:pt x="17469" y="11767"/>
                  <a:pt x="17469" y="11767"/>
                  <a:pt x="17469" y="11767"/>
                </a:cubicBezTo>
                <a:cubicBezTo>
                  <a:pt x="17383" y="11605"/>
                  <a:pt x="17383" y="11605"/>
                  <a:pt x="17383" y="11605"/>
                </a:cubicBezTo>
                <a:cubicBezTo>
                  <a:pt x="17297" y="11605"/>
                  <a:pt x="17297" y="11605"/>
                  <a:pt x="17297" y="11605"/>
                </a:cubicBezTo>
                <a:cubicBezTo>
                  <a:pt x="17297" y="11444"/>
                  <a:pt x="17297" y="11444"/>
                  <a:pt x="17297" y="11444"/>
                </a:cubicBezTo>
                <a:cubicBezTo>
                  <a:pt x="17211" y="11444"/>
                  <a:pt x="17211" y="11444"/>
                  <a:pt x="17211" y="11444"/>
                </a:cubicBezTo>
                <a:cubicBezTo>
                  <a:pt x="17211" y="11444"/>
                  <a:pt x="17211" y="11444"/>
                  <a:pt x="17211" y="11444"/>
                </a:cubicBezTo>
                <a:cubicBezTo>
                  <a:pt x="17211" y="11283"/>
                  <a:pt x="17211" y="11283"/>
                  <a:pt x="17211" y="11283"/>
                </a:cubicBezTo>
                <a:cubicBezTo>
                  <a:pt x="17211" y="11283"/>
                  <a:pt x="17211" y="11283"/>
                  <a:pt x="17211" y="11283"/>
                </a:cubicBezTo>
                <a:cubicBezTo>
                  <a:pt x="17211" y="11444"/>
                  <a:pt x="17211" y="11444"/>
                  <a:pt x="17211" y="11444"/>
                </a:cubicBezTo>
                <a:cubicBezTo>
                  <a:pt x="17211" y="11444"/>
                  <a:pt x="17211" y="11444"/>
                  <a:pt x="17211" y="11444"/>
                </a:cubicBezTo>
                <a:cubicBezTo>
                  <a:pt x="17297" y="11605"/>
                  <a:pt x="17297" y="11605"/>
                  <a:pt x="17297" y="11605"/>
                </a:cubicBezTo>
                <a:cubicBezTo>
                  <a:pt x="17383" y="11767"/>
                  <a:pt x="17383" y="11767"/>
                  <a:pt x="17383" y="11767"/>
                </a:cubicBezTo>
                <a:cubicBezTo>
                  <a:pt x="17469" y="11928"/>
                  <a:pt x="17469" y="11928"/>
                  <a:pt x="17469" y="11928"/>
                </a:cubicBezTo>
                <a:cubicBezTo>
                  <a:pt x="17469" y="11928"/>
                  <a:pt x="17469" y="11928"/>
                  <a:pt x="17469" y="11928"/>
                </a:cubicBezTo>
                <a:cubicBezTo>
                  <a:pt x="17555" y="12089"/>
                  <a:pt x="17555" y="12089"/>
                  <a:pt x="17555" y="12089"/>
                </a:cubicBezTo>
                <a:cubicBezTo>
                  <a:pt x="17469" y="12250"/>
                  <a:pt x="17469" y="12250"/>
                  <a:pt x="17469" y="12250"/>
                </a:cubicBezTo>
                <a:cubicBezTo>
                  <a:pt x="17469" y="12089"/>
                  <a:pt x="17469" y="12089"/>
                  <a:pt x="17469" y="12089"/>
                </a:cubicBezTo>
                <a:cubicBezTo>
                  <a:pt x="17383" y="12089"/>
                  <a:pt x="17383" y="12089"/>
                  <a:pt x="17383" y="12089"/>
                </a:cubicBezTo>
                <a:cubicBezTo>
                  <a:pt x="17383" y="12089"/>
                  <a:pt x="17383" y="12089"/>
                  <a:pt x="17383" y="12089"/>
                </a:cubicBezTo>
                <a:cubicBezTo>
                  <a:pt x="17383" y="12250"/>
                  <a:pt x="17383" y="12250"/>
                  <a:pt x="17383" y="12250"/>
                </a:cubicBezTo>
                <a:cubicBezTo>
                  <a:pt x="17469" y="12250"/>
                  <a:pt x="17469" y="12250"/>
                  <a:pt x="17469" y="12250"/>
                </a:cubicBezTo>
                <a:cubicBezTo>
                  <a:pt x="17555" y="12411"/>
                  <a:pt x="17555" y="12411"/>
                  <a:pt x="17555" y="12411"/>
                </a:cubicBezTo>
                <a:cubicBezTo>
                  <a:pt x="17469" y="12411"/>
                  <a:pt x="17469" y="12411"/>
                  <a:pt x="17469" y="12411"/>
                </a:cubicBezTo>
                <a:cubicBezTo>
                  <a:pt x="17469" y="12411"/>
                  <a:pt x="17469" y="12411"/>
                  <a:pt x="17469" y="12411"/>
                </a:cubicBezTo>
                <a:cubicBezTo>
                  <a:pt x="17383" y="12411"/>
                  <a:pt x="17383" y="12411"/>
                  <a:pt x="17383" y="12411"/>
                </a:cubicBezTo>
                <a:cubicBezTo>
                  <a:pt x="17469" y="12573"/>
                  <a:pt x="17469" y="12573"/>
                  <a:pt x="17469" y="12573"/>
                </a:cubicBezTo>
                <a:cubicBezTo>
                  <a:pt x="17469" y="12734"/>
                  <a:pt x="17469" y="12734"/>
                  <a:pt x="17469" y="12734"/>
                </a:cubicBezTo>
                <a:cubicBezTo>
                  <a:pt x="17469" y="12573"/>
                  <a:pt x="17469" y="12573"/>
                  <a:pt x="17469" y="12573"/>
                </a:cubicBezTo>
                <a:cubicBezTo>
                  <a:pt x="17383" y="12573"/>
                  <a:pt x="17383" y="12573"/>
                  <a:pt x="17383" y="12573"/>
                </a:cubicBezTo>
                <a:cubicBezTo>
                  <a:pt x="17297" y="12573"/>
                  <a:pt x="17297" y="12573"/>
                  <a:pt x="17297" y="12573"/>
                </a:cubicBezTo>
                <a:cubicBezTo>
                  <a:pt x="17211" y="12411"/>
                  <a:pt x="17211" y="12411"/>
                  <a:pt x="17211" y="12411"/>
                </a:cubicBezTo>
                <a:cubicBezTo>
                  <a:pt x="17297" y="12573"/>
                  <a:pt x="17297" y="12573"/>
                  <a:pt x="17297" y="12573"/>
                </a:cubicBezTo>
                <a:cubicBezTo>
                  <a:pt x="17383" y="12573"/>
                  <a:pt x="17383" y="12573"/>
                  <a:pt x="17383" y="12573"/>
                </a:cubicBezTo>
                <a:cubicBezTo>
                  <a:pt x="17383" y="12573"/>
                  <a:pt x="17383" y="12573"/>
                  <a:pt x="17383" y="12573"/>
                </a:cubicBezTo>
                <a:cubicBezTo>
                  <a:pt x="17383" y="12734"/>
                  <a:pt x="17383" y="12734"/>
                  <a:pt x="17383" y="12734"/>
                </a:cubicBezTo>
                <a:cubicBezTo>
                  <a:pt x="17469" y="12734"/>
                  <a:pt x="17469" y="12734"/>
                  <a:pt x="17469" y="12734"/>
                </a:cubicBezTo>
                <a:cubicBezTo>
                  <a:pt x="17555" y="12734"/>
                  <a:pt x="17555" y="12734"/>
                  <a:pt x="17555" y="12734"/>
                </a:cubicBezTo>
                <a:cubicBezTo>
                  <a:pt x="17555" y="12734"/>
                  <a:pt x="17555" y="12734"/>
                  <a:pt x="17555" y="12734"/>
                </a:cubicBezTo>
                <a:cubicBezTo>
                  <a:pt x="17641" y="12895"/>
                  <a:pt x="17641" y="12895"/>
                  <a:pt x="17641" y="12895"/>
                </a:cubicBezTo>
                <a:cubicBezTo>
                  <a:pt x="17555" y="13056"/>
                  <a:pt x="17555" y="13056"/>
                  <a:pt x="17555" y="13056"/>
                </a:cubicBezTo>
                <a:cubicBezTo>
                  <a:pt x="17555" y="13056"/>
                  <a:pt x="17555" y="13056"/>
                  <a:pt x="17555" y="13056"/>
                </a:cubicBezTo>
                <a:cubicBezTo>
                  <a:pt x="17555" y="13056"/>
                  <a:pt x="17555" y="13056"/>
                  <a:pt x="17555" y="13056"/>
                </a:cubicBezTo>
                <a:cubicBezTo>
                  <a:pt x="17555" y="13056"/>
                  <a:pt x="17555" y="13056"/>
                  <a:pt x="17555" y="13056"/>
                </a:cubicBezTo>
                <a:cubicBezTo>
                  <a:pt x="17555" y="13217"/>
                  <a:pt x="17555" y="13217"/>
                  <a:pt x="17555" y="13217"/>
                </a:cubicBezTo>
                <a:cubicBezTo>
                  <a:pt x="17555" y="13379"/>
                  <a:pt x="17555" y="13379"/>
                  <a:pt x="17555" y="13379"/>
                </a:cubicBezTo>
                <a:cubicBezTo>
                  <a:pt x="17469" y="13379"/>
                  <a:pt x="17469" y="13379"/>
                  <a:pt x="17469" y="13379"/>
                </a:cubicBezTo>
                <a:cubicBezTo>
                  <a:pt x="17469" y="13379"/>
                  <a:pt x="17469" y="13379"/>
                  <a:pt x="17469" y="13379"/>
                </a:cubicBezTo>
                <a:cubicBezTo>
                  <a:pt x="17383" y="13379"/>
                  <a:pt x="17383" y="13379"/>
                  <a:pt x="17383" y="13379"/>
                </a:cubicBezTo>
                <a:cubicBezTo>
                  <a:pt x="17383" y="13540"/>
                  <a:pt x="17383" y="13540"/>
                  <a:pt x="17383" y="13540"/>
                </a:cubicBezTo>
                <a:cubicBezTo>
                  <a:pt x="17297" y="13379"/>
                  <a:pt x="17297" y="13379"/>
                  <a:pt x="17297" y="13379"/>
                </a:cubicBezTo>
                <a:cubicBezTo>
                  <a:pt x="17297" y="13379"/>
                  <a:pt x="17297" y="13379"/>
                  <a:pt x="17297" y="13379"/>
                </a:cubicBezTo>
                <a:cubicBezTo>
                  <a:pt x="17211" y="13379"/>
                  <a:pt x="17211" y="13379"/>
                  <a:pt x="17211" y="13379"/>
                </a:cubicBezTo>
                <a:cubicBezTo>
                  <a:pt x="17211" y="13540"/>
                  <a:pt x="17211" y="13540"/>
                  <a:pt x="17211" y="13540"/>
                </a:cubicBezTo>
                <a:cubicBezTo>
                  <a:pt x="17211" y="13540"/>
                  <a:pt x="17211" y="13540"/>
                  <a:pt x="17211" y="13540"/>
                </a:cubicBezTo>
                <a:cubicBezTo>
                  <a:pt x="17297" y="13540"/>
                  <a:pt x="17297" y="13540"/>
                  <a:pt x="17297" y="13540"/>
                </a:cubicBezTo>
                <a:cubicBezTo>
                  <a:pt x="17469" y="13540"/>
                  <a:pt x="17469" y="13540"/>
                  <a:pt x="17469" y="13540"/>
                </a:cubicBezTo>
                <a:cubicBezTo>
                  <a:pt x="17469" y="13540"/>
                  <a:pt x="17469" y="13540"/>
                  <a:pt x="17469" y="13540"/>
                </a:cubicBezTo>
                <a:cubicBezTo>
                  <a:pt x="17469" y="13701"/>
                  <a:pt x="17469" y="13701"/>
                  <a:pt x="17469" y="13701"/>
                </a:cubicBezTo>
                <a:cubicBezTo>
                  <a:pt x="17555" y="13701"/>
                  <a:pt x="17555" y="13701"/>
                  <a:pt x="17555" y="13701"/>
                </a:cubicBezTo>
                <a:cubicBezTo>
                  <a:pt x="17555" y="13701"/>
                  <a:pt x="17555" y="13701"/>
                  <a:pt x="17555" y="13701"/>
                </a:cubicBezTo>
                <a:cubicBezTo>
                  <a:pt x="17555" y="13540"/>
                  <a:pt x="17555" y="13540"/>
                  <a:pt x="17555" y="13540"/>
                </a:cubicBezTo>
                <a:cubicBezTo>
                  <a:pt x="17555" y="13540"/>
                  <a:pt x="17555" y="13540"/>
                  <a:pt x="17555" y="13540"/>
                </a:cubicBezTo>
                <a:cubicBezTo>
                  <a:pt x="17641" y="13701"/>
                  <a:pt x="17641" y="13701"/>
                  <a:pt x="17641" y="13701"/>
                </a:cubicBezTo>
                <a:cubicBezTo>
                  <a:pt x="17555" y="13862"/>
                  <a:pt x="17555" y="13862"/>
                  <a:pt x="17555" y="13862"/>
                </a:cubicBezTo>
                <a:cubicBezTo>
                  <a:pt x="17555" y="13862"/>
                  <a:pt x="17555" y="13862"/>
                  <a:pt x="17555" y="13862"/>
                </a:cubicBezTo>
                <a:cubicBezTo>
                  <a:pt x="17469" y="13862"/>
                  <a:pt x="17469" y="13862"/>
                  <a:pt x="17469" y="13862"/>
                </a:cubicBezTo>
                <a:cubicBezTo>
                  <a:pt x="17469" y="14023"/>
                  <a:pt x="17469" y="14023"/>
                  <a:pt x="17469" y="14023"/>
                </a:cubicBezTo>
                <a:cubicBezTo>
                  <a:pt x="17469" y="14023"/>
                  <a:pt x="17469" y="14023"/>
                  <a:pt x="17469" y="14023"/>
                </a:cubicBezTo>
                <a:cubicBezTo>
                  <a:pt x="17383" y="14023"/>
                  <a:pt x="17383" y="14023"/>
                  <a:pt x="17383" y="14023"/>
                </a:cubicBezTo>
                <a:cubicBezTo>
                  <a:pt x="17297" y="14023"/>
                  <a:pt x="17297" y="14023"/>
                  <a:pt x="17297" y="14023"/>
                </a:cubicBezTo>
                <a:cubicBezTo>
                  <a:pt x="17297" y="13862"/>
                  <a:pt x="17297" y="13862"/>
                  <a:pt x="17297" y="13862"/>
                </a:cubicBezTo>
                <a:cubicBezTo>
                  <a:pt x="17297" y="14023"/>
                  <a:pt x="17297" y="14023"/>
                  <a:pt x="17297" y="14023"/>
                </a:cubicBezTo>
                <a:cubicBezTo>
                  <a:pt x="17211" y="14023"/>
                  <a:pt x="17211" y="14023"/>
                  <a:pt x="17211" y="14023"/>
                </a:cubicBezTo>
                <a:cubicBezTo>
                  <a:pt x="17211" y="14023"/>
                  <a:pt x="17211" y="14023"/>
                  <a:pt x="17211" y="14023"/>
                </a:cubicBezTo>
                <a:cubicBezTo>
                  <a:pt x="17125" y="14023"/>
                  <a:pt x="17125" y="14023"/>
                  <a:pt x="17125" y="14023"/>
                </a:cubicBezTo>
                <a:cubicBezTo>
                  <a:pt x="17211" y="14023"/>
                  <a:pt x="17211" y="14023"/>
                  <a:pt x="17211" y="14023"/>
                </a:cubicBezTo>
                <a:cubicBezTo>
                  <a:pt x="17297" y="14023"/>
                  <a:pt x="17297" y="14023"/>
                  <a:pt x="17297" y="14023"/>
                </a:cubicBezTo>
                <a:cubicBezTo>
                  <a:pt x="17297" y="14185"/>
                  <a:pt x="17297" y="14185"/>
                  <a:pt x="17297" y="14185"/>
                </a:cubicBezTo>
                <a:cubicBezTo>
                  <a:pt x="17211" y="14185"/>
                  <a:pt x="17211" y="14185"/>
                  <a:pt x="17211" y="14185"/>
                </a:cubicBezTo>
                <a:cubicBezTo>
                  <a:pt x="17297" y="14185"/>
                  <a:pt x="17297" y="14185"/>
                  <a:pt x="17297" y="14185"/>
                </a:cubicBezTo>
                <a:cubicBezTo>
                  <a:pt x="17125" y="14346"/>
                  <a:pt x="17125" y="14346"/>
                  <a:pt x="17125" y="14346"/>
                </a:cubicBezTo>
                <a:cubicBezTo>
                  <a:pt x="17125" y="14346"/>
                  <a:pt x="17125" y="14346"/>
                  <a:pt x="17125" y="14346"/>
                </a:cubicBezTo>
                <a:cubicBezTo>
                  <a:pt x="17125" y="14346"/>
                  <a:pt x="17125" y="14346"/>
                  <a:pt x="17125" y="14346"/>
                </a:cubicBezTo>
                <a:cubicBezTo>
                  <a:pt x="17211" y="14346"/>
                  <a:pt x="17211" y="14346"/>
                  <a:pt x="17211" y="14346"/>
                </a:cubicBezTo>
                <a:cubicBezTo>
                  <a:pt x="17297" y="14346"/>
                  <a:pt x="17297" y="14346"/>
                  <a:pt x="17297" y="14346"/>
                </a:cubicBezTo>
                <a:cubicBezTo>
                  <a:pt x="17297" y="14346"/>
                  <a:pt x="17297" y="14346"/>
                  <a:pt x="17297" y="14346"/>
                </a:cubicBezTo>
                <a:cubicBezTo>
                  <a:pt x="17383" y="14346"/>
                  <a:pt x="17383" y="14346"/>
                  <a:pt x="17383" y="14346"/>
                </a:cubicBezTo>
                <a:cubicBezTo>
                  <a:pt x="17297" y="14507"/>
                  <a:pt x="17297" y="14507"/>
                  <a:pt x="17297" y="14507"/>
                </a:cubicBezTo>
                <a:cubicBezTo>
                  <a:pt x="17211" y="14507"/>
                  <a:pt x="17211" y="14507"/>
                  <a:pt x="17211" y="14507"/>
                </a:cubicBezTo>
                <a:cubicBezTo>
                  <a:pt x="17211" y="14507"/>
                  <a:pt x="17211" y="14507"/>
                  <a:pt x="17211" y="14507"/>
                </a:cubicBezTo>
                <a:cubicBezTo>
                  <a:pt x="17211" y="14507"/>
                  <a:pt x="17211" y="14507"/>
                  <a:pt x="17211" y="14507"/>
                </a:cubicBezTo>
                <a:cubicBezTo>
                  <a:pt x="17125" y="14507"/>
                  <a:pt x="17125" y="14507"/>
                  <a:pt x="17125" y="14507"/>
                </a:cubicBezTo>
                <a:cubicBezTo>
                  <a:pt x="17039" y="14507"/>
                  <a:pt x="17039" y="14507"/>
                  <a:pt x="17039" y="14507"/>
                </a:cubicBezTo>
                <a:cubicBezTo>
                  <a:pt x="16866" y="14668"/>
                  <a:pt x="16866" y="14668"/>
                  <a:pt x="16866" y="14668"/>
                </a:cubicBezTo>
                <a:cubicBezTo>
                  <a:pt x="16694" y="14991"/>
                  <a:pt x="16694" y="14991"/>
                  <a:pt x="16694" y="14991"/>
                </a:cubicBezTo>
                <a:cubicBezTo>
                  <a:pt x="16608" y="15152"/>
                  <a:pt x="16608" y="15152"/>
                  <a:pt x="16608" y="15152"/>
                </a:cubicBezTo>
                <a:cubicBezTo>
                  <a:pt x="16608" y="15152"/>
                  <a:pt x="16608" y="15152"/>
                  <a:pt x="16608" y="15152"/>
                </a:cubicBezTo>
                <a:cubicBezTo>
                  <a:pt x="16522" y="15152"/>
                  <a:pt x="16522" y="15152"/>
                  <a:pt x="16522" y="15152"/>
                </a:cubicBezTo>
                <a:cubicBezTo>
                  <a:pt x="16436" y="15152"/>
                  <a:pt x="16436" y="15152"/>
                  <a:pt x="16436" y="15152"/>
                </a:cubicBezTo>
                <a:cubicBezTo>
                  <a:pt x="16350" y="15313"/>
                  <a:pt x="16350" y="15313"/>
                  <a:pt x="16350" y="15313"/>
                </a:cubicBezTo>
                <a:cubicBezTo>
                  <a:pt x="16178" y="15635"/>
                  <a:pt x="16178" y="15635"/>
                  <a:pt x="16178" y="15635"/>
                </a:cubicBezTo>
                <a:cubicBezTo>
                  <a:pt x="16178" y="15635"/>
                  <a:pt x="16178" y="15635"/>
                  <a:pt x="16178" y="15635"/>
                </a:cubicBezTo>
                <a:cubicBezTo>
                  <a:pt x="16178" y="15797"/>
                  <a:pt x="16178" y="15797"/>
                  <a:pt x="16178" y="15797"/>
                </a:cubicBezTo>
                <a:cubicBezTo>
                  <a:pt x="16092" y="15797"/>
                  <a:pt x="16092" y="15797"/>
                  <a:pt x="16092" y="15797"/>
                </a:cubicBezTo>
                <a:cubicBezTo>
                  <a:pt x="16092" y="15797"/>
                  <a:pt x="16092" y="15797"/>
                  <a:pt x="16092" y="15797"/>
                </a:cubicBezTo>
                <a:cubicBezTo>
                  <a:pt x="16006" y="15958"/>
                  <a:pt x="16006" y="15958"/>
                  <a:pt x="16006" y="15958"/>
                </a:cubicBezTo>
                <a:cubicBezTo>
                  <a:pt x="16006" y="15958"/>
                  <a:pt x="16006" y="15958"/>
                  <a:pt x="16006" y="15958"/>
                </a:cubicBezTo>
                <a:cubicBezTo>
                  <a:pt x="16006" y="15958"/>
                  <a:pt x="16006" y="15958"/>
                  <a:pt x="16006" y="15958"/>
                </a:cubicBezTo>
                <a:cubicBezTo>
                  <a:pt x="15920" y="15958"/>
                  <a:pt x="15920" y="15958"/>
                  <a:pt x="15920" y="15958"/>
                </a:cubicBezTo>
                <a:cubicBezTo>
                  <a:pt x="15834" y="15958"/>
                  <a:pt x="15834" y="15958"/>
                  <a:pt x="15834" y="15958"/>
                </a:cubicBezTo>
                <a:cubicBezTo>
                  <a:pt x="15834" y="16119"/>
                  <a:pt x="15834" y="16119"/>
                  <a:pt x="15834" y="16119"/>
                </a:cubicBezTo>
                <a:cubicBezTo>
                  <a:pt x="15748" y="16119"/>
                  <a:pt x="15748" y="16119"/>
                  <a:pt x="15748" y="16119"/>
                </a:cubicBezTo>
                <a:cubicBezTo>
                  <a:pt x="15662" y="16119"/>
                  <a:pt x="15662" y="16119"/>
                  <a:pt x="15662" y="16119"/>
                </a:cubicBezTo>
                <a:cubicBezTo>
                  <a:pt x="15576" y="16119"/>
                  <a:pt x="15576" y="16119"/>
                  <a:pt x="15576" y="16119"/>
                </a:cubicBezTo>
                <a:cubicBezTo>
                  <a:pt x="15576" y="16280"/>
                  <a:pt x="15576" y="16280"/>
                  <a:pt x="15576" y="16280"/>
                </a:cubicBezTo>
                <a:cubicBezTo>
                  <a:pt x="15490" y="16280"/>
                  <a:pt x="15490" y="16280"/>
                  <a:pt x="15490" y="16280"/>
                </a:cubicBezTo>
                <a:cubicBezTo>
                  <a:pt x="15490" y="16280"/>
                  <a:pt x="15490" y="16280"/>
                  <a:pt x="15490" y="16280"/>
                </a:cubicBezTo>
                <a:cubicBezTo>
                  <a:pt x="15490" y="16280"/>
                  <a:pt x="15490" y="16280"/>
                  <a:pt x="15490" y="16280"/>
                </a:cubicBezTo>
                <a:cubicBezTo>
                  <a:pt x="15490" y="16441"/>
                  <a:pt x="15490" y="16441"/>
                  <a:pt x="15490" y="16441"/>
                </a:cubicBezTo>
                <a:cubicBezTo>
                  <a:pt x="15490" y="16441"/>
                  <a:pt x="15490" y="16441"/>
                  <a:pt x="15490" y="16441"/>
                </a:cubicBezTo>
                <a:cubicBezTo>
                  <a:pt x="15403" y="16602"/>
                  <a:pt x="15403" y="16602"/>
                  <a:pt x="15403" y="16602"/>
                </a:cubicBezTo>
                <a:cubicBezTo>
                  <a:pt x="15403" y="16602"/>
                  <a:pt x="15403" y="16602"/>
                  <a:pt x="15403" y="16602"/>
                </a:cubicBezTo>
                <a:cubicBezTo>
                  <a:pt x="15317" y="16602"/>
                  <a:pt x="15317" y="16602"/>
                  <a:pt x="15317" y="16602"/>
                </a:cubicBezTo>
                <a:cubicBezTo>
                  <a:pt x="15231" y="16764"/>
                  <a:pt x="15231" y="16764"/>
                  <a:pt x="15231" y="16764"/>
                </a:cubicBezTo>
                <a:cubicBezTo>
                  <a:pt x="15231" y="16925"/>
                  <a:pt x="15231" y="16925"/>
                  <a:pt x="15231" y="16925"/>
                </a:cubicBezTo>
                <a:cubicBezTo>
                  <a:pt x="15231" y="17247"/>
                  <a:pt x="15231" y="17247"/>
                  <a:pt x="15231" y="17247"/>
                </a:cubicBezTo>
                <a:cubicBezTo>
                  <a:pt x="15145" y="17570"/>
                  <a:pt x="15145" y="17570"/>
                  <a:pt x="15145" y="17570"/>
                </a:cubicBezTo>
                <a:cubicBezTo>
                  <a:pt x="15231" y="17731"/>
                  <a:pt x="15231" y="17731"/>
                  <a:pt x="15231" y="17731"/>
                </a:cubicBezTo>
                <a:cubicBezTo>
                  <a:pt x="15145" y="18053"/>
                  <a:pt x="15145" y="18053"/>
                  <a:pt x="15145" y="18053"/>
                </a:cubicBezTo>
                <a:cubicBezTo>
                  <a:pt x="15231" y="18214"/>
                  <a:pt x="15231" y="18214"/>
                  <a:pt x="15231" y="18214"/>
                </a:cubicBezTo>
                <a:cubicBezTo>
                  <a:pt x="15231" y="18537"/>
                  <a:pt x="15231" y="18537"/>
                  <a:pt x="15231" y="18537"/>
                </a:cubicBezTo>
                <a:cubicBezTo>
                  <a:pt x="15231" y="18698"/>
                  <a:pt x="15231" y="18698"/>
                  <a:pt x="15231" y="18698"/>
                </a:cubicBezTo>
                <a:cubicBezTo>
                  <a:pt x="15317" y="19020"/>
                  <a:pt x="15317" y="19020"/>
                  <a:pt x="15317" y="19020"/>
                </a:cubicBezTo>
                <a:cubicBezTo>
                  <a:pt x="15317" y="19020"/>
                  <a:pt x="15317" y="19020"/>
                  <a:pt x="15317" y="19020"/>
                </a:cubicBezTo>
                <a:cubicBezTo>
                  <a:pt x="15403" y="19182"/>
                  <a:pt x="15403" y="19182"/>
                  <a:pt x="15403" y="19182"/>
                </a:cubicBezTo>
                <a:cubicBezTo>
                  <a:pt x="15317" y="19343"/>
                  <a:pt x="15317" y="19343"/>
                  <a:pt x="15317" y="19343"/>
                </a:cubicBezTo>
                <a:cubicBezTo>
                  <a:pt x="15317" y="19504"/>
                  <a:pt x="15317" y="19504"/>
                  <a:pt x="15317" y="19504"/>
                </a:cubicBezTo>
                <a:cubicBezTo>
                  <a:pt x="15403" y="19665"/>
                  <a:pt x="15403" y="19665"/>
                  <a:pt x="15403" y="19665"/>
                </a:cubicBezTo>
                <a:cubicBezTo>
                  <a:pt x="15403" y="19988"/>
                  <a:pt x="15403" y="19988"/>
                  <a:pt x="15403" y="19988"/>
                </a:cubicBezTo>
                <a:cubicBezTo>
                  <a:pt x="15490" y="20149"/>
                  <a:pt x="15490" y="20149"/>
                  <a:pt x="15490" y="20149"/>
                </a:cubicBezTo>
                <a:cubicBezTo>
                  <a:pt x="15490" y="20310"/>
                  <a:pt x="15490" y="20310"/>
                  <a:pt x="15490" y="20310"/>
                </a:cubicBezTo>
                <a:cubicBezTo>
                  <a:pt x="15490" y="20310"/>
                  <a:pt x="15490" y="20310"/>
                  <a:pt x="15490" y="20310"/>
                </a:cubicBezTo>
                <a:cubicBezTo>
                  <a:pt x="15490" y="20471"/>
                  <a:pt x="15490" y="20471"/>
                  <a:pt x="15490" y="20471"/>
                </a:cubicBezTo>
                <a:cubicBezTo>
                  <a:pt x="15490" y="20632"/>
                  <a:pt x="15490" y="20632"/>
                  <a:pt x="15490" y="20632"/>
                </a:cubicBezTo>
                <a:cubicBezTo>
                  <a:pt x="15490" y="20632"/>
                  <a:pt x="15490" y="20632"/>
                  <a:pt x="15490" y="20632"/>
                </a:cubicBezTo>
                <a:cubicBezTo>
                  <a:pt x="15490" y="20794"/>
                  <a:pt x="15490" y="20794"/>
                  <a:pt x="15490" y="20794"/>
                </a:cubicBezTo>
                <a:cubicBezTo>
                  <a:pt x="15403" y="21116"/>
                  <a:pt x="15403" y="21116"/>
                  <a:pt x="15403" y="21116"/>
                </a:cubicBezTo>
                <a:cubicBezTo>
                  <a:pt x="15317" y="21277"/>
                  <a:pt x="15317" y="21277"/>
                  <a:pt x="15317" y="21277"/>
                </a:cubicBezTo>
                <a:cubicBezTo>
                  <a:pt x="15317" y="21277"/>
                  <a:pt x="15317" y="21277"/>
                  <a:pt x="15317" y="21277"/>
                </a:cubicBezTo>
                <a:cubicBezTo>
                  <a:pt x="15317" y="21438"/>
                  <a:pt x="15317" y="21438"/>
                  <a:pt x="15317" y="21438"/>
                </a:cubicBezTo>
                <a:cubicBezTo>
                  <a:pt x="15231" y="21438"/>
                  <a:pt x="15231" y="21438"/>
                  <a:pt x="15231" y="21438"/>
                </a:cubicBezTo>
                <a:cubicBezTo>
                  <a:pt x="15145" y="21600"/>
                  <a:pt x="15145" y="21600"/>
                  <a:pt x="15145" y="21600"/>
                </a:cubicBezTo>
                <a:cubicBezTo>
                  <a:pt x="15059" y="21600"/>
                  <a:pt x="15059" y="21600"/>
                  <a:pt x="15059" y="21600"/>
                </a:cubicBezTo>
                <a:cubicBezTo>
                  <a:pt x="15059" y="21438"/>
                  <a:pt x="15059" y="21438"/>
                  <a:pt x="15059" y="21438"/>
                </a:cubicBezTo>
                <a:cubicBezTo>
                  <a:pt x="14973" y="21438"/>
                  <a:pt x="14973" y="21438"/>
                  <a:pt x="14973" y="21438"/>
                </a:cubicBezTo>
                <a:cubicBezTo>
                  <a:pt x="15059" y="21438"/>
                  <a:pt x="15059" y="21438"/>
                  <a:pt x="15059" y="21438"/>
                </a:cubicBezTo>
                <a:cubicBezTo>
                  <a:pt x="14887" y="21277"/>
                  <a:pt x="14887" y="21277"/>
                  <a:pt x="14887" y="21277"/>
                </a:cubicBezTo>
                <a:cubicBezTo>
                  <a:pt x="14973" y="21116"/>
                  <a:pt x="14973" y="21116"/>
                  <a:pt x="14973" y="21116"/>
                </a:cubicBezTo>
                <a:cubicBezTo>
                  <a:pt x="14887" y="21116"/>
                  <a:pt x="14887" y="21116"/>
                  <a:pt x="14887" y="21116"/>
                </a:cubicBezTo>
                <a:cubicBezTo>
                  <a:pt x="14887" y="21116"/>
                  <a:pt x="14887" y="21116"/>
                  <a:pt x="14887" y="21116"/>
                </a:cubicBezTo>
                <a:cubicBezTo>
                  <a:pt x="14801" y="20955"/>
                  <a:pt x="14801" y="20955"/>
                  <a:pt x="14801" y="20955"/>
                </a:cubicBezTo>
                <a:cubicBezTo>
                  <a:pt x="14801" y="20794"/>
                  <a:pt x="14801" y="20794"/>
                  <a:pt x="14801" y="20794"/>
                </a:cubicBezTo>
                <a:cubicBezTo>
                  <a:pt x="14801" y="20632"/>
                  <a:pt x="14801" y="20632"/>
                  <a:pt x="14801" y="20632"/>
                </a:cubicBezTo>
                <a:cubicBezTo>
                  <a:pt x="14715" y="20632"/>
                  <a:pt x="14715" y="20632"/>
                  <a:pt x="14715" y="20632"/>
                </a:cubicBezTo>
                <a:cubicBezTo>
                  <a:pt x="14715" y="20471"/>
                  <a:pt x="14715" y="20471"/>
                  <a:pt x="14715" y="20471"/>
                </a:cubicBezTo>
                <a:cubicBezTo>
                  <a:pt x="14715" y="20471"/>
                  <a:pt x="14715" y="20471"/>
                  <a:pt x="14715" y="20471"/>
                </a:cubicBezTo>
                <a:cubicBezTo>
                  <a:pt x="14715" y="20310"/>
                  <a:pt x="14715" y="20310"/>
                  <a:pt x="14715" y="20310"/>
                </a:cubicBezTo>
                <a:cubicBezTo>
                  <a:pt x="14801" y="20310"/>
                  <a:pt x="14801" y="20310"/>
                  <a:pt x="14801" y="20310"/>
                </a:cubicBezTo>
                <a:cubicBezTo>
                  <a:pt x="14715" y="20310"/>
                  <a:pt x="14715" y="20310"/>
                  <a:pt x="14715" y="20310"/>
                </a:cubicBezTo>
                <a:cubicBezTo>
                  <a:pt x="14715" y="20310"/>
                  <a:pt x="14715" y="20310"/>
                  <a:pt x="14715" y="20310"/>
                </a:cubicBezTo>
                <a:cubicBezTo>
                  <a:pt x="14715" y="20310"/>
                  <a:pt x="14715" y="20310"/>
                  <a:pt x="14715" y="20310"/>
                </a:cubicBezTo>
                <a:cubicBezTo>
                  <a:pt x="14715" y="20310"/>
                  <a:pt x="14715" y="20310"/>
                  <a:pt x="14715" y="20310"/>
                </a:cubicBezTo>
                <a:cubicBezTo>
                  <a:pt x="14629" y="20310"/>
                  <a:pt x="14629" y="20310"/>
                  <a:pt x="14629" y="20310"/>
                </a:cubicBezTo>
                <a:cubicBezTo>
                  <a:pt x="14629" y="20310"/>
                  <a:pt x="14629" y="20310"/>
                  <a:pt x="14629" y="20310"/>
                </a:cubicBezTo>
                <a:cubicBezTo>
                  <a:pt x="14629" y="20149"/>
                  <a:pt x="14629" y="20149"/>
                  <a:pt x="14629" y="20149"/>
                </a:cubicBezTo>
                <a:cubicBezTo>
                  <a:pt x="14543" y="20149"/>
                  <a:pt x="14543" y="20149"/>
                  <a:pt x="14543" y="20149"/>
                </a:cubicBezTo>
                <a:cubicBezTo>
                  <a:pt x="14543" y="19988"/>
                  <a:pt x="14543" y="19988"/>
                  <a:pt x="14543" y="19988"/>
                </a:cubicBezTo>
                <a:cubicBezTo>
                  <a:pt x="14543" y="19826"/>
                  <a:pt x="14543" y="19826"/>
                  <a:pt x="14543" y="19826"/>
                </a:cubicBezTo>
                <a:cubicBezTo>
                  <a:pt x="14629" y="19665"/>
                  <a:pt x="14629" y="19665"/>
                  <a:pt x="14629" y="19665"/>
                </a:cubicBezTo>
                <a:cubicBezTo>
                  <a:pt x="14629" y="19504"/>
                  <a:pt x="14629" y="19504"/>
                  <a:pt x="14629" y="19504"/>
                </a:cubicBezTo>
                <a:cubicBezTo>
                  <a:pt x="14543" y="19504"/>
                  <a:pt x="14543" y="19504"/>
                  <a:pt x="14543" y="19504"/>
                </a:cubicBezTo>
                <a:cubicBezTo>
                  <a:pt x="14543" y="19504"/>
                  <a:pt x="14543" y="19504"/>
                  <a:pt x="14543" y="19504"/>
                </a:cubicBezTo>
                <a:cubicBezTo>
                  <a:pt x="14543" y="19665"/>
                  <a:pt x="14543" y="19665"/>
                  <a:pt x="14543" y="19665"/>
                </a:cubicBezTo>
                <a:cubicBezTo>
                  <a:pt x="14543" y="19665"/>
                  <a:pt x="14543" y="19665"/>
                  <a:pt x="14543" y="19665"/>
                </a:cubicBezTo>
                <a:cubicBezTo>
                  <a:pt x="14543" y="19665"/>
                  <a:pt x="14543" y="19665"/>
                  <a:pt x="14543" y="19665"/>
                </a:cubicBezTo>
                <a:cubicBezTo>
                  <a:pt x="14457" y="19665"/>
                  <a:pt x="14457" y="19665"/>
                  <a:pt x="14457" y="19665"/>
                </a:cubicBezTo>
                <a:cubicBezTo>
                  <a:pt x="14457" y="19504"/>
                  <a:pt x="14457" y="19504"/>
                  <a:pt x="14457" y="19504"/>
                </a:cubicBezTo>
                <a:cubicBezTo>
                  <a:pt x="14543" y="19343"/>
                  <a:pt x="14543" y="19343"/>
                  <a:pt x="14543" y="19343"/>
                </a:cubicBezTo>
                <a:cubicBezTo>
                  <a:pt x="14543" y="19020"/>
                  <a:pt x="14543" y="19020"/>
                  <a:pt x="14543" y="19020"/>
                </a:cubicBezTo>
                <a:cubicBezTo>
                  <a:pt x="14629" y="18859"/>
                  <a:pt x="14629" y="18859"/>
                  <a:pt x="14629" y="18859"/>
                </a:cubicBezTo>
                <a:cubicBezTo>
                  <a:pt x="14543" y="18698"/>
                  <a:pt x="14543" y="18698"/>
                  <a:pt x="14543" y="18698"/>
                </a:cubicBezTo>
                <a:cubicBezTo>
                  <a:pt x="14457" y="18698"/>
                  <a:pt x="14457" y="18698"/>
                  <a:pt x="14457" y="18698"/>
                </a:cubicBezTo>
                <a:cubicBezTo>
                  <a:pt x="14457" y="18537"/>
                  <a:pt x="14457" y="18537"/>
                  <a:pt x="14457" y="18537"/>
                </a:cubicBezTo>
                <a:cubicBezTo>
                  <a:pt x="14457" y="18537"/>
                  <a:pt x="14457" y="18537"/>
                  <a:pt x="14457" y="18537"/>
                </a:cubicBezTo>
                <a:cubicBezTo>
                  <a:pt x="14457" y="18537"/>
                  <a:pt x="14457" y="18537"/>
                  <a:pt x="14457" y="18537"/>
                </a:cubicBezTo>
                <a:cubicBezTo>
                  <a:pt x="14371" y="18376"/>
                  <a:pt x="14371" y="18376"/>
                  <a:pt x="14371" y="18376"/>
                </a:cubicBezTo>
                <a:cubicBezTo>
                  <a:pt x="14371" y="18376"/>
                  <a:pt x="14371" y="18376"/>
                  <a:pt x="14371" y="18376"/>
                </a:cubicBezTo>
                <a:cubicBezTo>
                  <a:pt x="14371" y="18214"/>
                  <a:pt x="14371" y="18214"/>
                  <a:pt x="14371" y="18214"/>
                </a:cubicBezTo>
                <a:cubicBezTo>
                  <a:pt x="14285" y="18214"/>
                  <a:pt x="14285" y="18214"/>
                  <a:pt x="14285" y="18214"/>
                </a:cubicBezTo>
                <a:cubicBezTo>
                  <a:pt x="14285" y="18053"/>
                  <a:pt x="14285" y="18053"/>
                  <a:pt x="14285" y="18053"/>
                </a:cubicBezTo>
                <a:cubicBezTo>
                  <a:pt x="14199" y="17892"/>
                  <a:pt x="14199" y="17892"/>
                  <a:pt x="14199" y="17892"/>
                </a:cubicBezTo>
                <a:cubicBezTo>
                  <a:pt x="14113" y="17892"/>
                  <a:pt x="14113" y="17892"/>
                  <a:pt x="14113" y="17892"/>
                </a:cubicBezTo>
                <a:cubicBezTo>
                  <a:pt x="14027" y="17892"/>
                  <a:pt x="14027" y="17892"/>
                  <a:pt x="14027" y="17892"/>
                </a:cubicBezTo>
                <a:cubicBezTo>
                  <a:pt x="14027" y="18053"/>
                  <a:pt x="14027" y="18053"/>
                  <a:pt x="14027" y="18053"/>
                </a:cubicBezTo>
                <a:cubicBezTo>
                  <a:pt x="14027" y="18053"/>
                  <a:pt x="14027" y="18053"/>
                  <a:pt x="14027" y="18053"/>
                </a:cubicBezTo>
                <a:cubicBezTo>
                  <a:pt x="13941" y="18053"/>
                  <a:pt x="13941" y="18053"/>
                  <a:pt x="13941" y="18053"/>
                </a:cubicBezTo>
                <a:cubicBezTo>
                  <a:pt x="13941" y="18053"/>
                  <a:pt x="13941" y="18053"/>
                  <a:pt x="13941" y="18053"/>
                </a:cubicBezTo>
                <a:cubicBezTo>
                  <a:pt x="13854" y="18214"/>
                  <a:pt x="13854" y="18214"/>
                  <a:pt x="13854" y="18214"/>
                </a:cubicBezTo>
                <a:cubicBezTo>
                  <a:pt x="13768" y="18214"/>
                  <a:pt x="13768" y="18214"/>
                  <a:pt x="13768" y="18214"/>
                </a:cubicBezTo>
                <a:cubicBezTo>
                  <a:pt x="13682" y="18214"/>
                  <a:pt x="13682" y="18214"/>
                  <a:pt x="13682" y="18214"/>
                </a:cubicBezTo>
                <a:cubicBezTo>
                  <a:pt x="13682" y="18214"/>
                  <a:pt x="13682" y="18214"/>
                  <a:pt x="13682" y="18214"/>
                </a:cubicBezTo>
                <a:cubicBezTo>
                  <a:pt x="13682" y="18053"/>
                  <a:pt x="13682" y="18053"/>
                  <a:pt x="13682" y="18053"/>
                </a:cubicBezTo>
                <a:cubicBezTo>
                  <a:pt x="13682" y="18214"/>
                  <a:pt x="13682" y="18214"/>
                  <a:pt x="13682" y="18214"/>
                </a:cubicBezTo>
                <a:cubicBezTo>
                  <a:pt x="13682" y="18214"/>
                  <a:pt x="13682" y="18214"/>
                  <a:pt x="13682" y="18214"/>
                </a:cubicBezTo>
                <a:cubicBezTo>
                  <a:pt x="13682" y="18053"/>
                  <a:pt x="13682" y="18053"/>
                  <a:pt x="13682" y="18053"/>
                </a:cubicBezTo>
                <a:cubicBezTo>
                  <a:pt x="13596" y="18053"/>
                  <a:pt x="13596" y="18053"/>
                  <a:pt x="13596" y="18053"/>
                </a:cubicBezTo>
                <a:cubicBezTo>
                  <a:pt x="13510" y="17892"/>
                  <a:pt x="13510" y="17892"/>
                  <a:pt x="13510" y="17892"/>
                </a:cubicBezTo>
                <a:cubicBezTo>
                  <a:pt x="13510" y="17892"/>
                  <a:pt x="13510" y="17892"/>
                  <a:pt x="13510" y="17892"/>
                </a:cubicBezTo>
                <a:cubicBezTo>
                  <a:pt x="13596" y="17892"/>
                  <a:pt x="13596" y="17892"/>
                  <a:pt x="13596" y="17892"/>
                </a:cubicBezTo>
                <a:cubicBezTo>
                  <a:pt x="13596" y="17892"/>
                  <a:pt x="13596" y="17892"/>
                  <a:pt x="13596" y="17892"/>
                </a:cubicBezTo>
                <a:cubicBezTo>
                  <a:pt x="13510" y="17731"/>
                  <a:pt x="13510" y="17731"/>
                  <a:pt x="13510" y="17731"/>
                </a:cubicBezTo>
                <a:cubicBezTo>
                  <a:pt x="13510" y="17731"/>
                  <a:pt x="13510" y="17731"/>
                  <a:pt x="13510" y="17731"/>
                </a:cubicBezTo>
                <a:cubicBezTo>
                  <a:pt x="13510" y="17731"/>
                  <a:pt x="13510" y="17731"/>
                  <a:pt x="13510" y="17731"/>
                </a:cubicBezTo>
                <a:cubicBezTo>
                  <a:pt x="13510" y="17731"/>
                  <a:pt x="13510" y="17731"/>
                  <a:pt x="13510" y="17731"/>
                </a:cubicBezTo>
                <a:cubicBezTo>
                  <a:pt x="13510" y="17892"/>
                  <a:pt x="13510" y="17892"/>
                  <a:pt x="13510" y="17892"/>
                </a:cubicBezTo>
                <a:cubicBezTo>
                  <a:pt x="13424" y="17731"/>
                  <a:pt x="13424" y="17731"/>
                  <a:pt x="13424" y="17731"/>
                </a:cubicBezTo>
                <a:cubicBezTo>
                  <a:pt x="13424" y="17731"/>
                  <a:pt x="13424" y="17731"/>
                  <a:pt x="13424" y="17731"/>
                </a:cubicBezTo>
                <a:cubicBezTo>
                  <a:pt x="13338" y="17731"/>
                  <a:pt x="13338" y="17731"/>
                  <a:pt x="13338" y="17731"/>
                </a:cubicBezTo>
                <a:cubicBezTo>
                  <a:pt x="13166" y="17731"/>
                  <a:pt x="13166" y="17731"/>
                  <a:pt x="13166" y="17731"/>
                </a:cubicBezTo>
                <a:cubicBezTo>
                  <a:pt x="13252" y="17731"/>
                  <a:pt x="13252" y="17731"/>
                  <a:pt x="13252" y="17731"/>
                </a:cubicBezTo>
                <a:cubicBezTo>
                  <a:pt x="13338" y="17731"/>
                  <a:pt x="13338" y="17731"/>
                  <a:pt x="13338" y="17731"/>
                </a:cubicBezTo>
                <a:cubicBezTo>
                  <a:pt x="13338" y="17731"/>
                  <a:pt x="13338" y="17731"/>
                  <a:pt x="13338" y="17731"/>
                </a:cubicBezTo>
                <a:cubicBezTo>
                  <a:pt x="13338" y="17570"/>
                  <a:pt x="13338" y="17570"/>
                  <a:pt x="13338" y="17570"/>
                </a:cubicBezTo>
                <a:cubicBezTo>
                  <a:pt x="13252" y="17570"/>
                  <a:pt x="13252" y="17570"/>
                  <a:pt x="13252" y="17570"/>
                </a:cubicBezTo>
                <a:cubicBezTo>
                  <a:pt x="13166" y="17731"/>
                  <a:pt x="13166" y="17731"/>
                  <a:pt x="13166" y="17731"/>
                </a:cubicBezTo>
                <a:cubicBezTo>
                  <a:pt x="13166" y="17731"/>
                  <a:pt x="13166" y="17731"/>
                  <a:pt x="13166" y="17731"/>
                </a:cubicBezTo>
                <a:cubicBezTo>
                  <a:pt x="12994" y="17731"/>
                  <a:pt x="12994" y="17731"/>
                  <a:pt x="12994" y="17731"/>
                </a:cubicBezTo>
                <a:cubicBezTo>
                  <a:pt x="12994" y="17570"/>
                  <a:pt x="12994" y="17570"/>
                  <a:pt x="12994" y="17570"/>
                </a:cubicBezTo>
                <a:cubicBezTo>
                  <a:pt x="12908" y="17731"/>
                  <a:pt x="12908" y="17731"/>
                  <a:pt x="12908" y="17731"/>
                </a:cubicBezTo>
                <a:cubicBezTo>
                  <a:pt x="12822" y="17731"/>
                  <a:pt x="12822" y="17731"/>
                  <a:pt x="12822" y="17731"/>
                </a:cubicBezTo>
                <a:cubicBezTo>
                  <a:pt x="12736" y="17731"/>
                  <a:pt x="12736" y="17731"/>
                  <a:pt x="12736" y="17731"/>
                </a:cubicBezTo>
                <a:cubicBezTo>
                  <a:pt x="12650" y="17570"/>
                  <a:pt x="12650" y="17570"/>
                  <a:pt x="12650" y="17570"/>
                </a:cubicBezTo>
                <a:cubicBezTo>
                  <a:pt x="12650" y="17570"/>
                  <a:pt x="12650" y="17570"/>
                  <a:pt x="12650" y="17570"/>
                </a:cubicBezTo>
                <a:cubicBezTo>
                  <a:pt x="12650" y="17408"/>
                  <a:pt x="12650" y="17408"/>
                  <a:pt x="12650" y="17408"/>
                </a:cubicBezTo>
                <a:cubicBezTo>
                  <a:pt x="12650" y="17408"/>
                  <a:pt x="12650" y="17408"/>
                  <a:pt x="12650" y="17408"/>
                </a:cubicBezTo>
                <a:cubicBezTo>
                  <a:pt x="12650" y="17570"/>
                  <a:pt x="12650" y="17570"/>
                  <a:pt x="12650" y="17570"/>
                </a:cubicBezTo>
                <a:cubicBezTo>
                  <a:pt x="12564" y="17731"/>
                  <a:pt x="12564" y="17731"/>
                  <a:pt x="12564" y="17731"/>
                </a:cubicBezTo>
                <a:cubicBezTo>
                  <a:pt x="12478" y="17570"/>
                  <a:pt x="12478" y="17570"/>
                  <a:pt x="12478" y="17570"/>
                </a:cubicBezTo>
                <a:cubicBezTo>
                  <a:pt x="12478" y="17731"/>
                  <a:pt x="12478" y="17731"/>
                  <a:pt x="12478" y="17731"/>
                </a:cubicBezTo>
                <a:cubicBezTo>
                  <a:pt x="12392" y="17570"/>
                  <a:pt x="12392" y="17570"/>
                  <a:pt x="12392" y="17570"/>
                </a:cubicBezTo>
                <a:cubicBezTo>
                  <a:pt x="12133" y="17731"/>
                  <a:pt x="12133" y="17731"/>
                  <a:pt x="12133" y="17731"/>
                </a:cubicBezTo>
                <a:cubicBezTo>
                  <a:pt x="12133" y="17731"/>
                  <a:pt x="12133" y="17731"/>
                  <a:pt x="12133" y="17731"/>
                </a:cubicBezTo>
                <a:cubicBezTo>
                  <a:pt x="11961" y="17892"/>
                  <a:pt x="11961" y="17892"/>
                  <a:pt x="11961" y="17892"/>
                </a:cubicBezTo>
                <a:cubicBezTo>
                  <a:pt x="11875" y="18053"/>
                  <a:pt x="11875" y="18053"/>
                  <a:pt x="11875" y="18053"/>
                </a:cubicBezTo>
                <a:cubicBezTo>
                  <a:pt x="11875" y="18053"/>
                  <a:pt x="11875" y="18053"/>
                  <a:pt x="11875" y="18053"/>
                </a:cubicBezTo>
                <a:cubicBezTo>
                  <a:pt x="11961" y="18053"/>
                  <a:pt x="11961" y="18053"/>
                  <a:pt x="11961" y="18053"/>
                </a:cubicBezTo>
                <a:cubicBezTo>
                  <a:pt x="11961" y="18053"/>
                  <a:pt x="11961" y="18053"/>
                  <a:pt x="11961" y="18053"/>
                </a:cubicBezTo>
                <a:cubicBezTo>
                  <a:pt x="12047" y="18053"/>
                  <a:pt x="12047" y="18053"/>
                  <a:pt x="12047" y="18053"/>
                </a:cubicBezTo>
                <a:cubicBezTo>
                  <a:pt x="12047" y="18053"/>
                  <a:pt x="12047" y="18053"/>
                  <a:pt x="12047" y="18053"/>
                </a:cubicBezTo>
                <a:cubicBezTo>
                  <a:pt x="12133" y="18053"/>
                  <a:pt x="12133" y="18053"/>
                  <a:pt x="12133" y="18053"/>
                </a:cubicBezTo>
                <a:cubicBezTo>
                  <a:pt x="12047" y="18214"/>
                  <a:pt x="12047" y="18214"/>
                  <a:pt x="12047" y="18214"/>
                </a:cubicBezTo>
                <a:cubicBezTo>
                  <a:pt x="11961" y="18214"/>
                  <a:pt x="11961" y="18214"/>
                  <a:pt x="11961" y="18214"/>
                </a:cubicBezTo>
                <a:cubicBezTo>
                  <a:pt x="11961" y="18376"/>
                  <a:pt x="11961" y="18376"/>
                  <a:pt x="11961" y="18376"/>
                </a:cubicBezTo>
                <a:cubicBezTo>
                  <a:pt x="11961" y="18376"/>
                  <a:pt x="11961" y="18376"/>
                  <a:pt x="11961" y="18376"/>
                </a:cubicBezTo>
                <a:cubicBezTo>
                  <a:pt x="12133" y="18537"/>
                  <a:pt x="12133" y="18537"/>
                  <a:pt x="12133" y="18537"/>
                </a:cubicBezTo>
                <a:cubicBezTo>
                  <a:pt x="12219" y="18698"/>
                  <a:pt x="12219" y="18698"/>
                  <a:pt x="12219" y="18698"/>
                </a:cubicBezTo>
                <a:cubicBezTo>
                  <a:pt x="12219" y="18698"/>
                  <a:pt x="12219" y="18698"/>
                  <a:pt x="12219" y="18698"/>
                </a:cubicBezTo>
                <a:cubicBezTo>
                  <a:pt x="12133" y="18698"/>
                  <a:pt x="12133" y="18698"/>
                  <a:pt x="12133" y="18698"/>
                </a:cubicBezTo>
                <a:cubicBezTo>
                  <a:pt x="12133" y="18698"/>
                  <a:pt x="12133" y="18698"/>
                  <a:pt x="12133" y="18698"/>
                </a:cubicBezTo>
                <a:cubicBezTo>
                  <a:pt x="12133" y="18698"/>
                  <a:pt x="12133" y="18698"/>
                  <a:pt x="12133" y="18698"/>
                </a:cubicBezTo>
                <a:cubicBezTo>
                  <a:pt x="12047" y="18537"/>
                  <a:pt x="12047" y="18537"/>
                  <a:pt x="12047" y="18537"/>
                </a:cubicBezTo>
                <a:cubicBezTo>
                  <a:pt x="12047" y="18537"/>
                  <a:pt x="12047" y="18537"/>
                  <a:pt x="12047" y="18537"/>
                </a:cubicBezTo>
                <a:cubicBezTo>
                  <a:pt x="11961" y="18537"/>
                  <a:pt x="11961" y="18537"/>
                  <a:pt x="11961" y="18537"/>
                </a:cubicBezTo>
                <a:cubicBezTo>
                  <a:pt x="11961" y="18537"/>
                  <a:pt x="11961" y="18537"/>
                  <a:pt x="11961" y="18537"/>
                </a:cubicBezTo>
                <a:cubicBezTo>
                  <a:pt x="11875" y="18376"/>
                  <a:pt x="11875" y="18376"/>
                  <a:pt x="11875" y="18376"/>
                </a:cubicBezTo>
                <a:cubicBezTo>
                  <a:pt x="11789" y="18376"/>
                  <a:pt x="11789" y="18376"/>
                  <a:pt x="11789" y="18376"/>
                </a:cubicBezTo>
                <a:cubicBezTo>
                  <a:pt x="11875" y="18537"/>
                  <a:pt x="11875" y="18537"/>
                  <a:pt x="11875" y="18537"/>
                </a:cubicBezTo>
                <a:cubicBezTo>
                  <a:pt x="11875" y="18698"/>
                  <a:pt x="11875" y="18698"/>
                  <a:pt x="11875" y="18698"/>
                </a:cubicBezTo>
                <a:cubicBezTo>
                  <a:pt x="11789" y="18698"/>
                  <a:pt x="11789" y="18698"/>
                  <a:pt x="11789" y="18698"/>
                </a:cubicBezTo>
                <a:cubicBezTo>
                  <a:pt x="11789" y="18537"/>
                  <a:pt x="11789" y="18537"/>
                  <a:pt x="11789" y="18537"/>
                </a:cubicBezTo>
                <a:cubicBezTo>
                  <a:pt x="11703" y="18537"/>
                  <a:pt x="11703" y="18537"/>
                  <a:pt x="11703" y="18537"/>
                </a:cubicBezTo>
                <a:cubicBezTo>
                  <a:pt x="11617" y="18537"/>
                  <a:pt x="11617" y="18537"/>
                  <a:pt x="11617" y="18537"/>
                </a:cubicBezTo>
                <a:cubicBezTo>
                  <a:pt x="11617" y="18698"/>
                  <a:pt x="11617" y="18698"/>
                  <a:pt x="11617" y="18698"/>
                </a:cubicBezTo>
                <a:cubicBezTo>
                  <a:pt x="11531" y="18537"/>
                  <a:pt x="11531" y="18537"/>
                  <a:pt x="11531" y="18537"/>
                </a:cubicBezTo>
                <a:cubicBezTo>
                  <a:pt x="11445" y="18537"/>
                  <a:pt x="11445" y="18537"/>
                  <a:pt x="11445" y="18537"/>
                </a:cubicBezTo>
                <a:cubicBezTo>
                  <a:pt x="11359" y="18537"/>
                  <a:pt x="11359" y="18537"/>
                  <a:pt x="11359" y="18537"/>
                </a:cubicBezTo>
                <a:cubicBezTo>
                  <a:pt x="11359" y="18537"/>
                  <a:pt x="11359" y="18537"/>
                  <a:pt x="11359" y="18537"/>
                </a:cubicBezTo>
                <a:cubicBezTo>
                  <a:pt x="11359" y="18537"/>
                  <a:pt x="11359" y="18537"/>
                  <a:pt x="11359" y="18537"/>
                </a:cubicBezTo>
                <a:cubicBezTo>
                  <a:pt x="11445" y="18376"/>
                  <a:pt x="11445" y="18376"/>
                  <a:pt x="11445" y="18376"/>
                </a:cubicBezTo>
                <a:cubicBezTo>
                  <a:pt x="11359" y="18376"/>
                  <a:pt x="11359" y="18376"/>
                  <a:pt x="11359" y="18376"/>
                </a:cubicBezTo>
                <a:cubicBezTo>
                  <a:pt x="11359" y="18376"/>
                  <a:pt x="11359" y="18376"/>
                  <a:pt x="11359" y="18376"/>
                </a:cubicBezTo>
                <a:cubicBezTo>
                  <a:pt x="11273" y="18376"/>
                  <a:pt x="11273" y="18376"/>
                  <a:pt x="11273" y="18376"/>
                </a:cubicBezTo>
                <a:cubicBezTo>
                  <a:pt x="11273" y="18214"/>
                  <a:pt x="11273" y="18214"/>
                  <a:pt x="11273" y="18214"/>
                </a:cubicBezTo>
                <a:cubicBezTo>
                  <a:pt x="11273" y="18214"/>
                  <a:pt x="11273" y="18214"/>
                  <a:pt x="11273" y="18214"/>
                </a:cubicBezTo>
                <a:cubicBezTo>
                  <a:pt x="11187" y="18214"/>
                  <a:pt x="11187" y="18214"/>
                  <a:pt x="11187" y="18214"/>
                </a:cubicBezTo>
                <a:cubicBezTo>
                  <a:pt x="11187" y="18214"/>
                  <a:pt x="11187" y="18214"/>
                  <a:pt x="11187" y="18214"/>
                </a:cubicBezTo>
                <a:cubicBezTo>
                  <a:pt x="11187" y="18053"/>
                  <a:pt x="11187" y="18053"/>
                  <a:pt x="11187" y="18053"/>
                </a:cubicBezTo>
                <a:cubicBezTo>
                  <a:pt x="11187" y="18053"/>
                  <a:pt x="11187" y="18053"/>
                  <a:pt x="11187" y="18053"/>
                </a:cubicBezTo>
                <a:cubicBezTo>
                  <a:pt x="11101" y="18053"/>
                  <a:pt x="11101" y="18053"/>
                  <a:pt x="11101" y="18053"/>
                </a:cubicBezTo>
                <a:cubicBezTo>
                  <a:pt x="11101" y="18214"/>
                  <a:pt x="11101" y="18214"/>
                  <a:pt x="11101" y="18214"/>
                </a:cubicBezTo>
                <a:cubicBezTo>
                  <a:pt x="11101" y="18214"/>
                  <a:pt x="11101" y="18214"/>
                  <a:pt x="11101" y="18214"/>
                </a:cubicBezTo>
                <a:cubicBezTo>
                  <a:pt x="11015" y="18214"/>
                  <a:pt x="11015" y="18214"/>
                  <a:pt x="11015" y="18214"/>
                </a:cubicBezTo>
                <a:cubicBezTo>
                  <a:pt x="10843" y="18214"/>
                  <a:pt x="10843" y="18214"/>
                  <a:pt x="10843" y="18214"/>
                </a:cubicBezTo>
                <a:cubicBezTo>
                  <a:pt x="10756" y="18214"/>
                  <a:pt x="10756" y="18214"/>
                  <a:pt x="10756" y="18214"/>
                </a:cubicBezTo>
                <a:cubicBezTo>
                  <a:pt x="10584" y="18053"/>
                  <a:pt x="10584" y="18053"/>
                  <a:pt x="10584" y="18053"/>
                </a:cubicBezTo>
                <a:cubicBezTo>
                  <a:pt x="10498" y="18053"/>
                  <a:pt x="10498" y="18053"/>
                  <a:pt x="10498" y="18053"/>
                </a:cubicBezTo>
                <a:cubicBezTo>
                  <a:pt x="10412" y="18214"/>
                  <a:pt x="10412" y="18214"/>
                  <a:pt x="10412" y="18214"/>
                </a:cubicBezTo>
                <a:cubicBezTo>
                  <a:pt x="10326" y="18214"/>
                  <a:pt x="10326" y="18214"/>
                  <a:pt x="10326" y="18214"/>
                </a:cubicBezTo>
                <a:cubicBezTo>
                  <a:pt x="10240" y="18214"/>
                  <a:pt x="10240" y="18214"/>
                  <a:pt x="10240" y="18214"/>
                </a:cubicBezTo>
                <a:cubicBezTo>
                  <a:pt x="10240" y="18376"/>
                  <a:pt x="10240" y="18376"/>
                  <a:pt x="10240" y="18376"/>
                </a:cubicBezTo>
                <a:cubicBezTo>
                  <a:pt x="10154" y="18376"/>
                  <a:pt x="10154" y="18376"/>
                  <a:pt x="10154" y="18376"/>
                </a:cubicBezTo>
                <a:cubicBezTo>
                  <a:pt x="10154" y="18214"/>
                  <a:pt x="10154" y="18214"/>
                  <a:pt x="10154" y="18214"/>
                </a:cubicBezTo>
                <a:cubicBezTo>
                  <a:pt x="10154" y="18214"/>
                  <a:pt x="10154" y="18214"/>
                  <a:pt x="10154" y="18214"/>
                </a:cubicBezTo>
                <a:cubicBezTo>
                  <a:pt x="10154" y="18053"/>
                  <a:pt x="10154" y="18053"/>
                  <a:pt x="10154" y="18053"/>
                </a:cubicBezTo>
                <a:cubicBezTo>
                  <a:pt x="10154" y="17892"/>
                  <a:pt x="10154" y="17892"/>
                  <a:pt x="10154" y="17892"/>
                </a:cubicBezTo>
                <a:cubicBezTo>
                  <a:pt x="10154" y="18053"/>
                  <a:pt x="10154" y="18053"/>
                  <a:pt x="10154" y="18053"/>
                </a:cubicBezTo>
                <a:cubicBezTo>
                  <a:pt x="10068" y="18214"/>
                  <a:pt x="10068" y="18214"/>
                  <a:pt x="10068" y="18214"/>
                </a:cubicBezTo>
                <a:cubicBezTo>
                  <a:pt x="9982" y="18214"/>
                  <a:pt x="9982" y="18214"/>
                  <a:pt x="9982" y="18214"/>
                </a:cubicBezTo>
                <a:cubicBezTo>
                  <a:pt x="9982" y="18053"/>
                  <a:pt x="9982" y="18053"/>
                  <a:pt x="9982" y="18053"/>
                </a:cubicBezTo>
                <a:cubicBezTo>
                  <a:pt x="9982" y="18214"/>
                  <a:pt x="9982" y="18214"/>
                  <a:pt x="9982" y="18214"/>
                </a:cubicBezTo>
                <a:cubicBezTo>
                  <a:pt x="9982" y="18376"/>
                  <a:pt x="9982" y="18376"/>
                  <a:pt x="9982" y="18376"/>
                </a:cubicBezTo>
                <a:cubicBezTo>
                  <a:pt x="10068" y="18537"/>
                  <a:pt x="10068" y="18537"/>
                  <a:pt x="10068" y="18537"/>
                </a:cubicBezTo>
                <a:cubicBezTo>
                  <a:pt x="9982" y="18537"/>
                  <a:pt x="9982" y="18537"/>
                  <a:pt x="9982" y="18537"/>
                </a:cubicBezTo>
                <a:cubicBezTo>
                  <a:pt x="9896" y="18537"/>
                  <a:pt x="9896" y="18537"/>
                  <a:pt x="9896" y="18537"/>
                </a:cubicBezTo>
                <a:cubicBezTo>
                  <a:pt x="9810" y="18698"/>
                  <a:pt x="9810" y="18698"/>
                  <a:pt x="9810" y="18698"/>
                </a:cubicBezTo>
                <a:cubicBezTo>
                  <a:pt x="9638" y="18859"/>
                  <a:pt x="9638" y="18859"/>
                  <a:pt x="9638" y="18859"/>
                </a:cubicBezTo>
                <a:cubicBezTo>
                  <a:pt x="9638" y="18859"/>
                  <a:pt x="9638" y="18859"/>
                  <a:pt x="9638" y="18859"/>
                </a:cubicBezTo>
                <a:cubicBezTo>
                  <a:pt x="9552" y="19020"/>
                  <a:pt x="9552" y="19020"/>
                  <a:pt x="9552" y="19020"/>
                </a:cubicBezTo>
                <a:cubicBezTo>
                  <a:pt x="9466" y="19020"/>
                  <a:pt x="9466" y="19020"/>
                  <a:pt x="9466" y="19020"/>
                </a:cubicBezTo>
                <a:cubicBezTo>
                  <a:pt x="9552" y="18859"/>
                  <a:pt x="9552" y="18859"/>
                  <a:pt x="9552" y="18859"/>
                </a:cubicBezTo>
                <a:cubicBezTo>
                  <a:pt x="9466" y="18859"/>
                  <a:pt x="9466" y="18859"/>
                  <a:pt x="9466" y="18859"/>
                </a:cubicBezTo>
                <a:cubicBezTo>
                  <a:pt x="9466" y="18859"/>
                  <a:pt x="9466" y="18859"/>
                  <a:pt x="9466" y="18859"/>
                </a:cubicBezTo>
                <a:cubicBezTo>
                  <a:pt x="9380" y="18859"/>
                  <a:pt x="9380" y="18859"/>
                  <a:pt x="9380" y="18859"/>
                </a:cubicBezTo>
                <a:cubicBezTo>
                  <a:pt x="9380" y="18859"/>
                  <a:pt x="9380" y="18859"/>
                  <a:pt x="9380" y="18859"/>
                </a:cubicBezTo>
                <a:cubicBezTo>
                  <a:pt x="9380" y="19020"/>
                  <a:pt x="9380" y="19020"/>
                  <a:pt x="9380" y="19020"/>
                </a:cubicBezTo>
                <a:cubicBezTo>
                  <a:pt x="9294" y="19020"/>
                  <a:pt x="9294" y="19020"/>
                  <a:pt x="9294" y="19020"/>
                </a:cubicBezTo>
                <a:cubicBezTo>
                  <a:pt x="9294" y="19020"/>
                  <a:pt x="9294" y="19020"/>
                  <a:pt x="9294" y="19020"/>
                </a:cubicBezTo>
                <a:cubicBezTo>
                  <a:pt x="9294" y="19182"/>
                  <a:pt x="9294" y="19182"/>
                  <a:pt x="9294" y="19182"/>
                </a:cubicBezTo>
                <a:cubicBezTo>
                  <a:pt x="9207" y="19182"/>
                  <a:pt x="9207" y="19182"/>
                  <a:pt x="9207" y="19182"/>
                </a:cubicBezTo>
                <a:cubicBezTo>
                  <a:pt x="9207" y="19182"/>
                  <a:pt x="9207" y="19182"/>
                  <a:pt x="9207" y="19182"/>
                </a:cubicBezTo>
                <a:cubicBezTo>
                  <a:pt x="9121" y="19343"/>
                  <a:pt x="9121" y="19343"/>
                  <a:pt x="9121" y="19343"/>
                </a:cubicBezTo>
                <a:cubicBezTo>
                  <a:pt x="9121" y="19343"/>
                  <a:pt x="9121" y="19343"/>
                  <a:pt x="9121" y="19343"/>
                </a:cubicBezTo>
                <a:cubicBezTo>
                  <a:pt x="9035" y="19504"/>
                  <a:pt x="9035" y="19504"/>
                  <a:pt x="9035" y="19504"/>
                </a:cubicBezTo>
                <a:cubicBezTo>
                  <a:pt x="9035" y="19504"/>
                  <a:pt x="9035" y="19504"/>
                  <a:pt x="9035" y="19504"/>
                </a:cubicBezTo>
                <a:cubicBezTo>
                  <a:pt x="9035" y="19826"/>
                  <a:pt x="9035" y="19826"/>
                  <a:pt x="9035" y="19826"/>
                </a:cubicBezTo>
                <a:cubicBezTo>
                  <a:pt x="8949" y="19826"/>
                  <a:pt x="8949" y="19826"/>
                  <a:pt x="8949" y="19826"/>
                </a:cubicBezTo>
                <a:cubicBezTo>
                  <a:pt x="8949" y="19988"/>
                  <a:pt x="8949" y="19988"/>
                  <a:pt x="8949" y="19988"/>
                </a:cubicBezTo>
                <a:cubicBezTo>
                  <a:pt x="8863" y="20149"/>
                  <a:pt x="8863" y="20149"/>
                  <a:pt x="8863" y="20149"/>
                </a:cubicBezTo>
                <a:cubicBezTo>
                  <a:pt x="8949" y="20310"/>
                  <a:pt x="8949" y="20310"/>
                  <a:pt x="8949" y="20310"/>
                </a:cubicBezTo>
                <a:cubicBezTo>
                  <a:pt x="8949" y="20632"/>
                  <a:pt x="8949" y="20632"/>
                  <a:pt x="8949" y="20632"/>
                </a:cubicBezTo>
                <a:cubicBezTo>
                  <a:pt x="8949" y="20632"/>
                  <a:pt x="8949" y="20632"/>
                  <a:pt x="8949" y="20632"/>
                </a:cubicBezTo>
                <a:cubicBezTo>
                  <a:pt x="8949" y="20794"/>
                  <a:pt x="8949" y="20794"/>
                  <a:pt x="8949" y="20794"/>
                </a:cubicBezTo>
                <a:cubicBezTo>
                  <a:pt x="8863" y="20955"/>
                  <a:pt x="8863" y="20955"/>
                  <a:pt x="8863" y="20955"/>
                </a:cubicBezTo>
                <a:cubicBezTo>
                  <a:pt x="8863" y="20955"/>
                  <a:pt x="8863" y="20955"/>
                  <a:pt x="8863" y="20955"/>
                </a:cubicBezTo>
                <a:cubicBezTo>
                  <a:pt x="8863" y="20955"/>
                  <a:pt x="8863" y="20955"/>
                  <a:pt x="8863" y="20955"/>
                </a:cubicBezTo>
                <a:cubicBezTo>
                  <a:pt x="8777" y="20955"/>
                  <a:pt x="8777" y="20955"/>
                  <a:pt x="8777" y="20955"/>
                </a:cubicBezTo>
                <a:cubicBezTo>
                  <a:pt x="8691" y="20794"/>
                  <a:pt x="8691" y="20794"/>
                  <a:pt x="8691" y="20794"/>
                </a:cubicBezTo>
                <a:cubicBezTo>
                  <a:pt x="8519" y="20794"/>
                  <a:pt x="8519" y="20794"/>
                  <a:pt x="8519" y="20794"/>
                </a:cubicBezTo>
                <a:cubicBezTo>
                  <a:pt x="8519" y="20632"/>
                  <a:pt x="8519" y="20632"/>
                  <a:pt x="8519" y="20632"/>
                </a:cubicBezTo>
                <a:cubicBezTo>
                  <a:pt x="8433" y="20632"/>
                  <a:pt x="8433" y="20632"/>
                  <a:pt x="8433" y="20632"/>
                </a:cubicBezTo>
                <a:cubicBezTo>
                  <a:pt x="8433" y="20632"/>
                  <a:pt x="8433" y="20632"/>
                  <a:pt x="8433" y="20632"/>
                </a:cubicBezTo>
                <a:cubicBezTo>
                  <a:pt x="8347" y="20632"/>
                  <a:pt x="8347" y="20632"/>
                  <a:pt x="8347" y="20632"/>
                </a:cubicBezTo>
                <a:cubicBezTo>
                  <a:pt x="8347" y="20632"/>
                  <a:pt x="8347" y="20632"/>
                  <a:pt x="8347" y="20632"/>
                </a:cubicBezTo>
                <a:cubicBezTo>
                  <a:pt x="8347" y="20471"/>
                  <a:pt x="8347" y="20471"/>
                  <a:pt x="8347" y="20471"/>
                </a:cubicBezTo>
                <a:cubicBezTo>
                  <a:pt x="8347" y="20310"/>
                  <a:pt x="8347" y="20310"/>
                  <a:pt x="8347" y="20310"/>
                </a:cubicBezTo>
                <a:cubicBezTo>
                  <a:pt x="8261" y="19988"/>
                  <a:pt x="8261" y="19988"/>
                  <a:pt x="8261" y="19988"/>
                </a:cubicBezTo>
                <a:cubicBezTo>
                  <a:pt x="8261" y="19988"/>
                  <a:pt x="8261" y="19988"/>
                  <a:pt x="8261" y="19988"/>
                </a:cubicBezTo>
                <a:cubicBezTo>
                  <a:pt x="8261" y="19826"/>
                  <a:pt x="8261" y="19826"/>
                  <a:pt x="8261" y="19826"/>
                </a:cubicBezTo>
                <a:cubicBezTo>
                  <a:pt x="8261" y="19826"/>
                  <a:pt x="8261" y="19826"/>
                  <a:pt x="8261" y="19826"/>
                </a:cubicBezTo>
                <a:cubicBezTo>
                  <a:pt x="8261" y="19665"/>
                  <a:pt x="8261" y="19665"/>
                  <a:pt x="8261" y="19665"/>
                </a:cubicBezTo>
                <a:cubicBezTo>
                  <a:pt x="8175" y="19504"/>
                  <a:pt x="8175" y="19504"/>
                  <a:pt x="8175" y="19504"/>
                </a:cubicBezTo>
                <a:cubicBezTo>
                  <a:pt x="8175" y="19504"/>
                  <a:pt x="8175" y="19504"/>
                  <a:pt x="8175" y="19504"/>
                </a:cubicBezTo>
                <a:cubicBezTo>
                  <a:pt x="8175" y="19343"/>
                  <a:pt x="8175" y="19343"/>
                  <a:pt x="8175" y="19343"/>
                </a:cubicBezTo>
                <a:cubicBezTo>
                  <a:pt x="8089" y="19182"/>
                  <a:pt x="8089" y="19182"/>
                  <a:pt x="8089" y="19182"/>
                </a:cubicBezTo>
                <a:cubicBezTo>
                  <a:pt x="8089" y="19182"/>
                  <a:pt x="8089" y="19182"/>
                  <a:pt x="8089" y="19182"/>
                </a:cubicBezTo>
                <a:cubicBezTo>
                  <a:pt x="8003" y="19182"/>
                  <a:pt x="8003" y="19182"/>
                  <a:pt x="8003" y="19182"/>
                </a:cubicBezTo>
                <a:cubicBezTo>
                  <a:pt x="8003" y="18859"/>
                  <a:pt x="8003" y="18859"/>
                  <a:pt x="8003" y="18859"/>
                </a:cubicBezTo>
                <a:cubicBezTo>
                  <a:pt x="7917" y="18859"/>
                  <a:pt x="7917" y="18859"/>
                  <a:pt x="7917" y="18859"/>
                </a:cubicBezTo>
                <a:cubicBezTo>
                  <a:pt x="7917" y="18698"/>
                  <a:pt x="7917" y="18698"/>
                  <a:pt x="7917" y="18698"/>
                </a:cubicBezTo>
                <a:cubicBezTo>
                  <a:pt x="7917" y="18698"/>
                  <a:pt x="7917" y="18698"/>
                  <a:pt x="7917" y="18698"/>
                </a:cubicBezTo>
                <a:cubicBezTo>
                  <a:pt x="7917" y="18537"/>
                  <a:pt x="7917" y="18537"/>
                  <a:pt x="7917" y="18537"/>
                </a:cubicBezTo>
                <a:cubicBezTo>
                  <a:pt x="7917" y="18537"/>
                  <a:pt x="7917" y="18537"/>
                  <a:pt x="7917" y="18537"/>
                </a:cubicBezTo>
                <a:cubicBezTo>
                  <a:pt x="7831" y="18376"/>
                  <a:pt x="7831" y="18376"/>
                  <a:pt x="7831" y="18376"/>
                </a:cubicBezTo>
                <a:cubicBezTo>
                  <a:pt x="7831" y="18214"/>
                  <a:pt x="7831" y="18214"/>
                  <a:pt x="7831" y="18214"/>
                </a:cubicBezTo>
                <a:cubicBezTo>
                  <a:pt x="7745" y="18053"/>
                  <a:pt x="7745" y="18053"/>
                  <a:pt x="7745" y="18053"/>
                </a:cubicBezTo>
                <a:cubicBezTo>
                  <a:pt x="7658" y="18053"/>
                  <a:pt x="7658" y="18053"/>
                  <a:pt x="7658" y="18053"/>
                </a:cubicBezTo>
                <a:cubicBezTo>
                  <a:pt x="7658" y="17892"/>
                  <a:pt x="7658" y="17892"/>
                  <a:pt x="7658" y="17892"/>
                </a:cubicBezTo>
                <a:cubicBezTo>
                  <a:pt x="7572" y="17892"/>
                  <a:pt x="7572" y="17892"/>
                  <a:pt x="7572" y="17892"/>
                </a:cubicBezTo>
                <a:cubicBezTo>
                  <a:pt x="7572" y="17892"/>
                  <a:pt x="7572" y="17892"/>
                  <a:pt x="7572" y="17892"/>
                </a:cubicBezTo>
                <a:cubicBezTo>
                  <a:pt x="7572" y="17892"/>
                  <a:pt x="7572" y="17892"/>
                  <a:pt x="7572" y="17892"/>
                </a:cubicBezTo>
                <a:cubicBezTo>
                  <a:pt x="7486" y="17892"/>
                  <a:pt x="7486" y="17892"/>
                  <a:pt x="7486" y="17892"/>
                </a:cubicBezTo>
                <a:cubicBezTo>
                  <a:pt x="7400" y="17892"/>
                  <a:pt x="7400" y="17892"/>
                  <a:pt x="7400" y="17892"/>
                </a:cubicBezTo>
                <a:cubicBezTo>
                  <a:pt x="7314" y="17892"/>
                  <a:pt x="7314" y="17892"/>
                  <a:pt x="7314" y="17892"/>
                </a:cubicBezTo>
                <a:cubicBezTo>
                  <a:pt x="7314" y="17892"/>
                  <a:pt x="7314" y="17892"/>
                  <a:pt x="7314" y="17892"/>
                </a:cubicBezTo>
                <a:cubicBezTo>
                  <a:pt x="7314" y="17892"/>
                  <a:pt x="7314" y="17892"/>
                  <a:pt x="7314" y="17892"/>
                </a:cubicBezTo>
                <a:cubicBezTo>
                  <a:pt x="7314" y="17892"/>
                  <a:pt x="7314" y="17892"/>
                  <a:pt x="7314" y="17892"/>
                </a:cubicBezTo>
                <a:cubicBezTo>
                  <a:pt x="7228" y="17892"/>
                  <a:pt x="7228" y="17892"/>
                  <a:pt x="7228" y="17892"/>
                </a:cubicBezTo>
                <a:cubicBezTo>
                  <a:pt x="7228" y="17892"/>
                  <a:pt x="7228" y="17892"/>
                  <a:pt x="7228" y="17892"/>
                </a:cubicBezTo>
                <a:cubicBezTo>
                  <a:pt x="7142" y="18053"/>
                  <a:pt x="7142" y="18053"/>
                  <a:pt x="7142" y="18053"/>
                </a:cubicBezTo>
                <a:cubicBezTo>
                  <a:pt x="7142" y="18214"/>
                  <a:pt x="7142" y="18214"/>
                  <a:pt x="7142" y="18214"/>
                </a:cubicBezTo>
                <a:cubicBezTo>
                  <a:pt x="7056" y="18214"/>
                  <a:pt x="7056" y="18214"/>
                  <a:pt x="7056" y="18214"/>
                </a:cubicBezTo>
                <a:cubicBezTo>
                  <a:pt x="7056" y="18376"/>
                  <a:pt x="7056" y="18376"/>
                  <a:pt x="7056" y="18376"/>
                </a:cubicBezTo>
                <a:cubicBezTo>
                  <a:pt x="7056" y="18376"/>
                  <a:pt x="7056" y="18376"/>
                  <a:pt x="7056" y="18376"/>
                </a:cubicBezTo>
                <a:cubicBezTo>
                  <a:pt x="7056" y="18376"/>
                  <a:pt x="7056" y="18376"/>
                  <a:pt x="7056" y="18376"/>
                </a:cubicBezTo>
                <a:cubicBezTo>
                  <a:pt x="6970" y="18376"/>
                  <a:pt x="6970" y="18376"/>
                  <a:pt x="6970" y="18376"/>
                </a:cubicBezTo>
                <a:cubicBezTo>
                  <a:pt x="6970" y="18537"/>
                  <a:pt x="6970" y="18537"/>
                  <a:pt x="6970" y="18537"/>
                </a:cubicBezTo>
                <a:cubicBezTo>
                  <a:pt x="6970" y="18537"/>
                  <a:pt x="6970" y="18537"/>
                  <a:pt x="6970" y="18537"/>
                </a:cubicBezTo>
                <a:cubicBezTo>
                  <a:pt x="6884" y="18537"/>
                  <a:pt x="6884" y="18537"/>
                  <a:pt x="6884" y="18537"/>
                </a:cubicBezTo>
                <a:cubicBezTo>
                  <a:pt x="6884" y="18537"/>
                  <a:pt x="6884" y="18537"/>
                  <a:pt x="6884" y="18537"/>
                </a:cubicBezTo>
                <a:cubicBezTo>
                  <a:pt x="6798" y="18376"/>
                  <a:pt x="6798" y="18376"/>
                  <a:pt x="6798" y="18376"/>
                </a:cubicBezTo>
                <a:cubicBezTo>
                  <a:pt x="6712" y="18376"/>
                  <a:pt x="6712" y="18376"/>
                  <a:pt x="6712" y="18376"/>
                </a:cubicBezTo>
                <a:cubicBezTo>
                  <a:pt x="6712" y="18376"/>
                  <a:pt x="6712" y="18376"/>
                  <a:pt x="6712" y="18376"/>
                </a:cubicBezTo>
                <a:cubicBezTo>
                  <a:pt x="6626" y="18214"/>
                  <a:pt x="6626" y="18214"/>
                  <a:pt x="6626" y="18214"/>
                </a:cubicBezTo>
                <a:cubicBezTo>
                  <a:pt x="6626" y="18214"/>
                  <a:pt x="6626" y="18214"/>
                  <a:pt x="6626" y="18214"/>
                </a:cubicBezTo>
                <a:cubicBezTo>
                  <a:pt x="6626" y="18214"/>
                  <a:pt x="6626" y="18214"/>
                  <a:pt x="6626" y="18214"/>
                </a:cubicBezTo>
                <a:cubicBezTo>
                  <a:pt x="6540" y="18214"/>
                  <a:pt x="6540" y="18214"/>
                  <a:pt x="6540" y="18214"/>
                </a:cubicBezTo>
                <a:cubicBezTo>
                  <a:pt x="6540" y="18053"/>
                  <a:pt x="6540" y="18053"/>
                  <a:pt x="6540" y="18053"/>
                </a:cubicBezTo>
                <a:cubicBezTo>
                  <a:pt x="6540" y="18053"/>
                  <a:pt x="6540" y="18053"/>
                  <a:pt x="6540" y="18053"/>
                </a:cubicBezTo>
                <a:cubicBezTo>
                  <a:pt x="6540" y="18053"/>
                  <a:pt x="6540" y="18053"/>
                  <a:pt x="6540" y="18053"/>
                </a:cubicBezTo>
                <a:cubicBezTo>
                  <a:pt x="6454" y="18053"/>
                  <a:pt x="6454" y="18053"/>
                  <a:pt x="6454" y="18053"/>
                </a:cubicBezTo>
                <a:cubicBezTo>
                  <a:pt x="6454" y="18053"/>
                  <a:pt x="6454" y="18053"/>
                  <a:pt x="6454" y="18053"/>
                </a:cubicBezTo>
                <a:cubicBezTo>
                  <a:pt x="6454" y="18053"/>
                  <a:pt x="6454" y="18053"/>
                  <a:pt x="6454" y="18053"/>
                </a:cubicBezTo>
                <a:cubicBezTo>
                  <a:pt x="6454" y="17892"/>
                  <a:pt x="6454" y="17892"/>
                  <a:pt x="6454" y="17892"/>
                </a:cubicBezTo>
                <a:cubicBezTo>
                  <a:pt x="6368" y="17892"/>
                  <a:pt x="6368" y="17892"/>
                  <a:pt x="6368" y="17892"/>
                </a:cubicBezTo>
                <a:cubicBezTo>
                  <a:pt x="6282" y="17731"/>
                  <a:pt x="6282" y="17731"/>
                  <a:pt x="6282" y="17731"/>
                </a:cubicBezTo>
                <a:cubicBezTo>
                  <a:pt x="6282" y="17570"/>
                  <a:pt x="6282" y="17570"/>
                  <a:pt x="6282" y="17570"/>
                </a:cubicBezTo>
                <a:cubicBezTo>
                  <a:pt x="6368" y="17570"/>
                  <a:pt x="6368" y="17570"/>
                  <a:pt x="6368" y="17570"/>
                </a:cubicBezTo>
                <a:cubicBezTo>
                  <a:pt x="6368" y="17570"/>
                  <a:pt x="6368" y="17570"/>
                  <a:pt x="6368" y="17570"/>
                </a:cubicBezTo>
                <a:cubicBezTo>
                  <a:pt x="6368" y="17408"/>
                  <a:pt x="6368" y="17408"/>
                  <a:pt x="6368" y="17408"/>
                </a:cubicBezTo>
                <a:cubicBezTo>
                  <a:pt x="6368" y="17408"/>
                  <a:pt x="6368" y="17408"/>
                  <a:pt x="6368" y="17408"/>
                </a:cubicBezTo>
                <a:cubicBezTo>
                  <a:pt x="6368" y="17408"/>
                  <a:pt x="6368" y="17408"/>
                  <a:pt x="6368" y="17408"/>
                </a:cubicBezTo>
                <a:cubicBezTo>
                  <a:pt x="6282" y="17408"/>
                  <a:pt x="6282" y="17408"/>
                  <a:pt x="6282" y="17408"/>
                </a:cubicBezTo>
                <a:cubicBezTo>
                  <a:pt x="6282" y="17247"/>
                  <a:pt x="6282" y="17247"/>
                  <a:pt x="6282" y="17247"/>
                </a:cubicBezTo>
                <a:cubicBezTo>
                  <a:pt x="6282" y="17086"/>
                  <a:pt x="6282" y="17086"/>
                  <a:pt x="6282" y="17086"/>
                </a:cubicBezTo>
                <a:cubicBezTo>
                  <a:pt x="6196" y="17086"/>
                  <a:pt x="6196" y="17086"/>
                  <a:pt x="6196" y="17086"/>
                </a:cubicBezTo>
                <a:cubicBezTo>
                  <a:pt x="6196" y="17086"/>
                  <a:pt x="6196" y="17086"/>
                  <a:pt x="6196" y="17086"/>
                </a:cubicBezTo>
                <a:cubicBezTo>
                  <a:pt x="6109" y="16925"/>
                  <a:pt x="6109" y="16925"/>
                  <a:pt x="6109" y="16925"/>
                </a:cubicBezTo>
                <a:cubicBezTo>
                  <a:pt x="6196" y="16925"/>
                  <a:pt x="6196" y="16925"/>
                  <a:pt x="6196" y="16925"/>
                </a:cubicBezTo>
                <a:cubicBezTo>
                  <a:pt x="6196" y="16925"/>
                  <a:pt x="6196" y="16925"/>
                  <a:pt x="6196" y="16925"/>
                </a:cubicBezTo>
                <a:cubicBezTo>
                  <a:pt x="6109" y="16764"/>
                  <a:pt x="6109" y="16764"/>
                  <a:pt x="6109" y="16764"/>
                </a:cubicBezTo>
                <a:cubicBezTo>
                  <a:pt x="6023" y="16764"/>
                  <a:pt x="6023" y="16764"/>
                  <a:pt x="6023" y="16764"/>
                </a:cubicBezTo>
                <a:cubicBezTo>
                  <a:pt x="6023" y="16764"/>
                  <a:pt x="6023" y="16764"/>
                  <a:pt x="6023" y="16764"/>
                </a:cubicBezTo>
                <a:cubicBezTo>
                  <a:pt x="6023" y="16602"/>
                  <a:pt x="6023" y="16602"/>
                  <a:pt x="6023" y="16602"/>
                </a:cubicBezTo>
                <a:cubicBezTo>
                  <a:pt x="6023" y="16602"/>
                  <a:pt x="6023" y="16602"/>
                  <a:pt x="6023" y="16602"/>
                </a:cubicBezTo>
                <a:cubicBezTo>
                  <a:pt x="5937" y="16602"/>
                  <a:pt x="5937" y="16602"/>
                  <a:pt x="5937" y="16602"/>
                </a:cubicBezTo>
                <a:cubicBezTo>
                  <a:pt x="5937" y="16441"/>
                  <a:pt x="5937" y="16441"/>
                  <a:pt x="5937" y="16441"/>
                </a:cubicBezTo>
                <a:cubicBezTo>
                  <a:pt x="5851" y="16280"/>
                  <a:pt x="5851" y="16280"/>
                  <a:pt x="5851" y="16280"/>
                </a:cubicBezTo>
                <a:cubicBezTo>
                  <a:pt x="5765" y="16280"/>
                  <a:pt x="5765" y="16280"/>
                  <a:pt x="5765" y="16280"/>
                </a:cubicBezTo>
                <a:cubicBezTo>
                  <a:pt x="5163" y="16280"/>
                  <a:pt x="5163" y="16280"/>
                  <a:pt x="5163" y="16280"/>
                </a:cubicBezTo>
                <a:cubicBezTo>
                  <a:pt x="5163" y="16441"/>
                  <a:pt x="5163" y="16441"/>
                  <a:pt x="5163" y="16441"/>
                </a:cubicBezTo>
                <a:cubicBezTo>
                  <a:pt x="4130" y="16441"/>
                  <a:pt x="4130" y="16441"/>
                  <a:pt x="4130" y="16441"/>
                </a:cubicBezTo>
                <a:cubicBezTo>
                  <a:pt x="2753" y="15474"/>
                  <a:pt x="2753" y="15474"/>
                  <a:pt x="2753" y="15474"/>
                </a:cubicBezTo>
                <a:cubicBezTo>
                  <a:pt x="2839" y="15313"/>
                  <a:pt x="2839" y="15313"/>
                  <a:pt x="2839" y="15313"/>
                </a:cubicBezTo>
                <a:cubicBezTo>
                  <a:pt x="2753" y="15313"/>
                  <a:pt x="2753" y="15313"/>
                  <a:pt x="2753" y="15313"/>
                </a:cubicBezTo>
                <a:cubicBezTo>
                  <a:pt x="1893" y="15313"/>
                  <a:pt x="1893" y="15313"/>
                  <a:pt x="1893" y="15313"/>
                </a:cubicBezTo>
                <a:cubicBezTo>
                  <a:pt x="1893" y="15152"/>
                  <a:pt x="1893" y="15152"/>
                  <a:pt x="1893" y="15152"/>
                </a:cubicBezTo>
                <a:cubicBezTo>
                  <a:pt x="1893" y="14991"/>
                  <a:pt x="1893" y="14991"/>
                  <a:pt x="1893" y="14991"/>
                </a:cubicBezTo>
                <a:cubicBezTo>
                  <a:pt x="1893" y="14829"/>
                  <a:pt x="1893" y="14829"/>
                  <a:pt x="1893" y="14829"/>
                </a:cubicBezTo>
                <a:cubicBezTo>
                  <a:pt x="1721" y="14507"/>
                  <a:pt x="1721" y="14507"/>
                  <a:pt x="1721" y="14507"/>
                </a:cubicBezTo>
                <a:cubicBezTo>
                  <a:pt x="1635" y="14346"/>
                  <a:pt x="1635" y="14346"/>
                  <a:pt x="1635" y="14346"/>
                </a:cubicBezTo>
                <a:cubicBezTo>
                  <a:pt x="1635" y="14346"/>
                  <a:pt x="1635" y="14346"/>
                  <a:pt x="1635" y="14346"/>
                </a:cubicBezTo>
                <a:cubicBezTo>
                  <a:pt x="1549" y="14346"/>
                  <a:pt x="1549" y="14346"/>
                  <a:pt x="1549" y="14346"/>
                </a:cubicBezTo>
                <a:cubicBezTo>
                  <a:pt x="1549" y="14346"/>
                  <a:pt x="1549" y="14346"/>
                  <a:pt x="1549" y="14346"/>
                </a:cubicBezTo>
                <a:cubicBezTo>
                  <a:pt x="1549" y="14346"/>
                  <a:pt x="1549" y="14346"/>
                  <a:pt x="1549" y="14346"/>
                </a:cubicBezTo>
                <a:cubicBezTo>
                  <a:pt x="1549" y="14185"/>
                  <a:pt x="1549" y="14185"/>
                  <a:pt x="1549" y="14185"/>
                </a:cubicBezTo>
                <a:cubicBezTo>
                  <a:pt x="1462" y="14185"/>
                  <a:pt x="1462" y="14185"/>
                  <a:pt x="1462" y="14185"/>
                </a:cubicBezTo>
                <a:cubicBezTo>
                  <a:pt x="1376" y="14185"/>
                  <a:pt x="1376" y="14185"/>
                  <a:pt x="1376" y="14185"/>
                </a:cubicBezTo>
                <a:cubicBezTo>
                  <a:pt x="1290" y="14023"/>
                  <a:pt x="1290" y="14023"/>
                  <a:pt x="1290" y="14023"/>
                </a:cubicBezTo>
                <a:cubicBezTo>
                  <a:pt x="1290" y="13862"/>
                  <a:pt x="1290" y="13862"/>
                  <a:pt x="1290" y="13862"/>
                </a:cubicBezTo>
                <a:cubicBezTo>
                  <a:pt x="1204" y="13862"/>
                  <a:pt x="1204" y="13862"/>
                  <a:pt x="1204" y="13862"/>
                </a:cubicBezTo>
                <a:cubicBezTo>
                  <a:pt x="1118" y="13862"/>
                  <a:pt x="1118" y="13862"/>
                  <a:pt x="1118" y="13862"/>
                </a:cubicBezTo>
                <a:cubicBezTo>
                  <a:pt x="1032" y="13862"/>
                  <a:pt x="1032" y="13862"/>
                  <a:pt x="1032" y="13862"/>
                </a:cubicBezTo>
                <a:cubicBezTo>
                  <a:pt x="1032" y="13701"/>
                  <a:pt x="1032" y="13701"/>
                  <a:pt x="1032" y="13701"/>
                </a:cubicBezTo>
                <a:cubicBezTo>
                  <a:pt x="946" y="13701"/>
                  <a:pt x="946" y="13701"/>
                  <a:pt x="946" y="13701"/>
                </a:cubicBezTo>
                <a:cubicBezTo>
                  <a:pt x="774" y="13701"/>
                  <a:pt x="774" y="13701"/>
                  <a:pt x="774" y="13701"/>
                </a:cubicBezTo>
                <a:cubicBezTo>
                  <a:pt x="774" y="13701"/>
                  <a:pt x="774" y="13701"/>
                  <a:pt x="774" y="13701"/>
                </a:cubicBezTo>
                <a:cubicBezTo>
                  <a:pt x="774" y="13540"/>
                  <a:pt x="774" y="13540"/>
                  <a:pt x="774" y="13540"/>
                </a:cubicBezTo>
                <a:cubicBezTo>
                  <a:pt x="774" y="13540"/>
                  <a:pt x="774" y="13540"/>
                  <a:pt x="774" y="13540"/>
                </a:cubicBezTo>
                <a:cubicBezTo>
                  <a:pt x="774" y="13379"/>
                  <a:pt x="774" y="13379"/>
                  <a:pt x="774" y="13379"/>
                </a:cubicBezTo>
                <a:cubicBezTo>
                  <a:pt x="774" y="13217"/>
                  <a:pt x="774" y="13217"/>
                  <a:pt x="774" y="13217"/>
                </a:cubicBezTo>
                <a:cubicBezTo>
                  <a:pt x="774" y="13056"/>
                  <a:pt x="774" y="13056"/>
                  <a:pt x="774" y="13056"/>
                </a:cubicBezTo>
                <a:cubicBezTo>
                  <a:pt x="688" y="13056"/>
                  <a:pt x="688" y="13056"/>
                  <a:pt x="688" y="13056"/>
                </a:cubicBezTo>
                <a:cubicBezTo>
                  <a:pt x="688" y="12895"/>
                  <a:pt x="688" y="12895"/>
                  <a:pt x="688" y="12895"/>
                </a:cubicBezTo>
                <a:cubicBezTo>
                  <a:pt x="688" y="12895"/>
                  <a:pt x="688" y="12895"/>
                  <a:pt x="688" y="12895"/>
                </a:cubicBezTo>
                <a:cubicBezTo>
                  <a:pt x="688" y="12895"/>
                  <a:pt x="688" y="12895"/>
                  <a:pt x="688" y="12895"/>
                </a:cubicBezTo>
                <a:cubicBezTo>
                  <a:pt x="602" y="12734"/>
                  <a:pt x="602" y="12734"/>
                  <a:pt x="602" y="12734"/>
                </a:cubicBezTo>
                <a:cubicBezTo>
                  <a:pt x="516" y="12411"/>
                  <a:pt x="516" y="12411"/>
                  <a:pt x="516" y="12411"/>
                </a:cubicBezTo>
                <a:cubicBezTo>
                  <a:pt x="516" y="12250"/>
                  <a:pt x="516" y="12250"/>
                  <a:pt x="516" y="12250"/>
                </a:cubicBezTo>
                <a:cubicBezTo>
                  <a:pt x="516" y="12089"/>
                  <a:pt x="516" y="12089"/>
                  <a:pt x="516" y="12089"/>
                </a:cubicBezTo>
                <a:cubicBezTo>
                  <a:pt x="430" y="12089"/>
                  <a:pt x="430" y="12089"/>
                  <a:pt x="430" y="12089"/>
                </a:cubicBezTo>
                <a:cubicBezTo>
                  <a:pt x="430" y="11928"/>
                  <a:pt x="430" y="11928"/>
                  <a:pt x="430" y="11928"/>
                </a:cubicBezTo>
                <a:cubicBezTo>
                  <a:pt x="430" y="11767"/>
                  <a:pt x="430" y="11767"/>
                  <a:pt x="430" y="11767"/>
                </a:cubicBezTo>
                <a:cubicBezTo>
                  <a:pt x="430" y="11767"/>
                  <a:pt x="430" y="11767"/>
                  <a:pt x="430" y="11767"/>
                </a:cubicBezTo>
                <a:cubicBezTo>
                  <a:pt x="516" y="11767"/>
                  <a:pt x="516" y="11767"/>
                  <a:pt x="516" y="11767"/>
                </a:cubicBezTo>
                <a:cubicBezTo>
                  <a:pt x="516" y="11767"/>
                  <a:pt x="516" y="11767"/>
                  <a:pt x="516" y="11767"/>
                </a:cubicBezTo>
                <a:cubicBezTo>
                  <a:pt x="516" y="11605"/>
                  <a:pt x="516" y="11605"/>
                  <a:pt x="516" y="11605"/>
                </a:cubicBezTo>
                <a:cubicBezTo>
                  <a:pt x="516" y="11444"/>
                  <a:pt x="516" y="11444"/>
                  <a:pt x="516" y="11444"/>
                </a:cubicBezTo>
                <a:cubicBezTo>
                  <a:pt x="430" y="11444"/>
                  <a:pt x="430" y="11444"/>
                  <a:pt x="430" y="11444"/>
                </a:cubicBezTo>
                <a:cubicBezTo>
                  <a:pt x="430" y="11283"/>
                  <a:pt x="430" y="11283"/>
                  <a:pt x="430" y="11283"/>
                </a:cubicBezTo>
                <a:cubicBezTo>
                  <a:pt x="344" y="11283"/>
                  <a:pt x="344" y="11283"/>
                  <a:pt x="344" y="11283"/>
                </a:cubicBezTo>
                <a:cubicBezTo>
                  <a:pt x="344" y="11122"/>
                  <a:pt x="344" y="11122"/>
                  <a:pt x="344" y="11122"/>
                </a:cubicBezTo>
                <a:cubicBezTo>
                  <a:pt x="430" y="11122"/>
                  <a:pt x="430" y="11122"/>
                  <a:pt x="430" y="11122"/>
                </a:cubicBezTo>
                <a:cubicBezTo>
                  <a:pt x="344" y="10961"/>
                  <a:pt x="344" y="10961"/>
                  <a:pt x="344" y="10961"/>
                </a:cubicBezTo>
                <a:cubicBezTo>
                  <a:pt x="430" y="10961"/>
                  <a:pt x="430" y="10961"/>
                  <a:pt x="430" y="10961"/>
                </a:cubicBezTo>
                <a:cubicBezTo>
                  <a:pt x="430" y="10961"/>
                  <a:pt x="430" y="10961"/>
                  <a:pt x="430" y="10961"/>
                </a:cubicBezTo>
                <a:cubicBezTo>
                  <a:pt x="430" y="10800"/>
                  <a:pt x="430" y="10800"/>
                  <a:pt x="430" y="10800"/>
                </a:cubicBezTo>
                <a:cubicBezTo>
                  <a:pt x="516" y="10800"/>
                  <a:pt x="516" y="10800"/>
                  <a:pt x="516" y="10800"/>
                </a:cubicBezTo>
                <a:cubicBezTo>
                  <a:pt x="516" y="10961"/>
                  <a:pt x="516" y="10961"/>
                  <a:pt x="516" y="10961"/>
                </a:cubicBezTo>
                <a:cubicBezTo>
                  <a:pt x="602" y="10961"/>
                  <a:pt x="602" y="10961"/>
                  <a:pt x="602" y="10961"/>
                </a:cubicBezTo>
                <a:cubicBezTo>
                  <a:pt x="516" y="10961"/>
                  <a:pt x="516" y="10961"/>
                  <a:pt x="516" y="10961"/>
                </a:cubicBezTo>
                <a:cubicBezTo>
                  <a:pt x="516" y="10800"/>
                  <a:pt x="516" y="10800"/>
                  <a:pt x="516" y="10800"/>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602" y="10638"/>
                  <a:pt x="602" y="10638"/>
                  <a:pt x="602" y="10638"/>
                </a:cubicBezTo>
                <a:cubicBezTo>
                  <a:pt x="688" y="10638"/>
                  <a:pt x="688" y="10638"/>
                  <a:pt x="688" y="10638"/>
                </a:cubicBezTo>
                <a:cubicBezTo>
                  <a:pt x="602" y="10477"/>
                  <a:pt x="602" y="10477"/>
                  <a:pt x="602" y="10477"/>
                </a:cubicBezTo>
                <a:cubicBezTo>
                  <a:pt x="602" y="10477"/>
                  <a:pt x="602" y="10477"/>
                  <a:pt x="602" y="10477"/>
                </a:cubicBezTo>
                <a:cubicBezTo>
                  <a:pt x="516" y="10477"/>
                  <a:pt x="516" y="10477"/>
                  <a:pt x="516" y="10477"/>
                </a:cubicBezTo>
                <a:cubicBezTo>
                  <a:pt x="516" y="10477"/>
                  <a:pt x="516" y="10477"/>
                  <a:pt x="516" y="10477"/>
                </a:cubicBezTo>
                <a:cubicBezTo>
                  <a:pt x="516" y="10477"/>
                  <a:pt x="516" y="10477"/>
                  <a:pt x="516" y="10477"/>
                </a:cubicBezTo>
                <a:cubicBezTo>
                  <a:pt x="430" y="10477"/>
                  <a:pt x="430" y="10477"/>
                  <a:pt x="430" y="10477"/>
                </a:cubicBezTo>
                <a:cubicBezTo>
                  <a:pt x="430" y="10638"/>
                  <a:pt x="430" y="10638"/>
                  <a:pt x="430" y="10638"/>
                </a:cubicBezTo>
                <a:cubicBezTo>
                  <a:pt x="430" y="10638"/>
                  <a:pt x="430" y="10638"/>
                  <a:pt x="430" y="10638"/>
                </a:cubicBezTo>
                <a:cubicBezTo>
                  <a:pt x="430" y="10638"/>
                  <a:pt x="430" y="10638"/>
                  <a:pt x="430" y="10638"/>
                </a:cubicBezTo>
                <a:cubicBezTo>
                  <a:pt x="344" y="10638"/>
                  <a:pt x="344" y="10638"/>
                  <a:pt x="344" y="10638"/>
                </a:cubicBezTo>
                <a:cubicBezTo>
                  <a:pt x="344" y="10638"/>
                  <a:pt x="344" y="10638"/>
                  <a:pt x="344" y="10638"/>
                </a:cubicBezTo>
                <a:cubicBezTo>
                  <a:pt x="258" y="10477"/>
                  <a:pt x="258" y="10477"/>
                  <a:pt x="258" y="10477"/>
                </a:cubicBezTo>
                <a:cubicBezTo>
                  <a:pt x="258" y="10316"/>
                  <a:pt x="258" y="10316"/>
                  <a:pt x="258" y="10316"/>
                </a:cubicBezTo>
                <a:cubicBezTo>
                  <a:pt x="258" y="10316"/>
                  <a:pt x="258" y="10316"/>
                  <a:pt x="258" y="10316"/>
                </a:cubicBezTo>
                <a:cubicBezTo>
                  <a:pt x="258" y="10155"/>
                  <a:pt x="258" y="10155"/>
                  <a:pt x="258" y="10155"/>
                </a:cubicBezTo>
                <a:cubicBezTo>
                  <a:pt x="86" y="9832"/>
                  <a:pt x="86" y="9832"/>
                  <a:pt x="86" y="9832"/>
                </a:cubicBezTo>
                <a:cubicBezTo>
                  <a:pt x="86" y="9671"/>
                  <a:pt x="86" y="9671"/>
                  <a:pt x="86" y="9671"/>
                </a:cubicBezTo>
                <a:cubicBezTo>
                  <a:pt x="86" y="9671"/>
                  <a:pt x="86" y="9671"/>
                  <a:pt x="86" y="9671"/>
                </a:cubicBezTo>
                <a:cubicBezTo>
                  <a:pt x="172" y="9510"/>
                  <a:pt x="172" y="9510"/>
                  <a:pt x="172" y="9510"/>
                </a:cubicBezTo>
                <a:cubicBezTo>
                  <a:pt x="86" y="9349"/>
                  <a:pt x="86" y="9349"/>
                  <a:pt x="86" y="9349"/>
                </a:cubicBezTo>
                <a:cubicBezTo>
                  <a:pt x="86" y="9349"/>
                  <a:pt x="86" y="9349"/>
                  <a:pt x="86" y="9349"/>
                </a:cubicBezTo>
                <a:cubicBezTo>
                  <a:pt x="86" y="9188"/>
                  <a:pt x="86" y="9188"/>
                  <a:pt x="86" y="9188"/>
                </a:cubicBezTo>
                <a:cubicBezTo>
                  <a:pt x="172" y="9026"/>
                  <a:pt x="172" y="9026"/>
                  <a:pt x="172" y="9026"/>
                </a:cubicBezTo>
                <a:cubicBezTo>
                  <a:pt x="172" y="9026"/>
                  <a:pt x="172" y="9026"/>
                  <a:pt x="172" y="9026"/>
                </a:cubicBezTo>
                <a:cubicBezTo>
                  <a:pt x="172" y="8704"/>
                  <a:pt x="172" y="8704"/>
                  <a:pt x="172" y="8704"/>
                </a:cubicBezTo>
                <a:cubicBezTo>
                  <a:pt x="86" y="8382"/>
                  <a:pt x="86" y="8382"/>
                  <a:pt x="86" y="8382"/>
                </a:cubicBezTo>
                <a:cubicBezTo>
                  <a:pt x="0" y="8220"/>
                  <a:pt x="0" y="8220"/>
                  <a:pt x="0" y="8220"/>
                </a:cubicBezTo>
                <a:cubicBezTo>
                  <a:pt x="0" y="8220"/>
                  <a:pt x="0" y="8220"/>
                  <a:pt x="0" y="8220"/>
                </a:cubicBezTo>
                <a:cubicBezTo>
                  <a:pt x="86" y="8059"/>
                  <a:pt x="86" y="8059"/>
                  <a:pt x="86" y="8059"/>
                </a:cubicBezTo>
                <a:cubicBezTo>
                  <a:pt x="172" y="7898"/>
                  <a:pt x="172" y="7898"/>
                  <a:pt x="172" y="7898"/>
                </a:cubicBezTo>
                <a:cubicBezTo>
                  <a:pt x="172" y="7737"/>
                  <a:pt x="172" y="7737"/>
                  <a:pt x="172" y="7737"/>
                </a:cubicBezTo>
                <a:cubicBezTo>
                  <a:pt x="172" y="7737"/>
                  <a:pt x="172" y="7737"/>
                  <a:pt x="172" y="7737"/>
                </a:cubicBezTo>
                <a:cubicBezTo>
                  <a:pt x="172" y="7576"/>
                  <a:pt x="172" y="7576"/>
                  <a:pt x="172" y="7576"/>
                </a:cubicBezTo>
                <a:cubicBezTo>
                  <a:pt x="258" y="7576"/>
                  <a:pt x="258" y="7576"/>
                  <a:pt x="258" y="7576"/>
                </a:cubicBezTo>
                <a:cubicBezTo>
                  <a:pt x="258" y="7414"/>
                  <a:pt x="258" y="7414"/>
                  <a:pt x="258" y="7414"/>
                </a:cubicBezTo>
                <a:cubicBezTo>
                  <a:pt x="258" y="7092"/>
                  <a:pt x="258" y="7092"/>
                  <a:pt x="258" y="7092"/>
                </a:cubicBezTo>
                <a:cubicBezTo>
                  <a:pt x="258" y="6931"/>
                  <a:pt x="258" y="6931"/>
                  <a:pt x="258" y="6931"/>
                </a:cubicBezTo>
                <a:cubicBezTo>
                  <a:pt x="258" y="6931"/>
                  <a:pt x="258" y="6931"/>
                  <a:pt x="258" y="6931"/>
                </a:cubicBezTo>
                <a:cubicBezTo>
                  <a:pt x="258" y="6770"/>
                  <a:pt x="258" y="6770"/>
                  <a:pt x="258" y="6770"/>
                </a:cubicBezTo>
                <a:cubicBezTo>
                  <a:pt x="258" y="6608"/>
                  <a:pt x="258" y="6608"/>
                  <a:pt x="258" y="6608"/>
                </a:cubicBezTo>
                <a:cubicBezTo>
                  <a:pt x="258" y="6447"/>
                  <a:pt x="258" y="6447"/>
                  <a:pt x="258" y="6447"/>
                </a:cubicBezTo>
                <a:cubicBezTo>
                  <a:pt x="258" y="6286"/>
                  <a:pt x="258" y="6286"/>
                  <a:pt x="258" y="6286"/>
                </a:cubicBezTo>
                <a:cubicBezTo>
                  <a:pt x="258" y="5964"/>
                  <a:pt x="258" y="5964"/>
                  <a:pt x="258" y="5964"/>
                </a:cubicBezTo>
                <a:cubicBezTo>
                  <a:pt x="258" y="5802"/>
                  <a:pt x="258" y="5802"/>
                  <a:pt x="258" y="5802"/>
                </a:cubicBezTo>
                <a:cubicBezTo>
                  <a:pt x="430" y="5641"/>
                  <a:pt x="430" y="5641"/>
                  <a:pt x="430" y="5641"/>
                </a:cubicBezTo>
                <a:cubicBezTo>
                  <a:pt x="430" y="5480"/>
                  <a:pt x="430" y="5480"/>
                  <a:pt x="430" y="5480"/>
                </a:cubicBezTo>
                <a:cubicBezTo>
                  <a:pt x="430" y="5480"/>
                  <a:pt x="430" y="5480"/>
                  <a:pt x="430" y="5480"/>
                </a:cubicBezTo>
                <a:cubicBezTo>
                  <a:pt x="516" y="5158"/>
                  <a:pt x="516" y="5158"/>
                  <a:pt x="516" y="5158"/>
                </a:cubicBezTo>
                <a:cubicBezTo>
                  <a:pt x="602" y="5158"/>
                  <a:pt x="602" y="5158"/>
                  <a:pt x="602" y="5158"/>
                </a:cubicBezTo>
                <a:cubicBezTo>
                  <a:pt x="602" y="4997"/>
                  <a:pt x="602" y="4997"/>
                  <a:pt x="602" y="4997"/>
                </a:cubicBezTo>
                <a:cubicBezTo>
                  <a:pt x="602" y="4513"/>
                  <a:pt x="602" y="4513"/>
                  <a:pt x="602" y="4513"/>
                </a:cubicBezTo>
                <a:cubicBezTo>
                  <a:pt x="774" y="4352"/>
                  <a:pt x="774" y="4352"/>
                  <a:pt x="774" y="4352"/>
                </a:cubicBezTo>
                <a:cubicBezTo>
                  <a:pt x="774" y="4029"/>
                  <a:pt x="774" y="4029"/>
                  <a:pt x="774" y="4029"/>
                </a:cubicBezTo>
                <a:cubicBezTo>
                  <a:pt x="860" y="3546"/>
                  <a:pt x="860" y="3546"/>
                  <a:pt x="860" y="3546"/>
                </a:cubicBezTo>
                <a:cubicBezTo>
                  <a:pt x="860" y="3385"/>
                  <a:pt x="860" y="3385"/>
                  <a:pt x="860" y="3385"/>
                </a:cubicBezTo>
                <a:cubicBezTo>
                  <a:pt x="946" y="3223"/>
                  <a:pt x="946" y="3223"/>
                  <a:pt x="946" y="3223"/>
                </a:cubicBezTo>
                <a:cubicBezTo>
                  <a:pt x="946" y="3223"/>
                  <a:pt x="946" y="3223"/>
                  <a:pt x="946" y="3223"/>
                </a:cubicBezTo>
                <a:cubicBezTo>
                  <a:pt x="946" y="3062"/>
                  <a:pt x="946" y="3062"/>
                  <a:pt x="946" y="3062"/>
                </a:cubicBezTo>
                <a:cubicBezTo>
                  <a:pt x="1032" y="2901"/>
                  <a:pt x="1032" y="2901"/>
                  <a:pt x="1032" y="2901"/>
                </a:cubicBezTo>
                <a:cubicBezTo>
                  <a:pt x="1032" y="2740"/>
                  <a:pt x="1032" y="2740"/>
                  <a:pt x="1032" y="2740"/>
                </a:cubicBezTo>
                <a:cubicBezTo>
                  <a:pt x="1032" y="2740"/>
                  <a:pt x="1032" y="2740"/>
                  <a:pt x="1032" y="2740"/>
                </a:cubicBezTo>
                <a:cubicBezTo>
                  <a:pt x="1118" y="2901"/>
                  <a:pt x="1118" y="2901"/>
                  <a:pt x="1118" y="2901"/>
                </a:cubicBezTo>
                <a:cubicBezTo>
                  <a:pt x="1204" y="2901"/>
                  <a:pt x="1204" y="2901"/>
                  <a:pt x="1204" y="2901"/>
                </a:cubicBezTo>
                <a:cubicBezTo>
                  <a:pt x="1290" y="2901"/>
                  <a:pt x="1290" y="2901"/>
                  <a:pt x="1290" y="2901"/>
                </a:cubicBezTo>
                <a:cubicBezTo>
                  <a:pt x="1290" y="2901"/>
                  <a:pt x="1290" y="2901"/>
                  <a:pt x="1290" y="2901"/>
                </a:cubicBezTo>
                <a:cubicBezTo>
                  <a:pt x="1376" y="2901"/>
                  <a:pt x="1376" y="2901"/>
                  <a:pt x="1376" y="2901"/>
                </a:cubicBezTo>
                <a:cubicBezTo>
                  <a:pt x="1462" y="3062"/>
                  <a:pt x="1462" y="3062"/>
                  <a:pt x="1462" y="3062"/>
                </a:cubicBezTo>
                <a:cubicBezTo>
                  <a:pt x="1376" y="2901"/>
                  <a:pt x="1376" y="2901"/>
                  <a:pt x="1376" y="2901"/>
                </a:cubicBezTo>
                <a:cubicBezTo>
                  <a:pt x="1376" y="2901"/>
                  <a:pt x="1376" y="2901"/>
                  <a:pt x="1376" y="2901"/>
                </a:cubicBezTo>
                <a:cubicBezTo>
                  <a:pt x="1290" y="2901"/>
                  <a:pt x="1290" y="2901"/>
                  <a:pt x="1290" y="2901"/>
                </a:cubicBezTo>
                <a:cubicBezTo>
                  <a:pt x="1204" y="2740"/>
                  <a:pt x="1204" y="2740"/>
                  <a:pt x="1204" y="2740"/>
                </a:cubicBezTo>
                <a:cubicBezTo>
                  <a:pt x="1118" y="2740"/>
                  <a:pt x="1118" y="2740"/>
                  <a:pt x="1118" y="2740"/>
                </a:cubicBezTo>
                <a:cubicBezTo>
                  <a:pt x="1032" y="2740"/>
                  <a:pt x="1032" y="2740"/>
                  <a:pt x="1032" y="2740"/>
                </a:cubicBezTo>
                <a:cubicBezTo>
                  <a:pt x="1032" y="2579"/>
                  <a:pt x="1032" y="2579"/>
                  <a:pt x="1032" y="2579"/>
                </a:cubicBezTo>
                <a:cubicBezTo>
                  <a:pt x="1032" y="2579"/>
                  <a:pt x="1032" y="2579"/>
                  <a:pt x="1032" y="2579"/>
                </a:cubicBezTo>
                <a:cubicBezTo>
                  <a:pt x="1032" y="2579"/>
                  <a:pt x="1032" y="2579"/>
                  <a:pt x="1032" y="2579"/>
                </a:cubicBezTo>
                <a:cubicBezTo>
                  <a:pt x="1118" y="2579"/>
                  <a:pt x="1118" y="2579"/>
                  <a:pt x="1118" y="2579"/>
                </a:cubicBezTo>
                <a:cubicBezTo>
                  <a:pt x="1118" y="2417"/>
                  <a:pt x="1118" y="2417"/>
                  <a:pt x="1118" y="2417"/>
                </a:cubicBezTo>
                <a:cubicBezTo>
                  <a:pt x="1118" y="2256"/>
                  <a:pt x="1118" y="2256"/>
                  <a:pt x="1118" y="2256"/>
                </a:cubicBezTo>
                <a:cubicBezTo>
                  <a:pt x="1118" y="2256"/>
                  <a:pt x="1118" y="2256"/>
                  <a:pt x="1118" y="2256"/>
                </a:cubicBezTo>
                <a:cubicBezTo>
                  <a:pt x="1032" y="2256"/>
                  <a:pt x="1032" y="2256"/>
                  <a:pt x="1032" y="2256"/>
                </a:cubicBezTo>
                <a:cubicBezTo>
                  <a:pt x="1032" y="2095"/>
                  <a:pt x="1032" y="2095"/>
                  <a:pt x="1032" y="2095"/>
                </a:cubicBezTo>
                <a:cubicBezTo>
                  <a:pt x="1118" y="2095"/>
                  <a:pt x="1118" y="2095"/>
                  <a:pt x="1118" y="2095"/>
                </a:cubicBezTo>
                <a:cubicBezTo>
                  <a:pt x="1118" y="1934"/>
                  <a:pt x="1118" y="1934"/>
                  <a:pt x="1118" y="1934"/>
                </a:cubicBezTo>
                <a:cubicBezTo>
                  <a:pt x="1118" y="1934"/>
                  <a:pt x="1118" y="1934"/>
                  <a:pt x="1118" y="1934"/>
                </a:cubicBezTo>
                <a:cubicBezTo>
                  <a:pt x="1118" y="1934"/>
                  <a:pt x="1118" y="1934"/>
                  <a:pt x="1118" y="1934"/>
                </a:cubicBezTo>
                <a:cubicBezTo>
                  <a:pt x="1118" y="1934"/>
                  <a:pt x="1118" y="1934"/>
                  <a:pt x="1118" y="1934"/>
                </a:cubicBezTo>
                <a:cubicBezTo>
                  <a:pt x="1118" y="1773"/>
                  <a:pt x="1118" y="1773"/>
                  <a:pt x="1118" y="1773"/>
                </a:cubicBezTo>
                <a:cubicBezTo>
                  <a:pt x="1032" y="1450"/>
                  <a:pt x="1032" y="1450"/>
                  <a:pt x="1032" y="1450"/>
                </a:cubicBezTo>
                <a:cubicBezTo>
                  <a:pt x="1118" y="1128"/>
                  <a:pt x="1118" y="1128"/>
                  <a:pt x="1118" y="1128"/>
                </a:cubicBezTo>
                <a:cubicBezTo>
                  <a:pt x="1032" y="967"/>
                  <a:pt x="1032" y="967"/>
                  <a:pt x="1032" y="967"/>
                </a:cubicBezTo>
                <a:cubicBezTo>
                  <a:pt x="1032" y="805"/>
                  <a:pt x="1032" y="805"/>
                  <a:pt x="1032" y="805"/>
                </a:cubicBezTo>
                <a:cubicBezTo>
                  <a:pt x="1118" y="644"/>
                  <a:pt x="1118" y="644"/>
                  <a:pt x="1118" y="644"/>
                </a:cubicBezTo>
                <a:cubicBezTo>
                  <a:pt x="1118" y="483"/>
                  <a:pt x="1118" y="483"/>
                  <a:pt x="1118" y="483"/>
                </a:cubicBezTo>
                <a:cubicBezTo>
                  <a:pt x="1204" y="483"/>
                  <a:pt x="1204" y="483"/>
                  <a:pt x="1204" y="483"/>
                </a:cubicBezTo>
                <a:cubicBezTo>
                  <a:pt x="1376" y="805"/>
                  <a:pt x="1376" y="805"/>
                  <a:pt x="1376" y="805"/>
                </a:cubicBezTo>
                <a:cubicBezTo>
                  <a:pt x="1462" y="805"/>
                  <a:pt x="1462" y="805"/>
                  <a:pt x="1462" y="805"/>
                </a:cubicBezTo>
                <a:cubicBezTo>
                  <a:pt x="1635" y="805"/>
                  <a:pt x="1635" y="805"/>
                  <a:pt x="1635" y="805"/>
                </a:cubicBezTo>
                <a:cubicBezTo>
                  <a:pt x="1635" y="967"/>
                  <a:pt x="1635" y="967"/>
                  <a:pt x="1635" y="967"/>
                </a:cubicBezTo>
                <a:cubicBezTo>
                  <a:pt x="1721" y="967"/>
                  <a:pt x="1721" y="967"/>
                  <a:pt x="1721" y="967"/>
                </a:cubicBezTo>
                <a:cubicBezTo>
                  <a:pt x="1721" y="967"/>
                  <a:pt x="1721" y="967"/>
                  <a:pt x="1721" y="967"/>
                </a:cubicBezTo>
                <a:cubicBezTo>
                  <a:pt x="1807" y="967"/>
                  <a:pt x="1807" y="967"/>
                  <a:pt x="1807" y="967"/>
                </a:cubicBezTo>
                <a:cubicBezTo>
                  <a:pt x="1807" y="1128"/>
                  <a:pt x="1807" y="1128"/>
                  <a:pt x="1807" y="1128"/>
                </a:cubicBezTo>
                <a:cubicBezTo>
                  <a:pt x="1807" y="1128"/>
                  <a:pt x="1807" y="1128"/>
                  <a:pt x="1807" y="1128"/>
                </a:cubicBezTo>
                <a:cubicBezTo>
                  <a:pt x="1721" y="1128"/>
                  <a:pt x="1721" y="1128"/>
                  <a:pt x="1721" y="1128"/>
                </a:cubicBezTo>
                <a:cubicBezTo>
                  <a:pt x="1635" y="1289"/>
                  <a:pt x="1635" y="1289"/>
                  <a:pt x="1635" y="1289"/>
                </a:cubicBezTo>
                <a:cubicBezTo>
                  <a:pt x="1635" y="1450"/>
                  <a:pt x="1635" y="1450"/>
                  <a:pt x="1635" y="1450"/>
                </a:cubicBezTo>
                <a:cubicBezTo>
                  <a:pt x="1721" y="1450"/>
                  <a:pt x="1721" y="1450"/>
                  <a:pt x="1721" y="1450"/>
                </a:cubicBezTo>
                <a:cubicBezTo>
                  <a:pt x="1721" y="1289"/>
                  <a:pt x="1721" y="1289"/>
                  <a:pt x="1721" y="1289"/>
                </a:cubicBezTo>
                <a:cubicBezTo>
                  <a:pt x="1807" y="1128"/>
                  <a:pt x="1807" y="1128"/>
                  <a:pt x="1807" y="1128"/>
                </a:cubicBezTo>
                <a:cubicBezTo>
                  <a:pt x="1807" y="1128"/>
                  <a:pt x="1807" y="1128"/>
                  <a:pt x="1807" y="1128"/>
                </a:cubicBezTo>
                <a:cubicBezTo>
                  <a:pt x="1807" y="1289"/>
                  <a:pt x="1807" y="1289"/>
                  <a:pt x="1807" y="1289"/>
                </a:cubicBezTo>
                <a:cubicBezTo>
                  <a:pt x="1807" y="1289"/>
                  <a:pt x="1807" y="1289"/>
                  <a:pt x="1807" y="1289"/>
                </a:cubicBezTo>
                <a:cubicBezTo>
                  <a:pt x="1721" y="1450"/>
                  <a:pt x="1721" y="1450"/>
                  <a:pt x="1721" y="1450"/>
                </a:cubicBezTo>
                <a:cubicBezTo>
                  <a:pt x="1721" y="1611"/>
                  <a:pt x="1721" y="1611"/>
                  <a:pt x="1721" y="1611"/>
                </a:cubicBezTo>
                <a:cubicBezTo>
                  <a:pt x="1721" y="1773"/>
                  <a:pt x="1721" y="1773"/>
                  <a:pt x="1721" y="1773"/>
                </a:cubicBezTo>
                <a:cubicBezTo>
                  <a:pt x="1721" y="1611"/>
                  <a:pt x="1721" y="1611"/>
                  <a:pt x="1721" y="1611"/>
                </a:cubicBezTo>
                <a:cubicBezTo>
                  <a:pt x="1635" y="1773"/>
                  <a:pt x="1635" y="1773"/>
                  <a:pt x="1635" y="1773"/>
                </a:cubicBezTo>
                <a:cubicBezTo>
                  <a:pt x="1635" y="1611"/>
                  <a:pt x="1635" y="1611"/>
                  <a:pt x="1635" y="1611"/>
                </a:cubicBezTo>
                <a:cubicBezTo>
                  <a:pt x="1549" y="1773"/>
                  <a:pt x="1549" y="1773"/>
                  <a:pt x="1549" y="1773"/>
                </a:cubicBezTo>
                <a:cubicBezTo>
                  <a:pt x="1635" y="1773"/>
                  <a:pt x="1635" y="1773"/>
                  <a:pt x="1635" y="1773"/>
                </a:cubicBezTo>
                <a:cubicBezTo>
                  <a:pt x="1635" y="1934"/>
                  <a:pt x="1635" y="1934"/>
                  <a:pt x="1635" y="1934"/>
                </a:cubicBezTo>
                <a:cubicBezTo>
                  <a:pt x="1721" y="1773"/>
                  <a:pt x="1721" y="1773"/>
                  <a:pt x="1721" y="1773"/>
                </a:cubicBezTo>
                <a:cubicBezTo>
                  <a:pt x="1807" y="1611"/>
                  <a:pt x="1807" y="1611"/>
                  <a:pt x="1807" y="1611"/>
                </a:cubicBezTo>
                <a:cubicBezTo>
                  <a:pt x="1807" y="1611"/>
                  <a:pt x="1807" y="1611"/>
                  <a:pt x="1807" y="1611"/>
                </a:cubicBezTo>
                <a:cubicBezTo>
                  <a:pt x="1807" y="1450"/>
                  <a:pt x="1807" y="1450"/>
                  <a:pt x="1807" y="1450"/>
                </a:cubicBezTo>
                <a:cubicBezTo>
                  <a:pt x="1893" y="1450"/>
                  <a:pt x="1893" y="1450"/>
                  <a:pt x="1893" y="1450"/>
                </a:cubicBezTo>
                <a:cubicBezTo>
                  <a:pt x="1893" y="1289"/>
                  <a:pt x="1893" y="1289"/>
                  <a:pt x="1893" y="1289"/>
                </a:cubicBezTo>
                <a:cubicBezTo>
                  <a:pt x="1979" y="1128"/>
                  <a:pt x="1979" y="1128"/>
                  <a:pt x="1979" y="1128"/>
                </a:cubicBezTo>
                <a:cubicBezTo>
                  <a:pt x="1979" y="967"/>
                  <a:pt x="1979" y="967"/>
                  <a:pt x="1979" y="967"/>
                </a:cubicBezTo>
                <a:cubicBezTo>
                  <a:pt x="1979" y="967"/>
                  <a:pt x="1979" y="967"/>
                  <a:pt x="1979" y="967"/>
                </a:cubicBezTo>
                <a:cubicBezTo>
                  <a:pt x="1979" y="805"/>
                  <a:pt x="1979" y="805"/>
                  <a:pt x="1979" y="805"/>
                </a:cubicBezTo>
                <a:cubicBezTo>
                  <a:pt x="1979" y="805"/>
                  <a:pt x="1979" y="805"/>
                  <a:pt x="1979" y="805"/>
                </a:cubicBezTo>
                <a:cubicBezTo>
                  <a:pt x="1979" y="644"/>
                  <a:pt x="1979" y="644"/>
                  <a:pt x="1979" y="644"/>
                </a:cubicBezTo>
                <a:cubicBezTo>
                  <a:pt x="1979" y="644"/>
                  <a:pt x="1979" y="644"/>
                  <a:pt x="1979" y="644"/>
                </a:cubicBezTo>
                <a:cubicBezTo>
                  <a:pt x="1979" y="644"/>
                  <a:pt x="1979" y="644"/>
                  <a:pt x="1979" y="644"/>
                </a:cubicBezTo>
                <a:cubicBezTo>
                  <a:pt x="1979" y="483"/>
                  <a:pt x="1979" y="483"/>
                  <a:pt x="1979" y="483"/>
                </a:cubicBezTo>
                <a:cubicBezTo>
                  <a:pt x="1979" y="483"/>
                  <a:pt x="1979" y="483"/>
                  <a:pt x="1979" y="483"/>
                </a:cubicBezTo>
                <a:cubicBezTo>
                  <a:pt x="1979" y="322"/>
                  <a:pt x="1979" y="322"/>
                  <a:pt x="1979" y="322"/>
                </a:cubicBezTo>
                <a:cubicBezTo>
                  <a:pt x="1893" y="161"/>
                  <a:pt x="1893" y="161"/>
                  <a:pt x="1893" y="161"/>
                </a:cubicBezTo>
                <a:cubicBezTo>
                  <a:pt x="1893" y="0"/>
                  <a:pt x="1893" y="0"/>
                  <a:pt x="1893" y="0"/>
                </a:cubicBezTo>
                <a:close/>
                <a:moveTo>
                  <a:pt x="19878" y="9188"/>
                </a:moveTo>
                <a:cubicBezTo>
                  <a:pt x="19878" y="9188"/>
                  <a:pt x="19878" y="9188"/>
                  <a:pt x="19878" y="9188"/>
                </a:cubicBezTo>
                <a:cubicBezTo>
                  <a:pt x="19878" y="9188"/>
                  <a:pt x="19878" y="9188"/>
                  <a:pt x="19878" y="9188"/>
                </a:cubicBezTo>
                <a:cubicBezTo>
                  <a:pt x="19964" y="9188"/>
                  <a:pt x="19964" y="9188"/>
                  <a:pt x="19964" y="9188"/>
                </a:cubicBezTo>
                <a:cubicBezTo>
                  <a:pt x="19964" y="9188"/>
                  <a:pt x="19964" y="9188"/>
                  <a:pt x="19964" y="9188"/>
                </a:cubicBezTo>
                <a:cubicBezTo>
                  <a:pt x="19964" y="9026"/>
                  <a:pt x="19964" y="9026"/>
                  <a:pt x="19964" y="9026"/>
                </a:cubicBezTo>
                <a:cubicBezTo>
                  <a:pt x="19878" y="9188"/>
                  <a:pt x="19878" y="9188"/>
                  <a:pt x="19878" y="9188"/>
                </a:cubicBezTo>
                <a:cubicBezTo>
                  <a:pt x="19878" y="9188"/>
                  <a:pt x="19878" y="9188"/>
                  <a:pt x="19878" y="9188"/>
                </a:cubicBezTo>
                <a:cubicBezTo>
                  <a:pt x="19878" y="9188"/>
                  <a:pt x="19878" y="9188"/>
                  <a:pt x="19878" y="9188"/>
                </a:cubicBezTo>
                <a:close/>
                <a:moveTo>
                  <a:pt x="18674" y="9671"/>
                </a:moveTo>
                <a:cubicBezTo>
                  <a:pt x="18674" y="9832"/>
                  <a:pt x="18674" y="9832"/>
                  <a:pt x="18674" y="9832"/>
                </a:cubicBezTo>
                <a:cubicBezTo>
                  <a:pt x="18674" y="9671"/>
                  <a:pt x="18674" y="9671"/>
                  <a:pt x="18674" y="9671"/>
                </a:cubicBezTo>
                <a:cubicBezTo>
                  <a:pt x="18760" y="9671"/>
                  <a:pt x="18760" y="9671"/>
                  <a:pt x="18760" y="9671"/>
                </a:cubicBezTo>
                <a:cubicBezTo>
                  <a:pt x="18846" y="9671"/>
                  <a:pt x="18846" y="9671"/>
                  <a:pt x="18846" y="9671"/>
                </a:cubicBezTo>
                <a:cubicBezTo>
                  <a:pt x="18932" y="9671"/>
                  <a:pt x="18932" y="9671"/>
                  <a:pt x="18932" y="9671"/>
                </a:cubicBezTo>
                <a:cubicBezTo>
                  <a:pt x="19018" y="9671"/>
                  <a:pt x="19018" y="9671"/>
                  <a:pt x="19018" y="9671"/>
                </a:cubicBezTo>
                <a:cubicBezTo>
                  <a:pt x="19104" y="9510"/>
                  <a:pt x="19104" y="9510"/>
                  <a:pt x="19104" y="9510"/>
                </a:cubicBezTo>
                <a:cubicBezTo>
                  <a:pt x="19190" y="9510"/>
                  <a:pt x="19190" y="9510"/>
                  <a:pt x="19190" y="9510"/>
                </a:cubicBezTo>
                <a:cubicBezTo>
                  <a:pt x="19190" y="9510"/>
                  <a:pt x="19190" y="9510"/>
                  <a:pt x="19190" y="9510"/>
                </a:cubicBezTo>
                <a:cubicBezTo>
                  <a:pt x="19276" y="9510"/>
                  <a:pt x="19276" y="9510"/>
                  <a:pt x="19276" y="9510"/>
                </a:cubicBezTo>
                <a:cubicBezTo>
                  <a:pt x="19362" y="9510"/>
                  <a:pt x="19362" y="9510"/>
                  <a:pt x="19362" y="9510"/>
                </a:cubicBezTo>
                <a:cubicBezTo>
                  <a:pt x="19362" y="9510"/>
                  <a:pt x="19362" y="9510"/>
                  <a:pt x="19362" y="9510"/>
                </a:cubicBezTo>
                <a:cubicBezTo>
                  <a:pt x="19362" y="9510"/>
                  <a:pt x="19362" y="9510"/>
                  <a:pt x="19362" y="9510"/>
                </a:cubicBezTo>
                <a:cubicBezTo>
                  <a:pt x="19276" y="9510"/>
                  <a:pt x="19276" y="9510"/>
                  <a:pt x="19276" y="9510"/>
                </a:cubicBezTo>
                <a:cubicBezTo>
                  <a:pt x="19190" y="9510"/>
                  <a:pt x="19190" y="9510"/>
                  <a:pt x="19190" y="9510"/>
                </a:cubicBezTo>
                <a:cubicBezTo>
                  <a:pt x="19276" y="9349"/>
                  <a:pt x="19276" y="9349"/>
                  <a:pt x="19276" y="9349"/>
                </a:cubicBezTo>
                <a:cubicBezTo>
                  <a:pt x="19276" y="9349"/>
                  <a:pt x="19276" y="9349"/>
                  <a:pt x="19276" y="9349"/>
                </a:cubicBezTo>
                <a:cubicBezTo>
                  <a:pt x="19276" y="9349"/>
                  <a:pt x="19276" y="9349"/>
                  <a:pt x="19276" y="9349"/>
                </a:cubicBezTo>
                <a:cubicBezTo>
                  <a:pt x="19190" y="9510"/>
                  <a:pt x="19190" y="9510"/>
                  <a:pt x="19190" y="9510"/>
                </a:cubicBezTo>
                <a:cubicBezTo>
                  <a:pt x="19018" y="9510"/>
                  <a:pt x="19018" y="9510"/>
                  <a:pt x="19018" y="9510"/>
                </a:cubicBezTo>
                <a:cubicBezTo>
                  <a:pt x="18932" y="9510"/>
                  <a:pt x="18932" y="9510"/>
                  <a:pt x="18932" y="9510"/>
                </a:cubicBezTo>
                <a:cubicBezTo>
                  <a:pt x="18846" y="9510"/>
                  <a:pt x="18846" y="9510"/>
                  <a:pt x="18846" y="9510"/>
                </a:cubicBezTo>
                <a:cubicBezTo>
                  <a:pt x="18760" y="9510"/>
                  <a:pt x="18760" y="9510"/>
                  <a:pt x="18760" y="9510"/>
                </a:cubicBezTo>
                <a:cubicBezTo>
                  <a:pt x="18674" y="9510"/>
                  <a:pt x="18674" y="9510"/>
                  <a:pt x="18674" y="9510"/>
                </a:cubicBezTo>
                <a:cubicBezTo>
                  <a:pt x="18588" y="9671"/>
                  <a:pt x="18588" y="9671"/>
                  <a:pt x="18588" y="9671"/>
                </a:cubicBezTo>
                <a:cubicBezTo>
                  <a:pt x="18674" y="9671"/>
                  <a:pt x="18674" y="9671"/>
                  <a:pt x="18674" y="9671"/>
                </a:cubicBezTo>
                <a:cubicBezTo>
                  <a:pt x="18674" y="9671"/>
                  <a:pt x="18674" y="9671"/>
                  <a:pt x="18674" y="9671"/>
                </a:cubicBezTo>
                <a:close/>
                <a:moveTo>
                  <a:pt x="1893" y="644"/>
                </a:moveTo>
                <a:cubicBezTo>
                  <a:pt x="1807" y="805"/>
                  <a:pt x="1807" y="805"/>
                  <a:pt x="1807" y="805"/>
                </a:cubicBezTo>
                <a:cubicBezTo>
                  <a:pt x="1807" y="967"/>
                  <a:pt x="1807" y="967"/>
                  <a:pt x="1807" y="967"/>
                </a:cubicBezTo>
                <a:cubicBezTo>
                  <a:pt x="1893" y="1128"/>
                  <a:pt x="1893" y="1128"/>
                  <a:pt x="1893" y="1128"/>
                </a:cubicBezTo>
                <a:cubicBezTo>
                  <a:pt x="1893" y="1128"/>
                  <a:pt x="1893" y="1128"/>
                  <a:pt x="1893" y="1128"/>
                </a:cubicBezTo>
                <a:cubicBezTo>
                  <a:pt x="1893" y="805"/>
                  <a:pt x="1893" y="805"/>
                  <a:pt x="1893" y="805"/>
                </a:cubicBezTo>
                <a:cubicBezTo>
                  <a:pt x="1893" y="805"/>
                  <a:pt x="1893" y="805"/>
                  <a:pt x="1893" y="805"/>
                </a:cubicBezTo>
                <a:cubicBezTo>
                  <a:pt x="1893" y="644"/>
                  <a:pt x="1893" y="644"/>
                  <a:pt x="1893" y="644"/>
                </a:cubicBezTo>
                <a:cubicBezTo>
                  <a:pt x="1893" y="644"/>
                  <a:pt x="1893" y="644"/>
                  <a:pt x="1893" y="644"/>
                </a:cubicBezTo>
                <a:close/>
                <a:moveTo>
                  <a:pt x="9121" y="19504"/>
                </a:moveTo>
                <a:cubicBezTo>
                  <a:pt x="9207" y="19504"/>
                  <a:pt x="9207" y="19504"/>
                  <a:pt x="9207" y="19504"/>
                </a:cubicBezTo>
                <a:cubicBezTo>
                  <a:pt x="9294" y="19343"/>
                  <a:pt x="9294" y="19343"/>
                  <a:pt x="9294" y="19343"/>
                </a:cubicBezTo>
                <a:cubicBezTo>
                  <a:pt x="9294" y="19182"/>
                  <a:pt x="9294" y="19182"/>
                  <a:pt x="9294" y="19182"/>
                </a:cubicBezTo>
                <a:cubicBezTo>
                  <a:pt x="9207" y="19182"/>
                  <a:pt x="9207" y="19182"/>
                  <a:pt x="9207" y="19182"/>
                </a:cubicBezTo>
                <a:cubicBezTo>
                  <a:pt x="9121" y="19504"/>
                  <a:pt x="9121" y="19504"/>
                  <a:pt x="9121" y="19504"/>
                </a:cubicBezTo>
                <a:close/>
                <a:moveTo>
                  <a:pt x="9035" y="19826"/>
                </a:moveTo>
                <a:cubicBezTo>
                  <a:pt x="9121" y="19826"/>
                  <a:pt x="9121" y="19826"/>
                  <a:pt x="9121" y="19826"/>
                </a:cubicBezTo>
                <a:cubicBezTo>
                  <a:pt x="9121" y="19665"/>
                  <a:pt x="9121" y="19665"/>
                  <a:pt x="9121" y="19665"/>
                </a:cubicBezTo>
                <a:cubicBezTo>
                  <a:pt x="9121" y="19504"/>
                  <a:pt x="9121" y="19504"/>
                  <a:pt x="9121" y="19504"/>
                </a:cubicBezTo>
                <a:cubicBezTo>
                  <a:pt x="9035" y="19826"/>
                  <a:pt x="9035" y="19826"/>
                  <a:pt x="9035" y="19826"/>
                </a:cubicBezTo>
                <a:close/>
                <a:moveTo>
                  <a:pt x="9035" y="20632"/>
                </a:moveTo>
                <a:cubicBezTo>
                  <a:pt x="8949" y="20471"/>
                  <a:pt x="8949" y="20471"/>
                  <a:pt x="8949" y="20471"/>
                </a:cubicBezTo>
                <a:cubicBezTo>
                  <a:pt x="9035" y="20149"/>
                  <a:pt x="9035" y="20149"/>
                  <a:pt x="9035" y="20149"/>
                </a:cubicBezTo>
                <a:cubicBezTo>
                  <a:pt x="9035" y="19826"/>
                  <a:pt x="9035" y="19826"/>
                  <a:pt x="9035" y="19826"/>
                </a:cubicBezTo>
                <a:cubicBezTo>
                  <a:pt x="8949" y="20149"/>
                  <a:pt x="8949" y="20149"/>
                  <a:pt x="8949" y="20149"/>
                </a:cubicBezTo>
                <a:cubicBezTo>
                  <a:pt x="8949" y="20471"/>
                  <a:pt x="8949" y="20471"/>
                  <a:pt x="8949" y="20471"/>
                </a:cubicBezTo>
                <a:cubicBezTo>
                  <a:pt x="8949" y="20471"/>
                  <a:pt x="9035" y="20632"/>
                  <a:pt x="9035" y="20632"/>
                </a:cubicBezTo>
                <a:close/>
              </a:path>
            </a:pathLst>
          </a:custGeom>
          <a:solidFill>
            <a:schemeClr val="accent6"/>
          </a:solidFill>
          <a:ln>
            <a:noFill/>
          </a:ln>
          <a:effectLst/>
          <a:extLst/>
        </p:spPr>
        <p:txBody>
          <a:bodyPr lIns="45719" tIns="45719" rIns="45719" bIns="45719"/>
          <a:lstStyle/>
          <a:p>
            <a:endParaRPr lang="en-US"/>
          </a:p>
        </p:txBody>
      </p:sp>
      <p:sp>
        <p:nvSpPr>
          <p:cNvPr id="16391" name="AutoShape 7"/>
          <p:cNvSpPr>
            <a:spLocks/>
          </p:cNvSpPr>
          <p:nvPr/>
        </p:nvSpPr>
        <p:spPr bwMode="auto">
          <a:xfrm rot="5400000">
            <a:off x="16375857" y="7776369"/>
            <a:ext cx="1122362" cy="1130300"/>
          </a:xfrm>
          <a:custGeom>
            <a:avLst/>
            <a:gdLst>
              <a:gd name="T0" fmla="*/ 561152 w 19679"/>
              <a:gd name="T1" fmla="*/ 620318 h 19679"/>
              <a:gd name="T2" fmla="*/ 561152 w 19679"/>
              <a:gd name="T3" fmla="*/ 620318 h 19679"/>
              <a:gd name="T4" fmla="*/ 561152 w 19679"/>
              <a:gd name="T5" fmla="*/ 620318 h 19679"/>
              <a:gd name="T6" fmla="*/ 561152 w 19679"/>
              <a:gd name="T7" fmla="*/ 62031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16392" name="AutoShape 8"/>
          <p:cNvSpPr>
            <a:spLocks/>
          </p:cNvSpPr>
          <p:nvPr/>
        </p:nvSpPr>
        <p:spPr bwMode="auto">
          <a:xfrm rot="5400000">
            <a:off x="3232943" y="11133932"/>
            <a:ext cx="1122363" cy="1130300"/>
          </a:xfrm>
          <a:custGeom>
            <a:avLst/>
            <a:gdLst>
              <a:gd name="T0" fmla="*/ 561153 w 19679"/>
              <a:gd name="T1" fmla="*/ 620318 h 19679"/>
              <a:gd name="T2" fmla="*/ 561153 w 19679"/>
              <a:gd name="T3" fmla="*/ 620318 h 19679"/>
              <a:gd name="T4" fmla="*/ 561153 w 19679"/>
              <a:gd name="T5" fmla="*/ 620318 h 19679"/>
              <a:gd name="T6" fmla="*/ 561153 w 19679"/>
              <a:gd name="T7" fmla="*/ 62031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16393" name="AutoShape 9"/>
          <p:cNvSpPr>
            <a:spLocks/>
          </p:cNvSpPr>
          <p:nvPr/>
        </p:nvSpPr>
        <p:spPr bwMode="auto">
          <a:xfrm rot="5400000">
            <a:off x="11760200" y="3556000"/>
            <a:ext cx="1122363" cy="1128713"/>
          </a:xfrm>
          <a:custGeom>
            <a:avLst/>
            <a:gdLst>
              <a:gd name="T0" fmla="*/ 561153 w 19679"/>
              <a:gd name="T1" fmla="*/ 619447 h 19679"/>
              <a:gd name="T2" fmla="*/ 561153 w 19679"/>
              <a:gd name="T3" fmla="*/ 619447 h 19679"/>
              <a:gd name="T4" fmla="*/ 561153 w 19679"/>
              <a:gd name="T5" fmla="*/ 619447 h 19679"/>
              <a:gd name="T6" fmla="*/ 561153 w 19679"/>
              <a:gd name="T7" fmla="*/ 61944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16394" name="AutoShape 10"/>
          <p:cNvSpPr>
            <a:spLocks/>
          </p:cNvSpPr>
          <p:nvPr/>
        </p:nvSpPr>
        <p:spPr bwMode="auto">
          <a:xfrm rot="5400000">
            <a:off x="11709401" y="11272837"/>
            <a:ext cx="1122362" cy="1128713"/>
          </a:xfrm>
          <a:custGeom>
            <a:avLst/>
            <a:gdLst>
              <a:gd name="T0" fmla="*/ 561152 w 19679"/>
              <a:gd name="T1" fmla="*/ 619447 h 19679"/>
              <a:gd name="T2" fmla="*/ 561152 w 19679"/>
              <a:gd name="T3" fmla="*/ 619447 h 19679"/>
              <a:gd name="T4" fmla="*/ 561152 w 19679"/>
              <a:gd name="T5" fmla="*/ 619447 h 19679"/>
              <a:gd name="T6" fmla="*/ 561152 w 19679"/>
              <a:gd name="T7" fmla="*/ 61944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16395" name="AutoShape 11"/>
          <p:cNvSpPr>
            <a:spLocks/>
          </p:cNvSpPr>
          <p:nvPr/>
        </p:nvSpPr>
        <p:spPr bwMode="auto">
          <a:xfrm rot="5400000">
            <a:off x="3206750" y="2813050"/>
            <a:ext cx="1123950" cy="1130300"/>
          </a:xfrm>
          <a:custGeom>
            <a:avLst/>
            <a:gdLst>
              <a:gd name="T0" fmla="*/ 561946 w 19679"/>
              <a:gd name="T1" fmla="*/ 620318 h 19679"/>
              <a:gd name="T2" fmla="*/ 561946 w 19679"/>
              <a:gd name="T3" fmla="*/ 620318 h 19679"/>
              <a:gd name="T4" fmla="*/ 561946 w 19679"/>
              <a:gd name="T5" fmla="*/ 620318 h 19679"/>
              <a:gd name="T6" fmla="*/ 561946 w 19679"/>
              <a:gd name="T7" fmla="*/ 62031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16396" name="AutoShape 12"/>
          <p:cNvSpPr>
            <a:spLocks/>
          </p:cNvSpPr>
          <p:nvPr/>
        </p:nvSpPr>
        <p:spPr bwMode="auto">
          <a:xfrm>
            <a:off x="16635413" y="8012113"/>
            <a:ext cx="674687" cy="561975"/>
          </a:xfrm>
          <a:custGeom>
            <a:avLst/>
            <a:gdLst>
              <a:gd name="T0" fmla="*/ 337344 w 21600"/>
              <a:gd name="T1" fmla="*/ 280988 h 21600"/>
              <a:gd name="T2" fmla="*/ 337344 w 21600"/>
              <a:gd name="T3" fmla="*/ 280988 h 21600"/>
              <a:gd name="T4" fmla="*/ 337344 w 21600"/>
              <a:gd name="T5" fmla="*/ 280988 h 21600"/>
              <a:gd name="T6" fmla="*/ 337344 w 21600"/>
              <a:gd name="T7" fmla="*/ 2809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97" name="AutoShape 13"/>
          <p:cNvSpPr>
            <a:spLocks/>
          </p:cNvSpPr>
          <p:nvPr/>
        </p:nvSpPr>
        <p:spPr bwMode="auto">
          <a:xfrm rot="5400000">
            <a:off x="11965782" y="3786981"/>
            <a:ext cx="673100" cy="674687"/>
          </a:xfrm>
          <a:custGeom>
            <a:avLst/>
            <a:gdLst>
              <a:gd name="T0" fmla="*/ 336550 w 21600"/>
              <a:gd name="T1" fmla="*/ 337344 h 21600"/>
              <a:gd name="T2" fmla="*/ 336550 w 21600"/>
              <a:gd name="T3" fmla="*/ 337344 h 21600"/>
              <a:gd name="T4" fmla="*/ 336550 w 21600"/>
              <a:gd name="T5" fmla="*/ 337344 h 21600"/>
              <a:gd name="T6" fmla="*/ 336550 w 21600"/>
              <a:gd name="T7" fmla="*/ 3373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98" name="AutoShape 14"/>
          <p:cNvSpPr>
            <a:spLocks/>
          </p:cNvSpPr>
          <p:nvPr/>
        </p:nvSpPr>
        <p:spPr bwMode="auto">
          <a:xfrm>
            <a:off x="3432175" y="11420475"/>
            <a:ext cx="674688" cy="560388"/>
          </a:xfrm>
          <a:custGeom>
            <a:avLst/>
            <a:gdLst>
              <a:gd name="T0" fmla="*/ 337344 w 21600"/>
              <a:gd name="T1" fmla="*/ 280181 h 21579"/>
              <a:gd name="T2" fmla="*/ 337344 w 21600"/>
              <a:gd name="T3" fmla="*/ 280181 h 21579"/>
              <a:gd name="T4" fmla="*/ 337344 w 21600"/>
              <a:gd name="T5" fmla="*/ 280181 h 21579"/>
              <a:gd name="T6" fmla="*/ 337344 w 21600"/>
              <a:gd name="T7" fmla="*/ 280181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99" name="AutoShape 15"/>
          <p:cNvSpPr>
            <a:spLocks/>
          </p:cNvSpPr>
          <p:nvPr/>
        </p:nvSpPr>
        <p:spPr bwMode="auto">
          <a:xfrm>
            <a:off x="3452813" y="3040063"/>
            <a:ext cx="673100" cy="674687"/>
          </a:xfrm>
          <a:custGeom>
            <a:avLst/>
            <a:gdLst>
              <a:gd name="T0" fmla="*/ 336550 w 21600"/>
              <a:gd name="T1" fmla="*/ 337344 h 21600"/>
              <a:gd name="T2" fmla="*/ 336550 w 21600"/>
              <a:gd name="T3" fmla="*/ 337344 h 21600"/>
              <a:gd name="T4" fmla="*/ 336550 w 21600"/>
              <a:gd name="T5" fmla="*/ 337344 h 21600"/>
              <a:gd name="T6" fmla="*/ 336550 w 21600"/>
              <a:gd name="T7" fmla="*/ 3373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400" name="AutoShape 16"/>
          <p:cNvSpPr>
            <a:spLocks/>
          </p:cNvSpPr>
          <p:nvPr/>
        </p:nvSpPr>
        <p:spPr bwMode="auto">
          <a:xfrm>
            <a:off x="11941175" y="11560175"/>
            <a:ext cx="673100" cy="595313"/>
          </a:xfrm>
          <a:custGeom>
            <a:avLst/>
            <a:gdLst>
              <a:gd name="T0" fmla="*/ 336550 w 21600"/>
              <a:gd name="T1" fmla="*/ 297657 h 21600"/>
              <a:gd name="T2" fmla="*/ 336550 w 21600"/>
              <a:gd name="T3" fmla="*/ 297657 h 21600"/>
              <a:gd name="T4" fmla="*/ 336550 w 21600"/>
              <a:gd name="T5" fmla="*/ 297657 h 21600"/>
              <a:gd name="T6" fmla="*/ 336550 w 21600"/>
              <a:gd name="T7" fmla="*/ 2976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639"/>
                </a:moveTo>
                <a:cubicBezTo>
                  <a:pt x="21600" y="3959"/>
                  <a:pt x="16676" y="0"/>
                  <a:pt x="10800" y="0"/>
                </a:cubicBezTo>
                <a:cubicBezTo>
                  <a:pt x="4764" y="0"/>
                  <a:pt x="0" y="3959"/>
                  <a:pt x="0" y="8639"/>
                </a:cubicBezTo>
                <a:cubicBezTo>
                  <a:pt x="0" y="12059"/>
                  <a:pt x="2382" y="14939"/>
                  <a:pt x="5876" y="16379"/>
                </a:cubicBezTo>
                <a:cubicBezTo>
                  <a:pt x="6035" y="17279"/>
                  <a:pt x="5717" y="19079"/>
                  <a:pt x="3335" y="21600"/>
                </a:cubicBezTo>
                <a:cubicBezTo>
                  <a:pt x="3335" y="21600"/>
                  <a:pt x="8576" y="19979"/>
                  <a:pt x="11435" y="17279"/>
                </a:cubicBezTo>
                <a:cubicBezTo>
                  <a:pt x="17152" y="16919"/>
                  <a:pt x="21600" y="13139"/>
                  <a:pt x="21600" y="8639"/>
                </a:cubicBez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6401" name="Line 17"/>
          <p:cNvSpPr>
            <a:spLocks noChangeShapeType="1"/>
          </p:cNvSpPr>
          <p:nvPr/>
        </p:nvSpPr>
        <p:spPr bwMode="auto">
          <a:xfrm flipV="1">
            <a:off x="11136313" y="4629150"/>
            <a:ext cx="971550" cy="1992313"/>
          </a:xfrm>
          <a:prstGeom prst="line">
            <a:avLst/>
          </a:prstGeom>
          <a:noFill/>
          <a:ln w="63500" cap="flat" cmpd="sng">
            <a:solidFill>
              <a:srgbClr val="46C1A4"/>
            </a:solidFill>
            <a:prstDash val="solid"/>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2" name="Line 18"/>
          <p:cNvSpPr>
            <a:spLocks noChangeShapeType="1"/>
          </p:cNvSpPr>
          <p:nvPr/>
        </p:nvSpPr>
        <p:spPr bwMode="auto">
          <a:xfrm flipH="1" flipV="1">
            <a:off x="4138613" y="3765550"/>
            <a:ext cx="2605087" cy="2260600"/>
          </a:xfrm>
          <a:prstGeom prst="line">
            <a:avLst/>
          </a:prstGeom>
          <a:noFill/>
          <a:ln w="63500" cap="flat" cmpd="sng">
            <a:solidFill>
              <a:srgbClr val="46C1A4"/>
            </a:solidFill>
            <a:prstDash val="solid"/>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3" name="Line 19"/>
          <p:cNvSpPr>
            <a:spLocks noChangeShapeType="1"/>
          </p:cNvSpPr>
          <p:nvPr/>
        </p:nvSpPr>
        <p:spPr bwMode="auto">
          <a:xfrm flipV="1">
            <a:off x="4173538" y="8693150"/>
            <a:ext cx="2709862" cy="2568575"/>
          </a:xfrm>
          <a:prstGeom prst="line">
            <a:avLst/>
          </a:prstGeom>
          <a:noFill/>
          <a:ln w="63500" cap="flat" cmpd="sng">
            <a:solidFill>
              <a:srgbClr val="46C1A4"/>
            </a:solidFill>
            <a:prstDash val="solid"/>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4" name="Line 20"/>
          <p:cNvSpPr>
            <a:spLocks noChangeShapeType="1"/>
          </p:cNvSpPr>
          <p:nvPr/>
        </p:nvSpPr>
        <p:spPr bwMode="auto">
          <a:xfrm flipH="1" flipV="1">
            <a:off x="11233150" y="9407525"/>
            <a:ext cx="768350" cy="1939925"/>
          </a:xfrm>
          <a:prstGeom prst="line">
            <a:avLst/>
          </a:prstGeom>
          <a:noFill/>
          <a:ln w="63500" cap="flat" cmpd="sng">
            <a:solidFill>
              <a:srgbClr val="46C1A4"/>
            </a:solidFill>
            <a:prstDash val="solid"/>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5" name="Line 21"/>
          <p:cNvSpPr>
            <a:spLocks noChangeShapeType="1"/>
          </p:cNvSpPr>
          <p:nvPr/>
        </p:nvSpPr>
        <p:spPr bwMode="auto">
          <a:xfrm flipH="1">
            <a:off x="12280900" y="8337550"/>
            <a:ext cx="4114800" cy="0"/>
          </a:xfrm>
          <a:prstGeom prst="line">
            <a:avLst/>
          </a:prstGeom>
          <a:noFill/>
          <a:ln w="63500" cap="flat" cmpd="sng">
            <a:solidFill>
              <a:srgbClr val="46C1A4"/>
            </a:solidFill>
            <a:prstDash val="solid"/>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6" name="AutoShape 22"/>
          <p:cNvSpPr>
            <a:spLocks/>
          </p:cNvSpPr>
          <p:nvPr/>
        </p:nvSpPr>
        <p:spPr bwMode="auto">
          <a:xfrm>
            <a:off x="4813300" y="32924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07" name="AutoShape 23"/>
          <p:cNvSpPr>
            <a:spLocks/>
          </p:cNvSpPr>
          <p:nvPr/>
        </p:nvSpPr>
        <p:spPr bwMode="auto">
          <a:xfrm>
            <a:off x="4813300" y="28527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Calendar Place</a:t>
            </a:r>
            <a:endParaRPr lang="es-ES">
              <a:ea typeface="ＭＳ Ｐゴシック" charset="0"/>
            </a:endParaRPr>
          </a:p>
        </p:txBody>
      </p:sp>
      <p:sp>
        <p:nvSpPr>
          <p:cNvPr id="16408" name="AutoShape 24"/>
          <p:cNvSpPr>
            <a:spLocks/>
          </p:cNvSpPr>
          <p:nvPr/>
        </p:nvSpPr>
        <p:spPr bwMode="auto">
          <a:xfrm>
            <a:off x="13131800" y="40290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09" name="AutoShape 25"/>
          <p:cNvSpPr>
            <a:spLocks/>
          </p:cNvSpPr>
          <p:nvPr/>
        </p:nvSpPr>
        <p:spPr bwMode="auto">
          <a:xfrm>
            <a:off x="13131800" y="3589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Location Finder</a:t>
            </a:r>
            <a:endParaRPr lang="es-ES">
              <a:ea typeface="ＭＳ Ｐゴシック" charset="0"/>
            </a:endParaRPr>
          </a:p>
        </p:txBody>
      </p:sp>
      <p:sp>
        <p:nvSpPr>
          <p:cNvPr id="16410" name="AutoShape 26"/>
          <p:cNvSpPr>
            <a:spLocks/>
          </p:cNvSpPr>
          <p:nvPr/>
        </p:nvSpPr>
        <p:spPr bwMode="auto">
          <a:xfrm>
            <a:off x="17843500" y="82581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11" name="AutoShape 27"/>
          <p:cNvSpPr>
            <a:spLocks/>
          </p:cNvSpPr>
          <p:nvPr/>
        </p:nvSpPr>
        <p:spPr bwMode="auto">
          <a:xfrm>
            <a:off x="17843500" y="78184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CEO Structure</a:t>
            </a:r>
            <a:endParaRPr lang="es-ES">
              <a:ea typeface="ＭＳ Ｐゴシック" charset="0"/>
            </a:endParaRPr>
          </a:p>
        </p:txBody>
      </p:sp>
      <p:sp>
        <p:nvSpPr>
          <p:cNvPr id="16412" name="AutoShape 28"/>
          <p:cNvSpPr>
            <a:spLocks/>
          </p:cNvSpPr>
          <p:nvPr/>
        </p:nvSpPr>
        <p:spPr bwMode="auto">
          <a:xfrm>
            <a:off x="13208000" y="118268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13" name="AutoShape 29"/>
          <p:cNvSpPr>
            <a:spLocks/>
          </p:cNvSpPr>
          <p:nvPr/>
        </p:nvSpPr>
        <p:spPr bwMode="auto">
          <a:xfrm>
            <a:off x="13208000" y="113871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Meet Zone</a:t>
            </a:r>
            <a:endParaRPr lang="es-ES">
              <a:ea typeface="ＭＳ Ｐゴシック" charset="0"/>
            </a:endParaRPr>
          </a:p>
        </p:txBody>
      </p:sp>
      <p:sp>
        <p:nvSpPr>
          <p:cNvPr id="16414" name="AutoShape 30"/>
          <p:cNvSpPr>
            <a:spLocks/>
          </p:cNvSpPr>
          <p:nvPr/>
        </p:nvSpPr>
        <p:spPr bwMode="auto">
          <a:xfrm>
            <a:off x="4648200" y="116744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15" name="AutoShape 31"/>
          <p:cNvSpPr>
            <a:spLocks/>
          </p:cNvSpPr>
          <p:nvPr/>
        </p:nvSpPr>
        <p:spPr bwMode="auto">
          <a:xfrm>
            <a:off x="4648200" y="112347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Advertisment Zone</a:t>
            </a:r>
            <a:endParaRPr lang="es-ES">
              <a:ea typeface="ＭＳ Ｐゴシック" charset="0"/>
            </a:endParaRPr>
          </a:p>
        </p:txBody>
      </p:sp>
      <p:sp>
        <p:nvSpPr>
          <p:cNvPr id="16416" name="AutoShape 32"/>
          <p:cNvSpPr>
            <a:spLocks/>
          </p:cNvSpPr>
          <p:nvPr/>
        </p:nvSpPr>
        <p:spPr bwMode="auto">
          <a:xfrm>
            <a:off x="7454900" y="6675438"/>
            <a:ext cx="30099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a:solidFill>
                  <a:srgbClr val="F7F7F7"/>
                </a:solidFill>
                <a:latin typeface="Lato" charset="0"/>
                <a:ea typeface="ＭＳ Ｐゴシック" charset="0"/>
                <a:cs typeface="Lato" charset="0"/>
                <a:sym typeface="Lato" charset="0"/>
              </a:rPr>
              <a:t>82,325</a:t>
            </a:r>
            <a:endParaRPr lang="es-ES">
              <a:ea typeface="ＭＳ Ｐゴシック" charset="0"/>
            </a:endParaRPr>
          </a:p>
        </p:txBody>
      </p:sp>
      <p:sp>
        <p:nvSpPr>
          <p:cNvPr id="16417" name="AutoShape 33"/>
          <p:cNvSpPr>
            <a:spLocks/>
          </p:cNvSpPr>
          <p:nvPr/>
        </p:nvSpPr>
        <p:spPr bwMode="auto">
          <a:xfrm>
            <a:off x="7454900" y="7507288"/>
            <a:ext cx="3009900" cy="711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4000">
                <a:solidFill>
                  <a:srgbClr val="F7F7F7"/>
                </a:solidFill>
                <a:latin typeface="Lato" charset="0"/>
                <a:ea typeface="ＭＳ Ｐゴシック" charset="0"/>
                <a:cs typeface="Lato" charset="0"/>
                <a:sym typeface="Lato" charset="0"/>
              </a:rPr>
              <a:t>total sales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6386"/>
                                        </p:tgtEl>
                                        <p:attrNameLst>
                                          <p:attrName>style.visibility</p:attrName>
                                        </p:attrNameLst>
                                      </p:cBhvr>
                                      <p:to>
                                        <p:strVal val="visible"/>
                                      </p:to>
                                    </p:set>
                                    <p:anim calcmode="lin" valueType="num">
                                      <p:cBhvr additive="base">
                                        <p:cTn id="7" dur="500" fill="hold"/>
                                        <p:tgtEl>
                                          <p:spTgt spid="16386"/>
                                        </p:tgtEl>
                                        <p:attrNameLst>
                                          <p:attrName>ppt_x</p:attrName>
                                        </p:attrNameLst>
                                      </p:cBhvr>
                                      <p:tavLst>
                                        <p:tav tm="0">
                                          <p:val>
                                            <p:strVal val="1+#ppt_w/2"/>
                                          </p:val>
                                        </p:tav>
                                        <p:tav tm="100000">
                                          <p:val>
                                            <p:strVal val="#ppt_x"/>
                                          </p:val>
                                        </p:tav>
                                      </p:tavLst>
                                    </p:anim>
                                    <p:anim calcmode="lin" valueType="num">
                                      <p:cBhvr additive="base">
                                        <p:cTn id="8" dur="500" fill="hold"/>
                                        <p:tgtEl>
                                          <p:spTgt spid="1638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6387"/>
                                        </p:tgtEl>
                                        <p:attrNameLst>
                                          <p:attrName>style.visibility</p:attrName>
                                        </p:attrNameLst>
                                      </p:cBhvr>
                                      <p:to>
                                        <p:strVal val="visible"/>
                                      </p:to>
                                    </p:set>
                                    <p:anim calcmode="lin" valueType="num">
                                      <p:cBhvr additive="base">
                                        <p:cTn id="12" dur="500" fill="hold"/>
                                        <p:tgtEl>
                                          <p:spTgt spid="16387"/>
                                        </p:tgtEl>
                                        <p:attrNameLst>
                                          <p:attrName>ppt_x</p:attrName>
                                        </p:attrNameLst>
                                      </p:cBhvr>
                                      <p:tavLst>
                                        <p:tav tm="0">
                                          <p:val>
                                            <p:strVal val="1+#ppt_w/2"/>
                                          </p:val>
                                        </p:tav>
                                        <p:tav tm="100000">
                                          <p:val>
                                            <p:strVal val="#ppt_x"/>
                                          </p:val>
                                        </p:tav>
                                      </p:tavLst>
                                    </p:anim>
                                    <p:anim calcmode="lin" valueType="num">
                                      <p:cBhvr additive="base">
                                        <p:cTn id="13" dur="500" fill="hold"/>
                                        <p:tgtEl>
                                          <p:spTgt spid="1638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9" presetClass="entr" presetSubtype="0" fill="hold" nodeType="afterEffect">
                                  <p:stCondLst>
                                    <p:cond delay="0"/>
                                  </p:stCondLst>
                                  <p:childTnLst>
                                    <p:set>
                                      <p:cBhvr>
                                        <p:cTn id="16" dur="1" fill="hold">
                                          <p:stCondLst>
                                            <p:cond delay="0"/>
                                          </p:stCondLst>
                                        </p:cTn>
                                        <p:tgtEl>
                                          <p:spTgt spid="16390"/>
                                        </p:tgtEl>
                                        <p:attrNameLst>
                                          <p:attrName>style.visibility</p:attrName>
                                        </p:attrNameLst>
                                      </p:cBhvr>
                                      <p:to>
                                        <p:strVal val="visible"/>
                                      </p:to>
                                    </p:set>
                                    <p:animEffect transition="in" filter="dissolve">
                                      <p:cBhvr>
                                        <p:cTn id="17" dur="500"/>
                                        <p:tgtEl>
                                          <p:spTgt spid="16390"/>
                                        </p:tgtEl>
                                      </p:cBhvr>
                                    </p:animEffect>
                                  </p:childTnLst>
                                </p:cTn>
                              </p:par>
                            </p:childTnLst>
                          </p:cTn>
                        </p:par>
                        <p:par>
                          <p:cTn id="18" fill="hold" nodeType="afterGroup">
                            <p:stCondLst>
                              <p:cond delay="1500"/>
                            </p:stCondLst>
                            <p:childTnLst>
                              <p:par>
                                <p:cTn id="19" presetID="9" presetClass="entr" presetSubtype="0" fill="hold" grpId="0" nodeType="afterEffect">
                                  <p:stCondLst>
                                    <p:cond delay="500"/>
                                  </p:stCondLst>
                                  <p:childTnLst>
                                    <p:set>
                                      <p:cBhvr>
                                        <p:cTn id="20" dur="1" fill="hold">
                                          <p:stCondLst>
                                            <p:cond delay="0"/>
                                          </p:stCondLst>
                                        </p:cTn>
                                        <p:tgtEl>
                                          <p:spTgt spid="16416"/>
                                        </p:tgtEl>
                                        <p:attrNameLst>
                                          <p:attrName>style.visibility</p:attrName>
                                        </p:attrNameLst>
                                      </p:cBhvr>
                                      <p:to>
                                        <p:strVal val="visible"/>
                                      </p:to>
                                    </p:set>
                                    <p:animEffect transition="in" filter="dissolve">
                                      <p:cBhvr>
                                        <p:cTn id="21" dur="500"/>
                                        <p:tgtEl>
                                          <p:spTgt spid="16416"/>
                                        </p:tgtEl>
                                      </p:cBhvr>
                                    </p:animEffect>
                                  </p:childTnLst>
                                </p:cTn>
                              </p:par>
                            </p:childTnLst>
                          </p:cTn>
                        </p:par>
                        <p:par>
                          <p:cTn id="22" fill="hold" nodeType="afterGroup">
                            <p:stCondLst>
                              <p:cond delay="2500"/>
                            </p:stCondLst>
                            <p:childTnLst>
                              <p:par>
                                <p:cTn id="23" presetID="9" presetClass="entr" presetSubtype="0" fill="hold" grpId="0" nodeType="afterEffect">
                                  <p:stCondLst>
                                    <p:cond delay="500"/>
                                  </p:stCondLst>
                                  <p:childTnLst>
                                    <p:set>
                                      <p:cBhvr>
                                        <p:cTn id="24" dur="1" fill="hold">
                                          <p:stCondLst>
                                            <p:cond delay="0"/>
                                          </p:stCondLst>
                                        </p:cTn>
                                        <p:tgtEl>
                                          <p:spTgt spid="16417"/>
                                        </p:tgtEl>
                                        <p:attrNameLst>
                                          <p:attrName>style.visibility</p:attrName>
                                        </p:attrNameLst>
                                      </p:cBhvr>
                                      <p:to>
                                        <p:strVal val="visible"/>
                                      </p:to>
                                    </p:set>
                                    <p:animEffect transition="in" filter="dissolve">
                                      <p:cBhvr>
                                        <p:cTn id="25" dur="500"/>
                                        <p:tgtEl>
                                          <p:spTgt spid="16417"/>
                                        </p:tgtEl>
                                      </p:cBhvr>
                                    </p:animEffect>
                                  </p:childTnLst>
                                </p:cTn>
                              </p:par>
                            </p:childTnLst>
                          </p:cTn>
                        </p:par>
                        <p:par>
                          <p:cTn id="26" fill="hold" nodeType="afterGroup">
                            <p:stCondLst>
                              <p:cond delay="3500"/>
                            </p:stCondLst>
                            <p:childTnLst>
                              <p:par>
                                <p:cTn id="27" presetID="22" presetClass="entr" presetSubtype="2" fill="hold" nodeType="afterEffect">
                                  <p:stCondLst>
                                    <p:cond delay="0"/>
                                  </p:stCondLst>
                                  <p:childTnLst>
                                    <p:set>
                                      <p:cBhvr>
                                        <p:cTn id="28" dur="1" fill="hold">
                                          <p:stCondLst>
                                            <p:cond delay="0"/>
                                          </p:stCondLst>
                                        </p:cTn>
                                        <p:tgtEl>
                                          <p:spTgt spid="16401"/>
                                        </p:tgtEl>
                                        <p:attrNameLst>
                                          <p:attrName>style.visibility</p:attrName>
                                        </p:attrNameLst>
                                      </p:cBhvr>
                                      <p:to>
                                        <p:strVal val="visible"/>
                                      </p:to>
                                    </p:set>
                                    <p:animEffect transition="in" filter="wipe(right)">
                                      <p:cBhvr>
                                        <p:cTn id="29" dur="500"/>
                                        <p:tgtEl>
                                          <p:spTgt spid="16401"/>
                                        </p:tgtEl>
                                      </p:cBhvr>
                                    </p:animEffect>
                                  </p:childTnLst>
                                </p:cTn>
                              </p:par>
                            </p:childTnLst>
                          </p:cTn>
                        </p:par>
                        <p:par>
                          <p:cTn id="30" fill="hold" nodeType="afterGroup">
                            <p:stCondLst>
                              <p:cond delay="4000"/>
                            </p:stCondLst>
                            <p:childTnLst>
                              <p:par>
                                <p:cTn id="31" presetID="22" presetClass="entr" presetSubtype="2" fill="hold" nodeType="afterEffect">
                                  <p:stCondLst>
                                    <p:cond delay="0"/>
                                  </p:stCondLst>
                                  <p:childTnLst>
                                    <p:set>
                                      <p:cBhvr>
                                        <p:cTn id="32" dur="1" fill="hold">
                                          <p:stCondLst>
                                            <p:cond delay="0"/>
                                          </p:stCondLst>
                                        </p:cTn>
                                        <p:tgtEl>
                                          <p:spTgt spid="16402"/>
                                        </p:tgtEl>
                                        <p:attrNameLst>
                                          <p:attrName>style.visibility</p:attrName>
                                        </p:attrNameLst>
                                      </p:cBhvr>
                                      <p:to>
                                        <p:strVal val="visible"/>
                                      </p:to>
                                    </p:set>
                                    <p:animEffect transition="in" filter="wipe(right)">
                                      <p:cBhvr>
                                        <p:cTn id="33" dur="500"/>
                                        <p:tgtEl>
                                          <p:spTgt spid="16402"/>
                                        </p:tgtEl>
                                      </p:cBhvr>
                                    </p:animEffect>
                                  </p:childTnLst>
                                </p:cTn>
                              </p:par>
                            </p:childTnLst>
                          </p:cTn>
                        </p:par>
                        <p:par>
                          <p:cTn id="34" fill="hold" nodeType="afterGroup">
                            <p:stCondLst>
                              <p:cond delay="4500"/>
                            </p:stCondLst>
                            <p:childTnLst>
                              <p:par>
                                <p:cTn id="35" presetID="22" presetClass="entr" presetSubtype="2" fill="hold" nodeType="afterEffect">
                                  <p:stCondLst>
                                    <p:cond delay="0"/>
                                  </p:stCondLst>
                                  <p:childTnLst>
                                    <p:set>
                                      <p:cBhvr>
                                        <p:cTn id="36" dur="1" fill="hold">
                                          <p:stCondLst>
                                            <p:cond delay="0"/>
                                          </p:stCondLst>
                                        </p:cTn>
                                        <p:tgtEl>
                                          <p:spTgt spid="16403"/>
                                        </p:tgtEl>
                                        <p:attrNameLst>
                                          <p:attrName>style.visibility</p:attrName>
                                        </p:attrNameLst>
                                      </p:cBhvr>
                                      <p:to>
                                        <p:strVal val="visible"/>
                                      </p:to>
                                    </p:set>
                                    <p:animEffect transition="in" filter="wipe(right)">
                                      <p:cBhvr>
                                        <p:cTn id="37" dur="500"/>
                                        <p:tgtEl>
                                          <p:spTgt spid="16403"/>
                                        </p:tgtEl>
                                      </p:cBhvr>
                                    </p:animEffect>
                                  </p:childTnLst>
                                </p:cTn>
                              </p:par>
                            </p:childTnLst>
                          </p:cTn>
                        </p:par>
                        <p:par>
                          <p:cTn id="38" fill="hold" nodeType="afterGroup">
                            <p:stCondLst>
                              <p:cond delay="5000"/>
                            </p:stCondLst>
                            <p:childTnLst>
                              <p:par>
                                <p:cTn id="39" presetID="22" presetClass="entr" presetSubtype="2" fill="hold" nodeType="afterEffect">
                                  <p:stCondLst>
                                    <p:cond delay="0"/>
                                  </p:stCondLst>
                                  <p:childTnLst>
                                    <p:set>
                                      <p:cBhvr>
                                        <p:cTn id="40" dur="1" fill="hold">
                                          <p:stCondLst>
                                            <p:cond delay="0"/>
                                          </p:stCondLst>
                                        </p:cTn>
                                        <p:tgtEl>
                                          <p:spTgt spid="16404"/>
                                        </p:tgtEl>
                                        <p:attrNameLst>
                                          <p:attrName>style.visibility</p:attrName>
                                        </p:attrNameLst>
                                      </p:cBhvr>
                                      <p:to>
                                        <p:strVal val="visible"/>
                                      </p:to>
                                    </p:set>
                                    <p:animEffect transition="in" filter="wipe(right)">
                                      <p:cBhvr>
                                        <p:cTn id="41" dur="500"/>
                                        <p:tgtEl>
                                          <p:spTgt spid="16404"/>
                                        </p:tgtEl>
                                      </p:cBhvr>
                                    </p:animEffect>
                                  </p:childTnLst>
                                </p:cTn>
                              </p:par>
                            </p:childTnLst>
                          </p:cTn>
                        </p:par>
                        <p:par>
                          <p:cTn id="42" fill="hold" nodeType="afterGroup">
                            <p:stCondLst>
                              <p:cond delay="5500"/>
                            </p:stCondLst>
                            <p:childTnLst>
                              <p:par>
                                <p:cTn id="43" presetID="22" presetClass="entr" presetSubtype="2" fill="hold" nodeType="afterEffect">
                                  <p:stCondLst>
                                    <p:cond delay="0"/>
                                  </p:stCondLst>
                                  <p:childTnLst>
                                    <p:set>
                                      <p:cBhvr>
                                        <p:cTn id="44" dur="1" fill="hold">
                                          <p:stCondLst>
                                            <p:cond delay="0"/>
                                          </p:stCondLst>
                                        </p:cTn>
                                        <p:tgtEl>
                                          <p:spTgt spid="16405"/>
                                        </p:tgtEl>
                                        <p:attrNameLst>
                                          <p:attrName>style.visibility</p:attrName>
                                        </p:attrNameLst>
                                      </p:cBhvr>
                                      <p:to>
                                        <p:strVal val="visible"/>
                                      </p:to>
                                    </p:set>
                                    <p:animEffect transition="in" filter="wipe(right)">
                                      <p:cBhvr>
                                        <p:cTn id="45" dur="500"/>
                                        <p:tgtEl>
                                          <p:spTgt spid="16405"/>
                                        </p:tgtEl>
                                      </p:cBhvr>
                                    </p:animEffect>
                                  </p:childTnLst>
                                </p:cTn>
                              </p:par>
                            </p:childTnLst>
                          </p:cTn>
                        </p:par>
                        <p:par>
                          <p:cTn id="46" fill="hold" nodeType="afterGroup">
                            <p:stCondLst>
                              <p:cond delay="6000"/>
                            </p:stCondLst>
                            <p:childTnLst>
                              <p:par>
                                <p:cTn id="47" presetID="2" presetClass="entr" presetSubtype="8" fill="hold" nodeType="afterEffect">
                                  <p:stCondLst>
                                    <p:cond delay="0"/>
                                  </p:stCondLst>
                                  <p:childTnLst>
                                    <p:set>
                                      <p:cBhvr>
                                        <p:cTn id="48" dur="1" fill="hold">
                                          <p:stCondLst>
                                            <p:cond delay="0"/>
                                          </p:stCondLst>
                                        </p:cTn>
                                        <p:tgtEl>
                                          <p:spTgt spid="16389"/>
                                        </p:tgtEl>
                                        <p:attrNameLst>
                                          <p:attrName>style.visibility</p:attrName>
                                        </p:attrNameLst>
                                      </p:cBhvr>
                                      <p:to>
                                        <p:strVal val="visible"/>
                                      </p:to>
                                    </p:set>
                                    <p:anim calcmode="lin" valueType="num">
                                      <p:cBhvr additive="base">
                                        <p:cTn id="49" dur="500" fill="hold"/>
                                        <p:tgtEl>
                                          <p:spTgt spid="16389"/>
                                        </p:tgtEl>
                                        <p:attrNameLst>
                                          <p:attrName>ppt_x</p:attrName>
                                        </p:attrNameLst>
                                      </p:cBhvr>
                                      <p:tavLst>
                                        <p:tav tm="0">
                                          <p:val>
                                            <p:strVal val="0-#ppt_w/2"/>
                                          </p:val>
                                        </p:tav>
                                        <p:tav tm="100000">
                                          <p:val>
                                            <p:strVal val="#ppt_x"/>
                                          </p:val>
                                        </p:tav>
                                      </p:tavLst>
                                    </p:anim>
                                    <p:anim calcmode="lin" valueType="num">
                                      <p:cBhvr additive="base">
                                        <p:cTn id="50" dur="500" fill="hold"/>
                                        <p:tgtEl>
                                          <p:spTgt spid="16389"/>
                                        </p:tgtEl>
                                        <p:attrNameLst>
                                          <p:attrName>ppt_y</p:attrName>
                                        </p:attrNameLst>
                                      </p:cBhvr>
                                      <p:tavLst>
                                        <p:tav tm="0">
                                          <p:val>
                                            <p:strVal val="#ppt_y"/>
                                          </p:val>
                                        </p:tav>
                                        <p:tav tm="100000">
                                          <p:val>
                                            <p:strVal val="#ppt_y"/>
                                          </p:val>
                                        </p:tav>
                                      </p:tavLst>
                                    </p:anim>
                                  </p:childTnLst>
                                </p:cTn>
                              </p:par>
                            </p:childTnLst>
                          </p:cTn>
                        </p:par>
                        <p:par>
                          <p:cTn id="51" fill="hold" nodeType="afterGroup">
                            <p:stCondLst>
                              <p:cond delay="6500"/>
                            </p:stCondLst>
                            <p:childTnLst>
                              <p:par>
                                <p:cTn id="52" presetID="2" presetClass="entr" presetSubtype="2" fill="hold" nodeType="afterEffect">
                                  <p:stCondLst>
                                    <p:cond delay="0"/>
                                  </p:stCondLst>
                                  <p:childTnLst>
                                    <p:set>
                                      <p:cBhvr>
                                        <p:cTn id="53" dur="1" fill="hold">
                                          <p:stCondLst>
                                            <p:cond delay="0"/>
                                          </p:stCondLst>
                                        </p:cTn>
                                        <p:tgtEl>
                                          <p:spTgt spid="16391"/>
                                        </p:tgtEl>
                                        <p:attrNameLst>
                                          <p:attrName>style.visibility</p:attrName>
                                        </p:attrNameLst>
                                      </p:cBhvr>
                                      <p:to>
                                        <p:strVal val="visible"/>
                                      </p:to>
                                    </p:set>
                                    <p:anim calcmode="lin" valueType="num">
                                      <p:cBhvr additive="base">
                                        <p:cTn id="54" dur="500" fill="hold"/>
                                        <p:tgtEl>
                                          <p:spTgt spid="16391"/>
                                        </p:tgtEl>
                                        <p:attrNameLst>
                                          <p:attrName>ppt_x</p:attrName>
                                        </p:attrNameLst>
                                      </p:cBhvr>
                                      <p:tavLst>
                                        <p:tav tm="0">
                                          <p:val>
                                            <p:strVal val="1+#ppt_w/2"/>
                                          </p:val>
                                        </p:tav>
                                        <p:tav tm="100000">
                                          <p:val>
                                            <p:strVal val="#ppt_x"/>
                                          </p:val>
                                        </p:tav>
                                      </p:tavLst>
                                    </p:anim>
                                    <p:anim calcmode="lin" valueType="num">
                                      <p:cBhvr additive="base">
                                        <p:cTn id="55" dur="500" fill="hold"/>
                                        <p:tgtEl>
                                          <p:spTgt spid="16391"/>
                                        </p:tgtEl>
                                        <p:attrNameLst>
                                          <p:attrName>ppt_y</p:attrName>
                                        </p:attrNameLst>
                                      </p:cBhvr>
                                      <p:tavLst>
                                        <p:tav tm="0">
                                          <p:val>
                                            <p:strVal val="#ppt_y"/>
                                          </p:val>
                                        </p:tav>
                                        <p:tav tm="100000">
                                          <p:val>
                                            <p:strVal val="#ppt_y"/>
                                          </p:val>
                                        </p:tav>
                                      </p:tavLst>
                                    </p:anim>
                                  </p:childTnLst>
                                </p:cTn>
                              </p:par>
                            </p:childTnLst>
                          </p:cTn>
                        </p:par>
                        <p:par>
                          <p:cTn id="56" fill="hold" nodeType="afterGroup">
                            <p:stCondLst>
                              <p:cond delay="7000"/>
                            </p:stCondLst>
                            <p:childTnLst>
                              <p:par>
                                <p:cTn id="57" presetID="2" presetClass="entr" presetSubtype="4" fill="hold" nodeType="afterEffect">
                                  <p:stCondLst>
                                    <p:cond delay="0"/>
                                  </p:stCondLst>
                                  <p:childTnLst>
                                    <p:set>
                                      <p:cBhvr>
                                        <p:cTn id="58" dur="1" fill="hold">
                                          <p:stCondLst>
                                            <p:cond delay="0"/>
                                          </p:stCondLst>
                                        </p:cTn>
                                        <p:tgtEl>
                                          <p:spTgt spid="16392"/>
                                        </p:tgtEl>
                                        <p:attrNameLst>
                                          <p:attrName>style.visibility</p:attrName>
                                        </p:attrNameLst>
                                      </p:cBhvr>
                                      <p:to>
                                        <p:strVal val="visible"/>
                                      </p:to>
                                    </p:set>
                                    <p:anim calcmode="lin" valueType="num">
                                      <p:cBhvr additive="base">
                                        <p:cTn id="59" dur="500" fill="hold"/>
                                        <p:tgtEl>
                                          <p:spTgt spid="16392"/>
                                        </p:tgtEl>
                                        <p:attrNameLst>
                                          <p:attrName>ppt_x</p:attrName>
                                        </p:attrNameLst>
                                      </p:cBhvr>
                                      <p:tavLst>
                                        <p:tav tm="0">
                                          <p:val>
                                            <p:strVal val="#ppt_x"/>
                                          </p:val>
                                        </p:tav>
                                        <p:tav tm="100000">
                                          <p:val>
                                            <p:strVal val="#ppt_x"/>
                                          </p:val>
                                        </p:tav>
                                      </p:tavLst>
                                    </p:anim>
                                    <p:anim calcmode="lin" valueType="num">
                                      <p:cBhvr additive="base">
                                        <p:cTn id="60" dur="500" fill="hold"/>
                                        <p:tgtEl>
                                          <p:spTgt spid="16392"/>
                                        </p:tgtEl>
                                        <p:attrNameLst>
                                          <p:attrName>ppt_y</p:attrName>
                                        </p:attrNameLst>
                                      </p:cBhvr>
                                      <p:tavLst>
                                        <p:tav tm="0">
                                          <p:val>
                                            <p:strVal val="1+#ppt_h/2"/>
                                          </p:val>
                                        </p:tav>
                                        <p:tav tm="100000">
                                          <p:val>
                                            <p:strVal val="#ppt_y"/>
                                          </p:val>
                                        </p:tav>
                                      </p:tavLst>
                                    </p:anim>
                                  </p:childTnLst>
                                </p:cTn>
                              </p:par>
                            </p:childTnLst>
                          </p:cTn>
                        </p:par>
                        <p:par>
                          <p:cTn id="61" fill="hold" nodeType="afterGroup">
                            <p:stCondLst>
                              <p:cond delay="7500"/>
                            </p:stCondLst>
                            <p:childTnLst>
                              <p:par>
                                <p:cTn id="62" presetID="2" presetClass="entr" presetSubtype="2" fill="hold" nodeType="afterEffect">
                                  <p:stCondLst>
                                    <p:cond delay="0"/>
                                  </p:stCondLst>
                                  <p:childTnLst>
                                    <p:set>
                                      <p:cBhvr>
                                        <p:cTn id="63" dur="1" fill="hold">
                                          <p:stCondLst>
                                            <p:cond delay="0"/>
                                          </p:stCondLst>
                                        </p:cTn>
                                        <p:tgtEl>
                                          <p:spTgt spid="16393"/>
                                        </p:tgtEl>
                                        <p:attrNameLst>
                                          <p:attrName>style.visibility</p:attrName>
                                        </p:attrNameLst>
                                      </p:cBhvr>
                                      <p:to>
                                        <p:strVal val="visible"/>
                                      </p:to>
                                    </p:set>
                                    <p:anim calcmode="lin" valueType="num">
                                      <p:cBhvr additive="base">
                                        <p:cTn id="64" dur="500" fill="hold"/>
                                        <p:tgtEl>
                                          <p:spTgt spid="16393"/>
                                        </p:tgtEl>
                                        <p:attrNameLst>
                                          <p:attrName>ppt_x</p:attrName>
                                        </p:attrNameLst>
                                      </p:cBhvr>
                                      <p:tavLst>
                                        <p:tav tm="0">
                                          <p:val>
                                            <p:strVal val="1+#ppt_w/2"/>
                                          </p:val>
                                        </p:tav>
                                        <p:tav tm="100000">
                                          <p:val>
                                            <p:strVal val="#ppt_x"/>
                                          </p:val>
                                        </p:tav>
                                      </p:tavLst>
                                    </p:anim>
                                    <p:anim calcmode="lin" valueType="num">
                                      <p:cBhvr additive="base">
                                        <p:cTn id="65" dur="500" fill="hold"/>
                                        <p:tgtEl>
                                          <p:spTgt spid="16393"/>
                                        </p:tgtEl>
                                        <p:attrNameLst>
                                          <p:attrName>ppt_y</p:attrName>
                                        </p:attrNameLst>
                                      </p:cBhvr>
                                      <p:tavLst>
                                        <p:tav tm="0">
                                          <p:val>
                                            <p:strVal val="#ppt_y"/>
                                          </p:val>
                                        </p:tav>
                                        <p:tav tm="100000">
                                          <p:val>
                                            <p:strVal val="#ppt_y"/>
                                          </p:val>
                                        </p:tav>
                                      </p:tavLst>
                                    </p:anim>
                                  </p:childTnLst>
                                </p:cTn>
                              </p:par>
                            </p:childTnLst>
                          </p:cTn>
                        </p:par>
                        <p:par>
                          <p:cTn id="66" fill="hold" nodeType="afterGroup">
                            <p:stCondLst>
                              <p:cond delay="8000"/>
                            </p:stCondLst>
                            <p:childTnLst>
                              <p:par>
                                <p:cTn id="67" presetID="2" presetClass="entr" presetSubtype="4" fill="hold" nodeType="afterEffect">
                                  <p:stCondLst>
                                    <p:cond delay="0"/>
                                  </p:stCondLst>
                                  <p:childTnLst>
                                    <p:set>
                                      <p:cBhvr>
                                        <p:cTn id="68" dur="1" fill="hold">
                                          <p:stCondLst>
                                            <p:cond delay="0"/>
                                          </p:stCondLst>
                                        </p:cTn>
                                        <p:tgtEl>
                                          <p:spTgt spid="16394"/>
                                        </p:tgtEl>
                                        <p:attrNameLst>
                                          <p:attrName>style.visibility</p:attrName>
                                        </p:attrNameLst>
                                      </p:cBhvr>
                                      <p:to>
                                        <p:strVal val="visible"/>
                                      </p:to>
                                    </p:set>
                                    <p:anim calcmode="lin" valueType="num">
                                      <p:cBhvr additive="base">
                                        <p:cTn id="69" dur="500" fill="hold"/>
                                        <p:tgtEl>
                                          <p:spTgt spid="16394"/>
                                        </p:tgtEl>
                                        <p:attrNameLst>
                                          <p:attrName>ppt_x</p:attrName>
                                        </p:attrNameLst>
                                      </p:cBhvr>
                                      <p:tavLst>
                                        <p:tav tm="0">
                                          <p:val>
                                            <p:strVal val="#ppt_x"/>
                                          </p:val>
                                        </p:tav>
                                        <p:tav tm="100000">
                                          <p:val>
                                            <p:strVal val="#ppt_x"/>
                                          </p:val>
                                        </p:tav>
                                      </p:tavLst>
                                    </p:anim>
                                    <p:anim calcmode="lin" valueType="num">
                                      <p:cBhvr additive="base">
                                        <p:cTn id="70" dur="500" fill="hold"/>
                                        <p:tgtEl>
                                          <p:spTgt spid="16394"/>
                                        </p:tgtEl>
                                        <p:attrNameLst>
                                          <p:attrName>ppt_y</p:attrName>
                                        </p:attrNameLst>
                                      </p:cBhvr>
                                      <p:tavLst>
                                        <p:tav tm="0">
                                          <p:val>
                                            <p:strVal val="1+#ppt_h/2"/>
                                          </p:val>
                                        </p:tav>
                                        <p:tav tm="100000">
                                          <p:val>
                                            <p:strVal val="#ppt_y"/>
                                          </p:val>
                                        </p:tav>
                                      </p:tavLst>
                                    </p:anim>
                                  </p:childTnLst>
                                </p:cTn>
                              </p:par>
                            </p:childTnLst>
                          </p:cTn>
                        </p:par>
                        <p:par>
                          <p:cTn id="71" fill="hold" nodeType="afterGroup">
                            <p:stCondLst>
                              <p:cond delay="8500"/>
                            </p:stCondLst>
                            <p:childTnLst>
                              <p:par>
                                <p:cTn id="72" presetID="2" presetClass="entr" presetSubtype="8" fill="hold" nodeType="afterEffect">
                                  <p:stCondLst>
                                    <p:cond delay="0"/>
                                  </p:stCondLst>
                                  <p:childTnLst>
                                    <p:set>
                                      <p:cBhvr>
                                        <p:cTn id="73" dur="1" fill="hold">
                                          <p:stCondLst>
                                            <p:cond delay="0"/>
                                          </p:stCondLst>
                                        </p:cTn>
                                        <p:tgtEl>
                                          <p:spTgt spid="16395"/>
                                        </p:tgtEl>
                                        <p:attrNameLst>
                                          <p:attrName>style.visibility</p:attrName>
                                        </p:attrNameLst>
                                      </p:cBhvr>
                                      <p:to>
                                        <p:strVal val="visible"/>
                                      </p:to>
                                    </p:set>
                                    <p:anim calcmode="lin" valueType="num">
                                      <p:cBhvr additive="base">
                                        <p:cTn id="74" dur="500" fill="hold"/>
                                        <p:tgtEl>
                                          <p:spTgt spid="16395"/>
                                        </p:tgtEl>
                                        <p:attrNameLst>
                                          <p:attrName>ppt_x</p:attrName>
                                        </p:attrNameLst>
                                      </p:cBhvr>
                                      <p:tavLst>
                                        <p:tav tm="0">
                                          <p:val>
                                            <p:strVal val="0-#ppt_w/2"/>
                                          </p:val>
                                        </p:tav>
                                        <p:tav tm="100000">
                                          <p:val>
                                            <p:strVal val="#ppt_x"/>
                                          </p:val>
                                        </p:tav>
                                      </p:tavLst>
                                    </p:anim>
                                    <p:anim calcmode="lin" valueType="num">
                                      <p:cBhvr additive="base">
                                        <p:cTn id="75" dur="500" fill="hold"/>
                                        <p:tgtEl>
                                          <p:spTgt spid="16395"/>
                                        </p:tgtEl>
                                        <p:attrNameLst>
                                          <p:attrName>ppt_y</p:attrName>
                                        </p:attrNameLst>
                                      </p:cBhvr>
                                      <p:tavLst>
                                        <p:tav tm="0">
                                          <p:val>
                                            <p:strVal val="#ppt_y"/>
                                          </p:val>
                                        </p:tav>
                                        <p:tav tm="100000">
                                          <p:val>
                                            <p:strVal val="#ppt_y"/>
                                          </p:val>
                                        </p:tav>
                                      </p:tavLst>
                                    </p:anim>
                                  </p:childTnLst>
                                </p:cTn>
                              </p:par>
                            </p:childTnLst>
                          </p:cTn>
                        </p:par>
                        <p:par>
                          <p:cTn id="76" fill="hold" nodeType="afterGroup">
                            <p:stCondLst>
                              <p:cond delay="9000"/>
                            </p:stCondLst>
                            <p:childTnLst>
                              <p:par>
                                <p:cTn id="77" presetID="2" presetClass="entr" presetSubtype="2" fill="hold" nodeType="afterEffect">
                                  <p:stCondLst>
                                    <p:cond delay="0"/>
                                  </p:stCondLst>
                                  <p:childTnLst>
                                    <p:set>
                                      <p:cBhvr>
                                        <p:cTn id="78" dur="1" fill="hold">
                                          <p:stCondLst>
                                            <p:cond delay="0"/>
                                          </p:stCondLst>
                                        </p:cTn>
                                        <p:tgtEl>
                                          <p:spTgt spid="16396"/>
                                        </p:tgtEl>
                                        <p:attrNameLst>
                                          <p:attrName>style.visibility</p:attrName>
                                        </p:attrNameLst>
                                      </p:cBhvr>
                                      <p:to>
                                        <p:strVal val="visible"/>
                                      </p:to>
                                    </p:set>
                                    <p:anim calcmode="lin" valueType="num">
                                      <p:cBhvr additive="base">
                                        <p:cTn id="79" dur="500" fill="hold"/>
                                        <p:tgtEl>
                                          <p:spTgt spid="16396"/>
                                        </p:tgtEl>
                                        <p:attrNameLst>
                                          <p:attrName>ppt_x</p:attrName>
                                        </p:attrNameLst>
                                      </p:cBhvr>
                                      <p:tavLst>
                                        <p:tav tm="0">
                                          <p:val>
                                            <p:strVal val="1+#ppt_w/2"/>
                                          </p:val>
                                        </p:tav>
                                        <p:tav tm="100000">
                                          <p:val>
                                            <p:strVal val="#ppt_x"/>
                                          </p:val>
                                        </p:tav>
                                      </p:tavLst>
                                    </p:anim>
                                    <p:anim calcmode="lin" valueType="num">
                                      <p:cBhvr additive="base">
                                        <p:cTn id="80" dur="500" fill="hold"/>
                                        <p:tgtEl>
                                          <p:spTgt spid="16396"/>
                                        </p:tgtEl>
                                        <p:attrNameLst>
                                          <p:attrName>ppt_y</p:attrName>
                                        </p:attrNameLst>
                                      </p:cBhvr>
                                      <p:tavLst>
                                        <p:tav tm="0">
                                          <p:val>
                                            <p:strVal val="#ppt_y"/>
                                          </p:val>
                                        </p:tav>
                                        <p:tav tm="100000">
                                          <p:val>
                                            <p:strVal val="#ppt_y"/>
                                          </p:val>
                                        </p:tav>
                                      </p:tavLst>
                                    </p:anim>
                                  </p:childTnLst>
                                </p:cTn>
                              </p:par>
                            </p:childTnLst>
                          </p:cTn>
                        </p:par>
                        <p:par>
                          <p:cTn id="81" fill="hold" nodeType="afterGroup">
                            <p:stCondLst>
                              <p:cond delay="9500"/>
                            </p:stCondLst>
                            <p:childTnLst>
                              <p:par>
                                <p:cTn id="82" presetID="2" presetClass="entr" presetSubtype="2" fill="hold" nodeType="afterEffect">
                                  <p:stCondLst>
                                    <p:cond delay="0"/>
                                  </p:stCondLst>
                                  <p:childTnLst>
                                    <p:set>
                                      <p:cBhvr>
                                        <p:cTn id="83" dur="1" fill="hold">
                                          <p:stCondLst>
                                            <p:cond delay="0"/>
                                          </p:stCondLst>
                                        </p:cTn>
                                        <p:tgtEl>
                                          <p:spTgt spid="16397"/>
                                        </p:tgtEl>
                                        <p:attrNameLst>
                                          <p:attrName>style.visibility</p:attrName>
                                        </p:attrNameLst>
                                      </p:cBhvr>
                                      <p:to>
                                        <p:strVal val="visible"/>
                                      </p:to>
                                    </p:set>
                                    <p:anim calcmode="lin" valueType="num">
                                      <p:cBhvr additive="base">
                                        <p:cTn id="84" dur="500" fill="hold"/>
                                        <p:tgtEl>
                                          <p:spTgt spid="16397"/>
                                        </p:tgtEl>
                                        <p:attrNameLst>
                                          <p:attrName>ppt_x</p:attrName>
                                        </p:attrNameLst>
                                      </p:cBhvr>
                                      <p:tavLst>
                                        <p:tav tm="0">
                                          <p:val>
                                            <p:strVal val="1+#ppt_w/2"/>
                                          </p:val>
                                        </p:tav>
                                        <p:tav tm="100000">
                                          <p:val>
                                            <p:strVal val="#ppt_x"/>
                                          </p:val>
                                        </p:tav>
                                      </p:tavLst>
                                    </p:anim>
                                    <p:anim calcmode="lin" valueType="num">
                                      <p:cBhvr additive="base">
                                        <p:cTn id="85" dur="500" fill="hold"/>
                                        <p:tgtEl>
                                          <p:spTgt spid="16397"/>
                                        </p:tgtEl>
                                        <p:attrNameLst>
                                          <p:attrName>ppt_y</p:attrName>
                                        </p:attrNameLst>
                                      </p:cBhvr>
                                      <p:tavLst>
                                        <p:tav tm="0">
                                          <p:val>
                                            <p:strVal val="#ppt_y"/>
                                          </p:val>
                                        </p:tav>
                                        <p:tav tm="100000">
                                          <p:val>
                                            <p:strVal val="#ppt_y"/>
                                          </p:val>
                                        </p:tav>
                                      </p:tavLst>
                                    </p:anim>
                                  </p:childTnLst>
                                </p:cTn>
                              </p:par>
                            </p:childTnLst>
                          </p:cTn>
                        </p:par>
                        <p:par>
                          <p:cTn id="86" fill="hold" nodeType="afterGroup">
                            <p:stCondLst>
                              <p:cond delay="10000"/>
                            </p:stCondLst>
                            <p:childTnLst>
                              <p:par>
                                <p:cTn id="87" presetID="2" presetClass="entr" presetSubtype="4" fill="hold" nodeType="afterEffect">
                                  <p:stCondLst>
                                    <p:cond delay="0"/>
                                  </p:stCondLst>
                                  <p:childTnLst>
                                    <p:set>
                                      <p:cBhvr>
                                        <p:cTn id="88" dur="1" fill="hold">
                                          <p:stCondLst>
                                            <p:cond delay="0"/>
                                          </p:stCondLst>
                                        </p:cTn>
                                        <p:tgtEl>
                                          <p:spTgt spid="16398"/>
                                        </p:tgtEl>
                                        <p:attrNameLst>
                                          <p:attrName>style.visibility</p:attrName>
                                        </p:attrNameLst>
                                      </p:cBhvr>
                                      <p:to>
                                        <p:strVal val="visible"/>
                                      </p:to>
                                    </p:set>
                                    <p:anim calcmode="lin" valueType="num">
                                      <p:cBhvr additive="base">
                                        <p:cTn id="89" dur="500" fill="hold"/>
                                        <p:tgtEl>
                                          <p:spTgt spid="16398"/>
                                        </p:tgtEl>
                                        <p:attrNameLst>
                                          <p:attrName>ppt_x</p:attrName>
                                        </p:attrNameLst>
                                      </p:cBhvr>
                                      <p:tavLst>
                                        <p:tav tm="0">
                                          <p:val>
                                            <p:strVal val="#ppt_x"/>
                                          </p:val>
                                        </p:tav>
                                        <p:tav tm="100000">
                                          <p:val>
                                            <p:strVal val="#ppt_x"/>
                                          </p:val>
                                        </p:tav>
                                      </p:tavLst>
                                    </p:anim>
                                    <p:anim calcmode="lin" valueType="num">
                                      <p:cBhvr additive="base">
                                        <p:cTn id="90" dur="500" fill="hold"/>
                                        <p:tgtEl>
                                          <p:spTgt spid="16398"/>
                                        </p:tgtEl>
                                        <p:attrNameLst>
                                          <p:attrName>ppt_y</p:attrName>
                                        </p:attrNameLst>
                                      </p:cBhvr>
                                      <p:tavLst>
                                        <p:tav tm="0">
                                          <p:val>
                                            <p:strVal val="1+#ppt_h/2"/>
                                          </p:val>
                                        </p:tav>
                                        <p:tav tm="100000">
                                          <p:val>
                                            <p:strVal val="#ppt_y"/>
                                          </p:val>
                                        </p:tav>
                                      </p:tavLst>
                                    </p:anim>
                                  </p:childTnLst>
                                </p:cTn>
                              </p:par>
                            </p:childTnLst>
                          </p:cTn>
                        </p:par>
                        <p:par>
                          <p:cTn id="91" fill="hold" nodeType="afterGroup">
                            <p:stCondLst>
                              <p:cond delay="10500"/>
                            </p:stCondLst>
                            <p:childTnLst>
                              <p:par>
                                <p:cTn id="92" presetID="2" presetClass="entr" presetSubtype="8" fill="hold" nodeType="afterEffect">
                                  <p:stCondLst>
                                    <p:cond delay="0"/>
                                  </p:stCondLst>
                                  <p:childTnLst>
                                    <p:set>
                                      <p:cBhvr>
                                        <p:cTn id="93" dur="1" fill="hold">
                                          <p:stCondLst>
                                            <p:cond delay="0"/>
                                          </p:stCondLst>
                                        </p:cTn>
                                        <p:tgtEl>
                                          <p:spTgt spid="16399"/>
                                        </p:tgtEl>
                                        <p:attrNameLst>
                                          <p:attrName>style.visibility</p:attrName>
                                        </p:attrNameLst>
                                      </p:cBhvr>
                                      <p:to>
                                        <p:strVal val="visible"/>
                                      </p:to>
                                    </p:set>
                                    <p:anim calcmode="lin" valueType="num">
                                      <p:cBhvr additive="base">
                                        <p:cTn id="94" dur="500" fill="hold"/>
                                        <p:tgtEl>
                                          <p:spTgt spid="16399"/>
                                        </p:tgtEl>
                                        <p:attrNameLst>
                                          <p:attrName>ppt_x</p:attrName>
                                        </p:attrNameLst>
                                      </p:cBhvr>
                                      <p:tavLst>
                                        <p:tav tm="0">
                                          <p:val>
                                            <p:strVal val="0-#ppt_w/2"/>
                                          </p:val>
                                        </p:tav>
                                        <p:tav tm="100000">
                                          <p:val>
                                            <p:strVal val="#ppt_x"/>
                                          </p:val>
                                        </p:tav>
                                      </p:tavLst>
                                    </p:anim>
                                    <p:anim calcmode="lin" valueType="num">
                                      <p:cBhvr additive="base">
                                        <p:cTn id="95" dur="500" fill="hold"/>
                                        <p:tgtEl>
                                          <p:spTgt spid="16399"/>
                                        </p:tgtEl>
                                        <p:attrNameLst>
                                          <p:attrName>ppt_y</p:attrName>
                                        </p:attrNameLst>
                                      </p:cBhvr>
                                      <p:tavLst>
                                        <p:tav tm="0">
                                          <p:val>
                                            <p:strVal val="#ppt_y"/>
                                          </p:val>
                                        </p:tav>
                                        <p:tav tm="100000">
                                          <p:val>
                                            <p:strVal val="#ppt_y"/>
                                          </p:val>
                                        </p:tav>
                                      </p:tavLst>
                                    </p:anim>
                                  </p:childTnLst>
                                </p:cTn>
                              </p:par>
                            </p:childTnLst>
                          </p:cTn>
                        </p:par>
                        <p:par>
                          <p:cTn id="96" fill="hold" nodeType="afterGroup">
                            <p:stCondLst>
                              <p:cond delay="11000"/>
                            </p:stCondLst>
                            <p:childTnLst>
                              <p:par>
                                <p:cTn id="97" presetID="2" presetClass="entr" presetSubtype="4" fill="hold" nodeType="afterEffect">
                                  <p:stCondLst>
                                    <p:cond delay="0"/>
                                  </p:stCondLst>
                                  <p:childTnLst>
                                    <p:set>
                                      <p:cBhvr>
                                        <p:cTn id="98" dur="1" fill="hold">
                                          <p:stCondLst>
                                            <p:cond delay="0"/>
                                          </p:stCondLst>
                                        </p:cTn>
                                        <p:tgtEl>
                                          <p:spTgt spid="16400"/>
                                        </p:tgtEl>
                                        <p:attrNameLst>
                                          <p:attrName>style.visibility</p:attrName>
                                        </p:attrNameLst>
                                      </p:cBhvr>
                                      <p:to>
                                        <p:strVal val="visible"/>
                                      </p:to>
                                    </p:set>
                                    <p:anim calcmode="lin" valueType="num">
                                      <p:cBhvr additive="base">
                                        <p:cTn id="99" dur="500" fill="hold"/>
                                        <p:tgtEl>
                                          <p:spTgt spid="16400"/>
                                        </p:tgtEl>
                                        <p:attrNameLst>
                                          <p:attrName>ppt_x</p:attrName>
                                        </p:attrNameLst>
                                      </p:cBhvr>
                                      <p:tavLst>
                                        <p:tav tm="0">
                                          <p:val>
                                            <p:strVal val="#ppt_x"/>
                                          </p:val>
                                        </p:tav>
                                        <p:tav tm="100000">
                                          <p:val>
                                            <p:strVal val="#ppt_x"/>
                                          </p:val>
                                        </p:tav>
                                      </p:tavLst>
                                    </p:anim>
                                    <p:anim calcmode="lin" valueType="num">
                                      <p:cBhvr additive="base">
                                        <p:cTn id="100" dur="500" fill="hold"/>
                                        <p:tgtEl>
                                          <p:spTgt spid="16400"/>
                                        </p:tgtEl>
                                        <p:attrNameLst>
                                          <p:attrName>ppt_y</p:attrName>
                                        </p:attrNameLst>
                                      </p:cBhvr>
                                      <p:tavLst>
                                        <p:tav tm="0">
                                          <p:val>
                                            <p:strVal val="1+#ppt_h/2"/>
                                          </p:val>
                                        </p:tav>
                                        <p:tav tm="100000">
                                          <p:val>
                                            <p:strVal val="#ppt_y"/>
                                          </p:val>
                                        </p:tav>
                                      </p:tavLst>
                                    </p:anim>
                                  </p:childTnLst>
                                </p:cTn>
                              </p:par>
                            </p:childTnLst>
                          </p:cTn>
                        </p:par>
                        <p:par>
                          <p:cTn id="101" fill="hold" nodeType="afterGroup">
                            <p:stCondLst>
                              <p:cond delay="11500"/>
                            </p:stCondLst>
                            <p:childTnLst>
                              <p:par>
                                <p:cTn id="102" presetID="2" presetClass="entr" presetSubtype="8" fill="hold" grpId="0" nodeType="afterEffect">
                                  <p:stCondLst>
                                    <p:cond delay="500"/>
                                  </p:stCondLst>
                                  <p:childTnLst>
                                    <p:set>
                                      <p:cBhvr>
                                        <p:cTn id="103" dur="1" fill="hold">
                                          <p:stCondLst>
                                            <p:cond delay="0"/>
                                          </p:stCondLst>
                                        </p:cTn>
                                        <p:tgtEl>
                                          <p:spTgt spid="16407"/>
                                        </p:tgtEl>
                                        <p:attrNameLst>
                                          <p:attrName>style.visibility</p:attrName>
                                        </p:attrNameLst>
                                      </p:cBhvr>
                                      <p:to>
                                        <p:strVal val="visible"/>
                                      </p:to>
                                    </p:set>
                                    <p:anim calcmode="lin" valueType="num">
                                      <p:cBhvr additive="base">
                                        <p:cTn id="104" dur="500" fill="hold"/>
                                        <p:tgtEl>
                                          <p:spTgt spid="16407"/>
                                        </p:tgtEl>
                                        <p:attrNameLst>
                                          <p:attrName>ppt_x</p:attrName>
                                        </p:attrNameLst>
                                      </p:cBhvr>
                                      <p:tavLst>
                                        <p:tav tm="0">
                                          <p:val>
                                            <p:strVal val="0-#ppt_w/2"/>
                                          </p:val>
                                        </p:tav>
                                        <p:tav tm="100000">
                                          <p:val>
                                            <p:strVal val="#ppt_x"/>
                                          </p:val>
                                        </p:tav>
                                      </p:tavLst>
                                    </p:anim>
                                    <p:anim calcmode="lin" valueType="num">
                                      <p:cBhvr additive="base">
                                        <p:cTn id="105" dur="500" fill="hold"/>
                                        <p:tgtEl>
                                          <p:spTgt spid="16407"/>
                                        </p:tgtEl>
                                        <p:attrNameLst>
                                          <p:attrName>ppt_y</p:attrName>
                                        </p:attrNameLst>
                                      </p:cBhvr>
                                      <p:tavLst>
                                        <p:tav tm="0">
                                          <p:val>
                                            <p:strVal val="#ppt_y"/>
                                          </p:val>
                                        </p:tav>
                                        <p:tav tm="100000">
                                          <p:val>
                                            <p:strVal val="#ppt_y"/>
                                          </p:val>
                                        </p:tav>
                                      </p:tavLst>
                                    </p:anim>
                                  </p:childTnLst>
                                </p:cTn>
                              </p:par>
                            </p:childTnLst>
                          </p:cTn>
                        </p:par>
                        <p:par>
                          <p:cTn id="106" fill="hold" nodeType="afterGroup">
                            <p:stCondLst>
                              <p:cond delay="12500"/>
                            </p:stCondLst>
                            <p:childTnLst>
                              <p:par>
                                <p:cTn id="107" presetID="2" presetClass="entr" presetSubtype="2" fill="hold" grpId="0" nodeType="afterEffect">
                                  <p:stCondLst>
                                    <p:cond delay="0"/>
                                  </p:stCondLst>
                                  <p:childTnLst>
                                    <p:set>
                                      <p:cBhvr>
                                        <p:cTn id="108" dur="1" fill="hold">
                                          <p:stCondLst>
                                            <p:cond delay="0"/>
                                          </p:stCondLst>
                                        </p:cTn>
                                        <p:tgtEl>
                                          <p:spTgt spid="16409"/>
                                        </p:tgtEl>
                                        <p:attrNameLst>
                                          <p:attrName>style.visibility</p:attrName>
                                        </p:attrNameLst>
                                      </p:cBhvr>
                                      <p:to>
                                        <p:strVal val="visible"/>
                                      </p:to>
                                    </p:set>
                                    <p:anim calcmode="lin" valueType="num">
                                      <p:cBhvr additive="base">
                                        <p:cTn id="109" dur="500" fill="hold"/>
                                        <p:tgtEl>
                                          <p:spTgt spid="16409"/>
                                        </p:tgtEl>
                                        <p:attrNameLst>
                                          <p:attrName>ppt_x</p:attrName>
                                        </p:attrNameLst>
                                      </p:cBhvr>
                                      <p:tavLst>
                                        <p:tav tm="0">
                                          <p:val>
                                            <p:strVal val="1+#ppt_w/2"/>
                                          </p:val>
                                        </p:tav>
                                        <p:tav tm="100000">
                                          <p:val>
                                            <p:strVal val="#ppt_x"/>
                                          </p:val>
                                        </p:tav>
                                      </p:tavLst>
                                    </p:anim>
                                    <p:anim calcmode="lin" valueType="num">
                                      <p:cBhvr additive="base">
                                        <p:cTn id="110" dur="500" fill="hold"/>
                                        <p:tgtEl>
                                          <p:spTgt spid="16409"/>
                                        </p:tgtEl>
                                        <p:attrNameLst>
                                          <p:attrName>ppt_y</p:attrName>
                                        </p:attrNameLst>
                                      </p:cBhvr>
                                      <p:tavLst>
                                        <p:tav tm="0">
                                          <p:val>
                                            <p:strVal val="#ppt_y"/>
                                          </p:val>
                                        </p:tav>
                                        <p:tav tm="100000">
                                          <p:val>
                                            <p:strVal val="#ppt_y"/>
                                          </p:val>
                                        </p:tav>
                                      </p:tavLst>
                                    </p:anim>
                                  </p:childTnLst>
                                </p:cTn>
                              </p:par>
                            </p:childTnLst>
                          </p:cTn>
                        </p:par>
                        <p:par>
                          <p:cTn id="111" fill="hold" nodeType="afterGroup">
                            <p:stCondLst>
                              <p:cond delay="13000"/>
                            </p:stCondLst>
                            <p:childTnLst>
                              <p:par>
                                <p:cTn id="112" presetID="2" presetClass="entr" presetSubtype="2" fill="hold" grpId="0" nodeType="afterEffect">
                                  <p:stCondLst>
                                    <p:cond delay="0"/>
                                  </p:stCondLst>
                                  <p:childTnLst>
                                    <p:set>
                                      <p:cBhvr>
                                        <p:cTn id="113" dur="1" fill="hold">
                                          <p:stCondLst>
                                            <p:cond delay="0"/>
                                          </p:stCondLst>
                                        </p:cTn>
                                        <p:tgtEl>
                                          <p:spTgt spid="16411"/>
                                        </p:tgtEl>
                                        <p:attrNameLst>
                                          <p:attrName>style.visibility</p:attrName>
                                        </p:attrNameLst>
                                      </p:cBhvr>
                                      <p:to>
                                        <p:strVal val="visible"/>
                                      </p:to>
                                    </p:set>
                                    <p:anim calcmode="lin" valueType="num">
                                      <p:cBhvr additive="base">
                                        <p:cTn id="114" dur="500" fill="hold"/>
                                        <p:tgtEl>
                                          <p:spTgt spid="16411"/>
                                        </p:tgtEl>
                                        <p:attrNameLst>
                                          <p:attrName>ppt_x</p:attrName>
                                        </p:attrNameLst>
                                      </p:cBhvr>
                                      <p:tavLst>
                                        <p:tav tm="0">
                                          <p:val>
                                            <p:strVal val="1+#ppt_w/2"/>
                                          </p:val>
                                        </p:tav>
                                        <p:tav tm="100000">
                                          <p:val>
                                            <p:strVal val="#ppt_x"/>
                                          </p:val>
                                        </p:tav>
                                      </p:tavLst>
                                    </p:anim>
                                    <p:anim calcmode="lin" valueType="num">
                                      <p:cBhvr additive="base">
                                        <p:cTn id="115" dur="500" fill="hold"/>
                                        <p:tgtEl>
                                          <p:spTgt spid="16411"/>
                                        </p:tgtEl>
                                        <p:attrNameLst>
                                          <p:attrName>ppt_y</p:attrName>
                                        </p:attrNameLst>
                                      </p:cBhvr>
                                      <p:tavLst>
                                        <p:tav tm="0">
                                          <p:val>
                                            <p:strVal val="#ppt_y"/>
                                          </p:val>
                                        </p:tav>
                                        <p:tav tm="100000">
                                          <p:val>
                                            <p:strVal val="#ppt_y"/>
                                          </p:val>
                                        </p:tav>
                                      </p:tavLst>
                                    </p:anim>
                                  </p:childTnLst>
                                </p:cTn>
                              </p:par>
                            </p:childTnLst>
                          </p:cTn>
                        </p:par>
                        <p:par>
                          <p:cTn id="116" fill="hold" nodeType="afterGroup">
                            <p:stCondLst>
                              <p:cond delay="13500"/>
                            </p:stCondLst>
                            <p:childTnLst>
                              <p:par>
                                <p:cTn id="117" presetID="2" presetClass="entr" presetSubtype="4" fill="hold" grpId="0" nodeType="afterEffect">
                                  <p:stCondLst>
                                    <p:cond delay="0"/>
                                  </p:stCondLst>
                                  <p:childTnLst>
                                    <p:set>
                                      <p:cBhvr>
                                        <p:cTn id="118" dur="1" fill="hold">
                                          <p:stCondLst>
                                            <p:cond delay="0"/>
                                          </p:stCondLst>
                                        </p:cTn>
                                        <p:tgtEl>
                                          <p:spTgt spid="16413"/>
                                        </p:tgtEl>
                                        <p:attrNameLst>
                                          <p:attrName>style.visibility</p:attrName>
                                        </p:attrNameLst>
                                      </p:cBhvr>
                                      <p:to>
                                        <p:strVal val="visible"/>
                                      </p:to>
                                    </p:set>
                                    <p:anim calcmode="lin" valueType="num">
                                      <p:cBhvr additive="base">
                                        <p:cTn id="119" dur="500" fill="hold"/>
                                        <p:tgtEl>
                                          <p:spTgt spid="16413"/>
                                        </p:tgtEl>
                                        <p:attrNameLst>
                                          <p:attrName>ppt_x</p:attrName>
                                        </p:attrNameLst>
                                      </p:cBhvr>
                                      <p:tavLst>
                                        <p:tav tm="0">
                                          <p:val>
                                            <p:strVal val="#ppt_x"/>
                                          </p:val>
                                        </p:tav>
                                        <p:tav tm="100000">
                                          <p:val>
                                            <p:strVal val="#ppt_x"/>
                                          </p:val>
                                        </p:tav>
                                      </p:tavLst>
                                    </p:anim>
                                    <p:anim calcmode="lin" valueType="num">
                                      <p:cBhvr additive="base">
                                        <p:cTn id="120" dur="500" fill="hold"/>
                                        <p:tgtEl>
                                          <p:spTgt spid="16413"/>
                                        </p:tgtEl>
                                        <p:attrNameLst>
                                          <p:attrName>ppt_y</p:attrName>
                                        </p:attrNameLst>
                                      </p:cBhvr>
                                      <p:tavLst>
                                        <p:tav tm="0">
                                          <p:val>
                                            <p:strVal val="1+#ppt_h/2"/>
                                          </p:val>
                                        </p:tav>
                                        <p:tav tm="100000">
                                          <p:val>
                                            <p:strVal val="#ppt_y"/>
                                          </p:val>
                                        </p:tav>
                                      </p:tavLst>
                                    </p:anim>
                                  </p:childTnLst>
                                </p:cTn>
                              </p:par>
                            </p:childTnLst>
                          </p:cTn>
                        </p:par>
                        <p:par>
                          <p:cTn id="121" fill="hold" nodeType="afterGroup">
                            <p:stCondLst>
                              <p:cond delay="14000"/>
                            </p:stCondLst>
                            <p:childTnLst>
                              <p:par>
                                <p:cTn id="122" presetID="2" presetClass="entr" presetSubtype="4" fill="hold" grpId="0" nodeType="afterEffect">
                                  <p:stCondLst>
                                    <p:cond delay="0"/>
                                  </p:stCondLst>
                                  <p:childTnLst>
                                    <p:set>
                                      <p:cBhvr>
                                        <p:cTn id="123" dur="1" fill="hold">
                                          <p:stCondLst>
                                            <p:cond delay="0"/>
                                          </p:stCondLst>
                                        </p:cTn>
                                        <p:tgtEl>
                                          <p:spTgt spid="16415"/>
                                        </p:tgtEl>
                                        <p:attrNameLst>
                                          <p:attrName>style.visibility</p:attrName>
                                        </p:attrNameLst>
                                      </p:cBhvr>
                                      <p:to>
                                        <p:strVal val="visible"/>
                                      </p:to>
                                    </p:set>
                                    <p:anim calcmode="lin" valueType="num">
                                      <p:cBhvr additive="base">
                                        <p:cTn id="124" dur="500" fill="hold"/>
                                        <p:tgtEl>
                                          <p:spTgt spid="16415"/>
                                        </p:tgtEl>
                                        <p:attrNameLst>
                                          <p:attrName>ppt_x</p:attrName>
                                        </p:attrNameLst>
                                      </p:cBhvr>
                                      <p:tavLst>
                                        <p:tav tm="0">
                                          <p:val>
                                            <p:strVal val="#ppt_x"/>
                                          </p:val>
                                        </p:tav>
                                        <p:tav tm="100000">
                                          <p:val>
                                            <p:strVal val="#ppt_x"/>
                                          </p:val>
                                        </p:tav>
                                      </p:tavLst>
                                    </p:anim>
                                    <p:anim calcmode="lin" valueType="num">
                                      <p:cBhvr additive="base">
                                        <p:cTn id="125" dur="500" fill="hold"/>
                                        <p:tgtEl>
                                          <p:spTgt spid="16415"/>
                                        </p:tgtEl>
                                        <p:attrNameLst>
                                          <p:attrName>ppt_y</p:attrName>
                                        </p:attrNameLst>
                                      </p:cBhvr>
                                      <p:tavLst>
                                        <p:tav tm="0">
                                          <p:val>
                                            <p:strVal val="1+#ppt_h/2"/>
                                          </p:val>
                                        </p:tav>
                                        <p:tav tm="100000">
                                          <p:val>
                                            <p:strVal val="#ppt_y"/>
                                          </p:val>
                                        </p:tav>
                                      </p:tavLst>
                                    </p:anim>
                                  </p:childTnLst>
                                </p:cTn>
                              </p:par>
                            </p:childTnLst>
                          </p:cTn>
                        </p:par>
                        <p:par>
                          <p:cTn id="126" fill="hold" nodeType="afterGroup">
                            <p:stCondLst>
                              <p:cond delay="14500"/>
                            </p:stCondLst>
                            <p:childTnLst>
                              <p:par>
                                <p:cTn id="127" presetID="2" presetClass="entr" presetSubtype="8" fill="hold" grpId="0" nodeType="afterEffect">
                                  <p:stCondLst>
                                    <p:cond delay="0"/>
                                  </p:stCondLst>
                                  <p:childTnLst>
                                    <p:set>
                                      <p:cBhvr>
                                        <p:cTn id="128" dur="1" fill="hold">
                                          <p:stCondLst>
                                            <p:cond delay="0"/>
                                          </p:stCondLst>
                                        </p:cTn>
                                        <p:tgtEl>
                                          <p:spTgt spid="16406"/>
                                        </p:tgtEl>
                                        <p:attrNameLst>
                                          <p:attrName>style.visibility</p:attrName>
                                        </p:attrNameLst>
                                      </p:cBhvr>
                                      <p:to>
                                        <p:strVal val="visible"/>
                                      </p:to>
                                    </p:set>
                                    <p:anim calcmode="lin" valueType="num">
                                      <p:cBhvr additive="base">
                                        <p:cTn id="129" dur="500" fill="hold"/>
                                        <p:tgtEl>
                                          <p:spTgt spid="16406"/>
                                        </p:tgtEl>
                                        <p:attrNameLst>
                                          <p:attrName>ppt_x</p:attrName>
                                        </p:attrNameLst>
                                      </p:cBhvr>
                                      <p:tavLst>
                                        <p:tav tm="0">
                                          <p:val>
                                            <p:strVal val="0-#ppt_w/2"/>
                                          </p:val>
                                        </p:tav>
                                        <p:tav tm="100000">
                                          <p:val>
                                            <p:strVal val="#ppt_x"/>
                                          </p:val>
                                        </p:tav>
                                      </p:tavLst>
                                    </p:anim>
                                    <p:anim calcmode="lin" valueType="num">
                                      <p:cBhvr additive="base">
                                        <p:cTn id="130" dur="500" fill="hold"/>
                                        <p:tgtEl>
                                          <p:spTgt spid="16406"/>
                                        </p:tgtEl>
                                        <p:attrNameLst>
                                          <p:attrName>ppt_y</p:attrName>
                                        </p:attrNameLst>
                                      </p:cBhvr>
                                      <p:tavLst>
                                        <p:tav tm="0">
                                          <p:val>
                                            <p:strVal val="#ppt_y"/>
                                          </p:val>
                                        </p:tav>
                                        <p:tav tm="100000">
                                          <p:val>
                                            <p:strVal val="#ppt_y"/>
                                          </p:val>
                                        </p:tav>
                                      </p:tavLst>
                                    </p:anim>
                                  </p:childTnLst>
                                </p:cTn>
                              </p:par>
                            </p:childTnLst>
                          </p:cTn>
                        </p:par>
                        <p:par>
                          <p:cTn id="131" fill="hold" nodeType="afterGroup">
                            <p:stCondLst>
                              <p:cond delay="15000"/>
                            </p:stCondLst>
                            <p:childTnLst>
                              <p:par>
                                <p:cTn id="132" presetID="2" presetClass="entr" presetSubtype="2" fill="hold" grpId="0" nodeType="afterEffect">
                                  <p:stCondLst>
                                    <p:cond delay="0"/>
                                  </p:stCondLst>
                                  <p:childTnLst>
                                    <p:set>
                                      <p:cBhvr>
                                        <p:cTn id="133" dur="1" fill="hold">
                                          <p:stCondLst>
                                            <p:cond delay="0"/>
                                          </p:stCondLst>
                                        </p:cTn>
                                        <p:tgtEl>
                                          <p:spTgt spid="16408"/>
                                        </p:tgtEl>
                                        <p:attrNameLst>
                                          <p:attrName>style.visibility</p:attrName>
                                        </p:attrNameLst>
                                      </p:cBhvr>
                                      <p:to>
                                        <p:strVal val="visible"/>
                                      </p:to>
                                    </p:set>
                                    <p:anim calcmode="lin" valueType="num">
                                      <p:cBhvr additive="base">
                                        <p:cTn id="134" dur="500" fill="hold"/>
                                        <p:tgtEl>
                                          <p:spTgt spid="16408"/>
                                        </p:tgtEl>
                                        <p:attrNameLst>
                                          <p:attrName>ppt_x</p:attrName>
                                        </p:attrNameLst>
                                      </p:cBhvr>
                                      <p:tavLst>
                                        <p:tav tm="0">
                                          <p:val>
                                            <p:strVal val="1+#ppt_w/2"/>
                                          </p:val>
                                        </p:tav>
                                        <p:tav tm="100000">
                                          <p:val>
                                            <p:strVal val="#ppt_x"/>
                                          </p:val>
                                        </p:tav>
                                      </p:tavLst>
                                    </p:anim>
                                    <p:anim calcmode="lin" valueType="num">
                                      <p:cBhvr additive="base">
                                        <p:cTn id="135" dur="500" fill="hold"/>
                                        <p:tgtEl>
                                          <p:spTgt spid="16408"/>
                                        </p:tgtEl>
                                        <p:attrNameLst>
                                          <p:attrName>ppt_y</p:attrName>
                                        </p:attrNameLst>
                                      </p:cBhvr>
                                      <p:tavLst>
                                        <p:tav tm="0">
                                          <p:val>
                                            <p:strVal val="#ppt_y"/>
                                          </p:val>
                                        </p:tav>
                                        <p:tav tm="100000">
                                          <p:val>
                                            <p:strVal val="#ppt_y"/>
                                          </p:val>
                                        </p:tav>
                                      </p:tavLst>
                                    </p:anim>
                                  </p:childTnLst>
                                </p:cTn>
                              </p:par>
                            </p:childTnLst>
                          </p:cTn>
                        </p:par>
                        <p:par>
                          <p:cTn id="136" fill="hold" nodeType="afterGroup">
                            <p:stCondLst>
                              <p:cond delay="15500"/>
                            </p:stCondLst>
                            <p:childTnLst>
                              <p:par>
                                <p:cTn id="137" presetID="2" presetClass="entr" presetSubtype="2" fill="hold" grpId="0" nodeType="afterEffect">
                                  <p:stCondLst>
                                    <p:cond delay="0"/>
                                  </p:stCondLst>
                                  <p:childTnLst>
                                    <p:set>
                                      <p:cBhvr>
                                        <p:cTn id="138" dur="1" fill="hold">
                                          <p:stCondLst>
                                            <p:cond delay="0"/>
                                          </p:stCondLst>
                                        </p:cTn>
                                        <p:tgtEl>
                                          <p:spTgt spid="16410"/>
                                        </p:tgtEl>
                                        <p:attrNameLst>
                                          <p:attrName>style.visibility</p:attrName>
                                        </p:attrNameLst>
                                      </p:cBhvr>
                                      <p:to>
                                        <p:strVal val="visible"/>
                                      </p:to>
                                    </p:set>
                                    <p:anim calcmode="lin" valueType="num">
                                      <p:cBhvr additive="base">
                                        <p:cTn id="139" dur="500" fill="hold"/>
                                        <p:tgtEl>
                                          <p:spTgt spid="16410"/>
                                        </p:tgtEl>
                                        <p:attrNameLst>
                                          <p:attrName>ppt_x</p:attrName>
                                        </p:attrNameLst>
                                      </p:cBhvr>
                                      <p:tavLst>
                                        <p:tav tm="0">
                                          <p:val>
                                            <p:strVal val="1+#ppt_w/2"/>
                                          </p:val>
                                        </p:tav>
                                        <p:tav tm="100000">
                                          <p:val>
                                            <p:strVal val="#ppt_x"/>
                                          </p:val>
                                        </p:tav>
                                      </p:tavLst>
                                    </p:anim>
                                    <p:anim calcmode="lin" valueType="num">
                                      <p:cBhvr additive="base">
                                        <p:cTn id="140" dur="500" fill="hold"/>
                                        <p:tgtEl>
                                          <p:spTgt spid="16410"/>
                                        </p:tgtEl>
                                        <p:attrNameLst>
                                          <p:attrName>ppt_y</p:attrName>
                                        </p:attrNameLst>
                                      </p:cBhvr>
                                      <p:tavLst>
                                        <p:tav tm="0">
                                          <p:val>
                                            <p:strVal val="#ppt_y"/>
                                          </p:val>
                                        </p:tav>
                                        <p:tav tm="100000">
                                          <p:val>
                                            <p:strVal val="#ppt_y"/>
                                          </p:val>
                                        </p:tav>
                                      </p:tavLst>
                                    </p:anim>
                                  </p:childTnLst>
                                </p:cTn>
                              </p:par>
                            </p:childTnLst>
                          </p:cTn>
                        </p:par>
                        <p:par>
                          <p:cTn id="141" fill="hold" nodeType="afterGroup">
                            <p:stCondLst>
                              <p:cond delay="16000"/>
                            </p:stCondLst>
                            <p:childTnLst>
                              <p:par>
                                <p:cTn id="142" presetID="2" presetClass="entr" presetSubtype="4" fill="hold" grpId="0" nodeType="afterEffect">
                                  <p:stCondLst>
                                    <p:cond delay="0"/>
                                  </p:stCondLst>
                                  <p:childTnLst>
                                    <p:set>
                                      <p:cBhvr>
                                        <p:cTn id="143" dur="1" fill="hold">
                                          <p:stCondLst>
                                            <p:cond delay="0"/>
                                          </p:stCondLst>
                                        </p:cTn>
                                        <p:tgtEl>
                                          <p:spTgt spid="16412"/>
                                        </p:tgtEl>
                                        <p:attrNameLst>
                                          <p:attrName>style.visibility</p:attrName>
                                        </p:attrNameLst>
                                      </p:cBhvr>
                                      <p:to>
                                        <p:strVal val="visible"/>
                                      </p:to>
                                    </p:set>
                                    <p:anim calcmode="lin" valueType="num">
                                      <p:cBhvr additive="base">
                                        <p:cTn id="144" dur="500" fill="hold"/>
                                        <p:tgtEl>
                                          <p:spTgt spid="16412"/>
                                        </p:tgtEl>
                                        <p:attrNameLst>
                                          <p:attrName>ppt_x</p:attrName>
                                        </p:attrNameLst>
                                      </p:cBhvr>
                                      <p:tavLst>
                                        <p:tav tm="0">
                                          <p:val>
                                            <p:strVal val="#ppt_x"/>
                                          </p:val>
                                        </p:tav>
                                        <p:tav tm="100000">
                                          <p:val>
                                            <p:strVal val="#ppt_x"/>
                                          </p:val>
                                        </p:tav>
                                      </p:tavLst>
                                    </p:anim>
                                    <p:anim calcmode="lin" valueType="num">
                                      <p:cBhvr additive="base">
                                        <p:cTn id="145" dur="500" fill="hold"/>
                                        <p:tgtEl>
                                          <p:spTgt spid="16412"/>
                                        </p:tgtEl>
                                        <p:attrNameLst>
                                          <p:attrName>ppt_y</p:attrName>
                                        </p:attrNameLst>
                                      </p:cBhvr>
                                      <p:tavLst>
                                        <p:tav tm="0">
                                          <p:val>
                                            <p:strVal val="1+#ppt_h/2"/>
                                          </p:val>
                                        </p:tav>
                                        <p:tav tm="100000">
                                          <p:val>
                                            <p:strVal val="#ppt_y"/>
                                          </p:val>
                                        </p:tav>
                                      </p:tavLst>
                                    </p:anim>
                                  </p:childTnLst>
                                </p:cTn>
                              </p:par>
                            </p:childTnLst>
                          </p:cTn>
                        </p:par>
                        <p:par>
                          <p:cTn id="146" fill="hold" nodeType="afterGroup">
                            <p:stCondLst>
                              <p:cond delay="16500"/>
                            </p:stCondLst>
                            <p:childTnLst>
                              <p:par>
                                <p:cTn id="147" presetID="2" presetClass="entr" presetSubtype="4" fill="hold" grpId="0" nodeType="afterEffect">
                                  <p:stCondLst>
                                    <p:cond delay="0"/>
                                  </p:stCondLst>
                                  <p:childTnLst>
                                    <p:set>
                                      <p:cBhvr>
                                        <p:cTn id="148" dur="1" fill="hold">
                                          <p:stCondLst>
                                            <p:cond delay="0"/>
                                          </p:stCondLst>
                                        </p:cTn>
                                        <p:tgtEl>
                                          <p:spTgt spid="16414"/>
                                        </p:tgtEl>
                                        <p:attrNameLst>
                                          <p:attrName>style.visibility</p:attrName>
                                        </p:attrNameLst>
                                      </p:cBhvr>
                                      <p:to>
                                        <p:strVal val="visible"/>
                                      </p:to>
                                    </p:set>
                                    <p:anim calcmode="lin" valueType="num">
                                      <p:cBhvr additive="base">
                                        <p:cTn id="149" dur="500" fill="hold"/>
                                        <p:tgtEl>
                                          <p:spTgt spid="16414"/>
                                        </p:tgtEl>
                                        <p:attrNameLst>
                                          <p:attrName>ppt_x</p:attrName>
                                        </p:attrNameLst>
                                      </p:cBhvr>
                                      <p:tavLst>
                                        <p:tav tm="0">
                                          <p:val>
                                            <p:strVal val="#ppt_x"/>
                                          </p:val>
                                        </p:tav>
                                        <p:tav tm="100000">
                                          <p:val>
                                            <p:strVal val="#ppt_x"/>
                                          </p:val>
                                        </p:tav>
                                      </p:tavLst>
                                    </p:anim>
                                    <p:anim calcmode="lin" valueType="num">
                                      <p:cBhvr additive="base">
                                        <p:cTn id="150" dur="500" fill="hold"/>
                                        <p:tgtEl>
                                          <p:spTgt spid="164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6" grpId="0" autoUpdateAnimBg="0"/>
      <p:bldP spid="16387" grpId="0" autoUpdateAnimBg="0"/>
      <p:bldP spid="16406" grpId="0" autoUpdateAnimBg="0"/>
      <p:bldP spid="16407" grpId="0" autoUpdateAnimBg="0"/>
      <p:bldP spid="16408" grpId="0" autoUpdateAnimBg="0"/>
      <p:bldP spid="16409" grpId="0" autoUpdateAnimBg="0"/>
      <p:bldP spid="16410" grpId="0" autoUpdateAnimBg="0"/>
      <p:bldP spid="16411" grpId="0" autoUpdateAnimBg="0"/>
      <p:bldP spid="16412" grpId="0" autoUpdateAnimBg="0"/>
      <p:bldP spid="16413" grpId="0" autoUpdateAnimBg="0"/>
      <p:bldP spid="16414" grpId="0" autoUpdateAnimBg="0"/>
      <p:bldP spid="16415" grpId="0" autoUpdateAnimBg="0"/>
      <p:bldP spid="16416" grpId="0" autoUpdateAnimBg="0"/>
      <p:bldP spid="16417" grpId="0"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17410" name="Group 2"/>
          <p:cNvGrpSpPr>
            <a:grpSpLocks/>
          </p:cNvGrpSpPr>
          <p:nvPr/>
        </p:nvGrpSpPr>
        <p:grpSpPr bwMode="auto">
          <a:xfrm>
            <a:off x="1663700" y="2559050"/>
            <a:ext cx="10401300" cy="11252200"/>
            <a:chOff x="0" y="0"/>
            <a:chExt cx="10401300" cy="11252200"/>
          </a:xfrm>
        </p:grpSpPr>
        <p:sp>
          <p:nvSpPr>
            <p:cNvPr id="17411" name="AutoShape 3"/>
            <p:cNvSpPr>
              <a:spLocks/>
            </p:cNvSpPr>
            <p:nvPr/>
          </p:nvSpPr>
          <p:spPr bwMode="auto">
            <a:xfrm>
              <a:off x="1478992" y="4949085"/>
              <a:ext cx="310309" cy="231562"/>
            </a:xfrm>
            <a:custGeom>
              <a:avLst/>
              <a:gdLst>
                <a:gd name="T0" fmla="*/ 155155 w 21600"/>
                <a:gd name="T1" fmla="*/ 115781 h 21600"/>
                <a:gd name="T2" fmla="*/ 155155 w 21600"/>
                <a:gd name="T3" fmla="*/ 115781 h 21600"/>
                <a:gd name="T4" fmla="*/ 155155 w 21600"/>
                <a:gd name="T5" fmla="*/ 115781 h 21600"/>
                <a:gd name="T6" fmla="*/ 155155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562"/>
                  </a:moveTo>
                  <a:lnTo>
                    <a:pt x="841" y="1098"/>
                  </a:lnTo>
                  <a:lnTo>
                    <a:pt x="0" y="1098"/>
                  </a:lnTo>
                  <a:lnTo>
                    <a:pt x="0" y="2562"/>
                  </a:lnTo>
                  <a:close/>
                  <a:moveTo>
                    <a:pt x="3927" y="1098"/>
                  </a:moveTo>
                  <a:lnTo>
                    <a:pt x="3927" y="0"/>
                  </a:lnTo>
                  <a:lnTo>
                    <a:pt x="3085" y="0"/>
                  </a:lnTo>
                  <a:lnTo>
                    <a:pt x="3085" y="1098"/>
                  </a:lnTo>
                  <a:lnTo>
                    <a:pt x="3927" y="1098"/>
                  </a:lnTo>
                  <a:close/>
                  <a:moveTo>
                    <a:pt x="10379" y="5491"/>
                  </a:moveTo>
                  <a:lnTo>
                    <a:pt x="9257" y="4027"/>
                  </a:lnTo>
                  <a:lnTo>
                    <a:pt x="8135" y="4027"/>
                  </a:lnTo>
                  <a:lnTo>
                    <a:pt x="9257" y="5491"/>
                  </a:lnTo>
                  <a:lnTo>
                    <a:pt x="10379" y="5491"/>
                  </a:lnTo>
                  <a:close/>
                  <a:moveTo>
                    <a:pt x="14306" y="6589"/>
                  </a:moveTo>
                  <a:lnTo>
                    <a:pt x="13464" y="6589"/>
                  </a:lnTo>
                  <a:lnTo>
                    <a:pt x="14306" y="6589"/>
                  </a:lnTo>
                  <a:close/>
                  <a:moveTo>
                    <a:pt x="15428" y="9518"/>
                  </a:moveTo>
                  <a:lnTo>
                    <a:pt x="14306" y="8054"/>
                  </a:lnTo>
                  <a:lnTo>
                    <a:pt x="16550" y="8054"/>
                  </a:lnTo>
                  <a:lnTo>
                    <a:pt x="17672" y="9518"/>
                  </a:lnTo>
                  <a:lnTo>
                    <a:pt x="15428" y="9518"/>
                  </a:lnTo>
                  <a:close/>
                  <a:moveTo>
                    <a:pt x="16550" y="16108"/>
                  </a:moveTo>
                  <a:lnTo>
                    <a:pt x="17672" y="17572"/>
                  </a:lnTo>
                  <a:lnTo>
                    <a:pt x="17672" y="20135"/>
                  </a:lnTo>
                  <a:lnTo>
                    <a:pt x="18514" y="21600"/>
                  </a:lnTo>
                  <a:lnTo>
                    <a:pt x="19636" y="19037"/>
                  </a:lnTo>
                  <a:lnTo>
                    <a:pt x="21599" y="17572"/>
                  </a:lnTo>
                  <a:lnTo>
                    <a:pt x="20758" y="16108"/>
                  </a:lnTo>
                  <a:lnTo>
                    <a:pt x="20758" y="15010"/>
                  </a:lnTo>
                  <a:lnTo>
                    <a:pt x="19636" y="15010"/>
                  </a:lnTo>
                  <a:lnTo>
                    <a:pt x="18514" y="13545"/>
                  </a:lnTo>
                  <a:lnTo>
                    <a:pt x="17672" y="12081"/>
                  </a:lnTo>
                  <a:lnTo>
                    <a:pt x="17672" y="15010"/>
                  </a:lnTo>
                  <a:lnTo>
                    <a:pt x="16550" y="16108"/>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2" name="AutoShape 4"/>
            <p:cNvSpPr>
              <a:spLocks/>
            </p:cNvSpPr>
            <p:nvPr/>
          </p:nvSpPr>
          <p:spPr bwMode="auto">
            <a:xfrm>
              <a:off x="9103658" y="5019729"/>
              <a:ext cx="177318" cy="74571"/>
            </a:xfrm>
            <a:custGeom>
              <a:avLst/>
              <a:gdLst>
                <a:gd name="T0" fmla="*/ 88659 w 21600"/>
                <a:gd name="T1" fmla="*/ 37286 h 21600"/>
                <a:gd name="T2" fmla="*/ 88659 w 21600"/>
                <a:gd name="T3" fmla="*/ 37286 h 21600"/>
                <a:gd name="T4" fmla="*/ 88659 w 21600"/>
                <a:gd name="T5" fmla="*/ 37286 h 21600"/>
                <a:gd name="T6" fmla="*/ 88659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836" y="0"/>
                  </a:moveTo>
                  <a:lnTo>
                    <a:pt x="10800" y="4547"/>
                  </a:lnTo>
                  <a:lnTo>
                    <a:pt x="10800" y="0"/>
                  </a:lnTo>
                  <a:lnTo>
                    <a:pt x="8836" y="0"/>
                  </a:lnTo>
                  <a:close/>
                  <a:moveTo>
                    <a:pt x="1472" y="0"/>
                  </a:moveTo>
                  <a:lnTo>
                    <a:pt x="3436" y="4547"/>
                  </a:lnTo>
                  <a:lnTo>
                    <a:pt x="3436" y="0"/>
                  </a:lnTo>
                  <a:lnTo>
                    <a:pt x="1472" y="0"/>
                  </a:lnTo>
                  <a:close/>
                  <a:moveTo>
                    <a:pt x="0" y="4547"/>
                  </a:moveTo>
                  <a:lnTo>
                    <a:pt x="0" y="9094"/>
                  </a:lnTo>
                  <a:lnTo>
                    <a:pt x="1472" y="9094"/>
                  </a:lnTo>
                  <a:lnTo>
                    <a:pt x="1472" y="4547"/>
                  </a:lnTo>
                  <a:lnTo>
                    <a:pt x="0" y="4547"/>
                  </a:lnTo>
                  <a:close/>
                  <a:moveTo>
                    <a:pt x="21599" y="21600"/>
                  </a:moveTo>
                  <a:lnTo>
                    <a:pt x="19636" y="21600"/>
                  </a:lnTo>
                  <a:lnTo>
                    <a:pt x="21599" y="2160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3" name="AutoShape 5"/>
            <p:cNvSpPr>
              <a:spLocks/>
            </p:cNvSpPr>
            <p:nvPr/>
          </p:nvSpPr>
          <p:spPr bwMode="auto">
            <a:xfrm>
              <a:off x="4880268" y="7437363"/>
              <a:ext cx="132990" cy="74570"/>
            </a:xfrm>
            <a:custGeom>
              <a:avLst/>
              <a:gdLst>
                <a:gd name="T0" fmla="*/ 66495 w 21600"/>
                <a:gd name="T1" fmla="*/ 37285 h 21600"/>
                <a:gd name="T2" fmla="*/ 66495 w 21600"/>
                <a:gd name="T3" fmla="*/ 37285 h 21600"/>
                <a:gd name="T4" fmla="*/ 66495 w 21600"/>
                <a:gd name="T5" fmla="*/ 37285 h 21600"/>
                <a:gd name="T6" fmla="*/ 66495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7052"/>
                  </a:moveTo>
                  <a:lnTo>
                    <a:pt x="18981" y="17052"/>
                  </a:lnTo>
                  <a:lnTo>
                    <a:pt x="18981" y="21600"/>
                  </a:lnTo>
                  <a:lnTo>
                    <a:pt x="21600" y="17052"/>
                  </a:lnTo>
                  <a:close/>
                  <a:moveTo>
                    <a:pt x="11781" y="12505"/>
                  </a:moveTo>
                  <a:lnTo>
                    <a:pt x="14400" y="12505"/>
                  </a:lnTo>
                  <a:lnTo>
                    <a:pt x="14400" y="17052"/>
                  </a:lnTo>
                  <a:lnTo>
                    <a:pt x="11781" y="12505"/>
                  </a:lnTo>
                  <a:close/>
                  <a:moveTo>
                    <a:pt x="9818" y="4547"/>
                  </a:moveTo>
                  <a:lnTo>
                    <a:pt x="9818" y="9094"/>
                  </a:lnTo>
                  <a:lnTo>
                    <a:pt x="9818" y="4547"/>
                  </a:lnTo>
                  <a:close/>
                  <a:moveTo>
                    <a:pt x="0" y="9094"/>
                  </a:moveTo>
                  <a:lnTo>
                    <a:pt x="2618" y="9094"/>
                  </a:lnTo>
                  <a:lnTo>
                    <a:pt x="2618" y="12505"/>
                  </a:lnTo>
                  <a:lnTo>
                    <a:pt x="0" y="12505"/>
                  </a:lnTo>
                  <a:lnTo>
                    <a:pt x="0" y="9094"/>
                  </a:lnTo>
                  <a:close/>
                  <a:moveTo>
                    <a:pt x="2618" y="4547"/>
                  </a:moveTo>
                  <a:lnTo>
                    <a:pt x="4581" y="9094"/>
                  </a:lnTo>
                  <a:lnTo>
                    <a:pt x="4581" y="17052"/>
                  </a:lnTo>
                  <a:lnTo>
                    <a:pt x="2618" y="17052"/>
                  </a:lnTo>
                  <a:lnTo>
                    <a:pt x="4581" y="21600"/>
                  </a:lnTo>
                  <a:lnTo>
                    <a:pt x="7200" y="21600"/>
                  </a:lnTo>
                  <a:lnTo>
                    <a:pt x="7200" y="9094"/>
                  </a:lnTo>
                  <a:lnTo>
                    <a:pt x="4581" y="4547"/>
                  </a:lnTo>
                  <a:lnTo>
                    <a:pt x="4581" y="0"/>
                  </a:lnTo>
                  <a:lnTo>
                    <a:pt x="2618" y="0"/>
                  </a:lnTo>
                  <a:lnTo>
                    <a:pt x="2618" y="454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4" name="AutoShape 6"/>
            <p:cNvSpPr>
              <a:spLocks/>
            </p:cNvSpPr>
            <p:nvPr/>
          </p:nvSpPr>
          <p:spPr bwMode="auto">
            <a:xfrm>
              <a:off x="6685686" y="6330588"/>
              <a:ext cx="209559" cy="74571"/>
            </a:xfrm>
            <a:custGeom>
              <a:avLst/>
              <a:gdLst>
                <a:gd name="T0" fmla="*/ 104780 w 21600"/>
                <a:gd name="T1" fmla="*/ 37286 h 21600"/>
                <a:gd name="T2" fmla="*/ 104780 w 21600"/>
                <a:gd name="T3" fmla="*/ 37286 h 21600"/>
                <a:gd name="T4" fmla="*/ 104780 w 21600"/>
                <a:gd name="T5" fmla="*/ 37286 h 21600"/>
                <a:gd name="T6" fmla="*/ 104780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17052"/>
                  </a:moveTo>
                  <a:lnTo>
                    <a:pt x="21599" y="21600"/>
                  </a:lnTo>
                  <a:lnTo>
                    <a:pt x="18276" y="21600"/>
                  </a:lnTo>
                  <a:lnTo>
                    <a:pt x="18276" y="17052"/>
                  </a:lnTo>
                  <a:close/>
                  <a:moveTo>
                    <a:pt x="19938" y="9094"/>
                  </a:moveTo>
                  <a:lnTo>
                    <a:pt x="18276" y="9094"/>
                  </a:lnTo>
                  <a:lnTo>
                    <a:pt x="19938" y="12505"/>
                  </a:lnTo>
                  <a:lnTo>
                    <a:pt x="19938" y="9094"/>
                  </a:lnTo>
                  <a:close/>
                  <a:moveTo>
                    <a:pt x="12046" y="12505"/>
                  </a:moveTo>
                  <a:lnTo>
                    <a:pt x="12046" y="17052"/>
                  </a:lnTo>
                  <a:lnTo>
                    <a:pt x="13707" y="17052"/>
                  </a:lnTo>
                  <a:lnTo>
                    <a:pt x="12046" y="12505"/>
                  </a:lnTo>
                  <a:close/>
                  <a:moveTo>
                    <a:pt x="9138" y="0"/>
                  </a:moveTo>
                  <a:lnTo>
                    <a:pt x="12046" y="0"/>
                  </a:lnTo>
                  <a:lnTo>
                    <a:pt x="12046" y="4547"/>
                  </a:lnTo>
                  <a:lnTo>
                    <a:pt x="10800" y="4547"/>
                  </a:lnTo>
                  <a:lnTo>
                    <a:pt x="9138" y="0"/>
                  </a:lnTo>
                  <a:close/>
                  <a:moveTo>
                    <a:pt x="1661" y="9094"/>
                  </a:moveTo>
                  <a:lnTo>
                    <a:pt x="0" y="9094"/>
                  </a:lnTo>
                  <a:lnTo>
                    <a:pt x="1661" y="9094"/>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5" name="AutoShape 7"/>
            <p:cNvSpPr>
              <a:spLocks/>
            </p:cNvSpPr>
            <p:nvPr/>
          </p:nvSpPr>
          <p:spPr bwMode="auto">
            <a:xfrm>
              <a:off x="6520457" y="6314888"/>
              <a:ext cx="132991" cy="47100"/>
            </a:xfrm>
            <a:custGeom>
              <a:avLst/>
              <a:gdLst>
                <a:gd name="T0" fmla="*/ 66496 w 21600"/>
                <a:gd name="T1" fmla="*/ 23550 h 21600"/>
                <a:gd name="T2" fmla="*/ 66496 w 21600"/>
                <a:gd name="T3" fmla="*/ 23550 h 21600"/>
                <a:gd name="T4" fmla="*/ 66496 w 21600"/>
                <a:gd name="T5" fmla="*/ 23550 h 21600"/>
                <a:gd name="T6" fmla="*/ 66496 w 21600"/>
                <a:gd name="T7" fmla="*/ 235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400"/>
                  </a:moveTo>
                  <a:lnTo>
                    <a:pt x="21600" y="14400"/>
                  </a:lnTo>
                  <a:lnTo>
                    <a:pt x="19636" y="14400"/>
                  </a:lnTo>
                  <a:close/>
                  <a:moveTo>
                    <a:pt x="17018" y="0"/>
                  </a:moveTo>
                  <a:lnTo>
                    <a:pt x="2618" y="0"/>
                  </a:lnTo>
                  <a:lnTo>
                    <a:pt x="2618" y="7199"/>
                  </a:lnTo>
                  <a:lnTo>
                    <a:pt x="0" y="7199"/>
                  </a:lnTo>
                  <a:lnTo>
                    <a:pt x="0" y="21600"/>
                  </a:lnTo>
                  <a:lnTo>
                    <a:pt x="7200" y="21600"/>
                  </a:lnTo>
                  <a:lnTo>
                    <a:pt x="12436" y="14400"/>
                  </a:lnTo>
                  <a:lnTo>
                    <a:pt x="12436" y="21600"/>
                  </a:lnTo>
                  <a:lnTo>
                    <a:pt x="17018" y="14400"/>
                  </a:lnTo>
                  <a:lnTo>
                    <a:pt x="19636" y="7199"/>
                  </a:lnTo>
                  <a:lnTo>
                    <a:pt x="17018" y="7199"/>
                  </a:lnTo>
                  <a:lnTo>
                    <a:pt x="17018"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6" name="AutoShape 8"/>
            <p:cNvSpPr>
              <a:spLocks/>
            </p:cNvSpPr>
            <p:nvPr/>
          </p:nvSpPr>
          <p:spPr bwMode="auto">
            <a:xfrm>
              <a:off x="6206126" y="6228547"/>
              <a:ext cx="253889" cy="145218"/>
            </a:xfrm>
            <a:custGeom>
              <a:avLst/>
              <a:gdLst>
                <a:gd name="T0" fmla="*/ 126945 w 21600"/>
                <a:gd name="T1" fmla="*/ 72609 h 21600"/>
                <a:gd name="T2" fmla="*/ 126945 w 21600"/>
                <a:gd name="T3" fmla="*/ 72609 h 21600"/>
                <a:gd name="T4" fmla="*/ 126945 w 21600"/>
                <a:gd name="T5" fmla="*/ 72609 h 21600"/>
                <a:gd name="T6" fmla="*/ 126945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200" y="15178"/>
                  </a:moveTo>
                  <a:lnTo>
                    <a:pt x="20571" y="17513"/>
                  </a:lnTo>
                  <a:lnTo>
                    <a:pt x="19200" y="17513"/>
                  </a:lnTo>
                  <a:lnTo>
                    <a:pt x="19200" y="15178"/>
                  </a:lnTo>
                  <a:close/>
                  <a:moveTo>
                    <a:pt x="2742" y="2335"/>
                  </a:moveTo>
                  <a:lnTo>
                    <a:pt x="1371" y="4670"/>
                  </a:lnTo>
                  <a:lnTo>
                    <a:pt x="2742" y="6421"/>
                  </a:lnTo>
                  <a:lnTo>
                    <a:pt x="2742" y="8756"/>
                  </a:lnTo>
                  <a:lnTo>
                    <a:pt x="1371" y="8756"/>
                  </a:lnTo>
                  <a:lnTo>
                    <a:pt x="1371" y="12843"/>
                  </a:lnTo>
                  <a:lnTo>
                    <a:pt x="0" y="15178"/>
                  </a:lnTo>
                  <a:lnTo>
                    <a:pt x="0" y="17513"/>
                  </a:lnTo>
                  <a:lnTo>
                    <a:pt x="1371" y="17513"/>
                  </a:lnTo>
                  <a:lnTo>
                    <a:pt x="1371" y="19848"/>
                  </a:lnTo>
                  <a:lnTo>
                    <a:pt x="2742" y="21599"/>
                  </a:lnTo>
                  <a:lnTo>
                    <a:pt x="5142" y="17513"/>
                  </a:lnTo>
                  <a:lnTo>
                    <a:pt x="5142" y="15178"/>
                  </a:lnTo>
                  <a:lnTo>
                    <a:pt x="6514" y="15178"/>
                  </a:lnTo>
                  <a:lnTo>
                    <a:pt x="7885" y="12843"/>
                  </a:lnTo>
                  <a:lnTo>
                    <a:pt x="8914" y="15178"/>
                  </a:lnTo>
                  <a:lnTo>
                    <a:pt x="8914" y="17513"/>
                  </a:lnTo>
                  <a:lnTo>
                    <a:pt x="11657" y="12843"/>
                  </a:lnTo>
                  <a:lnTo>
                    <a:pt x="16457" y="12843"/>
                  </a:lnTo>
                  <a:lnTo>
                    <a:pt x="17828" y="15178"/>
                  </a:lnTo>
                  <a:lnTo>
                    <a:pt x="20571" y="15178"/>
                  </a:lnTo>
                  <a:lnTo>
                    <a:pt x="20571" y="12843"/>
                  </a:lnTo>
                  <a:lnTo>
                    <a:pt x="21599" y="12843"/>
                  </a:lnTo>
                  <a:lnTo>
                    <a:pt x="21599" y="11091"/>
                  </a:lnTo>
                  <a:lnTo>
                    <a:pt x="19200" y="8756"/>
                  </a:lnTo>
                  <a:lnTo>
                    <a:pt x="15428" y="8756"/>
                  </a:lnTo>
                  <a:lnTo>
                    <a:pt x="14057" y="6421"/>
                  </a:lnTo>
                  <a:lnTo>
                    <a:pt x="11657" y="6421"/>
                  </a:lnTo>
                  <a:lnTo>
                    <a:pt x="12685" y="4670"/>
                  </a:lnTo>
                  <a:lnTo>
                    <a:pt x="14057" y="6421"/>
                  </a:lnTo>
                  <a:lnTo>
                    <a:pt x="17828" y="6421"/>
                  </a:lnTo>
                  <a:lnTo>
                    <a:pt x="16457" y="4670"/>
                  </a:lnTo>
                  <a:lnTo>
                    <a:pt x="14057" y="4670"/>
                  </a:lnTo>
                  <a:lnTo>
                    <a:pt x="12685" y="2335"/>
                  </a:lnTo>
                  <a:lnTo>
                    <a:pt x="11657" y="2335"/>
                  </a:lnTo>
                  <a:lnTo>
                    <a:pt x="6514" y="0"/>
                  </a:lnTo>
                  <a:lnTo>
                    <a:pt x="2742" y="0"/>
                  </a:lnTo>
                  <a:lnTo>
                    <a:pt x="2742" y="2335"/>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7" name="AutoShape 9"/>
            <p:cNvSpPr>
              <a:spLocks/>
            </p:cNvSpPr>
            <p:nvPr/>
          </p:nvSpPr>
          <p:spPr bwMode="auto">
            <a:xfrm>
              <a:off x="7608542" y="172685"/>
              <a:ext cx="2792758" cy="3175109"/>
            </a:xfrm>
            <a:custGeom>
              <a:avLst/>
              <a:gdLst>
                <a:gd name="T0" fmla="*/ 1396379 w 21600"/>
                <a:gd name="T1" fmla="*/ 1587555 h 21600"/>
                <a:gd name="T2" fmla="*/ 1396379 w 21600"/>
                <a:gd name="T3" fmla="*/ 1587555 h 21600"/>
                <a:gd name="T4" fmla="*/ 1396379 w 21600"/>
                <a:gd name="T5" fmla="*/ 1587555 h 21600"/>
                <a:gd name="T6" fmla="*/ 1396379 w 21600"/>
                <a:gd name="T7" fmla="*/ 15875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52" y="21401"/>
                  </a:moveTo>
                  <a:cubicBezTo>
                    <a:pt x="6121" y="21302"/>
                    <a:pt x="6121" y="21302"/>
                    <a:pt x="6121" y="21302"/>
                  </a:cubicBezTo>
                  <a:cubicBezTo>
                    <a:pt x="6006" y="21302"/>
                    <a:pt x="6006" y="21302"/>
                    <a:pt x="6006" y="21302"/>
                  </a:cubicBezTo>
                  <a:cubicBezTo>
                    <a:pt x="6006" y="21203"/>
                    <a:pt x="6006" y="21203"/>
                    <a:pt x="6006" y="21203"/>
                  </a:cubicBezTo>
                  <a:cubicBezTo>
                    <a:pt x="6006" y="21203"/>
                    <a:pt x="6006" y="21203"/>
                    <a:pt x="6006" y="21203"/>
                  </a:cubicBezTo>
                  <a:cubicBezTo>
                    <a:pt x="6121" y="21203"/>
                    <a:pt x="6121" y="21203"/>
                    <a:pt x="6121" y="21203"/>
                  </a:cubicBezTo>
                  <a:cubicBezTo>
                    <a:pt x="6121" y="21104"/>
                    <a:pt x="6121" y="21104"/>
                    <a:pt x="6121" y="21104"/>
                  </a:cubicBezTo>
                  <a:cubicBezTo>
                    <a:pt x="6006" y="21104"/>
                    <a:pt x="6006" y="21104"/>
                    <a:pt x="6006" y="21104"/>
                  </a:cubicBezTo>
                  <a:cubicBezTo>
                    <a:pt x="6006" y="21203"/>
                    <a:pt x="6006" y="21203"/>
                    <a:pt x="6006" y="21203"/>
                  </a:cubicBezTo>
                  <a:cubicBezTo>
                    <a:pt x="5890" y="21203"/>
                    <a:pt x="5890" y="21203"/>
                    <a:pt x="5890" y="21203"/>
                  </a:cubicBezTo>
                  <a:cubicBezTo>
                    <a:pt x="5890" y="21302"/>
                    <a:pt x="5890" y="21302"/>
                    <a:pt x="5890" y="21302"/>
                  </a:cubicBezTo>
                  <a:cubicBezTo>
                    <a:pt x="5890" y="21302"/>
                    <a:pt x="5890" y="21302"/>
                    <a:pt x="5890" y="21302"/>
                  </a:cubicBezTo>
                  <a:cubicBezTo>
                    <a:pt x="5775" y="21302"/>
                    <a:pt x="5775" y="21302"/>
                    <a:pt x="5775" y="21302"/>
                  </a:cubicBezTo>
                  <a:cubicBezTo>
                    <a:pt x="5775" y="21302"/>
                    <a:pt x="5775" y="21302"/>
                    <a:pt x="5775" y="21302"/>
                  </a:cubicBezTo>
                  <a:cubicBezTo>
                    <a:pt x="5775" y="21401"/>
                    <a:pt x="5775" y="21401"/>
                    <a:pt x="5775" y="21401"/>
                  </a:cubicBezTo>
                  <a:cubicBezTo>
                    <a:pt x="5775" y="21401"/>
                    <a:pt x="5775" y="21401"/>
                    <a:pt x="5775" y="21401"/>
                  </a:cubicBezTo>
                  <a:cubicBezTo>
                    <a:pt x="5775" y="21401"/>
                    <a:pt x="5775" y="21401"/>
                    <a:pt x="5775" y="21401"/>
                  </a:cubicBezTo>
                  <a:cubicBezTo>
                    <a:pt x="5775" y="21302"/>
                    <a:pt x="5775" y="21302"/>
                    <a:pt x="5775" y="21302"/>
                  </a:cubicBezTo>
                  <a:cubicBezTo>
                    <a:pt x="5775" y="21203"/>
                    <a:pt x="5775" y="21203"/>
                    <a:pt x="5775" y="21203"/>
                  </a:cubicBezTo>
                  <a:cubicBezTo>
                    <a:pt x="5775" y="21203"/>
                    <a:pt x="5775" y="21203"/>
                    <a:pt x="5775" y="21203"/>
                  </a:cubicBezTo>
                  <a:cubicBezTo>
                    <a:pt x="5890" y="21104"/>
                    <a:pt x="5890" y="21104"/>
                    <a:pt x="5890" y="21104"/>
                  </a:cubicBezTo>
                  <a:cubicBezTo>
                    <a:pt x="5890" y="21104"/>
                    <a:pt x="5890" y="21104"/>
                    <a:pt x="5890" y="21104"/>
                  </a:cubicBezTo>
                  <a:cubicBezTo>
                    <a:pt x="5775" y="21104"/>
                    <a:pt x="5775" y="21104"/>
                    <a:pt x="5775" y="21104"/>
                  </a:cubicBezTo>
                  <a:cubicBezTo>
                    <a:pt x="5775" y="21203"/>
                    <a:pt x="5775" y="21203"/>
                    <a:pt x="5775" y="21203"/>
                  </a:cubicBezTo>
                  <a:cubicBezTo>
                    <a:pt x="5659" y="21302"/>
                    <a:pt x="5659" y="21302"/>
                    <a:pt x="5659" y="21302"/>
                  </a:cubicBezTo>
                  <a:cubicBezTo>
                    <a:pt x="5659" y="21302"/>
                    <a:pt x="5659" y="21302"/>
                    <a:pt x="5659" y="21302"/>
                  </a:cubicBezTo>
                  <a:cubicBezTo>
                    <a:pt x="5659" y="21203"/>
                    <a:pt x="5659" y="21203"/>
                    <a:pt x="5659" y="21203"/>
                  </a:cubicBezTo>
                  <a:cubicBezTo>
                    <a:pt x="5659" y="21203"/>
                    <a:pt x="5659" y="21203"/>
                    <a:pt x="5659" y="21203"/>
                  </a:cubicBezTo>
                  <a:cubicBezTo>
                    <a:pt x="5775" y="21104"/>
                    <a:pt x="5775" y="21104"/>
                    <a:pt x="5775" y="21104"/>
                  </a:cubicBezTo>
                  <a:cubicBezTo>
                    <a:pt x="5775" y="21005"/>
                    <a:pt x="5775" y="21005"/>
                    <a:pt x="5775" y="21005"/>
                  </a:cubicBezTo>
                  <a:cubicBezTo>
                    <a:pt x="5775" y="21005"/>
                    <a:pt x="5775" y="21005"/>
                    <a:pt x="5775" y="21005"/>
                  </a:cubicBezTo>
                  <a:cubicBezTo>
                    <a:pt x="5659" y="21005"/>
                    <a:pt x="5659" y="21005"/>
                    <a:pt x="5659" y="21005"/>
                  </a:cubicBezTo>
                  <a:cubicBezTo>
                    <a:pt x="5659" y="21104"/>
                    <a:pt x="5659" y="21104"/>
                    <a:pt x="5659" y="21104"/>
                  </a:cubicBezTo>
                  <a:cubicBezTo>
                    <a:pt x="5544" y="21104"/>
                    <a:pt x="5544" y="21104"/>
                    <a:pt x="5544" y="21104"/>
                  </a:cubicBezTo>
                  <a:cubicBezTo>
                    <a:pt x="5544" y="21104"/>
                    <a:pt x="5544" y="21104"/>
                    <a:pt x="5544" y="21104"/>
                  </a:cubicBezTo>
                  <a:cubicBezTo>
                    <a:pt x="5544" y="21005"/>
                    <a:pt x="5544" y="21005"/>
                    <a:pt x="5544" y="21005"/>
                  </a:cubicBezTo>
                  <a:cubicBezTo>
                    <a:pt x="5659" y="21005"/>
                    <a:pt x="5659" y="21005"/>
                    <a:pt x="5659" y="21005"/>
                  </a:cubicBezTo>
                  <a:cubicBezTo>
                    <a:pt x="5659" y="21005"/>
                    <a:pt x="5659" y="21005"/>
                    <a:pt x="5659" y="21005"/>
                  </a:cubicBezTo>
                  <a:cubicBezTo>
                    <a:pt x="5544" y="21005"/>
                    <a:pt x="5544" y="21005"/>
                    <a:pt x="5544" y="21005"/>
                  </a:cubicBezTo>
                  <a:cubicBezTo>
                    <a:pt x="5544" y="21005"/>
                    <a:pt x="5544" y="21005"/>
                    <a:pt x="5544" y="21005"/>
                  </a:cubicBezTo>
                  <a:cubicBezTo>
                    <a:pt x="5428" y="21005"/>
                    <a:pt x="5428" y="21005"/>
                    <a:pt x="5428" y="21005"/>
                  </a:cubicBezTo>
                  <a:cubicBezTo>
                    <a:pt x="5428" y="21104"/>
                    <a:pt x="5428" y="21104"/>
                    <a:pt x="5428" y="21104"/>
                  </a:cubicBezTo>
                  <a:cubicBezTo>
                    <a:pt x="5428" y="21005"/>
                    <a:pt x="5428" y="21005"/>
                    <a:pt x="5428" y="21005"/>
                  </a:cubicBezTo>
                  <a:cubicBezTo>
                    <a:pt x="5428" y="21005"/>
                    <a:pt x="5428" y="21005"/>
                    <a:pt x="5428" y="21005"/>
                  </a:cubicBezTo>
                  <a:cubicBezTo>
                    <a:pt x="5428" y="21005"/>
                    <a:pt x="5428" y="21005"/>
                    <a:pt x="5428" y="21005"/>
                  </a:cubicBezTo>
                  <a:cubicBezTo>
                    <a:pt x="5313" y="21005"/>
                    <a:pt x="5313" y="21005"/>
                    <a:pt x="5313" y="21005"/>
                  </a:cubicBezTo>
                  <a:cubicBezTo>
                    <a:pt x="5313" y="21005"/>
                    <a:pt x="5313" y="21005"/>
                    <a:pt x="5313" y="21005"/>
                  </a:cubicBezTo>
                  <a:cubicBezTo>
                    <a:pt x="5313" y="21005"/>
                    <a:pt x="5313" y="21005"/>
                    <a:pt x="5313" y="21005"/>
                  </a:cubicBezTo>
                  <a:cubicBezTo>
                    <a:pt x="5428" y="20906"/>
                    <a:pt x="5428" y="20906"/>
                    <a:pt x="5428" y="20906"/>
                  </a:cubicBezTo>
                  <a:cubicBezTo>
                    <a:pt x="5428" y="20807"/>
                    <a:pt x="5428" y="20807"/>
                    <a:pt x="5428" y="20807"/>
                  </a:cubicBezTo>
                  <a:cubicBezTo>
                    <a:pt x="5544" y="20807"/>
                    <a:pt x="5544" y="20807"/>
                    <a:pt x="5544" y="20807"/>
                  </a:cubicBezTo>
                  <a:cubicBezTo>
                    <a:pt x="5659" y="20807"/>
                    <a:pt x="5659" y="20807"/>
                    <a:pt x="5659" y="20807"/>
                  </a:cubicBezTo>
                  <a:cubicBezTo>
                    <a:pt x="5659" y="20807"/>
                    <a:pt x="5659" y="20807"/>
                    <a:pt x="5659" y="20807"/>
                  </a:cubicBezTo>
                  <a:cubicBezTo>
                    <a:pt x="5544" y="20807"/>
                    <a:pt x="5544" y="20807"/>
                    <a:pt x="5544" y="20807"/>
                  </a:cubicBezTo>
                  <a:cubicBezTo>
                    <a:pt x="5428" y="20807"/>
                    <a:pt x="5428" y="20807"/>
                    <a:pt x="5428" y="20807"/>
                  </a:cubicBezTo>
                  <a:cubicBezTo>
                    <a:pt x="5428" y="20807"/>
                    <a:pt x="5428" y="20807"/>
                    <a:pt x="5428" y="20807"/>
                  </a:cubicBezTo>
                  <a:cubicBezTo>
                    <a:pt x="5428" y="20807"/>
                    <a:pt x="5428" y="20807"/>
                    <a:pt x="5428" y="20807"/>
                  </a:cubicBezTo>
                  <a:cubicBezTo>
                    <a:pt x="5544" y="20807"/>
                    <a:pt x="5544" y="20807"/>
                    <a:pt x="5544" y="20807"/>
                  </a:cubicBezTo>
                  <a:cubicBezTo>
                    <a:pt x="5544" y="20708"/>
                    <a:pt x="5544" y="20708"/>
                    <a:pt x="5544" y="20708"/>
                  </a:cubicBezTo>
                  <a:cubicBezTo>
                    <a:pt x="5659" y="20708"/>
                    <a:pt x="5659" y="20708"/>
                    <a:pt x="5659" y="20708"/>
                  </a:cubicBezTo>
                  <a:cubicBezTo>
                    <a:pt x="5775" y="20708"/>
                    <a:pt x="5775" y="20708"/>
                    <a:pt x="5775" y="20708"/>
                  </a:cubicBezTo>
                  <a:cubicBezTo>
                    <a:pt x="5775" y="20609"/>
                    <a:pt x="5775" y="20609"/>
                    <a:pt x="5775" y="20609"/>
                  </a:cubicBezTo>
                  <a:cubicBezTo>
                    <a:pt x="5659" y="20609"/>
                    <a:pt x="5659" y="20609"/>
                    <a:pt x="5659" y="20609"/>
                  </a:cubicBezTo>
                  <a:cubicBezTo>
                    <a:pt x="5659" y="20609"/>
                    <a:pt x="5659" y="20609"/>
                    <a:pt x="5659" y="20609"/>
                  </a:cubicBezTo>
                  <a:cubicBezTo>
                    <a:pt x="5544" y="20708"/>
                    <a:pt x="5544" y="20708"/>
                    <a:pt x="5544" y="20708"/>
                  </a:cubicBezTo>
                  <a:cubicBezTo>
                    <a:pt x="5428" y="20708"/>
                    <a:pt x="5428" y="20708"/>
                    <a:pt x="5428" y="20708"/>
                  </a:cubicBezTo>
                  <a:cubicBezTo>
                    <a:pt x="5313" y="20807"/>
                    <a:pt x="5313" y="20807"/>
                    <a:pt x="5313" y="20807"/>
                  </a:cubicBezTo>
                  <a:cubicBezTo>
                    <a:pt x="5313" y="20708"/>
                    <a:pt x="5313" y="20708"/>
                    <a:pt x="5313" y="20708"/>
                  </a:cubicBezTo>
                  <a:cubicBezTo>
                    <a:pt x="5313" y="20708"/>
                    <a:pt x="5313" y="20708"/>
                    <a:pt x="5313" y="20708"/>
                  </a:cubicBezTo>
                  <a:cubicBezTo>
                    <a:pt x="5428" y="20708"/>
                    <a:pt x="5428" y="20708"/>
                    <a:pt x="5428" y="20708"/>
                  </a:cubicBezTo>
                  <a:cubicBezTo>
                    <a:pt x="5428" y="20609"/>
                    <a:pt x="5428" y="20609"/>
                    <a:pt x="5428" y="20609"/>
                  </a:cubicBezTo>
                  <a:cubicBezTo>
                    <a:pt x="5428" y="20609"/>
                    <a:pt x="5428" y="20609"/>
                    <a:pt x="5428" y="20609"/>
                  </a:cubicBezTo>
                  <a:cubicBezTo>
                    <a:pt x="5428" y="20510"/>
                    <a:pt x="5428" y="20510"/>
                    <a:pt x="5428" y="20510"/>
                  </a:cubicBezTo>
                  <a:cubicBezTo>
                    <a:pt x="5428" y="20510"/>
                    <a:pt x="5428" y="20510"/>
                    <a:pt x="5428" y="20510"/>
                  </a:cubicBezTo>
                  <a:cubicBezTo>
                    <a:pt x="5313" y="20510"/>
                    <a:pt x="5313" y="20510"/>
                    <a:pt x="5313" y="20510"/>
                  </a:cubicBezTo>
                  <a:cubicBezTo>
                    <a:pt x="5313" y="20510"/>
                    <a:pt x="5313" y="20510"/>
                    <a:pt x="5313" y="20510"/>
                  </a:cubicBezTo>
                  <a:cubicBezTo>
                    <a:pt x="5428" y="20609"/>
                    <a:pt x="5428" y="20609"/>
                    <a:pt x="5428" y="20609"/>
                  </a:cubicBezTo>
                  <a:cubicBezTo>
                    <a:pt x="5428" y="20609"/>
                    <a:pt x="5428" y="20609"/>
                    <a:pt x="5428" y="20609"/>
                  </a:cubicBezTo>
                  <a:cubicBezTo>
                    <a:pt x="5313" y="20609"/>
                    <a:pt x="5313" y="20609"/>
                    <a:pt x="5313" y="20609"/>
                  </a:cubicBezTo>
                  <a:cubicBezTo>
                    <a:pt x="5197" y="20609"/>
                    <a:pt x="5197" y="20609"/>
                    <a:pt x="5197" y="20609"/>
                  </a:cubicBezTo>
                  <a:cubicBezTo>
                    <a:pt x="5197" y="20609"/>
                    <a:pt x="5197" y="20609"/>
                    <a:pt x="5197" y="20609"/>
                  </a:cubicBezTo>
                  <a:cubicBezTo>
                    <a:pt x="5082" y="20609"/>
                    <a:pt x="5082" y="20609"/>
                    <a:pt x="5082" y="20609"/>
                  </a:cubicBezTo>
                  <a:cubicBezTo>
                    <a:pt x="5082" y="20708"/>
                    <a:pt x="5082" y="20708"/>
                    <a:pt x="5082" y="20708"/>
                  </a:cubicBezTo>
                  <a:cubicBezTo>
                    <a:pt x="5082" y="20708"/>
                    <a:pt x="5082" y="20708"/>
                    <a:pt x="5082" y="20708"/>
                  </a:cubicBezTo>
                  <a:cubicBezTo>
                    <a:pt x="4966" y="20708"/>
                    <a:pt x="4966" y="20708"/>
                    <a:pt x="4966" y="20708"/>
                  </a:cubicBezTo>
                  <a:cubicBezTo>
                    <a:pt x="4966" y="20708"/>
                    <a:pt x="4966" y="20708"/>
                    <a:pt x="4966" y="20708"/>
                  </a:cubicBezTo>
                  <a:cubicBezTo>
                    <a:pt x="4851" y="20708"/>
                    <a:pt x="4851" y="20708"/>
                    <a:pt x="4851" y="20708"/>
                  </a:cubicBezTo>
                  <a:cubicBezTo>
                    <a:pt x="4851" y="20708"/>
                    <a:pt x="4851" y="20708"/>
                    <a:pt x="4851" y="20708"/>
                  </a:cubicBezTo>
                  <a:cubicBezTo>
                    <a:pt x="4735" y="20708"/>
                    <a:pt x="4735" y="20708"/>
                    <a:pt x="4735" y="20708"/>
                  </a:cubicBezTo>
                  <a:cubicBezTo>
                    <a:pt x="4735" y="20708"/>
                    <a:pt x="4735" y="20708"/>
                    <a:pt x="4735" y="20708"/>
                  </a:cubicBezTo>
                  <a:cubicBezTo>
                    <a:pt x="4620" y="20708"/>
                    <a:pt x="4620" y="20708"/>
                    <a:pt x="4620" y="20708"/>
                  </a:cubicBezTo>
                  <a:cubicBezTo>
                    <a:pt x="4620" y="20807"/>
                    <a:pt x="4620" y="20807"/>
                    <a:pt x="4620" y="20807"/>
                  </a:cubicBezTo>
                  <a:cubicBezTo>
                    <a:pt x="4620" y="20807"/>
                    <a:pt x="4620" y="20807"/>
                    <a:pt x="4620" y="20807"/>
                  </a:cubicBezTo>
                  <a:cubicBezTo>
                    <a:pt x="4620" y="20807"/>
                    <a:pt x="4620" y="20807"/>
                    <a:pt x="4620" y="20807"/>
                  </a:cubicBezTo>
                  <a:cubicBezTo>
                    <a:pt x="4504" y="20807"/>
                    <a:pt x="4504" y="20807"/>
                    <a:pt x="4504" y="20807"/>
                  </a:cubicBezTo>
                  <a:cubicBezTo>
                    <a:pt x="4504" y="20807"/>
                    <a:pt x="4504" y="20807"/>
                    <a:pt x="4504" y="20807"/>
                  </a:cubicBezTo>
                  <a:cubicBezTo>
                    <a:pt x="4504" y="20708"/>
                    <a:pt x="4504" y="20708"/>
                    <a:pt x="4504" y="20708"/>
                  </a:cubicBezTo>
                  <a:cubicBezTo>
                    <a:pt x="4620" y="20708"/>
                    <a:pt x="4620" y="20708"/>
                    <a:pt x="4620" y="20708"/>
                  </a:cubicBezTo>
                  <a:cubicBezTo>
                    <a:pt x="4620" y="20708"/>
                    <a:pt x="4620" y="20708"/>
                    <a:pt x="4620" y="20708"/>
                  </a:cubicBezTo>
                  <a:cubicBezTo>
                    <a:pt x="4620" y="20609"/>
                    <a:pt x="4620" y="20609"/>
                    <a:pt x="4620" y="20609"/>
                  </a:cubicBezTo>
                  <a:cubicBezTo>
                    <a:pt x="4504" y="20609"/>
                    <a:pt x="4504" y="20609"/>
                    <a:pt x="4504" y="20609"/>
                  </a:cubicBezTo>
                  <a:cubicBezTo>
                    <a:pt x="4504" y="20510"/>
                    <a:pt x="4504" y="20510"/>
                    <a:pt x="4504" y="20510"/>
                  </a:cubicBezTo>
                  <a:cubicBezTo>
                    <a:pt x="4504" y="20510"/>
                    <a:pt x="4504" y="20510"/>
                    <a:pt x="4504" y="20510"/>
                  </a:cubicBezTo>
                  <a:cubicBezTo>
                    <a:pt x="4389" y="20510"/>
                    <a:pt x="4389" y="20510"/>
                    <a:pt x="4389" y="20510"/>
                  </a:cubicBezTo>
                  <a:cubicBezTo>
                    <a:pt x="4389" y="20510"/>
                    <a:pt x="4389" y="20510"/>
                    <a:pt x="4389" y="20510"/>
                  </a:cubicBezTo>
                  <a:cubicBezTo>
                    <a:pt x="4273" y="20510"/>
                    <a:pt x="4273" y="20510"/>
                    <a:pt x="4273" y="20510"/>
                  </a:cubicBezTo>
                  <a:cubicBezTo>
                    <a:pt x="4158" y="20510"/>
                    <a:pt x="4158" y="20510"/>
                    <a:pt x="4158" y="20510"/>
                  </a:cubicBezTo>
                  <a:cubicBezTo>
                    <a:pt x="4158" y="20510"/>
                    <a:pt x="4158" y="20510"/>
                    <a:pt x="4158" y="20510"/>
                  </a:cubicBezTo>
                  <a:cubicBezTo>
                    <a:pt x="4273" y="20411"/>
                    <a:pt x="4273" y="20411"/>
                    <a:pt x="4273" y="20411"/>
                  </a:cubicBezTo>
                  <a:cubicBezTo>
                    <a:pt x="4273" y="20411"/>
                    <a:pt x="4273" y="20411"/>
                    <a:pt x="4273" y="20411"/>
                  </a:cubicBezTo>
                  <a:cubicBezTo>
                    <a:pt x="4158" y="20411"/>
                    <a:pt x="4158" y="20411"/>
                    <a:pt x="4158" y="20411"/>
                  </a:cubicBezTo>
                  <a:cubicBezTo>
                    <a:pt x="4158" y="20411"/>
                    <a:pt x="4158" y="20411"/>
                    <a:pt x="4158" y="20411"/>
                  </a:cubicBezTo>
                  <a:cubicBezTo>
                    <a:pt x="4273" y="20311"/>
                    <a:pt x="4273" y="20311"/>
                    <a:pt x="4273" y="20311"/>
                  </a:cubicBezTo>
                  <a:cubicBezTo>
                    <a:pt x="4389" y="20311"/>
                    <a:pt x="4389" y="20311"/>
                    <a:pt x="4389" y="20311"/>
                  </a:cubicBezTo>
                  <a:cubicBezTo>
                    <a:pt x="4389" y="20311"/>
                    <a:pt x="4389" y="20311"/>
                    <a:pt x="4389" y="20311"/>
                  </a:cubicBezTo>
                  <a:cubicBezTo>
                    <a:pt x="4389" y="20212"/>
                    <a:pt x="4389" y="20212"/>
                    <a:pt x="4389" y="20212"/>
                  </a:cubicBezTo>
                  <a:cubicBezTo>
                    <a:pt x="4273" y="20212"/>
                    <a:pt x="4273" y="20212"/>
                    <a:pt x="4273" y="20212"/>
                  </a:cubicBezTo>
                  <a:cubicBezTo>
                    <a:pt x="4158" y="20311"/>
                    <a:pt x="4158" y="20311"/>
                    <a:pt x="4158" y="20311"/>
                  </a:cubicBezTo>
                  <a:cubicBezTo>
                    <a:pt x="4158" y="20311"/>
                    <a:pt x="4158" y="20311"/>
                    <a:pt x="4158" y="20311"/>
                  </a:cubicBezTo>
                  <a:cubicBezTo>
                    <a:pt x="4042" y="20311"/>
                    <a:pt x="4042" y="20311"/>
                    <a:pt x="4042" y="20311"/>
                  </a:cubicBezTo>
                  <a:cubicBezTo>
                    <a:pt x="3927" y="20311"/>
                    <a:pt x="3927" y="20311"/>
                    <a:pt x="3927" y="20311"/>
                  </a:cubicBezTo>
                  <a:cubicBezTo>
                    <a:pt x="3927" y="20311"/>
                    <a:pt x="3927" y="20311"/>
                    <a:pt x="3927" y="20311"/>
                  </a:cubicBezTo>
                  <a:cubicBezTo>
                    <a:pt x="4042" y="20212"/>
                    <a:pt x="4042" y="20212"/>
                    <a:pt x="4042" y="20212"/>
                  </a:cubicBezTo>
                  <a:cubicBezTo>
                    <a:pt x="4042" y="20212"/>
                    <a:pt x="4042" y="20212"/>
                    <a:pt x="4042" y="20212"/>
                  </a:cubicBezTo>
                  <a:cubicBezTo>
                    <a:pt x="4042" y="20113"/>
                    <a:pt x="4042" y="20113"/>
                    <a:pt x="4042" y="20113"/>
                  </a:cubicBezTo>
                  <a:cubicBezTo>
                    <a:pt x="4158" y="20113"/>
                    <a:pt x="4158" y="20113"/>
                    <a:pt x="4158" y="20113"/>
                  </a:cubicBezTo>
                  <a:cubicBezTo>
                    <a:pt x="4158" y="20113"/>
                    <a:pt x="4158" y="20113"/>
                    <a:pt x="4158" y="20113"/>
                  </a:cubicBezTo>
                  <a:cubicBezTo>
                    <a:pt x="4158" y="20014"/>
                    <a:pt x="4158" y="20014"/>
                    <a:pt x="4158" y="20014"/>
                  </a:cubicBezTo>
                  <a:cubicBezTo>
                    <a:pt x="4158" y="20014"/>
                    <a:pt x="4158" y="20014"/>
                    <a:pt x="4158" y="20014"/>
                  </a:cubicBezTo>
                  <a:cubicBezTo>
                    <a:pt x="4042" y="20113"/>
                    <a:pt x="4042" y="20113"/>
                    <a:pt x="4042" y="20113"/>
                  </a:cubicBezTo>
                  <a:cubicBezTo>
                    <a:pt x="3927" y="20113"/>
                    <a:pt x="3927" y="20113"/>
                    <a:pt x="3927" y="20113"/>
                  </a:cubicBezTo>
                  <a:cubicBezTo>
                    <a:pt x="3927" y="20113"/>
                    <a:pt x="3927" y="20113"/>
                    <a:pt x="3927" y="20113"/>
                  </a:cubicBezTo>
                  <a:cubicBezTo>
                    <a:pt x="3927" y="20014"/>
                    <a:pt x="3927" y="20014"/>
                    <a:pt x="3927" y="20014"/>
                  </a:cubicBezTo>
                  <a:cubicBezTo>
                    <a:pt x="4042" y="20014"/>
                    <a:pt x="4042" y="20014"/>
                    <a:pt x="4042" y="20014"/>
                  </a:cubicBezTo>
                  <a:cubicBezTo>
                    <a:pt x="4042" y="20014"/>
                    <a:pt x="4042" y="20014"/>
                    <a:pt x="4042" y="20014"/>
                  </a:cubicBezTo>
                  <a:cubicBezTo>
                    <a:pt x="4158" y="20014"/>
                    <a:pt x="4158" y="20014"/>
                    <a:pt x="4158" y="20014"/>
                  </a:cubicBezTo>
                  <a:cubicBezTo>
                    <a:pt x="4158" y="19915"/>
                    <a:pt x="4158" y="19915"/>
                    <a:pt x="4158" y="19915"/>
                  </a:cubicBezTo>
                  <a:cubicBezTo>
                    <a:pt x="4158" y="19915"/>
                    <a:pt x="4158" y="19915"/>
                    <a:pt x="4158" y="19915"/>
                  </a:cubicBezTo>
                  <a:cubicBezTo>
                    <a:pt x="4273" y="19915"/>
                    <a:pt x="4273" y="19915"/>
                    <a:pt x="4273" y="19915"/>
                  </a:cubicBezTo>
                  <a:cubicBezTo>
                    <a:pt x="4158" y="19816"/>
                    <a:pt x="4158" y="19816"/>
                    <a:pt x="4158" y="19816"/>
                  </a:cubicBezTo>
                  <a:cubicBezTo>
                    <a:pt x="4042" y="19915"/>
                    <a:pt x="4042" y="19915"/>
                    <a:pt x="4042" y="19915"/>
                  </a:cubicBezTo>
                  <a:cubicBezTo>
                    <a:pt x="4042" y="19915"/>
                    <a:pt x="4042" y="19915"/>
                    <a:pt x="4042" y="19915"/>
                  </a:cubicBezTo>
                  <a:cubicBezTo>
                    <a:pt x="4042" y="19915"/>
                    <a:pt x="4042" y="19915"/>
                    <a:pt x="4042" y="19915"/>
                  </a:cubicBezTo>
                  <a:cubicBezTo>
                    <a:pt x="3927" y="19915"/>
                    <a:pt x="3927" y="19915"/>
                    <a:pt x="3927" y="19915"/>
                  </a:cubicBezTo>
                  <a:cubicBezTo>
                    <a:pt x="3927" y="19915"/>
                    <a:pt x="3927" y="19915"/>
                    <a:pt x="3927" y="19915"/>
                  </a:cubicBezTo>
                  <a:cubicBezTo>
                    <a:pt x="4042" y="19915"/>
                    <a:pt x="4042" y="19915"/>
                    <a:pt x="4042" y="19915"/>
                  </a:cubicBezTo>
                  <a:cubicBezTo>
                    <a:pt x="4042" y="19816"/>
                    <a:pt x="4042" y="19816"/>
                    <a:pt x="4042" y="19816"/>
                  </a:cubicBezTo>
                  <a:cubicBezTo>
                    <a:pt x="3927" y="19816"/>
                    <a:pt x="3927" y="19816"/>
                    <a:pt x="3927" y="19816"/>
                  </a:cubicBezTo>
                  <a:cubicBezTo>
                    <a:pt x="4042" y="19816"/>
                    <a:pt x="4042" y="19816"/>
                    <a:pt x="4042" y="19816"/>
                  </a:cubicBezTo>
                  <a:cubicBezTo>
                    <a:pt x="4042" y="19717"/>
                    <a:pt x="4042" y="19717"/>
                    <a:pt x="4042" y="19717"/>
                  </a:cubicBezTo>
                  <a:cubicBezTo>
                    <a:pt x="3927" y="19717"/>
                    <a:pt x="3927" y="19717"/>
                    <a:pt x="3927" y="19717"/>
                  </a:cubicBezTo>
                  <a:cubicBezTo>
                    <a:pt x="3927" y="19717"/>
                    <a:pt x="3927" y="19717"/>
                    <a:pt x="3927" y="19717"/>
                  </a:cubicBezTo>
                  <a:cubicBezTo>
                    <a:pt x="3927" y="19717"/>
                    <a:pt x="3927" y="19717"/>
                    <a:pt x="3927" y="19717"/>
                  </a:cubicBezTo>
                  <a:cubicBezTo>
                    <a:pt x="3927" y="19717"/>
                    <a:pt x="3927" y="19717"/>
                    <a:pt x="3927" y="19717"/>
                  </a:cubicBezTo>
                  <a:cubicBezTo>
                    <a:pt x="3927" y="19618"/>
                    <a:pt x="3927" y="19618"/>
                    <a:pt x="3927" y="19618"/>
                  </a:cubicBezTo>
                  <a:cubicBezTo>
                    <a:pt x="3811" y="19618"/>
                    <a:pt x="3811" y="19618"/>
                    <a:pt x="3811" y="19618"/>
                  </a:cubicBezTo>
                  <a:cubicBezTo>
                    <a:pt x="3811" y="19618"/>
                    <a:pt x="3811" y="19618"/>
                    <a:pt x="3811" y="19618"/>
                  </a:cubicBezTo>
                  <a:cubicBezTo>
                    <a:pt x="3811" y="19618"/>
                    <a:pt x="3811" y="19618"/>
                    <a:pt x="3811" y="19618"/>
                  </a:cubicBezTo>
                  <a:cubicBezTo>
                    <a:pt x="3696" y="19618"/>
                    <a:pt x="3696" y="19618"/>
                    <a:pt x="3696" y="19618"/>
                  </a:cubicBezTo>
                  <a:cubicBezTo>
                    <a:pt x="3811" y="19519"/>
                    <a:pt x="3811" y="19519"/>
                    <a:pt x="3811" y="19519"/>
                  </a:cubicBezTo>
                  <a:cubicBezTo>
                    <a:pt x="3811" y="19519"/>
                    <a:pt x="3811" y="19519"/>
                    <a:pt x="3811" y="19519"/>
                  </a:cubicBezTo>
                  <a:cubicBezTo>
                    <a:pt x="3927" y="19519"/>
                    <a:pt x="3927" y="19519"/>
                    <a:pt x="3927" y="19519"/>
                  </a:cubicBezTo>
                  <a:cubicBezTo>
                    <a:pt x="3927" y="19420"/>
                    <a:pt x="3927" y="19420"/>
                    <a:pt x="3927" y="19420"/>
                  </a:cubicBezTo>
                  <a:cubicBezTo>
                    <a:pt x="3927" y="19420"/>
                    <a:pt x="3927" y="19420"/>
                    <a:pt x="3927" y="19420"/>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811" y="19321"/>
                    <a:pt x="3811" y="19321"/>
                    <a:pt x="3811" y="19321"/>
                  </a:cubicBezTo>
                  <a:cubicBezTo>
                    <a:pt x="3811" y="19321"/>
                    <a:pt x="3811" y="19321"/>
                    <a:pt x="3811" y="19321"/>
                  </a:cubicBezTo>
                  <a:cubicBezTo>
                    <a:pt x="3696" y="19321"/>
                    <a:pt x="3696" y="19321"/>
                    <a:pt x="3696" y="19321"/>
                  </a:cubicBezTo>
                  <a:cubicBezTo>
                    <a:pt x="3696" y="19321"/>
                    <a:pt x="3696" y="19321"/>
                    <a:pt x="3696" y="19321"/>
                  </a:cubicBezTo>
                  <a:cubicBezTo>
                    <a:pt x="3696" y="19222"/>
                    <a:pt x="3696" y="19222"/>
                    <a:pt x="3696" y="19222"/>
                  </a:cubicBezTo>
                  <a:cubicBezTo>
                    <a:pt x="3696" y="19222"/>
                    <a:pt x="3696" y="19222"/>
                    <a:pt x="3696" y="19222"/>
                  </a:cubicBezTo>
                  <a:cubicBezTo>
                    <a:pt x="3811" y="19122"/>
                    <a:pt x="3811" y="19122"/>
                    <a:pt x="3811" y="19122"/>
                  </a:cubicBezTo>
                  <a:cubicBezTo>
                    <a:pt x="3811" y="19122"/>
                    <a:pt x="3811" y="19122"/>
                    <a:pt x="3811" y="19122"/>
                  </a:cubicBezTo>
                  <a:cubicBezTo>
                    <a:pt x="3811" y="19122"/>
                    <a:pt x="3811" y="19122"/>
                    <a:pt x="3811" y="19122"/>
                  </a:cubicBezTo>
                  <a:cubicBezTo>
                    <a:pt x="3696" y="19122"/>
                    <a:pt x="3696" y="19122"/>
                    <a:pt x="3696" y="19122"/>
                  </a:cubicBezTo>
                  <a:cubicBezTo>
                    <a:pt x="3580" y="19122"/>
                    <a:pt x="3580" y="19122"/>
                    <a:pt x="3580" y="19122"/>
                  </a:cubicBezTo>
                  <a:cubicBezTo>
                    <a:pt x="3580" y="19122"/>
                    <a:pt x="3580" y="19122"/>
                    <a:pt x="3580" y="19122"/>
                  </a:cubicBezTo>
                  <a:cubicBezTo>
                    <a:pt x="3580" y="19122"/>
                    <a:pt x="3580" y="19122"/>
                    <a:pt x="3580" y="19122"/>
                  </a:cubicBezTo>
                  <a:cubicBezTo>
                    <a:pt x="3580" y="19023"/>
                    <a:pt x="3580" y="19023"/>
                    <a:pt x="3580" y="19023"/>
                  </a:cubicBezTo>
                  <a:cubicBezTo>
                    <a:pt x="3580" y="19023"/>
                    <a:pt x="3580" y="19023"/>
                    <a:pt x="3580" y="19023"/>
                  </a:cubicBezTo>
                  <a:cubicBezTo>
                    <a:pt x="3696" y="19023"/>
                    <a:pt x="3696" y="19023"/>
                    <a:pt x="3696" y="19023"/>
                  </a:cubicBezTo>
                  <a:cubicBezTo>
                    <a:pt x="3811" y="19023"/>
                    <a:pt x="3811" y="19023"/>
                    <a:pt x="3811" y="19023"/>
                  </a:cubicBezTo>
                  <a:cubicBezTo>
                    <a:pt x="3811" y="19023"/>
                    <a:pt x="3811" y="19023"/>
                    <a:pt x="3811" y="19023"/>
                  </a:cubicBezTo>
                  <a:cubicBezTo>
                    <a:pt x="3811" y="19023"/>
                    <a:pt x="3811" y="19023"/>
                    <a:pt x="3811" y="19023"/>
                  </a:cubicBezTo>
                  <a:cubicBezTo>
                    <a:pt x="3811" y="19023"/>
                    <a:pt x="3811" y="19023"/>
                    <a:pt x="3811" y="19023"/>
                  </a:cubicBezTo>
                  <a:cubicBezTo>
                    <a:pt x="3696" y="19023"/>
                    <a:pt x="3696" y="19023"/>
                    <a:pt x="3696" y="19023"/>
                  </a:cubicBezTo>
                  <a:cubicBezTo>
                    <a:pt x="3580" y="19023"/>
                    <a:pt x="3580" y="19023"/>
                    <a:pt x="3580" y="19023"/>
                  </a:cubicBezTo>
                  <a:cubicBezTo>
                    <a:pt x="3580" y="19023"/>
                    <a:pt x="3580" y="19023"/>
                    <a:pt x="3580" y="19023"/>
                  </a:cubicBezTo>
                  <a:cubicBezTo>
                    <a:pt x="3465" y="18924"/>
                    <a:pt x="3465" y="18924"/>
                    <a:pt x="3465" y="18924"/>
                  </a:cubicBezTo>
                  <a:cubicBezTo>
                    <a:pt x="3580" y="18924"/>
                    <a:pt x="3580" y="18924"/>
                    <a:pt x="3580" y="18924"/>
                  </a:cubicBezTo>
                  <a:cubicBezTo>
                    <a:pt x="3696" y="18924"/>
                    <a:pt x="3696" y="18924"/>
                    <a:pt x="3696" y="18924"/>
                  </a:cubicBezTo>
                  <a:cubicBezTo>
                    <a:pt x="3811" y="18924"/>
                    <a:pt x="3811" y="18924"/>
                    <a:pt x="3811" y="18924"/>
                  </a:cubicBezTo>
                  <a:cubicBezTo>
                    <a:pt x="3696" y="18825"/>
                    <a:pt x="3696" y="18825"/>
                    <a:pt x="3696" y="18825"/>
                  </a:cubicBezTo>
                  <a:cubicBezTo>
                    <a:pt x="3696" y="18825"/>
                    <a:pt x="3696" y="18825"/>
                    <a:pt x="3696" y="18825"/>
                  </a:cubicBezTo>
                  <a:cubicBezTo>
                    <a:pt x="3580" y="18825"/>
                    <a:pt x="3580" y="18825"/>
                    <a:pt x="3580" y="18825"/>
                  </a:cubicBezTo>
                  <a:cubicBezTo>
                    <a:pt x="3696" y="18825"/>
                    <a:pt x="3696" y="18825"/>
                    <a:pt x="3696" y="18825"/>
                  </a:cubicBezTo>
                  <a:cubicBezTo>
                    <a:pt x="3696" y="18825"/>
                    <a:pt x="3696" y="18825"/>
                    <a:pt x="3696" y="18825"/>
                  </a:cubicBezTo>
                  <a:cubicBezTo>
                    <a:pt x="3811" y="18825"/>
                    <a:pt x="3811" y="18825"/>
                    <a:pt x="3811" y="18825"/>
                  </a:cubicBezTo>
                  <a:cubicBezTo>
                    <a:pt x="3811" y="18825"/>
                    <a:pt x="3811" y="18825"/>
                    <a:pt x="3811" y="18825"/>
                  </a:cubicBezTo>
                  <a:cubicBezTo>
                    <a:pt x="3927" y="18825"/>
                    <a:pt x="3927" y="18825"/>
                    <a:pt x="3927" y="18825"/>
                  </a:cubicBezTo>
                  <a:cubicBezTo>
                    <a:pt x="3927" y="18726"/>
                    <a:pt x="3927" y="18726"/>
                    <a:pt x="3927" y="18726"/>
                  </a:cubicBezTo>
                  <a:cubicBezTo>
                    <a:pt x="3811" y="18726"/>
                    <a:pt x="3811" y="18726"/>
                    <a:pt x="3811" y="18726"/>
                  </a:cubicBezTo>
                  <a:cubicBezTo>
                    <a:pt x="3811" y="18825"/>
                    <a:pt x="3811" y="18825"/>
                    <a:pt x="3811" y="18825"/>
                  </a:cubicBezTo>
                  <a:cubicBezTo>
                    <a:pt x="3696" y="18825"/>
                    <a:pt x="3696" y="18825"/>
                    <a:pt x="3696" y="18825"/>
                  </a:cubicBezTo>
                  <a:cubicBezTo>
                    <a:pt x="3696" y="18726"/>
                    <a:pt x="3696" y="18726"/>
                    <a:pt x="3696" y="18726"/>
                  </a:cubicBezTo>
                  <a:cubicBezTo>
                    <a:pt x="3580" y="18726"/>
                    <a:pt x="3580" y="18726"/>
                    <a:pt x="3580" y="18726"/>
                  </a:cubicBezTo>
                  <a:cubicBezTo>
                    <a:pt x="3580" y="18825"/>
                    <a:pt x="3580" y="18825"/>
                    <a:pt x="3580" y="18825"/>
                  </a:cubicBezTo>
                  <a:cubicBezTo>
                    <a:pt x="3465" y="18825"/>
                    <a:pt x="3465" y="18825"/>
                    <a:pt x="3465" y="18825"/>
                  </a:cubicBezTo>
                  <a:cubicBezTo>
                    <a:pt x="3465" y="18825"/>
                    <a:pt x="3465" y="18825"/>
                    <a:pt x="3465" y="18825"/>
                  </a:cubicBezTo>
                  <a:cubicBezTo>
                    <a:pt x="3465" y="18726"/>
                    <a:pt x="3465" y="18726"/>
                    <a:pt x="3465" y="18726"/>
                  </a:cubicBezTo>
                  <a:cubicBezTo>
                    <a:pt x="3465" y="18726"/>
                    <a:pt x="3465" y="18726"/>
                    <a:pt x="3465" y="18726"/>
                  </a:cubicBezTo>
                  <a:cubicBezTo>
                    <a:pt x="3580" y="18726"/>
                    <a:pt x="3580" y="18726"/>
                    <a:pt x="3580" y="18726"/>
                  </a:cubicBezTo>
                  <a:cubicBezTo>
                    <a:pt x="3696" y="18627"/>
                    <a:pt x="3696" y="18627"/>
                    <a:pt x="3696" y="18627"/>
                  </a:cubicBezTo>
                  <a:cubicBezTo>
                    <a:pt x="3696" y="18627"/>
                    <a:pt x="3696" y="18627"/>
                    <a:pt x="3696" y="18627"/>
                  </a:cubicBezTo>
                  <a:cubicBezTo>
                    <a:pt x="3580" y="18627"/>
                    <a:pt x="3580" y="18627"/>
                    <a:pt x="3580" y="18627"/>
                  </a:cubicBezTo>
                  <a:cubicBezTo>
                    <a:pt x="3465" y="18627"/>
                    <a:pt x="3465" y="18627"/>
                    <a:pt x="3465" y="18627"/>
                  </a:cubicBezTo>
                  <a:cubicBezTo>
                    <a:pt x="3465" y="18627"/>
                    <a:pt x="3465" y="18627"/>
                    <a:pt x="3465" y="18627"/>
                  </a:cubicBezTo>
                  <a:cubicBezTo>
                    <a:pt x="3465" y="18528"/>
                    <a:pt x="3465" y="18528"/>
                    <a:pt x="3465" y="18528"/>
                  </a:cubicBezTo>
                  <a:cubicBezTo>
                    <a:pt x="3580" y="18528"/>
                    <a:pt x="3580" y="18528"/>
                    <a:pt x="3580" y="18528"/>
                  </a:cubicBezTo>
                  <a:cubicBezTo>
                    <a:pt x="3696" y="18528"/>
                    <a:pt x="3696" y="18528"/>
                    <a:pt x="3696" y="18528"/>
                  </a:cubicBezTo>
                  <a:cubicBezTo>
                    <a:pt x="3811" y="18528"/>
                    <a:pt x="3811" y="18528"/>
                    <a:pt x="3811" y="18528"/>
                  </a:cubicBezTo>
                  <a:cubicBezTo>
                    <a:pt x="3927" y="18528"/>
                    <a:pt x="3927" y="18528"/>
                    <a:pt x="3927" y="18528"/>
                  </a:cubicBezTo>
                  <a:cubicBezTo>
                    <a:pt x="4042" y="18429"/>
                    <a:pt x="4042" y="18429"/>
                    <a:pt x="4042" y="18429"/>
                  </a:cubicBezTo>
                  <a:cubicBezTo>
                    <a:pt x="4042" y="18429"/>
                    <a:pt x="4042" y="18429"/>
                    <a:pt x="4042" y="18429"/>
                  </a:cubicBezTo>
                  <a:cubicBezTo>
                    <a:pt x="4042" y="18429"/>
                    <a:pt x="4042" y="18429"/>
                    <a:pt x="4042" y="18429"/>
                  </a:cubicBezTo>
                  <a:cubicBezTo>
                    <a:pt x="3927" y="18429"/>
                    <a:pt x="3927" y="18429"/>
                    <a:pt x="3927" y="18429"/>
                  </a:cubicBezTo>
                  <a:cubicBezTo>
                    <a:pt x="3811" y="18429"/>
                    <a:pt x="3811" y="18429"/>
                    <a:pt x="3811" y="18429"/>
                  </a:cubicBezTo>
                  <a:cubicBezTo>
                    <a:pt x="3696" y="18429"/>
                    <a:pt x="3696" y="18429"/>
                    <a:pt x="3696" y="18429"/>
                  </a:cubicBezTo>
                  <a:cubicBezTo>
                    <a:pt x="3580" y="18528"/>
                    <a:pt x="3580" y="18528"/>
                    <a:pt x="3580" y="18528"/>
                  </a:cubicBezTo>
                  <a:cubicBezTo>
                    <a:pt x="3465" y="18528"/>
                    <a:pt x="3465" y="18528"/>
                    <a:pt x="3465" y="18528"/>
                  </a:cubicBezTo>
                  <a:cubicBezTo>
                    <a:pt x="3465" y="18429"/>
                    <a:pt x="3465" y="18429"/>
                    <a:pt x="3465" y="18429"/>
                  </a:cubicBezTo>
                  <a:cubicBezTo>
                    <a:pt x="3465" y="18429"/>
                    <a:pt x="3465" y="18429"/>
                    <a:pt x="3465" y="18429"/>
                  </a:cubicBezTo>
                  <a:cubicBezTo>
                    <a:pt x="3696" y="18429"/>
                    <a:pt x="3696" y="18429"/>
                    <a:pt x="3696" y="18429"/>
                  </a:cubicBezTo>
                  <a:cubicBezTo>
                    <a:pt x="3696" y="18429"/>
                    <a:pt x="3696" y="18429"/>
                    <a:pt x="3696" y="18429"/>
                  </a:cubicBezTo>
                  <a:cubicBezTo>
                    <a:pt x="3811" y="18330"/>
                    <a:pt x="3811" y="18330"/>
                    <a:pt x="3811" y="18330"/>
                  </a:cubicBezTo>
                  <a:cubicBezTo>
                    <a:pt x="3927" y="18330"/>
                    <a:pt x="3927" y="18330"/>
                    <a:pt x="3927" y="18330"/>
                  </a:cubicBezTo>
                  <a:cubicBezTo>
                    <a:pt x="3927" y="18330"/>
                    <a:pt x="3927" y="18330"/>
                    <a:pt x="3927" y="18330"/>
                  </a:cubicBezTo>
                  <a:cubicBezTo>
                    <a:pt x="4042" y="18429"/>
                    <a:pt x="4042" y="18429"/>
                    <a:pt x="4042" y="18429"/>
                  </a:cubicBezTo>
                  <a:cubicBezTo>
                    <a:pt x="4042" y="18429"/>
                    <a:pt x="4042" y="18429"/>
                    <a:pt x="4042" y="18429"/>
                  </a:cubicBezTo>
                  <a:cubicBezTo>
                    <a:pt x="4042" y="18330"/>
                    <a:pt x="4042" y="18330"/>
                    <a:pt x="4042" y="18330"/>
                  </a:cubicBezTo>
                  <a:cubicBezTo>
                    <a:pt x="4042" y="18330"/>
                    <a:pt x="4042" y="18330"/>
                    <a:pt x="4042" y="18330"/>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4042" y="18231"/>
                    <a:pt x="4042" y="18231"/>
                    <a:pt x="4042" y="18231"/>
                  </a:cubicBezTo>
                  <a:cubicBezTo>
                    <a:pt x="4042" y="18231"/>
                    <a:pt x="4042" y="18231"/>
                    <a:pt x="4042" y="18231"/>
                  </a:cubicBezTo>
                  <a:cubicBezTo>
                    <a:pt x="4042" y="18231"/>
                    <a:pt x="4042" y="18231"/>
                    <a:pt x="4042" y="18231"/>
                  </a:cubicBezTo>
                  <a:cubicBezTo>
                    <a:pt x="4158" y="18330"/>
                    <a:pt x="4158" y="18330"/>
                    <a:pt x="4158" y="18330"/>
                  </a:cubicBezTo>
                  <a:cubicBezTo>
                    <a:pt x="4158" y="18330"/>
                    <a:pt x="4158" y="18330"/>
                    <a:pt x="4158" y="18330"/>
                  </a:cubicBezTo>
                  <a:cubicBezTo>
                    <a:pt x="4273" y="18330"/>
                    <a:pt x="4273" y="18330"/>
                    <a:pt x="4273" y="18330"/>
                  </a:cubicBezTo>
                  <a:cubicBezTo>
                    <a:pt x="4158" y="18231"/>
                    <a:pt x="4158" y="18231"/>
                    <a:pt x="4158" y="18231"/>
                  </a:cubicBezTo>
                  <a:cubicBezTo>
                    <a:pt x="4158" y="18231"/>
                    <a:pt x="4158" y="18231"/>
                    <a:pt x="4158" y="18231"/>
                  </a:cubicBezTo>
                  <a:cubicBezTo>
                    <a:pt x="4158" y="18132"/>
                    <a:pt x="4158" y="18132"/>
                    <a:pt x="4158" y="18132"/>
                  </a:cubicBezTo>
                  <a:cubicBezTo>
                    <a:pt x="4158" y="18033"/>
                    <a:pt x="4158" y="18033"/>
                    <a:pt x="4158" y="18033"/>
                  </a:cubicBezTo>
                  <a:cubicBezTo>
                    <a:pt x="4158" y="18033"/>
                    <a:pt x="4158" y="18033"/>
                    <a:pt x="4158" y="18033"/>
                  </a:cubicBezTo>
                  <a:cubicBezTo>
                    <a:pt x="4158" y="18033"/>
                    <a:pt x="4158" y="18033"/>
                    <a:pt x="4158" y="18033"/>
                  </a:cubicBezTo>
                  <a:cubicBezTo>
                    <a:pt x="4042" y="18132"/>
                    <a:pt x="4042" y="18132"/>
                    <a:pt x="4042" y="18132"/>
                  </a:cubicBezTo>
                  <a:cubicBezTo>
                    <a:pt x="4042" y="18132"/>
                    <a:pt x="4042" y="18132"/>
                    <a:pt x="4042" y="18132"/>
                  </a:cubicBezTo>
                  <a:cubicBezTo>
                    <a:pt x="4042" y="18033"/>
                    <a:pt x="4042" y="18033"/>
                    <a:pt x="4042" y="18033"/>
                  </a:cubicBezTo>
                  <a:cubicBezTo>
                    <a:pt x="3927" y="18033"/>
                    <a:pt x="3927" y="18033"/>
                    <a:pt x="3927" y="18033"/>
                  </a:cubicBezTo>
                  <a:cubicBezTo>
                    <a:pt x="3811" y="18132"/>
                    <a:pt x="3811" y="18132"/>
                    <a:pt x="3811" y="18132"/>
                  </a:cubicBezTo>
                  <a:cubicBezTo>
                    <a:pt x="3811" y="18231"/>
                    <a:pt x="3811" y="18231"/>
                    <a:pt x="3811" y="18231"/>
                  </a:cubicBezTo>
                  <a:cubicBezTo>
                    <a:pt x="3696" y="18132"/>
                    <a:pt x="3696" y="18132"/>
                    <a:pt x="3696" y="18132"/>
                  </a:cubicBezTo>
                  <a:cubicBezTo>
                    <a:pt x="3811" y="18132"/>
                    <a:pt x="3811" y="18132"/>
                    <a:pt x="3811" y="18132"/>
                  </a:cubicBezTo>
                  <a:cubicBezTo>
                    <a:pt x="3811" y="18132"/>
                    <a:pt x="3811" y="18132"/>
                    <a:pt x="3811" y="18132"/>
                  </a:cubicBezTo>
                  <a:cubicBezTo>
                    <a:pt x="3811" y="18132"/>
                    <a:pt x="3811" y="18132"/>
                    <a:pt x="3811" y="18132"/>
                  </a:cubicBezTo>
                  <a:cubicBezTo>
                    <a:pt x="3696" y="18132"/>
                    <a:pt x="3696" y="18132"/>
                    <a:pt x="3696" y="18132"/>
                  </a:cubicBezTo>
                  <a:cubicBezTo>
                    <a:pt x="3696" y="18132"/>
                    <a:pt x="3696" y="18132"/>
                    <a:pt x="3696" y="18132"/>
                  </a:cubicBezTo>
                  <a:cubicBezTo>
                    <a:pt x="3696" y="18132"/>
                    <a:pt x="3696" y="18132"/>
                    <a:pt x="3696" y="18132"/>
                  </a:cubicBezTo>
                  <a:cubicBezTo>
                    <a:pt x="3580" y="18231"/>
                    <a:pt x="3580" y="18231"/>
                    <a:pt x="3580" y="18231"/>
                  </a:cubicBezTo>
                  <a:cubicBezTo>
                    <a:pt x="3465" y="18231"/>
                    <a:pt x="3465" y="18231"/>
                    <a:pt x="3465" y="18231"/>
                  </a:cubicBezTo>
                  <a:cubicBezTo>
                    <a:pt x="3465" y="18330"/>
                    <a:pt x="3465" y="18330"/>
                    <a:pt x="3465" y="18330"/>
                  </a:cubicBezTo>
                  <a:cubicBezTo>
                    <a:pt x="3349" y="18330"/>
                    <a:pt x="3349" y="18330"/>
                    <a:pt x="3349" y="18330"/>
                  </a:cubicBezTo>
                  <a:cubicBezTo>
                    <a:pt x="3349" y="18330"/>
                    <a:pt x="3349" y="18330"/>
                    <a:pt x="3349" y="18330"/>
                  </a:cubicBezTo>
                  <a:cubicBezTo>
                    <a:pt x="3349" y="18231"/>
                    <a:pt x="3349" y="18231"/>
                    <a:pt x="3349" y="18231"/>
                  </a:cubicBezTo>
                  <a:cubicBezTo>
                    <a:pt x="3349" y="18132"/>
                    <a:pt x="3349" y="18132"/>
                    <a:pt x="3349" y="18132"/>
                  </a:cubicBezTo>
                  <a:cubicBezTo>
                    <a:pt x="3349" y="18132"/>
                    <a:pt x="3349" y="18132"/>
                    <a:pt x="3349" y="18132"/>
                  </a:cubicBezTo>
                  <a:cubicBezTo>
                    <a:pt x="3349" y="18033"/>
                    <a:pt x="3349" y="18033"/>
                    <a:pt x="3349" y="18033"/>
                  </a:cubicBezTo>
                  <a:cubicBezTo>
                    <a:pt x="3349" y="18033"/>
                    <a:pt x="3349" y="18033"/>
                    <a:pt x="3349" y="18033"/>
                  </a:cubicBezTo>
                  <a:cubicBezTo>
                    <a:pt x="3465" y="18033"/>
                    <a:pt x="3465" y="18033"/>
                    <a:pt x="3465" y="18033"/>
                  </a:cubicBezTo>
                  <a:cubicBezTo>
                    <a:pt x="3580" y="17933"/>
                    <a:pt x="3580" y="17933"/>
                    <a:pt x="3580" y="17933"/>
                  </a:cubicBezTo>
                  <a:cubicBezTo>
                    <a:pt x="3696" y="17933"/>
                    <a:pt x="3696" y="17933"/>
                    <a:pt x="3696" y="17933"/>
                  </a:cubicBezTo>
                  <a:cubicBezTo>
                    <a:pt x="3696" y="17933"/>
                    <a:pt x="3696" y="17933"/>
                    <a:pt x="3696" y="17933"/>
                  </a:cubicBezTo>
                  <a:cubicBezTo>
                    <a:pt x="3696" y="17933"/>
                    <a:pt x="3696" y="17933"/>
                    <a:pt x="3696" y="17933"/>
                  </a:cubicBezTo>
                  <a:cubicBezTo>
                    <a:pt x="3696" y="17834"/>
                    <a:pt x="3696" y="17834"/>
                    <a:pt x="3696" y="17834"/>
                  </a:cubicBezTo>
                  <a:cubicBezTo>
                    <a:pt x="3696" y="17834"/>
                    <a:pt x="3696" y="17834"/>
                    <a:pt x="3696" y="17834"/>
                  </a:cubicBezTo>
                  <a:cubicBezTo>
                    <a:pt x="3580" y="17933"/>
                    <a:pt x="3580" y="17933"/>
                    <a:pt x="3580" y="17933"/>
                  </a:cubicBezTo>
                  <a:cubicBezTo>
                    <a:pt x="3580" y="17933"/>
                    <a:pt x="3580" y="17933"/>
                    <a:pt x="3580" y="17933"/>
                  </a:cubicBezTo>
                  <a:cubicBezTo>
                    <a:pt x="3580" y="17933"/>
                    <a:pt x="3580" y="17933"/>
                    <a:pt x="3580" y="17933"/>
                  </a:cubicBezTo>
                  <a:cubicBezTo>
                    <a:pt x="3465" y="17933"/>
                    <a:pt x="3465" y="17933"/>
                    <a:pt x="3465" y="17933"/>
                  </a:cubicBezTo>
                  <a:cubicBezTo>
                    <a:pt x="3349" y="17933"/>
                    <a:pt x="3349" y="17933"/>
                    <a:pt x="3349" y="17933"/>
                  </a:cubicBezTo>
                  <a:cubicBezTo>
                    <a:pt x="3349" y="17933"/>
                    <a:pt x="3349" y="17933"/>
                    <a:pt x="3349" y="17933"/>
                  </a:cubicBezTo>
                  <a:cubicBezTo>
                    <a:pt x="3349" y="17834"/>
                    <a:pt x="3349" y="17834"/>
                    <a:pt x="3349" y="17834"/>
                  </a:cubicBezTo>
                  <a:cubicBezTo>
                    <a:pt x="3465" y="17735"/>
                    <a:pt x="3465" y="17735"/>
                    <a:pt x="3465" y="17735"/>
                  </a:cubicBezTo>
                  <a:cubicBezTo>
                    <a:pt x="3465" y="17735"/>
                    <a:pt x="3465" y="17735"/>
                    <a:pt x="3465" y="17735"/>
                  </a:cubicBezTo>
                  <a:cubicBezTo>
                    <a:pt x="3349" y="17636"/>
                    <a:pt x="3349" y="17636"/>
                    <a:pt x="3349" y="17636"/>
                  </a:cubicBezTo>
                  <a:cubicBezTo>
                    <a:pt x="3349" y="17636"/>
                    <a:pt x="3349" y="17636"/>
                    <a:pt x="3349" y="17636"/>
                  </a:cubicBezTo>
                  <a:cubicBezTo>
                    <a:pt x="3349" y="17735"/>
                    <a:pt x="3349" y="17735"/>
                    <a:pt x="3349" y="17735"/>
                  </a:cubicBezTo>
                  <a:cubicBezTo>
                    <a:pt x="3234" y="17735"/>
                    <a:pt x="3234" y="17735"/>
                    <a:pt x="3234" y="17735"/>
                  </a:cubicBezTo>
                  <a:cubicBezTo>
                    <a:pt x="3234" y="17636"/>
                    <a:pt x="3234" y="17636"/>
                    <a:pt x="3234" y="17636"/>
                  </a:cubicBezTo>
                  <a:cubicBezTo>
                    <a:pt x="3349" y="17636"/>
                    <a:pt x="3349" y="17636"/>
                    <a:pt x="3349" y="17636"/>
                  </a:cubicBezTo>
                  <a:cubicBezTo>
                    <a:pt x="3465" y="17636"/>
                    <a:pt x="3465" y="17636"/>
                    <a:pt x="3465" y="17636"/>
                  </a:cubicBezTo>
                  <a:cubicBezTo>
                    <a:pt x="3465" y="17537"/>
                    <a:pt x="3465" y="17537"/>
                    <a:pt x="3465" y="17537"/>
                  </a:cubicBezTo>
                  <a:cubicBezTo>
                    <a:pt x="3580" y="17537"/>
                    <a:pt x="3580" y="17537"/>
                    <a:pt x="3580" y="17537"/>
                  </a:cubicBezTo>
                  <a:cubicBezTo>
                    <a:pt x="3696" y="17537"/>
                    <a:pt x="3696" y="17537"/>
                    <a:pt x="3696" y="17537"/>
                  </a:cubicBezTo>
                  <a:cubicBezTo>
                    <a:pt x="3696" y="17438"/>
                    <a:pt x="3696" y="17438"/>
                    <a:pt x="3696" y="17438"/>
                  </a:cubicBezTo>
                  <a:cubicBezTo>
                    <a:pt x="3696" y="17438"/>
                    <a:pt x="3696" y="17438"/>
                    <a:pt x="3696" y="17438"/>
                  </a:cubicBezTo>
                  <a:cubicBezTo>
                    <a:pt x="3811" y="17438"/>
                    <a:pt x="3811" y="17438"/>
                    <a:pt x="3811" y="17438"/>
                  </a:cubicBezTo>
                  <a:cubicBezTo>
                    <a:pt x="3811" y="17438"/>
                    <a:pt x="3811" y="17438"/>
                    <a:pt x="3811" y="17438"/>
                  </a:cubicBezTo>
                  <a:cubicBezTo>
                    <a:pt x="3811" y="17339"/>
                    <a:pt x="3811" y="17339"/>
                    <a:pt x="3811" y="17339"/>
                  </a:cubicBezTo>
                  <a:cubicBezTo>
                    <a:pt x="4042" y="17339"/>
                    <a:pt x="4042" y="17339"/>
                    <a:pt x="4042" y="17339"/>
                  </a:cubicBezTo>
                  <a:cubicBezTo>
                    <a:pt x="4042" y="17438"/>
                    <a:pt x="4042" y="17438"/>
                    <a:pt x="4042" y="17438"/>
                  </a:cubicBezTo>
                  <a:cubicBezTo>
                    <a:pt x="4158" y="17438"/>
                    <a:pt x="4158" y="17438"/>
                    <a:pt x="4158" y="17438"/>
                  </a:cubicBezTo>
                  <a:cubicBezTo>
                    <a:pt x="4042" y="17339"/>
                    <a:pt x="4042" y="17339"/>
                    <a:pt x="4042" y="17339"/>
                  </a:cubicBezTo>
                  <a:cubicBezTo>
                    <a:pt x="4042" y="17339"/>
                    <a:pt x="4042" y="17339"/>
                    <a:pt x="4042" y="17339"/>
                  </a:cubicBezTo>
                  <a:cubicBezTo>
                    <a:pt x="3927" y="17339"/>
                    <a:pt x="3927" y="17339"/>
                    <a:pt x="3927" y="17339"/>
                  </a:cubicBezTo>
                  <a:cubicBezTo>
                    <a:pt x="3927" y="17240"/>
                    <a:pt x="3927" y="17240"/>
                    <a:pt x="3927" y="17240"/>
                  </a:cubicBezTo>
                  <a:cubicBezTo>
                    <a:pt x="3696" y="17339"/>
                    <a:pt x="3696" y="17339"/>
                    <a:pt x="3696" y="17339"/>
                  </a:cubicBezTo>
                  <a:cubicBezTo>
                    <a:pt x="3696" y="17339"/>
                    <a:pt x="3696" y="17339"/>
                    <a:pt x="3696" y="17339"/>
                  </a:cubicBezTo>
                  <a:cubicBezTo>
                    <a:pt x="3580" y="17438"/>
                    <a:pt x="3580" y="17438"/>
                    <a:pt x="3580" y="17438"/>
                  </a:cubicBezTo>
                  <a:cubicBezTo>
                    <a:pt x="3580" y="17438"/>
                    <a:pt x="3580" y="17438"/>
                    <a:pt x="3580" y="17438"/>
                  </a:cubicBezTo>
                  <a:cubicBezTo>
                    <a:pt x="3580" y="17438"/>
                    <a:pt x="3580" y="17438"/>
                    <a:pt x="3580" y="17438"/>
                  </a:cubicBezTo>
                  <a:cubicBezTo>
                    <a:pt x="3465" y="17537"/>
                    <a:pt x="3465" y="17537"/>
                    <a:pt x="3465" y="17537"/>
                  </a:cubicBezTo>
                  <a:cubicBezTo>
                    <a:pt x="3349" y="17537"/>
                    <a:pt x="3349" y="17537"/>
                    <a:pt x="3349" y="17537"/>
                  </a:cubicBezTo>
                  <a:cubicBezTo>
                    <a:pt x="3349" y="17537"/>
                    <a:pt x="3349" y="17537"/>
                    <a:pt x="3349" y="17537"/>
                  </a:cubicBezTo>
                  <a:cubicBezTo>
                    <a:pt x="3349" y="17537"/>
                    <a:pt x="3349" y="17537"/>
                    <a:pt x="3349" y="17537"/>
                  </a:cubicBezTo>
                  <a:cubicBezTo>
                    <a:pt x="3349" y="17438"/>
                    <a:pt x="3349" y="17438"/>
                    <a:pt x="3349" y="17438"/>
                  </a:cubicBezTo>
                  <a:cubicBezTo>
                    <a:pt x="3234" y="17438"/>
                    <a:pt x="3234" y="17438"/>
                    <a:pt x="3234" y="17438"/>
                  </a:cubicBezTo>
                  <a:cubicBezTo>
                    <a:pt x="3349" y="17438"/>
                    <a:pt x="3349" y="17438"/>
                    <a:pt x="3349" y="17438"/>
                  </a:cubicBezTo>
                  <a:cubicBezTo>
                    <a:pt x="3349" y="17339"/>
                    <a:pt x="3349" y="17339"/>
                    <a:pt x="3349" y="17339"/>
                  </a:cubicBezTo>
                  <a:cubicBezTo>
                    <a:pt x="3234" y="17339"/>
                    <a:pt x="3234" y="17339"/>
                    <a:pt x="3234" y="17339"/>
                  </a:cubicBezTo>
                  <a:cubicBezTo>
                    <a:pt x="3234" y="17339"/>
                    <a:pt x="3234" y="17339"/>
                    <a:pt x="3234" y="17339"/>
                  </a:cubicBezTo>
                  <a:cubicBezTo>
                    <a:pt x="3118" y="17339"/>
                    <a:pt x="3118" y="17339"/>
                    <a:pt x="3118" y="17339"/>
                  </a:cubicBezTo>
                  <a:cubicBezTo>
                    <a:pt x="3118" y="17240"/>
                    <a:pt x="3118" y="17240"/>
                    <a:pt x="3118" y="17240"/>
                  </a:cubicBezTo>
                  <a:cubicBezTo>
                    <a:pt x="3234" y="17240"/>
                    <a:pt x="3234" y="17240"/>
                    <a:pt x="3234" y="17240"/>
                  </a:cubicBezTo>
                  <a:cubicBezTo>
                    <a:pt x="3349" y="17240"/>
                    <a:pt x="3349" y="17240"/>
                    <a:pt x="3349" y="17240"/>
                  </a:cubicBezTo>
                  <a:cubicBezTo>
                    <a:pt x="3349" y="17141"/>
                    <a:pt x="3349" y="17141"/>
                    <a:pt x="3349" y="17141"/>
                  </a:cubicBezTo>
                  <a:cubicBezTo>
                    <a:pt x="3465" y="17240"/>
                    <a:pt x="3465" y="17240"/>
                    <a:pt x="3465" y="17240"/>
                  </a:cubicBezTo>
                  <a:cubicBezTo>
                    <a:pt x="3465" y="17240"/>
                    <a:pt x="3465" y="17240"/>
                    <a:pt x="3465" y="17240"/>
                  </a:cubicBezTo>
                  <a:cubicBezTo>
                    <a:pt x="3580" y="17240"/>
                    <a:pt x="3580" y="17240"/>
                    <a:pt x="3580" y="17240"/>
                  </a:cubicBezTo>
                  <a:cubicBezTo>
                    <a:pt x="3696" y="17141"/>
                    <a:pt x="3696" y="17141"/>
                    <a:pt x="3696" y="17141"/>
                  </a:cubicBezTo>
                  <a:cubicBezTo>
                    <a:pt x="3696" y="17141"/>
                    <a:pt x="3696" y="17141"/>
                    <a:pt x="3696" y="17141"/>
                  </a:cubicBezTo>
                  <a:cubicBezTo>
                    <a:pt x="3811" y="17141"/>
                    <a:pt x="3811" y="17141"/>
                    <a:pt x="3811" y="17141"/>
                  </a:cubicBezTo>
                  <a:cubicBezTo>
                    <a:pt x="3696" y="17141"/>
                    <a:pt x="3696" y="17141"/>
                    <a:pt x="3696" y="17141"/>
                  </a:cubicBezTo>
                  <a:cubicBezTo>
                    <a:pt x="3696" y="17042"/>
                    <a:pt x="3696" y="17042"/>
                    <a:pt x="3696" y="17042"/>
                  </a:cubicBezTo>
                  <a:cubicBezTo>
                    <a:pt x="3580" y="17141"/>
                    <a:pt x="3580" y="17141"/>
                    <a:pt x="3580" y="17141"/>
                  </a:cubicBezTo>
                  <a:cubicBezTo>
                    <a:pt x="3465" y="17141"/>
                    <a:pt x="3465" y="17141"/>
                    <a:pt x="3465" y="17141"/>
                  </a:cubicBezTo>
                  <a:cubicBezTo>
                    <a:pt x="3465" y="17141"/>
                    <a:pt x="3465" y="17141"/>
                    <a:pt x="3465" y="17141"/>
                  </a:cubicBezTo>
                  <a:cubicBezTo>
                    <a:pt x="3349" y="17141"/>
                    <a:pt x="3349" y="17141"/>
                    <a:pt x="3349" y="17141"/>
                  </a:cubicBezTo>
                  <a:cubicBezTo>
                    <a:pt x="3349" y="17141"/>
                    <a:pt x="3349" y="17141"/>
                    <a:pt x="3349" y="17141"/>
                  </a:cubicBezTo>
                  <a:cubicBezTo>
                    <a:pt x="3349" y="17141"/>
                    <a:pt x="3349" y="17141"/>
                    <a:pt x="3349" y="17141"/>
                  </a:cubicBezTo>
                  <a:cubicBezTo>
                    <a:pt x="3234" y="17240"/>
                    <a:pt x="3234" y="17240"/>
                    <a:pt x="3234" y="17240"/>
                  </a:cubicBezTo>
                  <a:cubicBezTo>
                    <a:pt x="3234" y="17141"/>
                    <a:pt x="3234" y="17141"/>
                    <a:pt x="3234" y="17141"/>
                  </a:cubicBezTo>
                  <a:cubicBezTo>
                    <a:pt x="3118" y="17141"/>
                    <a:pt x="3118" y="17141"/>
                    <a:pt x="3118" y="17141"/>
                  </a:cubicBezTo>
                  <a:cubicBezTo>
                    <a:pt x="3118" y="17141"/>
                    <a:pt x="3118" y="17141"/>
                    <a:pt x="3118" y="17141"/>
                  </a:cubicBezTo>
                  <a:cubicBezTo>
                    <a:pt x="3003" y="17141"/>
                    <a:pt x="3003" y="17141"/>
                    <a:pt x="3003" y="17141"/>
                  </a:cubicBezTo>
                  <a:cubicBezTo>
                    <a:pt x="3118" y="17141"/>
                    <a:pt x="3118" y="17141"/>
                    <a:pt x="3118" y="17141"/>
                  </a:cubicBezTo>
                  <a:cubicBezTo>
                    <a:pt x="3118" y="17141"/>
                    <a:pt x="3118" y="17141"/>
                    <a:pt x="3118" y="17141"/>
                  </a:cubicBezTo>
                  <a:cubicBezTo>
                    <a:pt x="3234" y="17042"/>
                    <a:pt x="3234" y="17042"/>
                    <a:pt x="3234" y="17042"/>
                  </a:cubicBezTo>
                  <a:cubicBezTo>
                    <a:pt x="3465" y="17042"/>
                    <a:pt x="3465" y="17042"/>
                    <a:pt x="3465" y="17042"/>
                  </a:cubicBezTo>
                  <a:cubicBezTo>
                    <a:pt x="3465" y="16943"/>
                    <a:pt x="3465" y="16943"/>
                    <a:pt x="3465" y="16943"/>
                  </a:cubicBezTo>
                  <a:cubicBezTo>
                    <a:pt x="3696" y="16943"/>
                    <a:pt x="3696" y="16943"/>
                    <a:pt x="3696" y="16943"/>
                  </a:cubicBezTo>
                  <a:cubicBezTo>
                    <a:pt x="3696" y="16943"/>
                    <a:pt x="3696" y="16943"/>
                    <a:pt x="3696" y="16943"/>
                  </a:cubicBezTo>
                  <a:cubicBezTo>
                    <a:pt x="3927" y="16744"/>
                    <a:pt x="3927" y="16744"/>
                    <a:pt x="3927" y="16744"/>
                  </a:cubicBezTo>
                  <a:cubicBezTo>
                    <a:pt x="4042" y="16744"/>
                    <a:pt x="4042" y="16744"/>
                    <a:pt x="4042" y="16744"/>
                  </a:cubicBezTo>
                  <a:cubicBezTo>
                    <a:pt x="4158" y="16645"/>
                    <a:pt x="4158" y="16645"/>
                    <a:pt x="4158" y="16645"/>
                  </a:cubicBezTo>
                  <a:cubicBezTo>
                    <a:pt x="4273" y="16645"/>
                    <a:pt x="4273" y="16645"/>
                    <a:pt x="4273" y="16645"/>
                  </a:cubicBezTo>
                  <a:cubicBezTo>
                    <a:pt x="4273" y="16645"/>
                    <a:pt x="4273" y="16645"/>
                    <a:pt x="4273" y="16645"/>
                  </a:cubicBezTo>
                  <a:cubicBezTo>
                    <a:pt x="4273" y="16645"/>
                    <a:pt x="4273" y="16645"/>
                    <a:pt x="4273" y="16645"/>
                  </a:cubicBezTo>
                  <a:cubicBezTo>
                    <a:pt x="4158" y="16546"/>
                    <a:pt x="4158" y="16546"/>
                    <a:pt x="4158" y="16546"/>
                  </a:cubicBezTo>
                  <a:cubicBezTo>
                    <a:pt x="4042" y="16645"/>
                    <a:pt x="4042" y="16645"/>
                    <a:pt x="4042" y="16645"/>
                  </a:cubicBezTo>
                  <a:cubicBezTo>
                    <a:pt x="3811" y="16744"/>
                    <a:pt x="3811" y="16744"/>
                    <a:pt x="3811" y="16744"/>
                  </a:cubicBezTo>
                  <a:cubicBezTo>
                    <a:pt x="3696" y="16844"/>
                    <a:pt x="3696" y="16844"/>
                    <a:pt x="3696" y="16844"/>
                  </a:cubicBezTo>
                  <a:cubicBezTo>
                    <a:pt x="3696" y="16844"/>
                    <a:pt x="3696" y="16844"/>
                    <a:pt x="3696" y="16844"/>
                  </a:cubicBezTo>
                  <a:cubicBezTo>
                    <a:pt x="3580" y="16943"/>
                    <a:pt x="3580" y="16943"/>
                    <a:pt x="3580" y="16943"/>
                  </a:cubicBezTo>
                  <a:cubicBezTo>
                    <a:pt x="3349" y="16943"/>
                    <a:pt x="3349" y="16943"/>
                    <a:pt x="3349" y="16943"/>
                  </a:cubicBezTo>
                  <a:cubicBezTo>
                    <a:pt x="3349" y="16943"/>
                    <a:pt x="3349" y="16943"/>
                    <a:pt x="3349" y="16943"/>
                  </a:cubicBezTo>
                  <a:cubicBezTo>
                    <a:pt x="3118" y="17042"/>
                    <a:pt x="3118" y="17042"/>
                    <a:pt x="3118" y="17042"/>
                  </a:cubicBezTo>
                  <a:cubicBezTo>
                    <a:pt x="3003" y="17042"/>
                    <a:pt x="3003" y="17042"/>
                    <a:pt x="3003" y="17042"/>
                  </a:cubicBezTo>
                  <a:cubicBezTo>
                    <a:pt x="3003" y="17042"/>
                    <a:pt x="3003" y="17042"/>
                    <a:pt x="3003" y="17042"/>
                  </a:cubicBezTo>
                  <a:cubicBezTo>
                    <a:pt x="3118" y="16943"/>
                    <a:pt x="3118" y="16943"/>
                    <a:pt x="3118" y="16943"/>
                  </a:cubicBezTo>
                  <a:cubicBezTo>
                    <a:pt x="3003" y="16844"/>
                    <a:pt x="3003" y="16844"/>
                    <a:pt x="3003" y="16844"/>
                  </a:cubicBezTo>
                  <a:cubicBezTo>
                    <a:pt x="3118" y="16744"/>
                    <a:pt x="3118" y="16744"/>
                    <a:pt x="3118" y="16744"/>
                  </a:cubicBezTo>
                  <a:cubicBezTo>
                    <a:pt x="3118" y="16744"/>
                    <a:pt x="3118" y="16744"/>
                    <a:pt x="3118" y="16744"/>
                  </a:cubicBezTo>
                  <a:cubicBezTo>
                    <a:pt x="3234" y="16844"/>
                    <a:pt x="3234" y="16844"/>
                    <a:pt x="3234" y="16844"/>
                  </a:cubicBezTo>
                  <a:cubicBezTo>
                    <a:pt x="3349" y="16844"/>
                    <a:pt x="3349" y="16844"/>
                    <a:pt x="3349" y="16844"/>
                  </a:cubicBezTo>
                  <a:cubicBezTo>
                    <a:pt x="3465" y="16844"/>
                    <a:pt x="3465" y="16844"/>
                    <a:pt x="3465" y="16844"/>
                  </a:cubicBezTo>
                  <a:cubicBezTo>
                    <a:pt x="3465" y="16844"/>
                    <a:pt x="3465" y="16844"/>
                    <a:pt x="3465" y="16844"/>
                  </a:cubicBezTo>
                  <a:cubicBezTo>
                    <a:pt x="3465" y="16744"/>
                    <a:pt x="3465" y="16744"/>
                    <a:pt x="3465" y="16744"/>
                  </a:cubicBezTo>
                  <a:cubicBezTo>
                    <a:pt x="3465" y="16744"/>
                    <a:pt x="3465" y="16744"/>
                    <a:pt x="3465" y="16744"/>
                  </a:cubicBezTo>
                  <a:cubicBezTo>
                    <a:pt x="3349" y="16744"/>
                    <a:pt x="3349" y="16744"/>
                    <a:pt x="3349" y="16744"/>
                  </a:cubicBezTo>
                  <a:cubicBezTo>
                    <a:pt x="3234" y="16744"/>
                    <a:pt x="3234" y="16744"/>
                    <a:pt x="3234" y="16744"/>
                  </a:cubicBezTo>
                  <a:cubicBezTo>
                    <a:pt x="3234" y="16744"/>
                    <a:pt x="3234" y="16744"/>
                    <a:pt x="3234" y="16744"/>
                  </a:cubicBezTo>
                  <a:cubicBezTo>
                    <a:pt x="3234" y="16744"/>
                    <a:pt x="3234" y="16744"/>
                    <a:pt x="3234" y="16744"/>
                  </a:cubicBezTo>
                  <a:cubicBezTo>
                    <a:pt x="3234" y="16645"/>
                    <a:pt x="3234" y="16645"/>
                    <a:pt x="3234" y="16645"/>
                  </a:cubicBezTo>
                  <a:cubicBezTo>
                    <a:pt x="3234" y="16645"/>
                    <a:pt x="3234" y="16645"/>
                    <a:pt x="3234" y="16645"/>
                  </a:cubicBezTo>
                  <a:cubicBezTo>
                    <a:pt x="3349" y="16744"/>
                    <a:pt x="3349" y="16744"/>
                    <a:pt x="3349" y="16744"/>
                  </a:cubicBezTo>
                  <a:cubicBezTo>
                    <a:pt x="3465" y="16744"/>
                    <a:pt x="3465" y="16744"/>
                    <a:pt x="3465" y="16744"/>
                  </a:cubicBezTo>
                  <a:cubicBezTo>
                    <a:pt x="3580" y="16645"/>
                    <a:pt x="3580" y="16645"/>
                    <a:pt x="3580" y="16645"/>
                  </a:cubicBezTo>
                  <a:cubicBezTo>
                    <a:pt x="3580" y="16645"/>
                    <a:pt x="3580" y="16645"/>
                    <a:pt x="3580" y="16645"/>
                  </a:cubicBezTo>
                  <a:cubicBezTo>
                    <a:pt x="3465" y="16645"/>
                    <a:pt x="3465" y="16645"/>
                    <a:pt x="3465" y="16645"/>
                  </a:cubicBezTo>
                  <a:cubicBezTo>
                    <a:pt x="3465" y="16645"/>
                    <a:pt x="3465" y="16645"/>
                    <a:pt x="3465" y="16645"/>
                  </a:cubicBezTo>
                  <a:cubicBezTo>
                    <a:pt x="3349" y="16645"/>
                    <a:pt x="3349" y="16645"/>
                    <a:pt x="3349" y="16645"/>
                  </a:cubicBezTo>
                  <a:cubicBezTo>
                    <a:pt x="3465" y="16546"/>
                    <a:pt x="3465" y="16546"/>
                    <a:pt x="3465" y="16546"/>
                  </a:cubicBezTo>
                  <a:cubicBezTo>
                    <a:pt x="3465" y="16546"/>
                    <a:pt x="3465" y="16546"/>
                    <a:pt x="3465" y="16546"/>
                  </a:cubicBezTo>
                  <a:cubicBezTo>
                    <a:pt x="3580" y="16546"/>
                    <a:pt x="3580" y="16546"/>
                    <a:pt x="3580" y="16546"/>
                  </a:cubicBezTo>
                  <a:cubicBezTo>
                    <a:pt x="3580" y="16546"/>
                    <a:pt x="3580" y="16546"/>
                    <a:pt x="3580" y="16546"/>
                  </a:cubicBezTo>
                  <a:cubicBezTo>
                    <a:pt x="3580" y="16546"/>
                    <a:pt x="3580" y="16546"/>
                    <a:pt x="3580" y="16546"/>
                  </a:cubicBezTo>
                  <a:cubicBezTo>
                    <a:pt x="3696" y="16546"/>
                    <a:pt x="3696" y="16546"/>
                    <a:pt x="3696" y="16546"/>
                  </a:cubicBezTo>
                  <a:cubicBezTo>
                    <a:pt x="3696" y="16546"/>
                    <a:pt x="3696" y="16546"/>
                    <a:pt x="3696" y="16546"/>
                  </a:cubicBezTo>
                  <a:cubicBezTo>
                    <a:pt x="3696" y="16447"/>
                    <a:pt x="3696" y="16447"/>
                    <a:pt x="3696" y="16447"/>
                  </a:cubicBezTo>
                  <a:cubicBezTo>
                    <a:pt x="3696" y="16447"/>
                    <a:pt x="3696" y="16447"/>
                    <a:pt x="3696" y="16447"/>
                  </a:cubicBezTo>
                  <a:cubicBezTo>
                    <a:pt x="3580" y="16447"/>
                    <a:pt x="3580" y="16447"/>
                    <a:pt x="3580" y="16447"/>
                  </a:cubicBezTo>
                  <a:cubicBezTo>
                    <a:pt x="3580" y="16447"/>
                    <a:pt x="3580" y="16447"/>
                    <a:pt x="3580" y="16447"/>
                  </a:cubicBezTo>
                  <a:cubicBezTo>
                    <a:pt x="3465" y="16447"/>
                    <a:pt x="3465" y="16447"/>
                    <a:pt x="3465" y="16447"/>
                  </a:cubicBezTo>
                  <a:cubicBezTo>
                    <a:pt x="3234" y="16447"/>
                    <a:pt x="3234" y="16447"/>
                    <a:pt x="3234" y="16447"/>
                  </a:cubicBezTo>
                  <a:cubicBezTo>
                    <a:pt x="3118" y="16447"/>
                    <a:pt x="3118" y="16447"/>
                    <a:pt x="3118" y="16447"/>
                  </a:cubicBezTo>
                  <a:cubicBezTo>
                    <a:pt x="3118" y="16447"/>
                    <a:pt x="3118" y="16447"/>
                    <a:pt x="3118" y="16447"/>
                  </a:cubicBezTo>
                  <a:cubicBezTo>
                    <a:pt x="3118" y="16348"/>
                    <a:pt x="3118" y="16348"/>
                    <a:pt x="3118" y="16348"/>
                  </a:cubicBezTo>
                  <a:cubicBezTo>
                    <a:pt x="3234" y="16348"/>
                    <a:pt x="3234" y="16348"/>
                    <a:pt x="3234" y="16348"/>
                  </a:cubicBezTo>
                  <a:cubicBezTo>
                    <a:pt x="3234" y="16348"/>
                    <a:pt x="3234" y="16348"/>
                    <a:pt x="3234" y="16348"/>
                  </a:cubicBezTo>
                  <a:cubicBezTo>
                    <a:pt x="3349" y="16348"/>
                    <a:pt x="3349" y="16348"/>
                    <a:pt x="3349" y="16348"/>
                  </a:cubicBezTo>
                  <a:cubicBezTo>
                    <a:pt x="3234" y="16348"/>
                    <a:pt x="3234" y="16348"/>
                    <a:pt x="3234" y="16348"/>
                  </a:cubicBezTo>
                  <a:cubicBezTo>
                    <a:pt x="3234" y="16348"/>
                    <a:pt x="3234" y="16348"/>
                    <a:pt x="3234" y="16348"/>
                  </a:cubicBezTo>
                  <a:cubicBezTo>
                    <a:pt x="3118" y="16348"/>
                    <a:pt x="3118" y="16348"/>
                    <a:pt x="3118" y="16348"/>
                  </a:cubicBezTo>
                  <a:cubicBezTo>
                    <a:pt x="3118" y="16249"/>
                    <a:pt x="3118" y="16249"/>
                    <a:pt x="3118" y="16249"/>
                  </a:cubicBezTo>
                  <a:cubicBezTo>
                    <a:pt x="3349" y="16249"/>
                    <a:pt x="3349" y="16249"/>
                    <a:pt x="3349" y="16249"/>
                  </a:cubicBezTo>
                  <a:cubicBezTo>
                    <a:pt x="3349" y="16249"/>
                    <a:pt x="3349" y="16249"/>
                    <a:pt x="3349" y="16249"/>
                  </a:cubicBezTo>
                  <a:cubicBezTo>
                    <a:pt x="3465" y="16249"/>
                    <a:pt x="3465" y="16249"/>
                    <a:pt x="3465" y="16249"/>
                  </a:cubicBezTo>
                  <a:cubicBezTo>
                    <a:pt x="3811" y="16249"/>
                    <a:pt x="3811" y="16249"/>
                    <a:pt x="3811" y="16249"/>
                  </a:cubicBezTo>
                  <a:cubicBezTo>
                    <a:pt x="3811" y="16249"/>
                    <a:pt x="3811" y="16249"/>
                    <a:pt x="3811" y="16249"/>
                  </a:cubicBezTo>
                  <a:cubicBezTo>
                    <a:pt x="3927" y="16249"/>
                    <a:pt x="3927" y="16249"/>
                    <a:pt x="3927" y="16249"/>
                  </a:cubicBezTo>
                  <a:cubicBezTo>
                    <a:pt x="4042" y="16249"/>
                    <a:pt x="4042" y="16249"/>
                    <a:pt x="4042" y="16249"/>
                  </a:cubicBezTo>
                  <a:cubicBezTo>
                    <a:pt x="4042" y="16249"/>
                    <a:pt x="4042" y="16249"/>
                    <a:pt x="4042" y="16249"/>
                  </a:cubicBezTo>
                  <a:cubicBezTo>
                    <a:pt x="3927" y="16150"/>
                    <a:pt x="3927" y="16150"/>
                    <a:pt x="3927" y="16150"/>
                  </a:cubicBezTo>
                  <a:cubicBezTo>
                    <a:pt x="3696" y="16150"/>
                    <a:pt x="3696" y="16150"/>
                    <a:pt x="3696" y="16150"/>
                  </a:cubicBezTo>
                  <a:cubicBezTo>
                    <a:pt x="3580" y="16249"/>
                    <a:pt x="3580" y="16249"/>
                    <a:pt x="3580" y="16249"/>
                  </a:cubicBezTo>
                  <a:cubicBezTo>
                    <a:pt x="3465" y="16249"/>
                    <a:pt x="3465" y="16249"/>
                    <a:pt x="3465" y="16249"/>
                  </a:cubicBezTo>
                  <a:cubicBezTo>
                    <a:pt x="3465" y="16249"/>
                    <a:pt x="3465" y="16249"/>
                    <a:pt x="3465" y="16249"/>
                  </a:cubicBezTo>
                  <a:cubicBezTo>
                    <a:pt x="3349" y="16150"/>
                    <a:pt x="3349" y="16150"/>
                    <a:pt x="3349" y="16150"/>
                  </a:cubicBezTo>
                  <a:cubicBezTo>
                    <a:pt x="3234" y="16249"/>
                    <a:pt x="3234" y="16249"/>
                    <a:pt x="3234" y="16249"/>
                  </a:cubicBezTo>
                  <a:cubicBezTo>
                    <a:pt x="3234" y="16249"/>
                    <a:pt x="3234" y="16249"/>
                    <a:pt x="3234" y="16249"/>
                  </a:cubicBezTo>
                  <a:cubicBezTo>
                    <a:pt x="3234" y="16249"/>
                    <a:pt x="3234" y="16249"/>
                    <a:pt x="3234" y="16249"/>
                  </a:cubicBezTo>
                  <a:cubicBezTo>
                    <a:pt x="3234" y="16150"/>
                    <a:pt x="3234" y="16150"/>
                    <a:pt x="3234" y="16150"/>
                  </a:cubicBezTo>
                  <a:cubicBezTo>
                    <a:pt x="3234" y="16150"/>
                    <a:pt x="3234" y="16150"/>
                    <a:pt x="3234" y="16150"/>
                  </a:cubicBezTo>
                  <a:cubicBezTo>
                    <a:pt x="3349" y="16051"/>
                    <a:pt x="3349" y="16051"/>
                    <a:pt x="3349" y="16051"/>
                  </a:cubicBezTo>
                  <a:cubicBezTo>
                    <a:pt x="3349" y="16051"/>
                    <a:pt x="3349" y="16051"/>
                    <a:pt x="3349" y="16051"/>
                  </a:cubicBezTo>
                  <a:cubicBezTo>
                    <a:pt x="3465" y="16051"/>
                    <a:pt x="3465" y="16051"/>
                    <a:pt x="3465" y="16051"/>
                  </a:cubicBezTo>
                  <a:cubicBezTo>
                    <a:pt x="3580" y="15952"/>
                    <a:pt x="3580" y="15952"/>
                    <a:pt x="3580" y="15952"/>
                  </a:cubicBezTo>
                  <a:cubicBezTo>
                    <a:pt x="3580" y="15853"/>
                    <a:pt x="3580" y="15853"/>
                    <a:pt x="3580" y="15853"/>
                  </a:cubicBezTo>
                  <a:cubicBezTo>
                    <a:pt x="3696" y="15853"/>
                    <a:pt x="3696" y="15853"/>
                    <a:pt x="3696" y="15853"/>
                  </a:cubicBezTo>
                  <a:cubicBezTo>
                    <a:pt x="3696" y="15952"/>
                    <a:pt x="3696" y="15952"/>
                    <a:pt x="3696" y="15952"/>
                  </a:cubicBezTo>
                  <a:cubicBezTo>
                    <a:pt x="3811" y="15952"/>
                    <a:pt x="3811" y="15952"/>
                    <a:pt x="3811" y="15952"/>
                  </a:cubicBezTo>
                  <a:cubicBezTo>
                    <a:pt x="3811" y="15853"/>
                    <a:pt x="3811" y="15853"/>
                    <a:pt x="3811" y="15853"/>
                  </a:cubicBezTo>
                  <a:cubicBezTo>
                    <a:pt x="3927" y="15853"/>
                    <a:pt x="3927" y="15853"/>
                    <a:pt x="3927" y="15853"/>
                  </a:cubicBezTo>
                  <a:cubicBezTo>
                    <a:pt x="3927" y="15952"/>
                    <a:pt x="3927" y="15952"/>
                    <a:pt x="3927" y="15952"/>
                  </a:cubicBezTo>
                  <a:cubicBezTo>
                    <a:pt x="4042" y="15952"/>
                    <a:pt x="4042" y="15952"/>
                    <a:pt x="4042" y="15952"/>
                  </a:cubicBezTo>
                  <a:cubicBezTo>
                    <a:pt x="4158" y="16051"/>
                    <a:pt x="4158" y="16051"/>
                    <a:pt x="4158" y="16051"/>
                  </a:cubicBezTo>
                  <a:cubicBezTo>
                    <a:pt x="4273" y="16051"/>
                    <a:pt x="4273" y="16051"/>
                    <a:pt x="4273" y="16051"/>
                  </a:cubicBezTo>
                  <a:cubicBezTo>
                    <a:pt x="4273" y="16051"/>
                    <a:pt x="4273" y="16051"/>
                    <a:pt x="4273" y="16051"/>
                  </a:cubicBezTo>
                  <a:cubicBezTo>
                    <a:pt x="4389" y="16150"/>
                    <a:pt x="4389" y="16150"/>
                    <a:pt x="4389" y="16150"/>
                  </a:cubicBezTo>
                  <a:cubicBezTo>
                    <a:pt x="4504" y="16150"/>
                    <a:pt x="4504" y="16150"/>
                    <a:pt x="4504" y="16150"/>
                  </a:cubicBezTo>
                  <a:cubicBezTo>
                    <a:pt x="4735" y="16249"/>
                    <a:pt x="4735" y="16249"/>
                    <a:pt x="4735" y="16249"/>
                  </a:cubicBezTo>
                  <a:cubicBezTo>
                    <a:pt x="4735" y="16150"/>
                    <a:pt x="4735" y="16150"/>
                    <a:pt x="4735" y="16150"/>
                  </a:cubicBezTo>
                  <a:cubicBezTo>
                    <a:pt x="4735" y="16150"/>
                    <a:pt x="4735" y="16150"/>
                    <a:pt x="4735" y="16150"/>
                  </a:cubicBezTo>
                  <a:cubicBezTo>
                    <a:pt x="4851" y="16150"/>
                    <a:pt x="4851" y="16150"/>
                    <a:pt x="4851" y="16150"/>
                  </a:cubicBezTo>
                  <a:cubicBezTo>
                    <a:pt x="4735" y="16150"/>
                    <a:pt x="4735" y="16150"/>
                    <a:pt x="4735" y="16150"/>
                  </a:cubicBezTo>
                  <a:cubicBezTo>
                    <a:pt x="4735" y="16150"/>
                    <a:pt x="4735" y="16150"/>
                    <a:pt x="4735" y="16150"/>
                  </a:cubicBezTo>
                  <a:cubicBezTo>
                    <a:pt x="4620" y="16150"/>
                    <a:pt x="4620" y="16150"/>
                    <a:pt x="4620" y="16150"/>
                  </a:cubicBezTo>
                  <a:cubicBezTo>
                    <a:pt x="4620" y="16150"/>
                    <a:pt x="4620" y="16150"/>
                    <a:pt x="4620" y="16150"/>
                  </a:cubicBezTo>
                  <a:cubicBezTo>
                    <a:pt x="4504" y="16051"/>
                    <a:pt x="4504" y="16051"/>
                    <a:pt x="4504" y="16051"/>
                  </a:cubicBezTo>
                  <a:cubicBezTo>
                    <a:pt x="4389" y="15952"/>
                    <a:pt x="4389" y="15952"/>
                    <a:pt x="4389" y="15952"/>
                  </a:cubicBezTo>
                  <a:cubicBezTo>
                    <a:pt x="4389" y="15952"/>
                    <a:pt x="4389" y="15952"/>
                    <a:pt x="4389" y="15952"/>
                  </a:cubicBezTo>
                  <a:cubicBezTo>
                    <a:pt x="4504" y="15952"/>
                    <a:pt x="4504" y="15952"/>
                    <a:pt x="4504" y="15952"/>
                  </a:cubicBezTo>
                  <a:cubicBezTo>
                    <a:pt x="4620" y="15952"/>
                    <a:pt x="4620" y="15952"/>
                    <a:pt x="4620" y="15952"/>
                  </a:cubicBezTo>
                  <a:cubicBezTo>
                    <a:pt x="4735" y="15952"/>
                    <a:pt x="4735" y="15952"/>
                    <a:pt x="4735" y="15952"/>
                  </a:cubicBezTo>
                  <a:cubicBezTo>
                    <a:pt x="4735" y="15853"/>
                    <a:pt x="4735" y="15853"/>
                    <a:pt x="4735" y="15853"/>
                  </a:cubicBezTo>
                  <a:cubicBezTo>
                    <a:pt x="4735" y="15853"/>
                    <a:pt x="4735" y="15853"/>
                    <a:pt x="4735" y="15853"/>
                  </a:cubicBezTo>
                  <a:cubicBezTo>
                    <a:pt x="4620" y="15853"/>
                    <a:pt x="4620" y="15853"/>
                    <a:pt x="4620" y="15853"/>
                  </a:cubicBezTo>
                  <a:cubicBezTo>
                    <a:pt x="4620" y="15853"/>
                    <a:pt x="4620" y="15853"/>
                    <a:pt x="4620" y="15853"/>
                  </a:cubicBezTo>
                  <a:cubicBezTo>
                    <a:pt x="4620" y="15853"/>
                    <a:pt x="4620" y="15853"/>
                    <a:pt x="4620" y="15853"/>
                  </a:cubicBezTo>
                  <a:cubicBezTo>
                    <a:pt x="4620" y="15853"/>
                    <a:pt x="4620" y="15853"/>
                    <a:pt x="4620" y="15853"/>
                  </a:cubicBezTo>
                  <a:cubicBezTo>
                    <a:pt x="4620" y="15952"/>
                    <a:pt x="4620" y="15952"/>
                    <a:pt x="4620" y="15952"/>
                  </a:cubicBezTo>
                  <a:cubicBezTo>
                    <a:pt x="4504" y="15952"/>
                    <a:pt x="4504" y="15952"/>
                    <a:pt x="4504" y="15952"/>
                  </a:cubicBezTo>
                  <a:cubicBezTo>
                    <a:pt x="4389" y="15853"/>
                    <a:pt x="4389" y="15853"/>
                    <a:pt x="4389" y="15853"/>
                  </a:cubicBezTo>
                  <a:cubicBezTo>
                    <a:pt x="4389" y="15853"/>
                    <a:pt x="4389" y="15853"/>
                    <a:pt x="4389" y="15853"/>
                  </a:cubicBezTo>
                  <a:cubicBezTo>
                    <a:pt x="4389" y="15853"/>
                    <a:pt x="4389" y="15853"/>
                    <a:pt x="4389" y="15853"/>
                  </a:cubicBezTo>
                  <a:cubicBezTo>
                    <a:pt x="4504" y="15853"/>
                    <a:pt x="4504" y="15853"/>
                    <a:pt x="4504" y="15853"/>
                  </a:cubicBezTo>
                  <a:cubicBezTo>
                    <a:pt x="4504" y="15754"/>
                    <a:pt x="4504" y="15754"/>
                    <a:pt x="4504" y="15754"/>
                  </a:cubicBezTo>
                  <a:cubicBezTo>
                    <a:pt x="4504" y="15754"/>
                    <a:pt x="4504" y="15754"/>
                    <a:pt x="4504" y="15754"/>
                  </a:cubicBezTo>
                  <a:cubicBezTo>
                    <a:pt x="4389" y="15754"/>
                    <a:pt x="4389" y="15754"/>
                    <a:pt x="4389" y="15754"/>
                  </a:cubicBezTo>
                  <a:cubicBezTo>
                    <a:pt x="4389" y="15754"/>
                    <a:pt x="4389" y="15754"/>
                    <a:pt x="4389" y="15754"/>
                  </a:cubicBezTo>
                  <a:cubicBezTo>
                    <a:pt x="4273" y="15754"/>
                    <a:pt x="4273" y="15754"/>
                    <a:pt x="4273" y="15754"/>
                  </a:cubicBezTo>
                  <a:cubicBezTo>
                    <a:pt x="4273" y="15754"/>
                    <a:pt x="4273" y="15754"/>
                    <a:pt x="4273" y="15754"/>
                  </a:cubicBezTo>
                  <a:cubicBezTo>
                    <a:pt x="4273" y="15754"/>
                    <a:pt x="4273" y="15754"/>
                    <a:pt x="4273" y="15754"/>
                  </a:cubicBezTo>
                  <a:cubicBezTo>
                    <a:pt x="4273" y="15853"/>
                    <a:pt x="4273" y="15853"/>
                    <a:pt x="4273" y="15853"/>
                  </a:cubicBezTo>
                  <a:cubicBezTo>
                    <a:pt x="4273" y="15853"/>
                    <a:pt x="4273" y="15853"/>
                    <a:pt x="4273" y="15853"/>
                  </a:cubicBezTo>
                  <a:cubicBezTo>
                    <a:pt x="4273" y="15952"/>
                    <a:pt x="4273" y="15952"/>
                    <a:pt x="4273" y="15952"/>
                  </a:cubicBezTo>
                  <a:cubicBezTo>
                    <a:pt x="4158" y="15952"/>
                    <a:pt x="4158" y="15952"/>
                    <a:pt x="4158" y="15952"/>
                  </a:cubicBezTo>
                  <a:cubicBezTo>
                    <a:pt x="4158" y="15952"/>
                    <a:pt x="4158" y="15952"/>
                    <a:pt x="4158" y="15952"/>
                  </a:cubicBezTo>
                  <a:cubicBezTo>
                    <a:pt x="4042" y="15853"/>
                    <a:pt x="4042" y="15853"/>
                    <a:pt x="4042" y="15853"/>
                  </a:cubicBezTo>
                  <a:cubicBezTo>
                    <a:pt x="3927" y="15853"/>
                    <a:pt x="3927" y="15853"/>
                    <a:pt x="3927" y="15853"/>
                  </a:cubicBezTo>
                  <a:cubicBezTo>
                    <a:pt x="3927" y="15853"/>
                    <a:pt x="3927" y="15853"/>
                    <a:pt x="3927" y="15853"/>
                  </a:cubicBezTo>
                  <a:cubicBezTo>
                    <a:pt x="3927" y="15754"/>
                    <a:pt x="3927" y="15754"/>
                    <a:pt x="3927" y="15754"/>
                  </a:cubicBezTo>
                  <a:cubicBezTo>
                    <a:pt x="3811" y="15754"/>
                    <a:pt x="3811" y="15754"/>
                    <a:pt x="3811" y="15754"/>
                  </a:cubicBezTo>
                  <a:cubicBezTo>
                    <a:pt x="3811" y="15853"/>
                    <a:pt x="3811" y="15853"/>
                    <a:pt x="3811" y="15853"/>
                  </a:cubicBezTo>
                  <a:cubicBezTo>
                    <a:pt x="3696" y="15853"/>
                    <a:pt x="3696" y="15853"/>
                    <a:pt x="3696" y="15853"/>
                  </a:cubicBezTo>
                  <a:cubicBezTo>
                    <a:pt x="3580" y="15853"/>
                    <a:pt x="3580" y="15853"/>
                    <a:pt x="3580" y="15853"/>
                  </a:cubicBezTo>
                  <a:cubicBezTo>
                    <a:pt x="3580" y="15853"/>
                    <a:pt x="3580" y="15853"/>
                    <a:pt x="3580" y="15853"/>
                  </a:cubicBezTo>
                  <a:cubicBezTo>
                    <a:pt x="3465" y="15952"/>
                    <a:pt x="3465" y="15952"/>
                    <a:pt x="3465" y="15952"/>
                  </a:cubicBezTo>
                  <a:cubicBezTo>
                    <a:pt x="3349" y="15952"/>
                    <a:pt x="3349" y="15952"/>
                    <a:pt x="3349" y="15952"/>
                  </a:cubicBezTo>
                  <a:cubicBezTo>
                    <a:pt x="3349" y="15952"/>
                    <a:pt x="3349" y="15952"/>
                    <a:pt x="3349" y="15952"/>
                  </a:cubicBezTo>
                  <a:cubicBezTo>
                    <a:pt x="3349" y="15952"/>
                    <a:pt x="3349" y="15952"/>
                    <a:pt x="3349" y="15952"/>
                  </a:cubicBezTo>
                  <a:cubicBezTo>
                    <a:pt x="3465" y="15853"/>
                    <a:pt x="3465" y="15853"/>
                    <a:pt x="3465" y="15853"/>
                  </a:cubicBezTo>
                  <a:cubicBezTo>
                    <a:pt x="3465" y="15853"/>
                    <a:pt x="3465" y="15853"/>
                    <a:pt x="3465" y="15853"/>
                  </a:cubicBezTo>
                  <a:cubicBezTo>
                    <a:pt x="3580" y="15754"/>
                    <a:pt x="3580" y="15754"/>
                    <a:pt x="3580" y="15754"/>
                  </a:cubicBezTo>
                  <a:cubicBezTo>
                    <a:pt x="3580" y="15754"/>
                    <a:pt x="3580" y="15754"/>
                    <a:pt x="3580" y="15754"/>
                  </a:cubicBezTo>
                  <a:cubicBezTo>
                    <a:pt x="3580" y="15754"/>
                    <a:pt x="3580" y="15754"/>
                    <a:pt x="3580" y="15754"/>
                  </a:cubicBezTo>
                  <a:cubicBezTo>
                    <a:pt x="3580" y="15754"/>
                    <a:pt x="3580" y="15754"/>
                    <a:pt x="3580" y="15754"/>
                  </a:cubicBezTo>
                  <a:cubicBezTo>
                    <a:pt x="3580" y="15655"/>
                    <a:pt x="3580" y="15655"/>
                    <a:pt x="3580" y="15655"/>
                  </a:cubicBezTo>
                  <a:cubicBezTo>
                    <a:pt x="3696" y="15655"/>
                    <a:pt x="3696" y="15655"/>
                    <a:pt x="3696" y="15655"/>
                  </a:cubicBezTo>
                  <a:cubicBezTo>
                    <a:pt x="3696" y="15655"/>
                    <a:pt x="3696" y="15655"/>
                    <a:pt x="3696" y="15655"/>
                  </a:cubicBezTo>
                  <a:cubicBezTo>
                    <a:pt x="3811" y="15655"/>
                    <a:pt x="3811" y="15655"/>
                    <a:pt x="3811" y="15655"/>
                  </a:cubicBezTo>
                  <a:cubicBezTo>
                    <a:pt x="3811" y="15754"/>
                    <a:pt x="3811" y="15754"/>
                    <a:pt x="3811" y="15754"/>
                  </a:cubicBezTo>
                  <a:cubicBezTo>
                    <a:pt x="4042" y="15754"/>
                    <a:pt x="4042" y="15754"/>
                    <a:pt x="4042" y="15754"/>
                  </a:cubicBezTo>
                  <a:cubicBezTo>
                    <a:pt x="4042" y="15655"/>
                    <a:pt x="4042" y="15655"/>
                    <a:pt x="4042" y="15655"/>
                  </a:cubicBezTo>
                  <a:cubicBezTo>
                    <a:pt x="3927" y="15655"/>
                    <a:pt x="3927" y="15655"/>
                    <a:pt x="3927" y="15655"/>
                  </a:cubicBezTo>
                  <a:cubicBezTo>
                    <a:pt x="3927" y="15655"/>
                    <a:pt x="3927" y="15655"/>
                    <a:pt x="3927" y="15655"/>
                  </a:cubicBezTo>
                  <a:cubicBezTo>
                    <a:pt x="3811" y="15655"/>
                    <a:pt x="3811" y="15655"/>
                    <a:pt x="3811" y="15655"/>
                  </a:cubicBezTo>
                  <a:cubicBezTo>
                    <a:pt x="3696" y="15555"/>
                    <a:pt x="3696" y="15555"/>
                    <a:pt x="3696" y="15555"/>
                  </a:cubicBezTo>
                  <a:cubicBezTo>
                    <a:pt x="3696" y="15456"/>
                    <a:pt x="3696" y="15456"/>
                    <a:pt x="3696" y="15456"/>
                  </a:cubicBezTo>
                  <a:cubicBezTo>
                    <a:pt x="3580" y="15456"/>
                    <a:pt x="3580" y="15456"/>
                    <a:pt x="3580" y="15456"/>
                  </a:cubicBezTo>
                  <a:cubicBezTo>
                    <a:pt x="3580" y="15456"/>
                    <a:pt x="3580" y="15456"/>
                    <a:pt x="3580" y="15456"/>
                  </a:cubicBezTo>
                  <a:cubicBezTo>
                    <a:pt x="3696" y="15456"/>
                    <a:pt x="3696" y="15456"/>
                    <a:pt x="3696" y="15456"/>
                  </a:cubicBezTo>
                  <a:cubicBezTo>
                    <a:pt x="3811" y="15456"/>
                    <a:pt x="3811" y="15456"/>
                    <a:pt x="3811" y="15456"/>
                  </a:cubicBezTo>
                  <a:cubicBezTo>
                    <a:pt x="3811" y="15555"/>
                    <a:pt x="3811" y="15555"/>
                    <a:pt x="3811" y="15555"/>
                  </a:cubicBezTo>
                  <a:cubicBezTo>
                    <a:pt x="3927" y="15655"/>
                    <a:pt x="3927" y="15655"/>
                    <a:pt x="3927" y="15655"/>
                  </a:cubicBezTo>
                  <a:cubicBezTo>
                    <a:pt x="3927" y="15555"/>
                    <a:pt x="3927" y="15555"/>
                    <a:pt x="3927" y="15555"/>
                  </a:cubicBezTo>
                  <a:cubicBezTo>
                    <a:pt x="3927" y="15555"/>
                    <a:pt x="3927" y="15555"/>
                    <a:pt x="3927" y="15555"/>
                  </a:cubicBezTo>
                  <a:cubicBezTo>
                    <a:pt x="3927" y="15456"/>
                    <a:pt x="3927" y="15456"/>
                    <a:pt x="3927" y="15456"/>
                  </a:cubicBezTo>
                  <a:cubicBezTo>
                    <a:pt x="3927" y="15456"/>
                    <a:pt x="3927" y="15456"/>
                    <a:pt x="3927" y="15456"/>
                  </a:cubicBezTo>
                  <a:cubicBezTo>
                    <a:pt x="4042" y="15555"/>
                    <a:pt x="4042" y="15555"/>
                    <a:pt x="4042" y="15555"/>
                  </a:cubicBezTo>
                  <a:cubicBezTo>
                    <a:pt x="4042" y="15555"/>
                    <a:pt x="4042" y="15555"/>
                    <a:pt x="4042" y="15555"/>
                  </a:cubicBezTo>
                  <a:cubicBezTo>
                    <a:pt x="4158" y="15655"/>
                    <a:pt x="4158" y="15655"/>
                    <a:pt x="4158" y="15655"/>
                  </a:cubicBezTo>
                  <a:cubicBezTo>
                    <a:pt x="4273" y="15655"/>
                    <a:pt x="4273" y="15655"/>
                    <a:pt x="4273" y="15655"/>
                  </a:cubicBezTo>
                  <a:cubicBezTo>
                    <a:pt x="4273" y="15655"/>
                    <a:pt x="4273" y="15655"/>
                    <a:pt x="4273" y="15655"/>
                  </a:cubicBezTo>
                  <a:cubicBezTo>
                    <a:pt x="4389" y="15655"/>
                    <a:pt x="4389" y="15655"/>
                    <a:pt x="4389" y="15655"/>
                  </a:cubicBezTo>
                  <a:cubicBezTo>
                    <a:pt x="4389" y="15655"/>
                    <a:pt x="4389" y="15655"/>
                    <a:pt x="4389" y="15655"/>
                  </a:cubicBezTo>
                  <a:cubicBezTo>
                    <a:pt x="4504" y="15754"/>
                    <a:pt x="4504" y="15754"/>
                    <a:pt x="4504" y="15754"/>
                  </a:cubicBezTo>
                  <a:cubicBezTo>
                    <a:pt x="4620" y="15754"/>
                    <a:pt x="4620" y="15754"/>
                    <a:pt x="4620" y="15754"/>
                  </a:cubicBezTo>
                  <a:cubicBezTo>
                    <a:pt x="4620" y="15754"/>
                    <a:pt x="4620" y="15754"/>
                    <a:pt x="4620" y="15754"/>
                  </a:cubicBezTo>
                  <a:cubicBezTo>
                    <a:pt x="4735" y="15754"/>
                    <a:pt x="4735" y="15754"/>
                    <a:pt x="4735" y="15754"/>
                  </a:cubicBezTo>
                  <a:cubicBezTo>
                    <a:pt x="4735" y="15754"/>
                    <a:pt x="4735" y="15754"/>
                    <a:pt x="4735" y="15754"/>
                  </a:cubicBezTo>
                  <a:cubicBezTo>
                    <a:pt x="4620" y="15655"/>
                    <a:pt x="4620" y="15655"/>
                    <a:pt x="4620" y="15655"/>
                  </a:cubicBezTo>
                  <a:cubicBezTo>
                    <a:pt x="4389" y="15555"/>
                    <a:pt x="4389" y="15555"/>
                    <a:pt x="4389" y="15555"/>
                  </a:cubicBezTo>
                  <a:cubicBezTo>
                    <a:pt x="4389" y="15555"/>
                    <a:pt x="4389" y="15555"/>
                    <a:pt x="4389" y="15555"/>
                  </a:cubicBezTo>
                  <a:cubicBezTo>
                    <a:pt x="4389" y="15456"/>
                    <a:pt x="4389" y="15456"/>
                    <a:pt x="4389" y="15456"/>
                  </a:cubicBezTo>
                  <a:cubicBezTo>
                    <a:pt x="4504" y="15456"/>
                    <a:pt x="4504" y="15456"/>
                    <a:pt x="4504" y="15456"/>
                  </a:cubicBezTo>
                  <a:cubicBezTo>
                    <a:pt x="4504" y="15456"/>
                    <a:pt x="4504" y="15456"/>
                    <a:pt x="4504" y="15456"/>
                  </a:cubicBezTo>
                  <a:cubicBezTo>
                    <a:pt x="4620" y="15357"/>
                    <a:pt x="4620" y="15357"/>
                    <a:pt x="4620" y="15357"/>
                  </a:cubicBezTo>
                  <a:cubicBezTo>
                    <a:pt x="4620" y="15357"/>
                    <a:pt x="4620" y="15357"/>
                    <a:pt x="4620" y="15357"/>
                  </a:cubicBezTo>
                  <a:cubicBezTo>
                    <a:pt x="4620" y="15357"/>
                    <a:pt x="4620" y="15357"/>
                    <a:pt x="4620" y="15357"/>
                  </a:cubicBezTo>
                  <a:cubicBezTo>
                    <a:pt x="4504" y="15357"/>
                    <a:pt x="4504" y="15357"/>
                    <a:pt x="4504" y="15357"/>
                  </a:cubicBezTo>
                  <a:cubicBezTo>
                    <a:pt x="4504" y="15357"/>
                    <a:pt x="4504" y="15357"/>
                    <a:pt x="4504" y="15357"/>
                  </a:cubicBezTo>
                  <a:cubicBezTo>
                    <a:pt x="4389" y="15357"/>
                    <a:pt x="4389" y="15357"/>
                    <a:pt x="4389" y="15357"/>
                  </a:cubicBezTo>
                  <a:cubicBezTo>
                    <a:pt x="4273" y="15357"/>
                    <a:pt x="4273" y="15357"/>
                    <a:pt x="4273" y="15357"/>
                  </a:cubicBezTo>
                  <a:cubicBezTo>
                    <a:pt x="4389" y="15357"/>
                    <a:pt x="4389" y="15357"/>
                    <a:pt x="4389" y="15357"/>
                  </a:cubicBezTo>
                  <a:cubicBezTo>
                    <a:pt x="4389" y="15456"/>
                    <a:pt x="4389" y="15456"/>
                    <a:pt x="4389" y="15456"/>
                  </a:cubicBezTo>
                  <a:cubicBezTo>
                    <a:pt x="4389" y="15456"/>
                    <a:pt x="4389" y="15456"/>
                    <a:pt x="4389" y="15456"/>
                  </a:cubicBezTo>
                  <a:cubicBezTo>
                    <a:pt x="4273" y="15456"/>
                    <a:pt x="4273" y="15456"/>
                    <a:pt x="4273" y="15456"/>
                  </a:cubicBezTo>
                  <a:cubicBezTo>
                    <a:pt x="4273" y="15456"/>
                    <a:pt x="4273" y="15456"/>
                    <a:pt x="4273" y="15456"/>
                  </a:cubicBezTo>
                  <a:cubicBezTo>
                    <a:pt x="4158" y="15456"/>
                    <a:pt x="4158" y="15456"/>
                    <a:pt x="4158" y="15456"/>
                  </a:cubicBezTo>
                  <a:cubicBezTo>
                    <a:pt x="4042" y="15456"/>
                    <a:pt x="4042" y="15456"/>
                    <a:pt x="4042" y="15456"/>
                  </a:cubicBezTo>
                  <a:cubicBezTo>
                    <a:pt x="4042" y="15456"/>
                    <a:pt x="4042" y="15456"/>
                    <a:pt x="4042" y="15456"/>
                  </a:cubicBezTo>
                  <a:cubicBezTo>
                    <a:pt x="3927" y="15456"/>
                    <a:pt x="3927" y="15456"/>
                    <a:pt x="3927" y="15456"/>
                  </a:cubicBezTo>
                  <a:cubicBezTo>
                    <a:pt x="3927" y="15357"/>
                    <a:pt x="3927" y="15357"/>
                    <a:pt x="3927" y="15357"/>
                  </a:cubicBezTo>
                  <a:cubicBezTo>
                    <a:pt x="3927" y="15357"/>
                    <a:pt x="3927" y="15357"/>
                    <a:pt x="3927" y="15357"/>
                  </a:cubicBezTo>
                  <a:cubicBezTo>
                    <a:pt x="4042" y="15357"/>
                    <a:pt x="4042" y="15357"/>
                    <a:pt x="4042" y="15357"/>
                  </a:cubicBezTo>
                  <a:cubicBezTo>
                    <a:pt x="3927" y="15357"/>
                    <a:pt x="3927" y="15357"/>
                    <a:pt x="3927" y="15357"/>
                  </a:cubicBezTo>
                  <a:cubicBezTo>
                    <a:pt x="3811" y="15357"/>
                    <a:pt x="3811" y="15357"/>
                    <a:pt x="3811" y="15357"/>
                  </a:cubicBezTo>
                  <a:cubicBezTo>
                    <a:pt x="3811" y="15357"/>
                    <a:pt x="3811" y="15357"/>
                    <a:pt x="3811" y="15357"/>
                  </a:cubicBezTo>
                  <a:cubicBezTo>
                    <a:pt x="3927" y="15258"/>
                    <a:pt x="3927" y="15258"/>
                    <a:pt x="3927" y="15258"/>
                  </a:cubicBezTo>
                  <a:cubicBezTo>
                    <a:pt x="4042" y="15258"/>
                    <a:pt x="4042" y="15258"/>
                    <a:pt x="4042" y="15258"/>
                  </a:cubicBezTo>
                  <a:cubicBezTo>
                    <a:pt x="4158" y="15258"/>
                    <a:pt x="4158" y="15258"/>
                    <a:pt x="4158" y="15258"/>
                  </a:cubicBezTo>
                  <a:cubicBezTo>
                    <a:pt x="4273" y="15258"/>
                    <a:pt x="4273" y="15258"/>
                    <a:pt x="4273" y="15258"/>
                  </a:cubicBezTo>
                  <a:cubicBezTo>
                    <a:pt x="4273" y="15258"/>
                    <a:pt x="4273" y="15258"/>
                    <a:pt x="4273" y="15258"/>
                  </a:cubicBezTo>
                  <a:cubicBezTo>
                    <a:pt x="4389" y="15258"/>
                    <a:pt x="4389" y="15258"/>
                    <a:pt x="4389" y="15258"/>
                  </a:cubicBezTo>
                  <a:cubicBezTo>
                    <a:pt x="4504" y="15258"/>
                    <a:pt x="4504" y="15258"/>
                    <a:pt x="4504" y="15258"/>
                  </a:cubicBezTo>
                  <a:cubicBezTo>
                    <a:pt x="4620" y="15258"/>
                    <a:pt x="4620" y="15258"/>
                    <a:pt x="4620" y="15258"/>
                  </a:cubicBezTo>
                  <a:cubicBezTo>
                    <a:pt x="4620" y="15258"/>
                    <a:pt x="4620" y="15258"/>
                    <a:pt x="4620" y="15258"/>
                  </a:cubicBezTo>
                  <a:cubicBezTo>
                    <a:pt x="4620" y="15159"/>
                    <a:pt x="4620" y="15159"/>
                    <a:pt x="4620" y="15159"/>
                  </a:cubicBezTo>
                  <a:cubicBezTo>
                    <a:pt x="4620" y="15159"/>
                    <a:pt x="4620" y="15159"/>
                    <a:pt x="4620" y="15159"/>
                  </a:cubicBezTo>
                  <a:cubicBezTo>
                    <a:pt x="4735" y="15159"/>
                    <a:pt x="4735" y="15159"/>
                    <a:pt x="4735" y="15159"/>
                  </a:cubicBezTo>
                  <a:cubicBezTo>
                    <a:pt x="4735" y="15060"/>
                    <a:pt x="4735" y="15060"/>
                    <a:pt x="4735" y="15060"/>
                  </a:cubicBezTo>
                  <a:cubicBezTo>
                    <a:pt x="4735" y="15060"/>
                    <a:pt x="4735" y="15060"/>
                    <a:pt x="4735" y="15060"/>
                  </a:cubicBezTo>
                  <a:cubicBezTo>
                    <a:pt x="4620" y="15159"/>
                    <a:pt x="4620" y="15159"/>
                    <a:pt x="4620" y="15159"/>
                  </a:cubicBezTo>
                  <a:cubicBezTo>
                    <a:pt x="4620" y="15159"/>
                    <a:pt x="4620" y="15159"/>
                    <a:pt x="4620" y="15159"/>
                  </a:cubicBezTo>
                  <a:cubicBezTo>
                    <a:pt x="4620" y="15060"/>
                    <a:pt x="4620" y="15060"/>
                    <a:pt x="4620" y="15060"/>
                  </a:cubicBezTo>
                  <a:cubicBezTo>
                    <a:pt x="4620" y="15060"/>
                    <a:pt x="4620" y="15060"/>
                    <a:pt x="4620" y="15060"/>
                  </a:cubicBezTo>
                  <a:cubicBezTo>
                    <a:pt x="4735" y="14862"/>
                    <a:pt x="4735" y="14862"/>
                    <a:pt x="4735" y="14862"/>
                  </a:cubicBezTo>
                  <a:cubicBezTo>
                    <a:pt x="4735" y="14763"/>
                    <a:pt x="4735" y="14763"/>
                    <a:pt x="4735" y="14763"/>
                  </a:cubicBezTo>
                  <a:cubicBezTo>
                    <a:pt x="4735" y="14763"/>
                    <a:pt x="4735" y="14763"/>
                    <a:pt x="4735" y="14763"/>
                  </a:cubicBezTo>
                  <a:cubicBezTo>
                    <a:pt x="4735" y="14763"/>
                    <a:pt x="4735" y="14763"/>
                    <a:pt x="4735" y="14763"/>
                  </a:cubicBezTo>
                  <a:cubicBezTo>
                    <a:pt x="4851" y="14862"/>
                    <a:pt x="4851" y="14862"/>
                    <a:pt x="4851" y="14862"/>
                  </a:cubicBezTo>
                  <a:cubicBezTo>
                    <a:pt x="4851" y="14862"/>
                    <a:pt x="4851" y="14862"/>
                    <a:pt x="4851" y="14862"/>
                  </a:cubicBezTo>
                  <a:cubicBezTo>
                    <a:pt x="4851" y="14961"/>
                    <a:pt x="4851" y="14961"/>
                    <a:pt x="4851" y="14961"/>
                  </a:cubicBezTo>
                  <a:cubicBezTo>
                    <a:pt x="4851" y="14961"/>
                    <a:pt x="4851" y="14961"/>
                    <a:pt x="4851" y="14961"/>
                  </a:cubicBezTo>
                  <a:cubicBezTo>
                    <a:pt x="4966" y="14961"/>
                    <a:pt x="4966" y="14961"/>
                    <a:pt x="4966" y="14961"/>
                  </a:cubicBezTo>
                  <a:cubicBezTo>
                    <a:pt x="4966" y="14961"/>
                    <a:pt x="4966" y="14961"/>
                    <a:pt x="4966" y="14961"/>
                  </a:cubicBezTo>
                  <a:cubicBezTo>
                    <a:pt x="5082" y="14961"/>
                    <a:pt x="5082" y="14961"/>
                    <a:pt x="5082" y="14961"/>
                  </a:cubicBezTo>
                  <a:cubicBezTo>
                    <a:pt x="5082" y="14961"/>
                    <a:pt x="5082" y="14961"/>
                    <a:pt x="5082" y="14961"/>
                  </a:cubicBezTo>
                  <a:cubicBezTo>
                    <a:pt x="5082" y="14961"/>
                    <a:pt x="5082" y="14961"/>
                    <a:pt x="5082" y="14961"/>
                  </a:cubicBezTo>
                  <a:cubicBezTo>
                    <a:pt x="5197" y="14961"/>
                    <a:pt x="5197" y="14961"/>
                    <a:pt x="5197" y="14961"/>
                  </a:cubicBezTo>
                  <a:cubicBezTo>
                    <a:pt x="5197" y="14961"/>
                    <a:pt x="5197" y="14961"/>
                    <a:pt x="5197" y="14961"/>
                  </a:cubicBezTo>
                  <a:cubicBezTo>
                    <a:pt x="5082" y="14862"/>
                    <a:pt x="5082" y="14862"/>
                    <a:pt x="5082" y="14862"/>
                  </a:cubicBezTo>
                  <a:cubicBezTo>
                    <a:pt x="4966" y="14862"/>
                    <a:pt x="4966" y="14862"/>
                    <a:pt x="4966" y="14862"/>
                  </a:cubicBezTo>
                  <a:cubicBezTo>
                    <a:pt x="4966" y="14862"/>
                    <a:pt x="4966" y="14862"/>
                    <a:pt x="4966" y="14862"/>
                  </a:cubicBezTo>
                  <a:cubicBezTo>
                    <a:pt x="5082" y="14862"/>
                    <a:pt x="5082" y="14862"/>
                    <a:pt x="5082" y="14862"/>
                  </a:cubicBezTo>
                  <a:cubicBezTo>
                    <a:pt x="5082" y="14862"/>
                    <a:pt x="5082" y="14862"/>
                    <a:pt x="5082" y="14862"/>
                  </a:cubicBezTo>
                  <a:cubicBezTo>
                    <a:pt x="5082" y="14862"/>
                    <a:pt x="5082" y="14862"/>
                    <a:pt x="5082" y="14862"/>
                  </a:cubicBezTo>
                  <a:cubicBezTo>
                    <a:pt x="5082" y="14763"/>
                    <a:pt x="5082" y="14763"/>
                    <a:pt x="5082" y="14763"/>
                  </a:cubicBezTo>
                  <a:cubicBezTo>
                    <a:pt x="5082" y="14763"/>
                    <a:pt x="5082" y="14763"/>
                    <a:pt x="5082" y="14763"/>
                  </a:cubicBezTo>
                  <a:cubicBezTo>
                    <a:pt x="4966" y="14763"/>
                    <a:pt x="4966" y="14763"/>
                    <a:pt x="4966" y="14763"/>
                  </a:cubicBezTo>
                  <a:cubicBezTo>
                    <a:pt x="4966" y="14763"/>
                    <a:pt x="4966" y="14763"/>
                    <a:pt x="4966" y="14763"/>
                  </a:cubicBezTo>
                  <a:cubicBezTo>
                    <a:pt x="4966" y="14763"/>
                    <a:pt x="4966" y="14763"/>
                    <a:pt x="4966" y="14763"/>
                  </a:cubicBezTo>
                  <a:cubicBezTo>
                    <a:pt x="4851" y="14763"/>
                    <a:pt x="4851" y="14763"/>
                    <a:pt x="4851" y="14763"/>
                  </a:cubicBezTo>
                  <a:cubicBezTo>
                    <a:pt x="4851" y="14763"/>
                    <a:pt x="4851" y="14763"/>
                    <a:pt x="4851" y="14763"/>
                  </a:cubicBezTo>
                  <a:cubicBezTo>
                    <a:pt x="4851" y="14763"/>
                    <a:pt x="4851" y="14763"/>
                    <a:pt x="4851" y="14763"/>
                  </a:cubicBezTo>
                  <a:cubicBezTo>
                    <a:pt x="4851" y="14664"/>
                    <a:pt x="4851" y="14664"/>
                    <a:pt x="4851" y="14664"/>
                  </a:cubicBezTo>
                  <a:cubicBezTo>
                    <a:pt x="4851" y="14664"/>
                    <a:pt x="4851" y="14664"/>
                    <a:pt x="4851" y="14664"/>
                  </a:cubicBezTo>
                  <a:cubicBezTo>
                    <a:pt x="4966" y="14565"/>
                    <a:pt x="4966" y="14565"/>
                    <a:pt x="4966" y="14565"/>
                  </a:cubicBezTo>
                  <a:cubicBezTo>
                    <a:pt x="5082" y="14565"/>
                    <a:pt x="5082" y="14565"/>
                    <a:pt x="5082" y="14565"/>
                  </a:cubicBezTo>
                  <a:cubicBezTo>
                    <a:pt x="5082" y="14565"/>
                    <a:pt x="5082" y="14565"/>
                    <a:pt x="5082" y="14565"/>
                  </a:cubicBezTo>
                  <a:cubicBezTo>
                    <a:pt x="5082" y="14565"/>
                    <a:pt x="5082" y="14565"/>
                    <a:pt x="5082" y="14565"/>
                  </a:cubicBezTo>
                  <a:cubicBezTo>
                    <a:pt x="5197" y="14565"/>
                    <a:pt x="5197" y="14565"/>
                    <a:pt x="5197" y="14565"/>
                  </a:cubicBezTo>
                  <a:cubicBezTo>
                    <a:pt x="5197" y="14565"/>
                    <a:pt x="5197" y="14565"/>
                    <a:pt x="5197" y="14565"/>
                  </a:cubicBezTo>
                  <a:cubicBezTo>
                    <a:pt x="5082" y="14466"/>
                    <a:pt x="5082" y="14466"/>
                    <a:pt x="5082" y="14466"/>
                  </a:cubicBezTo>
                  <a:cubicBezTo>
                    <a:pt x="4966" y="14466"/>
                    <a:pt x="4966" y="14466"/>
                    <a:pt x="4966" y="14466"/>
                  </a:cubicBezTo>
                  <a:cubicBezTo>
                    <a:pt x="4966" y="14466"/>
                    <a:pt x="4966" y="14466"/>
                    <a:pt x="4966" y="14466"/>
                  </a:cubicBezTo>
                  <a:cubicBezTo>
                    <a:pt x="5082" y="14466"/>
                    <a:pt x="5082" y="14466"/>
                    <a:pt x="5082" y="14466"/>
                  </a:cubicBezTo>
                  <a:cubicBezTo>
                    <a:pt x="5082" y="14466"/>
                    <a:pt x="5082" y="14466"/>
                    <a:pt x="5082" y="14466"/>
                  </a:cubicBezTo>
                  <a:cubicBezTo>
                    <a:pt x="5197" y="14366"/>
                    <a:pt x="5197" y="14366"/>
                    <a:pt x="5197" y="14366"/>
                  </a:cubicBezTo>
                  <a:cubicBezTo>
                    <a:pt x="5197" y="14366"/>
                    <a:pt x="5197" y="14366"/>
                    <a:pt x="5197" y="14366"/>
                  </a:cubicBezTo>
                  <a:cubicBezTo>
                    <a:pt x="5197" y="14366"/>
                    <a:pt x="5197" y="14366"/>
                    <a:pt x="5197" y="14366"/>
                  </a:cubicBezTo>
                  <a:cubicBezTo>
                    <a:pt x="5313" y="14267"/>
                    <a:pt x="5313" y="14267"/>
                    <a:pt x="5313" y="14267"/>
                  </a:cubicBezTo>
                  <a:cubicBezTo>
                    <a:pt x="5313" y="14267"/>
                    <a:pt x="5313" y="14267"/>
                    <a:pt x="5313" y="14267"/>
                  </a:cubicBezTo>
                  <a:cubicBezTo>
                    <a:pt x="5197" y="14267"/>
                    <a:pt x="5197" y="14267"/>
                    <a:pt x="5197" y="14267"/>
                  </a:cubicBezTo>
                  <a:cubicBezTo>
                    <a:pt x="5197" y="14267"/>
                    <a:pt x="5197" y="14267"/>
                    <a:pt x="5197" y="14267"/>
                  </a:cubicBezTo>
                  <a:cubicBezTo>
                    <a:pt x="5313" y="14168"/>
                    <a:pt x="5313" y="14168"/>
                    <a:pt x="5313" y="14168"/>
                  </a:cubicBezTo>
                  <a:cubicBezTo>
                    <a:pt x="5313" y="14168"/>
                    <a:pt x="5313" y="14168"/>
                    <a:pt x="5313" y="14168"/>
                  </a:cubicBezTo>
                  <a:cubicBezTo>
                    <a:pt x="5313" y="14168"/>
                    <a:pt x="5313" y="14168"/>
                    <a:pt x="5313" y="14168"/>
                  </a:cubicBezTo>
                  <a:cubicBezTo>
                    <a:pt x="5313" y="14168"/>
                    <a:pt x="5313" y="14168"/>
                    <a:pt x="5313" y="14168"/>
                  </a:cubicBezTo>
                  <a:cubicBezTo>
                    <a:pt x="5197" y="14168"/>
                    <a:pt x="5197" y="14168"/>
                    <a:pt x="5197" y="14168"/>
                  </a:cubicBezTo>
                  <a:cubicBezTo>
                    <a:pt x="5082" y="14168"/>
                    <a:pt x="5082" y="14168"/>
                    <a:pt x="5082" y="14168"/>
                  </a:cubicBezTo>
                  <a:cubicBezTo>
                    <a:pt x="4966" y="14168"/>
                    <a:pt x="4966" y="14168"/>
                    <a:pt x="4966" y="14168"/>
                  </a:cubicBezTo>
                  <a:cubicBezTo>
                    <a:pt x="4966" y="14168"/>
                    <a:pt x="4966" y="14168"/>
                    <a:pt x="4966" y="14168"/>
                  </a:cubicBezTo>
                  <a:cubicBezTo>
                    <a:pt x="4851" y="14168"/>
                    <a:pt x="4851" y="14168"/>
                    <a:pt x="4851" y="14168"/>
                  </a:cubicBezTo>
                  <a:cubicBezTo>
                    <a:pt x="4851" y="14168"/>
                    <a:pt x="4851" y="14168"/>
                    <a:pt x="4851" y="14168"/>
                  </a:cubicBezTo>
                  <a:cubicBezTo>
                    <a:pt x="4735" y="14168"/>
                    <a:pt x="4735" y="14168"/>
                    <a:pt x="4735" y="14168"/>
                  </a:cubicBezTo>
                  <a:cubicBezTo>
                    <a:pt x="4735" y="14168"/>
                    <a:pt x="4735" y="14168"/>
                    <a:pt x="4735" y="14168"/>
                  </a:cubicBezTo>
                  <a:cubicBezTo>
                    <a:pt x="4620" y="14168"/>
                    <a:pt x="4620" y="14168"/>
                    <a:pt x="4620" y="14168"/>
                  </a:cubicBezTo>
                  <a:cubicBezTo>
                    <a:pt x="4620" y="14069"/>
                    <a:pt x="4620" y="14069"/>
                    <a:pt x="4620" y="14069"/>
                  </a:cubicBezTo>
                  <a:cubicBezTo>
                    <a:pt x="4504" y="14069"/>
                    <a:pt x="4504" y="14069"/>
                    <a:pt x="4504" y="14069"/>
                  </a:cubicBezTo>
                  <a:cubicBezTo>
                    <a:pt x="4389" y="14069"/>
                    <a:pt x="4389" y="14069"/>
                    <a:pt x="4389" y="14069"/>
                  </a:cubicBezTo>
                  <a:cubicBezTo>
                    <a:pt x="4389" y="13970"/>
                    <a:pt x="4389" y="13970"/>
                    <a:pt x="4389" y="13970"/>
                  </a:cubicBezTo>
                  <a:cubicBezTo>
                    <a:pt x="4389" y="13970"/>
                    <a:pt x="4389" y="13970"/>
                    <a:pt x="4389" y="13970"/>
                  </a:cubicBezTo>
                  <a:cubicBezTo>
                    <a:pt x="4273" y="13871"/>
                    <a:pt x="4273" y="13871"/>
                    <a:pt x="4273" y="13871"/>
                  </a:cubicBezTo>
                  <a:cubicBezTo>
                    <a:pt x="4158" y="13772"/>
                    <a:pt x="4158" y="13772"/>
                    <a:pt x="4158" y="13772"/>
                  </a:cubicBezTo>
                  <a:cubicBezTo>
                    <a:pt x="3927" y="13772"/>
                    <a:pt x="3927" y="13772"/>
                    <a:pt x="3927" y="13772"/>
                  </a:cubicBezTo>
                  <a:cubicBezTo>
                    <a:pt x="3927" y="13673"/>
                    <a:pt x="3927" y="13673"/>
                    <a:pt x="3927" y="13673"/>
                  </a:cubicBezTo>
                  <a:cubicBezTo>
                    <a:pt x="3927" y="13673"/>
                    <a:pt x="3927" y="13673"/>
                    <a:pt x="3927" y="13673"/>
                  </a:cubicBezTo>
                  <a:cubicBezTo>
                    <a:pt x="3811" y="13574"/>
                    <a:pt x="3811" y="13574"/>
                    <a:pt x="3811" y="13574"/>
                  </a:cubicBezTo>
                  <a:cubicBezTo>
                    <a:pt x="3811" y="13475"/>
                    <a:pt x="3811" y="13475"/>
                    <a:pt x="3811" y="13475"/>
                  </a:cubicBezTo>
                  <a:cubicBezTo>
                    <a:pt x="3696" y="13475"/>
                    <a:pt x="3696" y="13475"/>
                    <a:pt x="3696" y="13475"/>
                  </a:cubicBezTo>
                  <a:cubicBezTo>
                    <a:pt x="3696" y="13475"/>
                    <a:pt x="3696" y="13475"/>
                    <a:pt x="3696" y="13475"/>
                  </a:cubicBezTo>
                  <a:cubicBezTo>
                    <a:pt x="3811" y="13376"/>
                    <a:pt x="3811" y="13376"/>
                    <a:pt x="3811" y="13376"/>
                  </a:cubicBezTo>
                  <a:cubicBezTo>
                    <a:pt x="3927" y="13376"/>
                    <a:pt x="3927" y="13376"/>
                    <a:pt x="3927" y="13376"/>
                  </a:cubicBezTo>
                  <a:cubicBezTo>
                    <a:pt x="3927" y="13376"/>
                    <a:pt x="3927" y="13376"/>
                    <a:pt x="3927" y="13376"/>
                  </a:cubicBezTo>
                  <a:cubicBezTo>
                    <a:pt x="4042" y="13376"/>
                    <a:pt x="4042" y="13376"/>
                    <a:pt x="4042" y="13376"/>
                  </a:cubicBezTo>
                  <a:cubicBezTo>
                    <a:pt x="4158" y="13376"/>
                    <a:pt x="4158" y="13376"/>
                    <a:pt x="4158" y="13376"/>
                  </a:cubicBezTo>
                  <a:cubicBezTo>
                    <a:pt x="4273" y="13475"/>
                    <a:pt x="4273" y="13475"/>
                    <a:pt x="4273" y="13475"/>
                  </a:cubicBezTo>
                  <a:cubicBezTo>
                    <a:pt x="4273" y="13475"/>
                    <a:pt x="4273" y="13475"/>
                    <a:pt x="4273" y="13475"/>
                  </a:cubicBezTo>
                  <a:cubicBezTo>
                    <a:pt x="4389" y="13475"/>
                    <a:pt x="4389" y="13475"/>
                    <a:pt x="4389" y="13475"/>
                  </a:cubicBezTo>
                  <a:cubicBezTo>
                    <a:pt x="4389" y="13475"/>
                    <a:pt x="4389" y="13475"/>
                    <a:pt x="4389" y="13475"/>
                  </a:cubicBezTo>
                  <a:cubicBezTo>
                    <a:pt x="4504" y="13475"/>
                    <a:pt x="4504" y="13475"/>
                    <a:pt x="4504" y="13475"/>
                  </a:cubicBezTo>
                  <a:cubicBezTo>
                    <a:pt x="4620" y="13475"/>
                    <a:pt x="4620" y="13475"/>
                    <a:pt x="4620" y="13475"/>
                  </a:cubicBezTo>
                  <a:cubicBezTo>
                    <a:pt x="4620" y="13574"/>
                    <a:pt x="4620" y="13574"/>
                    <a:pt x="4620" y="13574"/>
                  </a:cubicBezTo>
                  <a:cubicBezTo>
                    <a:pt x="4735" y="13574"/>
                    <a:pt x="4735" y="13574"/>
                    <a:pt x="4735" y="13574"/>
                  </a:cubicBezTo>
                  <a:cubicBezTo>
                    <a:pt x="4735" y="13574"/>
                    <a:pt x="4735" y="13574"/>
                    <a:pt x="4735" y="13574"/>
                  </a:cubicBezTo>
                  <a:cubicBezTo>
                    <a:pt x="4851" y="13772"/>
                    <a:pt x="4851" y="13772"/>
                    <a:pt x="4851" y="13772"/>
                  </a:cubicBezTo>
                  <a:cubicBezTo>
                    <a:pt x="4966" y="13772"/>
                    <a:pt x="4966" y="13772"/>
                    <a:pt x="4966" y="13772"/>
                  </a:cubicBezTo>
                  <a:cubicBezTo>
                    <a:pt x="4966" y="13871"/>
                    <a:pt x="4966" y="13871"/>
                    <a:pt x="4966" y="13871"/>
                  </a:cubicBezTo>
                  <a:cubicBezTo>
                    <a:pt x="5082" y="13871"/>
                    <a:pt x="5082" y="13871"/>
                    <a:pt x="5082" y="13871"/>
                  </a:cubicBezTo>
                  <a:cubicBezTo>
                    <a:pt x="5197" y="13970"/>
                    <a:pt x="5197" y="13970"/>
                    <a:pt x="5197" y="13970"/>
                  </a:cubicBezTo>
                  <a:cubicBezTo>
                    <a:pt x="5197" y="13871"/>
                    <a:pt x="5197" y="13871"/>
                    <a:pt x="5197" y="13871"/>
                  </a:cubicBezTo>
                  <a:cubicBezTo>
                    <a:pt x="5313" y="13871"/>
                    <a:pt x="5313" y="13871"/>
                    <a:pt x="5313" y="13871"/>
                  </a:cubicBezTo>
                  <a:cubicBezTo>
                    <a:pt x="5197" y="13871"/>
                    <a:pt x="5197" y="13871"/>
                    <a:pt x="5197" y="13871"/>
                  </a:cubicBezTo>
                  <a:cubicBezTo>
                    <a:pt x="5197" y="13871"/>
                    <a:pt x="5197" y="13871"/>
                    <a:pt x="5197" y="13871"/>
                  </a:cubicBezTo>
                  <a:cubicBezTo>
                    <a:pt x="5197" y="13871"/>
                    <a:pt x="5197" y="13871"/>
                    <a:pt x="5197" y="13871"/>
                  </a:cubicBezTo>
                  <a:cubicBezTo>
                    <a:pt x="5082" y="13871"/>
                    <a:pt x="5082" y="13871"/>
                    <a:pt x="5082" y="13871"/>
                  </a:cubicBezTo>
                  <a:cubicBezTo>
                    <a:pt x="4966" y="13772"/>
                    <a:pt x="4966" y="13772"/>
                    <a:pt x="4966" y="13772"/>
                  </a:cubicBezTo>
                  <a:cubicBezTo>
                    <a:pt x="4966" y="13673"/>
                    <a:pt x="4966" y="13673"/>
                    <a:pt x="4966" y="13673"/>
                  </a:cubicBezTo>
                  <a:cubicBezTo>
                    <a:pt x="4966" y="13673"/>
                    <a:pt x="4966" y="13673"/>
                    <a:pt x="4966" y="13673"/>
                  </a:cubicBezTo>
                  <a:cubicBezTo>
                    <a:pt x="5082" y="13772"/>
                    <a:pt x="5082" y="13772"/>
                    <a:pt x="5082" y="13772"/>
                  </a:cubicBezTo>
                  <a:cubicBezTo>
                    <a:pt x="5197" y="13772"/>
                    <a:pt x="5197" y="13772"/>
                    <a:pt x="5197" y="13772"/>
                  </a:cubicBezTo>
                  <a:cubicBezTo>
                    <a:pt x="5197" y="13772"/>
                    <a:pt x="5197" y="13772"/>
                    <a:pt x="5197" y="13772"/>
                  </a:cubicBezTo>
                  <a:cubicBezTo>
                    <a:pt x="5197" y="13772"/>
                    <a:pt x="5197" y="13772"/>
                    <a:pt x="5197" y="13772"/>
                  </a:cubicBezTo>
                  <a:cubicBezTo>
                    <a:pt x="5197" y="13673"/>
                    <a:pt x="5197" y="13673"/>
                    <a:pt x="5197" y="13673"/>
                  </a:cubicBezTo>
                  <a:cubicBezTo>
                    <a:pt x="5082" y="13673"/>
                    <a:pt x="5082" y="13673"/>
                    <a:pt x="5082" y="13673"/>
                  </a:cubicBezTo>
                  <a:cubicBezTo>
                    <a:pt x="4966" y="13574"/>
                    <a:pt x="4966" y="13574"/>
                    <a:pt x="4966" y="13574"/>
                  </a:cubicBezTo>
                  <a:cubicBezTo>
                    <a:pt x="4966" y="13475"/>
                    <a:pt x="4966" y="13475"/>
                    <a:pt x="4966" y="13475"/>
                  </a:cubicBezTo>
                  <a:cubicBezTo>
                    <a:pt x="4966" y="13475"/>
                    <a:pt x="4966" y="13475"/>
                    <a:pt x="4966" y="13475"/>
                  </a:cubicBezTo>
                  <a:cubicBezTo>
                    <a:pt x="4966" y="13475"/>
                    <a:pt x="4966" y="13475"/>
                    <a:pt x="4966" y="13475"/>
                  </a:cubicBezTo>
                  <a:cubicBezTo>
                    <a:pt x="5082" y="13574"/>
                    <a:pt x="5082" y="13574"/>
                    <a:pt x="5082" y="13574"/>
                  </a:cubicBezTo>
                  <a:cubicBezTo>
                    <a:pt x="5197" y="13574"/>
                    <a:pt x="5197" y="13574"/>
                    <a:pt x="5197" y="13574"/>
                  </a:cubicBezTo>
                  <a:cubicBezTo>
                    <a:pt x="5082" y="13475"/>
                    <a:pt x="5082" y="13475"/>
                    <a:pt x="5082" y="13475"/>
                  </a:cubicBezTo>
                  <a:cubicBezTo>
                    <a:pt x="4966" y="13376"/>
                    <a:pt x="4966" y="13376"/>
                    <a:pt x="4966" y="13376"/>
                  </a:cubicBezTo>
                  <a:cubicBezTo>
                    <a:pt x="4966" y="13376"/>
                    <a:pt x="4966" y="13376"/>
                    <a:pt x="4966" y="13376"/>
                  </a:cubicBezTo>
                  <a:cubicBezTo>
                    <a:pt x="4851" y="13277"/>
                    <a:pt x="4851" y="13277"/>
                    <a:pt x="4851" y="13277"/>
                  </a:cubicBezTo>
                  <a:cubicBezTo>
                    <a:pt x="4851" y="13277"/>
                    <a:pt x="4851" y="13277"/>
                    <a:pt x="4851" y="13277"/>
                  </a:cubicBezTo>
                  <a:cubicBezTo>
                    <a:pt x="4966" y="13277"/>
                    <a:pt x="4966" y="13277"/>
                    <a:pt x="4966" y="13277"/>
                  </a:cubicBezTo>
                  <a:cubicBezTo>
                    <a:pt x="5197" y="13376"/>
                    <a:pt x="5197" y="13376"/>
                    <a:pt x="5197" y="13376"/>
                  </a:cubicBezTo>
                  <a:cubicBezTo>
                    <a:pt x="5197" y="13376"/>
                    <a:pt x="5197" y="13376"/>
                    <a:pt x="5197" y="13376"/>
                  </a:cubicBezTo>
                  <a:cubicBezTo>
                    <a:pt x="5313" y="13277"/>
                    <a:pt x="5313" y="13277"/>
                    <a:pt x="5313" y="13277"/>
                  </a:cubicBezTo>
                  <a:cubicBezTo>
                    <a:pt x="5197" y="13277"/>
                    <a:pt x="5197" y="13277"/>
                    <a:pt x="5197" y="13277"/>
                  </a:cubicBezTo>
                  <a:cubicBezTo>
                    <a:pt x="5197" y="13277"/>
                    <a:pt x="5197" y="13277"/>
                    <a:pt x="5197" y="13277"/>
                  </a:cubicBezTo>
                  <a:cubicBezTo>
                    <a:pt x="5082" y="13277"/>
                    <a:pt x="5082" y="13277"/>
                    <a:pt x="5082" y="13277"/>
                  </a:cubicBezTo>
                  <a:cubicBezTo>
                    <a:pt x="4966" y="13277"/>
                    <a:pt x="4966" y="13277"/>
                    <a:pt x="4966" y="13277"/>
                  </a:cubicBezTo>
                  <a:cubicBezTo>
                    <a:pt x="4966" y="13277"/>
                    <a:pt x="4966" y="13277"/>
                    <a:pt x="4966" y="13277"/>
                  </a:cubicBezTo>
                  <a:cubicBezTo>
                    <a:pt x="4851" y="13177"/>
                    <a:pt x="4851" y="13177"/>
                    <a:pt x="4851" y="13177"/>
                  </a:cubicBezTo>
                  <a:cubicBezTo>
                    <a:pt x="4966" y="13177"/>
                    <a:pt x="4966" y="13177"/>
                    <a:pt x="4966" y="13177"/>
                  </a:cubicBezTo>
                  <a:cubicBezTo>
                    <a:pt x="5082" y="13177"/>
                    <a:pt x="5082" y="13177"/>
                    <a:pt x="5082" y="13177"/>
                  </a:cubicBezTo>
                  <a:cubicBezTo>
                    <a:pt x="5082" y="13177"/>
                    <a:pt x="5082" y="13177"/>
                    <a:pt x="5082" y="13177"/>
                  </a:cubicBezTo>
                  <a:cubicBezTo>
                    <a:pt x="5197" y="13177"/>
                    <a:pt x="5197" y="13177"/>
                    <a:pt x="5197" y="13177"/>
                  </a:cubicBezTo>
                  <a:cubicBezTo>
                    <a:pt x="5197" y="13177"/>
                    <a:pt x="5197" y="13177"/>
                    <a:pt x="5197" y="13177"/>
                  </a:cubicBezTo>
                  <a:cubicBezTo>
                    <a:pt x="5197" y="13078"/>
                    <a:pt x="5197" y="13078"/>
                    <a:pt x="5197" y="13078"/>
                  </a:cubicBezTo>
                  <a:cubicBezTo>
                    <a:pt x="5082" y="13078"/>
                    <a:pt x="5082" y="13078"/>
                    <a:pt x="5082" y="13078"/>
                  </a:cubicBezTo>
                  <a:cubicBezTo>
                    <a:pt x="5082" y="13078"/>
                    <a:pt x="5082" y="13078"/>
                    <a:pt x="5082" y="13078"/>
                  </a:cubicBezTo>
                  <a:cubicBezTo>
                    <a:pt x="5082" y="13078"/>
                    <a:pt x="5082" y="13078"/>
                    <a:pt x="5082" y="13078"/>
                  </a:cubicBezTo>
                  <a:cubicBezTo>
                    <a:pt x="4966" y="13078"/>
                    <a:pt x="4966" y="13078"/>
                    <a:pt x="4966" y="13078"/>
                  </a:cubicBezTo>
                  <a:cubicBezTo>
                    <a:pt x="4966" y="13078"/>
                    <a:pt x="4966" y="13078"/>
                    <a:pt x="4966" y="13078"/>
                  </a:cubicBezTo>
                  <a:cubicBezTo>
                    <a:pt x="4735" y="13177"/>
                    <a:pt x="4735" y="13177"/>
                    <a:pt x="4735" y="13177"/>
                  </a:cubicBezTo>
                  <a:cubicBezTo>
                    <a:pt x="4735" y="13177"/>
                    <a:pt x="4735" y="13177"/>
                    <a:pt x="4735" y="13177"/>
                  </a:cubicBezTo>
                  <a:cubicBezTo>
                    <a:pt x="4735" y="13177"/>
                    <a:pt x="4735" y="13177"/>
                    <a:pt x="4735" y="13177"/>
                  </a:cubicBezTo>
                  <a:cubicBezTo>
                    <a:pt x="4851" y="13177"/>
                    <a:pt x="4851" y="13177"/>
                    <a:pt x="4851" y="13177"/>
                  </a:cubicBezTo>
                  <a:cubicBezTo>
                    <a:pt x="4851" y="13078"/>
                    <a:pt x="4851" y="13078"/>
                    <a:pt x="4851" y="13078"/>
                  </a:cubicBezTo>
                  <a:cubicBezTo>
                    <a:pt x="4851" y="12979"/>
                    <a:pt x="4851" y="12979"/>
                    <a:pt x="4851" y="12979"/>
                  </a:cubicBezTo>
                  <a:cubicBezTo>
                    <a:pt x="4966" y="12979"/>
                    <a:pt x="4966" y="12979"/>
                    <a:pt x="4966" y="12979"/>
                  </a:cubicBezTo>
                  <a:cubicBezTo>
                    <a:pt x="4966" y="12979"/>
                    <a:pt x="4966" y="12979"/>
                    <a:pt x="4966" y="12979"/>
                  </a:cubicBezTo>
                  <a:cubicBezTo>
                    <a:pt x="5082" y="12979"/>
                    <a:pt x="5082" y="12979"/>
                    <a:pt x="5082" y="12979"/>
                  </a:cubicBezTo>
                  <a:cubicBezTo>
                    <a:pt x="5082" y="12979"/>
                    <a:pt x="5082" y="12979"/>
                    <a:pt x="5082" y="12979"/>
                  </a:cubicBezTo>
                  <a:cubicBezTo>
                    <a:pt x="5197" y="12979"/>
                    <a:pt x="5197" y="12979"/>
                    <a:pt x="5197" y="12979"/>
                  </a:cubicBezTo>
                  <a:cubicBezTo>
                    <a:pt x="5082" y="12880"/>
                    <a:pt x="5082" y="12880"/>
                    <a:pt x="5082" y="12880"/>
                  </a:cubicBezTo>
                  <a:cubicBezTo>
                    <a:pt x="4966" y="12880"/>
                    <a:pt x="4966" y="12880"/>
                    <a:pt x="4966" y="12880"/>
                  </a:cubicBezTo>
                  <a:cubicBezTo>
                    <a:pt x="4966" y="12979"/>
                    <a:pt x="4966" y="12979"/>
                    <a:pt x="4966" y="12979"/>
                  </a:cubicBezTo>
                  <a:cubicBezTo>
                    <a:pt x="4851" y="12979"/>
                    <a:pt x="4851" y="12979"/>
                    <a:pt x="4851" y="12979"/>
                  </a:cubicBezTo>
                  <a:cubicBezTo>
                    <a:pt x="4851" y="12979"/>
                    <a:pt x="4851" y="12979"/>
                    <a:pt x="4851" y="12979"/>
                  </a:cubicBezTo>
                  <a:cubicBezTo>
                    <a:pt x="4735" y="12979"/>
                    <a:pt x="4735" y="12979"/>
                    <a:pt x="4735" y="12979"/>
                  </a:cubicBezTo>
                  <a:cubicBezTo>
                    <a:pt x="4735" y="12979"/>
                    <a:pt x="4735" y="12979"/>
                    <a:pt x="4735" y="12979"/>
                  </a:cubicBezTo>
                  <a:cubicBezTo>
                    <a:pt x="4735" y="12880"/>
                    <a:pt x="4735" y="12880"/>
                    <a:pt x="4735" y="12880"/>
                  </a:cubicBezTo>
                  <a:cubicBezTo>
                    <a:pt x="4735" y="12880"/>
                    <a:pt x="4735" y="12880"/>
                    <a:pt x="4735" y="12880"/>
                  </a:cubicBezTo>
                  <a:cubicBezTo>
                    <a:pt x="4851" y="12880"/>
                    <a:pt x="4851" y="12880"/>
                    <a:pt x="4851" y="12880"/>
                  </a:cubicBezTo>
                  <a:cubicBezTo>
                    <a:pt x="4966" y="12781"/>
                    <a:pt x="4966" y="12781"/>
                    <a:pt x="4966" y="12781"/>
                  </a:cubicBezTo>
                  <a:cubicBezTo>
                    <a:pt x="5082" y="12781"/>
                    <a:pt x="5082" y="12781"/>
                    <a:pt x="5082" y="12781"/>
                  </a:cubicBezTo>
                  <a:cubicBezTo>
                    <a:pt x="5197" y="12781"/>
                    <a:pt x="5197" y="12781"/>
                    <a:pt x="5197" y="12781"/>
                  </a:cubicBezTo>
                  <a:cubicBezTo>
                    <a:pt x="5197" y="12682"/>
                    <a:pt x="5197" y="12682"/>
                    <a:pt x="5197" y="12682"/>
                  </a:cubicBezTo>
                  <a:cubicBezTo>
                    <a:pt x="5197" y="12682"/>
                    <a:pt x="5197" y="12682"/>
                    <a:pt x="5197" y="12682"/>
                  </a:cubicBezTo>
                  <a:cubicBezTo>
                    <a:pt x="5197" y="12682"/>
                    <a:pt x="5197" y="12682"/>
                    <a:pt x="5197" y="12682"/>
                  </a:cubicBezTo>
                  <a:cubicBezTo>
                    <a:pt x="5082" y="12781"/>
                    <a:pt x="5082" y="12781"/>
                    <a:pt x="5082" y="12781"/>
                  </a:cubicBezTo>
                  <a:cubicBezTo>
                    <a:pt x="4966" y="12781"/>
                    <a:pt x="4966" y="12781"/>
                    <a:pt x="4966" y="12781"/>
                  </a:cubicBezTo>
                  <a:cubicBezTo>
                    <a:pt x="4966" y="12781"/>
                    <a:pt x="4966" y="12781"/>
                    <a:pt x="4966" y="12781"/>
                  </a:cubicBezTo>
                  <a:cubicBezTo>
                    <a:pt x="4851" y="12682"/>
                    <a:pt x="4851" y="12682"/>
                    <a:pt x="4851" y="12682"/>
                  </a:cubicBezTo>
                  <a:cubicBezTo>
                    <a:pt x="4851" y="12682"/>
                    <a:pt x="4851" y="12682"/>
                    <a:pt x="4851" y="12682"/>
                  </a:cubicBezTo>
                  <a:cubicBezTo>
                    <a:pt x="4735" y="12682"/>
                    <a:pt x="4735" y="12682"/>
                    <a:pt x="4735" y="12682"/>
                  </a:cubicBezTo>
                  <a:cubicBezTo>
                    <a:pt x="4735" y="12682"/>
                    <a:pt x="4735" y="12682"/>
                    <a:pt x="4735" y="12682"/>
                  </a:cubicBezTo>
                  <a:cubicBezTo>
                    <a:pt x="4735" y="12583"/>
                    <a:pt x="4735" y="12583"/>
                    <a:pt x="4735" y="12583"/>
                  </a:cubicBezTo>
                  <a:cubicBezTo>
                    <a:pt x="4735" y="12583"/>
                    <a:pt x="4735" y="12583"/>
                    <a:pt x="4735" y="12583"/>
                  </a:cubicBezTo>
                  <a:cubicBezTo>
                    <a:pt x="4851" y="12484"/>
                    <a:pt x="4851" y="12484"/>
                    <a:pt x="4851" y="12484"/>
                  </a:cubicBezTo>
                  <a:cubicBezTo>
                    <a:pt x="4851" y="12484"/>
                    <a:pt x="4851" y="12484"/>
                    <a:pt x="4851" y="12484"/>
                  </a:cubicBezTo>
                  <a:cubicBezTo>
                    <a:pt x="4966" y="12484"/>
                    <a:pt x="4966" y="12484"/>
                    <a:pt x="4966" y="12484"/>
                  </a:cubicBezTo>
                  <a:cubicBezTo>
                    <a:pt x="4966" y="12385"/>
                    <a:pt x="4966" y="12385"/>
                    <a:pt x="4966" y="12385"/>
                  </a:cubicBezTo>
                  <a:cubicBezTo>
                    <a:pt x="4966" y="12385"/>
                    <a:pt x="4966" y="12385"/>
                    <a:pt x="4966" y="12385"/>
                  </a:cubicBezTo>
                  <a:cubicBezTo>
                    <a:pt x="4851" y="12484"/>
                    <a:pt x="4851" y="12484"/>
                    <a:pt x="4851" y="12484"/>
                  </a:cubicBezTo>
                  <a:cubicBezTo>
                    <a:pt x="4735" y="12583"/>
                    <a:pt x="4735" y="12583"/>
                    <a:pt x="4735" y="12583"/>
                  </a:cubicBezTo>
                  <a:cubicBezTo>
                    <a:pt x="4735" y="12583"/>
                    <a:pt x="4735" y="12583"/>
                    <a:pt x="4735" y="12583"/>
                  </a:cubicBezTo>
                  <a:cubicBezTo>
                    <a:pt x="4620" y="12583"/>
                    <a:pt x="4620" y="12583"/>
                    <a:pt x="4620" y="12583"/>
                  </a:cubicBezTo>
                  <a:cubicBezTo>
                    <a:pt x="4620" y="12682"/>
                    <a:pt x="4620" y="12682"/>
                    <a:pt x="4620" y="12682"/>
                  </a:cubicBezTo>
                  <a:cubicBezTo>
                    <a:pt x="4620" y="12583"/>
                    <a:pt x="4620" y="12583"/>
                    <a:pt x="4620" y="12583"/>
                  </a:cubicBezTo>
                  <a:cubicBezTo>
                    <a:pt x="4620" y="12583"/>
                    <a:pt x="4620" y="12583"/>
                    <a:pt x="4620" y="12583"/>
                  </a:cubicBezTo>
                  <a:cubicBezTo>
                    <a:pt x="4620" y="12484"/>
                    <a:pt x="4620" y="12484"/>
                    <a:pt x="4620" y="12484"/>
                  </a:cubicBezTo>
                  <a:cubicBezTo>
                    <a:pt x="4620" y="12385"/>
                    <a:pt x="4620" y="12385"/>
                    <a:pt x="4620" y="12385"/>
                  </a:cubicBezTo>
                  <a:cubicBezTo>
                    <a:pt x="4620" y="12286"/>
                    <a:pt x="4620" y="12286"/>
                    <a:pt x="4620" y="12286"/>
                  </a:cubicBezTo>
                  <a:cubicBezTo>
                    <a:pt x="4620" y="12187"/>
                    <a:pt x="4620" y="12187"/>
                    <a:pt x="4620" y="12187"/>
                  </a:cubicBezTo>
                  <a:cubicBezTo>
                    <a:pt x="4620" y="12187"/>
                    <a:pt x="4620" y="12187"/>
                    <a:pt x="4620" y="12187"/>
                  </a:cubicBezTo>
                  <a:cubicBezTo>
                    <a:pt x="4620" y="12088"/>
                    <a:pt x="4620" y="12088"/>
                    <a:pt x="4620" y="12088"/>
                  </a:cubicBezTo>
                  <a:cubicBezTo>
                    <a:pt x="4620" y="12088"/>
                    <a:pt x="4620" y="12088"/>
                    <a:pt x="4620" y="12088"/>
                  </a:cubicBezTo>
                  <a:cubicBezTo>
                    <a:pt x="4504" y="12187"/>
                    <a:pt x="4504" y="12187"/>
                    <a:pt x="4504" y="12187"/>
                  </a:cubicBezTo>
                  <a:cubicBezTo>
                    <a:pt x="4504" y="12286"/>
                    <a:pt x="4504" y="12286"/>
                    <a:pt x="4504" y="12286"/>
                  </a:cubicBezTo>
                  <a:cubicBezTo>
                    <a:pt x="4504" y="12385"/>
                    <a:pt x="4504" y="12385"/>
                    <a:pt x="4504" y="12385"/>
                  </a:cubicBezTo>
                  <a:cubicBezTo>
                    <a:pt x="4620" y="12385"/>
                    <a:pt x="4620" y="12385"/>
                    <a:pt x="4620" y="12385"/>
                  </a:cubicBezTo>
                  <a:cubicBezTo>
                    <a:pt x="4620" y="12484"/>
                    <a:pt x="4620" y="12484"/>
                    <a:pt x="4620" y="12484"/>
                  </a:cubicBezTo>
                  <a:cubicBezTo>
                    <a:pt x="4620" y="12583"/>
                    <a:pt x="4620" y="12583"/>
                    <a:pt x="4620" y="12583"/>
                  </a:cubicBezTo>
                  <a:cubicBezTo>
                    <a:pt x="4504" y="12682"/>
                    <a:pt x="4504" y="12682"/>
                    <a:pt x="4504" y="12682"/>
                  </a:cubicBezTo>
                  <a:cubicBezTo>
                    <a:pt x="4504" y="12682"/>
                    <a:pt x="4504" y="12682"/>
                    <a:pt x="4504" y="12682"/>
                  </a:cubicBezTo>
                  <a:cubicBezTo>
                    <a:pt x="4389" y="12583"/>
                    <a:pt x="4389" y="12583"/>
                    <a:pt x="4389" y="12583"/>
                  </a:cubicBezTo>
                  <a:cubicBezTo>
                    <a:pt x="4389" y="12583"/>
                    <a:pt x="4389" y="12583"/>
                    <a:pt x="4389" y="12583"/>
                  </a:cubicBezTo>
                  <a:cubicBezTo>
                    <a:pt x="4389" y="12682"/>
                    <a:pt x="4389" y="12682"/>
                    <a:pt x="4389" y="12682"/>
                  </a:cubicBezTo>
                  <a:cubicBezTo>
                    <a:pt x="4389" y="12682"/>
                    <a:pt x="4389" y="12682"/>
                    <a:pt x="4389" y="12682"/>
                  </a:cubicBezTo>
                  <a:cubicBezTo>
                    <a:pt x="4273" y="12682"/>
                    <a:pt x="4273" y="12682"/>
                    <a:pt x="4273" y="12682"/>
                  </a:cubicBezTo>
                  <a:cubicBezTo>
                    <a:pt x="4273" y="12682"/>
                    <a:pt x="4273" y="12682"/>
                    <a:pt x="4273" y="12682"/>
                  </a:cubicBezTo>
                  <a:cubicBezTo>
                    <a:pt x="4273" y="12682"/>
                    <a:pt x="4273" y="12682"/>
                    <a:pt x="4273" y="12682"/>
                  </a:cubicBezTo>
                  <a:cubicBezTo>
                    <a:pt x="4389" y="12781"/>
                    <a:pt x="4389" y="12781"/>
                    <a:pt x="4389" y="12781"/>
                  </a:cubicBezTo>
                  <a:cubicBezTo>
                    <a:pt x="4273" y="12781"/>
                    <a:pt x="4273" y="12781"/>
                    <a:pt x="4273" y="12781"/>
                  </a:cubicBezTo>
                  <a:cubicBezTo>
                    <a:pt x="4273" y="12880"/>
                    <a:pt x="4273" y="12880"/>
                    <a:pt x="4273" y="12880"/>
                  </a:cubicBezTo>
                  <a:cubicBezTo>
                    <a:pt x="4158" y="12880"/>
                    <a:pt x="4158" y="12880"/>
                    <a:pt x="4158" y="12880"/>
                  </a:cubicBezTo>
                  <a:cubicBezTo>
                    <a:pt x="4158" y="12880"/>
                    <a:pt x="4158" y="12880"/>
                    <a:pt x="4158" y="12880"/>
                  </a:cubicBezTo>
                  <a:cubicBezTo>
                    <a:pt x="4158" y="12880"/>
                    <a:pt x="4158" y="12880"/>
                    <a:pt x="4158" y="12880"/>
                  </a:cubicBezTo>
                  <a:cubicBezTo>
                    <a:pt x="4042" y="12979"/>
                    <a:pt x="4042" y="12979"/>
                    <a:pt x="4042" y="12979"/>
                  </a:cubicBezTo>
                  <a:cubicBezTo>
                    <a:pt x="3927" y="12979"/>
                    <a:pt x="3927" y="12979"/>
                    <a:pt x="3927" y="12979"/>
                  </a:cubicBezTo>
                  <a:cubicBezTo>
                    <a:pt x="3811" y="12880"/>
                    <a:pt x="3811" y="12880"/>
                    <a:pt x="3811" y="12880"/>
                  </a:cubicBezTo>
                  <a:cubicBezTo>
                    <a:pt x="3927" y="12880"/>
                    <a:pt x="3927" y="12880"/>
                    <a:pt x="3927" y="12880"/>
                  </a:cubicBezTo>
                  <a:cubicBezTo>
                    <a:pt x="3811" y="12781"/>
                    <a:pt x="3811" y="12781"/>
                    <a:pt x="3811" y="12781"/>
                  </a:cubicBezTo>
                  <a:cubicBezTo>
                    <a:pt x="3811" y="12781"/>
                    <a:pt x="3811" y="12781"/>
                    <a:pt x="3811" y="12781"/>
                  </a:cubicBezTo>
                  <a:cubicBezTo>
                    <a:pt x="3811" y="12781"/>
                    <a:pt x="3811" y="12781"/>
                    <a:pt x="3811" y="12781"/>
                  </a:cubicBezTo>
                  <a:cubicBezTo>
                    <a:pt x="3696" y="12781"/>
                    <a:pt x="3696" y="12781"/>
                    <a:pt x="3696" y="12781"/>
                  </a:cubicBezTo>
                  <a:cubicBezTo>
                    <a:pt x="3696" y="12781"/>
                    <a:pt x="3696" y="12781"/>
                    <a:pt x="3696" y="12781"/>
                  </a:cubicBezTo>
                  <a:cubicBezTo>
                    <a:pt x="3696" y="12682"/>
                    <a:pt x="3696" y="12682"/>
                    <a:pt x="3696" y="12682"/>
                  </a:cubicBezTo>
                  <a:cubicBezTo>
                    <a:pt x="3696" y="12682"/>
                    <a:pt x="3696" y="12682"/>
                    <a:pt x="3696" y="12682"/>
                  </a:cubicBezTo>
                  <a:cubicBezTo>
                    <a:pt x="3696" y="12583"/>
                    <a:pt x="3696" y="12583"/>
                    <a:pt x="3696" y="12583"/>
                  </a:cubicBezTo>
                  <a:cubicBezTo>
                    <a:pt x="3696" y="12583"/>
                    <a:pt x="3696" y="12583"/>
                    <a:pt x="3696" y="12583"/>
                  </a:cubicBezTo>
                  <a:cubicBezTo>
                    <a:pt x="3696" y="12583"/>
                    <a:pt x="3696" y="12583"/>
                    <a:pt x="3696" y="12583"/>
                  </a:cubicBezTo>
                  <a:cubicBezTo>
                    <a:pt x="3696" y="12484"/>
                    <a:pt x="3696" y="12484"/>
                    <a:pt x="3696" y="12484"/>
                  </a:cubicBezTo>
                  <a:cubicBezTo>
                    <a:pt x="3811" y="12484"/>
                    <a:pt x="3811" y="12484"/>
                    <a:pt x="3811" y="12484"/>
                  </a:cubicBezTo>
                  <a:cubicBezTo>
                    <a:pt x="3811" y="12583"/>
                    <a:pt x="3811" y="12583"/>
                    <a:pt x="3811" y="12583"/>
                  </a:cubicBezTo>
                  <a:cubicBezTo>
                    <a:pt x="3927" y="12484"/>
                    <a:pt x="3927" y="12484"/>
                    <a:pt x="3927" y="12484"/>
                  </a:cubicBezTo>
                  <a:cubicBezTo>
                    <a:pt x="3927" y="12484"/>
                    <a:pt x="3927" y="12484"/>
                    <a:pt x="3927" y="12484"/>
                  </a:cubicBezTo>
                  <a:cubicBezTo>
                    <a:pt x="4158" y="12484"/>
                    <a:pt x="4158" y="12484"/>
                    <a:pt x="4158" y="12484"/>
                  </a:cubicBezTo>
                  <a:cubicBezTo>
                    <a:pt x="4158" y="12484"/>
                    <a:pt x="4158" y="12484"/>
                    <a:pt x="4158" y="12484"/>
                  </a:cubicBezTo>
                  <a:cubicBezTo>
                    <a:pt x="4273" y="12385"/>
                    <a:pt x="4273" y="12385"/>
                    <a:pt x="4273" y="12385"/>
                  </a:cubicBezTo>
                  <a:cubicBezTo>
                    <a:pt x="4389" y="12286"/>
                    <a:pt x="4389" y="12286"/>
                    <a:pt x="4389" y="12286"/>
                  </a:cubicBezTo>
                  <a:cubicBezTo>
                    <a:pt x="4389" y="12187"/>
                    <a:pt x="4389" y="12187"/>
                    <a:pt x="4389" y="12187"/>
                  </a:cubicBezTo>
                  <a:cubicBezTo>
                    <a:pt x="4273" y="12187"/>
                    <a:pt x="4273" y="12187"/>
                    <a:pt x="4273" y="12187"/>
                  </a:cubicBezTo>
                  <a:cubicBezTo>
                    <a:pt x="4273" y="12286"/>
                    <a:pt x="4273" y="12286"/>
                    <a:pt x="4273" y="12286"/>
                  </a:cubicBezTo>
                  <a:cubicBezTo>
                    <a:pt x="4273" y="12286"/>
                    <a:pt x="4273" y="12286"/>
                    <a:pt x="4273" y="12286"/>
                  </a:cubicBezTo>
                  <a:cubicBezTo>
                    <a:pt x="4158" y="12385"/>
                    <a:pt x="4158" y="12385"/>
                    <a:pt x="4158" y="12385"/>
                  </a:cubicBezTo>
                  <a:cubicBezTo>
                    <a:pt x="4042" y="12385"/>
                    <a:pt x="4042" y="12385"/>
                    <a:pt x="4042" y="12385"/>
                  </a:cubicBezTo>
                  <a:cubicBezTo>
                    <a:pt x="3927" y="12385"/>
                    <a:pt x="3927" y="12385"/>
                    <a:pt x="3927" y="12385"/>
                  </a:cubicBezTo>
                  <a:cubicBezTo>
                    <a:pt x="3811" y="12385"/>
                    <a:pt x="3811" y="12385"/>
                    <a:pt x="3811" y="12385"/>
                  </a:cubicBezTo>
                  <a:cubicBezTo>
                    <a:pt x="3811" y="12286"/>
                    <a:pt x="3811" y="12286"/>
                    <a:pt x="3811" y="12286"/>
                  </a:cubicBezTo>
                  <a:cubicBezTo>
                    <a:pt x="3927" y="12286"/>
                    <a:pt x="3927" y="12286"/>
                    <a:pt x="3927" y="12286"/>
                  </a:cubicBezTo>
                  <a:cubicBezTo>
                    <a:pt x="4042" y="12187"/>
                    <a:pt x="4042" y="12187"/>
                    <a:pt x="4042" y="12187"/>
                  </a:cubicBezTo>
                  <a:cubicBezTo>
                    <a:pt x="4158" y="12187"/>
                    <a:pt x="4158" y="12187"/>
                    <a:pt x="4158" y="12187"/>
                  </a:cubicBezTo>
                  <a:cubicBezTo>
                    <a:pt x="4158" y="12187"/>
                    <a:pt x="4158" y="12187"/>
                    <a:pt x="4158" y="12187"/>
                  </a:cubicBezTo>
                  <a:cubicBezTo>
                    <a:pt x="4158" y="12088"/>
                    <a:pt x="4158" y="12088"/>
                    <a:pt x="4158" y="12088"/>
                  </a:cubicBezTo>
                  <a:cubicBezTo>
                    <a:pt x="4158" y="12088"/>
                    <a:pt x="4158" y="12088"/>
                    <a:pt x="4158" y="12088"/>
                  </a:cubicBezTo>
                  <a:cubicBezTo>
                    <a:pt x="4158" y="12088"/>
                    <a:pt x="4158" y="12088"/>
                    <a:pt x="4158" y="12088"/>
                  </a:cubicBezTo>
                  <a:cubicBezTo>
                    <a:pt x="4273" y="11988"/>
                    <a:pt x="4273" y="11988"/>
                    <a:pt x="4273" y="11988"/>
                  </a:cubicBezTo>
                  <a:cubicBezTo>
                    <a:pt x="4273" y="11988"/>
                    <a:pt x="4273" y="11988"/>
                    <a:pt x="4273" y="11988"/>
                  </a:cubicBezTo>
                  <a:cubicBezTo>
                    <a:pt x="4158" y="11988"/>
                    <a:pt x="4158" y="11988"/>
                    <a:pt x="4158" y="11988"/>
                  </a:cubicBezTo>
                  <a:cubicBezTo>
                    <a:pt x="4158" y="11988"/>
                    <a:pt x="4158" y="11988"/>
                    <a:pt x="4158" y="11988"/>
                  </a:cubicBezTo>
                  <a:cubicBezTo>
                    <a:pt x="4158" y="11988"/>
                    <a:pt x="4158" y="11988"/>
                    <a:pt x="4158" y="11988"/>
                  </a:cubicBezTo>
                  <a:cubicBezTo>
                    <a:pt x="4158" y="11988"/>
                    <a:pt x="4158" y="11988"/>
                    <a:pt x="4158" y="11988"/>
                  </a:cubicBezTo>
                  <a:cubicBezTo>
                    <a:pt x="3927" y="11988"/>
                    <a:pt x="3927" y="11988"/>
                    <a:pt x="3927" y="11988"/>
                  </a:cubicBezTo>
                  <a:cubicBezTo>
                    <a:pt x="3927" y="11988"/>
                    <a:pt x="3927" y="11988"/>
                    <a:pt x="3927" y="11988"/>
                  </a:cubicBezTo>
                  <a:cubicBezTo>
                    <a:pt x="3927" y="11988"/>
                    <a:pt x="3927" y="11988"/>
                    <a:pt x="3927" y="11988"/>
                  </a:cubicBezTo>
                  <a:cubicBezTo>
                    <a:pt x="3927" y="11889"/>
                    <a:pt x="3927" y="11889"/>
                    <a:pt x="3927" y="11889"/>
                  </a:cubicBezTo>
                  <a:cubicBezTo>
                    <a:pt x="4042" y="11889"/>
                    <a:pt x="4042" y="11889"/>
                    <a:pt x="4042" y="11889"/>
                  </a:cubicBezTo>
                  <a:cubicBezTo>
                    <a:pt x="4042" y="11889"/>
                    <a:pt x="4042" y="11889"/>
                    <a:pt x="4042" y="11889"/>
                  </a:cubicBezTo>
                  <a:cubicBezTo>
                    <a:pt x="4158" y="11889"/>
                    <a:pt x="4158" y="11889"/>
                    <a:pt x="4158" y="11889"/>
                  </a:cubicBezTo>
                  <a:cubicBezTo>
                    <a:pt x="4273" y="11889"/>
                    <a:pt x="4273" y="11889"/>
                    <a:pt x="4273" y="11889"/>
                  </a:cubicBezTo>
                  <a:cubicBezTo>
                    <a:pt x="4273" y="11889"/>
                    <a:pt x="4273" y="11889"/>
                    <a:pt x="4273" y="11889"/>
                  </a:cubicBezTo>
                  <a:cubicBezTo>
                    <a:pt x="4389" y="11790"/>
                    <a:pt x="4389" y="11790"/>
                    <a:pt x="4389" y="11790"/>
                  </a:cubicBezTo>
                  <a:cubicBezTo>
                    <a:pt x="4389" y="11691"/>
                    <a:pt x="4389" y="11691"/>
                    <a:pt x="4389" y="11691"/>
                  </a:cubicBezTo>
                  <a:cubicBezTo>
                    <a:pt x="4389" y="11691"/>
                    <a:pt x="4389" y="11691"/>
                    <a:pt x="4389" y="11691"/>
                  </a:cubicBezTo>
                  <a:cubicBezTo>
                    <a:pt x="4504" y="11592"/>
                    <a:pt x="4504" y="11592"/>
                    <a:pt x="4504" y="11592"/>
                  </a:cubicBezTo>
                  <a:cubicBezTo>
                    <a:pt x="4389" y="11493"/>
                    <a:pt x="4389" y="11493"/>
                    <a:pt x="4389" y="11493"/>
                  </a:cubicBezTo>
                  <a:cubicBezTo>
                    <a:pt x="4389" y="11394"/>
                    <a:pt x="4389" y="11394"/>
                    <a:pt x="4389" y="11394"/>
                  </a:cubicBezTo>
                  <a:cubicBezTo>
                    <a:pt x="4389" y="11394"/>
                    <a:pt x="4389" y="11394"/>
                    <a:pt x="4389" y="11394"/>
                  </a:cubicBezTo>
                  <a:cubicBezTo>
                    <a:pt x="4389" y="11394"/>
                    <a:pt x="4389" y="11394"/>
                    <a:pt x="4389" y="11394"/>
                  </a:cubicBezTo>
                  <a:cubicBezTo>
                    <a:pt x="4273" y="11394"/>
                    <a:pt x="4273" y="11394"/>
                    <a:pt x="4273" y="11394"/>
                  </a:cubicBezTo>
                  <a:cubicBezTo>
                    <a:pt x="4273" y="11394"/>
                    <a:pt x="4273" y="11394"/>
                    <a:pt x="4273" y="11394"/>
                  </a:cubicBezTo>
                  <a:cubicBezTo>
                    <a:pt x="4158" y="11295"/>
                    <a:pt x="4158" y="11295"/>
                    <a:pt x="4158" y="11295"/>
                  </a:cubicBezTo>
                  <a:cubicBezTo>
                    <a:pt x="4158" y="11295"/>
                    <a:pt x="4158" y="11295"/>
                    <a:pt x="4158" y="11295"/>
                  </a:cubicBezTo>
                  <a:cubicBezTo>
                    <a:pt x="4158" y="11295"/>
                    <a:pt x="4158" y="11295"/>
                    <a:pt x="4158" y="11295"/>
                  </a:cubicBezTo>
                  <a:cubicBezTo>
                    <a:pt x="4158" y="11295"/>
                    <a:pt x="4158" y="11295"/>
                    <a:pt x="4158" y="11295"/>
                  </a:cubicBezTo>
                  <a:cubicBezTo>
                    <a:pt x="4273" y="11295"/>
                    <a:pt x="4273" y="11295"/>
                    <a:pt x="4273" y="11295"/>
                  </a:cubicBezTo>
                  <a:cubicBezTo>
                    <a:pt x="4273" y="11295"/>
                    <a:pt x="4273" y="11295"/>
                    <a:pt x="4273" y="11295"/>
                  </a:cubicBezTo>
                  <a:cubicBezTo>
                    <a:pt x="4389" y="11196"/>
                    <a:pt x="4389" y="11196"/>
                    <a:pt x="4389" y="11196"/>
                  </a:cubicBezTo>
                  <a:cubicBezTo>
                    <a:pt x="4389" y="11196"/>
                    <a:pt x="4389" y="11196"/>
                    <a:pt x="4389" y="11196"/>
                  </a:cubicBezTo>
                  <a:cubicBezTo>
                    <a:pt x="4389" y="11097"/>
                    <a:pt x="4389" y="11097"/>
                    <a:pt x="4389" y="11097"/>
                  </a:cubicBezTo>
                  <a:cubicBezTo>
                    <a:pt x="4389" y="11097"/>
                    <a:pt x="4389" y="11097"/>
                    <a:pt x="4389" y="11097"/>
                  </a:cubicBezTo>
                  <a:cubicBezTo>
                    <a:pt x="4389" y="10998"/>
                    <a:pt x="4389" y="10998"/>
                    <a:pt x="4389" y="10998"/>
                  </a:cubicBezTo>
                  <a:cubicBezTo>
                    <a:pt x="4273" y="10998"/>
                    <a:pt x="4273" y="10998"/>
                    <a:pt x="4273" y="10998"/>
                  </a:cubicBezTo>
                  <a:cubicBezTo>
                    <a:pt x="4273" y="10998"/>
                    <a:pt x="4273" y="10998"/>
                    <a:pt x="4273" y="10998"/>
                  </a:cubicBezTo>
                  <a:cubicBezTo>
                    <a:pt x="4273" y="10899"/>
                    <a:pt x="4273" y="10899"/>
                    <a:pt x="4273" y="10899"/>
                  </a:cubicBezTo>
                  <a:cubicBezTo>
                    <a:pt x="4273" y="10899"/>
                    <a:pt x="4273" y="10899"/>
                    <a:pt x="4273" y="10899"/>
                  </a:cubicBezTo>
                  <a:cubicBezTo>
                    <a:pt x="4273" y="10899"/>
                    <a:pt x="4273" y="10899"/>
                    <a:pt x="4273" y="10899"/>
                  </a:cubicBezTo>
                  <a:cubicBezTo>
                    <a:pt x="4273" y="10899"/>
                    <a:pt x="4273" y="10899"/>
                    <a:pt x="4273" y="10899"/>
                  </a:cubicBezTo>
                  <a:cubicBezTo>
                    <a:pt x="4273" y="10800"/>
                    <a:pt x="4273" y="10800"/>
                    <a:pt x="4273" y="10800"/>
                  </a:cubicBezTo>
                  <a:cubicBezTo>
                    <a:pt x="4273" y="10700"/>
                    <a:pt x="4273" y="10700"/>
                    <a:pt x="4273" y="10700"/>
                  </a:cubicBezTo>
                  <a:cubicBezTo>
                    <a:pt x="4273" y="10700"/>
                    <a:pt x="4273" y="10700"/>
                    <a:pt x="4273" y="10700"/>
                  </a:cubicBezTo>
                  <a:cubicBezTo>
                    <a:pt x="4389" y="10800"/>
                    <a:pt x="4389" y="10800"/>
                    <a:pt x="4389" y="10800"/>
                  </a:cubicBezTo>
                  <a:cubicBezTo>
                    <a:pt x="4389" y="10700"/>
                    <a:pt x="4389" y="10700"/>
                    <a:pt x="4389" y="10700"/>
                  </a:cubicBezTo>
                  <a:cubicBezTo>
                    <a:pt x="4273" y="10700"/>
                    <a:pt x="4273" y="10700"/>
                    <a:pt x="4273" y="10700"/>
                  </a:cubicBezTo>
                  <a:cubicBezTo>
                    <a:pt x="4273" y="10700"/>
                    <a:pt x="4273" y="10700"/>
                    <a:pt x="4273" y="10700"/>
                  </a:cubicBezTo>
                  <a:cubicBezTo>
                    <a:pt x="4389" y="10601"/>
                    <a:pt x="4389" y="10601"/>
                    <a:pt x="4389" y="10601"/>
                  </a:cubicBezTo>
                  <a:cubicBezTo>
                    <a:pt x="4389" y="10502"/>
                    <a:pt x="4389" y="10502"/>
                    <a:pt x="4389" y="10502"/>
                  </a:cubicBezTo>
                  <a:cubicBezTo>
                    <a:pt x="4273" y="10502"/>
                    <a:pt x="4273" y="10502"/>
                    <a:pt x="4273" y="10502"/>
                  </a:cubicBezTo>
                  <a:cubicBezTo>
                    <a:pt x="4273" y="10403"/>
                    <a:pt x="4273" y="10403"/>
                    <a:pt x="4273" y="10403"/>
                  </a:cubicBezTo>
                  <a:cubicBezTo>
                    <a:pt x="4273" y="10403"/>
                    <a:pt x="4273" y="10403"/>
                    <a:pt x="4273" y="10403"/>
                  </a:cubicBezTo>
                  <a:cubicBezTo>
                    <a:pt x="4273" y="10304"/>
                    <a:pt x="4273" y="10304"/>
                    <a:pt x="4273" y="10304"/>
                  </a:cubicBezTo>
                  <a:cubicBezTo>
                    <a:pt x="4389" y="10205"/>
                    <a:pt x="4389" y="10205"/>
                    <a:pt x="4389" y="10205"/>
                  </a:cubicBezTo>
                  <a:cubicBezTo>
                    <a:pt x="4273" y="10205"/>
                    <a:pt x="4273" y="10205"/>
                    <a:pt x="4273" y="10205"/>
                  </a:cubicBezTo>
                  <a:cubicBezTo>
                    <a:pt x="4273" y="10205"/>
                    <a:pt x="4273" y="10205"/>
                    <a:pt x="4273" y="10205"/>
                  </a:cubicBezTo>
                  <a:cubicBezTo>
                    <a:pt x="4158" y="10304"/>
                    <a:pt x="4158" y="10304"/>
                    <a:pt x="4158" y="10304"/>
                  </a:cubicBezTo>
                  <a:cubicBezTo>
                    <a:pt x="4158" y="10304"/>
                    <a:pt x="4158" y="10304"/>
                    <a:pt x="4158" y="10304"/>
                  </a:cubicBezTo>
                  <a:cubicBezTo>
                    <a:pt x="4042" y="10304"/>
                    <a:pt x="4042" y="10304"/>
                    <a:pt x="4042" y="10304"/>
                  </a:cubicBezTo>
                  <a:cubicBezTo>
                    <a:pt x="4042" y="10403"/>
                    <a:pt x="4042" y="10403"/>
                    <a:pt x="4042" y="10403"/>
                  </a:cubicBezTo>
                  <a:cubicBezTo>
                    <a:pt x="3927" y="10304"/>
                    <a:pt x="3927" y="10304"/>
                    <a:pt x="3927" y="10304"/>
                  </a:cubicBezTo>
                  <a:cubicBezTo>
                    <a:pt x="4042" y="10304"/>
                    <a:pt x="4042" y="10304"/>
                    <a:pt x="4042" y="10304"/>
                  </a:cubicBezTo>
                  <a:cubicBezTo>
                    <a:pt x="4042" y="10205"/>
                    <a:pt x="4042" y="10205"/>
                    <a:pt x="4042" y="10205"/>
                  </a:cubicBezTo>
                  <a:cubicBezTo>
                    <a:pt x="4158" y="10205"/>
                    <a:pt x="4158" y="10205"/>
                    <a:pt x="4158" y="10205"/>
                  </a:cubicBezTo>
                  <a:cubicBezTo>
                    <a:pt x="4158" y="10205"/>
                    <a:pt x="4158" y="10205"/>
                    <a:pt x="4158" y="10205"/>
                  </a:cubicBezTo>
                  <a:cubicBezTo>
                    <a:pt x="4273" y="10106"/>
                    <a:pt x="4273" y="10106"/>
                    <a:pt x="4273" y="10106"/>
                  </a:cubicBezTo>
                  <a:cubicBezTo>
                    <a:pt x="4273" y="10106"/>
                    <a:pt x="4273" y="10106"/>
                    <a:pt x="4273" y="10106"/>
                  </a:cubicBezTo>
                  <a:cubicBezTo>
                    <a:pt x="4389" y="10106"/>
                    <a:pt x="4389" y="10106"/>
                    <a:pt x="4389" y="10106"/>
                  </a:cubicBezTo>
                  <a:cubicBezTo>
                    <a:pt x="4389" y="10007"/>
                    <a:pt x="4389" y="10007"/>
                    <a:pt x="4389" y="10007"/>
                  </a:cubicBezTo>
                  <a:cubicBezTo>
                    <a:pt x="4389" y="9908"/>
                    <a:pt x="4389" y="9908"/>
                    <a:pt x="4389" y="9908"/>
                  </a:cubicBezTo>
                  <a:cubicBezTo>
                    <a:pt x="4389" y="9908"/>
                    <a:pt x="4389" y="9908"/>
                    <a:pt x="4389" y="9908"/>
                  </a:cubicBezTo>
                  <a:cubicBezTo>
                    <a:pt x="4273" y="9809"/>
                    <a:pt x="4273" y="9809"/>
                    <a:pt x="4273" y="9809"/>
                  </a:cubicBezTo>
                  <a:cubicBezTo>
                    <a:pt x="4273" y="9809"/>
                    <a:pt x="4273" y="9809"/>
                    <a:pt x="4273" y="9809"/>
                  </a:cubicBezTo>
                  <a:cubicBezTo>
                    <a:pt x="4273" y="9809"/>
                    <a:pt x="4273" y="9809"/>
                    <a:pt x="4273" y="9809"/>
                  </a:cubicBezTo>
                  <a:cubicBezTo>
                    <a:pt x="4158" y="9809"/>
                    <a:pt x="4158" y="9809"/>
                    <a:pt x="4158" y="9809"/>
                  </a:cubicBezTo>
                  <a:cubicBezTo>
                    <a:pt x="4158" y="9710"/>
                    <a:pt x="4158" y="9710"/>
                    <a:pt x="4158" y="9710"/>
                  </a:cubicBezTo>
                  <a:cubicBezTo>
                    <a:pt x="4158" y="9611"/>
                    <a:pt x="4158" y="9611"/>
                    <a:pt x="4158" y="9611"/>
                  </a:cubicBezTo>
                  <a:cubicBezTo>
                    <a:pt x="4158" y="9611"/>
                    <a:pt x="4158" y="9611"/>
                    <a:pt x="4158" y="9611"/>
                  </a:cubicBezTo>
                  <a:cubicBezTo>
                    <a:pt x="4158" y="9611"/>
                    <a:pt x="4158" y="9611"/>
                    <a:pt x="4158" y="9611"/>
                  </a:cubicBezTo>
                  <a:cubicBezTo>
                    <a:pt x="4158" y="9511"/>
                    <a:pt x="4158" y="9511"/>
                    <a:pt x="4158" y="9511"/>
                  </a:cubicBezTo>
                  <a:cubicBezTo>
                    <a:pt x="4158" y="9412"/>
                    <a:pt x="4158" y="9412"/>
                    <a:pt x="4158" y="9412"/>
                  </a:cubicBezTo>
                  <a:cubicBezTo>
                    <a:pt x="3927" y="9313"/>
                    <a:pt x="3927" y="9313"/>
                    <a:pt x="3927" y="9313"/>
                  </a:cubicBezTo>
                  <a:cubicBezTo>
                    <a:pt x="3927" y="9313"/>
                    <a:pt x="3927" y="9313"/>
                    <a:pt x="3927" y="9313"/>
                  </a:cubicBezTo>
                  <a:cubicBezTo>
                    <a:pt x="3927" y="9313"/>
                    <a:pt x="3927" y="9313"/>
                    <a:pt x="3927" y="9313"/>
                  </a:cubicBezTo>
                  <a:cubicBezTo>
                    <a:pt x="3811" y="9214"/>
                    <a:pt x="3811" y="9214"/>
                    <a:pt x="3811" y="9214"/>
                  </a:cubicBezTo>
                  <a:cubicBezTo>
                    <a:pt x="3811" y="9214"/>
                    <a:pt x="3811" y="9214"/>
                    <a:pt x="3811" y="9214"/>
                  </a:cubicBezTo>
                  <a:cubicBezTo>
                    <a:pt x="3927" y="9214"/>
                    <a:pt x="3927" y="9214"/>
                    <a:pt x="3927" y="9214"/>
                  </a:cubicBezTo>
                  <a:cubicBezTo>
                    <a:pt x="4042" y="9115"/>
                    <a:pt x="4042" y="9115"/>
                    <a:pt x="4042" y="9115"/>
                  </a:cubicBezTo>
                  <a:cubicBezTo>
                    <a:pt x="4042" y="9115"/>
                    <a:pt x="4042" y="9115"/>
                    <a:pt x="4042" y="9115"/>
                  </a:cubicBezTo>
                  <a:cubicBezTo>
                    <a:pt x="4042" y="9016"/>
                    <a:pt x="4042" y="9016"/>
                    <a:pt x="4042" y="9016"/>
                  </a:cubicBezTo>
                  <a:cubicBezTo>
                    <a:pt x="4042" y="9016"/>
                    <a:pt x="4042" y="9016"/>
                    <a:pt x="4042" y="9016"/>
                  </a:cubicBezTo>
                  <a:cubicBezTo>
                    <a:pt x="3927" y="9016"/>
                    <a:pt x="3927" y="9016"/>
                    <a:pt x="3927" y="9016"/>
                  </a:cubicBezTo>
                  <a:cubicBezTo>
                    <a:pt x="3927" y="9016"/>
                    <a:pt x="3927" y="9016"/>
                    <a:pt x="3927" y="9016"/>
                  </a:cubicBezTo>
                  <a:cubicBezTo>
                    <a:pt x="4042" y="9016"/>
                    <a:pt x="4042" y="9016"/>
                    <a:pt x="4042" y="9016"/>
                  </a:cubicBezTo>
                  <a:cubicBezTo>
                    <a:pt x="4042" y="8917"/>
                    <a:pt x="4042" y="8917"/>
                    <a:pt x="4042" y="8917"/>
                  </a:cubicBezTo>
                  <a:cubicBezTo>
                    <a:pt x="4158" y="8818"/>
                    <a:pt x="4158" y="8818"/>
                    <a:pt x="4158" y="8818"/>
                  </a:cubicBezTo>
                  <a:cubicBezTo>
                    <a:pt x="4158" y="8818"/>
                    <a:pt x="4158" y="8818"/>
                    <a:pt x="4158" y="8818"/>
                  </a:cubicBezTo>
                  <a:cubicBezTo>
                    <a:pt x="4158" y="8818"/>
                    <a:pt x="4158" y="8818"/>
                    <a:pt x="4158" y="8818"/>
                  </a:cubicBezTo>
                  <a:cubicBezTo>
                    <a:pt x="4158" y="8719"/>
                    <a:pt x="4158" y="8719"/>
                    <a:pt x="4158" y="8719"/>
                  </a:cubicBezTo>
                  <a:cubicBezTo>
                    <a:pt x="4158" y="8719"/>
                    <a:pt x="4158" y="8719"/>
                    <a:pt x="4158" y="8719"/>
                  </a:cubicBezTo>
                  <a:cubicBezTo>
                    <a:pt x="4042" y="8719"/>
                    <a:pt x="4042" y="8719"/>
                    <a:pt x="4042" y="8719"/>
                  </a:cubicBezTo>
                  <a:cubicBezTo>
                    <a:pt x="3927" y="8620"/>
                    <a:pt x="3927" y="8620"/>
                    <a:pt x="3927" y="8620"/>
                  </a:cubicBezTo>
                  <a:cubicBezTo>
                    <a:pt x="3811" y="8521"/>
                    <a:pt x="3811" y="8521"/>
                    <a:pt x="3811" y="8521"/>
                  </a:cubicBezTo>
                  <a:cubicBezTo>
                    <a:pt x="3811" y="8521"/>
                    <a:pt x="3811" y="8521"/>
                    <a:pt x="3811" y="8521"/>
                  </a:cubicBezTo>
                  <a:cubicBezTo>
                    <a:pt x="3811" y="8521"/>
                    <a:pt x="3811" y="8521"/>
                    <a:pt x="3811" y="8521"/>
                  </a:cubicBezTo>
                  <a:cubicBezTo>
                    <a:pt x="3811" y="8521"/>
                    <a:pt x="3811" y="8521"/>
                    <a:pt x="3811" y="8521"/>
                  </a:cubicBezTo>
                  <a:cubicBezTo>
                    <a:pt x="3696" y="8521"/>
                    <a:pt x="3696" y="8521"/>
                    <a:pt x="3696" y="8521"/>
                  </a:cubicBezTo>
                  <a:cubicBezTo>
                    <a:pt x="3696" y="8521"/>
                    <a:pt x="3696" y="8521"/>
                    <a:pt x="3696" y="8521"/>
                  </a:cubicBezTo>
                  <a:cubicBezTo>
                    <a:pt x="3696" y="8521"/>
                    <a:pt x="3696" y="8521"/>
                    <a:pt x="3696" y="8521"/>
                  </a:cubicBezTo>
                  <a:cubicBezTo>
                    <a:pt x="3696" y="8422"/>
                    <a:pt x="3696" y="8422"/>
                    <a:pt x="3696" y="8422"/>
                  </a:cubicBezTo>
                  <a:cubicBezTo>
                    <a:pt x="3580" y="8422"/>
                    <a:pt x="3580" y="8422"/>
                    <a:pt x="3580" y="8422"/>
                  </a:cubicBezTo>
                  <a:cubicBezTo>
                    <a:pt x="3580" y="8422"/>
                    <a:pt x="3580" y="8422"/>
                    <a:pt x="3580" y="8422"/>
                  </a:cubicBezTo>
                  <a:cubicBezTo>
                    <a:pt x="3465" y="8322"/>
                    <a:pt x="3465" y="8322"/>
                    <a:pt x="3465" y="8322"/>
                  </a:cubicBezTo>
                  <a:cubicBezTo>
                    <a:pt x="3465" y="8322"/>
                    <a:pt x="3465" y="8322"/>
                    <a:pt x="3465" y="8322"/>
                  </a:cubicBezTo>
                  <a:cubicBezTo>
                    <a:pt x="3465" y="8322"/>
                    <a:pt x="3465" y="8322"/>
                    <a:pt x="3465" y="8322"/>
                  </a:cubicBezTo>
                  <a:cubicBezTo>
                    <a:pt x="3349" y="8322"/>
                    <a:pt x="3349" y="8322"/>
                    <a:pt x="3349" y="8322"/>
                  </a:cubicBezTo>
                  <a:cubicBezTo>
                    <a:pt x="3349" y="8322"/>
                    <a:pt x="3349" y="8322"/>
                    <a:pt x="3349" y="8322"/>
                  </a:cubicBezTo>
                  <a:cubicBezTo>
                    <a:pt x="3349" y="8223"/>
                    <a:pt x="3349" y="8223"/>
                    <a:pt x="3349" y="8223"/>
                  </a:cubicBezTo>
                  <a:cubicBezTo>
                    <a:pt x="3234" y="8223"/>
                    <a:pt x="3234" y="8223"/>
                    <a:pt x="3234" y="8223"/>
                  </a:cubicBezTo>
                  <a:cubicBezTo>
                    <a:pt x="3118" y="8124"/>
                    <a:pt x="3118" y="8124"/>
                    <a:pt x="3118" y="8124"/>
                  </a:cubicBezTo>
                  <a:cubicBezTo>
                    <a:pt x="3118" y="8124"/>
                    <a:pt x="3118" y="8124"/>
                    <a:pt x="3118" y="8124"/>
                  </a:cubicBezTo>
                  <a:cubicBezTo>
                    <a:pt x="3118" y="8124"/>
                    <a:pt x="3118" y="8124"/>
                    <a:pt x="3118" y="8124"/>
                  </a:cubicBezTo>
                  <a:cubicBezTo>
                    <a:pt x="3003" y="8124"/>
                    <a:pt x="3003" y="8124"/>
                    <a:pt x="3003" y="8124"/>
                  </a:cubicBezTo>
                  <a:cubicBezTo>
                    <a:pt x="2887" y="8025"/>
                    <a:pt x="2887" y="8025"/>
                    <a:pt x="2887" y="8025"/>
                  </a:cubicBezTo>
                  <a:cubicBezTo>
                    <a:pt x="2772" y="8025"/>
                    <a:pt x="2772" y="8025"/>
                    <a:pt x="2772" y="8025"/>
                  </a:cubicBezTo>
                  <a:cubicBezTo>
                    <a:pt x="2656" y="7926"/>
                    <a:pt x="2656" y="7926"/>
                    <a:pt x="2656" y="7926"/>
                  </a:cubicBezTo>
                  <a:cubicBezTo>
                    <a:pt x="2541" y="7926"/>
                    <a:pt x="2541" y="7926"/>
                    <a:pt x="2541" y="7926"/>
                  </a:cubicBezTo>
                  <a:cubicBezTo>
                    <a:pt x="2541" y="7926"/>
                    <a:pt x="2541" y="7926"/>
                    <a:pt x="2541" y="7926"/>
                  </a:cubicBezTo>
                  <a:cubicBezTo>
                    <a:pt x="2425" y="7926"/>
                    <a:pt x="2425" y="7926"/>
                    <a:pt x="2425" y="7926"/>
                  </a:cubicBezTo>
                  <a:cubicBezTo>
                    <a:pt x="2310" y="8025"/>
                    <a:pt x="2310" y="8025"/>
                    <a:pt x="2310" y="8025"/>
                  </a:cubicBezTo>
                  <a:cubicBezTo>
                    <a:pt x="2310" y="8124"/>
                    <a:pt x="2310" y="8124"/>
                    <a:pt x="2310" y="8124"/>
                  </a:cubicBezTo>
                  <a:cubicBezTo>
                    <a:pt x="2194" y="8124"/>
                    <a:pt x="2194" y="8124"/>
                    <a:pt x="2194" y="8124"/>
                  </a:cubicBezTo>
                  <a:cubicBezTo>
                    <a:pt x="2194" y="8025"/>
                    <a:pt x="2194" y="8025"/>
                    <a:pt x="2194" y="8025"/>
                  </a:cubicBezTo>
                  <a:cubicBezTo>
                    <a:pt x="2310" y="8025"/>
                    <a:pt x="2310" y="8025"/>
                    <a:pt x="2310" y="8025"/>
                  </a:cubicBezTo>
                  <a:cubicBezTo>
                    <a:pt x="2310" y="7926"/>
                    <a:pt x="2310" y="7926"/>
                    <a:pt x="2310" y="7926"/>
                  </a:cubicBezTo>
                  <a:cubicBezTo>
                    <a:pt x="2194" y="7926"/>
                    <a:pt x="2194" y="7926"/>
                    <a:pt x="2194" y="7926"/>
                  </a:cubicBezTo>
                  <a:cubicBezTo>
                    <a:pt x="2194" y="7926"/>
                    <a:pt x="2194" y="7926"/>
                    <a:pt x="2194" y="7926"/>
                  </a:cubicBezTo>
                  <a:cubicBezTo>
                    <a:pt x="2079" y="7926"/>
                    <a:pt x="2079" y="7926"/>
                    <a:pt x="2079" y="7926"/>
                  </a:cubicBezTo>
                  <a:cubicBezTo>
                    <a:pt x="2079" y="8025"/>
                    <a:pt x="2079" y="8025"/>
                    <a:pt x="2079" y="8025"/>
                  </a:cubicBezTo>
                  <a:cubicBezTo>
                    <a:pt x="1963" y="8025"/>
                    <a:pt x="1963" y="8025"/>
                    <a:pt x="1963" y="8025"/>
                  </a:cubicBezTo>
                  <a:cubicBezTo>
                    <a:pt x="1963" y="8025"/>
                    <a:pt x="1963" y="8025"/>
                    <a:pt x="1963" y="8025"/>
                  </a:cubicBezTo>
                  <a:cubicBezTo>
                    <a:pt x="1848" y="7926"/>
                    <a:pt x="1848" y="7926"/>
                    <a:pt x="1848" y="7926"/>
                  </a:cubicBezTo>
                  <a:cubicBezTo>
                    <a:pt x="1848" y="7926"/>
                    <a:pt x="1848" y="7926"/>
                    <a:pt x="1848" y="7926"/>
                  </a:cubicBezTo>
                  <a:cubicBezTo>
                    <a:pt x="1848" y="7926"/>
                    <a:pt x="1848" y="7926"/>
                    <a:pt x="1848" y="7926"/>
                  </a:cubicBezTo>
                  <a:cubicBezTo>
                    <a:pt x="1732" y="8124"/>
                    <a:pt x="1732" y="8124"/>
                    <a:pt x="1732" y="8124"/>
                  </a:cubicBezTo>
                  <a:cubicBezTo>
                    <a:pt x="1732" y="8124"/>
                    <a:pt x="1732" y="8124"/>
                    <a:pt x="1732" y="8124"/>
                  </a:cubicBezTo>
                  <a:cubicBezTo>
                    <a:pt x="1732" y="8124"/>
                    <a:pt x="1732" y="8124"/>
                    <a:pt x="1732" y="8124"/>
                  </a:cubicBezTo>
                  <a:cubicBezTo>
                    <a:pt x="1617" y="8025"/>
                    <a:pt x="1617" y="8025"/>
                    <a:pt x="1617" y="8025"/>
                  </a:cubicBezTo>
                  <a:cubicBezTo>
                    <a:pt x="1732" y="7926"/>
                    <a:pt x="1732" y="7926"/>
                    <a:pt x="1732" y="7926"/>
                  </a:cubicBezTo>
                  <a:cubicBezTo>
                    <a:pt x="1732" y="7926"/>
                    <a:pt x="1732" y="7926"/>
                    <a:pt x="1732" y="7926"/>
                  </a:cubicBezTo>
                  <a:cubicBezTo>
                    <a:pt x="1732" y="7827"/>
                    <a:pt x="1732" y="7827"/>
                    <a:pt x="1732" y="7827"/>
                  </a:cubicBezTo>
                  <a:cubicBezTo>
                    <a:pt x="1732" y="7827"/>
                    <a:pt x="1732" y="7827"/>
                    <a:pt x="1732" y="7827"/>
                  </a:cubicBezTo>
                  <a:cubicBezTo>
                    <a:pt x="1617" y="7827"/>
                    <a:pt x="1617" y="7827"/>
                    <a:pt x="1617" y="7827"/>
                  </a:cubicBezTo>
                  <a:cubicBezTo>
                    <a:pt x="1617" y="7926"/>
                    <a:pt x="1617" y="7926"/>
                    <a:pt x="1617" y="7926"/>
                  </a:cubicBezTo>
                  <a:cubicBezTo>
                    <a:pt x="1501" y="7926"/>
                    <a:pt x="1501" y="7926"/>
                    <a:pt x="1501" y="7926"/>
                  </a:cubicBezTo>
                  <a:cubicBezTo>
                    <a:pt x="1501" y="7926"/>
                    <a:pt x="1501" y="7926"/>
                    <a:pt x="1501" y="7926"/>
                  </a:cubicBezTo>
                  <a:cubicBezTo>
                    <a:pt x="1501" y="7926"/>
                    <a:pt x="1501" y="7926"/>
                    <a:pt x="1501" y="7926"/>
                  </a:cubicBezTo>
                  <a:cubicBezTo>
                    <a:pt x="1386" y="7926"/>
                    <a:pt x="1386" y="7926"/>
                    <a:pt x="1386" y="7926"/>
                  </a:cubicBezTo>
                  <a:cubicBezTo>
                    <a:pt x="1386" y="7827"/>
                    <a:pt x="1386" y="7827"/>
                    <a:pt x="1386" y="7827"/>
                  </a:cubicBezTo>
                  <a:cubicBezTo>
                    <a:pt x="1386" y="7827"/>
                    <a:pt x="1386" y="7827"/>
                    <a:pt x="1386" y="7827"/>
                  </a:cubicBezTo>
                  <a:cubicBezTo>
                    <a:pt x="1386" y="7728"/>
                    <a:pt x="1386" y="7728"/>
                    <a:pt x="1386" y="7728"/>
                  </a:cubicBezTo>
                  <a:cubicBezTo>
                    <a:pt x="1386" y="7728"/>
                    <a:pt x="1386" y="7728"/>
                    <a:pt x="1386" y="7728"/>
                  </a:cubicBezTo>
                  <a:cubicBezTo>
                    <a:pt x="1270" y="7728"/>
                    <a:pt x="1270" y="7728"/>
                    <a:pt x="1270" y="7728"/>
                  </a:cubicBezTo>
                  <a:cubicBezTo>
                    <a:pt x="1270" y="7827"/>
                    <a:pt x="1270" y="7827"/>
                    <a:pt x="1270" y="7827"/>
                  </a:cubicBezTo>
                  <a:cubicBezTo>
                    <a:pt x="1270" y="7827"/>
                    <a:pt x="1270" y="7827"/>
                    <a:pt x="1270" y="7827"/>
                  </a:cubicBezTo>
                  <a:cubicBezTo>
                    <a:pt x="1155" y="7926"/>
                    <a:pt x="1155" y="7926"/>
                    <a:pt x="1155" y="7926"/>
                  </a:cubicBezTo>
                  <a:cubicBezTo>
                    <a:pt x="1155" y="7926"/>
                    <a:pt x="1155" y="7926"/>
                    <a:pt x="1155" y="7926"/>
                  </a:cubicBezTo>
                  <a:cubicBezTo>
                    <a:pt x="1270" y="8025"/>
                    <a:pt x="1270" y="8025"/>
                    <a:pt x="1270" y="8025"/>
                  </a:cubicBezTo>
                  <a:cubicBezTo>
                    <a:pt x="1270" y="8124"/>
                    <a:pt x="1270" y="8124"/>
                    <a:pt x="1270" y="8124"/>
                  </a:cubicBezTo>
                  <a:cubicBezTo>
                    <a:pt x="1155" y="8124"/>
                    <a:pt x="1155" y="8124"/>
                    <a:pt x="1155" y="8124"/>
                  </a:cubicBezTo>
                  <a:cubicBezTo>
                    <a:pt x="1155" y="8124"/>
                    <a:pt x="1155" y="8124"/>
                    <a:pt x="1155" y="8124"/>
                  </a:cubicBezTo>
                  <a:cubicBezTo>
                    <a:pt x="1039" y="8025"/>
                    <a:pt x="1039" y="8025"/>
                    <a:pt x="1039" y="8025"/>
                  </a:cubicBezTo>
                  <a:cubicBezTo>
                    <a:pt x="924" y="8025"/>
                    <a:pt x="924" y="8025"/>
                    <a:pt x="924" y="8025"/>
                  </a:cubicBezTo>
                  <a:cubicBezTo>
                    <a:pt x="808" y="7926"/>
                    <a:pt x="808" y="7926"/>
                    <a:pt x="808" y="7926"/>
                  </a:cubicBezTo>
                  <a:cubicBezTo>
                    <a:pt x="808" y="7926"/>
                    <a:pt x="808" y="7926"/>
                    <a:pt x="808" y="7926"/>
                  </a:cubicBezTo>
                  <a:cubicBezTo>
                    <a:pt x="693" y="7827"/>
                    <a:pt x="693" y="7827"/>
                    <a:pt x="693" y="7827"/>
                  </a:cubicBezTo>
                  <a:cubicBezTo>
                    <a:pt x="693" y="7827"/>
                    <a:pt x="693" y="7827"/>
                    <a:pt x="693" y="7827"/>
                  </a:cubicBezTo>
                  <a:cubicBezTo>
                    <a:pt x="693" y="7827"/>
                    <a:pt x="693" y="7827"/>
                    <a:pt x="693" y="7827"/>
                  </a:cubicBezTo>
                  <a:cubicBezTo>
                    <a:pt x="577" y="7827"/>
                    <a:pt x="577" y="7827"/>
                    <a:pt x="577" y="7827"/>
                  </a:cubicBezTo>
                  <a:cubicBezTo>
                    <a:pt x="577" y="7629"/>
                    <a:pt x="577" y="7629"/>
                    <a:pt x="577" y="7629"/>
                  </a:cubicBezTo>
                  <a:cubicBezTo>
                    <a:pt x="462" y="7629"/>
                    <a:pt x="462" y="7629"/>
                    <a:pt x="462" y="7629"/>
                  </a:cubicBezTo>
                  <a:cubicBezTo>
                    <a:pt x="462" y="7530"/>
                    <a:pt x="462" y="7530"/>
                    <a:pt x="462" y="7530"/>
                  </a:cubicBezTo>
                  <a:cubicBezTo>
                    <a:pt x="462" y="7431"/>
                    <a:pt x="462" y="7431"/>
                    <a:pt x="462" y="7431"/>
                  </a:cubicBezTo>
                  <a:cubicBezTo>
                    <a:pt x="462" y="7431"/>
                    <a:pt x="462" y="7431"/>
                    <a:pt x="462" y="7431"/>
                  </a:cubicBezTo>
                  <a:cubicBezTo>
                    <a:pt x="577" y="7431"/>
                    <a:pt x="577" y="7431"/>
                    <a:pt x="577" y="7431"/>
                  </a:cubicBezTo>
                  <a:cubicBezTo>
                    <a:pt x="693" y="7332"/>
                    <a:pt x="693" y="7332"/>
                    <a:pt x="693" y="7332"/>
                  </a:cubicBezTo>
                  <a:cubicBezTo>
                    <a:pt x="693" y="7332"/>
                    <a:pt x="693" y="7332"/>
                    <a:pt x="693" y="7332"/>
                  </a:cubicBezTo>
                  <a:cubicBezTo>
                    <a:pt x="924" y="7332"/>
                    <a:pt x="924" y="7332"/>
                    <a:pt x="924" y="7332"/>
                  </a:cubicBezTo>
                  <a:cubicBezTo>
                    <a:pt x="924" y="7332"/>
                    <a:pt x="924" y="7332"/>
                    <a:pt x="924" y="7332"/>
                  </a:cubicBezTo>
                  <a:cubicBezTo>
                    <a:pt x="924" y="7332"/>
                    <a:pt x="924" y="7332"/>
                    <a:pt x="924" y="7332"/>
                  </a:cubicBezTo>
                  <a:cubicBezTo>
                    <a:pt x="1039" y="7233"/>
                    <a:pt x="1039" y="7233"/>
                    <a:pt x="1039" y="7233"/>
                  </a:cubicBezTo>
                  <a:cubicBezTo>
                    <a:pt x="1039" y="7233"/>
                    <a:pt x="1039" y="7233"/>
                    <a:pt x="1039" y="7233"/>
                  </a:cubicBezTo>
                  <a:cubicBezTo>
                    <a:pt x="924" y="7233"/>
                    <a:pt x="924" y="7233"/>
                    <a:pt x="924" y="7233"/>
                  </a:cubicBezTo>
                  <a:cubicBezTo>
                    <a:pt x="808" y="7233"/>
                    <a:pt x="808" y="7233"/>
                    <a:pt x="808" y="7233"/>
                  </a:cubicBezTo>
                  <a:cubicBezTo>
                    <a:pt x="693" y="7233"/>
                    <a:pt x="693" y="7233"/>
                    <a:pt x="693" y="7233"/>
                  </a:cubicBezTo>
                  <a:cubicBezTo>
                    <a:pt x="693" y="7233"/>
                    <a:pt x="693" y="7233"/>
                    <a:pt x="693" y="7233"/>
                  </a:cubicBezTo>
                  <a:cubicBezTo>
                    <a:pt x="577" y="7133"/>
                    <a:pt x="577" y="7133"/>
                    <a:pt x="577" y="7133"/>
                  </a:cubicBezTo>
                  <a:cubicBezTo>
                    <a:pt x="577" y="7034"/>
                    <a:pt x="577" y="7034"/>
                    <a:pt x="577" y="7034"/>
                  </a:cubicBezTo>
                  <a:cubicBezTo>
                    <a:pt x="577" y="6935"/>
                    <a:pt x="577" y="6935"/>
                    <a:pt x="577" y="6935"/>
                  </a:cubicBezTo>
                  <a:cubicBezTo>
                    <a:pt x="693" y="6935"/>
                    <a:pt x="693" y="6935"/>
                    <a:pt x="693" y="6935"/>
                  </a:cubicBezTo>
                  <a:cubicBezTo>
                    <a:pt x="693" y="6836"/>
                    <a:pt x="693" y="6836"/>
                    <a:pt x="693" y="6836"/>
                  </a:cubicBezTo>
                  <a:cubicBezTo>
                    <a:pt x="693" y="6836"/>
                    <a:pt x="693" y="6836"/>
                    <a:pt x="693" y="6836"/>
                  </a:cubicBezTo>
                  <a:cubicBezTo>
                    <a:pt x="693" y="6836"/>
                    <a:pt x="693" y="6836"/>
                    <a:pt x="693" y="6836"/>
                  </a:cubicBezTo>
                  <a:cubicBezTo>
                    <a:pt x="577" y="6836"/>
                    <a:pt x="577" y="6836"/>
                    <a:pt x="577" y="6836"/>
                  </a:cubicBezTo>
                  <a:cubicBezTo>
                    <a:pt x="577" y="6935"/>
                    <a:pt x="577" y="6935"/>
                    <a:pt x="577" y="6935"/>
                  </a:cubicBezTo>
                  <a:cubicBezTo>
                    <a:pt x="462" y="6935"/>
                    <a:pt x="462" y="6935"/>
                    <a:pt x="462" y="6935"/>
                  </a:cubicBezTo>
                  <a:cubicBezTo>
                    <a:pt x="462" y="6935"/>
                    <a:pt x="462" y="6935"/>
                    <a:pt x="462" y="6935"/>
                  </a:cubicBezTo>
                  <a:cubicBezTo>
                    <a:pt x="462" y="7034"/>
                    <a:pt x="462" y="7034"/>
                    <a:pt x="462" y="7034"/>
                  </a:cubicBezTo>
                  <a:cubicBezTo>
                    <a:pt x="346" y="6935"/>
                    <a:pt x="346" y="6935"/>
                    <a:pt x="346" y="6935"/>
                  </a:cubicBezTo>
                  <a:cubicBezTo>
                    <a:pt x="231" y="6935"/>
                    <a:pt x="231" y="6935"/>
                    <a:pt x="231" y="6935"/>
                  </a:cubicBezTo>
                  <a:cubicBezTo>
                    <a:pt x="346" y="6836"/>
                    <a:pt x="346" y="6836"/>
                    <a:pt x="346" y="6836"/>
                  </a:cubicBezTo>
                  <a:cubicBezTo>
                    <a:pt x="346" y="6836"/>
                    <a:pt x="346" y="6836"/>
                    <a:pt x="346" y="6836"/>
                  </a:cubicBezTo>
                  <a:cubicBezTo>
                    <a:pt x="346" y="6836"/>
                    <a:pt x="346" y="6836"/>
                    <a:pt x="346" y="6836"/>
                  </a:cubicBezTo>
                  <a:cubicBezTo>
                    <a:pt x="231" y="6836"/>
                    <a:pt x="231" y="6836"/>
                    <a:pt x="231" y="6836"/>
                  </a:cubicBezTo>
                  <a:cubicBezTo>
                    <a:pt x="231" y="6836"/>
                    <a:pt x="231" y="6836"/>
                    <a:pt x="231" y="6836"/>
                  </a:cubicBezTo>
                  <a:cubicBezTo>
                    <a:pt x="231" y="6737"/>
                    <a:pt x="231" y="6737"/>
                    <a:pt x="231" y="6737"/>
                  </a:cubicBezTo>
                  <a:cubicBezTo>
                    <a:pt x="231" y="6737"/>
                    <a:pt x="231" y="6737"/>
                    <a:pt x="231" y="6737"/>
                  </a:cubicBezTo>
                  <a:cubicBezTo>
                    <a:pt x="231" y="6638"/>
                    <a:pt x="231" y="6638"/>
                    <a:pt x="231" y="6638"/>
                  </a:cubicBezTo>
                  <a:cubicBezTo>
                    <a:pt x="346" y="6638"/>
                    <a:pt x="346" y="6638"/>
                    <a:pt x="346" y="6638"/>
                  </a:cubicBezTo>
                  <a:cubicBezTo>
                    <a:pt x="346" y="6638"/>
                    <a:pt x="346" y="6638"/>
                    <a:pt x="346" y="6638"/>
                  </a:cubicBezTo>
                  <a:cubicBezTo>
                    <a:pt x="462" y="6638"/>
                    <a:pt x="462" y="6638"/>
                    <a:pt x="462" y="6638"/>
                  </a:cubicBezTo>
                  <a:cubicBezTo>
                    <a:pt x="462" y="6638"/>
                    <a:pt x="462" y="6638"/>
                    <a:pt x="462" y="6638"/>
                  </a:cubicBezTo>
                  <a:cubicBezTo>
                    <a:pt x="462" y="6539"/>
                    <a:pt x="462" y="6539"/>
                    <a:pt x="462" y="6539"/>
                  </a:cubicBezTo>
                  <a:cubicBezTo>
                    <a:pt x="693" y="6539"/>
                    <a:pt x="693" y="6539"/>
                    <a:pt x="693" y="6539"/>
                  </a:cubicBezTo>
                  <a:cubicBezTo>
                    <a:pt x="808" y="6539"/>
                    <a:pt x="808" y="6539"/>
                    <a:pt x="808" y="6539"/>
                  </a:cubicBezTo>
                  <a:cubicBezTo>
                    <a:pt x="924" y="6638"/>
                    <a:pt x="924" y="6638"/>
                    <a:pt x="924" y="6638"/>
                  </a:cubicBezTo>
                  <a:cubicBezTo>
                    <a:pt x="1155" y="6638"/>
                    <a:pt x="1155" y="6638"/>
                    <a:pt x="1155" y="6638"/>
                  </a:cubicBezTo>
                  <a:cubicBezTo>
                    <a:pt x="1270" y="6638"/>
                    <a:pt x="1270" y="6638"/>
                    <a:pt x="1270" y="6638"/>
                  </a:cubicBezTo>
                  <a:cubicBezTo>
                    <a:pt x="1386" y="6638"/>
                    <a:pt x="1386" y="6638"/>
                    <a:pt x="1386" y="6638"/>
                  </a:cubicBezTo>
                  <a:cubicBezTo>
                    <a:pt x="1501" y="6737"/>
                    <a:pt x="1501" y="6737"/>
                    <a:pt x="1501" y="6737"/>
                  </a:cubicBezTo>
                  <a:cubicBezTo>
                    <a:pt x="1732" y="6836"/>
                    <a:pt x="1732" y="6836"/>
                    <a:pt x="1732" y="6836"/>
                  </a:cubicBezTo>
                  <a:cubicBezTo>
                    <a:pt x="1732" y="6836"/>
                    <a:pt x="1732" y="6836"/>
                    <a:pt x="1732" y="6836"/>
                  </a:cubicBezTo>
                  <a:cubicBezTo>
                    <a:pt x="1848" y="6836"/>
                    <a:pt x="1848" y="6836"/>
                    <a:pt x="1848" y="6836"/>
                  </a:cubicBezTo>
                  <a:cubicBezTo>
                    <a:pt x="1963" y="6737"/>
                    <a:pt x="1963" y="6737"/>
                    <a:pt x="1963" y="6737"/>
                  </a:cubicBezTo>
                  <a:cubicBezTo>
                    <a:pt x="1848" y="6737"/>
                    <a:pt x="1848" y="6737"/>
                    <a:pt x="1848" y="6737"/>
                  </a:cubicBezTo>
                  <a:cubicBezTo>
                    <a:pt x="1732" y="6737"/>
                    <a:pt x="1732" y="6737"/>
                    <a:pt x="1732" y="6737"/>
                  </a:cubicBezTo>
                  <a:cubicBezTo>
                    <a:pt x="1617" y="6737"/>
                    <a:pt x="1617" y="6737"/>
                    <a:pt x="1617" y="6737"/>
                  </a:cubicBezTo>
                  <a:cubicBezTo>
                    <a:pt x="1501" y="6638"/>
                    <a:pt x="1501" y="6638"/>
                    <a:pt x="1501" y="6638"/>
                  </a:cubicBezTo>
                  <a:cubicBezTo>
                    <a:pt x="1386" y="6638"/>
                    <a:pt x="1386" y="6638"/>
                    <a:pt x="1386" y="6638"/>
                  </a:cubicBezTo>
                  <a:cubicBezTo>
                    <a:pt x="1270" y="6638"/>
                    <a:pt x="1270" y="6638"/>
                    <a:pt x="1270" y="6638"/>
                  </a:cubicBezTo>
                  <a:cubicBezTo>
                    <a:pt x="1155" y="6539"/>
                    <a:pt x="1155" y="6539"/>
                    <a:pt x="1155" y="6539"/>
                  </a:cubicBezTo>
                  <a:cubicBezTo>
                    <a:pt x="1155" y="6539"/>
                    <a:pt x="1155" y="6539"/>
                    <a:pt x="1155" y="6539"/>
                  </a:cubicBezTo>
                  <a:cubicBezTo>
                    <a:pt x="1270" y="6440"/>
                    <a:pt x="1270" y="6440"/>
                    <a:pt x="1270" y="6440"/>
                  </a:cubicBezTo>
                  <a:cubicBezTo>
                    <a:pt x="1501" y="6440"/>
                    <a:pt x="1501" y="6440"/>
                    <a:pt x="1501" y="6440"/>
                  </a:cubicBezTo>
                  <a:cubicBezTo>
                    <a:pt x="1617" y="6440"/>
                    <a:pt x="1617" y="6440"/>
                    <a:pt x="1617" y="6440"/>
                  </a:cubicBezTo>
                  <a:cubicBezTo>
                    <a:pt x="1848" y="6539"/>
                    <a:pt x="1848" y="6539"/>
                    <a:pt x="1848" y="6539"/>
                  </a:cubicBezTo>
                  <a:cubicBezTo>
                    <a:pt x="1848" y="6539"/>
                    <a:pt x="1848" y="6539"/>
                    <a:pt x="1848" y="6539"/>
                  </a:cubicBezTo>
                  <a:cubicBezTo>
                    <a:pt x="1963" y="6638"/>
                    <a:pt x="1963" y="6638"/>
                    <a:pt x="1963" y="6638"/>
                  </a:cubicBezTo>
                  <a:cubicBezTo>
                    <a:pt x="1963" y="6638"/>
                    <a:pt x="1963" y="6638"/>
                    <a:pt x="1963" y="6638"/>
                  </a:cubicBezTo>
                  <a:cubicBezTo>
                    <a:pt x="2079" y="6638"/>
                    <a:pt x="2079" y="6638"/>
                    <a:pt x="2079" y="6638"/>
                  </a:cubicBezTo>
                  <a:cubicBezTo>
                    <a:pt x="2079" y="6638"/>
                    <a:pt x="2079" y="6638"/>
                    <a:pt x="2079" y="6638"/>
                  </a:cubicBezTo>
                  <a:cubicBezTo>
                    <a:pt x="2079" y="6638"/>
                    <a:pt x="2079" y="6638"/>
                    <a:pt x="2079" y="6638"/>
                  </a:cubicBezTo>
                  <a:cubicBezTo>
                    <a:pt x="2079" y="6539"/>
                    <a:pt x="2079" y="6539"/>
                    <a:pt x="2079" y="6539"/>
                  </a:cubicBezTo>
                  <a:cubicBezTo>
                    <a:pt x="2194" y="6440"/>
                    <a:pt x="2194" y="6440"/>
                    <a:pt x="2194" y="6440"/>
                  </a:cubicBezTo>
                  <a:cubicBezTo>
                    <a:pt x="2194" y="6440"/>
                    <a:pt x="2194" y="6440"/>
                    <a:pt x="2194" y="6440"/>
                  </a:cubicBezTo>
                  <a:cubicBezTo>
                    <a:pt x="2194" y="6341"/>
                    <a:pt x="2194" y="6341"/>
                    <a:pt x="2194" y="6341"/>
                  </a:cubicBezTo>
                  <a:cubicBezTo>
                    <a:pt x="2079" y="6341"/>
                    <a:pt x="2079" y="6341"/>
                    <a:pt x="2079" y="6341"/>
                  </a:cubicBezTo>
                  <a:cubicBezTo>
                    <a:pt x="2079" y="6341"/>
                    <a:pt x="2079" y="6341"/>
                    <a:pt x="2079" y="6341"/>
                  </a:cubicBezTo>
                  <a:cubicBezTo>
                    <a:pt x="1963" y="6341"/>
                    <a:pt x="1963" y="6341"/>
                    <a:pt x="1963" y="6341"/>
                  </a:cubicBezTo>
                  <a:cubicBezTo>
                    <a:pt x="2079" y="6242"/>
                    <a:pt x="2079" y="6242"/>
                    <a:pt x="2079" y="6242"/>
                  </a:cubicBezTo>
                  <a:cubicBezTo>
                    <a:pt x="1963" y="6242"/>
                    <a:pt x="1963" y="6242"/>
                    <a:pt x="1963" y="6242"/>
                  </a:cubicBezTo>
                  <a:cubicBezTo>
                    <a:pt x="1848" y="6242"/>
                    <a:pt x="1848" y="6242"/>
                    <a:pt x="1848" y="6242"/>
                  </a:cubicBezTo>
                  <a:cubicBezTo>
                    <a:pt x="1848" y="6341"/>
                    <a:pt x="1848" y="6341"/>
                    <a:pt x="1848" y="6341"/>
                  </a:cubicBezTo>
                  <a:cubicBezTo>
                    <a:pt x="1732" y="6341"/>
                    <a:pt x="1732" y="6341"/>
                    <a:pt x="1732" y="6341"/>
                  </a:cubicBezTo>
                  <a:cubicBezTo>
                    <a:pt x="1501" y="6341"/>
                    <a:pt x="1501" y="6341"/>
                    <a:pt x="1501" y="6341"/>
                  </a:cubicBezTo>
                  <a:cubicBezTo>
                    <a:pt x="1501" y="6242"/>
                    <a:pt x="1501" y="6242"/>
                    <a:pt x="1501" y="6242"/>
                  </a:cubicBezTo>
                  <a:cubicBezTo>
                    <a:pt x="1501" y="6242"/>
                    <a:pt x="1501" y="6242"/>
                    <a:pt x="1501" y="6242"/>
                  </a:cubicBezTo>
                  <a:cubicBezTo>
                    <a:pt x="1501" y="6242"/>
                    <a:pt x="1501" y="6242"/>
                    <a:pt x="1501" y="6242"/>
                  </a:cubicBezTo>
                  <a:cubicBezTo>
                    <a:pt x="1386" y="6143"/>
                    <a:pt x="1386" y="6143"/>
                    <a:pt x="1386" y="6143"/>
                  </a:cubicBezTo>
                  <a:cubicBezTo>
                    <a:pt x="1270" y="6143"/>
                    <a:pt x="1270" y="6143"/>
                    <a:pt x="1270" y="6143"/>
                  </a:cubicBezTo>
                  <a:cubicBezTo>
                    <a:pt x="1270" y="6143"/>
                    <a:pt x="1270" y="6143"/>
                    <a:pt x="1270" y="6143"/>
                  </a:cubicBezTo>
                  <a:cubicBezTo>
                    <a:pt x="1270" y="6143"/>
                    <a:pt x="1270" y="6143"/>
                    <a:pt x="1270" y="6143"/>
                  </a:cubicBezTo>
                  <a:cubicBezTo>
                    <a:pt x="1386" y="6242"/>
                    <a:pt x="1386" y="6242"/>
                    <a:pt x="1386" y="6242"/>
                  </a:cubicBezTo>
                  <a:cubicBezTo>
                    <a:pt x="1386" y="6341"/>
                    <a:pt x="1386" y="6341"/>
                    <a:pt x="1386" y="6341"/>
                  </a:cubicBezTo>
                  <a:cubicBezTo>
                    <a:pt x="1270" y="6341"/>
                    <a:pt x="1270" y="6341"/>
                    <a:pt x="1270" y="6341"/>
                  </a:cubicBezTo>
                  <a:cubicBezTo>
                    <a:pt x="1155" y="6341"/>
                    <a:pt x="1155" y="6341"/>
                    <a:pt x="1155" y="6341"/>
                  </a:cubicBezTo>
                  <a:cubicBezTo>
                    <a:pt x="1039" y="6341"/>
                    <a:pt x="1039" y="6341"/>
                    <a:pt x="1039" y="6341"/>
                  </a:cubicBezTo>
                  <a:cubicBezTo>
                    <a:pt x="924" y="6143"/>
                    <a:pt x="924" y="6143"/>
                    <a:pt x="924" y="6143"/>
                  </a:cubicBezTo>
                  <a:cubicBezTo>
                    <a:pt x="924" y="6143"/>
                    <a:pt x="924" y="6143"/>
                    <a:pt x="924" y="6143"/>
                  </a:cubicBezTo>
                  <a:cubicBezTo>
                    <a:pt x="1039" y="6143"/>
                    <a:pt x="1039" y="6143"/>
                    <a:pt x="1039" y="6143"/>
                  </a:cubicBezTo>
                  <a:cubicBezTo>
                    <a:pt x="1155" y="6044"/>
                    <a:pt x="1155" y="6044"/>
                    <a:pt x="1155" y="6044"/>
                  </a:cubicBezTo>
                  <a:cubicBezTo>
                    <a:pt x="1155" y="6044"/>
                    <a:pt x="1155" y="6044"/>
                    <a:pt x="1155" y="6044"/>
                  </a:cubicBezTo>
                  <a:cubicBezTo>
                    <a:pt x="1155" y="6044"/>
                    <a:pt x="1155" y="6044"/>
                    <a:pt x="1155" y="6044"/>
                  </a:cubicBezTo>
                  <a:cubicBezTo>
                    <a:pt x="1039" y="6044"/>
                    <a:pt x="1039" y="6044"/>
                    <a:pt x="1039" y="6044"/>
                  </a:cubicBezTo>
                  <a:cubicBezTo>
                    <a:pt x="924" y="6143"/>
                    <a:pt x="924" y="6143"/>
                    <a:pt x="924" y="6143"/>
                  </a:cubicBezTo>
                  <a:cubicBezTo>
                    <a:pt x="808" y="6044"/>
                    <a:pt x="808" y="6044"/>
                    <a:pt x="808" y="6044"/>
                  </a:cubicBezTo>
                  <a:cubicBezTo>
                    <a:pt x="808" y="6044"/>
                    <a:pt x="808" y="6044"/>
                    <a:pt x="808" y="6044"/>
                  </a:cubicBezTo>
                  <a:cubicBezTo>
                    <a:pt x="808" y="5944"/>
                    <a:pt x="808" y="5944"/>
                    <a:pt x="808" y="5944"/>
                  </a:cubicBezTo>
                  <a:cubicBezTo>
                    <a:pt x="924" y="5944"/>
                    <a:pt x="924" y="5944"/>
                    <a:pt x="924" y="5944"/>
                  </a:cubicBezTo>
                  <a:cubicBezTo>
                    <a:pt x="1039" y="5944"/>
                    <a:pt x="1039" y="5944"/>
                    <a:pt x="1039" y="5944"/>
                  </a:cubicBezTo>
                  <a:cubicBezTo>
                    <a:pt x="1155" y="5845"/>
                    <a:pt x="1155" y="5845"/>
                    <a:pt x="1155" y="5845"/>
                  </a:cubicBezTo>
                  <a:cubicBezTo>
                    <a:pt x="1039" y="5845"/>
                    <a:pt x="1039" y="5845"/>
                    <a:pt x="1039" y="5845"/>
                  </a:cubicBezTo>
                  <a:cubicBezTo>
                    <a:pt x="1039" y="5746"/>
                    <a:pt x="1039" y="5746"/>
                    <a:pt x="1039" y="5746"/>
                  </a:cubicBezTo>
                  <a:cubicBezTo>
                    <a:pt x="1039" y="5845"/>
                    <a:pt x="1039" y="5845"/>
                    <a:pt x="1039" y="5845"/>
                  </a:cubicBezTo>
                  <a:cubicBezTo>
                    <a:pt x="924" y="5845"/>
                    <a:pt x="924" y="5845"/>
                    <a:pt x="924" y="5845"/>
                  </a:cubicBezTo>
                  <a:cubicBezTo>
                    <a:pt x="808" y="5845"/>
                    <a:pt x="808" y="5845"/>
                    <a:pt x="808" y="5845"/>
                  </a:cubicBezTo>
                  <a:cubicBezTo>
                    <a:pt x="693" y="5944"/>
                    <a:pt x="693" y="5944"/>
                    <a:pt x="693" y="5944"/>
                  </a:cubicBezTo>
                  <a:cubicBezTo>
                    <a:pt x="693" y="5944"/>
                    <a:pt x="693" y="5944"/>
                    <a:pt x="693" y="5944"/>
                  </a:cubicBezTo>
                  <a:cubicBezTo>
                    <a:pt x="577" y="5845"/>
                    <a:pt x="577" y="5845"/>
                    <a:pt x="577" y="5845"/>
                  </a:cubicBezTo>
                  <a:cubicBezTo>
                    <a:pt x="693" y="5845"/>
                    <a:pt x="693" y="5845"/>
                    <a:pt x="693" y="5845"/>
                  </a:cubicBezTo>
                  <a:cubicBezTo>
                    <a:pt x="693" y="5746"/>
                    <a:pt x="693" y="5746"/>
                    <a:pt x="693" y="5746"/>
                  </a:cubicBezTo>
                  <a:cubicBezTo>
                    <a:pt x="693" y="5746"/>
                    <a:pt x="693" y="5746"/>
                    <a:pt x="693" y="5746"/>
                  </a:cubicBezTo>
                  <a:cubicBezTo>
                    <a:pt x="693" y="5746"/>
                    <a:pt x="693" y="5746"/>
                    <a:pt x="693" y="5746"/>
                  </a:cubicBezTo>
                  <a:cubicBezTo>
                    <a:pt x="693" y="5647"/>
                    <a:pt x="693" y="5647"/>
                    <a:pt x="693" y="5647"/>
                  </a:cubicBezTo>
                  <a:cubicBezTo>
                    <a:pt x="577" y="5647"/>
                    <a:pt x="577" y="5647"/>
                    <a:pt x="577" y="5647"/>
                  </a:cubicBezTo>
                  <a:cubicBezTo>
                    <a:pt x="577" y="5647"/>
                    <a:pt x="577" y="5647"/>
                    <a:pt x="577" y="5647"/>
                  </a:cubicBezTo>
                  <a:cubicBezTo>
                    <a:pt x="462" y="5449"/>
                    <a:pt x="462" y="5449"/>
                    <a:pt x="462" y="5449"/>
                  </a:cubicBezTo>
                  <a:cubicBezTo>
                    <a:pt x="346" y="5449"/>
                    <a:pt x="346" y="5449"/>
                    <a:pt x="346" y="5449"/>
                  </a:cubicBezTo>
                  <a:cubicBezTo>
                    <a:pt x="346" y="5449"/>
                    <a:pt x="346" y="5449"/>
                    <a:pt x="346" y="5449"/>
                  </a:cubicBezTo>
                  <a:cubicBezTo>
                    <a:pt x="231" y="5350"/>
                    <a:pt x="231" y="5350"/>
                    <a:pt x="231" y="5350"/>
                  </a:cubicBezTo>
                  <a:cubicBezTo>
                    <a:pt x="346" y="5350"/>
                    <a:pt x="346" y="5350"/>
                    <a:pt x="346" y="5350"/>
                  </a:cubicBezTo>
                  <a:cubicBezTo>
                    <a:pt x="462" y="5350"/>
                    <a:pt x="462" y="5350"/>
                    <a:pt x="462" y="5350"/>
                  </a:cubicBezTo>
                  <a:cubicBezTo>
                    <a:pt x="462" y="5251"/>
                    <a:pt x="462" y="5251"/>
                    <a:pt x="462" y="5251"/>
                  </a:cubicBezTo>
                  <a:cubicBezTo>
                    <a:pt x="462" y="5251"/>
                    <a:pt x="462" y="5251"/>
                    <a:pt x="462" y="5251"/>
                  </a:cubicBezTo>
                  <a:cubicBezTo>
                    <a:pt x="577" y="5251"/>
                    <a:pt x="577" y="5251"/>
                    <a:pt x="577" y="5251"/>
                  </a:cubicBezTo>
                  <a:cubicBezTo>
                    <a:pt x="577" y="5251"/>
                    <a:pt x="577" y="5251"/>
                    <a:pt x="577" y="5251"/>
                  </a:cubicBezTo>
                  <a:cubicBezTo>
                    <a:pt x="577" y="5251"/>
                    <a:pt x="577" y="5251"/>
                    <a:pt x="577" y="5251"/>
                  </a:cubicBezTo>
                  <a:cubicBezTo>
                    <a:pt x="462" y="5152"/>
                    <a:pt x="462" y="5152"/>
                    <a:pt x="462" y="5152"/>
                  </a:cubicBezTo>
                  <a:cubicBezTo>
                    <a:pt x="462" y="5152"/>
                    <a:pt x="462" y="5152"/>
                    <a:pt x="462" y="5152"/>
                  </a:cubicBezTo>
                  <a:cubicBezTo>
                    <a:pt x="346" y="5152"/>
                    <a:pt x="346" y="5152"/>
                    <a:pt x="346" y="5152"/>
                  </a:cubicBezTo>
                  <a:cubicBezTo>
                    <a:pt x="462" y="5152"/>
                    <a:pt x="462" y="5152"/>
                    <a:pt x="462" y="5152"/>
                  </a:cubicBezTo>
                  <a:cubicBezTo>
                    <a:pt x="462" y="5152"/>
                    <a:pt x="462" y="5152"/>
                    <a:pt x="462" y="5152"/>
                  </a:cubicBezTo>
                  <a:cubicBezTo>
                    <a:pt x="693" y="5053"/>
                    <a:pt x="693" y="5053"/>
                    <a:pt x="693" y="5053"/>
                  </a:cubicBezTo>
                  <a:cubicBezTo>
                    <a:pt x="693" y="5053"/>
                    <a:pt x="693" y="5053"/>
                    <a:pt x="693" y="5053"/>
                  </a:cubicBezTo>
                  <a:cubicBezTo>
                    <a:pt x="693" y="4954"/>
                    <a:pt x="693" y="4954"/>
                    <a:pt x="693" y="4954"/>
                  </a:cubicBezTo>
                  <a:cubicBezTo>
                    <a:pt x="808" y="4954"/>
                    <a:pt x="808" y="4954"/>
                    <a:pt x="808" y="4954"/>
                  </a:cubicBezTo>
                  <a:cubicBezTo>
                    <a:pt x="808" y="4954"/>
                    <a:pt x="808" y="4954"/>
                    <a:pt x="808" y="4954"/>
                  </a:cubicBezTo>
                  <a:cubicBezTo>
                    <a:pt x="924" y="4954"/>
                    <a:pt x="924" y="4954"/>
                    <a:pt x="924" y="4954"/>
                  </a:cubicBezTo>
                  <a:cubicBezTo>
                    <a:pt x="924" y="4954"/>
                    <a:pt x="924" y="4954"/>
                    <a:pt x="924" y="4954"/>
                  </a:cubicBezTo>
                  <a:cubicBezTo>
                    <a:pt x="1039" y="4954"/>
                    <a:pt x="1039" y="4954"/>
                    <a:pt x="1039" y="4954"/>
                  </a:cubicBezTo>
                  <a:cubicBezTo>
                    <a:pt x="1039" y="4954"/>
                    <a:pt x="1039" y="4954"/>
                    <a:pt x="1039" y="4954"/>
                  </a:cubicBezTo>
                  <a:cubicBezTo>
                    <a:pt x="1155" y="4954"/>
                    <a:pt x="1155" y="4954"/>
                    <a:pt x="1155" y="4954"/>
                  </a:cubicBezTo>
                  <a:cubicBezTo>
                    <a:pt x="1155" y="4954"/>
                    <a:pt x="1155" y="4954"/>
                    <a:pt x="1155" y="4954"/>
                  </a:cubicBezTo>
                  <a:cubicBezTo>
                    <a:pt x="1155" y="4954"/>
                    <a:pt x="1155" y="4954"/>
                    <a:pt x="1155" y="4954"/>
                  </a:cubicBezTo>
                  <a:cubicBezTo>
                    <a:pt x="1270" y="4954"/>
                    <a:pt x="1270" y="4954"/>
                    <a:pt x="1270" y="4954"/>
                  </a:cubicBezTo>
                  <a:cubicBezTo>
                    <a:pt x="1270" y="4954"/>
                    <a:pt x="1270" y="4954"/>
                    <a:pt x="1270" y="4954"/>
                  </a:cubicBezTo>
                  <a:cubicBezTo>
                    <a:pt x="1270" y="4954"/>
                    <a:pt x="1270" y="4954"/>
                    <a:pt x="1270" y="4954"/>
                  </a:cubicBezTo>
                  <a:cubicBezTo>
                    <a:pt x="1386" y="4855"/>
                    <a:pt x="1386" y="4855"/>
                    <a:pt x="1386" y="4855"/>
                  </a:cubicBezTo>
                  <a:cubicBezTo>
                    <a:pt x="1501" y="4855"/>
                    <a:pt x="1501" y="4855"/>
                    <a:pt x="1501" y="4855"/>
                  </a:cubicBezTo>
                  <a:cubicBezTo>
                    <a:pt x="1501" y="4855"/>
                    <a:pt x="1501" y="4855"/>
                    <a:pt x="1501" y="4855"/>
                  </a:cubicBezTo>
                  <a:cubicBezTo>
                    <a:pt x="1501" y="4855"/>
                    <a:pt x="1501" y="4855"/>
                    <a:pt x="1501" y="4855"/>
                  </a:cubicBezTo>
                  <a:cubicBezTo>
                    <a:pt x="1617" y="4855"/>
                    <a:pt x="1617" y="4855"/>
                    <a:pt x="1617" y="4855"/>
                  </a:cubicBezTo>
                  <a:cubicBezTo>
                    <a:pt x="1617" y="4855"/>
                    <a:pt x="1617" y="4855"/>
                    <a:pt x="1617" y="4855"/>
                  </a:cubicBezTo>
                  <a:cubicBezTo>
                    <a:pt x="2079" y="4755"/>
                    <a:pt x="2079" y="4755"/>
                    <a:pt x="2079" y="4755"/>
                  </a:cubicBezTo>
                  <a:cubicBezTo>
                    <a:pt x="2079" y="4755"/>
                    <a:pt x="2079" y="4755"/>
                    <a:pt x="2079" y="4755"/>
                  </a:cubicBezTo>
                  <a:cubicBezTo>
                    <a:pt x="2194" y="4855"/>
                    <a:pt x="2194" y="4855"/>
                    <a:pt x="2194" y="4855"/>
                  </a:cubicBezTo>
                  <a:cubicBezTo>
                    <a:pt x="2194" y="4755"/>
                    <a:pt x="2194" y="4755"/>
                    <a:pt x="2194" y="4755"/>
                  </a:cubicBezTo>
                  <a:cubicBezTo>
                    <a:pt x="2079" y="4755"/>
                    <a:pt x="2079" y="4755"/>
                    <a:pt x="2079" y="4755"/>
                  </a:cubicBezTo>
                  <a:cubicBezTo>
                    <a:pt x="2194" y="4656"/>
                    <a:pt x="2194" y="4656"/>
                    <a:pt x="2194" y="4656"/>
                  </a:cubicBezTo>
                  <a:cubicBezTo>
                    <a:pt x="2310" y="4656"/>
                    <a:pt x="2310" y="4656"/>
                    <a:pt x="2310" y="4656"/>
                  </a:cubicBezTo>
                  <a:cubicBezTo>
                    <a:pt x="2425" y="4656"/>
                    <a:pt x="2425" y="4656"/>
                    <a:pt x="2425" y="4656"/>
                  </a:cubicBezTo>
                  <a:cubicBezTo>
                    <a:pt x="2541" y="4656"/>
                    <a:pt x="2541" y="4656"/>
                    <a:pt x="2541" y="4656"/>
                  </a:cubicBezTo>
                  <a:cubicBezTo>
                    <a:pt x="2656" y="4656"/>
                    <a:pt x="2656" y="4656"/>
                    <a:pt x="2656" y="4656"/>
                  </a:cubicBezTo>
                  <a:cubicBezTo>
                    <a:pt x="2656" y="4656"/>
                    <a:pt x="2656" y="4656"/>
                    <a:pt x="2656" y="4656"/>
                  </a:cubicBezTo>
                  <a:cubicBezTo>
                    <a:pt x="2772" y="4656"/>
                    <a:pt x="2772" y="4656"/>
                    <a:pt x="2772" y="4656"/>
                  </a:cubicBezTo>
                  <a:cubicBezTo>
                    <a:pt x="2887" y="4656"/>
                    <a:pt x="2887" y="4656"/>
                    <a:pt x="2887" y="4656"/>
                  </a:cubicBezTo>
                  <a:cubicBezTo>
                    <a:pt x="3003" y="4656"/>
                    <a:pt x="3003" y="4656"/>
                    <a:pt x="3003" y="4656"/>
                  </a:cubicBezTo>
                  <a:cubicBezTo>
                    <a:pt x="3118" y="4656"/>
                    <a:pt x="3118" y="4656"/>
                    <a:pt x="3118" y="4656"/>
                  </a:cubicBezTo>
                  <a:cubicBezTo>
                    <a:pt x="3118" y="4656"/>
                    <a:pt x="3118" y="4656"/>
                    <a:pt x="3118" y="4656"/>
                  </a:cubicBezTo>
                  <a:cubicBezTo>
                    <a:pt x="3234" y="4755"/>
                    <a:pt x="3234" y="4755"/>
                    <a:pt x="3234" y="4755"/>
                  </a:cubicBezTo>
                  <a:cubicBezTo>
                    <a:pt x="3349" y="4755"/>
                    <a:pt x="3349" y="4755"/>
                    <a:pt x="3349" y="4755"/>
                  </a:cubicBezTo>
                  <a:cubicBezTo>
                    <a:pt x="3349" y="4755"/>
                    <a:pt x="3349" y="4755"/>
                    <a:pt x="3349" y="4755"/>
                  </a:cubicBezTo>
                  <a:cubicBezTo>
                    <a:pt x="3465" y="4755"/>
                    <a:pt x="3465" y="4755"/>
                    <a:pt x="3465" y="4755"/>
                  </a:cubicBezTo>
                  <a:cubicBezTo>
                    <a:pt x="3465" y="4755"/>
                    <a:pt x="3465" y="4755"/>
                    <a:pt x="3465" y="4755"/>
                  </a:cubicBezTo>
                  <a:cubicBezTo>
                    <a:pt x="3580" y="4656"/>
                    <a:pt x="3580" y="4656"/>
                    <a:pt x="3580" y="4656"/>
                  </a:cubicBezTo>
                  <a:cubicBezTo>
                    <a:pt x="3580" y="4557"/>
                    <a:pt x="3580" y="4557"/>
                    <a:pt x="3580" y="4557"/>
                  </a:cubicBezTo>
                  <a:cubicBezTo>
                    <a:pt x="3696" y="4458"/>
                    <a:pt x="3696" y="4458"/>
                    <a:pt x="3696" y="4458"/>
                  </a:cubicBezTo>
                  <a:cubicBezTo>
                    <a:pt x="3811" y="4458"/>
                    <a:pt x="3811" y="4458"/>
                    <a:pt x="3811" y="4458"/>
                  </a:cubicBezTo>
                  <a:cubicBezTo>
                    <a:pt x="3811" y="4359"/>
                    <a:pt x="3811" y="4359"/>
                    <a:pt x="3811" y="4359"/>
                  </a:cubicBezTo>
                  <a:cubicBezTo>
                    <a:pt x="3927" y="4260"/>
                    <a:pt x="3927" y="4260"/>
                    <a:pt x="3927" y="4260"/>
                  </a:cubicBezTo>
                  <a:cubicBezTo>
                    <a:pt x="4042" y="4260"/>
                    <a:pt x="4042" y="4260"/>
                    <a:pt x="4042" y="4260"/>
                  </a:cubicBezTo>
                  <a:cubicBezTo>
                    <a:pt x="4042" y="4161"/>
                    <a:pt x="4042" y="4161"/>
                    <a:pt x="4042" y="4161"/>
                  </a:cubicBezTo>
                  <a:cubicBezTo>
                    <a:pt x="3927" y="4161"/>
                    <a:pt x="3927" y="4161"/>
                    <a:pt x="3927" y="4161"/>
                  </a:cubicBezTo>
                  <a:cubicBezTo>
                    <a:pt x="3927" y="4062"/>
                    <a:pt x="3927" y="4062"/>
                    <a:pt x="3927" y="4062"/>
                  </a:cubicBezTo>
                  <a:cubicBezTo>
                    <a:pt x="4042" y="4062"/>
                    <a:pt x="4042" y="4062"/>
                    <a:pt x="4042" y="4062"/>
                  </a:cubicBezTo>
                  <a:cubicBezTo>
                    <a:pt x="4158" y="3963"/>
                    <a:pt x="4158" y="3963"/>
                    <a:pt x="4158" y="3963"/>
                  </a:cubicBezTo>
                  <a:cubicBezTo>
                    <a:pt x="4273" y="4062"/>
                    <a:pt x="4273" y="4062"/>
                    <a:pt x="4273" y="4062"/>
                  </a:cubicBezTo>
                  <a:cubicBezTo>
                    <a:pt x="4389" y="3963"/>
                    <a:pt x="4389" y="3963"/>
                    <a:pt x="4389" y="3963"/>
                  </a:cubicBezTo>
                  <a:cubicBezTo>
                    <a:pt x="4389" y="3864"/>
                    <a:pt x="4389" y="3864"/>
                    <a:pt x="4389" y="3864"/>
                  </a:cubicBezTo>
                  <a:cubicBezTo>
                    <a:pt x="4389" y="3864"/>
                    <a:pt x="4389" y="3864"/>
                    <a:pt x="4389" y="3864"/>
                  </a:cubicBezTo>
                  <a:cubicBezTo>
                    <a:pt x="4273" y="3864"/>
                    <a:pt x="4273" y="3864"/>
                    <a:pt x="4273" y="3864"/>
                  </a:cubicBezTo>
                  <a:cubicBezTo>
                    <a:pt x="4158" y="3864"/>
                    <a:pt x="4158" y="3864"/>
                    <a:pt x="4158" y="3864"/>
                  </a:cubicBezTo>
                  <a:cubicBezTo>
                    <a:pt x="4158" y="3765"/>
                    <a:pt x="4158" y="3765"/>
                    <a:pt x="4158" y="3765"/>
                  </a:cubicBezTo>
                  <a:cubicBezTo>
                    <a:pt x="4158" y="3765"/>
                    <a:pt x="4158" y="3765"/>
                    <a:pt x="4158" y="3765"/>
                  </a:cubicBezTo>
                  <a:cubicBezTo>
                    <a:pt x="4273" y="3765"/>
                    <a:pt x="4273" y="3765"/>
                    <a:pt x="4273" y="3765"/>
                  </a:cubicBezTo>
                  <a:cubicBezTo>
                    <a:pt x="4389" y="3765"/>
                    <a:pt x="4389" y="3765"/>
                    <a:pt x="4389" y="3765"/>
                  </a:cubicBezTo>
                  <a:cubicBezTo>
                    <a:pt x="4504" y="3666"/>
                    <a:pt x="4504" y="3666"/>
                    <a:pt x="4504" y="3666"/>
                  </a:cubicBezTo>
                  <a:cubicBezTo>
                    <a:pt x="4620" y="3666"/>
                    <a:pt x="4620" y="3666"/>
                    <a:pt x="4620" y="3666"/>
                  </a:cubicBezTo>
                  <a:cubicBezTo>
                    <a:pt x="4620" y="3666"/>
                    <a:pt x="4620" y="3666"/>
                    <a:pt x="4620" y="3666"/>
                  </a:cubicBezTo>
                  <a:cubicBezTo>
                    <a:pt x="4620" y="3566"/>
                    <a:pt x="4620" y="3566"/>
                    <a:pt x="4620" y="3566"/>
                  </a:cubicBezTo>
                  <a:cubicBezTo>
                    <a:pt x="4620" y="3566"/>
                    <a:pt x="4620" y="3566"/>
                    <a:pt x="4620" y="3566"/>
                  </a:cubicBezTo>
                  <a:cubicBezTo>
                    <a:pt x="4620" y="3566"/>
                    <a:pt x="4620" y="3566"/>
                    <a:pt x="4620" y="3566"/>
                  </a:cubicBezTo>
                  <a:cubicBezTo>
                    <a:pt x="4504" y="3566"/>
                    <a:pt x="4504" y="3566"/>
                    <a:pt x="4504" y="3566"/>
                  </a:cubicBezTo>
                  <a:cubicBezTo>
                    <a:pt x="4504" y="3666"/>
                    <a:pt x="4504" y="3666"/>
                    <a:pt x="4504" y="3666"/>
                  </a:cubicBezTo>
                  <a:cubicBezTo>
                    <a:pt x="4504" y="3666"/>
                    <a:pt x="4504" y="3666"/>
                    <a:pt x="4504" y="3666"/>
                  </a:cubicBezTo>
                  <a:cubicBezTo>
                    <a:pt x="4273" y="3666"/>
                    <a:pt x="4273" y="3666"/>
                    <a:pt x="4273" y="3666"/>
                  </a:cubicBezTo>
                  <a:cubicBezTo>
                    <a:pt x="4158" y="3666"/>
                    <a:pt x="4158" y="3666"/>
                    <a:pt x="4158" y="3666"/>
                  </a:cubicBezTo>
                  <a:cubicBezTo>
                    <a:pt x="4158" y="3666"/>
                    <a:pt x="4158" y="3666"/>
                    <a:pt x="4158" y="3666"/>
                  </a:cubicBezTo>
                  <a:cubicBezTo>
                    <a:pt x="4042" y="3765"/>
                    <a:pt x="4042" y="3765"/>
                    <a:pt x="4042" y="3765"/>
                  </a:cubicBezTo>
                  <a:cubicBezTo>
                    <a:pt x="4042" y="3765"/>
                    <a:pt x="4042" y="3765"/>
                    <a:pt x="4042" y="3765"/>
                  </a:cubicBezTo>
                  <a:cubicBezTo>
                    <a:pt x="3927" y="3666"/>
                    <a:pt x="3927" y="3666"/>
                    <a:pt x="3927" y="3666"/>
                  </a:cubicBezTo>
                  <a:cubicBezTo>
                    <a:pt x="3811" y="3666"/>
                    <a:pt x="3811" y="3666"/>
                    <a:pt x="3811" y="3666"/>
                  </a:cubicBezTo>
                  <a:cubicBezTo>
                    <a:pt x="3811" y="3666"/>
                    <a:pt x="3811" y="3666"/>
                    <a:pt x="3811" y="3666"/>
                  </a:cubicBezTo>
                  <a:cubicBezTo>
                    <a:pt x="3811" y="3666"/>
                    <a:pt x="3811" y="3666"/>
                    <a:pt x="3811" y="3666"/>
                  </a:cubicBezTo>
                  <a:cubicBezTo>
                    <a:pt x="3696" y="3666"/>
                    <a:pt x="3696" y="3666"/>
                    <a:pt x="3696" y="3666"/>
                  </a:cubicBezTo>
                  <a:cubicBezTo>
                    <a:pt x="3696" y="3666"/>
                    <a:pt x="3696" y="3666"/>
                    <a:pt x="3696" y="3666"/>
                  </a:cubicBezTo>
                  <a:cubicBezTo>
                    <a:pt x="3580" y="3666"/>
                    <a:pt x="3580" y="3666"/>
                    <a:pt x="3580" y="3666"/>
                  </a:cubicBezTo>
                  <a:cubicBezTo>
                    <a:pt x="3580" y="3666"/>
                    <a:pt x="3580" y="3666"/>
                    <a:pt x="3580" y="3666"/>
                  </a:cubicBezTo>
                  <a:cubicBezTo>
                    <a:pt x="3580" y="3566"/>
                    <a:pt x="3580" y="3566"/>
                    <a:pt x="3580" y="3566"/>
                  </a:cubicBezTo>
                  <a:cubicBezTo>
                    <a:pt x="3580" y="3566"/>
                    <a:pt x="3580" y="3566"/>
                    <a:pt x="3580" y="3566"/>
                  </a:cubicBezTo>
                  <a:cubicBezTo>
                    <a:pt x="3580" y="3566"/>
                    <a:pt x="3580" y="3566"/>
                    <a:pt x="3580" y="3566"/>
                  </a:cubicBezTo>
                  <a:cubicBezTo>
                    <a:pt x="3465" y="3467"/>
                    <a:pt x="3465" y="3467"/>
                    <a:pt x="3465" y="3467"/>
                  </a:cubicBezTo>
                  <a:cubicBezTo>
                    <a:pt x="3580" y="3467"/>
                    <a:pt x="3580" y="3467"/>
                    <a:pt x="3580" y="3467"/>
                  </a:cubicBezTo>
                  <a:cubicBezTo>
                    <a:pt x="3580" y="3368"/>
                    <a:pt x="3580" y="3368"/>
                    <a:pt x="3580" y="3368"/>
                  </a:cubicBezTo>
                  <a:cubicBezTo>
                    <a:pt x="3696" y="3368"/>
                    <a:pt x="3696" y="3368"/>
                    <a:pt x="3696" y="3368"/>
                  </a:cubicBezTo>
                  <a:cubicBezTo>
                    <a:pt x="3696" y="3269"/>
                    <a:pt x="3696" y="3269"/>
                    <a:pt x="3696" y="3269"/>
                  </a:cubicBezTo>
                  <a:cubicBezTo>
                    <a:pt x="3696" y="3269"/>
                    <a:pt x="3696" y="3269"/>
                    <a:pt x="3696" y="3269"/>
                  </a:cubicBezTo>
                  <a:cubicBezTo>
                    <a:pt x="3811" y="3269"/>
                    <a:pt x="3811" y="3269"/>
                    <a:pt x="3811" y="3269"/>
                  </a:cubicBezTo>
                  <a:cubicBezTo>
                    <a:pt x="3696" y="3269"/>
                    <a:pt x="3696" y="3269"/>
                    <a:pt x="3696" y="3269"/>
                  </a:cubicBezTo>
                  <a:cubicBezTo>
                    <a:pt x="3696" y="3170"/>
                    <a:pt x="3696" y="3170"/>
                    <a:pt x="3696" y="3170"/>
                  </a:cubicBezTo>
                  <a:cubicBezTo>
                    <a:pt x="3696" y="3170"/>
                    <a:pt x="3696" y="3170"/>
                    <a:pt x="3696" y="3170"/>
                  </a:cubicBezTo>
                  <a:cubicBezTo>
                    <a:pt x="3811" y="3170"/>
                    <a:pt x="3811" y="3170"/>
                    <a:pt x="3811" y="3170"/>
                  </a:cubicBezTo>
                  <a:cubicBezTo>
                    <a:pt x="3927" y="3071"/>
                    <a:pt x="3927" y="3071"/>
                    <a:pt x="3927" y="3071"/>
                  </a:cubicBezTo>
                  <a:cubicBezTo>
                    <a:pt x="3927" y="3071"/>
                    <a:pt x="3927" y="3071"/>
                    <a:pt x="3927" y="3071"/>
                  </a:cubicBezTo>
                  <a:cubicBezTo>
                    <a:pt x="3927" y="2972"/>
                    <a:pt x="3927" y="2972"/>
                    <a:pt x="3927" y="2972"/>
                  </a:cubicBezTo>
                  <a:cubicBezTo>
                    <a:pt x="4158" y="2972"/>
                    <a:pt x="4158" y="2972"/>
                    <a:pt x="4158" y="2972"/>
                  </a:cubicBezTo>
                  <a:cubicBezTo>
                    <a:pt x="4158" y="2972"/>
                    <a:pt x="4158" y="2972"/>
                    <a:pt x="4158" y="2972"/>
                  </a:cubicBezTo>
                  <a:cubicBezTo>
                    <a:pt x="4273" y="2873"/>
                    <a:pt x="4273" y="2873"/>
                    <a:pt x="4273" y="2873"/>
                  </a:cubicBezTo>
                  <a:cubicBezTo>
                    <a:pt x="4389" y="2873"/>
                    <a:pt x="4389" y="2873"/>
                    <a:pt x="4389" y="2873"/>
                  </a:cubicBezTo>
                  <a:cubicBezTo>
                    <a:pt x="4504" y="2873"/>
                    <a:pt x="4504" y="2873"/>
                    <a:pt x="4504" y="2873"/>
                  </a:cubicBezTo>
                  <a:cubicBezTo>
                    <a:pt x="4504" y="2873"/>
                    <a:pt x="4504" y="2873"/>
                    <a:pt x="4504" y="2873"/>
                  </a:cubicBezTo>
                  <a:cubicBezTo>
                    <a:pt x="4389" y="2873"/>
                    <a:pt x="4389" y="2873"/>
                    <a:pt x="4389" y="2873"/>
                  </a:cubicBezTo>
                  <a:cubicBezTo>
                    <a:pt x="4389" y="2774"/>
                    <a:pt x="4389" y="2774"/>
                    <a:pt x="4389" y="2774"/>
                  </a:cubicBezTo>
                  <a:cubicBezTo>
                    <a:pt x="4504" y="2774"/>
                    <a:pt x="4504" y="2774"/>
                    <a:pt x="4504" y="2774"/>
                  </a:cubicBezTo>
                  <a:cubicBezTo>
                    <a:pt x="4504" y="2774"/>
                    <a:pt x="4504" y="2774"/>
                    <a:pt x="4504" y="2774"/>
                  </a:cubicBezTo>
                  <a:cubicBezTo>
                    <a:pt x="4504" y="2873"/>
                    <a:pt x="4504" y="2873"/>
                    <a:pt x="4504" y="2873"/>
                  </a:cubicBezTo>
                  <a:cubicBezTo>
                    <a:pt x="4620" y="2774"/>
                    <a:pt x="4620" y="2774"/>
                    <a:pt x="4620" y="2774"/>
                  </a:cubicBezTo>
                  <a:cubicBezTo>
                    <a:pt x="4735" y="2675"/>
                    <a:pt x="4735" y="2675"/>
                    <a:pt x="4735" y="2675"/>
                  </a:cubicBezTo>
                  <a:cubicBezTo>
                    <a:pt x="4735" y="2675"/>
                    <a:pt x="4735" y="2675"/>
                    <a:pt x="4735" y="2675"/>
                  </a:cubicBezTo>
                  <a:cubicBezTo>
                    <a:pt x="4735" y="2576"/>
                    <a:pt x="4735" y="2576"/>
                    <a:pt x="4735" y="2576"/>
                  </a:cubicBezTo>
                  <a:cubicBezTo>
                    <a:pt x="4851" y="2576"/>
                    <a:pt x="4851" y="2576"/>
                    <a:pt x="4851" y="2576"/>
                  </a:cubicBezTo>
                  <a:cubicBezTo>
                    <a:pt x="4966" y="2576"/>
                    <a:pt x="4966" y="2576"/>
                    <a:pt x="4966" y="2576"/>
                  </a:cubicBezTo>
                  <a:cubicBezTo>
                    <a:pt x="4966" y="2477"/>
                    <a:pt x="4966" y="2477"/>
                    <a:pt x="4966" y="2477"/>
                  </a:cubicBezTo>
                  <a:cubicBezTo>
                    <a:pt x="5082" y="2477"/>
                    <a:pt x="5082" y="2477"/>
                    <a:pt x="5082" y="2477"/>
                  </a:cubicBezTo>
                  <a:cubicBezTo>
                    <a:pt x="5082" y="2477"/>
                    <a:pt x="5082" y="2477"/>
                    <a:pt x="5082" y="2477"/>
                  </a:cubicBezTo>
                  <a:cubicBezTo>
                    <a:pt x="5082" y="2477"/>
                    <a:pt x="5082" y="2477"/>
                    <a:pt x="5082" y="2477"/>
                  </a:cubicBezTo>
                  <a:cubicBezTo>
                    <a:pt x="5197" y="2576"/>
                    <a:pt x="5197" y="2576"/>
                    <a:pt x="5197" y="2576"/>
                  </a:cubicBezTo>
                  <a:cubicBezTo>
                    <a:pt x="5197" y="2675"/>
                    <a:pt x="5197" y="2675"/>
                    <a:pt x="5197" y="2675"/>
                  </a:cubicBezTo>
                  <a:cubicBezTo>
                    <a:pt x="5197" y="2774"/>
                    <a:pt x="5197" y="2774"/>
                    <a:pt x="5197" y="2774"/>
                  </a:cubicBezTo>
                  <a:cubicBezTo>
                    <a:pt x="5197" y="2873"/>
                    <a:pt x="5197" y="2873"/>
                    <a:pt x="5197" y="2873"/>
                  </a:cubicBezTo>
                  <a:cubicBezTo>
                    <a:pt x="5197" y="2972"/>
                    <a:pt x="5197" y="2972"/>
                    <a:pt x="5197" y="2972"/>
                  </a:cubicBezTo>
                  <a:cubicBezTo>
                    <a:pt x="5197" y="2972"/>
                    <a:pt x="5197" y="2972"/>
                    <a:pt x="5197" y="2972"/>
                  </a:cubicBezTo>
                  <a:cubicBezTo>
                    <a:pt x="5197" y="2972"/>
                    <a:pt x="5197" y="2972"/>
                    <a:pt x="5197" y="2972"/>
                  </a:cubicBezTo>
                  <a:cubicBezTo>
                    <a:pt x="5313" y="2873"/>
                    <a:pt x="5313" y="2873"/>
                    <a:pt x="5313" y="2873"/>
                  </a:cubicBezTo>
                  <a:cubicBezTo>
                    <a:pt x="5197" y="2675"/>
                    <a:pt x="5197" y="2675"/>
                    <a:pt x="5197" y="2675"/>
                  </a:cubicBezTo>
                  <a:cubicBezTo>
                    <a:pt x="5197" y="2675"/>
                    <a:pt x="5197" y="2675"/>
                    <a:pt x="5197" y="2675"/>
                  </a:cubicBezTo>
                  <a:cubicBezTo>
                    <a:pt x="5197" y="2576"/>
                    <a:pt x="5197" y="2576"/>
                    <a:pt x="5197" y="2576"/>
                  </a:cubicBezTo>
                  <a:cubicBezTo>
                    <a:pt x="5197" y="2477"/>
                    <a:pt x="5197" y="2477"/>
                    <a:pt x="5197" y="2477"/>
                  </a:cubicBezTo>
                  <a:cubicBezTo>
                    <a:pt x="5313" y="2477"/>
                    <a:pt x="5313" y="2477"/>
                    <a:pt x="5313" y="2477"/>
                  </a:cubicBezTo>
                  <a:cubicBezTo>
                    <a:pt x="5313" y="2477"/>
                    <a:pt x="5313" y="2477"/>
                    <a:pt x="5313" y="2477"/>
                  </a:cubicBezTo>
                  <a:cubicBezTo>
                    <a:pt x="5313" y="2377"/>
                    <a:pt x="5313" y="2377"/>
                    <a:pt x="5313" y="2377"/>
                  </a:cubicBezTo>
                  <a:cubicBezTo>
                    <a:pt x="5428" y="2377"/>
                    <a:pt x="5428" y="2377"/>
                    <a:pt x="5428" y="2377"/>
                  </a:cubicBezTo>
                  <a:cubicBezTo>
                    <a:pt x="5428" y="2377"/>
                    <a:pt x="5428" y="2377"/>
                    <a:pt x="5428" y="2377"/>
                  </a:cubicBezTo>
                  <a:cubicBezTo>
                    <a:pt x="5428" y="2477"/>
                    <a:pt x="5428" y="2477"/>
                    <a:pt x="5428" y="2477"/>
                  </a:cubicBezTo>
                  <a:cubicBezTo>
                    <a:pt x="5544" y="2477"/>
                    <a:pt x="5544" y="2477"/>
                    <a:pt x="5544" y="2477"/>
                  </a:cubicBezTo>
                  <a:cubicBezTo>
                    <a:pt x="5544" y="2477"/>
                    <a:pt x="5544" y="2477"/>
                    <a:pt x="5544" y="2477"/>
                  </a:cubicBezTo>
                  <a:cubicBezTo>
                    <a:pt x="5544" y="2477"/>
                    <a:pt x="5544" y="2477"/>
                    <a:pt x="5544" y="2477"/>
                  </a:cubicBezTo>
                  <a:cubicBezTo>
                    <a:pt x="5544" y="2576"/>
                    <a:pt x="5544" y="2576"/>
                    <a:pt x="5544" y="2576"/>
                  </a:cubicBezTo>
                  <a:cubicBezTo>
                    <a:pt x="5544" y="2576"/>
                    <a:pt x="5544" y="2576"/>
                    <a:pt x="5544" y="2576"/>
                  </a:cubicBezTo>
                  <a:cubicBezTo>
                    <a:pt x="5659" y="2675"/>
                    <a:pt x="5659" y="2675"/>
                    <a:pt x="5659" y="2675"/>
                  </a:cubicBezTo>
                  <a:cubicBezTo>
                    <a:pt x="5775" y="2576"/>
                    <a:pt x="5775" y="2576"/>
                    <a:pt x="5775" y="2576"/>
                  </a:cubicBezTo>
                  <a:cubicBezTo>
                    <a:pt x="5890" y="2576"/>
                    <a:pt x="5890" y="2576"/>
                    <a:pt x="5890" y="2576"/>
                  </a:cubicBezTo>
                  <a:cubicBezTo>
                    <a:pt x="5890" y="2576"/>
                    <a:pt x="5890" y="2576"/>
                    <a:pt x="5890" y="2576"/>
                  </a:cubicBezTo>
                  <a:cubicBezTo>
                    <a:pt x="5890" y="2576"/>
                    <a:pt x="5890" y="2576"/>
                    <a:pt x="5890" y="2576"/>
                  </a:cubicBezTo>
                  <a:cubicBezTo>
                    <a:pt x="5890" y="2477"/>
                    <a:pt x="5890" y="2477"/>
                    <a:pt x="5890" y="2477"/>
                  </a:cubicBezTo>
                  <a:cubicBezTo>
                    <a:pt x="5890" y="2477"/>
                    <a:pt x="5890" y="2477"/>
                    <a:pt x="5890" y="2477"/>
                  </a:cubicBezTo>
                  <a:cubicBezTo>
                    <a:pt x="6006" y="2477"/>
                    <a:pt x="6006" y="2477"/>
                    <a:pt x="6006" y="2477"/>
                  </a:cubicBezTo>
                  <a:cubicBezTo>
                    <a:pt x="6006" y="2377"/>
                    <a:pt x="6006" y="2377"/>
                    <a:pt x="6006" y="2377"/>
                  </a:cubicBezTo>
                  <a:cubicBezTo>
                    <a:pt x="6006" y="2377"/>
                    <a:pt x="6006" y="2377"/>
                    <a:pt x="6006" y="2377"/>
                  </a:cubicBezTo>
                  <a:cubicBezTo>
                    <a:pt x="6121" y="2377"/>
                    <a:pt x="6121" y="2377"/>
                    <a:pt x="6121" y="2377"/>
                  </a:cubicBezTo>
                  <a:cubicBezTo>
                    <a:pt x="6237" y="2278"/>
                    <a:pt x="6237" y="2278"/>
                    <a:pt x="6237" y="2278"/>
                  </a:cubicBezTo>
                  <a:cubicBezTo>
                    <a:pt x="6352" y="2179"/>
                    <a:pt x="6352" y="2179"/>
                    <a:pt x="6352" y="2179"/>
                  </a:cubicBezTo>
                  <a:cubicBezTo>
                    <a:pt x="6352" y="2080"/>
                    <a:pt x="6352" y="2080"/>
                    <a:pt x="6352" y="2080"/>
                  </a:cubicBezTo>
                  <a:cubicBezTo>
                    <a:pt x="6237" y="2080"/>
                    <a:pt x="6237" y="2080"/>
                    <a:pt x="6237" y="2080"/>
                  </a:cubicBezTo>
                  <a:cubicBezTo>
                    <a:pt x="6237" y="2080"/>
                    <a:pt x="6237" y="2080"/>
                    <a:pt x="6237" y="2080"/>
                  </a:cubicBezTo>
                  <a:cubicBezTo>
                    <a:pt x="6237" y="2080"/>
                    <a:pt x="6237" y="2080"/>
                    <a:pt x="6237" y="2080"/>
                  </a:cubicBezTo>
                  <a:cubicBezTo>
                    <a:pt x="6237" y="1981"/>
                    <a:pt x="6237" y="1981"/>
                    <a:pt x="6237" y="1981"/>
                  </a:cubicBezTo>
                  <a:cubicBezTo>
                    <a:pt x="6352" y="1981"/>
                    <a:pt x="6352" y="1981"/>
                    <a:pt x="6352" y="1981"/>
                  </a:cubicBezTo>
                  <a:cubicBezTo>
                    <a:pt x="6352" y="1882"/>
                    <a:pt x="6352" y="1882"/>
                    <a:pt x="6352" y="1882"/>
                  </a:cubicBezTo>
                  <a:cubicBezTo>
                    <a:pt x="6352" y="1783"/>
                    <a:pt x="6352" y="1783"/>
                    <a:pt x="6352" y="1783"/>
                  </a:cubicBezTo>
                  <a:cubicBezTo>
                    <a:pt x="6352" y="1684"/>
                    <a:pt x="6352" y="1684"/>
                    <a:pt x="6352" y="1684"/>
                  </a:cubicBezTo>
                  <a:cubicBezTo>
                    <a:pt x="6352" y="1684"/>
                    <a:pt x="6352" y="1684"/>
                    <a:pt x="6352" y="1684"/>
                  </a:cubicBezTo>
                  <a:cubicBezTo>
                    <a:pt x="6583" y="1684"/>
                    <a:pt x="6583" y="1684"/>
                    <a:pt x="6583" y="1684"/>
                  </a:cubicBezTo>
                  <a:cubicBezTo>
                    <a:pt x="6699" y="1585"/>
                    <a:pt x="6699" y="1585"/>
                    <a:pt x="6699" y="1585"/>
                  </a:cubicBezTo>
                  <a:cubicBezTo>
                    <a:pt x="6814" y="1585"/>
                    <a:pt x="6814" y="1585"/>
                    <a:pt x="6814" y="1585"/>
                  </a:cubicBezTo>
                  <a:cubicBezTo>
                    <a:pt x="6814" y="1585"/>
                    <a:pt x="6814" y="1585"/>
                    <a:pt x="6814" y="1585"/>
                  </a:cubicBezTo>
                  <a:cubicBezTo>
                    <a:pt x="6814" y="1585"/>
                    <a:pt x="6814" y="1585"/>
                    <a:pt x="6814" y="1585"/>
                  </a:cubicBezTo>
                  <a:cubicBezTo>
                    <a:pt x="6814" y="1684"/>
                    <a:pt x="6814" y="1684"/>
                    <a:pt x="6814" y="1684"/>
                  </a:cubicBezTo>
                  <a:cubicBezTo>
                    <a:pt x="6930" y="1783"/>
                    <a:pt x="6930" y="1783"/>
                    <a:pt x="6930" y="1783"/>
                  </a:cubicBezTo>
                  <a:cubicBezTo>
                    <a:pt x="6930" y="1882"/>
                    <a:pt x="6930" y="1882"/>
                    <a:pt x="6930" y="1882"/>
                  </a:cubicBezTo>
                  <a:cubicBezTo>
                    <a:pt x="6930" y="1981"/>
                    <a:pt x="6930" y="1981"/>
                    <a:pt x="6930" y="1981"/>
                  </a:cubicBezTo>
                  <a:cubicBezTo>
                    <a:pt x="6930" y="2179"/>
                    <a:pt x="6930" y="2179"/>
                    <a:pt x="6930" y="2179"/>
                  </a:cubicBezTo>
                  <a:cubicBezTo>
                    <a:pt x="6930" y="2179"/>
                    <a:pt x="6930" y="2179"/>
                    <a:pt x="6930" y="2179"/>
                  </a:cubicBezTo>
                  <a:cubicBezTo>
                    <a:pt x="7045" y="2278"/>
                    <a:pt x="7045" y="2278"/>
                    <a:pt x="7045" y="2278"/>
                  </a:cubicBezTo>
                  <a:cubicBezTo>
                    <a:pt x="7161" y="2377"/>
                    <a:pt x="7161" y="2377"/>
                    <a:pt x="7161" y="2377"/>
                  </a:cubicBezTo>
                  <a:cubicBezTo>
                    <a:pt x="7161" y="2377"/>
                    <a:pt x="7161" y="2377"/>
                    <a:pt x="7161" y="2377"/>
                  </a:cubicBezTo>
                  <a:cubicBezTo>
                    <a:pt x="7161" y="2377"/>
                    <a:pt x="7161" y="2377"/>
                    <a:pt x="7161" y="2377"/>
                  </a:cubicBezTo>
                  <a:cubicBezTo>
                    <a:pt x="7161" y="2179"/>
                    <a:pt x="7161" y="2179"/>
                    <a:pt x="7161" y="2179"/>
                  </a:cubicBezTo>
                  <a:cubicBezTo>
                    <a:pt x="7161" y="2179"/>
                    <a:pt x="7161" y="2179"/>
                    <a:pt x="7161" y="2179"/>
                  </a:cubicBezTo>
                  <a:cubicBezTo>
                    <a:pt x="7045" y="1981"/>
                    <a:pt x="7045" y="1981"/>
                    <a:pt x="7045" y="1981"/>
                  </a:cubicBezTo>
                  <a:cubicBezTo>
                    <a:pt x="7045" y="1882"/>
                    <a:pt x="7045" y="1882"/>
                    <a:pt x="7045" y="1882"/>
                  </a:cubicBezTo>
                  <a:cubicBezTo>
                    <a:pt x="7045" y="1783"/>
                    <a:pt x="7045" y="1783"/>
                    <a:pt x="7045" y="1783"/>
                  </a:cubicBezTo>
                  <a:cubicBezTo>
                    <a:pt x="7161" y="1783"/>
                    <a:pt x="7161" y="1783"/>
                    <a:pt x="7161" y="1783"/>
                  </a:cubicBezTo>
                  <a:cubicBezTo>
                    <a:pt x="7045" y="1684"/>
                    <a:pt x="7045" y="1684"/>
                    <a:pt x="7045" y="1684"/>
                  </a:cubicBezTo>
                  <a:cubicBezTo>
                    <a:pt x="7045" y="1585"/>
                    <a:pt x="7045" y="1585"/>
                    <a:pt x="7045" y="1585"/>
                  </a:cubicBezTo>
                  <a:cubicBezTo>
                    <a:pt x="7045" y="1585"/>
                    <a:pt x="7045" y="1585"/>
                    <a:pt x="7045" y="1585"/>
                  </a:cubicBezTo>
                  <a:cubicBezTo>
                    <a:pt x="7045" y="1486"/>
                    <a:pt x="7045" y="1486"/>
                    <a:pt x="7045" y="1486"/>
                  </a:cubicBezTo>
                  <a:cubicBezTo>
                    <a:pt x="7045" y="1486"/>
                    <a:pt x="7045" y="1486"/>
                    <a:pt x="7045" y="1486"/>
                  </a:cubicBezTo>
                  <a:cubicBezTo>
                    <a:pt x="7161" y="1387"/>
                    <a:pt x="7161" y="1387"/>
                    <a:pt x="7161" y="1387"/>
                  </a:cubicBezTo>
                  <a:cubicBezTo>
                    <a:pt x="7161" y="1387"/>
                    <a:pt x="7161" y="1387"/>
                    <a:pt x="7161" y="1387"/>
                  </a:cubicBezTo>
                  <a:cubicBezTo>
                    <a:pt x="7277" y="1387"/>
                    <a:pt x="7277" y="1387"/>
                    <a:pt x="7277" y="1387"/>
                  </a:cubicBezTo>
                  <a:cubicBezTo>
                    <a:pt x="7392" y="1387"/>
                    <a:pt x="7392" y="1387"/>
                    <a:pt x="7392" y="1387"/>
                  </a:cubicBezTo>
                  <a:cubicBezTo>
                    <a:pt x="7392" y="1387"/>
                    <a:pt x="7392" y="1387"/>
                    <a:pt x="7392" y="1387"/>
                  </a:cubicBezTo>
                  <a:cubicBezTo>
                    <a:pt x="7508" y="1486"/>
                    <a:pt x="7508" y="1486"/>
                    <a:pt x="7508" y="1486"/>
                  </a:cubicBezTo>
                  <a:cubicBezTo>
                    <a:pt x="7739" y="1387"/>
                    <a:pt x="7739" y="1387"/>
                    <a:pt x="7739" y="1387"/>
                  </a:cubicBezTo>
                  <a:cubicBezTo>
                    <a:pt x="7970" y="1387"/>
                    <a:pt x="7970" y="1387"/>
                    <a:pt x="7970" y="1387"/>
                  </a:cubicBezTo>
                  <a:cubicBezTo>
                    <a:pt x="8201" y="1387"/>
                    <a:pt x="8201" y="1387"/>
                    <a:pt x="8201" y="1387"/>
                  </a:cubicBezTo>
                  <a:cubicBezTo>
                    <a:pt x="8201" y="1387"/>
                    <a:pt x="8201" y="1387"/>
                    <a:pt x="8201" y="1387"/>
                  </a:cubicBezTo>
                  <a:cubicBezTo>
                    <a:pt x="8201" y="1486"/>
                    <a:pt x="8201" y="1486"/>
                    <a:pt x="8201" y="1486"/>
                  </a:cubicBezTo>
                  <a:cubicBezTo>
                    <a:pt x="8201" y="1585"/>
                    <a:pt x="8201" y="1585"/>
                    <a:pt x="8201" y="1585"/>
                  </a:cubicBezTo>
                  <a:cubicBezTo>
                    <a:pt x="8201" y="1585"/>
                    <a:pt x="8201" y="1585"/>
                    <a:pt x="8201" y="1585"/>
                  </a:cubicBezTo>
                  <a:cubicBezTo>
                    <a:pt x="8316" y="1585"/>
                    <a:pt x="8316" y="1585"/>
                    <a:pt x="8316" y="1585"/>
                  </a:cubicBezTo>
                  <a:cubicBezTo>
                    <a:pt x="8316" y="1486"/>
                    <a:pt x="8316" y="1486"/>
                    <a:pt x="8316" y="1486"/>
                  </a:cubicBezTo>
                  <a:cubicBezTo>
                    <a:pt x="8316" y="1486"/>
                    <a:pt x="8316" y="1486"/>
                    <a:pt x="8316" y="1486"/>
                  </a:cubicBezTo>
                  <a:cubicBezTo>
                    <a:pt x="8316" y="1387"/>
                    <a:pt x="8316" y="1387"/>
                    <a:pt x="8316" y="1387"/>
                  </a:cubicBezTo>
                  <a:cubicBezTo>
                    <a:pt x="8432" y="1288"/>
                    <a:pt x="8432" y="1288"/>
                    <a:pt x="8432" y="1288"/>
                  </a:cubicBezTo>
                  <a:cubicBezTo>
                    <a:pt x="8547" y="1288"/>
                    <a:pt x="8547" y="1288"/>
                    <a:pt x="8547" y="1288"/>
                  </a:cubicBezTo>
                  <a:cubicBezTo>
                    <a:pt x="8547" y="1387"/>
                    <a:pt x="8547" y="1387"/>
                    <a:pt x="8547" y="1387"/>
                  </a:cubicBezTo>
                  <a:cubicBezTo>
                    <a:pt x="8663" y="1486"/>
                    <a:pt x="8663" y="1486"/>
                    <a:pt x="8663" y="1486"/>
                  </a:cubicBezTo>
                  <a:cubicBezTo>
                    <a:pt x="8663" y="1486"/>
                    <a:pt x="8663" y="1486"/>
                    <a:pt x="8663" y="1486"/>
                  </a:cubicBezTo>
                  <a:cubicBezTo>
                    <a:pt x="8663" y="1486"/>
                    <a:pt x="8663" y="1486"/>
                    <a:pt x="8663" y="1486"/>
                  </a:cubicBezTo>
                  <a:cubicBezTo>
                    <a:pt x="8663" y="1387"/>
                    <a:pt x="8663" y="1387"/>
                    <a:pt x="8663" y="1387"/>
                  </a:cubicBezTo>
                  <a:cubicBezTo>
                    <a:pt x="8663" y="1288"/>
                    <a:pt x="8663" y="1288"/>
                    <a:pt x="8663" y="1288"/>
                  </a:cubicBezTo>
                  <a:cubicBezTo>
                    <a:pt x="8547" y="1188"/>
                    <a:pt x="8547" y="1188"/>
                    <a:pt x="8547" y="1188"/>
                  </a:cubicBezTo>
                  <a:cubicBezTo>
                    <a:pt x="8663" y="1188"/>
                    <a:pt x="8663" y="1188"/>
                    <a:pt x="8663" y="1188"/>
                  </a:cubicBezTo>
                  <a:cubicBezTo>
                    <a:pt x="8663" y="1188"/>
                    <a:pt x="8663" y="1188"/>
                    <a:pt x="8663" y="1188"/>
                  </a:cubicBezTo>
                  <a:cubicBezTo>
                    <a:pt x="8778" y="1288"/>
                    <a:pt x="8778" y="1288"/>
                    <a:pt x="8778" y="1288"/>
                  </a:cubicBezTo>
                  <a:cubicBezTo>
                    <a:pt x="8894" y="1188"/>
                    <a:pt x="8894" y="1188"/>
                    <a:pt x="8894" y="1188"/>
                  </a:cubicBezTo>
                  <a:cubicBezTo>
                    <a:pt x="9009" y="1188"/>
                    <a:pt x="9009" y="1188"/>
                    <a:pt x="9009" y="1188"/>
                  </a:cubicBezTo>
                  <a:cubicBezTo>
                    <a:pt x="9125" y="1188"/>
                    <a:pt x="9125" y="1188"/>
                    <a:pt x="9125" y="1188"/>
                  </a:cubicBezTo>
                  <a:cubicBezTo>
                    <a:pt x="9125" y="1288"/>
                    <a:pt x="9125" y="1288"/>
                    <a:pt x="9125" y="1288"/>
                  </a:cubicBezTo>
                  <a:cubicBezTo>
                    <a:pt x="9125" y="1387"/>
                    <a:pt x="9125" y="1387"/>
                    <a:pt x="9125" y="1387"/>
                  </a:cubicBezTo>
                  <a:cubicBezTo>
                    <a:pt x="9125" y="1585"/>
                    <a:pt x="9125" y="1585"/>
                    <a:pt x="9125" y="1585"/>
                  </a:cubicBezTo>
                  <a:cubicBezTo>
                    <a:pt x="9125" y="1585"/>
                    <a:pt x="9125" y="1585"/>
                    <a:pt x="9125" y="1585"/>
                  </a:cubicBezTo>
                  <a:cubicBezTo>
                    <a:pt x="9009" y="1783"/>
                    <a:pt x="9009" y="1783"/>
                    <a:pt x="9009" y="1783"/>
                  </a:cubicBezTo>
                  <a:cubicBezTo>
                    <a:pt x="9009" y="1783"/>
                    <a:pt x="9009" y="1783"/>
                    <a:pt x="9009" y="1783"/>
                  </a:cubicBezTo>
                  <a:cubicBezTo>
                    <a:pt x="9009" y="1882"/>
                    <a:pt x="9009" y="1882"/>
                    <a:pt x="9009" y="1882"/>
                  </a:cubicBezTo>
                  <a:cubicBezTo>
                    <a:pt x="8894" y="1882"/>
                    <a:pt x="8894" y="1882"/>
                    <a:pt x="8894" y="1882"/>
                  </a:cubicBezTo>
                  <a:cubicBezTo>
                    <a:pt x="8894" y="1981"/>
                    <a:pt x="8894" y="1981"/>
                    <a:pt x="8894" y="1981"/>
                  </a:cubicBezTo>
                  <a:cubicBezTo>
                    <a:pt x="8894" y="1981"/>
                    <a:pt x="8894" y="1981"/>
                    <a:pt x="8894" y="1981"/>
                  </a:cubicBezTo>
                  <a:cubicBezTo>
                    <a:pt x="8894" y="1981"/>
                    <a:pt x="8894" y="1981"/>
                    <a:pt x="8894" y="1981"/>
                  </a:cubicBezTo>
                  <a:cubicBezTo>
                    <a:pt x="8894" y="2080"/>
                    <a:pt x="8894" y="2080"/>
                    <a:pt x="8894" y="2080"/>
                  </a:cubicBezTo>
                  <a:cubicBezTo>
                    <a:pt x="8894" y="2080"/>
                    <a:pt x="8894" y="2080"/>
                    <a:pt x="8894" y="2080"/>
                  </a:cubicBezTo>
                  <a:cubicBezTo>
                    <a:pt x="8778" y="2179"/>
                    <a:pt x="8778" y="2179"/>
                    <a:pt x="8778" y="2179"/>
                  </a:cubicBezTo>
                  <a:cubicBezTo>
                    <a:pt x="8778" y="2278"/>
                    <a:pt x="8778" y="2278"/>
                    <a:pt x="8778" y="2278"/>
                  </a:cubicBezTo>
                  <a:cubicBezTo>
                    <a:pt x="8663" y="2278"/>
                    <a:pt x="8663" y="2278"/>
                    <a:pt x="8663" y="2278"/>
                  </a:cubicBezTo>
                  <a:cubicBezTo>
                    <a:pt x="8663" y="2377"/>
                    <a:pt x="8663" y="2377"/>
                    <a:pt x="8663" y="2377"/>
                  </a:cubicBezTo>
                  <a:cubicBezTo>
                    <a:pt x="8663" y="2477"/>
                    <a:pt x="8663" y="2477"/>
                    <a:pt x="8663" y="2477"/>
                  </a:cubicBezTo>
                  <a:cubicBezTo>
                    <a:pt x="8547" y="2477"/>
                    <a:pt x="8547" y="2477"/>
                    <a:pt x="8547" y="2477"/>
                  </a:cubicBezTo>
                  <a:cubicBezTo>
                    <a:pt x="8547" y="2576"/>
                    <a:pt x="8547" y="2576"/>
                    <a:pt x="8547" y="2576"/>
                  </a:cubicBezTo>
                  <a:cubicBezTo>
                    <a:pt x="8547" y="2576"/>
                    <a:pt x="8547" y="2576"/>
                    <a:pt x="8547" y="2576"/>
                  </a:cubicBezTo>
                  <a:cubicBezTo>
                    <a:pt x="8547" y="2576"/>
                    <a:pt x="8547" y="2576"/>
                    <a:pt x="8547" y="2576"/>
                  </a:cubicBezTo>
                  <a:cubicBezTo>
                    <a:pt x="8663" y="2477"/>
                    <a:pt x="8663" y="2477"/>
                    <a:pt x="8663" y="2477"/>
                  </a:cubicBezTo>
                  <a:cubicBezTo>
                    <a:pt x="8778" y="2477"/>
                    <a:pt x="8778" y="2477"/>
                    <a:pt x="8778" y="2477"/>
                  </a:cubicBezTo>
                  <a:cubicBezTo>
                    <a:pt x="8778" y="2477"/>
                    <a:pt x="8778" y="2477"/>
                    <a:pt x="8778" y="2477"/>
                  </a:cubicBezTo>
                  <a:cubicBezTo>
                    <a:pt x="8778" y="2377"/>
                    <a:pt x="8778" y="2377"/>
                    <a:pt x="8778" y="2377"/>
                  </a:cubicBezTo>
                  <a:cubicBezTo>
                    <a:pt x="8894" y="2278"/>
                    <a:pt x="8894" y="2278"/>
                    <a:pt x="8894" y="2278"/>
                  </a:cubicBezTo>
                  <a:cubicBezTo>
                    <a:pt x="8894" y="2179"/>
                    <a:pt x="8894" y="2179"/>
                    <a:pt x="8894" y="2179"/>
                  </a:cubicBezTo>
                  <a:cubicBezTo>
                    <a:pt x="9009" y="2179"/>
                    <a:pt x="9009" y="2179"/>
                    <a:pt x="9009" y="2179"/>
                  </a:cubicBezTo>
                  <a:cubicBezTo>
                    <a:pt x="9009" y="2179"/>
                    <a:pt x="9009" y="2179"/>
                    <a:pt x="9009" y="2179"/>
                  </a:cubicBezTo>
                  <a:cubicBezTo>
                    <a:pt x="9125" y="2080"/>
                    <a:pt x="9125" y="2080"/>
                    <a:pt x="9125" y="2080"/>
                  </a:cubicBezTo>
                  <a:cubicBezTo>
                    <a:pt x="9125" y="2080"/>
                    <a:pt x="9125" y="2080"/>
                    <a:pt x="9125" y="2080"/>
                  </a:cubicBezTo>
                  <a:cubicBezTo>
                    <a:pt x="9125" y="1981"/>
                    <a:pt x="9125" y="1981"/>
                    <a:pt x="9125" y="1981"/>
                  </a:cubicBezTo>
                  <a:cubicBezTo>
                    <a:pt x="9125" y="1981"/>
                    <a:pt x="9125" y="1981"/>
                    <a:pt x="9125" y="1981"/>
                  </a:cubicBezTo>
                  <a:cubicBezTo>
                    <a:pt x="9240" y="1882"/>
                    <a:pt x="9240" y="1882"/>
                    <a:pt x="9240" y="1882"/>
                  </a:cubicBezTo>
                  <a:cubicBezTo>
                    <a:pt x="9240" y="1981"/>
                    <a:pt x="9240" y="1981"/>
                    <a:pt x="9240" y="1981"/>
                  </a:cubicBezTo>
                  <a:cubicBezTo>
                    <a:pt x="9240" y="1981"/>
                    <a:pt x="9240" y="1981"/>
                    <a:pt x="9240" y="1981"/>
                  </a:cubicBezTo>
                  <a:cubicBezTo>
                    <a:pt x="9356" y="2080"/>
                    <a:pt x="9356" y="2080"/>
                    <a:pt x="9356" y="2080"/>
                  </a:cubicBezTo>
                  <a:cubicBezTo>
                    <a:pt x="9356" y="2080"/>
                    <a:pt x="9356" y="2080"/>
                    <a:pt x="9356" y="2080"/>
                  </a:cubicBezTo>
                  <a:cubicBezTo>
                    <a:pt x="9356" y="2179"/>
                    <a:pt x="9356" y="2179"/>
                    <a:pt x="9356" y="2179"/>
                  </a:cubicBezTo>
                  <a:cubicBezTo>
                    <a:pt x="9471" y="2278"/>
                    <a:pt x="9471" y="2278"/>
                    <a:pt x="9471" y="2278"/>
                  </a:cubicBezTo>
                  <a:cubicBezTo>
                    <a:pt x="9471" y="2377"/>
                    <a:pt x="9471" y="2377"/>
                    <a:pt x="9471" y="2377"/>
                  </a:cubicBezTo>
                  <a:cubicBezTo>
                    <a:pt x="9471" y="2377"/>
                    <a:pt x="9471" y="2377"/>
                    <a:pt x="9471" y="2377"/>
                  </a:cubicBezTo>
                  <a:cubicBezTo>
                    <a:pt x="9587" y="2477"/>
                    <a:pt x="9587" y="2477"/>
                    <a:pt x="9587" y="2477"/>
                  </a:cubicBezTo>
                  <a:cubicBezTo>
                    <a:pt x="9587" y="2477"/>
                    <a:pt x="9587" y="2477"/>
                    <a:pt x="9587" y="2477"/>
                  </a:cubicBezTo>
                  <a:cubicBezTo>
                    <a:pt x="9702" y="2477"/>
                    <a:pt x="9702" y="2477"/>
                    <a:pt x="9702" y="2477"/>
                  </a:cubicBezTo>
                  <a:cubicBezTo>
                    <a:pt x="9702" y="2377"/>
                    <a:pt x="9702" y="2377"/>
                    <a:pt x="9702" y="2377"/>
                  </a:cubicBezTo>
                  <a:cubicBezTo>
                    <a:pt x="9702" y="2377"/>
                    <a:pt x="9702" y="2377"/>
                    <a:pt x="9702" y="2377"/>
                  </a:cubicBezTo>
                  <a:cubicBezTo>
                    <a:pt x="9702" y="2377"/>
                    <a:pt x="9702" y="2377"/>
                    <a:pt x="9702" y="2377"/>
                  </a:cubicBezTo>
                  <a:cubicBezTo>
                    <a:pt x="9587" y="2278"/>
                    <a:pt x="9587" y="2278"/>
                    <a:pt x="9587" y="2278"/>
                  </a:cubicBezTo>
                  <a:cubicBezTo>
                    <a:pt x="9587" y="2278"/>
                    <a:pt x="9587" y="2278"/>
                    <a:pt x="9587" y="2278"/>
                  </a:cubicBezTo>
                  <a:cubicBezTo>
                    <a:pt x="9587" y="2278"/>
                    <a:pt x="9587" y="2278"/>
                    <a:pt x="9587" y="2278"/>
                  </a:cubicBezTo>
                  <a:cubicBezTo>
                    <a:pt x="9702" y="2278"/>
                    <a:pt x="9702" y="2278"/>
                    <a:pt x="9702" y="2278"/>
                  </a:cubicBezTo>
                  <a:cubicBezTo>
                    <a:pt x="9702" y="2278"/>
                    <a:pt x="9702" y="2278"/>
                    <a:pt x="9702" y="2278"/>
                  </a:cubicBezTo>
                  <a:cubicBezTo>
                    <a:pt x="9818" y="2278"/>
                    <a:pt x="9818" y="2278"/>
                    <a:pt x="9818" y="2278"/>
                  </a:cubicBezTo>
                  <a:cubicBezTo>
                    <a:pt x="9933" y="2278"/>
                    <a:pt x="9933" y="2278"/>
                    <a:pt x="9933" y="2278"/>
                  </a:cubicBezTo>
                  <a:cubicBezTo>
                    <a:pt x="9933" y="2377"/>
                    <a:pt x="9933" y="2377"/>
                    <a:pt x="9933" y="2377"/>
                  </a:cubicBezTo>
                  <a:cubicBezTo>
                    <a:pt x="10049" y="2377"/>
                    <a:pt x="10049" y="2377"/>
                    <a:pt x="10049" y="2377"/>
                  </a:cubicBezTo>
                  <a:cubicBezTo>
                    <a:pt x="10049" y="2278"/>
                    <a:pt x="10049" y="2278"/>
                    <a:pt x="10049" y="2278"/>
                  </a:cubicBezTo>
                  <a:cubicBezTo>
                    <a:pt x="10049" y="2377"/>
                    <a:pt x="10049" y="2377"/>
                    <a:pt x="10049" y="2377"/>
                  </a:cubicBezTo>
                  <a:cubicBezTo>
                    <a:pt x="10049" y="2377"/>
                    <a:pt x="10049" y="2377"/>
                    <a:pt x="10049" y="2377"/>
                  </a:cubicBezTo>
                  <a:cubicBezTo>
                    <a:pt x="10164" y="2377"/>
                    <a:pt x="10164" y="2377"/>
                    <a:pt x="10164" y="2377"/>
                  </a:cubicBezTo>
                  <a:cubicBezTo>
                    <a:pt x="10164" y="2179"/>
                    <a:pt x="10164" y="2179"/>
                    <a:pt x="10164" y="2179"/>
                  </a:cubicBezTo>
                  <a:cubicBezTo>
                    <a:pt x="10164" y="2179"/>
                    <a:pt x="10164" y="2179"/>
                    <a:pt x="10164" y="2179"/>
                  </a:cubicBezTo>
                  <a:cubicBezTo>
                    <a:pt x="10164" y="1981"/>
                    <a:pt x="10164" y="1981"/>
                    <a:pt x="10164" y="1981"/>
                  </a:cubicBezTo>
                  <a:cubicBezTo>
                    <a:pt x="10164" y="1882"/>
                    <a:pt x="10164" y="1882"/>
                    <a:pt x="10164" y="1882"/>
                  </a:cubicBezTo>
                  <a:cubicBezTo>
                    <a:pt x="10164" y="1882"/>
                    <a:pt x="10164" y="1882"/>
                    <a:pt x="10164" y="1882"/>
                  </a:cubicBezTo>
                  <a:cubicBezTo>
                    <a:pt x="10049" y="1783"/>
                    <a:pt x="10049" y="1783"/>
                    <a:pt x="10049" y="1783"/>
                  </a:cubicBezTo>
                  <a:cubicBezTo>
                    <a:pt x="10164" y="1684"/>
                    <a:pt x="10164" y="1684"/>
                    <a:pt x="10164" y="1684"/>
                  </a:cubicBezTo>
                  <a:cubicBezTo>
                    <a:pt x="10164" y="1585"/>
                    <a:pt x="10164" y="1585"/>
                    <a:pt x="10164" y="1585"/>
                  </a:cubicBezTo>
                  <a:cubicBezTo>
                    <a:pt x="10164" y="1486"/>
                    <a:pt x="10164" y="1486"/>
                    <a:pt x="10164" y="1486"/>
                  </a:cubicBezTo>
                  <a:cubicBezTo>
                    <a:pt x="10164" y="1486"/>
                    <a:pt x="10164" y="1486"/>
                    <a:pt x="10164" y="1486"/>
                  </a:cubicBezTo>
                  <a:cubicBezTo>
                    <a:pt x="10164" y="1387"/>
                    <a:pt x="10164" y="1387"/>
                    <a:pt x="10164" y="1387"/>
                  </a:cubicBezTo>
                  <a:cubicBezTo>
                    <a:pt x="10164" y="1288"/>
                    <a:pt x="10164" y="1288"/>
                    <a:pt x="10164" y="1288"/>
                  </a:cubicBezTo>
                  <a:cubicBezTo>
                    <a:pt x="10280" y="1288"/>
                    <a:pt x="10280" y="1288"/>
                    <a:pt x="10280" y="1288"/>
                  </a:cubicBezTo>
                  <a:cubicBezTo>
                    <a:pt x="10280" y="1288"/>
                    <a:pt x="10280" y="1288"/>
                    <a:pt x="10280" y="1288"/>
                  </a:cubicBezTo>
                  <a:cubicBezTo>
                    <a:pt x="10395" y="1288"/>
                    <a:pt x="10395" y="1288"/>
                    <a:pt x="10395" y="1288"/>
                  </a:cubicBezTo>
                  <a:cubicBezTo>
                    <a:pt x="10511" y="1288"/>
                    <a:pt x="10511" y="1288"/>
                    <a:pt x="10511" y="1288"/>
                  </a:cubicBezTo>
                  <a:cubicBezTo>
                    <a:pt x="10511" y="1288"/>
                    <a:pt x="10511" y="1288"/>
                    <a:pt x="10511" y="1288"/>
                  </a:cubicBezTo>
                  <a:cubicBezTo>
                    <a:pt x="10626" y="1387"/>
                    <a:pt x="10626" y="1387"/>
                    <a:pt x="10626" y="1387"/>
                  </a:cubicBezTo>
                  <a:cubicBezTo>
                    <a:pt x="10626" y="1387"/>
                    <a:pt x="10626" y="1387"/>
                    <a:pt x="10626" y="1387"/>
                  </a:cubicBezTo>
                  <a:cubicBezTo>
                    <a:pt x="10742" y="1486"/>
                    <a:pt x="10742" y="1486"/>
                    <a:pt x="10742" y="1486"/>
                  </a:cubicBezTo>
                  <a:cubicBezTo>
                    <a:pt x="10742" y="1585"/>
                    <a:pt x="10742" y="1585"/>
                    <a:pt x="10742" y="1585"/>
                  </a:cubicBezTo>
                  <a:cubicBezTo>
                    <a:pt x="10742" y="1684"/>
                    <a:pt x="10742" y="1684"/>
                    <a:pt x="10742" y="1684"/>
                  </a:cubicBezTo>
                  <a:cubicBezTo>
                    <a:pt x="10857" y="1783"/>
                    <a:pt x="10857" y="1783"/>
                    <a:pt x="10857" y="1783"/>
                  </a:cubicBezTo>
                  <a:cubicBezTo>
                    <a:pt x="10973" y="1882"/>
                    <a:pt x="10973" y="1882"/>
                    <a:pt x="10973" y="1882"/>
                  </a:cubicBezTo>
                  <a:cubicBezTo>
                    <a:pt x="10973" y="2080"/>
                    <a:pt x="10973" y="2080"/>
                    <a:pt x="10973" y="2080"/>
                  </a:cubicBezTo>
                  <a:cubicBezTo>
                    <a:pt x="10973" y="2080"/>
                    <a:pt x="10973" y="2080"/>
                    <a:pt x="10973" y="2080"/>
                  </a:cubicBezTo>
                  <a:cubicBezTo>
                    <a:pt x="10857" y="2179"/>
                    <a:pt x="10857" y="2179"/>
                    <a:pt x="10857" y="2179"/>
                  </a:cubicBezTo>
                  <a:cubicBezTo>
                    <a:pt x="10857" y="2278"/>
                    <a:pt x="10857" y="2278"/>
                    <a:pt x="10857" y="2278"/>
                  </a:cubicBezTo>
                  <a:cubicBezTo>
                    <a:pt x="10857" y="2278"/>
                    <a:pt x="10857" y="2278"/>
                    <a:pt x="10857" y="2278"/>
                  </a:cubicBezTo>
                  <a:cubicBezTo>
                    <a:pt x="10973" y="2377"/>
                    <a:pt x="10973" y="2377"/>
                    <a:pt x="10973" y="2377"/>
                  </a:cubicBezTo>
                  <a:cubicBezTo>
                    <a:pt x="10973" y="2477"/>
                    <a:pt x="10973" y="2477"/>
                    <a:pt x="10973" y="2477"/>
                  </a:cubicBezTo>
                  <a:cubicBezTo>
                    <a:pt x="10973" y="2576"/>
                    <a:pt x="10973" y="2576"/>
                    <a:pt x="10973" y="2576"/>
                  </a:cubicBezTo>
                  <a:cubicBezTo>
                    <a:pt x="10973" y="2675"/>
                    <a:pt x="10973" y="2675"/>
                    <a:pt x="10973" y="2675"/>
                  </a:cubicBezTo>
                  <a:cubicBezTo>
                    <a:pt x="11088" y="2675"/>
                    <a:pt x="11088" y="2675"/>
                    <a:pt x="11088" y="2675"/>
                  </a:cubicBezTo>
                  <a:cubicBezTo>
                    <a:pt x="11088" y="2675"/>
                    <a:pt x="11088" y="2675"/>
                    <a:pt x="11088" y="2675"/>
                  </a:cubicBezTo>
                  <a:cubicBezTo>
                    <a:pt x="11204" y="2774"/>
                    <a:pt x="11204" y="2774"/>
                    <a:pt x="11204" y="2774"/>
                  </a:cubicBezTo>
                  <a:cubicBezTo>
                    <a:pt x="11319" y="2774"/>
                    <a:pt x="11319" y="2774"/>
                    <a:pt x="11319" y="2774"/>
                  </a:cubicBezTo>
                  <a:cubicBezTo>
                    <a:pt x="11435" y="2774"/>
                    <a:pt x="11435" y="2774"/>
                    <a:pt x="11435" y="2774"/>
                  </a:cubicBezTo>
                  <a:cubicBezTo>
                    <a:pt x="11550" y="2675"/>
                    <a:pt x="11550" y="2675"/>
                    <a:pt x="11550" y="2675"/>
                  </a:cubicBezTo>
                  <a:cubicBezTo>
                    <a:pt x="11550" y="2576"/>
                    <a:pt x="11550" y="2576"/>
                    <a:pt x="11550" y="2576"/>
                  </a:cubicBezTo>
                  <a:cubicBezTo>
                    <a:pt x="11550" y="2576"/>
                    <a:pt x="11550" y="2576"/>
                    <a:pt x="11550" y="2576"/>
                  </a:cubicBezTo>
                  <a:cubicBezTo>
                    <a:pt x="11550" y="2675"/>
                    <a:pt x="11550" y="2675"/>
                    <a:pt x="11550" y="2675"/>
                  </a:cubicBezTo>
                  <a:cubicBezTo>
                    <a:pt x="11550" y="2675"/>
                    <a:pt x="11550" y="2675"/>
                    <a:pt x="11550" y="2675"/>
                  </a:cubicBezTo>
                  <a:cubicBezTo>
                    <a:pt x="11666" y="2675"/>
                    <a:pt x="11666" y="2675"/>
                    <a:pt x="11666" y="2675"/>
                  </a:cubicBezTo>
                  <a:cubicBezTo>
                    <a:pt x="11666" y="2675"/>
                    <a:pt x="11666" y="2675"/>
                    <a:pt x="11666" y="2675"/>
                  </a:cubicBezTo>
                  <a:cubicBezTo>
                    <a:pt x="11781" y="2675"/>
                    <a:pt x="11781" y="2675"/>
                    <a:pt x="11781" y="2675"/>
                  </a:cubicBezTo>
                  <a:cubicBezTo>
                    <a:pt x="11781" y="2774"/>
                    <a:pt x="11781" y="2774"/>
                    <a:pt x="11781" y="2774"/>
                  </a:cubicBezTo>
                  <a:cubicBezTo>
                    <a:pt x="11781" y="2774"/>
                    <a:pt x="11781" y="2774"/>
                    <a:pt x="11781" y="2774"/>
                  </a:cubicBezTo>
                  <a:cubicBezTo>
                    <a:pt x="11781" y="2873"/>
                    <a:pt x="11781" y="2873"/>
                    <a:pt x="11781" y="2873"/>
                  </a:cubicBezTo>
                  <a:cubicBezTo>
                    <a:pt x="11897" y="2873"/>
                    <a:pt x="11897" y="2873"/>
                    <a:pt x="11897" y="2873"/>
                  </a:cubicBezTo>
                  <a:cubicBezTo>
                    <a:pt x="11897" y="2873"/>
                    <a:pt x="11897" y="2873"/>
                    <a:pt x="11897" y="2873"/>
                  </a:cubicBezTo>
                  <a:cubicBezTo>
                    <a:pt x="12012" y="2873"/>
                    <a:pt x="12012" y="2873"/>
                    <a:pt x="12012" y="2873"/>
                  </a:cubicBezTo>
                  <a:cubicBezTo>
                    <a:pt x="12128" y="2873"/>
                    <a:pt x="12128" y="2873"/>
                    <a:pt x="12128" y="2873"/>
                  </a:cubicBezTo>
                  <a:cubicBezTo>
                    <a:pt x="12012" y="2873"/>
                    <a:pt x="12012" y="2873"/>
                    <a:pt x="12012" y="2873"/>
                  </a:cubicBezTo>
                  <a:cubicBezTo>
                    <a:pt x="11897" y="2774"/>
                    <a:pt x="11897" y="2774"/>
                    <a:pt x="11897" y="2774"/>
                  </a:cubicBezTo>
                  <a:cubicBezTo>
                    <a:pt x="11897" y="2774"/>
                    <a:pt x="11897" y="2774"/>
                    <a:pt x="11897" y="2774"/>
                  </a:cubicBezTo>
                  <a:cubicBezTo>
                    <a:pt x="11897" y="2675"/>
                    <a:pt x="11897" y="2675"/>
                    <a:pt x="11897" y="2675"/>
                  </a:cubicBezTo>
                  <a:cubicBezTo>
                    <a:pt x="11897" y="2675"/>
                    <a:pt x="11897" y="2675"/>
                    <a:pt x="11897" y="2675"/>
                  </a:cubicBezTo>
                  <a:cubicBezTo>
                    <a:pt x="11781" y="2675"/>
                    <a:pt x="11781" y="2675"/>
                    <a:pt x="11781" y="2675"/>
                  </a:cubicBezTo>
                  <a:cubicBezTo>
                    <a:pt x="11781" y="2576"/>
                    <a:pt x="11781" y="2576"/>
                    <a:pt x="11781" y="2576"/>
                  </a:cubicBezTo>
                  <a:cubicBezTo>
                    <a:pt x="11781" y="2477"/>
                    <a:pt x="11781" y="2477"/>
                    <a:pt x="11781" y="2477"/>
                  </a:cubicBezTo>
                  <a:cubicBezTo>
                    <a:pt x="11666" y="2477"/>
                    <a:pt x="11666" y="2477"/>
                    <a:pt x="11666" y="2477"/>
                  </a:cubicBezTo>
                  <a:cubicBezTo>
                    <a:pt x="11666" y="2377"/>
                    <a:pt x="11666" y="2377"/>
                    <a:pt x="11666" y="2377"/>
                  </a:cubicBezTo>
                  <a:cubicBezTo>
                    <a:pt x="11666" y="2278"/>
                    <a:pt x="11666" y="2278"/>
                    <a:pt x="11666" y="2278"/>
                  </a:cubicBezTo>
                  <a:cubicBezTo>
                    <a:pt x="11550" y="2278"/>
                    <a:pt x="11550" y="2278"/>
                    <a:pt x="11550" y="2278"/>
                  </a:cubicBezTo>
                  <a:cubicBezTo>
                    <a:pt x="11550" y="2179"/>
                    <a:pt x="11550" y="2179"/>
                    <a:pt x="11550" y="2179"/>
                  </a:cubicBezTo>
                  <a:cubicBezTo>
                    <a:pt x="11550" y="2080"/>
                    <a:pt x="11550" y="2080"/>
                    <a:pt x="11550" y="2080"/>
                  </a:cubicBezTo>
                  <a:cubicBezTo>
                    <a:pt x="11550" y="1981"/>
                    <a:pt x="11550" y="1981"/>
                    <a:pt x="11550" y="1981"/>
                  </a:cubicBezTo>
                  <a:cubicBezTo>
                    <a:pt x="11550" y="1882"/>
                    <a:pt x="11550" y="1882"/>
                    <a:pt x="11550" y="1882"/>
                  </a:cubicBezTo>
                  <a:cubicBezTo>
                    <a:pt x="11550" y="1882"/>
                    <a:pt x="11550" y="1882"/>
                    <a:pt x="11550" y="1882"/>
                  </a:cubicBezTo>
                  <a:cubicBezTo>
                    <a:pt x="11550" y="1783"/>
                    <a:pt x="11550" y="1783"/>
                    <a:pt x="11550" y="1783"/>
                  </a:cubicBezTo>
                  <a:cubicBezTo>
                    <a:pt x="11435" y="1684"/>
                    <a:pt x="11435" y="1684"/>
                    <a:pt x="11435" y="1684"/>
                  </a:cubicBezTo>
                  <a:cubicBezTo>
                    <a:pt x="11435" y="1684"/>
                    <a:pt x="11435" y="1684"/>
                    <a:pt x="11435" y="1684"/>
                  </a:cubicBezTo>
                  <a:cubicBezTo>
                    <a:pt x="11435" y="1585"/>
                    <a:pt x="11435" y="1585"/>
                    <a:pt x="11435" y="1585"/>
                  </a:cubicBezTo>
                  <a:cubicBezTo>
                    <a:pt x="11435" y="1486"/>
                    <a:pt x="11435" y="1486"/>
                    <a:pt x="11435" y="1486"/>
                  </a:cubicBezTo>
                  <a:cubicBezTo>
                    <a:pt x="11319" y="1387"/>
                    <a:pt x="11319" y="1387"/>
                    <a:pt x="11319" y="1387"/>
                  </a:cubicBezTo>
                  <a:cubicBezTo>
                    <a:pt x="11435" y="1387"/>
                    <a:pt x="11435" y="1387"/>
                    <a:pt x="11435" y="1387"/>
                  </a:cubicBezTo>
                  <a:cubicBezTo>
                    <a:pt x="11319" y="1288"/>
                    <a:pt x="11319" y="1288"/>
                    <a:pt x="11319" y="1288"/>
                  </a:cubicBezTo>
                  <a:cubicBezTo>
                    <a:pt x="11319" y="1188"/>
                    <a:pt x="11319" y="1188"/>
                    <a:pt x="11319" y="1188"/>
                  </a:cubicBezTo>
                  <a:cubicBezTo>
                    <a:pt x="11435" y="1188"/>
                    <a:pt x="11435" y="1188"/>
                    <a:pt x="11435" y="1188"/>
                  </a:cubicBezTo>
                  <a:cubicBezTo>
                    <a:pt x="11550" y="1188"/>
                    <a:pt x="11550" y="1188"/>
                    <a:pt x="11550" y="1188"/>
                  </a:cubicBezTo>
                  <a:cubicBezTo>
                    <a:pt x="11550" y="1188"/>
                    <a:pt x="11550" y="1188"/>
                    <a:pt x="11550" y="1188"/>
                  </a:cubicBezTo>
                  <a:cubicBezTo>
                    <a:pt x="11666" y="1188"/>
                    <a:pt x="11666" y="1188"/>
                    <a:pt x="11666" y="1188"/>
                  </a:cubicBezTo>
                  <a:cubicBezTo>
                    <a:pt x="11666" y="1188"/>
                    <a:pt x="11666" y="1188"/>
                    <a:pt x="11666" y="1188"/>
                  </a:cubicBezTo>
                  <a:cubicBezTo>
                    <a:pt x="11781" y="1188"/>
                    <a:pt x="11781" y="1188"/>
                    <a:pt x="11781" y="1188"/>
                  </a:cubicBezTo>
                  <a:cubicBezTo>
                    <a:pt x="11897" y="1288"/>
                    <a:pt x="11897" y="1288"/>
                    <a:pt x="11897" y="1288"/>
                  </a:cubicBezTo>
                  <a:cubicBezTo>
                    <a:pt x="12012" y="1387"/>
                    <a:pt x="12012" y="1387"/>
                    <a:pt x="12012" y="1387"/>
                  </a:cubicBezTo>
                  <a:cubicBezTo>
                    <a:pt x="12128" y="1387"/>
                    <a:pt x="12128" y="1387"/>
                    <a:pt x="12128" y="1387"/>
                  </a:cubicBezTo>
                  <a:cubicBezTo>
                    <a:pt x="12128" y="1288"/>
                    <a:pt x="12128" y="1288"/>
                    <a:pt x="12128" y="1288"/>
                  </a:cubicBezTo>
                  <a:cubicBezTo>
                    <a:pt x="12012" y="1288"/>
                    <a:pt x="12012" y="1288"/>
                    <a:pt x="12012" y="1288"/>
                  </a:cubicBezTo>
                  <a:cubicBezTo>
                    <a:pt x="12128" y="1089"/>
                    <a:pt x="12128" y="1089"/>
                    <a:pt x="12128" y="1089"/>
                  </a:cubicBezTo>
                  <a:cubicBezTo>
                    <a:pt x="12128" y="1089"/>
                    <a:pt x="12128" y="1089"/>
                    <a:pt x="12128" y="1089"/>
                  </a:cubicBezTo>
                  <a:cubicBezTo>
                    <a:pt x="12243" y="1188"/>
                    <a:pt x="12243" y="1188"/>
                    <a:pt x="12243" y="1188"/>
                  </a:cubicBezTo>
                  <a:cubicBezTo>
                    <a:pt x="12359" y="1089"/>
                    <a:pt x="12359" y="1089"/>
                    <a:pt x="12359" y="1089"/>
                  </a:cubicBezTo>
                  <a:cubicBezTo>
                    <a:pt x="12474" y="1089"/>
                    <a:pt x="12474" y="1089"/>
                    <a:pt x="12474" y="1089"/>
                  </a:cubicBezTo>
                  <a:cubicBezTo>
                    <a:pt x="12474" y="1089"/>
                    <a:pt x="12474" y="1089"/>
                    <a:pt x="12474" y="1089"/>
                  </a:cubicBezTo>
                  <a:cubicBezTo>
                    <a:pt x="12590" y="1188"/>
                    <a:pt x="12590" y="1188"/>
                    <a:pt x="12590" y="1188"/>
                  </a:cubicBezTo>
                  <a:cubicBezTo>
                    <a:pt x="12705" y="1188"/>
                    <a:pt x="12705" y="1188"/>
                    <a:pt x="12705" y="1188"/>
                  </a:cubicBezTo>
                  <a:cubicBezTo>
                    <a:pt x="12705" y="1188"/>
                    <a:pt x="12705" y="1188"/>
                    <a:pt x="12705" y="1188"/>
                  </a:cubicBezTo>
                  <a:cubicBezTo>
                    <a:pt x="12821" y="1288"/>
                    <a:pt x="12821" y="1288"/>
                    <a:pt x="12821" y="1288"/>
                  </a:cubicBezTo>
                  <a:cubicBezTo>
                    <a:pt x="12821" y="1387"/>
                    <a:pt x="12821" y="1387"/>
                    <a:pt x="12821" y="1387"/>
                  </a:cubicBezTo>
                  <a:cubicBezTo>
                    <a:pt x="12821" y="1486"/>
                    <a:pt x="12821" y="1486"/>
                    <a:pt x="12821" y="1486"/>
                  </a:cubicBezTo>
                  <a:cubicBezTo>
                    <a:pt x="12821" y="1486"/>
                    <a:pt x="12821" y="1486"/>
                    <a:pt x="12821" y="1486"/>
                  </a:cubicBezTo>
                  <a:cubicBezTo>
                    <a:pt x="12821" y="1585"/>
                    <a:pt x="12821" y="1585"/>
                    <a:pt x="12821" y="1585"/>
                  </a:cubicBezTo>
                  <a:cubicBezTo>
                    <a:pt x="12936" y="1684"/>
                    <a:pt x="12936" y="1684"/>
                    <a:pt x="12936" y="1684"/>
                  </a:cubicBezTo>
                  <a:cubicBezTo>
                    <a:pt x="12936" y="1783"/>
                    <a:pt x="12936" y="1783"/>
                    <a:pt x="12936" y="1783"/>
                  </a:cubicBezTo>
                  <a:cubicBezTo>
                    <a:pt x="12936" y="1882"/>
                    <a:pt x="12936" y="1882"/>
                    <a:pt x="12936" y="1882"/>
                  </a:cubicBezTo>
                  <a:cubicBezTo>
                    <a:pt x="12936" y="1882"/>
                    <a:pt x="12936" y="1882"/>
                    <a:pt x="12936" y="1882"/>
                  </a:cubicBezTo>
                  <a:cubicBezTo>
                    <a:pt x="13167" y="1882"/>
                    <a:pt x="13167" y="1882"/>
                    <a:pt x="13167" y="1882"/>
                  </a:cubicBezTo>
                  <a:cubicBezTo>
                    <a:pt x="13283" y="1981"/>
                    <a:pt x="13283" y="1981"/>
                    <a:pt x="13283" y="1981"/>
                  </a:cubicBezTo>
                  <a:cubicBezTo>
                    <a:pt x="13398" y="1981"/>
                    <a:pt x="13398" y="1981"/>
                    <a:pt x="13398" y="1981"/>
                  </a:cubicBezTo>
                  <a:cubicBezTo>
                    <a:pt x="13398" y="1981"/>
                    <a:pt x="13398" y="1981"/>
                    <a:pt x="13398" y="1981"/>
                  </a:cubicBezTo>
                  <a:cubicBezTo>
                    <a:pt x="13398" y="1981"/>
                    <a:pt x="13398" y="1981"/>
                    <a:pt x="13398" y="1981"/>
                  </a:cubicBezTo>
                  <a:cubicBezTo>
                    <a:pt x="13283" y="1882"/>
                    <a:pt x="13283" y="1882"/>
                    <a:pt x="13283" y="1882"/>
                  </a:cubicBezTo>
                  <a:cubicBezTo>
                    <a:pt x="13167" y="1882"/>
                    <a:pt x="13167" y="1882"/>
                    <a:pt x="13167" y="1882"/>
                  </a:cubicBezTo>
                  <a:cubicBezTo>
                    <a:pt x="13052" y="1882"/>
                    <a:pt x="13052" y="1882"/>
                    <a:pt x="13052" y="1882"/>
                  </a:cubicBezTo>
                  <a:cubicBezTo>
                    <a:pt x="13052" y="1783"/>
                    <a:pt x="13052" y="1783"/>
                    <a:pt x="13052" y="1783"/>
                  </a:cubicBezTo>
                  <a:cubicBezTo>
                    <a:pt x="12936" y="1783"/>
                    <a:pt x="12936" y="1783"/>
                    <a:pt x="12936" y="1783"/>
                  </a:cubicBezTo>
                  <a:cubicBezTo>
                    <a:pt x="12936" y="1684"/>
                    <a:pt x="12936" y="1684"/>
                    <a:pt x="12936" y="1684"/>
                  </a:cubicBezTo>
                  <a:cubicBezTo>
                    <a:pt x="12936" y="1585"/>
                    <a:pt x="12936" y="1585"/>
                    <a:pt x="12936" y="1585"/>
                  </a:cubicBezTo>
                  <a:cubicBezTo>
                    <a:pt x="12936" y="1486"/>
                    <a:pt x="12936" y="1486"/>
                    <a:pt x="12936" y="1486"/>
                  </a:cubicBezTo>
                  <a:cubicBezTo>
                    <a:pt x="12936" y="1387"/>
                    <a:pt x="12936" y="1387"/>
                    <a:pt x="12936" y="1387"/>
                  </a:cubicBezTo>
                  <a:cubicBezTo>
                    <a:pt x="12936" y="1288"/>
                    <a:pt x="12936" y="1288"/>
                    <a:pt x="12936" y="1288"/>
                  </a:cubicBezTo>
                  <a:cubicBezTo>
                    <a:pt x="12936" y="1288"/>
                    <a:pt x="12936" y="1288"/>
                    <a:pt x="12936" y="1288"/>
                  </a:cubicBezTo>
                  <a:cubicBezTo>
                    <a:pt x="12936" y="1188"/>
                    <a:pt x="12936" y="1188"/>
                    <a:pt x="12936" y="1188"/>
                  </a:cubicBezTo>
                  <a:cubicBezTo>
                    <a:pt x="12936" y="1188"/>
                    <a:pt x="12936" y="1188"/>
                    <a:pt x="12936" y="1188"/>
                  </a:cubicBezTo>
                  <a:cubicBezTo>
                    <a:pt x="12821" y="1188"/>
                    <a:pt x="12821" y="1188"/>
                    <a:pt x="12821" y="1188"/>
                  </a:cubicBezTo>
                  <a:cubicBezTo>
                    <a:pt x="12705" y="990"/>
                    <a:pt x="12705" y="990"/>
                    <a:pt x="12705" y="990"/>
                  </a:cubicBezTo>
                  <a:cubicBezTo>
                    <a:pt x="12705" y="990"/>
                    <a:pt x="12705" y="990"/>
                    <a:pt x="12705" y="990"/>
                  </a:cubicBezTo>
                  <a:cubicBezTo>
                    <a:pt x="12590" y="990"/>
                    <a:pt x="12590" y="990"/>
                    <a:pt x="12590" y="990"/>
                  </a:cubicBezTo>
                  <a:cubicBezTo>
                    <a:pt x="12474" y="1089"/>
                    <a:pt x="12474" y="1089"/>
                    <a:pt x="12474" y="1089"/>
                  </a:cubicBezTo>
                  <a:cubicBezTo>
                    <a:pt x="12474" y="1089"/>
                    <a:pt x="12474" y="1089"/>
                    <a:pt x="12474" y="1089"/>
                  </a:cubicBezTo>
                  <a:cubicBezTo>
                    <a:pt x="12359" y="990"/>
                    <a:pt x="12359" y="990"/>
                    <a:pt x="12359" y="990"/>
                  </a:cubicBezTo>
                  <a:cubicBezTo>
                    <a:pt x="12359" y="891"/>
                    <a:pt x="12359" y="891"/>
                    <a:pt x="12359" y="891"/>
                  </a:cubicBezTo>
                  <a:cubicBezTo>
                    <a:pt x="12359" y="792"/>
                    <a:pt x="12359" y="792"/>
                    <a:pt x="12359" y="792"/>
                  </a:cubicBezTo>
                  <a:cubicBezTo>
                    <a:pt x="12474" y="792"/>
                    <a:pt x="12474" y="792"/>
                    <a:pt x="12474" y="792"/>
                  </a:cubicBezTo>
                  <a:cubicBezTo>
                    <a:pt x="12474" y="792"/>
                    <a:pt x="12474" y="792"/>
                    <a:pt x="12474" y="792"/>
                  </a:cubicBezTo>
                  <a:cubicBezTo>
                    <a:pt x="12359" y="693"/>
                    <a:pt x="12359" y="693"/>
                    <a:pt x="12359" y="693"/>
                  </a:cubicBezTo>
                  <a:cubicBezTo>
                    <a:pt x="12359" y="594"/>
                    <a:pt x="12359" y="594"/>
                    <a:pt x="12359" y="594"/>
                  </a:cubicBezTo>
                  <a:cubicBezTo>
                    <a:pt x="12359" y="594"/>
                    <a:pt x="12359" y="594"/>
                    <a:pt x="12359" y="594"/>
                  </a:cubicBezTo>
                  <a:cubicBezTo>
                    <a:pt x="12359" y="495"/>
                    <a:pt x="12359" y="495"/>
                    <a:pt x="12359" y="495"/>
                  </a:cubicBezTo>
                  <a:cubicBezTo>
                    <a:pt x="12359" y="495"/>
                    <a:pt x="12359" y="495"/>
                    <a:pt x="12359" y="495"/>
                  </a:cubicBezTo>
                  <a:cubicBezTo>
                    <a:pt x="12474" y="594"/>
                    <a:pt x="12474" y="594"/>
                    <a:pt x="12474" y="594"/>
                  </a:cubicBezTo>
                  <a:cubicBezTo>
                    <a:pt x="12474" y="693"/>
                    <a:pt x="12474" y="693"/>
                    <a:pt x="12474" y="693"/>
                  </a:cubicBezTo>
                  <a:cubicBezTo>
                    <a:pt x="12590" y="594"/>
                    <a:pt x="12590" y="594"/>
                    <a:pt x="12590" y="594"/>
                  </a:cubicBezTo>
                  <a:cubicBezTo>
                    <a:pt x="12705" y="495"/>
                    <a:pt x="12705" y="495"/>
                    <a:pt x="12705" y="495"/>
                  </a:cubicBezTo>
                  <a:cubicBezTo>
                    <a:pt x="12705" y="495"/>
                    <a:pt x="12705" y="495"/>
                    <a:pt x="12705" y="495"/>
                  </a:cubicBezTo>
                  <a:cubicBezTo>
                    <a:pt x="12821" y="495"/>
                    <a:pt x="12821" y="495"/>
                    <a:pt x="12821" y="495"/>
                  </a:cubicBezTo>
                  <a:cubicBezTo>
                    <a:pt x="12821" y="396"/>
                    <a:pt x="12821" y="396"/>
                    <a:pt x="12821" y="396"/>
                  </a:cubicBezTo>
                  <a:cubicBezTo>
                    <a:pt x="12936" y="297"/>
                    <a:pt x="12936" y="297"/>
                    <a:pt x="12936" y="297"/>
                  </a:cubicBezTo>
                  <a:cubicBezTo>
                    <a:pt x="13052" y="297"/>
                    <a:pt x="13052" y="297"/>
                    <a:pt x="13052" y="297"/>
                  </a:cubicBezTo>
                  <a:cubicBezTo>
                    <a:pt x="12936" y="396"/>
                    <a:pt x="12936" y="396"/>
                    <a:pt x="12936" y="396"/>
                  </a:cubicBezTo>
                  <a:cubicBezTo>
                    <a:pt x="12936" y="396"/>
                    <a:pt x="12936" y="396"/>
                    <a:pt x="12936" y="396"/>
                  </a:cubicBezTo>
                  <a:cubicBezTo>
                    <a:pt x="12936" y="495"/>
                    <a:pt x="12936" y="495"/>
                    <a:pt x="12936" y="495"/>
                  </a:cubicBezTo>
                  <a:cubicBezTo>
                    <a:pt x="13052" y="396"/>
                    <a:pt x="13052" y="396"/>
                    <a:pt x="13052" y="396"/>
                  </a:cubicBezTo>
                  <a:cubicBezTo>
                    <a:pt x="13167" y="396"/>
                    <a:pt x="13167" y="396"/>
                    <a:pt x="13167" y="396"/>
                  </a:cubicBezTo>
                  <a:cubicBezTo>
                    <a:pt x="13167" y="495"/>
                    <a:pt x="13167" y="495"/>
                    <a:pt x="13167" y="495"/>
                  </a:cubicBezTo>
                  <a:cubicBezTo>
                    <a:pt x="13167" y="495"/>
                    <a:pt x="13167" y="495"/>
                    <a:pt x="13167" y="495"/>
                  </a:cubicBezTo>
                  <a:cubicBezTo>
                    <a:pt x="13283" y="594"/>
                    <a:pt x="13283" y="594"/>
                    <a:pt x="13283" y="594"/>
                  </a:cubicBezTo>
                  <a:cubicBezTo>
                    <a:pt x="13283" y="594"/>
                    <a:pt x="13283" y="594"/>
                    <a:pt x="13283" y="594"/>
                  </a:cubicBezTo>
                  <a:cubicBezTo>
                    <a:pt x="13167" y="693"/>
                    <a:pt x="13167" y="693"/>
                    <a:pt x="13167" y="693"/>
                  </a:cubicBezTo>
                  <a:cubicBezTo>
                    <a:pt x="13167" y="693"/>
                    <a:pt x="13167" y="693"/>
                    <a:pt x="13167" y="693"/>
                  </a:cubicBezTo>
                  <a:cubicBezTo>
                    <a:pt x="13283" y="693"/>
                    <a:pt x="13283" y="693"/>
                    <a:pt x="13283" y="693"/>
                  </a:cubicBezTo>
                  <a:cubicBezTo>
                    <a:pt x="13283" y="594"/>
                    <a:pt x="13283" y="594"/>
                    <a:pt x="13283" y="594"/>
                  </a:cubicBezTo>
                  <a:cubicBezTo>
                    <a:pt x="13398" y="594"/>
                    <a:pt x="13398" y="594"/>
                    <a:pt x="13398" y="594"/>
                  </a:cubicBezTo>
                  <a:cubicBezTo>
                    <a:pt x="13514" y="693"/>
                    <a:pt x="13514" y="693"/>
                    <a:pt x="13514" y="693"/>
                  </a:cubicBezTo>
                  <a:cubicBezTo>
                    <a:pt x="13514" y="693"/>
                    <a:pt x="13514" y="693"/>
                    <a:pt x="13514" y="693"/>
                  </a:cubicBezTo>
                  <a:cubicBezTo>
                    <a:pt x="13629" y="792"/>
                    <a:pt x="13629" y="792"/>
                    <a:pt x="13629" y="792"/>
                  </a:cubicBezTo>
                  <a:cubicBezTo>
                    <a:pt x="13629" y="891"/>
                    <a:pt x="13629" y="891"/>
                    <a:pt x="13629" y="891"/>
                  </a:cubicBezTo>
                  <a:cubicBezTo>
                    <a:pt x="13629" y="990"/>
                    <a:pt x="13629" y="990"/>
                    <a:pt x="13629" y="990"/>
                  </a:cubicBezTo>
                  <a:cubicBezTo>
                    <a:pt x="13629" y="990"/>
                    <a:pt x="13629" y="990"/>
                    <a:pt x="13629" y="990"/>
                  </a:cubicBezTo>
                  <a:cubicBezTo>
                    <a:pt x="13629" y="891"/>
                    <a:pt x="13629" y="891"/>
                    <a:pt x="13629" y="891"/>
                  </a:cubicBezTo>
                  <a:cubicBezTo>
                    <a:pt x="13629" y="792"/>
                    <a:pt x="13629" y="792"/>
                    <a:pt x="13629" y="792"/>
                  </a:cubicBezTo>
                  <a:cubicBezTo>
                    <a:pt x="13629" y="792"/>
                    <a:pt x="13629" y="792"/>
                    <a:pt x="13629" y="792"/>
                  </a:cubicBezTo>
                  <a:cubicBezTo>
                    <a:pt x="13629" y="693"/>
                    <a:pt x="13629" y="693"/>
                    <a:pt x="13629" y="693"/>
                  </a:cubicBezTo>
                  <a:cubicBezTo>
                    <a:pt x="13629" y="693"/>
                    <a:pt x="13629" y="693"/>
                    <a:pt x="13629" y="693"/>
                  </a:cubicBezTo>
                  <a:cubicBezTo>
                    <a:pt x="13629" y="594"/>
                    <a:pt x="13629" y="594"/>
                    <a:pt x="13629" y="594"/>
                  </a:cubicBezTo>
                  <a:cubicBezTo>
                    <a:pt x="13629" y="693"/>
                    <a:pt x="13629" y="693"/>
                    <a:pt x="13629" y="693"/>
                  </a:cubicBezTo>
                  <a:cubicBezTo>
                    <a:pt x="13860" y="792"/>
                    <a:pt x="13860" y="792"/>
                    <a:pt x="13860" y="792"/>
                  </a:cubicBezTo>
                  <a:cubicBezTo>
                    <a:pt x="13976" y="891"/>
                    <a:pt x="13976" y="891"/>
                    <a:pt x="13976" y="891"/>
                  </a:cubicBezTo>
                  <a:cubicBezTo>
                    <a:pt x="14091" y="891"/>
                    <a:pt x="14091" y="891"/>
                    <a:pt x="14091" y="891"/>
                  </a:cubicBezTo>
                  <a:cubicBezTo>
                    <a:pt x="14207" y="990"/>
                    <a:pt x="14207" y="990"/>
                    <a:pt x="14207" y="990"/>
                  </a:cubicBezTo>
                  <a:cubicBezTo>
                    <a:pt x="14207" y="891"/>
                    <a:pt x="14207" y="891"/>
                    <a:pt x="14207" y="891"/>
                  </a:cubicBezTo>
                  <a:cubicBezTo>
                    <a:pt x="14091" y="891"/>
                    <a:pt x="14091" y="891"/>
                    <a:pt x="14091" y="891"/>
                  </a:cubicBezTo>
                  <a:cubicBezTo>
                    <a:pt x="13976" y="792"/>
                    <a:pt x="13976" y="792"/>
                    <a:pt x="13976" y="792"/>
                  </a:cubicBezTo>
                  <a:cubicBezTo>
                    <a:pt x="13860" y="693"/>
                    <a:pt x="13860" y="693"/>
                    <a:pt x="13860" y="693"/>
                  </a:cubicBezTo>
                  <a:cubicBezTo>
                    <a:pt x="13860" y="594"/>
                    <a:pt x="13860" y="594"/>
                    <a:pt x="13860" y="594"/>
                  </a:cubicBezTo>
                  <a:cubicBezTo>
                    <a:pt x="13860" y="495"/>
                    <a:pt x="13860" y="495"/>
                    <a:pt x="13860" y="495"/>
                  </a:cubicBezTo>
                  <a:cubicBezTo>
                    <a:pt x="13976" y="495"/>
                    <a:pt x="13976" y="495"/>
                    <a:pt x="13976" y="495"/>
                  </a:cubicBezTo>
                  <a:cubicBezTo>
                    <a:pt x="14091" y="495"/>
                    <a:pt x="14091" y="495"/>
                    <a:pt x="14091" y="495"/>
                  </a:cubicBezTo>
                  <a:cubicBezTo>
                    <a:pt x="14207" y="594"/>
                    <a:pt x="14207" y="594"/>
                    <a:pt x="14207" y="594"/>
                  </a:cubicBezTo>
                  <a:cubicBezTo>
                    <a:pt x="14322" y="594"/>
                    <a:pt x="14322" y="594"/>
                    <a:pt x="14322" y="594"/>
                  </a:cubicBezTo>
                  <a:cubicBezTo>
                    <a:pt x="14322" y="495"/>
                    <a:pt x="14322" y="495"/>
                    <a:pt x="14322" y="495"/>
                  </a:cubicBezTo>
                  <a:cubicBezTo>
                    <a:pt x="14322" y="495"/>
                    <a:pt x="14322" y="495"/>
                    <a:pt x="14322" y="495"/>
                  </a:cubicBezTo>
                  <a:cubicBezTo>
                    <a:pt x="14322" y="495"/>
                    <a:pt x="14322" y="495"/>
                    <a:pt x="14322" y="495"/>
                  </a:cubicBezTo>
                  <a:cubicBezTo>
                    <a:pt x="14322" y="495"/>
                    <a:pt x="14322" y="495"/>
                    <a:pt x="14322" y="495"/>
                  </a:cubicBezTo>
                  <a:cubicBezTo>
                    <a:pt x="14322" y="396"/>
                    <a:pt x="14322" y="396"/>
                    <a:pt x="14322" y="396"/>
                  </a:cubicBezTo>
                  <a:cubicBezTo>
                    <a:pt x="14438" y="297"/>
                    <a:pt x="14438" y="297"/>
                    <a:pt x="14438" y="297"/>
                  </a:cubicBezTo>
                  <a:cubicBezTo>
                    <a:pt x="14438" y="297"/>
                    <a:pt x="14438" y="297"/>
                    <a:pt x="14438" y="297"/>
                  </a:cubicBezTo>
                  <a:cubicBezTo>
                    <a:pt x="14322" y="198"/>
                    <a:pt x="14322" y="198"/>
                    <a:pt x="14322" y="198"/>
                  </a:cubicBezTo>
                  <a:cubicBezTo>
                    <a:pt x="14438" y="198"/>
                    <a:pt x="14438" y="198"/>
                    <a:pt x="14438" y="198"/>
                  </a:cubicBezTo>
                  <a:cubicBezTo>
                    <a:pt x="14438" y="99"/>
                    <a:pt x="14438" y="99"/>
                    <a:pt x="14438" y="99"/>
                  </a:cubicBezTo>
                  <a:cubicBezTo>
                    <a:pt x="14554" y="198"/>
                    <a:pt x="14554" y="198"/>
                    <a:pt x="14554" y="198"/>
                  </a:cubicBezTo>
                  <a:cubicBezTo>
                    <a:pt x="14554" y="99"/>
                    <a:pt x="14554" y="99"/>
                    <a:pt x="14554" y="99"/>
                  </a:cubicBezTo>
                  <a:cubicBezTo>
                    <a:pt x="14554" y="0"/>
                    <a:pt x="14554" y="0"/>
                    <a:pt x="14554" y="0"/>
                  </a:cubicBezTo>
                  <a:cubicBezTo>
                    <a:pt x="14669" y="0"/>
                    <a:pt x="14669" y="0"/>
                    <a:pt x="14669" y="0"/>
                  </a:cubicBezTo>
                  <a:cubicBezTo>
                    <a:pt x="14669" y="0"/>
                    <a:pt x="14669" y="0"/>
                    <a:pt x="14669" y="0"/>
                  </a:cubicBezTo>
                  <a:cubicBezTo>
                    <a:pt x="14669" y="99"/>
                    <a:pt x="14669" y="99"/>
                    <a:pt x="14669" y="99"/>
                  </a:cubicBezTo>
                  <a:cubicBezTo>
                    <a:pt x="14785" y="99"/>
                    <a:pt x="14785" y="99"/>
                    <a:pt x="14785" y="99"/>
                  </a:cubicBezTo>
                  <a:cubicBezTo>
                    <a:pt x="14785" y="99"/>
                    <a:pt x="14785" y="99"/>
                    <a:pt x="14785" y="99"/>
                  </a:cubicBezTo>
                  <a:cubicBezTo>
                    <a:pt x="14785" y="198"/>
                    <a:pt x="14785" y="198"/>
                    <a:pt x="14785" y="198"/>
                  </a:cubicBezTo>
                  <a:cubicBezTo>
                    <a:pt x="14900" y="198"/>
                    <a:pt x="14900" y="198"/>
                    <a:pt x="14900" y="198"/>
                  </a:cubicBezTo>
                  <a:cubicBezTo>
                    <a:pt x="14900" y="198"/>
                    <a:pt x="14900" y="198"/>
                    <a:pt x="14900" y="198"/>
                  </a:cubicBezTo>
                  <a:cubicBezTo>
                    <a:pt x="14900" y="198"/>
                    <a:pt x="14900" y="198"/>
                    <a:pt x="14900" y="198"/>
                  </a:cubicBezTo>
                  <a:cubicBezTo>
                    <a:pt x="14900" y="99"/>
                    <a:pt x="14900" y="99"/>
                    <a:pt x="14900" y="99"/>
                  </a:cubicBezTo>
                  <a:cubicBezTo>
                    <a:pt x="14900" y="0"/>
                    <a:pt x="14900" y="0"/>
                    <a:pt x="14900" y="0"/>
                  </a:cubicBezTo>
                  <a:cubicBezTo>
                    <a:pt x="14900" y="0"/>
                    <a:pt x="14900" y="0"/>
                    <a:pt x="14900" y="0"/>
                  </a:cubicBezTo>
                  <a:cubicBezTo>
                    <a:pt x="15016" y="0"/>
                    <a:pt x="15016" y="0"/>
                    <a:pt x="15016" y="0"/>
                  </a:cubicBezTo>
                  <a:cubicBezTo>
                    <a:pt x="15131" y="0"/>
                    <a:pt x="15131" y="0"/>
                    <a:pt x="15131" y="0"/>
                  </a:cubicBezTo>
                  <a:cubicBezTo>
                    <a:pt x="15247" y="0"/>
                    <a:pt x="15247" y="0"/>
                    <a:pt x="15247" y="0"/>
                  </a:cubicBezTo>
                  <a:cubicBezTo>
                    <a:pt x="15362" y="0"/>
                    <a:pt x="15362" y="0"/>
                    <a:pt x="15362" y="0"/>
                  </a:cubicBezTo>
                  <a:cubicBezTo>
                    <a:pt x="15362" y="99"/>
                    <a:pt x="15362" y="99"/>
                    <a:pt x="15362" y="99"/>
                  </a:cubicBezTo>
                  <a:cubicBezTo>
                    <a:pt x="15478" y="99"/>
                    <a:pt x="15478" y="99"/>
                    <a:pt x="15478" y="99"/>
                  </a:cubicBezTo>
                  <a:cubicBezTo>
                    <a:pt x="15478" y="0"/>
                    <a:pt x="15478" y="0"/>
                    <a:pt x="15478" y="0"/>
                  </a:cubicBezTo>
                  <a:cubicBezTo>
                    <a:pt x="15593" y="0"/>
                    <a:pt x="15593" y="0"/>
                    <a:pt x="15593" y="0"/>
                  </a:cubicBezTo>
                  <a:cubicBezTo>
                    <a:pt x="15709" y="99"/>
                    <a:pt x="15709" y="99"/>
                    <a:pt x="15709" y="99"/>
                  </a:cubicBezTo>
                  <a:cubicBezTo>
                    <a:pt x="15824" y="99"/>
                    <a:pt x="15824" y="99"/>
                    <a:pt x="15824" y="99"/>
                  </a:cubicBezTo>
                  <a:cubicBezTo>
                    <a:pt x="15824" y="99"/>
                    <a:pt x="15824" y="99"/>
                    <a:pt x="15824" y="99"/>
                  </a:cubicBezTo>
                  <a:cubicBezTo>
                    <a:pt x="15940" y="99"/>
                    <a:pt x="15940" y="99"/>
                    <a:pt x="15940" y="99"/>
                  </a:cubicBezTo>
                  <a:cubicBezTo>
                    <a:pt x="16055" y="99"/>
                    <a:pt x="16055" y="99"/>
                    <a:pt x="16055" y="99"/>
                  </a:cubicBezTo>
                  <a:cubicBezTo>
                    <a:pt x="16055" y="99"/>
                    <a:pt x="16055" y="99"/>
                    <a:pt x="16055" y="99"/>
                  </a:cubicBezTo>
                  <a:cubicBezTo>
                    <a:pt x="16171" y="198"/>
                    <a:pt x="16171" y="198"/>
                    <a:pt x="16171" y="198"/>
                  </a:cubicBezTo>
                  <a:cubicBezTo>
                    <a:pt x="16171" y="198"/>
                    <a:pt x="16171" y="198"/>
                    <a:pt x="16171" y="198"/>
                  </a:cubicBezTo>
                  <a:cubicBezTo>
                    <a:pt x="16171" y="198"/>
                    <a:pt x="16171" y="198"/>
                    <a:pt x="16171" y="198"/>
                  </a:cubicBezTo>
                  <a:cubicBezTo>
                    <a:pt x="16286" y="198"/>
                    <a:pt x="16286" y="198"/>
                    <a:pt x="16286" y="198"/>
                  </a:cubicBezTo>
                  <a:cubicBezTo>
                    <a:pt x="16402" y="198"/>
                    <a:pt x="16402" y="198"/>
                    <a:pt x="16402" y="198"/>
                  </a:cubicBezTo>
                  <a:cubicBezTo>
                    <a:pt x="16517" y="198"/>
                    <a:pt x="16517" y="198"/>
                    <a:pt x="16517" y="198"/>
                  </a:cubicBezTo>
                  <a:cubicBezTo>
                    <a:pt x="16633" y="297"/>
                    <a:pt x="16633" y="297"/>
                    <a:pt x="16633" y="297"/>
                  </a:cubicBezTo>
                  <a:cubicBezTo>
                    <a:pt x="16864" y="297"/>
                    <a:pt x="16864" y="297"/>
                    <a:pt x="16864" y="297"/>
                  </a:cubicBezTo>
                  <a:cubicBezTo>
                    <a:pt x="16864" y="396"/>
                    <a:pt x="16864" y="396"/>
                    <a:pt x="16864" y="396"/>
                  </a:cubicBezTo>
                  <a:cubicBezTo>
                    <a:pt x="16979" y="297"/>
                    <a:pt x="16979" y="297"/>
                    <a:pt x="16979" y="297"/>
                  </a:cubicBezTo>
                  <a:cubicBezTo>
                    <a:pt x="16979" y="396"/>
                    <a:pt x="16979" y="396"/>
                    <a:pt x="16979" y="396"/>
                  </a:cubicBezTo>
                  <a:cubicBezTo>
                    <a:pt x="17095" y="396"/>
                    <a:pt x="17095" y="396"/>
                    <a:pt x="17095" y="396"/>
                  </a:cubicBezTo>
                  <a:cubicBezTo>
                    <a:pt x="17095" y="396"/>
                    <a:pt x="17095" y="396"/>
                    <a:pt x="17095" y="396"/>
                  </a:cubicBezTo>
                  <a:cubicBezTo>
                    <a:pt x="17210" y="396"/>
                    <a:pt x="17210" y="396"/>
                    <a:pt x="17210" y="396"/>
                  </a:cubicBezTo>
                  <a:cubicBezTo>
                    <a:pt x="17326" y="495"/>
                    <a:pt x="17326" y="495"/>
                    <a:pt x="17326" y="495"/>
                  </a:cubicBezTo>
                  <a:cubicBezTo>
                    <a:pt x="17441" y="495"/>
                    <a:pt x="17441" y="495"/>
                    <a:pt x="17441" y="495"/>
                  </a:cubicBezTo>
                  <a:cubicBezTo>
                    <a:pt x="17557" y="594"/>
                    <a:pt x="17557" y="594"/>
                    <a:pt x="17557" y="594"/>
                  </a:cubicBezTo>
                  <a:cubicBezTo>
                    <a:pt x="17672" y="594"/>
                    <a:pt x="17672" y="594"/>
                    <a:pt x="17672" y="594"/>
                  </a:cubicBezTo>
                  <a:cubicBezTo>
                    <a:pt x="17672" y="693"/>
                    <a:pt x="17672" y="693"/>
                    <a:pt x="17672" y="693"/>
                  </a:cubicBezTo>
                  <a:cubicBezTo>
                    <a:pt x="17788" y="693"/>
                    <a:pt x="17788" y="693"/>
                    <a:pt x="17788" y="693"/>
                  </a:cubicBezTo>
                  <a:cubicBezTo>
                    <a:pt x="17788" y="792"/>
                    <a:pt x="17788" y="792"/>
                    <a:pt x="17788" y="792"/>
                  </a:cubicBezTo>
                  <a:cubicBezTo>
                    <a:pt x="17788" y="792"/>
                    <a:pt x="17788" y="792"/>
                    <a:pt x="17788" y="792"/>
                  </a:cubicBezTo>
                  <a:cubicBezTo>
                    <a:pt x="17672" y="792"/>
                    <a:pt x="17672" y="792"/>
                    <a:pt x="17672" y="792"/>
                  </a:cubicBezTo>
                  <a:cubicBezTo>
                    <a:pt x="17557" y="792"/>
                    <a:pt x="17557" y="792"/>
                    <a:pt x="17557" y="792"/>
                  </a:cubicBezTo>
                  <a:cubicBezTo>
                    <a:pt x="17557" y="891"/>
                    <a:pt x="17557" y="891"/>
                    <a:pt x="17557" y="891"/>
                  </a:cubicBezTo>
                  <a:cubicBezTo>
                    <a:pt x="17441" y="891"/>
                    <a:pt x="17441" y="891"/>
                    <a:pt x="17441" y="891"/>
                  </a:cubicBezTo>
                  <a:cubicBezTo>
                    <a:pt x="17441" y="891"/>
                    <a:pt x="17441" y="891"/>
                    <a:pt x="17441" y="891"/>
                  </a:cubicBezTo>
                  <a:cubicBezTo>
                    <a:pt x="17326" y="891"/>
                    <a:pt x="17326" y="891"/>
                    <a:pt x="17326" y="891"/>
                  </a:cubicBezTo>
                  <a:cubicBezTo>
                    <a:pt x="17326" y="891"/>
                    <a:pt x="17326" y="891"/>
                    <a:pt x="17326" y="891"/>
                  </a:cubicBezTo>
                  <a:cubicBezTo>
                    <a:pt x="17210" y="891"/>
                    <a:pt x="17210" y="891"/>
                    <a:pt x="17210" y="891"/>
                  </a:cubicBezTo>
                  <a:cubicBezTo>
                    <a:pt x="16979" y="792"/>
                    <a:pt x="16979" y="792"/>
                    <a:pt x="16979" y="792"/>
                  </a:cubicBezTo>
                  <a:cubicBezTo>
                    <a:pt x="16864" y="792"/>
                    <a:pt x="16864" y="792"/>
                    <a:pt x="16864" y="792"/>
                  </a:cubicBezTo>
                  <a:cubicBezTo>
                    <a:pt x="16864" y="792"/>
                    <a:pt x="16864" y="792"/>
                    <a:pt x="16864" y="792"/>
                  </a:cubicBezTo>
                  <a:cubicBezTo>
                    <a:pt x="16748" y="792"/>
                    <a:pt x="16748" y="792"/>
                    <a:pt x="16748" y="792"/>
                  </a:cubicBezTo>
                  <a:cubicBezTo>
                    <a:pt x="16633" y="792"/>
                    <a:pt x="16633" y="792"/>
                    <a:pt x="16633" y="792"/>
                  </a:cubicBezTo>
                  <a:cubicBezTo>
                    <a:pt x="16517" y="792"/>
                    <a:pt x="16517" y="792"/>
                    <a:pt x="16517" y="792"/>
                  </a:cubicBezTo>
                  <a:cubicBezTo>
                    <a:pt x="16517" y="792"/>
                    <a:pt x="16517" y="792"/>
                    <a:pt x="16517" y="792"/>
                  </a:cubicBezTo>
                  <a:cubicBezTo>
                    <a:pt x="16517" y="792"/>
                    <a:pt x="16517" y="792"/>
                    <a:pt x="16517" y="792"/>
                  </a:cubicBezTo>
                  <a:cubicBezTo>
                    <a:pt x="16402" y="792"/>
                    <a:pt x="16402" y="792"/>
                    <a:pt x="16402" y="792"/>
                  </a:cubicBezTo>
                  <a:cubicBezTo>
                    <a:pt x="16171" y="891"/>
                    <a:pt x="16171" y="891"/>
                    <a:pt x="16171" y="891"/>
                  </a:cubicBezTo>
                  <a:cubicBezTo>
                    <a:pt x="16171" y="891"/>
                    <a:pt x="16171" y="891"/>
                    <a:pt x="16171" y="891"/>
                  </a:cubicBezTo>
                  <a:cubicBezTo>
                    <a:pt x="16055" y="891"/>
                    <a:pt x="16055" y="891"/>
                    <a:pt x="16055" y="891"/>
                  </a:cubicBezTo>
                  <a:cubicBezTo>
                    <a:pt x="15940" y="891"/>
                    <a:pt x="15940" y="891"/>
                    <a:pt x="15940" y="891"/>
                  </a:cubicBezTo>
                  <a:cubicBezTo>
                    <a:pt x="15824" y="891"/>
                    <a:pt x="15824" y="891"/>
                    <a:pt x="15824" y="891"/>
                  </a:cubicBezTo>
                  <a:cubicBezTo>
                    <a:pt x="15709" y="891"/>
                    <a:pt x="15709" y="891"/>
                    <a:pt x="15709" y="891"/>
                  </a:cubicBezTo>
                  <a:cubicBezTo>
                    <a:pt x="15709" y="792"/>
                    <a:pt x="15709" y="792"/>
                    <a:pt x="15709" y="792"/>
                  </a:cubicBezTo>
                  <a:cubicBezTo>
                    <a:pt x="15593" y="792"/>
                    <a:pt x="15593" y="792"/>
                    <a:pt x="15593" y="792"/>
                  </a:cubicBezTo>
                  <a:cubicBezTo>
                    <a:pt x="15709" y="693"/>
                    <a:pt x="15709" y="693"/>
                    <a:pt x="15709" y="693"/>
                  </a:cubicBezTo>
                  <a:cubicBezTo>
                    <a:pt x="15709" y="693"/>
                    <a:pt x="15709" y="693"/>
                    <a:pt x="15709" y="693"/>
                  </a:cubicBezTo>
                  <a:cubicBezTo>
                    <a:pt x="15824" y="693"/>
                    <a:pt x="15824" y="693"/>
                    <a:pt x="15824" y="693"/>
                  </a:cubicBezTo>
                  <a:cubicBezTo>
                    <a:pt x="15709" y="693"/>
                    <a:pt x="15709" y="693"/>
                    <a:pt x="15709" y="693"/>
                  </a:cubicBezTo>
                  <a:cubicBezTo>
                    <a:pt x="15709" y="594"/>
                    <a:pt x="15709" y="594"/>
                    <a:pt x="15709" y="594"/>
                  </a:cubicBezTo>
                  <a:cubicBezTo>
                    <a:pt x="15593" y="693"/>
                    <a:pt x="15593" y="693"/>
                    <a:pt x="15593" y="693"/>
                  </a:cubicBezTo>
                  <a:cubicBezTo>
                    <a:pt x="15478" y="693"/>
                    <a:pt x="15478" y="693"/>
                    <a:pt x="15478" y="693"/>
                  </a:cubicBezTo>
                  <a:cubicBezTo>
                    <a:pt x="15478" y="792"/>
                    <a:pt x="15478" y="792"/>
                    <a:pt x="15478" y="792"/>
                  </a:cubicBezTo>
                  <a:cubicBezTo>
                    <a:pt x="15593" y="891"/>
                    <a:pt x="15593" y="891"/>
                    <a:pt x="15593" y="891"/>
                  </a:cubicBezTo>
                  <a:cubicBezTo>
                    <a:pt x="15593" y="891"/>
                    <a:pt x="15593" y="891"/>
                    <a:pt x="15593" y="891"/>
                  </a:cubicBezTo>
                  <a:cubicBezTo>
                    <a:pt x="15593" y="891"/>
                    <a:pt x="15593" y="891"/>
                    <a:pt x="15593" y="891"/>
                  </a:cubicBezTo>
                  <a:cubicBezTo>
                    <a:pt x="15478" y="891"/>
                    <a:pt x="15478" y="891"/>
                    <a:pt x="15478" y="891"/>
                  </a:cubicBezTo>
                  <a:cubicBezTo>
                    <a:pt x="15478" y="891"/>
                    <a:pt x="15478" y="891"/>
                    <a:pt x="15478" y="891"/>
                  </a:cubicBezTo>
                  <a:cubicBezTo>
                    <a:pt x="15362" y="891"/>
                    <a:pt x="15362" y="891"/>
                    <a:pt x="15362" y="891"/>
                  </a:cubicBezTo>
                  <a:cubicBezTo>
                    <a:pt x="15247" y="891"/>
                    <a:pt x="15247" y="891"/>
                    <a:pt x="15247" y="891"/>
                  </a:cubicBezTo>
                  <a:cubicBezTo>
                    <a:pt x="15247" y="990"/>
                    <a:pt x="15247" y="990"/>
                    <a:pt x="15247" y="990"/>
                  </a:cubicBezTo>
                  <a:cubicBezTo>
                    <a:pt x="15131" y="990"/>
                    <a:pt x="15131" y="990"/>
                    <a:pt x="15131" y="990"/>
                  </a:cubicBezTo>
                  <a:cubicBezTo>
                    <a:pt x="15016" y="891"/>
                    <a:pt x="15016" y="891"/>
                    <a:pt x="15016" y="891"/>
                  </a:cubicBezTo>
                  <a:cubicBezTo>
                    <a:pt x="14900" y="891"/>
                    <a:pt x="14900" y="891"/>
                    <a:pt x="14900" y="891"/>
                  </a:cubicBezTo>
                  <a:cubicBezTo>
                    <a:pt x="14785" y="990"/>
                    <a:pt x="14785" y="990"/>
                    <a:pt x="14785" y="990"/>
                  </a:cubicBezTo>
                  <a:cubicBezTo>
                    <a:pt x="14554" y="1089"/>
                    <a:pt x="14554" y="1089"/>
                    <a:pt x="14554" y="1089"/>
                  </a:cubicBezTo>
                  <a:cubicBezTo>
                    <a:pt x="14554" y="1089"/>
                    <a:pt x="14554" y="1089"/>
                    <a:pt x="14554" y="1089"/>
                  </a:cubicBezTo>
                  <a:cubicBezTo>
                    <a:pt x="14554" y="1288"/>
                    <a:pt x="14554" y="1288"/>
                    <a:pt x="14554" y="1288"/>
                  </a:cubicBezTo>
                  <a:cubicBezTo>
                    <a:pt x="14554" y="1288"/>
                    <a:pt x="14554" y="1288"/>
                    <a:pt x="14554" y="1288"/>
                  </a:cubicBezTo>
                  <a:cubicBezTo>
                    <a:pt x="14554" y="1387"/>
                    <a:pt x="14554" y="1387"/>
                    <a:pt x="14554" y="1387"/>
                  </a:cubicBezTo>
                  <a:cubicBezTo>
                    <a:pt x="14554" y="1387"/>
                    <a:pt x="14554" y="1387"/>
                    <a:pt x="14554" y="1387"/>
                  </a:cubicBezTo>
                  <a:cubicBezTo>
                    <a:pt x="14669" y="1387"/>
                    <a:pt x="14669" y="1387"/>
                    <a:pt x="14669" y="1387"/>
                  </a:cubicBezTo>
                  <a:cubicBezTo>
                    <a:pt x="14669" y="1288"/>
                    <a:pt x="14669" y="1288"/>
                    <a:pt x="14669" y="1288"/>
                  </a:cubicBezTo>
                  <a:cubicBezTo>
                    <a:pt x="14669" y="1188"/>
                    <a:pt x="14669" y="1188"/>
                    <a:pt x="14669" y="1188"/>
                  </a:cubicBezTo>
                  <a:cubicBezTo>
                    <a:pt x="14669" y="1188"/>
                    <a:pt x="14669" y="1188"/>
                    <a:pt x="14669" y="1188"/>
                  </a:cubicBezTo>
                  <a:cubicBezTo>
                    <a:pt x="14785" y="1188"/>
                    <a:pt x="14785" y="1188"/>
                    <a:pt x="14785" y="1188"/>
                  </a:cubicBezTo>
                  <a:cubicBezTo>
                    <a:pt x="14785" y="1188"/>
                    <a:pt x="14785" y="1188"/>
                    <a:pt x="14785" y="1188"/>
                  </a:cubicBezTo>
                  <a:cubicBezTo>
                    <a:pt x="14900" y="1188"/>
                    <a:pt x="14900" y="1188"/>
                    <a:pt x="14900" y="1188"/>
                  </a:cubicBezTo>
                  <a:cubicBezTo>
                    <a:pt x="14900" y="1188"/>
                    <a:pt x="14900" y="1188"/>
                    <a:pt x="14900" y="1188"/>
                  </a:cubicBezTo>
                  <a:cubicBezTo>
                    <a:pt x="14900" y="1188"/>
                    <a:pt x="14900" y="1188"/>
                    <a:pt x="14900" y="1188"/>
                  </a:cubicBezTo>
                  <a:cubicBezTo>
                    <a:pt x="14900" y="1288"/>
                    <a:pt x="14900" y="1288"/>
                    <a:pt x="14900" y="1288"/>
                  </a:cubicBezTo>
                  <a:cubicBezTo>
                    <a:pt x="14900" y="1288"/>
                    <a:pt x="14900" y="1288"/>
                    <a:pt x="14900" y="1288"/>
                  </a:cubicBezTo>
                  <a:cubicBezTo>
                    <a:pt x="14900" y="1288"/>
                    <a:pt x="14900" y="1288"/>
                    <a:pt x="14900" y="1288"/>
                  </a:cubicBezTo>
                  <a:cubicBezTo>
                    <a:pt x="14900" y="1288"/>
                    <a:pt x="14900" y="1288"/>
                    <a:pt x="14900" y="1288"/>
                  </a:cubicBezTo>
                  <a:cubicBezTo>
                    <a:pt x="15016" y="1188"/>
                    <a:pt x="15016" y="1188"/>
                    <a:pt x="15016" y="1188"/>
                  </a:cubicBezTo>
                  <a:cubicBezTo>
                    <a:pt x="15016" y="1188"/>
                    <a:pt x="15016" y="1089"/>
                    <a:pt x="15016" y="1089"/>
                  </a:cubicBezTo>
                  <a:cubicBezTo>
                    <a:pt x="15016" y="1089"/>
                    <a:pt x="15131" y="1089"/>
                    <a:pt x="15131" y="1089"/>
                  </a:cubicBezTo>
                  <a:cubicBezTo>
                    <a:pt x="15247" y="1089"/>
                    <a:pt x="15247" y="1089"/>
                    <a:pt x="15247" y="1089"/>
                  </a:cubicBezTo>
                  <a:cubicBezTo>
                    <a:pt x="15362" y="1089"/>
                    <a:pt x="15362" y="1089"/>
                    <a:pt x="15362" y="1089"/>
                  </a:cubicBezTo>
                  <a:cubicBezTo>
                    <a:pt x="15478" y="990"/>
                    <a:pt x="15478" y="990"/>
                    <a:pt x="15478" y="990"/>
                  </a:cubicBezTo>
                  <a:cubicBezTo>
                    <a:pt x="15478" y="990"/>
                    <a:pt x="15478" y="990"/>
                    <a:pt x="15478" y="990"/>
                  </a:cubicBezTo>
                  <a:cubicBezTo>
                    <a:pt x="15593" y="990"/>
                    <a:pt x="15593" y="990"/>
                    <a:pt x="15593" y="990"/>
                  </a:cubicBezTo>
                  <a:cubicBezTo>
                    <a:pt x="15593" y="1089"/>
                    <a:pt x="15593" y="1089"/>
                    <a:pt x="15593" y="1089"/>
                  </a:cubicBezTo>
                  <a:cubicBezTo>
                    <a:pt x="15593" y="1188"/>
                    <a:pt x="15593" y="1188"/>
                    <a:pt x="15593" y="1188"/>
                  </a:cubicBezTo>
                  <a:cubicBezTo>
                    <a:pt x="15709" y="1188"/>
                    <a:pt x="15709" y="1188"/>
                    <a:pt x="15709" y="1188"/>
                  </a:cubicBezTo>
                  <a:cubicBezTo>
                    <a:pt x="15709" y="1188"/>
                    <a:pt x="15709" y="1188"/>
                    <a:pt x="15709" y="1188"/>
                  </a:cubicBezTo>
                  <a:cubicBezTo>
                    <a:pt x="15709" y="1188"/>
                    <a:pt x="15709" y="1188"/>
                    <a:pt x="15709" y="1188"/>
                  </a:cubicBezTo>
                  <a:cubicBezTo>
                    <a:pt x="15709" y="1089"/>
                    <a:pt x="15709" y="1089"/>
                    <a:pt x="15709" y="1089"/>
                  </a:cubicBezTo>
                  <a:cubicBezTo>
                    <a:pt x="15709" y="990"/>
                    <a:pt x="15709" y="990"/>
                    <a:pt x="15709" y="990"/>
                  </a:cubicBezTo>
                  <a:cubicBezTo>
                    <a:pt x="15824" y="990"/>
                    <a:pt x="15824" y="990"/>
                    <a:pt x="15824" y="990"/>
                  </a:cubicBezTo>
                  <a:cubicBezTo>
                    <a:pt x="15940" y="990"/>
                    <a:pt x="15940" y="990"/>
                    <a:pt x="15940" y="990"/>
                  </a:cubicBezTo>
                  <a:cubicBezTo>
                    <a:pt x="16055" y="990"/>
                    <a:pt x="16055" y="990"/>
                    <a:pt x="16055" y="990"/>
                  </a:cubicBezTo>
                  <a:cubicBezTo>
                    <a:pt x="16171" y="990"/>
                    <a:pt x="16171" y="990"/>
                    <a:pt x="16171" y="990"/>
                  </a:cubicBezTo>
                  <a:cubicBezTo>
                    <a:pt x="16286" y="990"/>
                    <a:pt x="16286" y="990"/>
                    <a:pt x="16286" y="990"/>
                  </a:cubicBezTo>
                  <a:cubicBezTo>
                    <a:pt x="16402" y="891"/>
                    <a:pt x="16402" y="891"/>
                    <a:pt x="16402" y="891"/>
                  </a:cubicBezTo>
                  <a:cubicBezTo>
                    <a:pt x="16633" y="891"/>
                    <a:pt x="16633" y="891"/>
                    <a:pt x="16633" y="891"/>
                  </a:cubicBezTo>
                  <a:cubicBezTo>
                    <a:pt x="16748" y="990"/>
                    <a:pt x="16748" y="990"/>
                    <a:pt x="16748" y="990"/>
                  </a:cubicBezTo>
                  <a:cubicBezTo>
                    <a:pt x="16864" y="990"/>
                    <a:pt x="16864" y="990"/>
                    <a:pt x="16864" y="990"/>
                  </a:cubicBezTo>
                  <a:cubicBezTo>
                    <a:pt x="16864" y="990"/>
                    <a:pt x="16864" y="990"/>
                    <a:pt x="16864" y="990"/>
                  </a:cubicBezTo>
                  <a:cubicBezTo>
                    <a:pt x="16979" y="1089"/>
                    <a:pt x="16979" y="1089"/>
                    <a:pt x="16979" y="1089"/>
                  </a:cubicBezTo>
                  <a:cubicBezTo>
                    <a:pt x="17095" y="1089"/>
                    <a:pt x="17095" y="1089"/>
                    <a:pt x="17095" y="1089"/>
                  </a:cubicBezTo>
                  <a:cubicBezTo>
                    <a:pt x="17095" y="1089"/>
                    <a:pt x="17095" y="1089"/>
                    <a:pt x="17095" y="1089"/>
                  </a:cubicBezTo>
                  <a:cubicBezTo>
                    <a:pt x="17210" y="1089"/>
                    <a:pt x="17210" y="1089"/>
                    <a:pt x="17210" y="1089"/>
                  </a:cubicBezTo>
                  <a:cubicBezTo>
                    <a:pt x="17326" y="1089"/>
                    <a:pt x="17326" y="1089"/>
                    <a:pt x="17326" y="1089"/>
                  </a:cubicBezTo>
                  <a:cubicBezTo>
                    <a:pt x="17326" y="1089"/>
                    <a:pt x="17326" y="1089"/>
                    <a:pt x="17326" y="1089"/>
                  </a:cubicBezTo>
                  <a:cubicBezTo>
                    <a:pt x="17441" y="1089"/>
                    <a:pt x="17441" y="1089"/>
                    <a:pt x="17441" y="1089"/>
                  </a:cubicBezTo>
                  <a:cubicBezTo>
                    <a:pt x="17441" y="1188"/>
                    <a:pt x="17441" y="1188"/>
                    <a:pt x="17441" y="1188"/>
                  </a:cubicBezTo>
                  <a:cubicBezTo>
                    <a:pt x="17441" y="1188"/>
                    <a:pt x="17441" y="1188"/>
                    <a:pt x="17441" y="1188"/>
                  </a:cubicBezTo>
                  <a:cubicBezTo>
                    <a:pt x="17557" y="1089"/>
                    <a:pt x="17557" y="1089"/>
                    <a:pt x="17557" y="1089"/>
                  </a:cubicBezTo>
                  <a:cubicBezTo>
                    <a:pt x="17672" y="1089"/>
                    <a:pt x="17672" y="1089"/>
                    <a:pt x="17672" y="1089"/>
                  </a:cubicBezTo>
                  <a:cubicBezTo>
                    <a:pt x="17672" y="1089"/>
                    <a:pt x="17672" y="1089"/>
                    <a:pt x="17672" y="1089"/>
                  </a:cubicBezTo>
                  <a:cubicBezTo>
                    <a:pt x="17903" y="990"/>
                    <a:pt x="17903" y="990"/>
                    <a:pt x="17903" y="990"/>
                  </a:cubicBezTo>
                  <a:cubicBezTo>
                    <a:pt x="17903" y="990"/>
                    <a:pt x="17903" y="990"/>
                    <a:pt x="17903" y="990"/>
                  </a:cubicBezTo>
                  <a:cubicBezTo>
                    <a:pt x="18019" y="990"/>
                    <a:pt x="18019" y="990"/>
                    <a:pt x="18019" y="990"/>
                  </a:cubicBezTo>
                  <a:cubicBezTo>
                    <a:pt x="18019" y="990"/>
                    <a:pt x="18019" y="990"/>
                    <a:pt x="18019" y="990"/>
                  </a:cubicBezTo>
                  <a:cubicBezTo>
                    <a:pt x="18134" y="1089"/>
                    <a:pt x="18134" y="1089"/>
                    <a:pt x="18134" y="1089"/>
                  </a:cubicBezTo>
                  <a:cubicBezTo>
                    <a:pt x="18134" y="1089"/>
                    <a:pt x="18134" y="1089"/>
                    <a:pt x="18134" y="1089"/>
                  </a:cubicBezTo>
                  <a:cubicBezTo>
                    <a:pt x="18134" y="1089"/>
                    <a:pt x="18134" y="1089"/>
                    <a:pt x="18134" y="1089"/>
                  </a:cubicBezTo>
                  <a:cubicBezTo>
                    <a:pt x="18134" y="1188"/>
                    <a:pt x="18134" y="1188"/>
                    <a:pt x="18134" y="1188"/>
                  </a:cubicBezTo>
                  <a:cubicBezTo>
                    <a:pt x="18134" y="1188"/>
                    <a:pt x="18134" y="1188"/>
                    <a:pt x="18134" y="1188"/>
                  </a:cubicBezTo>
                  <a:cubicBezTo>
                    <a:pt x="18134" y="1188"/>
                    <a:pt x="18134" y="1188"/>
                    <a:pt x="18134" y="1188"/>
                  </a:cubicBezTo>
                  <a:cubicBezTo>
                    <a:pt x="18250" y="1288"/>
                    <a:pt x="18250" y="1288"/>
                    <a:pt x="18250" y="1288"/>
                  </a:cubicBezTo>
                  <a:cubicBezTo>
                    <a:pt x="18250" y="1288"/>
                    <a:pt x="18250" y="1288"/>
                    <a:pt x="18250" y="1288"/>
                  </a:cubicBezTo>
                  <a:cubicBezTo>
                    <a:pt x="18019" y="1387"/>
                    <a:pt x="18019" y="1387"/>
                    <a:pt x="18019" y="1387"/>
                  </a:cubicBezTo>
                  <a:cubicBezTo>
                    <a:pt x="17903" y="1387"/>
                    <a:pt x="17903" y="1387"/>
                    <a:pt x="17903" y="1387"/>
                  </a:cubicBezTo>
                  <a:cubicBezTo>
                    <a:pt x="17788" y="1387"/>
                    <a:pt x="17788" y="1387"/>
                    <a:pt x="17788" y="1387"/>
                  </a:cubicBezTo>
                  <a:cubicBezTo>
                    <a:pt x="17788" y="1387"/>
                    <a:pt x="17788" y="1387"/>
                    <a:pt x="17788" y="1387"/>
                  </a:cubicBezTo>
                  <a:cubicBezTo>
                    <a:pt x="17672" y="1288"/>
                    <a:pt x="17672" y="1288"/>
                    <a:pt x="17672" y="1288"/>
                  </a:cubicBezTo>
                  <a:cubicBezTo>
                    <a:pt x="17672" y="1387"/>
                    <a:pt x="17672" y="1387"/>
                    <a:pt x="17672" y="1387"/>
                  </a:cubicBezTo>
                  <a:cubicBezTo>
                    <a:pt x="17672" y="1387"/>
                    <a:pt x="17672" y="1387"/>
                    <a:pt x="17672" y="1387"/>
                  </a:cubicBezTo>
                  <a:cubicBezTo>
                    <a:pt x="17788" y="1486"/>
                    <a:pt x="17788" y="1486"/>
                    <a:pt x="17788" y="1486"/>
                  </a:cubicBezTo>
                  <a:cubicBezTo>
                    <a:pt x="17788" y="1486"/>
                    <a:pt x="17788" y="1486"/>
                    <a:pt x="17788" y="1486"/>
                  </a:cubicBezTo>
                  <a:cubicBezTo>
                    <a:pt x="17788" y="1486"/>
                    <a:pt x="17788" y="1486"/>
                    <a:pt x="17788" y="1486"/>
                  </a:cubicBezTo>
                  <a:cubicBezTo>
                    <a:pt x="17672" y="1486"/>
                    <a:pt x="17672" y="1486"/>
                    <a:pt x="17672" y="1486"/>
                  </a:cubicBezTo>
                  <a:cubicBezTo>
                    <a:pt x="17557" y="1486"/>
                    <a:pt x="17557" y="1486"/>
                    <a:pt x="17557" y="1486"/>
                  </a:cubicBezTo>
                  <a:cubicBezTo>
                    <a:pt x="17557" y="1486"/>
                    <a:pt x="17557" y="1486"/>
                    <a:pt x="17557" y="1486"/>
                  </a:cubicBezTo>
                  <a:cubicBezTo>
                    <a:pt x="17557" y="1486"/>
                    <a:pt x="17557" y="1486"/>
                    <a:pt x="17557" y="1486"/>
                  </a:cubicBezTo>
                  <a:cubicBezTo>
                    <a:pt x="17557" y="1486"/>
                    <a:pt x="17557" y="1486"/>
                    <a:pt x="17557" y="1486"/>
                  </a:cubicBezTo>
                  <a:cubicBezTo>
                    <a:pt x="17672" y="1585"/>
                    <a:pt x="17672" y="1585"/>
                    <a:pt x="17672" y="1585"/>
                  </a:cubicBezTo>
                  <a:cubicBezTo>
                    <a:pt x="17788" y="1585"/>
                    <a:pt x="17788" y="1585"/>
                    <a:pt x="17788" y="1585"/>
                  </a:cubicBezTo>
                  <a:cubicBezTo>
                    <a:pt x="17903" y="1585"/>
                    <a:pt x="17903" y="1585"/>
                    <a:pt x="17903" y="1585"/>
                  </a:cubicBezTo>
                  <a:cubicBezTo>
                    <a:pt x="17903" y="1585"/>
                    <a:pt x="17903" y="1585"/>
                    <a:pt x="17903" y="1585"/>
                  </a:cubicBezTo>
                  <a:cubicBezTo>
                    <a:pt x="18134" y="1486"/>
                    <a:pt x="18134" y="1486"/>
                    <a:pt x="18134" y="1486"/>
                  </a:cubicBezTo>
                  <a:cubicBezTo>
                    <a:pt x="18134" y="1486"/>
                    <a:pt x="18134" y="1486"/>
                    <a:pt x="18134" y="1486"/>
                  </a:cubicBezTo>
                  <a:cubicBezTo>
                    <a:pt x="18134" y="1585"/>
                    <a:pt x="18134" y="1585"/>
                    <a:pt x="18134" y="1585"/>
                  </a:cubicBezTo>
                  <a:cubicBezTo>
                    <a:pt x="18134" y="1486"/>
                    <a:pt x="18134" y="1486"/>
                    <a:pt x="18134" y="1486"/>
                  </a:cubicBezTo>
                  <a:cubicBezTo>
                    <a:pt x="18134" y="1486"/>
                    <a:pt x="18134" y="1486"/>
                    <a:pt x="18134" y="1486"/>
                  </a:cubicBezTo>
                  <a:cubicBezTo>
                    <a:pt x="18250" y="1486"/>
                    <a:pt x="18250" y="1486"/>
                    <a:pt x="18250" y="1486"/>
                  </a:cubicBezTo>
                  <a:cubicBezTo>
                    <a:pt x="18481" y="1486"/>
                    <a:pt x="18481" y="1486"/>
                    <a:pt x="18481" y="1486"/>
                  </a:cubicBezTo>
                  <a:cubicBezTo>
                    <a:pt x="18481" y="1486"/>
                    <a:pt x="18481" y="1486"/>
                    <a:pt x="18481" y="1486"/>
                  </a:cubicBezTo>
                  <a:cubicBezTo>
                    <a:pt x="18596" y="1585"/>
                    <a:pt x="18596" y="1585"/>
                    <a:pt x="18596" y="1585"/>
                  </a:cubicBezTo>
                  <a:cubicBezTo>
                    <a:pt x="18596" y="1585"/>
                    <a:pt x="18596" y="1585"/>
                    <a:pt x="18596" y="1585"/>
                  </a:cubicBezTo>
                  <a:cubicBezTo>
                    <a:pt x="18596" y="1585"/>
                    <a:pt x="18596" y="1585"/>
                    <a:pt x="18596" y="1585"/>
                  </a:cubicBezTo>
                  <a:cubicBezTo>
                    <a:pt x="18712" y="1486"/>
                    <a:pt x="18712" y="1486"/>
                    <a:pt x="18712" y="1486"/>
                  </a:cubicBezTo>
                  <a:cubicBezTo>
                    <a:pt x="18712" y="1585"/>
                    <a:pt x="18712" y="1585"/>
                    <a:pt x="18712" y="1585"/>
                  </a:cubicBezTo>
                  <a:cubicBezTo>
                    <a:pt x="18712" y="1585"/>
                    <a:pt x="18712" y="1585"/>
                    <a:pt x="18712" y="1585"/>
                  </a:cubicBezTo>
                  <a:cubicBezTo>
                    <a:pt x="18827" y="1684"/>
                    <a:pt x="18827" y="1684"/>
                    <a:pt x="18827" y="1684"/>
                  </a:cubicBezTo>
                  <a:cubicBezTo>
                    <a:pt x="18943" y="1684"/>
                    <a:pt x="18943" y="1684"/>
                    <a:pt x="18943" y="1684"/>
                  </a:cubicBezTo>
                  <a:cubicBezTo>
                    <a:pt x="19058" y="1684"/>
                    <a:pt x="19058" y="1684"/>
                    <a:pt x="19058" y="1684"/>
                  </a:cubicBezTo>
                  <a:cubicBezTo>
                    <a:pt x="19058" y="1783"/>
                    <a:pt x="19058" y="1783"/>
                    <a:pt x="19058" y="1783"/>
                  </a:cubicBezTo>
                  <a:cubicBezTo>
                    <a:pt x="19058" y="1783"/>
                    <a:pt x="19058" y="1783"/>
                    <a:pt x="19058" y="1783"/>
                  </a:cubicBezTo>
                  <a:cubicBezTo>
                    <a:pt x="19289" y="1882"/>
                    <a:pt x="19289" y="1882"/>
                    <a:pt x="19289" y="1882"/>
                  </a:cubicBezTo>
                  <a:cubicBezTo>
                    <a:pt x="19289" y="1882"/>
                    <a:pt x="19289" y="1882"/>
                    <a:pt x="19289" y="1882"/>
                  </a:cubicBezTo>
                  <a:cubicBezTo>
                    <a:pt x="19289" y="1981"/>
                    <a:pt x="19289" y="1981"/>
                    <a:pt x="19289" y="1981"/>
                  </a:cubicBezTo>
                  <a:cubicBezTo>
                    <a:pt x="19289" y="1981"/>
                    <a:pt x="19289" y="1981"/>
                    <a:pt x="19289" y="1981"/>
                  </a:cubicBezTo>
                  <a:cubicBezTo>
                    <a:pt x="19289" y="2080"/>
                    <a:pt x="19289" y="2080"/>
                    <a:pt x="19289" y="2080"/>
                  </a:cubicBezTo>
                  <a:cubicBezTo>
                    <a:pt x="19289" y="2080"/>
                    <a:pt x="19289" y="2080"/>
                    <a:pt x="19289" y="2080"/>
                  </a:cubicBezTo>
                  <a:cubicBezTo>
                    <a:pt x="19289" y="2179"/>
                    <a:pt x="19289" y="2179"/>
                    <a:pt x="19289" y="2179"/>
                  </a:cubicBezTo>
                  <a:cubicBezTo>
                    <a:pt x="19174" y="2179"/>
                    <a:pt x="19174" y="2179"/>
                    <a:pt x="19174" y="2179"/>
                  </a:cubicBezTo>
                  <a:cubicBezTo>
                    <a:pt x="19174" y="2179"/>
                    <a:pt x="19174" y="2179"/>
                    <a:pt x="19174" y="2179"/>
                  </a:cubicBezTo>
                  <a:cubicBezTo>
                    <a:pt x="19058" y="2278"/>
                    <a:pt x="19058" y="2278"/>
                    <a:pt x="19058" y="2278"/>
                  </a:cubicBezTo>
                  <a:cubicBezTo>
                    <a:pt x="19058" y="2179"/>
                    <a:pt x="19058" y="2179"/>
                    <a:pt x="19058" y="2179"/>
                  </a:cubicBezTo>
                  <a:cubicBezTo>
                    <a:pt x="18943" y="2278"/>
                    <a:pt x="18943" y="2278"/>
                    <a:pt x="18943" y="2278"/>
                  </a:cubicBezTo>
                  <a:cubicBezTo>
                    <a:pt x="18943" y="2278"/>
                    <a:pt x="18943" y="2278"/>
                    <a:pt x="18943" y="2278"/>
                  </a:cubicBezTo>
                  <a:cubicBezTo>
                    <a:pt x="18943" y="2278"/>
                    <a:pt x="18943" y="2278"/>
                    <a:pt x="18943" y="2278"/>
                  </a:cubicBezTo>
                  <a:cubicBezTo>
                    <a:pt x="18827" y="2377"/>
                    <a:pt x="18827" y="2377"/>
                    <a:pt x="18827" y="2377"/>
                  </a:cubicBezTo>
                  <a:cubicBezTo>
                    <a:pt x="18712" y="2377"/>
                    <a:pt x="18712" y="2377"/>
                    <a:pt x="18712" y="2377"/>
                  </a:cubicBezTo>
                  <a:cubicBezTo>
                    <a:pt x="18596" y="2377"/>
                    <a:pt x="18596" y="2377"/>
                    <a:pt x="18596" y="2377"/>
                  </a:cubicBezTo>
                  <a:cubicBezTo>
                    <a:pt x="18481" y="2377"/>
                    <a:pt x="18481" y="2377"/>
                    <a:pt x="18481" y="2377"/>
                  </a:cubicBezTo>
                  <a:cubicBezTo>
                    <a:pt x="18481" y="2377"/>
                    <a:pt x="18481" y="2377"/>
                    <a:pt x="18481"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477"/>
                    <a:pt x="18365" y="2477"/>
                    <a:pt x="18365" y="2477"/>
                  </a:cubicBezTo>
                  <a:cubicBezTo>
                    <a:pt x="18250" y="2477"/>
                    <a:pt x="18250" y="2477"/>
                    <a:pt x="18250" y="2477"/>
                  </a:cubicBezTo>
                  <a:cubicBezTo>
                    <a:pt x="18134" y="2477"/>
                    <a:pt x="18134" y="2477"/>
                    <a:pt x="18134" y="2477"/>
                  </a:cubicBezTo>
                  <a:cubicBezTo>
                    <a:pt x="18134" y="2477"/>
                    <a:pt x="18134" y="2477"/>
                    <a:pt x="18134" y="2477"/>
                  </a:cubicBezTo>
                  <a:cubicBezTo>
                    <a:pt x="18019" y="2477"/>
                    <a:pt x="18019" y="2477"/>
                    <a:pt x="18019" y="2477"/>
                  </a:cubicBezTo>
                  <a:cubicBezTo>
                    <a:pt x="18019" y="2477"/>
                    <a:pt x="18019" y="2477"/>
                    <a:pt x="18019" y="2477"/>
                  </a:cubicBezTo>
                  <a:cubicBezTo>
                    <a:pt x="17903" y="2477"/>
                    <a:pt x="17903" y="2477"/>
                    <a:pt x="17903" y="2477"/>
                  </a:cubicBezTo>
                  <a:cubicBezTo>
                    <a:pt x="17788" y="2477"/>
                    <a:pt x="17788" y="2477"/>
                    <a:pt x="17788" y="2477"/>
                  </a:cubicBezTo>
                  <a:cubicBezTo>
                    <a:pt x="17672" y="2477"/>
                    <a:pt x="17672" y="2477"/>
                    <a:pt x="17672" y="2477"/>
                  </a:cubicBezTo>
                  <a:cubicBezTo>
                    <a:pt x="17672" y="2477"/>
                    <a:pt x="17672" y="2477"/>
                    <a:pt x="17672" y="2477"/>
                  </a:cubicBezTo>
                  <a:cubicBezTo>
                    <a:pt x="17557" y="2477"/>
                    <a:pt x="17557" y="2477"/>
                    <a:pt x="17557" y="2477"/>
                  </a:cubicBezTo>
                  <a:cubicBezTo>
                    <a:pt x="17557" y="2477"/>
                    <a:pt x="17557" y="2477"/>
                    <a:pt x="17557" y="2477"/>
                  </a:cubicBezTo>
                  <a:cubicBezTo>
                    <a:pt x="17441" y="2477"/>
                    <a:pt x="17441" y="2477"/>
                    <a:pt x="17441" y="2477"/>
                  </a:cubicBezTo>
                  <a:cubicBezTo>
                    <a:pt x="17326" y="2477"/>
                    <a:pt x="17326" y="2477"/>
                    <a:pt x="17326" y="2477"/>
                  </a:cubicBezTo>
                  <a:cubicBezTo>
                    <a:pt x="17326" y="2477"/>
                    <a:pt x="17326" y="2477"/>
                    <a:pt x="17326" y="2477"/>
                  </a:cubicBezTo>
                  <a:cubicBezTo>
                    <a:pt x="17210" y="2477"/>
                    <a:pt x="17210" y="2477"/>
                    <a:pt x="17210" y="2477"/>
                  </a:cubicBezTo>
                  <a:cubicBezTo>
                    <a:pt x="17095" y="2477"/>
                    <a:pt x="17095" y="2477"/>
                    <a:pt x="17095" y="2477"/>
                  </a:cubicBezTo>
                  <a:cubicBezTo>
                    <a:pt x="16979" y="2377"/>
                    <a:pt x="16979" y="2377"/>
                    <a:pt x="16979" y="2377"/>
                  </a:cubicBezTo>
                  <a:cubicBezTo>
                    <a:pt x="16979" y="2377"/>
                    <a:pt x="16979" y="2377"/>
                    <a:pt x="16979" y="2377"/>
                  </a:cubicBezTo>
                  <a:cubicBezTo>
                    <a:pt x="16979" y="2377"/>
                    <a:pt x="16979" y="2377"/>
                    <a:pt x="16979" y="2377"/>
                  </a:cubicBezTo>
                  <a:cubicBezTo>
                    <a:pt x="16748" y="2377"/>
                    <a:pt x="16748" y="2377"/>
                    <a:pt x="16748" y="2377"/>
                  </a:cubicBezTo>
                  <a:cubicBezTo>
                    <a:pt x="16748" y="2377"/>
                    <a:pt x="16748" y="2377"/>
                    <a:pt x="16748" y="2377"/>
                  </a:cubicBezTo>
                  <a:cubicBezTo>
                    <a:pt x="16633" y="2377"/>
                    <a:pt x="16633" y="2377"/>
                    <a:pt x="16633" y="2377"/>
                  </a:cubicBezTo>
                  <a:cubicBezTo>
                    <a:pt x="16517" y="2377"/>
                    <a:pt x="16517" y="2377"/>
                    <a:pt x="16517" y="2377"/>
                  </a:cubicBezTo>
                  <a:cubicBezTo>
                    <a:pt x="16517" y="2377"/>
                    <a:pt x="16517" y="2377"/>
                    <a:pt x="16517" y="2377"/>
                  </a:cubicBezTo>
                  <a:cubicBezTo>
                    <a:pt x="16402" y="2377"/>
                    <a:pt x="16402" y="2377"/>
                    <a:pt x="16402" y="2377"/>
                  </a:cubicBezTo>
                  <a:cubicBezTo>
                    <a:pt x="16286" y="2377"/>
                    <a:pt x="16286" y="2377"/>
                    <a:pt x="16286" y="2377"/>
                  </a:cubicBezTo>
                  <a:cubicBezTo>
                    <a:pt x="16286" y="2377"/>
                    <a:pt x="16286" y="2377"/>
                    <a:pt x="16286" y="2377"/>
                  </a:cubicBezTo>
                  <a:cubicBezTo>
                    <a:pt x="16171" y="2377"/>
                    <a:pt x="16171" y="2377"/>
                    <a:pt x="16171" y="2377"/>
                  </a:cubicBezTo>
                  <a:cubicBezTo>
                    <a:pt x="16055" y="2377"/>
                    <a:pt x="16055" y="2377"/>
                    <a:pt x="16055" y="2377"/>
                  </a:cubicBezTo>
                  <a:cubicBezTo>
                    <a:pt x="15940" y="2477"/>
                    <a:pt x="15940" y="2477"/>
                    <a:pt x="15940" y="2477"/>
                  </a:cubicBezTo>
                  <a:cubicBezTo>
                    <a:pt x="15940" y="2477"/>
                    <a:pt x="15940" y="2477"/>
                    <a:pt x="15940" y="2477"/>
                  </a:cubicBezTo>
                  <a:cubicBezTo>
                    <a:pt x="15940" y="2477"/>
                    <a:pt x="15940" y="2477"/>
                    <a:pt x="15940" y="2477"/>
                  </a:cubicBezTo>
                  <a:cubicBezTo>
                    <a:pt x="15940" y="2377"/>
                    <a:pt x="15940" y="2377"/>
                    <a:pt x="15940" y="2377"/>
                  </a:cubicBezTo>
                  <a:cubicBezTo>
                    <a:pt x="15824" y="2377"/>
                    <a:pt x="15824" y="2377"/>
                    <a:pt x="15824" y="2377"/>
                  </a:cubicBezTo>
                  <a:cubicBezTo>
                    <a:pt x="15824" y="2377"/>
                    <a:pt x="15824" y="2377"/>
                    <a:pt x="15824" y="2377"/>
                  </a:cubicBezTo>
                  <a:cubicBezTo>
                    <a:pt x="15709" y="2377"/>
                    <a:pt x="15709" y="2377"/>
                    <a:pt x="15709" y="2377"/>
                  </a:cubicBezTo>
                  <a:cubicBezTo>
                    <a:pt x="15709" y="2377"/>
                    <a:pt x="15709" y="2377"/>
                    <a:pt x="15709" y="2377"/>
                  </a:cubicBezTo>
                  <a:cubicBezTo>
                    <a:pt x="15709" y="2377"/>
                    <a:pt x="15709" y="2377"/>
                    <a:pt x="15709" y="2377"/>
                  </a:cubicBezTo>
                  <a:cubicBezTo>
                    <a:pt x="15709" y="2377"/>
                    <a:pt x="15709" y="2377"/>
                    <a:pt x="15709" y="2377"/>
                  </a:cubicBezTo>
                  <a:cubicBezTo>
                    <a:pt x="15824" y="2377"/>
                    <a:pt x="15824" y="2377"/>
                    <a:pt x="15824" y="2377"/>
                  </a:cubicBezTo>
                  <a:cubicBezTo>
                    <a:pt x="15824" y="2477"/>
                    <a:pt x="15824" y="2477"/>
                    <a:pt x="15824" y="2477"/>
                  </a:cubicBezTo>
                  <a:cubicBezTo>
                    <a:pt x="15940" y="2477"/>
                    <a:pt x="15940" y="2477"/>
                    <a:pt x="15940" y="2477"/>
                  </a:cubicBezTo>
                  <a:cubicBezTo>
                    <a:pt x="15824" y="2477"/>
                    <a:pt x="15824" y="2477"/>
                    <a:pt x="15824" y="2477"/>
                  </a:cubicBezTo>
                  <a:cubicBezTo>
                    <a:pt x="15824" y="2576"/>
                    <a:pt x="15824" y="2576"/>
                    <a:pt x="15824" y="2576"/>
                  </a:cubicBezTo>
                  <a:cubicBezTo>
                    <a:pt x="15709" y="2576"/>
                    <a:pt x="15709" y="2576"/>
                    <a:pt x="15709" y="2576"/>
                  </a:cubicBezTo>
                  <a:cubicBezTo>
                    <a:pt x="15709" y="2576"/>
                    <a:pt x="15709" y="2576"/>
                    <a:pt x="15709" y="2576"/>
                  </a:cubicBezTo>
                  <a:cubicBezTo>
                    <a:pt x="15593" y="2576"/>
                    <a:pt x="15593" y="2576"/>
                    <a:pt x="15593" y="2576"/>
                  </a:cubicBezTo>
                  <a:cubicBezTo>
                    <a:pt x="15478" y="2576"/>
                    <a:pt x="15478" y="2576"/>
                    <a:pt x="15478" y="2576"/>
                  </a:cubicBezTo>
                  <a:cubicBezTo>
                    <a:pt x="15362" y="2675"/>
                    <a:pt x="15362" y="2675"/>
                    <a:pt x="15362" y="2675"/>
                  </a:cubicBezTo>
                  <a:cubicBezTo>
                    <a:pt x="15247" y="2675"/>
                    <a:pt x="15247" y="2675"/>
                    <a:pt x="15247" y="2675"/>
                  </a:cubicBezTo>
                  <a:cubicBezTo>
                    <a:pt x="15247" y="2675"/>
                    <a:pt x="15247" y="2675"/>
                    <a:pt x="15247" y="2675"/>
                  </a:cubicBezTo>
                  <a:cubicBezTo>
                    <a:pt x="15131" y="2675"/>
                    <a:pt x="15131" y="2675"/>
                    <a:pt x="15131" y="2675"/>
                  </a:cubicBezTo>
                  <a:cubicBezTo>
                    <a:pt x="15131" y="2675"/>
                    <a:pt x="15131" y="2675"/>
                    <a:pt x="15131" y="2675"/>
                  </a:cubicBezTo>
                  <a:cubicBezTo>
                    <a:pt x="15016" y="2774"/>
                    <a:pt x="15016" y="2774"/>
                    <a:pt x="15016" y="2774"/>
                  </a:cubicBezTo>
                  <a:cubicBezTo>
                    <a:pt x="14900" y="2774"/>
                    <a:pt x="14900" y="2774"/>
                    <a:pt x="14900" y="2774"/>
                  </a:cubicBezTo>
                  <a:cubicBezTo>
                    <a:pt x="14900" y="2774"/>
                    <a:pt x="14900" y="2774"/>
                    <a:pt x="14900" y="2774"/>
                  </a:cubicBezTo>
                  <a:cubicBezTo>
                    <a:pt x="14900" y="2873"/>
                    <a:pt x="14900" y="2873"/>
                    <a:pt x="14900" y="2873"/>
                  </a:cubicBezTo>
                  <a:cubicBezTo>
                    <a:pt x="14900" y="2873"/>
                    <a:pt x="14900" y="2873"/>
                    <a:pt x="14900" y="2873"/>
                  </a:cubicBezTo>
                  <a:cubicBezTo>
                    <a:pt x="14900" y="2972"/>
                    <a:pt x="14900" y="2972"/>
                    <a:pt x="14900" y="2972"/>
                  </a:cubicBezTo>
                  <a:cubicBezTo>
                    <a:pt x="14900" y="3071"/>
                    <a:pt x="14900" y="3071"/>
                    <a:pt x="14900" y="3071"/>
                  </a:cubicBezTo>
                  <a:cubicBezTo>
                    <a:pt x="15016" y="3071"/>
                    <a:pt x="15016" y="3071"/>
                    <a:pt x="15016" y="3071"/>
                  </a:cubicBezTo>
                  <a:cubicBezTo>
                    <a:pt x="15016" y="3071"/>
                    <a:pt x="15016" y="3071"/>
                    <a:pt x="15016" y="3071"/>
                  </a:cubicBezTo>
                  <a:cubicBezTo>
                    <a:pt x="15016" y="3071"/>
                    <a:pt x="15016" y="3071"/>
                    <a:pt x="15016" y="3071"/>
                  </a:cubicBezTo>
                  <a:cubicBezTo>
                    <a:pt x="15016" y="2972"/>
                    <a:pt x="15016" y="2972"/>
                    <a:pt x="15016" y="2972"/>
                  </a:cubicBezTo>
                  <a:cubicBezTo>
                    <a:pt x="15131" y="2873"/>
                    <a:pt x="15131" y="2873"/>
                    <a:pt x="15131" y="2873"/>
                  </a:cubicBezTo>
                  <a:cubicBezTo>
                    <a:pt x="15247" y="2873"/>
                    <a:pt x="15247" y="2873"/>
                    <a:pt x="15247" y="2873"/>
                  </a:cubicBezTo>
                  <a:cubicBezTo>
                    <a:pt x="15247" y="2873"/>
                    <a:pt x="15247" y="2873"/>
                    <a:pt x="15247" y="2873"/>
                  </a:cubicBezTo>
                  <a:cubicBezTo>
                    <a:pt x="15362" y="2873"/>
                    <a:pt x="15362" y="2873"/>
                    <a:pt x="15362" y="2873"/>
                  </a:cubicBezTo>
                  <a:cubicBezTo>
                    <a:pt x="15478" y="2873"/>
                    <a:pt x="15478" y="2873"/>
                    <a:pt x="15478" y="2873"/>
                  </a:cubicBezTo>
                  <a:cubicBezTo>
                    <a:pt x="15478" y="2873"/>
                    <a:pt x="15478" y="2873"/>
                    <a:pt x="15478" y="2873"/>
                  </a:cubicBezTo>
                  <a:cubicBezTo>
                    <a:pt x="15593" y="2774"/>
                    <a:pt x="15593" y="2774"/>
                    <a:pt x="15593" y="2774"/>
                  </a:cubicBezTo>
                  <a:cubicBezTo>
                    <a:pt x="15709" y="2774"/>
                    <a:pt x="15709" y="2774"/>
                    <a:pt x="15709" y="2774"/>
                  </a:cubicBezTo>
                  <a:cubicBezTo>
                    <a:pt x="15940" y="2675"/>
                    <a:pt x="15940" y="2675"/>
                    <a:pt x="15940" y="2675"/>
                  </a:cubicBezTo>
                  <a:cubicBezTo>
                    <a:pt x="15940" y="2675"/>
                    <a:pt x="15940" y="2675"/>
                    <a:pt x="15940" y="2675"/>
                  </a:cubicBezTo>
                  <a:cubicBezTo>
                    <a:pt x="15940" y="2675"/>
                    <a:pt x="15940" y="2675"/>
                    <a:pt x="15940" y="2675"/>
                  </a:cubicBezTo>
                  <a:cubicBezTo>
                    <a:pt x="15940" y="2774"/>
                    <a:pt x="15940" y="2774"/>
                    <a:pt x="15940" y="2774"/>
                  </a:cubicBezTo>
                  <a:cubicBezTo>
                    <a:pt x="15940" y="2774"/>
                    <a:pt x="15940" y="2774"/>
                    <a:pt x="15940" y="2774"/>
                  </a:cubicBezTo>
                  <a:cubicBezTo>
                    <a:pt x="16055" y="2774"/>
                    <a:pt x="16055" y="2774"/>
                    <a:pt x="16055" y="2774"/>
                  </a:cubicBezTo>
                  <a:cubicBezTo>
                    <a:pt x="16055" y="2675"/>
                    <a:pt x="16055" y="2675"/>
                    <a:pt x="16055" y="2675"/>
                  </a:cubicBezTo>
                  <a:cubicBezTo>
                    <a:pt x="16171" y="2576"/>
                    <a:pt x="16171" y="2576"/>
                    <a:pt x="16171" y="2576"/>
                  </a:cubicBezTo>
                  <a:cubicBezTo>
                    <a:pt x="16171" y="2576"/>
                    <a:pt x="16171" y="2576"/>
                    <a:pt x="16171" y="2576"/>
                  </a:cubicBezTo>
                  <a:cubicBezTo>
                    <a:pt x="16286" y="2576"/>
                    <a:pt x="16286" y="2576"/>
                    <a:pt x="16286" y="2576"/>
                  </a:cubicBezTo>
                  <a:cubicBezTo>
                    <a:pt x="16286" y="2576"/>
                    <a:pt x="16286" y="2576"/>
                    <a:pt x="16286" y="2576"/>
                  </a:cubicBezTo>
                  <a:cubicBezTo>
                    <a:pt x="16402" y="2576"/>
                    <a:pt x="16402" y="2576"/>
                    <a:pt x="16402" y="2576"/>
                  </a:cubicBezTo>
                  <a:cubicBezTo>
                    <a:pt x="16517" y="2576"/>
                    <a:pt x="16517" y="2576"/>
                    <a:pt x="16517" y="2576"/>
                  </a:cubicBezTo>
                  <a:cubicBezTo>
                    <a:pt x="16633" y="2675"/>
                    <a:pt x="16633" y="2675"/>
                    <a:pt x="16633" y="2675"/>
                  </a:cubicBezTo>
                  <a:cubicBezTo>
                    <a:pt x="16748" y="2675"/>
                    <a:pt x="16748" y="2675"/>
                    <a:pt x="16748" y="2675"/>
                  </a:cubicBezTo>
                  <a:cubicBezTo>
                    <a:pt x="16979" y="2675"/>
                    <a:pt x="16979" y="2675"/>
                    <a:pt x="16979" y="2675"/>
                  </a:cubicBezTo>
                  <a:cubicBezTo>
                    <a:pt x="17095" y="2675"/>
                    <a:pt x="17095" y="2675"/>
                    <a:pt x="17095" y="2675"/>
                  </a:cubicBezTo>
                  <a:cubicBezTo>
                    <a:pt x="17210" y="2675"/>
                    <a:pt x="17210" y="2675"/>
                    <a:pt x="17210" y="2675"/>
                  </a:cubicBezTo>
                  <a:cubicBezTo>
                    <a:pt x="17326" y="2675"/>
                    <a:pt x="17326" y="2675"/>
                    <a:pt x="17326" y="2675"/>
                  </a:cubicBezTo>
                  <a:cubicBezTo>
                    <a:pt x="17557" y="2774"/>
                    <a:pt x="17557" y="2774"/>
                    <a:pt x="17557" y="2774"/>
                  </a:cubicBezTo>
                  <a:cubicBezTo>
                    <a:pt x="17557" y="2675"/>
                    <a:pt x="17557" y="2675"/>
                    <a:pt x="17557" y="2675"/>
                  </a:cubicBezTo>
                  <a:cubicBezTo>
                    <a:pt x="17672" y="2774"/>
                    <a:pt x="17672" y="2774"/>
                    <a:pt x="17672" y="2774"/>
                  </a:cubicBezTo>
                  <a:cubicBezTo>
                    <a:pt x="17672" y="2774"/>
                    <a:pt x="17672" y="2774"/>
                    <a:pt x="17672" y="2774"/>
                  </a:cubicBezTo>
                  <a:cubicBezTo>
                    <a:pt x="17672" y="2873"/>
                    <a:pt x="17672" y="2873"/>
                    <a:pt x="17672" y="2873"/>
                  </a:cubicBezTo>
                  <a:cubicBezTo>
                    <a:pt x="17557" y="2873"/>
                    <a:pt x="17557" y="2873"/>
                    <a:pt x="17557" y="2873"/>
                  </a:cubicBezTo>
                  <a:cubicBezTo>
                    <a:pt x="17557" y="2972"/>
                    <a:pt x="17557" y="2972"/>
                    <a:pt x="17557" y="2972"/>
                  </a:cubicBezTo>
                  <a:cubicBezTo>
                    <a:pt x="17557" y="2972"/>
                    <a:pt x="17557" y="2972"/>
                    <a:pt x="17557" y="2972"/>
                  </a:cubicBezTo>
                  <a:cubicBezTo>
                    <a:pt x="17441" y="3071"/>
                    <a:pt x="17441" y="3071"/>
                    <a:pt x="17441" y="3071"/>
                  </a:cubicBezTo>
                  <a:cubicBezTo>
                    <a:pt x="17210" y="3071"/>
                    <a:pt x="17210" y="3071"/>
                    <a:pt x="17210" y="3071"/>
                  </a:cubicBezTo>
                  <a:cubicBezTo>
                    <a:pt x="17095" y="3071"/>
                    <a:pt x="17095" y="3071"/>
                    <a:pt x="17095" y="3071"/>
                  </a:cubicBezTo>
                  <a:cubicBezTo>
                    <a:pt x="17095" y="3071"/>
                    <a:pt x="17095" y="3071"/>
                    <a:pt x="17095" y="3071"/>
                  </a:cubicBezTo>
                  <a:cubicBezTo>
                    <a:pt x="16979" y="3071"/>
                    <a:pt x="16979" y="3071"/>
                    <a:pt x="16979" y="3071"/>
                  </a:cubicBezTo>
                  <a:cubicBezTo>
                    <a:pt x="16979" y="3071"/>
                    <a:pt x="16979" y="3071"/>
                    <a:pt x="16979" y="3071"/>
                  </a:cubicBezTo>
                  <a:cubicBezTo>
                    <a:pt x="16979" y="3170"/>
                    <a:pt x="16979" y="3170"/>
                    <a:pt x="16979" y="3170"/>
                  </a:cubicBezTo>
                  <a:cubicBezTo>
                    <a:pt x="16979" y="3170"/>
                    <a:pt x="16979" y="3170"/>
                    <a:pt x="16979" y="3170"/>
                  </a:cubicBezTo>
                  <a:cubicBezTo>
                    <a:pt x="16979" y="3269"/>
                    <a:pt x="16979" y="3269"/>
                    <a:pt x="16979" y="3269"/>
                  </a:cubicBezTo>
                  <a:cubicBezTo>
                    <a:pt x="16979" y="3269"/>
                    <a:pt x="16979" y="3269"/>
                    <a:pt x="16979" y="3269"/>
                  </a:cubicBezTo>
                  <a:cubicBezTo>
                    <a:pt x="16979" y="3269"/>
                    <a:pt x="16979" y="3269"/>
                    <a:pt x="16979" y="3269"/>
                  </a:cubicBezTo>
                  <a:cubicBezTo>
                    <a:pt x="17095" y="3269"/>
                    <a:pt x="17095" y="3269"/>
                    <a:pt x="17095" y="3269"/>
                  </a:cubicBezTo>
                  <a:cubicBezTo>
                    <a:pt x="17210" y="3269"/>
                    <a:pt x="17210" y="3269"/>
                    <a:pt x="17210" y="3269"/>
                  </a:cubicBezTo>
                  <a:cubicBezTo>
                    <a:pt x="17326" y="3170"/>
                    <a:pt x="17326" y="3170"/>
                    <a:pt x="17326" y="3170"/>
                  </a:cubicBezTo>
                  <a:cubicBezTo>
                    <a:pt x="17326" y="3170"/>
                    <a:pt x="17557" y="3170"/>
                    <a:pt x="17557" y="3170"/>
                  </a:cubicBezTo>
                  <a:cubicBezTo>
                    <a:pt x="17557" y="3170"/>
                    <a:pt x="17672" y="3269"/>
                    <a:pt x="17672" y="3269"/>
                  </a:cubicBezTo>
                  <a:cubicBezTo>
                    <a:pt x="17788" y="3269"/>
                    <a:pt x="17788" y="3269"/>
                    <a:pt x="17788" y="3269"/>
                  </a:cubicBezTo>
                  <a:cubicBezTo>
                    <a:pt x="17788" y="3269"/>
                    <a:pt x="17788" y="3269"/>
                    <a:pt x="17788" y="3269"/>
                  </a:cubicBezTo>
                  <a:cubicBezTo>
                    <a:pt x="17903" y="3269"/>
                    <a:pt x="17903" y="3269"/>
                    <a:pt x="17903" y="3269"/>
                  </a:cubicBezTo>
                  <a:cubicBezTo>
                    <a:pt x="17903" y="3269"/>
                    <a:pt x="17903" y="3269"/>
                    <a:pt x="17903" y="3269"/>
                  </a:cubicBezTo>
                  <a:cubicBezTo>
                    <a:pt x="17903" y="3269"/>
                    <a:pt x="17903" y="3269"/>
                    <a:pt x="17903" y="3269"/>
                  </a:cubicBezTo>
                  <a:cubicBezTo>
                    <a:pt x="18019" y="3269"/>
                    <a:pt x="18019" y="3269"/>
                    <a:pt x="18019" y="3269"/>
                  </a:cubicBezTo>
                  <a:cubicBezTo>
                    <a:pt x="18019" y="3269"/>
                    <a:pt x="18019" y="3269"/>
                    <a:pt x="18019" y="3269"/>
                  </a:cubicBezTo>
                  <a:cubicBezTo>
                    <a:pt x="18134" y="3170"/>
                    <a:pt x="18134" y="3170"/>
                    <a:pt x="18134" y="3170"/>
                  </a:cubicBezTo>
                  <a:cubicBezTo>
                    <a:pt x="18134" y="3071"/>
                    <a:pt x="18134" y="3071"/>
                    <a:pt x="18134" y="3071"/>
                  </a:cubicBezTo>
                  <a:cubicBezTo>
                    <a:pt x="18134" y="2972"/>
                    <a:pt x="18134" y="2972"/>
                    <a:pt x="18134" y="2972"/>
                  </a:cubicBezTo>
                  <a:cubicBezTo>
                    <a:pt x="18250" y="2873"/>
                    <a:pt x="18250" y="2873"/>
                    <a:pt x="18250" y="2873"/>
                  </a:cubicBezTo>
                  <a:cubicBezTo>
                    <a:pt x="18134" y="2873"/>
                    <a:pt x="18134" y="2873"/>
                    <a:pt x="18134" y="2873"/>
                  </a:cubicBezTo>
                  <a:cubicBezTo>
                    <a:pt x="18134" y="2873"/>
                    <a:pt x="18134" y="2873"/>
                    <a:pt x="18134" y="2873"/>
                  </a:cubicBezTo>
                  <a:cubicBezTo>
                    <a:pt x="18250" y="2774"/>
                    <a:pt x="18250" y="2774"/>
                    <a:pt x="18250" y="2774"/>
                  </a:cubicBezTo>
                  <a:cubicBezTo>
                    <a:pt x="18365" y="2774"/>
                    <a:pt x="18365" y="2774"/>
                    <a:pt x="18365" y="2774"/>
                  </a:cubicBezTo>
                  <a:cubicBezTo>
                    <a:pt x="18481" y="2774"/>
                    <a:pt x="18481" y="2774"/>
                    <a:pt x="18481" y="2774"/>
                  </a:cubicBezTo>
                  <a:cubicBezTo>
                    <a:pt x="18596" y="2774"/>
                    <a:pt x="18596" y="2774"/>
                    <a:pt x="18596" y="2774"/>
                  </a:cubicBezTo>
                  <a:cubicBezTo>
                    <a:pt x="18712" y="2774"/>
                    <a:pt x="18712" y="2774"/>
                    <a:pt x="18712" y="2774"/>
                  </a:cubicBezTo>
                  <a:cubicBezTo>
                    <a:pt x="18827" y="2774"/>
                    <a:pt x="18827" y="2774"/>
                    <a:pt x="18827" y="2774"/>
                  </a:cubicBezTo>
                  <a:cubicBezTo>
                    <a:pt x="18827" y="2873"/>
                    <a:pt x="18827" y="2873"/>
                    <a:pt x="18827" y="2873"/>
                  </a:cubicBezTo>
                  <a:cubicBezTo>
                    <a:pt x="18827" y="2972"/>
                    <a:pt x="18827" y="2972"/>
                    <a:pt x="18827" y="2972"/>
                  </a:cubicBezTo>
                  <a:cubicBezTo>
                    <a:pt x="18827" y="3071"/>
                    <a:pt x="18827" y="3071"/>
                    <a:pt x="18827" y="3071"/>
                  </a:cubicBezTo>
                  <a:cubicBezTo>
                    <a:pt x="18712" y="3170"/>
                    <a:pt x="18712" y="3170"/>
                    <a:pt x="18712" y="3170"/>
                  </a:cubicBezTo>
                  <a:cubicBezTo>
                    <a:pt x="18596" y="3368"/>
                    <a:pt x="18596" y="3368"/>
                    <a:pt x="18596" y="3368"/>
                  </a:cubicBezTo>
                  <a:cubicBezTo>
                    <a:pt x="18596" y="3467"/>
                    <a:pt x="18596" y="3467"/>
                    <a:pt x="18596" y="3467"/>
                  </a:cubicBezTo>
                  <a:cubicBezTo>
                    <a:pt x="18596" y="3467"/>
                    <a:pt x="18596" y="3467"/>
                    <a:pt x="18596" y="3467"/>
                  </a:cubicBezTo>
                  <a:cubicBezTo>
                    <a:pt x="18250" y="3666"/>
                    <a:pt x="18250" y="3666"/>
                    <a:pt x="18250" y="3666"/>
                  </a:cubicBezTo>
                  <a:cubicBezTo>
                    <a:pt x="18250" y="3666"/>
                    <a:pt x="18250" y="3666"/>
                    <a:pt x="18250" y="3666"/>
                  </a:cubicBezTo>
                  <a:cubicBezTo>
                    <a:pt x="18250" y="3666"/>
                    <a:pt x="18250" y="3666"/>
                    <a:pt x="18250" y="3666"/>
                  </a:cubicBezTo>
                  <a:cubicBezTo>
                    <a:pt x="18134" y="3666"/>
                    <a:pt x="18134" y="3666"/>
                    <a:pt x="18134" y="3666"/>
                  </a:cubicBezTo>
                  <a:cubicBezTo>
                    <a:pt x="18019" y="3765"/>
                    <a:pt x="18019" y="3765"/>
                    <a:pt x="18019" y="3765"/>
                  </a:cubicBezTo>
                  <a:cubicBezTo>
                    <a:pt x="18019" y="3765"/>
                    <a:pt x="18019" y="3765"/>
                    <a:pt x="18019" y="3765"/>
                  </a:cubicBezTo>
                  <a:cubicBezTo>
                    <a:pt x="18019" y="3765"/>
                    <a:pt x="18019" y="3765"/>
                    <a:pt x="18019" y="3765"/>
                  </a:cubicBezTo>
                  <a:cubicBezTo>
                    <a:pt x="17903" y="3864"/>
                    <a:pt x="17903" y="3864"/>
                    <a:pt x="17903" y="3864"/>
                  </a:cubicBezTo>
                  <a:cubicBezTo>
                    <a:pt x="17903" y="3864"/>
                    <a:pt x="17903" y="3864"/>
                    <a:pt x="17903" y="3864"/>
                  </a:cubicBezTo>
                  <a:cubicBezTo>
                    <a:pt x="17788" y="3963"/>
                    <a:pt x="17788" y="3963"/>
                    <a:pt x="17788" y="3963"/>
                  </a:cubicBezTo>
                  <a:cubicBezTo>
                    <a:pt x="17788" y="3963"/>
                    <a:pt x="17788" y="3963"/>
                    <a:pt x="17788" y="3963"/>
                  </a:cubicBezTo>
                  <a:cubicBezTo>
                    <a:pt x="17672" y="3963"/>
                    <a:pt x="17672" y="3963"/>
                    <a:pt x="17672" y="3963"/>
                  </a:cubicBezTo>
                  <a:cubicBezTo>
                    <a:pt x="17672" y="3963"/>
                    <a:pt x="17672" y="3963"/>
                    <a:pt x="17672" y="3963"/>
                  </a:cubicBezTo>
                  <a:cubicBezTo>
                    <a:pt x="17672" y="3963"/>
                    <a:pt x="17672" y="3963"/>
                    <a:pt x="17672" y="3963"/>
                  </a:cubicBezTo>
                  <a:cubicBezTo>
                    <a:pt x="17672" y="4062"/>
                    <a:pt x="17672" y="4062"/>
                    <a:pt x="17672" y="4062"/>
                  </a:cubicBezTo>
                  <a:cubicBezTo>
                    <a:pt x="17672" y="4062"/>
                    <a:pt x="17672" y="4062"/>
                    <a:pt x="17672" y="4062"/>
                  </a:cubicBezTo>
                  <a:cubicBezTo>
                    <a:pt x="17557" y="4161"/>
                    <a:pt x="17557" y="4161"/>
                    <a:pt x="17557" y="4161"/>
                  </a:cubicBezTo>
                  <a:cubicBezTo>
                    <a:pt x="17441" y="4260"/>
                    <a:pt x="17441" y="4260"/>
                    <a:pt x="17441" y="4260"/>
                  </a:cubicBezTo>
                  <a:cubicBezTo>
                    <a:pt x="17441" y="4260"/>
                    <a:pt x="17441" y="4260"/>
                    <a:pt x="17441" y="4260"/>
                  </a:cubicBezTo>
                  <a:cubicBezTo>
                    <a:pt x="17326" y="4359"/>
                    <a:pt x="17326" y="4359"/>
                    <a:pt x="17326" y="4359"/>
                  </a:cubicBezTo>
                  <a:cubicBezTo>
                    <a:pt x="17210" y="4458"/>
                    <a:pt x="17210" y="4458"/>
                    <a:pt x="17210" y="4458"/>
                  </a:cubicBezTo>
                  <a:cubicBezTo>
                    <a:pt x="17095" y="4458"/>
                    <a:pt x="17095" y="4458"/>
                    <a:pt x="17095" y="4458"/>
                  </a:cubicBezTo>
                  <a:cubicBezTo>
                    <a:pt x="16979" y="4557"/>
                    <a:pt x="16979" y="4557"/>
                    <a:pt x="16979" y="4557"/>
                  </a:cubicBezTo>
                  <a:cubicBezTo>
                    <a:pt x="16979" y="4557"/>
                    <a:pt x="16979" y="4557"/>
                    <a:pt x="16979" y="4557"/>
                  </a:cubicBezTo>
                  <a:cubicBezTo>
                    <a:pt x="16864" y="4557"/>
                    <a:pt x="16864" y="4557"/>
                    <a:pt x="16864" y="4557"/>
                  </a:cubicBezTo>
                  <a:cubicBezTo>
                    <a:pt x="16864" y="4656"/>
                    <a:pt x="16864" y="4656"/>
                    <a:pt x="16864" y="4656"/>
                  </a:cubicBezTo>
                  <a:cubicBezTo>
                    <a:pt x="16864" y="4656"/>
                    <a:pt x="16864" y="4656"/>
                    <a:pt x="16864" y="4656"/>
                  </a:cubicBezTo>
                  <a:cubicBezTo>
                    <a:pt x="16864" y="4755"/>
                    <a:pt x="16864" y="4755"/>
                    <a:pt x="16864" y="4755"/>
                  </a:cubicBezTo>
                  <a:cubicBezTo>
                    <a:pt x="16864" y="4855"/>
                    <a:pt x="16864" y="4855"/>
                    <a:pt x="16864" y="4855"/>
                  </a:cubicBezTo>
                  <a:cubicBezTo>
                    <a:pt x="16864" y="4755"/>
                    <a:pt x="16864" y="4755"/>
                    <a:pt x="16864" y="4755"/>
                  </a:cubicBezTo>
                  <a:cubicBezTo>
                    <a:pt x="16864" y="4755"/>
                    <a:pt x="16864" y="4755"/>
                    <a:pt x="16864" y="4755"/>
                  </a:cubicBezTo>
                  <a:cubicBezTo>
                    <a:pt x="16979" y="4656"/>
                    <a:pt x="16979" y="4656"/>
                    <a:pt x="16979" y="4656"/>
                  </a:cubicBezTo>
                  <a:cubicBezTo>
                    <a:pt x="17095" y="4557"/>
                    <a:pt x="17095" y="4557"/>
                    <a:pt x="17095" y="4557"/>
                  </a:cubicBezTo>
                  <a:cubicBezTo>
                    <a:pt x="17210" y="4458"/>
                    <a:pt x="17210" y="4458"/>
                    <a:pt x="17210" y="4458"/>
                  </a:cubicBezTo>
                  <a:cubicBezTo>
                    <a:pt x="17210" y="4458"/>
                    <a:pt x="17210" y="4458"/>
                    <a:pt x="17210" y="4458"/>
                  </a:cubicBezTo>
                  <a:cubicBezTo>
                    <a:pt x="17210" y="4557"/>
                    <a:pt x="17210" y="4557"/>
                    <a:pt x="17210" y="4557"/>
                  </a:cubicBezTo>
                  <a:cubicBezTo>
                    <a:pt x="17326" y="4458"/>
                    <a:pt x="17326" y="4458"/>
                    <a:pt x="17326" y="4458"/>
                  </a:cubicBezTo>
                  <a:cubicBezTo>
                    <a:pt x="17441" y="4359"/>
                    <a:pt x="17441" y="4359"/>
                    <a:pt x="17441" y="4359"/>
                  </a:cubicBezTo>
                  <a:cubicBezTo>
                    <a:pt x="17557" y="4359"/>
                    <a:pt x="17557" y="4359"/>
                    <a:pt x="17557" y="4359"/>
                  </a:cubicBezTo>
                  <a:cubicBezTo>
                    <a:pt x="17557" y="4260"/>
                    <a:pt x="17557" y="4260"/>
                    <a:pt x="17557" y="4260"/>
                  </a:cubicBezTo>
                  <a:cubicBezTo>
                    <a:pt x="17672" y="4161"/>
                    <a:pt x="17672" y="4161"/>
                    <a:pt x="17672" y="4161"/>
                  </a:cubicBezTo>
                  <a:cubicBezTo>
                    <a:pt x="17788" y="4062"/>
                    <a:pt x="17788" y="4062"/>
                    <a:pt x="17788" y="4062"/>
                  </a:cubicBezTo>
                  <a:cubicBezTo>
                    <a:pt x="17903" y="4062"/>
                    <a:pt x="17903" y="4062"/>
                    <a:pt x="17903" y="4062"/>
                  </a:cubicBezTo>
                  <a:cubicBezTo>
                    <a:pt x="18019" y="4062"/>
                    <a:pt x="18019" y="4062"/>
                    <a:pt x="18019" y="4062"/>
                  </a:cubicBezTo>
                  <a:cubicBezTo>
                    <a:pt x="18019" y="4062"/>
                    <a:pt x="18019" y="4062"/>
                    <a:pt x="18019" y="4062"/>
                  </a:cubicBezTo>
                  <a:cubicBezTo>
                    <a:pt x="18134" y="3963"/>
                    <a:pt x="18134" y="3963"/>
                    <a:pt x="18134" y="3963"/>
                  </a:cubicBezTo>
                  <a:cubicBezTo>
                    <a:pt x="18134" y="3963"/>
                    <a:pt x="18134" y="3963"/>
                    <a:pt x="18134" y="3963"/>
                  </a:cubicBezTo>
                  <a:cubicBezTo>
                    <a:pt x="18250" y="3963"/>
                    <a:pt x="18250" y="3963"/>
                    <a:pt x="18250" y="3963"/>
                  </a:cubicBezTo>
                  <a:cubicBezTo>
                    <a:pt x="18365" y="3963"/>
                    <a:pt x="18365" y="3963"/>
                    <a:pt x="18365" y="3963"/>
                  </a:cubicBezTo>
                  <a:cubicBezTo>
                    <a:pt x="18481" y="3963"/>
                    <a:pt x="18481" y="3963"/>
                    <a:pt x="18481" y="3963"/>
                  </a:cubicBezTo>
                  <a:cubicBezTo>
                    <a:pt x="18596" y="3864"/>
                    <a:pt x="18596" y="3864"/>
                    <a:pt x="18596" y="3864"/>
                  </a:cubicBezTo>
                  <a:cubicBezTo>
                    <a:pt x="18712" y="3864"/>
                    <a:pt x="18712" y="3864"/>
                    <a:pt x="18712" y="3864"/>
                  </a:cubicBezTo>
                  <a:cubicBezTo>
                    <a:pt x="18827" y="3765"/>
                    <a:pt x="18827" y="3765"/>
                    <a:pt x="18827" y="3765"/>
                  </a:cubicBezTo>
                  <a:cubicBezTo>
                    <a:pt x="18827" y="3765"/>
                    <a:pt x="18827" y="3765"/>
                    <a:pt x="18827" y="3765"/>
                  </a:cubicBezTo>
                  <a:cubicBezTo>
                    <a:pt x="18943" y="3765"/>
                    <a:pt x="18943" y="3765"/>
                    <a:pt x="18943" y="3765"/>
                  </a:cubicBezTo>
                  <a:cubicBezTo>
                    <a:pt x="18943" y="3666"/>
                    <a:pt x="18943" y="3666"/>
                    <a:pt x="18943" y="3666"/>
                  </a:cubicBezTo>
                  <a:cubicBezTo>
                    <a:pt x="19058" y="3566"/>
                    <a:pt x="19058" y="3566"/>
                    <a:pt x="19058" y="3566"/>
                  </a:cubicBezTo>
                  <a:cubicBezTo>
                    <a:pt x="19174" y="3467"/>
                    <a:pt x="19174" y="3467"/>
                    <a:pt x="19174" y="3467"/>
                  </a:cubicBezTo>
                  <a:cubicBezTo>
                    <a:pt x="19174" y="3467"/>
                    <a:pt x="19174" y="3467"/>
                    <a:pt x="19174" y="3467"/>
                  </a:cubicBezTo>
                  <a:cubicBezTo>
                    <a:pt x="19174" y="3368"/>
                    <a:pt x="19174" y="3368"/>
                    <a:pt x="19174" y="3368"/>
                  </a:cubicBezTo>
                  <a:cubicBezTo>
                    <a:pt x="19289" y="3368"/>
                    <a:pt x="19289" y="3368"/>
                    <a:pt x="19289" y="3368"/>
                  </a:cubicBezTo>
                  <a:cubicBezTo>
                    <a:pt x="19289" y="3368"/>
                    <a:pt x="19289" y="3368"/>
                    <a:pt x="19289" y="3368"/>
                  </a:cubicBezTo>
                  <a:cubicBezTo>
                    <a:pt x="19289" y="3368"/>
                    <a:pt x="19289" y="3368"/>
                    <a:pt x="19289" y="3368"/>
                  </a:cubicBezTo>
                  <a:cubicBezTo>
                    <a:pt x="19289" y="3467"/>
                    <a:pt x="19289" y="3467"/>
                    <a:pt x="19289" y="3467"/>
                  </a:cubicBezTo>
                  <a:cubicBezTo>
                    <a:pt x="19289" y="3467"/>
                    <a:pt x="19289" y="3467"/>
                    <a:pt x="19289" y="3467"/>
                  </a:cubicBezTo>
                  <a:cubicBezTo>
                    <a:pt x="19289" y="3566"/>
                    <a:pt x="19289" y="3566"/>
                    <a:pt x="19289" y="3566"/>
                  </a:cubicBezTo>
                  <a:cubicBezTo>
                    <a:pt x="19289" y="3566"/>
                    <a:pt x="19289" y="3566"/>
                    <a:pt x="19289" y="3566"/>
                  </a:cubicBezTo>
                  <a:cubicBezTo>
                    <a:pt x="19405" y="3666"/>
                    <a:pt x="19405" y="3666"/>
                    <a:pt x="19405" y="3666"/>
                  </a:cubicBezTo>
                  <a:cubicBezTo>
                    <a:pt x="19289" y="3765"/>
                    <a:pt x="19289" y="3765"/>
                    <a:pt x="19289" y="3765"/>
                  </a:cubicBezTo>
                  <a:cubicBezTo>
                    <a:pt x="19289" y="3765"/>
                    <a:pt x="19289" y="3765"/>
                    <a:pt x="19289" y="3765"/>
                  </a:cubicBezTo>
                  <a:cubicBezTo>
                    <a:pt x="19405" y="3765"/>
                    <a:pt x="19405" y="3765"/>
                    <a:pt x="19405" y="3765"/>
                  </a:cubicBezTo>
                  <a:cubicBezTo>
                    <a:pt x="19405" y="3666"/>
                    <a:pt x="19405" y="3666"/>
                    <a:pt x="19405" y="3666"/>
                  </a:cubicBezTo>
                  <a:cubicBezTo>
                    <a:pt x="19405" y="3566"/>
                    <a:pt x="19405" y="3566"/>
                    <a:pt x="19405" y="3566"/>
                  </a:cubicBezTo>
                  <a:cubicBezTo>
                    <a:pt x="19405" y="3566"/>
                    <a:pt x="19405" y="3566"/>
                    <a:pt x="19405" y="3566"/>
                  </a:cubicBezTo>
                  <a:cubicBezTo>
                    <a:pt x="19405" y="3467"/>
                    <a:pt x="19405" y="3467"/>
                    <a:pt x="19405" y="3467"/>
                  </a:cubicBezTo>
                  <a:cubicBezTo>
                    <a:pt x="19405" y="3467"/>
                    <a:pt x="19405" y="3467"/>
                    <a:pt x="19405" y="3467"/>
                  </a:cubicBezTo>
                  <a:cubicBezTo>
                    <a:pt x="19520" y="3467"/>
                    <a:pt x="19520" y="3467"/>
                    <a:pt x="19520" y="3467"/>
                  </a:cubicBezTo>
                  <a:cubicBezTo>
                    <a:pt x="19520" y="3566"/>
                    <a:pt x="19520" y="3566"/>
                    <a:pt x="19520" y="3566"/>
                  </a:cubicBezTo>
                  <a:cubicBezTo>
                    <a:pt x="19520" y="3566"/>
                    <a:pt x="19520" y="3566"/>
                    <a:pt x="19520" y="3566"/>
                  </a:cubicBezTo>
                  <a:cubicBezTo>
                    <a:pt x="19636" y="3566"/>
                    <a:pt x="19636" y="3566"/>
                    <a:pt x="19636" y="3566"/>
                  </a:cubicBezTo>
                  <a:cubicBezTo>
                    <a:pt x="19751" y="3566"/>
                    <a:pt x="19751" y="3566"/>
                    <a:pt x="19751" y="3566"/>
                  </a:cubicBezTo>
                  <a:cubicBezTo>
                    <a:pt x="19751" y="3566"/>
                    <a:pt x="19751" y="3566"/>
                    <a:pt x="19751" y="3566"/>
                  </a:cubicBezTo>
                  <a:cubicBezTo>
                    <a:pt x="19751" y="3467"/>
                    <a:pt x="19751" y="3467"/>
                    <a:pt x="19751" y="3467"/>
                  </a:cubicBezTo>
                  <a:cubicBezTo>
                    <a:pt x="19751" y="3467"/>
                    <a:pt x="19751" y="3467"/>
                    <a:pt x="19751" y="3467"/>
                  </a:cubicBezTo>
                  <a:cubicBezTo>
                    <a:pt x="19751" y="3467"/>
                    <a:pt x="19751" y="3467"/>
                    <a:pt x="19751" y="3467"/>
                  </a:cubicBezTo>
                  <a:cubicBezTo>
                    <a:pt x="19867" y="3368"/>
                    <a:pt x="19867" y="3368"/>
                    <a:pt x="19867" y="3368"/>
                  </a:cubicBezTo>
                  <a:cubicBezTo>
                    <a:pt x="19867" y="3368"/>
                    <a:pt x="19867" y="3368"/>
                    <a:pt x="19867" y="3368"/>
                  </a:cubicBezTo>
                  <a:cubicBezTo>
                    <a:pt x="19867" y="3269"/>
                    <a:pt x="19867" y="3269"/>
                    <a:pt x="19867" y="3269"/>
                  </a:cubicBezTo>
                  <a:cubicBezTo>
                    <a:pt x="19867" y="3170"/>
                    <a:pt x="19867" y="3170"/>
                    <a:pt x="19867" y="3170"/>
                  </a:cubicBezTo>
                  <a:cubicBezTo>
                    <a:pt x="19867" y="3170"/>
                    <a:pt x="19867" y="3170"/>
                    <a:pt x="19867" y="3170"/>
                  </a:cubicBezTo>
                  <a:cubicBezTo>
                    <a:pt x="19982" y="3269"/>
                    <a:pt x="19982" y="3269"/>
                    <a:pt x="19982" y="3269"/>
                  </a:cubicBezTo>
                  <a:cubicBezTo>
                    <a:pt x="19982" y="3269"/>
                    <a:pt x="19982" y="3269"/>
                    <a:pt x="19982" y="3269"/>
                  </a:cubicBezTo>
                  <a:cubicBezTo>
                    <a:pt x="20098" y="3269"/>
                    <a:pt x="20098" y="3269"/>
                    <a:pt x="20098" y="3269"/>
                  </a:cubicBezTo>
                  <a:cubicBezTo>
                    <a:pt x="20213" y="3170"/>
                    <a:pt x="20213" y="3170"/>
                    <a:pt x="20213" y="3170"/>
                  </a:cubicBezTo>
                  <a:cubicBezTo>
                    <a:pt x="20329" y="3170"/>
                    <a:pt x="20329" y="3170"/>
                    <a:pt x="20329" y="3170"/>
                  </a:cubicBezTo>
                  <a:cubicBezTo>
                    <a:pt x="20444" y="3170"/>
                    <a:pt x="20444" y="3170"/>
                    <a:pt x="20444" y="3170"/>
                  </a:cubicBezTo>
                  <a:cubicBezTo>
                    <a:pt x="20444" y="3170"/>
                    <a:pt x="20444" y="3170"/>
                    <a:pt x="20444" y="3170"/>
                  </a:cubicBezTo>
                  <a:cubicBezTo>
                    <a:pt x="20675" y="3170"/>
                    <a:pt x="20675" y="3170"/>
                    <a:pt x="20675" y="3170"/>
                  </a:cubicBezTo>
                  <a:cubicBezTo>
                    <a:pt x="20791" y="3170"/>
                    <a:pt x="20791" y="3170"/>
                    <a:pt x="20791" y="3170"/>
                  </a:cubicBezTo>
                  <a:cubicBezTo>
                    <a:pt x="20906" y="3269"/>
                    <a:pt x="20906" y="3269"/>
                    <a:pt x="20906" y="3269"/>
                  </a:cubicBezTo>
                  <a:cubicBezTo>
                    <a:pt x="21022" y="3269"/>
                    <a:pt x="21022" y="3269"/>
                    <a:pt x="21022" y="3269"/>
                  </a:cubicBezTo>
                  <a:cubicBezTo>
                    <a:pt x="21137" y="3269"/>
                    <a:pt x="21137" y="3269"/>
                    <a:pt x="21137" y="3269"/>
                  </a:cubicBezTo>
                  <a:cubicBezTo>
                    <a:pt x="21137" y="3368"/>
                    <a:pt x="21137" y="3368"/>
                    <a:pt x="21137" y="3368"/>
                  </a:cubicBezTo>
                  <a:cubicBezTo>
                    <a:pt x="21253" y="3368"/>
                    <a:pt x="21253" y="3368"/>
                    <a:pt x="21253" y="3368"/>
                  </a:cubicBezTo>
                  <a:cubicBezTo>
                    <a:pt x="21253" y="3368"/>
                    <a:pt x="21253" y="3368"/>
                    <a:pt x="21253" y="3368"/>
                  </a:cubicBezTo>
                  <a:cubicBezTo>
                    <a:pt x="21368" y="3467"/>
                    <a:pt x="21368" y="3467"/>
                    <a:pt x="21368" y="3467"/>
                  </a:cubicBezTo>
                  <a:cubicBezTo>
                    <a:pt x="21368" y="3467"/>
                    <a:pt x="21368" y="3467"/>
                    <a:pt x="21368" y="3467"/>
                  </a:cubicBezTo>
                  <a:cubicBezTo>
                    <a:pt x="21484" y="3566"/>
                    <a:pt x="21484" y="3566"/>
                    <a:pt x="21484" y="3566"/>
                  </a:cubicBezTo>
                  <a:cubicBezTo>
                    <a:pt x="21484" y="3666"/>
                    <a:pt x="21484" y="3666"/>
                    <a:pt x="21484" y="3666"/>
                  </a:cubicBezTo>
                  <a:cubicBezTo>
                    <a:pt x="21600" y="3666"/>
                    <a:pt x="21600" y="3666"/>
                    <a:pt x="21600" y="3666"/>
                  </a:cubicBezTo>
                  <a:cubicBezTo>
                    <a:pt x="21600" y="3765"/>
                    <a:pt x="21600" y="3765"/>
                    <a:pt x="21600" y="3765"/>
                  </a:cubicBezTo>
                  <a:cubicBezTo>
                    <a:pt x="21600" y="3864"/>
                    <a:pt x="21600" y="3864"/>
                    <a:pt x="21600" y="3864"/>
                  </a:cubicBezTo>
                  <a:cubicBezTo>
                    <a:pt x="21600" y="3963"/>
                    <a:pt x="21600" y="3963"/>
                    <a:pt x="21600" y="3963"/>
                  </a:cubicBezTo>
                  <a:cubicBezTo>
                    <a:pt x="21484" y="3963"/>
                    <a:pt x="21484" y="3963"/>
                    <a:pt x="21484" y="3963"/>
                  </a:cubicBezTo>
                  <a:cubicBezTo>
                    <a:pt x="21368" y="3963"/>
                    <a:pt x="21368" y="3963"/>
                    <a:pt x="21368" y="3963"/>
                  </a:cubicBezTo>
                  <a:cubicBezTo>
                    <a:pt x="21368" y="4062"/>
                    <a:pt x="21368" y="4062"/>
                    <a:pt x="21368" y="4062"/>
                  </a:cubicBezTo>
                  <a:cubicBezTo>
                    <a:pt x="21368" y="4062"/>
                    <a:pt x="21368" y="4062"/>
                    <a:pt x="21368" y="4062"/>
                  </a:cubicBezTo>
                  <a:cubicBezTo>
                    <a:pt x="21253" y="4062"/>
                    <a:pt x="21253" y="4062"/>
                    <a:pt x="21253" y="4062"/>
                  </a:cubicBezTo>
                  <a:cubicBezTo>
                    <a:pt x="21137" y="4260"/>
                    <a:pt x="21137" y="4260"/>
                    <a:pt x="21137" y="4260"/>
                  </a:cubicBezTo>
                  <a:cubicBezTo>
                    <a:pt x="21137" y="4260"/>
                    <a:pt x="21137" y="4260"/>
                    <a:pt x="21137" y="4260"/>
                  </a:cubicBezTo>
                  <a:cubicBezTo>
                    <a:pt x="21022" y="4260"/>
                    <a:pt x="21022" y="4260"/>
                    <a:pt x="21022" y="4260"/>
                  </a:cubicBezTo>
                  <a:cubicBezTo>
                    <a:pt x="21022" y="4260"/>
                    <a:pt x="21022" y="4260"/>
                    <a:pt x="21022" y="4260"/>
                  </a:cubicBezTo>
                  <a:cubicBezTo>
                    <a:pt x="20791" y="4161"/>
                    <a:pt x="20791" y="4161"/>
                    <a:pt x="20791" y="4161"/>
                  </a:cubicBezTo>
                  <a:cubicBezTo>
                    <a:pt x="20791" y="4161"/>
                    <a:pt x="20791" y="4161"/>
                    <a:pt x="20791" y="4161"/>
                  </a:cubicBezTo>
                  <a:cubicBezTo>
                    <a:pt x="20675" y="4260"/>
                    <a:pt x="20675" y="4260"/>
                    <a:pt x="20675" y="4260"/>
                  </a:cubicBezTo>
                  <a:cubicBezTo>
                    <a:pt x="20675" y="4359"/>
                    <a:pt x="20675" y="4359"/>
                    <a:pt x="20675" y="4359"/>
                  </a:cubicBezTo>
                  <a:cubicBezTo>
                    <a:pt x="20675" y="4359"/>
                    <a:pt x="20675" y="4359"/>
                    <a:pt x="20675" y="4359"/>
                  </a:cubicBezTo>
                  <a:cubicBezTo>
                    <a:pt x="20675" y="4359"/>
                    <a:pt x="20675" y="4359"/>
                    <a:pt x="20675" y="4359"/>
                  </a:cubicBezTo>
                  <a:cubicBezTo>
                    <a:pt x="20675" y="4458"/>
                    <a:pt x="20675" y="4458"/>
                    <a:pt x="20675" y="4458"/>
                  </a:cubicBezTo>
                  <a:cubicBezTo>
                    <a:pt x="20791" y="4458"/>
                    <a:pt x="20791" y="4458"/>
                    <a:pt x="20791" y="4458"/>
                  </a:cubicBezTo>
                  <a:cubicBezTo>
                    <a:pt x="20791" y="4458"/>
                    <a:pt x="20791" y="4458"/>
                    <a:pt x="20791" y="4458"/>
                  </a:cubicBezTo>
                  <a:cubicBezTo>
                    <a:pt x="20791" y="4557"/>
                    <a:pt x="20791" y="4557"/>
                    <a:pt x="20791" y="4557"/>
                  </a:cubicBezTo>
                  <a:cubicBezTo>
                    <a:pt x="20791" y="4557"/>
                    <a:pt x="20791" y="4557"/>
                    <a:pt x="20791" y="4557"/>
                  </a:cubicBezTo>
                  <a:cubicBezTo>
                    <a:pt x="20675" y="4557"/>
                    <a:pt x="20675" y="4557"/>
                    <a:pt x="20675" y="4557"/>
                  </a:cubicBezTo>
                  <a:cubicBezTo>
                    <a:pt x="20560" y="4557"/>
                    <a:pt x="20560" y="4557"/>
                    <a:pt x="20560" y="4557"/>
                  </a:cubicBezTo>
                  <a:cubicBezTo>
                    <a:pt x="20444" y="4656"/>
                    <a:pt x="20444" y="4656"/>
                    <a:pt x="20444" y="4656"/>
                  </a:cubicBezTo>
                  <a:cubicBezTo>
                    <a:pt x="20329" y="4656"/>
                    <a:pt x="20329" y="4656"/>
                    <a:pt x="20329" y="4656"/>
                  </a:cubicBezTo>
                  <a:cubicBezTo>
                    <a:pt x="20329" y="4656"/>
                    <a:pt x="20329" y="4656"/>
                    <a:pt x="20329" y="4656"/>
                  </a:cubicBezTo>
                  <a:cubicBezTo>
                    <a:pt x="20213" y="4755"/>
                    <a:pt x="20213" y="4755"/>
                    <a:pt x="20213" y="4755"/>
                  </a:cubicBezTo>
                  <a:cubicBezTo>
                    <a:pt x="20098" y="4656"/>
                    <a:pt x="20098" y="4656"/>
                    <a:pt x="20098" y="4656"/>
                  </a:cubicBezTo>
                  <a:cubicBezTo>
                    <a:pt x="20098" y="4656"/>
                    <a:pt x="20098" y="4656"/>
                    <a:pt x="20098" y="4656"/>
                  </a:cubicBezTo>
                  <a:cubicBezTo>
                    <a:pt x="19982" y="4656"/>
                    <a:pt x="19982" y="4656"/>
                    <a:pt x="19982" y="4656"/>
                  </a:cubicBezTo>
                  <a:cubicBezTo>
                    <a:pt x="19982" y="4656"/>
                    <a:pt x="19982" y="4656"/>
                    <a:pt x="19982" y="4656"/>
                  </a:cubicBezTo>
                  <a:cubicBezTo>
                    <a:pt x="19867" y="4656"/>
                    <a:pt x="19867" y="4656"/>
                    <a:pt x="19867" y="4656"/>
                  </a:cubicBezTo>
                  <a:cubicBezTo>
                    <a:pt x="19867" y="4557"/>
                    <a:pt x="19867" y="4557"/>
                    <a:pt x="19867" y="4557"/>
                  </a:cubicBezTo>
                  <a:cubicBezTo>
                    <a:pt x="19867" y="4557"/>
                    <a:pt x="19867" y="4557"/>
                    <a:pt x="19867" y="4557"/>
                  </a:cubicBezTo>
                  <a:cubicBezTo>
                    <a:pt x="19751" y="4656"/>
                    <a:pt x="19751" y="4656"/>
                    <a:pt x="19751" y="4656"/>
                  </a:cubicBezTo>
                  <a:cubicBezTo>
                    <a:pt x="19751" y="4656"/>
                    <a:pt x="19751" y="4656"/>
                    <a:pt x="19751" y="4656"/>
                  </a:cubicBezTo>
                  <a:cubicBezTo>
                    <a:pt x="19751" y="4656"/>
                    <a:pt x="19751" y="4656"/>
                    <a:pt x="19751" y="4656"/>
                  </a:cubicBezTo>
                  <a:cubicBezTo>
                    <a:pt x="19636" y="4656"/>
                    <a:pt x="19636" y="4656"/>
                    <a:pt x="19636" y="4656"/>
                  </a:cubicBezTo>
                  <a:cubicBezTo>
                    <a:pt x="19636" y="4656"/>
                    <a:pt x="19636" y="4656"/>
                    <a:pt x="19636" y="4656"/>
                  </a:cubicBezTo>
                  <a:cubicBezTo>
                    <a:pt x="19636" y="4656"/>
                    <a:pt x="19636" y="4656"/>
                    <a:pt x="19636" y="4656"/>
                  </a:cubicBezTo>
                  <a:cubicBezTo>
                    <a:pt x="19520" y="4656"/>
                    <a:pt x="19520" y="4656"/>
                    <a:pt x="19520" y="4656"/>
                  </a:cubicBezTo>
                  <a:cubicBezTo>
                    <a:pt x="19520" y="4656"/>
                    <a:pt x="19520" y="4656"/>
                    <a:pt x="19520" y="4656"/>
                  </a:cubicBezTo>
                  <a:cubicBezTo>
                    <a:pt x="19405" y="4755"/>
                    <a:pt x="19405" y="4755"/>
                    <a:pt x="19405" y="4755"/>
                  </a:cubicBezTo>
                  <a:cubicBezTo>
                    <a:pt x="19405" y="4755"/>
                    <a:pt x="19405" y="4755"/>
                    <a:pt x="19405" y="4755"/>
                  </a:cubicBezTo>
                  <a:cubicBezTo>
                    <a:pt x="19289" y="4755"/>
                    <a:pt x="19289" y="4755"/>
                    <a:pt x="19289" y="4755"/>
                  </a:cubicBezTo>
                  <a:cubicBezTo>
                    <a:pt x="19174" y="4656"/>
                    <a:pt x="19174" y="4656"/>
                    <a:pt x="19174" y="4656"/>
                  </a:cubicBezTo>
                  <a:cubicBezTo>
                    <a:pt x="19058" y="4755"/>
                    <a:pt x="19058" y="4755"/>
                    <a:pt x="19058" y="4755"/>
                  </a:cubicBezTo>
                  <a:cubicBezTo>
                    <a:pt x="19058" y="4755"/>
                    <a:pt x="19058" y="4755"/>
                    <a:pt x="19058" y="4755"/>
                  </a:cubicBezTo>
                  <a:cubicBezTo>
                    <a:pt x="18943" y="4755"/>
                    <a:pt x="18943" y="4755"/>
                    <a:pt x="18943" y="4755"/>
                  </a:cubicBezTo>
                  <a:cubicBezTo>
                    <a:pt x="18827" y="4755"/>
                    <a:pt x="18827" y="4755"/>
                    <a:pt x="18827" y="4755"/>
                  </a:cubicBezTo>
                  <a:cubicBezTo>
                    <a:pt x="18943" y="4755"/>
                    <a:pt x="18943" y="4755"/>
                    <a:pt x="18943" y="4755"/>
                  </a:cubicBezTo>
                  <a:cubicBezTo>
                    <a:pt x="19058" y="4755"/>
                    <a:pt x="19058" y="4755"/>
                    <a:pt x="19058" y="4755"/>
                  </a:cubicBezTo>
                  <a:cubicBezTo>
                    <a:pt x="19174" y="4755"/>
                    <a:pt x="19174" y="4755"/>
                    <a:pt x="19174" y="4755"/>
                  </a:cubicBezTo>
                  <a:cubicBezTo>
                    <a:pt x="19289" y="4755"/>
                    <a:pt x="19289" y="4755"/>
                    <a:pt x="19289" y="4755"/>
                  </a:cubicBezTo>
                  <a:cubicBezTo>
                    <a:pt x="19405" y="4755"/>
                    <a:pt x="19405" y="4755"/>
                    <a:pt x="19405" y="4755"/>
                  </a:cubicBezTo>
                  <a:cubicBezTo>
                    <a:pt x="19405" y="4755"/>
                    <a:pt x="19405" y="4755"/>
                    <a:pt x="19405" y="4755"/>
                  </a:cubicBezTo>
                  <a:cubicBezTo>
                    <a:pt x="19520" y="4755"/>
                    <a:pt x="19520" y="4755"/>
                    <a:pt x="19520" y="4755"/>
                  </a:cubicBezTo>
                  <a:cubicBezTo>
                    <a:pt x="19751" y="4755"/>
                    <a:pt x="19751" y="4755"/>
                    <a:pt x="19751" y="4755"/>
                  </a:cubicBezTo>
                  <a:cubicBezTo>
                    <a:pt x="19867" y="4855"/>
                    <a:pt x="19867" y="4855"/>
                    <a:pt x="19867" y="4855"/>
                  </a:cubicBezTo>
                  <a:cubicBezTo>
                    <a:pt x="19867" y="4855"/>
                    <a:pt x="19867" y="4855"/>
                    <a:pt x="19867" y="4855"/>
                  </a:cubicBezTo>
                  <a:cubicBezTo>
                    <a:pt x="19982" y="4755"/>
                    <a:pt x="19982" y="4755"/>
                    <a:pt x="19982" y="4755"/>
                  </a:cubicBezTo>
                  <a:cubicBezTo>
                    <a:pt x="19982" y="4755"/>
                    <a:pt x="19982" y="4755"/>
                    <a:pt x="19982" y="4755"/>
                  </a:cubicBezTo>
                  <a:cubicBezTo>
                    <a:pt x="20098" y="4755"/>
                    <a:pt x="20098" y="4755"/>
                    <a:pt x="20098" y="4755"/>
                  </a:cubicBezTo>
                  <a:cubicBezTo>
                    <a:pt x="20098" y="4855"/>
                    <a:pt x="20098" y="4855"/>
                    <a:pt x="20098" y="4855"/>
                  </a:cubicBezTo>
                  <a:cubicBezTo>
                    <a:pt x="20213" y="4855"/>
                    <a:pt x="20213" y="4855"/>
                    <a:pt x="20213" y="4855"/>
                  </a:cubicBezTo>
                  <a:cubicBezTo>
                    <a:pt x="20213" y="4954"/>
                    <a:pt x="20213" y="4954"/>
                    <a:pt x="20213" y="4954"/>
                  </a:cubicBezTo>
                  <a:cubicBezTo>
                    <a:pt x="20213" y="4954"/>
                    <a:pt x="20213" y="4954"/>
                    <a:pt x="20213" y="4954"/>
                  </a:cubicBezTo>
                  <a:cubicBezTo>
                    <a:pt x="20213" y="5053"/>
                    <a:pt x="20213" y="5053"/>
                    <a:pt x="20213" y="5053"/>
                  </a:cubicBezTo>
                  <a:cubicBezTo>
                    <a:pt x="20098" y="5053"/>
                    <a:pt x="20098" y="5053"/>
                    <a:pt x="20098" y="5053"/>
                  </a:cubicBezTo>
                  <a:cubicBezTo>
                    <a:pt x="20098" y="5053"/>
                    <a:pt x="20098" y="5053"/>
                    <a:pt x="20098" y="5053"/>
                  </a:cubicBezTo>
                  <a:cubicBezTo>
                    <a:pt x="20098" y="5053"/>
                    <a:pt x="20098" y="5053"/>
                    <a:pt x="20098" y="5053"/>
                  </a:cubicBezTo>
                  <a:cubicBezTo>
                    <a:pt x="20098" y="5152"/>
                    <a:pt x="20098" y="5152"/>
                    <a:pt x="20098" y="5152"/>
                  </a:cubicBezTo>
                  <a:cubicBezTo>
                    <a:pt x="19982" y="5152"/>
                    <a:pt x="19982" y="5152"/>
                    <a:pt x="19982" y="5152"/>
                  </a:cubicBezTo>
                  <a:cubicBezTo>
                    <a:pt x="19751" y="5251"/>
                    <a:pt x="19751" y="5251"/>
                    <a:pt x="19751" y="5251"/>
                  </a:cubicBezTo>
                  <a:cubicBezTo>
                    <a:pt x="19751" y="5152"/>
                    <a:pt x="19751" y="5152"/>
                    <a:pt x="19751" y="5152"/>
                  </a:cubicBezTo>
                  <a:cubicBezTo>
                    <a:pt x="19636" y="5251"/>
                    <a:pt x="19636" y="5251"/>
                    <a:pt x="19636" y="5251"/>
                  </a:cubicBezTo>
                  <a:cubicBezTo>
                    <a:pt x="19405" y="5251"/>
                    <a:pt x="19405" y="5251"/>
                    <a:pt x="19405" y="5251"/>
                  </a:cubicBezTo>
                  <a:cubicBezTo>
                    <a:pt x="19405" y="5152"/>
                    <a:pt x="19405" y="5152"/>
                    <a:pt x="19405" y="5152"/>
                  </a:cubicBezTo>
                  <a:cubicBezTo>
                    <a:pt x="19174" y="5053"/>
                    <a:pt x="19174" y="5053"/>
                    <a:pt x="19174" y="5053"/>
                  </a:cubicBezTo>
                  <a:cubicBezTo>
                    <a:pt x="19058" y="5053"/>
                    <a:pt x="19058" y="5053"/>
                    <a:pt x="19058" y="5053"/>
                  </a:cubicBezTo>
                  <a:cubicBezTo>
                    <a:pt x="18943" y="5053"/>
                    <a:pt x="18943" y="5053"/>
                    <a:pt x="18943" y="5053"/>
                  </a:cubicBezTo>
                  <a:cubicBezTo>
                    <a:pt x="18943" y="5053"/>
                    <a:pt x="18943" y="5053"/>
                    <a:pt x="18943" y="5053"/>
                  </a:cubicBezTo>
                  <a:cubicBezTo>
                    <a:pt x="18827" y="5152"/>
                    <a:pt x="18827" y="5152"/>
                    <a:pt x="18827" y="5152"/>
                  </a:cubicBezTo>
                  <a:cubicBezTo>
                    <a:pt x="18712" y="5251"/>
                    <a:pt x="18712" y="5251"/>
                    <a:pt x="18712" y="5251"/>
                  </a:cubicBezTo>
                  <a:cubicBezTo>
                    <a:pt x="18712" y="5251"/>
                    <a:pt x="18712" y="5251"/>
                    <a:pt x="18712" y="5251"/>
                  </a:cubicBezTo>
                  <a:cubicBezTo>
                    <a:pt x="18596" y="5251"/>
                    <a:pt x="18596" y="5251"/>
                    <a:pt x="18596" y="5251"/>
                  </a:cubicBezTo>
                  <a:cubicBezTo>
                    <a:pt x="18712" y="5350"/>
                    <a:pt x="18712" y="5350"/>
                    <a:pt x="18712" y="5350"/>
                  </a:cubicBezTo>
                  <a:cubicBezTo>
                    <a:pt x="18712" y="5350"/>
                    <a:pt x="18712" y="5350"/>
                    <a:pt x="18712" y="5350"/>
                  </a:cubicBezTo>
                  <a:cubicBezTo>
                    <a:pt x="18712" y="5350"/>
                    <a:pt x="18712" y="5350"/>
                    <a:pt x="18712" y="5350"/>
                  </a:cubicBezTo>
                  <a:cubicBezTo>
                    <a:pt x="18712" y="5449"/>
                    <a:pt x="18712" y="5449"/>
                    <a:pt x="18712" y="5449"/>
                  </a:cubicBezTo>
                  <a:cubicBezTo>
                    <a:pt x="18712" y="5449"/>
                    <a:pt x="18712" y="5449"/>
                    <a:pt x="18712" y="5449"/>
                  </a:cubicBezTo>
                  <a:cubicBezTo>
                    <a:pt x="18596" y="5449"/>
                    <a:pt x="18596" y="5449"/>
                    <a:pt x="18596" y="5449"/>
                  </a:cubicBezTo>
                  <a:cubicBezTo>
                    <a:pt x="18596" y="5449"/>
                    <a:pt x="18596" y="5449"/>
                    <a:pt x="18596" y="5449"/>
                  </a:cubicBezTo>
                  <a:cubicBezTo>
                    <a:pt x="18712" y="5548"/>
                    <a:pt x="18712" y="5548"/>
                    <a:pt x="18712" y="5548"/>
                  </a:cubicBezTo>
                  <a:cubicBezTo>
                    <a:pt x="18827" y="5548"/>
                    <a:pt x="18827" y="5548"/>
                    <a:pt x="18827" y="5548"/>
                  </a:cubicBezTo>
                  <a:cubicBezTo>
                    <a:pt x="18827" y="5548"/>
                    <a:pt x="18827" y="5548"/>
                    <a:pt x="18827" y="5548"/>
                  </a:cubicBezTo>
                  <a:cubicBezTo>
                    <a:pt x="18827" y="5548"/>
                    <a:pt x="18827" y="5548"/>
                    <a:pt x="18827" y="5548"/>
                  </a:cubicBezTo>
                  <a:cubicBezTo>
                    <a:pt x="18943" y="5449"/>
                    <a:pt x="18943" y="5449"/>
                    <a:pt x="18943" y="5449"/>
                  </a:cubicBezTo>
                  <a:cubicBezTo>
                    <a:pt x="19058" y="5350"/>
                    <a:pt x="19058" y="5350"/>
                    <a:pt x="19058" y="5350"/>
                  </a:cubicBezTo>
                  <a:cubicBezTo>
                    <a:pt x="19174" y="5350"/>
                    <a:pt x="19174" y="5350"/>
                    <a:pt x="19174" y="5350"/>
                  </a:cubicBezTo>
                  <a:cubicBezTo>
                    <a:pt x="19289" y="5350"/>
                    <a:pt x="19289" y="5350"/>
                    <a:pt x="19289" y="5350"/>
                  </a:cubicBezTo>
                  <a:cubicBezTo>
                    <a:pt x="19405" y="5251"/>
                    <a:pt x="19405" y="5251"/>
                    <a:pt x="19405" y="5251"/>
                  </a:cubicBezTo>
                  <a:cubicBezTo>
                    <a:pt x="19520" y="5251"/>
                    <a:pt x="19520" y="5251"/>
                    <a:pt x="19520" y="5251"/>
                  </a:cubicBezTo>
                  <a:cubicBezTo>
                    <a:pt x="19520" y="5350"/>
                    <a:pt x="19520" y="5350"/>
                    <a:pt x="19520" y="5350"/>
                  </a:cubicBezTo>
                  <a:cubicBezTo>
                    <a:pt x="19636" y="5350"/>
                    <a:pt x="19636" y="5350"/>
                    <a:pt x="19636" y="5350"/>
                  </a:cubicBezTo>
                  <a:cubicBezTo>
                    <a:pt x="19636" y="5350"/>
                    <a:pt x="19636" y="5350"/>
                    <a:pt x="19636" y="5350"/>
                  </a:cubicBezTo>
                  <a:cubicBezTo>
                    <a:pt x="19751" y="5350"/>
                    <a:pt x="19751" y="5350"/>
                    <a:pt x="19751" y="5350"/>
                  </a:cubicBezTo>
                  <a:cubicBezTo>
                    <a:pt x="19751" y="5449"/>
                    <a:pt x="19751" y="5449"/>
                    <a:pt x="19751" y="5449"/>
                  </a:cubicBezTo>
                  <a:cubicBezTo>
                    <a:pt x="19751" y="5449"/>
                    <a:pt x="19751" y="5449"/>
                    <a:pt x="19751" y="5449"/>
                  </a:cubicBezTo>
                  <a:cubicBezTo>
                    <a:pt x="19636" y="5548"/>
                    <a:pt x="19636" y="5548"/>
                    <a:pt x="19636" y="5548"/>
                  </a:cubicBezTo>
                  <a:cubicBezTo>
                    <a:pt x="19520" y="5647"/>
                    <a:pt x="19520" y="5647"/>
                    <a:pt x="19520" y="5647"/>
                  </a:cubicBezTo>
                  <a:cubicBezTo>
                    <a:pt x="19520" y="5647"/>
                    <a:pt x="19520" y="5647"/>
                    <a:pt x="19520" y="5647"/>
                  </a:cubicBezTo>
                  <a:cubicBezTo>
                    <a:pt x="19405" y="5746"/>
                    <a:pt x="19405" y="5746"/>
                    <a:pt x="19405" y="5746"/>
                  </a:cubicBezTo>
                  <a:cubicBezTo>
                    <a:pt x="19289" y="5845"/>
                    <a:pt x="19289" y="5845"/>
                    <a:pt x="19289" y="5845"/>
                  </a:cubicBezTo>
                  <a:cubicBezTo>
                    <a:pt x="19174" y="5944"/>
                    <a:pt x="19174" y="5944"/>
                    <a:pt x="19174" y="5944"/>
                  </a:cubicBezTo>
                  <a:cubicBezTo>
                    <a:pt x="19058" y="6143"/>
                    <a:pt x="19058" y="6143"/>
                    <a:pt x="19058" y="6143"/>
                  </a:cubicBezTo>
                  <a:cubicBezTo>
                    <a:pt x="19058" y="6242"/>
                    <a:pt x="19058" y="6242"/>
                    <a:pt x="19058" y="6242"/>
                  </a:cubicBezTo>
                  <a:cubicBezTo>
                    <a:pt x="18943" y="6242"/>
                    <a:pt x="18943" y="6242"/>
                    <a:pt x="18943" y="6242"/>
                  </a:cubicBezTo>
                  <a:cubicBezTo>
                    <a:pt x="18943" y="6341"/>
                    <a:pt x="18943" y="6341"/>
                    <a:pt x="18943" y="6341"/>
                  </a:cubicBezTo>
                  <a:cubicBezTo>
                    <a:pt x="18943" y="6440"/>
                    <a:pt x="18943" y="6440"/>
                    <a:pt x="18943" y="6440"/>
                  </a:cubicBezTo>
                  <a:cubicBezTo>
                    <a:pt x="18943" y="6440"/>
                    <a:pt x="18943" y="6440"/>
                    <a:pt x="18943" y="6440"/>
                  </a:cubicBezTo>
                  <a:cubicBezTo>
                    <a:pt x="18827" y="6539"/>
                    <a:pt x="18827" y="6539"/>
                    <a:pt x="18827" y="6539"/>
                  </a:cubicBezTo>
                  <a:cubicBezTo>
                    <a:pt x="18827" y="6638"/>
                    <a:pt x="18827" y="6638"/>
                    <a:pt x="18827" y="6638"/>
                  </a:cubicBezTo>
                  <a:cubicBezTo>
                    <a:pt x="18827" y="6737"/>
                    <a:pt x="18827" y="6737"/>
                    <a:pt x="18827" y="6737"/>
                  </a:cubicBezTo>
                  <a:cubicBezTo>
                    <a:pt x="18712" y="6935"/>
                    <a:pt x="18712" y="6935"/>
                    <a:pt x="18712" y="6935"/>
                  </a:cubicBezTo>
                  <a:cubicBezTo>
                    <a:pt x="18827" y="6935"/>
                    <a:pt x="18827" y="6935"/>
                    <a:pt x="18827" y="6935"/>
                  </a:cubicBezTo>
                  <a:cubicBezTo>
                    <a:pt x="18827" y="7034"/>
                    <a:pt x="18827" y="7034"/>
                    <a:pt x="18827" y="7034"/>
                  </a:cubicBezTo>
                  <a:cubicBezTo>
                    <a:pt x="18712" y="7133"/>
                    <a:pt x="18712" y="7133"/>
                    <a:pt x="18712" y="7133"/>
                  </a:cubicBezTo>
                  <a:cubicBezTo>
                    <a:pt x="18712" y="7133"/>
                    <a:pt x="18712" y="7133"/>
                    <a:pt x="18712" y="7133"/>
                  </a:cubicBezTo>
                  <a:cubicBezTo>
                    <a:pt x="18596" y="7233"/>
                    <a:pt x="18596" y="7233"/>
                    <a:pt x="18596" y="7233"/>
                  </a:cubicBezTo>
                  <a:cubicBezTo>
                    <a:pt x="18712" y="7332"/>
                    <a:pt x="18712" y="7332"/>
                    <a:pt x="18712" y="7332"/>
                  </a:cubicBezTo>
                  <a:cubicBezTo>
                    <a:pt x="18596" y="7332"/>
                    <a:pt x="18596" y="7332"/>
                    <a:pt x="18596" y="7332"/>
                  </a:cubicBezTo>
                  <a:cubicBezTo>
                    <a:pt x="18596" y="7431"/>
                    <a:pt x="18596" y="7431"/>
                    <a:pt x="18596" y="7431"/>
                  </a:cubicBezTo>
                  <a:cubicBezTo>
                    <a:pt x="18596" y="7530"/>
                    <a:pt x="18596" y="7530"/>
                    <a:pt x="18596" y="7530"/>
                  </a:cubicBezTo>
                  <a:cubicBezTo>
                    <a:pt x="18481" y="7629"/>
                    <a:pt x="18481" y="7629"/>
                    <a:pt x="18481" y="7629"/>
                  </a:cubicBezTo>
                  <a:cubicBezTo>
                    <a:pt x="18481" y="7629"/>
                    <a:pt x="18481" y="7629"/>
                    <a:pt x="18481" y="7629"/>
                  </a:cubicBezTo>
                  <a:cubicBezTo>
                    <a:pt x="18365" y="7629"/>
                    <a:pt x="18365" y="7629"/>
                    <a:pt x="18365" y="7629"/>
                  </a:cubicBezTo>
                  <a:cubicBezTo>
                    <a:pt x="18365" y="7629"/>
                    <a:pt x="18365" y="7629"/>
                    <a:pt x="18365" y="7629"/>
                  </a:cubicBezTo>
                  <a:cubicBezTo>
                    <a:pt x="18365" y="7530"/>
                    <a:pt x="18365" y="7530"/>
                    <a:pt x="18365" y="7530"/>
                  </a:cubicBezTo>
                  <a:cubicBezTo>
                    <a:pt x="18250" y="7530"/>
                    <a:pt x="18250" y="7530"/>
                    <a:pt x="18250" y="7530"/>
                  </a:cubicBezTo>
                  <a:cubicBezTo>
                    <a:pt x="18250" y="7530"/>
                    <a:pt x="18250" y="7530"/>
                    <a:pt x="18250" y="7530"/>
                  </a:cubicBezTo>
                  <a:cubicBezTo>
                    <a:pt x="18365" y="7431"/>
                    <a:pt x="18365" y="7431"/>
                    <a:pt x="18365" y="7431"/>
                  </a:cubicBezTo>
                  <a:cubicBezTo>
                    <a:pt x="18250" y="7431"/>
                    <a:pt x="18250" y="7431"/>
                    <a:pt x="18250" y="7431"/>
                  </a:cubicBezTo>
                  <a:cubicBezTo>
                    <a:pt x="18250" y="7431"/>
                    <a:pt x="18250" y="7431"/>
                    <a:pt x="18250" y="7431"/>
                  </a:cubicBezTo>
                  <a:cubicBezTo>
                    <a:pt x="18134" y="7431"/>
                    <a:pt x="18134" y="7431"/>
                    <a:pt x="18134" y="7431"/>
                  </a:cubicBezTo>
                  <a:cubicBezTo>
                    <a:pt x="18134" y="7431"/>
                    <a:pt x="18134" y="7431"/>
                    <a:pt x="18134" y="7431"/>
                  </a:cubicBezTo>
                  <a:cubicBezTo>
                    <a:pt x="18134" y="7431"/>
                    <a:pt x="18134" y="7431"/>
                    <a:pt x="18134" y="7431"/>
                  </a:cubicBezTo>
                  <a:cubicBezTo>
                    <a:pt x="18134" y="7530"/>
                    <a:pt x="18134" y="7530"/>
                    <a:pt x="18134" y="7530"/>
                  </a:cubicBezTo>
                  <a:cubicBezTo>
                    <a:pt x="18134" y="7530"/>
                    <a:pt x="18134" y="7530"/>
                    <a:pt x="18134" y="7530"/>
                  </a:cubicBezTo>
                  <a:cubicBezTo>
                    <a:pt x="18134" y="7530"/>
                    <a:pt x="18134" y="7530"/>
                    <a:pt x="18134" y="7530"/>
                  </a:cubicBezTo>
                  <a:cubicBezTo>
                    <a:pt x="18134" y="7629"/>
                    <a:pt x="18134" y="7629"/>
                    <a:pt x="18134" y="7629"/>
                  </a:cubicBezTo>
                  <a:cubicBezTo>
                    <a:pt x="18134" y="7629"/>
                    <a:pt x="18134" y="7629"/>
                    <a:pt x="18134" y="7629"/>
                  </a:cubicBezTo>
                  <a:cubicBezTo>
                    <a:pt x="18134" y="7728"/>
                    <a:pt x="18134" y="7728"/>
                    <a:pt x="18134" y="7728"/>
                  </a:cubicBezTo>
                  <a:cubicBezTo>
                    <a:pt x="18250" y="7728"/>
                    <a:pt x="18250" y="7728"/>
                    <a:pt x="18250" y="7728"/>
                  </a:cubicBezTo>
                  <a:cubicBezTo>
                    <a:pt x="18250" y="7728"/>
                    <a:pt x="18250" y="7728"/>
                    <a:pt x="18250" y="7728"/>
                  </a:cubicBezTo>
                  <a:cubicBezTo>
                    <a:pt x="18365" y="7827"/>
                    <a:pt x="18365" y="7827"/>
                    <a:pt x="18365" y="7827"/>
                  </a:cubicBezTo>
                  <a:cubicBezTo>
                    <a:pt x="18365" y="7926"/>
                    <a:pt x="18365" y="7926"/>
                    <a:pt x="18365" y="7926"/>
                  </a:cubicBezTo>
                  <a:cubicBezTo>
                    <a:pt x="18481" y="7926"/>
                    <a:pt x="18481" y="7926"/>
                    <a:pt x="18481" y="7926"/>
                  </a:cubicBezTo>
                  <a:cubicBezTo>
                    <a:pt x="18481" y="7926"/>
                    <a:pt x="18481" y="7926"/>
                    <a:pt x="18481" y="7926"/>
                  </a:cubicBezTo>
                  <a:cubicBezTo>
                    <a:pt x="18596" y="8025"/>
                    <a:pt x="18596" y="8025"/>
                    <a:pt x="18596" y="8025"/>
                  </a:cubicBezTo>
                  <a:cubicBezTo>
                    <a:pt x="18712" y="8124"/>
                    <a:pt x="18712" y="8124"/>
                    <a:pt x="18712" y="8124"/>
                  </a:cubicBezTo>
                  <a:cubicBezTo>
                    <a:pt x="18596" y="8124"/>
                    <a:pt x="18596" y="8124"/>
                    <a:pt x="18596" y="8124"/>
                  </a:cubicBezTo>
                  <a:cubicBezTo>
                    <a:pt x="18596" y="8223"/>
                    <a:pt x="18596" y="8223"/>
                    <a:pt x="18596" y="8223"/>
                  </a:cubicBezTo>
                  <a:cubicBezTo>
                    <a:pt x="18481" y="8124"/>
                    <a:pt x="18481" y="8124"/>
                    <a:pt x="18481" y="8124"/>
                  </a:cubicBezTo>
                  <a:cubicBezTo>
                    <a:pt x="18365" y="8025"/>
                    <a:pt x="18365" y="8025"/>
                    <a:pt x="18365" y="8025"/>
                  </a:cubicBezTo>
                  <a:cubicBezTo>
                    <a:pt x="18365" y="8025"/>
                    <a:pt x="18365" y="8025"/>
                    <a:pt x="18365" y="8025"/>
                  </a:cubicBezTo>
                  <a:cubicBezTo>
                    <a:pt x="18365" y="8025"/>
                    <a:pt x="18365" y="8025"/>
                    <a:pt x="18365" y="8025"/>
                  </a:cubicBezTo>
                  <a:cubicBezTo>
                    <a:pt x="18250" y="7926"/>
                    <a:pt x="18250" y="7926"/>
                    <a:pt x="18250" y="7926"/>
                  </a:cubicBezTo>
                  <a:cubicBezTo>
                    <a:pt x="18250" y="8025"/>
                    <a:pt x="18250" y="8025"/>
                    <a:pt x="18250" y="8025"/>
                  </a:cubicBezTo>
                  <a:cubicBezTo>
                    <a:pt x="18250" y="8025"/>
                    <a:pt x="18250" y="8025"/>
                    <a:pt x="18250" y="8025"/>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134" y="8124"/>
                    <a:pt x="18134" y="8124"/>
                    <a:pt x="18134" y="8124"/>
                  </a:cubicBezTo>
                  <a:cubicBezTo>
                    <a:pt x="18250" y="8223"/>
                    <a:pt x="18250" y="8223"/>
                    <a:pt x="18250" y="8223"/>
                  </a:cubicBezTo>
                  <a:cubicBezTo>
                    <a:pt x="18250" y="8223"/>
                    <a:pt x="18250" y="8223"/>
                    <a:pt x="18250" y="8223"/>
                  </a:cubicBezTo>
                  <a:cubicBezTo>
                    <a:pt x="18250" y="8223"/>
                    <a:pt x="18250" y="8223"/>
                    <a:pt x="18250" y="8223"/>
                  </a:cubicBezTo>
                  <a:cubicBezTo>
                    <a:pt x="18250" y="8322"/>
                    <a:pt x="18250" y="8322"/>
                    <a:pt x="18250" y="8322"/>
                  </a:cubicBezTo>
                  <a:cubicBezTo>
                    <a:pt x="18250" y="8322"/>
                    <a:pt x="18250" y="8322"/>
                    <a:pt x="18250" y="8322"/>
                  </a:cubicBezTo>
                  <a:cubicBezTo>
                    <a:pt x="18365" y="8322"/>
                    <a:pt x="18365" y="8322"/>
                    <a:pt x="18365" y="8322"/>
                  </a:cubicBezTo>
                  <a:cubicBezTo>
                    <a:pt x="18365" y="8322"/>
                    <a:pt x="18365" y="8322"/>
                    <a:pt x="18365" y="8322"/>
                  </a:cubicBezTo>
                  <a:cubicBezTo>
                    <a:pt x="18481" y="8322"/>
                    <a:pt x="18481" y="8322"/>
                    <a:pt x="18481" y="8322"/>
                  </a:cubicBezTo>
                  <a:cubicBezTo>
                    <a:pt x="18481" y="8422"/>
                    <a:pt x="18481" y="8422"/>
                    <a:pt x="18481" y="8422"/>
                  </a:cubicBezTo>
                  <a:cubicBezTo>
                    <a:pt x="18481" y="8422"/>
                    <a:pt x="18481" y="8422"/>
                    <a:pt x="18481" y="8422"/>
                  </a:cubicBezTo>
                  <a:cubicBezTo>
                    <a:pt x="18481" y="8422"/>
                    <a:pt x="18481" y="8422"/>
                    <a:pt x="18481" y="8422"/>
                  </a:cubicBezTo>
                  <a:cubicBezTo>
                    <a:pt x="18481" y="8422"/>
                    <a:pt x="18481" y="8422"/>
                    <a:pt x="18481" y="8422"/>
                  </a:cubicBezTo>
                  <a:cubicBezTo>
                    <a:pt x="18596" y="8322"/>
                    <a:pt x="18596" y="8322"/>
                    <a:pt x="18596" y="8322"/>
                  </a:cubicBezTo>
                  <a:cubicBezTo>
                    <a:pt x="18712" y="8322"/>
                    <a:pt x="18712" y="8322"/>
                    <a:pt x="18712" y="8322"/>
                  </a:cubicBezTo>
                  <a:cubicBezTo>
                    <a:pt x="18712" y="8322"/>
                    <a:pt x="18712" y="8322"/>
                    <a:pt x="18712" y="8322"/>
                  </a:cubicBezTo>
                  <a:cubicBezTo>
                    <a:pt x="18712" y="8322"/>
                    <a:pt x="18712" y="8322"/>
                    <a:pt x="18712" y="8322"/>
                  </a:cubicBezTo>
                  <a:cubicBezTo>
                    <a:pt x="18712" y="8322"/>
                    <a:pt x="18712" y="8322"/>
                    <a:pt x="18712" y="8322"/>
                  </a:cubicBezTo>
                  <a:cubicBezTo>
                    <a:pt x="18827" y="8322"/>
                    <a:pt x="18827" y="8322"/>
                    <a:pt x="18827" y="8322"/>
                  </a:cubicBezTo>
                  <a:cubicBezTo>
                    <a:pt x="18827" y="8422"/>
                    <a:pt x="18827" y="8422"/>
                    <a:pt x="18827" y="8422"/>
                  </a:cubicBezTo>
                  <a:cubicBezTo>
                    <a:pt x="18943" y="8422"/>
                    <a:pt x="18943" y="8422"/>
                    <a:pt x="18943" y="8422"/>
                  </a:cubicBezTo>
                  <a:cubicBezTo>
                    <a:pt x="18943" y="8521"/>
                    <a:pt x="18943" y="8521"/>
                    <a:pt x="18943" y="8521"/>
                  </a:cubicBezTo>
                  <a:cubicBezTo>
                    <a:pt x="18943" y="8521"/>
                    <a:pt x="18943" y="8521"/>
                    <a:pt x="18943" y="8521"/>
                  </a:cubicBezTo>
                  <a:cubicBezTo>
                    <a:pt x="18943" y="8620"/>
                    <a:pt x="18943" y="8620"/>
                    <a:pt x="18943" y="8620"/>
                  </a:cubicBezTo>
                  <a:cubicBezTo>
                    <a:pt x="18827" y="8719"/>
                    <a:pt x="18827" y="8719"/>
                    <a:pt x="18827" y="8719"/>
                  </a:cubicBezTo>
                  <a:cubicBezTo>
                    <a:pt x="18827" y="8818"/>
                    <a:pt x="18827" y="8818"/>
                    <a:pt x="18827" y="8818"/>
                  </a:cubicBezTo>
                  <a:cubicBezTo>
                    <a:pt x="18827" y="8818"/>
                    <a:pt x="18827" y="8818"/>
                    <a:pt x="18827" y="8818"/>
                  </a:cubicBezTo>
                  <a:cubicBezTo>
                    <a:pt x="18827" y="8917"/>
                    <a:pt x="18827" y="8917"/>
                    <a:pt x="18827" y="8917"/>
                  </a:cubicBezTo>
                  <a:cubicBezTo>
                    <a:pt x="18827" y="9016"/>
                    <a:pt x="18827" y="9016"/>
                    <a:pt x="18827" y="9016"/>
                  </a:cubicBezTo>
                  <a:cubicBezTo>
                    <a:pt x="18827" y="9016"/>
                    <a:pt x="18827" y="9016"/>
                    <a:pt x="18827" y="9016"/>
                  </a:cubicBezTo>
                  <a:cubicBezTo>
                    <a:pt x="18712" y="9115"/>
                    <a:pt x="18712" y="9115"/>
                    <a:pt x="18712" y="9115"/>
                  </a:cubicBezTo>
                  <a:cubicBezTo>
                    <a:pt x="18712" y="9016"/>
                    <a:pt x="18712" y="9016"/>
                    <a:pt x="18712" y="9016"/>
                  </a:cubicBezTo>
                  <a:cubicBezTo>
                    <a:pt x="18712" y="9016"/>
                    <a:pt x="18712" y="9016"/>
                    <a:pt x="18712" y="9016"/>
                  </a:cubicBezTo>
                  <a:cubicBezTo>
                    <a:pt x="18596" y="9016"/>
                    <a:pt x="18596" y="9016"/>
                    <a:pt x="18596" y="9016"/>
                  </a:cubicBezTo>
                  <a:cubicBezTo>
                    <a:pt x="18481" y="8917"/>
                    <a:pt x="18481" y="8917"/>
                    <a:pt x="18481" y="8917"/>
                  </a:cubicBezTo>
                  <a:cubicBezTo>
                    <a:pt x="18481" y="8917"/>
                    <a:pt x="18481" y="8917"/>
                    <a:pt x="18481" y="8917"/>
                  </a:cubicBezTo>
                  <a:cubicBezTo>
                    <a:pt x="18481" y="8917"/>
                    <a:pt x="18481" y="8917"/>
                    <a:pt x="18481" y="8917"/>
                  </a:cubicBezTo>
                  <a:cubicBezTo>
                    <a:pt x="18365" y="8917"/>
                    <a:pt x="18365" y="8917"/>
                    <a:pt x="18365" y="8917"/>
                  </a:cubicBezTo>
                  <a:cubicBezTo>
                    <a:pt x="18365" y="8917"/>
                    <a:pt x="18365" y="8917"/>
                    <a:pt x="18365" y="8917"/>
                  </a:cubicBezTo>
                  <a:cubicBezTo>
                    <a:pt x="18365" y="8818"/>
                    <a:pt x="18365" y="8818"/>
                    <a:pt x="18365" y="8818"/>
                  </a:cubicBezTo>
                  <a:cubicBezTo>
                    <a:pt x="18250" y="8719"/>
                    <a:pt x="18250" y="8719"/>
                    <a:pt x="18250" y="8719"/>
                  </a:cubicBezTo>
                  <a:cubicBezTo>
                    <a:pt x="18250" y="8719"/>
                    <a:pt x="18250" y="8719"/>
                    <a:pt x="18250" y="8719"/>
                  </a:cubicBezTo>
                  <a:cubicBezTo>
                    <a:pt x="18250" y="8818"/>
                    <a:pt x="18250" y="8818"/>
                    <a:pt x="18250" y="8818"/>
                  </a:cubicBezTo>
                  <a:cubicBezTo>
                    <a:pt x="18134" y="8719"/>
                    <a:pt x="18134" y="8719"/>
                    <a:pt x="18134" y="8719"/>
                  </a:cubicBezTo>
                  <a:cubicBezTo>
                    <a:pt x="18134" y="8719"/>
                    <a:pt x="18134" y="8719"/>
                    <a:pt x="18134" y="8719"/>
                  </a:cubicBezTo>
                  <a:cubicBezTo>
                    <a:pt x="18019" y="8719"/>
                    <a:pt x="18019" y="8719"/>
                    <a:pt x="18019" y="8719"/>
                  </a:cubicBezTo>
                  <a:cubicBezTo>
                    <a:pt x="17903" y="8719"/>
                    <a:pt x="17903" y="8719"/>
                    <a:pt x="17903" y="8719"/>
                  </a:cubicBezTo>
                  <a:cubicBezTo>
                    <a:pt x="18019" y="8719"/>
                    <a:pt x="18019" y="8719"/>
                    <a:pt x="18019" y="8719"/>
                  </a:cubicBezTo>
                  <a:cubicBezTo>
                    <a:pt x="18019" y="8818"/>
                    <a:pt x="18019" y="8818"/>
                    <a:pt x="18019" y="8818"/>
                  </a:cubicBezTo>
                  <a:cubicBezTo>
                    <a:pt x="17903" y="8818"/>
                    <a:pt x="17903" y="8818"/>
                    <a:pt x="17903" y="8818"/>
                  </a:cubicBezTo>
                  <a:cubicBezTo>
                    <a:pt x="17903" y="8818"/>
                    <a:pt x="17903" y="8818"/>
                    <a:pt x="17903" y="8818"/>
                  </a:cubicBezTo>
                  <a:cubicBezTo>
                    <a:pt x="17788" y="8719"/>
                    <a:pt x="17788" y="8719"/>
                    <a:pt x="17788" y="8719"/>
                  </a:cubicBezTo>
                  <a:cubicBezTo>
                    <a:pt x="17672" y="8818"/>
                    <a:pt x="17672" y="8818"/>
                    <a:pt x="17672" y="8818"/>
                  </a:cubicBezTo>
                  <a:cubicBezTo>
                    <a:pt x="17788" y="8818"/>
                    <a:pt x="17788" y="8818"/>
                    <a:pt x="17788" y="8818"/>
                  </a:cubicBezTo>
                  <a:cubicBezTo>
                    <a:pt x="17788" y="8818"/>
                    <a:pt x="17788" y="8818"/>
                    <a:pt x="17788" y="8818"/>
                  </a:cubicBezTo>
                  <a:cubicBezTo>
                    <a:pt x="17903" y="8818"/>
                    <a:pt x="17903" y="8818"/>
                    <a:pt x="17903" y="8818"/>
                  </a:cubicBezTo>
                  <a:cubicBezTo>
                    <a:pt x="17903" y="8818"/>
                    <a:pt x="17903" y="8818"/>
                    <a:pt x="17903" y="8818"/>
                  </a:cubicBezTo>
                  <a:cubicBezTo>
                    <a:pt x="17903" y="8917"/>
                    <a:pt x="17903" y="8917"/>
                    <a:pt x="17903" y="8917"/>
                  </a:cubicBezTo>
                  <a:cubicBezTo>
                    <a:pt x="17903" y="8917"/>
                    <a:pt x="17903" y="8917"/>
                    <a:pt x="17903" y="8917"/>
                  </a:cubicBezTo>
                  <a:cubicBezTo>
                    <a:pt x="17788" y="9016"/>
                    <a:pt x="17788" y="9016"/>
                    <a:pt x="17788" y="9016"/>
                  </a:cubicBezTo>
                  <a:cubicBezTo>
                    <a:pt x="17672" y="9016"/>
                    <a:pt x="17672" y="9016"/>
                    <a:pt x="17672" y="9016"/>
                  </a:cubicBezTo>
                  <a:cubicBezTo>
                    <a:pt x="17557" y="9016"/>
                    <a:pt x="17557" y="9016"/>
                    <a:pt x="17557" y="9016"/>
                  </a:cubicBezTo>
                  <a:cubicBezTo>
                    <a:pt x="17557" y="8917"/>
                    <a:pt x="17557" y="8917"/>
                    <a:pt x="17557" y="8917"/>
                  </a:cubicBezTo>
                  <a:cubicBezTo>
                    <a:pt x="17557" y="8917"/>
                    <a:pt x="17557" y="8917"/>
                    <a:pt x="17557" y="8917"/>
                  </a:cubicBezTo>
                  <a:cubicBezTo>
                    <a:pt x="17557" y="8917"/>
                    <a:pt x="17557" y="8917"/>
                    <a:pt x="17557" y="8917"/>
                  </a:cubicBezTo>
                  <a:cubicBezTo>
                    <a:pt x="17441" y="8917"/>
                    <a:pt x="17441" y="8917"/>
                    <a:pt x="17441" y="8917"/>
                  </a:cubicBezTo>
                  <a:cubicBezTo>
                    <a:pt x="17557" y="9016"/>
                    <a:pt x="17557" y="9016"/>
                    <a:pt x="17557" y="9016"/>
                  </a:cubicBezTo>
                  <a:cubicBezTo>
                    <a:pt x="17557" y="9016"/>
                    <a:pt x="17557" y="9016"/>
                    <a:pt x="17557" y="9016"/>
                  </a:cubicBezTo>
                  <a:cubicBezTo>
                    <a:pt x="17441" y="9016"/>
                    <a:pt x="17441" y="9016"/>
                    <a:pt x="17441" y="9016"/>
                  </a:cubicBezTo>
                  <a:cubicBezTo>
                    <a:pt x="17557" y="9115"/>
                    <a:pt x="17557" y="9115"/>
                    <a:pt x="17557" y="9115"/>
                  </a:cubicBezTo>
                  <a:cubicBezTo>
                    <a:pt x="17557" y="9115"/>
                    <a:pt x="17557" y="9115"/>
                    <a:pt x="17557" y="9115"/>
                  </a:cubicBezTo>
                  <a:cubicBezTo>
                    <a:pt x="17441" y="9115"/>
                    <a:pt x="17441" y="9115"/>
                    <a:pt x="17441" y="9115"/>
                  </a:cubicBezTo>
                  <a:cubicBezTo>
                    <a:pt x="17557" y="9214"/>
                    <a:pt x="17557" y="9214"/>
                    <a:pt x="17557" y="9214"/>
                  </a:cubicBezTo>
                  <a:cubicBezTo>
                    <a:pt x="17557" y="9214"/>
                    <a:pt x="17557" y="9214"/>
                    <a:pt x="17557" y="9214"/>
                  </a:cubicBezTo>
                  <a:cubicBezTo>
                    <a:pt x="17441" y="9214"/>
                    <a:pt x="17441" y="9214"/>
                    <a:pt x="17441" y="9214"/>
                  </a:cubicBezTo>
                  <a:cubicBezTo>
                    <a:pt x="17441" y="9214"/>
                    <a:pt x="17441" y="9214"/>
                    <a:pt x="17441" y="9214"/>
                  </a:cubicBezTo>
                  <a:cubicBezTo>
                    <a:pt x="17326" y="9214"/>
                    <a:pt x="17326" y="9214"/>
                    <a:pt x="17326" y="9214"/>
                  </a:cubicBezTo>
                  <a:cubicBezTo>
                    <a:pt x="17326" y="9214"/>
                    <a:pt x="17326" y="9214"/>
                    <a:pt x="17326" y="9214"/>
                  </a:cubicBezTo>
                  <a:cubicBezTo>
                    <a:pt x="17326" y="9313"/>
                    <a:pt x="17326" y="9313"/>
                    <a:pt x="17326" y="9313"/>
                  </a:cubicBezTo>
                  <a:cubicBezTo>
                    <a:pt x="17441" y="9313"/>
                    <a:pt x="17441" y="9313"/>
                    <a:pt x="17441" y="9313"/>
                  </a:cubicBezTo>
                  <a:cubicBezTo>
                    <a:pt x="17557" y="9313"/>
                    <a:pt x="17557" y="9313"/>
                    <a:pt x="17557" y="9313"/>
                  </a:cubicBezTo>
                  <a:cubicBezTo>
                    <a:pt x="17557" y="9313"/>
                    <a:pt x="17557" y="9313"/>
                    <a:pt x="17557" y="9313"/>
                  </a:cubicBezTo>
                  <a:cubicBezTo>
                    <a:pt x="17557" y="9412"/>
                    <a:pt x="17557" y="9412"/>
                    <a:pt x="17557" y="9412"/>
                  </a:cubicBezTo>
                  <a:cubicBezTo>
                    <a:pt x="17557" y="9412"/>
                    <a:pt x="17557" y="9412"/>
                    <a:pt x="17557" y="9412"/>
                  </a:cubicBezTo>
                  <a:cubicBezTo>
                    <a:pt x="17557" y="9412"/>
                    <a:pt x="17557" y="9412"/>
                    <a:pt x="17557" y="9412"/>
                  </a:cubicBezTo>
                  <a:cubicBezTo>
                    <a:pt x="17672" y="9412"/>
                    <a:pt x="17672" y="9412"/>
                    <a:pt x="17672" y="9412"/>
                  </a:cubicBezTo>
                  <a:cubicBezTo>
                    <a:pt x="17672" y="9412"/>
                    <a:pt x="17672" y="9412"/>
                    <a:pt x="17672" y="9412"/>
                  </a:cubicBezTo>
                  <a:cubicBezTo>
                    <a:pt x="17788" y="9412"/>
                    <a:pt x="17788" y="9412"/>
                    <a:pt x="17788" y="9412"/>
                  </a:cubicBezTo>
                  <a:cubicBezTo>
                    <a:pt x="17903" y="9412"/>
                    <a:pt x="17903" y="9412"/>
                    <a:pt x="17903" y="9412"/>
                  </a:cubicBezTo>
                  <a:cubicBezTo>
                    <a:pt x="18019" y="9412"/>
                    <a:pt x="18019" y="9412"/>
                    <a:pt x="18019" y="9412"/>
                  </a:cubicBezTo>
                  <a:cubicBezTo>
                    <a:pt x="18019" y="9511"/>
                    <a:pt x="18019" y="9511"/>
                    <a:pt x="18019" y="9511"/>
                  </a:cubicBezTo>
                  <a:cubicBezTo>
                    <a:pt x="18134" y="9412"/>
                    <a:pt x="18134" y="9412"/>
                    <a:pt x="18134" y="9412"/>
                  </a:cubicBezTo>
                  <a:cubicBezTo>
                    <a:pt x="18134" y="9412"/>
                    <a:pt x="18134" y="9412"/>
                    <a:pt x="18134" y="9412"/>
                  </a:cubicBezTo>
                  <a:cubicBezTo>
                    <a:pt x="18134" y="9412"/>
                    <a:pt x="18134" y="9412"/>
                    <a:pt x="18134" y="9412"/>
                  </a:cubicBezTo>
                  <a:cubicBezTo>
                    <a:pt x="18134" y="9511"/>
                    <a:pt x="18134" y="9511"/>
                    <a:pt x="18134" y="9511"/>
                  </a:cubicBezTo>
                  <a:cubicBezTo>
                    <a:pt x="18134" y="9511"/>
                    <a:pt x="18134" y="9511"/>
                    <a:pt x="18134" y="9511"/>
                  </a:cubicBezTo>
                  <a:cubicBezTo>
                    <a:pt x="18250" y="9611"/>
                    <a:pt x="18250" y="9611"/>
                    <a:pt x="18250" y="9611"/>
                  </a:cubicBezTo>
                  <a:cubicBezTo>
                    <a:pt x="18134" y="9611"/>
                    <a:pt x="18134" y="9611"/>
                    <a:pt x="18134" y="9611"/>
                  </a:cubicBezTo>
                  <a:cubicBezTo>
                    <a:pt x="18134" y="9611"/>
                    <a:pt x="18134" y="9611"/>
                    <a:pt x="18134" y="9611"/>
                  </a:cubicBezTo>
                  <a:cubicBezTo>
                    <a:pt x="18134" y="9611"/>
                    <a:pt x="18134" y="9611"/>
                    <a:pt x="18134" y="9611"/>
                  </a:cubicBezTo>
                  <a:cubicBezTo>
                    <a:pt x="18019" y="9611"/>
                    <a:pt x="18019" y="9611"/>
                    <a:pt x="18019" y="9611"/>
                  </a:cubicBezTo>
                  <a:cubicBezTo>
                    <a:pt x="17903" y="9611"/>
                    <a:pt x="17903" y="9611"/>
                    <a:pt x="17903" y="9611"/>
                  </a:cubicBezTo>
                  <a:cubicBezTo>
                    <a:pt x="17903" y="9611"/>
                    <a:pt x="17903" y="9611"/>
                    <a:pt x="17903" y="9611"/>
                  </a:cubicBezTo>
                  <a:cubicBezTo>
                    <a:pt x="17788" y="9611"/>
                    <a:pt x="17788" y="9611"/>
                    <a:pt x="17788" y="9611"/>
                  </a:cubicBezTo>
                  <a:cubicBezTo>
                    <a:pt x="17672" y="9611"/>
                    <a:pt x="17672" y="9611"/>
                    <a:pt x="17672" y="9611"/>
                  </a:cubicBezTo>
                  <a:cubicBezTo>
                    <a:pt x="17557" y="9611"/>
                    <a:pt x="17557" y="9611"/>
                    <a:pt x="17557" y="9611"/>
                  </a:cubicBezTo>
                  <a:cubicBezTo>
                    <a:pt x="17557" y="9611"/>
                    <a:pt x="17557" y="9611"/>
                    <a:pt x="17557" y="9611"/>
                  </a:cubicBezTo>
                  <a:cubicBezTo>
                    <a:pt x="17557" y="9611"/>
                    <a:pt x="17557" y="9611"/>
                    <a:pt x="17557" y="9611"/>
                  </a:cubicBezTo>
                  <a:cubicBezTo>
                    <a:pt x="17557" y="9611"/>
                    <a:pt x="17557" y="9611"/>
                    <a:pt x="17557" y="9611"/>
                  </a:cubicBezTo>
                  <a:cubicBezTo>
                    <a:pt x="17557" y="9710"/>
                    <a:pt x="17557" y="9710"/>
                    <a:pt x="17557" y="9710"/>
                  </a:cubicBezTo>
                  <a:cubicBezTo>
                    <a:pt x="17557" y="9710"/>
                    <a:pt x="17557" y="9710"/>
                    <a:pt x="17557" y="9710"/>
                  </a:cubicBezTo>
                  <a:cubicBezTo>
                    <a:pt x="17557" y="9710"/>
                    <a:pt x="17557" y="9710"/>
                    <a:pt x="17557" y="9710"/>
                  </a:cubicBezTo>
                  <a:cubicBezTo>
                    <a:pt x="17672" y="9710"/>
                    <a:pt x="17672" y="9710"/>
                    <a:pt x="17672" y="9710"/>
                  </a:cubicBezTo>
                  <a:cubicBezTo>
                    <a:pt x="17903" y="9710"/>
                    <a:pt x="17903" y="9710"/>
                    <a:pt x="17903" y="9710"/>
                  </a:cubicBezTo>
                  <a:cubicBezTo>
                    <a:pt x="17903" y="9710"/>
                    <a:pt x="17903" y="9710"/>
                    <a:pt x="17903" y="9710"/>
                  </a:cubicBezTo>
                  <a:cubicBezTo>
                    <a:pt x="18019" y="9710"/>
                    <a:pt x="18019" y="9710"/>
                    <a:pt x="18019" y="9710"/>
                  </a:cubicBezTo>
                  <a:cubicBezTo>
                    <a:pt x="18019" y="9710"/>
                    <a:pt x="18019" y="9710"/>
                    <a:pt x="18019" y="9710"/>
                  </a:cubicBezTo>
                  <a:cubicBezTo>
                    <a:pt x="18134" y="9809"/>
                    <a:pt x="18134" y="9809"/>
                    <a:pt x="18134" y="9809"/>
                  </a:cubicBezTo>
                  <a:cubicBezTo>
                    <a:pt x="18134" y="9809"/>
                    <a:pt x="18134" y="9809"/>
                    <a:pt x="18134" y="9809"/>
                  </a:cubicBezTo>
                  <a:cubicBezTo>
                    <a:pt x="18250" y="9908"/>
                    <a:pt x="18250" y="9908"/>
                    <a:pt x="18250" y="9908"/>
                  </a:cubicBezTo>
                  <a:cubicBezTo>
                    <a:pt x="18250" y="9908"/>
                    <a:pt x="18250" y="9908"/>
                    <a:pt x="18250" y="9908"/>
                  </a:cubicBezTo>
                  <a:cubicBezTo>
                    <a:pt x="18250" y="10007"/>
                    <a:pt x="18250" y="10007"/>
                    <a:pt x="18250" y="10007"/>
                  </a:cubicBezTo>
                  <a:cubicBezTo>
                    <a:pt x="18250" y="10007"/>
                    <a:pt x="18250" y="10007"/>
                    <a:pt x="18250" y="10007"/>
                  </a:cubicBezTo>
                  <a:cubicBezTo>
                    <a:pt x="18250" y="10007"/>
                    <a:pt x="18250" y="10007"/>
                    <a:pt x="18250" y="10007"/>
                  </a:cubicBezTo>
                  <a:cubicBezTo>
                    <a:pt x="18134" y="9908"/>
                    <a:pt x="18134" y="9908"/>
                    <a:pt x="18134" y="9908"/>
                  </a:cubicBezTo>
                  <a:cubicBezTo>
                    <a:pt x="18134" y="10007"/>
                    <a:pt x="18134" y="10007"/>
                    <a:pt x="18134" y="10007"/>
                  </a:cubicBezTo>
                  <a:cubicBezTo>
                    <a:pt x="18134" y="10007"/>
                    <a:pt x="18134" y="10007"/>
                    <a:pt x="18134" y="10007"/>
                  </a:cubicBezTo>
                  <a:cubicBezTo>
                    <a:pt x="18250" y="10106"/>
                    <a:pt x="18250" y="10106"/>
                    <a:pt x="18250" y="10106"/>
                  </a:cubicBezTo>
                  <a:cubicBezTo>
                    <a:pt x="18250" y="10205"/>
                    <a:pt x="18250" y="10205"/>
                    <a:pt x="18250" y="10205"/>
                  </a:cubicBezTo>
                  <a:cubicBezTo>
                    <a:pt x="18250" y="10205"/>
                    <a:pt x="18250" y="10205"/>
                    <a:pt x="18250" y="10205"/>
                  </a:cubicBezTo>
                  <a:cubicBezTo>
                    <a:pt x="18250" y="10304"/>
                    <a:pt x="18250" y="10304"/>
                    <a:pt x="18250" y="10304"/>
                  </a:cubicBezTo>
                  <a:cubicBezTo>
                    <a:pt x="18250" y="10304"/>
                    <a:pt x="18250" y="10304"/>
                    <a:pt x="18250" y="10304"/>
                  </a:cubicBezTo>
                  <a:cubicBezTo>
                    <a:pt x="18134" y="10403"/>
                    <a:pt x="18134" y="10403"/>
                    <a:pt x="18134" y="10403"/>
                  </a:cubicBezTo>
                  <a:cubicBezTo>
                    <a:pt x="18134" y="10502"/>
                    <a:pt x="18134" y="10502"/>
                    <a:pt x="18134" y="10502"/>
                  </a:cubicBezTo>
                  <a:cubicBezTo>
                    <a:pt x="18019" y="10502"/>
                    <a:pt x="18019" y="10502"/>
                    <a:pt x="18019" y="10502"/>
                  </a:cubicBezTo>
                  <a:cubicBezTo>
                    <a:pt x="18019" y="10502"/>
                    <a:pt x="18019" y="10502"/>
                    <a:pt x="18019" y="10502"/>
                  </a:cubicBezTo>
                  <a:cubicBezTo>
                    <a:pt x="17903" y="10502"/>
                    <a:pt x="17903" y="10502"/>
                    <a:pt x="17903" y="10502"/>
                  </a:cubicBezTo>
                  <a:cubicBezTo>
                    <a:pt x="17903" y="10403"/>
                    <a:pt x="17903" y="10403"/>
                    <a:pt x="17903" y="10403"/>
                  </a:cubicBezTo>
                  <a:cubicBezTo>
                    <a:pt x="18019" y="10403"/>
                    <a:pt x="18019" y="10403"/>
                    <a:pt x="18019" y="10403"/>
                  </a:cubicBezTo>
                  <a:cubicBezTo>
                    <a:pt x="17903" y="10403"/>
                    <a:pt x="17903" y="10403"/>
                    <a:pt x="17903" y="10403"/>
                  </a:cubicBezTo>
                  <a:cubicBezTo>
                    <a:pt x="17903" y="10304"/>
                    <a:pt x="17903" y="10304"/>
                    <a:pt x="17903" y="10304"/>
                  </a:cubicBezTo>
                  <a:cubicBezTo>
                    <a:pt x="17903" y="10403"/>
                    <a:pt x="17903" y="10403"/>
                    <a:pt x="17903" y="10403"/>
                  </a:cubicBezTo>
                  <a:cubicBezTo>
                    <a:pt x="17788" y="10403"/>
                    <a:pt x="17788" y="10403"/>
                    <a:pt x="17788" y="10403"/>
                  </a:cubicBezTo>
                  <a:cubicBezTo>
                    <a:pt x="17672" y="10205"/>
                    <a:pt x="17672" y="10205"/>
                    <a:pt x="17672" y="10205"/>
                  </a:cubicBezTo>
                  <a:cubicBezTo>
                    <a:pt x="17557" y="10205"/>
                    <a:pt x="17557" y="10205"/>
                    <a:pt x="17557" y="10205"/>
                  </a:cubicBezTo>
                  <a:cubicBezTo>
                    <a:pt x="17557" y="10106"/>
                    <a:pt x="17557" y="10106"/>
                    <a:pt x="17557" y="10106"/>
                  </a:cubicBezTo>
                  <a:cubicBezTo>
                    <a:pt x="17557" y="10106"/>
                    <a:pt x="17557" y="10106"/>
                    <a:pt x="17557" y="10106"/>
                  </a:cubicBezTo>
                  <a:cubicBezTo>
                    <a:pt x="17441" y="10007"/>
                    <a:pt x="17441" y="10007"/>
                    <a:pt x="17441" y="10007"/>
                  </a:cubicBezTo>
                  <a:cubicBezTo>
                    <a:pt x="17326" y="9908"/>
                    <a:pt x="17326" y="9908"/>
                    <a:pt x="17326" y="9908"/>
                  </a:cubicBezTo>
                  <a:cubicBezTo>
                    <a:pt x="17326" y="9908"/>
                    <a:pt x="17326" y="9908"/>
                    <a:pt x="17326" y="9908"/>
                  </a:cubicBezTo>
                  <a:cubicBezTo>
                    <a:pt x="17326" y="9908"/>
                    <a:pt x="17326" y="9908"/>
                    <a:pt x="17326" y="9908"/>
                  </a:cubicBezTo>
                  <a:cubicBezTo>
                    <a:pt x="17326" y="9908"/>
                    <a:pt x="17326" y="9908"/>
                    <a:pt x="17326" y="9908"/>
                  </a:cubicBezTo>
                  <a:cubicBezTo>
                    <a:pt x="17326" y="10007"/>
                    <a:pt x="17326" y="10007"/>
                    <a:pt x="17326" y="10007"/>
                  </a:cubicBezTo>
                  <a:cubicBezTo>
                    <a:pt x="17441" y="10007"/>
                    <a:pt x="17441" y="10007"/>
                    <a:pt x="17441" y="10007"/>
                  </a:cubicBezTo>
                  <a:cubicBezTo>
                    <a:pt x="17441" y="10106"/>
                    <a:pt x="17441" y="10106"/>
                    <a:pt x="17441" y="10106"/>
                  </a:cubicBezTo>
                  <a:cubicBezTo>
                    <a:pt x="17326" y="10106"/>
                    <a:pt x="17326" y="10106"/>
                    <a:pt x="17326" y="10106"/>
                  </a:cubicBezTo>
                  <a:cubicBezTo>
                    <a:pt x="17210" y="10106"/>
                    <a:pt x="17210" y="10106"/>
                    <a:pt x="17210" y="10106"/>
                  </a:cubicBezTo>
                  <a:cubicBezTo>
                    <a:pt x="17210" y="10106"/>
                    <a:pt x="17210" y="10106"/>
                    <a:pt x="17210" y="10106"/>
                  </a:cubicBezTo>
                  <a:cubicBezTo>
                    <a:pt x="17095" y="10007"/>
                    <a:pt x="17095" y="10007"/>
                    <a:pt x="17095" y="10007"/>
                  </a:cubicBezTo>
                  <a:cubicBezTo>
                    <a:pt x="17095" y="9908"/>
                    <a:pt x="17095" y="9908"/>
                    <a:pt x="17095" y="9908"/>
                  </a:cubicBezTo>
                  <a:cubicBezTo>
                    <a:pt x="17095" y="10007"/>
                    <a:pt x="17095" y="10007"/>
                    <a:pt x="17095" y="10007"/>
                  </a:cubicBezTo>
                  <a:cubicBezTo>
                    <a:pt x="17095" y="10007"/>
                    <a:pt x="17095" y="10007"/>
                    <a:pt x="17095" y="10007"/>
                  </a:cubicBezTo>
                  <a:cubicBezTo>
                    <a:pt x="17210" y="10106"/>
                    <a:pt x="17210" y="10106"/>
                    <a:pt x="17210" y="10106"/>
                  </a:cubicBezTo>
                  <a:cubicBezTo>
                    <a:pt x="17326" y="10205"/>
                    <a:pt x="17326" y="10205"/>
                    <a:pt x="17326" y="10205"/>
                  </a:cubicBezTo>
                  <a:cubicBezTo>
                    <a:pt x="17441" y="10205"/>
                    <a:pt x="17441" y="10205"/>
                    <a:pt x="17441" y="10205"/>
                  </a:cubicBezTo>
                  <a:cubicBezTo>
                    <a:pt x="17557" y="10205"/>
                    <a:pt x="17557" y="10205"/>
                    <a:pt x="17557" y="10205"/>
                  </a:cubicBezTo>
                  <a:cubicBezTo>
                    <a:pt x="17788" y="10403"/>
                    <a:pt x="17788" y="10403"/>
                    <a:pt x="17788" y="10403"/>
                  </a:cubicBezTo>
                  <a:cubicBezTo>
                    <a:pt x="17788" y="10403"/>
                    <a:pt x="17788" y="10403"/>
                    <a:pt x="17788" y="10403"/>
                  </a:cubicBezTo>
                  <a:cubicBezTo>
                    <a:pt x="17788" y="10502"/>
                    <a:pt x="17788" y="10502"/>
                    <a:pt x="17788" y="10502"/>
                  </a:cubicBezTo>
                  <a:cubicBezTo>
                    <a:pt x="17672" y="10502"/>
                    <a:pt x="17672" y="10502"/>
                    <a:pt x="17672" y="10502"/>
                  </a:cubicBezTo>
                  <a:cubicBezTo>
                    <a:pt x="17672" y="10403"/>
                    <a:pt x="17672" y="10403"/>
                    <a:pt x="17672" y="10403"/>
                  </a:cubicBezTo>
                  <a:cubicBezTo>
                    <a:pt x="17557" y="10403"/>
                    <a:pt x="17557" y="10403"/>
                    <a:pt x="17557" y="10403"/>
                  </a:cubicBezTo>
                  <a:cubicBezTo>
                    <a:pt x="17557" y="10502"/>
                    <a:pt x="17557" y="10502"/>
                    <a:pt x="17557" y="10502"/>
                  </a:cubicBezTo>
                  <a:cubicBezTo>
                    <a:pt x="17441" y="10502"/>
                    <a:pt x="17441" y="10502"/>
                    <a:pt x="17441" y="10502"/>
                  </a:cubicBezTo>
                  <a:cubicBezTo>
                    <a:pt x="17326" y="10502"/>
                    <a:pt x="17326" y="10502"/>
                    <a:pt x="17326" y="10502"/>
                  </a:cubicBezTo>
                  <a:cubicBezTo>
                    <a:pt x="17326" y="10502"/>
                    <a:pt x="17326" y="10502"/>
                    <a:pt x="17326" y="10502"/>
                  </a:cubicBezTo>
                  <a:cubicBezTo>
                    <a:pt x="17210" y="10502"/>
                    <a:pt x="17210" y="10502"/>
                    <a:pt x="17210" y="10502"/>
                  </a:cubicBezTo>
                  <a:cubicBezTo>
                    <a:pt x="17326" y="10403"/>
                    <a:pt x="17326" y="10403"/>
                    <a:pt x="17326" y="10403"/>
                  </a:cubicBezTo>
                  <a:cubicBezTo>
                    <a:pt x="17210" y="10403"/>
                    <a:pt x="17210" y="10403"/>
                    <a:pt x="17210" y="10403"/>
                  </a:cubicBezTo>
                  <a:cubicBezTo>
                    <a:pt x="17210" y="10403"/>
                    <a:pt x="17210" y="10403"/>
                    <a:pt x="17210" y="10403"/>
                  </a:cubicBezTo>
                  <a:cubicBezTo>
                    <a:pt x="17210" y="10403"/>
                    <a:pt x="17210" y="10403"/>
                    <a:pt x="17210" y="10403"/>
                  </a:cubicBezTo>
                  <a:cubicBezTo>
                    <a:pt x="17210" y="10502"/>
                    <a:pt x="17210" y="10502"/>
                    <a:pt x="17210" y="10502"/>
                  </a:cubicBezTo>
                  <a:cubicBezTo>
                    <a:pt x="17210" y="10502"/>
                    <a:pt x="17210" y="10502"/>
                    <a:pt x="17210" y="10502"/>
                  </a:cubicBezTo>
                  <a:cubicBezTo>
                    <a:pt x="17326" y="10601"/>
                    <a:pt x="17326" y="10601"/>
                    <a:pt x="17326" y="10601"/>
                  </a:cubicBezTo>
                  <a:cubicBezTo>
                    <a:pt x="17326" y="10601"/>
                    <a:pt x="17326" y="10601"/>
                    <a:pt x="17326" y="10601"/>
                  </a:cubicBezTo>
                  <a:cubicBezTo>
                    <a:pt x="17441" y="10601"/>
                    <a:pt x="17441" y="10601"/>
                    <a:pt x="17441" y="10601"/>
                  </a:cubicBezTo>
                  <a:cubicBezTo>
                    <a:pt x="17557" y="10502"/>
                    <a:pt x="17557" y="10502"/>
                    <a:pt x="17557" y="10502"/>
                  </a:cubicBezTo>
                  <a:cubicBezTo>
                    <a:pt x="17557" y="10502"/>
                    <a:pt x="17557" y="10502"/>
                    <a:pt x="17557" y="10502"/>
                  </a:cubicBezTo>
                  <a:cubicBezTo>
                    <a:pt x="17672" y="10502"/>
                    <a:pt x="17672" y="10502"/>
                    <a:pt x="17672" y="10502"/>
                  </a:cubicBezTo>
                  <a:cubicBezTo>
                    <a:pt x="17672" y="10601"/>
                    <a:pt x="17672" y="10601"/>
                    <a:pt x="17672" y="10601"/>
                  </a:cubicBezTo>
                  <a:cubicBezTo>
                    <a:pt x="17672" y="10601"/>
                    <a:pt x="17672" y="10601"/>
                    <a:pt x="17672" y="10601"/>
                  </a:cubicBezTo>
                  <a:cubicBezTo>
                    <a:pt x="17672" y="10700"/>
                    <a:pt x="17672" y="10700"/>
                    <a:pt x="17672" y="10700"/>
                  </a:cubicBezTo>
                  <a:cubicBezTo>
                    <a:pt x="17672" y="10800"/>
                    <a:pt x="17672" y="10800"/>
                    <a:pt x="17672" y="10800"/>
                  </a:cubicBezTo>
                  <a:cubicBezTo>
                    <a:pt x="17557" y="10800"/>
                    <a:pt x="17557" y="10800"/>
                    <a:pt x="17557" y="10800"/>
                  </a:cubicBezTo>
                  <a:cubicBezTo>
                    <a:pt x="17557" y="10800"/>
                    <a:pt x="17557" y="10800"/>
                    <a:pt x="17557" y="10800"/>
                  </a:cubicBezTo>
                  <a:cubicBezTo>
                    <a:pt x="17672" y="10899"/>
                    <a:pt x="17672" y="10899"/>
                    <a:pt x="17672" y="10899"/>
                  </a:cubicBezTo>
                  <a:cubicBezTo>
                    <a:pt x="17672" y="10800"/>
                    <a:pt x="17672" y="10800"/>
                    <a:pt x="17672" y="10800"/>
                  </a:cubicBezTo>
                  <a:cubicBezTo>
                    <a:pt x="17788" y="10899"/>
                    <a:pt x="17788" y="10899"/>
                    <a:pt x="17788" y="10899"/>
                  </a:cubicBezTo>
                  <a:cubicBezTo>
                    <a:pt x="17903" y="10899"/>
                    <a:pt x="17903" y="10899"/>
                    <a:pt x="17903" y="10899"/>
                  </a:cubicBezTo>
                  <a:cubicBezTo>
                    <a:pt x="18019" y="10998"/>
                    <a:pt x="18019" y="10998"/>
                    <a:pt x="18019" y="10998"/>
                  </a:cubicBezTo>
                  <a:cubicBezTo>
                    <a:pt x="18019" y="10899"/>
                    <a:pt x="18019" y="10899"/>
                    <a:pt x="18019" y="10899"/>
                  </a:cubicBezTo>
                  <a:cubicBezTo>
                    <a:pt x="18134" y="10899"/>
                    <a:pt x="18134" y="10899"/>
                    <a:pt x="18134" y="10899"/>
                  </a:cubicBezTo>
                  <a:cubicBezTo>
                    <a:pt x="18134" y="10899"/>
                    <a:pt x="18134" y="10899"/>
                    <a:pt x="18134" y="10899"/>
                  </a:cubicBezTo>
                  <a:cubicBezTo>
                    <a:pt x="18134" y="10998"/>
                    <a:pt x="18134" y="10998"/>
                    <a:pt x="18134" y="10998"/>
                  </a:cubicBezTo>
                  <a:cubicBezTo>
                    <a:pt x="18134" y="10998"/>
                    <a:pt x="18134" y="10998"/>
                    <a:pt x="18134" y="10998"/>
                  </a:cubicBezTo>
                  <a:cubicBezTo>
                    <a:pt x="18134" y="11097"/>
                    <a:pt x="18134" y="11097"/>
                    <a:pt x="18134" y="11097"/>
                  </a:cubicBezTo>
                  <a:cubicBezTo>
                    <a:pt x="18250" y="11097"/>
                    <a:pt x="18250" y="11097"/>
                    <a:pt x="18250" y="11097"/>
                  </a:cubicBezTo>
                  <a:cubicBezTo>
                    <a:pt x="18134" y="11196"/>
                    <a:pt x="18134" y="11196"/>
                    <a:pt x="18134" y="11196"/>
                  </a:cubicBezTo>
                  <a:cubicBezTo>
                    <a:pt x="18134" y="11295"/>
                    <a:pt x="18134" y="11295"/>
                    <a:pt x="18134" y="11295"/>
                  </a:cubicBezTo>
                  <a:cubicBezTo>
                    <a:pt x="18019" y="11295"/>
                    <a:pt x="18019" y="11295"/>
                    <a:pt x="18019" y="11295"/>
                  </a:cubicBezTo>
                  <a:cubicBezTo>
                    <a:pt x="17903" y="11295"/>
                    <a:pt x="17903" y="11295"/>
                    <a:pt x="17903" y="11295"/>
                  </a:cubicBezTo>
                  <a:cubicBezTo>
                    <a:pt x="17903" y="11295"/>
                    <a:pt x="17903" y="11295"/>
                    <a:pt x="17903" y="11295"/>
                  </a:cubicBezTo>
                  <a:cubicBezTo>
                    <a:pt x="17788" y="11196"/>
                    <a:pt x="17788" y="11196"/>
                    <a:pt x="17788" y="11196"/>
                  </a:cubicBezTo>
                  <a:cubicBezTo>
                    <a:pt x="17788" y="11196"/>
                    <a:pt x="17788" y="11196"/>
                    <a:pt x="17788" y="11196"/>
                  </a:cubicBezTo>
                  <a:cubicBezTo>
                    <a:pt x="17788" y="11097"/>
                    <a:pt x="17788" y="11097"/>
                    <a:pt x="17788" y="11097"/>
                  </a:cubicBezTo>
                  <a:cubicBezTo>
                    <a:pt x="17672" y="11097"/>
                    <a:pt x="17672" y="11097"/>
                    <a:pt x="17672" y="11097"/>
                  </a:cubicBezTo>
                  <a:cubicBezTo>
                    <a:pt x="17672" y="10998"/>
                    <a:pt x="17672" y="10998"/>
                    <a:pt x="17672" y="10998"/>
                  </a:cubicBezTo>
                  <a:cubicBezTo>
                    <a:pt x="17557" y="10998"/>
                    <a:pt x="17557" y="10998"/>
                    <a:pt x="17557" y="10998"/>
                  </a:cubicBezTo>
                  <a:cubicBezTo>
                    <a:pt x="17441" y="10998"/>
                    <a:pt x="17441" y="10998"/>
                    <a:pt x="17441" y="10998"/>
                  </a:cubicBezTo>
                  <a:cubicBezTo>
                    <a:pt x="17441" y="10998"/>
                    <a:pt x="17441" y="10998"/>
                    <a:pt x="17441" y="10998"/>
                  </a:cubicBezTo>
                  <a:cubicBezTo>
                    <a:pt x="17326" y="10998"/>
                    <a:pt x="17326" y="10998"/>
                    <a:pt x="17326" y="10998"/>
                  </a:cubicBezTo>
                  <a:cubicBezTo>
                    <a:pt x="17326" y="10998"/>
                    <a:pt x="17326" y="10998"/>
                    <a:pt x="17326" y="10998"/>
                  </a:cubicBezTo>
                  <a:cubicBezTo>
                    <a:pt x="17210" y="10899"/>
                    <a:pt x="17210" y="10899"/>
                    <a:pt x="17210" y="10899"/>
                  </a:cubicBezTo>
                  <a:cubicBezTo>
                    <a:pt x="17210" y="10899"/>
                    <a:pt x="17210" y="10899"/>
                    <a:pt x="17210" y="10899"/>
                  </a:cubicBezTo>
                  <a:cubicBezTo>
                    <a:pt x="17210" y="10899"/>
                    <a:pt x="17210" y="10899"/>
                    <a:pt x="17210" y="10899"/>
                  </a:cubicBezTo>
                  <a:cubicBezTo>
                    <a:pt x="17210" y="10899"/>
                    <a:pt x="17210" y="10899"/>
                    <a:pt x="17210" y="10899"/>
                  </a:cubicBezTo>
                  <a:cubicBezTo>
                    <a:pt x="17210" y="10998"/>
                    <a:pt x="17210" y="10998"/>
                    <a:pt x="17210" y="10998"/>
                  </a:cubicBezTo>
                  <a:cubicBezTo>
                    <a:pt x="17210" y="11097"/>
                    <a:pt x="17210" y="11097"/>
                    <a:pt x="17210" y="11097"/>
                  </a:cubicBezTo>
                  <a:cubicBezTo>
                    <a:pt x="17210" y="11097"/>
                    <a:pt x="17210" y="11097"/>
                    <a:pt x="17210" y="11097"/>
                  </a:cubicBezTo>
                  <a:cubicBezTo>
                    <a:pt x="17095" y="11097"/>
                    <a:pt x="17095" y="11097"/>
                    <a:pt x="17095" y="11097"/>
                  </a:cubicBezTo>
                  <a:cubicBezTo>
                    <a:pt x="17095" y="11097"/>
                    <a:pt x="17095" y="11097"/>
                    <a:pt x="17095" y="11097"/>
                  </a:cubicBezTo>
                  <a:cubicBezTo>
                    <a:pt x="16979" y="11196"/>
                    <a:pt x="16979" y="11196"/>
                    <a:pt x="16979" y="11196"/>
                  </a:cubicBezTo>
                  <a:cubicBezTo>
                    <a:pt x="17095" y="11196"/>
                    <a:pt x="17095" y="11196"/>
                    <a:pt x="17095" y="11196"/>
                  </a:cubicBezTo>
                  <a:cubicBezTo>
                    <a:pt x="17095" y="11196"/>
                    <a:pt x="17095" y="11196"/>
                    <a:pt x="17095" y="11196"/>
                  </a:cubicBezTo>
                  <a:cubicBezTo>
                    <a:pt x="17095" y="11295"/>
                    <a:pt x="17095" y="11295"/>
                    <a:pt x="17095" y="11295"/>
                  </a:cubicBezTo>
                  <a:cubicBezTo>
                    <a:pt x="16979" y="11295"/>
                    <a:pt x="16979" y="11295"/>
                    <a:pt x="16979" y="11295"/>
                  </a:cubicBezTo>
                  <a:cubicBezTo>
                    <a:pt x="16979" y="11394"/>
                    <a:pt x="16979" y="11394"/>
                    <a:pt x="16979" y="11394"/>
                  </a:cubicBezTo>
                  <a:cubicBezTo>
                    <a:pt x="16979" y="11394"/>
                    <a:pt x="16979" y="11394"/>
                    <a:pt x="16979" y="11394"/>
                  </a:cubicBezTo>
                  <a:cubicBezTo>
                    <a:pt x="16979" y="11394"/>
                    <a:pt x="16979" y="11394"/>
                    <a:pt x="16979" y="11394"/>
                  </a:cubicBezTo>
                  <a:cubicBezTo>
                    <a:pt x="16979" y="11394"/>
                    <a:pt x="16979" y="11394"/>
                    <a:pt x="16979" y="11394"/>
                  </a:cubicBezTo>
                  <a:cubicBezTo>
                    <a:pt x="17095" y="11493"/>
                    <a:pt x="17095" y="11493"/>
                    <a:pt x="17095" y="11493"/>
                  </a:cubicBezTo>
                  <a:cubicBezTo>
                    <a:pt x="17095" y="11493"/>
                    <a:pt x="17095" y="11493"/>
                    <a:pt x="17095" y="11493"/>
                  </a:cubicBezTo>
                  <a:cubicBezTo>
                    <a:pt x="17095" y="11592"/>
                    <a:pt x="17095" y="11592"/>
                    <a:pt x="17095" y="11592"/>
                  </a:cubicBezTo>
                  <a:cubicBezTo>
                    <a:pt x="17095" y="11691"/>
                    <a:pt x="17095" y="11691"/>
                    <a:pt x="17095" y="11691"/>
                  </a:cubicBezTo>
                  <a:cubicBezTo>
                    <a:pt x="17095" y="11691"/>
                    <a:pt x="17095" y="11691"/>
                    <a:pt x="17095" y="11691"/>
                  </a:cubicBezTo>
                  <a:cubicBezTo>
                    <a:pt x="17210" y="11691"/>
                    <a:pt x="17210" y="11691"/>
                    <a:pt x="17210" y="11691"/>
                  </a:cubicBezTo>
                  <a:cubicBezTo>
                    <a:pt x="17210" y="11592"/>
                    <a:pt x="17210" y="11592"/>
                    <a:pt x="17210" y="11592"/>
                  </a:cubicBezTo>
                  <a:cubicBezTo>
                    <a:pt x="17210" y="11592"/>
                    <a:pt x="17210" y="11592"/>
                    <a:pt x="17210" y="11592"/>
                  </a:cubicBezTo>
                  <a:cubicBezTo>
                    <a:pt x="17095" y="11493"/>
                    <a:pt x="17095" y="11493"/>
                    <a:pt x="17095" y="11493"/>
                  </a:cubicBezTo>
                  <a:cubicBezTo>
                    <a:pt x="17210" y="11493"/>
                    <a:pt x="17210" y="11493"/>
                    <a:pt x="17210" y="11493"/>
                  </a:cubicBezTo>
                  <a:cubicBezTo>
                    <a:pt x="17210" y="11394"/>
                    <a:pt x="17210" y="11394"/>
                    <a:pt x="17210" y="11394"/>
                  </a:cubicBezTo>
                  <a:cubicBezTo>
                    <a:pt x="17210" y="11394"/>
                    <a:pt x="17210" y="11394"/>
                    <a:pt x="17210" y="11394"/>
                  </a:cubicBezTo>
                  <a:cubicBezTo>
                    <a:pt x="17210" y="11493"/>
                    <a:pt x="17210" y="11493"/>
                    <a:pt x="17210" y="11493"/>
                  </a:cubicBezTo>
                  <a:cubicBezTo>
                    <a:pt x="17326" y="11493"/>
                    <a:pt x="17326" y="11493"/>
                    <a:pt x="17326" y="11493"/>
                  </a:cubicBezTo>
                  <a:cubicBezTo>
                    <a:pt x="17326" y="11592"/>
                    <a:pt x="17326" y="11592"/>
                    <a:pt x="17326" y="11592"/>
                  </a:cubicBezTo>
                  <a:cubicBezTo>
                    <a:pt x="17441" y="11592"/>
                    <a:pt x="17441" y="11592"/>
                    <a:pt x="17441" y="11592"/>
                  </a:cubicBezTo>
                  <a:cubicBezTo>
                    <a:pt x="17441" y="11592"/>
                    <a:pt x="17441" y="11592"/>
                    <a:pt x="17441" y="11592"/>
                  </a:cubicBezTo>
                  <a:cubicBezTo>
                    <a:pt x="17441" y="11592"/>
                    <a:pt x="17441" y="11592"/>
                    <a:pt x="17441" y="11592"/>
                  </a:cubicBezTo>
                  <a:cubicBezTo>
                    <a:pt x="17557" y="11592"/>
                    <a:pt x="17557" y="11592"/>
                    <a:pt x="17557" y="11592"/>
                  </a:cubicBezTo>
                  <a:cubicBezTo>
                    <a:pt x="17557" y="11592"/>
                    <a:pt x="17557" y="11592"/>
                    <a:pt x="17557" y="11592"/>
                  </a:cubicBezTo>
                  <a:cubicBezTo>
                    <a:pt x="17672" y="11592"/>
                    <a:pt x="17672" y="11592"/>
                    <a:pt x="17672" y="11592"/>
                  </a:cubicBezTo>
                  <a:cubicBezTo>
                    <a:pt x="17672" y="11592"/>
                    <a:pt x="17672" y="11592"/>
                    <a:pt x="17672" y="11592"/>
                  </a:cubicBezTo>
                  <a:cubicBezTo>
                    <a:pt x="17672" y="11592"/>
                    <a:pt x="17672" y="11592"/>
                    <a:pt x="17672" y="11592"/>
                  </a:cubicBezTo>
                  <a:cubicBezTo>
                    <a:pt x="17672" y="11691"/>
                    <a:pt x="17672" y="11691"/>
                    <a:pt x="17672" y="11691"/>
                  </a:cubicBezTo>
                  <a:cubicBezTo>
                    <a:pt x="17672" y="11691"/>
                    <a:pt x="17672" y="11691"/>
                    <a:pt x="17672" y="11691"/>
                  </a:cubicBezTo>
                  <a:cubicBezTo>
                    <a:pt x="17557" y="11790"/>
                    <a:pt x="17557" y="11790"/>
                    <a:pt x="17557" y="11790"/>
                  </a:cubicBezTo>
                  <a:cubicBezTo>
                    <a:pt x="17557" y="11889"/>
                    <a:pt x="17557" y="11889"/>
                    <a:pt x="17557" y="11889"/>
                  </a:cubicBezTo>
                  <a:cubicBezTo>
                    <a:pt x="17557" y="11988"/>
                    <a:pt x="17557" y="11988"/>
                    <a:pt x="17557" y="11988"/>
                  </a:cubicBezTo>
                  <a:cubicBezTo>
                    <a:pt x="17557" y="11988"/>
                    <a:pt x="17557" y="11988"/>
                    <a:pt x="17557" y="11988"/>
                  </a:cubicBezTo>
                  <a:cubicBezTo>
                    <a:pt x="17441" y="11988"/>
                    <a:pt x="17441" y="11988"/>
                    <a:pt x="17441" y="11988"/>
                  </a:cubicBezTo>
                  <a:cubicBezTo>
                    <a:pt x="17441" y="11988"/>
                    <a:pt x="17441" y="11988"/>
                    <a:pt x="17441" y="11988"/>
                  </a:cubicBezTo>
                  <a:cubicBezTo>
                    <a:pt x="17326" y="11988"/>
                    <a:pt x="17326" y="11988"/>
                    <a:pt x="17326" y="11988"/>
                  </a:cubicBezTo>
                  <a:cubicBezTo>
                    <a:pt x="17210" y="11988"/>
                    <a:pt x="17210" y="11988"/>
                    <a:pt x="17210" y="11988"/>
                  </a:cubicBezTo>
                  <a:cubicBezTo>
                    <a:pt x="17210" y="11988"/>
                    <a:pt x="17210" y="11988"/>
                    <a:pt x="17210" y="11988"/>
                  </a:cubicBezTo>
                  <a:cubicBezTo>
                    <a:pt x="17095" y="11988"/>
                    <a:pt x="17095" y="11988"/>
                    <a:pt x="17095" y="11988"/>
                  </a:cubicBezTo>
                  <a:cubicBezTo>
                    <a:pt x="17095" y="12088"/>
                    <a:pt x="17095" y="12088"/>
                    <a:pt x="17095" y="12088"/>
                  </a:cubicBezTo>
                  <a:cubicBezTo>
                    <a:pt x="17095" y="12088"/>
                    <a:pt x="17095" y="12088"/>
                    <a:pt x="17095" y="12088"/>
                  </a:cubicBezTo>
                  <a:cubicBezTo>
                    <a:pt x="16979" y="12088"/>
                    <a:pt x="16979" y="12088"/>
                    <a:pt x="16979" y="12088"/>
                  </a:cubicBezTo>
                  <a:cubicBezTo>
                    <a:pt x="16979" y="12088"/>
                    <a:pt x="16979" y="12088"/>
                    <a:pt x="16979" y="12088"/>
                  </a:cubicBezTo>
                  <a:cubicBezTo>
                    <a:pt x="16979" y="12088"/>
                    <a:pt x="16979" y="12088"/>
                    <a:pt x="16979" y="12088"/>
                  </a:cubicBezTo>
                  <a:cubicBezTo>
                    <a:pt x="16979" y="12187"/>
                    <a:pt x="16979" y="12187"/>
                    <a:pt x="16979" y="12187"/>
                  </a:cubicBezTo>
                  <a:cubicBezTo>
                    <a:pt x="16864" y="12187"/>
                    <a:pt x="16864" y="12187"/>
                    <a:pt x="16864" y="12187"/>
                  </a:cubicBezTo>
                  <a:cubicBezTo>
                    <a:pt x="16864" y="12187"/>
                    <a:pt x="16864" y="12187"/>
                    <a:pt x="16864" y="12187"/>
                  </a:cubicBezTo>
                  <a:cubicBezTo>
                    <a:pt x="16748" y="12088"/>
                    <a:pt x="16748" y="12088"/>
                    <a:pt x="16748" y="12088"/>
                  </a:cubicBezTo>
                  <a:cubicBezTo>
                    <a:pt x="16633" y="12088"/>
                    <a:pt x="16633" y="12088"/>
                    <a:pt x="16633" y="12088"/>
                  </a:cubicBezTo>
                  <a:cubicBezTo>
                    <a:pt x="16517" y="11988"/>
                    <a:pt x="16517" y="11988"/>
                    <a:pt x="16517" y="11988"/>
                  </a:cubicBezTo>
                  <a:cubicBezTo>
                    <a:pt x="16286" y="11790"/>
                    <a:pt x="16286" y="11790"/>
                    <a:pt x="16286" y="11790"/>
                  </a:cubicBezTo>
                  <a:cubicBezTo>
                    <a:pt x="16286" y="11790"/>
                    <a:pt x="16286" y="11790"/>
                    <a:pt x="16286" y="11790"/>
                  </a:cubicBezTo>
                  <a:cubicBezTo>
                    <a:pt x="16286" y="11691"/>
                    <a:pt x="16286" y="11691"/>
                    <a:pt x="16286" y="11691"/>
                  </a:cubicBezTo>
                  <a:cubicBezTo>
                    <a:pt x="16286" y="11691"/>
                    <a:pt x="16286" y="11691"/>
                    <a:pt x="16286" y="11691"/>
                  </a:cubicBezTo>
                  <a:cubicBezTo>
                    <a:pt x="16402" y="11691"/>
                    <a:pt x="16402" y="11691"/>
                    <a:pt x="16402" y="11691"/>
                  </a:cubicBezTo>
                  <a:cubicBezTo>
                    <a:pt x="16402" y="11691"/>
                    <a:pt x="16402" y="11691"/>
                    <a:pt x="16402" y="11691"/>
                  </a:cubicBezTo>
                  <a:cubicBezTo>
                    <a:pt x="16402" y="11790"/>
                    <a:pt x="16402" y="11790"/>
                    <a:pt x="16402" y="11790"/>
                  </a:cubicBezTo>
                  <a:cubicBezTo>
                    <a:pt x="16633" y="11790"/>
                    <a:pt x="16633" y="11790"/>
                    <a:pt x="16633" y="11790"/>
                  </a:cubicBezTo>
                  <a:cubicBezTo>
                    <a:pt x="16748" y="11889"/>
                    <a:pt x="16748" y="11889"/>
                    <a:pt x="16748" y="11889"/>
                  </a:cubicBezTo>
                  <a:cubicBezTo>
                    <a:pt x="16748" y="11889"/>
                    <a:pt x="16748" y="11889"/>
                    <a:pt x="16748" y="11889"/>
                  </a:cubicBezTo>
                  <a:cubicBezTo>
                    <a:pt x="16864" y="11889"/>
                    <a:pt x="16864" y="11889"/>
                    <a:pt x="16864" y="11889"/>
                  </a:cubicBezTo>
                  <a:cubicBezTo>
                    <a:pt x="16864" y="11790"/>
                    <a:pt x="16864" y="11790"/>
                    <a:pt x="16864" y="11790"/>
                  </a:cubicBezTo>
                  <a:cubicBezTo>
                    <a:pt x="16864" y="11790"/>
                    <a:pt x="16864" y="11790"/>
                    <a:pt x="16864" y="11790"/>
                  </a:cubicBezTo>
                  <a:cubicBezTo>
                    <a:pt x="16748" y="11790"/>
                    <a:pt x="16748" y="11790"/>
                    <a:pt x="16748" y="11790"/>
                  </a:cubicBezTo>
                  <a:cubicBezTo>
                    <a:pt x="16748" y="11790"/>
                    <a:pt x="16748" y="11790"/>
                    <a:pt x="16748" y="11790"/>
                  </a:cubicBezTo>
                  <a:cubicBezTo>
                    <a:pt x="16633" y="11790"/>
                    <a:pt x="16633" y="11790"/>
                    <a:pt x="16633" y="11790"/>
                  </a:cubicBezTo>
                  <a:cubicBezTo>
                    <a:pt x="16517" y="11691"/>
                    <a:pt x="16517" y="11691"/>
                    <a:pt x="16517" y="11691"/>
                  </a:cubicBezTo>
                  <a:cubicBezTo>
                    <a:pt x="16402" y="11691"/>
                    <a:pt x="16402" y="11691"/>
                    <a:pt x="16402" y="11691"/>
                  </a:cubicBezTo>
                  <a:cubicBezTo>
                    <a:pt x="16286" y="11691"/>
                    <a:pt x="16286" y="11691"/>
                    <a:pt x="16286" y="11691"/>
                  </a:cubicBezTo>
                  <a:cubicBezTo>
                    <a:pt x="16286" y="11592"/>
                    <a:pt x="16286" y="11592"/>
                    <a:pt x="16286" y="11592"/>
                  </a:cubicBezTo>
                  <a:cubicBezTo>
                    <a:pt x="16286" y="11592"/>
                    <a:pt x="16286" y="11592"/>
                    <a:pt x="16286" y="11592"/>
                  </a:cubicBezTo>
                  <a:cubicBezTo>
                    <a:pt x="16171" y="11592"/>
                    <a:pt x="16171" y="11592"/>
                    <a:pt x="16171" y="11592"/>
                  </a:cubicBezTo>
                  <a:cubicBezTo>
                    <a:pt x="16171" y="11592"/>
                    <a:pt x="16171" y="11592"/>
                    <a:pt x="16171" y="11592"/>
                  </a:cubicBezTo>
                  <a:cubicBezTo>
                    <a:pt x="16171" y="11592"/>
                    <a:pt x="16171" y="11592"/>
                    <a:pt x="16171" y="11592"/>
                  </a:cubicBezTo>
                  <a:cubicBezTo>
                    <a:pt x="16171" y="11691"/>
                    <a:pt x="16171" y="11691"/>
                    <a:pt x="16171" y="11691"/>
                  </a:cubicBezTo>
                  <a:cubicBezTo>
                    <a:pt x="16171" y="11790"/>
                    <a:pt x="16171" y="11790"/>
                    <a:pt x="16171" y="11790"/>
                  </a:cubicBezTo>
                  <a:cubicBezTo>
                    <a:pt x="16171" y="11889"/>
                    <a:pt x="16171" y="11889"/>
                    <a:pt x="16171" y="11889"/>
                  </a:cubicBezTo>
                  <a:cubicBezTo>
                    <a:pt x="16055" y="11889"/>
                    <a:pt x="16055" y="11889"/>
                    <a:pt x="16055" y="11889"/>
                  </a:cubicBezTo>
                  <a:cubicBezTo>
                    <a:pt x="16055" y="11889"/>
                    <a:pt x="16055" y="11889"/>
                    <a:pt x="16055" y="11889"/>
                  </a:cubicBezTo>
                  <a:cubicBezTo>
                    <a:pt x="15940" y="11691"/>
                    <a:pt x="15940" y="11691"/>
                    <a:pt x="15940" y="11691"/>
                  </a:cubicBezTo>
                  <a:cubicBezTo>
                    <a:pt x="15824" y="11592"/>
                    <a:pt x="15824" y="11592"/>
                    <a:pt x="15824" y="11592"/>
                  </a:cubicBezTo>
                  <a:cubicBezTo>
                    <a:pt x="15824" y="11493"/>
                    <a:pt x="15824" y="11493"/>
                    <a:pt x="15824"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592"/>
                    <a:pt x="15709" y="11592"/>
                    <a:pt x="15709" y="11592"/>
                  </a:cubicBezTo>
                  <a:cubicBezTo>
                    <a:pt x="15824" y="11691"/>
                    <a:pt x="15824" y="11691"/>
                    <a:pt x="15824" y="11691"/>
                  </a:cubicBezTo>
                  <a:cubicBezTo>
                    <a:pt x="15824" y="11790"/>
                    <a:pt x="15824" y="11790"/>
                    <a:pt x="15824" y="11790"/>
                  </a:cubicBezTo>
                  <a:cubicBezTo>
                    <a:pt x="15940" y="11790"/>
                    <a:pt x="15940" y="11790"/>
                    <a:pt x="15940" y="11790"/>
                  </a:cubicBezTo>
                  <a:cubicBezTo>
                    <a:pt x="15940" y="11790"/>
                    <a:pt x="15940" y="11790"/>
                    <a:pt x="15940" y="11790"/>
                  </a:cubicBezTo>
                  <a:cubicBezTo>
                    <a:pt x="15940" y="11889"/>
                    <a:pt x="15940" y="11889"/>
                    <a:pt x="15940" y="11889"/>
                  </a:cubicBezTo>
                  <a:cubicBezTo>
                    <a:pt x="15940" y="11889"/>
                    <a:pt x="15940" y="11889"/>
                    <a:pt x="15940" y="11889"/>
                  </a:cubicBezTo>
                  <a:cubicBezTo>
                    <a:pt x="15824" y="11889"/>
                    <a:pt x="15824" y="11889"/>
                    <a:pt x="15824" y="11889"/>
                  </a:cubicBezTo>
                  <a:cubicBezTo>
                    <a:pt x="15709" y="11889"/>
                    <a:pt x="15709" y="11889"/>
                    <a:pt x="15709" y="11889"/>
                  </a:cubicBezTo>
                  <a:cubicBezTo>
                    <a:pt x="15709" y="11988"/>
                    <a:pt x="15709" y="11988"/>
                    <a:pt x="15709" y="11988"/>
                  </a:cubicBezTo>
                  <a:cubicBezTo>
                    <a:pt x="15593" y="11988"/>
                    <a:pt x="15593" y="11988"/>
                    <a:pt x="15593" y="11988"/>
                  </a:cubicBezTo>
                  <a:cubicBezTo>
                    <a:pt x="15593" y="11988"/>
                    <a:pt x="15593" y="11988"/>
                    <a:pt x="15593" y="11988"/>
                  </a:cubicBezTo>
                  <a:cubicBezTo>
                    <a:pt x="15478" y="12088"/>
                    <a:pt x="15478" y="12088"/>
                    <a:pt x="15478" y="12088"/>
                  </a:cubicBezTo>
                  <a:cubicBezTo>
                    <a:pt x="15478" y="12088"/>
                    <a:pt x="15478" y="12088"/>
                    <a:pt x="15478" y="12088"/>
                  </a:cubicBezTo>
                  <a:cubicBezTo>
                    <a:pt x="15362" y="11988"/>
                    <a:pt x="15362" y="11988"/>
                    <a:pt x="15362" y="11988"/>
                  </a:cubicBezTo>
                  <a:cubicBezTo>
                    <a:pt x="15362" y="11988"/>
                    <a:pt x="15362" y="11988"/>
                    <a:pt x="15362" y="11988"/>
                  </a:cubicBezTo>
                  <a:cubicBezTo>
                    <a:pt x="15247" y="11988"/>
                    <a:pt x="15247" y="11988"/>
                    <a:pt x="15247" y="11988"/>
                  </a:cubicBezTo>
                  <a:cubicBezTo>
                    <a:pt x="15247" y="11889"/>
                    <a:pt x="15247" y="11889"/>
                    <a:pt x="15247" y="11889"/>
                  </a:cubicBezTo>
                  <a:cubicBezTo>
                    <a:pt x="15131" y="11889"/>
                    <a:pt x="15131" y="11889"/>
                    <a:pt x="15131" y="11889"/>
                  </a:cubicBezTo>
                  <a:cubicBezTo>
                    <a:pt x="15131" y="11889"/>
                    <a:pt x="15131" y="11889"/>
                    <a:pt x="15131" y="11889"/>
                  </a:cubicBezTo>
                  <a:cubicBezTo>
                    <a:pt x="15131" y="11790"/>
                    <a:pt x="15131" y="11790"/>
                    <a:pt x="15131"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889"/>
                    <a:pt x="15016" y="11889"/>
                    <a:pt x="15016" y="11889"/>
                  </a:cubicBezTo>
                  <a:cubicBezTo>
                    <a:pt x="15131" y="11889"/>
                    <a:pt x="15131" y="11889"/>
                    <a:pt x="15131" y="11889"/>
                  </a:cubicBezTo>
                  <a:cubicBezTo>
                    <a:pt x="15247" y="11988"/>
                    <a:pt x="15247" y="11988"/>
                    <a:pt x="15247" y="11988"/>
                  </a:cubicBezTo>
                  <a:cubicBezTo>
                    <a:pt x="15247" y="11988"/>
                    <a:pt x="15247" y="11988"/>
                    <a:pt x="15247" y="11988"/>
                  </a:cubicBezTo>
                  <a:cubicBezTo>
                    <a:pt x="15247" y="12088"/>
                    <a:pt x="15247" y="12088"/>
                    <a:pt x="15247" y="12088"/>
                  </a:cubicBezTo>
                  <a:cubicBezTo>
                    <a:pt x="15247" y="12088"/>
                    <a:pt x="15247" y="12088"/>
                    <a:pt x="15247" y="12088"/>
                  </a:cubicBezTo>
                  <a:cubicBezTo>
                    <a:pt x="15016" y="12088"/>
                    <a:pt x="15016" y="12088"/>
                    <a:pt x="15016" y="12088"/>
                  </a:cubicBezTo>
                  <a:cubicBezTo>
                    <a:pt x="14900" y="12088"/>
                    <a:pt x="14900" y="12088"/>
                    <a:pt x="14900" y="12088"/>
                  </a:cubicBezTo>
                  <a:cubicBezTo>
                    <a:pt x="14900" y="12088"/>
                    <a:pt x="14900" y="12088"/>
                    <a:pt x="14900" y="12088"/>
                  </a:cubicBezTo>
                  <a:cubicBezTo>
                    <a:pt x="14785" y="12187"/>
                    <a:pt x="14785" y="12187"/>
                    <a:pt x="14785" y="12187"/>
                  </a:cubicBezTo>
                  <a:cubicBezTo>
                    <a:pt x="14785" y="12187"/>
                    <a:pt x="14785" y="12187"/>
                    <a:pt x="14785" y="12187"/>
                  </a:cubicBezTo>
                  <a:cubicBezTo>
                    <a:pt x="14900" y="12187"/>
                    <a:pt x="14900" y="12187"/>
                    <a:pt x="14900" y="12187"/>
                  </a:cubicBezTo>
                  <a:cubicBezTo>
                    <a:pt x="14900" y="12187"/>
                    <a:pt x="14900" y="12187"/>
                    <a:pt x="14900" y="12187"/>
                  </a:cubicBezTo>
                  <a:cubicBezTo>
                    <a:pt x="14900" y="12187"/>
                    <a:pt x="14900" y="12187"/>
                    <a:pt x="14900" y="12187"/>
                  </a:cubicBezTo>
                  <a:cubicBezTo>
                    <a:pt x="15016" y="12187"/>
                    <a:pt x="15016" y="12187"/>
                    <a:pt x="15016" y="12187"/>
                  </a:cubicBezTo>
                  <a:cubicBezTo>
                    <a:pt x="15016" y="12187"/>
                    <a:pt x="15016" y="12187"/>
                    <a:pt x="15016" y="12187"/>
                  </a:cubicBezTo>
                  <a:cubicBezTo>
                    <a:pt x="15016" y="12187"/>
                    <a:pt x="15016" y="12187"/>
                    <a:pt x="15016" y="12187"/>
                  </a:cubicBezTo>
                  <a:cubicBezTo>
                    <a:pt x="15016" y="12187"/>
                    <a:pt x="15131" y="12187"/>
                    <a:pt x="15131" y="12187"/>
                  </a:cubicBezTo>
                  <a:cubicBezTo>
                    <a:pt x="15131" y="12187"/>
                    <a:pt x="15247" y="12187"/>
                    <a:pt x="15247" y="12187"/>
                  </a:cubicBezTo>
                  <a:cubicBezTo>
                    <a:pt x="15247" y="12187"/>
                    <a:pt x="15247" y="12187"/>
                    <a:pt x="15247" y="12187"/>
                  </a:cubicBezTo>
                  <a:cubicBezTo>
                    <a:pt x="15247" y="12088"/>
                    <a:pt x="15247" y="12088"/>
                    <a:pt x="15247" y="12088"/>
                  </a:cubicBezTo>
                  <a:cubicBezTo>
                    <a:pt x="15362" y="12088"/>
                    <a:pt x="15362" y="12088"/>
                    <a:pt x="15362" y="12088"/>
                  </a:cubicBezTo>
                  <a:cubicBezTo>
                    <a:pt x="15478" y="12088"/>
                    <a:pt x="15478" y="12088"/>
                    <a:pt x="15478" y="12088"/>
                  </a:cubicBezTo>
                  <a:cubicBezTo>
                    <a:pt x="15593" y="12088"/>
                    <a:pt x="15593" y="12088"/>
                    <a:pt x="15593" y="12088"/>
                  </a:cubicBezTo>
                  <a:cubicBezTo>
                    <a:pt x="15593" y="12088"/>
                    <a:pt x="15593" y="12088"/>
                    <a:pt x="15593" y="12088"/>
                  </a:cubicBezTo>
                  <a:cubicBezTo>
                    <a:pt x="15593" y="12187"/>
                    <a:pt x="15593" y="12187"/>
                    <a:pt x="15593" y="12187"/>
                  </a:cubicBezTo>
                  <a:cubicBezTo>
                    <a:pt x="15709" y="12187"/>
                    <a:pt x="15709" y="12187"/>
                    <a:pt x="15709" y="12187"/>
                  </a:cubicBezTo>
                  <a:cubicBezTo>
                    <a:pt x="15824" y="12187"/>
                    <a:pt x="15824" y="12187"/>
                    <a:pt x="15824" y="12187"/>
                  </a:cubicBezTo>
                  <a:cubicBezTo>
                    <a:pt x="15824" y="12286"/>
                    <a:pt x="15824" y="12286"/>
                    <a:pt x="15824" y="12286"/>
                  </a:cubicBezTo>
                  <a:cubicBezTo>
                    <a:pt x="15824" y="12286"/>
                    <a:pt x="15824" y="12286"/>
                    <a:pt x="15824" y="12286"/>
                  </a:cubicBezTo>
                  <a:cubicBezTo>
                    <a:pt x="15824" y="12286"/>
                    <a:pt x="15824" y="12286"/>
                    <a:pt x="15824" y="12286"/>
                  </a:cubicBezTo>
                  <a:cubicBezTo>
                    <a:pt x="15709" y="12385"/>
                    <a:pt x="15709" y="12385"/>
                    <a:pt x="15709" y="12385"/>
                  </a:cubicBezTo>
                  <a:cubicBezTo>
                    <a:pt x="15593" y="12385"/>
                    <a:pt x="15593" y="12385"/>
                    <a:pt x="15593" y="12385"/>
                  </a:cubicBezTo>
                  <a:cubicBezTo>
                    <a:pt x="15593" y="12385"/>
                    <a:pt x="15593" y="12385"/>
                    <a:pt x="15593" y="12385"/>
                  </a:cubicBezTo>
                  <a:cubicBezTo>
                    <a:pt x="15478" y="12385"/>
                    <a:pt x="15478" y="12385"/>
                    <a:pt x="15478" y="12385"/>
                  </a:cubicBezTo>
                  <a:cubicBezTo>
                    <a:pt x="15362" y="12484"/>
                    <a:pt x="15362" y="12484"/>
                    <a:pt x="15362" y="12484"/>
                  </a:cubicBezTo>
                  <a:cubicBezTo>
                    <a:pt x="15362" y="12484"/>
                    <a:pt x="15362" y="12484"/>
                    <a:pt x="15362" y="12484"/>
                  </a:cubicBezTo>
                  <a:cubicBezTo>
                    <a:pt x="15247" y="12385"/>
                    <a:pt x="15247" y="12385"/>
                    <a:pt x="15247" y="12385"/>
                  </a:cubicBezTo>
                  <a:cubicBezTo>
                    <a:pt x="15247" y="12385"/>
                    <a:pt x="15247" y="12385"/>
                    <a:pt x="15247" y="12385"/>
                  </a:cubicBezTo>
                  <a:cubicBezTo>
                    <a:pt x="15131" y="12385"/>
                    <a:pt x="15131" y="12385"/>
                    <a:pt x="15131" y="12385"/>
                  </a:cubicBezTo>
                  <a:cubicBezTo>
                    <a:pt x="15131" y="12385"/>
                    <a:pt x="15131" y="12385"/>
                    <a:pt x="15131"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131" y="12385"/>
                    <a:pt x="15131" y="12385"/>
                    <a:pt x="15131" y="12385"/>
                  </a:cubicBezTo>
                  <a:cubicBezTo>
                    <a:pt x="15131" y="12385"/>
                    <a:pt x="15131" y="12385"/>
                    <a:pt x="15131" y="12385"/>
                  </a:cubicBezTo>
                  <a:cubicBezTo>
                    <a:pt x="15247" y="12385"/>
                    <a:pt x="15247" y="12385"/>
                    <a:pt x="15247" y="12385"/>
                  </a:cubicBezTo>
                  <a:cubicBezTo>
                    <a:pt x="15247" y="12484"/>
                    <a:pt x="15247" y="12484"/>
                    <a:pt x="15247" y="12484"/>
                  </a:cubicBezTo>
                  <a:cubicBezTo>
                    <a:pt x="15247" y="12484"/>
                    <a:pt x="15247" y="12484"/>
                    <a:pt x="15247" y="12484"/>
                  </a:cubicBezTo>
                  <a:cubicBezTo>
                    <a:pt x="15131" y="12484"/>
                    <a:pt x="15131" y="12484"/>
                    <a:pt x="15131" y="12484"/>
                  </a:cubicBezTo>
                  <a:cubicBezTo>
                    <a:pt x="15016" y="12484"/>
                    <a:pt x="15016" y="12484"/>
                    <a:pt x="15016" y="12484"/>
                  </a:cubicBezTo>
                  <a:cubicBezTo>
                    <a:pt x="15016" y="12583"/>
                    <a:pt x="15016" y="12583"/>
                    <a:pt x="15016" y="12583"/>
                  </a:cubicBezTo>
                  <a:cubicBezTo>
                    <a:pt x="15016" y="12583"/>
                    <a:pt x="15016" y="12583"/>
                    <a:pt x="15016" y="12583"/>
                  </a:cubicBezTo>
                  <a:cubicBezTo>
                    <a:pt x="15131" y="12484"/>
                    <a:pt x="15131" y="12484"/>
                    <a:pt x="15131" y="12484"/>
                  </a:cubicBezTo>
                  <a:cubicBezTo>
                    <a:pt x="15247" y="12484"/>
                    <a:pt x="15247" y="12484"/>
                    <a:pt x="15247" y="12484"/>
                  </a:cubicBezTo>
                  <a:cubicBezTo>
                    <a:pt x="15247" y="12484"/>
                    <a:pt x="15247" y="12484"/>
                    <a:pt x="15247" y="12484"/>
                  </a:cubicBezTo>
                  <a:cubicBezTo>
                    <a:pt x="15247" y="12583"/>
                    <a:pt x="15247" y="12583"/>
                    <a:pt x="15247" y="12583"/>
                  </a:cubicBezTo>
                  <a:cubicBezTo>
                    <a:pt x="15247" y="12583"/>
                    <a:pt x="15247" y="12583"/>
                    <a:pt x="15247" y="12583"/>
                  </a:cubicBezTo>
                  <a:cubicBezTo>
                    <a:pt x="15362" y="12583"/>
                    <a:pt x="15362" y="12583"/>
                    <a:pt x="15362" y="12583"/>
                  </a:cubicBezTo>
                  <a:cubicBezTo>
                    <a:pt x="15362" y="12484"/>
                    <a:pt x="15362" y="12484"/>
                    <a:pt x="15362" y="12484"/>
                  </a:cubicBezTo>
                  <a:cubicBezTo>
                    <a:pt x="15478" y="12484"/>
                    <a:pt x="15478" y="12484"/>
                    <a:pt x="15478" y="12484"/>
                  </a:cubicBezTo>
                  <a:cubicBezTo>
                    <a:pt x="15478" y="12484"/>
                    <a:pt x="15478" y="12484"/>
                    <a:pt x="15478" y="12484"/>
                  </a:cubicBezTo>
                  <a:cubicBezTo>
                    <a:pt x="15593" y="12484"/>
                    <a:pt x="15593" y="12484"/>
                    <a:pt x="15593" y="12484"/>
                  </a:cubicBezTo>
                  <a:cubicBezTo>
                    <a:pt x="15593" y="12484"/>
                    <a:pt x="15593" y="12484"/>
                    <a:pt x="15593" y="12484"/>
                  </a:cubicBezTo>
                  <a:cubicBezTo>
                    <a:pt x="15593" y="12484"/>
                    <a:pt x="15593" y="12484"/>
                    <a:pt x="15593" y="12484"/>
                  </a:cubicBezTo>
                  <a:cubicBezTo>
                    <a:pt x="15824" y="12583"/>
                    <a:pt x="15824" y="12583"/>
                    <a:pt x="15824" y="12583"/>
                  </a:cubicBezTo>
                  <a:cubicBezTo>
                    <a:pt x="15824" y="12583"/>
                    <a:pt x="15824" y="12583"/>
                    <a:pt x="15824" y="12583"/>
                  </a:cubicBezTo>
                  <a:cubicBezTo>
                    <a:pt x="15824" y="12583"/>
                    <a:pt x="15824" y="12583"/>
                    <a:pt x="15824" y="12583"/>
                  </a:cubicBezTo>
                  <a:cubicBezTo>
                    <a:pt x="15824" y="12583"/>
                    <a:pt x="15824" y="12583"/>
                    <a:pt x="15824" y="12583"/>
                  </a:cubicBezTo>
                  <a:cubicBezTo>
                    <a:pt x="15824" y="12682"/>
                    <a:pt x="15824" y="12682"/>
                    <a:pt x="15824" y="12682"/>
                  </a:cubicBezTo>
                  <a:cubicBezTo>
                    <a:pt x="15824" y="12781"/>
                    <a:pt x="15824" y="12781"/>
                    <a:pt x="15824" y="12781"/>
                  </a:cubicBezTo>
                  <a:cubicBezTo>
                    <a:pt x="15709" y="12781"/>
                    <a:pt x="15709" y="12781"/>
                    <a:pt x="15709" y="12781"/>
                  </a:cubicBezTo>
                  <a:cubicBezTo>
                    <a:pt x="15593" y="12781"/>
                    <a:pt x="15593" y="12781"/>
                    <a:pt x="15593" y="12781"/>
                  </a:cubicBezTo>
                  <a:cubicBezTo>
                    <a:pt x="15478" y="12781"/>
                    <a:pt x="15478" y="12781"/>
                    <a:pt x="15478" y="12781"/>
                  </a:cubicBezTo>
                  <a:cubicBezTo>
                    <a:pt x="15362" y="12781"/>
                    <a:pt x="15362" y="12781"/>
                    <a:pt x="15362" y="12781"/>
                  </a:cubicBezTo>
                  <a:cubicBezTo>
                    <a:pt x="15362" y="12781"/>
                    <a:pt x="15362" y="12781"/>
                    <a:pt x="15362" y="12781"/>
                  </a:cubicBezTo>
                  <a:cubicBezTo>
                    <a:pt x="15247" y="12781"/>
                    <a:pt x="15247" y="12781"/>
                    <a:pt x="15247" y="12781"/>
                  </a:cubicBezTo>
                  <a:cubicBezTo>
                    <a:pt x="15247" y="12781"/>
                    <a:pt x="15247" y="12781"/>
                    <a:pt x="15247" y="12781"/>
                  </a:cubicBezTo>
                  <a:cubicBezTo>
                    <a:pt x="15362" y="12781"/>
                    <a:pt x="15362" y="12781"/>
                    <a:pt x="15362" y="12781"/>
                  </a:cubicBezTo>
                  <a:cubicBezTo>
                    <a:pt x="15478" y="12781"/>
                    <a:pt x="15478" y="12781"/>
                    <a:pt x="15478" y="12781"/>
                  </a:cubicBezTo>
                  <a:cubicBezTo>
                    <a:pt x="15593" y="12880"/>
                    <a:pt x="15593" y="12880"/>
                    <a:pt x="15593" y="12880"/>
                  </a:cubicBezTo>
                  <a:cubicBezTo>
                    <a:pt x="15593" y="12880"/>
                    <a:pt x="15593" y="12880"/>
                    <a:pt x="15593" y="12880"/>
                  </a:cubicBezTo>
                  <a:cubicBezTo>
                    <a:pt x="15593" y="12880"/>
                    <a:pt x="15593" y="12880"/>
                    <a:pt x="15593" y="12880"/>
                  </a:cubicBezTo>
                  <a:cubicBezTo>
                    <a:pt x="15709" y="12880"/>
                    <a:pt x="15709" y="12880"/>
                    <a:pt x="15709" y="12880"/>
                  </a:cubicBezTo>
                  <a:cubicBezTo>
                    <a:pt x="15824" y="12880"/>
                    <a:pt x="15824" y="12880"/>
                    <a:pt x="15824" y="12880"/>
                  </a:cubicBezTo>
                  <a:cubicBezTo>
                    <a:pt x="15940" y="12880"/>
                    <a:pt x="15940" y="12880"/>
                    <a:pt x="15940" y="12880"/>
                  </a:cubicBezTo>
                  <a:cubicBezTo>
                    <a:pt x="15940" y="12880"/>
                    <a:pt x="15940" y="12880"/>
                    <a:pt x="15940" y="12880"/>
                  </a:cubicBezTo>
                  <a:cubicBezTo>
                    <a:pt x="16055" y="12880"/>
                    <a:pt x="16055" y="12880"/>
                    <a:pt x="16055" y="12880"/>
                  </a:cubicBezTo>
                  <a:cubicBezTo>
                    <a:pt x="16171" y="12979"/>
                    <a:pt x="16171" y="12979"/>
                    <a:pt x="16171" y="12979"/>
                  </a:cubicBezTo>
                  <a:cubicBezTo>
                    <a:pt x="16171" y="12979"/>
                    <a:pt x="16171" y="12979"/>
                    <a:pt x="16171" y="12979"/>
                  </a:cubicBezTo>
                  <a:cubicBezTo>
                    <a:pt x="16171" y="13078"/>
                    <a:pt x="16171" y="13078"/>
                    <a:pt x="16171" y="13078"/>
                  </a:cubicBezTo>
                  <a:cubicBezTo>
                    <a:pt x="16286" y="13078"/>
                    <a:pt x="16286" y="13078"/>
                    <a:pt x="16286" y="13078"/>
                  </a:cubicBezTo>
                  <a:cubicBezTo>
                    <a:pt x="16286" y="13078"/>
                    <a:pt x="16286" y="13078"/>
                    <a:pt x="16286" y="13078"/>
                  </a:cubicBezTo>
                  <a:cubicBezTo>
                    <a:pt x="16286" y="13078"/>
                    <a:pt x="16286" y="13078"/>
                    <a:pt x="16286" y="13078"/>
                  </a:cubicBezTo>
                  <a:cubicBezTo>
                    <a:pt x="16402" y="13177"/>
                    <a:pt x="16402" y="13177"/>
                    <a:pt x="16402" y="13177"/>
                  </a:cubicBezTo>
                  <a:cubicBezTo>
                    <a:pt x="16402" y="13177"/>
                    <a:pt x="16402" y="13177"/>
                    <a:pt x="16402" y="13177"/>
                  </a:cubicBezTo>
                  <a:cubicBezTo>
                    <a:pt x="16517" y="13177"/>
                    <a:pt x="16517" y="13177"/>
                    <a:pt x="16517" y="13177"/>
                  </a:cubicBezTo>
                  <a:cubicBezTo>
                    <a:pt x="16517" y="13277"/>
                    <a:pt x="16517" y="13277"/>
                    <a:pt x="16517" y="13277"/>
                  </a:cubicBezTo>
                  <a:cubicBezTo>
                    <a:pt x="16517" y="13277"/>
                    <a:pt x="16517" y="13277"/>
                    <a:pt x="16517" y="13277"/>
                  </a:cubicBezTo>
                  <a:cubicBezTo>
                    <a:pt x="16633" y="13277"/>
                    <a:pt x="16633" y="13277"/>
                    <a:pt x="16633" y="13277"/>
                  </a:cubicBezTo>
                  <a:cubicBezTo>
                    <a:pt x="16633" y="13277"/>
                    <a:pt x="16633" y="13277"/>
                    <a:pt x="16633" y="13277"/>
                  </a:cubicBezTo>
                  <a:cubicBezTo>
                    <a:pt x="16633" y="13376"/>
                    <a:pt x="16633" y="13376"/>
                    <a:pt x="16633" y="13376"/>
                  </a:cubicBezTo>
                  <a:cubicBezTo>
                    <a:pt x="16517" y="13376"/>
                    <a:pt x="16517" y="13376"/>
                    <a:pt x="16517" y="13376"/>
                  </a:cubicBezTo>
                  <a:cubicBezTo>
                    <a:pt x="16517" y="13475"/>
                    <a:pt x="16517" y="13475"/>
                    <a:pt x="16517" y="13475"/>
                  </a:cubicBezTo>
                  <a:cubicBezTo>
                    <a:pt x="16517" y="13475"/>
                    <a:pt x="16517" y="13475"/>
                    <a:pt x="16517" y="13475"/>
                  </a:cubicBezTo>
                  <a:cubicBezTo>
                    <a:pt x="16402" y="13574"/>
                    <a:pt x="16402" y="13574"/>
                    <a:pt x="16402" y="13574"/>
                  </a:cubicBezTo>
                  <a:cubicBezTo>
                    <a:pt x="16517" y="13574"/>
                    <a:pt x="16517" y="13574"/>
                    <a:pt x="16517" y="13574"/>
                  </a:cubicBezTo>
                  <a:cubicBezTo>
                    <a:pt x="16517" y="13475"/>
                    <a:pt x="16517" y="13475"/>
                    <a:pt x="16517" y="13475"/>
                  </a:cubicBezTo>
                  <a:cubicBezTo>
                    <a:pt x="16633" y="13475"/>
                    <a:pt x="16633" y="13475"/>
                    <a:pt x="16633" y="13475"/>
                  </a:cubicBezTo>
                  <a:cubicBezTo>
                    <a:pt x="16633" y="13376"/>
                    <a:pt x="16633" y="13376"/>
                    <a:pt x="16633" y="13376"/>
                  </a:cubicBezTo>
                  <a:cubicBezTo>
                    <a:pt x="16633" y="13475"/>
                    <a:pt x="16633" y="13475"/>
                    <a:pt x="16633" y="13475"/>
                  </a:cubicBezTo>
                  <a:cubicBezTo>
                    <a:pt x="16633" y="13475"/>
                    <a:pt x="16633" y="13475"/>
                    <a:pt x="16633" y="13475"/>
                  </a:cubicBezTo>
                  <a:cubicBezTo>
                    <a:pt x="16633" y="13574"/>
                    <a:pt x="16633" y="13574"/>
                    <a:pt x="16633" y="13574"/>
                  </a:cubicBezTo>
                  <a:cubicBezTo>
                    <a:pt x="16633" y="13475"/>
                    <a:pt x="16633" y="13475"/>
                    <a:pt x="16633" y="13475"/>
                  </a:cubicBezTo>
                  <a:cubicBezTo>
                    <a:pt x="16633" y="13475"/>
                    <a:pt x="16633" y="13475"/>
                    <a:pt x="16633" y="13475"/>
                  </a:cubicBezTo>
                  <a:cubicBezTo>
                    <a:pt x="16748" y="13475"/>
                    <a:pt x="16748" y="13475"/>
                    <a:pt x="16748" y="13475"/>
                  </a:cubicBezTo>
                  <a:cubicBezTo>
                    <a:pt x="16748" y="13475"/>
                    <a:pt x="16748" y="13475"/>
                    <a:pt x="16748" y="13475"/>
                  </a:cubicBezTo>
                  <a:cubicBezTo>
                    <a:pt x="16864" y="13475"/>
                    <a:pt x="16864" y="13475"/>
                    <a:pt x="16864" y="13475"/>
                  </a:cubicBezTo>
                  <a:cubicBezTo>
                    <a:pt x="16748" y="13574"/>
                    <a:pt x="16748" y="13574"/>
                    <a:pt x="16748" y="13574"/>
                  </a:cubicBezTo>
                  <a:cubicBezTo>
                    <a:pt x="16748" y="13574"/>
                    <a:pt x="16748" y="13574"/>
                    <a:pt x="16748" y="13574"/>
                  </a:cubicBezTo>
                  <a:cubicBezTo>
                    <a:pt x="16633" y="13673"/>
                    <a:pt x="16633" y="13673"/>
                    <a:pt x="16633" y="13673"/>
                  </a:cubicBezTo>
                  <a:cubicBezTo>
                    <a:pt x="16633" y="13673"/>
                    <a:pt x="16633" y="13673"/>
                    <a:pt x="16633" y="13673"/>
                  </a:cubicBezTo>
                  <a:cubicBezTo>
                    <a:pt x="16633" y="13772"/>
                    <a:pt x="16633" y="13772"/>
                    <a:pt x="16633" y="13772"/>
                  </a:cubicBezTo>
                  <a:cubicBezTo>
                    <a:pt x="16633" y="13772"/>
                    <a:pt x="16633" y="13772"/>
                    <a:pt x="16633" y="13772"/>
                  </a:cubicBezTo>
                  <a:cubicBezTo>
                    <a:pt x="16633" y="13772"/>
                    <a:pt x="16633" y="13772"/>
                    <a:pt x="16633" y="13772"/>
                  </a:cubicBezTo>
                  <a:cubicBezTo>
                    <a:pt x="16633" y="13871"/>
                    <a:pt x="16633" y="13871"/>
                    <a:pt x="16633" y="13871"/>
                  </a:cubicBezTo>
                  <a:cubicBezTo>
                    <a:pt x="16633" y="13871"/>
                    <a:pt x="16633" y="13871"/>
                    <a:pt x="16633" y="13871"/>
                  </a:cubicBezTo>
                  <a:cubicBezTo>
                    <a:pt x="16633" y="13871"/>
                    <a:pt x="16633" y="13871"/>
                    <a:pt x="16633" y="13871"/>
                  </a:cubicBezTo>
                  <a:cubicBezTo>
                    <a:pt x="16748" y="13772"/>
                    <a:pt x="16748" y="13772"/>
                    <a:pt x="16748" y="13772"/>
                  </a:cubicBezTo>
                  <a:cubicBezTo>
                    <a:pt x="16748" y="13673"/>
                    <a:pt x="16748" y="13673"/>
                    <a:pt x="16748" y="13673"/>
                  </a:cubicBezTo>
                  <a:cubicBezTo>
                    <a:pt x="16864" y="13673"/>
                    <a:pt x="16864" y="13673"/>
                    <a:pt x="16864" y="13673"/>
                  </a:cubicBezTo>
                  <a:cubicBezTo>
                    <a:pt x="16864" y="13673"/>
                    <a:pt x="16864" y="13673"/>
                    <a:pt x="16864" y="13673"/>
                  </a:cubicBezTo>
                  <a:cubicBezTo>
                    <a:pt x="16864" y="13673"/>
                    <a:pt x="16864" y="13673"/>
                    <a:pt x="16864" y="13673"/>
                  </a:cubicBezTo>
                  <a:cubicBezTo>
                    <a:pt x="16864" y="13772"/>
                    <a:pt x="16864" y="13772"/>
                    <a:pt x="16864" y="13772"/>
                  </a:cubicBezTo>
                  <a:cubicBezTo>
                    <a:pt x="16748" y="13871"/>
                    <a:pt x="16748" y="13871"/>
                    <a:pt x="16748" y="13871"/>
                  </a:cubicBezTo>
                  <a:cubicBezTo>
                    <a:pt x="16864" y="13871"/>
                    <a:pt x="16864" y="13871"/>
                    <a:pt x="16864" y="13871"/>
                  </a:cubicBezTo>
                  <a:cubicBezTo>
                    <a:pt x="16864" y="13871"/>
                    <a:pt x="16864" y="13871"/>
                    <a:pt x="16864" y="13871"/>
                  </a:cubicBezTo>
                  <a:cubicBezTo>
                    <a:pt x="16864" y="13871"/>
                    <a:pt x="16864" y="13871"/>
                    <a:pt x="16864" y="13871"/>
                  </a:cubicBezTo>
                  <a:cubicBezTo>
                    <a:pt x="16864" y="13970"/>
                    <a:pt x="16864" y="13970"/>
                    <a:pt x="16864" y="13970"/>
                  </a:cubicBezTo>
                  <a:cubicBezTo>
                    <a:pt x="16864" y="13970"/>
                    <a:pt x="16864" y="13970"/>
                    <a:pt x="16864" y="13970"/>
                  </a:cubicBezTo>
                  <a:cubicBezTo>
                    <a:pt x="16748" y="13970"/>
                    <a:pt x="16748" y="13970"/>
                    <a:pt x="16748" y="13970"/>
                  </a:cubicBezTo>
                  <a:cubicBezTo>
                    <a:pt x="16748" y="14069"/>
                    <a:pt x="16748" y="14069"/>
                    <a:pt x="16748" y="14069"/>
                  </a:cubicBezTo>
                  <a:cubicBezTo>
                    <a:pt x="16748" y="14069"/>
                    <a:pt x="16748" y="14069"/>
                    <a:pt x="16748" y="14069"/>
                  </a:cubicBezTo>
                  <a:cubicBezTo>
                    <a:pt x="16864" y="14069"/>
                    <a:pt x="16864" y="14069"/>
                    <a:pt x="16864" y="14069"/>
                  </a:cubicBezTo>
                  <a:cubicBezTo>
                    <a:pt x="16864" y="14069"/>
                    <a:pt x="16864" y="14069"/>
                    <a:pt x="16864" y="14069"/>
                  </a:cubicBezTo>
                  <a:cubicBezTo>
                    <a:pt x="16864" y="14069"/>
                    <a:pt x="16864" y="14069"/>
                    <a:pt x="16864" y="14069"/>
                  </a:cubicBezTo>
                  <a:cubicBezTo>
                    <a:pt x="16864" y="14168"/>
                    <a:pt x="16864" y="14168"/>
                    <a:pt x="16864" y="14168"/>
                  </a:cubicBezTo>
                  <a:cubicBezTo>
                    <a:pt x="16864" y="14168"/>
                    <a:pt x="16864" y="14168"/>
                    <a:pt x="16864" y="14168"/>
                  </a:cubicBezTo>
                  <a:cubicBezTo>
                    <a:pt x="16864" y="14168"/>
                    <a:pt x="16864" y="14168"/>
                    <a:pt x="16864" y="14168"/>
                  </a:cubicBezTo>
                  <a:cubicBezTo>
                    <a:pt x="16864" y="14267"/>
                    <a:pt x="16864" y="14267"/>
                    <a:pt x="16864" y="14267"/>
                  </a:cubicBezTo>
                  <a:cubicBezTo>
                    <a:pt x="16864" y="14267"/>
                    <a:pt x="16864" y="14267"/>
                    <a:pt x="16864" y="14267"/>
                  </a:cubicBezTo>
                  <a:cubicBezTo>
                    <a:pt x="16864" y="14366"/>
                    <a:pt x="16864" y="14366"/>
                    <a:pt x="16864" y="14366"/>
                  </a:cubicBezTo>
                  <a:cubicBezTo>
                    <a:pt x="16864" y="14466"/>
                    <a:pt x="16864" y="14466"/>
                    <a:pt x="16864" y="14466"/>
                  </a:cubicBezTo>
                  <a:cubicBezTo>
                    <a:pt x="16864" y="14466"/>
                    <a:pt x="16864" y="14466"/>
                    <a:pt x="16864" y="14466"/>
                  </a:cubicBezTo>
                  <a:cubicBezTo>
                    <a:pt x="16864" y="14565"/>
                    <a:pt x="16864" y="14565"/>
                    <a:pt x="16864" y="14565"/>
                  </a:cubicBezTo>
                  <a:cubicBezTo>
                    <a:pt x="16748" y="14565"/>
                    <a:pt x="16748" y="14565"/>
                    <a:pt x="16748" y="14565"/>
                  </a:cubicBezTo>
                  <a:cubicBezTo>
                    <a:pt x="16748" y="14565"/>
                    <a:pt x="16748" y="14565"/>
                    <a:pt x="16748" y="14565"/>
                  </a:cubicBezTo>
                  <a:cubicBezTo>
                    <a:pt x="16748" y="14565"/>
                    <a:pt x="16748" y="14565"/>
                    <a:pt x="16748" y="14565"/>
                  </a:cubicBezTo>
                  <a:cubicBezTo>
                    <a:pt x="16633" y="14565"/>
                    <a:pt x="16633" y="14565"/>
                    <a:pt x="16633" y="14565"/>
                  </a:cubicBezTo>
                  <a:cubicBezTo>
                    <a:pt x="16748" y="14565"/>
                    <a:pt x="16748" y="14565"/>
                    <a:pt x="16748" y="14565"/>
                  </a:cubicBezTo>
                  <a:cubicBezTo>
                    <a:pt x="16633" y="14466"/>
                    <a:pt x="16633" y="14466"/>
                    <a:pt x="16633" y="14466"/>
                  </a:cubicBezTo>
                  <a:cubicBezTo>
                    <a:pt x="16633" y="14466"/>
                    <a:pt x="16633" y="14466"/>
                    <a:pt x="16633" y="14466"/>
                  </a:cubicBezTo>
                  <a:cubicBezTo>
                    <a:pt x="16633" y="14466"/>
                    <a:pt x="16633" y="14466"/>
                    <a:pt x="16633" y="14466"/>
                  </a:cubicBezTo>
                  <a:cubicBezTo>
                    <a:pt x="16517" y="14565"/>
                    <a:pt x="16517" y="14565"/>
                    <a:pt x="16517" y="14565"/>
                  </a:cubicBezTo>
                  <a:cubicBezTo>
                    <a:pt x="16517" y="14466"/>
                    <a:pt x="16517" y="14466"/>
                    <a:pt x="16517" y="14466"/>
                  </a:cubicBezTo>
                  <a:cubicBezTo>
                    <a:pt x="16517" y="14466"/>
                    <a:pt x="16517" y="14466"/>
                    <a:pt x="16517" y="14466"/>
                  </a:cubicBezTo>
                  <a:cubicBezTo>
                    <a:pt x="16517" y="14366"/>
                    <a:pt x="16517" y="14366"/>
                    <a:pt x="16517" y="14366"/>
                  </a:cubicBezTo>
                  <a:cubicBezTo>
                    <a:pt x="16517" y="14366"/>
                    <a:pt x="16517" y="14366"/>
                    <a:pt x="16517" y="14366"/>
                  </a:cubicBezTo>
                  <a:cubicBezTo>
                    <a:pt x="16517" y="14267"/>
                    <a:pt x="16517" y="14267"/>
                    <a:pt x="16517" y="14267"/>
                  </a:cubicBezTo>
                  <a:cubicBezTo>
                    <a:pt x="16517" y="14168"/>
                    <a:pt x="16517" y="14168"/>
                    <a:pt x="16517" y="14168"/>
                  </a:cubicBezTo>
                  <a:cubicBezTo>
                    <a:pt x="16517" y="14168"/>
                    <a:pt x="16517" y="14168"/>
                    <a:pt x="16517" y="14168"/>
                  </a:cubicBezTo>
                  <a:cubicBezTo>
                    <a:pt x="16517" y="14168"/>
                    <a:pt x="16517" y="14168"/>
                    <a:pt x="16517" y="14168"/>
                  </a:cubicBezTo>
                  <a:cubicBezTo>
                    <a:pt x="16402" y="14168"/>
                    <a:pt x="16402" y="14168"/>
                    <a:pt x="16402" y="14168"/>
                  </a:cubicBezTo>
                  <a:cubicBezTo>
                    <a:pt x="16402" y="14267"/>
                    <a:pt x="16402" y="14267"/>
                    <a:pt x="16402" y="14267"/>
                  </a:cubicBezTo>
                  <a:cubicBezTo>
                    <a:pt x="16402" y="14366"/>
                    <a:pt x="16402" y="14366"/>
                    <a:pt x="16402" y="14366"/>
                  </a:cubicBezTo>
                  <a:cubicBezTo>
                    <a:pt x="16402" y="14466"/>
                    <a:pt x="16402" y="14466"/>
                    <a:pt x="16402" y="14466"/>
                  </a:cubicBezTo>
                  <a:cubicBezTo>
                    <a:pt x="16402" y="14565"/>
                    <a:pt x="16402" y="14565"/>
                    <a:pt x="16402" y="14565"/>
                  </a:cubicBezTo>
                  <a:cubicBezTo>
                    <a:pt x="16402" y="14565"/>
                    <a:pt x="16402" y="14565"/>
                    <a:pt x="16402" y="14565"/>
                  </a:cubicBezTo>
                  <a:cubicBezTo>
                    <a:pt x="16286" y="14565"/>
                    <a:pt x="16286" y="14565"/>
                    <a:pt x="16286" y="14565"/>
                  </a:cubicBezTo>
                  <a:cubicBezTo>
                    <a:pt x="16286" y="14565"/>
                    <a:pt x="16286" y="14565"/>
                    <a:pt x="16286" y="14565"/>
                  </a:cubicBezTo>
                  <a:cubicBezTo>
                    <a:pt x="16171" y="14565"/>
                    <a:pt x="16171" y="14565"/>
                    <a:pt x="16171" y="14565"/>
                  </a:cubicBezTo>
                  <a:cubicBezTo>
                    <a:pt x="16171" y="14565"/>
                    <a:pt x="16171" y="14565"/>
                    <a:pt x="16171" y="14565"/>
                  </a:cubicBezTo>
                  <a:cubicBezTo>
                    <a:pt x="16055" y="14466"/>
                    <a:pt x="16055" y="14466"/>
                    <a:pt x="16055" y="14466"/>
                  </a:cubicBezTo>
                  <a:cubicBezTo>
                    <a:pt x="15940" y="14366"/>
                    <a:pt x="15940" y="14366"/>
                    <a:pt x="15940" y="14366"/>
                  </a:cubicBezTo>
                  <a:cubicBezTo>
                    <a:pt x="15824" y="14267"/>
                    <a:pt x="15824" y="14267"/>
                    <a:pt x="15824" y="14267"/>
                  </a:cubicBezTo>
                  <a:cubicBezTo>
                    <a:pt x="15824" y="14267"/>
                    <a:pt x="15824" y="14267"/>
                    <a:pt x="15824" y="14267"/>
                  </a:cubicBezTo>
                  <a:cubicBezTo>
                    <a:pt x="15824" y="14069"/>
                    <a:pt x="15824" y="14069"/>
                    <a:pt x="15824" y="14069"/>
                  </a:cubicBezTo>
                  <a:cubicBezTo>
                    <a:pt x="15709" y="14069"/>
                    <a:pt x="15709" y="14069"/>
                    <a:pt x="15709" y="14069"/>
                  </a:cubicBezTo>
                  <a:cubicBezTo>
                    <a:pt x="15709" y="13970"/>
                    <a:pt x="15709" y="13970"/>
                    <a:pt x="15709" y="13970"/>
                  </a:cubicBezTo>
                  <a:cubicBezTo>
                    <a:pt x="15709" y="13871"/>
                    <a:pt x="15709" y="13871"/>
                    <a:pt x="15709" y="13871"/>
                  </a:cubicBezTo>
                  <a:cubicBezTo>
                    <a:pt x="15709" y="13871"/>
                    <a:pt x="15709" y="13871"/>
                    <a:pt x="15709" y="13871"/>
                  </a:cubicBezTo>
                  <a:cubicBezTo>
                    <a:pt x="15709" y="13772"/>
                    <a:pt x="15709" y="13772"/>
                    <a:pt x="15709" y="13772"/>
                  </a:cubicBezTo>
                  <a:cubicBezTo>
                    <a:pt x="15709" y="13772"/>
                    <a:pt x="15709" y="13772"/>
                    <a:pt x="15709" y="13772"/>
                  </a:cubicBezTo>
                  <a:cubicBezTo>
                    <a:pt x="15709" y="13772"/>
                    <a:pt x="15709" y="13772"/>
                    <a:pt x="15709" y="13772"/>
                  </a:cubicBezTo>
                  <a:cubicBezTo>
                    <a:pt x="15593" y="13772"/>
                    <a:pt x="15593" y="13772"/>
                    <a:pt x="15593" y="13772"/>
                  </a:cubicBezTo>
                  <a:cubicBezTo>
                    <a:pt x="15593" y="13772"/>
                    <a:pt x="15593" y="13772"/>
                    <a:pt x="15593" y="13772"/>
                  </a:cubicBezTo>
                  <a:cubicBezTo>
                    <a:pt x="15478" y="13772"/>
                    <a:pt x="15478" y="13772"/>
                    <a:pt x="15478" y="13772"/>
                  </a:cubicBezTo>
                  <a:cubicBezTo>
                    <a:pt x="15362" y="13574"/>
                    <a:pt x="15362" y="13574"/>
                    <a:pt x="15362" y="13574"/>
                  </a:cubicBezTo>
                  <a:cubicBezTo>
                    <a:pt x="15247" y="13574"/>
                    <a:pt x="15247" y="13574"/>
                    <a:pt x="15247" y="13574"/>
                  </a:cubicBezTo>
                  <a:cubicBezTo>
                    <a:pt x="15247" y="13475"/>
                    <a:pt x="15247" y="13475"/>
                    <a:pt x="15247" y="13475"/>
                  </a:cubicBezTo>
                  <a:cubicBezTo>
                    <a:pt x="15247" y="13475"/>
                    <a:pt x="15247" y="13475"/>
                    <a:pt x="15247" y="13475"/>
                  </a:cubicBezTo>
                  <a:cubicBezTo>
                    <a:pt x="15131" y="13574"/>
                    <a:pt x="15131" y="13574"/>
                    <a:pt x="15131" y="13574"/>
                  </a:cubicBezTo>
                  <a:cubicBezTo>
                    <a:pt x="15016" y="13475"/>
                    <a:pt x="15016" y="13475"/>
                    <a:pt x="15016" y="13475"/>
                  </a:cubicBezTo>
                  <a:cubicBezTo>
                    <a:pt x="15016" y="13475"/>
                    <a:pt x="15016" y="13475"/>
                    <a:pt x="15016" y="13475"/>
                  </a:cubicBezTo>
                  <a:cubicBezTo>
                    <a:pt x="14900" y="13574"/>
                    <a:pt x="14900" y="13574"/>
                    <a:pt x="14900" y="13574"/>
                  </a:cubicBezTo>
                  <a:cubicBezTo>
                    <a:pt x="14900" y="13475"/>
                    <a:pt x="14900" y="13475"/>
                    <a:pt x="14900" y="13475"/>
                  </a:cubicBezTo>
                  <a:cubicBezTo>
                    <a:pt x="14785" y="13475"/>
                    <a:pt x="14785" y="13475"/>
                    <a:pt x="14785" y="13475"/>
                  </a:cubicBezTo>
                  <a:cubicBezTo>
                    <a:pt x="14785" y="13376"/>
                    <a:pt x="14785" y="13376"/>
                    <a:pt x="14785" y="13376"/>
                  </a:cubicBezTo>
                  <a:cubicBezTo>
                    <a:pt x="14669" y="13376"/>
                    <a:pt x="14669" y="13376"/>
                    <a:pt x="14669" y="13376"/>
                  </a:cubicBezTo>
                  <a:cubicBezTo>
                    <a:pt x="14669" y="13277"/>
                    <a:pt x="14669" y="13277"/>
                    <a:pt x="14669" y="13277"/>
                  </a:cubicBezTo>
                  <a:cubicBezTo>
                    <a:pt x="14669" y="13277"/>
                    <a:pt x="14669" y="13277"/>
                    <a:pt x="14669" y="13277"/>
                  </a:cubicBezTo>
                  <a:cubicBezTo>
                    <a:pt x="14669" y="13177"/>
                    <a:pt x="14669" y="13177"/>
                    <a:pt x="14669" y="13177"/>
                  </a:cubicBezTo>
                  <a:cubicBezTo>
                    <a:pt x="14554" y="13078"/>
                    <a:pt x="14554" y="13078"/>
                    <a:pt x="14554" y="13078"/>
                  </a:cubicBezTo>
                  <a:cubicBezTo>
                    <a:pt x="14554" y="13177"/>
                    <a:pt x="14554" y="13177"/>
                    <a:pt x="14554" y="13177"/>
                  </a:cubicBezTo>
                  <a:cubicBezTo>
                    <a:pt x="14554" y="13277"/>
                    <a:pt x="14554" y="13277"/>
                    <a:pt x="14554" y="13277"/>
                  </a:cubicBezTo>
                  <a:cubicBezTo>
                    <a:pt x="14554" y="13277"/>
                    <a:pt x="14554" y="13277"/>
                    <a:pt x="14554" y="13277"/>
                  </a:cubicBezTo>
                  <a:cubicBezTo>
                    <a:pt x="14438" y="13277"/>
                    <a:pt x="14438" y="13277"/>
                    <a:pt x="14438" y="13277"/>
                  </a:cubicBezTo>
                  <a:cubicBezTo>
                    <a:pt x="14438" y="13277"/>
                    <a:pt x="14438" y="13277"/>
                    <a:pt x="14438" y="13277"/>
                  </a:cubicBezTo>
                  <a:cubicBezTo>
                    <a:pt x="14554" y="13376"/>
                    <a:pt x="14554" y="13376"/>
                    <a:pt x="14554" y="13376"/>
                  </a:cubicBezTo>
                  <a:cubicBezTo>
                    <a:pt x="14554" y="13376"/>
                    <a:pt x="14554" y="13376"/>
                    <a:pt x="14554" y="13376"/>
                  </a:cubicBezTo>
                  <a:cubicBezTo>
                    <a:pt x="14669" y="13475"/>
                    <a:pt x="14669" y="13475"/>
                    <a:pt x="14669" y="13475"/>
                  </a:cubicBezTo>
                  <a:cubicBezTo>
                    <a:pt x="14669" y="13475"/>
                    <a:pt x="14669" y="13475"/>
                    <a:pt x="14669" y="13475"/>
                  </a:cubicBezTo>
                  <a:cubicBezTo>
                    <a:pt x="14669" y="13475"/>
                    <a:pt x="14669" y="13475"/>
                    <a:pt x="14669" y="13475"/>
                  </a:cubicBezTo>
                  <a:cubicBezTo>
                    <a:pt x="14554" y="13475"/>
                    <a:pt x="14554" y="13475"/>
                    <a:pt x="14554" y="13475"/>
                  </a:cubicBezTo>
                  <a:cubicBezTo>
                    <a:pt x="14554" y="13574"/>
                    <a:pt x="14554" y="13574"/>
                    <a:pt x="14554" y="13574"/>
                  </a:cubicBezTo>
                  <a:cubicBezTo>
                    <a:pt x="14438" y="13574"/>
                    <a:pt x="14438" y="13574"/>
                    <a:pt x="14438" y="13574"/>
                  </a:cubicBezTo>
                  <a:cubicBezTo>
                    <a:pt x="14322" y="13574"/>
                    <a:pt x="14322" y="13574"/>
                    <a:pt x="14322" y="13574"/>
                  </a:cubicBezTo>
                  <a:cubicBezTo>
                    <a:pt x="14322" y="13574"/>
                    <a:pt x="14322" y="13574"/>
                    <a:pt x="14322" y="13574"/>
                  </a:cubicBezTo>
                  <a:cubicBezTo>
                    <a:pt x="14438" y="13574"/>
                    <a:pt x="14438" y="13574"/>
                    <a:pt x="14438" y="13574"/>
                  </a:cubicBezTo>
                  <a:cubicBezTo>
                    <a:pt x="14554" y="13574"/>
                    <a:pt x="14554" y="13574"/>
                    <a:pt x="14554" y="13574"/>
                  </a:cubicBezTo>
                  <a:cubicBezTo>
                    <a:pt x="14554" y="13574"/>
                    <a:pt x="14554" y="13574"/>
                    <a:pt x="14554" y="13574"/>
                  </a:cubicBezTo>
                  <a:cubicBezTo>
                    <a:pt x="14669" y="13574"/>
                    <a:pt x="14669" y="13574"/>
                    <a:pt x="14669" y="13574"/>
                  </a:cubicBezTo>
                  <a:cubicBezTo>
                    <a:pt x="14785" y="13475"/>
                    <a:pt x="14785" y="13475"/>
                    <a:pt x="14785" y="13475"/>
                  </a:cubicBezTo>
                  <a:cubicBezTo>
                    <a:pt x="14785" y="13574"/>
                    <a:pt x="14785" y="13574"/>
                    <a:pt x="14785" y="13574"/>
                  </a:cubicBezTo>
                  <a:cubicBezTo>
                    <a:pt x="14785" y="13574"/>
                    <a:pt x="14785" y="13574"/>
                    <a:pt x="14785" y="13574"/>
                  </a:cubicBezTo>
                  <a:cubicBezTo>
                    <a:pt x="14785" y="13673"/>
                    <a:pt x="14785" y="13673"/>
                    <a:pt x="14785" y="13673"/>
                  </a:cubicBezTo>
                  <a:cubicBezTo>
                    <a:pt x="14900" y="13574"/>
                    <a:pt x="14900" y="13574"/>
                    <a:pt x="14900" y="13574"/>
                  </a:cubicBezTo>
                  <a:cubicBezTo>
                    <a:pt x="15016" y="13574"/>
                    <a:pt x="15016" y="13574"/>
                    <a:pt x="15016" y="13574"/>
                  </a:cubicBezTo>
                  <a:cubicBezTo>
                    <a:pt x="15247" y="13673"/>
                    <a:pt x="15247" y="13673"/>
                    <a:pt x="15247" y="13673"/>
                  </a:cubicBezTo>
                  <a:cubicBezTo>
                    <a:pt x="15247" y="13673"/>
                    <a:pt x="15247" y="13673"/>
                    <a:pt x="15247" y="13673"/>
                  </a:cubicBezTo>
                  <a:cubicBezTo>
                    <a:pt x="15362" y="13673"/>
                    <a:pt x="15362" y="13673"/>
                    <a:pt x="15362" y="13673"/>
                  </a:cubicBezTo>
                  <a:cubicBezTo>
                    <a:pt x="15362" y="13772"/>
                    <a:pt x="15362" y="13772"/>
                    <a:pt x="15362" y="13772"/>
                  </a:cubicBezTo>
                  <a:cubicBezTo>
                    <a:pt x="15362" y="13772"/>
                    <a:pt x="15362" y="13772"/>
                    <a:pt x="15362" y="13772"/>
                  </a:cubicBezTo>
                  <a:cubicBezTo>
                    <a:pt x="15362" y="13871"/>
                    <a:pt x="15362" y="13871"/>
                    <a:pt x="15362" y="13871"/>
                  </a:cubicBezTo>
                  <a:cubicBezTo>
                    <a:pt x="15247" y="13871"/>
                    <a:pt x="15247" y="13871"/>
                    <a:pt x="15247" y="13871"/>
                  </a:cubicBezTo>
                  <a:cubicBezTo>
                    <a:pt x="15247" y="13970"/>
                    <a:pt x="15247" y="13970"/>
                    <a:pt x="15247" y="13970"/>
                  </a:cubicBezTo>
                  <a:cubicBezTo>
                    <a:pt x="15247" y="13970"/>
                    <a:pt x="15247" y="13970"/>
                    <a:pt x="15247" y="13970"/>
                  </a:cubicBezTo>
                  <a:cubicBezTo>
                    <a:pt x="15131" y="13970"/>
                    <a:pt x="15131" y="13970"/>
                    <a:pt x="15131" y="13970"/>
                  </a:cubicBezTo>
                  <a:cubicBezTo>
                    <a:pt x="14900" y="14069"/>
                    <a:pt x="14900" y="14069"/>
                    <a:pt x="14900" y="14069"/>
                  </a:cubicBezTo>
                  <a:cubicBezTo>
                    <a:pt x="14785" y="14069"/>
                    <a:pt x="14785" y="14069"/>
                    <a:pt x="14785" y="14069"/>
                  </a:cubicBezTo>
                  <a:cubicBezTo>
                    <a:pt x="14669" y="14069"/>
                    <a:pt x="14669" y="14069"/>
                    <a:pt x="14669" y="14069"/>
                  </a:cubicBezTo>
                  <a:cubicBezTo>
                    <a:pt x="14554" y="14069"/>
                    <a:pt x="14554" y="14069"/>
                    <a:pt x="14554" y="14069"/>
                  </a:cubicBezTo>
                  <a:cubicBezTo>
                    <a:pt x="14554" y="13970"/>
                    <a:pt x="14554" y="13970"/>
                    <a:pt x="14554" y="13970"/>
                  </a:cubicBezTo>
                  <a:cubicBezTo>
                    <a:pt x="14554" y="13970"/>
                    <a:pt x="14554" y="13970"/>
                    <a:pt x="14554" y="13970"/>
                  </a:cubicBezTo>
                  <a:cubicBezTo>
                    <a:pt x="14554" y="13871"/>
                    <a:pt x="14554" y="13871"/>
                    <a:pt x="14554" y="13871"/>
                  </a:cubicBezTo>
                  <a:cubicBezTo>
                    <a:pt x="14438" y="13871"/>
                    <a:pt x="14438" y="13871"/>
                    <a:pt x="14438" y="13871"/>
                  </a:cubicBezTo>
                  <a:cubicBezTo>
                    <a:pt x="14438" y="13970"/>
                    <a:pt x="14438" y="13970"/>
                    <a:pt x="14438" y="13970"/>
                  </a:cubicBezTo>
                  <a:cubicBezTo>
                    <a:pt x="14438" y="13970"/>
                    <a:pt x="14438" y="13970"/>
                    <a:pt x="14438" y="13970"/>
                  </a:cubicBezTo>
                  <a:cubicBezTo>
                    <a:pt x="14438" y="14069"/>
                    <a:pt x="14438" y="14069"/>
                    <a:pt x="14438" y="14069"/>
                  </a:cubicBezTo>
                  <a:cubicBezTo>
                    <a:pt x="14438" y="14069"/>
                    <a:pt x="14438" y="14069"/>
                    <a:pt x="14438" y="14069"/>
                  </a:cubicBezTo>
                  <a:cubicBezTo>
                    <a:pt x="14438" y="14069"/>
                    <a:pt x="14438" y="14069"/>
                    <a:pt x="14438"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438" y="14168"/>
                    <a:pt x="14438" y="14168"/>
                    <a:pt x="14438" y="14168"/>
                  </a:cubicBezTo>
                  <a:cubicBezTo>
                    <a:pt x="14438" y="14168"/>
                    <a:pt x="14438" y="14168"/>
                    <a:pt x="14438" y="14168"/>
                  </a:cubicBezTo>
                  <a:cubicBezTo>
                    <a:pt x="14322" y="14267"/>
                    <a:pt x="14322" y="14267"/>
                    <a:pt x="14322" y="14267"/>
                  </a:cubicBezTo>
                  <a:cubicBezTo>
                    <a:pt x="14322" y="14267"/>
                    <a:pt x="14322" y="14267"/>
                    <a:pt x="14322" y="14267"/>
                  </a:cubicBezTo>
                  <a:cubicBezTo>
                    <a:pt x="14322" y="14267"/>
                    <a:pt x="14322" y="14267"/>
                    <a:pt x="14322" y="14267"/>
                  </a:cubicBezTo>
                  <a:cubicBezTo>
                    <a:pt x="14207" y="14267"/>
                    <a:pt x="14207" y="14267"/>
                    <a:pt x="14207" y="14267"/>
                  </a:cubicBezTo>
                  <a:cubicBezTo>
                    <a:pt x="14207" y="14366"/>
                    <a:pt x="14207" y="14366"/>
                    <a:pt x="14207" y="14366"/>
                  </a:cubicBezTo>
                  <a:cubicBezTo>
                    <a:pt x="14207" y="14366"/>
                    <a:pt x="14207" y="14366"/>
                    <a:pt x="14207" y="14366"/>
                  </a:cubicBezTo>
                  <a:cubicBezTo>
                    <a:pt x="13976" y="14466"/>
                    <a:pt x="13976" y="14466"/>
                    <a:pt x="13976" y="14466"/>
                  </a:cubicBezTo>
                  <a:cubicBezTo>
                    <a:pt x="13976" y="14366"/>
                    <a:pt x="13976" y="14366"/>
                    <a:pt x="13976" y="14366"/>
                  </a:cubicBezTo>
                  <a:cubicBezTo>
                    <a:pt x="13860" y="14366"/>
                    <a:pt x="13860" y="14366"/>
                    <a:pt x="13860" y="14366"/>
                  </a:cubicBezTo>
                  <a:cubicBezTo>
                    <a:pt x="13745" y="14466"/>
                    <a:pt x="13745" y="14466"/>
                    <a:pt x="13745" y="14466"/>
                  </a:cubicBezTo>
                  <a:cubicBezTo>
                    <a:pt x="13745" y="14565"/>
                    <a:pt x="13745" y="14565"/>
                    <a:pt x="13745" y="14565"/>
                  </a:cubicBezTo>
                  <a:cubicBezTo>
                    <a:pt x="13745" y="14565"/>
                    <a:pt x="13745" y="14565"/>
                    <a:pt x="13745" y="14565"/>
                  </a:cubicBezTo>
                  <a:cubicBezTo>
                    <a:pt x="13976" y="14466"/>
                    <a:pt x="13976" y="14466"/>
                    <a:pt x="13976" y="14466"/>
                  </a:cubicBezTo>
                  <a:cubicBezTo>
                    <a:pt x="14091" y="14466"/>
                    <a:pt x="14091" y="14466"/>
                    <a:pt x="14091" y="14466"/>
                  </a:cubicBezTo>
                  <a:cubicBezTo>
                    <a:pt x="14091" y="14466"/>
                    <a:pt x="14091" y="14466"/>
                    <a:pt x="14091" y="14466"/>
                  </a:cubicBezTo>
                  <a:cubicBezTo>
                    <a:pt x="14207" y="14466"/>
                    <a:pt x="14207" y="14466"/>
                    <a:pt x="14207" y="14466"/>
                  </a:cubicBezTo>
                  <a:cubicBezTo>
                    <a:pt x="14207" y="14466"/>
                    <a:pt x="14207" y="14466"/>
                    <a:pt x="14207" y="14466"/>
                  </a:cubicBezTo>
                  <a:cubicBezTo>
                    <a:pt x="14322" y="14565"/>
                    <a:pt x="14322" y="14565"/>
                    <a:pt x="14322" y="14565"/>
                  </a:cubicBezTo>
                  <a:cubicBezTo>
                    <a:pt x="14438" y="14565"/>
                    <a:pt x="14438" y="14565"/>
                    <a:pt x="14438" y="14565"/>
                  </a:cubicBezTo>
                  <a:cubicBezTo>
                    <a:pt x="14554" y="14466"/>
                    <a:pt x="14554" y="14466"/>
                    <a:pt x="14554" y="14466"/>
                  </a:cubicBezTo>
                  <a:cubicBezTo>
                    <a:pt x="14669" y="14466"/>
                    <a:pt x="14669" y="14466"/>
                    <a:pt x="14669" y="14466"/>
                  </a:cubicBezTo>
                  <a:cubicBezTo>
                    <a:pt x="14785" y="14565"/>
                    <a:pt x="14785" y="14565"/>
                    <a:pt x="14785" y="14565"/>
                  </a:cubicBezTo>
                  <a:cubicBezTo>
                    <a:pt x="14785" y="14466"/>
                    <a:pt x="14785" y="14466"/>
                    <a:pt x="14785" y="14466"/>
                  </a:cubicBezTo>
                  <a:cubicBezTo>
                    <a:pt x="14900" y="14565"/>
                    <a:pt x="14900" y="14565"/>
                    <a:pt x="14900" y="14565"/>
                  </a:cubicBezTo>
                  <a:cubicBezTo>
                    <a:pt x="14900" y="14565"/>
                    <a:pt x="14900" y="14565"/>
                    <a:pt x="14900" y="14565"/>
                  </a:cubicBezTo>
                  <a:cubicBezTo>
                    <a:pt x="14900" y="14565"/>
                    <a:pt x="14900" y="14565"/>
                    <a:pt x="14900" y="14565"/>
                  </a:cubicBezTo>
                  <a:cubicBezTo>
                    <a:pt x="15016" y="14565"/>
                    <a:pt x="15016" y="14565"/>
                    <a:pt x="15016" y="14565"/>
                  </a:cubicBezTo>
                  <a:cubicBezTo>
                    <a:pt x="14900" y="14664"/>
                    <a:pt x="14900" y="14664"/>
                    <a:pt x="14900" y="14664"/>
                  </a:cubicBezTo>
                  <a:cubicBezTo>
                    <a:pt x="14900" y="14664"/>
                    <a:pt x="14900" y="14664"/>
                    <a:pt x="14900" y="14664"/>
                  </a:cubicBezTo>
                  <a:cubicBezTo>
                    <a:pt x="14785" y="14664"/>
                    <a:pt x="14785" y="14664"/>
                    <a:pt x="14785" y="14664"/>
                  </a:cubicBezTo>
                  <a:cubicBezTo>
                    <a:pt x="14669" y="14664"/>
                    <a:pt x="14669" y="14664"/>
                    <a:pt x="14669" y="14664"/>
                  </a:cubicBezTo>
                  <a:cubicBezTo>
                    <a:pt x="14554" y="14664"/>
                    <a:pt x="14554" y="14664"/>
                    <a:pt x="14554" y="14664"/>
                  </a:cubicBezTo>
                  <a:cubicBezTo>
                    <a:pt x="14438" y="14664"/>
                    <a:pt x="14438" y="14664"/>
                    <a:pt x="14438" y="14664"/>
                  </a:cubicBezTo>
                  <a:cubicBezTo>
                    <a:pt x="14438" y="14763"/>
                    <a:pt x="14438" y="14763"/>
                    <a:pt x="14438" y="14763"/>
                  </a:cubicBezTo>
                  <a:cubicBezTo>
                    <a:pt x="14322" y="14664"/>
                    <a:pt x="14322" y="14664"/>
                    <a:pt x="14322" y="14664"/>
                  </a:cubicBezTo>
                  <a:cubicBezTo>
                    <a:pt x="14322" y="14664"/>
                    <a:pt x="14322" y="14664"/>
                    <a:pt x="14322" y="14664"/>
                  </a:cubicBezTo>
                  <a:cubicBezTo>
                    <a:pt x="14207" y="14664"/>
                    <a:pt x="14207" y="14664"/>
                    <a:pt x="14207" y="14664"/>
                  </a:cubicBezTo>
                  <a:cubicBezTo>
                    <a:pt x="14091" y="14763"/>
                    <a:pt x="14091" y="14763"/>
                    <a:pt x="14091" y="14763"/>
                  </a:cubicBezTo>
                  <a:cubicBezTo>
                    <a:pt x="14207" y="14763"/>
                    <a:pt x="14207" y="14763"/>
                    <a:pt x="14207" y="14763"/>
                  </a:cubicBezTo>
                  <a:cubicBezTo>
                    <a:pt x="14207" y="14763"/>
                    <a:pt x="14207" y="14763"/>
                    <a:pt x="14207" y="14763"/>
                  </a:cubicBezTo>
                  <a:cubicBezTo>
                    <a:pt x="14322" y="14763"/>
                    <a:pt x="14322" y="14763"/>
                    <a:pt x="14322" y="14763"/>
                  </a:cubicBezTo>
                  <a:cubicBezTo>
                    <a:pt x="14438" y="14763"/>
                    <a:pt x="14438" y="14763"/>
                    <a:pt x="14438" y="14763"/>
                  </a:cubicBezTo>
                  <a:cubicBezTo>
                    <a:pt x="14554" y="14763"/>
                    <a:pt x="14554" y="14763"/>
                    <a:pt x="14554" y="14763"/>
                  </a:cubicBezTo>
                  <a:cubicBezTo>
                    <a:pt x="14554" y="14862"/>
                    <a:pt x="14554" y="14862"/>
                    <a:pt x="14554" y="14862"/>
                  </a:cubicBezTo>
                  <a:cubicBezTo>
                    <a:pt x="14554" y="14763"/>
                    <a:pt x="14554" y="14763"/>
                    <a:pt x="14554" y="14763"/>
                  </a:cubicBezTo>
                  <a:cubicBezTo>
                    <a:pt x="14669" y="14664"/>
                    <a:pt x="14669" y="14664"/>
                    <a:pt x="14669" y="14664"/>
                  </a:cubicBezTo>
                  <a:cubicBezTo>
                    <a:pt x="14669" y="14664"/>
                    <a:pt x="14785" y="14664"/>
                    <a:pt x="14785" y="14664"/>
                  </a:cubicBezTo>
                  <a:cubicBezTo>
                    <a:pt x="14785" y="14664"/>
                    <a:pt x="14900" y="14664"/>
                    <a:pt x="14900" y="14664"/>
                  </a:cubicBezTo>
                  <a:cubicBezTo>
                    <a:pt x="14900" y="14664"/>
                    <a:pt x="14900" y="14664"/>
                    <a:pt x="14900" y="14664"/>
                  </a:cubicBezTo>
                  <a:cubicBezTo>
                    <a:pt x="14900" y="14763"/>
                    <a:pt x="14900" y="14763"/>
                    <a:pt x="14900" y="14763"/>
                  </a:cubicBezTo>
                  <a:cubicBezTo>
                    <a:pt x="15016" y="14664"/>
                    <a:pt x="15016" y="14664"/>
                    <a:pt x="15016" y="14664"/>
                  </a:cubicBezTo>
                  <a:cubicBezTo>
                    <a:pt x="15131" y="14664"/>
                    <a:pt x="15131" y="14664"/>
                    <a:pt x="15131" y="14664"/>
                  </a:cubicBezTo>
                  <a:cubicBezTo>
                    <a:pt x="15247" y="14664"/>
                    <a:pt x="15247" y="14664"/>
                    <a:pt x="15247" y="14664"/>
                  </a:cubicBezTo>
                  <a:cubicBezTo>
                    <a:pt x="15362" y="14565"/>
                    <a:pt x="15362" y="14565"/>
                    <a:pt x="15362" y="14565"/>
                  </a:cubicBezTo>
                  <a:cubicBezTo>
                    <a:pt x="15362" y="14565"/>
                    <a:pt x="15362" y="14565"/>
                    <a:pt x="15362" y="14565"/>
                  </a:cubicBezTo>
                  <a:cubicBezTo>
                    <a:pt x="15362" y="14565"/>
                    <a:pt x="15362" y="14565"/>
                    <a:pt x="15362" y="14565"/>
                  </a:cubicBezTo>
                  <a:cubicBezTo>
                    <a:pt x="15362" y="14565"/>
                    <a:pt x="15362" y="14565"/>
                    <a:pt x="15362" y="14565"/>
                  </a:cubicBezTo>
                  <a:cubicBezTo>
                    <a:pt x="15362" y="14664"/>
                    <a:pt x="15362" y="14664"/>
                    <a:pt x="15362" y="14664"/>
                  </a:cubicBezTo>
                  <a:cubicBezTo>
                    <a:pt x="15478" y="14565"/>
                    <a:pt x="15478" y="14565"/>
                    <a:pt x="15478" y="14565"/>
                  </a:cubicBezTo>
                  <a:cubicBezTo>
                    <a:pt x="15478" y="14565"/>
                    <a:pt x="15478" y="14565"/>
                    <a:pt x="15478" y="14565"/>
                  </a:cubicBezTo>
                  <a:cubicBezTo>
                    <a:pt x="15593" y="14664"/>
                    <a:pt x="15593" y="14664"/>
                    <a:pt x="15593" y="14664"/>
                  </a:cubicBezTo>
                  <a:cubicBezTo>
                    <a:pt x="15709" y="14664"/>
                    <a:pt x="15709" y="14664"/>
                    <a:pt x="15709" y="14664"/>
                  </a:cubicBezTo>
                  <a:cubicBezTo>
                    <a:pt x="15824" y="14763"/>
                    <a:pt x="15824" y="14763"/>
                    <a:pt x="15824" y="14763"/>
                  </a:cubicBezTo>
                  <a:cubicBezTo>
                    <a:pt x="15940" y="14763"/>
                    <a:pt x="15940" y="14763"/>
                    <a:pt x="15940" y="14763"/>
                  </a:cubicBezTo>
                  <a:cubicBezTo>
                    <a:pt x="16055" y="14763"/>
                    <a:pt x="16055" y="14763"/>
                    <a:pt x="16055" y="14763"/>
                  </a:cubicBezTo>
                  <a:cubicBezTo>
                    <a:pt x="16171" y="14763"/>
                    <a:pt x="16171" y="14763"/>
                    <a:pt x="16171" y="14763"/>
                  </a:cubicBezTo>
                  <a:cubicBezTo>
                    <a:pt x="16286" y="14763"/>
                    <a:pt x="16286" y="14763"/>
                    <a:pt x="16286" y="14763"/>
                  </a:cubicBezTo>
                  <a:cubicBezTo>
                    <a:pt x="16286" y="14763"/>
                    <a:pt x="16286" y="14763"/>
                    <a:pt x="16286" y="14763"/>
                  </a:cubicBezTo>
                  <a:cubicBezTo>
                    <a:pt x="16402" y="14763"/>
                    <a:pt x="16402" y="14763"/>
                    <a:pt x="16402" y="14763"/>
                  </a:cubicBezTo>
                  <a:cubicBezTo>
                    <a:pt x="16517" y="14763"/>
                    <a:pt x="16517" y="14763"/>
                    <a:pt x="16517" y="14763"/>
                  </a:cubicBezTo>
                  <a:cubicBezTo>
                    <a:pt x="16517" y="14763"/>
                    <a:pt x="16517" y="14763"/>
                    <a:pt x="16517" y="14763"/>
                  </a:cubicBezTo>
                  <a:cubicBezTo>
                    <a:pt x="16517" y="14862"/>
                    <a:pt x="16517" y="14862"/>
                    <a:pt x="16517" y="14862"/>
                  </a:cubicBezTo>
                  <a:cubicBezTo>
                    <a:pt x="16402" y="14862"/>
                    <a:pt x="16402" y="14862"/>
                    <a:pt x="16402" y="14862"/>
                  </a:cubicBezTo>
                  <a:cubicBezTo>
                    <a:pt x="16286" y="14961"/>
                    <a:pt x="16286" y="14961"/>
                    <a:pt x="16286" y="14961"/>
                  </a:cubicBezTo>
                  <a:cubicBezTo>
                    <a:pt x="16286" y="14961"/>
                    <a:pt x="16286" y="14961"/>
                    <a:pt x="16286" y="14961"/>
                  </a:cubicBezTo>
                  <a:cubicBezTo>
                    <a:pt x="16171" y="14961"/>
                    <a:pt x="16171" y="14961"/>
                    <a:pt x="16171" y="14961"/>
                  </a:cubicBezTo>
                  <a:cubicBezTo>
                    <a:pt x="16171" y="14961"/>
                    <a:pt x="16171" y="14961"/>
                    <a:pt x="16171" y="14961"/>
                  </a:cubicBezTo>
                  <a:cubicBezTo>
                    <a:pt x="16286" y="15060"/>
                    <a:pt x="16286" y="15060"/>
                    <a:pt x="16286" y="15060"/>
                  </a:cubicBezTo>
                  <a:cubicBezTo>
                    <a:pt x="16286" y="15060"/>
                    <a:pt x="16286" y="15060"/>
                    <a:pt x="16286" y="15060"/>
                  </a:cubicBezTo>
                  <a:cubicBezTo>
                    <a:pt x="16171" y="15060"/>
                    <a:pt x="16171" y="15060"/>
                    <a:pt x="16171" y="15060"/>
                  </a:cubicBezTo>
                  <a:cubicBezTo>
                    <a:pt x="16171" y="15060"/>
                    <a:pt x="16171" y="15060"/>
                    <a:pt x="16171" y="15060"/>
                  </a:cubicBezTo>
                  <a:cubicBezTo>
                    <a:pt x="16171" y="15060"/>
                    <a:pt x="16171" y="15060"/>
                    <a:pt x="16171" y="15060"/>
                  </a:cubicBezTo>
                  <a:cubicBezTo>
                    <a:pt x="16055" y="15060"/>
                    <a:pt x="16055" y="15060"/>
                    <a:pt x="16055" y="15060"/>
                  </a:cubicBezTo>
                  <a:cubicBezTo>
                    <a:pt x="16055" y="15060"/>
                    <a:pt x="16055" y="15060"/>
                    <a:pt x="16055" y="15060"/>
                  </a:cubicBezTo>
                  <a:cubicBezTo>
                    <a:pt x="16055" y="15060"/>
                    <a:pt x="16055" y="15060"/>
                    <a:pt x="16055" y="15060"/>
                  </a:cubicBezTo>
                  <a:cubicBezTo>
                    <a:pt x="16055" y="15060"/>
                    <a:pt x="16055" y="15060"/>
                    <a:pt x="16055" y="15060"/>
                  </a:cubicBezTo>
                  <a:cubicBezTo>
                    <a:pt x="15940" y="15060"/>
                    <a:pt x="15940" y="15060"/>
                    <a:pt x="15940" y="15060"/>
                  </a:cubicBezTo>
                  <a:cubicBezTo>
                    <a:pt x="15940" y="15060"/>
                    <a:pt x="15940" y="15060"/>
                    <a:pt x="15940" y="15060"/>
                  </a:cubicBezTo>
                  <a:cubicBezTo>
                    <a:pt x="15940" y="15159"/>
                    <a:pt x="15940" y="15159"/>
                    <a:pt x="15940" y="15159"/>
                  </a:cubicBezTo>
                  <a:cubicBezTo>
                    <a:pt x="15940" y="15159"/>
                    <a:pt x="15940" y="15159"/>
                    <a:pt x="15940" y="15159"/>
                  </a:cubicBezTo>
                  <a:cubicBezTo>
                    <a:pt x="15940" y="15159"/>
                    <a:pt x="15940" y="15159"/>
                    <a:pt x="15940" y="15159"/>
                  </a:cubicBezTo>
                  <a:cubicBezTo>
                    <a:pt x="15824" y="15258"/>
                    <a:pt x="15824" y="15258"/>
                    <a:pt x="15824" y="15258"/>
                  </a:cubicBezTo>
                  <a:cubicBezTo>
                    <a:pt x="15824" y="15258"/>
                    <a:pt x="15824" y="15258"/>
                    <a:pt x="15824" y="15258"/>
                  </a:cubicBezTo>
                  <a:cubicBezTo>
                    <a:pt x="15824" y="15258"/>
                    <a:pt x="15824" y="15258"/>
                    <a:pt x="15824" y="15258"/>
                  </a:cubicBezTo>
                  <a:cubicBezTo>
                    <a:pt x="15709" y="15159"/>
                    <a:pt x="15709" y="15159"/>
                    <a:pt x="15709" y="15159"/>
                  </a:cubicBezTo>
                  <a:cubicBezTo>
                    <a:pt x="15709" y="15258"/>
                    <a:pt x="15709" y="15258"/>
                    <a:pt x="15709" y="15258"/>
                  </a:cubicBezTo>
                  <a:cubicBezTo>
                    <a:pt x="15709" y="15258"/>
                    <a:pt x="15709" y="15258"/>
                    <a:pt x="15709" y="15258"/>
                  </a:cubicBezTo>
                  <a:cubicBezTo>
                    <a:pt x="15709" y="15258"/>
                    <a:pt x="15709" y="15258"/>
                    <a:pt x="15709" y="15258"/>
                  </a:cubicBezTo>
                  <a:cubicBezTo>
                    <a:pt x="15709" y="15258"/>
                    <a:pt x="15709" y="15258"/>
                    <a:pt x="15709" y="15258"/>
                  </a:cubicBezTo>
                  <a:cubicBezTo>
                    <a:pt x="15593" y="15357"/>
                    <a:pt x="15593" y="15357"/>
                    <a:pt x="15593" y="15357"/>
                  </a:cubicBezTo>
                  <a:cubicBezTo>
                    <a:pt x="15593" y="15357"/>
                    <a:pt x="15593" y="15357"/>
                    <a:pt x="15593" y="15357"/>
                  </a:cubicBezTo>
                  <a:cubicBezTo>
                    <a:pt x="15478" y="15357"/>
                    <a:pt x="15478" y="15357"/>
                    <a:pt x="15478" y="15357"/>
                  </a:cubicBezTo>
                  <a:cubicBezTo>
                    <a:pt x="15478" y="15258"/>
                    <a:pt x="15478" y="15258"/>
                    <a:pt x="15478" y="15258"/>
                  </a:cubicBezTo>
                  <a:cubicBezTo>
                    <a:pt x="15478" y="15258"/>
                    <a:pt x="15478" y="15258"/>
                    <a:pt x="15478" y="15258"/>
                  </a:cubicBezTo>
                  <a:cubicBezTo>
                    <a:pt x="15478" y="15357"/>
                    <a:pt x="15478" y="15357"/>
                    <a:pt x="15478" y="15357"/>
                  </a:cubicBezTo>
                  <a:cubicBezTo>
                    <a:pt x="15478" y="15456"/>
                    <a:pt x="15478" y="15456"/>
                    <a:pt x="15478" y="15456"/>
                  </a:cubicBezTo>
                  <a:cubicBezTo>
                    <a:pt x="15478" y="15456"/>
                    <a:pt x="15478" y="15456"/>
                    <a:pt x="15478" y="15456"/>
                  </a:cubicBezTo>
                  <a:cubicBezTo>
                    <a:pt x="15362" y="15456"/>
                    <a:pt x="15362" y="15456"/>
                    <a:pt x="15362" y="15456"/>
                  </a:cubicBezTo>
                  <a:cubicBezTo>
                    <a:pt x="15362" y="15357"/>
                    <a:pt x="15362" y="15357"/>
                    <a:pt x="15362" y="15357"/>
                  </a:cubicBezTo>
                  <a:cubicBezTo>
                    <a:pt x="15247" y="15456"/>
                    <a:pt x="15247" y="15456"/>
                    <a:pt x="15247" y="15456"/>
                  </a:cubicBezTo>
                  <a:cubicBezTo>
                    <a:pt x="15247" y="15456"/>
                    <a:pt x="15247" y="15456"/>
                    <a:pt x="15247" y="15456"/>
                  </a:cubicBezTo>
                  <a:cubicBezTo>
                    <a:pt x="15362" y="15456"/>
                    <a:pt x="15362" y="15456"/>
                    <a:pt x="15362" y="15456"/>
                  </a:cubicBezTo>
                  <a:cubicBezTo>
                    <a:pt x="15362" y="15555"/>
                    <a:pt x="15362" y="15555"/>
                    <a:pt x="15362" y="15555"/>
                  </a:cubicBezTo>
                  <a:cubicBezTo>
                    <a:pt x="15247" y="15555"/>
                    <a:pt x="15247" y="15555"/>
                    <a:pt x="15247" y="15555"/>
                  </a:cubicBezTo>
                  <a:cubicBezTo>
                    <a:pt x="15131" y="15555"/>
                    <a:pt x="15131" y="15555"/>
                    <a:pt x="15131" y="15555"/>
                  </a:cubicBezTo>
                  <a:cubicBezTo>
                    <a:pt x="15131" y="15555"/>
                    <a:pt x="15131" y="15555"/>
                    <a:pt x="15131" y="15555"/>
                  </a:cubicBezTo>
                  <a:cubicBezTo>
                    <a:pt x="15131" y="15555"/>
                    <a:pt x="15131" y="15555"/>
                    <a:pt x="15131" y="15555"/>
                  </a:cubicBezTo>
                  <a:cubicBezTo>
                    <a:pt x="15016" y="15555"/>
                    <a:pt x="15016" y="15555"/>
                    <a:pt x="15016" y="15555"/>
                  </a:cubicBezTo>
                  <a:cubicBezTo>
                    <a:pt x="15016" y="15555"/>
                    <a:pt x="15016" y="15555"/>
                    <a:pt x="15016" y="15555"/>
                  </a:cubicBezTo>
                  <a:cubicBezTo>
                    <a:pt x="15131" y="15655"/>
                    <a:pt x="15131" y="15655"/>
                    <a:pt x="15131" y="15655"/>
                  </a:cubicBezTo>
                  <a:cubicBezTo>
                    <a:pt x="15131" y="15655"/>
                    <a:pt x="15131" y="15655"/>
                    <a:pt x="15131" y="15655"/>
                  </a:cubicBezTo>
                  <a:cubicBezTo>
                    <a:pt x="15016" y="15655"/>
                    <a:pt x="15016" y="15655"/>
                    <a:pt x="15016" y="15655"/>
                  </a:cubicBezTo>
                  <a:cubicBezTo>
                    <a:pt x="14900" y="15655"/>
                    <a:pt x="14900" y="15655"/>
                    <a:pt x="14900" y="15655"/>
                  </a:cubicBezTo>
                  <a:cubicBezTo>
                    <a:pt x="14900" y="15754"/>
                    <a:pt x="14900" y="15754"/>
                    <a:pt x="14900" y="15754"/>
                  </a:cubicBezTo>
                  <a:cubicBezTo>
                    <a:pt x="14785" y="15754"/>
                    <a:pt x="14785" y="15754"/>
                    <a:pt x="14785" y="15754"/>
                  </a:cubicBezTo>
                  <a:cubicBezTo>
                    <a:pt x="14785" y="15754"/>
                    <a:pt x="14785" y="15754"/>
                    <a:pt x="14785" y="15754"/>
                  </a:cubicBezTo>
                  <a:cubicBezTo>
                    <a:pt x="14669" y="15853"/>
                    <a:pt x="14669" y="15853"/>
                    <a:pt x="14669" y="15853"/>
                  </a:cubicBezTo>
                  <a:cubicBezTo>
                    <a:pt x="14669" y="15853"/>
                    <a:pt x="14669" y="15853"/>
                    <a:pt x="14669" y="15853"/>
                  </a:cubicBezTo>
                  <a:cubicBezTo>
                    <a:pt x="14669" y="15754"/>
                    <a:pt x="14669" y="15754"/>
                    <a:pt x="14669" y="15754"/>
                  </a:cubicBezTo>
                  <a:cubicBezTo>
                    <a:pt x="14554" y="15754"/>
                    <a:pt x="14554" y="15754"/>
                    <a:pt x="14554" y="15754"/>
                  </a:cubicBezTo>
                  <a:cubicBezTo>
                    <a:pt x="14554" y="15853"/>
                    <a:pt x="14554" y="15853"/>
                    <a:pt x="14554" y="15853"/>
                  </a:cubicBezTo>
                  <a:cubicBezTo>
                    <a:pt x="14438" y="15853"/>
                    <a:pt x="14438" y="15853"/>
                    <a:pt x="14438" y="15853"/>
                  </a:cubicBezTo>
                  <a:cubicBezTo>
                    <a:pt x="14438" y="15853"/>
                    <a:pt x="14438" y="15853"/>
                    <a:pt x="14438" y="15853"/>
                  </a:cubicBezTo>
                  <a:cubicBezTo>
                    <a:pt x="14322" y="15853"/>
                    <a:pt x="14322" y="15853"/>
                    <a:pt x="14322" y="15853"/>
                  </a:cubicBezTo>
                  <a:cubicBezTo>
                    <a:pt x="14322" y="15853"/>
                    <a:pt x="14322" y="15853"/>
                    <a:pt x="14322" y="15853"/>
                  </a:cubicBezTo>
                  <a:cubicBezTo>
                    <a:pt x="14207" y="15853"/>
                    <a:pt x="14207" y="15853"/>
                    <a:pt x="14207" y="15853"/>
                  </a:cubicBezTo>
                  <a:cubicBezTo>
                    <a:pt x="14207" y="15853"/>
                    <a:pt x="14207" y="15853"/>
                    <a:pt x="14207" y="15853"/>
                  </a:cubicBezTo>
                  <a:cubicBezTo>
                    <a:pt x="14207" y="15853"/>
                    <a:pt x="14207" y="15853"/>
                    <a:pt x="14207" y="15853"/>
                  </a:cubicBezTo>
                  <a:cubicBezTo>
                    <a:pt x="14091" y="15952"/>
                    <a:pt x="14091" y="15952"/>
                    <a:pt x="14091" y="15952"/>
                  </a:cubicBezTo>
                  <a:cubicBezTo>
                    <a:pt x="14091" y="15952"/>
                    <a:pt x="14091" y="15952"/>
                    <a:pt x="14091" y="15952"/>
                  </a:cubicBezTo>
                  <a:cubicBezTo>
                    <a:pt x="14091" y="15853"/>
                    <a:pt x="14091" y="15853"/>
                    <a:pt x="14091" y="15853"/>
                  </a:cubicBezTo>
                  <a:cubicBezTo>
                    <a:pt x="14091" y="15853"/>
                    <a:pt x="14091" y="15853"/>
                    <a:pt x="14091" y="15853"/>
                  </a:cubicBezTo>
                  <a:cubicBezTo>
                    <a:pt x="13976" y="15952"/>
                    <a:pt x="13976" y="15952"/>
                    <a:pt x="13976" y="15952"/>
                  </a:cubicBezTo>
                  <a:cubicBezTo>
                    <a:pt x="13976" y="15952"/>
                    <a:pt x="13976" y="15952"/>
                    <a:pt x="13976" y="15952"/>
                  </a:cubicBezTo>
                  <a:cubicBezTo>
                    <a:pt x="13976" y="15952"/>
                    <a:pt x="13976" y="15952"/>
                    <a:pt x="13976" y="15952"/>
                  </a:cubicBezTo>
                  <a:cubicBezTo>
                    <a:pt x="13860" y="15853"/>
                    <a:pt x="13860" y="15853"/>
                    <a:pt x="13860" y="15853"/>
                  </a:cubicBezTo>
                  <a:cubicBezTo>
                    <a:pt x="13860" y="15853"/>
                    <a:pt x="13860" y="15853"/>
                    <a:pt x="13860" y="15853"/>
                  </a:cubicBezTo>
                  <a:cubicBezTo>
                    <a:pt x="13860" y="15952"/>
                    <a:pt x="13860" y="15952"/>
                    <a:pt x="13860" y="15952"/>
                  </a:cubicBezTo>
                  <a:cubicBezTo>
                    <a:pt x="13860" y="15952"/>
                    <a:pt x="13860" y="15952"/>
                    <a:pt x="13860" y="15952"/>
                  </a:cubicBezTo>
                  <a:cubicBezTo>
                    <a:pt x="13745" y="15952"/>
                    <a:pt x="13745" y="15952"/>
                    <a:pt x="13745" y="15952"/>
                  </a:cubicBezTo>
                  <a:cubicBezTo>
                    <a:pt x="13745" y="15952"/>
                    <a:pt x="13745" y="15952"/>
                    <a:pt x="13745" y="15952"/>
                  </a:cubicBezTo>
                  <a:cubicBezTo>
                    <a:pt x="13745" y="15952"/>
                    <a:pt x="13745" y="15952"/>
                    <a:pt x="13745" y="15952"/>
                  </a:cubicBezTo>
                  <a:cubicBezTo>
                    <a:pt x="13745" y="16051"/>
                    <a:pt x="13745" y="16051"/>
                    <a:pt x="13745" y="16051"/>
                  </a:cubicBezTo>
                  <a:cubicBezTo>
                    <a:pt x="13629" y="16051"/>
                    <a:pt x="13629" y="16051"/>
                    <a:pt x="13629" y="16051"/>
                  </a:cubicBezTo>
                  <a:cubicBezTo>
                    <a:pt x="13629" y="15952"/>
                    <a:pt x="13629" y="15952"/>
                    <a:pt x="13629" y="15952"/>
                  </a:cubicBezTo>
                  <a:cubicBezTo>
                    <a:pt x="13629" y="16051"/>
                    <a:pt x="13629" y="16051"/>
                    <a:pt x="13629"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398" y="16150"/>
                    <a:pt x="13398" y="16150"/>
                    <a:pt x="13398" y="16150"/>
                  </a:cubicBezTo>
                  <a:cubicBezTo>
                    <a:pt x="13398" y="16150"/>
                    <a:pt x="13398" y="16150"/>
                    <a:pt x="13398" y="16150"/>
                  </a:cubicBezTo>
                  <a:cubicBezTo>
                    <a:pt x="13283" y="16150"/>
                    <a:pt x="13283" y="16150"/>
                    <a:pt x="13283" y="16150"/>
                  </a:cubicBezTo>
                  <a:cubicBezTo>
                    <a:pt x="13283" y="16150"/>
                    <a:pt x="13283" y="16150"/>
                    <a:pt x="13283" y="16150"/>
                  </a:cubicBezTo>
                  <a:cubicBezTo>
                    <a:pt x="13167" y="16051"/>
                    <a:pt x="13167" y="16051"/>
                    <a:pt x="13167" y="16051"/>
                  </a:cubicBezTo>
                  <a:cubicBezTo>
                    <a:pt x="13167" y="15952"/>
                    <a:pt x="13167" y="15952"/>
                    <a:pt x="13167" y="15952"/>
                  </a:cubicBezTo>
                  <a:cubicBezTo>
                    <a:pt x="13052" y="16051"/>
                    <a:pt x="13052" y="16051"/>
                    <a:pt x="13052" y="16051"/>
                  </a:cubicBezTo>
                  <a:cubicBezTo>
                    <a:pt x="13052" y="16051"/>
                    <a:pt x="13052" y="16051"/>
                    <a:pt x="13052" y="16051"/>
                  </a:cubicBezTo>
                  <a:cubicBezTo>
                    <a:pt x="13052" y="16051"/>
                    <a:pt x="13052" y="16051"/>
                    <a:pt x="13052" y="16051"/>
                  </a:cubicBezTo>
                  <a:cubicBezTo>
                    <a:pt x="13052" y="16150"/>
                    <a:pt x="13052" y="16150"/>
                    <a:pt x="13052" y="16150"/>
                  </a:cubicBezTo>
                  <a:cubicBezTo>
                    <a:pt x="12936" y="16150"/>
                    <a:pt x="12936" y="16150"/>
                    <a:pt x="12936" y="16150"/>
                  </a:cubicBezTo>
                  <a:cubicBezTo>
                    <a:pt x="12936" y="16150"/>
                    <a:pt x="12936" y="16150"/>
                    <a:pt x="12936" y="16150"/>
                  </a:cubicBezTo>
                  <a:cubicBezTo>
                    <a:pt x="12936" y="16150"/>
                    <a:pt x="12936" y="16150"/>
                    <a:pt x="12936" y="16150"/>
                  </a:cubicBezTo>
                  <a:cubicBezTo>
                    <a:pt x="12821" y="16150"/>
                    <a:pt x="12821" y="16150"/>
                    <a:pt x="12821" y="16150"/>
                  </a:cubicBezTo>
                  <a:cubicBezTo>
                    <a:pt x="12821" y="16150"/>
                    <a:pt x="12821" y="16150"/>
                    <a:pt x="12821" y="16150"/>
                  </a:cubicBezTo>
                  <a:cubicBezTo>
                    <a:pt x="12705" y="16150"/>
                    <a:pt x="12705" y="16150"/>
                    <a:pt x="12705" y="16150"/>
                  </a:cubicBezTo>
                  <a:cubicBezTo>
                    <a:pt x="12705" y="16150"/>
                    <a:pt x="12705" y="16150"/>
                    <a:pt x="12705" y="16150"/>
                  </a:cubicBezTo>
                  <a:cubicBezTo>
                    <a:pt x="12590" y="16150"/>
                    <a:pt x="12590" y="16150"/>
                    <a:pt x="12590" y="16150"/>
                  </a:cubicBezTo>
                  <a:cubicBezTo>
                    <a:pt x="12590" y="16150"/>
                    <a:pt x="12590" y="16150"/>
                    <a:pt x="12590" y="16150"/>
                  </a:cubicBezTo>
                  <a:cubicBezTo>
                    <a:pt x="12590" y="16150"/>
                    <a:pt x="12590" y="16150"/>
                    <a:pt x="12590" y="16150"/>
                  </a:cubicBezTo>
                  <a:cubicBezTo>
                    <a:pt x="12474" y="16150"/>
                    <a:pt x="12474" y="16150"/>
                    <a:pt x="12474" y="16150"/>
                  </a:cubicBezTo>
                  <a:cubicBezTo>
                    <a:pt x="12474" y="16150"/>
                    <a:pt x="12474" y="16150"/>
                    <a:pt x="12474" y="16150"/>
                  </a:cubicBezTo>
                  <a:cubicBezTo>
                    <a:pt x="12359" y="16051"/>
                    <a:pt x="12359" y="16051"/>
                    <a:pt x="12359" y="16051"/>
                  </a:cubicBezTo>
                  <a:cubicBezTo>
                    <a:pt x="12474" y="16051"/>
                    <a:pt x="12474" y="16051"/>
                    <a:pt x="12474" y="16051"/>
                  </a:cubicBezTo>
                  <a:cubicBezTo>
                    <a:pt x="12359" y="15952"/>
                    <a:pt x="12359" y="15952"/>
                    <a:pt x="12359" y="15952"/>
                  </a:cubicBezTo>
                  <a:cubicBezTo>
                    <a:pt x="12359" y="15952"/>
                    <a:pt x="12359" y="15952"/>
                    <a:pt x="12359" y="15952"/>
                  </a:cubicBezTo>
                  <a:cubicBezTo>
                    <a:pt x="12243" y="15952"/>
                    <a:pt x="12243" y="15952"/>
                    <a:pt x="12243" y="15952"/>
                  </a:cubicBezTo>
                  <a:cubicBezTo>
                    <a:pt x="12243" y="15853"/>
                    <a:pt x="12243" y="15853"/>
                    <a:pt x="12243" y="15853"/>
                  </a:cubicBezTo>
                  <a:cubicBezTo>
                    <a:pt x="12243" y="15754"/>
                    <a:pt x="12243" y="15754"/>
                    <a:pt x="12243" y="15754"/>
                  </a:cubicBezTo>
                  <a:cubicBezTo>
                    <a:pt x="12243" y="15754"/>
                    <a:pt x="12243" y="15754"/>
                    <a:pt x="12243" y="15754"/>
                  </a:cubicBezTo>
                  <a:cubicBezTo>
                    <a:pt x="12128" y="15655"/>
                    <a:pt x="12128" y="15655"/>
                    <a:pt x="12128" y="15655"/>
                  </a:cubicBezTo>
                  <a:cubicBezTo>
                    <a:pt x="12128" y="15754"/>
                    <a:pt x="12128" y="15754"/>
                    <a:pt x="12128" y="15754"/>
                  </a:cubicBezTo>
                  <a:cubicBezTo>
                    <a:pt x="12128" y="15754"/>
                    <a:pt x="12128" y="15754"/>
                    <a:pt x="12128" y="15754"/>
                  </a:cubicBezTo>
                  <a:cubicBezTo>
                    <a:pt x="12128" y="15754"/>
                    <a:pt x="12128" y="15754"/>
                    <a:pt x="12128" y="15754"/>
                  </a:cubicBezTo>
                  <a:cubicBezTo>
                    <a:pt x="12243" y="15853"/>
                    <a:pt x="12243" y="15853"/>
                    <a:pt x="12243" y="15853"/>
                  </a:cubicBezTo>
                  <a:cubicBezTo>
                    <a:pt x="12243" y="15853"/>
                    <a:pt x="12243" y="15853"/>
                    <a:pt x="12243" y="15853"/>
                  </a:cubicBezTo>
                  <a:cubicBezTo>
                    <a:pt x="12243" y="15952"/>
                    <a:pt x="12243" y="15952"/>
                    <a:pt x="12243" y="15952"/>
                  </a:cubicBezTo>
                  <a:cubicBezTo>
                    <a:pt x="12243" y="16051"/>
                    <a:pt x="12243" y="16051"/>
                    <a:pt x="12243" y="16051"/>
                  </a:cubicBezTo>
                  <a:cubicBezTo>
                    <a:pt x="12243" y="16051"/>
                    <a:pt x="12243" y="16051"/>
                    <a:pt x="12243" y="16051"/>
                  </a:cubicBezTo>
                  <a:cubicBezTo>
                    <a:pt x="12243" y="16051"/>
                    <a:pt x="12243" y="16051"/>
                    <a:pt x="12243" y="16051"/>
                  </a:cubicBezTo>
                  <a:cubicBezTo>
                    <a:pt x="12359" y="16051"/>
                    <a:pt x="12359" y="16051"/>
                    <a:pt x="12359" y="16051"/>
                  </a:cubicBezTo>
                  <a:cubicBezTo>
                    <a:pt x="12359" y="16150"/>
                    <a:pt x="12359" y="16150"/>
                    <a:pt x="12359" y="16150"/>
                  </a:cubicBezTo>
                  <a:cubicBezTo>
                    <a:pt x="12359" y="16249"/>
                    <a:pt x="12359" y="16249"/>
                    <a:pt x="12359" y="16249"/>
                  </a:cubicBezTo>
                  <a:cubicBezTo>
                    <a:pt x="12243" y="16348"/>
                    <a:pt x="12243" y="16348"/>
                    <a:pt x="12243" y="16348"/>
                  </a:cubicBezTo>
                  <a:cubicBezTo>
                    <a:pt x="12243" y="16348"/>
                    <a:pt x="12243" y="16348"/>
                    <a:pt x="12243" y="16348"/>
                  </a:cubicBezTo>
                  <a:cubicBezTo>
                    <a:pt x="12128" y="16348"/>
                    <a:pt x="12128" y="16348"/>
                    <a:pt x="12128" y="16348"/>
                  </a:cubicBezTo>
                  <a:cubicBezTo>
                    <a:pt x="12128" y="16348"/>
                    <a:pt x="12128" y="16348"/>
                    <a:pt x="12128" y="16348"/>
                  </a:cubicBezTo>
                  <a:cubicBezTo>
                    <a:pt x="12012" y="16348"/>
                    <a:pt x="12012" y="16348"/>
                    <a:pt x="12012" y="16348"/>
                  </a:cubicBezTo>
                  <a:cubicBezTo>
                    <a:pt x="12012" y="16447"/>
                    <a:pt x="12012" y="16447"/>
                    <a:pt x="12012"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546"/>
                    <a:pt x="11897" y="16546"/>
                    <a:pt x="11897" y="16546"/>
                  </a:cubicBezTo>
                  <a:cubicBezTo>
                    <a:pt x="11781" y="16546"/>
                    <a:pt x="11781" y="16546"/>
                    <a:pt x="11781" y="16546"/>
                  </a:cubicBezTo>
                  <a:cubicBezTo>
                    <a:pt x="11781" y="16546"/>
                    <a:pt x="11781" y="16546"/>
                    <a:pt x="11781" y="16546"/>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744"/>
                    <a:pt x="11666" y="16744"/>
                    <a:pt x="11666" y="16744"/>
                  </a:cubicBezTo>
                  <a:cubicBezTo>
                    <a:pt x="11666" y="16744"/>
                    <a:pt x="11666" y="16744"/>
                    <a:pt x="11666"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844"/>
                    <a:pt x="11550" y="16844"/>
                    <a:pt x="11550" y="16844"/>
                  </a:cubicBezTo>
                  <a:cubicBezTo>
                    <a:pt x="11550" y="16844"/>
                    <a:pt x="11550" y="16844"/>
                    <a:pt x="11550" y="16844"/>
                  </a:cubicBezTo>
                  <a:cubicBezTo>
                    <a:pt x="11435" y="16844"/>
                    <a:pt x="11435" y="16844"/>
                    <a:pt x="11435" y="16844"/>
                  </a:cubicBezTo>
                  <a:cubicBezTo>
                    <a:pt x="11319" y="16943"/>
                    <a:pt x="11319" y="16943"/>
                    <a:pt x="11319" y="16943"/>
                  </a:cubicBezTo>
                  <a:cubicBezTo>
                    <a:pt x="11319" y="17042"/>
                    <a:pt x="11319" y="17042"/>
                    <a:pt x="11319" y="17042"/>
                  </a:cubicBezTo>
                  <a:cubicBezTo>
                    <a:pt x="11319" y="17042"/>
                    <a:pt x="11319" y="17042"/>
                    <a:pt x="11319" y="17042"/>
                  </a:cubicBezTo>
                  <a:cubicBezTo>
                    <a:pt x="11319" y="17141"/>
                    <a:pt x="11319" y="17141"/>
                    <a:pt x="11319" y="17141"/>
                  </a:cubicBezTo>
                  <a:cubicBezTo>
                    <a:pt x="11204" y="17240"/>
                    <a:pt x="11204" y="17240"/>
                    <a:pt x="11204" y="17240"/>
                  </a:cubicBezTo>
                  <a:cubicBezTo>
                    <a:pt x="11204" y="17240"/>
                    <a:pt x="11204" y="17240"/>
                    <a:pt x="11204" y="17240"/>
                  </a:cubicBezTo>
                  <a:cubicBezTo>
                    <a:pt x="11088" y="17240"/>
                    <a:pt x="11088" y="17240"/>
                    <a:pt x="11088" y="17240"/>
                  </a:cubicBezTo>
                  <a:cubicBezTo>
                    <a:pt x="11088" y="17141"/>
                    <a:pt x="11088" y="17141"/>
                    <a:pt x="11088" y="17141"/>
                  </a:cubicBezTo>
                  <a:cubicBezTo>
                    <a:pt x="11088" y="17141"/>
                    <a:pt x="11088" y="17141"/>
                    <a:pt x="11088" y="17141"/>
                  </a:cubicBezTo>
                  <a:cubicBezTo>
                    <a:pt x="11088" y="17141"/>
                    <a:pt x="11088" y="17141"/>
                    <a:pt x="11088" y="17141"/>
                  </a:cubicBezTo>
                  <a:cubicBezTo>
                    <a:pt x="11088" y="17141"/>
                    <a:pt x="11088" y="17141"/>
                    <a:pt x="11088" y="17141"/>
                  </a:cubicBezTo>
                  <a:cubicBezTo>
                    <a:pt x="11088" y="17240"/>
                    <a:pt x="11088" y="17240"/>
                    <a:pt x="11088" y="17240"/>
                  </a:cubicBezTo>
                  <a:cubicBezTo>
                    <a:pt x="11088" y="17240"/>
                    <a:pt x="11088" y="17240"/>
                    <a:pt x="11088" y="17240"/>
                  </a:cubicBezTo>
                  <a:cubicBezTo>
                    <a:pt x="10973" y="17240"/>
                    <a:pt x="10973" y="17240"/>
                    <a:pt x="10973" y="17240"/>
                  </a:cubicBezTo>
                  <a:cubicBezTo>
                    <a:pt x="10857" y="17339"/>
                    <a:pt x="10857" y="17339"/>
                    <a:pt x="10857" y="17339"/>
                  </a:cubicBezTo>
                  <a:cubicBezTo>
                    <a:pt x="10857" y="17438"/>
                    <a:pt x="10857" y="17438"/>
                    <a:pt x="10857" y="17438"/>
                  </a:cubicBezTo>
                  <a:cubicBezTo>
                    <a:pt x="10857" y="17339"/>
                    <a:pt x="10857" y="17339"/>
                    <a:pt x="10857" y="17339"/>
                  </a:cubicBezTo>
                  <a:cubicBezTo>
                    <a:pt x="10857" y="17339"/>
                    <a:pt x="10857" y="17339"/>
                    <a:pt x="10857" y="17339"/>
                  </a:cubicBezTo>
                  <a:cubicBezTo>
                    <a:pt x="10742" y="17339"/>
                    <a:pt x="10742" y="17339"/>
                    <a:pt x="10742" y="17339"/>
                  </a:cubicBezTo>
                  <a:cubicBezTo>
                    <a:pt x="10742" y="17339"/>
                    <a:pt x="10742" y="17339"/>
                    <a:pt x="10742" y="17339"/>
                  </a:cubicBezTo>
                  <a:cubicBezTo>
                    <a:pt x="10742" y="17339"/>
                    <a:pt x="10742" y="17339"/>
                    <a:pt x="10742" y="17339"/>
                  </a:cubicBezTo>
                  <a:cubicBezTo>
                    <a:pt x="10742" y="17339"/>
                    <a:pt x="10742" y="17339"/>
                    <a:pt x="10742" y="17339"/>
                  </a:cubicBezTo>
                  <a:cubicBezTo>
                    <a:pt x="10626" y="17339"/>
                    <a:pt x="10626" y="17339"/>
                    <a:pt x="10626" y="17339"/>
                  </a:cubicBezTo>
                  <a:cubicBezTo>
                    <a:pt x="10626" y="17240"/>
                    <a:pt x="10626" y="17240"/>
                    <a:pt x="10626" y="17240"/>
                  </a:cubicBezTo>
                  <a:cubicBezTo>
                    <a:pt x="10511" y="17240"/>
                    <a:pt x="10511" y="17240"/>
                    <a:pt x="10511" y="17240"/>
                  </a:cubicBezTo>
                  <a:cubicBezTo>
                    <a:pt x="10511" y="17339"/>
                    <a:pt x="10511" y="17339"/>
                    <a:pt x="10511" y="17339"/>
                  </a:cubicBezTo>
                  <a:cubicBezTo>
                    <a:pt x="10511" y="17339"/>
                    <a:pt x="10511" y="17339"/>
                    <a:pt x="10511" y="17339"/>
                  </a:cubicBezTo>
                  <a:cubicBezTo>
                    <a:pt x="10626" y="17339"/>
                    <a:pt x="10626" y="17339"/>
                    <a:pt x="10626" y="17339"/>
                  </a:cubicBezTo>
                  <a:cubicBezTo>
                    <a:pt x="10626" y="17438"/>
                    <a:pt x="10626" y="17438"/>
                    <a:pt x="10626" y="17438"/>
                  </a:cubicBezTo>
                  <a:cubicBezTo>
                    <a:pt x="10626" y="17438"/>
                    <a:pt x="10626" y="17438"/>
                    <a:pt x="10626" y="17438"/>
                  </a:cubicBezTo>
                  <a:cubicBezTo>
                    <a:pt x="10626" y="17537"/>
                    <a:pt x="10626" y="17537"/>
                    <a:pt x="10626" y="17537"/>
                  </a:cubicBezTo>
                  <a:cubicBezTo>
                    <a:pt x="10511" y="17537"/>
                    <a:pt x="10511" y="17537"/>
                    <a:pt x="10511" y="17537"/>
                  </a:cubicBezTo>
                  <a:cubicBezTo>
                    <a:pt x="10395" y="17537"/>
                    <a:pt x="10395" y="17537"/>
                    <a:pt x="10395" y="17537"/>
                  </a:cubicBezTo>
                  <a:cubicBezTo>
                    <a:pt x="10280" y="17636"/>
                    <a:pt x="10280" y="17636"/>
                    <a:pt x="10280" y="17636"/>
                  </a:cubicBezTo>
                  <a:cubicBezTo>
                    <a:pt x="10280" y="17636"/>
                    <a:pt x="10280" y="17636"/>
                    <a:pt x="10280" y="17636"/>
                  </a:cubicBezTo>
                  <a:cubicBezTo>
                    <a:pt x="10164" y="17636"/>
                    <a:pt x="10164" y="17636"/>
                    <a:pt x="10164" y="17636"/>
                  </a:cubicBezTo>
                  <a:cubicBezTo>
                    <a:pt x="10164" y="17537"/>
                    <a:pt x="10164" y="17537"/>
                    <a:pt x="10164" y="17537"/>
                  </a:cubicBezTo>
                  <a:cubicBezTo>
                    <a:pt x="10280" y="17537"/>
                    <a:pt x="10280" y="17537"/>
                    <a:pt x="10280"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636"/>
                    <a:pt x="10164" y="17636"/>
                    <a:pt x="10164" y="17636"/>
                  </a:cubicBezTo>
                  <a:cubicBezTo>
                    <a:pt x="10049" y="17636"/>
                    <a:pt x="10049" y="17636"/>
                    <a:pt x="10049" y="17636"/>
                  </a:cubicBezTo>
                  <a:cubicBezTo>
                    <a:pt x="10049" y="17636"/>
                    <a:pt x="10049" y="17636"/>
                    <a:pt x="10049" y="17636"/>
                  </a:cubicBezTo>
                  <a:cubicBezTo>
                    <a:pt x="9933" y="17636"/>
                    <a:pt x="9933" y="17636"/>
                    <a:pt x="9933" y="17636"/>
                  </a:cubicBezTo>
                  <a:cubicBezTo>
                    <a:pt x="9933" y="17537"/>
                    <a:pt x="9933" y="17537"/>
                    <a:pt x="9933" y="17537"/>
                  </a:cubicBezTo>
                  <a:cubicBezTo>
                    <a:pt x="9933" y="17537"/>
                    <a:pt x="9933" y="17537"/>
                    <a:pt x="9933" y="17537"/>
                  </a:cubicBezTo>
                  <a:cubicBezTo>
                    <a:pt x="9933" y="17438"/>
                    <a:pt x="9933" y="17438"/>
                    <a:pt x="9933" y="17438"/>
                  </a:cubicBezTo>
                  <a:cubicBezTo>
                    <a:pt x="9933" y="17438"/>
                    <a:pt x="9933" y="17438"/>
                    <a:pt x="9933" y="17438"/>
                  </a:cubicBezTo>
                  <a:cubicBezTo>
                    <a:pt x="9818" y="17438"/>
                    <a:pt x="9818" y="17438"/>
                    <a:pt x="9818" y="17438"/>
                  </a:cubicBezTo>
                  <a:cubicBezTo>
                    <a:pt x="9818" y="17537"/>
                    <a:pt x="9818" y="17537"/>
                    <a:pt x="9818" y="17537"/>
                  </a:cubicBezTo>
                  <a:cubicBezTo>
                    <a:pt x="9818" y="17537"/>
                    <a:pt x="9818" y="17537"/>
                    <a:pt x="9818" y="17537"/>
                  </a:cubicBezTo>
                  <a:cubicBezTo>
                    <a:pt x="9818" y="17636"/>
                    <a:pt x="9818" y="17636"/>
                    <a:pt x="9818" y="17636"/>
                  </a:cubicBezTo>
                  <a:cubicBezTo>
                    <a:pt x="9818" y="17636"/>
                    <a:pt x="9818" y="17636"/>
                    <a:pt x="9818" y="17636"/>
                  </a:cubicBezTo>
                  <a:cubicBezTo>
                    <a:pt x="9818" y="17636"/>
                    <a:pt x="9818" y="17636"/>
                    <a:pt x="9818" y="17636"/>
                  </a:cubicBezTo>
                  <a:cubicBezTo>
                    <a:pt x="9702" y="17537"/>
                    <a:pt x="9702" y="17537"/>
                    <a:pt x="9702" y="17537"/>
                  </a:cubicBezTo>
                  <a:cubicBezTo>
                    <a:pt x="9702" y="17438"/>
                    <a:pt x="9702" y="17438"/>
                    <a:pt x="9702" y="17438"/>
                  </a:cubicBezTo>
                  <a:cubicBezTo>
                    <a:pt x="9702" y="17438"/>
                    <a:pt x="9702" y="17438"/>
                    <a:pt x="9702" y="17438"/>
                  </a:cubicBezTo>
                  <a:cubicBezTo>
                    <a:pt x="9818" y="17339"/>
                    <a:pt x="9818" y="17339"/>
                    <a:pt x="9818" y="17339"/>
                  </a:cubicBezTo>
                  <a:cubicBezTo>
                    <a:pt x="9818" y="17339"/>
                    <a:pt x="9818" y="17339"/>
                    <a:pt x="9818" y="17339"/>
                  </a:cubicBezTo>
                  <a:cubicBezTo>
                    <a:pt x="9818" y="17339"/>
                    <a:pt x="9818" y="17339"/>
                    <a:pt x="9818" y="17339"/>
                  </a:cubicBezTo>
                  <a:cubicBezTo>
                    <a:pt x="9702" y="17240"/>
                    <a:pt x="9702" y="17240"/>
                    <a:pt x="9702"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339"/>
                    <a:pt x="9587" y="17339"/>
                    <a:pt x="9587" y="17339"/>
                  </a:cubicBezTo>
                  <a:cubicBezTo>
                    <a:pt x="9587" y="17339"/>
                    <a:pt x="9587" y="17339"/>
                    <a:pt x="9587" y="17339"/>
                  </a:cubicBezTo>
                  <a:cubicBezTo>
                    <a:pt x="9587" y="17339"/>
                    <a:pt x="9587" y="17339"/>
                    <a:pt x="9587" y="17339"/>
                  </a:cubicBezTo>
                  <a:cubicBezTo>
                    <a:pt x="9587" y="17438"/>
                    <a:pt x="9587" y="17438"/>
                    <a:pt x="9587" y="17438"/>
                  </a:cubicBezTo>
                  <a:cubicBezTo>
                    <a:pt x="9587" y="17537"/>
                    <a:pt x="9587" y="17537"/>
                    <a:pt x="9587" y="17537"/>
                  </a:cubicBezTo>
                  <a:cubicBezTo>
                    <a:pt x="9471" y="17537"/>
                    <a:pt x="9471" y="17537"/>
                    <a:pt x="9471" y="17537"/>
                  </a:cubicBezTo>
                  <a:cubicBezTo>
                    <a:pt x="9471" y="17537"/>
                    <a:pt x="9471" y="17537"/>
                    <a:pt x="9471" y="17537"/>
                  </a:cubicBezTo>
                  <a:cubicBezTo>
                    <a:pt x="9356" y="17438"/>
                    <a:pt x="9356" y="17438"/>
                    <a:pt x="9356" y="17438"/>
                  </a:cubicBezTo>
                  <a:cubicBezTo>
                    <a:pt x="9356" y="17438"/>
                    <a:pt x="9356" y="17438"/>
                    <a:pt x="9356" y="17438"/>
                  </a:cubicBezTo>
                  <a:cubicBezTo>
                    <a:pt x="9356" y="17537"/>
                    <a:pt x="9356" y="17537"/>
                    <a:pt x="9356" y="17537"/>
                  </a:cubicBezTo>
                  <a:cubicBezTo>
                    <a:pt x="9356" y="17537"/>
                    <a:pt x="9356" y="17537"/>
                    <a:pt x="9356" y="17537"/>
                  </a:cubicBezTo>
                  <a:cubicBezTo>
                    <a:pt x="9356" y="17636"/>
                    <a:pt x="9356" y="17636"/>
                    <a:pt x="9356" y="17636"/>
                  </a:cubicBezTo>
                  <a:cubicBezTo>
                    <a:pt x="9471" y="17735"/>
                    <a:pt x="9471" y="17735"/>
                    <a:pt x="9471" y="17735"/>
                  </a:cubicBezTo>
                  <a:cubicBezTo>
                    <a:pt x="9471" y="17735"/>
                    <a:pt x="9471" y="17735"/>
                    <a:pt x="9471" y="17735"/>
                  </a:cubicBezTo>
                  <a:cubicBezTo>
                    <a:pt x="9356" y="17735"/>
                    <a:pt x="9356" y="17735"/>
                    <a:pt x="9356" y="17735"/>
                  </a:cubicBezTo>
                  <a:cubicBezTo>
                    <a:pt x="9356" y="17735"/>
                    <a:pt x="9356" y="17735"/>
                    <a:pt x="9356" y="17735"/>
                  </a:cubicBezTo>
                  <a:cubicBezTo>
                    <a:pt x="9356" y="17834"/>
                    <a:pt x="9356" y="17834"/>
                    <a:pt x="9356" y="17834"/>
                  </a:cubicBezTo>
                  <a:cubicBezTo>
                    <a:pt x="9240" y="17834"/>
                    <a:pt x="9240" y="17834"/>
                    <a:pt x="9240" y="17834"/>
                  </a:cubicBezTo>
                  <a:cubicBezTo>
                    <a:pt x="9240" y="17735"/>
                    <a:pt x="9240" y="17735"/>
                    <a:pt x="9240" y="17735"/>
                  </a:cubicBezTo>
                  <a:cubicBezTo>
                    <a:pt x="9125" y="17834"/>
                    <a:pt x="9125" y="17834"/>
                    <a:pt x="9125" y="17834"/>
                  </a:cubicBezTo>
                  <a:cubicBezTo>
                    <a:pt x="9125" y="17834"/>
                    <a:pt x="9125" y="17834"/>
                    <a:pt x="9125" y="17834"/>
                  </a:cubicBezTo>
                  <a:cubicBezTo>
                    <a:pt x="9009" y="17834"/>
                    <a:pt x="9009" y="17834"/>
                    <a:pt x="9009" y="17834"/>
                  </a:cubicBezTo>
                  <a:cubicBezTo>
                    <a:pt x="9009" y="17834"/>
                    <a:pt x="9009" y="17834"/>
                    <a:pt x="9009" y="17834"/>
                  </a:cubicBezTo>
                  <a:cubicBezTo>
                    <a:pt x="9009" y="17735"/>
                    <a:pt x="9009" y="17735"/>
                    <a:pt x="9009" y="17735"/>
                  </a:cubicBezTo>
                  <a:cubicBezTo>
                    <a:pt x="8894" y="17735"/>
                    <a:pt x="8894" y="17735"/>
                    <a:pt x="8894" y="17735"/>
                  </a:cubicBezTo>
                  <a:cubicBezTo>
                    <a:pt x="8894" y="17735"/>
                    <a:pt x="8894" y="17735"/>
                    <a:pt x="8894" y="17735"/>
                  </a:cubicBezTo>
                  <a:cubicBezTo>
                    <a:pt x="8894" y="17735"/>
                    <a:pt x="8894" y="17735"/>
                    <a:pt x="8894" y="17735"/>
                  </a:cubicBezTo>
                  <a:cubicBezTo>
                    <a:pt x="8894" y="17834"/>
                    <a:pt x="8894" y="17834"/>
                    <a:pt x="8894" y="17834"/>
                  </a:cubicBezTo>
                  <a:cubicBezTo>
                    <a:pt x="8894" y="17834"/>
                    <a:pt x="8894" y="17834"/>
                    <a:pt x="8894" y="17834"/>
                  </a:cubicBezTo>
                  <a:cubicBezTo>
                    <a:pt x="8778" y="17834"/>
                    <a:pt x="8778" y="17834"/>
                    <a:pt x="8778" y="17834"/>
                  </a:cubicBezTo>
                  <a:cubicBezTo>
                    <a:pt x="8778" y="17735"/>
                    <a:pt x="8778" y="17735"/>
                    <a:pt x="8778" y="17735"/>
                  </a:cubicBezTo>
                  <a:cubicBezTo>
                    <a:pt x="8778" y="17735"/>
                    <a:pt x="8778" y="17735"/>
                    <a:pt x="8778" y="17735"/>
                  </a:cubicBezTo>
                  <a:cubicBezTo>
                    <a:pt x="8663" y="17735"/>
                    <a:pt x="8663" y="17735"/>
                    <a:pt x="8663" y="17735"/>
                  </a:cubicBezTo>
                  <a:cubicBezTo>
                    <a:pt x="8663" y="17735"/>
                    <a:pt x="8663" y="17735"/>
                    <a:pt x="8663" y="17735"/>
                  </a:cubicBezTo>
                  <a:cubicBezTo>
                    <a:pt x="8663" y="17735"/>
                    <a:pt x="8663" y="17735"/>
                    <a:pt x="8663" y="17735"/>
                  </a:cubicBezTo>
                  <a:cubicBezTo>
                    <a:pt x="8547" y="17834"/>
                    <a:pt x="8547" y="17834"/>
                    <a:pt x="8547" y="17834"/>
                  </a:cubicBezTo>
                  <a:cubicBezTo>
                    <a:pt x="8547" y="17834"/>
                    <a:pt x="8547" y="17834"/>
                    <a:pt x="8547" y="17834"/>
                  </a:cubicBezTo>
                  <a:cubicBezTo>
                    <a:pt x="8663" y="17834"/>
                    <a:pt x="8663" y="17834"/>
                    <a:pt x="8663" y="17834"/>
                  </a:cubicBezTo>
                  <a:cubicBezTo>
                    <a:pt x="8663" y="17933"/>
                    <a:pt x="8663" y="17933"/>
                    <a:pt x="8663" y="17933"/>
                  </a:cubicBezTo>
                  <a:cubicBezTo>
                    <a:pt x="8547" y="18033"/>
                    <a:pt x="8547" y="18033"/>
                    <a:pt x="8547" y="18033"/>
                  </a:cubicBezTo>
                  <a:cubicBezTo>
                    <a:pt x="8432" y="18132"/>
                    <a:pt x="8432" y="18132"/>
                    <a:pt x="8432" y="18132"/>
                  </a:cubicBezTo>
                  <a:cubicBezTo>
                    <a:pt x="8432" y="18132"/>
                    <a:pt x="8432" y="18132"/>
                    <a:pt x="8432" y="18132"/>
                  </a:cubicBezTo>
                  <a:cubicBezTo>
                    <a:pt x="8316" y="18132"/>
                    <a:pt x="8316" y="18132"/>
                    <a:pt x="8316" y="18132"/>
                  </a:cubicBezTo>
                  <a:cubicBezTo>
                    <a:pt x="8316" y="18033"/>
                    <a:pt x="8316" y="18033"/>
                    <a:pt x="8316" y="18033"/>
                  </a:cubicBezTo>
                  <a:cubicBezTo>
                    <a:pt x="8316" y="18033"/>
                    <a:pt x="8316" y="18033"/>
                    <a:pt x="8316" y="18033"/>
                  </a:cubicBezTo>
                  <a:cubicBezTo>
                    <a:pt x="8201" y="18033"/>
                    <a:pt x="8201" y="18033"/>
                    <a:pt x="8201" y="18033"/>
                  </a:cubicBezTo>
                  <a:cubicBezTo>
                    <a:pt x="8201" y="18033"/>
                    <a:pt x="8201" y="18033"/>
                    <a:pt x="8201" y="18033"/>
                  </a:cubicBezTo>
                  <a:cubicBezTo>
                    <a:pt x="8201" y="18033"/>
                    <a:pt x="8201" y="18033"/>
                    <a:pt x="8201" y="18033"/>
                  </a:cubicBezTo>
                  <a:cubicBezTo>
                    <a:pt x="8085" y="18033"/>
                    <a:pt x="8085" y="18033"/>
                    <a:pt x="8085" y="18033"/>
                  </a:cubicBezTo>
                  <a:cubicBezTo>
                    <a:pt x="8085" y="18033"/>
                    <a:pt x="8085" y="18033"/>
                    <a:pt x="8085" y="18033"/>
                  </a:cubicBezTo>
                  <a:cubicBezTo>
                    <a:pt x="8085" y="18033"/>
                    <a:pt x="8085" y="18033"/>
                    <a:pt x="8085" y="18033"/>
                  </a:cubicBezTo>
                  <a:cubicBezTo>
                    <a:pt x="8085" y="18033"/>
                    <a:pt x="8085" y="18033"/>
                    <a:pt x="8085" y="18033"/>
                  </a:cubicBezTo>
                  <a:cubicBezTo>
                    <a:pt x="8085" y="18132"/>
                    <a:pt x="8085" y="18132"/>
                    <a:pt x="8085" y="18132"/>
                  </a:cubicBezTo>
                  <a:cubicBezTo>
                    <a:pt x="8085" y="18132"/>
                    <a:pt x="8085" y="18132"/>
                    <a:pt x="8085" y="18132"/>
                  </a:cubicBezTo>
                  <a:cubicBezTo>
                    <a:pt x="8085" y="18231"/>
                    <a:pt x="8085" y="18231"/>
                    <a:pt x="8085" y="18231"/>
                  </a:cubicBezTo>
                  <a:cubicBezTo>
                    <a:pt x="8085" y="18231"/>
                    <a:pt x="8085" y="18231"/>
                    <a:pt x="8085" y="18231"/>
                  </a:cubicBezTo>
                  <a:cubicBezTo>
                    <a:pt x="8201" y="18231"/>
                    <a:pt x="8201" y="18231"/>
                    <a:pt x="8201" y="18231"/>
                  </a:cubicBezTo>
                  <a:cubicBezTo>
                    <a:pt x="8201" y="18330"/>
                    <a:pt x="8201" y="18330"/>
                    <a:pt x="8201" y="18330"/>
                  </a:cubicBezTo>
                  <a:cubicBezTo>
                    <a:pt x="8201" y="18429"/>
                    <a:pt x="8201" y="18429"/>
                    <a:pt x="8201" y="18429"/>
                  </a:cubicBezTo>
                  <a:cubicBezTo>
                    <a:pt x="8201" y="18528"/>
                    <a:pt x="8201" y="18528"/>
                    <a:pt x="8201" y="18528"/>
                  </a:cubicBezTo>
                  <a:cubicBezTo>
                    <a:pt x="8085" y="18528"/>
                    <a:pt x="8085" y="18528"/>
                    <a:pt x="8085" y="18528"/>
                  </a:cubicBezTo>
                  <a:cubicBezTo>
                    <a:pt x="8085" y="18528"/>
                    <a:pt x="8085" y="18528"/>
                    <a:pt x="8085" y="18528"/>
                  </a:cubicBezTo>
                  <a:cubicBezTo>
                    <a:pt x="8085" y="18528"/>
                    <a:pt x="8085" y="18528"/>
                    <a:pt x="8085" y="18528"/>
                  </a:cubicBezTo>
                  <a:cubicBezTo>
                    <a:pt x="7970" y="18528"/>
                    <a:pt x="7970" y="18528"/>
                    <a:pt x="7970" y="18528"/>
                  </a:cubicBezTo>
                  <a:cubicBezTo>
                    <a:pt x="7854" y="18528"/>
                    <a:pt x="7854" y="18528"/>
                    <a:pt x="7854" y="18528"/>
                  </a:cubicBezTo>
                  <a:cubicBezTo>
                    <a:pt x="7739" y="18528"/>
                    <a:pt x="7739" y="18528"/>
                    <a:pt x="7739" y="18528"/>
                  </a:cubicBezTo>
                  <a:cubicBezTo>
                    <a:pt x="7739" y="18528"/>
                    <a:pt x="7739" y="18528"/>
                    <a:pt x="7739" y="18528"/>
                  </a:cubicBezTo>
                  <a:cubicBezTo>
                    <a:pt x="7739" y="18627"/>
                    <a:pt x="7739" y="18627"/>
                    <a:pt x="7739" y="18627"/>
                  </a:cubicBezTo>
                  <a:cubicBezTo>
                    <a:pt x="7854" y="18627"/>
                    <a:pt x="7854" y="18627"/>
                    <a:pt x="7854" y="18627"/>
                  </a:cubicBezTo>
                  <a:cubicBezTo>
                    <a:pt x="7970" y="18627"/>
                    <a:pt x="7970" y="18627"/>
                    <a:pt x="7970" y="18627"/>
                  </a:cubicBezTo>
                  <a:cubicBezTo>
                    <a:pt x="7970" y="18726"/>
                    <a:pt x="7970" y="18726"/>
                    <a:pt x="7970" y="18726"/>
                  </a:cubicBezTo>
                  <a:cubicBezTo>
                    <a:pt x="8085" y="18726"/>
                    <a:pt x="8085" y="18726"/>
                    <a:pt x="8085" y="18726"/>
                  </a:cubicBezTo>
                  <a:cubicBezTo>
                    <a:pt x="8085" y="18726"/>
                    <a:pt x="8085" y="18726"/>
                    <a:pt x="8085" y="18726"/>
                  </a:cubicBezTo>
                  <a:cubicBezTo>
                    <a:pt x="8085" y="18726"/>
                    <a:pt x="8085" y="18726"/>
                    <a:pt x="8085" y="18726"/>
                  </a:cubicBezTo>
                  <a:cubicBezTo>
                    <a:pt x="8085" y="18726"/>
                    <a:pt x="8085" y="18726"/>
                    <a:pt x="8085" y="18726"/>
                  </a:cubicBezTo>
                  <a:cubicBezTo>
                    <a:pt x="8085" y="18825"/>
                    <a:pt x="8085" y="18825"/>
                    <a:pt x="8085" y="18825"/>
                  </a:cubicBezTo>
                  <a:cubicBezTo>
                    <a:pt x="8085" y="18825"/>
                    <a:pt x="8085" y="18825"/>
                    <a:pt x="8085" y="18825"/>
                  </a:cubicBezTo>
                  <a:cubicBezTo>
                    <a:pt x="7970" y="18825"/>
                    <a:pt x="7970" y="18825"/>
                    <a:pt x="7970" y="18825"/>
                  </a:cubicBezTo>
                  <a:cubicBezTo>
                    <a:pt x="7970" y="18825"/>
                    <a:pt x="7970" y="18825"/>
                    <a:pt x="7970" y="18825"/>
                  </a:cubicBezTo>
                  <a:cubicBezTo>
                    <a:pt x="8085" y="18825"/>
                    <a:pt x="8085" y="18825"/>
                    <a:pt x="8085" y="18825"/>
                  </a:cubicBezTo>
                  <a:cubicBezTo>
                    <a:pt x="8085" y="18924"/>
                    <a:pt x="8085" y="18924"/>
                    <a:pt x="8085" y="18924"/>
                  </a:cubicBezTo>
                  <a:cubicBezTo>
                    <a:pt x="8085" y="18924"/>
                    <a:pt x="8085" y="18924"/>
                    <a:pt x="8085" y="18924"/>
                  </a:cubicBezTo>
                  <a:cubicBezTo>
                    <a:pt x="8085" y="19023"/>
                    <a:pt x="8085" y="19023"/>
                    <a:pt x="8085" y="19023"/>
                  </a:cubicBezTo>
                  <a:cubicBezTo>
                    <a:pt x="8085" y="19023"/>
                    <a:pt x="8085" y="19023"/>
                    <a:pt x="8085" y="19023"/>
                  </a:cubicBezTo>
                  <a:cubicBezTo>
                    <a:pt x="7970" y="19023"/>
                    <a:pt x="7970" y="19023"/>
                    <a:pt x="7970" y="19023"/>
                  </a:cubicBezTo>
                  <a:cubicBezTo>
                    <a:pt x="7970" y="19023"/>
                    <a:pt x="7970" y="19023"/>
                    <a:pt x="7970" y="19023"/>
                  </a:cubicBezTo>
                  <a:cubicBezTo>
                    <a:pt x="7854" y="18924"/>
                    <a:pt x="7854" y="18924"/>
                    <a:pt x="7854" y="18924"/>
                  </a:cubicBezTo>
                  <a:cubicBezTo>
                    <a:pt x="7854" y="18924"/>
                    <a:pt x="7854" y="18924"/>
                    <a:pt x="7854" y="18924"/>
                  </a:cubicBezTo>
                  <a:cubicBezTo>
                    <a:pt x="7739" y="18924"/>
                    <a:pt x="7739" y="18924"/>
                    <a:pt x="7739" y="18924"/>
                  </a:cubicBezTo>
                  <a:cubicBezTo>
                    <a:pt x="7739" y="18924"/>
                    <a:pt x="7739" y="18924"/>
                    <a:pt x="7739" y="18924"/>
                  </a:cubicBezTo>
                  <a:cubicBezTo>
                    <a:pt x="7623" y="18825"/>
                    <a:pt x="7623" y="18825"/>
                    <a:pt x="7623" y="18825"/>
                  </a:cubicBezTo>
                  <a:cubicBezTo>
                    <a:pt x="7623" y="18924"/>
                    <a:pt x="7623" y="18924"/>
                    <a:pt x="7623" y="18924"/>
                  </a:cubicBezTo>
                  <a:cubicBezTo>
                    <a:pt x="7623" y="18924"/>
                    <a:pt x="7623" y="18924"/>
                    <a:pt x="7623" y="18924"/>
                  </a:cubicBezTo>
                  <a:cubicBezTo>
                    <a:pt x="7739" y="18924"/>
                    <a:pt x="7739" y="18924"/>
                    <a:pt x="7739" y="18924"/>
                  </a:cubicBezTo>
                  <a:cubicBezTo>
                    <a:pt x="7739" y="18924"/>
                    <a:pt x="7739" y="18924"/>
                    <a:pt x="7739" y="18924"/>
                  </a:cubicBezTo>
                  <a:cubicBezTo>
                    <a:pt x="7854" y="19023"/>
                    <a:pt x="7854" y="19023"/>
                    <a:pt x="7854" y="19023"/>
                  </a:cubicBezTo>
                  <a:cubicBezTo>
                    <a:pt x="7970" y="19023"/>
                    <a:pt x="7970" y="19023"/>
                    <a:pt x="7970" y="19023"/>
                  </a:cubicBezTo>
                  <a:cubicBezTo>
                    <a:pt x="7970" y="19023"/>
                    <a:pt x="7970" y="19023"/>
                    <a:pt x="7970" y="19023"/>
                  </a:cubicBezTo>
                  <a:cubicBezTo>
                    <a:pt x="7970" y="19122"/>
                    <a:pt x="7970" y="19122"/>
                    <a:pt x="7970" y="19122"/>
                  </a:cubicBezTo>
                  <a:cubicBezTo>
                    <a:pt x="7970" y="19122"/>
                    <a:pt x="7970" y="19122"/>
                    <a:pt x="7970" y="19122"/>
                  </a:cubicBezTo>
                  <a:cubicBezTo>
                    <a:pt x="7854" y="19122"/>
                    <a:pt x="7854" y="19122"/>
                    <a:pt x="7854" y="19122"/>
                  </a:cubicBezTo>
                  <a:cubicBezTo>
                    <a:pt x="7854" y="19122"/>
                    <a:pt x="7854" y="19122"/>
                    <a:pt x="7854" y="19122"/>
                  </a:cubicBezTo>
                  <a:cubicBezTo>
                    <a:pt x="7854" y="19222"/>
                    <a:pt x="7854" y="19222"/>
                    <a:pt x="7854" y="19222"/>
                  </a:cubicBezTo>
                  <a:cubicBezTo>
                    <a:pt x="7739" y="19122"/>
                    <a:pt x="7739" y="19122"/>
                    <a:pt x="7739" y="19122"/>
                  </a:cubicBezTo>
                  <a:cubicBezTo>
                    <a:pt x="7623" y="19122"/>
                    <a:pt x="7623" y="19122"/>
                    <a:pt x="7623" y="19122"/>
                  </a:cubicBezTo>
                  <a:cubicBezTo>
                    <a:pt x="7623" y="19023"/>
                    <a:pt x="7623" y="19023"/>
                    <a:pt x="7623" y="19023"/>
                  </a:cubicBezTo>
                  <a:cubicBezTo>
                    <a:pt x="7508" y="19023"/>
                    <a:pt x="7508" y="19023"/>
                    <a:pt x="7508" y="19023"/>
                  </a:cubicBezTo>
                  <a:cubicBezTo>
                    <a:pt x="7508" y="19122"/>
                    <a:pt x="7508" y="19122"/>
                    <a:pt x="7508" y="19122"/>
                  </a:cubicBezTo>
                  <a:cubicBezTo>
                    <a:pt x="7508" y="19122"/>
                    <a:pt x="7508" y="19122"/>
                    <a:pt x="7508" y="19122"/>
                  </a:cubicBezTo>
                  <a:cubicBezTo>
                    <a:pt x="7508" y="19222"/>
                    <a:pt x="7508" y="19222"/>
                    <a:pt x="7508" y="19222"/>
                  </a:cubicBezTo>
                  <a:cubicBezTo>
                    <a:pt x="7508" y="19222"/>
                    <a:pt x="7508" y="19222"/>
                    <a:pt x="7508" y="19222"/>
                  </a:cubicBezTo>
                  <a:cubicBezTo>
                    <a:pt x="7623" y="19222"/>
                    <a:pt x="7623" y="19222"/>
                    <a:pt x="7623" y="19222"/>
                  </a:cubicBezTo>
                  <a:cubicBezTo>
                    <a:pt x="7623" y="19321"/>
                    <a:pt x="7623" y="19321"/>
                    <a:pt x="7623" y="19321"/>
                  </a:cubicBezTo>
                  <a:cubicBezTo>
                    <a:pt x="7623" y="19321"/>
                    <a:pt x="7623" y="19321"/>
                    <a:pt x="7623" y="19321"/>
                  </a:cubicBezTo>
                  <a:cubicBezTo>
                    <a:pt x="7623" y="19321"/>
                    <a:pt x="7623" y="19321"/>
                    <a:pt x="7623" y="19321"/>
                  </a:cubicBezTo>
                  <a:cubicBezTo>
                    <a:pt x="7623" y="19321"/>
                    <a:pt x="7623" y="19321"/>
                    <a:pt x="7623" y="19321"/>
                  </a:cubicBezTo>
                  <a:cubicBezTo>
                    <a:pt x="7508" y="19321"/>
                    <a:pt x="7508" y="19321"/>
                    <a:pt x="7508" y="19321"/>
                  </a:cubicBezTo>
                  <a:cubicBezTo>
                    <a:pt x="7392" y="19222"/>
                    <a:pt x="7392" y="19222"/>
                    <a:pt x="7392" y="19222"/>
                  </a:cubicBezTo>
                  <a:cubicBezTo>
                    <a:pt x="7392" y="19222"/>
                    <a:pt x="7392" y="19222"/>
                    <a:pt x="7392" y="19222"/>
                  </a:cubicBezTo>
                  <a:cubicBezTo>
                    <a:pt x="7392" y="19222"/>
                    <a:pt x="7392" y="19222"/>
                    <a:pt x="7392" y="19222"/>
                  </a:cubicBezTo>
                  <a:cubicBezTo>
                    <a:pt x="7392" y="19321"/>
                    <a:pt x="7392" y="19321"/>
                    <a:pt x="7392" y="19321"/>
                  </a:cubicBezTo>
                  <a:cubicBezTo>
                    <a:pt x="7508" y="19321"/>
                    <a:pt x="7508" y="19321"/>
                    <a:pt x="7508" y="19321"/>
                  </a:cubicBezTo>
                  <a:cubicBezTo>
                    <a:pt x="7508" y="19321"/>
                    <a:pt x="7508" y="19321"/>
                    <a:pt x="7508" y="19321"/>
                  </a:cubicBezTo>
                  <a:cubicBezTo>
                    <a:pt x="7623" y="19420"/>
                    <a:pt x="7623" y="19420"/>
                    <a:pt x="7623" y="19420"/>
                  </a:cubicBezTo>
                  <a:cubicBezTo>
                    <a:pt x="7623" y="19420"/>
                    <a:pt x="7623" y="19420"/>
                    <a:pt x="7623" y="19420"/>
                  </a:cubicBezTo>
                  <a:cubicBezTo>
                    <a:pt x="7508" y="19420"/>
                    <a:pt x="7508" y="19420"/>
                    <a:pt x="7508" y="19420"/>
                  </a:cubicBezTo>
                  <a:cubicBezTo>
                    <a:pt x="7392" y="19420"/>
                    <a:pt x="7392" y="19420"/>
                    <a:pt x="7392" y="19420"/>
                  </a:cubicBezTo>
                  <a:cubicBezTo>
                    <a:pt x="7392" y="19420"/>
                    <a:pt x="7392" y="19420"/>
                    <a:pt x="7392" y="19420"/>
                  </a:cubicBezTo>
                  <a:cubicBezTo>
                    <a:pt x="7392" y="19321"/>
                    <a:pt x="7392" y="19321"/>
                    <a:pt x="7392" y="19321"/>
                  </a:cubicBezTo>
                  <a:cubicBezTo>
                    <a:pt x="7277" y="19321"/>
                    <a:pt x="7277" y="19321"/>
                    <a:pt x="7277" y="19321"/>
                  </a:cubicBezTo>
                  <a:cubicBezTo>
                    <a:pt x="7277" y="19321"/>
                    <a:pt x="7277" y="19321"/>
                    <a:pt x="7277" y="19321"/>
                  </a:cubicBezTo>
                  <a:cubicBezTo>
                    <a:pt x="7277" y="19321"/>
                    <a:pt x="7277" y="19321"/>
                    <a:pt x="7277" y="19321"/>
                  </a:cubicBezTo>
                  <a:cubicBezTo>
                    <a:pt x="7277" y="19321"/>
                    <a:pt x="7277" y="19321"/>
                    <a:pt x="7277" y="19321"/>
                  </a:cubicBezTo>
                  <a:cubicBezTo>
                    <a:pt x="7277" y="19420"/>
                    <a:pt x="7277" y="19420"/>
                    <a:pt x="7277" y="19420"/>
                  </a:cubicBezTo>
                  <a:cubicBezTo>
                    <a:pt x="7277" y="19420"/>
                    <a:pt x="7277" y="19420"/>
                    <a:pt x="7277" y="19420"/>
                  </a:cubicBezTo>
                  <a:cubicBezTo>
                    <a:pt x="7277" y="19519"/>
                    <a:pt x="7277" y="19519"/>
                    <a:pt x="7277" y="19519"/>
                  </a:cubicBezTo>
                  <a:cubicBezTo>
                    <a:pt x="7277" y="19519"/>
                    <a:pt x="7277" y="19519"/>
                    <a:pt x="7277" y="19519"/>
                  </a:cubicBezTo>
                  <a:cubicBezTo>
                    <a:pt x="7508" y="19519"/>
                    <a:pt x="7508" y="19519"/>
                    <a:pt x="7508" y="19519"/>
                  </a:cubicBezTo>
                  <a:cubicBezTo>
                    <a:pt x="7508" y="19519"/>
                    <a:pt x="7508" y="19519"/>
                    <a:pt x="7508" y="19519"/>
                  </a:cubicBezTo>
                  <a:cubicBezTo>
                    <a:pt x="7508" y="19519"/>
                    <a:pt x="7508" y="19519"/>
                    <a:pt x="7508" y="19519"/>
                  </a:cubicBezTo>
                  <a:cubicBezTo>
                    <a:pt x="7508" y="19618"/>
                    <a:pt x="7508" y="19618"/>
                    <a:pt x="7508" y="19618"/>
                  </a:cubicBezTo>
                  <a:cubicBezTo>
                    <a:pt x="7508" y="19618"/>
                    <a:pt x="7508" y="19618"/>
                    <a:pt x="7508" y="19618"/>
                  </a:cubicBezTo>
                  <a:cubicBezTo>
                    <a:pt x="7508" y="19618"/>
                    <a:pt x="7508" y="19618"/>
                    <a:pt x="7508" y="19618"/>
                  </a:cubicBezTo>
                  <a:cubicBezTo>
                    <a:pt x="7392" y="19618"/>
                    <a:pt x="7392" y="19618"/>
                    <a:pt x="7392" y="19618"/>
                  </a:cubicBezTo>
                  <a:cubicBezTo>
                    <a:pt x="7392" y="19618"/>
                    <a:pt x="7392" y="19618"/>
                    <a:pt x="7392" y="19618"/>
                  </a:cubicBezTo>
                  <a:cubicBezTo>
                    <a:pt x="7277" y="19618"/>
                    <a:pt x="7277" y="19618"/>
                    <a:pt x="7277" y="19618"/>
                  </a:cubicBezTo>
                  <a:cubicBezTo>
                    <a:pt x="7161" y="19618"/>
                    <a:pt x="7161" y="19618"/>
                    <a:pt x="7161" y="19618"/>
                  </a:cubicBezTo>
                  <a:cubicBezTo>
                    <a:pt x="7161" y="19519"/>
                    <a:pt x="7161" y="19519"/>
                    <a:pt x="7161" y="19519"/>
                  </a:cubicBezTo>
                  <a:cubicBezTo>
                    <a:pt x="7161" y="19519"/>
                    <a:pt x="7161" y="19519"/>
                    <a:pt x="7161" y="19519"/>
                  </a:cubicBezTo>
                  <a:cubicBezTo>
                    <a:pt x="7161" y="19519"/>
                    <a:pt x="7161" y="19519"/>
                    <a:pt x="7161" y="19519"/>
                  </a:cubicBezTo>
                  <a:cubicBezTo>
                    <a:pt x="7161" y="19519"/>
                    <a:pt x="7161" y="19519"/>
                    <a:pt x="7161" y="19519"/>
                  </a:cubicBezTo>
                  <a:cubicBezTo>
                    <a:pt x="7161" y="19618"/>
                    <a:pt x="7161" y="19618"/>
                    <a:pt x="7161" y="19618"/>
                  </a:cubicBezTo>
                  <a:cubicBezTo>
                    <a:pt x="7045" y="19618"/>
                    <a:pt x="7045" y="19618"/>
                    <a:pt x="7045" y="19618"/>
                  </a:cubicBezTo>
                  <a:cubicBezTo>
                    <a:pt x="7045" y="19618"/>
                    <a:pt x="7045" y="19618"/>
                    <a:pt x="7045" y="19618"/>
                  </a:cubicBezTo>
                  <a:cubicBezTo>
                    <a:pt x="6930" y="19618"/>
                    <a:pt x="6930" y="19618"/>
                    <a:pt x="6930" y="19618"/>
                  </a:cubicBezTo>
                  <a:cubicBezTo>
                    <a:pt x="6930" y="19618"/>
                    <a:pt x="6930" y="19618"/>
                    <a:pt x="6930" y="19618"/>
                  </a:cubicBezTo>
                  <a:cubicBezTo>
                    <a:pt x="6930" y="19618"/>
                    <a:pt x="6930" y="19618"/>
                    <a:pt x="6930" y="19618"/>
                  </a:cubicBezTo>
                  <a:cubicBezTo>
                    <a:pt x="6814" y="19618"/>
                    <a:pt x="6814" y="19618"/>
                    <a:pt x="6814" y="19618"/>
                  </a:cubicBezTo>
                  <a:cubicBezTo>
                    <a:pt x="6814" y="19618"/>
                    <a:pt x="6814" y="19618"/>
                    <a:pt x="6814" y="19618"/>
                  </a:cubicBezTo>
                  <a:cubicBezTo>
                    <a:pt x="6814" y="19717"/>
                    <a:pt x="6814" y="19717"/>
                    <a:pt x="6814" y="19717"/>
                  </a:cubicBezTo>
                  <a:cubicBezTo>
                    <a:pt x="7045" y="19717"/>
                    <a:pt x="7045" y="19717"/>
                    <a:pt x="7045" y="19717"/>
                  </a:cubicBezTo>
                  <a:cubicBezTo>
                    <a:pt x="7161" y="19717"/>
                    <a:pt x="7161" y="19717"/>
                    <a:pt x="7161" y="19717"/>
                  </a:cubicBezTo>
                  <a:cubicBezTo>
                    <a:pt x="7161" y="19816"/>
                    <a:pt x="7161" y="19816"/>
                    <a:pt x="7161" y="19816"/>
                  </a:cubicBezTo>
                  <a:cubicBezTo>
                    <a:pt x="7161" y="19915"/>
                    <a:pt x="7161" y="19915"/>
                    <a:pt x="7161" y="19915"/>
                  </a:cubicBezTo>
                  <a:cubicBezTo>
                    <a:pt x="7161" y="19915"/>
                    <a:pt x="7161" y="19915"/>
                    <a:pt x="7161" y="19915"/>
                  </a:cubicBezTo>
                  <a:cubicBezTo>
                    <a:pt x="7161" y="19915"/>
                    <a:pt x="7161" y="19915"/>
                    <a:pt x="7161" y="19915"/>
                  </a:cubicBezTo>
                  <a:cubicBezTo>
                    <a:pt x="7045" y="19915"/>
                    <a:pt x="7045" y="19915"/>
                    <a:pt x="7045" y="19915"/>
                  </a:cubicBezTo>
                  <a:cubicBezTo>
                    <a:pt x="6930" y="19816"/>
                    <a:pt x="6930" y="19816"/>
                    <a:pt x="6930" y="19816"/>
                  </a:cubicBezTo>
                  <a:cubicBezTo>
                    <a:pt x="6930" y="19816"/>
                    <a:pt x="6930" y="19816"/>
                    <a:pt x="6930" y="19816"/>
                  </a:cubicBezTo>
                  <a:cubicBezTo>
                    <a:pt x="6814" y="19816"/>
                    <a:pt x="6814" y="19816"/>
                    <a:pt x="6814" y="19816"/>
                  </a:cubicBezTo>
                  <a:cubicBezTo>
                    <a:pt x="6814" y="19816"/>
                    <a:pt x="6814" y="19816"/>
                    <a:pt x="6814" y="19816"/>
                  </a:cubicBezTo>
                  <a:cubicBezTo>
                    <a:pt x="6930" y="19816"/>
                    <a:pt x="6930" y="19816"/>
                    <a:pt x="6930" y="19816"/>
                  </a:cubicBezTo>
                  <a:cubicBezTo>
                    <a:pt x="6930" y="19816"/>
                    <a:pt x="6930" y="19816"/>
                    <a:pt x="6930" y="19816"/>
                  </a:cubicBezTo>
                  <a:cubicBezTo>
                    <a:pt x="7045" y="19915"/>
                    <a:pt x="7045" y="19915"/>
                    <a:pt x="7045" y="19915"/>
                  </a:cubicBezTo>
                  <a:cubicBezTo>
                    <a:pt x="7161" y="20014"/>
                    <a:pt x="7161" y="20014"/>
                    <a:pt x="7161" y="20014"/>
                  </a:cubicBezTo>
                  <a:cubicBezTo>
                    <a:pt x="7161" y="20014"/>
                    <a:pt x="7161" y="20014"/>
                    <a:pt x="7161" y="20014"/>
                  </a:cubicBezTo>
                  <a:cubicBezTo>
                    <a:pt x="7045" y="20113"/>
                    <a:pt x="7045" y="20113"/>
                    <a:pt x="7045" y="20113"/>
                  </a:cubicBezTo>
                  <a:cubicBezTo>
                    <a:pt x="7161" y="20113"/>
                    <a:pt x="7161" y="20113"/>
                    <a:pt x="7161" y="20113"/>
                  </a:cubicBezTo>
                  <a:cubicBezTo>
                    <a:pt x="7161" y="20113"/>
                    <a:pt x="7161" y="20113"/>
                    <a:pt x="7161" y="20113"/>
                  </a:cubicBezTo>
                  <a:cubicBezTo>
                    <a:pt x="7045" y="20212"/>
                    <a:pt x="7045" y="20212"/>
                    <a:pt x="7045" y="20212"/>
                  </a:cubicBezTo>
                  <a:cubicBezTo>
                    <a:pt x="7045" y="20212"/>
                    <a:pt x="7045" y="20212"/>
                    <a:pt x="7045" y="20212"/>
                  </a:cubicBezTo>
                  <a:cubicBezTo>
                    <a:pt x="7045" y="20311"/>
                    <a:pt x="7045" y="20311"/>
                    <a:pt x="7045" y="20311"/>
                  </a:cubicBezTo>
                  <a:cubicBezTo>
                    <a:pt x="6930" y="20311"/>
                    <a:pt x="6930" y="20311"/>
                    <a:pt x="6930" y="20311"/>
                  </a:cubicBezTo>
                  <a:cubicBezTo>
                    <a:pt x="6930" y="20311"/>
                    <a:pt x="6930" y="20311"/>
                    <a:pt x="6930" y="20311"/>
                  </a:cubicBezTo>
                  <a:cubicBezTo>
                    <a:pt x="6814" y="20212"/>
                    <a:pt x="6814" y="20212"/>
                    <a:pt x="6814" y="20212"/>
                  </a:cubicBezTo>
                  <a:cubicBezTo>
                    <a:pt x="6814" y="20212"/>
                    <a:pt x="6814" y="20212"/>
                    <a:pt x="6814" y="20212"/>
                  </a:cubicBezTo>
                  <a:cubicBezTo>
                    <a:pt x="6699" y="20212"/>
                    <a:pt x="6699" y="20212"/>
                    <a:pt x="6699" y="20212"/>
                  </a:cubicBezTo>
                  <a:cubicBezTo>
                    <a:pt x="6814" y="20212"/>
                    <a:pt x="6814" y="20212"/>
                    <a:pt x="6814" y="20212"/>
                  </a:cubicBezTo>
                  <a:cubicBezTo>
                    <a:pt x="6814" y="20311"/>
                    <a:pt x="6814" y="20311"/>
                    <a:pt x="6814" y="20311"/>
                  </a:cubicBezTo>
                  <a:cubicBezTo>
                    <a:pt x="6930" y="20311"/>
                    <a:pt x="6930" y="20311"/>
                    <a:pt x="6930" y="20311"/>
                  </a:cubicBezTo>
                  <a:cubicBezTo>
                    <a:pt x="6930" y="20311"/>
                    <a:pt x="6930" y="20311"/>
                    <a:pt x="6930" y="20311"/>
                  </a:cubicBezTo>
                  <a:cubicBezTo>
                    <a:pt x="6930" y="20411"/>
                    <a:pt x="6930" y="20411"/>
                    <a:pt x="6930" y="20411"/>
                  </a:cubicBezTo>
                  <a:cubicBezTo>
                    <a:pt x="6814" y="20411"/>
                    <a:pt x="6814" y="20411"/>
                    <a:pt x="6814" y="20411"/>
                  </a:cubicBezTo>
                  <a:cubicBezTo>
                    <a:pt x="6814" y="20311"/>
                    <a:pt x="6814" y="20311"/>
                    <a:pt x="6814" y="20311"/>
                  </a:cubicBezTo>
                  <a:cubicBezTo>
                    <a:pt x="6814" y="20311"/>
                    <a:pt x="6814" y="20311"/>
                    <a:pt x="6814" y="20311"/>
                  </a:cubicBezTo>
                  <a:cubicBezTo>
                    <a:pt x="6699" y="20411"/>
                    <a:pt x="6699" y="20411"/>
                    <a:pt x="6699" y="20411"/>
                  </a:cubicBezTo>
                  <a:cubicBezTo>
                    <a:pt x="6814" y="20411"/>
                    <a:pt x="6814" y="20411"/>
                    <a:pt x="6814" y="20411"/>
                  </a:cubicBezTo>
                  <a:cubicBezTo>
                    <a:pt x="6814" y="20411"/>
                    <a:pt x="6814" y="20411"/>
                    <a:pt x="6814" y="20411"/>
                  </a:cubicBezTo>
                  <a:cubicBezTo>
                    <a:pt x="6814" y="20510"/>
                    <a:pt x="6814" y="20510"/>
                    <a:pt x="6814" y="20510"/>
                  </a:cubicBezTo>
                  <a:cubicBezTo>
                    <a:pt x="6814" y="20510"/>
                    <a:pt x="6814" y="20510"/>
                    <a:pt x="6814" y="20510"/>
                  </a:cubicBezTo>
                  <a:cubicBezTo>
                    <a:pt x="6699" y="20510"/>
                    <a:pt x="6699" y="20510"/>
                    <a:pt x="6699" y="20510"/>
                  </a:cubicBezTo>
                  <a:cubicBezTo>
                    <a:pt x="6699" y="20510"/>
                    <a:pt x="6699" y="20510"/>
                    <a:pt x="6699" y="20510"/>
                  </a:cubicBezTo>
                  <a:cubicBezTo>
                    <a:pt x="6699" y="20510"/>
                    <a:pt x="6699" y="20510"/>
                    <a:pt x="6699" y="20510"/>
                  </a:cubicBezTo>
                  <a:cubicBezTo>
                    <a:pt x="6583" y="20510"/>
                    <a:pt x="6583" y="20510"/>
                    <a:pt x="6583" y="20510"/>
                  </a:cubicBezTo>
                  <a:cubicBezTo>
                    <a:pt x="6583" y="20510"/>
                    <a:pt x="6583" y="20510"/>
                    <a:pt x="6583" y="20510"/>
                  </a:cubicBezTo>
                  <a:cubicBezTo>
                    <a:pt x="6699" y="20510"/>
                    <a:pt x="6699" y="20510"/>
                    <a:pt x="6699" y="20510"/>
                  </a:cubicBezTo>
                  <a:cubicBezTo>
                    <a:pt x="6699" y="20609"/>
                    <a:pt x="6699" y="20609"/>
                    <a:pt x="6699" y="20609"/>
                  </a:cubicBezTo>
                  <a:cubicBezTo>
                    <a:pt x="6699" y="20609"/>
                    <a:pt x="6699" y="20609"/>
                    <a:pt x="6699" y="20609"/>
                  </a:cubicBezTo>
                  <a:cubicBezTo>
                    <a:pt x="6699" y="20609"/>
                    <a:pt x="6699" y="20609"/>
                    <a:pt x="6699" y="20609"/>
                  </a:cubicBezTo>
                  <a:cubicBezTo>
                    <a:pt x="6583" y="20609"/>
                    <a:pt x="6583" y="20609"/>
                    <a:pt x="6583" y="20609"/>
                  </a:cubicBezTo>
                  <a:cubicBezTo>
                    <a:pt x="6468" y="20609"/>
                    <a:pt x="6468" y="20609"/>
                    <a:pt x="6468" y="20609"/>
                  </a:cubicBezTo>
                  <a:cubicBezTo>
                    <a:pt x="6468" y="20609"/>
                    <a:pt x="6468" y="20609"/>
                    <a:pt x="6468" y="20609"/>
                  </a:cubicBezTo>
                  <a:cubicBezTo>
                    <a:pt x="6468" y="20609"/>
                    <a:pt x="6468" y="20609"/>
                    <a:pt x="6468" y="20609"/>
                  </a:cubicBezTo>
                  <a:cubicBezTo>
                    <a:pt x="6583" y="20708"/>
                    <a:pt x="6583" y="20708"/>
                    <a:pt x="6583" y="20708"/>
                  </a:cubicBezTo>
                  <a:cubicBezTo>
                    <a:pt x="6699" y="20708"/>
                    <a:pt x="6699" y="20708"/>
                    <a:pt x="6699" y="20708"/>
                  </a:cubicBezTo>
                  <a:cubicBezTo>
                    <a:pt x="6814" y="20708"/>
                    <a:pt x="6814" y="20708"/>
                    <a:pt x="6814" y="20708"/>
                  </a:cubicBezTo>
                  <a:cubicBezTo>
                    <a:pt x="6814" y="20708"/>
                    <a:pt x="6814" y="20708"/>
                    <a:pt x="6814" y="20708"/>
                  </a:cubicBezTo>
                  <a:cubicBezTo>
                    <a:pt x="6814" y="20807"/>
                    <a:pt x="6814" y="20807"/>
                    <a:pt x="6814" y="20807"/>
                  </a:cubicBezTo>
                  <a:cubicBezTo>
                    <a:pt x="6699" y="20807"/>
                    <a:pt x="6699" y="20807"/>
                    <a:pt x="6699" y="20807"/>
                  </a:cubicBezTo>
                  <a:cubicBezTo>
                    <a:pt x="6583" y="20807"/>
                    <a:pt x="6583" y="20807"/>
                    <a:pt x="6583" y="20807"/>
                  </a:cubicBezTo>
                  <a:cubicBezTo>
                    <a:pt x="6468" y="20807"/>
                    <a:pt x="6468" y="20807"/>
                    <a:pt x="6468" y="20807"/>
                  </a:cubicBezTo>
                  <a:cubicBezTo>
                    <a:pt x="6468" y="20807"/>
                    <a:pt x="6468" y="20807"/>
                    <a:pt x="6468" y="20807"/>
                  </a:cubicBezTo>
                  <a:cubicBezTo>
                    <a:pt x="6352" y="20807"/>
                    <a:pt x="6352" y="20807"/>
                    <a:pt x="6352" y="20807"/>
                  </a:cubicBezTo>
                  <a:cubicBezTo>
                    <a:pt x="6468" y="20807"/>
                    <a:pt x="6468" y="20807"/>
                    <a:pt x="6468" y="20807"/>
                  </a:cubicBezTo>
                  <a:cubicBezTo>
                    <a:pt x="6583" y="20807"/>
                    <a:pt x="6583" y="20807"/>
                    <a:pt x="6583" y="20807"/>
                  </a:cubicBezTo>
                  <a:cubicBezTo>
                    <a:pt x="6583" y="20906"/>
                    <a:pt x="6583" y="20906"/>
                    <a:pt x="6583" y="20906"/>
                  </a:cubicBezTo>
                  <a:cubicBezTo>
                    <a:pt x="6583" y="20906"/>
                    <a:pt x="6583" y="20906"/>
                    <a:pt x="6583" y="20906"/>
                  </a:cubicBezTo>
                  <a:cubicBezTo>
                    <a:pt x="6468" y="20906"/>
                    <a:pt x="6468" y="20906"/>
                    <a:pt x="6468" y="20906"/>
                  </a:cubicBezTo>
                  <a:cubicBezTo>
                    <a:pt x="6468" y="20906"/>
                    <a:pt x="6468" y="20906"/>
                    <a:pt x="6468" y="20906"/>
                  </a:cubicBezTo>
                  <a:cubicBezTo>
                    <a:pt x="6583" y="20906"/>
                    <a:pt x="6583" y="20906"/>
                    <a:pt x="6583" y="20906"/>
                  </a:cubicBezTo>
                  <a:cubicBezTo>
                    <a:pt x="6699" y="20906"/>
                    <a:pt x="6699" y="20906"/>
                    <a:pt x="6699" y="20906"/>
                  </a:cubicBezTo>
                  <a:cubicBezTo>
                    <a:pt x="6699" y="21005"/>
                    <a:pt x="6699" y="21005"/>
                    <a:pt x="6699" y="21005"/>
                  </a:cubicBezTo>
                  <a:cubicBezTo>
                    <a:pt x="6583" y="21005"/>
                    <a:pt x="6583" y="21005"/>
                    <a:pt x="6583" y="21005"/>
                  </a:cubicBezTo>
                  <a:cubicBezTo>
                    <a:pt x="6468" y="21005"/>
                    <a:pt x="6468" y="21005"/>
                    <a:pt x="6468" y="21005"/>
                  </a:cubicBezTo>
                  <a:cubicBezTo>
                    <a:pt x="6468" y="21005"/>
                    <a:pt x="6468" y="21005"/>
                    <a:pt x="6468" y="21005"/>
                  </a:cubicBezTo>
                  <a:cubicBezTo>
                    <a:pt x="6468" y="21005"/>
                    <a:pt x="6468" y="21005"/>
                    <a:pt x="6468" y="21005"/>
                  </a:cubicBezTo>
                  <a:cubicBezTo>
                    <a:pt x="6468" y="21005"/>
                    <a:pt x="6468" y="21005"/>
                    <a:pt x="6468" y="21005"/>
                  </a:cubicBezTo>
                  <a:cubicBezTo>
                    <a:pt x="6583" y="21005"/>
                    <a:pt x="6583" y="21005"/>
                    <a:pt x="6583" y="21005"/>
                  </a:cubicBezTo>
                  <a:cubicBezTo>
                    <a:pt x="6699" y="21005"/>
                    <a:pt x="6699" y="21005"/>
                    <a:pt x="6699" y="21005"/>
                  </a:cubicBezTo>
                  <a:cubicBezTo>
                    <a:pt x="6699" y="21104"/>
                    <a:pt x="6699" y="21104"/>
                    <a:pt x="6699" y="21104"/>
                  </a:cubicBezTo>
                  <a:cubicBezTo>
                    <a:pt x="6583" y="21104"/>
                    <a:pt x="6583" y="21104"/>
                    <a:pt x="6583" y="21104"/>
                  </a:cubicBezTo>
                  <a:cubicBezTo>
                    <a:pt x="6468" y="21104"/>
                    <a:pt x="6468" y="21104"/>
                    <a:pt x="6468" y="21104"/>
                  </a:cubicBezTo>
                  <a:cubicBezTo>
                    <a:pt x="6468" y="21104"/>
                    <a:pt x="6468" y="21104"/>
                    <a:pt x="6468" y="21104"/>
                  </a:cubicBezTo>
                  <a:cubicBezTo>
                    <a:pt x="6352" y="21104"/>
                    <a:pt x="6352" y="21104"/>
                    <a:pt x="6352" y="21104"/>
                  </a:cubicBezTo>
                  <a:cubicBezTo>
                    <a:pt x="6352" y="21005"/>
                    <a:pt x="6352" y="21005"/>
                    <a:pt x="6352" y="21005"/>
                  </a:cubicBezTo>
                  <a:cubicBezTo>
                    <a:pt x="6237" y="21005"/>
                    <a:pt x="6237" y="21005"/>
                    <a:pt x="6237" y="21005"/>
                  </a:cubicBezTo>
                  <a:cubicBezTo>
                    <a:pt x="6237" y="21005"/>
                    <a:pt x="6237" y="21005"/>
                    <a:pt x="6237" y="21005"/>
                  </a:cubicBezTo>
                  <a:cubicBezTo>
                    <a:pt x="6237" y="21005"/>
                    <a:pt x="6237" y="21005"/>
                    <a:pt x="6237" y="21005"/>
                  </a:cubicBezTo>
                  <a:cubicBezTo>
                    <a:pt x="6121" y="21005"/>
                    <a:pt x="6121" y="21005"/>
                    <a:pt x="6121" y="21005"/>
                  </a:cubicBezTo>
                  <a:cubicBezTo>
                    <a:pt x="6121" y="21005"/>
                    <a:pt x="6121" y="21005"/>
                    <a:pt x="6121" y="21005"/>
                  </a:cubicBezTo>
                  <a:cubicBezTo>
                    <a:pt x="6121" y="21104"/>
                    <a:pt x="6121" y="21104"/>
                    <a:pt x="6121" y="21104"/>
                  </a:cubicBezTo>
                  <a:cubicBezTo>
                    <a:pt x="6352" y="21104"/>
                    <a:pt x="6352" y="21104"/>
                    <a:pt x="6352" y="21104"/>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468" y="21203"/>
                    <a:pt x="6468" y="21203"/>
                    <a:pt x="6468" y="21203"/>
                  </a:cubicBezTo>
                  <a:cubicBezTo>
                    <a:pt x="6468" y="21302"/>
                    <a:pt x="6468" y="21302"/>
                    <a:pt x="6468" y="21302"/>
                  </a:cubicBezTo>
                  <a:cubicBezTo>
                    <a:pt x="6583" y="21302"/>
                    <a:pt x="6583" y="21302"/>
                    <a:pt x="6583" y="21302"/>
                  </a:cubicBezTo>
                  <a:cubicBezTo>
                    <a:pt x="6583" y="21302"/>
                    <a:pt x="6583" y="21302"/>
                    <a:pt x="6583" y="21302"/>
                  </a:cubicBezTo>
                  <a:cubicBezTo>
                    <a:pt x="6468" y="21302"/>
                    <a:pt x="6468" y="21302"/>
                    <a:pt x="6468" y="21302"/>
                  </a:cubicBezTo>
                  <a:cubicBezTo>
                    <a:pt x="6468" y="21302"/>
                    <a:pt x="6468" y="21302"/>
                    <a:pt x="6468" y="21302"/>
                  </a:cubicBezTo>
                  <a:cubicBezTo>
                    <a:pt x="6468" y="21401"/>
                    <a:pt x="6468" y="21401"/>
                    <a:pt x="6468" y="21401"/>
                  </a:cubicBezTo>
                  <a:cubicBezTo>
                    <a:pt x="6352" y="21401"/>
                    <a:pt x="6352" y="21401"/>
                    <a:pt x="6352" y="21401"/>
                  </a:cubicBezTo>
                  <a:close/>
                  <a:moveTo>
                    <a:pt x="6237" y="21401"/>
                  </a:moveTo>
                  <a:cubicBezTo>
                    <a:pt x="6121" y="21302"/>
                    <a:pt x="6121" y="21302"/>
                    <a:pt x="6121" y="21302"/>
                  </a:cubicBezTo>
                  <a:cubicBezTo>
                    <a:pt x="6006" y="21302"/>
                    <a:pt x="6006" y="21302"/>
                    <a:pt x="6006" y="21302"/>
                  </a:cubicBezTo>
                  <a:cubicBezTo>
                    <a:pt x="6006" y="21302"/>
                    <a:pt x="6006" y="21302"/>
                    <a:pt x="6006" y="21302"/>
                  </a:cubicBezTo>
                  <a:cubicBezTo>
                    <a:pt x="6121" y="21401"/>
                    <a:pt x="6121" y="21401"/>
                    <a:pt x="6121" y="21401"/>
                  </a:cubicBezTo>
                  <a:cubicBezTo>
                    <a:pt x="6237" y="21401"/>
                    <a:pt x="6237" y="21401"/>
                    <a:pt x="6237" y="21401"/>
                  </a:cubicBezTo>
                  <a:cubicBezTo>
                    <a:pt x="6237" y="21401"/>
                    <a:pt x="6237" y="21401"/>
                    <a:pt x="6237" y="21401"/>
                  </a:cubicBezTo>
                  <a:close/>
                  <a:moveTo>
                    <a:pt x="14322" y="14466"/>
                  </a:moveTo>
                  <a:cubicBezTo>
                    <a:pt x="14322" y="14466"/>
                    <a:pt x="14322" y="14466"/>
                    <a:pt x="14322" y="14466"/>
                  </a:cubicBezTo>
                  <a:cubicBezTo>
                    <a:pt x="14438" y="14466"/>
                    <a:pt x="14438" y="14466"/>
                    <a:pt x="14438" y="14466"/>
                  </a:cubicBezTo>
                  <a:cubicBezTo>
                    <a:pt x="14669" y="14466"/>
                    <a:pt x="14669" y="14466"/>
                    <a:pt x="14669" y="14466"/>
                  </a:cubicBezTo>
                  <a:cubicBezTo>
                    <a:pt x="14900" y="14466"/>
                    <a:pt x="14900" y="14466"/>
                    <a:pt x="14900" y="14466"/>
                  </a:cubicBezTo>
                  <a:cubicBezTo>
                    <a:pt x="14900" y="14366"/>
                    <a:pt x="14900" y="14366"/>
                    <a:pt x="14900" y="14366"/>
                  </a:cubicBezTo>
                  <a:cubicBezTo>
                    <a:pt x="15016" y="14366"/>
                    <a:pt x="15016" y="14366"/>
                    <a:pt x="15016" y="14366"/>
                  </a:cubicBezTo>
                  <a:cubicBezTo>
                    <a:pt x="15131" y="14466"/>
                    <a:pt x="15131" y="14466"/>
                    <a:pt x="15131" y="14466"/>
                  </a:cubicBezTo>
                  <a:cubicBezTo>
                    <a:pt x="15247" y="14366"/>
                    <a:pt x="15247" y="14366"/>
                    <a:pt x="15247" y="14366"/>
                  </a:cubicBezTo>
                  <a:cubicBezTo>
                    <a:pt x="15362" y="14466"/>
                    <a:pt x="15362" y="14466"/>
                    <a:pt x="15362" y="14466"/>
                  </a:cubicBezTo>
                  <a:cubicBezTo>
                    <a:pt x="15478" y="14366"/>
                    <a:pt x="15478" y="14366"/>
                    <a:pt x="15478" y="14366"/>
                  </a:cubicBezTo>
                  <a:cubicBezTo>
                    <a:pt x="15478" y="14168"/>
                    <a:pt x="15478" y="14168"/>
                    <a:pt x="15478" y="14168"/>
                  </a:cubicBezTo>
                  <a:cubicBezTo>
                    <a:pt x="15362" y="14069"/>
                    <a:pt x="15362" y="14069"/>
                    <a:pt x="15362" y="14069"/>
                  </a:cubicBezTo>
                  <a:cubicBezTo>
                    <a:pt x="15362" y="13970"/>
                    <a:pt x="15362" y="13970"/>
                    <a:pt x="15362" y="13970"/>
                  </a:cubicBezTo>
                  <a:cubicBezTo>
                    <a:pt x="15247" y="13970"/>
                    <a:pt x="15247" y="13970"/>
                    <a:pt x="15247" y="13970"/>
                  </a:cubicBezTo>
                  <a:cubicBezTo>
                    <a:pt x="15016" y="14069"/>
                    <a:pt x="15016" y="14069"/>
                    <a:pt x="15016" y="14069"/>
                  </a:cubicBezTo>
                  <a:cubicBezTo>
                    <a:pt x="14669" y="14168"/>
                    <a:pt x="14669" y="14168"/>
                    <a:pt x="14669" y="14168"/>
                  </a:cubicBezTo>
                  <a:cubicBezTo>
                    <a:pt x="14669" y="14168"/>
                    <a:pt x="14669" y="14168"/>
                    <a:pt x="14669" y="14168"/>
                  </a:cubicBezTo>
                  <a:cubicBezTo>
                    <a:pt x="14554" y="14267"/>
                    <a:pt x="14554" y="14267"/>
                    <a:pt x="14554" y="14267"/>
                  </a:cubicBezTo>
                  <a:cubicBezTo>
                    <a:pt x="14438" y="14366"/>
                    <a:pt x="14438" y="14366"/>
                    <a:pt x="14438" y="14366"/>
                  </a:cubicBezTo>
                  <a:cubicBezTo>
                    <a:pt x="14322" y="14366"/>
                    <a:pt x="14322" y="14366"/>
                    <a:pt x="14322" y="14366"/>
                  </a:cubicBezTo>
                  <a:cubicBezTo>
                    <a:pt x="14322" y="14366"/>
                    <a:pt x="14322" y="14366"/>
                    <a:pt x="14322" y="14366"/>
                  </a:cubicBezTo>
                  <a:cubicBezTo>
                    <a:pt x="14322" y="14466"/>
                    <a:pt x="14322" y="14466"/>
                    <a:pt x="14322" y="14466"/>
                  </a:cubicBezTo>
                  <a:close/>
                  <a:moveTo>
                    <a:pt x="6583" y="20906"/>
                  </a:moveTo>
                  <a:cubicBezTo>
                    <a:pt x="6699" y="20906"/>
                    <a:pt x="6699" y="20906"/>
                    <a:pt x="6699" y="20906"/>
                  </a:cubicBezTo>
                  <a:cubicBezTo>
                    <a:pt x="6699" y="20906"/>
                    <a:pt x="6699" y="20906"/>
                    <a:pt x="6699" y="20906"/>
                  </a:cubicBezTo>
                  <a:cubicBezTo>
                    <a:pt x="6699" y="20807"/>
                    <a:pt x="6699" y="20807"/>
                    <a:pt x="6699" y="20807"/>
                  </a:cubicBezTo>
                  <a:cubicBezTo>
                    <a:pt x="6699" y="20807"/>
                    <a:pt x="6699" y="20807"/>
                    <a:pt x="6699" y="20807"/>
                  </a:cubicBezTo>
                  <a:cubicBezTo>
                    <a:pt x="6583" y="20906"/>
                    <a:pt x="6583" y="20906"/>
                    <a:pt x="6583" y="20906"/>
                  </a:cubicBezTo>
                  <a:close/>
                  <a:moveTo>
                    <a:pt x="7161" y="20113"/>
                  </a:moveTo>
                  <a:cubicBezTo>
                    <a:pt x="7161" y="20113"/>
                    <a:pt x="7161" y="20113"/>
                    <a:pt x="7161" y="20113"/>
                  </a:cubicBezTo>
                  <a:cubicBezTo>
                    <a:pt x="7161" y="20014"/>
                    <a:pt x="7161" y="20014"/>
                    <a:pt x="7161" y="20014"/>
                  </a:cubicBezTo>
                  <a:cubicBezTo>
                    <a:pt x="7161" y="20113"/>
                    <a:pt x="7161" y="20113"/>
                    <a:pt x="7161" y="20113"/>
                  </a:cubicBezTo>
                  <a:close/>
                  <a:moveTo>
                    <a:pt x="7161" y="20014"/>
                  </a:moveTo>
                  <a:cubicBezTo>
                    <a:pt x="7161" y="20014"/>
                    <a:pt x="7161" y="20014"/>
                    <a:pt x="7161" y="20014"/>
                  </a:cubicBezTo>
                  <a:cubicBezTo>
                    <a:pt x="7277" y="20014"/>
                    <a:pt x="7277" y="20014"/>
                    <a:pt x="7277" y="20014"/>
                  </a:cubicBezTo>
                  <a:cubicBezTo>
                    <a:pt x="7277" y="19915"/>
                    <a:pt x="7277" y="19915"/>
                    <a:pt x="7277" y="19915"/>
                  </a:cubicBezTo>
                  <a:cubicBezTo>
                    <a:pt x="7161" y="20014"/>
                    <a:pt x="7161" y="20014"/>
                    <a:pt x="7161" y="20014"/>
                  </a:cubicBezTo>
                  <a:close/>
                  <a:moveTo>
                    <a:pt x="7277" y="19816"/>
                  </a:move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lose/>
                  <a:moveTo>
                    <a:pt x="7161" y="19618"/>
                  </a:moveTo>
                  <a:cubicBezTo>
                    <a:pt x="7161" y="19717"/>
                    <a:pt x="7161" y="19717"/>
                    <a:pt x="7161" y="19717"/>
                  </a:cubicBezTo>
                  <a:cubicBezTo>
                    <a:pt x="7277" y="19717"/>
                    <a:pt x="7277" y="19717"/>
                    <a:pt x="7277" y="19717"/>
                  </a:cubicBezTo>
                  <a:cubicBezTo>
                    <a:pt x="7277" y="19717"/>
                    <a:pt x="7277" y="19717"/>
                    <a:pt x="7277" y="19717"/>
                  </a:cubicBezTo>
                  <a:cubicBezTo>
                    <a:pt x="7392" y="19717"/>
                    <a:pt x="7392" y="19717"/>
                    <a:pt x="7392" y="19717"/>
                  </a:cubicBezTo>
                  <a:cubicBezTo>
                    <a:pt x="7392" y="19717"/>
                    <a:pt x="7392" y="19717"/>
                    <a:pt x="7392" y="19717"/>
                  </a:cubicBezTo>
                  <a:cubicBezTo>
                    <a:pt x="7392" y="19717"/>
                    <a:pt x="7392" y="19717"/>
                    <a:pt x="7392" y="19717"/>
                  </a:cubicBezTo>
                  <a:cubicBezTo>
                    <a:pt x="7277" y="19717"/>
                    <a:pt x="7277" y="19717"/>
                    <a:pt x="7277" y="19717"/>
                  </a:cubicBezTo>
                  <a:cubicBezTo>
                    <a:pt x="7161" y="19618"/>
                    <a:pt x="7161" y="19618"/>
                    <a:pt x="7161" y="19618"/>
                  </a:cubicBezTo>
                  <a:cubicBezTo>
                    <a:pt x="7161" y="19618"/>
                    <a:pt x="7161" y="19618"/>
                    <a:pt x="7161" y="19618"/>
                  </a:cubicBezTo>
                  <a:close/>
                  <a:moveTo>
                    <a:pt x="7623" y="19618"/>
                  </a:moveTo>
                  <a:cubicBezTo>
                    <a:pt x="7623" y="19618"/>
                    <a:pt x="7623" y="19618"/>
                    <a:pt x="7623" y="19618"/>
                  </a:cubicBezTo>
                  <a:cubicBezTo>
                    <a:pt x="7623" y="19519"/>
                    <a:pt x="7623" y="19519"/>
                    <a:pt x="7623" y="19519"/>
                  </a:cubicBezTo>
                  <a:cubicBezTo>
                    <a:pt x="7623" y="19519"/>
                    <a:pt x="7623" y="19519"/>
                    <a:pt x="7623" y="19519"/>
                  </a:cubicBezTo>
                  <a:cubicBezTo>
                    <a:pt x="7623" y="19618"/>
                    <a:pt x="7623" y="19618"/>
                    <a:pt x="7623" y="19618"/>
                  </a:cubicBezTo>
                  <a:close/>
                  <a:moveTo>
                    <a:pt x="7508" y="19122"/>
                  </a:moveTo>
                  <a:cubicBezTo>
                    <a:pt x="7508" y="19122"/>
                    <a:pt x="7508" y="19122"/>
                    <a:pt x="7508" y="19122"/>
                  </a:cubicBezTo>
                  <a:cubicBezTo>
                    <a:pt x="7623" y="19222"/>
                    <a:pt x="7623" y="19222"/>
                    <a:pt x="7623" y="19222"/>
                  </a:cubicBezTo>
                  <a:cubicBezTo>
                    <a:pt x="7739" y="19222"/>
                    <a:pt x="7739" y="19222"/>
                    <a:pt x="7739" y="19222"/>
                  </a:cubicBezTo>
                  <a:cubicBezTo>
                    <a:pt x="7739" y="19321"/>
                    <a:pt x="7739" y="19321"/>
                    <a:pt x="7739" y="19321"/>
                  </a:cubicBezTo>
                  <a:cubicBezTo>
                    <a:pt x="7739" y="19222"/>
                    <a:pt x="7739" y="19222"/>
                    <a:pt x="7739" y="19222"/>
                  </a:cubicBezTo>
                  <a:cubicBezTo>
                    <a:pt x="7739" y="19222"/>
                    <a:pt x="7739" y="19222"/>
                    <a:pt x="7739" y="19222"/>
                  </a:cubicBezTo>
                  <a:cubicBezTo>
                    <a:pt x="7623" y="19222"/>
                    <a:pt x="7623" y="19222"/>
                    <a:pt x="7623" y="19222"/>
                  </a:cubicBezTo>
                  <a:cubicBezTo>
                    <a:pt x="7623" y="19122"/>
                    <a:pt x="7623" y="19122"/>
                    <a:pt x="7623" y="19122"/>
                  </a:cubicBezTo>
                  <a:cubicBezTo>
                    <a:pt x="7508" y="19122"/>
                    <a:pt x="7508" y="19122"/>
                    <a:pt x="7508" y="19122"/>
                  </a:cubicBezTo>
                  <a:close/>
                  <a:moveTo>
                    <a:pt x="8201" y="18231"/>
                  </a:moveTo>
                  <a:cubicBezTo>
                    <a:pt x="8201" y="18330"/>
                    <a:pt x="8201" y="18330"/>
                    <a:pt x="8201" y="18330"/>
                  </a:cubicBezTo>
                  <a:cubicBezTo>
                    <a:pt x="8316" y="18330"/>
                    <a:pt x="8316" y="18330"/>
                    <a:pt x="8316" y="18330"/>
                  </a:cubicBezTo>
                  <a:cubicBezTo>
                    <a:pt x="8201" y="18429"/>
                    <a:pt x="8201" y="18429"/>
                    <a:pt x="8201" y="18429"/>
                  </a:cubicBezTo>
                  <a:cubicBezTo>
                    <a:pt x="8316" y="18528"/>
                    <a:pt x="8316" y="18528"/>
                    <a:pt x="8316" y="18528"/>
                  </a:cubicBezTo>
                  <a:cubicBezTo>
                    <a:pt x="8316" y="18528"/>
                    <a:pt x="8316" y="18528"/>
                    <a:pt x="8316" y="18528"/>
                  </a:cubicBezTo>
                  <a:cubicBezTo>
                    <a:pt x="8316" y="18429"/>
                    <a:pt x="8316" y="18429"/>
                    <a:pt x="8316" y="18429"/>
                  </a:cubicBezTo>
                  <a:cubicBezTo>
                    <a:pt x="8316" y="18330"/>
                    <a:pt x="8316" y="18330"/>
                    <a:pt x="8316" y="18330"/>
                  </a:cubicBezTo>
                  <a:cubicBezTo>
                    <a:pt x="8316" y="18330"/>
                    <a:pt x="8316" y="18330"/>
                    <a:pt x="8316" y="18330"/>
                  </a:cubicBezTo>
                  <a:cubicBezTo>
                    <a:pt x="8201" y="18231"/>
                    <a:pt x="8201" y="18231"/>
                    <a:pt x="8201" y="18231"/>
                  </a:cubicBezTo>
                  <a:cubicBezTo>
                    <a:pt x="8201" y="18231"/>
                    <a:pt x="8201" y="18231"/>
                    <a:pt x="8201" y="18231"/>
                  </a:cubicBezTo>
                  <a:cubicBezTo>
                    <a:pt x="8201" y="18231"/>
                    <a:pt x="8201" y="18231"/>
                    <a:pt x="8201" y="18231"/>
                  </a:cubicBezTo>
                  <a:close/>
                  <a:moveTo>
                    <a:pt x="8663" y="17933"/>
                  </a:moveTo>
                  <a:cubicBezTo>
                    <a:pt x="8663" y="18033"/>
                    <a:pt x="8663" y="18033"/>
                    <a:pt x="8663" y="18033"/>
                  </a:cubicBezTo>
                  <a:cubicBezTo>
                    <a:pt x="8778" y="18033"/>
                    <a:pt x="8778" y="18033"/>
                    <a:pt x="8778" y="18033"/>
                  </a:cubicBezTo>
                  <a:cubicBezTo>
                    <a:pt x="8778" y="18033"/>
                    <a:pt x="8778" y="18033"/>
                    <a:pt x="8778" y="18033"/>
                  </a:cubicBezTo>
                  <a:cubicBezTo>
                    <a:pt x="8778" y="17933"/>
                    <a:pt x="8778" y="17933"/>
                    <a:pt x="8778" y="17933"/>
                  </a:cubicBezTo>
                  <a:cubicBezTo>
                    <a:pt x="8663" y="17933"/>
                    <a:pt x="8663" y="17933"/>
                    <a:pt x="8663" y="17933"/>
                  </a:cubicBezTo>
                  <a:close/>
                  <a:moveTo>
                    <a:pt x="8778" y="17933"/>
                  </a:moveTo>
                  <a:cubicBezTo>
                    <a:pt x="8894" y="17933"/>
                    <a:pt x="8894" y="17933"/>
                    <a:pt x="8894" y="17933"/>
                  </a:cubicBezTo>
                  <a:cubicBezTo>
                    <a:pt x="8894" y="17933"/>
                    <a:pt x="8894" y="17933"/>
                    <a:pt x="8894" y="17933"/>
                  </a:cubicBezTo>
                  <a:cubicBezTo>
                    <a:pt x="8778" y="17834"/>
                    <a:pt x="8778" y="17834"/>
                    <a:pt x="8778" y="17834"/>
                  </a:cubicBezTo>
                  <a:cubicBezTo>
                    <a:pt x="8778" y="17933"/>
                    <a:pt x="8778" y="17933"/>
                    <a:pt x="8778" y="17933"/>
                  </a:cubicBezTo>
                  <a:close/>
                  <a:moveTo>
                    <a:pt x="9587" y="17834"/>
                  </a:moveTo>
                  <a:cubicBezTo>
                    <a:pt x="9702" y="17834"/>
                    <a:pt x="9702" y="17834"/>
                    <a:pt x="9702" y="17834"/>
                  </a:cubicBezTo>
                  <a:cubicBezTo>
                    <a:pt x="9818" y="17834"/>
                    <a:pt x="9818" y="17834"/>
                    <a:pt x="9818" y="17834"/>
                  </a:cubicBezTo>
                  <a:cubicBezTo>
                    <a:pt x="9818" y="17735"/>
                    <a:pt x="9818" y="17735"/>
                    <a:pt x="9818" y="17735"/>
                  </a:cubicBezTo>
                  <a:cubicBezTo>
                    <a:pt x="9702" y="17636"/>
                    <a:pt x="9702" y="17636"/>
                    <a:pt x="9702" y="17636"/>
                  </a:cubicBezTo>
                  <a:cubicBezTo>
                    <a:pt x="9702" y="17636"/>
                    <a:pt x="9702" y="17636"/>
                    <a:pt x="9702" y="17636"/>
                  </a:cubicBezTo>
                  <a:cubicBezTo>
                    <a:pt x="9702" y="17636"/>
                    <a:pt x="9702" y="17636"/>
                    <a:pt x="9702" y="17636"/>
                  </a:cubicBezTo>
                  <a:cubicBezTo>
                    <a:pt x="9587" y="17636"/>
                    <a:pt x="9587" y="17636"/>
                    <a:pt x="9587" y="17636"/>
                  </a:cubicBezTo>
                  <a:cubicBezTo>
                    <a:pt x="9587" y="17636"/>
                    <a:pt x="9587" y="17636"/>
                    <a:pt x="9587" y="17636"/>
                  </a:cubicBezTo>
                  <a:cubicBezTo>
                    <a:pt x="9587" y="17735"/>
                    <a:pt x="9587" y="17735"/>
                    <a:pt x="9587" y="17735"/>
                  </a:cubicBezTo>
                  <a:cubicBezTo>
                    <a:pt x="9471" y="17735"/>
                    <a:pt x="9471" y="17735"/>
                    <a:pt x="9471" y="17735"/>
                  </a:cubicBezTo>
                  <a:cubicBezTo>
                    <a:pt x="9587" y="17834"/>
                    <a:pt x="9587" y="17834"/>
                    <a:pt x="9587" y="17834"/>
                  </a:cubicBezTo>
                  <a:cubicBezTo>
                    <a:pt x="9587" y="17834"/>
                    <a:pt x="9587" y="17834"/>
                    <a:pt x="9587" y="17834"/>
                  </a:cubicBezTo>
                  <a:cubicBezTo>
                    <a:pt x="9587" y="17834"/>
                    <a:pt x="9587" y="17834"/>
                    <a:pt x="9587" y="17834"/>
                  </a:cubicBezTo>
                  <a:close/>
                  <a:moveTo>
                    <a:pt x="9933" y="17834"/>
                  </a:moveTo>
                  <a:cubicBezTo>
                    <a:pt x="9933" y="17735"/>
                    <a:pt x="9933" y="17735"/>
                    <a:pt x="9933" y="17735"/>
                  </a:cubicBezTo>
                  <a:cubicBezTo>
                    <a:pt x="9933" y="17735"/>
                    <a:pt x="9933" y="17735"/>
                    <a:pt x="9933" y="17735"/>
                  </a:cubicBezTo>
                  <a:cubicBezTo>
                    <a:pt x="9933" y="17735"/>
                    <a:pt x="9933" y="17735"/>
                    <a:pt x="9933" y="17735"/>
                  </a:cubicBezTo>
                  <a:cubicBezTo>
                    <a:pt x="9933" y="17735"/>
                    <a:pt x="9933" y="17735"/>
                    <a:pt x="9933" y="17735"/>
                  </a:cubicBezTo>
                  <a:cubicBezTo>
                    <a:pt x="9933" y="17834"/>
                    <a:pt x="9933" y="17834"/>
                    <a:pt x="9933" y="17834"/>
                  </a:cubicBezTo>
                  <a:cubicBezTo>
                    <a:pt x="9933" y="17834"/>
                    <a:pt x="9933" y="17834"/>
                    <a:pt x="9933" y="17834"/>
                  </a:cubicBezTo>
                  <a:close/>
                  <a:moveTo>
                    <a:pt x="16055" y="15159"/>
                  </a:move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lose/>
                  <a:moveTo>
                    <a:pt x="14900" y="14466"/>
                  </a:moveTo>
                  <a:cubicBezTo>
                    <a:pt x="15016" y="14466"/>
                    <a:pt x="15016" y="14466"/>
                    <a:pt x="15016" y="14466"/>
                  </a:cubicBezTo>
                  <a:cubicBezTo>
                    <a:pt x="15016" y="14466"/>
                    <a:pt x="15016" y="14466"/>
                    <a:pt x="15016" y="14466"/>
                  </a:cubicBezTo>
                  <a:cubicBezTo>
                    <a:pt x="15016" y="14466"/>
                    <a:pt x="15016" y="14466"/>
                    <a:pt x="15016" y="14466"/>
                  </a:cubicBezTo>
                  <a:cubicBezTo>
                    <a:pt x="15016" y="14466"/>
                    <a:pt x="15016" y="14466"/>
                    <a:pt x="15016" y="14466"/>
                  </a:cubicBezTo>
                  <a:cubicBezTo>
                    <a:pt x="15016" y="14466"/>
                    <a:pt x="14900" y="14466"/>
                    <a:pt x="14900" y="14466"/>
                  </a:cubicBezTo>
                  <a:close/>
                  <a:moveTo>
                    <a:pt x="14438" y="14168"/>
                  </a:moveTo>
                  <a:cubicBezTo>
                    <a:pt x="14554" y="14168"/>
                    <a:pt x="14554" y="14168"/>
                    <a:pt x="14554" y="14168"/>
                  </a:cubicBezTo>
                  <a:cubicBezTo>
                    <a:pt x="14554" y="14168"/>
                    <a:pt x="14554" y="14168"/>
                    <a:pt x="14554" y="14168"/>
                  </a:cubicBezTo>
                  <a:cubicBezTo>
                    <a:pt x="14554" y="14168"/>
                    <a:pt x="14554" y="14168"/>
                    <a:pt x="14554" y="14168"/>
                  </a:cubicBezTo>
                  <a:cubicBezTo>
                    <a:pt x="14554" y="14168"/>
                    <a:pt x="14554" y="14168"/>
                    <a:pt x="14554" y="14168"/>
                  </a:cubicBezTo>
                  <a:cubicBezTo>
                    <a:pt x="14438" y="14168"/>
                    <a:pt x="14438" y="14168"/>
                    <a:pt x="14438" y="14168"/>
                  </a:cubicBezTo>
                  <a:close/>
                  <a:moveTo>
                    <a:pt x="15362" y="13970"/>
                  </a:moveTo>
                  <a:cubicBezTo>
                    <a:pt x="15362" y="13970"/>
                    <a:pt x="15362" y="13970"/>
                    <a:pt x="15362" y="13970"/>
                  </a:cubicBezTo>
                  <a:cubicBezTo>
                    <a:pt x="15478" y="14069"/>
                    <a:pt x="15478" y="14069"/>
                    <a:pt x="15478" y="14069"/>
                  </a:cubicBezTo>
                  <a:cubicBezTo>
                    <a:pt x="15478" y="13970"/>
                    <a:pt x="15478" y="13970"/>
                    <a:pt x="15478" y="13970"/>
                  </a:cubicBezTo>
                  <a:cubicBezTo>
                    <a:pt x="15478" y="13970"/>
                    <a:pt x="15478" y="13970"/>
                    <a:pt x="15478" y="13970"/>
                  </a:cubicBezTo>
                  <a:cubicBezTo>
                    <a:pt x="15478" y="13970"/>
                    <a:pt x="15478" y="13970"/>
                    <a:pt x="15478" y="13970"/>
                  </a:cubicBezTo>
                  <a:cubicBezTo>
                    <a:pt x="15362" y="13970"/>
                    <a:pt x="15362" y="13970"/>
                    <a:pt x="15362" y="13970"/>
                  </a:cubicBezTo>
                  <a:close/>
                  <a:moveTo>
                    <a:pt x="16055" y="12484"/>
                  </a:moveTo>
                  <a:cubicBezTo>
                    <a:pt x="16055" y="12484"/>
                    <a:pt x="16055" y="12484"/>
                    <a:pt x="16055" y="12484"/>
                  </a:cubicBezTo>
                  <a:cubicBezTo>
                    <a:pt x="16055" y="12583"/>
                    <a:pt x="16055" y="12583"/>
                    <a:pt x="16055" y="12583"/>
                  </a:cubicBezTo>
                  <a:cubicBezTo>
                    <a:pt x="16055" y="12583"/>
                    <a:pt x="16055" y="12583"/>
                    <a:pt x="16055" y="12583"/>
                  </a:cubicBezTo>
                  <a:cubicBezTo>
                    <a:pt x="16171" y="12682"/>
                    <a:pt x="16171" y="12682"/>
                    <a:pt x="16171" y="12682"/>
                  </a:cubicBezTo>
                  <a:cubicBezTo>
                    <a:pt x="16171" y="12781"/>
                    <a:pt x="16171" y="12781"/>
                    <a:pt x="16171" y="12781"/>
                  </a:cubicBezTo>
                  <a:cubicBezTo>
                    <a:pt x="16286" y="12781"/>
                    <a:pt x="16286" y="12781"/>
                    <a:pt x="16286" y="12781"/>
                  </a:cubicBezTo>
                  <a:cubicBezTo>
                    <a:pt x="16402" y="12880"/>
                    <a:pt x="16402" y="12880"/>
                    <a:pt x="16402" y="12880"/>
                  </a:cubicBezTo>
                  <a:cubicBezTo>
                    <a:pt x="16517" y="12979"/>
                    <a:pt x="16517" y="12979"/>
                    <a:pt x="16517" y="12979"/>
                  </a:cubicBezTo>
                  <a:cubicBezTo>
                    <a:pt x="16633" y="12979"/>
                    <a:pt x="16633" y="12979"/>
                    <a:pt x="16633" y="12979"/>
                  </a:cubicBezTo>
                  <a:cubicBezTo>
                    <a:pt x="16633" y="12979"/>
                    <a:pt x="16633" y="12979"/>
                    <a:pt x="16633" y="12979"/>
                  </a:cubicBezTo>
                  <a:cubicBezTo>
                    <a:pt x="16633" y="13078"/>
                    <a:pt x="16633" y="13078"/>
                    <a:pt x="16633" y="13078"/>
                  </a:cubicBezTo>
                  <a:cubicBezTo>
                    <a:pt x="16748" y="13078"/>
                    <a:pt x="16748" y="13078"/>
                    <a:pt x="16748" y="13078"/>
                  </a:cubicBezTo>
                  <a:cubicBezTo>
                    <a:pt x="16748" y="13078"/>
                    <a:pt x="16748" y="13078"/>
                    <a:pt x="16748" y="13078"/>
                  </a:cubicBezTo>
                  <a:cubicBezTo>
                    <a:pt x="16748" y="12979"/>
                    <a:pt x="16748" y="12979"/>
                    <a:pt x="16748" y="12979"/>
                  </a:cubicBezTo>
                  <a:cubicBezTo>
                    <a:pt x="16864" y="12979"/>
                    <a:pt x="16864" y="12979"/>
                    <a:pt x="16864" y="12979"/>
                  </a:cubicBezTo>
                  <a:cubicBezTo>
                    <a:pt x="16748" y="12880"/>
                    <a:pt x="16748" y="12880"/>
                    <a:pt x="16748" y="12880"/>
                  </a:cubicBezTo>
                  <a:cubicBezTo>
                    <a:pt x="16633" y="12880"/>
                    <a:pt x="16633" y="12880"/>
                    <a:pt x="16633" y="12880"/>
                  </a:cubicBezTo>
                  <a:cubicBezTo>
                    <a:pt x="16633" y="12880"/>
                    <a:pt x="16633" y="12880"/>
                    <a:pt x="16633" y="12880"/>
                  </a:cubicBezTo>
                  <a:cubicBezTo>
                    <a:pt x="16517" y="12781"/>
                    <a:pt x="16517" y="12781"/>
                    <a:pt x="16517" y="12781"/>
                  </a:cubicBezTo>
                  <a:cubicBezTo>
                    <a:pt x="16633" y="12781"/>
                    <a:pt x="16633" y="12781"/>
                    <a:pt x="16633" y="12781"/>
                  </a:cubicBezTo>
                  <a:cubicBezTo>
                    <a:pt x="16633" y="12781"/>
                    <a:pt x="16633" y="12781"/>
                    <a:pt x="16633" y="12781"/>
                  </a:cubicBezTo>
                  <a:cubicBezTo>
                    <a:pt x="16748" y="12781"/>
                    <a:pt x="16748" y="12781"/>
                    <a:pt x="16748" y="12781"/>
                  </a:cubicBezTo>
                  <a:cubicBezTo>
                    <a:pt x="16748" y="12781"/>
                    <a:pt x="16748" y="12781"/>
                    <a:pt x="16748" y="12781"/>
                  </a:cubicBezTo>
                  <a:cubicBezTo>
                    <a:pt x="16864" y="12781"/>
                    <a:pt x="16864" y="12781"/>
                    <a:pt x="16864" y="12781"/>
                  </a:cubicBezTo>
                  <a:cubicBezTo>
                    <a:pt x="16864" y="12880"/>
                    <a:pt x="16864" y="12880"/>
                    <a:pt x="16864" y="12880"/>
                  </a:cubicBezTo>
                  <a:cubicBezTo>
                    <a:pt x="16979" y="12781"/>
                    <a:pt x="16979" y="12781"/>
                    <a:pt x="16979" y="12781"/>
                  </a:cubicBezTo>
                  <a:cubicBezTo>
                    <a:pt x="16864" y="12781"/>
                    <a:pt x="16864" y="12781"/>
                    <a:pt x="16864" y="12781"/>
                  </a:cubicBezTo>
                  <a:cubicBezTo>
                    <a:pt x="16633" y="12682"/>
                    <a:pt x="16633" y="12682"/>
                    <a:pt x="16633" y="12682"/>
                  </a:cubicBezTo>
                  <a:cubicBezTo>
                    <a:pt x="16517" y="12583"/>
                    <a:pt x="16517" y="12583"/>
                    <a:pt x="16517" y="12583"/>
                  </a:cubicBezTo>
                  <a:cubicBezTo>
                    <a:pt x="16517" y="12484"/>
                    <a:pt x="16517" y="12484"/>
                    <a:pt x="16517" y="12484"/>
                  </a:cubicBezTo>
                  <a:cubicBezTo>
                    <a:pt x="16402" y="12484"/>
                    <a:pt x="16402" y="12484"/>
                    <a:pt x="16402" y="12484"/>
                  </a:cubicBezTo>
                  <a:cubicBezTo>
                    <a:pt x="16286" y="12484"/>
                    <a:pt x="16286" y="12484"/>
                    <a:pt x="16286" y="12484"/>
                  </a:cubicBezTo>
                  <a:cubicBezTo>
                    <a:pt x="16286" y="12484"/>
                    <a:pt x="16286" y="12484"/>
                    <a:pt x="16286" y="12484"/>
                  </a:cubicBezTo>
                  <a:cubicBezTo>
                    <a:pt x="16171" y="12484"/>
                    <a:pt x="16171" y="12484"/>
                    <a:pt x="16171" y="12484"/>
                  </a:cubicBezTo>
                  <a:cubicBezTo>
                    <a:pt x="16055" y="12385"/>
                    <a:pt x="16055" y="12385"/>
                    <a:pt x="16055" y="12385"/>
                  </a:cubicBezTo>
                  <a:cubicBezTo>
                    <a:pt x="16055" y="12484"/>
                    <a:pt x="16055" y="12484"/>
                    <a:pt x="16055" y="12484"/>
                  </a:cubicBezTo>
                  <a:close/>
                  <a:moveTo>
                    <a:pt x="15824" y="12484"/>
                  </a:moveTo>
                  <a:cubicBezTo>
                    <a:pt x="15824" y="12484"/>
                    <a:pt x="15824" y="12484"/>
                    <a:pt x="15824" y="12484"/>
                  </a:cubicBezTo>
                  <a:cubicBezTo>
                    <a:pt x="15824" y="12385"/>
                    <a:pt x="15824" y="12385"/>
                    <a:pt x="15824" y="12385"/>
                  </a:cubicBezTo>
                  <a:cubicBezTo>
                    <a:pt x="15940" y="12385"/>
                    <a:pt x="15940" y="12385"/>
                    <a:pt x="15940" y="12385"/>
                  </a:cubicBezTo>
                  <a:cubicBezTo>
                    <a:pt x="15709" y="12385"/>
                    <a:pt x="15709" y="12385"/>
                    <a:pt x="15709" y="12385"/>
                  </a:cubicBezTo>
                  <a:cubicBezTo>
                    <a:pt x="15709" y="12484"/>
                    <a:pt x="15709" y="12484"/>
                    <a:pt x="15709" y="12484"/>
                  </a:cubicBezTo>
                  <a:cubicBezTo>
                    <a:pt x="15824" y="12484"/>
                    <a:pt x="15824" y="12484"/>
                    <a:pt x="15824" y="12484"/>
                  </a:cubicBezTo>
                  <a:close/>
                  <a:moveTo>
                    <a:pt x="16055" y="12385"/>
                  </a:moveTo>
                  <a:cubicBezTo>
                    <a:pt x="16055" y="12385"/>
                    <a:pt x="16055" y="12385"/>
                    <a:pt x="16055" y="12385"/>
                  </a:cubicBezTo>
                  <a:cubicBezTo>
                    <a:pt x="16286" y="12385"/>
                    <a:pt x="16286" y="12385"/>
                    <a:pt x="16286" y="12385"/>
                  </a:cubicBezTo>
                  <a:cubicBezTo>
                    <a:pt x="16286" y="12484"/>
                    <a:pt x="16286" y="12484"/>
                    <a:pt x="16286" y="12484"/>
                  </a:cubicBezTo>
                  <a:cubicBezTo>
                    <a:pt x="16517" y="12484"/>
                    <a:pt x="16517" y="12484"/>
                    <a:pt x="16517" y="12484"/>
                  </a:cubicBezTo>
                  <a:cubicBezTo>
                    <a:pt x="16633" y="12484"/>
                    <a:pt x="16633" y="12484"/>
                    <a:pt x="16633" y="12484"/>
                  </a:cubicBezTo>
                  <a:cubicBezTo>
                    <a:pt x="16633" y="12484"/>
                    <a:pt x="16633" y="12484"/>
                    <a:pt x="16633" y="12484"/>
                  </a:cubicBezTo>
                  <a:cubicBezTo>
                    <a:pt x="16748" y="12484"/>
                    <a:pt x="16748" y="12484"/>
                    <a:pt x="16748" y="12484"/>
                  </a:cubicBezTo>
                  <a:cubicBezTo>
                    <a:pt x="16748" y="12583"/>
                    <a:pt x="16748" y="12583"/>
                    <a:pt x="16748" y="12583"/>
                  </a:cubicBezTo>
                  <a:cubicBezTo>
                    <a:pt x="16748" y="12583"/>
                    <a:pt x="16748" y="12583"/>
                    <a:pt x="16748" y="12583"/>
                  </a:cubicBezTo>
                  <a:cubicBezTo>
                    <a:pt x="16864" y="12583"/>
                    <a:pt x="16864" y="12583"/>
                    <a:pt x="16864" y="12583"/>
                  </a:cubicBezTo>
                  <a:cubicBezTo>
                    <a:pt x="16864" y="12583"/>
                    <a:pt x="16864" y="12583"/>
                    <a:pt x="16864" y="12583"/>
                  </a:cubicBezTo>
                  <a:cubicBezTo>
                    <a:pt x="16979" y="12583"/>
                    <a:pt x="16979" y="12583"/>
                    <a:pt x="16979" y="12583"/>
                  </a:cubicBezTo>
                  <a:cubicBezTo>
                    <a:pt x="16979" y="12583"/>
                    <a:pt x="16979" y="12583"/>
                    <a:pt x="16979" y="12583"/>
                  </a:cubicBezTo>
                  <a:cubicBezTo>
                    <a:pt x="16979" y="12484"/>
                    <a:pt x="16979" y="12484"/>
                    <a:pt x="16979" y="12484"/>
                  </a:cubicBezTo>
                  <a:cubicBezTo>
                    <a:pt x="16979" y="12484"/>
                    <a:pt x="16979" y="12484"/>
                    <a:pt x="16979" y="12484"/>
                  </a:cubicBezTo>
                  <a:cubicBezTo>
                    <a:pt x="16979" y="12484"/>
                    <a:pt x="16979" y="12484"/>
                    <a:pt x="16979" y="12484"/>
                  </a:cubicBezTo>
                  <a:cubicBezTo>
                    <a:pt x="16864" y="12385"/>
                    <a:pt x="16864" y="12385"/>
                    <a:pt x="16864" y="12385"/>
                  </a:cubicBezTo>
                  <a:cubicBezTo>
                    <a:pt x="16864" y="12385"/>
                    <a:pt x="16864" y="12385"/>
                    <a:pt x="16864" y="12385"/>
                  </a:cubicBezTo>
                  <a:cubicBezTo>
                    <a:pt x="16748" y="12286"/>
                    <a:pt x="16748" y="12286"/>
                    <a:pt x="16748" y="12286"/>
                  </a:cubicBezTo>
                  <a:cubicBezTo>
                    <a:pt x="16633" y="12286"/>
                    <a:pt x="16633" y="12286"/>
                    <a:pt x="16633" y="12286"/>
                  </a:cubicBezTo>
                  <a:cubicBezTo>
                    <a:pt x="16402" y="12385"/>
                    <a:pt x="16402" y="12385"/>
                    <a:pt x="16402" y="12385"/>
                  </a:cubicBezTo>
                  <a:cubicBezTo>
                    <a:pt x="16286" y="12286"/>
                    <a:pt x="16286" y="12286"/>
                    <a:pt x="16286" y="12286"/>
                  </a:cubicBezTo>
                  <a:cubicBezTo>
                    <a:pt x="16171" y="12286"/>
                    <a:pt x="16171" y="12286"/>
                    <a:pt x="16171" y="12286"/>
                  </a:cubicBezTo>
                  <a:cubicBezTo>
                    <a:pt x="16055" y="12286"/>
                    <a:pt x="16055" y="12286"/>
                    <a:pt x="16055" y="12286"/>
                  </a:cubicBezTo>
                  <a:cubicBezTo>
                    <a:pt x="16055" y="12286"/>
                    <a:pt x="16055" y="12385"/>
                    <a:pt x="16055" y="12385"/>
                  </a:cubicBezTo>
                  <a:close/>
                  <a:moveTo>
                    <a:pt x="15593" y="12088"/>
                  </a:moveTo>
                  <a:cubicBezTo>
                    <a:pt x="15709" y="12088"/>
                    <a:pt x="15709" y="12088"/>
                    <a:pt x="15709" y="12088"/>
                  </a:cubicBezTo>
                  <a:cubicBezTo>
                    <a:pt x="15824" y="12187"/>
                    <a:pt x="15824" y="12187"/>
                    <a:pt x="15824" y="12187"/>
                  </a:cubicBezTo>
                  <a:cubicBezTo>
                    <a:pt x="15940" y="12286"/>
                    <a:pt x="15940" y="12286"/>
                    <a:pt x="15940" y="12286"/>
                  </a:cubicBezTo>
                  <a:cubicBezTo>
                    <a:pt x="16055" y="12286"/>
                    <a:pt x="16055" y="12286"/>
                    <a:pt x="16055" y="12286"/>
                  </a:cubicBezTo>
                  <a:cubicBezTo>
                    <a:pt x="16286" y="12286"/>
                    <a:pt x="16286" y="12286"/>
                    <a:pt x="16286" y="12286"/>
                  </a:cubicBezTo>
                  <a:cubicBezTo>
                    <a:pt x="16517" y="12286"/>
                    <a:pt x="16517" y="12286"/>
                    <a:pt x="16517" y="12286"/>
                  </a:cubicBezTo>
                  <a:cubicBezTo>
                    <a:pt x="16748" y="12286"/>
                    <a:pt x="16748" y="12286"/>
                    <a:pt x="16748" y="12286"/>
                  </a:cubicBezTo>
                  <a:cubicBezTo>
                    <a:pt x="16633" y="12187"/>
                    <a:pt x="16633" y="12187"/>
                    <a:pt x="16633" y="12187"/>
                  </a:cubicBezTo>
                  <a:cubicBezTo>
                    <a:pt x="16517" y="12187"/>
                    <a:pt x="16517" y="12187"/>
                    <a:pt x="16517" y="12187"/>
                  </a:cubicBezTo>
                  <a:cubicBezTo>
                    <a:pt x="16286" y="12187"/>
                    <a:pt x="16286" y="12187"/>
                    <a:pt x="16286" y="12187"/>
                  </a:cubicBezTo>
                  <a:cubicBezTo>
                    <a:pt x="16286" y="12187"/>
                    <a:pt x="16286" y="12187"/>
                    <a:pt x="16286" y="12187"/>
                  </a:cubicBezTo>
                  <a:cubicBezTo>
                    <a:pt x="16055" y="12088"/>
                    <a:pt x="16055" y="12088"/>
                    <a:pt x="16055" y="12088"/>
                  </a:cubicBezTo>
                  <a:cubicBezTo>
                    <a:pt x="15940" y="12088"/>
                    <a:pt x="15940" y="12088"/>
                    <a:pt x="15940" y="12088"/>
                  </a:cubicBezTo>
                  <a:cubicBezTo>
                    <a:pt x="15940" y="12088"/>
                    <a:pt x="15940" y="12088"/>
                    <a:pt x="15940" y="12088"/>
                  </a:cubicBezTo>
                  <a:cubicBezTo>
                    <a:pt x="15940" y="12088"/>
                    <a:pt x="15940" y="12088"/>
                    <a:pt x="15940" y="12088"/>
                  </a:cubicBezTo>
                  <a:cubicBezTo>
                    <a:pt x="16055" y="12088"/>
                    <a:pt x="16055" y="12088"/>
                    <a:pt x="16055" y="12088"/>
                  </a:cubicBezTo>
                  <a:cubicBezTo>
                    <a:pt x="16171" y="12088"/>
                    <a:pt x="16171" y="12088"/>
                    <a:pt x="16171" y="12088"/>
                  </a:cubicBezTo>
                  <a:cubicBezTo>
                    <a:pt x="16402" y="12187"/>
                    <a:pt x="16402" y="12187"/>
                    <a:pt x="16402" y="12187"/>
                  </a:cubicBezTo>
                  <a:cubicBezTo>
                    <a:pt x="16402" y="12187"/>
                    <a:pt x="16402" y="12187"/>
                    <a:pt x="16402" y="12187"/>
                  </a:cubicBezTo>
                  <a:cubicBezTo>
                    <a:pt x="16402" y="12088"/>
                    <a:pt x="16402" y="12088"/>
                    <a:pt x="16402" y="12088"/>
                  </a:cubicBezTo>
                  <a:cubicBezTo>
                    <a:pt x="16171" y="11988"/>
                    <a:pt x="16171" y="11988"/>
                    <a:pt x="16171" y="11988"/>
                  </a:cubicBezTo>
                  <a:cubicBezTo>
                    <a:pt x="15940" y="11988"/>
                    <a:pt x="15940" y="11988"/>
                    <a:pt x="15940" y="11988"/>
                  </a:cubicBezTo>
                  <a:cubicBezTo>
                    <a:pt x="15824" y="11988"/>
                    <a:pt x="15824" y="11988"/>
                    <a:pt x="15824" y="11988"/>
                  </a:cubicBezTo>
                  <a:cubicBezTo>
                    <a:pt x="15824" y="11988"/>
                    <a:pt x="15824" y="11988"/>
                    <a:pt x="15824" y="11988"/>
                  </a:cubicBezTo>
                  <a:cubicBezTo>
                    <a:pt x="15709" y="12088"/>
                    <a:pt x="15709" y="12088"/>
                    <a:pt x="15709" y="12088"/>
                  </a:cubicBezTo>
                  <a:cubicBezTo>
                    <a:pt x="15593" y="12088"/>
                    <a:pt x="15593" y="12088"/>
                    <a:pt x="15593" y="12088"/>
                  </a:cubicBezTo>
                  <a:close/>
                  <a:moveTo>
                    <a:pt x="17210" y="12286"/>
                  </a:moveTo>
                  <a:cubicBezTo>
                    <a:pt x="17210" y="12286"/>
                    <a:pt x="17210" y="12286"/>
                    <a:pt x="17210" y="12286"/>
                  </a:cubicBezTo>
                  <a:cubicBezTo>
                    <a:pt x="17326" y="12286"/>
                    <a:pt x="17326" y="12286"/>
                    <a:pt x="17326" y="12286"/>
                  </a:cubicBezTo>
                  <a:cubicBezTo>
                    <a:pt x="17326" y="12187"/>
                    <a:pt x="17326" y="12187"/>
                    <a:pt x="17326" y="12187"/>
                  </a:cubicBezTo>
                  <a:cubicBezTo>
                    <a:pt x="17210" y="12286"/>
                    <a:pt x="17210" y="12286"/>
                    <a:pt x="17210" y="12286"/>
                  </a:cubicBezTo>
                  <a:cubicBezTo>
                    <a:pt x="17210" y="12286"/>
                    <a:pt x="17210" y="12286"/>
                    <a:pt x="17210" y="12286"/>
                  </a:cubicBezTo>
                  <a:close/>
                  <a:moveTo>
                    <a:pt x="17326" y="11097"/>
                  </a:moveTo>
                  <a:cubicBezTo>
                    <a:pt x="17210" y="11196"/>
                    <a:pt x="17210" y="11196"/>
                    <a:pt x="17210" y="11196"/>
                  </a:cubicBezTo>
                  <a:cubicBezTo>
                    <a:pt x="17210" y="11295"/>
                    <a:pt x="17210" y="11295"/>
                    <a:pt x="17210" y="11295"/>
                  </a:cubicBezTo>
                  <a:cubicBezTo>
                    <a:pt x="17210" y="11295"/>
                    <a:pt x="17210" y="11295"/>
                    <a:pt x="17210" y="11295"/>
                  </a:cubicBezTo>
                  <a:cubicBezTo>
                    <a:pt x="17326" y="11295"/>
                    <a:pt x="17326" y="11295"/>
                    <a:pt x="17326" y="11295"/>
                  </a:cubicBezTo>
                  <a:cubicBezTo>
                    <a:pt x="17441" y="11394"/>
                    <a:pt x="17441" y="11394"/>
                    <a:pt x="17441" y="11394"/>
                  </a:cubicBezTo>
                  <a:cubicBezTo>
                    <a:pt x="17557" y="11394"/>
                    <a:pt x="17557" y="11394"/>
                    <a:pt x="17557" y="11394"/>
                  </a:cubicBezTo>
                  <a:cubicBezTo>
                    <a:pt x="17672" y="11394"/>
                    <a:pt x="17672" y="11394"/>
                    <a:pt x="17672" y="11394"/>
                  </a:cubicBezTo>
                  <a:cubicBezTo>
                    <a:pt x="17672" y="11394"/>
                    <a:pt x="17672" y="11394"/>
                    <a:pt x="17672" y="11394"/>
                  </a:cubicBezTo>
                  <a:cubicBezTo>
                    <a:pt x="17672" y="11295"/>
                    <a:pt x="17672" y="11295"/>
                    <a:pt x="17672" y="11295"/>
                  </a:cubicBezTo>
                  <a:cubicBezTo>
                    <a:pt x="17788" y="11295"/>
                    <a:pt x="17788" y="11295"/>
                    <a:pt x="17788" y="11295"/>
                  </a:cubicBezTo>
                  <a:cubicBezTo>
                    <a:pt x="17788" y="11196"/>
                    <a:pt x="17788" y="11196"/>
                    <a:pt x="17788" y="11196"/>
                  </a:cubicBezTo>
                  <a:cubicBezTo>
                    <a:pt x="17557" y="11097"/>
                    <a:pt x="17557" y="11097"/>
                    <a:pt x="17557" y="11097"/>
                  </a:cubicBezTo>
                  <a:cubicBezTo>
                    <a:pt x="17441" y="11097"/>
                    <a:pt x="17441" y="11097"/>
                    <a:pt x="17441" y="11097"/>
                  </a:cubicBezTo>
                  <a:cubicBezTo>
                    <a:pt x="17326" y="11097"/>
                    <a:pt x="17326" y="11097"/>
                    <a:pt x="17326" y="11097"/>
                  </a:cubicBezTo>
                  <a:close/>
                  <a:moveTo>
                    <a:pt x="18250" y="10998"/>
                  </a:moveTo>
                  <a:cubicBezTo>
                    <a:pt x="18250" y="10998"/>
                    <a:pt x="18250" y="10998"/>
                    <a:pt x="18250" y="10998"/>
                  </a:cubicBezTo>
                  <a:cubicBezTo>
                    <a:pt x="18365" y="10998"/>
                    <a:pt x="18365" y="10998"/>
                    <a:pt x="18365" y="10998"/>
                  </a:cubicBezTo>
                  <a:cubicBezTo>
                    <a:pt x="18365" y="10899"/>
                    <a:pt x="18365" y="10899"/>
                    <a:pt x="18365" y="10899"/>
                  </a:cubicBezTo>
                  <a:cubicBezTo>
                    <a:pt x="18250" y="10899"/>
                    <a:pt x="18250" y="10899"/>
                    <a:pt x="18250" y="10899"/>
                  </a:cubicBezTo>
                  <a:cubicBezTo>
                    <a:pt x="18250" y="10998"/>
                    <a:pt x="18250" y="10998"/>
                    <a:pt x="18250" y="10998"/>
                  </a:cubicBezTo>
                  <a:cubicBezTo>
                    <a:pt x="18250" y="10998"/>
                    <a:pt x="18250" y="10998"/>
                    <a:pt x="18250" y="10998"/>
                  </a:cubicBezTo>
                  <a:close/>
                  <a:moveTo>
                    <a:pt x="17788" y="10601"/>
                  </a:moveTo>
                  <a:cubicBezTo>
                    <a:pt x="17788" y="10601"/>
                    <a:pt x="17788" y="10601"/>
                    <a:pt x="17788" y="10601"/>
                  </a:cubicBezTo>
                  <a:cubicBezTo>
                    <a:pt x="17788" y="10700"/>
                    <a:pt x="17788" y="10700"/>
                    <a:pt x="17788" y="10700"/>
                  </a:cubicBezTo>
                  <a:cubicBezTo>
                    <a:pt x="17788" y="10800"/>
                    <a:pt x="17788" y="10800"/>
                    <a:pt x="17788" y="10800"/>
                  </a:cubicBezTo>
                  <a:cubicBezTo>
                    <a:pt x="17903" y="10800"/>
                    <a:pt x="17903" y="10800"/>
                    <a:pt x="17903" y="10800"/>
                  </a:cubicBezTo>
                  <a:cubicBezTo>
                    <a:pt x="17903" y="10800"/>
                    <a:pt x="17903" y="10800"/>
                    <a:pt x="17903" y="10800"/>
                  </a:cubicBezTo>
                  <a:cubicBezTo>
                    <a:pt x="17903" y="10800"/>
                    <a:pt x="17903" y="10800"/>
                    <a:pt x="17903" y="10800"/>
                  </a:cubicBezTo>
                  <a:cubicBezTo>
                    <a:pt x="18019" y="10700"/>
                    <a:pt x="18019" y="10700"/>
                    <a:pt x="18019" y="10700"/>
                  </a:cubicBezTo>
                  <a:cubicBezTo>
                    <a:pt x="18019" y="10601"/>
                    <a:pt x="18019" y="10601"/>
                    <a:pt x="18019" y="10601"/>
                  </a:cubicBezTo>
                  <a:cubicBezTo>
                    <a:pt x="17903" y="10601"/>
                    <a:pt x="17903" y="10601"/>
                    <a:pt x="17903" y="10601"/>
                  </a:cubicBezTo>
                  <a:cubicBezTo>
                    <a:pt x="17788" y="10601"/>
                    <a:pt x="17788" y="10601"/>
                    <a:pt x="17788" y="10601"/>
                  </a:cubicBezTo>
                  <a:close/>
                  <a:moveTo>
                    <a:pt x="18481" y="10304"/>
                  </a:moveTo>
                  <a:cubicBezTo>
                    <a:pt x="18481" y="10403"/>
                    <a:pt x="18481" y="10403"/>
                    <a:pt x="18481" y="10403"/>
                  </a:cubicBezTo>
                  <a:cubicBezTo>
                    <a:pt x="18365" y="10502"/>
                    <a:pt x="18365" y="10502"/>
                    <a:pt x="18365" y="10502"/>
                  </a:cubicBezTo>
                  <a:cubicBezTo>
                    <a:pt x="18481" y="10601"/>
                    <a:pt x="18481" y="10601"/>
                    <a:pt x="18481" y="10601"/>
                  </a:cubicBezTo>
                  <a:cubicBezTo>
                    <a:pt x="18481" y="10700"/>
                    <a:pt x="18481" y="10700"/>
                    <a:pt x="18481" y="10700"/>
                  </a:cubicBezTo>
                  <a:cubicBezTo>
                    <a:pt x="18596" y="10601"/>
                    <a:pt x="18596" y="10601"/>
                    <a:pt x="18596" y="10601"/>
                  </a:cubicBezTo>
                  <a:cubicBezTo>
                    <a:pt x="18712" y="10601"/>
                    <a:pt x="18712" y="10601"/>
                    <a:pt x="18712" y="10601"/>
                  </a:cubicBezTo>
                  <a:cubicBezTo>
                    <a:pt x="18827" y="10601"/>
                    <a:pt x="18827" y="10601"/>
                    <a:pt x="18827" y="10601"/>
                  </a:cubicBezTo>
                  <a:cubicBezTo>
                    <a:pt x="18827" y="10700"/>
                    <a:pt x="18827" y="10700"/>
                    <a:pt x="18827" y="10700"/>
                  </a:cubicBezTo>
                  <a:cubicBezTo>
                    <a:pt x="18827" y="10700"/>
                    <a:pt x="18827" y="10700"/>
                    <a:pt x="18827" y="10700"/>
                  </a:cubicBezTo>
                  <a:cubicBezTo>
                    <a:pt x="18943" y="10601"/>
                    <a:pt x="18943" y="10601"/>
                    <a:pt x="18943" y="10601"/>
                  </a:cubicBezTo>
                  <a:cubicBezTo>
                    <a:pt x="18943" y="10601"/>
                    <a:pt x="18943" y="10601"/>
                    <a:pt x="18943" y="10601"/>
                  </a:cubicBezTo>
                  <a:cubicBezTo>
                    <a:pt x="18943" y="10502"/>
                    <a:pt x="18943" y="10502"/>
                    <a:pt x="18943" y="10502"/>
                  </a:cubicBezTo>
                  <a:cubicBezTo>
                    <a:pt x="18943" y="10403"/>
                    <a:pt x="18943" y="10403"/>
                    <a:pt x="18943" y="10403"/>
                  </a:cubicBezTo>
                  <a:cubicBezTo>
                    <a:pt x="18827" y="10502"/>
                    <a:pt x="18827" y="10502"/>
                    <a:pt x="18827" y="10502"/>
                  </a:cubicBezTo>
                  <a:cubicBezTo>
                    <a:pt x="18827" y="10502"/>
                    <a:pt x="18827" y="10502"/>
                    <a:pt x="18827" y="10502"/>
                  </a:cubicBezTo>
                  <a:cubicBezTo>
                    <a:pt x="18827" y="10502"/>
                    <a:pt x="18827" y="10502"/>
                    <a:pt x="18827" y="10502"/>
                  </a:cubicBezTo>
                  <a:cubicBezTo>
                    <a:pt x="18712" y="10403"/>
                    <a:pt x="18712" y="10403"/>
                    <a:pt x="18712" y="10403"/>
                  </a:cubicBezTo>
                  <a:cubicBezTo>
                    <a:pt x="18712" y="10403"/>
                    <a:pt x="18712" y="10403"/>
                    <a:pt x="18712" y="10403"/>
                  </a:cubicBezTo>
                  <a:cubicBezTo>
                    <a:pt x="18712" y="10304"/>
                    <a:pt x="18712" y="10304"/>
                    <a:pt x="18712" y="10304"/>
                  </a:cubicBezTo>
                  <a:cubicBezTo>
                    <a:pt x="18712" y="10304"/>
                    <a:pt x="18712" y="10304"/>
                    <a:pt x="18712" y="10304"/>
                  </a:cubicBezTo>
                  <a:cubicBezTo>
                    <a:pt x="18827" y="10304"/>
                    <a:pt x="18827" y="10304"/>
                    <a:pt x="18827" y="10304"/>
                  </a:cubicBezTo>
                  <a:cubicBezTo>
                    <a:pt x="18827" y="10205"/>
                    <a:pt x="18827" y="10205"/>
                    <a:pt x="18827" y="10205"/>
                  </a:cubicBezTo>
                  <a:cubicBezTo>
                    <a:pt x="18712" y="10205"/>
                    <a:pt x="18712" y="10205"/>
                    <a:pt x="18712" y="10205"/>
                  </a:cubicBezTo>
                  <a:cubicBezTo>
                    <a:pt x="18596" y="10304"/>
                    <a:pt x="18596" y="10304"/>
                    <a:pt x="18596" y="10304"/>
                  </a:cubicBezTo>
                  <a:cubicBezTo>
                    <a:pt x="18596" y="10205"/>
                    <a:pt x="18596" y="10205"/>
                    <a:pt x="18596" y="10205"/>
                  </a:cubicBezTo>
                  <a:cubicBezTo>
                    <a:pt x="18481" y="10304"/>
                    <a:pt x="18481" y="10304"/>
                    <a:pt x="18481" y="10304"/>
                  </a:cubicBezTo>
                  <a:cubicBezTo>
                    <a:pt x="18481" y="10304"/>
                    <a:pt x="18481" y="10304"/>
                    <a:pt x="18481" y="10304"/>
                  </a:cubicBezTo>
                  <a:close/>
                  <a:moveTo>
                    <a:pt x="18596" y="9016"/>
                  </a:moveTo>
                  <a:cubicBezTo>
                    <a:pt x="18481" y="9016"/>
                    <a:pt x="18481" y="9016"/>
                    <a:pt x="18481" y="9016"/>
                  </a:cubicBezTo>
                  <a:cubicBezTo>
                    <a:pt x="18481" y="9115"/>
                    <a:pt x="18481" y="9115"/>
                    <a:pt x="18481" y="9115"/>
                  </a:cubicBezTo>
                  <a:cubicBezTo>
                    <a:pt x="18596" y="9115"/>
                    <a:pt x="18596" y="9115"/>
                    <a:pt x="18596" y="9115"/>
                  </a:cubicBezTo>
                  <a:cubicBezTo>
                    <a:pt x="18596" y="9214"/>
                    <a:pt x="18596" y="9214"/>
                    <a:pt x="18596" y="9214"/>
                  </a:cubicBezTo>
                  <a:cubicBezTo>
                    <a:pt x="18481" y="9214"/>
                    <a:pt x="18481" y="9214"/>
                    <a:pt x="18481" y="9214"/>
                  </a:cubicBezTo>
                  <a:cubicBezTo>
                    <a:pt x="18481" y="9313"/>
                    <a:pt x="18481" y="9313"/>
                    <a:pt x="18481" y="9313"/>
                  </a:cubicBezTo>
                  <a:cubicBezTo>
                    <a:pt x="18596" y="9412"/>
                    <a:pt x="18596" y="9412"/>
                    <a:pt x="18596" y="9412"/>
                  </a:cubicBezTo>
                  <a:cubicBezTo>
                    <a:pt x="18596" y="9511"/>
                    <a:pt x="18596" y="9511"/>
                    <a:pt x="18596" y="9511"/>
                  </a:cubicBezTo>
                  <a:cubicBezTo>
                    <a:pt x="18596" y="9611"/>
                    <a:pt x="18596" y="9611"/>
                    <a:pt x="18596" y="9611"/>
                  </a:cubicBezTo>
                  <a:cubicBezTo>
                    <a:pt x="18596" y="9710"/>
                    <a:pt x="18596" y="9710"/>
                    <a:pt x="18596" y="9710"/>
                  </a:cubicBezTo>
                  <a:cubicBezTo>
                    <a:pt x="18596" y="9710"/>
                    <a:pt x="18596" y="9710"/>
                    <a:pt x="18596" y="9710"/>
                  </a:cubicBezTo>
                  <a:cubicBezTo>
                    <a:pt x="18596" y="9710"/>
                    <a:pt x="18596" y="9710"/>
                    <a:pt x="18596" y="9710"/>
                  </a:cubicBezTo>
                  <a:cubicBezTo>
                    <a:pt x="18596" y="9611"/>
                    <a:pt x="18596" y="9611"/>
                    <a:pt x="18596" y="9611"/>
                  </a:cubicBezTo>
                  <a:cubicBezTo>
                    <a:pt x="18712" y="9511"/>
                    <a:pt x="18712" y="9511"/>
                    <a:pt x="18712" y="9511"/>
                  </a:cubicBezTo>
                  <a:cubicBezTo>
                    <a:pt x="18712" y="9412"/>
                    <a:pt x="18712" y="9412"/>
                    <a:pt x="18712" y="9412"/>
                  </a:cubicBezTo>
                  <a:cubicBezTo>
                    <a:pt x="18596" y="9313"/>
                    <a:pt x="18596" y="9313"/>
                    <a:pt x="18596" y="9313"/>
                  </a:cubicBezTo>
                  <a:cubicBezTo>
                    <a:pt x="18596" y="9214"/>
                    <a:pt x="18596" y="9214"/>
                    <a:pt x="18596" y="9214"/>
                  </a:cubicBezTo>
                  <a:cubicBezTo>
                    <a:pt x="18596" y="9115"/>
                    <a:pt x="18596" y="9115"/>
                    <a:pt x="18596" y="9115"/>
                  </a:cubicBezTo>
                  <a:cubicBezTo>
                    <a:pt x="18596" y="9016"/>
                    <a:pt x="18596" y="9016"/>
                    <a:pt x="18596" y="9016"/>
                  </a:cubicBezTo>
                  <a:cubicBezTo>
                    <a:pt x="18596" y="9016"/>
                    <a:pt x="18596" y="9016"/>
                    <a:pt x="18596" y="9016"/>
                  </a:cubicBezTo>
                  <a:close/>
                  <a:moveTo>
                    <a:pt x="17788" y="9214"/>
                  </a:moveTo>
                  <a:cubicBezTo>
                    <a:pt x="17788" y="9313"/>
                    <a:pt x="17788" y="9313"/>
                    <a:pt x="17788" y="9313"/>
                  </a:cubicBezTo>
                  <a:cubicBezTo>
                    <a:pt x="17788" y="9313"/>
                    <a:pt x="17788" y="9313"/>
                    <a:pt x="17788" y="9313"/>
                  </a:cubicBezTo>
                  <a:cubicBezTo>
                    <a:pt x="17903" y="9313"/>
                    <a:pt x="17903" y="9313"/>
                    <a:pt x="17903" y="9313"/>
                  </a:cubicBezTo>
                  <a:cubicBezTo>
                    <a:pt x="18019" y="9214"/>
                    <a:pt x="18019" y="9214"/>
                    <a:pt x="18019" y="9214"/>
                  </a:cubicBezTo>
                  <a:cubicBezTo>
                    <a:pt x="17903" y="9214"/>
                    <a:pt x="17903" y="9214"/>
                    <a:pt x="17903" y="9214"/>
                  </a:cubicBezTo>
                  <a:cubicBezTo>
                    <a:pt x="17788" y="9214"/>
                    <a:pt x="17788" y="9214"/>
                    <a:pt x="17788" y="9214"/>
                  </a:cubicBezTo>
                  <a:cubicBezTo>
                    <a:pt x="17788" y="9214"/>
                    <a:pt x="17788" y="9214"/>
                    <a:pt x="17788" y="9214"/>
                  </a:cubicBezTo>
                  <a:close/>
                  <a:moveTo>
                    <a:pt x="17672" y="9115"/>
                  </a:moveTo>
                  <a:cubicBezTo>
                    <a:pt x="17672" y="9115"/>
                    <a:pt x="17672" y="9115"/>
                    <a:pt x="17672" y="9115"/>
                  </a:cubicBezTo>
                  <a:cubicBezTo>
                    <a:pt x="17788" y="9115"/>
                    <a:pt x="17788" y="9115"/>
                    <a:pt x="17788" y="9115"/>
                  </a:cubicBezTo>
                  <a:cubicBezTo>
                    <a:pt x="17788" y="9016"/>
                    <a:pt x="17788" y="9016"/>
                    <a:pt x="17788" y="9016"/>
                  </a:cubicBezTo>
                  <a:cubicBezTo>
                    <a:pt x="17672" y="9016"/>
                    <a:pt x="17672" y="9016"/>
                    <a:pt x="17672" y="9016"/>
                  </a:cubicBezTo>
                  <a:cubicBezTo>
                    <a:pt x="17672" y="9115"/>
                    <a:pt x="17672" y="9115"/>
                    <a:pt x="17672" y="9115"/>
                  </a:cubicBezTo>
                  <a:close/>
                  <a:moveTo>
                    <a:pt x="18365" y="7728"/>
                  </a:moveTo>
                  <a:cubicBezTo>
                    <a:pt x="18365" y="7827"/>
                    <a:pt x="18365" y="7827"/>
                    <a:pt x="18365" y="7827"/>
                  </a:cubicBezTo>
                  <a:cubicBezTo>
                    <a:pt x="18481" y="7926"/>
                    <a:pt x="18481" y="7926"/>
                    <a:pt x="18481" y="7926"/>
                  </a:cubicBezTo>
                  <a:cubicBezTo>
                    <a:pt x="18596" y="7926"/>
                    <a:pt x="18596" y="7926"/>
                    <a:pt x="18596" y="7926"/>
                  </a:cubicBezTo>
                  <a:cubicBezTo>
                    <a:pt x="18596" y="7827"/>
                    <a:pt x="18596" y="7827"/>
                    <a:pt x="18596" y="7827"/>
                  </a:cubicBezTo>
                  <a:cubicBezTo>
                    <a:pt x="18481" y="7827"/>
                    <a:pt x="18481" y="7827"/>
                    <a:pt x="18481" y="7827"/>
                  </a:cubicBezTo>
                  <a:cubicBezTo>
                    <a:pt x="18365" y="7728"/>
                    <a:pt x="18365" y="7728"/>
                    <a:pt x="18365" y="7728"/>
                  </a:cubicBezTo>
                  <a:cubicBezTo>
                    <a:pt x="18365" y="7728"/>
                    <a:pt x="18365" y="7728"/>
                    <a:pt x="18365" y="7728"/>
                  </a:cubicBezTo>
                  <a:cubicBezTo>
                    <a:pt x="18365" y="7728"/>
                    <a:pt x="18365" y="7728"/>
                    <a:pt x="18365" y="7728"/>
                  </a:cubicBezTo>
                  <a:close/>
                  <a:moveTo>
                    <a:pt x="18943" y="8124"/>
                  </a:moveTo>
                  <a:cubicBezTo>
                    <a:pt x="18943" y="8124"/>
                    <a:pt x="19058" y="8124"/>
                    <a:pt x="19058" y="8124"/>
                  </a:cubicBezTo>
                  <a:cubicBezTo>
                    <a:pt x="19058" y="8124"/>
                    <a:pt x="19058" y="8124"/>
                    <a:pt x="19058" y="8124"/>
                  </a:cubicBezTo>
                  <a:cubicBezTo>
                    <a:pt x="19058" y="8124"/>
                    <a:pt x="19058" y="8124"/>
                    <a:pt x="19058" y="8124"/>
                  </a:cubicBezTo>
                  <a:cubicBezTo>
                    <a:pt x="19058" y="8025"/>
                    <a:pt x="19058" y="8025"/>
                    <a:pt x="19058" y="8025"/>
                  </a:cubicBezTo>
                  <a:cubicBezTo>
                    <a:pt x="19058" y="7926"/>
                    <a:pt x="19058" y="7926"/>
                    <a:pt x="19058" y="7926"/>
                  </a:cubicBezTo>
                  <a:cubicBezTo>
                    <a:pt x="19174" y="7926"/>
                    <a:pt x="19174" y="7926"/>
                    <a:pt x="19174" y="7926"/>
                  </a:cubicBezTo>
                  <a:cubicBezTo>
                    <a:pt x="19174" y="7827"/>
                    <a:pt x="19174" y="7827"/>
                    <a:pt x="19174" y="7827"/>
                  </a:cubicBezTo>
                  <a:cubicBezTo>
                    <a:pt x="19058" y="7926"/>
                    <a:pt x="19058" y="7926"/>
                    <a:pt x="19058" y="7926"/>
                  </a:cubicBezTo>
                  <a:cubicBezTo>
                    <a:pt x="19058" y="8025"/>
                    <a:pt x="19058" y="8025"/>
                    <a:pt x="19058" y="8025"/>
                  </a:cubicBezTo>
                  <a:cubicBezTo>
                    <a:pt x="18943" y="8124"/>
                    <a:pt x="18943" y="8124"/>
                    <a:pt x="18943" y="8124"/>
                  </a:cubicBezTo>
                  <a:close/>
                  <a:moveTo>
                    <a:pt x="18712" y="7629"/>
                  </a:moveTo>
                  <a:cubicBezTo>
                    <a:pt x="18712" y="7629"/>
                    <a:pt x="18712" y="7629"/>
                    <a:pt x="18712" y="7629"/>
                  </a:cubicBezTo>
                  <a:cubicBezTo>
                    <a:pt x="18712" y="7629"/>
                    <a:pt x="18712" y="7629"/>
                    <a:pt x="18712" y="7629"/>
                  </a:cubicBezTo>
                  <a:cubicBezTo>
                    <a:pt x="18827" y="7530"/>
                    <a:pt x="18827" y="7530"/>
                    <a:pt x="18827" y="7530"/>
                  </a:cubicBezTo>
                  <a:cubicBezTo>
                    <a:pt x="18827" y="7530"/>
                    <a:pt x="18827" y="7530"/>
                    <a:pt x="18827" y="7530"/>
                  </a:cubicBezTo>
                  <a:cubicBezTo>
                    <a:pt x="18712" y="7530"/>
                    <a:pt x="18712" y="7530"/>
                    <a:pt x="18712" y="7530"/>
                  </a:cubicBezTo>
                  <a:cubicBezTo>
                    <a:pt x="18712" y="7629"/>
                    <a:pt x="18712" y="7629"/>
                    <a:pt x="18712" y="7629"/>
                  </a:cubicBezTo>
                  <a:close/>
                  <a:moveTo>
                    <a:pt x="18712" y="7332"/>
                  </a:moveTo>
                  <a:cubicBezTo>
                    <a:pt x="18712" y="7332"/>
                    <a:pt x="18712" y="7332"/>
                    <a:pt x="18712" y="7332"/>
                  </a:cubicBezTo>
                  <a:cubicBezTo>
                    <a:pt x="18827" y="7431"/>
                    <a:pt x="18827" y="7431"/>
                    <a:pt x="18827" y="7431"/>
                  </a:cubicBezTo>
                  <a:cubicBezTo>
                    <a:pt x="18827" y="7332"/>
                    <a:pt x="18827" y="7332"/>
                    <a:pt x="18827" y="7332"/>
                  </a:cubicBezTo>
                  <a:cubicBezTo>
                    <a:pt x="18827" y="7332"/>
                    <a:pt x="18827" y="7332"/>
                    <a:pt x="18827" y="7332"/>
                  </a:cubicBezTo>
                  <a:cubicBezTo>
                    <a:pt x="18712" y="7332"/>
                    <a:pt x="18712" y="7332"/>
                    <a:pt x="18712" y="7332"/>
                  </a:cubicBezTo>
                  <a:close/>
                  <a:moveTo>
                    <a:pt x="19174" y="6440"/>
                  </a:moveTo>
                  <a:cubicBezTo>
                    <a:pt x="19289" y="6539"/>
                    <a:pt x="19289" y="6539"/>
                    <a:pt x="19289" y="6539"/>
                  </a:cubicBezTo>
                  <a:cubicBezTo>
                    <a:pt x="19289" y="6638"/>
                    <a:pt x="19289" y="6638"/>
                    <a:pt x="19289" y="6638"/>
                  </a:cubicBezTo>
                  <a:cubicBezTo>
                    <a:pt x="19289" y="6539"/>
                    <a:pt x="19289" y="6539"/>
                    <a:pt x="19289" y="6539"/>
                  </a:cubicBezTo>
                  <a:cubicBezTo>
                    <a:pt x="19405" y="6440"/>
                    <a:pt x="19405" y="6440"/>
                    <a:pt x="19405" y="6440"/>
                  </a:cubicBezTo>
                  <a:cubicBezTo>
                    <a:pt x="19405" y="6341"/>
                    <a:pt x="19405" y="6341"/>
                    <a:pt x="19405" y="6341"/>
                  </a:cubicBezTo>
                  <a:cubicBezTo>
                    <a:pt x="19405" y="6341"/>
                    <a:pt x="19405" y="6341"/>
                    <a:pt x="19405" y="6341"/>
                  </a:cubicBezTo>
                  <a:cubicBezTo>
                    <a:pt x="19405" y="6242"/>
                    <a:pt x="19405" y="6242"/>
                    <a:pt x="19405" y="6242"/>
                  </a:cubicBezTo>
                  <a:cubicBezTo>
                    <a:pt x="19289" y="6341"/>
                    <a:pt x="19289" y="6341"/>
                    <a:pt x="19289" y="6341"/>
                  </a:cubicBezTo>
                  <a:cubicBezTo>
                    <a:pt x="19289" y="6341"/>
                    <a:pt x="19289" y="6341"/>
                    <a:pt x="19289" y="6341"/>
                  </a:cubicBezTo>
                  <a:cubicBezTo>
                    <a:pt x="19174" y="6440"/>
                    <a:pt x="19174" y="6440"/>
                    <a:pt x="19174" y="6440"/>
                  </a:cubicBezTo>
                  <a:close/>
                  <a:moveTo>
                    <a:pt x="18943" y="5350"/>
                  </a:moveTo>
                  <a:cubicBezTo>
                    <a:pt x="18943" y="5350"/>
                    <a:pt x="18943" y="5350"/>
                    <a:pt x="18943" y="5350"/>
                  </a:cubicBezTo>
                  <a:cubicBezTo>
                    <a:pt x="18943" y="5251"/>
                    <a:pt x="18943" y="5251"/>
                    <a:pt x="18943" y="5251"/>
                  </a:cubicBezTo>
                  <a:cubicBezTo>
                    <a:pt x="19058" y="5251"/>
                    <a:pt x="19058" y="5251"/>
                    <a:pt x="19058" y="5251"/>
                  </a:cubicBezTo>
                  <a:cubicBezTo>
                    <a:pt x="19174" y="5251"/>
                    <a:pt x="19174" y="5251"/>
                    <a:pt x="19174" y="5251"/>
                  </a:cubicBezTo>
                  <a:cubicBezTo>
                    <a:pt x="19174" y="5152"/>
                    <a:pt x="19174" y="5152"/>
                    <a:pt x="19174" y="5152"/>
                  </a:cubicBezTo>
                  <a:cubicBezTo>
                    <a:pt x="19058" y="5053"/>
                    <a:pt x="19058" y="5053"/>
                    <a:pt x="19058" y="5053"/>
                  </a:cubicBezTo>
                  <a:cubicBezTo>
                    <a:pt x="18943" y="5152"/>
                    <a:pt x="18943" y="5152"/>
                    <a:pt x="18943" y="5152"/>
                  </a:cubicBezTo>
                  <a:cubicBezTo>
                    <a:pt x="18943" y="5251"/>
                    <a:pt x="18943" y="5251"/>
                    <a:pt x="18943" y="5251"/>
                  </a:cubicBezTo>
                  <a:cubicBezTo>
                    <a:pt x="18943" y="5350"/>
                    <a:pt x="18943" y="5350"/>
                    <a:pt x="18943" y="5350"/>
                  </a:cubicBezTo>
                  <a:close/>
                  <a:moveTo>
                    <a:pt x="19982" y="3170"/>
                  </a:moveTo>
                  <a:cubicBezTo>
                    <a:pt x="19982" y="3071"/>
                    <a:pt x="19982" y="3071"/>
                    <a:pt x="19982" y="3071"/>
                  </a:cubicBezTo>
                  <a:cubicBezTo>
                    <a:pt x="19982" y="2972"/>
                    <a:pt x="19982" y="2972"/>
                    <a:pt x="19982" y="2972"/>
                  </a:cubicBezTo>
                  <a:cubicBezTo>
                    <a:pt x="19982" y="2873"/>
                    <a:pt x="19982" y="2873"/>
                    <a:pt x="19982" y="2873"/>
                  </a:cubicBezTo>
                  <a:cubicBezTo>
                    <a:pt x="19982" y="2873"/>
                    <a:pt x="19982" y="2873"/>
                    <a:pt x="19982" y="2873"/>
                  </a:cubicBezTo>
                  <a:cubicBezTo>
                    <a:pt x="19982" y="2774"/>
                    <a:pt x="19982" y="2774"/>
                    <a:pt x="19982" y="2774"/>
                  </a:cubicBezTo>
                  <a:cubicBezTo>
                    <a:pt x="19867" y="2774"/>
                    <a:pt x="19867" y="2774"/>
                    <a:pt x="19867" y="2774"/>
                  </a:cubicBezTo>
                  <a:cubicBezTo>
                    <a:pt x="19867" y="2873"/>
                    <a:pt x="19867" y="2873"/>
                    <a:pt x="19867" y="2873"/>
                  </a:cubicBezTo>
                  <a:cubicBezTo>
                    <a:pt x="19982" y="2873"/>
                    <a:pt x="19982" y="2873"/>
                    <a:pt x="19982" y="2873"/>
                  </a:cubicBezTo>
                  <a:cubicBezTo>
                    <a:pt x="19982" y="2972"/>
                    <a:pt x="19982" y="2972"/>
                    <a:pt x="19982" y="2972"/>
                  </a:cubicBezTo>
                  <a:cubicBezTo>
                    <a:pt x="19867" y="2972"/>
                    <a:pt x="19867" y="2972"/>
                    <a:pt x="19867" y="2972"/>
                  </a:cubicBezTo>
                  <a:cubicBezTo>
                    <a:pt x="19982" y="3170"/>
                    <a:pt x="19982" y="3170"/>
                    <a:pt x="19982" y="3170"/>
                  </a:cubicBezTo>
                  <a:close/>
                  <a:moveTo>
                    <a:pt x="19636" y="3368"/>
                  </a:moveTo>
                  <a:cubicBezTo>
                    <a:pt x="19636" y="3368"/>
                    <a:pt x="19636" y="3368"/>
                    <a:pt x="19636" y="3368"/>
                  </a:cubicBezTo>
                  <a:cubicBezTo>
                    <a:pt x="19751" y="3368"/>
                    <a:pt x="19751" y="3368"/>
                    <a:pt x="19751" y="3368"/>
                  </a:cubicBezTo>
                  <a:cubicBezTo>
                    <a:pt x="19751" y="3170"/>
                    <a:pt x="19751" y="3170"/>
                    <a:pt x="19751" y="3170"/>
                  </a:cubicBezTo>
                  <a:cubicBezTo>
                    <a:pt x="19636" y="3170"/>
                    <a:pt x="19636" y="3170"/>
                    <a:pt x="19636" y="3170"/>
                  </a:cubicBezTo>
                  <a:cubicBezTo>
                    <a:pt x="19636" y="3170"/>
                    <a:pt x="19636" y="3170"/>
                    <a:pt x="19636" y="3170"/>
                  </a:cubicBezTo>
                  <a:cubicBezTo>
                    <a:pt x="19636" y="3269"/>
                    <a:pt x="19636" y="3269"/>
                    <a:pt x="19636" y="3269"/>
                  </a:cubicBezTo>
                  <a:cubicBezTo>
                    <a:pt x="19636" y="3368"/>
                    <a:pt x="19636" y="3368"/>
                    <a:pt x="19636" y="3368"/>
                  </a:cubicBezTo>
                  <a:close/>
                  <a:moveTo>
                    <a:pt x="19520" y="3170"/>
                  </a:moveTo>
                  <a:cubicBezTo>
                    <a:pt x="19520" y="3170"/>
                    <a:pt x="19520" y="3170"/>
                    <a:pt x="19520" y="3170"/>
                  </a:cubicBezTo>
                  <a:cubicBezTo>
                    <a:pt x="19520" y="3170"/>
                    <a:pt x="19520" y="3170"/>
                    <a:pt x="19520" y="3170"/>
                  </a:cubicBezTo>
                  <a:cubicBezTo>
                    <a:pt x="19636" y="3071"/>
                    <a:pt x="19636" y="3071"/>
                    <a:pt x="19636" y="3071"/>
                  </a:cubicBezTo>
                  <a:cubicBezTo>
                    <a:pt x="19636" y="2972"/>
                    <a:pt x="19636" y="2972"/>
                    <a:pt x="19636" y="2972"/>
                  </a:cubicBezTo>
                  <a:cubicBezTo>
                    <a:pt x="19636" y="2972"/>
                    <a:pt x="19636" y="2972"/>
                    <a:pt x="19636" y="2972"/>
                  </a:cubicBezTo>
                  <a:cubicBezTo>
                    <a:pt x="19636" y="2873"/>
                    <a:pt x="19636" y="2873"/>
                    <a:pt x="19636" y="2873"/>
                  </a:cubicBezTo>
                  <a:cubicBezTo>
                    <a:pt x="19520" y="2972"/>
                    <a:pt x="19520" y="2972"/>
                    <a:pt x="19520" y="2972"/>
                  </a:cubicBezTo>
                  <a:cubicBezTo>
                    <a:pt x="19405" y="2972"/>
                    <a:pt x="19405" y="2972"/>
                    <a:pt x="19405" y="2972"/>
                  </a:cubicBezTo>
                  <a:cubicBezTo>
                    <a:pt x="19520" y="3071"/>
                    <a:pt x="19520" y="3071"/>
                    <a:pt x="19520" y="3071"/>
                  </a:cubicBezTo>
                  <a:cubicBezTo>
                    <a:pt x="19520" y="3170"/>
                    <a:pt x="19520" y="3170"/>
                    <a:pt x="19520" y="3170"/>
                  </a:cubicBezTo>
                  <a:close/>
                  <a:moveTo>
                    <a:pt x="14091" y="198"/>
                  </a:moveTo>
                  <a:cubicBezTo>
                    <a:pt x="14091" y="198"/>
                    <a:pt x="14091" y="198"/>
                    <a:pt x="14091" y="198"/>
                  </a:cubicBezTo>
                  <a:cubicBezTo>
                    <a:pt x="14207" y="198"/>
                    <a:pt x="14207" y="198"/>
                    <a:pt x="14207" y="198"/>
                  </a:cubicBezTo>
                  <a:cubicBezTo>
                    <a:pt x="14207" y="99"/>
                    <a:pt x="14207" y="99"/>
                    <a:pt x="14207" y="99"/>
                  </a:cubicBezTo>
                  <a:cubicBezTo>
                    <a:pt x="14091" y="99"/>
                    <a:pt x="14091" y="99"/>
                    <a:pt x="14091" y="99"/>
                  </a:cubicBezTo>
                  <a:cubicBezTo>
                    <a:pt x="14091" y="99"/>
                    <a:pt x="14091" y="99"/>
                    <a:pt x="14091" y="99"/>
                  </a:cubicBezTo>
                  <a:cubicBezTo>
                    <a:pt x="14091" y="198"/>
                    <a:pt x="14091" y="198"/>
                    <a:pt x="14091" y="198"/>
                  </a:cubicBezTo>
                  <a:cubicBezTo>
                    <a:pt x="14091" y="198"/>
                    <a:pt x="14091" y="198"/>
                    <a:pt x="14091" y="198"/>
                  </a:cubicBezTo>
                  <a:close/>
                  <a:moveTo>
                    <a:pt x="14091" y="396"/>
                  </a:moveTo>
                  <a:cubicBezTo>
                    <a:pt x="14091" y="396"/>
                    <a:pt x="14091" y="396"/>
                    <a:pt x="14091" y="396"/>
                  </a:cubicBezTo>
                  <a:cubicBezTo>
                    <a:pt x="14207" y="396"/>
                    <a:pt x="14207" y="396"/>
                    <a:pt x="14207" y="396"/>
                  </a:cubicBezTo>
                  <a:cubicBezTo>
                    <a:pt x="14207" y="396"/>
                    <a:pt x="14207" y="396"/>
                    <a:pt x="14207" y="396"/>
                  </a:cubicBezTo>
                  <a:cubicBezTo>
                    <a:pt x="14207" y="297"/>
                    <a:pt x="14207" y="297"/>
                    <a:pt x="14207" y="297"/>
                  </a:cubicBezTo>
                  <a:cubicBezTo>
                    <a:pt x="14207" y="297"/>
                    <a:pt x="14207" y="297"/>
                    <a:pt x="14207" y="297"/>
                  </a:cubicBezTo>
                  <a:cubicBezTo>
                    <a:pt x="14091" y="297"/>
                    <a:pt x="14091" y="297"/>
                    <a:pt x="14091" y="297"/>
                  </a:cubicBezTo>
                  <a:cubicBezTo>
                    <a:pt x="14091" y="396"/>
                    <a:pt x="14091" y="396"/>
                    <a:pt x="14091" y="396"/>
                  </a:cubicBezTo>
                  <a:close/>
                  <a:moveTo>
                    <a:pt x="13629" y="396"/>
                  </a:moveTo>
                  <a:cubicBezTo>
                    <a:pt x="13745" y="495"/>
                    <a:pt x="13745" y="495"/>
                    <a:pt x="13745" y="495"/>
                  </a:cubicBezTo>
                  <a:cubicBezTo>
                    <a:pt x="13745" y="495"/>
                    <a:pt x="13745" y="495"/>
                    <a:pt x="13745" y="495"/>
                  </a:cubicBezTo>
                  <a:cubicBezTo>
                    <a:pt x="13860" y="495"/>
                    <a:pt x="13860" y="495"/>
                    <a:pt x="13860" y="495"/>
                  </a:cubicBezTo>
                  <a:cubicBezTo>
                    <a:pt x="13860" y="495"/>
                    <a:pt x="13860" y="495"/>
                    <a:pt x="13860" y="495"/>
                  </a:cubicBezTo>
                  <a:cubicBezTo>
                    <a:pt x="13976" y="396"/>
                    <a:pt x="13976" y="396"/>
                    <a:pt x="13976" y="396"/>
                  </a:cubicBezTo>
                  <a:cubicBezTo>
                    <a:pt x="13745" y="396"/>
                    <a:pt x="13745" y="396"/>
                    <a:pt x="13745" y="396"/>
                  </a:cubicBezTo>
                  <a:cubicBezTo>
                    <a:pt x="13745" y="297"/>
                    <a:pt x="13745" y="297"/>
                    <a:pt x="13745" y="297"/>
                  </a:cubicBezTo>
                  <a:cubicBezTo>
                    <a:pt x="13745" y="198"/>
                    <a:pt x="13745" y="198"/>
                    <a:pt x="13745" y="198"/>
                  </a:cubicBezTo>
                  <a:cubicBezTo>
                    <a:pt x="13745" y="297"/>
                    <a:pt x="13745" y="297"/>
                    <a:pt x="13745" y="297"/>
                  </a:cubicBezTo>
                  <a:cubicBezTo>
                    <a:pt x="13629" y="297"/>
                    <a:pt x="13629" y="297"/>
                    <a:pt x="13629" y="297"/>
                  </a:cubicBezTo>
                  <a:cubicBezTo>
                    <a:pt x="13629" y="297"/>
                    <a:pt x="13629" y="297"/>
                    <a:pt x="13629" y="297"/>
                  </a:cubicBezTo>
                  <a:cubicBezTo>
                    <a:pt x="13629" y="396"/>
                    <a:pt x="13629" y="396"/>
                    <a:pt x="13629" y="396"/>
                  </a:cubicBezTo>
                  <a:close/>
                  <a:moveTo>
                    <a:pt x="13398" y="495"/>
                  </a:moveTo>
                  <a:cubicBezTo>
                    <a:pt x="13398" y="495"/>
                    <a:pt x="13398" y="495"/>
                    <a:pt x="13398" y="495"/>
                  </a:cubicBezTo>
                  <a:cubicBezTo>
                    <a:pt x="13514" y="495"/>
                    <a:pt x="13514" y="495"/>
                    <a:pt x="13514" y="495"/>
                  </a:cubicBezTo>
                  <a:cubicBezTo>
                    <a:pt x="13514" y="495"/>
                    <a:pt x="13514" y="495"/>
                    <a:pt x="13514" y="495"/>
                  </a:cubicBezTo>
                  <a:cubicBezTo>
                    <a:pt x="13514" y="495"/>
                    <a:pt x="13514" y="495"/>
                    <a:pt x="13514" y="495"/>
                  </a:cubicBezTo>
                  <a:cubicBezTo>
                    <a:pt x="13398" y="396"/>
                    <a:pt x="13398" y="396"/>
                    <a:pt x="13398" y="396"/>
                  </a:cubicBezTo>
                  <a:cubicBezTo>
                    <a:pt x="13398" y="495"/>
                    <a:pt x="13398" y="495"/>
                    <a:pt x="13398" y="495"/>
                  </a:cubicBezTo>
                  <a:close/>
                  <a:moveTo>
                    <a:pt x="11897" y="792"/>
                  </a:moveTo>
                  <a:cubicBezTo>
                    <a:pt x="11897" y="891"/>
                    <a:pt x="11897" y="891"/>
                    <a:pt x="11897" y="891"/>
                  </a:cubicBezTo>
                  <a:cubicBezTo>
                    <a:pt x="12012" y="891"/>
                    <a:pt x="12012" y="891"/>
                    <a:pt x="12012" y="891"/>
                  </a:cubicBezTo>
                  <a:cubicBezTo>
                    <a:pt x="12128" y="990"/>
                    <a:pt x="12128" y="990"/>
                    <a:pt x="12128" y="990"/>
                  </a:cubicBezTo>
                  <a:cubicBezTo>
                    <a:pt x="12243" y="990"/>
                    <a:pt x="12243" y="990"/>
                    <a:pt x="12243" y="990"/>
                  </a:cubicBezTo>
                  <a:cubicBezTo>
                    <a:pt x="12243" y="891"/>
                    <a:pt x="12243" y="891"/>
                    <a:pt x="12243" y="891"/>
                  </a:cubicBezTo>
                  <a:cubicBezTo>
                    <a:pt x="12243" y="792"/>
                    <a:pt x="12243" y="792"/>
                    <a:pt x="12243" y="792"/>
                  </a:cubicBezTo>
                  <a:cubicBezTo>
                    <a:pt x="12243" y="792"/>
                    <a:pt x="12243" y="792"/>
                    <a:pt x="12243" y="792"/>
                  </a:cubicBezTo>
                  <a:cubicBezTo>
                    <a:pt x="12243" y="792"/>
                    <a:pt x="12243" y="792"/>
                    <a:pt x="12243" y="792"/>
                  </a:cubicBezTo>
                  <a:cubicBezTo>
                    <a:pt x="12243" y="693"/>
                    <a:pt x="12243" y="693"/>
                    <a:pt x="12243" y="693"/>
                  </a:cubicBezTo>
                  <a:cubicBezTo>
                    <a:pt x="12128" y="693"/>
                    <a:pt x="12128" y="693"/>
                    <a:pt x="12128" y="693"/>
                  </a:cubicBezTo>
                  <a:cubicBezTo>
                    <a:pt x="12012" y="594"/>
                    <a:pt x="12012" y="594"/>
                    <a:pt x="12012" y="594"/>
                  </a:cubicBezTo>
                  <a:cubicBezTo>
                    <a:pt x="12012" y="693"/>
                    <a:pt x="12012" y="693"/>
                    <a:pt x="12012" y="693"/>
                  </a:cubicBezTo>
                  <a:cubicBezTo>
                    <a:pt x="12012" y="792"/>
                    <a:pt x="12012" y="792"/>
                    <a:pt x="12012" y="792"/>
                  </a:cubicBezTo>
                  <a:cubicBezTo>
                    <a:pt x="12012" y="792"/>
                    <a:pt x="12012" y="792"/>
                    <a:pt x="12012" y="792"/>
                  </a:cubicBezTo>
                  <a:cubicBezTo>
                    <a:pt x="12012" y="792"/>
                    <a:pt x="12012" y="792"/>
                    <a:pt x="12012" y="792"/>
                  </a:cubicBezTo>
                  <a:cubicBezTo>
                    <a:pt x="11897" y="792"/>
                    <a:pt x="11897" y="792"/>
                    <a:pt x="11897" y="792"/>
                  </a:cubicBezTo>
                  <a:cubicBezTo>
                    <a:pt x="11897" y="792"/>
                    <a:pt x="11897" y="792"/>
                    <a:pt x="11897" y="792"/>
                  </a:cubicBezTo>
                  <a:close/>
                  <a:moveTo>
                    <a:pt x="11781" y="891"/>
                  </a:moveTo>
                  <a:cubicBezTo>
                    <a:pt x="11897" y="990"/>
                    <a:pt x="11897" y="990"/>
                    <a:pt x="11897" y="990"/>
                  </a:cubicBezTo>
                  <a:cubicBezTo>
                    <a:pt x="11897" y="990"/>
                    <a:pt x="11897" y="990"/>
                    <a:pt x="11897" y="990"/>
                  </a:cubicBezTo>
                  <a:cubicBezTo>
                    <a:pt x="11897" y="891"/>
                    <a:pt x="11897" y="891"/>
                    <a:pt x="11897" y="891"/>
                  </a:cubicBezTo>
                  <a:cubicBezTo>
                    <a:pt x="11781" y="792"/>
                    <a:pt x="11781" y="792"/>
                    <a:pt x="11781" y="792"/>
                  </a:cubicBezTo>
                  <a:cubicBezTo>
                    <a:pt x="11781" y="891"/>
                    <a:pt x="11781" y="891"/>
                    <a:pt x="11781" y="891"/>
                  </a:cubicBezTo>
                  <a:close/>
                  <a:moveTo>
                    <a:pt x="11319" y="792"/>
                  </a:moveTo>
                  <a:cubicBezTo>
                    <a:pt x="11319" y="891"/>
                    <a:pt x="11319" y="891"/>
                    <a:pt x="11319" y="891"/>
                  </a:cubicBezTo>
                  <a:cubicBezTo>
                    <a:pt x="11435" y="891"/>
                    <a:pt x="11435" y="891"/>
                    <a:pt x="11435" y="891"/>
                  </a:cubicBezTo>
                  <a:cubicBezTo>
                    <a:pt x="11435" y="891"/>
                    <a:pt x="11435" y="891"/>
                    <a:pt x="11435" y="891"/>
                  </a:cubicBezTo>
                  <a:cubicBezTo>
                    <a:pt x="11550" y="891"/>
                    <a:pt x="11550" y="891"/>
                    <a:pt x="11550" y="891"/>
                  </a:cubicBezTo>
                  <a:cubicBezTo>
                    <a:pt x="11550" y="891"/>
                    <a:pt x="11550" y="891"/>
                    <a:pt x="11550" y="891"/>
                  </a:cubicBezTo>
                  <a:cubicBezTo>
                    <a:pt x="11435" y="891"/>
                    <a:pt x="11435" y="891"/>
                    <a:pt x="11435" y="891"/>
                  </a:cubicBezTo>
                  <a:cubicBezTo>
                    <a:pt x="11435" y="792"/>
                    <a:pt x="11435" y="792"/>
                    <a:pt x="11435" y="792"/>
                  </a:cubicBezTo>
                  <a:cubicBezTo>
                    <a:pt x="11435" y="792"/>
                    <a:pt x="11435" y="792"/>
                    <a:pt x="11435" y="792"/>
                  </a:cubicBezTo>
                  <a:cubicBezTo>
                    <a:pt x="11319" y="693"/>
                    <a:pt x="11319" y="693"/>
                    <a:pt x="11319" y="693"/>
                  </a:cubicBezTo>
                  <a:cubicBezTo>
                    <a:pt x="11319" y="792"/>
                    <a:pt x="11319" y="792"/>
                    <a:pt x="11319" y="792"/>
                  </a:cubicBezTo>
                  <a:cubicBezTo>
                    <a:pt x="11319" y="792"/>
                    <a:pt x="11319" y="792"/>
                    <a:pt x="11319" y="792"/>
                  </a:cubicBezTo>
                  <a:close/>
                  <a:moveTo>
                    <a:pt x="10973" y="1585"/>
                  </a:moveTo>
                  <a:cubicBezTo>
                    <a:pt x="10973" y="1585"/>
                    <a:pt x="10973" y="1585"/>
                    <a:pt x="10973" y="1585"/>
                  </a:cubicBezTo>
                  <a:cubicBezTo>
                    <a:pt x="11088" y="1585"/>
                    <a:pt x="11088" y="1585"/>
                    <a:pt x="11088" y="1585"/>
                  </a:cubicBezTo>
                  <a:cubicBezTo>
                    <a:pt x="11088" y="1486"/>
                    <a:pt x="11088" y="1486"/>
                    <a:pt x="11088" y="1486"/>
                  </a:cubicBezTo>
                  <a:cubicBezTo>
                    <a:pt x="11088" y="1486"/>
                    <a:pt x="11088" y="1486"/>
                    <a:pt x="11088" y="1486"/>
                  </a:cubicBezTo>
                  <a:cubicBezTo>
                    <a:pt x="10973" y="1387"/>
                    <a:pt x="10973" y="1387"/>
                    <a:pt x="10973" y="1387"/>
                  </a:cubicBezTo>
                  <a:cubicBezTo>
                    <a:pt x="10973" y="1288"/>
                    <a:pt x="10973" y="1288"/>
                    <a:pt x="10973" y="1288"/>
                  </a:cubicBezTo>
                  <a:cubicBezTo>
                    <a:pt x="10857" y="1288"/>
                    <a:pt x="10857" y="1288"/>
                    <a:pt x="10857" y="1288"/>
                  </a:cubicBezTo>
                  <a:cubicBezTo>
                    <a:pt x="10857" y="1387"/>
                    <a:pt x="10857" y="1387"/>
                    <a:pt x="10857" y="1387"/>
                  </a:cubicBezTo>
                  <a:cubicBezTo>
                    <a:pt x="10973" y="1387"/>
                    <a:pt x="10973" y="1387"/>
                    <a:pt x="10973" y="1387"/>
                  </a:cubicBezTo>
                  <a:cubicBezTo>
                    <a:pt x="10973" y="1486"/>
                    <a:pt x="10973" y="1486"/>
                    <a:pt x="10973" y="1486"/>
                  </a:cubicBezTo>
                  <a:cubicBezTo>
                    <a:pt x="10973" y="1585"/>
                    <a:pt x="10973" y="1585"/>
                    <a:pt x="10973" y="1585"/>
                  </a:cubicBezTo>
                  <a:close/>
                  <a:moveTo>
                    <a:pt x="11088" y="2278"/>
                  </a:moveTo>
                  <a:cubicBezTo>
                    <a:pt x="11204" y="2278"/>
                    <a:pt x="11204" y="2278"/>
                    <a:pt x="11204" y="2278"/>
                  </a:cubicBezTo>
                  <a:cubicBezTo>
                    <a:pt x="11319" y="2278"/>
                    <a:pt x="11319" y="2278"/>
                    <a:pt x="11319" y="2278"/>
                  </a:cubicBezTo>
                  <a:cubicBezTo>
                    <a:pt x="11319" y="2179"/>
                    <a:pt x="11319" y="2179"/>
                    <a:pt x="11319" y="2179"/>
                  </a:cubicBezTo>
                  <a:cubicBezTo>
                    <a:pt x="11204" y="2179"/>
                    <a:pt x="11204" y="2179"/>
                    <a:pt x="11204" y="2179"/>
                  </a:cubicBezTo>
                  <a:cubicBezTo>
                    <a:pt x="11204" y="2080"/>
                    <a:pt x="11204" y="2080"/>
                    <a:pt x="11204" y="2080"/>
                  </a:cubicBezTo>
                  <a:cubicBezTo>
                    <a:pt x="11204" y="2080"/>
                    <a:pt x="11204" y="2080"/>
                    <a:pt x="11204" y="2080"/>
                  </a:cubicBezTo>
                  <a:cubicBezTo>
                    <a:pt x="11088" y="2080"/>
                    <a:pt x="11088" y="2080"/>
                    <a:pt x="11088" y="2080"/>
                  </a:cubicBezTo>
                  <a:cubicBezTo>
                    <a:pt x="10973" y="2179"/>
                    <a:pt x="10973" y="2179"/>
                    <a:pt x="10973" y="2179"/>
                  </a:cubicBezTo>
                  <a:cubicBezTo>
                    <a:pt x="10973" y="2278"/>
                    <a:pt x="10973" y="2278"/>
                    <a:pt x="10973" y="2278"/>
                  </a:cubicBezTo>
                  <a:cubicBezTo>
                    <a:pt x="11088" y="2278"/>
                    <a:pt x="11088" y="2278"/>
                    <a:pt x="11088" y="2278"/>
                  </a:cubicBezTo>
                  <a:cubicBezTo>
                    <a:pt x="11088" y="2278"/>
                    <a:pt x="11088" y="2278"/>
                    <a:pt x="11088" y="2278"/>
                  </a:cubicBezTo>
                  <a:close/>
                  <a:moveTo>
                    <a:pt x="11088" y="2377"/>
                  </a:moveTo>
                  <a:cubicBezTo>
                    <a:pt x="11088" y="2477"/>
                    <a:pt x="11088" y="2477"/>
                    <a:pt x="11088" y="2477"/>
                  </a:cubicBezTo>
                  <a:cubicBezTo>
                    <a:pt x="11088" y="2576"/>
                    <a:pt x="11088" y="2576"/>
                    <a:pt x="11088" y="2576"/>
                  </a:cubicBezTo>
                  <a:cubicBezTo>
                    <a:pt x="11088" y="2576"/>
                    <a:pt x="11088" y="2576"/>
                    <a:pt x="11088" y="2576"/>
                  </a:cubicBezTo>
                  <a:cubicBezTo>
                    <a:pt x="11319" y="2675"/>
                    <a:pt x="11319" y="2675"/>
                    <a:pt x="11319" y="2675"/>
                  </a:cubicBezTo>
                  <a:cubicBezTo>
                    <a:pt x="11319" y="2675"/>
                    <a:pt x="11319" y="2675"/>
                    <a:pt x="11319" y="2675"/>
                  </a:cubicBezTo>
                  <a:cubicBezTo>
                    <a:pt x="11319" y="2477"/>
                    <a:pt x="11319" y="2477"/>
                    <a:pt x="11319" y="2477"/>
                  </a:cubicBezTo>
                  <a:cubicBezTo>
                    <a:pt x="11204" y="2377"/>
                    <a:pt x="11204" y="2377"/>
                    <a:pt x="11204" y="2377"/>
                  </a:cubicBezTo>
                  <a:cubicBezTo>
                    <a:pt x="11204" y="2377"/>
                    <a:pt x="11204" y="2377"/>
                    <a:pt x="11204" y="2377"/>
                  </a:cubicBezTo>
                  <a:cubicBezTo>
                    <a:pt x="11088" y="2377"/>
                    <a:pt x="11088" y="2377"/>
                    <a:pt x="11088" y="2377"/>
                  </a:cubicBezTo>
                  <a:close/>
                  <a:moveTo>
                    <a:pt x="9702" y="1684"/>
                  </a:moveTo>
                  <a:cubicBezTo>
                    <a:pt x="9702" y="1585"/>
                    <a:pt x="9702" y="1585"/>
                    <a:pt x="9702" y="1585"/>
                  </a:cubicBezTo>
                  <a:cubicBezTo>
                    <a:pt x="9702" y="1585"/>
                    <a:pt x="9702" y="1585"/>
                    <a:pt x="9702" y="1585"/>
                  </a:cubicBezTo>
                  <a:cubicBezTo>
                    <a:pt x="9702" y="1585"/>
                    <a:pt x="9702" y="1585"/>
                    <a:pt x="9702" y="1585"/>
                  </a:cubicBezTo>
                  <a:cubicBezTo>
                    <a:pt x="9702" y="1486"/>
                    <a:pt x="9702" y="1486"/>
                    <a:pt x="9702" y="1486"/>
                  </a:cubicBezTo>
                  <a:cubicBezTo>
                    <a:pt x="9587" y="1486"/>
                    <a:pt x="9587" y="1486"/>
                    <a:pt x="9587" y="1486"/>
                  </a:cubicBezTo>
                  <a:cubicBezTo>
                    <a:pt x="9587" y="1585"/>
                    <a:pt x="9587" y="1585"/>
                    <a:pt x="9587" y="1585"/>
                  </a:cubicBezTo>
                  <a:cubicBezTo>
                    <a:pt x="9702" y="1684"/>
                    <a:pt x="9702" y="1684"/>
                    <a:pt x="9702" y="1684"/>
                  </a:cubicBezTo>
                  <a:close/>
                  <a:moveTo>
                    <a:pt x="9471" y="2179"/>
                  </a:moveTo>
                  <a:cubicBezTo>
                    <a:pt x="9471" y="2179"/>
                    <a:pt x="9471" y="2179"/>
                    <a:pt x="9471" y="2179"/>
                  </a:cubicBezTo>
                  <a:cubicBezTo>
                    <a:pt x="9587" y="2080"/>
                    <a:pt x="9587" y="2080"/>
                    <a:pt x="9587" y="2080"/>
                  </a:cubicBezTo>
                  <a:cubicBezTo>
                    <a:pt x="9587" y="1981"/>
                    <a:pt x="9587" y="1981"/>
                    <a:pt x="9587" y="1981"/>
                  </a:cubicBezTo>
                  <a:cubicBezTo>
                    <a:pt x="9471" y="1882"/>
                    <a:pt x="9471" y="1882"/>
                    <a:pt x="9471" y="1882"/>
                  </a:cubicBezTo>
                  <a:cubicBezTo>
                    <a:pt x="9471" y="1783"/>
                    <a:pt x="9471" y="1783"/>
                    <a:pt x="9471" y="1783"/>
                  </a:cubicBezTo>
                  <a:cubicBezTo>
                    <a:pt x="9471" y="1684"/>
                    <a:pt x="9471" y="1684"/>
                    <a:pt x="9471" y="1684"/>
                  </a:cubicBezTo>
                  <a:cubicBezTo>
                    <a:pt x="9471" y="1585"/>
                    <a:pt x="9471" y="1585"/>
                    <a:pt x="9471" y="1585"/>
                  </a:cubicBezTo>
                  <a:cubicBezTo>
                    <a:pt x="9471" y="1486"/>
                    <a:pt x="9471" y="1486"/>
                    <a:pt x="9471" y="1486"/>
                  </a:cubicBezTo>
                  <a:cubicBezTo>
                    <a:pt x="9471" y="1387"/>
                    <a:pt x="9471" y="1387"/>
                    <a:pt x="9471" y="1387"/>
                  </a:cubicBezTo>
                  <a:cubicBezTo>
                    <a:pt x="9356" y="1288"/>
                    <a:pt x="9356" y="1288"/>
                    <a:pt x="9356" y="1288"/>
                  </a:cubicBezTo>
                  <a:cubicBezTo>
                    <a:pt x="9356" y="1387"/>
                    <a:pt x="9356" y="1387"/>
                    <a:pt x="9356" y="1387"/>
                  </a:cubicBezTo>
                  <a:cubicBezTo>
                    <a:pt x="9356" y="1585"/>
                    <a:pt x="9356" y="1585"/>
                    <a:pt x="9356" y="1585"/>
                  </a:cubicBezTo>
                  <a:cubicBezTo>
                    <a:pt x="9240" y="1684"/>
                    <a:pt x="9240" y="1684"/>
                    <a:pt x="9240" y="1684"/>
                  </a:cubicBezTo>
                  <a:cubicBezTo>
                    <a:pt x="9240" y="1783"/>
                    <a:pt x="9240" y="1783"/>
                    <a:pt x="9240" y="1783"/>
                  </a:cubicBezTo>
                  <a:cubicBezTo>
                    <a:pt x="9356" y="1882"/>
                    <a:pt x="9356" y="1882"/>
                    <a:pt x="9356" y="1882"/>
                  </a:cubicBezTo>
                  <a:cubicBezTo>
                    <a:pt x="9356" y="1981"/>
                    <a:pt x="9356" y="1981"/>
                    <a:pt x="9356" y="1981"/>
                  </a:cubicBezTo>
                  <a:cubicBezTo>
                    <a:pt x="9471" y="2179"/>
                    <a:pt x="9471" y="2179"/>
                    <a:pt x="9471" y="2179"/>
                  </a:cubicBezTo>
                  <a:close/>
                  <a:moveTo>
                    <a:pt x="3927" y="2774"/>
                  </a:moveTo>
                  <a:cubicBezTo>
                    <a:pt x="4042" y="2873"/>
                    <a:pt x="4042" y="2873"/>
                    <a:pt x="4042" y="2873"/>
                  </a:cubicBezTo>
                  <a:cubicBezTo>
                    <a:pt x="4042" y="2873"/>
                    <a:pt x="4042" y="2873"/>
                    <a:pt x="4042" y="2873"/>
                  </a:cubicBezTo>
                  <a:cubicBezTo>
                    <a:pt x="4042" y="2972"/>
                    <a:pt x="4042" y="2972"/>
                    <a:pt x="4042" y="2972"/>
                  </a:cubicBezTo>
                  <a:cubicBezTo>
                    <a:pt x="4158" y="2873"/>
                    <a:pt x="4158" y="2873"/>
                    <a:pt x="4158" y="2873"/>
                  </a:cubicBezTo>
                  <a:cubicBezTo>
                    <a:pt x="4042" y="2774"/>
                    <a:pt x="4042" y="2774"/>
                    <a:pt x="4042" y="2774"/>
                  </a:cubicBezTo>
                  <a:cubicBezTo>
                    <a:pt x="3927" y="2774"/>
                    <a:pt x="3927" y="2774"/>
                    <a:pt x="3927" y="2774"/>
                  </a:cubicBezTo>
                  <a:close/>
                  <a:moveTo>
                    <a:pt x="462" y="6242"/>
                  </a:moveTo>
                  <a:cubicBezTo>
                    <a:pt x="577" y="6341"/>
                    <a:pt x="577" y="6341"/>
                    <a:pt x="577" y="6341"/>
                  </a:cubicBezTo>
                  <a:cubicBezTo>
                    <a:pt x="693" y="6341"/>
                    <a:pt x="693" y="6341"/>
                    <a:pt x="693" y="6341"/>
                  </a:cubicBezTo>
                  <a:cubicBezTo>
                    <a:pt x="693" y="6341"/>
                    <a:pt x="693" y="6341"/>
                    <a:pt x="693" y="6341"/>
                  </a:cubicBezTo>
                  <a:cubicBezTo>
                    <a:pt x="808" y="6341"/>
                    <a:pt x="808" y="6341"/>
                    <a:pt x="808" y="6341"/>
                  </a:cubicBezTo>
                  <a:cubicBezTo>
                    <a:pt x="808" y="6341"/>
                    <a:pt x="808" y="6341"/>
                    <a:pt x="808" y="6341"/>
                  </a:cubicBezTo>
                  <a:cubicBezTo>
                    <a:pt x="693" y="6341"/>
                    <a:pt x="693" y="6341"/>
                    <a:pt x="693" y="6341"/>
                  </a:cubicBezTo>
                  <a:cubicBezTo>
                    <a:pt x="577" y="6242"/>
                    <a:pt x="577" y="6242"/>
                    <a:pt x="577" y="6242"/>
                  </a:cubicBezTo>
                  <a:cubicBezTo>
                    <a:pt x="577" y="6242"/>
                    <a:pt x="577" y="6242"/>
                    <a:pt x="577" y="6242"/>
                  </a:cubicBezTo>
                  <a:cubicBezTo>
                    <a:pt x="462" y="6242"/>
                    <a:pt x="462" y="6242"/>
                    <a:pt x="462" y="6242"/>
                  </a:cubicBezTo>
                  <a:cubicBezTo>
                    <a:pt x="462" y="6242"/>
                    <a:pt x="462" y="6242"/>
                    <a:pt x="462" y="6242"/>
                  </a:cubicBezTo>
                  <a:close/>
                  <a:moveTo>
                    <a:pt x="0" y="6242"/>
                  </a:moveTo>
                  <a:cubicBezTo>
                    <a:pt x="115" y="6341"/>
                    <a:pt x="115" y="6341"/>
                    <a:pt x="115" y="6341"/>
                  </a:cubicBezTo>
                  <a:cubicBezTo>
                    <a:pt x="231" y="6341"/>
                    <a:pt x="231" y="6341"/>
                    <a:pt x="231" y="6341"/>
                  </a:cubicBezTo>
                  <a:cubicBezTo>
                    <a:pt x="231" y="6440"/>
                    <a:pt x="231" y="6440"/>
                    <a:pt x="231" y="6440"/>
                  </a:cubicBezTo>
                  <a:cubicBezTo>
                    <a:pt x="346" y="6341"/>
                    <a:pt x="346" y="6341"/>
                    <a:pt x="346" y="6341"/>
                  </a:cubicBezTo>
                  <a:cubicBezTo>
                    <a:pt x="231" y="6242"/>
                    <a:pt x="231" y="6242"/>
                    <a:pt x="231" y="6242"/>
                  </a:cubicBezTo>
                  <a:cubicBezTo>
                    <a:pt x="115" y="6242"/>
                    <a:pt x="115" y="6242"/>
                    <a:pt x="115" y="6242"/>
                  </a:cubicBezTo>
                  <a:cubicBezTo>
                    <a:pt x="0" y="6242"/>
                    <a:pt x="0" y="6242"/>
                    <a:pt x="0" y="6242"/>
                  </a:cubicBezTo>
                  <a:cubicBezTo>
                    <a:pt x="0" y="6242"/>
                    <a:pt x="0" y="6242"/>
                    <a:pt x="0" y="6242"/>
                  </a:cubicBezTo>
                  <a:close/>
                  <a:moveTo>
                    <a:pt x="3927" y="9611"/>
                  </a:moveTo>
                  <a:cubicBezTo>
                    <a:pt x="3811" y="9611"/>
                    <a:pt x="3811" y="9611"/>
                    <a:pt x="3811" y="9611"/>
                  </a:cubicBezTo>
                  <a:cubicBezTo>
                    <a:pt x="3927" y="9611"/>
                    <a:pt x="3927" y="9611"/>
                    <a:pt x="3927" y="9611"/>
                  </a:cubicBezTo>
                  <a:cubicBezTo>
                    <a:pt x="3927" y="9611"/>
                    <a:pt x="3927" y="9611"/>
                    <a:pt x="3927" y="9611"/>
                  </a:cubicBezTo>
                  <a:cubicBezTo>
                    <a:pt x="3927" y="9511"/>
                    <a:pt x="3927" y="9511"/>
                    <a:pt x="3927" y="9511"/>
                  </a:cubicBezTo>
                  <a:cubicBezTo>
                    <a:pt x="3927" y="9611"/>
                    <a:pt x="3927" y="9611"/>
                    <a:pt x="3927" y="9611"/>
                  </a:cubicBezTo>
                  <a:close/>
                  <a:moveTo>
                    <a:pt x="3927" y="9908"/>
                  </a:moveTo>
                  <a:cubicBezTo>
                    <a:pt x="3927" y="9908"/>
                    <a:pt x="3927" y="9908"/>
                    <a:pt x="3927" y="9908"/>
                  </a:cubicBezTo>
                  <a:cubicBezTo>
                    <a:pt x="4042" y="9908"/>
                    <a:pt x="4042" y="9908"/>
                    <a:pt x="4042" y="9908"/>
                  </a:cubicBezTo>
                  <a:cubicBezTo>
                    <a:pt x="4158" y="9908"/>
                    <a:pt x="4158" y="9908"/>
                    <a:pt x="4158" y="9908"/>
                  </a:cubicBezTo>
                  <a:cubicBezTo>
                    <a:pt x="4273" y="10007"/>
                    <a:pt x="4273" y="10007"/>
                    <a:pt x="4273" y="10007"/>
                  </a:cubicBezTo>
                  <a:cubicBezTo>
                    <a:pt x="4273" y="10007"/>
                    <a:pt x="4273" y="10007"/>
                    <a:pt x="4273" y="10007"/>
                  </a:cubicBezTo>
                  <a:cubicBezTo>
                    <a:pt x="4273" y="9908"/>
                    <a:pt x="4273" y="9908"/>
                    <a:pt x="4273" y="9908"/>
                  </a:cubicBezTo>
                  <a:cubicBezTo>
                    <a:pt x="4273" y="9908"/>
                    <a:pt x="4273" y="9908"/>
                    <a:pt x="4273" y="9908"/>
                  </a:cubicBezTo>
                  <a:cubicBezTo>
                    <a:pt x="4158" y="9908"/>
                    <a:pt x="4158" y="9908"/>
                    <a:pt x="4158" y="9908"/>
                  </a:cubicBezTo>
                  <a:cubicBezTo>
                    <a:pt x="4042" y="9908"/>
                    <a:pt x="4042" y="9908"/>
                    <a:pt x="4042" y="9908"/>
                  </a:cubicBezTo>
                  <a:cubicBezTo>
                    <a:pt x="3927" y="9809"/>
                    <a:pt x="3927" y="9809"/>
                    <a:pt x="3927" y="9809"/>
                  </a:cubicBezTo>
                  <a:cubicBezTo>
                    <a:pt x="3927" y="9809"/>
                    <a:pt x="3927" y="9809"/>
                    <a:pt x="3927" y="9809"/>
                  </a:cubicBezTo>
                  <a:cubicBezTo>
                    <a:pt x="3927" y="9908"/>
                    <a:pt x="3927" y="9908"/>
                    <a:pt x="3927" y="9908"/>
                  </a:cubicBezTo>
                  <a:cubicBezTo>
                    <a:pt x="3927" y="9908"/>
                    <a:pt x="3927" y="9908"/>
                    <a:pt x="3927" y="9908"/>
                  </a:cubicBezTo>
                  <a:close/>
                  <a:moveTo>
                    <a:pt x="4042" y="10007"/>
                  </a:moveTo>
                  <a:cubicBezTo>
                    <a:pt x="4042" y="10007"/>
                    <a:pt x="4042" y="10007"/>
                    <a:pt x="4042" y="10007"/>
                  </a:cubicBezTo>
                  <a:cubicBezTo>
                    <a:pt x="4042" y="10007"/>
                    <a:pt x="4042" y="10007"/>
                    <a:pt x="4042" y="10007"/>
                  </a:cubicBezTo>
                  <a:cubicBezTo>
                    <a:pt x="4042" y="10007"/>
                    <a:pt x="4042" y="10007"/>
                    <a:pt x="4042" y="10007"/>
                  </a:cubicBezTo>
                  <a:cubicBezTo>
                    <a:pt x="4042" y="10007"/>
                    <a:pt x="4042" y="10007"/>
                    <a:pt x="4042" y="10007"/>
                  </a:cubicBezTo>
                  <a:close/>
                  <a:moveTo>
                    <a:pt x="4042" y="10502"/>
                  </a:moveTo>
                  <a:cubicBezTo>
                    <a:pt x="4042" y="10601"/>
                    <a:pt x="4042" y="10601"/>
                    <a:pt x="4042" y="10601"/>
                  </a:cubicBezTo>
                  <a:cubicBezTo>
                    <a:pt x="4158" y="10601"/>
                    <a:pt x="4158" y="10601"/>
                    <a:pt x="4158" y="10601"/>
                  </a:cubicBezTo>
                  <a:cubicBezTo>
                    <a:pt x="4158" y="10601"/>
                    <a:pt x="4158" y="10601"/>
                    <a:pt x="4158" y="10601"/>
                  </a:cubicBezTo>
                  <a:cubicBezTo>
                    <a:pt x="4273" y="10601"/>
                    <a:pt x="4273" y="10601"/>
                    <a:pt x="4273" y="10601"/>
                  </a:cubicBezTo>
                  <a:cubicBezTo>
                    <a:pt x="4273" y="10502"/>
                    <a:pt x="4273" y="10502"/>
                    <a:pt x="4273" y="10502"/>
                  </a:cubicBezTo>
                  <a:cubicBezTo>
                    <a:pt x="4158" y="10502"/>
                    <a:pt x="4158" y="10502"/>
                    <a:pt x="4158" y="10502"/>
                  </a:cubicBezTo>
                  <a:cubicBezTo>
                    <a:pt x="4042" y="10502"/>
                    <a:pt x="4042" y="10502"/>
                    <a:pt x="4042" y="10502"/>
                  </a:cubicBezTo>
                  <a:cubicBezTo>
                    <a:pt x="4042" y="10502"/>
                    <a:pt x="4042" y="10502"/>
                    <a:pt x="4042" y="10502"/>
                  </a:cubicBezTo>
                  <a:close/>
                  <a:moveTo>
                    <a:pt x="3927" y="10700"/>
                  </a:moveTo>
                  <a:cubicBezTo>
                    <a:pt x="3927" y="10800"/>
                    <a:pt x="3927" y="10800"/>
                    <a:pt x="3927" y="10800"/>
                  </a:cubicBezTo>
                  <a:cubicBezTo>
                    <a:pt x="4042" y="10800"/>
                    <a:pt x="4042" y="10800"/>
                    <a:pt x="4042" y="10800"/>
                  </a:cubicBezTo>
                  <a:cubicBezTo>
                    <a:pt x="4158" y="10700"/>
                    <a:pt x="4158" y="10700"/>
                    <a:pt x="4158" y="10700"/>
                  </a:cubicBezTo>
                  <a:cubicBezTo>
                    <a:pt x="4042" y="10700"/>
                    <a:pt x="4042" y="10700"/>
                    <a:pt x="4042" y="10700"/>
                  </a:cubicBezTo>
                  <a:cubicBezTo>
                    <a:pt x="3927" y="10700"/>
                    <a:pt x="3927" y="10700"/>
                    <a:pt x="3927" y="10700"/>
                  </a:cubicBezTo>
                  <a:cubicBezTo>
                    <a:pt x="3927" y="10700"/>
                    <a:pt x="3927" y="10700"/>
                    <a:pt x="3927" y="10700"/>
                  </a:cubicBezTo>
                  <a:close/>
                  <a:moveTo>
                    <a:pt x="4042" y="10998"/>
                  </a:moveTo>
                  <a:cubicBezTo>
                    <a:pt x="4158" y="10998"/>
                    <a:pt x="4158" y="10998"/>
                    <a:pt x="4158" y="10998"/>
                  </a:cubicBezTo>
                  <a:cubicBezTo>
                    <a:pt x="4158" y="10998"/>
                    <a:pt x="4158" y="10998"/>
                    <a:pt x="4158" y="10998"/>
                  </a:cubicBezTo>
                  <a:cubicBezTo>
                    <a:pt x="4158" y="10998"/>
                    <a:pt x="4158" y="10998"/>
                    <a:pt x="4158" y="10998"/>
                  </a:cubicBezTo>
                  <a:cubicBezTo>
                    <a:pt x="4158" y="10899"/>
                    <a:pt x="4158" y="10899"/>
                    <a:pt x="4158" y="10899"/>
                  </a:cubicBezTo>
                  <a:cubicBezTo>
                    <a:pt x="4042" y="10998"/>
                    <a:pt x="4042" y="10998"/>
                    <a:pt x="4042" y="10998"/>
                  </a:cubicBezTo>
                  <a:cubicBezTo>
                    <a:pt x="4042" y="10998"/>
                    <a:pt x="4042" y="10998"/>
                    <a:pt x="4042" y="10998"/>
                  </a:cubicBezTo>
                  <a:close/>
                  <a:moveTo>
                    <a:pt x="4273" y="11097"/>
                  </a:moveTo>
                  <a:cubicBezTo>
                    <a:pt x="4273" y="11196"/>
                    <a:pt x="4273" y="11196"/>
                    <a:pt x="4273" y="11196"/>
                  </a:cubicBezTo>
                  <a:cubicBezTo>
                    <a:pt x="4273" y="11196"/>
                    <a:pt x="4273" y="11196"/>
                    <a:pt x="4273" y="11196"/>
                  </a:cubicBezTo>
                  <a:cubicBezTo>
                    <a:pt x="4273" y="11097"/>
                    <a:pt x="4273" y="11097"/>
                    <a:pt x="4273" y="11097"/>
                  </a:cubicBezTo>
                  <a:cubicBezTo>
                    <a:pt x="4273" y="11097"/>
                    <a:pt x="4273" y="11097"/>
                    <a:pt x="4273" y="11097"/>
                  </a:cubicBezTo>
                  <a:close/>
                  <a:moveTo>
                    <a:pt x="3927" y="11196"/>
                  </a:moveTo>
                  <a:cubicBezTo>
                    <a:pt x="3927" y="11196"/>
                    <a:pt x="3927" y="11196"/>
                    <a:pt x="3927" y="11196"/>
                  </a:cubicBezTo>
                  <a:cubicBezTo>
                    <a:pt x="3927" y="11097"/>
                    <a:pt x="3927" y="11097"/>
                    <a:pt x="3927" y="11097"/>
                  </a:cubicBezTo>
                  <a:cubicBezTo>
                    <a:pt x="3927" y="11196"/>
                    <a:pt x="3927" y="11196"/>
                    <a:pt x="3927" y="11196"/>
                  </a:cubicBezTo>
                  <a:cubicBezTo>
                    <a:pt x="3927" y="11196"/>
                    <a:pt x="3927" y="11196"/>
                    <a:pt x="3927" y="11196"/>
                  </a:cubicBezTo>
                  <a:close/>
                  <a:moveTo>
                    <a:pt x="4042" y="11196"/>
                  </a:moveTo>
                  <a:cubicBezTo>
                    <a:pt x="4042" y="11196"/>
                    <a:pt x="4042" y="11196"/>
                    <a:pt x="4042" y="11196"/>
                  </a:cubicBezTo>
                  <a:cubicBezTo>
                    <a:pt x="4158" y="11097"/>
                    <a:pt x="4158" y="11097"/>
                    <a:pt x="4158" y="11097"/>
                  </a:cubicBezTo>
                  <a:cubicBezTo>
                    <a:pt x="4042" y="11097"/>
                    <a:pt x="4042" y="11097"/>
                    <a:pt x="4042" y="11097"/>
                  </a:cubicBezTo>
                  <a:cubicBezTo>
                    <a:pt x="4042" y="11196"/>
                    <a:pt x="4042" y="11196"/>
                    <a:pt x="4042" y="11196"/>
                  </a:cubicBezTo>
                  <a:close/>
                  <a:moveTo>
                    <a:pt x="4042" y="11295"/>
                  </a:moveTo>
                  <a:cubicBezTo>
                    <a:pt x="4042" y="11196"/>
                    <a:pt x="4042" y="11196"/>
                    <a:pt x="4042" y="11196"/>
                  </a:cubicBezTo>
                  <a:cubicBezTo>
                    <a:pt x="4042" y="11196"/>
                    <a:pt x="4042" y="11196"/>
                    <a:pt x="4042" y="11196"/>
                  </a:cubicBezTo>
                  <a:cubicBezTo>
                    <a:pt x="4042" y="11196"/>
                    <a:pt x="4042" y="11196"/>
                    <a:pt x="4042" y="11196"/>
                  </a:cubicBezTo>
                  <a:cubicBezTo>
                    <a:pt x="4042" y="11295"/>
                    <a:pt x="4042" y="11295"/>
                    <a:pt x="4042" y="11295"/>
                  </a:cubicBezTo>
                  <a:close/>
                  <a:moveTo>
                    <a:pt x="4042" y="11394"/>
                  </a:moveTo>
                  <a:cubicBezTo>
                    <a:pt x="4158" y="11394"/>
                    <a:pt x="4158" y="11394"/>
                    <a:pt x="4158" y="11394"/>
                  </a:cubicBezTo>
                  <a:cubicBezTo>
                    <a:pt x="4042" y="11394"/>
                    <a:pt x="4042" y="11394"/>
                    <a:pt x="4042" y="11394"/>
                  </a:cubicBezTo>
                  <a:cubicBezTo>
                    <a:pt x="4042" y="11394"/>
                    <a:pt x="4042" y="11394"/>
                    <a:pt x="4042" y="11394"/>
                  </a:cubicBezTo>
                  <a:cubicBezTo>
                    <a:pt x="4042" y="11394"/>
                    <a:pt x="4042" y="11394"/>
                    <a:pt x="4042" y="11394"/>
                  </a:cubicBezTo>
                  <a:cubicBezTo>
                    <a:pt x="4042" y="11394"/>
                    <a:pt x="4042" y="11394"/>
                    <a:pt x="4042" y="11394"/>
                  </a:cubicBezTo>
                  <a:close/>
                  <a:moveTo>
                    <a:pt x="4158" y="11493"/>
                  </a:moveTo>
                  <a:cubicBezTo>
                    <a:pt x="4273" y="11493"/>
                    <a:pt x="4273" y="11493"/>
                    <a:pt x="4273" y="11493"/>
                  </a:cubicBezTo>
                  <a:cubicBezTo>
                    <a:pt x="4273" y="11394"/>
                    <a:pt x="4273" y="11394"/>
                    <a:pt x="4273" y="11394"/>
                  </a:cubicBezTo>
                  <a:cubicBezTo>
                    <a:pt x="4158" y="11394"/>
                    <a:pt x="4158" y="11394"/>
                    <a:pt x="4158" y="11394"/>
                  </a:cubicBezTo>
                  <a:cubicBezTo>
                    <a:pt x="4158" y="11394"/>
                    <a:pt x="4158" y="11394"/>
                    <a:pt x="4158" y="11394"/>
                  </a:cubicBezTo>
                  <a:cubicBezTo>
                    <a:pt x="4158" y="11394"/>
                    <a:pt x="4158" y="11493"/>
                    <a:pt x="4158" y="11493"/>
                  </a:cubicBezTo>
                  <a:close/>
                  <a:moveTo>
                    <a:pt x="3811" y="11691"/>
                  </a:moveTo>
                  <a:cubicBezTo>
                    <a:pt x="3927" y="11592"/>
                    <a:pt x="3927" y="11592"/>
                    <a:pt x="3927" y="11592"/>
                  </a:cubicBezTo>
                  <a:cubicBezTo>
                    <a:pt x="3927" y="11592"/>
                    <a:pt x="3927" y="11592"/>
                    <a:pt x="3927" y="11592"/>
                  </a:cubicBezTo>
                  <a:cubicBezTo>
                    <a:pt x="3927" y="11592"/>
                    <a:pt x="3927" y="11592"/>
                    <a:pt x="3927" y="11592"/>
                  </a:cubicBezTo>
                  <a:cubicBezTo>
                    <a:pt x="3811" y="11592"/>
                    <a:pt x="3811" y="11592"/>
                    <a:pt x="3811" y="11592"/>
                  </a:cubicBezTo>
                  <a:cubicBezTo>
                    <a:pt x="3811" y="11592"/>
                    <a:pt x="3811" y="11592"/>
                    <a:pt x="3811" y="11592"/>
                  </a:cubicBezTo>
                  <a:cubicBezTo>
                    <a:pt x="3811" y="11691"/>
                    <a:pt x="3811" y="11691"/>
                    <a:pt x="3811" y="11691"/>
                  </a:cubicBezTo>
                  <a:close/>
                  <a:moveTo>
                    <a:pt x="4042" y="11790"/>
                  </a:moveTo>
                  <a:cubicBezTo>
                    <a:pt x="4158" y="11691"/>
                    <a:pt x="4158" y="11691"/>
                    <a:pt x="4158" y="11691"/>
                  </a:cubicBezTo>
                  <a:cubicBezTo>
                    <a:pt x="4273" y="11592"/>
                    <a:pt x="4273" y="11592"/>
                    <a:pt x="4273" y="11592"/>
                  </a:cubicBezTo>
                  <a:cubicBezTo>
                    <a:pt x="4273" y="11592"/>
                    <a:pt x="4273" y="11592"/>
                    <a:pt x="4273" y="11592"/>
                  </a:cubicBezTo>
                  <a:cubicBezTo>
                    <a:pt x="4158" y="11592"/>
                    <a:pt x="4158" y="11592"/>
                    <a:pt x="4158" y="11592"/>
                  </a:cubicBezTo>
                  <a:cubicBezTo>
                    <a:pt x="4042" y="11592"/>
                    <a:pt x="4042" y="11592"/>
                    <a:pt x="4042" y="11592"/>
                  </a:cubicBezTo>
                  <a:cubicBezTo>
                    <a:pt x="4042" y="11691"/>
                    <a:pt x="4042" y="11691"/>
                    <a:pt x="4042" y="11691"/>
                  </a:cubicBezTo>
                  <a:cubicBezTo>
                    <a:pt x="4042" y="11691"/>
                    <a:pt x="4042" y="11691"/>
                    <a:pt x="4042" y="11691"/>
                  </a:cubicBezTo>
                  <a:cubicBezTo>
                    <a:pt x="3927" y="11691"/>
                    <a:pt x="3927" y="11691"/>
                    <a:pt x="3927" y="11691"/>
                  </a:cubicBezTo>
                  <a:cubicBezTo>
                    <a:pt x="3927" y="11790"/>
                    <a:pt x="3927" y="11790"/>
                    <a:pt x="3927" y="11790"/>
                  </a:cubicBezTo>
                  <a:cubicBezTo>
                    <a:pt x="3927" y="11790"/>
                    <a:pt x="3927" y="11790"/>
                    <a:pt x="3927" y="11790"/>
                  </a:cubicBezTo>
                  <a:cubicBezTo>
                    <a:pt x="4042" y="11790"/>
                    <a:pt x="4042" y="11790"/>
                    <a:pt x="4042" y="11790"/>
                  </a:cubicBezTo>
                  <a:cubicBezTo>
                    <a:pt x="4042" y="11790"/>
                    <a:pt x="4042" y="11790"/>
                    <a:pt x="4042" y="11790"/>
                  </a:cubicBezTo>
                  <a:close/>
                  <a:moveTo>
                    <a:pt x="4158" y="11790"/>
                  </a:moveTo>
                  <a:cubicBezTo>
                    <a:pt x="4158" y="11790"/>
                    <a:pt x="4158" y="11790"/>
                    <a:pt x="4158" y="11790"/>
                  </a:cubicBezTo>
                  <a:cubicBezTo>
                    <a:pt x="4273" y="11691"/>
                    <a:pt x="4273" y="11691"/>
                    <a:pt x="4273" y="11691"/>
                  </a:cubicBezTo>
                  <a:cubicBezTo>
                    <a:pt x="4273" y="11691"/>
                    <a:pt x="4273" y="11691"/>
                    <a:pt x="4273" y="11691"/>
                  </a:cubicBezTo>
                  <a:cubicBezTo>
                    <a:pt x="4158" y="11790"/>
                    <a:pt x="4158" y="11790"/>
                    <a:pt x="4158" y="11790"/>
                  </a:cubicBezTo>
                  <a:close/>
                  <a:moveTo>
                    <a:pt x="4158" y="11889"/>
                  </a:moveTo>
                  <a:cubicBezTo>
                    <a:pt x="4158" y="11790"/>
                    <a:pt x="4158" y="11790"/>
                    <a:pt x="4158" y="11790"/>
                  </a:cubicBezTo>
                  <a:cubicBezTo>
                    <a:pt x="4158" y="11790"/>
                    <a:pt x="4158" y="11790"/>
                    <a:pt x="4158" y="11790"/>
                  </a:cubicBezTo>
                  <a:cubicBezTo>
                    <a:pt x="4158" y="11790"/>
                    <a:pt x="4158" y="11790"/>
                    <a:pt x="4158" y="11790"/>
                  </a:cubicBezTo>
                  <a:cubicBezTo>
                    <a:pt x="4158" y="11889"/>
                    <a:pt x="4158" y="11889"/>
                    <a:pt x="4158" y="11889"/>
                  </a:cubicBezTo>
                  <a:close/>
                  <a:moveTo>
                    <a:pt x="3927" y="11889"/>
                  </a:moveTo>
                  <a:cubicBezTo>
                    <a:pt x="4042" y="11889"/>
                    <a:pt x="4042" y="11889"/>
                    <a:pt x="4042" y="11889"/>
                  </a:cubicBezTo>
                  <a:cubicBezTo>
                    <a:pt x="3927" y="11790"/>
                    <a:pt x="3927" y="11790"/>
                    <a:pt x="3927" y="11790"/>
                  </a:cubicBezTo>
                  <a:cubicBezTo>
                    <a:pt x="3927" y="11790"/>
                    <a:pt x="3927" y="11790"/>
                    <a:pt x="3927" y="11790"/>
                  </a:cubicBezTo>
                  <a:cubicBezTo>
                    <a:pt x="3927" y="11889"/>
                    <a:pt x="3927" y="11889"/>
                    <a:pt x="3927" y="11889"/>
                  </a:cubicBezTo>
                  <a:cubicBezTo>
                    <a:pt x="3927" y="11889"/>
                    <a:pt x="3927" y="11889"/>
                    <a:pt x="3927" y="11889"/>
                  </a:cubicBezTo>
                  <a:close/>
                  <a:moveTo>
                    <a:pt x="3811" y="12187"/>
                  </a:moveTo>
                  <a:cubicBezTo>
                    <a:pt x="3811" y="12187"/>
                    <a:pt x="3811" y="12187"/>
                    <a:pt x="3811" y="12187"/>
                  </a:cubicBezTo>
                  <a:cubicBezTo>
                    <a:pt x="3811" y="12187"/>
                    <a:pt x="3811" y="12187"/>
                    <a:pt x="3811" y="12187"/>
                  </a:cubicBezTo>
                  <a:cubicBezTo>
                    <a:pt x="3927" y="12088"/>
                    <a:pt x="3927" y="12088"/>
                    <a:pt x="3927" y="12088"/>
                  </a:cubicBezTo>
                  <a:cubicBezTo>
                    <a:pt x="4042" y="12088"/>
                    <a:pt x="4042" y="12088"/>
                    <a:pt x="4042" y="12088"/>
                  </a:cubicBezTo>
                  <a:cubicBezTo>
                    <a:pt x="4042" y="12088"/>
                    <a:pt x="4042" y="12088"/>
                    <a:pt x="4042" y="12088"/>
                  </a:cubicBezTo>
                  <a:cubicBezTo>
                    <a:pt x="4042" y="12088"/>
                    <a:pt x="4042" y="12088"/>
                    <a:pt x="4042" y="12088"/>
                  </a:cubicBezTo>
                  <a:cubicBezTo>
                    <a:pt x="3927" y="12088"/>
                    <a:pt x="3927" y="12088"/>
                    <a:pt x="3927" y="12088"/>
                  </a:cubicBezTo>
                  <a:cubicBezTo>
                    <a:pt x="3811" y="12088"/>
                    <a:pt x="3811" y="12088"/>
                    <a:pt x="3811" y="12088"/>
                  </a:cubicBezTo>
                  <a:cubicBezTo>
                    <a:pt x="3811" y="12088"/>
                    <a:pt x="3811" y="12088"/>
                    <a:pt x="3811" y="12088"/>
                  </a:cubicBezTo>
                  <a:cubicBezTo>
                    <a:pt x="3811" y="12088"/>
                    <a:pt x="3811" y="12187"/>
                    <a:pt x="3811" y="12187"/>
                  </a:cubicBezTo>
                  <a:close/>
                  <a:moveTo>
                    <a:pt x="3696" y="12385"/>
                  </a:moveTo>
                  <a:cubicBezTo>
                    <a:pt x="3696" y="12484"/>
                    <a:pt x="3696" y="12484"/>
                    <a:pt x="3696" y="12484"/>
                  </a:cubicBezTo>
                  <a:cubicBezTo>
                    <a:pt x="3811" y="12484"/>
                    <a:pt x="3811" y="12484"/>
                    <a:pt x="3811" y="12484"/>
                  </a:cubicBezTo>
                  <a:cubicBezTo>
                    <a:pt x="3811" y="12385"/>
                    <a:pt x="3811" y="12385"/>
                    <a:pt x="3811" y="12385"/>
                  </a:cubicBezTo>
                  <a:cubicBezTo>
                    <a:pt x="3811" y="12385"/>
                    <a:pt x="3811" y="12385"/>
                    <a:pt x="3811" y="12385"/>
                  </a:cubicBezTo>
                  <a:cubicBezTo>
                    <a:pt x="3696" y="12385"/>
                    <a:pt x="3696" y="12385"/>
                    <a:pt x="3696" y="12385"/>
                  </a:cubicBezTo>
                  <a:close/>
                  <a:moveTo>
                    <a:pt x="6006" y="21600"/>
                  </a:moveTo>
                  <a:cubicBezTo>
                    <a:pt x="6006" y="21500"/>
                    <a:pt x="6006" y="21500"/>
                    <a:pt x="6006" y="21500"/>
                  </a:cubicBezTo>
                  <a:cubicBezTo>
                    <a:pt x="6121" y="21500"/>
                    <a:pt x="6121" y="21500"/>
                    <a:pt x="6121" y="21500"/>
                  </a:cubicBezTo>
                  <a:cubicBezTo>
                    <a:pt x="6121" y="21500"/>
                    <a:pt x="6121" y="21500"/>
                    <a:pt x="6121" y="21500"/>
                  </a:cubicBezTo>
                  <a:cubicBezTo>
                    <a:pt x="6121" y="21600"/>
                    <a:pt x="6121" y="21600"/>
                    <a:pt x="6121" y="21600"/>
                  </a:cubicBezTo>
                  <a:cubicBezTo>
                    <a:pt x="6006" y="21600"/>
                    <a:pt x="6006" y="21600"/>
                    <a:pt x="6006" y="21600"/>
                  </a:cubicBezTo>
                  <a:cubicBezTo>
                    <a:pt x="6006" y="21600"/>
                    <a:pt x="6006" y="21600"/>
                    <a:pt x="6006" y="21600"/>
                  </a:cubicBezTo>
                  <a:cubicBezTo>
                    <a:pt x="6006" y="21600"/>
                    <a:pt x="6006" y="21600"/>
                    <a:pt x="6006" y="21600"/>
                  </a:cubicBezTo>
                  <a:close/>
                  <a:moveTo>
                    <a:pt x="5428" y="21302"/>
                  </a:moveTo>
                  <a:cubicBezTo>
                    <a:pt x="5428" y="21302"/>
                    <a:pt x="5428" y="21302"/>
                    <a:pt x="5428" y="21302"/>
                  </a:cubicBezTo>
                  <a:cubicBezTo>
                    <a:pt x="5428" y="21302"/>
                    <a:pt x="5428" y="21302"/>
                    <a:pt x="5428" y="21302"/>
                  </a:cubicBezTo>
                  <a:cubicBezTo>
                    <a:pt x="5544" y="21203"/>
                    <a:pt x="5544" y="21203"/>
                    <a:pt x="5544" y="21203"/>
                  </a:cubicBezTo>
                  <a:cubicBezTo>
                    <a:pt x="5544" y="21203"/>
                    <a:pt x="5544" y="21203"/>
                    <a:pt x="5544" y="21203"/>
                  </a:cubicBezTo>
                  <a:cubicBezTo>
                    <a:pt x="5428" y="21203"/>
                    <a:pt x="5428" y="21203"/>
                    <a:pt x="5428" y="21203"/>
                  </a:cubicBezTo>
                  <a:cubicBezTo>
                    <a:pt x="5428" y="21203"/>
                    <a:pt x="5428" y="21203"/>
                    <a:pt x="5428" y="21203"/>
                  </a:cubicBezTo>
                  <a:cubicBezTo>
                    <a:pt x="5428" y="21203"/>
                    <a:pt x="5428" y="21203"/>
                    <a:pt x="5428" y="21203"/>
                  </a:cubicBezTo>
                  <a:cubicBezTo>
                    <a:pt x="5428" y="21302"/>
                    <a:pt x="5428" y="21302"/>
                    <a:pt x="5428" y="21302"/>
                  </a:cubicBezTo>
                  <a:close/>
                  <a:moveTo>
                    <a:pt x="5082" y="20807"/>
                  </a:moveTo>
                  <a:cubicBezTo>
                    <a:pt x="5082" y="20807"/>
                    <a:pt x="5082" y="20807"/>
                    <a:pt x="5082" y="20807"/>
                  </a:cubicBezTo>
                  <a:cubicBezTo>
                    <a:pt x="5082" y="20807"/>
                    <a:pt x="5082" y="20807"/>
                    <a:pt x="5082" y="20807"/>
                  </a:cubicBezTo>
                  <a:cubicBezTo>
                    <a:pt x="5197" y="20807"/>
                    <a:pt x="5197" y="20807"/>
                    <a:pt x="5197" y="20807"/>
                  </a:cubicBezTo>
                  <a:cubicBezTo>
                    <a:pt x="5197" y="20708"/>
                    <a:pt x="5197" y="20708"/>
                    <a:pt x="5197" y="20708"/>
                  </a:cubicBezTo>
                  <a:cubicBezTo>
                    <a:pt x="5082" y="20708"/>
                    <a:pt x="5082" y="20708"/>
                    <a:pt x="5082" y="20708"/>
                  </a:cubicBezTo>
                  <a:cubicBezTo>
                    <a:pt x="5082" y="20807"/>
                    <a:pt x="5082" y="20807"/>
                    <a:pt x="5082" y="20807"/>
                  </a:cubicBezTo>
                  <a:close/>
                  <a:moveTo>
                    <a:pt x="4851" y="20807"/>
                  </a:moveTo>
                  <a:cubicBezTo>
                    <a:pt x="4851" y="20807"/>
                    <a:pt x="4851" y="20807"/>
                    <a:pt x="4851" y="20807"/>
                  </a:cubicBezTo>
                  <a:cubicBezTo>
                    <a:pt x="4966" y="20807"/>
                    <a:pt x="4966" y="20807"/>
                    <a:pt x="4966" y="20807"/>
                  </a:cubicBezTo>
                  <a:cubicBezTo>
                    <a:pt x="4966" y="20807"/>
                    <a:pt x="4966" y="20807"/>
                    <a:pt x="4966" y="20807"/>
                  </a:cubicBezTo>
                  <a:cubicBezTo>
                    <a:pt x="4851" y="20708"/>
                    <a:pt x="4851" y="20708"/>
                    <a:pt x="4851" y="20708"/>
                  </a:cubicBezTo>
                  <a:cubicBezTo>
                    <a:pt x="4851" y="20807"/>
                    <a:pt x="4851" y="20807"/>
                    <a:pt x="4851" y="20807"/>
                  </a:cubicBezTo>
                  <a:close/>
                  <a:moveTo>
                    <a:pt x="4273" y="20807"/>
                  </a:moveTo>
                  <a:cubicBezTo>
                    <a:pt x="4273" y="20807"/>
                    <a:pt x="4273" y="20807"/>
                    <a:pt x="4273" y="20807"/>
                  </a:cubicBezTo>
                  <a:cubicBezTo>
                    <a:pt x="4389" y="20807"/>
                    <a:pt x="4389" y="20807"/>
                    <a:pt x="4389" y="20807"/>
                  </a:cubicBezTo>
                  <a:cubicBezTo>
                    <a:pt x="4389" y="20906"/>
                    <a:pt x="4389" y="20906"/>
                    <a:pt x="4389" y="20906"/>
                  </a:cubicBezTo>
                  <a:cubicBezTo>
                    <a:pt x="4504" y="20906"/>
                    <a:pt x="4504" y="20906"/>
                    <a:pt x="4504" y="20906"/>
                  </a:cubicBezTo>
                  <a:cubicBezTo>
                    <a:pt x="4389" y="20807"/>
                    <a:pt x="4389" y="20807"/>
                    <a:pt x="4389" y="20807"/>
                  </a:cubicBezTo>
                  <a:cubicBezTo>
                    <a:pt x="4389" y="20807"/>
                    <a:pt x="4389" y="20807"/>
                    <a:pt x="4389" y="20807"/>
                  </a:cubicBezTo>
                  <a:cubicBezTo>
                    <a:pt x="4273" y="20807"/>
                    <a:pt x="4273" y="20807"/>
                    <a:pt x="4273" y="20807"/>
                  </a:cubicBezTo>
                  <a:close/>
                  <a:moveTo>
                    <a:pt x="3580" y="18429"/>
                  </a:moveTo>
                  <a:cubicBezTo>
                    <a:pt x="3580" y="18429"/>
                    <a:pt x="3580" y="18429"/>
                    <a:pt x="3580" y="18429"/>
                  </a:cubicBezTo>
                  <a:cubicBezTo>
                    <a:pt x="3696" y="18330"/>
                    <a:pt x="3696" y="18330"/>
                    <a:pt x="3696" y="18330"/>
                  </a:cubicBezTo>
                  <a:cubicBezTo>
                    <a:pt x="3811" y="18231"/>
                    <a:pt x="3811" y="18231"/>
                    <a:pt x="3811" y="18231"/>
                  </a:cubicBezTo>
                  <a:cubicBezTo>
                    <a:pt x="3696" y="18231"/>
                    <a:pt x="3696" y="18231"/>
                    <a:pt x="3696" y="18231"/>
                  </a:cubicBezTo>
                  <a:cubicBezTo>
                    <a:pt x="3696" y="18330"/>
                    <a:pt x="3696" y="18330"/>
                    <a:pt x="3696" y="18330"/>
                  </a:cubicBezTo>
                  <a:cubicBezTo>
                    <a:pt x="3580" y="18429"/>
                    <a:pt x="3580" y="18429"/>
                    <a:pt x="3580" y="18429"/>
                  </a:cubicBezTo>
                  <a:close/>
                  <a:moveTo>
                    <a:pt x="3580" y="18330"/>
                  </a:moveTo>
                  <a:cubicBezTo>
                    <a:pt x="3580" y="18330"/>
                    <a:pt x="3580" y="18330"/>
                    <a:pt x="3580" y="18330"/>
                  </a:cubicBezTo>
                  <a:cubicBezTo>
                    <a:pt x="3580" y="18330"/>
                    <a:pt x="3580" y="18330"/>
                    <a:pt x="3580" y="18330"/>
                  </a:cubicBezTo>
                  <a:cubicBezTo>
                    <a:pt x="3696" y="18330"/>
                    <a:pt x="3696" y="18330"/>
                    <a:pt x="3696" y="18330"/>
                  </a:cubicBezTo>
                  <a:cubicBezTo>
                    <a:pt x="3696" y="18231"/>
                    <a:pt x="3696" y="18231"/>
                    <a:pt x="3696" y="18231"/>
                  </a:cubicBezTo>
                  <a:cubicBezTo>
                    <a:pt x="3696" y="18231"/>
                    <a:pt x="3696" y="18231"/>
                    <a:pt x="3696" y="18231"/>
                  </a:cubicBezTo>
                  <a:cubicBezTo>
                    <a:pt x="3580" y="18330"/>
                    <a:pt x="3580" y="18330"/>
                    <a:pt x="3580" y="18330"/>
                  </a:cubicBezTo>
                  <a:close/>
                  <a:moveTo>
                    <a:pt x="3118" y="17537"/>
                  </a:moveTo>
                  <a:cubicBezTo>
                    <a:pt x="3118" y="17537"/>
                    <a:pt x="3118" y="17537"/>
                    <a:pt x="3118" y="17537"/>
                  </a:cubicBezTo>
                  <a:cubicBezTo>
                    <a:pt x="3118" y="17537"/>
                    <a:pt x="3118" y="17537"/>
                    <a:pt x="3118" y="17537"/>
                  </a:cubicBezTo>
                  <a:cubicBezTo>
                    <a:pt x="3234" y="17537"/>
                    <a:pt x="3234" y="17537"/>
                    <a:pt x="3234" y="17537"/>
                  </a:cubicBezTo>
                  <a:cubicBezTo>
                    <a:pt x="3234" y="17537"/>
                    <a:pt x="3234" y="17537"/>
                    <a:pt x="3234" y="17537"/>
                  </a:cubicBezTo>
                  <a:cubicBezTo>
                    <a:pt x="3234" y="17438"/>
                    <a:pt x="3234" y="17438"/>
                    <a:pt x="3234" y="17438"/>
                  </a:cubicBezTo>
                  <a:cubicBezTo>
                    <a:pt x="3118" y="17537"/>
                    <a:pt x="3118" y="17537"/>
                    <a:pt x="3118" y="17537"/>
                  </a:cubicBezTo>
                  <a:close/>
                  <a:moveTo>
                    <a:pt x="3118" y="17438"/>
                  </a:moveTo>
                  <a:cubicBezTo>
                    <a:pt x="3118" y="17438"/>
                    <a:pt x="3118" y="17438"/>
                    <a:pt x="3118" y="17438"/>
                  </a:cubicBezTo>
                  <a:cubicBezTo>
                    <a:pt x="3234" y="17438"/>
                    <a:pt x="3234" y="17438"/>
                    <a:pt x="3234" y="17438"/>
                  </a:cubicBezTo>
                  <a:cubicBezTo>
                    <a:pt x="3234" y="17339"/>
                    <a:pt x="3234" y="17339"/>
                    <a:pt x="3234" y="17339"/>
                  </a:cubicBezTo>
                  <a:cubicBezTo>
                    <a:pt x="3118" y="17339"/>
                    <a:pt x="3118" y="17339"/>
                    <a:pt x="3118" y="17339"/>
                  </a:cubicBezTo>
                  <a:cubicBezTo>
                    <a:pt x="3118" y="17438"/>
                    <a:pt x="3118" y="17438"/>
                    <a:pt x="3118" y="17438"/>
                  </a:cubicBezTo>
                  <a:close/>
                  <a:moveTo>
                    <a:pt x="3118" y="16645"/>
                  </a:moveTo>
                  <a:cubicBezTo>
                    <a:pt x="3234" y="16645"/>
                    <a:pt x="3234" y="16645"/>
                    <a:pt x="3234" y="16645"/>
                  </a:cubicBezTo>
                  <a:cubicBezTo>
                    <a:pt x="3349" y="16645"/>
                    <a:pt x="3349" y="16645"/>
                    <a:pt x="3349" y="16645"/>
                  </a:cubicBezTo>
                  <a:cubicBezTo>
                    <a:pt x="3234" y="16546"/>
                    <a:pt x="3234" y="16546"/>
                    <a:pt x="3234" y="16546"/>
                  </a:cubicBezTo>
                  <a:cubicBezTo>
                    <a:pt x="3118" y="16645"/>
                    <a:pt x="3118" y="16645"/>
                    <a:pt x="3118" y="16645"/>
                  </a:cubicBezTo>
                  <a:close/>
                  <a:moveTo>
                    <a:pt x="3234" y="16546"/>
                  </a:moveTo>
                  <a:cubicBezTo>
                    <a:pt x="3234" y="16546"/>
                    <a:pt x="3234" y="16546"/>
                    <a:pt x="3234" y="16546"/>
                  </a:cubicBezTo>
                  <a:cubicBezTo>
                    <a:pt x="3349" y="16546"/>
                    <a:pt x="3349" y="16546"/>
                    <a:pt x="3349" y="16546"/>
                  </a:cubicBezTo>
                  <a:cubicBezTo>
                    <a:pt x="3349" y="16546"/>
                    <a:pt x="3349" y="16546"/>
                    <a:pt x="3349" y="16546"/>
                  </a:cubicBezTo>
                  <a:cubicBezTo>
                    <a:pt x="3349" y="16546"/>
                    <a:pt x="3349" y="16546"/>
                    <a:pt x="3349" y="16546"/>
                  </a:cubicBezTo>
                  <a:cubicBezTo>
                    <a:pt x="3234" y="16546"/>
                    <a:pt x="3234" y="16546"/>
                    <a:pt x="3234" y="16546"/>
                  </a:cubicBezTo>
                  <a:cubicBezTo>
                    <a:pt x="3234" y="16546"/>
                    <a:pt x="3234" y="16546"/>
                    <a:pt x="3234" y="16546"/>
                  </a:cubicBezTo>
                  <a:close/>
                  <a:moveTo>
                    <a:pt x="3003" y="16546"/>
                  </a:moveTo>
                  <a:cubicBezTo>
                    <a:pt x="3003" y="16546"/>
                    <a:pt x="3003" y="16546"/>
                    <a:pt x="3003" y="16546"/>
                  </a:cubicBezTo>
                  <a:cubicBezTo>
                    <a:pt x="3118" y="16546"/>
                    <a:pt x="3118" y="16546"/>
                    <a:pt x="3118" y="16546"/>
                  </a:cubicBezTo>
                  <a:cubicBezTo>
                    <a:pt x="3118" y="16546"/>
                    <a:pt x="3118" y="16546"/>
                    <a:pt x="3118" y="16546"/>
                  </a:cubicBezTo>
                  <a:cubicBezTo>
                    <a:pt x="3003" y="16546"/>
                    <a:pt x="3003" y="16546"/>
                    <a:pt x="3003" y="16546"/>
                  </a:cubicBezTo>
                  <a:cubicBezTo>
                    <a:pt x="3003" y="16546"/>
                    <a:pt x="3003" y="16546"/>
                    <a:pt x="3003" y="16546"/>
                  </a:cubicBezTo>
                  <a:close/>
                  <a:moveTo>
                    <a:pt x="3349" y="15853"/>
                  </a:moveTo>
                  <a:cubicBezTo>
                    <a:pt x="3234" y="15853"/>
                    <a:pt x="3234" y="15853"/>
                    <a:pt x="3234" y="15853"/>
                  </a:cubicBezTo>
                  <a:cubicBezTo>
                    <a:pt x="3349" y="15853"/>
                    <a:pt x="3349" y="15853"/>
                    <a:pt x="3349" y="15853"/>
                  </a:cubicBezTo>
                  <a:cubicBezTo>
                    <a:pt x="3349" y="15853"/>
                    <a:pt x="3349" y="15853"/>
                    <a:pt x="3349" y="15853"/>
                  </a:cubicBezTo>
                  <a:cubicBezTo>
                    <a:pt x="3349" y="15853"/>
                    <a:pt x="3349" y="15853"/>
                    <a:pt x="3349" y="15853"/>
                  </a:cubicBezTo>
                  <a:cubicBezTo>
                    <a:pt x="3465" y="15754"/>
                    <a:pt x="3465" y="15754"/>
                    <a:pt x="3465" y="15754"/>
                  </a:cubicBezTo>
                  <a:cubicBezTo>
                    <a:pt x="3349" y="15754"/>
                    <a:pt x="3349" y="15754"/>
                    <a:pt x="3349" y="15754"/>
                  </a:cubicBezTo>
                  <a:cubicBezTo>
                    <a:pt x="3349" y="15853"/>
                    <a:pt x="3349" y="15853"/>
                    <a:pt x="3349" y="15853"/>
                  </a:cubicBezTo>
                  <a:close/>
                  <a:moveTo>
                    <a:pt x="4158" y="15555"/>
                  </a:moveTo>
                  <a:cubicBezTo>
                    <a:pt x="4158" y="15555"/>
                    <a:pt x="4158" y="15555"/>
                    <a:pt x="4158" y="15555"/>
                  </a:cubicBezTo>
                  <a:cubicBezTo>
                    <a:pt x="4273" y="15555"/>
                    <a:pt x="4273" y="15555"/>
                    <a:pt x="4273" y="15555"/>
                  </a:cubicBezTo>
                  <a:cubicBezTo>
                    <a:pt x="4273" y="15555"/>
                    <a:pt x="4273" y="15555"/>
                    <a:pt x="4273" y="15555"/>
                  </a:cubicBezTo>
                  <a:cubicBezTo>
                    <a:pt x="4158" y="15555"/>
                    <a:pt x="4158" y="15555"/>
                    <a:pt x="4158" y="15555"/>
                  </a:cubicBezTo>
                  <a:cubicBezTo>
                    <a:pt x="4158" y="15555"/>
                    <a:pt x="4158" y="15555"/>
                    <a:pt x="4158" y="15555"/>
                  </a:cubicBezTo>
                  <a:cubicBezTo>
                    <a:pt x="4158" y="15555"/>
                    <a:pt x="4158" y="15555"/>
                    <a:pt x="4158" y="15555"/>
                  </a:cubicBezTo>
                  <a:close/>
                  <a:moveTo>
                    <a:pt x="3811" y="15159"/>
                  </a:moveTo>
                  <a:cubicBezTo>
                    <a:pt x="3811" y="15258"/>
                    <a:pt x="3811" y="15258"/>
                    <a:pt x="3811" y="15258"/>
                  </a:cubicBezTo>
                  <a:cubicBezTo>
                    <a:pt x="3811" y="15258"/>
                    <a:pt x="3811" y="15258"/>
                    <a:pt x="3811" y="15258"/>
                  </a:cubicBezTo>
                  <a:cubicBezTo>
                    <a:pt x="3927" y="15258"/>
                    <a:pt x="3927" y="15258"/>
                    <a:pt x="3927" y="15258"/>
                  </a:cubicBezTo>
                  <a:cubicBezTo>
                    <a:pt x="3927" y="15159"/>
                    <a:pt x="3927" y="15159"/>
                    <a:pt x="3927" y="15159"/>
                  </a:cubicBezTo>
                  <a:cubicBezTo>
                    <a:pt x="3811" y="15159"/>
                    <a:pt x="3811" y="15159"/>
                    <a:pt x="3811" y="15159"/>
                  </a:cubicBezTo>
                  <a:cubicBezTo>
                    <a:pt x="3811" y="15159"/>
                    <a:pt x="3811" y="15159"/>
                    <a:pt x="3811" y="15159"/>
                  </a:cubicBezTo>
                  <a:close/>
                  <a:moveTo>
                    <a:pt x="4158" y="15159"/>
                  </a:moveTo>
                  <a:cubicBezTo>
                    <a:pt x="4273" y="15159"/>
                    <a:pt x="4273" y="15159"/>
                    <a:pt x="4273" y="15159"/>
                  </a:cubicBezTo>
                  <a:cubicBezTo>
                    <a:pt x="4273" y="15159"/>
                    <a:pt x="4273" y="15159"/>
                    <a:pt x="4273" y="15159"/>
                  </a:cubicBezTo>
                  <a:cubicBezTo>
                    <a:pt x="4389" y="15159"/>
                    <a:pt x="4389" y="15159"/>
                    <a:pt x="4389" y="15159"/>
                  </a:cubicBezTo>
                  <a:cubicBezTo>
                    <a:pt x="4273" y="15159"/>
                    <a:pt x="4273" y="15159"/>
                    <a:pt x="4273" y="15159"/>
                  </a:cubicBezTo>
                  <a:cubicBezTo>
                    <a:pt x="4158" y="15159"/>
                    <a:pt x="4158" y="15159"/>
                    <a:pt x="4158" y="15159"/>
                  </a:cubicBezTo>
                  <a:close/>
                  <a:moveTo>
                    <a:pt x="3927" y="15159"/>
                  </a:moveTo>
                  <a:cubicBezTo>
                    <a:pt x="4042" y="15159"/>
                    <a:pt x="4042" y="15159"/>
                    <a:pt x="4042" y="15159"/>
                  </a:cubicBezTo>
                  <a:cubicBezTo>
                    <a:pt x="4158" y="15159"/>
                    <a:pt x="4158" y="15159"/>
                    <a:pt x="4158" y="15159"/>
                  </a:cubicBezTo>
                  <a:cubicBezTo>
                    <a:pt x="4273" y="15060"/>
                    <a:pt x="4273" y="15060"/>
                    <a:pt x="4273" y="15060"/>
                  </a:cubicBezTo>
                  <a:cubicBezTo>
                    <a:pt x="4158" y="15060"/>
                    <a:pt x="4158" y="15060"/>
                    <a:pt x="4158" y="15060"/>
                  </a:cubicBezTo>
                  <a:cubicBezTo>
                    <a:pt x="4042" y="15060"/>
                    <a:pt x="4042" y="15060"/>
                    <a:pt x="4042" y="15060"/>
                  </a:cubicBezTo>
                  <a:cubicBezTo>
                    <a:pt x="3927" y="15060"/>
                    <a:pt x="3927" y="15060"/>
                    <a:pt x="3927" y="15060"/>
                  </a:cubicBezTo>
                  <a:cubicBezTo>
                    <a:pt x="3927" y="15159"/>
                    <a:pt x="3927" y="15159"/>
                    <a:pt x="3927" y="15159"/>
                  </a:cubicBezTo>
                  <a:close/>
                  <a:moveTo>
                    <a:pt x="4851" y="13574"/>
                  </a:moveTo>
                  <a:cubicBezTo>
                    <a:pt x="4851" y="13673"/>
                    <a:pt x="4851" y="13673"/>
                    <a:pt x="4851" y="13673"/>
                  </a:cubicBezTo>
                  <a:cubicBezTo>
                    <a:pt x="4966" y="13673"/>
                    <a:pt x="4966" y="13673"/>
                    <a:pt x="4966" y="13673"/>
                  </a:cubicBezTo>
                  <a:cubicBezTo>
                    <a:pt x="4966" y="13574"/>
                    <a:pt x="4966" y="13574"/>
                    <a:pt x="4966" y="13574"/>
                  </a:cubicBezTo>
                  <a:cubicBezTo>
                    <a:pt x="4966" y="13574"/>
                    <a:pt x="4966" y="13574"/>
                    <a:pt x="4966" y="13574"/>
                  </a:cubicBezTo>
                  <a:cubicBezTo>
                    <a:pt x="4851" y="13574"/>
                    <a:pt x="4851" y="13574"/>
                    <a:pt x="4851" y="13574"/>
                  </a:cubicBezTo>
                  <a:close/>
                  <a:moveTo>
                    <a:pt x="4851" y="13376"/>
                  </a:moveTo>
                  <a:cubicBezTo>
                    <a:pt x="4735" y="13376"/>
                    <a:pt x="4735" y="13376"/>
                    <a:pt x="4735" y="13376"/>
                  </a:cubicBezTo>
                  <a:cubicBezTo>
                    <a:pt x="4851" y="13475"/>
                    <a:pt x="4851" y="13475"/>
                    <a:pt x="4851" y="13475"/>
                  </a:cubicBezTo>
                  <a:cubicBezTo>
                    <a:pt x="4966" y="13475"/>
                    <a:pt x="4966" y="13475"/>
                    <a:pt x="4966" y="13475"/>
                  </a:cubicBezTo>
                  <a:cubicBezTo>
                    <a:pt x="4851" y="13376"/>
                    <a:pt x="4851" y="13376"/>
                    <a:pt x="4851" y="13376"/>
                  </a:cubicBezTo>
                  <a:cubicBezTo>
                    <a:pt x="4851" y="13376"/>
                    <a:pt x="4851" y="13376"/>
                    <a:pt x="4851" y="13376"/>
                  </a:cubicBezTo>
                  <a:close/>
                  <a:moveTo>
                    <a:pt x="4504" y="12880"/>
                  </a:moveTo>
                  <a:cubicBezTo>
                    <a:pt x="4620" y="12880"/>
                    <a:pt x="4620" y="12880"/>
                    <a:pt x="4620" y="12880"/>
                  </a:cubicBezTo>
                  <a:cubicBezTo>
                    <a:pt x="4620" y="12781"/>
                    <a:pt x="4620" y="12781"/>
                    <a:pt x="4620" y="12781"/>
                  </a:cubicBezTo>
                  <a:cubicBezTo>
                    <a:pt x="4735" y="12781"/>
                    <a:pt x="4735" y="12781"/>
                    <a:pt x="4735" y="12781"/>
                  </a:cubicBezTo>
                  <a:cubicBezTo>
                    <a:pt x="4735" y="12781"/>
                    <a:pt x="4735" y="12781"/>
                    <a:pt x="4735" y="12781"/>
                  </a:cubicBezTo>
                  <a:cubicBezTo>
                    <a:pt x="4620" y="12781"/>
                    <a:pt x="4620" y="12781"/>
                    <a:pt x="4620" y="12781"/>
                  </a:cubicBezTo>
                  <a:cubicBezTo>
                    <a:pt x="4620" y="12682"/>
                    <a:pt x="4620" y="12682"/>
                    <a:pt x="4620" y="12682"/>
                  </a:cubicBezTo>
                  <a:cubicBezTo>
                    <a:pt x="4504" y="12781"/>
                    <a:pt x="4504" y="12781"/>
                    <a:pt x="4504" y="12781"/>
                  </a:cubicBezTo>
                  <a:cubicBezTo>
                    <a:pt x="4504" y="12781"/>
                    <a:pt x="4504" y="12781"/>
                    <a:pt x="4504" y="12781"/>
                  </a:cubicBezTo>
                  <a:cubicBezTo>
                    <a:pt x="4504" y="12880"/>
                    <a:pt x="4504" y="12880"/>
                    <a:pt x="4504" y="12880"/>
                  </a:cubicBezTo>
                  <a:close/>
                  <a:moveTo>
                    <a:pt x="4504" y="13177"/>
                  </a:moveTo>
                  <a:cubicBezTo>
                    <a:pt x="4620" y="13177"/>
                    <a:pt x="4620" y="13177"/>
                    <a:pt x="4620" y="13177"/>
                  </a:cubicBezTo>
                  <a:cubicBezTo>
                    <a:pt x="4620" y="13177"/>
                    <a:pt x="4620" y="13177"/>
                    <a:pt x="4620" y="13177"/>
                  </a:cubicBezTo>
                  <a:cubicBezTo>
                    <a:pt x="4735" y="13078"/>
                    <a:pt x="4735" y="13078"/>
                    <a:pt x="4735" y="13078"/>
                  </a:cubicBezTo>
                  <a:cubicBezTo>
                    <a:pt x="4735" y="12979"/>
                    <a:pt x="4735" y="12979"/>
                    <a:pt x="4735" y="12979"/>
                  </a:cubicBezTo>
                  <a:cubicBezTo>
                    <a:pt x="4620" y="12979"/>
                    <a:pt x="4620" y="12979"/>
                    <a:pt x="4620" y="12979"/>
                  </a:cubicBezTo>
                  <a:cubicBezTo>
                    <a:pt x="4620" y="12979"/>
                    <a:pt x="4620" y="12979"/>
                    <a:pt x="4620" y="12979"/>
                  </a:cubicBezTo>
                  <a:cubicBezTo>
                    <a:pt x="4504" y="13177"/>
                    <a:pt x="4504" y="13177"/>
                    <a:pt x="4504" y="13177"/>
                  </a:cubicBezTo>
                  <a:close/>
                  <a:moveTo>
                    <a:pt x="4158" y="13177"/>
                  </a:moveTo>
                  <a:cubicBezTo>
                    <a:pt x="4273" y="13177"/>
                    <a:pt x="4273" y="13177"/>
                    <a:pt x="4273" y="13177"/>
                  </a:cubicBezTo>
                  <a:cubicBezTo>
                    <a:pt x="4389" y="13177"/>
                    <a:pt x="4389" y="13177"/>
                    <a:pt x="4389" y="13177"/>
                  </a:cubicBezTo>
                  <a:cubicBezTo>
                    <a:pt x="4389" y="13078"/>
                    <a:pt x="4389" y="13078"/>
                    <a:pt x="4389" y="13078"/>
                  </a:cubicBezTo>
                  <a:cubicBezTo>
                    <a:pt x="4389" y="12979"/>
                    <a:pt x="4389" y="12979"/>
                    <a:pt x="4389" y="12979"/>
                  </a:cubicBezTo>
                  <a:cubicBezTo>
                    <a:pt x="4273" y="13078"/>
                    <a:pt x="4273" y="13078"/>
                    <a:pt x="4273" y="13078"/>
                  </a:cubicBezTo>
                  <a:cubicBezTo>
                    <a:pt x="4158" y="13078"/>
                    <a:pt x="4158" y="13078"/>
                    <a:pt x="4158" y="13078"/>
                  </a:cubicBezTo>
                  <a:cubicBezTo>
                    <a:pt x="4158" y="13177"/>
                    <a:pt x="4158" y="13177"/>
                    <a:pt x="4158" y="13177"/>
                  </a:cubicBezTo>
                  <a:close/>
                  <a:moveTo>
                    <a:pt x="3580" y="13574"/>
                  </a:moveTo>
                  <a:cubicBezTo>
                    <a:pt x="3580" y="13574"/>
                    <a:pt x="3580" y="13574"/>
                    <a:pt x="3580" y="13574"/>
                  </a:cubicBezTo>
                  <a:cubicBezTo>
                    <a:pt x="3580" y="13673"/>
                    <a:pt x="3580" y="13673"/>
                    <a:pt x="3580" y="13673"/>
                  </a:cubicBezTo>
                  <a:cubicBezTo>
                    <a:pt x="3696" y="13673"/>
                    <a:pt x="3696" y="13673"/>
                    <a:pt x="3696" y="13673"/>
                  </a:cubicBezTo>
                  <a:cubicBezTo>
                    <a:pt x="3696" y="13574"/>
                    <a:pt x="3696" y="13574"/>
                    <a:pt x="3696" y="13574"/>
                  </a:cubicBezTo>
                  <a:cubicBezTo>
                    <a:pt x="3696" y="13574"/>
                    <a:pt x="3696" y="13574"/>
                    <a:pt x="3696" y="13574"/>
                  </a:cubicBezTo>
                  <a:cubicBezTo>
                    <a:pt x="3580" y="13574"/>
                    <a:pt x="3580" y="13574"/>
                    <a:pt x="3580" y="13574"/>
                  </a:cubicBezTo>
                  <a:close/>
                  <a:moveTo>
                    <a:pt x="4735" y="14267"/>
                  </a:moveTo>
                  <a:cubicBezTo>
                    <a:pt x="4735" y="14366"/>
                    <a:pt x="4735" y="14366"/>
                    <a:pt x="4735" y="14366"/>
                  </a:cubicBezTo>
                  <a:cubicBezTo>
                    <a:pt x="4851" y="14267"/>
                    <a:pt x="4851" y="14267"/>
                    <a:pt x="4851" y="14267"/>
                  </a:cubicBezTo>
                  <a:cubicBezTo>
                    <a:pt x="4851" y="14366"/>
                    <a:pt x="4851" y="14366"/>
                    <a:pt x="4851" y="14366"/>
                  </a:cubicBezTo>
                  <a:cubicBezTo>
                    <a:pt x="4851" y="14466"/>
                    <a:pt x="4851" y="14466"/>
                    <a:pt x="4851" y="14466"/>
                  </a:cubicBezTo>
                  <a:cubicBezTo>
                    <a:pt x="4851" y="14466"/>
                    <a:pt x="4851" y="14466"/>
                    <a:pt x="4851" y="14466"/>
                  </a:cubicBezTo>
                  <a:cubicBezTo>
                    <a:pt x="4966" y="14466"/>
                    <a:pt x="4966" y="14466"/>
                    <a:pt x="4966" y="14466"/>
                  </a:cubicBezTo>
                  <a:cubicBezTo>
                    <a:pt x="4966" y="14366"/>
                    <a:pt x="4966" y="14366"/>
                    <a:pt x="4966" y="14366"/>
                  </a:cubicBezTo>
                  <a:cubicBezTo>
                    <a:pt x="5082" y="14267"/>
                    <a:pt x="5082" y="14267"/>
                    <a:pt x="5082" y="14267"/>
                  </a:cubicBezTo>
                  <a:cubicBezTo>
                    <a:pt x="4966" y="14267"/>
                    <a:pt x="4966" y="14267"/>
                    <a:pt x="4966" y="14267"/>
                  </a:cubicBezTo>
                  <a:cubicBezTo>
                    <a:pt x="4966" y="14267"/>
                    <a:pt x="4966" y="14267"/>
                    <a:pt x="4966" y="14267"/>
                  </a:cubicBezTo>
                  <a:cubicBezTo>
                    <a:pt x="4851" y="14267"/>
                    <a:pt x="4851" y="14267"/>
                    <a:pt x="4851" y="14267"/>
                  </a:cubicBezTo>
                  <a:cubicBezTo>
                    <a:pt x="4735" y="14267"/>
                    <a:pt x="4735" y="14267"/>
                    <a:pt x="4735" y="14267"/>
                  </a:cubicBezTo>
                  <a:close/>
                  <a:moveTo>
                    <a:pt x="3580" y="14565"/>
                  </a:moveTo>
                  <a:cubicBezTo>
                    <a:pt x="3580" y="14565"/>
                    <a:pt x="3580" y="14565"/>
                    <a:pt x="3580" y="14565"/>
                  </a:cubicBezTo>
                  <a:cubicBezTo>
                    <a:pt x="3811" y="14565"/>
                    <a:pt x="3811" y="14565"/>
                    <a:pt x="3811" y="14565"/>
                  </a:cubicBezTo>
                  <a:cubicBezTo>
                    <a:pt x="3811" y="14664"/>
                    <a:pt x="3811" y="14664"/>
                    <a:pt x="3811" y="14664"/>
                  </a:cubicBezTo>
                  <a:cubicBezTo>
                    <a:pt x="3927" y="14664"/>
                    <a:pt x="3927" y="14664"/>
                    <a:pt x="3927" y="14664"/>
                  </a:cubicBezTo>
                  <a:cubicBezTo>
                    <a:pt x="3927" y="14664"/>
                    <a:pt x="3927" y="14664"/>
                    <a:pt x="3927" y="14664"/>
                  </a:cubicBezTo>
                  <a:cubicBezTo>
                    <a:pt x="4273" y="14565"/>
                    <a:pt x="4273" y="14565"/>
                    <a:pt x="4273" y="14565"/>
                  </a:cubicBezTo>
                  <a:cubicBezTo>
                    <a:pt x="4389" y="14565"/>
                    <a:pt x="4389" y="14565"/>
                    <a:pt x="4389" y="14565"/>
                  </a:cubicBezTo>
                  <a:cubicBezTo>
                    <a:pt x="4620" y="14466"/>
                    <a:pt x="4620" y="14466"/>
                    <a:pt x="4620" y="14466"/>
                  </a:cubicBezTo>
                  <a:cubicBezTo>
                    <a:pt x="4504" y="14366"/>
                    <a:pt x="4504" y="14366"/>
                    <a:pt x="4504" y="14366"/>
                  </a:cubicBezTo>
                  <a:cubicBezTo>
                    <a:pt x="4504" y="14267"/>
                    <a:pt x="4504" y="14267"/>
                    <a:pt x="4504" y="14267"/>
                  </a:cubicBezTo>
                  <a:cubicBezTo>
                    <a:pt x="4389" y="14267"/>
                    <a:pt x="4389" y="14267"/>
                    <a:pt x="4389" y="14267"/>
                  </a:cubicBezTo>
                  <a:cubicBezTo>
                    <a:pt x="4273" y="14267"/>
                    <a:pt x="4273" y="14267"/>
                    <a:pt x="4273" y="14267"/>
                  </a:cubicBezTo>
                  <a:cubicBezTo>
                    <a:pt x="4273" y="14069"/>
                    <a:pt x="4273" y="14069"/>
                    <a:pt x="4273" y="14069"/>
                  </a:cubicBezTo>
                  <a:cubicBezTo>
                    <a:pt x="4158" y="13871"/>
                    <a:pt x="4158" y="13871"/>
                    <a:pt x="4158" y="13871"/>
                  </a:cubicBezTo>
                  <a:cubicBezTo>
                    <a:pt x="3927" y="13871"/>
                    <a:pt x="3927" y="13871"/>
                    <a:pt x="3927" y="13871"/>
                  </a:cubicBezTo>
                  <a:cubicBezTo>
                    <a:pt x="3927" y="13772"/>
                    <a:pt x="3927" y="13772"/>
                    <a:pt x="3927" y="13772"/>
                  </a:cubicBezTo>
                  <a:cubicBezTo>
                    <a:pt x="3696" y="13772"/>
                    <a:pt x="3696" y="13772"/>
                    <a:pt x="3696" y="13772"/>
                  </a:cubicBezTo>
                  <a:cubicBezTo>
                    <a:pt x="3580" y="13772"/>
                    <a:pt x="3580" y="13772"/>
                    <a:pt x="3580" y="13772"/>
                  </a:cubicBezTo>
                  <a:cubicBezTo>
                    <a:pt x="3580" y="13772"/>
                    <a:pt x="3580" y="13772"/>
                    <a:pt x="3580" y="13772"/>
                  </a:cubicBezTo>
                  <a:cubicBezTo>
                    <a:pt x="3465" y="13871"/>
                    <a:pt x="3465" y="13871"/>
                    <a:pt x="3465" y="13871"/>
                  </a:cubicBezTo>
                  <a:cubicBezTo>
                    <a:pt x="3465" y="13970"/>
                    <a:pt x="3465" y="13970"/>
                    <a:pt x="3465" y="13970"/>
                  </a:cubicBezTo>
                  <a:cubicBezTo>
                    <a:pt x="3580" y="14069"/>
                    <a:pt x="3580" y="14069"/>
                    <a:pt x="3580" y="14069"/>
                  </a:cubicBezTo>
                  <a:cubicBezTo>
                    <a:pt x="3696" y="14069"/>
                    <a:pt x="3696" y="14069"/>
                    <a:pt x="3696" y="14069"/>
                  </a:cubicBezTo>
                  <a:cubicBezTo>
                    <a:pt x="3580" y="14069"/>
                    <a:pt x="3580" y="14069"/>
                    <a:pt x="3580" y="14069"/>
                  </a:cubicBezTo>
                  <a:cubicBezTo>
                    <a:pt x="3465" y="14069"/>
                    <a:pt x="3465" y="14069"/>
                    <a:pt x="3465" y="14069"/>
                  </a:cubicBezTo>
                  <a:cubicBezTo>
                    <a:pt x="3465" y="14168"/>
                    <a:pt x="3465" y="14168"/>
                    <a:pt x="3465" y="14168"/>
                  </a:cubicBezTo>
                  <a:cubicBezTo>
                    <a:pt x="3465" y="14168"/>
                    <a:pt x="3465" y="14168"/>
                    <a:pt x="3465" y="14168"/>
                  </a:cubicBezTo>
                  <a:cubicBezTo>
                    <a:pt x="3580" y="14267"/>
                    <a:pt x="3580" y="14267"/>
                    <a:pt x="3580" y="14267"/>
                  </a:cubicBezTo>
                  <a:cubicBezTo>
                    <a:pt x="3465" y="14267"/>
                    <a:pt x="3465" y="14267"/>
                    <a:pt x="3465" y="14267"/>
                  </a:cubicBezTo>
                  <a:cubicBezTo>
                    <a:pt x="3465" y="14267"/>
                    <a:pt x="3465" y="14267"/>
                    <a:pt x="3465" y="14267"/>
                  </a:cubicBezTo>
                  <a:cubicBezTo>
                    <a:pt x="3465" y="14366"/>
                    <a:pt x="3465" y="14366"/>
                    <a:pt x="3465" y="14366"/>
                  </a:cubicBezTo>
                  <a:cubicBezTo>
                    <a:pt x="3696" y="14466"/>
                    <a:pt x="3696" y="14466"/>
                    <a:pt x="3696" y="14466"/>
                  </a:cubicBezTo>
                  <a:cubicBezTo>
                    <a:pt x="3811" y="14466"/>
                    <a:pt x="3811" y="14466"/>
                    <a:pt x="3811" y="14466"/>
                  </a:cubicBezTo>
                  <a:cubicBezTo>
                    <a:pt x="3811" y="14466"/>
                    <a:pt x="3811" y="14466"/>
                    <a:pt x="3811" y="14466"/>
                  </a:cubicBezTo>
                  <a:cubicBezTo>
                    <a:pt x="4042" y="14366"/>
                    <a:pt x="4042" y="14366"/>
                    <a:pt x="4042" y="14366"/>
                  </a:cubicBezTo>
                  <a:cubicBezTo>
                    <a:pt x="3927" y="14466"/>
                    <a:pt x="3927" y="14466"/>
                    <a:pt x="3927" y="14466"/>
                  </a:cubicBezTo>
                  <a:cubicBezTo>
                    <a:pt x="3811" y="14565"/>
                    <a:pt x="3811" y="14565"/>
                    <a:pt x="3811" y="14565"/>
                  </a:cubicBezTo>
                  <a:cubicBezTo>
                    <a:pt x="3696" y="14466"/>
                    <a:pt x="3696" y="14466"/>
                    <a:pt x="3696" y="14466"/>
                  </a:cubicBezTo>
                  <a:cubicBezTo>
                    <a:pt x="3580" y="14466"/>
                    <a:pt x="3580" y="14466"/>
                    <a:pt x="3580" y="14466"/>
                  </a:cubicBezTo>
                  <a:lnTo>
                    <a:pt x="3580" y="14565"/>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8" name="AutoShape 10"/>
            <p:cNvSpPr>
              <a:spLocks/>
            </p:cNvSpPr>
            <p:nvPr/>
          </p:nvSpPr>
          <p:spPr bwMode="auto">
            <a:xfrm>
              <a:off x="2788729" y="0"/>
              <a:ext cx="5746710" cy="4701827"/>
            </a:xfrm>
            <a:custGeom>
              <a:avLst/>
              <a:gdLst>
                <a:gd name="T0" fmla="*/ 2873355 w 21600"/>
                <a:gd name="T1" fmla="*/ 2350914 h 21600"/>
                <a:gd name="T2" fmla="*/ 2873355 w 21600"/>
                <a:gd name="T3" fmla="*/ 2350914 h 21600"/>
                <a:gd name="T4" fmla="*/ 2873355 w 21600"/>
                <a:gd name="T5" fmla="*/ 2350914 h 21600"/>
                <a:gd name="T6" fmla="*/ 2873355 w 21600"/>
                <a:gd name="T7" fmla="*/ 23509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596" y="3811"/>
                  </a:moveTo>
                  <a:cubicBezTo>
                    <a:pt x="15652" y="3744"/>
                    <a:pt x="15652" y="3744"/>
                    <a:pt x="15652" y="3744"/>
                  </a:cubicBezTo>
                  <a:cubicBezTo>
                    <a:pt x="15709" y="3744"/>
                    <a:pt x="15709" y="3744"/>
                    <a:pt x="15709" y="3744"/>
                  </a:cubicBezTo>
                  <a:cubicBezTo>
                    <a:pt x="15765" y="3611"/>
                    <a:pt x="15765" y="3611"/>
                    <a:pt x="15765" y="3611"/>
                  </a:cubicBezTo>
                  <a:cubicBezTo>
                    <a:pt x="15821" y="3477"/>
                    <a:pt x="15821" y="3477"/>
                    <a:pt x="15821" y="3477"/>
                  </a:cubicBezTo>
                  <a:cubicBezTo>
                    <a:pt x="15821" y="3477"/>
                    <a:pt x="15821" y="3477"/>
                    <a:pt x="15821" y="3477"/>
                  </a:cubicBezTo>
                  <a:cubicBezTo>
                    <a:pt x="15821" y="3544"/>
                    <a:pt x="15821" y="3544"/>
                    <a:pt x="15821" y="3544"/>
                  </a:cubicBezTo>
                  <a:cubicBezTo>
                    <a:pt x="15821" y="3611"/>
                    <a:pt x="15821" y="3611"/>
                    <a:pt x="15821" y="3611"/>
                  </a:cubicBezTo>
                  <a:cubicBezTo>
                    <a:pt x="15821" y="3611"/>
                    <a:pt x="15821" y="3611"/>
                    <a:pt x="15821" y="3611"/>
                  </a:cubicBezTo>
                  <a:cubicBezTo>
                    <a:pt x="15877" y="3611"/>
                    <a:pt x="15877" y="3611"/>
                    <a:pt x="15877" y="3611"/>
                  </a:cubicBezTo>
                  <a:cubicBezTo>
                    <a:pt x="15877" y="3544"/>
                    <a:pt x="15877" y="3544"/>
                    <a:pt x="15877" y="3544"/>
                  </a:cubicBezTo>
                  <a:cubicBezTo>
                    <a:pt x="15933" y="3544"/>
                    <a:pt x="15933" y="3544"/>
                    <a:pt x="15933" y="3544"/>
                  </a:cubicBezTo>
                  <a:cubicBezTo>
                    <a:pt x="15933" y="3477"/>
                    <a:pt x="15933" y="3477"/>
                    <a:pt x="15933" y="3477"/>
                  </a:cubicBezTo>
                  <a:cubicBezTo>
                    <a:pt x="15877" y="3477"/>
                    <a:pt x="15877" y="3477"/>
                    <a:pt x="15877" y="3477"/>
                  </a:cubicBezTo>
                  <a:cubicBezTo>
                    <a:pt x="15877" y="3477"/>
                    <a:pt x="15877" y="3477"/>
                    <a:pt x="15877" y="3477"/>
                  </a:cubicBezTo>
                  <a:cubicBezTo>
                    <a:pt x="15933" y="3410"/>
                    <a:pt x="15933" y="3410"/>
                    <a:pt x="15933" y="3410"/>
                  </a:cubicBezTo>
                  <a:cubicBezTo>
                    <a:pt x="15933" y="3343"/>
                    <a:pt x="15933" y="3343"/>
                    <a:pt x="15933" y="3343"/>
                  </a:cubicBezTo>
                  <a:cubicBezTo>
                    <a:pt x="15933" y="3343"/>
                    <a:pt x="15933" y="3343"/>
                    <a:pt x="15933" y="3343"/>
                  </a:cubicBezTo>
                  <a:cubicBezTo>
                    <a:pt x="15933" y="3276"/>
                    <a:pt x="15933" y="3276"/>
                    <a:pt x="15933" y="3276"/>
                  </a:cubicBezTo>
                  <a:cubicBezTo>
                    <a:pt x="15989" y="3209"/>
                    <a:pt x="15989" y="3209"/>
                    <a:pt x="15989" y="3209"/>
                  </a:cubicBezTo>
                  <a:cubicBezTo>
                    <a:pt x="15989" y="3143"/>
                    <a:pt x="15989" y="3143"/>
                    <a:pt x="15989" y="3143"/>
                  </a:cubicBezTo>
                  <a:cubicBezTo>
                    <a:pt x="16045" y="3143"/>
                    <a:pt x="16045" y="3143"/>
                    <a:pt x="16045" y="3143"/>
                  </a:cubicBezTo>
                  <a:cubicBezTo>
                    <a:pt x="16101" y="3076"/>
                    <a:pt x="16101" y="3076"/>
                    <a:pt x="16101" y="3076"/>
                  </a:cubicBezTo>
                  <a:cubicBezTo>
                    <a:pt x="16101" y="3143"/>
                    <a:pt x="16101" y="3143"/>
                    <a:pt x="16101" y="3143"/>
                  </a:cubicBezTo>
                  <a:cubicBezTo>
                    <a:pt x="16101" y="3143"/>
                    <a:pt x="16101" y="3143"/>
                    <a:pt x="16101" y="3143"/>
                  </a:cubicBezTo>
                  <a:cubicBezTo>
                    <a:pt x="16045" y="3143"/>
                    <a:pt x="16045" y="3143"/>
                    <a:pt x="16045" y="3143"/>
                  </a:cubicBezTo>
                  <a:cubicBezTo>
                    <a:pt x="16045" y="3276"/>
                    <a:pt x="16045" y="3276"/>
                    <a:pt x="16045" y="3276"/>
                  </a:cubicBezTo>
                  <a:cubicBezTo>
                    <a:pt x="15989" y="3343"/>
                    <a:pt x="15989" y="3343"/>
                    <a:pt x="15989" y="3343"/>
                  </a:cubicBezTo>
                  <a:cubicBezTo>
                    <a:pt x="15989" y="3410"/>
                    <a:pt x="15989" y="3410"/>
                    <a:pt x="15989" y="3410"/>
                  </a:cubicBezTo>
                  <a:cubicBezTo>
                    <a:pt x="15989" y="3410"/>
                    <a:pt x="15989" y="3410"/>
                    <a:pt x="15989" y="3410"/>
                  </a:cubicBezTo>
                  <a:cubicBezTo>
                    <a:pt x="15989" y="3477"/>
                    <a:pt x="15989" y="3477"/>
                    <a:pt x="15989" y="3477"/>
                  </a:cubicBezTo>
                  <a:cubicBezTo>
                    <a:pt x="16045" y="3477"/>
                    <a:pt x="16045" y="3477"/>
                    <a:pt x="16045" y="3477"/>
                  </a:cubicBezTo>
                  <a:cubicBezTo>
                    <a:pt x="16101" y="3410"/>
                    <a:pt x="16101" y="3410"/>
                    <a:pt x="16101" y="3410"/>
                  </a:cubicBezTo>
                  <a:cubicBezTo>
                    <a:pt x="16157" y="3276"/>
                    <a:pt x="16157" y="3276"/>
                    <a:pt x="16157" y="3276"/>
                  </a:cubicBezTo>
                  <a:cubicBezTo>
                    <a:pt x="16214" y="3209"/>
                    <a:pt x="16214" y="3209"/>
                    <a:pt x="16214" y="3209"/>
                  </a:cubicBezTo>
                  <a:cubicBezTo>
                    <a:pt x="16214" y="3143"/>
                    <a:pt x="16214" y="3143"/>
                    <a:pt x="16214" y="3143"/>
                  </a:cubicBezTo>
                  <a:cubicBezTo>
                    <a:pt x="16214" y="3143"/>
                    <a:pt x="16214" y="3143"/>
                    <a:pt x="16214" y="3143"/>
                  </a:cubicBezTo>
                  <a:cubicBezTo>
                    <a:pt x="16270" y="3076"/>
                    <a:pt x="16270" y="3076"/>
                    <a:pt x="16270" y="3076"/>
                  </a:cubicBezTo>
                  <a:cubicBezTo>
                    <a:pt x="16270" y="3143"/>
                    <a:pt x="16270" y="3143"/>
                    <a:pt x="16270" y="3143"/>
                  </a:cubicBezTo>
                  <a:cubicBezTo>
                    <a:pt x="16270" y="3143"/>
                    <a:pt x="16270" y="3143"/>
                    <a:pt x="16270" y="3143"/>
                  </a:cubicBezTo>
                  <a:cubicBezTo>
                    <a:pt x="16270" y="3209"/>
                    <a:pt x="16270" y="3209"/>
                    <a:pt x="16270" y="3209"/>
                  </a:cubicBezTo>
                  <a:cubicBezTo>
                    <a:pt x="16270" y="3209"/>
                    <a:pt x="16270" y="3209"/>
                    <a:pt x="16270" y="3209"/>
                  </a:cubicBezTo>
                  <a:cubicBezTo>
                    <a:pt x="16326" y="3143"/>
                    <a:pt x="16326" y="3143"/>
                    <a:pt x="16326" y="3143"/>
                  </a:cubicBezTo>
                  <a:cubicBezTo>
                    <a:pt x="16382" y="3143"/>
                    <a:pt x="16382" y="3143"/>
                    <a:pt x="16382" y="3143"/>
                  </a:cubicBezTo>
                  <a:cubicBezTo>
                    <a:pt x="16438" y="3143"/>
                    <a:pt x="16438" y="3143"/>
                    <a:pt x="16438" y="3143"/>
                  </a:cubicBezTo>
                  <a:cubicBezTo>
                    <a:pt x="16550" y="3076"/>
                    <a:pt x="16550" y="3076"/>
                    <a:pt x="16550" y="3076"/>
                  </a:cubicBezTo>
                  <a:cubicBezTo>
                    <a:pt x="16606" y="3076"/>
                    <a:pt x="16606" y="3076"/>
                    <a:pt x="16606" y="3076"/>
                  </a:cubicBezTo>
                  <a:cubicBezTo>
                    <a:pt x="16606" y="3076"/>
                    <a:pt x="16606" y="3076"/>
                    <a:pt x="16606" y="3076"/>
                  </a:cubicBezTo>
                  <a:cubicBezTo>
                    <a:pt x="16662" y="3076"/>
                    <a:pt x="16662" y="3076"/>
                    <a:pt x="16662" y="3076"/>
                  </a:cubicBezTo>
                  <a:cubicBezTo>
                    <a:pt x="16662" y="3009"/>
                    <a:pt x="16662" y="3009"/>
                    <a:pt x="16662" y="3009"/>
                  </a:cubicBezTo>
                  <a:cubicBezTo>
                    <a:pt x="16662" y="2942"/>
                    <a:pt x="16662" y="2942"/>
                    <a:pt x="16662" y="2942"/>
                  </a:cubicBezTo>
                  <a:cubicBezTo>
                    <a:pt x="16718" y="2942"/>
                    <a:pt x="16718" y="2942"/>
                    <a:pt x="16718" y="2942"/>
                  </a:cubicBezTo>
                  <a:cubicBezTo>
                    <a:pt x="16662" y="2875"/>
                    <a:pt x="16662" y="2875"/>
                    <a:pt x="16662" y="2875"/>
                  </a:cubicBezTo>
                  <a:cubicBezTo>
                    <a:pt x="16662" y="2808"/>
                    <a:pt x="16662" y="2808"/>
                    <a:pt x="16662" y="2808"/>
                  </a:cubicBezTo>
                  <a:cubicBezTo>
                    <a:pt x="16662" y="2674"/>
                    <a:pt x="16662" y="2674"/>
                    <a:pt x="16662" y="2674"/>
                  </a:cubicBezTo>
                  <a:cubicBezTo>
                    <a:pt x="16662" y="2674"/>
                    <a:pt x="16662" y="2674"/>
                    <a:pt x="16662" y="2674"/>
                  </a:cubicBezTo>
                  <a:cubicBezTo>
                    <a:pt x="16606" y="2741"/>
                    <a:pt x="16606" y="2741"/>
                    <a:pt x="16606" y="2741"/>
                  </a:cubicBezTo>
                  <a:cubicBezTo>
                    <a:pt x="16550" y="2875"/>
                    <a:pt x="16550" y="2875"/>
                    <a:pt x="16550" y="2875"/>
                  </a:cubicBezTo>
                  <a:cubicBezTo>
                    <a:pt x="16550" y="2875"/>
                    <a:pt x="16550" y="2875"/>
                    <a:pt x="16550" y="2875"/>
                  </a:cubicBezTo>
                  <a:cubicBezTo>
                    <a:pt x="16550" y="2808"/>
                    <a:pt x="16550" y="2808"/>
                    <a:pt x="16550" y="2808"/>
                  </a:cubicBezTo>
                  <a:cubicBezTo>
                    <a:pt x="16606" y="2741"/>
                    <a:pt x="16606" y="2741"/>
                    <a:pt x="16606" y="2741"/>
                  </a:cubicBezTo>
                  <a:cubicBezTo>
                    <a:pt x="16662" y="2741"/>
                    <a:pt x="16662" y="2741"/>
                    <a:pt x="16662" y="2741"/>
                  </a:cubicBezTo>
                  <a:cubicBezTo>
                    <a:pt x="16662" y="2674"/>
                    <a:pt x="16662" y="2674"/>
                    <a:pt x="16662" y="2674"/>
                  </a:cubicBezTo>
                  <a:cubicBezTo>
                    <a:pt x="16606" y="2608"/>
                    <a:pt x="16606" y="2608"/>
                    <a:pt x="16606" y="2608"/>
                  </a:cubicBezTo>
                  <a:cubicBezTo>
                    <a:pt x="16550" y="2608"/>
                    <a:pt x="16550" y="2608"/>
                    <a:pt x="16550" y="2608"/>
                  </a:cubicBezTo>
                  <a:cubicBezTo>
                    <a:pt x="16550" y="2608"/>
                    <a:pt x="16550" y="2608"/>
                    <a:pt x="16550" y="2608"/>
                  </a:cubicBezTo>
                  <a:cubicBezTo>
                    <a:pt x="16550" y="2608"/>
                    <a:pt x="16550" y="2608"/>
                    <a:pt x="16550" y="2608"/>
                  </a:cubicBezTo>
                  <a:cubicBezTo>
                    <a:pt x="16494" y="2608"/>
                    <a:pt x="16494" y="2608"/>
                    <a:pt x="16494" y="2608"/>
                  </a:cubicBezTo>
                  <a:cubicBezTo>
                    <a:pt x="16494" y="2608"/>
                    <a:pt x="16494" y="2608"/>
                    <a:pt x="16494" y="2608"/>
                  </a:cubicBezTo>
                  <a:cubicBezTo>
                    <a:pt x="16438" y="2608"/>
                    <a:pt x="16438" y="2608"/>
                    <a:pt x="16438" y="2608"/>
                  </a:cubicBezTo>
                  <a:cubicBezTo>
                    <a:pt x="16382" y="2674"/>
                    <a:pt x="16382" y="2674"/>
                    <a:pt x="16382" y="2674"/>
                  </a:cubicBezTo>
                  <a:cubicBezTo>
                    <a:pt x="16382" y="2608"/>
                    <a:pt x="16382" y="2608"/>
                    <a:pt x="16382" y="2608"/>
                  </a:cubicBezTo>
                  <a:cubicBezTo>
                    <a:pt x="16382" y="2608"/>
                    <a:pt x="16382" y="2608"/>
                    <a:pt x="16382" y="2608"/>
                  </a:cubicBezTo>
                  <a:cubicBezTo>
                    <a:pt x="16494" y="2541"/>
                    <a:pt x="16494" y="2541"/>
                    <a:pt x="16494" y="2541"/>
                  </a:cubicBezTo>
                  <a:cubicBezTo>
                    <a:pt x="16550" y="2541"/>
                    <a:pt x="16550" y="2541"/>
                    <a:pt x="16550" y="2541"/>
                  </a:cubicBezTo>
                  <a:cubicBezTo>
                    <a:pt x="16606" y="2474"/>
                    <a:pt x="16606" y="2474"/>
                    <a:pt x="16606" y="2474"/>
                  </a:cubicBezTo>
                  <a:cubicBezTo>
                    <a:pt x="16662" y="2407"/>
                    <a:pt x="16662" y="2407"/>
                    <a:pt x="16662" y="2407"/>
                  </a:cubicBezTo>
                  <a:cubicBezTo>
                    <a:pt x="16718" y="2340"/>
                    <a:pt x="16718" y="2340"/>
                    <a:pt x="16718" y="2340"/>
                  </a:cubicBezTo>
                  <a:cubicBezTo>
                    <a:pt x="16718" y="2206"/>
                    <a:pt x="16718" y="2206"/>
                    <a:pt x="16718" y="2206"/>
                  </a:cubicBezTo>
                  <a:cubicBezTo>
                    <a:pt x="16718" y="2206"/>
                    <a:pt x="16718" y="2206"/>
                    <a:pt x="16718" y="2206"/>
                  </a:cubicBezTo>
                  <a:cubicBezTo>
                    <a:pt x="16662" y="2206"/>
                    <a:pt x="16662" y="2206"/>
                    <a:pt x="16662" y="2206"/>
                  </a:cubicBezTo>
                  <a:cubicBezTo>
                    <a:pt x="16662" y="2273"/>
                    <a:pt x="16662" y="2273"/>
                    <a:pt x="16662" y="2273"/>
                  </a:cubicBezTo>
                  <a:cubicBezTo>
                    <a:pt x="16606" y="2206"/>
                    <a:pt x="16606" y="2206"/>
                    <a:pt x="16606" y="2206"/>
                  </a:cubicBezTo>
                  <a:cubicBezTo>
                    <a:pt x="16662" y="2206"/>
                    <a:pt x="16662" y="2206"/>
                    <a:pt x="16662" y="2206"/>
                  </a:cubicBezTo>
                  <a:cubicBezTo>
                    <a:pt x="16662" y="2206"/>
                    <a:pt x="16662" y="2206"/>
                    <a:pt x="16662" y="2206"/>
                  </a:cubicBezTo>
                  <a:cubicBezTo>
                    <a:pt x="16718" y="2206"/>
                    <a:pt x="16718" y="2206"/>
                    <a:pt x="16718" y="2206"/>
                  </a:cubicBezTo>
                  <a:cubicBezTo>
                    <a:pt x="16718" y="2139"/>
                    <a:pt x="16718" y="2139"/>
                    <a:pt x="16718" y="2139"/>
                  </a:cubicBezTo>
                  <a:cubicBezTo>
                    <a:pt x="16718" y="2073"/>
                    <a:pt x="16718" y="2073"/>
                    <a:pt x="16718" y="2073"/>
                  </a:cubicBezTo>
                  <a:cubicBezTo>
                    <a:pt x="16775" y="2006"/>
                    <a:pt x="16775" y="2006"/>
                    <a:pt x="16775" y="2006"/>
                  </a:cubicBezTo>
                  <a:cubicBezTo>
                    <a:pt x="16775" y="2006"/>
                    <a:pt x="16775" y="2006"/>
                    <a:pt x="16775" y="2006"/>
                  </a:cubicBezTo>
                  <a:cubicBezTo>
                    <a:pt x="16775" y="1939"/>
                    <a:pt x="16775" y="1939"/>
                    <a:pt x="16775" y="1939"/>
                  </a:cubicBezTo>
                  <a:cubicBezTo>
                    <a:pt x="16775" y="1939"/>
                    <a:pt x="16775" y="1939"/>
                    <a:pt x="16775" y="1939"/>
                  </a:cubicBezTo>
                  <a:cubicBezTo>
                    <a:pt x="16718" y="1872"/>
                    <a:pt x="16718" y="1872"/>
                    <a:pt x="16718" y="1872"/>
                  </a:cubicBezTo>
                  <a:cubicBezTo>
                    <a:pt x="16662" y="1939"/>
                    <a:pt x="16662" y="1939"/>
                    <a:pt x="16662" y="1939"/>
                  </a:cubicBezTo>
                  <a:cubicBezTo>
                    <a:pt x="16606" y="2006"/>
                    <a:pt x="16606" y="2006"/>
                    <a:pt x="16606" y="2006"/>
                  </a:cubicBezTo>
                  <a:cubicBezTo>
                    <a:pt x="16606" y="2073"/>
                    <a:pt x="16606" y="2073"/>
                    <a:pt x="16606" y="2073"/>
                  </a:cubicBezTo>
                  <a:cubicBezTo>
                    <a:pt x="16662" y="2139"/>
                    <a:pt x="16662" y="2139"/>
                    <a:pt x="16662" y="2139"/>
                  </a:cubicBezTo>
                  <a:cubicBezTo>
                    <a:pt x="16606" y="2206"/>
                    <a:pt x="16606" y="2206"/>
                    <a:pt x="16606" y="2206"/>
                  </a:cubicBezTo>
                  <a:cubicBezTo>
                    <a:pt x="16606" y="2206"/>
                    <a:pt x="16606" y="2206"/>
                    <a:pt x="16606" y="2206"/>
                  </a:cubicBezTo>
                  <a:cubicBezTo>
                    <a:pt x="16550" y="2206"/>
                    <a:pt x="16550" y="2206"/>
                    <a:pt x="16550" y="2206"/>
                  </a:cubicBezTo>
                  <a:cubicBezTo>
                    <a:pt x="16550" y="2139"/>
                    <a:pt x="16550" y="2139"/>
                    <a:pt x="16550" y="2139"/>
                  </a:cubicBezTo>
                  <a:cubicBezTo>
                    <a:pt x="16550" y="2139"/>
                    <a:pt x="16550" y="2139"/>
                    <a:pt x="16550" y="2139"/>
                  </a:cubicBezTo>
                  <a:cubicBezTo>
                    <a:pt x="16550" y="2073"/>
                    <a:pt x="16550" y="2073"/>
                    <a:pt x="16550" y="2073"/>
                  </a:cubicBezTo>
                  <a:cubicBezTo>
                    <a:pt x="16606" y="2006"/>
                    <a:pt x="16606" y="2006"/>
                    <a:pt x="16606" y="2006"/>
                  </a:cubicBezTo>
                  <a:cubicBezTo>
                    <a:pt x="16606" y="1939"/>
                    <a:pt x="16606" y="1939"/>
                    <a:pt x="16606" y="1939"/>
                  </a:cubicBezTo>
                  <a:cubicBezTo>
                    <a:pt x="16606" y="1939"/>
                    <a:pt x="16606" y="1939"/>
                    <a:pt x="16606" y="1939"/>
                  </a:cubicBezTo>
                  <a:cubicBezTo>
                    <a:pt x="16606" y="1939"/>
                    <a:pt x="16606" y="1939"/>
                    <a:pt x="16606" y="1939"/>
                  </a:cubicBezTo>
                  <a:cubicBezTo>
                    <a:pt x="16662" y="1939"/>
                    <a:pt x="16662" y="1939"/>
                    <a:pt x="16662" y="1939"/>
                  </a:cubicBezTo>
                  <a:cubicBezTo>
                    <a:pt x="16606" y="1872"/>
                    <a:pt x="16606" y="1872"/>
                    <a:pt x="16606" y="1872"/>
                  </a:cubicBezTo>
                  <a:cubicBezTo>
                    <a:pt x="16606" y="1805"/>
                    <a:pt x="16606" y="1805"/>
                    <a:pt x="16606" y="1805"/>
                  </a:cubicBezTo>
                  <a:cubicBezTo>
                    <a:pt x="16550" y="1805"/>
                    <a:pt x="16550" y="1805"/>
                    <a:pt x="16550" y="1805"/>
                  </a:cubicBezTo>
                  <a:cubicBezTo>
                    <a:pt x="16494" y="1805"/>
                    <a:pt x="16494" y="1805"/>
                    <a:pt x="16494" y="1805"/>
                  </a:cubicBezTo>
                  <a:cubicBezTo>
                    <a:pt x="16494" y="1872"/>
                    <a:pt x="16494" y="1872"/>
                    <a:pt x="16494" y="1872"/>
                  </a:cubicBezTo>
                  <a:cubicBezTo>
                    <a:pt x="16438" y="1805"/>
                    <a:pt x="16438" y="1805"/>
                    <a:pt x="16438" y="1805"/>
                  </a:cubicBezTo>
                  <a:cubicBezTo>
                    <a:pt x="16438" y="1805"/>
                    <a:pt x="16438" y="1805"/>
                    <a:pt x="16438" y="1805"/>
                  </a:cubicBezTo>
                  <a:cubicBezTo>
                    <a:pt x="16438" y="1738"/>
                    <a:pt x="16438" y="1738"/>
                    <a:pt x="16438" y="1738"/>
                  </a:cubicBezTo>
                  <a:cubicBezTo>
                    <a:pt x="16438" y="1671"/>
                    <a:pt x="16438" y="1671"/>
                    <a:pt x="16438" y="1671"/>
                  </a:cubicBezTo>
                  <a:cubicBezTo>
                    <a:pt x="16438" y="1538"/>
                    <a:pt x="16438" y="1538"/>
                    <a:pt x="16438" y="1538"/>
                  </a:cubicBezTo>
                  <a:cubicBezTo>
                    <a:pt x="16438" y="1471"/>
                    <a:pt x="16438" y="1471"/>
                    <a:pt x="16438" y="1471"/>
                  </a:cubicBezTo>
                  <a:cubicBezTo>
                    <a:pt x="16438" y="1404"/>
                    <a:pt x="16438" y="1404"/>
                    <a:pt x="16438" y="1404"/>
                  </a:cubicBezTo>
                  <a:cubicBezTo>
                    <a:pt x="16494" y="1337"/>
                    <a:pt x="16494" y="1337"/>
                    <a:pt x="16494" y="1337"/>
                  </a:cubicBezTo>
                  <a:cubicBezTo>
                    <a:pt x="16438" y="1270"/>
                    <a:pt x="16438" y="1270"/>
                    <a:pt x="16438" y="1270"/>
                  </a:cubicBezTo>
                  <a:cubicBezTo>
                    <a:pt x="16494" y="1136"/>
                    <a:pt x="16494" y="1136"/>
                    <a:pt x="16494" y="1136"/>
                  </a:cubicBezTo>
                  <a:cubicBezTo>
                    <a:pt x="16494" y="1069"/>
                    <a:pt x="16494" y="1069"/>
                    <a:pt x="16494" y="1069"/>
                  </a:cubicBezTo>
                  <a:cubicBezTo>
                    <a:pt x="16438" y="1069"/>
                    <a:pt x="16438" y="1069"/>
                    <a:pt x="16438" y="1069"/>
                  </a:cubicBezTo>
                  <a:cubicBezTo>
                    <a:pt x="16438" y="1003"/>
                    <a:pt x="16438" y="1003"/>
                    <a:pt x="16438" y="1003"/>
                  </a:cubicBezTo>
                  <a:cubicBezTo>
                    <a:pt x="16382" y="936"/>
                    <a:pt x="16382" y="936"/>
                    <a:pt x="16382" y="936"/>
                  </a:cubicBezTo>
                  <a:cubicBezTo>
                    <a:pt x="16382" y="869"/>
                    <a:pt x="16382" y="869"/>
                    <a:pt x="16382" y="869"/>
                  </a:cubicBezTo>
                  <a:cubicBezTo>
                    <a:pt x="16270" y="869"/>
                    <a:pt x="16270" y="869"/>
                    <a:pt x="16270" y="869"/>
                  </a:cubicBezTo>
                  <a:cubicBezTo>
                    <a:pt x="16270" y="869"/>
                    <a:pt x="16270" y="869"/>
                    <a:pt x="16270" y="869"/>
                  </a:cubicBezTo>
                  <a:cubicBezTo>
                    <a:pt x="16270" y="869"/>
                    <a:pt x="16270" y="869"/>
                    <a:pt x="16270" y="869"/>
                  </a:cubicBezTo>
                  <a:cubicBezTo>
                    <a:pt x="16270" y="936"/>
                    <a:pt x="16270" y="936"/>
                    <a:pt x="16270" y="936"/>
                  </a:cubicBezTo>
                  <a:cubicBezTo>
                    <a:pt x="16214" y="869"/>
                    <a:pt x="16214" y="869"/>
                    <a:pt x="16214" y="869"/>
                  </a:cubicBezTo>
                  <a:cubicBezTo>
                    <a:pt x="16157" y="869"/>
                    <a:pt x="16157" y="869"/>
                    <a:pt x="16157" y="869"/>
                  </a:cubicBezTo>
                  <a:cubicBezTo>
                    <a:pt x="16157" y="936"/>
                    <a:pt x="16157" y="936"/>
                    <a:pt x="16157" y="936"/>
                  </a:cubicBezTo>
                  <a:cubicBezTo>
                    <a:pt x="16101" y="1003"/>
                    <a:pt x="16101" y="1003"/>
                    <a:pt x="16101" y="1003"/>
                  </a:cubicBezTo>
                  <a:cubicBezTo>
                    <a:pt x="16157" y="1003"/>
                    <a:pt x="16157" y="1003"/>
                    <a:pt x="16157" y="1003"/>
                  </a:cubicBezTo>
                  <a:cubicBezTo>
                    <a:pt x="16157" y="1003"/>
                    <a:pt x="16157" y="1003"/>
                    <a:pt x="16157" y="1003"/>
                  </a:cubicBezTo>
                  <a:cubicBezTo>
                    <a:pt x="16214" y="1003"/>
                    <a:pt x="16214" y="1003"/>
                    <a:pt x="16214" y="1003"/>
                  </a:cubicBezTo>
                  <a:cubicBezTo>
                    <a:pt x="16270" y="1003"/>
                    <a:pt x="16270" y="1003"/>
                    <a:pt x="16270" y="1003"/>
                  </a:cubicBezTo>
                  <a:cubicBezTo>
                    <a:pt x="16326" y="1069"/>
                    <a:pt x="16326" y="1069"/>
                    <a:pt x="16326" y="1069"/>
                  </a:cubicBezTo>
                  <a:cubicBezTo>
                    <a:pt x="16326" y="1069"/>
                    <a:pt x="16326" y="1069"/>
                    <a:pt x="16326" y="1069"/>
                  </a:cubicBezTo>
                  <a:cubicBezTo>
                    <a:pt x="16326" y="1136"/>
                    <a:pt x="16326" y="1136"/>
                    <a:pt x="16326" y="1136"/>
                  </a:cubicBezTo>
                  <a:cubicBezTo>
                    <a:pt x="16270" y="1203"/>
                    <a:pt x="16270" y="1203"/>
                    <a:pt x="16270" y="1203"/>
                  </a:cubicBezTo>
                  <a:cubicBezTo>
                    <a:pt x="16214" y="1203"/>
                    <a:pt x="16214" y="1203"/>
                    <a:pt x="16214" y="1203"/>
                  </a:cubicBezTo>
                  <a:cubicBezTo>
                    <a:pt x="16157" y="1136"/>
                    <a:pt x="16157" y="1136"/>
                    <a:pt x="16157" y="1136"/>
                  </a:cubicBezTo>
                  <a:cubicBezTo>
                    <a:pt x="16157" y="1136"/>
                    <a:pt x="16157" y="1136"/>
                    <a:pt x="16157" y="1136"/>
                  </a:cubicBezTo>
                  <a:cubicBezTo>
                    <a:pt x="16101" y="1136"/>
                    <a:pt x="16101" y="1136"/>
                    <a:pt x="16101" y="1136"/>
                  </a:cubicBezTo>
                  <a:cubicBezTo>
                    <a:pt x="16101" y="1203"/>
                    <a:pt x="16101" y="1203"/>
                    <a:pt x="16101" y="1203"/>
                  </a:cubicBezTo>
                  <a:cubicBezTo>
                    <a:pt x="16157" y="1203"/>
                    <a:pt x="16157" y="1203"/>
                    <a:pt x="16157" y="1203"/>
                  </a:cubicBezTo>
                  <a:cubicBezTo>
                    <a:pt x="16101" y="1270"/>
                    <a:pt x="16101" y="1270"/>
                    <a:pt x="16101" y="1270"/>
                  </a:cubicBezTo>
                  <a:cubicBezTo>
                    <a:pt x="16045" y="1270"/>
                    <a:pt x="16045" y="1270"/>
                    <a:pt x="16045" y="1270"/>
                  </a:cubicBezTo>
                  <a:cubicBezTo>
                    <a:pt x="15989" y="1203"/>
                    <a:pt x="15989" y="1203"/>
                    <a:pt x="15989" y="1203"/>
                  </a:cubicBezTo>
                  <a:cubicBezTo>
                    <a:pt x="15933" y="1203"/>
                    <a:pt x="15933" y="1203"/>
                    <a:pt x="15933" y="1203"/>
                  </a:cubicBezTo>
                  <a:cubicBezTo>
                    <a:pt x="15877" y="1270"/>
                    <a:pt x="15877" y="1270"/>
                    <a:pt x="15877" y="1270"/>
                  </a:cubicBezTo>
                  <a:cubicBezTo>
                    <a:pt x="15877" y="1337"/>
                    <a:pt x="15877" y="1337"/>
                    <a:pt x="15877" y="1337"/>
                  </a:cubicBezTo>
                  <a:cubicBezTo>
                    <a:pt x="15877" y="1337"/>
                    <a:pt x="15877" y="1337"/>
                    <a:pt x="15877" y="1337"/>
                  </a:cubicBezTo>
                  <a:cubicBezTo>
                    <a:pt x="15933" y="1337"/>
                    <a:pt x="15933" y="1337"/>
                    <a:pt x="15933" y="1337"/>
                  </a:cubicBezTo>
                  <a:cubicBezTo>
                    <a:pt x="15933" y="1404"/>
                    <a:pt x="15933" y="1404"/>
                    <a:pt x="15933" y="1404"/>
                  </a:cubicBezTo>
                  <a:cubicBezTo>
                    <a:pt x="15989" y="1471"/>
                    <a:pt x="15989" y="1471"/>
                    <a:pt x="15989" y="1471"/>
                  </a:cubicBezTo>
                  <a:cubicBezTo>
                    <a:pt x="15989" y="1471"/>
                    <a:pt x="15989" y="1471"/>
                    <a:pt x="15989" y="1471"/>
                  </a:cubicBezTo>
                  <a:cubicBezTo>
                    <a:pt x="15933" y="1471"/>
                    <a:pt x="15933" y="1471"/>
                    <a:pt x="15933" y="1471"/>
                  </a:cubicBezTo>
                  <a:cubicBezTo>
                    <a:pt x="15933" y="1538"/>
                    <a:pt x="15933" y="1538"/>
                    <a:pt x="15933" y="1538"/>
                  </a:cubicBezTo>
                  <a:cubicBezTo>
                    <a:pt x="15989" y="1538"/>
                    <a:pt x="15989" y="1538"/>
                    <a:pt x="15989" y="1538"/>
                  </a:cubicBezTo>
                  <a:cubicBezTo>
                    <a:pt x="15989" y="1604"/>
                    <a:pt x="15989" y="1604"/>
                    <a:pt x="15989" y="1604"/>
                  </a:cubicBezTo>
                  <a:cubicBezTo>
                    <a:pt x="15933" y="1604"/>
                    <a:pt x="15933" y="1604"/>
                    <a:pt x="15933" y="1604"/>
                  </a:cubicBezTo>
                  <a:cubicBezTo>
                    <a:pt x="15877" y="1538"/>
                    <a:pt x="15877" y="1538"/>
                    <a:pt x="15877" y="1538"/>
                  </a:cubicBezTo>
                  <a:cubicBezTo>
                    <a:pt x="15821" y="1538"/>
                    <a:pt x="15821" y="1538"/>
                    <a:pt x="15821" y="1538"/>
                  </a:cubicBezTo>
                  <a:cubicBezTo>
                    <a:pt x="15821" y="1538"/>
                    <a:pt x="15821" y="1538"/>
                    <a:pt x="15821" y="1538"/>
                  </a:cubicBezTo>
                  <a:cubicBezTo>
                    <a:pt x="15765" y="1538"/>
                    <a:pt x="15765" y="1538"/>
                    <a:pt x="15765" y="1538"/>
                  </a:cubicBezTo>
                  <a:cubicBezTo>
                    <a:pt x="15709" y="1538"/>
                    <a:pt x="15709" y="1538"/>
                    <a:pt x="15709" y="1538"/>
                  </a:cubicBezTo>
                  <a:cubicBezTo>
                    <a:pt x="15709" y="1604"/>
                    <a:pt x="15709" y="1604"/>
                    <a:pt x="15709" y="1604"/>
                  </a:cubicBezTo>
                  <a:cubicBezTo>
                    <a:pt x="15709" y="1604"/>
                    <a:pt x="15709" y="1604"/>
                    <a:pt x="15709" y="1604"/>
                  </a:cubicBezTo>
                  <a:cubicBezTo>
                    <a:pt x="15709" y="1671"/>
                    <a:pt x="15709" y="1671"/>
                    <a:pt x="15709" y="1671"/>
                  </a:cubicBezTo>
                  <a:cubicBezTo>
                    <a:pt x="15709" y="1671"/>
                    <a:pt x="15709" y="1671"/>
                    <a:pt x="15709" y="1671"/>
                  </a:cubicBezTo>
                  <a:cubicBezTo>
                    <a:pt x="15709" y="1604"/>
                    <a:pt x="15709" y="1604"/>
                    <a:pt x="15709" y="1604"/>
                  </a:cubicBezTo>
                  <a:cubicBezTo>
                    <a:pt x="15652" y="1604"/>
                    <a:pt x="15652" y="1604"/>
                    <a:pt x="15652" y="1604"/>
                  </a:cubicBezTo>
                  <a:cubicBezTo>
                    <a:pt x="15596" y="1604"/>
                    <a:pt x="15596" y="1604"/>
                    <a:pt x="15596" y="1604"/>
                  </a:cubicBezTo>
                  <a:cubicBezTo>
                    <a:pt x="15596" y="1604"/>
                    <a:pt x="15596" y="1604"/>
                    <a:pt x="15596" y="1604"/>
                  </a:cubicBezTo>
                  <a:cubicBezTo>
                    <a:pt x="15540" y="1538"/>
                    <a:pt x="15540" y="1538"/>
                    <a:pt x="15540" y="1538"/>
                  </a:cubicBezTo>
                  <a:cubicBezTo>
                    <a:pt x="15540" y="1538"/>
                    <a:pt x="15540" y="1538"/>
                    <a:pt x="15540" y="1538"/>
                  </a:cubicBezTo>
                  <a:cubicBezTo>
                    <a:pt x="15484" y="1538"/>
                    <a:pt x="15484" y="1538"/>
                    <a:pt x="15484" y="1538"/>
                  </a:cubicBezTo>
                  <a:cubicBezTo>
                    <a:pt x="15540" y="1604"/>
                    <a:pt x="15540" y="1604"/>
                    <a:pt x="15540" y="1604"/>
                  </a:cubicBezTo>
                  <a:cubicBezTo>
                    <a:pt x="15540" y="1671"/>
                    <a:pt x="15540" y="1671"/>
                    <a:pt x="15540" y="1671"/>
                  </a:cubicBezTo>
                  <a:cubicBezTo>
                    <a:pt x="15540" y="1738"/>
                    <a:pt x="15540" y="1738"/>
                    <a:pt x="15540" y="1738"/>
                  </a:cubicBezTo>
                  <a:cubicBezTo>
                    <a:pt x="15596" y="1805"/>
                    <a:pt x="15596" y="1805"/>
                    <a:pt x="15596" y="1805"/>
                  </a:cubicBezTo>
                  <a:cubicBezTo>
                    <a:pt x="15652" y="1805"/>
                    <a:pt x="15652" y="1805"/>
                    <a:pt x="15652" y="1805"/>
                  </a:cubicBezTo>
                  <a:cubicBezTo>
                    <a:pt x="15652" y="1805"/>
                    <a:pt x="15652" y="1805"/>
                    <a:pt x="15652" y="1805"/>
                  </a:cubicBezTo>
                  <a:cubicBezTo>
                    <a:pt x="15652" y="1805"/>
                    <a:pt x="15652" y="1805"/>
                    <a:pt x="15652" y="1805"/>
                  </a:cubicBezTo>
                  <a:cubicBezTo>
                    <a:pt x="15596" y="1805"/>
                    <a:pt x="15596" y="1805"/>
                    <a:pt x="15596" y="1805"/>
                  </a:cubicBezTo>
                  <a:cubicBezTo>
                    <a:pt x="15652" y="1872"/>
                    <a:pt x="15652" y="1872"/>
                    <a:pt x="15652" y="1872"/>
                  </a:cubicBezTo>
                  <a:cubicBezTo>
                    <a:pt x="15652" y="1939"/>
                    <a:pt x="15652" y="1939"/>
                    <a:pt x="15652" y="1939"/>
                  </a:cubicBezTo>
                  <a:cubicBezTo>
                    <a:pt x="15709" y="1939"/>
                    <a:pt x="15709" y="1939"/>
                    <a:pt x="15709" y="1939"/>
                  </a:cubicBezTo>
                  <a:cubicBezTo>
                    <a:pt x="15765" y="1939"/>
                    <a:pt x="15765" y="1939"/>
                    <a:pt x="15765" y="1939"/>
                  </a:cubicBezTo>
                  <a:cubicBezTo>
                    <a:pt x="15821" y="1872"/>
                    <a:pt x="15821" y="1872"/>
                    <a:pt x="15821" y="1872"/>
                  </a:cubicBezTo>
                  <a:cubicBezTo>
                    <a:pt x="15821" y="1939"/>
                    <a:pt x="15821" y="1939"/>
                    <a:pt x="15821" y="1939"/>
                  </a:cubicBezTo>
                  <a:cubicBezTo>
                    <a:pt x="15821" y="1939"/>
                    <a:pt x="15821" y="1939"/>
                    <a:pt x="15821" y="1939"/>
                  </a:cubicBezTo>
                  <a:cubicBezTo>
                    <a:pt x="15821" y="2006"/>
                    <a:pt x="15821" y="2006"/>
                    <a:pt x="15821" y="2006"/>
                  </a:cubicBezTo>
                  <a:cubicBezTo>
                    <a:pt x="15765" y="2073"/>
                    <a:pt x="15765" y="2073"/>
                    <a:pt x="15765" y="2073"/>
                  </a:cubicBezTo>
                  <a:cubicBezTo>
                    <a:pt x="15765" y="2073"/>
                    <a:pt x="15765" y="2073"/>
                    <a:pt x="15765" y="2073"/>
                  </a:cubicBezTo>
                  <a:cubicBezTo>
                    <a:pt x="15709" y="2006"/>
                    <a:pt x="15709" y="2006"/>
                    <a:pt x="15709" y="2006"/>
                  </a:cubicBezTo>
                  <a:cubicBezTo>
                    <a:pt x="15540" y="2006"/>
                    <a:pt x="15540" y="2006"/>
                    <a:pt x="15540" y="2006"/>
                  </a:cubicBezTo>
                  <a:cubicBezTo>
                    <a:pt x="15484" y="1872"/>
                    <a:pt x="15484" y="1872"/>
                    <a:pt x="15484" y="1872"/>
                  </a:cubicBezTo>
                  <a:cubicBezTo>
                    <a:pt x="15484" y="1872"/>
                    <a:pt x="15484" y="1872"/>
                    <a:pt x="15484" y="1872"/>
                  </a:cubicBezTo>
                  <a:cubicBezTo>
                    <a:pt x="15428" y="1872"/>
                    <a:pt x="15428" y="1872"/>
                    <a:pt x="15428" y="1872"/>
                  </a:cubicBezTo>
                  <a:cubicBezTo>
                    <a:pt x="15428" y="1872"/>
                    <a:pt x="15428" y="1872"/>
                    <a:pt x="15428" y="1872"/>
                  </a:cubicBezTo>
                  <a:cubicBezTo>
                    <a:pt x="15428" y="1939"/>
                    <a:pt x="15428" y="1939"/>
                    <a:pt x="15428" y="1939"/>
                  </a:cubicBezTo>
                  <a:cubicBezTo>
                    <a:pt x="15428" y="1939"/>
                    <a:pt x="15428" y="1939"/>
                    <a:pt x="15428" y="1939"/>
                  </a:cubicBezTo>
                  <a:cubicBezTo>
                    <a:pt x="15372" y="1939"/>
                    <a:pt x="15372" y="1939"/>
                    <a:pt x="15372" y="1939"/>
                  </a:cubicBezTo>
                  <a:cubicBezTo>
                    <a:pt x="15428" y="2073"/>
                    <a:pt x="15428" y="2073"/>
                    <a:pt x="15428" y="2073"/>
                  </a:cubicBezTo>
                  <a:cubicBezTo>
                    <a:pt x="15372" y="2073"/>
                    <a:pt x="15372" y="2073"/>
                    <a:pt x="15372" y="2073"/>
                  </a:cubicBezTo>
                  <a:cubicBezTo>
                    <a:pt x="15372" y="2073"/>
                    <a:pt x="15372" y="2073"/>
                    <a:pt x="15372" y="2073"/>
                  </a:cubicBezTo>
                  <a:cubicBezTo>
                    <a:pt x="15372" y="2139"/>
                    <a:pt x="15372" y="2139"/>
                    <a:pt x="15372" y="2139"/>
                  </a:cubicBezTo>
                  <a:cubicBezTo>
                    <a:pt x="15316" y="2139"/>
                    <a:pt x="15316" y="2139"/>
                    <a:pt x="15316" y="2139"/>
                  </a:cubicBezTo>
                  <a:cubicBezTo>
                    <a:pt x="15316" y="2273"/>
                    <a:pt x="15316" y="2273"/>
                    <a:pt x="15316" y="2273"/>
                  </a:cubicBezTo>
                  <a:cubicBezTo>
                    <a:pt x="15372" y="2273"/>
                    <a:pt x="15372" y="2273"/>
                    <a:pt x="15372" y="2273"/>
                  </a:cubicBezTo>
                  <a:cubicBezTo>
                    <a:pt x="15428" y="2273"/>
                    <a:pt x="15428" y="2273"/>
                    <a:pt x="15428" y="2273"/>
                  </a:cubicBezTo>
                  <a:cubicBezTo>
                    <a:pt x="15484" y="2340"/>
                    <a:pt x="15484" y="2340"/>
                    <a:pt x="15484" y="2340"/>
                  </a:cubicBezTo>
                  <a:cubicBezTo>
                    <a:pt x="15540" y="2340"/>
                    <a:pt x="15540" y="2340"/>
                    <a:pt x="15540" y="2340"/>
                  </a:cubicBezTo>
                  <a:cubicBezTo>
                    <a:pt x="15540" y="2340"/>
                    <a:pt x="15540" y="2340"/>
                    <a:pt x="15540" y="2340"/>
                  </a:cubicBezTo>
                  <a:cubicBezTo>
                    <a:pt x="15484" y="2340"/>
                    <a:pt x="15484" y="2340"/>
                    <a:pt x="15484" y="2340"/>
                  </a:cubicBezTo>
                  <a:cubicBezTo>
                    <a:pt x="15428" y="2340"/>
                    <a:pt x="15428" y="2340"/>
                    <a:pt x="15428" y="2340"/>
                  </a:cubicBezTo>
                  <a:cubicBezTo>
                    <a:pt x="15372" y="2340"/>
                    <a:pt x="15372" y="2340"/>
                    <a:pt x="15372" y="2340"/>
                  </a:cubicBezTo>
                  <a:cubicBezTo>
                    <a:pt x="15316" y="2340"/>
                    <a:pt x="15316" y="2340"/>
                    <a:pt x="15316" y="2340"/>
                  </a:cubicBezTo>
                  <a:cubicBezTo>
                    <a:pt x="15260" y="2340"/>
                    <a:pt x="15260" y="2340"/>
                    <a:pt x="15260" y="2340"/>
                  </a:cubicBezTo>
                  <a:cubicBezTo>
                    <a:pt x="15204" y="2407"/>
                    <a:pt x="15204" y="2407"/>
                    <a:pt x="15204" y="2407"/>
                  </a:cubicBezTo>
                  <a:cubicBezTo>
                    <a:pt x="15204" y="2474"/>
                    <a:pt x="15204" y="2474"/>
                    <a:pt x="15204" y="2474"/>
                  </a:cubicBezTo>
                  <a:cubicBezTo>
                    <a:pt x="15260" y="2474"/>
                    <a:pt x="15260" y="2474"/>
                    <a:pt x="15260" y="2474"/>
                  </a:cubicBezTo>
                  <a:cubicBezTo>
                    <a:pt x="15204" y="2541"/>
                    <a:pt x="15204" y="2541"/>
                    <a:pt x="15204" y="2541"/>
                  </a:cubicBezTo>
                  <a:cubicBezTo>
                    <a:pt x="15204" y="2541"/>
                    <a:pt x="15204" y="2541"/>
                    <a:pt x="15204" y="2541"/>
                  </a:cubicBezTo>
                  <a:cubicBezTo>
                    <a:pt x="15204" y="2608"/>
                    <a:pt x="15204" y="2608"/>
                    <a:pt x="15204" y="2608"/>
                  </a:cubicBezTo>
                  <a:cubicBezTo>
                    <a:pt x="15204" y="2608"/>
                    <a:pt x="15204" y="2608"/>
                    <a:pt x="15204" y="2608"/>
                  </a:cubicBezTo>
                  <a:cubicBezTo>
                    <a:pt x="15260" y="2608"/>
                    <a:pt x="15260" y="2608"/>
                    <a:pt x="15260" y="2608"/>
                  </a:cubicBezTo>
                  <a:cubicBezTo>
                    <a:pt x="15316" y="2608"/>
                    <a:pt x="15316" y="2608"/>
                    <a:pt x="15316" y="2608"/>
                  </a:cubicBezTo>
                  <a:cubicBezTo>
                    <a:pt x="15372" y="2541"/>
                    <a:pt x="15372" y="2541"/>
                    <a:pt x="15372" y="2541"/>
                  </a:cubicBezTo>
                  <a:cubicBezTo>
                    <a:pt x="15372" y="2541"/>
                    <a:pt x="15372" y="2541"/>
                    <a:pt x="15372" y="2541"/>
                  </a:cubicBezTo>
                  <a:cubicBezTo>
                    <a:pt x="15372" y="2608"/>
                    <a:pt x="15372" y="2608"/>
                    <a:pt x="15372" y="2608"/>
                  </a:cubicBezTo>
                  <a:cubicBezTo>
                    <a:pt x="15316" y="2608"/>
                    <a:pt x="15316" y="2608"/>
                    <a:pt x="15316" y="2608"/>
                  </a:cubicBezTo>
                  <a:cubicBezTo>
                    <a:pt x="15316" y="2674"/>
                    <a:pt x="15316" y="2674"/>
                    <a:pt x="15316" y="2674"/>
                  </a:cubicBezTo>
                  <a:cubicBezTo>
                    <a:pt x="15316" y="2674"/>
                    <a:pt x="15316" y="2674"/>
                    <a:pt x="15316" y="2674"/>
                  </a:cubicBezTo>
                  <a:cubicBezTo>
                    <a:pt x="15372" y="2674"/>
                    <a:pt x="15372" y="2674"/>
                    <a:pt x="15372" y="2674"/>
                  </a:cubicBezTo>
                  <a:cubicBezTo>
                    <a:pt x="15428" y="2674"/>
                    <a:pt x="15428" y="2674"/>
                    <a:pt x="15428" y="2674"/>
                  </a:cubicBezTo>
                  <a:cubicBezTo>
                    <a:pt x="15428" y="2674"/>
                    <a:pt x="15428" y="2674"/>
                    <a:pt x="15428" y="2674"/>
                  </a:cubicBezTo>
                  <a:cubicBezTo>
                    <a:pt x="15484" y="2608"/>
                    <a:pt x="15484" y="2608"/>
                    <a:pt x="15484" y="2608"/>
                  </a:cubicBezTo>
                  <a:cubicBezTo>
                    <a:pt x="15484" y="2674"/>
                    <a:pt x="15484" y="2674"/>
                    <a:pt x="15484" y="2674"/>
                  </a:cubicBezTo>
                  <a:cubicBezTo>
                    <a:pt x="15428" y="2674"/>
                    <a:pt x="15428" y="2674"/>
                    <a:pt x="15428" y="2674"/>
                  </a:cubicBezTo>
                  <a:cubicBezTo>
                    <a:pt x="15484" y="2674"/>
                    <a:pt x="15484" y="2674"/>
                    <a:pt x="15484" y="2674"/>
                  </a:cubicBezTo>
                  <a:cubicBezTo>
                    <a:pt x="15540" y="2674"/>
                    <a:pt x="15540" y="2674"/>
                    <a:pt x="15540" y="2674"/>
                  </a:cubicBezTo>
                  <a:cubicBezTo>
                    <a:pt x="15596" y="2741"/>
                    <a:pt x="15596" y="2741"/>
                    <a:pt x="15596" y="2741"/>
                  </a:cubicBezTo>
                  <a:cubicBezTo>
                    <a:pt x="15540" y="2741"/>
                    <a:pt x="15540" y="2741"/>
                    <a:pt x="15540" y="2741"/>
                  </a:cubicBezTo>
                  <a:cubicBezTo>
                    <a:pt x="15540" y="2741"/>
                    <a:pt x="15540" y="2741"/>
                    <a:pt x="15540" y="2741"/>
                  </a:cubicBezTo>
                  <a:cubicBezTo>
                    <a:pt x="15540" y="2808"/>
                    <a:pt x="15540" y="2808"/>
                    <a:pt x="15540" y="2808"/>
                  </a:cubicBezTo>
                  <a:cubicBezTo>
                    <a:pt x="15596" y="2741"/>
                    <a:pt x="15596" y="2741"/>
                    <a:pt x="15596" y="2741"/>
                  </a:cubicBezTo>
                  <a:cubicBezTo>
                    <a:pt x="15652" y="2808"/>
                    <a:pt x="15652" y="2808"/>
                    <a:pt x="15652" y="2808"/>
                  </a:cubicBezTo>
                  <a:cubicBezTo>
                    <a:pt x="15821" y="2808"/>
                    <a:pt x="15821" y="2808"/>
                    <a:pt x="15821" y="2808"/>
                  </a:cubicBezTo>
                  <a:cubicBezTo>
                    <a:pt x="15821" y="2875"/>
                    <a:pt x="15821" y="2875"/>
                    <a:pt x="15821" y="2875"/>
                  </a:cubicBezTo>
                  <a:cubicBezTo>
                    <a:pt x="15709" y="2875"/>
                    <a:pt x="15709" y="2875"/>
                    <a:pt x="15709" y="2875"/>
                  </a:cubicBezTo>
                  <a:cubicBezTo>
                    <a:pt x="15652" y="2875"/>
                    <a:pt x="15652" y="2875"/>
                    <a:pt x="15652" y="2875"/>
                  </a:cubicBezTo>
                  <a:cubicBezTo>
                    <a:pt x="15596" y="2808"/>
                    <a:pt x="15596" y="2808"/>
                    <a:pt x="15596" y="2808"/>
                  </a:cubicBezTo>
                  <a:cubicBezTo>
                    <a:pt x="15540" y="2808"/>
                    <a:pt x="15540" y="2808"/>
                    <a:pt x="15540" y="2808"/>
                  </a:cubicBezTo>
                  <a:cubicBezTo>
                    <a:pt x="15540" y="2875"/>
                    <a:pt x="15540" y="2875"/>
                    <a:pt x="15540" y="2875"/>
                  </a:cubicBezTo>
                  <a:cubicBezTo>
                    <a:pt x="15596" y="2875"/>
                    <a:pt x="15596" y="2875"/>
                    <a:pt x="15596" y="2875"/>
                  </a:cubicBezTo>
                  <a:cubicBezTo>
                    <a:pt x="15709" y="2942"/>
                    <a:pt x="15709" y="2942"/>
                    <a:pt x="15709" y="2942"/>
                  </a:cubicBezTo>
                  <a:cubicBezTo>
                    <a:pt x="15765" y="2942"/>
                    <a:pt x="15765" y="2942"/>
                    <a:pt x="15765" y="2942"/>
                  </a:cubicBezTo>
                  <a:cubicBezTo>
                    <a:pt x="15821" y="2942"/>
                    <a:pt x="15821" y="2942"/>
                    <a:pt x="15821" y="2942"/>
                  </a:cubicBezTo>
                  <a:cubicBezTo>
                    <a:pt x="15709" y="2942"/>
                    <a:pt x="15709" y="2942"/>
                    <a:pt x="15709" y="2942"/>
                  </a:cubicBezTo>
                  <a:cubicBezTo>
                    <a:pt x="15652" y="2942"/>
                    <a:pt x="15652" y="2942"/>
                    <a:pt x="15652" y="2942"/>
                  </a:cubicBezTo>
                  <a:cubicBezTo>
                    <a:pt x="15596" y="2942"/>
                    <a:pt x="15596" y="2942"/>
                    <a:pt x="15596" y="2942"/>
                  </a:cubicBezTo>
                  <a:cubicBezTo>
                    <a:pt x="15540" y="2942"/>
                    <a:pt x="15540" y="2942"/>
                    <a:pt x="15540" y="2942"/>
                  </a:cubicBezTo>
                  <a:cubicBezTo>
                    <a:pt x="15484" y="2875"/>
                    <a:pt x="15484" y="2875"/>
                    <a:pt x="15484" y="2875"/>
                  </a:cubicBezTo>
                  <a:cubicBezTo>
                    <a:pt x="15428" y="2875"/>
                    <a:pt x="15428" y="2875"/>
                    <a:pt x="15428" y="2875"/>
                  </a:cubicBezTo>
                  <a:cubicBezTo>
                    <a:pt x="15372" y="2808"/>
                    <a:pt x="15372" y="2808"/>
                    <a:pt x="15372" y="2808"/>
                  </a:cubicBezTo>
                  <a:cubicBezTo>
                    <a:pt x="15316" y="2808"/>
                    <a:pt x="15316" y="2808"/>
                    <a:pt x="15316" y="2808"/>
                  </a:cubicBezTo>
                  <a:cubicBezTo>
                    <a:pt x="15316" y="2875"/>
                    <a:pt x="15316" y="2875"/>
                    <a:pt x="15316" y="2875"/>
                  </a:cubicBezTo>
                  <a:cubicBezTo>
                    <a:pt x="15260" y="2875"/>
                    <a:pt x="15260" y="2875"/>
                    <a:pt x="15260" y="2875"/>
                  </a:cubicBezTo>
                  <a:cubicBezTo>
                    <a:pt x="15204" y="2875"/>
                    <a:pt x="15204" y="2875"/>
                    <a:pt x="15204" y="2875"/>
                  </a:cubicBezTo>
                  <a:cubicBezTo>
                    <a:pt x="15204" y="3009"/>
                    <a:pt x="15204" y="3009"/>
                    <a:pt x="15204" y="3009"/>
                  </a:cubicBezTo>
                  <a:cubicBezTo>
                    <a:pt x="15260" y="3076"/>
                    <a:pt x="15260" y="3076"/>
                    <a:pt x="15260" y="3076"/>
                  </a:cubicBezTo>
                  <a:cubicBezTo>
                    <a:pt x="15260" y="3143"/>
                    <a:pt x="15260" y="3143"/>
                    <a:pt x="15260" y="3143"/>
                  </a:cubicBezTo>
                  <a:cubicBezTo>
                    <a:pt x="15204" y="3143"/>
                    <a:pt x="15204" y="3143"/>
                    <a:pt x="15204" y="3143"/>
                  </a:cubicBezTo>
                  <a:cubicBezTo>
                    <a:pt x="15204" y="3076"/>
                    <a:pt x="15204" y="3076"/>
                    <a:pt x="15204" y="3076"/>
                  </a:cubicBezTo>
                  <a:cubicBezTo>
                    <a:pt x="15148" y="3076"/>
                    <a:pt x="15148" y="3076"/>
                    <a:pt x="15148" y="3076"/>
                  </a:cubicBezTo>
                  <a:cubicBezTo>
                    <a:pt x="15148" y="3143"/>
                    <a:pt x="15148" y="3143"/>
                    <a:pt x="15148" y="3143"/>
                  </a:cubicBezTo>
                  <a:cubicBezTo>
                    <a:pt x="15148" y="3209"/>
                    <a:pt x="15148" y="3209"/>
                    <a:pt x="15148" y="3209"/>
                  </a:cubicBezTo>
                  <a:cubicBezTo>
                    <a:pt x="15148" y="3276"/>
                    <a:pt x="15148" y="3276"/>
                    <a:pt x="15148" y="3276"/>
                  </a:cubicBezTo>
                  <a:cubicBezTo>
                    <a:pt x="15204" y="3209"/>
                    <a:pt x="15204" y="3209"/>
                    <a:pt x="15204" y="3209"/>
                  </a:cubicBezTo>
                  <a:cubicBezTo>
                    <a:pt x="15204" y="3209"/>
                    <a:pt x="15204" y="3209"/>
                    <a:pt x="15204" y="3209"/>
                  </a:cubicBezTo>
                  <a:cubicBezTo>
                    <a:pt x="15260" y="3276"/>
                    <a:pt x="15260" y="3276"/>
                    <a:pt x="15260" y="3276"/>
                  </a:cubicBezTo>
                  <a:cubicBezTo>
                    <a:pt x="15316" y="3276"/>
                    <a:pt x="15316" y="3276"/>
                    <a:pt x="15316" y="3276"/>
                  </a:cubicBezTo>
                  <a:cubicBezTo>
                    <a:pt x="15260" y="3343"/>
                    <a:pt x="15260" y="3343"/>
                    <a:pt x="15260" y="3343"/>
                  </a:cubicBezTo>
                  <a:cubicBezTo>
                    <a:pt x="15204" y="3343"/>
                    <a:pt x="15204" y="3343"/>
                    <a:pt x="15204" y="3343"/>
                  </a:cubicBezTo>
                  <a:cubicBezTo>
                    <a:pt x="15204" y="3276"/>
                    <a:pt x="15204" y="3276"/>
                    <a:pt x="15204" y="3276"/>
                  </a:cubicBezTo>
                  <a:cubicBezTo>
                    <a:pt x="15091" y="3276"/>
                    <a:pt x="15091" y="3276"/>
                    <a:pt x="15091" y="3276"/>
                  </a:cubicBezTo>
                  <a:cubicBezTo>
                    <a:pt x="15091" y="3410"/>
                    <a:pt x="15091" y="3410"/>
                    <a:pt x="15091" y="3410"/>
                  </a:cubicBezTo>
                  <a:cubicBezTo>
                    <a:pt x="15148" y="3410"/>
                    <a:pt x="15148" y="3410"/>
                    <a:pt x="15148" y="3410"/>
                  </a:cubicBezTo>
                  <a:cubicBezTo>
                    <a:pt x="15148" y="3410"/>
                    <a:pt x="15148" y="3410"/>
                    <a:pt x="15148" y="3410"/>
                  </a:cubicBezTo>
                  <a:cubicBezTo>
                    <a:pt x="15148" y="3410"/>
                    <a:pt x="15148" y="3410"/>
                    <a:pt x="15148" y="3410"/>
                  </a:cubicBezTo>
                  <a:cubicBezTo>
                    <a:pt x="15148" y="3544"/>
                    <a:pt x="15148" y="3544"/>
                    <a:pt x="15148" y="3544"/>
                  </a:cubicBezTo>
                  <a:cubicBezTo>
                    <a:pt x="15148" y="3544"/>
                    <a:pt x="15148" y="3544"/>
                    <a:pt x="15148" y="3544"/>
                  </a:cubicBezTo>
                  <a:cubicBezTo>
                    <a:pt x="15204" y="3544"/>
                    <a:pt x="15204" y="3544"/>
                    <a:pt x="15204" y="3544"/>
                  </a:cubicBezTo>
                  <a:cubicBezTo>
                    <a:pt x="15204" y="3611"/>
                    <a:pt x="15204" y="3611"/>
                    <a:pt x="15204" y="3611"/>
                  </a:cubicBezTo>
                  <a:cubicBezTo>
                    <a:pt x="15260" y="3611"/>
                    <a:pt x="15260" y="3611"/>
                    <a:pt x="15260" y="3611"/>
                  </a:cubicBezTo>
                  <a:cubicBezTo>
                    <a:pt x="15372" y="3744"/>
                    <a:pt x="15372" y="3744"/>
                    <a:pt x="15372" y="3744"/>
                  </a:cubicBezTo>
                  <a:cubicBezTo>
                    <a:pt x="15428" y="3678"/>
                    <a:pt x="15428" y="3678"/>
                    <a:pt x="15428" y="3678"/>
                  </a:cubicBezTo>
                  <a:cubicBezTo>
                    <a:pt x="15428" y="3678"/>
                    <a:pt x="15428" y="3678"/>
                    <a:pt x="15428" y="3678"/>
                  </a:cubicBezTo>
                  <a:cubicBezTo>
                    <a:pt x="15428" y="3611"/>
                    <a:pt x="15428" y="3611"/>
                    <a:pt x="15428" y="3611"/>
                  </a:cubicBezTo>
                  <a:cubicBezTo>
                    <a:pt x="15484" y="3611"/>
                    <a:pt x="15484" y="3611"/>
                    <a:pt x="15484" y="3611"/>
                  </a:cubicBezTo>
                  <a:cubicBezTo>
                    <a:pt x="15540" y="3678"/>
                    <a:pt x="15540" y="3678"/>
                    <a:pt x="15540" y="3678"/>
                  </a:cubicBezTo>
                  <a:cubicBezTo>
                    <a:pt x="15484" y="3678"/>
                    <a:pt x="15484" y="3678"/>
                    <a:pt x="15484" y="3678"/>
                  </a:cubicBezTo>
                  <a:cubicBezTo>
                    <a:pt x="15484" y="3744"/>
                    <a:pt x="15484" y="3744"/>
                    <a:pt x="15484" y="3744"/>
                  </a:cubicBezTo>
                  <a:cubicBezTo>
                    <a:pt x="15540" y="3744"/>
                    <a:pt x="15540" y="3744"/>
                    <a:pt x="15540" y="3744"/>
                  </a:cubicBezTo>
                  <a:cubicBezTo>
                    <a:pt x="15596" y="3611"/>
                    <a:pt x="15596" y="3611"/>
                    <a:pt x="15596" y="3611"/>
                  </a:cubicBezTo>
                  <a:cubicBezTo>
                    <a:pt x="15596" y="3477"/>
                    <a:pt x="15596" y="3477"/>
                    <a:pt x="15596" y="3477"/>
                  </a:cubicBezTo>
                  <a:cubicBezTo>
                    <a:pt x="15596" y="3410"/>
                    <a:pt x="15596" y="3410"/>
                    <a:pt x="15596" y="3410"/>
                  </a:cubicBezTo>
                  <a:cubicBezTo>
                    <a:pt x="15652" y="3343"/>
                    <a:pt x="15652" y="3343"/>
                    <a:pt x="15652" y="3343"/>
                  </a:cubicBezTo>
                  <a:cubicBezTo>
                    <a:pt x="15652" y="3343"/>
                    <a:pt x="15652" y="3343"/>
                    <a:pt x="15652" y="3343"/>
                  </a:cubicBezTo>
                  <a:cubicBezTo>
                    <a:pt x="15652" y="3410"/>
                    <a:pt x="15652" y="3410"/>
                    <a:pt x="15652" y="3410"/>
                  </a:cubicBezTo>
                  <a:cubicBezTo>
                    <a:pt x="15596" y="3477"/>
                    <a:pt x="15596" y="3477"/>
                    <a:pt x="15596" y="3477"/>
                  </a:cubicBezTo>
                  <a:cubicBezTo>
                    <a:pt x="15596" y="3544"/>
                    <a:pt x="15596" y="3544"/>
                    <a:pt x="15596" y="3544"/>
                  </a:cubicBezTo>
                  <a:cubicBezTo>
                    <a:pt x="15596" y="3611"/>
                    <a:pt x="15596" y="3611"/>
                    <a:pt x="15596" y="3611"/>
                  </a:cubicBezTo>
                  <a:cubicBezTo>
                    <a:pt x="15596" y="3678"/>
                    <a:pt x="15596" y="3678"/>
                    <a:pt x="15596" y="3678"/>
                  </a:cubicBezTo>
                  <a:cubicBezTo>
                    <a:pt x="15596" y="3744"/>
                    <a:pt x="15596" y="3744"/>
                    <a:pt x="15596" y="3744"/>
                  </a:cubicBezTo>
                  <a:cubicBezTo>
                    <a:pt x="15596" y="3811"/>
                    <a:pt x="15596" y="3811"/>
                    <a:pt x="15596" y="3811"/>
                  </a:cubicBezTo>
                  <a:cubicBezTo>
                    <a:pt x="15596" y="3811"/>
                    <a:pt x="15596" y="3811"/>
                    <a:pt x="15596" y="3811"/>
                  </a:cubicBezTo>
                  <a:close/>
                  <a:moveTo>
                    <a:pt x="15765" y="1471"/>
                  </a:moveTo>
                  <a:cubicBezTo>
                    <a:pt x="15765" y="1404"/>
                    <a:pt x="15765" y="1404"/>
                    <a:pt x="15765" y="1404"/>
                  </a:cubicBezTo>
                  <a:cubicBezTo>
                    <a:pt x="15765" y="1404"/>
                    <a:pt x="15765" y="1404"/>
                    <a:pt x="15765" y="1404"/>
                  </a:cubicBezTo>
                  <a:cubicBezTo>
                    <a:pt x="15821" y="1471"/>
                    <a:pt x="15821" y="1471"/>
                    <a:pt x="15821" y="1471"/>
                  </a:cubicBezTo>
                  <a:cubicBezTo>
                    <a:pt x="15821" y="1471"/>
                    <a:pt x="15821" y="1471"/>
                    <a:pt x="15821" y="1471"/>
                  </a:cubicBezTo>
                  <a:cubicBezTo>
                    <a:pt x="15877" y="1471"/>
                    <a:pt x="15877" y="1471"/>
                    <a:pt x="15877" y="1471"/>
                  </a:cubicBezTo>
                  <a:cubicBezTo>
                    <a:pt x="15821" y="1471"/>
                    <a:pt x="15821" y="1471"/>
                    <a:pt x="15821" y="1471"/>
                  </a:cubicBezTo>
                  <a:cubicBezTo>
                    <a:pt x="15821" y="1471"/>
                    <a:pt x="15821" y="1471"/>
                    <a:pt x="15821" y="1471"/>
                  </a:cubicBezTo>
                  <a:cubicBezTo>
                    <a:pt x="15765" y="1471"/>
                    <a:pt x="15765" y="1471"/>
                    <a:pt x="15765" y="1471"/>
                  </a:cubicBezTo>
                  <a:cubicBezTo>
                    <a:pt x="15765" y="1471"/>
                    <a:pt x="15765" y="1471"/>
                    <a:pt x="15765" y="1471"/>
                  </a:cubicBezTo>
                  <a:close/>
                  <a:moveTo>
                    <a:pt x="15765" y="3811"/>
                  </a:moveTo>
                  <a:cubicBezTo>
                    <a:pt x="15765" y="3744"/>
                    <a:pt x="15765" y="3744"/>
                    <a:pt x="15765" y="3744"/>
                  </a:cubicBezTo>
                  <a:cubicBezTo>
                    <a:pt x="15821" y="3678"/>
                    <a:pt x="15821" y="3678"/>
                    <a:pt x="15821" y="3678"/>
                  </a:cubicBezTo>
                  <a:cubicBezTo>
                    <a:pt x="15821" y="3678"/>
                    <a:pt x="15821" y="3678"/>
                    <a:pt x="15821" y="3678"/>
                  </a:cubicBezTo>
                  <a:cubicBezTo>
                    <a:pt x="15877" y="3678"/>
                    <a:pt x="15877" y="3678"/>
                    <a:pt x="15877" y="3678"/>
                  </a:cubicBezTo>
                  <a:cubicBezTo>
                    <a:pt x="15877" y="3678"/>
                    <a:pt x="15877" y="3678"/>
                    <a:pt x="15877" y="3678"/>
                  </a:cubicBezTo>
                  <a:cubicBezTo>
                    <a:pt x="15877" y="3678"/>
                    <a:pt x="15877" y="3678"/>
                    <a:pt x="15877" y="3678"/>
                  </a:cubicBezTo>
                  <a:cubicBezTo>
                    <a:pt x="15821" y="3744"/>
                    <a:pt x="15821" y="3744"/>
                    <a:pt x="15821" y="3744"/>
                  </a:cubicBezTo>
                  <a:cubicBezTo>
                    <a:pt x="15821" y="3811"/>
                    <a:pt x="15821" y="3811"/>
                    <a:pt x="15821" y="3811"/>
                  </a:cubicBezTo>
                  <a:cubicBezTo>
                    <a:pt x="15765" y="3811"/>
                    <a:pt x="15765" y="3811"/>
                    <a:pt x="15765" y="3811"/>
                  </a:cubicBezTo>
                  <a:close/>
                  <a:moveTo>
                    <a:pt x="16270" y="3276"/>
                  </a:moveTo>
                  <a:cubicBezTo>
                    <a:pt x="16326" y="3209"/>
                    <a:pt x="16326" y="3209"/>
                    <a:pt x="16326" y="3209"/>
                  </a:cubicBezTo>
                  <a:cubicBezTo>
                    <a:pt x="16382" y="3209"/>
                    <a:pt x="16382" y="3209"/>
                    <a:pt x="16382" y="3209"/>
                  </a:cubicBezTo>
                  <a:cubicBezTo>
                    <a:pt x="16438" y="3143"/>
                    <a:pt x="16438" y="3143"/>
                    <a:pt x="16438" y="3143"/>
                  </a:cubicBezTo>
                  <a:cubicBezTo>
                    <a:pt x="16494" y="3209"/>
                    <a:pt x="16494" y="3209"/>
                    <a:pt x="16494" y="3209"/>
                  </a:cubicBezTo>
                  <a:cubicBezTo>
                    <a:pt x="16550" y="3209"/>
                    <a:pt x="16550" y="3209"/>
                    <a:pt x="16550" y="3209"/>
                  </a:cubicBezTo>
                  <a:cubicBezTo>
                    <a:pt x="16494" y="3276"/>
                    <a:pt x="16494" y="3276"/>
                    <a:pt x="16494" y="3276"/>
                  </a:cubicBezTo>
                  <a:cubicBezTo>
                    <a:pt x="16438" y="3276"/>
                    <a:pt x="16438" y="3276"/>
                    <a:pt x="16438" y="3276"/>
                  </a:cubicBezTo>
                  <a:cubicBezTo>
                    <a:pt x="16382" y="3276"/>
                    <a:pt x="16382" y="3276"/>
                    <a:pt x="16382" y="3276"/>
                  </a:cubicBezTo>
                  <a:cubicBezTo>
                    <a:pt x="16326" y="3343"/>
                    <a:pt x="16326" y="3343"/>
                    <a:pt x="16326" y="3343"/>
                  </a:cubicBezTo>
                  <a:cubicBezTo>
                    <a:pt x="16326" y="3276"/>
                    <a:pt x="16326" y="3276"/>
                    <a:pt x="16326" y="3276"/>
                  </a:cubicBezTo>
                  <a:cubicBezTo>
                    <a:pt x="16270" y="3276"/>
                    <a:pt x="16270" y="3276"/>
                    <a:pt x="16270" y="3276"/>
                  </a:cubicBezTo>
                  <a:close/>
                  <a:moveTo>
                    <a:pt x="20029" y="133"/>
                  </a:moveTo>
                  <a:cubicBezTo>
                    <a:pt x="20029" y="66"/>
                    <a:pt x="20029" y="66"/>
                    <a:pt x="20029" y="66"/>
                  </a:cubicBezTo>
                  <a:cubicBezTo>
                    <a:pt x="20085" y="66"/>
                    <a:pt x="20085" y="66"/>
                    <a:pt x="20085" y="66"/>
                  </a:cubicBezTo>
                  <a:cubicBezTo>
                    <a:pt x="20085" y="133"/>
                    <a:pt x="20085" y="133"/>
                    <a:pt x="20085" y="133"/>
                  </a:cubicBezTo>
                  <a:cubicBezTo>
                    <a:pt x="20085" y="133"/>
                    <a:pt x="20085" y="133"/>
                    <a:pt x="20085" y="133"/>
                  </a:cubicBezTo>
                  <a:cubicBezTo>
                    <a:pt x="20029" y="133"/>
                    <a:pt x="20029" y="133"/>
                    <a:pt x="20029" y="133"/>
                  </a:cubicBezTo>
                  <a:close/>
                  <a:moveTo>
                    <a:pt x="18233" y="3878"/>
                  </a:moveTo>
                  <a:cubicBezTo>
                    <a:pt x="18233" y="3945"/>
                    <a:pt x="18233" y="3945"/>
                    <a:pt x="18233" y="3945"/>
                  </a:cubicBezTo>
                  <a:cubicBezTo>
                    <a:pt x="18233" y="3945"/>
                    <a:pt x="18233" y="3945"/>
                    <a:pt x="18233" y="3945"/>
                  </a:cubicBezTo>
                  <a:cubicBezTo>
                    <a:pt x="18289" y="3945"/>
                    <a:pt x="18289" y="3945"/>
                    <a:pt x="18289" y="3945"/>
                  </a:cubicBezTo>
                  <a:cubicBezTo>
                    <a:pt x="18289" y="3945"/>
                    <a:pt x="18289" y="3945"/>
                    <a:pt x="18289" y="3945"/>
                  </a:cubicBezTo>
                  <a:cubicBezTo>
                    <a:pt x="18233" y="3878"/>
                    <a:pt x="18233" y="3878"/>
                    <a:pt x="18233" y="3878"/>
                  </a:cubicBezTo>
                  <a:cubicBezTo>
                    <a:pt x="18233" y="3878"/>
                    <a:pt x="18233" y="3878"/>
                    <a:pt x="18233" y="3878"/>
                  </a:cubicBezTo>
                  <a:close/>
                  <a:moveTo>
                    <a:pt x="17336" y="4480"/>
                  </a:moveTo>
                  <a:cubicBezTo>
                    <a:pt x="17336" y="4547"/>
                    <a:pt x="17336" y="4547"/>
                    <a:pt x="17336" y="4547"/>
                  </a:cubicBezTo>
                  <a:cubicBezTo>
                    <a:pt x="17392" y="4547"/>
                    <a:pt x="17392" y="4547"/>
                    <a:pt x="17392" y="4547"/>
                  </a:cubicBezTo>
                  <a:cubicBezTo>
                    <a:pt x="17392" y="4480"/>
                    <a:pt x="17392" y="4480"/>
                    <a:pt x="17392" y="4480"/>
                  </a:cubicBezTo>
                  <a:cubicBezTo>
                    <a:pt x="17336" y="4480"/>
                    <a:pt x="17336" y="4480"/>
                    <a:pt x="17336" y="4480"/>
                  </a:cubicBezTo>
                  <a:close/>
                  <a:moveTo>
                    <a:pt x="16101" y="4480"/>
                  </a:moveTo>
                  <a:cubicBezTo>
                    <a:pt x="16045" y="4413"/>
                    <a:pt x="16045" y="4413"/>
                    <a:pt x="16045" y="4413"/>
                  </a:cubicBezTo>
                  <a:cubicBezTo>
                    <a:pt x="16045" y="4346"/>
                    <a:pt x="16045" y="4346"/>
                    <a:pt x="16045" y="4346"/>
                  </a:cubicBezTo>
                  <a:cubicBezTo>
                    <a:pt x="16101" y="4346"/>
                    <a:pt x="16101" y="4346"/>
                    <a:pt x="16101" y="4346"/>
                  </a:cubicBezTo>
                  <a:cubicBezTo>
                    <a:pt x="16101" y="4413"/>
                    <a:pt x="16101" y="4413"/>
                    <a:pt x="16101" y="4413"/>
                  </a:cubicBezTo>
                  <a:cubicBezTo>
                    <a:pt x="16101" y="4480"/>
                    <a:pt x="16101" y="4480"/>
                    <a:pt x="16101" y="4480"/>
                  </a:cubicBezTo>
                  <a:cubicBezTo>
                    <a:pt x="16101" y="4480"/>
                    <a:pt x="16101" y="4480"/>
                    <a:pt x="16101" y="4480"/>
                  </a:cubicBezTo>
                  <a:cubicBezTo>
                    <a:pt x="16101" y="4480"/>
                    <a:pt x="16101" y="4480"/>
                    <a:pt x="16101" y="4480"/>
                  </a:cubicBezTo>
                  <a:close/>
                  <a:moveTo>
                    <a:pt x="15709" y="5282"/>
                  </a:moveTo>
                  <a:cubicBezTo>
                    <a:pt x="15709" y="5216"/>
                    <a:pt x="15709" y="5216"/>
                    <a:pt x="15709" y="5216"/>
                  </a:cubicBezTo>
                  <a:cubicBezTo>
                    <a:pt x="15709" y="5216"/>
                    <a:pt x="15709" y="5216"/>
                    <a:pt x="15709" y="5216"/>
                  </a:cubicBezTo>
                  <a:cubicBezTo>
                    <a:pt x="15709" y="5149"/>
                    <a:pt x="15709" y="5149"/>
                    <a:pt x="15709" y="5149"/>
                  </a:cubicBezTo>
                  <a:cubicBezTo>
                    <a:pt x="15709" y="5149"/>
                    <a:pt x="15709" y="5149"/>
                    <a:pt x="15709" y="5149"/>
                  </a:cubicBezTo>
                  <a:cubicBezTo>
                    <a:pt x="15652" y="5149"/>
                    <a:pt x="15652" y="5149"/>
                    <a:pt x="15652" y="5149"/>
                  </a:cubicBezTo>
                  <a:cubicBezTo>
                    <a:pt x="15652" y="5216"/>
                    <a:pt x="15652" y="5216"/>
                    <a:pt x="15652" y="5216"/>
                  </a:cubicBezTo>
                  <a:cubicBezTo>
                    <a:pt x="15652" y="5282"/>
                    <a:pt x="15652" y="5282"/>
                    <a:pt x="15652" y="5282"/>
                  </a:cubicBezTo>
                  <a:cubicBezTo>
                    <a:pt x="15709" y="5349"/>
                    <a:pt x="15709" y="5349"/>
                    <a:pt x="15709" y="5349"/>
                  </a:cubicBezTo>
                  <a:cubicBezTo>
                    <a:pt x="15709" y="5416"/>
                    <a:pt x="15709" y="5416"/>
                    <a:pt x="15709" y="5416"/>
                  </a:cubicBezTo>
                  <a:cubicBezTo>
                    <a:pt x="15652" y="5416"/>
                    <a:pt x="15652" y="5416"/>
                    <a:pt x="15652" y="5416"/>
                  </a:cubicBezTo>
                  <a:cubicBezTo>
                    <a:pt x="15652" y="5349"/>
                    <a:pt x="15652" y="5349"/>
                    <a:pt x="15652" y="5349"/>
                  </a:cubicBezTo>
                  <a:cubicBezTo>
                    <a:pt x="15540" y="5349"/>
                    <a:pt x="15540" y="5349"/>
                    <a:pt x="15540" y="5349"/>
                  </a:cubicBezTo>
                  <a:cubicBezTo>
                    <a:pt x="15540" y="5349"/>
                    <a:pt x="15540" y="5349"/>
                    <a:pt x="15540" y="5349"/>
                  </a:cubicBezTo>
                  <a:cubicBezTo>
                    <a:pt x="15484" y="5349"/>
                    <a:pt x="15484" y="5349"/>
                    <a:pt x="15484" y="5349"/>
                  </a:cubicBezTo>
                  <a:cubicBezTo>
                    <a:pt x="15428" y="5282"/>
                    <a:pt x="15428" y="5282"/>
                    <a:pt x="15428" y="5282"/>
                  </a:cubicBezTo>
                  <a:cubicBezTo>
                    <a:pt x="15428" y="5282"/>
                    <a:pt x="15428" y="5282"/>
                    <a:pt x="15428" y="5282"/>
                  </a:cubicBezTo>
                  <a:cubicBezTo>
                    <a:pt x="15372" y="5282"/>
                    <a:pt x="15372" y="5282"/>
                    <a:pt x="15372" y="5282"/>
                  </a:cubicBezTo>
                  <a:cubicBezTo>
                    <a:pt x="15372" y="5216"/>
                    <a:pt x="15372" y="5216"/>
                    <a:pt x="15372" y="5216"/>
                  </a:cubicBezTo>
                  <a:cubicBezTo>
                    <a:pt x="15372" y="5216"/>
                    <a:pt x="15372" y="5216"/>
                    <a:pt x="15372" y="5216"/>
                  </a:cubicBezTo>
                  <a:cubicBezTo>
                    <a:pt x="15372" y="5216"/>
                    <a:pt x="15372" y="5216"/>
                    <a:pt x="15372" y="5216"/>
                  </a:cubicBezTo>
                  <a:cubicBezTo>
                    <a:pt x="15372" y="5149"/>
                    <a:pt x="15372" y="5149"/>
                    <a:pt x="15372" y="5149"/>
                  </a:cubicBezTo>
                  <a:cubicBezTo>
                    <a:pt x="15372" y="5149"/>
                    <a:pt x="15372" y="5149"/>
                    <a:pt x="15372" y="5149"/>
                  </a:cubicBezTo>
                  <a:cubicBezTo>
                    <a:pt x="15428" y="5149"/>
                    <a:pt x="15428" y="5149"/>
                    <a:pt x="15428" y="5149"/>
                  </a:cubicBezTo>
                  <a:cubicBezTo>
                    <a:pt x="15428" y="5082"/>
                    <a:pt x="15428" y="5082"/>
                    <a:pt x="15428" y="5082"/>
                  </a:cubicBezTo>
                  <a:cubicBezTo>
                    <a:pt x="15372" y="5015"/>
                    <a:pt x="15372" y="5015"/>
                    <a:pt x="15372" y="5015"/>
                  </a:cubicBezTo>
                  <a:cubicBezTo>
                    <a:pt x="15372" y="5015"/>
                    <a:pt x="15372" y="5015"/>
                    <a:pt x="15372" y="5015"/>
                  </a:cubicBezTo>
                  <a:cubicBezTo>
                    <a:pt x="15372" y="5015"/>
                    <a:pt x="15372" y="5015"/>
                    <a:pt x="15372" y="5015"/>
                  </a:cubicBezTo>
                  <a:cubicBezTo>
                    <a:pt x="15372" y="5082"/>
                    <a:pt x="15372" y="5082"/>
                    <a:pt x="15372" y="5082"/>
                  </a:cubicBezTo>
                  <a:cubicBezTo>
                    <a:pt x="15372" y="5082"/>
                    <a:pt x="15372" y="5082"/>
                    <a:pt x="15372" y="5082"/>
                  </a:cubicBezTo>
                  <a:cubicBezTo>
                    <a:pt x="15372" y="5149"/>
                    <a:pt x="15372" y="5149"/>
                    <a:pt x="15372" y="5149"/>
                  </a:cubicBezTo>
                  <a:cubicBezTo>
                    <a:pt x="15316" y="5149"/>
                    <a:pt x="15316" y="5149"/>
                    <a:pt x="15316" y="5149"/>
                  </a:cubicBezTo>
                  <a:cubicBezTo>
                    <a:pt x="15316" y="5149"/>
                    <a:pt x="15316" y="5149"/>
                    <a:pt x="15316" y="5149"/>
                  </a:cubicBezTo>
                  <a:cubicBezTo>
                    <a:pt x="15316" y="5149"/>
                    <a:pt x="15316" y="5149"/>
                    <a:pt x="15316" y="5149"/>
                  </a:cubicBezTo>
                  <a:cubicBezTo>
                    <a:pt x="15316" y="5216"/>
                    <a:pt x="15316" y="5216"/>
                    <a:pt x="15316" y="5216"/>
                  </a:cubicBezTo>
                  <a:cubicBezTo>
                    <a:pt x="15316" y="5216"/>
                    <a:pt x="15316" y="5216"/>
                    <a:pt x="15316" y="5216"/>
                  </a:cubicBezTo>
                  <a:cubicBezTo>
                    <a:pt x="15260" y="5216"/>
                    <a:pt x="15260" y="5216"/>
                    <a:pt x="15260" y="5216"/>
                  </a:cubicBezTo>
                  <a:cubicBezTo>
                    <a:pt x="15260" y="5149"/>
                    <a:pt x="15260" y="5149"/>
                    <a:pt x="15260" y="5149"/>
                  </a:cubicBezTo>
                  <a:cubicBezTo>
                    <a:pt x="15260" y="5149"/>
                    <a:pt x="15260" y="5149"/>
                    <a:pt x="15260" y="5149"/>
                  </a:cubicBezTo>
                  <a:cubicBezTo>
                    <a:pt x="15260" y="5082"/>
                    <a:pt x="15260" y="5082"/>
                    <a:pt x="15260" y="5082"/>
                  </a:cubicBezTo>
                  <a:cubicBezTo>
                    <a:pt x="15260" y="5015"/>
                    <a:pt x="15260" y="5015"/>
                    <a:pt x="15260" y="5015"/>
                  </a:cubicBezTo>
                  <a:cubicBezTo>
                    <a:pt x="15260" y="5015"/>
                    <a:pt x="15260" y="5015"/>
                    <a:pt x="15260" y="5015"/>
                  </a:cubicBezTo>
                  <a:cubicBezTo>
                    <a:pt x="15260" y="4948"/>
                    <a:pt x="15260" y="4948"/>
                    <a:pt x="15260" y="4948"/>
                  </a:cubicBezTo>
                  <a:cubicBezTo>
                    <a:pt x="15260" y="5015"/>
                    <a:pt x="15260" y="5015"/>
                    <a:pt x="15260" y="5015"/>
                  </a:cubicBezTo>
                  <a:cubicBezTo>
                    <a:pt x="15204" y="5015"/>
                    <a:pt x="15204" y="5015"/>
                    <a:pt x="15204" y="5015"/>
                  </a:cubicBezTo>
                  <a:cubicBezTo>
                    <a:pt x="15204" y="5082"/>
                    <a:pt x="15204" y="5082"/>
                    <a:pt x="15204" y="5082"/>
                  </a:cubicBezTo>
                  <a:cubicBezTo>
                    <a:pt x="15204" y="5082"/>
                    <a:pt x="15204" y="5082"/>
                    <a:pt x="15204" y="5082"/>
                  </a:cubicBezTo>
                  <a:cubicBezTo>
                    <a:pt x="15204" y="5149"/>
                    <a:pt x="15204" y="5149"/>
                    <a:pt x="15204" y="5149"/>
                  </a:cubicBezTo>
                  <a:cubicBezTo>
                    <a:pt x="15148" y="5149"/>
                    <a:pt x="15148" y="5149"/>
                    <a:pt x="15148" y="5149"/>
                  </a:cubicBezTo>
                  <a:cubicBezTo>
                    <a:pt x="15091" y="5149"/>
                    <a:pt x="15091" y="5149"/>
                    <a:pt x="15091" y="5149"/>
                  </a:cubicBezTo>
                  <a:cubicBezTo>
                    <a:pt x="15091" y="5149"/>
                    <a:pt x="15091" y="5149"/>
                    <a:pt x="15091" y="5149"/>
                  </a:cubicBezTo>
                  <a:cubicBezTo>
                    <a:pt x="15091" y="5082"/>
                    <a:pt x="15091" y="5082"/>
                    <a:pt x="15091" y="5082"/>
                  </a:cubicBezTo>
                  <a:cubicBezTo>
                    <a:pt x="15091" y="5082"/>
                    <a:pt x="15091" y="5082"/>
                    <a:pt x="15091" y="5082"/>
                  </a:cubicBezTo>
                  <a:cubicBezTo>
                    <a:pt x="15091" y="5015"/>
                    <a:pt x="15091" y="5015"/>
                    <a:pt x="15091" y="5015"/>
                  </a:cubicBezTo>
                  <a:cubicBezTo>
                    <a:pt x="15091" y="4948"/>
                    <a:pt x="15091" y="4948"/>
                    <a:pt x="15091" y="4948"/>
                  </a:cubicBezTo>
                  <a:cubicBezTo>
                    <a:pt x="15091" y="4948"/>
                    <a:pt x="15091" y="4948"/>
                    <a:pt x="15091" y="4948"/>
                  </a:cubicBezTo>
                  <a:cubicBezTo>
                    <a:pt x="15148" y="4814"/>
                    <a:pt x="15148" y="4814"/>
                    <a:pt x="15148" y="4814"/>
                  </a:cubicBezTo>
                  <a:cubicBezTo>
                    <a:pt x="15148" y="4814"/>
                    <a:pt x="15148" y="4814"/>
                    <a:pt x="15148" y="4814"/>
                  </a:cubicBezTo>
                  <a:cubicBezTo>
                    <a:pt x="15091" y="4881"/>
                    <a:pt x="15091" y="4881"/>
                    <a:pt x="15091" y="4881"/>
                  </a:cubicBezTo>
                  <a:cubicBezTo>
                    <a:pt x="15091" y="4948"/>
                    <a:pt x="15091" y="4948"/>
                    <a:pt x="15091" y="4948"/>
                  </a:cubicBezTo>
                  <a:cubicBezTo>
                    <a:pt x="15091" y="5015"/>
                    <a:pt x="15091" y="5015"/>
                    <a:pt x="15091" y="5015"/>
                  </a:cubicBezTo>
                  <a:cubicBezTo>
                    <a:pt x="15035" y="5082"/>
                    <a:pt x="15035" y="5082"/>
                    <a:pt x="15035" y="5082"/>
                  </a:cubicBezTo>
                  <a:cubicBezTo>
                    <a:pt x="15035" y="5082"/>
                    <a:pt x="15035" y="5082"/>
                    <a:pt x="15035" y="5082"/>
                  </a:cubicBezTo>
                  <a:cubicBezTo>
                    <a:pt x="15035" y="5015"/>
                    <a:pt x="15035" y="5015"/>
                    <a:pt x="15035" y="5015"/>
                  </a:cubicBezTo>
                  <a:cubicBezTo>
                    <a:pt x="15035" y="5015"/>
                    <a:pt x="15035" y="5015"/>
                    <a:pt x="15035" y="5015"/>
                  </a:cubicBezTo>
                  <a:cubicBezTo>
                    <a:pt x="15035" y="5015"/>
                    <a:pt x="15035" y="5015"/>
                    <a:pt x="15035" y="5015"/>
                  </a:cubicBezTo>
                  <a:cubicBezTo>
                    <a:pt x="15035" y="5082"/>
                    <a:pt x="15035" y="5082"/>
                    <a:pt x="15035" y="5082"/>
                  </a:cubicBezTo>
                  <a:cubicBezTo>
                    <a:pt x="14979" y="5082"/>
                    <a:pt x="14979" y="5082"/>
                    <a:pt x="14979" y="5082"/>
                  </a:cubicBezTo>
                  <a:cubicBezTo>
                    <a:pt x="14923" y="5015"/>
                    <a:pt x="14923" y="5015"/>
                    <a:pt x="14923" y="5015"/>
                  </a:cubicBezTo>
                  <a:cubicBezTo>
                    <a:pt x="14923" y="4948"/>
                    <a:pt x="14923" y="4948"/>
                    <a:pt x="14923" y="4948"/>
                  </a:cubicBezTo>
                  <a:cubicBezTo>
                    <a:pt x="14923" y="4948"/>
                    <a:pt x="14923" y="4948"/>
                    <a:pt x="14923" y="4948"/>
                  </a:cubicBezTo>
                  <a:cubicBezTo>
                    <a:pt x="14923" y="4881"/>
                    <a:pt x="14923" y="4881"/>
                    <a:pt x="14923" y="4881"/>
                  </a:cubicBezTo>
                  <a:cubicBezTo>
                    <a:pt x="14979" y="4881"/>
                    <a:pt x="14979" y="4881"/>
                    <a:pt x="14979" y="4881"/>
                  </a:cubicBezTo>
                  <a:cubicBezTo>
                    <a:pt x="15035" y="4814"/>
                    <a:pt x="15035" y="4814"/>
                    <a:pt x="15035" y="4814"/>
                  </a:cubicBezTo>
                  <a:cubicBezTo>
                    <a:pt x="14979" y="4814"/>
                    <a:pt x="14979" y="4814"/>
                    <a:pt x="14979" y="4814"/>
                  </a:cubicBezTo>
                  <a:cubicBezTo>
                    <a:pt x="15035" y="4747"/>
                    <a:pt x="15035" y="4747"/>
                    <a:pt x="15035" y="4747"/>
                  </a:cubicBezTo>
                  <a:cubicBezTo>
                    <a:pt x="15035" y="4681"/>
                    <a:pt x="15035" y="4681"/>
                    <a:pt x="15035" y="4681"/>
                  </a:cubicBezTo>
                  <a:cubicBezTo>
                    <a:pt x="15091" y="4681"/>
                    <a:pt x="15091" y="4681"/>
                    <a:pt x="15091" y="4681"/>
                  </a:cubicBezTo>
                  <a:cubicBezTo>
                    <a:pt x="15091" y="4681"/>
                    <a:pt x="15091" y="4681"/>
                    <a:pt x="15091" y="4681"/>
                  </a:cubicBezTo>
                  <a:cubicBezTo>
                    <a:pt x="15204" y="4681"/>
                    <a:pt x="15204" y="4681"/>
                    <a:pt x="15204" y="4681"/>
                  </a:cubicBezTo>
                  <a:cubicBezTo>
                    <a:pt x="15204" y="4614"/>
                    <a:pt x="15204" y="4614"/>
                    <a:pt x="15204" y="4614"/>
                  </a:cubicBezTo>
                  <a:cubicBezTo>
                    <a:pt x="15260" y="4614"/>
                    <a:pt x="15260" y="4614"/>
                    <a:pt x="15260" y="4614"/>
                  </a:cubicBezTo>
                  <a:cubicBezTo>
                    <a:pt x="15260" y="4614"/>
                    <a:pt x="15260" y="4614"/>
                    <a:pt x="15260" y="4614"/>
                  </a:cubicBezTo>
                  <a:cubicBezTo>
                    <a:pt x="15260" y="4614"/>
                    <a:pt x="15260" y="4614"/>
                    <a:pt x="15260" y="4614"/>
                  </a:cubicBezTo>
                  <a:cubicBezTo>
                    <a:pt x="15316" y="4547"/>
                    <a:pt x="15316" y="4547"/>
                    <a:pt x="15316" y="4547"/>
                  </a:cubicBezTo>
                  <a:cubicBezTo>
                    <a:pt x="15372" y="4547"/>
                    <a:pt x="15372" y="4547"/>
                    <a:pt x="15372" y="4547"/>
                  </a:cubicBezTo>
                  <a:cubicBezTo>
                    <a:pt x="15428" y="4614"/>
                    <a:pt x="15428" y="4614"/>
                    <a:pt x="15428" y="4614"/>
                  </a:cubicBezTo>
                  <a:cubicBezTo>
                    <a:pt x="15484" y="4614"/>
                    <a:pt x="15484" y="4614"/>
                    <a:pt x="15484" y="4614"/>
                  </a:cubicBezTo>
                  <a:cubicBezTo>
                    <a:pt x="15540" y="4547"/>
                    <a:pt x="15540" y="4547"/>
                    <a:pt x="15540" y="4547"/>
                  </a:cubicBezTo>
                  <a:cubicBezTo>
                    <a:pt x="15540" y="4614"/>
                    <a:pt x="15540" y="4614"/>
                    <a:pt x="15540" y="4614"/>
                  </a:cubicBezTo>
                  <a:cubicBezTo>
                    <a:pt x="15596" y="4614"/>
                    <a:pt x="15596" y="4614"/>
                    <a:pt x="15596" y="4614"/>
                  </a:cubicBezTo>
                  <a:cubicBezTo>
                    <a:pt x="15596" y="4614"/>
                    <a:pt x="15596" y="4614"/>
                    <a:pt x="15596" y="4614"/>
                  </a:cubicBezTo>
                  <a:cubicBezTo>
                    <a:pt x="15596" y="4614"/>
                    <a:pt x="15596" y="4614"/>
                    <a:pt x="15596" y="4614"/>
                  </a:cubicBezTo>
                  <a:cubicBezTo>
                    <a:pt x="15652" y="4614"/>
                    <a:pt x="15652" y="4614"/>
                    <a:pt x="15652" y="4614"/>
                  </a:cubicBezTo>
                  <a:cubicBezTo>
                    <a:pt x="15709" y="4614"/>
                    <a:pt x="15709" y="4614"/>
                    <a:pt x="15709" y="4614"/>
                  </a:cubicBezTo>
                  <a:cubicBezTo>
                    <a:pt x="15709" y="4614"/>
                    <a:pt x="15709" y="4614"/>
                    <a:pt x="15709" y="4614"/>
                  </a:cubicBezTo>
                  <a:cubicBezTo>
                    <a:pt x="15765" y="4614"/>
                    <a:pt x="15765" y="4614"/>
                    <a:pt x="15765" y="4614"/>
                  </a:cubicBezTo>
                  <a:cubicBezTo>
                    <a:pt x="15765" y="4614"/>
                    <a:pt x="15765" y="4614"/>
                    <a:pt x="15765" y="4614"/>
                  </a:cubicBezTo>
                  <a:cubicBezTo>
                    <a:pt x="15765" y="4614"/>
                    <a:pt x="15765" y="4614"/>
                    <a:pt x="15765" y="4614"/>
                  </a:cubicBezTo>
                  <a:cubicBezTo>
                    <a:pt x="15709" y="4614"/>
                    <a:pt x="15709" y="4614"/>
                    <a:pt x="15709" y="4614"/>
                  </a:cubicBezTo>
                  <a:cubicBezTo>
                    <a:pt x="15709" y="4547"/>
                    <a:pt x="15709" y="4547"/>
                    <a:pt x="15709" y="4547"/>
                  </a:cubicBezTo>
                  <a:cubicBezTo>
                    <a:pt x="15652" y="4547"/>
                    <a:pt x="15652" y="4547"/>
                    <a:pt x="15652" y="4547"/>
                  </a:cubicBezTo>
                  <a:cubicBezTo>
                    <a:pt x="15709" y="4547"/>
                    <a:pt x="15709" y="4547"/>
                    <a:pt x="15709" y="4547"/>
                  </a:cubicBezTo>
                  <a:cubicBezTo>
                    <a:pt x="15709" y="4547"/>
                    <a:pt x="15709" y="4547"/>
                    <a:pt x="15709" y="4547"/>
                  </a:cubicBezTo>
                  <a:cubicBezTo>
                    <a:pt x="15709" y="4480"/>
                    <a:pt x="15709" y="4480"/>
                    <a:pt x="15709" y="4480"/>
                  </a:cubicBezTo>
                  <a:cubicBezTo>
                    <a:pt x="15652" y="4480"/>
                    <a:pt x="15652" y="4480"/>
                    <a:pt x="15652" y="4480"/>
                  </a:cubicBezTo>
                  <a:cubicBezTo>
                    <a:pt x="15709" y="4480"/>
                    <a:pt x="15709" y="4480"/>
                    <a:pt x="15709" y="4480"/>
                  </a:cubicBezTo>
                  <a:cubicBezTo>
                    <a:pt x="15709" y="4480"/>
                    <a:pt x="15709" y="4480"/>
                    <a:pt x="15709" y="4480"/>
                  </a:cubicBezTo>
                  <a:cubicBezTo>
                    <a:pt x="15765" y="4480"/>
                    <a:pt x="15765" y="4480"/>
                    <a:pt x="15765" y="4480"/>
                  </a:cubicBezTo>
                  <a:cubicBezTo>
                    <a:pt x="15709" y="4413"/>
                    <a:pt x="15709" y="4413"/>
                    <a:pt x="15709" y="4413"/>
                  </a:cubicBezTo>
                  <a:cubicBezTo>
                    <a:pt x="15652" y="4413"/>
                    <a:pt x="15652" y="4413"/>
                    <a:pt x="15652" y="4413"/>
                  </a:cubicBezTo>
                  <a:cubicBezTo>
                    <a:pt x="15652" y="4480"/>
                    <a:pt x="15652" y="4480"/>
                    <a:pt x="15652" y="4480"/>
                  </a:cubicBezTo>
                  <a:cubicBezTo>
                    <a:pt x="15596" y="4413"/>
                    <a:pt x="15596" y="4413"/>
                    <a:pt x="15596" y="4413"/>
                  </a:cubicBezTo>
                  <a:cubicBezTo>
                    <a:pt x="15652" y="4346"/>
                    <a:pt x="15652" y="4346"/>
                    <a:pt x="15652" y="4346"/>
                  </a:cubicBezTo>
                  <a:cubicBezTo>
                    <a:pt x="15652" y="4346"/>
                    <a:pt x="15652" y="4346"/>
                    <a:pt x="15652" y="4346"/>
                  </a:cubicBezTo>
                  <a:cubicBezTo>
                    <a:pt x="15652" y="4279"/>
                    <a:pt x="15652" y="4279"/>
                    <a:pt x="15652" y="4279"/>
                  </a:cubicBezTo>
                  <a:cubicBezTo>
                    <a:pt x="15652" y="4279"/>
                    <a:pt x="15652" y="4279"/>
                    <a:pt x="15652" y="4279"/>
                  </a:cubicBezTo>
                  <a:cubicBezTo>
                    <a:pt x="15652" y="4279"/>
                    <a:pt x="15652" y="4279"/>
                    <a:pt x="15652" y="4279"/>
                  </a:cubicBezTo>
                  <a:cubicBezTo>
                    <a:pt x="15652" y="4146"/>
                    <a:pt x="15652" y="4146"/>
                    <a:pt x="15652" y="4146"/>
                  </a:cubicBezTo>
                  <a:cubicBezTo>
                    <a:pt x="15652" y="4146"/>
                    <a:pt x="15652" y="4146"/>
                    <a:pt x="15652" y="4146"/>
                  </a:cubicBezTo>
                  <a:cubicBezTo>
                    <a:pt x="15652" y="4079"/>
                    <a:pt x="15652" y="4079"/>
                    <a:pt x="15652" y="4079"/>
                  </a:cubicBezTo>
                  <a:cubicBezTo>
                    <a:pt x="15652" y="4079"/>
                    <a:pt x="15652" y="4079"/>
                    <a:pt x="15652" y="4079"/>
                  </a:cubicBezTo>
                  <a:cubicBezTo>
                    <a:pt x="15652" y="4079"/>
                    <a:pt x="15652" y="4079"/>
                    <a:pt x="15652" y="4079"/>
                  </a:cubicBezTo>
                  <a:cubicBezTo>
                    <a:pt x="15709" y="4012"/>
                    <a:pt x="15709" y="4012"/>
                    <a:pt x="15709" y="4012"/>
                  </a:cubicBezTo>
                  <a:cubicBezTo>
                    <a:pt x="15765" y="4079"/>
                    <a:pt x="15765" y="4079"/>
                    <a:pt x="15765" y="4079"/>
                  </a:cubicBezTo>
                  <a:cubicBezTo>
                    <a:pt x="15821" y="4012"/>
                    <a:pt x="15821" y="4012"/>
                    <a:pt x="15821" y="4012"/>
                  </a:cubicBezTo>
                  <a:cubicBezTo>
                    <a:pt x="15877" y="4079"/>
                    <a:pt x="15877" y="4079"/>
                    <a:pt x="15877" y="4079"/>
                  </a:cubicBezTo>
                  <a:cubicBezTo>
                    <a:pt x="15877" y="4079"/>
                    <a:pt x="15877" y="4079"/>
                    <a:pt x="15877" y="4079"/>
                  </a:cubicBezTo>
                  <a:cubicBezTo>
                    <a:pt x="15933" y="4146"/>
                    <a:pt x="15933" y="4146"/>
                    <a:pt x="15933" y="4146"/>
                  </a:cubicBezTo>
                  <a:cubicBezTo>
                    <a:pt x="15989" y="4213"/>
                    <a:pt x="15989" y="4213"/>
                    <a:pt x="15989" y="4213"/>
                  </a:cubicBezTo>
                  <a:cubicBezTo>
                    <a:pt x="15989" y="4413"/>
                    <a:pt x="15989" y="4413"/>
                    <a:pt x="15989" y="4413"/>
                  </a:cubicBezTo>
                  <a:cubicBezTo>
                    <a:pt x="15933" y="4480"/>
                    <a:pt x="15933" y="4480"/>
                    <a:pt x="15933" y="4480"/>
                  </a:cubicBezTo>
                  <a:cubicBezTo>
                    <a:pt x="15989" y="4480"/>
                    <a:pt x="15989" y="4480"/>
                    <a:pt x="15989" y="4480"/>
                  </a:cubicBezTo>
                  <a:cubicBezTo>
                    <a:pt x="15989" y="4480"/>
                    <a:pt x="15989" y="4480"/>
                    <a:pt x="15989" y="4480"/>
                  </a:cubicBezTo>
                  <a:cubicBezTo>
                    <a:pt x="16101" y="4480"/>
                    <a:pt x="16101" y="4480"/>
                    <a:pt x="16101" y="4480"/>
                  </a:cubicBezTo>
                  <a:cubicBezTo>
                    <a:pt x="16101" y="4547"/>
                    <a:pt x="16101" y="4547"/>
                    <a:pt x="16101" y="4547"/>
                  </a:cubicBezTo>
                  <a:cubicBezTo>
                    <a:pt x="16157" y="4614"/>
                    <a:pt x="16157" y="4614"/>
                    <a:pt x="16157" y="4614"/>
                  </a:cubicBezTo>
                  <a:cubicBezTo>
                    <a:pt x="16157" y="4547"/>
                    <a:pt x="16157" y="4547"/>
                    <a:pt x="16157" y="4547"/>
                  </a:cubicBezTo>
                  <a:cubicBezTo>
                    <a:pt x="16270" y="4547"/>
                    <a:pt x="16270" y="4547"/>
                    <a:pt x="16270" y="4547"/>
                  </a:cubicBezTo>
                  <a:cubicBezTo>
                    <a:pt x="16326" y="4614"/>
                    <a:pt x="16326" y="4614"/>
                    <a:pt x="16326" y="4614"/>
                  </a:cubicBezTo>
                  <a:cubicBezTo>
                    <a:pt x="16326" y="4614"/>
                    <a:pt x="16326" y="4614"/>
                    <a:pt x="16326" y="4614"/>
                  </a:cubicBezTo>
                  <a:cubicBezTo>
                    <a:pt x="16326" y="4547"/>
                    <a:pt x="16326" y="4547"/>
                    <a:pt x="16326" y="4547"/>
                  </a:cubicBezTo>
                  <a:cubicBezTo>
                    <a:pt x="16382" y="4547"/>
                    <a:pt x="16382" y="4547"/>
                    <a:pt x="16382" y="4547"/>
                  </a:cubicBezTo>
                  <a:cubicBezTo>
                    <a:pt x="16438" y="4480"/>
                    <a:pt x="16438" y="4480"/>
                    <a:pt x="16438" y="4480"/>
                  </a:cubicBezTo>
                  <a:cubicBezTo>
                    <a:pt x="16494" y="4413"/>
                    <a:pt x="16494" y="4413"/>
                    <a:pt x="16494" y="4413"/>
                  </a:cubicBezTo>
                  <a:cubicBezTo>
                    <a:pt x="16550" y="4346"/>
                    <a:pt x="16550" y="4346"/>
                    <a:pt x="16550" y="4346"/>
                  </a:cubicBezTo>
                  <a:cubicBezTo>
                    <a:pt x="16662" y="4279"/>
                    <a:pt x="16662" y="4279"/>
                    <a:pt x="16662" y="4279"/>
                  </a:cubicBezTo>
                  <a:cubicBezTo>
                    <a:pt x="16662" y="4213"/>
                    <a:pt x="16662" y="4213"/>
                    <a:pt x="16662" y="4213"/>
                  </a:cubicBezTo>
                  <a:cubicBezTo>
                    <a:pt x="16718" y="4146"/>
                    <a:pt x="16718" y="4146"/>
                    <a:pt x="16718" y="4146"/>
                  </a:cubicBezTo>
                  <a:cubicBezTo>
                    <a:pt x="16662" y="4146"/>
                    <a:pt x="16662" y="4146"/>
                    <a:pt x="16662" y="4146"/>
                  </a:cubicBezTo>
                  <a:cubicBezTo>
                    <a:pt x="16606" y="4213"/>
                    <a:pt x="16606" y="4213"/>
                    <a:pt x="16606" y="4213"/>
                  </a:cubicBezTo>
                  <a:cubicBezTo>
                    <a:pt x="16606" y="4213"/>
                    <a:pt x="16606" y="4213"/>
                    <a:pt x="16606" y="4213"/>
                  </a:cubicBezTo>
                  <a:cubicBezTo>
                    <a:pt x="16550" y="4346"/>
                    <a:pt x="16550" y="4346"/>
                    <a:pt x="16550" y="4346"/>
                  </a:cubicBezTo>
                  <a:cubicBezTo>
                    <a:pt x="16494" y="4346"/>
                    <a:pt x="16494" y="4346"/>
                    <a:pt x="16494" y="4346"/>
                  </a:cubicBezTo>
                  <a:cubicBezTo>
                    <a:pt x="16494" y="4413"/>
                    <a:pt x="16494" y="4413"/>
                    <a:pt x="16494" y="4413"/>
                  </a:cubicBezTo>
                  <a:cubicBezTo>
                    <a:pt x="16438" y="4480"/>
                    <a:pt x="16438" y="4480"/>
                    <a:pt x="16438" y="4480"/>
                  </a:cubicBezTo>
                  <a:cubicBezTo>
                    <a:pt x="16326" y="4480"/>
                    <a:pt x="16326" y="4480"/>
                    <a:pt x="16326" y="4480"/>
                  </a:cubicBezTo>
                  <a:cubicBezTo>
                    <a:pt x="16326" y="4480"/>
                    <a:pt x="16326" y="4480"/>
                    <a:pt x="16326" y="4480"/>
                  </a:cubicBezTo>
                  <a:cubicBezTo>
                    <a:pt x="16270" y="4480"/>
                    <a:pt x="16270" y="4480"/>
                    <a:pt x="16270" y="4480"/>
                  </a:cubicBezTo>
                  <a:cubicBezTo>
                    <a:pt x="16270" y="4480"/>
                    <a:pt x="16270" y="4480"/>
                    <a:pt x="16270" y="4480"/>
                  </a:cubicBezTo>
                  <a:cubicBezTo>
                    <a:pt x="16214" y="4480"/>
                    <a:pt x="16214" y="4480"/>
                    <a:pt x="16214" y="4480"/>
                  </a:cubicBezTo>
                  <a:cubicBezTo>
                    <a:pt x="16157" y="4413"/>
                    <a:pt x="16157" y="4413"/>
                    <a:pt x="16157" y="4413"/>
                  </a:cubicBezTo>
                  <a:cubicBezTo>
                    <a:pt x="16157" y="4413"/>
                    <a:pt x="16157" y="4413"/>
                    <a:pt x="16157" y="4413"/>
                  </a:cubicBezTo>
                  <a:cubicBezTo>
                    <a:pt x="16214" y="4346"/>
                    <a:pt x="16214" y="4346"/>
                    <a:pt x="16214" y="4346"/>
                  </a:cubicBezTo>
                  <a:cubicBezTo>
                    <a:pt x="16214" y="4346"/>
                    <a:pt x="16214" y="4346"/>
                    <a:pt x="16214" y="4346"/>
                  </a:cubicBezTo>
                  <a:cubicBezTo>
                    <a:pt x="16270" y="4279"/>
                    <a:pt x="16270" y="4279"/>
                    <a:pt x="16270" y="4279"/>
                  </a:cubicBezTo>
                  <a:cubicBezTo>
                    <a:pt x="16214" y="4346"/>
                    <a:pt x="16214" y="4346"/>
                    <a:pt x="16214" y="4346"/>
                  </a:cubicBezTo>
                  <a:cubicBezTo>
                    <a:pt x="16157" y="4346"/>
                    <a:pt x="16157" y="4346"/>
                    <a:pt x="16157" y="4346"/>
                  </a:cubicBezTo>
                  <a:cubicBezTo>
                    <a:pt x="16101" y="4346"/>
                    <a:pt x="16101" y="4346"/>
                    <a:pt x="16101" y="4346"/>
                  </a:cubicBezTo>
                  <a:cubicBezTo>
                    <a:pt x="16101" y="4279"/>
                    <a:pt x="16101" y="4279"/>
                    <a:pt x="16101" y="4279"/>
                  </a:cubicBezTo>
                  <a:cubicBezTo>
                    <a:pt x="16101" y="4279"/>
                    <a:pt x="16101" y="4279"/>
                    <a:pt x="16101" y="4279"/>
                  </a:cubicBezTo>
                  <a:cubicBezTo>
                    <a:pt x="16157" y="4279"/>
                    <a:pt x="16157" y="4279"/>
                    <a:pt x="16157" y="4279"/>
                  </a:cubicBezTo>
                  <a:cubicBezTo>
                    <a:pt x="16157" y="4279"/>
                    <a:pt x="16157" y="4279"/>
                    <a:pt x="16157" y="4279"/>
                  </a:cubicBezTo>
                  <a:cubicBezTo>
                    <a:pt x="16157" y="4213"/>
                    <a:pt x="16157" y="4213"/>
                    <a:pt x="16157" y="4213"/>
                  </a:cubicBezTo>
                  <a:cubicBezTo>
                    <a:pt x="16157" y="4213"/>
                    <a:pt x="16157" y="4213"/>
                    <a:pt x="16157" y="4213"/>
                  </a:cubicBezTo>
                  <a:cubicBezTo>
                    <a:pt x="16157" y="4213"/>
                    <a:pt x="16157" y="4213"/>
                    <a:pt x="16157" y="4213"/>
                  </a:cubicBezTo>
                  <a:cubicBezTo>
                    <a:pt x="16157" y="4213"/>
                    <a:pt x="16157" y="4213"/>
                    <a:pt x="16157" y="4213"/>
                  </a:cubicBezTo>
                  <a:cubicBezTo>
                    <a:pt x="16214" y="4213"/>
                    <a:pt x="16214" y="4213"/>
                    <a:pt x="16214" y="4213"/>
                  </a:cubicBezTo>
                  <a:cubicBezTo>
                    <a:pt x="16214" y="4213"/>
                    <a:pt x="16214" y="4213"/>
                    <a:pt x="16214" y="4213"/>
                  </a:cubicBezTo>
                  <a:cubicBezTo>
                    <a:pt x="16214" y="4146"/>
                    <a:pt x="16214" y="4146"/>
                    <a:pt x="16214" y="4146"/>
                  </a:cubicBezTo>
                  <a:cubicBezTo>
                    <a:pt x="16214" y="4146"/>
                    <a:pt x="16214" y="4146"/>
                    <a:pt x="16214" y="4146"/>
                  </a:cubicBezTo>
                  <a:cubicBezTo>
                    <a:pt x="16157" y="4146"/>
                    <a:pt x="16157" y="4146"/>
                    <a:pt x="16157" y="4146"/>
                  </a:cubicBezTo>
                  <a:cubicBezTo>
                    <a:pt x="16157" y="4146"/>
                    <a:pt x="16157" y="4146"/>
                    <a:pt x="16157" y="4146"/>
                  </a:cubicBezTo>
                  <a:cubicBezTo>
                    <a:pt x="16101" y="4146"/>
                    <a:pt x="16101" y="4146"/>
                    <a:pt x="16101" y="4146"/>
                  </a:cubicBezTo>
                  <a:cubicBezTo>
                    <a:pt x="16101" y="4146"/>
                    <a:pt x="16101" y="4146"/>
                    <a:pt x="16101" y="4146"/>
                  </a:cubicBezTo>
                  <a:cubicBezTo>
                    <a:pt x="16101" y="4079"/>
                    <a:pt x="16101" y="4079"/>
                    <a:pt x="16101" y="4079"/>
                  </a:cubicBezTo>
                  <a:cubicBezTo>
                    <a:pt x="16157" y="4079"/>
                    <a:pt x="16157" y="4079"/>
                    <a:pt x="16157" y="4079"/>
                  </a:cubicBezTo>
                  <a:cubicBezTo>
                    <a:pt x="16157" y="4079"/>
                    <a:pt x="16157" y="4079"/>
                    <a:pt x="16157" y="4079"/>
                  </a:cubicBezTo>
                  <a:cubicBezTo>
                    <a:pt x="16214" y="4079"/>
                    <a:pt x="16214" y="4079"/>
                    <a:pt x="16214" y="4079"/>
                  </a:cubicBezTo>
                  <a:cubicBezTo>
                    <a:pt x="16270" y="4079"/>
                    <a:pt x="16270" y="4079"/>
                    <a:pt x="16270" y="4079"/>
                  </a:cubicBezTo>
                  <a:cubicBezTo>
                    <a:pt x="16326" y="4079"/>
                    <a:pt x="16326" y="4079"/>
                    <a:pt x="16326" y="4079"/>
                  </a:cubicBezTo>
                  <a:cubicBezTo>
                    <a:pt x="16270" y="4079"/>
                    <a:pt x="16270" y="4079"/>
                    <a:pt x="16270" y="4079"/>
                  </a:cubicBezTo>
                  <a:cubicBezTo>
                    <a:pt x="16270" y="4012"/>
                    <a:pt x="16270" y="4012"/>
                    <a:pt x="16270" y="4012"/>
                  </a:cubicBezTo>
                  <a:cubicBezTo>
                    <a:pt x="16270" y="4012"/>
                    <a:pt x="16270" y="4012"/>
                    <a:pt x="16270" y="4012"/>
                  </a:cubicBezTo>
                  <a:cubicBezTo>
                    <a:pt x="16326" y="4012"/>
                    <a:pt x="16326" y="4012"/>
                    <a:pt x="16326" y="4012"/>
                  </a:cubicBezTo>
                  <a:cubicBezTo>
                    <a:pt x="16326" y="3945"/>
                    <a:pt x="16326" y="3945"/>
                    <a:pt x="16326" y="3945"/>
                  </a:cubicBezTo>
                  <a:cubicBezTo>
                    <a:pt x="16326" y="3945"/>
                    <a:pt x="16326" y="3945"/>
                    <a:pt x="16326" y="3945"/>
                  </a:cubicBezTo>
                  <a:cubicBezTo>
                    <a:pt x="16326" y="3945"/>
                    <a:pt x="16326" y="3945"/>
                    <a:pt x="16326" y="3945"/>
                  </a:cubicBezTo>
                  <a:cubicBezTo>
                    <a:pt x="16326" y="3878"/>
                    <a:pt x="16326" y="3878"/>
                    <a:pt x="16326" y="3878"/>
                  </a:cubicBezTo>
                  <a:cubicBezTo>
                    <a:pt x="16382" y="3878"/>
                    <a:pt x="16382" y="3878"/>
                    <a:pt x="16382" y="3878"/>
                  </a:cubicBezTo>
                  <a:cubicBezTo>
                    <a:pt x="16382" y="3811"/>
                    <a:pt x="16382" y="3811"/>
                    <a:pt x="16382" y="3811"/>
                  </a:cubicBezTo>
                  <a:cubicBezTo>
                    <a:pt x="16438" y="3744"/>
                    <a:pt x="16438" y="3744"/>
                    <a:pt x="16438" y="3744"/>
                  </a:cubicBezTo>
                  <a:cubicBezTo>
                    <a:pt x="16438" y="3744"/>
                    <a:pt x="16438" y="3744"/>
                    <a:pt x="16438" y="3744"/>
                  </a:cubicBezTo>
                  <a:cubicBezTo>
                    <a:pt x="16494" y="3678"/>
                    <a:pt x="16494" y="3678"/>
                    <a:pt x="16494" y="3678"/>
                  </a:cubicBezTo>
                  <a:cubicBezTo>
                    <a:pt x="16438" y="3678"/>
                    <a:pt x="16438" y="3678"/>
                    <a:pt x="16438" y="3678"/>
                  </a:cubicBezTo>
                  <a:cubicBezTo>
                    <a:pt x="16382" y="3811"/>
                    <a:pt x="16382" y="3811"/>
                    <a:pt x="16382" y="3811"/>
                  </a:cubicBezTo>
                  <a:cubicBezTo>
                    <a:pt x="16326" y="3878"/>
                    <a:pt x="16326" y="3878"/>
                    <a:pt x="16326" y="3878"/>
                  </a:cubicBezTo>
                  <a:cubicBezTo>
                    <a:pt x="16214" y="3945"/>
                    <a:pt x="16214" y="3945"/>
                    <a:pt x="16214" y="3945"/>
                  </a:cubicBezTo>
                  <a:cubicBezTo>
                    <a:pt x="16157" y="4012"/>
                    <a:pt x="16157" y="4012"/>
                    <a:pt x="16157" y="4012"/>
                  </a:cubicBezTo>
                  <a:cubicBezTo>
                    <a:pt x="16157" y="4012"/>
                    <a:pt x="16157" y="4012"/>
                    <a:pt x="16157" y="4012"/>
                  </a:cubicBezTo>
                  <a:cubicBezTo>
                    <a:pt x="16045" y="4012"/>
                    <a:pt x="16045" y="4012"/>
                    <a:pt x="16045" y="4012"/>
                  </a:cubicBezTo>
                  <a:cubicBezTo>
                    <a:pt x="16045" y="3945"/>
                    <a:pt x="16045" y="3945"/>
                    <a:pt x="16045" y="3945"/>
                  </a:cubicBezTo>
                  <a:cubicBezTo>
                    <a:pt x="16101" y="3945"/>
                    <a:pt x="16101" y="3945"/>
                    <a:pt x="16101" y="3945"/>
                  </a:cubicBezTo>
                  <a:cubicBezTo>
                    <a:pt x="16157" y="3878"/>
                    <a:pt x="16157" y="3878"/>
                    <a:pt x="16157" y="3878"/>
                  </a:cubicBezTo>
                  <a:cubicBezTo>
                    <a:pt x="16157" y="3811"/>
                    <a:pt x="16157" y="3811"/>
                    <a:pt x="16157" y="3811"/>
                  </a:cubicBezTo>
                  <a:cubicBezTo>
                    <a:pt x="16101" y="3878"/>
                    <a:pt x="16101" y="3878"/>
                    <a:pt x="16101" y="3878"/>
                  </a:cubicBezTo>
                  <a:cubicBezTo>
                    <a:pt x="15989" y="3878"/>
                    <a:pt x="15989" y="3878"/>
                    <a:pt x="15989" y="3878"/>
                  </a:cubicBezTo>
                  <a:cubicBezTo>
                    <a:pt x="15989" y="3945"/>
                    <a:pt x="15989" y="3945"/>
                    <a:pt x="15989" y="3945"/>
                  </a:cubicBezTo>
                  <a:cubicBezTo>
                    <a:pt x="15989" y="3945"/>
                    <a:pt x="15989" y="3945"/>
                    <a:pt x="15989" y="3945"/>
                  </a:cubicBezTo>
                  <a:cubicBezTo>
                    <a:pt x="15933" y="3945"/>
                    <a:pt x="15933" y="3945"/>
                    <a:pt x="15933" y="3945"/>
                  </a:cubicBezTo>
                  <a:cubicBezTo>
                    <a:pt x="15821" y="3878"/>
                    <a:pt x="15821" y="3878"/>
                    <a:pt x="15821" y="3878"/>
                  </a:cubicBezTo>
                  <a:cubicBezTo>
                    <a:pt x="15877" y="3878"/>
                    <a:pt x="15877" y="3878"/>
                    <a:pt x="15877" y="3878"/>
                  </a:cubicBezTo>
                  <a:cubicBezTo>
                    <a:pt x="15933" y="3878"/>
                    <a:pt x="15933" y="3878"/>
                    <a:pt x="15933" y="3878"/>
                  </a:cubicBezTo>
                  <a:cubicBezTo>
                    <a:pt x="15933" y="3811"/>
                    <a:pt x="15933" y="3811"/>
                    <a:pt x="15933" y="3811"/>
                  </a:cubicBezTo>
                  <a:cubicBezTo>
                    <a:pt x="15877" y="3811"/>
                    <a:pt x="15877" y="3811"/>
                    <a:pt x="15877" y="3811"/>
                  </a:cubicBezTo>
                  <a:cubicBezTo>
                    <a:pt x="15877" y="3744"/>
                    <a:pt x="15877" y="3744"/>
                    <a:pt x="15877" y="3744"/>
                  </a:cubicBezTo>
                  <a:cubicBezTo>
                    <a:pt x="15933" y="3744"/>
                    <a:pt x="15933" y="3744"/>
                    <a:pt x="15933" y="3744"/>
                  </a:cubicBezTo>
                  <a:cubicBezTo>
                    <a:pt x="15933" y="3678"/>
                    <a:pt x="15933" y="3678"/>
                    <a:pt x="15933" y="3678"/>
                  </a:cubicBezTo>
                  <a:cubicBezTo>
                    <a:pt x="15989" y="3678"/>
                    <a:pt x="15989" y="3678"/>
                    <a:pt x="15989" y="3678"/>
                  </a:cubicBezTo>
                  <a:cubicBezTo>
                    <a:pt x="16045" y="3611"/>
                    <a:pt x="16045" y="3611"/>
                    <a:pt x="16045" y="3611"/>
                  </a:cubicBezTo>
                  <a:cubicBezTo>
                    <a:pt x="16101" y="3611"/>
                    <a:pt x="16101" y="3611"/>
                    <a:pt x="16101" y="3611"/>
                  </a:cubicBezTo>
                  <a:cubicBezTo>
                    <a:pt x="16101" y="3544"/>
                    <a:pt x="16101" y="3544"/>
                    <a:pt x="16101" y="3544"/>
                  </a:cubicBezTo>
                  <a:cubicBezTo>
                    <a:pt x="16157" y="3477"/>
                    <a:pt x="16157" y="3477"/>
                    <a:pt x="16157" y="3477"/>
                  </a:cubicBezTo>
                  <a:cubicBezTo>
                    <a:pt x="16214" y="3410"/>
                    <a:pt x="16214" y="3410"/>
                    <a:pt x="16214" y="3410"/>
                  </a:cubicBezTo>
                  <a:cubicBezTo>
                    <a:pt x="16270" y="3410"/>
                    <a:pt x="16270" y="3410"/>
                    <a:pt x="16270" y="3410"/>
                  </a:cubicBezTo>
                  <a:cubicBezTo>
                    <a:pt x="16326" y="3410"/>
                    <a:pt x="16326" y="3410"/>
                    <a:pt x="16326" y="3410"/>
                  </a:cubicBezTo>
                  <a:cubicBezTo>
                    <a:pt x="16438" y="3410"/>
                    <a:pt x="16438" y="3410"/>
                    <a:pt x="16438" y="3410"/>
                  </a:cubicBezTo>
                  <a:cubicBezTo>
                    <a:pt x="16438" y="3410"/>
                    <a:pt x="16438" y="3410"/>
                    <a:pt x="16438" y="3410"/>
                  </a:cubicBezTo>
                  <a:cubicBezTo>
                    <a:pt x="16494" y="3410"/>
                    <a:pt x="16494" y="3410"/>
                    <a:pt x="16494" y="3410"/>
                  </a:cubicBezTo>
                  <a:cubicBezTo>
                    <a:pt x="16550" y="3343"/>
                    <a:pt x="16550" y="3343"/>
                    <a:pt x="16550" y="3343"/>
                  </a:cubicBezTo>
                  <a:cubicBezTo>
                    <a:pt x="16606" y="3343"/>
                    <a:pt x="16606" y="3343"/>
                    <a:pt x="16606" y="3343"/>
                  </a:cubicBezTo>
                  <a:cubicBezTo>
                    <a:pt x="16606" y="3343"/>
                    <a:pt x="16606" y="3343"/>
                    <a:pt x="16606" y="3343"/>
                  </a:cubicBezTo>
                  <a:cubicBezTo>
                    <a:pt x="16662" y="3410"/>
                    <a:pt x="16662" y="3410"/>
                    <a:pt x="16662" y="3410"/>
                  </a:cubicBezTo>
                  <a:cubicBezTo>
                    <a:pt x="16662" y="3410"/>
                    <a:pt x="16662" y="3410"/>
                    <a:pt x="16662" y="3410"/>
                  </a:cubicBezTo>
                  <a:cubicBezTo>
                    <a:pt x="16775" y="3477"/>
                    <a:pt x="16775" y="3477"/>
                    <a:pt x="16775" y="3477"/>
                  </a:cubicBezTo>
                  <a:cubicBezTo>
                    <a:pt x="16831" y="3544"/>
                    <a:pt x="16831" y="3544"/>
                    <a:pt x="16831" y="3544"/>
                  </a:cubicBezTo>
                  <a:cubicBezTo>
                    <a:pt x="16831" y="3611"/>
                    <a:pt x="16831" y="3611"/>
                    <a:pt x="16831" y="3611"/>
                  </a:cubicBezTo>
                  <a:cubicBezTo>
                    <a:pt x="16887" y="3611"/>
                    <a:pt x="16887" y="3611"/>
                    <a:pt x="16887" y="3611"/>
                  </a:cubicBezTo>
                  <a:cubicBezTo>
                    <a:pt x="16943" y="3678"/>
                    <a:pt x="16943" y="3678"/>
                    <a:pt x="16943" y="3678"/>
                  </a:cubicBezTo>
                  <a:cubicBezTo>
                    <a:pt x="16943" y="3611"/>
                    <a:pt x="16943" y="3611"/>
                    <a:pt x="16943" y="3611"/>
                  </a:cubicBezTo>
                  <a:cubicBezTo>
                    <a:pt x="16999" y="3611"/>
                    <a:pt x="16999" y="3611"/>
                    <a:pt x="16999" y="3611"/>
                  </a:cubicBezTo>
                  <a:cubicBezTo>
                    <a:pt x="16943" y="3611"/>
                    <a:pt x="16943" y="3611"/>
                    <a:pt x="16943" y="3611"/>
                  </a:cubicBezTo>
                  <a:cubicBezTo>
                    <a:pt x="16887" y="3611"/>
                    <a:pt x="16887" y="3611"/>
                    <a:pt x="16887" y="3611"/>
                  </a:cubicBezTo>
                  <a:cubicBezTo>
                    <a:pt x="16887" y="3544"/>
                    <a:pt x="16887" y="3544"/>
                    <a:pt x="16887" y="3544"/>
                  </a:cubicBezTo>
                  <a:cubicBezTo>
                    <a:pt x="16887" y="3544"/>
                    <a:pt x="16887" y="3544"/>
                    <a:pt x="16887" y="3544"/>
                  </a:cubicBezTo>
                  <a:cubicBezTo>
                    <a:pt x="16943" y="3477"/>
                    <a:pt x="16943" y="3477"/>
                    <a:pt x="16943" y="3477"/>
                  </a:cubicBezTo>
                  <a:cubicBezTo>
                    <a:pt x="17055" y="3477"/>
                    <a:pt x="17055" y="3477"/>
                    <a:pt x="17055" y="3477"/>
                  </a:cubicBezTo>
                  <a:cubicBezTo>
                    <a:pt x="17111" y="3544"/>
                    <a:pt x="17111" y="3544"/>
                    <a:pt x="17111" y="3544"/>
                  </a:cubicBezTo>
                  <a:cubicBezTo>
                    <a:pt x="17111" y="3544"/>
                    <a:pt x="17111" y="3544"/>
                    <a:pt x="17111" y="3544"/>
                  </a:cubicBezTo>
                  <a:cubicBezTo>
                    <a:pt x="17111" y="3477"/>
                    <a:pt x="17111" y="3477"/>
                    <a:pt x="17111" y="3477"/>
                  </a:cubicBezTo>
                  <a:cubicBezTo>
                    <a:pt x="17111" y="3410"/>
                    <a:pt x="17111" y="3410"/>
                    <a:pt x="17111" y="3410"/>
                  </a:cubicBezTo>
                  <a:cubicBezTo>
                    <a:pt x="17111" y="3343"/>
                    <a:pt x="17111" y="3343"/>
                    <a:pt x="17111" y="3343"/>
                  </a:cubicBezTo>
                  <a:cubicBezTo>
                    <a:pt x="17111" y="3343"/>
                    <a:pt x="17111" y="3343"/>
                    <a:pt x="17111" y="3343"/>
                  </a:cubicBezTo>
                  <a:cubicBezTo>
                    <a:pt x="17111" y="3410"/>
                    <a:pt x="17111" y="3410"/>
                    <a:pt x="17111" y="3410"/>
                  </a:cubicBezTo>
                  <a:cubicBezTo>
                    <a:pt x="17055" y="3477"/>
                    <a:pt x="17055" y="3477"/>
                    <a:pt x="17055" y="3477"/>
                  </a:cubicBezTo>
                  <a:cubicBezTo>
                    <a:pt x="16999" y="3477"/>
                    <a:pt x="16999" y="3477"/>
                    <a:pt x="16999" y="3477"/>
                  </a:cubicBezTo>
                  <a:cubicBezTo>
                    <a:pt x="16887" y="3477"/>
                    <a:pt x="16887" y="3477"/>
                    <a:pt x="16887" y="3477"/>
                  </a:cubicBezTo>
                  <a:cubicBezTo>
                    <a:pt x="16831" y="3477"/>
                    <a:pt x="16831" y="3477"/>
                    <a:pt x="16831" y="3477"/>
                  </a:cubicBezTo>
                  <a:cubicBezTo>
                    <a:pt x="16831" y="3410"/>
                    <a:pt x="16831" y="3410"/>
                    <a:pt x="16831" y="3410"/>
                  </a:cubicBezTo>
                  <a:cubicBezTo>
                    <a:pt x="16775" y="3410"/>
                    <a:pt x="16775" y="3410"/>
                    <a:pt x="16775" y="3410"/>
                  </a:cubicBezTo>
                  <a:cubicBezTo>
                    <a:pt x="16718" y="3410"/>
                    <a:pt x="16718" y="3410"/>
                    <a:pt x="16718" y="3410"/>
                  </a:cubicBezTo>
                  <a:cubicBezTo>
                    <a:pt x="16662" y="3276"/>
                    <a:pt x="16662" y="3276"/>
                    <a:pt x="16662" y="3276"/>
                  </a:cubicBezTo>
                  <a:cubicBezTo>
                    <a:pt x="16606" y="3209"/>
                    <a:pt x="16606" y="3209"/>
                    <a:pt x="16606" y="3209"/>
                  </a:cubicBezTo>
                  <a:cubicBezTo>
                    <a:pt x="16662" y="3143"/>
                    <a:pt x="16662" y="3143"/>
                    <a:pt x="16662" y="3143"/>
                  </a:cubicBezTo>
                  <a:cubicBezTo>
                    <a:pt x="16718" y="3209"/>
                    <a:pt x="16718" y="3209"/>
                    <a:pt x="16718" y="3209"/>
                  </a:cubicBezTo>
                  <a:cubicBezTo>
                    <a:pt x="16718" y="3276"/>
                    <a:pt x="16718" y="3276"/>
                    <a:pt x="16718" y="3276"/>
                  </a:cubicBezTo>
                  <a:cubicBezTo>
                    <a:pt x="16718" y="3276"/>
                    <a:pt x="16718" y="3276"/>
                    <a:pt x="16718" y="3276"/>
                  </a:cubicBezTo>
                  <a:cubicBezTo>
                    <a:pt x="16775" y="3209"/>
                    <a:pt x="16775" y="3209"/>
                    <a:pt x="16775" y="3209"/>
                  </a:cubicBezTo>
                  <a:cubicBezTo>
                    <a:pt x="16775" y="3143"/>
                    <a:pt x="16775" y="3143"/>
                    <a:pt x="16775" y="3143"/>
                  </a:cubicBezTo>
                  <a:cubicBezTo>
                    <a:pt x="16775" y="3143"/>
                    <a:pt x="16775" y="3143"/>
                    <a:pt x="16775" y="3143"/>
                  </a:cubicBezTo>
                  <a:cubicBezTo>
                    <a:pt x="16718" y="3143"/>
                    <a:pt x="16718" y="3143"/>
                    <a:pt x="16718" y="3143"/>
                  </a:cubicBezTo>
                  <a:cubicBezTo>
                    <a:pt x="16718" y="3076"/>
                    <a:pt x="16718" y="3076"/>
                    <a:pt x="16718" y="3076"/>
                  </a:cubicBezTo>
                  <a:cubicBezTo>
                    <a:pt x="16775" y="3009"/>
                    <a:pt x="16775" y="3009"/>
                    <a:pt x="16775" y="3009"/>
                  </a:cubicBezTo>
                  <a:cubicBezTo>
                    <a:pt x="16775" y="2942"/>
                    <a:pt x="16775" y="2942"/>
                    <a:pt x="16775" y="2942"/>
                  </a:cubicBezTo>
                  <a:cubicBezTo>
                    <a:pt x="16831" y="2875"/>
                    <a:pt x="16831" y="2875"/>
                    <a:pt x="16831" y="2875"/>
                  </a:cubicBezTo>
                  <a:cubicBezTo>
                    <a:pt x="16775" y="2674"/>
                    <a:pt x="16775" y="2674"/>
                    <a:pt x="16775" y="2674"/>
                  </a:cubicBezTo>
                  <a:cubicBezTo>
                    <a:pt x="16775" y="2608"/>
                    <a:pt x="16775" y="2608"/>
                    <a:pt x="16775" y="2608"/>
                  </a:cubicBezTo>
                  <a:cubicBezTo>
                    <a:pt x="16718" y="2608"/>
                    <a:pt x="16718" y="2608"/>
                    <a:pt x="16718" y="2608"/>
                  </a:cubicBezTo>
                  <a:cubicBezTo>
                    <a:pt x="16718" y="2541"/>
                    <a:pt x="16718" y="2541"/>
                    <a:pt x="16718" y="2541"/>
                  </a:cubicBezTo>
                  <a:cubicBezTo>
                    <a:pt x="16718" y="2541"/>
                    <a:pt x="16718" y="2541"/>
                    <a:pt x="16718" y="2541"/>
                  </a:cubicBezTo>
                  <a:cubicBezTo>
                    <a:pt x="16775" y="2474"/>
                    <a:pt x="16775" y="2474"/>
                    <a:pt x="16775" y="2474"/>
                  </a:cubicBezTo>
                  <a:cubicBezTo>
                    <a:pt x="16775" y="2474"/>
                    <a:pt x="16775" y="2474"/>
                    <a:pt x="16775" y="2474"/>
                  </a:cubicBezTo>
                  <a:cubicBezTo>
                    <a:pt x="16831" y="2541"/>
                    <a:pt x="16831" y="2541"/>
                    <a:pt x="16831" y="2541"/>
                  </a:cubicBezTo>
                  <a:cubicBezTo>
                    <a:pt x="16831" y="2541"/>
                    <a:pt x="16831" y="2541"/>
                    <a:pt x="16831" y="2541"/>
                  </a:cubicBezTo>
                  <a:cubicBezTo>
                    <a:pt x="16887" y="2608"/>
                    <a:pt x="16887" y="2608"/>
                    <a:pt x="16887" y="2608"/>
                  </a:cubicBezTo>
                  <a:cubicBezTo>
                    <a:pt x="16887" y="2608"/>
                    <a:pt x="16887" y="2608"/>
                    <a:pt x="16887" y="2608"/>
                  </a:cubicBezTo>
                  <a:cubicBezTo>
                    <a:pt x="16887" y="2541"/>
                    <a:pt x="16887" y="2541"/>
                    <a:pt x="16887" y="2541"/>
                  </a:cubicBezTo>
                  <a:cubicBezTo>
                    <a:pt x="16887" y="2474"/>
                    <a:pt x="16887" y="2474"/>
                    <a:pt x="16887" y="2474"/>
                  </a:cubicBezTo>
                  <a:cubicBezTo>
                    <a:pt x="16831" y="2474"/>
                    <a:pt x="16831" y="2474"/>
                    <a:pt x="16831" y="2474"/>
                  </a:cubicBezTo>
                  <a:cubicBezTo>
                    <a:pt x="16775" y="2407"/>
                    <a:pt x="16775" y="2407"/>
                    <a:pt x="16775" y="2407"/>
                  </a:cubicBezTo>
                  <a:cubicBezTo>
                    <a:pt x="16775" y="2407"/>
                    <a:pt x="16775" y="2407"/>
                    <a:pt x="16775" y="2407"/>
                  </a:cubicBezTo>
                  <a:cubicBezTo>
                    <a:pt x="16831" y="2340"/>
                    <a:pt x="16831" y="2340"/>
                    <a:pt x="16831" y="2340"/>
                  </a:cubicBezTo>
                  <a:cubicBezTo>
                    <a:pt x="16943" y="2139"/>
                    <a:pt x="16943" y="2139"/>
                    <a:pt x="16943" y="2139"/>
                  </a:cubicBezTo>
                  <a:cubicBezTo>
                    <a:pt x="17055" y="2139"/>
                    <a:pt x="17055" y="2139"/>
                    <a:pt x="17055" y="2139"/>
                  </a:cubicBezTo>
                  <a:cubicBezTo>
                    <a:pt x="17055" y="2139"/>
                    <a:pt x="17055" y="2139"/>
                    <a:pt x="17055" y="2139"/>
                  </a:cubicBezTo>
                  <a:cubicBezTo>
                    <a:pt x="17111" y="2206"/>
                    <a:pt x="17111" y="2206"/>
                    <a:pt x="17111" y="2206"/>
                  </a:cubicBezTo>
                  <a:cubicBezTo>
                    <a:pt x="17167" y="2206"/>
                    <a:pt x="17167" y="2206"/>
                    <a:pt x="17167" y="2206"/>
                  </a:cubicBezTo>
                  <a:cubicBezTo>
                    <a:pt x="17223" y="2206"/>
                    <a:pt x="17223" y="2206"/>
                    <a:pt x="17223" y="2206"/>
                  </a:cubicBezTo>
                  <a:cubicBezTo>
                    <a:pt x="17279" y="2340"/>
                    <a:pt x="17279" y="2340"/>
                    <a:pt x="17279" y="2340"/>
                  </a:cubicBezTo>
                  <a:cubicBezTo>
                    <a:pt x="17279" y="2340"/>
                    <a:pt x="17279" y="2340"/>
                    <a:pt x="17279" y="2340"/>
                  </a:cubicBezTo>
                  <a:cubicBezTo>
                    <a:pt x="17336" y="2474"/>
                    <a:pt x="17336" y="2474"/>
                    <a:pt x="17336" y="2474"/>
                  </a:cubicBezTo>
                  <a:cubicBezTo>
                    <a:pt x="17392" y="2541"/>
                    <a:pt x="17392" y="2541"/>
                    <a:pt x="17392" y="2541"/>
                  </a:cubicBezTo>
                  <a:cubicBezTo>
                    <a:pt x="17392" y="2674"/>
                    <a:pt x="17392" y="2674"/>
                    <a:pt x="17392" y="2674"/>
                  </a:cubicBezTo>
                  <a:cubicBezTo>
                    <a:pt x="17392" y="2741"/>
                    <a:pt x="17392" y="2741"/>
                    <a:pt x="17392" y="2741"/>
                  </a:cubicBezTo>
                  <a:cubicBezTo>
                    <a:pt x="17448" y="2808"/>
                    <a:pt x="17448" y="2808"/>
                    <a:pt x="17448" y="2808"/>
                  </a:cubicBezTo>
                  <a:cubicBezTo>
                    <a:pt x="17448" y="2808"/>
                    <a:pt x="17448" y="2808"/>
                    <a:pt x="17448" y="2808"/>
                  </a:cubicBezTo>
                  <a:cubicBezTo>
                    <a:pt x="17448" y="2808"/>
                    <a:pt x="17448" y="2808"/>
                    <a:pt x="17448" y="2808"/>
                  </a:cubicBezTo>
                  <a:cubicBezTo>
                    <a:pt x="17504" y="2808"/>
                    <a:pt x="17504" y="2808"/>
                    <a:pt x="17504" y="2808"/>
                  </a:cubicBezTo>
                  <a:cubicBezTo>
                    <a:pt x="17504" y="2875"/>
                    <a:pt x="17504" y="2875"/>
                    <a:pt x="17504" y="2875"/>
                  </a:cubicBezTo>
                  <a:cubicBezTo>
                    <a:pt x="17560" y="2808"/>
                    <a:pt x="17560" y="2808"/>
                    <a:pt x="17560" y="2808"/>
                  </a:cubicBezTo>
                  <a:cubicBezTo>
                    <a:pt x="17560" y="2808"/>
                    <a:pt x="17560" y="2808"/>
                    <a:pt x="17560" y="2808"/>
                  </a:cubicBezTo>
                  <a:cubicBezTo>
                    <a:pt x="17616" y="2808"/>
                    <a:pt x="17616" y="2808"/>
                    <a:pt x="17616" y="2808"/>
                  </a:cubicBezTo>
                  <a:cubicBezTo>
                    <a:pt x="17560" y="2808"/>
                    <a:pt x="17560" y="2808"/>
                    <a:pt x="17560" y="2808"/>
                  </a:cubicBezTo>
                  <a:cubicBezTo>
                    <a:pt x="17504" y="2808"/>
                    <a:pt x="17504" y="2808"/>
                    <a:pt x="17504" y="2808"/>
                  </a:cubicBezTo>
                  <a:cubicBezTo>
                    <a:pt x="17504" y="2741"/>
                    <a:pt x="17504" y="2741"/>
                    <a:pt x="17504" y="2741"/>
                  </a:cubicBezTo>
                  <a:cubicBezTo>
                    <a:pt x="17448" y="2741"/>
                    <a:pt x="17448" y="2741"/>
                    <a:pt x="17448" y="2741"/>
                  </a:cubicBezTo>
                  <a:cubicBezTo>
                    <a:pt x="17448" y="2674"/>
                    <a:pt x="17448" y="2674"/>
                    <a:pt x="17448" y="2674"/>
                  </a:cubicBezTo>
                  <a:cubicBezTo>
                    <a:pt x="17504" y="2608"/>
                    <a:pt x="17504" y="2608"/>
                    <a:pt x="17504" y="2608"/>
                  </a:cubicBezTo>
                  <a:cubicBezTo>
                    <a:pt x="17504" y="2608"/>
                    <a:pt x="17504" y="2608"/>
                    <a:pt x="17504" y="2608"/>
                  </a:cubicBezTo>
                  <a:cubicBezTo>
                    <a:pt x="17504" y="2407"/>
                    <a:pt x="17504" y="2407"/>
                    <a:pt x="17504" y="2407"/>
                  </a:cubicBezTo>
                  <a:cubicBezTo>
                    <a:pt x="17448" y="2340"/>
                    <a:pt x="17448" y="2340"/>
                    <a:pt x="17448" y="2340"/>
                  </a:cubicBezTo>
                  <a:cubicBezTo>
                    <a:pt x="17504" y="2273"/>
                    <a:pt x="17504" y="2273"/>
                    <a:pt x="17504" y="2273"/>
                  </a:cubicBezTo>
                  <a:cubicBezTo>
                    <a:pt x="17560" y="2273"/>
                    <a:pt x="17560" y="2273"/>
                    <a:pt x="17560" y="2273"/>
                  </a:cubicBezTo>
                  <a:cubicBezTo>
                    <a:pt x="17616" y="2273"/>
                    <a:pt x="17616" y="2273"/>
                    <a:pt x="17616" y="2273"/>
                  </a:cubicBezTo>
                  <a:cubicBezTo>
                    <a:pt x="17672" y="2340"/>
                    <a:pt x="17672" y="2340"/>
                    <a:pt x="17672" y="2340"/>
                  </a:cubicBezTo>
                  <a:cubicBezTo>
                    <a:pt x="17728" y="2340"/>
                    <a:pt x="17728" y="2340"/>
                    <a:pt x="17728" y="2340"/>
                  </a:cubicBezTo>
                  <a:cubicBezTo>
                    <a:pt x="17841" y="2340"/>
                    <a:pt x="17841" y="2340"/>
                    <a:pt x="17841" y="2340"/>
                  </a:cubicBezTo>
                  <a:cubicBezTo>
                    <a:pt x="17953" y="2340"/>
                    <a:pt x="17953" y="2340"/>
                    <a:pt x="17953" y="2340"/>
                  </a:cubicBezTo>
                  <a:cubicBezTo>
                    <a:pt x="18009" y="2340"/>
                    <a:pt x="18009" y="2340"/>
                    <a:pt x="18009" y="2340"/>
                  </a:cubicBezTo>
                  <a:cubicBezTo>
                    <a:pt x="18065" y="2340"/>
                    <a:pt x="18065" y="2340"/>
                    <a:pt x="18065" y="2340"/>
                  </a:cubicBezTo>
                  <a:cubicBezTo>
                    <a:pt x="18121" y="2340"/>
                    <a:pt x="18121" y="2340"/>
                    <a:pt x="18121" y="2340"/>
                  </a:cubicBezTo>
                  <a:cubicBezTo>
                    <a:pt x="18177" y="2407"/>
                    <a:pt x="18177" y="2407"/>
                    <a:pt x="18177" y="2407"/>
                  </a:cubicBezTo>
                  <a:cubicBezTo>
                    <a:pt x="18233" y="2407"/>
                    <a:pt x="18233" y="2407"/>
                    <a:pt x="18233" y="2407"/>
                  </a:cubicBezTo>
                  <a:cubicBezTo>
                    <a:pt x="18289" y="2407"/>
                    <a:pt x="18289" y="2407"/>
                    <a:pt x="18289" y="2407"/>
                  </a:cubicBezTo>
                  <a:cubicBezTo>
                    <a:pt x="18289" y="2340"/>
                    <a:pt x="18289" y="2340"/>
                    <a:pt x="18289" y="2340"/>
                  </a:cubicBezTo>
                  <a:cubicBezTo>
                    <a:pt x="18233" y="2340"/>
                    <a:pt x="18233" y="2340"/>
                    <a:pt x="18233" y="2340"/>
                  </a:cubicBezTo>
                  <a:cubicBezTo>
                    <a:pt x="18177" y="2340"/>
                    <a:pt x="18177" y="2340"/>
                    <a:pt x="18177" y="2340"/>
                  </a:cubicBezTo>
                  <a:cubicBezTo>
                    <a:pt x="18121" y="2340"/>
                    <a:pt x="18121" y="2340"/>
                    <a:pt x="18121" y="2340"/>
                  </a:cubicBezTo>
                  <a:cubicBezTo>
                    <a:pt x="18065" y="2273"/>
                    <a:pt x="18065" y="2273"/>
                    <a:pt x="18065" y="2273"/>
                  </a:cubicBezTo>
                  <a:cubicBezTo>
                    <a:pt x="18065" y="2273"/>
                    <a:pt x="18065" y="2273"/>
                    <a:pt x="18065" y="2273"/>
                  </a:cubicBezTo>
                  <a:cubicBezTo>
                    <a:pt x="18121" y="2273"/>
                    <a:pt x="18121" y="2273"/>
                    <a:pt x="18121" y="2273"/>
                  </a:cubicBezTo>
                  <a:cubicBezTo>
                    <a:pt x="18177" y="2273"/>
                    <a:pt x="18177" y="2273"/>
                    <a:pt x="18177" y="2273"/>
                  </a:cubicBezTo>
                  <a:cubicBezTo>
                    <a:pt x="18345" y="2206"/>
                    <a:pt x="18345" y="2206"/>
                    <a:pt x="18345" y="2206"/>
                  </a:cubicBezTo>
                  <a:cubicBezTo>
                    <a:pt x="18458" y="2206"/>
                    <a:pt x="18458" y="2206"/>
                    <a:pt x="18458" y="2206"/>
                  </a:cubicBezTo>
                  <a:cubicBezTo>
                    <a:pt x="18570" y="2273"/>
                    <a:pt x="18570" y="2273"/>
                    <a:pt x="18570" y="2273"/>
                  </a:cubicBezTo>
                  <a:cubicBezTo>
                    <a:pt x="18626" y="2273"/>
                    <a:pt x="18626" y="2273"/>
                    <a:pt x="18626" y="2273"/>
                  </a:cubicBezTo>
                  <a:cubicBezTo>
                    <a:pt x="18682" y="2273"/>
                    <a:pt x="18682" y="2273"/>
                    <a:pt x="18682" y="2273"/>
                  </a:cubicBezTo>
                  <a:cubicBezTo>
                    <a:pt x="18738" y="2273"/>
                    <a:pt x="18738" y="2273"/>
                    <a:pt x="18738" y="2273"/>
                  </a:cubicBezTo>
                  <a:cubicBezTo>
                    <a:pt x="18682" y="2206"/>
                    <a:pt x="18682" y="2206"/>
                    <a:pt x="18682" y="2206"/>
                  </a:cubicBezTo>
                  <a:cubicBezTo>
                    <a:pt x="18682" y="2206"/>
                    <a:pt x="18682" y="2206"/>
                    <a:pt x="18682" y="2206"/>
                  </a:cubicBezTo>
                  <a:cubicBezTo>
                    <a:pt x="18626" y="2206"/>
                    <a:pt x="18626" y="2206"/>
                    <a:pt x="18626" y="2206"/>
                  </a:cubicBezTo>
                  <a:cubicBezTo>
                    <a:pt x="18626" y="2206"/>
                    <a:pt x="18626" y="2206"/>
                    <a:pt x="18626" y="2206"/>
                  </a:cubicBezTo>
                  <a:cubicBezTo>
                    <a:pt x="18570" y="2139"/>
                    <a:pt x="18570" y="2139"/>
                    <a:pt x="18570" y="2139"/>
                  </a:cubicBezTo>
                  <a:cubicBezTo>
                    <a:pt x="18514" y="2139"/>
                    <a:pt x="18514" y="2139"/>
                    <a:pt x="18514" y="2139"/>
                  </a:cubicBezTo>
                  <a:cubicBezTo>
                    <a:pt x="18514" y="2139"/>
                    <a:pt x="18514" y="2139"/>
                    <a:pt x="18514" y="2139"/>
                  </a:cubicBezTo>
                  <a:cubicBezTo>
                    <a:pt x="18345" y="2139"/>
                    <a:pt x="18345" y="2139"/>
                    <a:pt x="18345" y="2139"/>
                  </a:cubicBezTo>
                  <a:cubicBezTo>
                    <a:pt x="18345" y="2139"/>
                    <a:pt x="18345" y="2139"/>
                    <a:pt x="18345" y="2139"/>
                  </a:cubicBezTo>
                  <a:cubicBezTo>
                    <a:pt x="18402" y="2073"/>
                    <a:pt x="18402" y="2073"/>
                    <a:pt x="18402" y="2073"/>
                  </a:cubicBezTo>
                  <a:cubicBezTo>
                    <a:pt x="18402" y="2006"/>
                    <a:pt x="18402" y="2006"/>
                    <a:pt x="18402" y="2006"/>
                  </a:cubicBezTo>
                  <a:cubicBezTo>
                    <a:pt x="18458" y="2006"/>
                    <a:pt x="18458" y="2006"/>
                    <a:pt x="18458" y="2006"/>
                  </a:cubicBezTo>
                  <a:cubicBezTo>
                    <a:pt x="18514" y="1939"/>
                    <a:pt x="18514" y="1939"/>
                    <a:pt x="18514" y="1939"/>
                  </a:cubicBezTo>
                  <a:cubicBezTo>
                    <a:pt x="18570" y="1872"/>
                    <a:pt x="18570" y="1872"/>
                    <a:pt x="18570" y="1872"/>
                  </a:cubicBezTo>
                  <a:cubicBezTo>
                    <a:pt x="18682" y="1805"/>
                    <a:pt x="18682" y="1805"/>
                    <a:pt x="18682" y="1805"/>
                  </a:cubicBezTo>
                  <a:cubicBezTo>
                    <a:pt x="18738" y="1805"/>
                    <a:pt x="18738" y="1805"/>
                    <a:pt x="18738" y="1805"/>
                  </a:cubicBezTo>
                  <a:cubicBezTo>
                    <a:pt x="18850" y="1738"/>
                    <a:pt x="18850" y="1738"/>
                    <a:pt x="18850" y="1738"/>
                  </a:cubicBezTo>
                  <a:cubicBezTo>
                    <a:pt x="18850" y="1738"/>
                    <a:pt x="18850" y="1738"/>
                    <a:pt x="18850" y="1738"/>
                  </a:cubicBezTo>
                  <a:cubicBezTo>
                    <a:pt x="18738" y="1738"/>
                    <a:pt x="18738" y="1738"/>
                    <a:pt x="18738" y="1738"/>
                  </a:cubicBezTo>
                  <a:cubicBezTo>
                    <a:pt x="18626" y="1805"/>
                    <a:pt x="18626" y="1805"/>
                    <a:pt x="18626" y="1805"/>
                  </a:cubicBezTo>
                  <a:cubicBezTo>
                    <a:pt x="18514" y="1872"/>
                    <a:pt x="18514" y="1872"/>
                    <a:pt x="18514" y="1872"/>
                  </a:cubicBezTo>
                  <a:cubicBezTo>
                    <a:pt x="18514" y="1939"/>
                    <a:pt x="18514" y="1939"/>
                    <a:pt x="18514" y="1939"/>
                  </a:cubicBezTo>
                  <a:cubicBezTo>
                    <a:pt x="18458" y="1939"/>
                    <a:pt x="18458" y="1939"/>
                    <a:pt x="18458" y="1939"/>
                  </a:cubicBezTo>
                  <a:cubicBezTo>
                    <a:pt x="18458" y="1872"/>
                    <a:pt x="18458" y="1872"/>
                    <a:pt x="18458" y="1872"/>
                  </a:cubicBezTo>
                  <a:cubicBezTo>
                    <a:pt x="18458" y="1872"/>
                    <a:pt x="18458" y="1872"/>
                    <a:pt x="18458" y="1872"/>
                  </a:cubicBezTo>
                  <a:cubicBezTo>
                    <a:pt x="18402" y="1939"/>
                    <a:pt x="18402" y="1939"/>
                    <a:pt x="18402" y="1939"/>
                  </a:cubicBezTo>
                  <a:cubicBezTo>
                    <a:pt x="18345" y="1939"/>
                    <a:pt x="18345" y="1939"/>
                    <a:pt x="18345" y="1939"/>
                  </a:cubicBezTo>
                  <a:cubicBezTo>
                    <a:pt x="18289" y="2006"/>
                    <a:pt x="18289" y="2006"/>
                    <a:pt x="18289" y="2006"/>
                  </a:cubicBezTo>
                  <a:cubicBezTo>
                    <a:pt x="18345" y="2006"/>
                    <a:pt x="18345" y="2006"/>
                    <a:pt x="18345" y="2006"/>
                  </a:cubicBezTo>
                  <a:cubicBezTo>
                    <a:pt x="18345" y="2073"/>
                    <a:pt x="18345" y="2073"/>
                    <a:pt x="18345" y="2073"/>
                  </a:cubicBezTo>
                  <a:cubicBezTo>
                    <a:pt x="18233" y="2139"/>
                    <a:pt x="18233" y="2139"/>
                    <a:pt x="18233" y="2139"/>
                  </a:cubicBezTo>
                  <a:cubicBezTo>
                    <a:pt x="18177" y="2139"/>
                    <a:pt x="18177" y="2139"/>
                    <a:pt x="18177" y="2139"/>
                  </a:cubicBezTo>
                  <a:cubicBezTo>
                    <a:pt x="18009" y="2206"/>
                    <a:pt x="18009" y="2206"/>
                    <a:pt x="18009" y="2206"/>
                  </a:cubicBezTo>
                  <a:cubicBezTo>
                    <a:pt x="17953" y="2206"/>
                    <a:pt x="17953" y="2206"/>
                    <a:pt x="17953" y="2206"/>
                  </a:cubicBezTo>
                  <a:cubicBezTo>
                    <a:pt x="17897" y="2206"/>
                    <a:pt x="17897" y="2206"/>
                    <a:pt x="17897" y="2206"/>
                  </a:cubicBezTo>
                  <a:cubicBezTo>
                    <a:pt x="17784" y="2206"/>
                    <a:pt x="17784" y="2206"/>
                    <a:pt x="17784" y="2206"/>
                  </a:cubicBezTo>
                  <a:cubicBezTo>
                    <a:pt x="17728" y="2139"/>
                    <a:pt x="17728" y="2139"/>
                    <a:pt x="17728" y="2139"/>
                  </a:cubicBezTo>
                  <a:cubicBezTo>
                    <a:pt x="17616" y="2139"/>
                    <a:pt x="17616" y="2139"/>
                    <a:pt x="17616" y="2139"/>
                  </a:cubicBezTo>
                  <a:cubicBezTo>
                    <a:pt x="17616" y="2139"/>
                    <a:pt x="17616" y="2139"/>
                    <a:pt x="17616" y="2139"/>
                  </a:cubicBezTo>
                  <a:cubicBezTo>
                    <a:pt x="17616" y="2139"/>
                    <a:pt x="17616" y="2139"/>
                    <a:pt x="17616" y="2139"/>
                  </a:cubicBezTo>
                  <a:cubicBezTo>
                    <a:pt x="17672" y="2073"/>
                    <a:pt x="17672" y="2073"/>
                    <a:pt x="17672" y="2073"/>
                  </a:cubicBezTo>
                  <a:cubicBezTo>
                    <a:pt x="17728" y="2073"/>
                    <a:pt x="17728" y="2073"/>
                    <a:pt x="17728" y="2073"/>
                  </a:cubicBezTo>
                  <a:cubicBezTo>
                    <a:pt x="17784" y="2006"/>
                    <a:pt x="17784" y="2006"/>
                    <a:pt x="17784" y="2006"/>
                  </a:cubicBezTo>
                  <a:cubicBezTo>
                    <a:pt x="17841" y="2006"/>
                    <a:pt x="17841" y="2006"/>
                    <a:pt x="17841" y="2006"/>
                  </a:cubicBezTo>
                  <a:cubicBezTo>
                    <a:pt x="17897" y="1939"/>
                    <a:pt x="17897" y="1939"/>
                    <a:pt x="17897" y="1939"/>
                  </a:cubicBezTo>
                  <a:cubicBezTo>
                    <a:pt x="17841" y="1939"/>
                    <a:pt x="17841" y="1939"/>
                    <a:pt x="17841" y="1939"/>
                  </a:cubicBezTo>
                  <a:cubicBezTo>
                    <a:pt x="17784" y="2006"/>
                    <a:pt x="17784" y="2006"/>
                    <a:pt x="17784" y="2006"/>
                  </a:cubicBezTo>
                  <a:cubicBezTo>
                    <a:pt x="17728" y="2006"/>
                    <a:pt x="17728" y="2006"/>
                    <a:pt x="17728" y="2006"/>
                  </a:cubicBezTo>
                  <a:cubicBezTo>
                    <a:pt x="17672" y="2006"/>
                    <a:pt x="17672" y="2006"/>
                    <a:pt x="17672" y="2006"/>
                  </a:cubicBezTo>
                  <a:cubicBezTo>
                    <a:pt x="17616" y="2006"/>
                    <a:pt x="17616" y="2006"/>
                    <a:pt x="17616" y="2006"/>
                  </a:cubicBezTo>
                  <a:cubicBezTo>
                    <a:pt x="17616" y="1939"/>
                    <a:pt x="17616" y="1939"/>
                    <a:pt x="17616" y="1939"/>
                  </a:cubicBezTo>
                  <a:cubicBezTo>
                    <a:pt x="17672" y="1939"/>
                    <a:pt x="17672" y="1939"/>
                    <a:pt x="17672" y="1939"/>
                  </a:cubicBezTo>
                  <a:cubicBezTo>
                    <a:pt x="17672" y="1939"/>
                    <a:pt x="17672" y="1939"/>
                    <a:pt x="17672" y="1939"/>
                  </a:cubicBezTo>
                  <a:cubicBezTo>
                    <a:pt x="17560" y="1939"/>
                    <a:pt x="17560" y="1939"/>
                    <a:pt x="17560" y="1939"/>
                  </a:cubicBezTo>
                  <a:cubicBezTo>
                    <a:pt x="17560" y="2006"/>
                    <a:pt x="17560" y="2006"/>
                    <a:pt x="17560" y="2006"/>
                  </a:cubicBezTo>
                  <a:cubicBezTo>
                    <a:pt x="17504" y="2073"/>
                    <a:pt x="17504" y="2073"/>
                    <a:pt x="17504" y="2073"/>
                  </a:cubicBezTo>
                  <a:cubicBezTo>
                    <a:pt x="17392" y="2073"/>
                    <a:pt x="17392" y="2073"/>
                    <a:pt x="17392" y="2073"/>
                  </a:cubicBezTo>
                  <a:cubicBezTo>
                    <a:pt x="17336" y="2073"/>
                    <a:pt x="17336" y="2073"/>
                    <a:pt x="17336" y="2073"/>
                  </a:cubicBezTo>
                  <a:cubicBezTo>
                    <a:pt x="17223" y="2073"/>
                    <a:pt x="17223" y="2073"/>
                    <a:pt x="17223" y="2073"/>
                  </a:cubicBezTo>
                  <a:cubicBezTo>
                    <a:pt x="17167" y="2006"/>
                    <a:pt x="17167" y="2006"/>
                    <a:pt x="17167" y="2006"/>
                  </a:cubicBezTo>
                  <a:cubicBezTo>
                    <a:pt x="17167" y="1939"/>
                    <a:pt x="17167" y="1939"/>
                    <a:pt x="17167" y="1939"/>
                  </a:cubicBezTo>
                  <a:cubicBezTo>
                    <a:pt x="17111" y="1939"/>
                    <a:pt x="17111" y="1939"/>
                    <a:pt x="17111" y="1939"/>
                  </a:cubicBezTo>
                  <a:cubicBezTo>
                    <a:pt x="17055" y="1939"/>
                    <a:pt x="17055" y="1939"/>
                    <a:pt x="17055" y="1939"/>
                  </a:cubicBezTo>
                  <a:cubicBezTo>
                    <a:pt x="17055" y="1872"/>
                    <a:pt x="17055" y="1872"/>
                    <a:pt x="17055" y="1872"/>
                  </a:cubicBezTo>
                  <a:cubicBezTo>
                    <a:pt x="17111" y="1872"/>
                    <a:pt x="17111" y="1872"/>
                    <a:pt x="17111" y="1872"/>
                  </a:cubicBezTo>
                  <a:cubicBezTo>
                    <a:pt x="17167" y="1805"/>
                    <a:pt x="17167" y="1805"/>
                    <a:pt x="17167" y="1805"/>
                  </a:cubicBezTo>
                  <a:cubicBezTo>
                    <a:pt x="17223" y="1738"/>
                    <a:pt x="17223" y="1738"/>
                    <a:pt x="17223" y="1738"/>
                  </a:cubicBezTo>
                  <a:cubicBezTo>
                    <a:pt x="17279" y="1671"/>
                    <a:pt x="17279" y="1671"/>
                    <a:pt x="17279" y="1671"/>
                  </a:cubicBezTo>
                  <a:cubicBezTo>
                    <a:pt x="17336" y="1604"/>
                    <a:pt x="17336" y="1604"/>
                    <a:pt x="17336" y="1604"/>
                  </a:cubicBezTo>
                  <a:cubicBezTo>
                    <a:pt x="17336" y="1604"/>
                    <a:pt x="17336" y="1604"/>
                    <a:pt x="17336" y="1604"/>
                  </a:cubicBezTo>
                  <a:cubicBezTo>
                    <a:pt x="17392" y="1604"/>
                    <a:pt x="17392" y="1604"/>
                    <a:pt x="17392" y="1604"/>
                  </a:cubicBezTo>
                  <a:cubicBezTo>
                    <a:pt x="17504" y="1604"/>
                    <a:pt x="17504" y="1604"/>
                    <a:pt x="17504" y="1604"/>
                  </a:cubicBezTo>
                  <a:cubicBezTo>
                    <a:pt x="17560" y="1604"/>
                    <a:pt x="17560" y="1604"/>
                    <a:pt x="17560" y="1604"/>
                  </a:cubicBezTo>
                  <a:cubicBezTo>
                    <a:pt x="17560" y="1604"/>
                    <a:pt x="17560" y="1604"/>
                    <a:pt x="17560" y="1604"/>
                  </a:cubicBezTo>
                  <a:cubicBezTo>
                    <a:pt x="17672" y="1671"/>
                    <a:pt x="17672" y="1671"/>
                    <a:pt x="17672" y="1671"/>
                  </a:cubicBezTo>
                  <a:cubicBezTo>
                    <a:pt x="17784" y="1671"/>
                    <a:pt x="17784" y="1671"/>
                    <a:pt x="17784" y="1671"/>
                  </a:cubicBezTo>
                  <a:cubicBezTo>
                    <a:pt x="17784" y="1671"/>
                    <a:pt x="17784" y="1671"/>
                    <a:pt x="17784" y="1671"/>
                  </a:cubicBezTo>
                  <a:cubicBezTo>
                    <a:pt x="17897" y="1671"/>
                    <a:pt x="17897" y="1671"/>
                    <a:pt x="17897" y="1671"/>
                  </a:cubicBezTo>
                  <a:cubicBezTo>
                    <a:pt x="17897" y="1671"/>
                    <a:pt x="17897" y="1671"/>
                    <a:pt x="17897" y="1671"/>
                  </a:cubicBezTo>
                  <a:cubicBezTo>
                    <a:pt x="17841" y="1604"/>
                    <a:pt x="17841" y="1604"/>
                    <a:pt x="17841" y="1604"/>
                  </a:cubicBezTo>
                  <a:cubicBezTo>
                    <a:pt x="17784" y="1671"/>
                    <a:pt x="17784" y="1671"/>
                    <a:pt x="17784" y="1671"/>
                  </a:cubicBezTo>
                  <a:cubicBezTo>
                    <a:pt x="17672" y="1604"/>
                    <a:pt x="17672" y="1604"/>
                    <a:pt x="17672" y="1604"/>
                  </a:cubicBezTo>
                  <a:cubicBezTo>
                    <a:pt x="17616" y="1604"/>
                    <a:pt x="17616" y="1604"/>
                    <a:pt x="17616" y="1604"/>
                  </a:cubicBezTo>
                  <a:cubicBezTo>
                    <a:pt x="17560" y="1604"/>
                    <a:pt x="17560" y="1604"/>
                    <a:pt x="17560" y="1604"/>
                  </a:cubicBezTo>
                  <a:cubicBezTo>
                    <a:pt x="17448" y="1604"/>
                    <a:pt x="17448" y="1604"/>
                    <a:pt x="17448" y="1604"/>
                  </a:cubicBezTo>
                  <a:cubicBezTo>
                    <a:pt x="17336" y="1538"/>
                    <a:pt x="17336" y="1538"/>
                    <a:pt x="17336" y="1538"/>
                  </a:cubicBezTo>
                  <a:cubicBezTo>
                    <a:pt x="17279" y="1538"/>
                    <a:pt x="17279" y="1538"/>
                    <a:pt x="17279" y="1538"/>
                  </a:cubicBezTo>
                  <a:cubicBezTo>
                    <a:pt x="17279" y="1604"/>
                    <a:pt x="17279" y="1604"/>
                    <a:pt x="17279" y="1604"/>
                  </a:cubicBezTo>
                  <a:cubicBezTo>
                    <a:pt x="17223" y="1671"/>
                    <a:pt x="17223" y="1671"/>
                    <a:pt x="17223" y="1671"/>
                  </a:cubicBezTo>
                  <a:cubicBezTo>
                    <a:pt x="17167" y="1738"/>
                    <a:pt x="17167" y="1738"/>
                    <a:pt x="17167" y="1738"/>
                  </a:cubicBezTo>
                  <a:cubicBezTo>
                    <a:pt x="17055" y="1738"/>
                    <a:pt x="17055" y="1738"/>
                    <a:pt x="17055" y="1738"/>
                  </a:cubicBezTo>
                  <a:cubicBezTo>
                    <a:pt x="16999" y="1872"/>
                    <a:pt x="16999" y="1872"/>
                    <a:pt x="16999" y="1872"/>
                  </a:cubicBezTo>
                  <a:cubicBezTo>
                    <a:pt x="16999" y="1872"/>
                    <a:pt x="16999" y="1872"/>
                    <a:pt x="16999" y="1872"/>
                  </a:cubicBezTo>
                  <a:cubicBezTo>
                    <a:pt x="16943" y="1805"/>
                    <a:pt x="16943" y="1805"/>
                    <a:pt x="16943" y="1805"/>
                  </a:cubicBezTo>
                  <a:cubicBezTo>
                    <a:pt x="16887" y="1738"/>
                    <a:pt x="16887" y="1738"/>
                    <a:pt x="16887" y="1738"/>
                  </a:cubicBezTo>
                  <a:cubicBezTo>
                    <a:pt x="16831" y="1738"/>
                    <a:pt x="16831" y="1738"/>
                    <a:pt x="16831" y="1738"/>
                  </a:cubicBezTo>
                  <a:cubicBezTo>
                    <a:pt x="16831" y="1671"/>
                    <a:pt x="16831" y="1671"/>
                    <a:pt x="16831" y="1671"/>
                  </a:cubicBezTo>
                  <a:cubicBezTo>
                    <a:pt x="16775" y="1604"/>
                    <a:pt x="16775" y="1604"/>
                    <a:pt x="16775" y="1604"/>
                  </a:cubicBezTo>
                  <a:cubicBezTo>
                    <a:pt x="16775" y="1538"/>
                    <a:pt x="16775" y="1538"/>
                    <a:pt x="16775" y="1538"/>
                  </a:cubicBezTo>
                  <a:cubicBezTo>
                    <a:pt x="16775" y="1538"/>
                    <a:pt x="16775" y="1538"/>
                    <a:pt x="16775" y="1538"/>
                  </a:cubicBezTo>
                  <a:cubicBezTo>
                    <a:pt x="16775" y="1471"/>
                    <a:pt x="16775" y="1471"/>
                    <a:pt x="16775" y="1471"/>
                  </a:cubicBezTo>
                  <a:cubicBezTo>
                    <a:pt x="16775" y="1404"/>
                    <a:pt x="16775" y="1404"/>
                    <a:pt x="16775" y="1404"/>
                  </a:cubicBezTo>
                  <a:cubicBezTo>
                    <a:pt x="16831" y="1471"/>
                    <a:pt x="16831" y="1471"/>
                    <a:pt x="16831" y="1471"/>
                  </a:cubicBezTo>
                  <a:cubicBezTo>
                    <a:pt x="16887" y="1404"/>
                    <a:pt x="16887" y="1404"/>
                    <a:pt x="16887" y="1404"/>
                  </a:cubicBezTo>
                  <a:cubicBezTo>
                    <a:pt x="16887" y="1471"/>
                    <a:pt x="16887" y="1471"/>
                    <a:pt x="16887" y="1471"/>
                  </a:cubicBezTo>
                  <a:cubicBezTo>
                    <a:pt x="17055" y="1471"/>
                    <a:pt x="17055" y="1471"/>
                    <a:pt x="17055" y="1471"/>
                  </a:cubicBezTo>
                  <a:cubicBezTo>
                    <a:pt x="17111" y="1538"/>
                    <a:pt x="17111" y="1538"/>
                    <a:pt x="17111" y="1538"/>
                  </a:cubicBezTo>
                  <a:cubicBezTo>
                    <a:pt x="17167" y="1538"/>
                    <a:pt x="17167" y="1538"/>
                    <a:pt x="17167" y="1538"/>
                  </a:cubicBezTo>
                  <a:cubicBezTo>
                    <a:pt x="17167" y="1538"/>
                    <a:pt x="17167" y="1538"/>
                    <a:pt x="17167" y="1538"/>
                  </a:cubicBezTo>
                  <a:cubicBezTo>
                    <a:pt x="17223" y="1538"/>
                    <a:pt x="17223" y="1538"/>
                    <a:pt x="17223" y="1538"/>
                  </a:cubicBezTo>
                  <a:cubicBezTo>
                    <a:pt x="17279" y="1471"/>
                    <a:pt x="17279" y="1471"/>
                    <a:pt x="17279" y="1471"/>
                  </a:cubicBezTo>
                  <a:cubicBezTo>
                    <a:pt x="17336" y="1538"/>
                    <a:pt x="17336" y="1538"/>
                    <a:pt x="17336" y="1538"/>
                  </a:cubicBezTo>
                  <a:cubicBezTo>
                    <a:pt x="17392" y="1471"/>
                    <a:pt x="17392" y="1471"/>
                    <a:pt x="17392" y="1471"/>
                  </a:cubicBezTo>
                  <a:cubicBezTo>
                    <a:pt x="17448" y="1471"/>
                    <a:pt x="17448" y="1471"/>
                    <a:pt x="17448" y="1471"/>
                  </a:cubicBezTo>
                  <a:cubicBezTo>
                    <a:pt x="17448" y="1471"/>
                    <a:pt x="17448" y="1471"/>
                    <a:pt x="17448" y="1471"/>
                  </a:cubicBezTo>
                  <a:cubicBezTo>
                    <a:pt x="17560" y="1471"/>
                    <a:pt x="17560" y="1471"/>
                    <a:pt x="17560" y="1471"/>
                  </a:cubicBezTo>
                  <a:cubicBezTo>
                    <a:pt x="17672" y="1404"/>
                    <a:pt x="17672" y="1404"/>
                    <a:pt x="17672" y="1404"/>
                  </a:cubicBezTo>
                  <a:cubicBezTo>
                    <a:pt x="17672" y="1404"/>
                    <a:pt x="17672" y="1404"/>
                    <a:pt x="17672" y="1404"/>
                  </a:cubicBezTo>
                  <a:cubicBezTo>
                    <a:pt x="17672" y="1337"/>
                    <a:pt x="17672" y="1337"/>
                    <a:pt x="17672" y="1337"/>
                  </a:cubicBezTo>
                  <a:cubicBezTo>
                    <a:pt x="17616" y="1404"/>
                    <a:pt x="17616" y="1404"/>
                    <a:pt x="17616" y="1404"/>
                  </a:cubicBezTo>
                  <a:cubicBezTo>
                    <a:pt x="17616" y="1404"/>
                    <a:pt x="17616" y="1404"/>
                    <a:pt x="17616" y="1404"/>
                  </a:cubicBezTo>
                  <a:cubicBezTo>
                    <a:pt x="17560" y="1404"/>
                    <a:pt x="17560" y="1404"/>
                    <a:pt x="17560" y="1404"/>
                  </a:cubicBezTo>
                  <a:cubicBezTo>
                    <a:pt x="17504" y="1404"/>
                    <a:pt x="17504" y="1404"/>
                    <a:pt x="17504" y="1404"/>
                  </a:cubicBezTo>
                  <a:cubicBezTo>
                    <a:pt x="17392" y="1404"/>
                    <a:pt x="17392" y="1404"/>
                    <a:pt x="17392" y="1404"/>
                  </a:cubicBezTo>
                  <a:cubicBezTo>
                    <a:pt x="17336" y="1471"/>
                    <a:pt x="17336" y="1471"/>
                    <a:pt x="17336" y="1471"/>
                  </a:cubicBezTo>
                  <a:cubicBezTo>
                    <a:pt x="17279" y="1471"/>
                    <a:pt x="17279" y="1471"/>
                    <a:pt x="17279" y="1471"/>
                  </a:cubicBezTo>
                  <a:cubicBezTo>
                    <a:pt x="17223" y="1471"/>
                    <a:pt x="17223" y="1471"/>
                    <a:pt x="17223" y="1471"/>
                  </a:cubicBezTo>
                  <a:cubicBezTo>
                    <a:pt x="17223" y="1471"/>
                    <a:pt x="17223" y="1471"/>
                    <a:pt x="17223" y="1471"/>
                  </a:cubicBezTo>
                  <a:cubicBezTo>
                    <a:pt x="17167" y="1471"/>
                    <a:pt x="17167" y="1471"/>
                    <a:pt x="17167" y="1471"/>
                  </a:cubicBezTo>
                  <a:cubicBezTo>
                    <a:pt x="17111" y="1404"/>
                    <a:pt x="17111" y="1404"/>
                    <a:pt x="17111" y="1404"/>
                  </a:cubicBezTo>
                  <a:cubicBezTo>
                    <a:pt x="17055" y="1404"/>
                    <a:pt x="17055" y="1404"/>
                    <a:pt x="17055" y="1404"/>
                  </a:cubicBezTo>
                  <a:cubicBezTo>
                    <a:pt x="17055" y="1404"/>
                    <a:pt x="17055" y="1404"/>
                    <a:pt x="17055" y="1404"/>
                  </a:cubicBezTo>
                  <a:cubicBezTo>
                    <a:pt x="16999" y="1404"/>
                    <a:pt x="16999" y="1404"/>
                    <a:pt x="16999" y="1404"/>
                  </a:cubicBezTo>
                  <a:cubicBezTo>
                    <a:pt x="16887" y="1337"/>
                    <a:pt x="16887" y="1337"/>
                    <a:pt x="16887" y="1337"/>
                  </a:cubicBezTo>
                  <a:cubicBezTo>
                    <a:pt x="16831" y="1404"/>
                    <a:pt x="16831" y="1404"/>
                    <a:pt x="16831" y="1404"/>
                  </a:cubicBezTo>
                  <a:cubicBezTo>
                    <a:pt x="16775" y="1337"/>
                    <a:pt x="16775" y="1337"/>
                    <a:pt x="16775" y="1337"/>
                  </a:cubicBezTo>
                  <a:cubicBezTo>
                    <a:pt x="16775" y="1337"/>
                    <a:pt x="16775" y="1337"/>
                    <a:pt x="16775" y="1337"/>
                  </a:cubicBezTo>
                  <a:cubicBezTo>
                    <a:pt x="16831" y="1270"/>
                    <a:pt x="16831" y="1270"/>
                    <a:pt x="16831" y="1270"/>
                  </a:cubicBezTo>
                  <a:cubicBezTo>
                    <a:pt x="16831" y="1203"/>
                    <a:pt x="16831" y="1203"/>
                    <a:pt x="16831" y="1203"/>
                  </a:cubicBezTo>
                  <a:cubicBezTo>
                    <a:pt x="16831" y="1203"/>
                    <a:pt x="16831" y="1203"/>
                    <a:pt x="16831" y="1203"/>
                  </a:cubicBezTo>
                  <a:cubicBezTo>
                    <a:pt x="16887" y="1203"/>
                    <a:pt x="16887" y="1203"/>
                    <a:pt x="16887" y="1203"/>
                  </a:cubicBezTo>
                  <a:cubicBezTo>
                    <a:pt x="16887" y="1270"/>
                    <a:pt x="16887" y="1270"/>
                    <a:pt x="16887" y="1270"/>
                  </a:cubicBezTo>
                  <a:cubicBezTo>
                    <a:pt x="16999" y="1203"/>
                    <a:pt x="16999" y="1203"/>
                    <a:pt x="16999" y="1203"/>
                  </a:cubicBezTo>
                  <a:cubicBezTo>
                    <a:pt x="16999" y="1203"/>
                    <a:pt x="16999" y="1203"/>
                    <a:pt x="16999" y="1203"/>
                  </a:cubicBezTo>
                  <a:cubicBezTo>
                    <a:pt x="16943" y="1203"/>
                    <a:pt x="16943" y="1203"/>
                    <a:pt x="16943" y="1203"/>
                  </a:cubicBezTo>
                  <a:cubicBezTo>
                    <a:pt x="16943" y="1203"/>
                    <a:pt x="16943" y="1203"/>
                    <a:pt x="16943" y="1203"/>
                  </a:cubicBezTo>
                  <a:cubicBezTo>
                    <a:pt x="16887" y="1136"/>
                    <a:pt x="16887" y="1136"/>
                    <a:pt x="16887" y="1136"/>
                  </a:cubicBezTo>
                  <a:cubicBezTo>
                    <a:pt x="16887" y="1136"/>
                    <a:pt x="16887" y="1136"/>
                    <a:pt x="16887" y="1136"/>
                  </a:cubicBezTo>
                  <a:cubicBezTo>
                    <a:pt x="16999" y="1136"/>
                    <a:pt x="16999" y="1136"/>
                    <a:pt x="16999" y="1136"/>
                  </a:cubicBezTo>
                  <a:cubicBezTo>
                    <a:pt x="17055" y="1069"/>
                    <a:pt x="17055" y="1069"/>
                    <a:pt x="17055" y="1069"/>
                  </a:cubicBezTo>
                  <a:cubicBezTo>
                    <a:pt x="17111" y="1069"/>
                    <a:pt x="17111" y="1069"/>
                    <a:pt x="17111" y="1069"/>
                  </a:cubicBezTo>
                  <a:cubicBezTo>
                    <a:pt x="17167" y="1003"/>
                    <a:pt x="17167" y="1003"/>
                    <a:pt x="17167" y="1003"/>
                  </a:cubicBezTo>
                  <a:cubicBezTo>
                    <a:pt x="17223" y="1003"/>
                    <a:pt x="17223" y="1003"/>
                    <a:pt x="17223" y="1003"/>
                  </a:cubicBezTo>
                  <a:cubicBezTo>
                    <a:pt x="17223" y="1069"/>
                    <a:pt x="17223" y="1069"/>
                    <a:pt x="17223" y="1069"/>
                  </a:cubicBezTo>
                  <a:cubicBezTo>
                    <a:pt x="17279" y="1003"/>
                    <a:pt x="17279" y="1003"/>
                    <a:pt x="17279" y="1003"/>
                  </a:cubicBezTo>
                  <a:cubicBezTo>
                    <a:pt x="17279" y="1003"/>
                    <a:pt x="17279" y="1003"/>
                    <a:pt x="17279" y="1003"/>
                  </a:cubicBezTo>
                  <a:cubicBezTo>
                    <a:pt x="17279" y="1003"/>
                    <a:pt x="17279" y="1003"/>
                    <a:pt x="17279" y="1003"/>
                  </a:cubicBezTo>
                  <a:cubicBezTo>
                    <a:pt x="17167" y="1003"/>
                    <a:pt x="17167" y="1003"/>
                    <a:pt x="17167" y="1003"/>
                  </a:cubicBezTo>
                  <a:cubicBezTo>
                    <a:pt x="17055" y="1003"/>
                    <a:pt x="17055" y="1003"/>
                    <a:pt x="17055" y="1003"/>
                  </a:cubicBezTo>
                  <a:cubicBezTo>
                    <a:pt x="16999" y="1003"/>
                    <a:pt x="16999" y="1003"/>
                    <a:pt x="16999" y="1003"/>
                  </a:cubicBezTo>
                  <a:cubicBezTo>
                    <a:pt x="16943" y="1003"/>
                    <a:pt x="16943" y="1003"/>
                    <a:pt x="16943" y="1003"/>
                  </a:cubicBezTo>
                  <a:cubicBezTo>
                    <a:pt x="16943" y="1069"/>
                    <a:pt x="16943" y="1069"/>
                    <a:pt x="16943" y="1069"/>
                  </a:cubicBezTo>
                  <a:cubicBezTo>
                    <a:pt x="16887" y="1069"/>
                    <a:pt x="16887" y="1069"/>
                    <a:pt x="16887" y="1069"/>
                  </a:cubicBezTo>
                  <a:cubicBezTo>
                    <a:pt x="16887" y="1003"/>
                    <a:pt x="16887" y="1003"/>
                    <a:pt x="16887" y="1003"/>
                  </a:cubicBezTo>
                  <a:cubicBezTo>
                    <a:pt x="16887" y="1003"/>
                    <a:pt x="16887" y="1003"/>
                    <a:pt x="16887" y="1003"/>
                  </a:cubicBezTo>
                  <a:cubicBezTo>
                    <a:pt x="16943" y="936"/>
                    <a:pt x="16943" y="936"/>
                    <a:pt x="16943" y="936"/>
                  </a:cubicBezTo>
                  <a:cubicBezTo>
                    <a:pt x="16999" y="869"/>
                    <a:pt x="16999" y="869"/>
                    <a:pt x="16999" y="869"/>
                  </a:cubicBezTo>
                  <a:cubicBezTo>
                    <a:pt x="17055" y="869"/>
                    <a:pt x="17055" y="869"/>
                    <a:pt x="17055" y="869"/>
                  </a:cubicBezTo>
                  <a:cubicBezTo>
                    <a:pt x="17111" y="869"/>
                    <a:pt x="17111" y="869"/>
                    <a:pt x="17111" y="869"/>
                  </a:cubicBezTo>
                  <a:cubicBezTo>
                    <a:pt x="17055" y="869"/>
                    <a:pt x="17055" y="869"/>
                    <a:pt x="17055" y="869"/>
                  </a:cubicBezTo>
                  <a:cubicBezTo>
                    <a:pt x="17055" y="869"/>
                    <a:pt x="17055" y="869"/>
                    <a:pt x="17055" y="869"/>
                  </a:cubicBezTo>
                  <a:cubicBezTo>
                    <a:pt x="17055" y="735"/>
                    <a:pt x="17055" y="735"/>
                    <a:pt x="17055" y="735"/>
                  </a:cubicBezTo>
                  <a:cubicBezTo>
                    <a:pt x="16999" y="802"/>
                    <a:pt x="16999" y="802"/>
                    <a:pt x="16999" y="802"/>
                  </a:cubicBezTo>
                  <a:cubicBezTo>
                    <a:pt x="16999" y="802"/>
                    <a:pt x="16999" y="802"/>
                    <a:pt x="16999" y="802"/>
                  </a:cubicBezTo>
                  <a:cubicBezTo>
                    <a:pt x="16999" y="869"/>
                    <a:pt x="16999" y="869"/>
                    <a:pt x="16999" y="869"/>
                  </a:cubicBezTo>
                  <a:cubicBezTo>
                    <a:pt x="16999" y="802"/>
                    <a:pt x="16999" y="802"/>
                    <a:pt x="16999" y="802"/>
                  </a:cubicBezTo>
                  <a:cubicBezTo>
                    <a:pt x="16943" y="802"/>
                    <a:pt x="16943" y="802"/>
                    <a:pt x="16943" y="802"/>
                  </a:cubicBezTo>
                  <a:cubicBezTo>
                    <a:pt x="16943" y="802"/>
                    <a:pt x="16943" y="802"/>
                    <a:pt x="16943" y="802"/>
                  </a:cubicBezTo>
                  <a:cubicBezTo>
                    <a:pt x="16887" y="802"/>
                    <a:pt x="16887" y="802"/>
                    <a:pt x="16887" y="802"/>
                  </a:cubicBezTo>
                  <a:cubicBezTo>
                    <a:pt x="16887" y="869"/>
                    <a:pt x="16887" y="869"/>
                    <a:pt x="16887" y="869"/>
                  </a:cubicBezTo>
                  <a:cubicBezTo>
                    <a:pt x="16831" y="936"/>
                    <a:pt x="16831" y="936"/>
                    <a:pt x="16831" y="936"/>
                  </a:cubicBezTo>
                  <a:cubicBezTo>
                    <a:pt x="16775" y="936"/>
                    <a:pt x="16775" y="936"/>
                    <a:pt x="16775" y="936"/>
                  </a:cubicBezTo>
                  <a:cubicBezTo>
                    <a:pt x="16775" y="869"/>
                    <a:pt x="16775" y="869"/>
                    <a:pt x="16775" y="869"/>
                  </a:cubicBezTo>
                  <a:cubicBezTo>
                    <a:pt x="16775" y="802"/>
                    <a:pt x="16775" y="802"/>
                    <a:pt x="16775" y="802"/>
                  </a:cubicBezTo>
                  <a:cubicBezTo>
                    <a:pt x="16775" y="802"/>
                    <a:pt x="16775" y="802"/>
                    <a:pt x="16775" y="802"/>
                  </a:cubicBezTo>
                  <a:cubicBezTo>
                    <a:pt x="16775" y="735"/>
                    <a:pt x="16775" y="735"/>
                    <a:pt x="16775" y="735"/>
                  </a:cubicBezTo>
                  <a:cubicBezTo>
                    <a:pt x="16775" y="735"/>
                    <a:pt x="16775" y="735"/>
                    <a:pt x="16775" y="735"/>
                  </a:cubicBezTo>
                  <a:cubicBezTo>
                    <a:pt x="16831" y="802"/>
                    <a:pt x="16831" y="802"/>
                    <a:pt x="16831" y="802"/>
                  </a:cubicBezTo>
                  <a:cubicBezTo>
                    <a:pt x="16831" y="735"/>
                    <a:pt x="16831" y="735"/>
                    <a:pt x="16831" y="735"/>
                  </a:cubicBezTo>
                  <a:cubicBezTo>
                    <a:pt x="16831" y="668"/>
                    <a:pt x="16831" y="668"/>
                    <a:pt x="16831" y="668"/>
                  </a:cubicBezTo>
                  <a:cubicBezTo>
                    <a:pt x="16887" y="668"/>
                    <a:pt x="16887" y="668"/>
                    <a:pt x="16887" y="668"/>
                  </a:cubicBezTo>
                  <a:cubicBezTo>
                    <a:pt x="16943" y="668"/>
                    <a:pt x="16943" y="668"/>
                    <a:pt x="16943" y="668"/>
                  </a:cubicBezTo>
                  <a:cubicBezTo>
                    <a:pt x="16999" y="601"/>
                    <a:pt x="16999" y="601"/>
                    <a:pt x="16999" y="601"/>
                  </a:cubicBezTo>
                  <a:cubicBezTo>
                    <a:pt x="17055" y="601"/>
                    <a:pt x="17055" y="601"/>
                    <a:pt x="17055" y="601"/>
                  </a:cubicBezTo>
                  <a:cubicBezTo>
                    <a:pt x="17111" y="601"/>
                    <a:pt x="17111" y="601"/>
                    <a:pt x="17111" y="601"/>
                  </a:cubicBezTo>
                  <a:cubicBezTo>
                    <a:pt x="17223" y="534"/>
                    <a:pt x="17223" y="534"/>
                    <a:pt x="17223" y="534"/>
                  </a:cubicBezTo>
                  <a:cubicBezTo>
                    <a:pt x="17223" y="534"/>
                    <a:pt x="17223" y="534"/>
                    <a:pt x="17223" y="534"/>
                  </a:cubicBezTo>
                  <a:cubicBezTo>
                    <a:pt x="17279" y="534"/>
                    <a:pt x="17279" y="534"/>
                    <a:pt x="17279" y="534"/>
                  </a:cubicBezTo>
                  <a:cubicBezTo>
                    <a:pt x="17279" y="601"/>
                    <a:pt x="17279" y="601"/>
                    <a:pt x="17279" y="601"/>
                  </a:cubicBezTo>
                  <a:cubicBezTo>
                    <a:pt x="17279" y="601"/>
                    <a:pt x="17279" y="601"/>
                    <a:pt x="17279" y="601"/>
                  </a:cubicBezTo>
                  <a:cubicBezTo>
                    <a:pt x="17279" y="735"/>
                    <a:pt x="17279" y="735"/>
                    <a:pt x="17279" y="735"/>
                  </a:cubicBezTo>
                  <a:cubicBezTo>
                    <a:pt x="17279" y="735"/>
                    <a:pt x="17279" y="735"/>
                    <a:pt x="17279" y="735"/>
                  </a:cubicBezTo>
                  <a:cubicBezTo>
                    <a:pt x="17336" y="668"/>
                    <a:pt x="17336" y="668"/>
                    <a:pt x="17336" y="668"/>
                  </a:cubicBezTo>
                  <a:cubicBezTo>
                    <a:pt x="17336" y="601"/>
                    <a:pt x="17336" y="601"/>
                    <a:pt x="17336" y="601"/>
                  </a:cubicBezTo>
                  <a:cubicBezTo>
                    <a:pt x="17392" y="668"/>
                    <a:pt x="17392" y="668"/>
                    <a:pt x="17392" y="668"/>
                  </a:cubicBezTo>
                  <a:cubicBezTo>
                    <a:pt x="17336" y="668"/>
                    <a:pt x="17336" y="668"/>
                    <a:pt x="17336" y="668"/>
                  </a:cubicBezTo>
                  <a:cubicBezTo>
                    <a:pt x="17336" y="735"/>
                    <a:pt x="17336" y="735"/>
                    <a:pt x="17336" y="735"/>
                  </a:cubicBezTo>
                  <a:cubicBezTo>
                    <a:pt x="17392" y="668"/>
                    <a:pt x="17392" y="668"/>
                    <a:pt x="17392" y="668"/>
                  </a:cubicBezTo>
                  <a:cubicBezTo>
                    <a:pt x="17392" y="668"/>
                    <a:pt x="17392" y="668"/>
                    <a:pt x="17392" y="668"/>
                  </a:cubicBezTo>
                  <a:cubicBezTo>
                    <a:pt x="17392" y="601"/>
                    <a:pt x="17392" y="601"/>
                    <a:pt x="17392" y="601"/>
                  </a:cubicBezTo>
                  <a:cubicBezTo>
                    <a:pt x="17392" y="601"/>
                    <a:pt x="17392" y="601"/>
                    <a:pt x="17392" y="601"/>
                  </a:cubicBezTo>
                  <a:cubicBezTo>
                    <a:pt x="17392" y="534"/>
                    <a:pt x="17392" y="534"/>
                    <a:pt x="17392" y="534"/>
                  </a:cubicBezTo>
                  <a:cubicBezTo>
                    <a:pt x="17448" y="534"/>
                    <a:pt x="17448" y="534"/>
                    <a:pt x="17448" y="534"/>
                  </a:cubicBezTo>
                  <a:cubicBezTo>
                    <a:pt x="17504" y="468"/>
                    <a:pt x="17504" y="468"/>
                    <a:pt x="17504" y="468"/>
                  </a:cubicBezTo>
                  <a:cubicBezTo>
                    <a:pt x="17504" y="468"/>
                    <a:pt x="17504" y="468"/>
                    <a:pt x="17504" y="468"/>
                  </a:cubicBezTo>
                  <a:cubicBezTo>
                    <a:pt x="17504" y="534"/>
                    <a:pt x="17504" y="534"/>
                    <a:pt x="17504" y="534"/>
                  </a:cubicBezTo>
                  <a:cubicBezTo>
                    <a:pt x="17504" y="601"/>
                    <a:pt x="17504" y="601"/>
                    <a:pt x="17504" y="601"/>
                  </a:cubicBezTo>
                  <a:cubicBezTo>
                    <a:pt x="17560" y="601"/>
                    <a:pt x="17560" y="601"/>
                    <a:pt x="17560" y="601"/>
                  </a:cubicBezTo>
                  <a:cubicBezTo>
                    <a:pt x="17560" y="668"/>
                    <a:pt x="17560" y="668"/>
                    <a:pt x="17560" y="668"/>
                  </a:cubicBezTo>
                  <a:cubicBezTo>
                    <a:pt x="17560" y="735"/>
                    <a:pt x="17560" y="735"/>
                    <a:pt x="17560" y="735"/>
                  </a:cubicBezTo>
                  <a:cubicBezTo>
                    <a:pt x="17560" y="735"/>
                    <a:pt x="17560" y="735"/>
                    <a:pt x="17560" y="735"/>
                  </a:cubicBezTo>
                  <a:cubicBezTo>
                    <a:pt x="17560" y="802"/>
                    <a:pt x="17560" y="802"/>
                    <a:pt x="17560" y="802"/>
                  </a:cubicBezTo>
                  <a:cubicBezTo>
                    <a:pt x="17616" y="802"/>
                    <a:pt x="17616" y="802"/>
                    <a:pt x="17616" y="802"/>
                  </a:cubicBezTo>
                  <a:cubicBezTo>
                    <a:pt x="17616" y="802"/>
                    <a:pt x="17616" y="802"/>
                    <a:pt x="17616" y="802"/>
                  </a:cubicBezTo>
                  <a:cubicBezTo>
                    <a:pt x="17616" y="735"/>
                    <a:pt x="17616" y="735"/>
                    <a:pt x="17616" y="735"/>
                  </a:cubicBezTo>
                  <a:cubicBezTo>
                    <a:pt x="17616" y="668"/>
                    <a:pt x="17616" y="668"/>
                    <a:pt x="17616" y="668"/>
                  </a:cubicBezTo>
                  <a:cubicBezTo>
                    <a:pt x="17616" y="668"/>
                    <a:pt x="17616" y="668"/>
                    <a:pt x="17616" y="668"/>
                  </a:cubicBezTo>
                  <a:cubicBezTo>
                    <a:pt x="17672" y="601"/>
                    <a:pt x="17672" y="601"/>
                    <a:pt x="17672" y="601"/>
                  </a:cubicBezTo>
                  <a:cubicBezTo>
                    <a:pt x="17728" y="601"/>
                    <a:pt x="17728" y="601"/>
                    <a:pt x="17728" y="601"/>
                  </a:cubicBezTo>
                  <a:cubicBezTo>
                    <a:pt x="17784" y="668"/>
                    <a:pt x="17784" y="668"/>
                    <a:pt x="17784" y="668"/>
                  </a:cubicBezTo>
                  <a:cubicBezTo>
                    <a:pt x="17784" y="735"/>
                    <a:pt x="17784" y="735"/>
                    <a:pt x="17784" y="735"/>
                  </a:cubicBezTo>
                  <a:cubicBezTo>
                    <a:pt x="17728" y="802"/>
                    <a:pt x="17728" y="802"/>
                    <a:pt x="17728" y="802"/>
                  </a:cubicBezTo>
                  <a:cubicBezTo>
                    <a:pt x="17784" y="802"/>
                    <a:pt x="17784" y="802"/>
                    <a:pt x="17784" y="802"/>
                  </a:cubicBezTo>
                  <a:cubicBezTo>
                    <a:pt x="17784" y="869"/>
                    <a:pt x="17784" y="869"/>
                    <a:pt x="17784" y="869"/>
                  </a:cubicBezTo>
                  <a:cubicBezTo>
                    <a:pt x="17784" y="802"/>
                    <a:pt x="17784" y="802"/>
                    <a:pt x="17784" y="802"/>
                  </a:cubicBezTo>
                  <a:cubicBezTo>
                    <a:pt x="17784" y="735"/>
                    <a:pt x="17784" y="735"/>
                    <a:pt x="17784" y="735"/>
                  </a:cubicBezTo>
                  <a:cubicBezTo>
                    <a:pt x="17841" y="735"/>
                    <a:pt x="17841" y="735"/>
                    <a:pt x="17841" y="735"/>
                  </a:cubicBezTo>
                  <a:cubicBezTo>
                    <a:pt x="17841" y="735"/>
                    <a:pt x="17841" y="735"/>
                    <a:pt x="17841" y="735"/>
                  </a:cubicBezTo>
                  <a:cubicBezTo>
                    <a:pt x="17897" y="735"/>
                    <a:pt x="17897" y="735"/>
                    <a:pt x="17897" y="735"/>
                  </a:cubicBezTo>
                  <a:cubicBezTo>
                    <a:pt x="17841" y="802"/>
                    <a:pt x="17841" y="802"/>
                    <a:pt x="17841" y="802"/>
                  </a:cubicBezTo>
                  <a:cubicBezTo>
                    <a:pt x="17841" y="802"/>
                    <a:pt x="17841" y="802"/>
                    <a:pt x="17841" y="802"/>
                  </a:cubicBezTo>
                  <a:cubicBezTo>
                    <a:pt x="17897" y="869"/>
                    <a:pt x="17897" y="869"/>
                    <a:pt x="17897" y="869"/>
                  </a:cubicBezTo>
                  <a:cubicBezTo>
                    <a:pt x="17897" y="802"/>
                    <a:pt x="17897" y="802"/>
                    <a:pt x="17897" y="802"/>
                  </a:cubicBezTo>
                  <a:cubicBezTo>
                    <a:pt x="17953" y="802"/>
                    <a:pt x="17953" y="802"/>
                    <a:pt x="17953" y="802"/>
                  </a:cubicBezTo>
                  <a:cubicBezTo>
                    <a:pt x="17953" y="869"/>
                    <a:pt x="17953" y="869"/>
                    <a:pt x="17953" y="869"/>
                  </a:cubicBezTo>
                  <a:cubicBezTo>
                    <a:pt x="17953" y="802"/>
                    <a:pt x="17953" y="802"/>
                    <a:pt x="17953" y="802"/>
                  </a:cubicBezTo>
                  <a:cubicBezTo>
                    <a:pt x="17953" y="735"/>
                    <a:pt x="17953" y="735"/>
                    <a:pt x="17953" y="735"/>
                  </a:cubicBezTo>
                  <a:cubicBezTo>
                    <a:pt x="17897" y="668"/>
                    <a:pt x="17897" y="668"/>
                    <a:pt x="17897" y="668"/>
                  </a:cubicBezTo>
                  <a:cubicBezTo>
                    <a:pt x="17897" y="668"/>
                    <a:pt x="17897" y="668"/>
                    <a:pt x="17897" y="668"/>
                  </a:cubicBezTo>
                  <a:cubicBezTo>
                    <a:pt x="17897" y="668"/>
                    <a:pt x="17897" y="668"/>
                    <a:pt x="17897" y="668"/>
                  </a:cubicBezTo>
                  <a:cubicBezTo>
                    <a:pt x="17897" y="601"/>
                    <a:pt x="17897" y="601"/>
                    <a:pt x="17897" y="601"/>
                  </a:cubicBezTo>
                  <a:cubicBezTo>
                    <a:pt x="17841" y="534"/>
                    <a:pt x="17841" y="534"/>
                    <a:pt x="17841" y="534"/>
                  </a:cubicBezTo>
                  <a:cubicBezTo>
                    <a:pt x="17841" y="534"/>
                    <a:pt x="17841" y="534"/>
                    <a:pt x="17841" y="534"/>
                  </a:cubicBezTo>
                  <a:cubicBezTo>
                    <a:pt x="17784" y="468"/>
                    <a:pt x="17784" y="468"/>
                    <a:pt x="17784" y="468"/>
                  </a:cubicBezTo>
                  <a:cubicBezTo>
                    <a:pt x="17784" y="401"/>
                    <a:pt x="17784" y="401"/>
                    <a:pt x="17784" y="401"/>
                  </a:cubicBezTo>
                  <a:cubicBezTo>
                    <a:pt x="17841" y="401"/>
                    <a:pt x="17841" y="401"/>
                    <a:pt x="17841" y="401"/>
                  </a:cubicBezTo>
                  <a:cubicBezTo>
                    <a:pt x="17897" y="468"/>
                    <a:pt x="17897" y="468"/>
                    <a:pt x="17897" y="468"/>
                  </a:cubicBezTo>
                  <a:cubicBezTo>
                    <a:pt x="17953" y="468"/>
                    <a:pt x="17953" y="468"/>
                    <a:pt x="17953" y="468"/>
                  </a:cubicBezTo>
                  <a:cubicBezTo>
                    <a:pt x="18009" y="468"/>
                    <a:pt x="18009" y="468"/>
                    <a:pt x="18009" y="468"/>
                  </a:cubicBezTo>
                  <a:cubicBezTo>
                    <a:pt x="18009" y="401"/>
                    <a:pt x="18009" y="401"/>
                    <a:pt x="18009" y="401"/>
                  </a:cubicBezTo>
                  <a:cubicBezTo>
                    <a:pt x="18009" y="334"/>
                    <a:pt x="18009" y="334"/>
                    <a:pt x="18009" y="334"/>
                  </a:cubicBezTo>
                  <a:cubicBezTo>
                    <a:pt x="17953" y="267"/>
                    <a:pt x="17953" y="267"/>
                    <a:pt x="17953" y="267"/>
                  </a:cubicBezTo>
                  <a:cubicBezTo>
                    <a:pt x="18009" y="267"/>
                    <a:pt x="18009" y="267"/>
                    <a:pt x="18009" y="267"/>
                  </a:cubicBezTo>
                  <a:cubicBezTo>
                    <a:pt x="18065" y="200"/>
                    <a:pt x="18065" y="200"/>
                    <a:pt x="18065" y="200"/>
                  </a:cubicBezTo>
                  <a:cubicBezTo>
                    <a:pt x="18065" y="267"/>
                    <a:pt x="18065" y="267"/>
                    <a:pt x="18065" y="267"/>
                  </a:cubicBezTo>
                  <a:cubicBezTo>
                    <a:pt x="18177" y="267"/>
                    <a:pt x="18177" y="267"/>
                    <a:pt x="18177" y="267"/>
                  </a:cubicBezTo>
                  <a:cubicBezTo>
                    <a:pt x="18177" y="267"/>
                    <a:pt x="18177" y="267"/>
                    <a:pt x="18177" y="267"/>
                  </a:cubicBezTo>
                  <a:cubicBezTo>
                    <a:pt x="18177" y="334"/>
                    <a:pt x="18177" y="334"/>
                    <a:pt x="18177" y="334"/>
                  </a:cubicBezTo>
                  <a:cubicBezTo>
                    <a:pt x="18177" y="334"/>
                    <a:pt x="18177" y="334"/>
                    <a:pt x="18177" y="334"/>
                  </a:cubicBezTo>
                  <a:cubicBezTo>
                    <a:pt x="18177" y="401"/>
                    <a:pt x="18177" y="401"/>
                    <a:pt x="18177" y="401"/>
                  </a:cubicBezTo>
                  <a:cubicBezTo>
                    <a:pt x="18233" y="401"/>
                    <a:pt x="18233" y="401"/>
                    <a:pt x="18233" y="401"/>
                  </a:cubicBezTo>
                  <a:cubicBezTo>
                    <a:pt x="18233" y="468"/>
                    <a:pt x="18233" y="468"/>
                    <a:pt x="18233" y="468"/>
                  </a:cubicBezTo>
                  <a:cubicBezTo>
                    <a:pt x="18233" y="534"/>
                    <a:pt x="18233" y="534"/>
                    <a:pt x="18233" y="534"/>
                  </a:cubicBezTo>
                  <a:cubicBezTo>
                    <a:pt x="18233" y="668"/>
                    <a:pt x="18233" y="668"/>
                    <a:pt x="18233" y="668"/>
                  </a:cubicBezTo>
                  <a:cubicBezTo>
                    <a:pt x="18289" y="601"/>
                    <a:pt x="18289" y="601"/>
                    <a:pt x="18289" y="601"/>
                  </a:cubicBezTo>
                  <a:cubicBezTo>
                    <a:pt x="18345" y="601"/>
                    <a:pt x="18345" y="601"/>
                    <a:pt x="18345" y="601"/>
                  </a:cubicBezTo>
                  <a:cubicBezTo>
                    <a:pt x="18345" y="601"/>
                    <a:pt x="18345" y="601"/>
                    <a:pt x="18345" y="601"/>
                  </a:cubicBezTo>
                  <a:cubicBezTo>
                    <a:pt x="18345" y="601"/>
                    <a:pt x="18345" y="601"/>
                    <a:pt x="18345" y="601"/>
                  </a:cubicBezTo>
                  <a:cubicBezTo>
                    <a:pt x="18345" y="668"/>
                    <a:pt x="18345" y="668"/>
                    <a:pt x="18345" y="668"/>
                  </a:cubicBezTo>
                  <a:cubicBezTo>
                    <a:pt x="18402" y="601"/>
                    <a:pt x="18402" y="601"/>
                    <a:pt x="18402" y="601"/>
                  </a:cubicBezTo>
                  <a:cubicBezTo>
                    <a:pt x="18402" y="601"/>
                    <a:pt x="18402" y="601"/>
                    <a:pt x="18402" y="601"/>
                  </a:cubicBezTo>
                  <a:cubicBezTo>
                    <a:pt x="18458" y="534"/>
                    <a:pt x="18458" y="534"/>
                    <a:pt x="18458" y="534"/>
                  </a:cubicBezTo>
                  <a:cubicBezTo>
                    <a:pt x="18514" y="534"/>
                    <a:pt x="18514" y="534"/>
                    <a:pt x="18514" y="534"/>
                  </a:cubicBezTo>
                  <a:cubicBezTo>
                    <a:pt x="18458" y="401"/>
                    <a:pt x="18458" y="401"/>
                    <a:pt x="18458" y="401"/>
                  </a:cubicBezTo>
                  <a:cubicBezTo>
                    <a:pt x="18514" y="401"/>
                    <a:pt x="18514" y="401"/>
                    <a:pt x="18514" y="401"/>
                  </a:cubicBezTo>
                  <a:cubicBezTo>
                    <a:pt x="18514" y="401"/>
                    <a:pt x="18514" y="401"/>
                    <a:pt x="18514" y="401"/>
                  </a:cubicBezTo>
                  <a:cubicBezTo>
                    <a:pt x="18570" y="401"/>
                    <a:pt x="18570" y="401"/>
                    <a:pt x="18570" y="401"/>
                  </a:cubicBezTo>
                  <a:cubicBezTo>
                    <a:pt x="18626" y="401"/>
                    <a:pt x="18626" y="401"/>
                    <a:pt x="18626" y="401"/>
                  </a:cubicBezTo>
                  <a:cubicBezTo>
                    <a:pt x="18626" y="401"/>
                    <a:pt x="18626" y="401"/>
                    <a:pt x="18626" y="401"/>
                  </a:cubicBezTo>
                  <a:cubicBezTo>
                    <a:pt x="18570" y="334"/>
                    <a:pt x="18570" y="334"/>
                    <a:pt x="18570" y="334"/>
                  </a:cubicBezTo>
                  <a:cubicBezTo>
                    <a:pt x="18514" y="267"/>
                    <a:pt x="18514" y="267"/>
                    <a:pt x="18514" y="267"/>
                  </a:cubicBezTo>
                  <a:cubicBezTo>
                    <a:pt x="18570" y="200"/>
                    <a:pt x="18570" y="200"/>
                    <a:pt x="18570" y="200"/>
                  </a:cubicBezTo>
                  <a:cubicBezTo>
                    <a:pt x="18570" y="200"/>
                    <a:pt x="18570" y="200"/>
                    <a:pt x="18570" y="200"/>
                  </a:cubicBezTo>
                  <a:cubicBezTo>
                    <a:pt x="18570" y="200"/>
                    <a:pt x="18570" y="200"/>
                    <a:pt x="18570" y="200"/>
                  </a:cubicBezTo>
                  <a:cubicBezTo>
                    <a:pt x="18682" y="200"/>
                    <a:pt x="18682" y="200"/>
                    <a:pt x="18682" y="200"/>
                  </a:cubicBezTo>
                  <a:cubicBezTo>
                    <a:pt x="18682" y="334"/>
                    <a:pt x="18682" y="334"/>
                    <a:pt x="18682" y="334"/>
                  </a:cubicBezTo>
                  <a:cubicBezTo>
                    <a:pt x="18738" y="334"/>
                    <a:pt x="18738" y="334"/>
                    <a:pt x="18738" y="334"/>
                  </a:cubicBezTo>
                  <a:cubicBezTo>
                    <a:pt x="18682" y="401"/>
                    <a:pt x="18682" y="401"/>
                    <a:pt x="18682" y="401"/>
                  </a:cubicBezTo>
                  <a:cubicBezTo>
                    <a:pt x="18738" y="468"/>
                    <a:pt x="18738" y="468"/>
                    <a:pt x="18738" y="468"/>
                  </a:cubicBezTo>
                  <a:cubicBezTo>
                    <a:pt x="18738" y="534"/>
                    <a:pt x="18738" y="534"/>
                    <a:pt x="18738" y="534"/>
                  </a:cubicBezTo>
                  <a:cubicBezTo>
                    <a:pt x="18738" y="601"/>
                    <a:pt x="18738" y="601"/>
                    <a:pt x="18738" y="601"/>
                  </a:cubicBezTo>
                  <a:cubicBezTo>
                    <a:pt x="18794" y="534"/>
                    <a:pt x="18794" y="534"/>
                    <a:pt x="18794" y="534"/>
                  </a:cubicBezTo>
                  <a:cubicBezTo>
                    <a:pt x="18794" y="468"/>
                    <a:pt x="18794" y="468"/>
                    <a:pt x="18794" y="468"/>
                  </a:cubicBezTo>
                  <a:cubicBezTo>
                    <a:pt x="18794" y="468"/>
                    <a:pt x="18794" y="468"/>
                    <a:pt x="18794" y="468"/>
                  </a:cubicBezTo>
                  <a:cubicBezTo>
                    <a:pt x="18794" y="401"/>
                    <a:pt x="18794" y="401"/>
                    <a:pt x="18794" y="401"/>
                  </a:cubicBezTo>
                  <a:cubicBezTo>
                    <a:pt x="18738" y="334"/>
                    <a:pt x="18738" y="334"/>
                    <a:pt x="18738" y="334"/>
                  </a:cubicBezTo>
                  <a:cubicBezTo>
                    <a:pt x="18738" y="200"/>
                    <a:pt x="18738" y="200"/>
                    <a:pt x="18738" y="200"/>
                  </a:cubicBezTo>
                  <a:cubicBezTo>
                    <a:pt x="18738" y="133"/>
                    <a:pt x="18738" y="133"/>
                    <a:pt x="18738" y="133"/>
                  </a:cubicBezTo>
                  <a:cubicBezTo>
                    <a:pt x="18794" y="66"/>
                    <a:pt x="18794" y="66"/>
                    <a:pt x="18794" y="66"/>
                  </a:cubicBezTo>
                  <a:cubicBezTo>
                    <a:pt x="18794" y="66"/>
                    <a:pt x="18794" y="66"/>
                    <a:pt x="18794" y="66"/>
                  </a:cubicBezTo>
                  <a:cubicBezTo>
                    <a:pt x="18850" y="133"/>
                    <a:pt x="18850" y="133"/>
                    <a:pt x="18850" y="133"/>
                  </a:cubicBezTo>
                  <a:cubicBezTo>
                    <a:pt x="18907" y="133"/>
                    <a:pt x="18907" y="133"/>
                    <a:pt x="18907" y="133"/>
                  </a:cubicBezTo>
                  <a:cubicBezTo>
                    <a:pt x="18907" y="133"/>
                    <a:pt x="18907" y="133"/>
                    <a:pt x="18907" y="133"/>
                  </a:cubicBezTo>
                  <a:cubicBezTo>
                    <a:pt x="18907" y="200"/>
                    <a:pt x="18907" y="200"/>
                    <a:pt x="18907" y="200"/>
                  </a:cubicBezTo>
                  <a:cubicBezTo>
                    <a:pt x="18907" y="267"/>
                    <a:pt x="18907" y="267"/>
                    <a:pt x="18907" y="267"/>
                  </a:cubicBezTo>
                  <a:cubicBezTo>
                    <a:pt x="18907" y="334"/>
                    <a:pt x="18907" y="334"/>
                    <a:pt x="18907" y="334"/>
                  </a:cubicBezTo>
                  <a:cubicBezTo>
                    <a:pt x="18907" y="401"/>
                    <a:pt x="18907" y="401"/>
                    <a:pt x="18907" y="401"/>
                  </a:cubicBezTo>
                  <a:cubicBezTo>
                    <a:pt x="18963" y="401"/>
                    <a:pt x="18963" y="401"/>
                    <a:pt x="18963" y="401"/>
                  </a:cubicBezTo>
                  <a:cubicBezTo>
                    <a:pt x="18963" y="401"/>
                    <a:pt x="18963" y="401"/>
                    <a:pt x="18963" y="401"/>
                  </a:cubicBezTo>
                  <a:cubicBezTo>
                    <a:pt x="18963" y="334"/>
                    <a:pt x="18963" y="334"/>
                    <a:pt x="18963" y="334"/>
                  </a:cubicBezTo>
                  <a:cubicBezTo>
                    <a:pt x="18963" y="334"/>
                    <a:pt x="18963" y="334"/>
                    <a:pt x="18963" y="334"/>
                  </a:cubicBezTo>
                  <a:cubicBezTo>
                    <a:pt x="19075" y="468"/>
                    <a:pt x="19075" y="468"/>
                    <a:pt x="19075" y="468"/>
                  </a:cubicBezTo>
                  <a:cubicBezTo>
                    <a:pt x="19075" y="401"/>
                    <a:pt x="19075" y="401"/>
                    <a:pt x="19075" y="401"/>
                  </a:cubicBezTo>
                  <a:cubicBezTo>
                    <a:pt x="19131" y="401"/>
                    <a:pt x="19131" y="401"/>
                    <a:pt x="19131" y="401"/>
                  </a:cubicBezTo>
                  <a:cubicBezTo>
                    <a:pt x="19131" y="401"/>
                    <a:pt x="19131" y="401"/>
                    <a:pt x="19131" y="401"/>
                  </a:cubicBezTo>
                  <a:cubicBezTo>
                    <a:pt x="19075" y="401"/>
                    <a:pt x="19075" y="401"/>
                    <a:pt x="19075" y="401"/>
                  </a:cubicBezTo>
                  <a:cubicBezTo>
                    <a:pt x="19075" y="334"/>
                    <a:pt x="19075" y="334"/>
                    <a:pt x="19075" y="334"/>
                  </a:cubicBezTo>
                  <a:cubicBezTo>
                    <a:pt x="19075" y="267"/>
                    <a:pt x="19075" y="267"/>
                    <a:pt x="19075" y="267"/>
                  </a:cubicBezTo>
                  <a:cubicBezTo>
                    <a:pt x="19075" y="267"/>
                    <a:pt x="19075" y="267"/>
                    <a:pt x="19075" y="267"/>
                  </a:cubicBezTo>
                  <a:cubicBezTo>
                    <a:pt x="19019" y="200"/>
                    <a:pt x="19019" y="200"/>
                    <a:pt x="19019" y="200"/>
                  </a:cubicBezTo>
                  <a:cubicBezTo>
                    <a:pt x="19019" y="200"/>
                    <a:pt x="19019" y="200"/>
                    <a:pt x="19019" y="200"/>
                  </a:cubicBezTo>
                  <a:cubicBezTo>
                    <a:pt x="19019" y="133"/>
                    <a:pt x="19019" y="133"/>
                    <a:pt x="19019" y="133"/>
                  </a:cubicBezTo>
                  <a:cubicBezTo>
                    <a:pt x="19075" y="133"/>
                    <a:pt x="19075" y="133"/>
                    <a:pt x="19075" y="133"/>
                  </a:cubicBezTo>
                  <a:cubicBezTo>
                    <a:pt x="19019" y="133"/>
                    <a:pt x="19019" y="133"/>
                    <a:pt x="19019" y="133"/>
                  </a:cubicBezTo>
                  <a:cubicBezTo>
                    <a:pt x="19019" y="133"/>
                    <a:pt x="19019" y="133"/>
                    <a:pt x="19019" y="133"/>
                  </a:cubicBezTo>
                  <a:cubicBezTo>
                    <a:pt x="18963" y="66"/>
                    <a:pt x="18963" y="66"/>
                    <a:pt x="18963" y="66"/>
                  </a:cubicBezTo>
                  <a:cubicBezTo>
                    <a:pt x="19019" y="66"/>
                    <a:pt x="19019" y="66"/>
                    <a:pt x="19019" y="66"/>
                  </a:cubicBezTo>
                  <a:cubicBezTo>
                    <a:pt x="19019" y="66"/>
                    <a:pt x="19019" y="66"/>
                    <a:pt x="19019" y="66"/>
                  </a:cubicBezTo>
                  <a:cubicBezTo>
                    <a:pt x="19075" y="0"/>
                    <a:pt x="19075" y="0"/>
                    <a:pt x="19075" y="0"/>
                  </a:cubicBezTo>
                  <a:cubicBezTo>
                    <a:pt x="19187" y="0"/>
                    <a:pt x="19187" y="0"/>
                    <a:pt x="19187" y="0"/>
                  </a:cubicBezTo>
                  <a:cubicBezTo>
                    <a:pt x="19243" y="66"/>
                    <a:pt x="19243" y="66"/>
                    <a:pt x="19243" y="66"/>
                  </a:cubicBezTo>
                  <a:cubicBezTo>
                    <a:pt x="19243" y="133"/>
                    <a:pt x="19243" y="133"/>
                    <a:pt x="19243" y="133"/>
                  </a:cubicBezTo>
                  <a:cubicBezTo>
                    <a:pt x="19187" y="133"/>
                    <a:pt x="19187" y="133"/>
                    <a:pt x="19187" y="133"/>
                  </a:cubicBezTo>
                  <a:cubicBezTo>
                    <a:pt x="19187" y="200"/>
                    <a:pt x="19187" y="200"/>
                    <a:pt x="19187" y="200"/>
                  </a:cubicBezTo>
                  <a:cubicBezTo>
                    <a:pt x="19243" y="200"/>
                    <a:pt x="19243" y="200"/>
                    <a:pt x="19243" y="200"/>
                  </a:cubicBezTo>
                  <a:cubicBezTo>
                    <a:pt x="19243" y="133"/>
                    <a:pt x="19243" y="133"/>
                    <a:pt x="19243" y="133"/>
                  </a:cubicBezTo>
                  <a:cubicBezTo>
                    <a:pt x="19299" y="133"/>
                    <a:pt x="19299" y="133"/>
                    <a:pt x="19299" y="133"/>
                  </a:cubicBezTo>
                  <a:cubicBezTo>
                    <a:pt x="19299" y="133"/>
                    <a:pt x="19299" y="133"/>
                    <a:pt x="19299" y="133"/>
                  </a:cubicBezTo>
                  <a:cubicBezTo>
                    <a:pt x="19299" y="200"/>
                    <a:pt x="19299" y="200"/>
                    <a:pt x="19299" y="200"/>
                  </a:cubicBezTo>
                  <a:cubicBezTo>
                    <a:pt x="19299" y="200"/>
                    <a:pt x="19299" y="200"/>
                    <a:pt x="19299" y="200"/>
                  </a:cubicBezTo>
                  <a:cubicBezTo>
                    <a:pt x="19355" y="200"/>
                    <a:pt x="19355" y="200"/>
                    <a:pt x="19355" y="200"/>
                  </a:cubicBezTo>
                  <a:cubicBezTo>
                    <a:pt x="19355" y="200"/>
                    <a:pt x="19355" y="200"/>
                    <a:pt x="19355" y="200"/>
                  </a:cubicBezTo>
                  <a:cubicBezTo>
                    <a:pt x="19411" y="133"/>
                    <a:pt x="19411" y="133"/>
                    <a:pt x="19411" y="133"/>
                  </a:cubicBezTo>
                  <a:cubicBezTo>
                    <a:pt x="19411" y="133"/>
                    <a:pt x="19411" y="133"/>
                    <a:pt x="19411" y="133"/>
                  </a:cubicBezTo>
                  <a:cubicBezTo>
                    <a:pt x="19411" y="200"/>
                    <a:pt x="19411" y="200"/>
                    <a:pt x="19411" y="200"/>
                  </a:cubicBezTo>
                  <a:cubicBezTo>
                    <a:pt x="19411" y="267"/>
                    <a:pt x="19411" y="267"/>
                    <a:pt x="19411" y="267"/>
                  </a:cubicBezTo>
                  <a:cubicBezTo>
                    <a:pt x="19411" y="334"/>
                    <a:pt x="19411" y="334"/>
                    <a:pt x="19411" y="334"/>
                  </a:cubicBezTo>
                  <a:cubicBezTo>
                    <a:pt x="19411" y="401"/>
                    <a:pt x="19411" y="401"/>
                    <a:pt x="19411" y="401"/>
                  </a:cubicBezTo>
                  <a:cubicBezTo>
                    <a:pt x="19411" y="401"/>
                    <a:pt x="19411" y="401"/>
                    <a:pt x="19411" y="401"/>
                  </a:cubicBezTo>
                  <a:cubicBezTo>
                    <a:pt x="19468" y="401"/>
                    <a:pt x="19468" y="401"/>
                    <a:pt x="19468" y="401"/>
                  </a:cubicBezTo>
                  <a:cubicBezTo>
                    <a:pt x="19524" y="401"/>
                    <a:pt x="19524" y="401"/>
                    <a:pt x="19524" y="401"/>
                  </a:cubicBezTo>
                  <a:cubicBezTo>
                    <a:pt x="19524" y="401"/>
                    <a:pt x="19524" y="401"/>
                    <a:pt x="19524" y="401"/>
                  </a:cubicBezTo>
                  <a:cubicBezTo>
                    <a:pt x="19524" y="334"/>
                    <a:pt x="19524" y="334"/>
                    <a:pt x="19524" y="334"/>
                  </a:cubicBezTo>
                  <a:cubicBezTo>
                    <a:pt x="19580" y="200"/>
                    <a:pt x="19580" y="200"/>
                    <a:pt x="19580" y="200"/>
                  </a:cubicBezTo>
                  <a:cubicBezTo>
                    <a:pt x="19524" y="133"/>
                    <a:pt x="19524" y="133"/>
                    <a:pt x="19524" y="133"/>
                  </a:cubicBezTo>
                  <a:cubicBezTo>
                    <a:pt x="19524" y="0"/>
                    <a:pt x="19524" y="0"/>
                    <a:pt x="19524" y="0"/>
                  </a:cubicBezTo>
                  <a:cubicBezTo>
                    <a:pt x="19580" y="0"/>
                    <a:pt x="19580" y="0"/>
                    <a:pt x="19580" y="0"/>
                  </a:cubicBezTo>
                  <a:cubicBezTo>
                    <a:pt x="19580" y="66"/>
                    <a:pt x="19580" y="66"/>
                    <a:pt x="19580" y="66"/>
                  </a:cubicBezTo>
                  <a:cubicBezTo>
                    <a:pt x="19636" y="66"/>
                    <a:pt x="19636" y="66"/>
                    <a:pt x="19636" y="66"/>
                  </a:cubicBezTo>
                  <a:cubicBezTo>
                    <a:pt x="19692" y="66"/>
                    <a:pt x="19692" y="66"/>
                    <a:pt x="19692" y="66"/>
                  </a:cubicBezTo>
                  <a:cubicBezTo>
                    <a:pt x="19748" y="0"/>
                    <a:pt x="19748" y="0"/>
                    <a:pt x="19748" y="0"/>
                  </a:cubicBezTo>
                  <a:cubicBezTo>
                    <a:pt x="19804" y="66"/>
                    <a:pt x="19804" y="66"/>
                    <a:pt x="19804" y="66"/>
                  </a:cubicBezTo>
                  <a:cubicBezTo>
                    <a:pt x="19804" y="66"/>
                    <a:pt x="19804" y="66"/>
                    <a:pt x="19804" y="66"/>
                  </a:cubicBezTo>
                  <a:cubicBezTo>
                    <a:pt x="19860" y="133"/>
                    <a:pt x="19860" y="133"/>
                    <a:pt x="19860" y="133"/>
                  </a:cubicBezTo>
                  <a:cubicBezTo>
                    <a:pt x="19916" y="66"/>
                    <a:pt x="19916" y="66"/>
                    <a:pt x="19916" y="66"/>
                  </a:cubicBezTo>
                  <a:cubicBezTo>
                    <a:pt x="20029" y="133"/>
                    <a:pt x="20029" y="133"/>
                    <a:pt x="20029" y="133"/>
                  </a:cubicBezTo>
                  <a:cubicBezTo>
                    <a:pt x="20029" y="200"/>
                    <a:pt x="20029" y="200"/>
                    <a:pt x="20029" y="200"/>
                  </a:cubicBezTo>
                  <a:cubicBezTo>
                    <a:pt x="20029" y="200"/>
                    <a:pt x="20029" y="200"/>
                    <a:pt x="20029" y="200"/>
                  </a:cubicBezTo>
                  <a:cubicBezTo>
                    <a:pt x="20029" y="267"/>
                    <a:pt x="20029" y="267"/>
                    <a:pt x="20029" y="267"/>
                  </a:cubicBezTo>
                  <a:cubicBezTo>
                    <a:pt x="20029" y="334"/>
                    <a:pt x="20029" y="334"/>
                    <a:pt x="20029" y="334"/>
                  </a:cubicBezTo>
                  <a:cubicBezTo>
                    <a:pt x="20029" y="334"/>
                    <a:pt x="20029" y="334"/>
                    <a:pt x="20029" y="334"/>
                  </a:cubicBezTo>
                  <a:cubicBezTo>
                    <a:pt x="20085" y="334"/>
                    <a:pt x="20085" y="334"/>
                    <a:pt x="20085" y="334"/>
                  </a:cubicBezTo>
                  <a:cubicBezTo>
                    <a:pt x="20141" y="267"/>
                    <a:pt x="20141" y="267"/>
                    <a:pt x="20141" y="267"/>
                  </a:cubicBezTo>
                  <a:cubicBezTo>
                    <a:pt x="20197" y="200"/>
                    <a:pt x="20197" y="200"/>
                    <a:pt x="20197" y="200"/>
                  </a:cubicBezTo>
                  <a:cubicBezTo>
                    <a:pt x="20253" y="200"/>
                    <a:pt x="20253" y="200"/>
                    <a:pt x="20253" y="200"/>
                  </a:cubicBezTo>
                  <a:cubicBezTo>
                    <a:pt x="20253" y="200"/>
                    <a:pt x="20253" y="200"/>
                    <a:pt x="20253" y="200"/>
                  </a:cubicBezTo>
                  <a:cubicBezTo>
                    <a:pt x="20309" y="200"/>
                    <a:pt x="20309" y="200"/>
                    <a:pt x="20309" y="200"/>
                  </a:cubicBezTo>
                  <a:cubicBezTo>
                    <a:pt x="20421" y="200"/>
                    <a:pt x="20421" y="200"/>
                    <a:pt x="20421" y="200"/>
                  </a:cubicBezTo>
                  <a:cubicBezTo>
                    <a:pt x="20365" y="267"/>
                    <a:pt x="20365" y="267"/>
                    <a:pt x="20365" y="267"/>
                  </a:cubicBezTo>
                  <a:cubicBezTo>
                    <a:pt x="20309" y="334"/>
                    <a:pt x="20309" y="334"/>
                    <a:pt x="20309" y="334"/>
                  </a:cubicBezTo>
                  <a:cubicBezTo>
                    <a:pt x="20365" y="334"/>
                    <a:pt x="20365" y="334"/>
                    <a:pt x="20365" y="334"/>
                  </a:cubicBezTo>
                  <a:cubicBezTo>
                    <a:pt x="20365" y="334"/>
                    <a:pt x="20365" y="334"/>
                    <a:pt x="20365" y="334"/>
                  </a:cubicBezTo>
                  <a:cubicBezTo>
                    <a:pt x="20421" y="267"/>
                    <a:pt x="20421" y="267"/>
                    <a:pt x="20421" y="267"/>
                  </a:cubicBezTo>
                  <a:cubicBezTo>
                    <a:pt x="20477" y="267"/>
                    <a:pt x="20477" y="267"/>
                    <a:pt x="20477" y="267"/>
                  </a:cubicBezTo>
                  <a:cubicBezTo>
                    <a:pt x="20477" y="267"/>
                    <a:pt x="20477" y="267"/>
                    <a:pt x="20477" y="267"/>
                  </a:cubicBezTo>
                  <a:cubicBezTo>
                    <a:pt x="20590" y="267"/>
                    <a:pt x="20590" y="267"/>
                    <a:pt x="20590" y="267"/>
                  </a:cubicBezTo>
                  <a:cubicBezTo>
                    <a:pt x="20646" y="267"/>
                    <a:pt x="20646" y="267"/>
                    <a:pt x="20646" y="267"/>
                  </a:cubicBezTo>
                  <a:cubicBezTo>
                    <a:pt x="20702" y="334"/>
                    <a:pt x="20702" y="334"/>
                    <a:pt x="20702" y="334"/>
                  </a:cubicBezTo>
                  <a:cubicBezTo>
                    <a:pt x="20702" y="334"/>
                    <a:pt x="20702" y="334"/>
                    <a:pt x="20702" y="334"/>
                  </a:cubicBezTo>
                  <a:cubicBezTo>
                    <a:pt x="20646" y="334"/>
                    <a:pt x="20646" y="334"/>
                    <a:pt x="20646" y="334"/>
                  </a:cubicBezTo>
                  <a:cubicBezTo>
                    <a:pt x="20646" y="401"/>
                    <a:pt x="20646" y="401"/>
                    <a:pt x="20646" y="401"/>
                  </a:cubicBezTo>
                  <a:cubicBezTo>
                    <a:pt x="20646" y="401"/>
                    <a:pt x="20646" y="401"/>
                    <a:pt x="20646" y="401"/>
                  </a:cubicBezTo>
                  <a:cubicBezTo>
                    <a:pt x="20646" y="468"/>
                    <a:pt x="20646" y="468"/>
                    <a:pt x="20646" y="468"/>
                  </a:cubicBezTo>
                  <a:cubicBezTo>
                    <a:pt x="20702" y="468"/>
                    <a:pt x="20702" y="468"/>
                    <a:pt x="20702" y="468"/>
                  </a:cubicBezTo>
                  <a:cubicBezTo>
                    <a:pt x="20758" y="401"/>
                    <a:pt x="20758" y="401"/>
                    <a:pt x="20758" y="401"/>
                  </a:cubicBezTo>
                  <a:cubicBezTo>
                    <a:pt x="20758" y="468"/>
                    <a:pt x="20758" y="468"/>
                    <a:pt x="20758" y="468"/>
                  </a:cubicBezTo>
                  <a:cubicBezTo>
                    <a:pt x="20758" y="468"/>
                    <a:pt x="20758" y="468"/>
                    <a:pt x="20758" y="468"/>
                  </a:cubicBezTo>
                  <a:cubicBezTo>
                    <a:pt x="20814" y="468"/>
                    <a:pt x="20814" y="468"/>
                    <a:pt x="20814" y="468"/>
                  </a:cubicBezTo>
                  <a:cubicBezTo>
                    <a:pt x="20870" y="401"/>
                    <a:pt x="20870" y="401"/>
                    <a:pt x="20870" y="401"/>
                  </a:cubicBezTo>
                  <a:cubicBezTo>
                    <a:pt x="20870" y="468"/>
                    <a:pt x="20870" y="468"/>
                    <a:pt x="20870" y="468"/>
                  </a:cubicBezTo>
                  <a:cubicBezTo>
                    <a:pt x="20870" y="534"/>
                    <a:pt x="20870" y="534"/>
                    <a:pt x="20870" y="534"/>
                  </a:cubicBezTo>
                  <a:cubicBezTo>
                    <a:pt x="20870" y="534"/>
                    <a:pt x="20870" y="534"/>
                    <a:pt x="20870" y="534"/>
                  </a:cubicBezTo>
                  <a:cubicBezTo>
                    <a:pt x="20926" y="534"/>
                    <a:pt x="20926" y="534"/>
                    <a:pt x="20926" y="534"/>
                  </a:cubicBezTo>
                  <a:cubicBezTo>
                    <a:pt x="20926" y="534"/>
                    <a:pt x="20926" y="534"/>
                    <a:pt x="20926" y="534"/>
                  </a:cubicBezTo>
                  <a:cubicBezTo>
                    <a:pt x="20982" y="468"/>
                    <a:pt x="20982" y="468"/>
                    <a:pt x="20982" y="468"/>
                  </a:cubicBezTo>
                  <a:cubicBezTo>
                    <a:pt x="20982" y="468"/>
                    <a:pt x="20982" y="468"/>
                    <a:pt x="20982" y="468"/>
                  </a:cubicBezTo>
                  <a:cubicBezTo>
                    <a:pt x="20982" y="534"/>
                    <a:pt x="20982" y="534"/>
                    <a:pt x="20982" y="534"/>
                  </a:cubicBezTo>
                  <a:cubicBezTo>
                    <a:pt x="21095" y="601"/>
                    <a:pt x="21095" y="601"/>
                    <a:pt x="21095" y="601"/>
                  </a:cubicBezTo>
                  <a:cubicBezTo>
                    <a:pt x="21151" y="601"/>
                    <a:pt x="21151" y="601"/>
                    <a:pt x="21151" y="601"/>
                  </a:cubicBezTo>
                  <a:cubicBezTo>
                    <a:pt x="21151" y="601"/>
                    <a:pt x="21151" y="601"/>
                    <a:pt x="21151" y="601"/>
                  </a:cubicBezTo>
                  <a:cubicBezTo>
                    <a:pt x="21151" y="668"/>
                    <a:pt x="21151" y="668"/>
                    <a:pt x="21151" y="668"/>
                  </a:cubicBezTo>
                  <a:cubicBezTo>
                    <a:pt x="21038" y="668"/>
                    <a:pt x="21038" y="668"/>
                    <a:pt x="21038" y="668"/>
                  </a:cubicBezTo>
                  <a:cubicBezTo>
                    <a:pt x="20982" y="735"/>
                    <a:pt x="20982" y="735"/>
                    <a:pt x="20982" y="735"/>
                  </a:cubicBezTo>
                  <a:cubicBezTo>
                    <a:pt x="20926" y="802"/>
                    <a:pt x="20926" y="802"/>
                    <a:pt x="20926" y="802"/>
                  </a:cubicBezTo>
                  <a:cubicBezTo>
                    <a:pt x="20870" y="802"/>
                    <a:pt x="20870" y="802"/>
                    <a:pt x="20870" y="802"/>
                  </a:cubicBezTo>
                  <a:cubicBezTo>
                    <a:pt x="20814" y="802"/>
                    <a:pt x="20814" y="802"/>
                    <a:pt x="20814" y="802"/>
                  </a:cubicBezTo>
                  <a:cubicBezTo>
                    <a:pt x="20758" y="802"/>
                    <a:pt x="20758" y="802"/>
                    <a:pt x="20758" y="802"/>
                  </a:cubicBezTo>
                  <a:cubicBezTo>
                    <a:pt x="20758" y="802"/>
                    <a:pt x="20758" y="802"/>
                    <a:pt x="20758" y="802"/>
                  </a:cubicBezTo>
                  <a:cubicBezTo>
                    <a:pt x="20702" y="869"/>
                    <a:pt x="20702" y="869"/>
                    <a:pt x="20702" y="869"/>
                  </a:cubicBezTo>
                  <a:cubicBezTo>
                    <a:pt x="20814" y="869"/>
                    <a:pt x="20814" y="869"/>
                    <a:pt x="20814" y="869"/>
                  </a:cubicBezTo>
                  <a:cubicBezTo>
                    <a:pt x="20870" y="869"/>
                    <a:pt x="20870" y="869"/>
                    <a:pt x="20870" y="869"/>
                  </a:cubicBezTo>
                  <a:cubicBezTo>
                    <a:pt x="20926" y="869"/>
                    <a:pt x="20926" y="869"/>
                    <a:pt x="20926" y="869"/>
                  </a:cubicBezTo>
                  <a:cubicBezTo>
                    <a:pt x="20982" y="869"/>
                    <a:pt x="20982" y="869"/>
                    <a:pt x="20982" y="869"/>
                  </a:cubicBezTo>
                  <a:cubicBezTo>
                    <a:pt x="20982" y="802"/>
                    <a:pt x="20982" y="802"/>
                    <a:pt x="20982" y="802"/>
                  </a:cubicBezTo>
                  <a:cubicBezTo>
                    <a:pt x="21038" y="802"/>
                    <a:pt x="21038" y="802"/>
                    <a:pt x="21038" y="802"/>
                  </a:cubicBezTo>
                  <a:cubicBezTo>
                    <a:pt x="21038" y="802"/>
                    <a:pt x="21038" y="802"/>
                    <a:pt x="21038" y="802"/>
                  </a:cubicBezTo>
                  <a:cubicBezTo>
                    <a:pt x="21095" y="735"/>
                    <a:pt x="21095" y="735"/>
                    <a:pt x="21095" y="735"/>
                  </a:cubicBezTo>
                  <a:cubicBezTo>
                    <a:pt x="21151" y="735"/>
                    <a:pt x="21151" y="735"/>
                    <a:pt x="21151" y="735"/>
                  </a:cubicBezTo>
                  <a:cubicBezTo>
                    <a:pt x="21207" y="735"/>
                    <a:pt x="21207" y="735"/>
                    <a:pt x="21207" y="735"/>
                  </a:cubicBezTo>
                  <a:cubicBezTo>
                    <a:pt x="21207" y="735"/>
                    <a:pt x="21207" y="735"/>
                    <a:pt x="21207" y="735"/>
                  </a:cubicBezTo>
                  <a:cubicBezTo>
                    <a:pt x="21207" y="802"/>
                    <a:pt x="21207" y="802"/>
                    <a:pt x="21207" y="802"/>
                  </a:cubicBezTo>
                  <a:cubicBezTo>
                    <a:pt x="21207" y="869"/>
                    <a:pt x="21207" y="869"/>
                    <a:pt x="21207" y="869"/>
                  </a:cubicBezTo>
                  <a:cubicBezTo>
                    <a:pt x="21263" y="802"/>
                    <a:pt x="21263" y="802"/>
                    <a:pt x="21263" y="802"/>
                  </a:cubicBezTo>
                  <a:cubicBezTo>
                    <a:pt x="21263" y="802"/>
                    <a:pt x="21263" y="802"/>
                    <a:pt x="21263" y="802"/>
                  </a:cubicBezTo>
                  <a:cubicBezTo>
                    <a:pt x="21319" y="735"/>
                    <a:pt x="21319" y="735"/>
                    <a:pt x="21319" y="735"/>
                  </a:cubicBezTo>
                  <a:cubicBezTo>
                    <a:pt x="21319" y="735"/>
                    <a:pt x="21319" y="735"/>
                    <a:pt x="21319" y="735"/>
                  </a:cubicBezTo>
                  <a:cubicBezTo>
                    <a:pt x="21319" y="802"/>
                    <a:pt x="21319" y="802"/>
                    <a:pt x="21319" y="802"/>
                  </a:cubicBezTo>
                  <a:cubicBezTo>
                    <a:pt x="21319" y="802"/>
                    <a:pt x="21319" y="802"/>
                    <a:pt x="21319" y="802"/>
                  </a:cubicBezTo>
                  <a:cubicBezTo>
                    <a:pt x="21319" y="869"/>
                    <a:pt x="21319" y="869"/>
                    <a:pt x="21319" y="869"/>
                  </a:cubicBezTo>
                  <a:cubicBezTo>
                    <a:pt x="21319" y="869"/>
                    <a:pt x="21319" y="869"/>
                    <a:pt x="21319" y="869"/>
                  </a:cubicBezTo>
                  <a:cubicBezTo>
                    <a:pt x="21375" y="869"/>
                    <a:pt x="21375" y="869"/>
                    <a:pt x="21375" y="869"/>
                  </a:cubicBezTo>
                  <a:cubicBezTo>
                    <a:pt x="21375" y="869"/>
                    <a:pt x="21375" y="869"/>
                    <a:pt x="21375" y="869"/>
                  </a:cubicBezTo>
                  <a:cubicBezTo>
                    <a:pt x="21375" y="802"/>
                    <a:pt x="21375" y="802"/>
                    <a:pt x="21375" y="802"/>
                  </a:cubicBezTo>
                  <a:cubicBezTo>
                    <a:pt x="21431" y="802"/>
                    <a:pt x="21431" y="802"/>
                    <a:pt x="21431" y="802"/>
                  </a:cubicBezTo>
                  <a:cubicBezTo>
                    <a:pt x="21487" y="802"/>
                    <a:pt x="21487" y="802"/>
                    <a:pt x="21487" y="802"/>
                  </a:cubicBezTo>
                  <a:cubicBezTo>
                    <a:pt x="21431" y="936"/>
                    <a:pt x="21431" y="936"/>
                    <a:pt x="21431" y="936"/>
                  </a:cubicBezTo>
                  <a:cubicBezTo>
                    <a:pt x="21431" y="936"/>
                    <a:pt x="21431" y="936"/>
                    <a:pt x="21431" y="936"/>
                  </a:cubicBezTo>
                  <a:cubicBezTo>
                    <a:pt x="21431" y="936"/>
                    <a:pt x="21431" y="936"/>
                    <a:pt x="21431" y="936"/>
                  </a:cubicBezTo>
                  <a:cubicBezTo>
                    <a:pt x="21431" y="1003"/>
                    <a:pt x="21431" y="1003"/>
                    <a:pt x="21431" y="1003"/>
                  </a:cubicBezTo>
                  <a:cubicBezTo>
                    <a:pt x="21431" y="1069"/>
                    <a:pt x="21431" y="1069"/>
                    <a:pt x="21431" y="1069"/>
                  </a:cubicBezTo>
                  <a:cubicBezTo>
                    <a:pt x="21431" y="1136"/>
                    <a:pt x="21431" y="1136"/>
                    <a:pt x="21431" y="1136"/>
                  </a:cubicBezTo>
                  <a:cubicBezTo>
                    <a:pt x="21375" y="1136"/>
                    <a:pt x="21375" y="1136"/>
                    <a:pt x="21375" y="1136"/>
                  </a:cubicBezTo>
                  <a:cubicBezTo>
                    <a:pt x="21319" y="1203"/>
                    <a:pt x="21319" y="1203"/>
                    <a:pt x="21319" y="1203"/>
                  </a:cubicBezTo>
                  <a:cubicBezTo>
                    <a:pt x="21375" y="1270"/>
                    <a:pt x="21375" y="1270"/>
                    <a:pt x="21375" y="1270"/>
                  </a:cubicBezTo>
                  <a:cubicBezTo>
                    <a:pt x="21375" y="1270"/>
                    <a:pt x="21375" y="1270"/>
                    <a:pt x="21375" y="1270"/>
                  </a:cubicBezTo>
                  <a:cubicBezTo>
                    <a:pt x="21431" y="1203"/>
                    <a:pt x="21431" y="1203"/>
                    <a:pt x="21431" y="1203"/>
                  </a:cubicBezTo>
                  <a:cubicBezTo>
                    <a:pt x="21487" y="1203"/>
                    <a:pt x="21487" y="1203"/>
                    <a:pt x="21487" y="1203"/>
                  </a:cubicBezTo>
                  <a:cubicBezTo>
                    <a:pt x="21487" y="1203"/>
                    <a:pt x="21487" y="1203"/>
                    <a:pt x="21487" y="1203"/>
                  </a:cubicBezTo>
                  <a:cubicBezTo>
                    <a:pt x="21487" y="1203"/>
                    <a:pt x="21487" y="1203"/>
                    <a:pt x="21487" y="1203"/>
                  </a:cubicBezTo>
                  <a:cubicBezTo>
                    <a:pt x="21543" y="1203"/>
                    <a:pt x="21543" y="1203"/>
                    <a:pt x="21543" y="1203"/>
                  </a:cubicBezTo>
                  <a:cubicBezTo>
                    <a:pt x="21600" y="1270"/>
                    <a:pt x="21600" y="1270"/>
                    <a:pt x="21600" y="1270"/>
                  </a:cubicBezTo>
                  <a:cubicBezTo>
                    <a:pt x="21600" y="1337"/>
                    <a:pt x="21600" y="1337"/>
                    <a:pt x="21600" y="1337"/>
                  </a:cubicBezTo>
                  <a:cubicBezTo>
                    <a:pt x="21600" y="1471"/>
                    <a:pt x="21600" y="1471"/>
                    <a:pt x="21600" y="1471"/>
                  </a:cubicBezTo>
                  <a:cubicBezTo>
                    <a:pt x="21543" y="1604"/>
                    <a:pt x="21543" y="1604"/>
                    <a:pt x="21543" y="1604"/>
                  </a:cubicBezTo>
                  <a:cubicBezTo>
                    <a:pt x="21431" y="1671"/>
                    <a:pt x="21431" y="1671"/>
                    <a:pt x="21431" y="1671"/>
                  </a:cubicBezTo>
                  <a:cubicBezTo>
                    <a:pt x="21431" y="1671"/>
                    <a:pt x="21431" y="1671"/>
                    <a:pt x="21431" y="1671"/>
                  </a:cubicBezTo>
                  <a:cubicBezTo>
                    <a:pt x="21375" y="1671"/>
                    <a:pt x="21375" y="1671"/>
                    <a:pt x="21375" y="1671"/>
                  </a:cubicBezTo>
                  <a:cubicBezTo>
                    <a:pt x="21319" y="1671"/>
                    <a:pt x="21319" y="1671"/>
                    <a:pt x="21319" y="1671"/>
                  </a:cubicBezTo>
                  <a:cubicBezTo>
                    <a:pt x="21319" y="1738"/>
                    <a:pt x="21319" y="1738"/>
                    <a:pt x="21319" y="1738"/>
                  </a:cubicBezTo>
                  <a:cubicBezTo>
                    <a:pt x="21263" y="1738"/>
                    <a:pt x="21263" y="1738"/>
                    <a:pt x="21263" y="1738"/>
                  </a:cubicBezTo>
                  <a:cubicBezTo>
                    <a:pt x="21151" y="1805"/>
                    <a:pt x="21151" y="1805"/>
                    <a:pt x="21151" y="1805"/>
                  </a:cubicBezTo>
                  <a:cubicBezTo>
                    <a:pt x="21095" y="1872"/>
                    <a:pt x="21095" y="1872"/>
                    <a:pt x="21095" y="1872"/>
                  </a:cubicBezTo>
                  <a:cubicBezTo>
                    <a:pt x="21038" y="1872"/>
                    <a:pt x="21038" y="1872"/>
                    <a:pt x="21038" y="1872"/>
                  </a:cubicBezTo>
                  <a:cubicBezTo>
                    <a:pt x="20982" y="1939"/>
                    <a:pt x="20982" y="1939"/>
                    <a:pt x="20982" y="1939"/>
                  </a:cubicBezTo>
                  <a:cubicBezTo>
                    <a:pt x="20870" y="1939"/>
                    <a:pt x="20870" y="1939"/>
                    <a:pt x="20870" y="1939"/>
                  </a:cubicBezTo>
                  <a:cubicBezTo>
                    <a:pt x="20870" y="1872"/>
                    <a:pt x="20870" y="1872"/>
                    <a:pt x="20870" y="1872"/>
                  </a:cubicBezTo>
                  <a:cubicBezTo>
                    <a:pt x="20814" y="1939"/>
                    <a:pt x="20814" y="1939"/>
                    <a:pt x="20814" y="1939"/>
                  </a:cubicBezTo>
                  <a:cubicBezTo>
                    <a:pt x="20814" y="1939"/>
                    <a:pt x="20814" y="1939"/>
                    <a:pt x="20814" y="1939"/>
                  </a:cubicBezTo>
                  <a:cubicBezTo>
                    <a:pt x="20758" y="1872"/>
                    <a:pt x="20758" y="1872"/>
                    <a:pt x="20758" y="1872"/>
                  </a:cubicBezTo>
                  <a:cubicBezTo>
                    <a:pt x="20702" y="1872"/>
                    <a:pt x="20702" y="1872"/>
                    <a:pt x="20702" y="1872"/>
                  </a:cubicBezTo>
                  <a:cubicBezTo>
                    <a:pt x="20646" y="1872"/>
                    <a:pt x="20646" y="1872"/>
                    <a:pt x="20646" y="1872"/>
                  </a:cubicBezTo>
                  <a:cubicBezTo>
                    <a:pt x="20646" y="1872"/>
                    <a:pt x="20646" y="1872"/>
                    <a:pt x="20646" y="1872"/>
                  </a:cubicBezTo>
                  <a:cubicBezTo>
                    <a:pt x="20702" y="1872"/>
                    <a:pt x="20702" y="1872"/>
                    <a:pt x="20702" y="1872"/>
                  </a:cubicBezTo>
                  <a:cubicBezTo>
                    <a:pt x="20702" y="1939"/>
                    <a:pt x="20702" y="1939"/>
                    <a:pt x="20702" y="1939"/>
                  </a:cubicBezTo>
                  <a:cubicBezTo>
                    <a:pt x="20646" y="1939"/>
                    <a:pt x="20646" y="1939"/>
                    <a:pt x="20646" y="1939"/>
                  </a:cubicBezTo>
                  <a:cubicBezTo>
                    <a:pt x="20590" y="1939"/>
                    <a:pt x="20590" y="1939"/>
                    <a:pt x="20590" y="1939"/>
                  </a:cubicBezTo>
                  <a:cubicBezTo>
                    <a:pt x="20590" y="1939"/>
                    <a:pt x="20590" y="1939"/>
                    <a:pt x="20590" y="1939"/>
                  </a:cubicBezTo>
                  <a:cubicBezTo>
                    <a:pt x="20534" y="1939"/>
                    <a:pt x="20534" y="1939"/>
                    <a:pt x="20534" y="1939"/>
                  </a:cubicBezTo>
                  <a:cubicBezTo>
                    <a:pt x="20421" y="1872"/>
                    <a:pt x="20421" y="1872"/>
                    <a:pt x="20421" y="1872"/>
                  </a:cubicBezTo>
                  <a:cubicBezTo>
                    <a:pt x="20421" y="1872"/>
                    <a:pt x="20421" y="1872"/>
                    <a:pt x="20421" y="1872"/>
                  </a:cubicBezTo>
                  <a:cubicBezTo>
                    <a:pt x="20365" y="1872"/>
                    <a:pt x="20365" y="1872"/>
                    <a:pt x="20365" y="1872"/>
                  </a:cubicBezTo>
                  <a:cubicBezTo>
                    <a:pt x="20365" y="1872"/>
                    <a:pt x="20365" y="1872"/>
                    <a:pt x="20365" y="1872"/>
                  </a:cubicBezTo>
                  <a:cubicBezTo>
                    <a:pt x="20309" y="1805"/>
                    <a:pt x="20309" y="1805"/>
                    <a:pt x="20309" y="1805"/>
                  </a:cubicBezTo>
                  <a:cubicBezTo>
                    <a:pt x="20253" y="1738"/>
                    <a:pt x="20253" y="1738"/>
                    <a:pt x="20253" y="1738"/>
                  </a:cubicBezTo>
                  <a:cubicBezTo>
                    <a:pt x="20253" y="1805"/>
                    <a:pt x="20253" y="1805"/>
                    <a:pt x="20253" y="1805"/>
                  </a:cubicBezTo>
                  <a:cubicBezTo>
                    <a:pt x="20309" y="1872"/>
                    <a:pt x="20309" y="1872"/>
                    <a:pt x="20309" y="1872"/>
                  </a:cubicBezTo>
                  <a:cubicBezTo>
                    <a:pt x="20309" y="1872"/>
                    <a:pt x="20309" y="1872"/>
                    <a:pt x="20309" y="1872"/>
                  </a:cubicBezTo>
                  <a:cubicBezTo>
                    <a:pt x="20253" y="1872"/>
                    <a:pt x="20253" y="1872"/>
                    <a:pt x="20253" y="1872"/>
                  </a:cubicBezTo>
                  <a:cubicBezTo>
                    <a:pt x="20197" y="1872"/>
                    <a:pt x="20197" y="1872"/>
                    <a:pt x="20197" y="1872"/>
                  </a:cubicBezTo>
                  <a:cubicBezTo>
                    <a:pt x="20253" y="1872"/>
                    <a:pt x="20253" y="1872"/>
                    <a:pt x="20253" y="1872"/>
                  </a:cubicBezTo>
                  <a:cubicBezTo>
                    <a:pt x="20365" y="1939"/>
                    <a:pt x="20365" y="1939"/>
                    <a:pt x="20365" y="1939"/>
                  </a:cubicBezTo>
                  <a:cubicBezTo>
                    <a:pt x="20477" y="1939"/>
                    <a:pt x="20477" y="1939"/>
                    <a:pt x="20477" y="1939"/>
                  </a:cubicBezTo>
                  <a:cubicBezTo>
                    <a:pt x="20534" y="2006"/>
                    <a:pt x="20534" y="2006"/>
                    <a:pt x="20534" y="2006"/>
                  </a:cubicBezTo>
                  <a:cubicBezTo>
                    <a:pt x="20477" y="2006"/>
                    <a:pt x="20477" y="2006"/>
                    <a:pt x="20477" y="2006"/>
                  </a:cubicBezTo>
                  <a:cubicBezTo>
                    <a:pt x="20253" y="2139"/>
                    <a:pt x="20253" y="2139"/>
                    <a:pt x="20253" y="2139"/>
                  </a:cubicBezTo>
                  <a:cubicBezTo>
                    <a:pt x="20141" y="2139"/>
                    <a:pt x="20141" y="2139"/>
                    <a:pt x="20141" y="2139"/>
                  </a:cubicBezTo>
                  <a:cubicBezTo>
                    <a:pt x="20085" y="2139"/>
                    <a:pt x="20085" y="2139"/>
                    <a:pt x="20085" y="2139"/>
                  </a:cubicBezTo>
                  <a:cubicBezTo>
                    <a:pt x="19972" y="2139"/>
                    <a:pt x="19972" y="2139"/>
                    <a:pt x="19972" y="2139"/>
                  </a:cubicBezTo>
                  <a:cubicBezTo>
                    <a:pt x="19916" y="2139"/>
                    <a:pt x="19916" y="2139"/>
                    <a:pt x="19916" y="2139"/>
                  </a:cubicBezTo>
                  <a:cubicBezTo>
                    <a:pt x="19916" y="2139"/>
                    <a:pt x="19916" y="2139"/>
                    <a:pt x="19916" y="2139"/>
                  </a:cubicBezTo>
                  <a:cubicBezTo>
                    <a:pt x="19860" y="2139"/>
                    <a:pt x="19860" y="2139"/>
                    <a:pt x="19860" y="2139"/>
                  </a:cubicBezTo>
                  <a:cubicBezTo>
                    <a:pt x="19860" y="2139"/>
                    <a:pt x="19860" y="2139"/>
                    <a:pt x="19860" y="2139"/>
                  </a:cubicBezTo>
                  <a:cubicBezTo>
                    <a:pt x="19804" y="2139"/>
                    <a:pt x="19804" y="2139"/>
                    <a:pt x="19804" y="2139"/>
                  </a:cubicBezTo>
                  <a:cubicBezTo>
                    <a:pt x="19748" y="2206"/>
                    <a:pt x="19748" y="2206"/>
                    <a:pt x="19748" y="2206"/>
                  </a:cubicBezTo>
                  <a:cubicBezTo>
                    <a:pt x="19804" y="2139"/>
                    <a:pt x="19804" y="2139"/>
                    <a:pt x="19804" y="2139"/>
                  </a:cubicBezTo>
                  <a:cubicBezTo>
                    <a:pt x="19804" y="2206"/>
                    <a:pt x="19804" y="2206"/>
                    <a:pt x="19804" y="2206"/>
                  </a:cubicBezTo>
                  <a:cubicBezTo>
                    <a:pt x="19860" y="2206"/>
                    <a:pt x="19860" y="2206"/>
                    <a:pt x="19860" y="2206"/>
                  </a:cubicBezTo>
                  <a:cubicBezTo>
                    <a:pt x="20029" y="2206"/>
                    <a:pt x="20029" y="2206"/>
                    <a:pt x="20029" y="2206"/>
                  </a:cubicBezTo>
                  <a:cubicBezTo>
                    <a:pt x="20085" y="2206"/>
                    <a:pt x="20085" y="2206"/>
                    <a:pt x="20085" y="2206"/>
                  </a:cubicBezTo>
                  <a:cubicBezTo>
                    <a:pt x="20253" y="2206"/>
                    <a:pt x="20253" y="2206"/>
                    <a:pt x="20253" y="2206"/>
                  </a:cubicBezTo>
                  <a:cubicBezTo>
                    <a:pt x="20421" y="2139"/>
                    <a:pt x="20421" y="2139"/>
                    <a:pt x="20421" y="2139"/>
                  </a:cubicBezTo>
                  <a:cubicBezTo>
                    <a:pt x="20477" y="2073"/>
                    <a:pt x="20477" y="2073"/>
                    <a:pt x="20477" y="2073"/>
                  </a:cubicBezTo>
                  <a:cubicBezTo>
                    <a:pt x="20534" y="2073"/>
                    <a:pt x="20534" y="2073"/>
                    <a:pt x="20534" y="2073"/>
                  </a:cubicBezTo>
                  <a:cubicBezTo>
                    <a:pt x="20590" y="2073"/>
                    <a:pt x="20590" y="2073"/>
                    <a:pt x="20590" y="2073"/>
                  </a:cubicBezTo>
                  <a:cubicBezTo>
                    <a:pt x="20646" y="2073"/>
                    <a:pt x="20646" y="2073"/>
                    <a:pt x="20646" y="2073"/>
                  </a:cubicBezTo>
                  <a:cubicBezTo>
                    <a:pt x="20702" y="2073"/>
                    <a:pt x="20702" y="2073"/>
                    <a:pt x="20702" y="2073"/>
                  </a:cubicBezTo>
                  <a:cubicBezTo>
                    <a:pt x="20702" y="2139"/>
                    <a:pt x="20702" y="2139"/>
                    <a:pt x="20702" y="2139"/>
                  </a:cubicBezTo>
                  <a:cubicBezTo>
                    <a:pt x="20646" y="2206"/>
                    <a:pt x="20646" y="2206"/>
                    <a:pt x="20646" y="2206"/>
                  </a:cubicBezTo>
                  <a:cubicBezTo>
                    <a:pt x="20534" y="2273"/>
                    <a:pt x="20534" y="2273"/>
                    <a:pt x="20534" y="2273"/>
                  </a:cubicBezTo>
                  <a:cubicBezTo>
                    <a:pt x="20534" y="2273"/>
                    <a:pt x="20534" y="2273"/>
                    <a:pt x="20534" y="2273"/>
                  </a:cubicBezTo>
                  <a:cubicBezTo>
                    <a:pt x="20421" y="2340"/>
                    <a:pt x="20421" y="2340"/>
                    <a:pt x="20421" y="2340"/>
                  </a:cubicBezTo>
                  <a:cubicBezTo>
                    <a:pt x="20421" y="2340"/>
                    <a:pt x="20421" y="2340"/>
                    <a:pt x="20421" y="2340"/>
                  </a:cubicBezTo>
                  <a:cubicBezTo>
                    <a:pt x="20365" y="2407"/>
                    <a:pt x="20365" y="2407"/>
                    <a:pt x="20365" y="2407"/>
                  </a:cubicBezTo>
                  <a:cubicBezTo>
                    <a:pt x="20309" y="2407"/>
                    <a:pt x="20309" y="2407"/>
                    <a:pt x="20309" y="2407"/>
                  </a:cubicBezTo>
                  <a:cubicBezTo>
                    <a:pt x="20253" y="2474"/>
                    <a:pt x="20253" y="2474"/>
                    <a:pt x="20253" y="2474"/>
                  </a:cubicBezTo>
                  <a:cubicBezTo>
                    <a:pt x="20197" y="2474"/>
                    <a:pt x="20197" y="2474"/>
                    <a:pt x="20197" y="2474"/>
                  </a:cubicBezTo>
                  <a:cubicBezTo>
                    <a:pt x="20141" y="2474"/>
                    <a:pt x="20141" y="2474"/>
                    <a:pt x="20141" y="2474"/>
                  </a:cubicBezTo>
                  <a:cubicBezTo>
                    <a:pt x="20085" y="2474"/>
                    <a:pt x="20085" y="2474"/>
                    <a:pt x="20085" y="2474"/>
                  </a:cubicBezTo>
                  <a:cubicBezTo>
                    <a:pt x="20029" y="2541"/>
                    <a:pt x="20029" y="2541"/>
                    <a:pt x="20029" y="2541"/>
                  </a:cubicBezTo>
                  <a:cubicBezTo>
                    <a:pt x="19972" y="2541"/>
                    <a:pt x="19972" y="2541"/>
                    <a:pt x="19972" y="2541"/>
                  </a:cubicBezTo>
                  <a:cubicBezTo>
                    <a:pt x="19916" y="2608"/>
                    <a:pt x="19916" y="2608"/>
                    <a:pt x="19916" y="2608"/>
                  </a:cubicBezTo>
                  <a:cubicBezTo>
                    <a:pt x="19804" y="2608"/>
                    <a:pt x="19804" y="2608"/>
                    <a:pt x="19804" y="2608"/>
                  </a:cubicBezTo>
                  <a:cubicBezTo>
                    <a:pt x="19748" y="2674"/>
                    <a:pt x="19748" y="2674"/>
                    <a:pt x="19748" y="2674"/>
                  </a:cubicBezTo>
                  <a:cubicBezTo>
                    <a:pt x="19748" y="2608"/>
                    <a:pt x="19748" y="2608"/>
                    <a:pt x="19748" y="2608"/>
                  </a:cubicBezTo>
                  <a:cubicBezTo>
                    <a:pt x="19692" y="2674"/>
                    <a:pt x="19692" y="2674"/>
                    <a:pt x="19692" y="2674"/>
                  </a:cubicBezTo>
                  <a:cubicBezTo>
                    <a:pt x="19636" y="2674"/>
                    <a:pt x="19636" y="2674"/>
                    <a:pt x="19636" y="2674"/>
                  </a:cubicBezTo>
                  <a:cubicBezTo>
                    <a:pt x="19636" y="2674"/>
                    <a:pt x="19636" y="2674"/>
                    <a:pt x="19636" y="2674"/>
                  </a:cubicBezTo>
                  <a:cubicBezTo>
                    <a:pt x="19636" y="2741"/>
                    <a:pt x="19636" y="2741"/>
                    <a:pt x="19636" y="2741"/>
                  </a:cubicBezTo>
                  <a:cubicBezTo>
                    <a:pt x="19580" y="2808"/>
                    <a:pt x="19580" y="2808"/>
                    <a:pt x="19580" y="2808"/>
                  </a:cubicBezTo>
                  <a:cubicBezTo>
                    <a:pt x="19580" y="2875"/>
                    <a:pt x="19580" y="2875"/>
                    <a:pt x="19580" y="2875"/>
                  </a:cubicBezTo>
                  <a:cubicBezTo>
                    <a:pt x="19468" y="2875"/>
                    <a:pt x="19468" y="2875"/>
                    <a:pt x="19468" y="2875"/>
                  </a:cubicBezTo>
                  <a:cubicBezTo>
                    <a:pt x="19411" y="2875"/>
                    <a:pt x="19411" y="2875"/>
                    <a:pt x="19411" y="2875"/>
                  </a:cubicBezTo>
                  <a:cubicBezTo>
                    <a:pt x="19355" y="2875"/>
                    <a:pt x="19355" y="2875"/>
                    <a:pt x="19355" y="2875"/>
                  </a:cubicBezTo>
                  <a:cubicBezTo>
                    <a:pt x="19355" y="2808"/>
                    <a:pt x="19355" y="2808"/>
                    <a:pt x="19355" y="2808"/>
                  </a:cubicBezTo>
                  <a:cubicBezTo>
                    <a:pt x="19411" y="2808"/>
                    <a:pt x="19411" y="2808"/>
                    <a:pt x="19411" y="2808"/>
                  </a:cubicBezTo>
                  <a:cubicBezTo>
                    <a:pt x="19411" y="2741"/>
                    <a:pt x="19411" y="2741"/>
                    <a:pt x="19411" y="2741"/>
                  </a:cubicBezTo>
                  <a:cubicBezTo>
                    <a:pt x="19355" y="2741"/>
                    <a:pt x="19355" y="2741"/>
                    <a:pt x="19355" y="2741"/>
                  </a:cubicBezTo>
                  <a:cubicBezTo>
                    <a:pt x="19355" y="2808"/>
                    <a:pt x="19355" y="2808"/>
                    <a:pt x="19355" y="2808"/>
                  </a:cubicBezTo>
                  <a:cubicBezTo>
                    <a:pt x="19355" y="2808"/>
                    <a:pt x="19355" y="2808"/>
                    <a:pt x="19355" y="2808"/>
                  </a:cubicBezTo>
                  <a:cubicBezTo>
                    <a:pt x="19299" y="2875"/>
                    <a:pt x="19299" y="2875"/>
                    <a:pt x="19299" y="2875"/>
                  </a:cubicBezTo>
                  <a:cubicBezTo>
                    <a:pt x="19355" y="2875"/>
                    <a:pt x="19355" y="2875"/>
                    <a:pt x="19355" y="2875"/>
                  </a:cubicBezTo>
                  <a:cubicBezTo>
                    <a:pt x="19411" y="2942"/>
                    <a:pt x="19411" y="2942"/>
                    <a:pt x="19411" y="2942"/>
                  </a:cubicBezTo>
                  <a:cubicBezTo>
                    <a:pt x="19355" y="3009"/>
                    <a:pt x="19355" y="3009"/>
                    <a:pt x="19355" y="3009"/>
                  </a:cubicBezTo>
                  <a:cubicBezTo>
                    <a:pt x="19299" y="3009"/>
                    <a:pt x="19299" y="3009"/>
                    <a:pt x="19299" y="3009"/>
                  </a:cubicBezTo>
                  <a:cubicBezTo>
                    <a:pt x="19243" y="2942"/>
                    <a:pt x="19243" y="2942"/>
                    <a:pt x="19243" y="2942"/>
                  </a:cubicBezTo>
                  <a:cubicBezTo>
                    <a:pt x="19243" y="3009"/>
                    <a:pt x="19243" y="3009"/>
                    <a:pt x="19243" y="3009"/>
                  </a:cubicBezTo>
                  <a:cubicBezTo>
                    <a:pt x="19131" y="2942"/>
                    <a:pt x="19131" y="2942"/>
                    <a:pt x="19131" y="2942"/>
                  </a:cubicBezTo>
                  <a:cubicBezTo>
                    <a:pt x="19131" y="2942"/>
                    <a:pt x="19131" y="2942"/>
                    <a:pt x="19131" y="2942"/>
                  </a:cubicBezTo>
                  <a:cubicBezTo>
                    <a:pt x="19075" y="3009"/>
                    <a:pt x="19075" y="3009"/>
                    <a:pt x="19075" y="3009"/>
                  </a:cubicBezTo>
                  <a:cubicBezTo>
                    <a:pt x="19075" y="2942"/>
                    <a:pt x="19075" y="2942"/>
                    <a:pt x="19075" y="2942"/>
                  </a:cubicBezTo>
                  <a:cubicBezTo>
                    <a:pt x="19075" y="2942"/>
                    <a:pt x="19075" y="2942"/>
                    <a:pt x="19075" y="2942"/>
                  </a:cubicBezTo>
                  <a:cubicBezTo>
                    <a:pt x="19019" y="2942"/>
                    <a:pt x="19019" y="2942"/>
                    <a:pt x="19019" y="2942"/>
                  </a:cubicBezTo>
                  <a:cubicBezTo>
                    <a:pt x="19019" y="2942"/>
                    <a:pt x="19019" y="2942"/>
                    <a:pt x="19019" y="2942"/>
                  </a:cubicBezTo>
                  <a:cubicBezTo>
                    <a:pt x="19019" y="3009"/>
                    <a:pt x="19019" y="3009"/>
                    <a:pt x="19019" y="3009"/>
                  </a:cubicBezTo>
                  <a:cubicBezTo>
                    <a:pt x="19075" y="3009"/>
                    <a:pt x="19075" y="3009"/>
                    <a:pt x="19075" y="3009"/>
                  </a:cubicBezTo>
                  <a:cubicBezTo>
                    <a:pt x="19243" y="3009"/>
                    <a:pt x="19243" y="3009"/>
                    <a:pt x="19243" y="3009"/>
                  </a:cubicBezTo>
                  <a:cubicBezTo>
                    <a:pt x="19243" y="3076"/>
                    <a:pt x="19243" y="3076"/>
                    <a:pt x="19243" y="3076"/>
                  </a:cubicBezTo>
                  <a:cubicBezTo>
                    <a:pt x="19243" y="3076"/>
                    <a:pt x="19243" y="3076"/>
                    <a:pt x="19243" y="3076"/>
                  </a:cubicBezTo>
                  <a:cubicBezTo>
                    <a:pt x="19187" y="3143"/>
                    <a:pt x="19187" y="3143"/>
                    <a:pt x="19187" y="3143"/>
                  </a:cubicBezTo>
                  <a:cubicBezTo>
                    <a:pt x="19131" y="3143"/>
                    <a:pt x="19131" y="3143"/>
                    <a:pt x="19131" y="3143"/>
                  </a:cubicBezTo>
                  <a:cubicBezTo>
                    <a:pt x="19075" y="3143"/>
                    <a:pt x="19075" y="3143"/>
                    <a:pt x="19075" y="3143"/>
                  </a:cubicBezTo>
                  <a:cubicBezTo>
                    <a:pt x="19019" y="3143"/>
                    <a:pt x="19019" y="3143"/>
                    <a:pt x="19019" y="3143"/>
                  </a:cubicBezTo>
                  <a:cubicBezTo>
                    <a:pt x="19075" y="3209"/>
                    <a:pt x="19075" y="3209"/>
                    <a:pt x="19075" y="3209"/>
                  </a:cubicBezTo>
                  <a:cubicBezTo>
                    <a:pt x="19075" y="3143"/>
                    <a:pt x="19075" y="3143"/>
                    <a:pt x="19075" y="3143"/>
                  </a:cubicBezTo>
                  <a:cubicBezTo>
                    <a:pt x="19131" y="3209"/>
                    <a:pt x="19131" y="3209"/>
                    <a:pt x="19131" y="3209"/>
                  </a:cubicBezTo>
                  <a:cubicBezTo>
                    <a:pt x="19131" y="3209"/>
                    <a:pt x="19131" y="3209"/>
                    <a:pt x="19131" y="3209"/>
                  </a:cubicBezTo>
                  <a:cubicBezTo>
                    <a:pt x="19019" y="3343"/>
                    <a:pt x="19019" y="3343"/>
                    <a:pt x="19019" y="3343"/>
                  </a:cubicBezTo>
                  <a:cubicBezTo>
                    <a:pt x="18963" y="3343"/>
                    <a:pt x="18963" y="3343"/>
                    <a:pt x="18963" y="3343"/>
                  </a:cubicBezTo>
                  <a:cubicBezTo>
                    <a:pt x="18850" y="3276"/>
                    <a:pt x="18850" y="3276"/>
                    <a:pt x="18850" y="3276"/>
                  </a:cubicBezTo>
                  <a:cubicBezTo>
                    <a:pt x="18850" y="3276"/>
                    <a:pt x="18850" y="3276"/>
                    <a:pt x="18850" y="3276"/>
                  </a:cubicBezTo>
                  <a:cubicBezTo>
                    <a:pt x="18794" y="3276"/>
                    <a:pt x="18794" y="3276"/>
                    <a:pt x="18794" y="3276"/>
                  </a:cubicBezTo>
                  <a:cubicBezTo>
                    <a:pt x="18738" y="3276"/>
                    <a:pt x="18738" y="3276"/>
                    <a:pt x="18738" y="3276"/>
                  </a:cubicBezTo>
                  <a:cubicBezTo>
                    <a:pt x="18738" y="3143"/>
                    <a:pt x="18738" y="3143"/>
                    <a:pt x="18738" y="3143"/>
                  </a:cubicBezTo>
                  <a:cubicBezTo>
                    <a:pt x="18682" y="3143"/>
                    <a:pt x="18682" y="3143"/>
                    <a:pt x="18682" y="3143"/>
                  </a:cubicBezTo>
                  <a:cubicBezTo>
                    <a:pt x="18682" y="3143"/>
                    <a:pt x="18682" y="3143"/>
                    <a:pt x="18682" y="3143"/>
                  </a:cubicBezTo>
                  <a:cubicBezTo>
                    <a:pt x="18682" y="3076"/>
                    <a:pt x="18682" y="3076"/>
                    <a:pt x="18682" y="3076"/>
                  </a:cubicBezTo>
                  <a:cubicBezTo>
                    <a:pt x="18626" y="3076"/>
                    <a:pt x="18626" y="3076"/>
                    <a:pt x="18626" y="3076"/>
                  </a:cubicBezTo>
                  <a:cubicBezTo>
                    <a:pt x="18626" y="3076"/>
                    <a:pt x="18626" y="3076"/>
                    <a:pt x="18626" y="3076"/>
                  </a:cubicBezTo>
                  <a:cubicBezTo>
                    <a:pt x="18570" y="3076"/>
                    <a:pt x="18570" y="3076"/>
                    <a:pt x="18570" y="3076"/>
                  </a:cubicBezTo>
                  <a:cubicBezTo>
                    <a:pt x="18514" y="3076"/>
                    <a:pt x="18514" y="3076"/>
                    <a:pt x="18514" y="3076"/>
                  </a:cubicBezTo>
                  <a:cubicBezTo>
                    <a:pt x="18458" y="3076"/>
                    <a:pt x="18458" y="3076"/>
                    <a:pt x="18458" y="3076"/>
                  </a:cubicBezTo>
                  <a:cubicBezTo>
                    <a:pt x="18514" y="3076"/>
                    <a:pt x="18514" y="3076"/>
                    <a:pt x="18514" y="3076"/>
                  </a:cubicBezTo>
                  <a:cubicBezTo>
                    <a:pt x="18514" y="3076"/>
                    <a:pt x="18514" y="3076"/>
                    <a:pt x="18514" y="3076"/>
                  </a:cubicBezTo>
                  <a:cubicBezTo>
                    <a:pt x="18570" y="3076"/>
                    <a:pt x="18570" y="3076"/>
                    <a:pt x="18570" y="3076"/>
                  </a:cubicBezTo>
                  <a:cubicBezTo>
                    <a:pt x="18682" y="3209"/>
                    <a:pt x="18682" y="3209"/>
                    <a:pt x="18682" y="3209"/>
                  </a:cubicBezTo>
                  <a:cubicBezTo>
                    <a:pt x="18682" y="3343"/>
                    <a:pt x="18682" y="3343"/>
                    <a:pt x="18682" y="3343"/>
                  </a:cubicBezTo>
                  <a:cubicBezTo>
                    <a:pt x="18682" y="3410"/>
                    <a:pt x="18682" y="3410"/>
                    <a:pt x="18682" y="3410"/>
                  </a:cubicBezTo>
                  <a:cubicBezTo>
                    <a:pt x="18626" y="3343"/>
                    <a:pt x="18626" y="3343"/>
                    <a:pt x="18626" y="3343"/>
                  </a:cubicBezTo>
                  <a:cubicBezTo>
                    <a:pt x="18570" y="3343"/>
                    <a:pt x="18570" y="3343"/>
                    <a:pt x="18570" y="3343"/>
                  </a:cubicBezTo>
                  <a:cubicBezTo>
                    <a:pt x="18514" y="3343"/>
                    <a:pt x="18514" y="3343"/>
                    <a:pt x="18514" y="3343"/>
                  </a:cubicBezTo>
                  <a:cubicBezTo>
                    <a:pt x="18514" y="3343"/>
                    <a:pt x="18514" y="3343"/>
                    <a:pt x="18514" y="3343"/>
                  </a:cubicBezTo>
                  <a:cubicBezTo>
                    <a:pt x="18514" y="3410"/>
                    <a:pt x="18514" y="3410"/>
                    <a:pt x="18514" y="3410"/>
                  </a:cubicBezTo>
                  <a:cubicBezTo>
                    <a:pt x="18458" y="3343"/>
                    <a:pt x="18458" y="3343"/>
                    <a:pt x="18458" y="3343"/>
                  </a:cubicBezTo>
                  <a:cubicBezTo>
                    <a:pt x="18402" y="3343"/>
                    <a:pt x="18402" y="3343"/>
                    <a:pt x="18402" y="3343"/>
                  </a:cubicBezTo>
                  <a:cubicBezTo>
                    <a:pt x="18402" y="3410"/>
                    <a:pt x="18402" y="3410"/>
                    <a:pt x="18402" y="3410"/>
                  </a:cubicBezTo>
                  <a:cubicBezTo>
                    <a:pt x="18345" y="3410"/>
                    <a:pt x="18345" y="3410"/>
                    <a:pt x="18345" y="3410"/>
                  </a:cubicBezTo>
                  <a:cubicBezTo>
                    <a:pt x="18345" y="3343"/>
                    <a:pt x="18345" y="3343"/>
                    <a:pt x="18345" y="3343"/>
                  </a:cubicBezTo>
                  <a:cubicBezTo>
                    <a:pt x="18289" y="3343"/>
                    <a:pt x="18289" y="3343"/>
                    <a:pt x="18289" y="3343"/>
                  </a:cubicBezTo>
                  <a:cubicBezTo>
                    <a:pt x="18289" y="3276"/>
                    <a:pt x="18289" y="3276"/>
                    <a:pt x="18289" y="3276"/>
                  </a:cubicBezTo>
                  <a:cubicBezTo>
                    <a:pt x="18233" y="3276"/>
                    <a:pt x="18233" y="3276"/>
                    <a:pt x="18233" y="3276"/>
                  </a:cubicBezTo>
                  <a:cubicBezTo>
                    <a:pt x="18233" y="3209"/>
                    <a:pt x="18233" y="3209"/>
                    <a:pt x="18233" y="3209"/>
                  </a:cubicBezTo>
                  <a:cubicBezTo>
                    <a:pt x="18177" y="3209"/>
                    <a:pt x="18177" y="3209"/>
                    <a:pt x="18177" y="3209"/>
                  </a:cubicBezTo>
                  <a:cubicBezTo>
                    <a:pt x="18121" y="3209"/>
                    <a:pt x="18121" y="3209"/>
                    <a:pt x="18121" y="3209"/>
                  </a:cubicBezTo>
                  <a:cubicBezTo>
                    <a:pt x="18121" y="3143"/>
                    <a:pt x="18121" y="3143"/>
                    <a:pt x="18121" y="3143"/>
                  </a:cubicBezTo>
                  <a:cubicBezTo>
                    <a:pt x="18065" y="3209"/>
                    <a:pt x="18065" y="3209"/>
                    <a:pt x="18065" y="3209"/>
                  </a:cubicBezTo>
                  <a:cubicBezTo>
                    <a:pt x="18065" y="3209"/>
                    <a:pt x="18065" y="3209"/>
                    <a:pt x="18065" y="3209"/>
                  </a:cubicBezTo>
                  <a:cubicBezTo>
                    <a:pt x="18121" y="3276"/>
                    <a:pt x="18121" y="3276"/>
                    <a:pt x="18121" y="3276"/>
                  </a:cubicBezTo>
                  <a:cubicBezTo>
                    <a:pt x="18177" y="3276"/>
                    <a:pt x="18177" y="3276"/>
                    <a:pt x="18177" y="3276"/>
                  </a:cubicBezTo>
                  <a:cubicBezTo>
                    <a:pt x="18233" y="3343"/>
                    <a:pt x="18233" y="3343"/>
                    <a:pt x="18233" y="3343"/>
                  </a:cubicBezTo>
                  <a:cubicBezTo>
                    <a:pt x="18233" y="3410"/>
                    <a:pt x="18233" y="3410"/>
                    <a:pt x="18233" y="3410"/>
                  </a:cubicBezTo>
                  <a:cubicBezTo>
                    <a:pt x="18121" y="3343"/>
                    <a:pt x="18121" y="3343"/>
                    <a:pt x="18121" y="3343"/>
                  </a:cubicBezTo>
                  <a:cubicBezTo>
                    <a:pt x="18065" y="3343"/>
                    <a:pt x="18065" y="3343"/>
                    <a:pt x="18065" y="3343"/>
                  </a:cubicBezTo>
                  <a:cubicBezTo>
                    <a:pt x="18065" y="3276"/>
                    <a:pt x="18065" y="3276"/>
                    <a:pt x="18065" y="3276"/>
                  </a:cubicBezTo>
                  <a:cubicBezTo>
                    <a:pt x="18009" y="3276"/>
                    <a:pt x="18009" y="3276"/>
                    <a:pt x="18009" y="3276"/>
                  </a:cubicBezTo>
                  <a:cubicBezTo>
                    <a:pt x="18009" y="3276"/>
                    <a:pt x="18009" y="3276"/>
                    <a:pt x="18009" y="3276"/>
                  </a:cubicBezTo>
                  <a:cubicBezTo>
                    <a:pt x="18009" y="3276"/>
                    <a:pt x="18009" y="3276"/>
                    <a:pt x="18009" y="3276"/>
                  </a:cubicBezTo>
                  <a:cubicBezTo>
                    <a:pt x="18009" y="3343"/>
                    <a:pt x="18009" y="3343"/>
                    <a:pt x="18009" y="3343"/>
                  </a:cubicBezTo>
                  <a:cubicBezTo>
                    <a:pt x="17953" y="3343"/>
                    <a:pt x="17953" y="3343"/>
                    <a:pt x="17953" y="3343"/>
                  </a:cubicBezTo>
                  <a:cubicBezTo>
                    <a:pt x="17953" y="3276"/>
                    <a:pt x="17953" y="3276"/>
                    <a:pt x="17953" y="3276"/>
                  </a:cubicBezTo>
                  <a:cubicBezTo>
                    <a:pt x="17897" y="3276"/>
                    <a:pt x="17897" y="3276"/>
                    <a:pt x="17897" y="3276"/>
                  </a:cubicBezTo>
                  <a:cubicBezTo>
                    <a:pt x="17897" y="3343"/>
                    <a:pt x="17897" y="3343"/>
                    <a:pt x="17897" y="3343"/>
                  </a:cubicBezTo>
                  <a:cubicBezTo>
                    <a:pt x="17953" y="3343"/>
                    <a:pt x="17953" y="3343"/>
                    <a:pt x="17953" y="3343"/>
                  </a:cubicBezTo>
                  <a:cubicBezTo>
                    <a:pt x="17953" y="3410"/>
                    <a:pt x="17953" y="3410"/>
                    <a:pt x="17953" y="3410"/>
                  </a:cubicBezTo>
                  <a:cubicBezTo>
                    <a:pt x="18009" y="3410"/>
                    <a:pt x="18009" y="3410"/>
                    <a:pt x="18009" y="3410"/>
                  </a:cubicBezTo>
                  <a:cubicBezTo>
                    <a:pt x="18009" y="3410"/>
                    <a:pt x="18009" y="3410"/>
                    <a:pt x="18009" y="3410"/>
                  </a:cubicBezTo>
                  <a:cubicBezTo>
                    <a:pt x="18065" y="3410"/>
                    <a:pt x="18065" y="3410"/>
                    <a:pt x="18065" y="3410"/>
                  </a:cubicBezTo>
                  <a:cubicBezTo>
                    <a:pt x="18065" y="3410"/>
                    <a:pt x="18065" y="3410"/>
                    <a:pt x="18065" y="3410"/>
                  </a:cubicBezTo>
                  <a:cubicBezTo>
                    <a:pt x="18121" y="3477"/>
                    <a:pt x="18121" y="3477"/>
                    <a:pt x="18121" y="3477"/>
                  </a:cubicBezTo>
                  <a:cubicBezTo>
                    <a:pt x="18177" y="3477"/>
                    <a:pt x="18177" y="3477"/>
                    <a:pt x="18177" y="3477"/>
                  </a:cubicBezTo>
                  <a:cubicBezTo>
                    <a:pt x="18177" y="3477"/>
                    <a:pt x="18177" y="3477"/>
                    <a:pt x="18177" y="3477"/>
                  </a:cubicBezTo>
                  <a:cubicBezTo>
                    <a:pt x="18233" y="3477"/>
                    <a:pt x="18233" y="3477"/>
                    <a:pt x="18233" y="3477"/>
                  </a:cubicBezTo>
                  <a:cubicBezTo>
                    <a:pt x="18402" y="3544"/>
                    <a:pt x="18402" y="3544"/>
                    <a:pt x="18402" y="3544"/>
                  </a:cubicBezTo>
                  <a:cubicBezTo>
                    <a:pt x="18402" y="3544"/>
                    <a:pt x="18402" y="3544"/>
                    <a:pt x="18402" y="3544"/>
                  </a:cubicBezTo>
                  <a:cubicBezTo>
                    <a:pt x="18345" y="3611"/>
                    <a:pt x="18345" y="3611"/>
                    <a:pt x="18345" y="3611"/>
                  </a:cubicBezTo>
                  <a:cubicBezTo>
                    <a:pt x="18402" y="3611"/>
                    <a:pt x="18402" y="3611"/>
                    <a:pt x="18402" y="3611"/>
                  </a:cubicBezTo>
                  <a:cubicBezTo>
                    <a:pt x="18345" y="3678"/>
                    <a:pt x="18345" y="3678"/>
                    <a:pt x="18345" y="3678"/>
                  </a:cubicBezTo>
                  <a:cubicBezTo>
                    <a:pt x="18402" y="3744"/>
                    <a:pt x="18402" y="3744"/>
                    <a:pt x="18402" y="3744"/>
                  </a:cubicBezTo>
                  <a:cubicBezTo>
                    <a:pt x="18345" y="3744"/>
                    <a:pt x="18345" y="3744"/>
                    <a:pt x="18345" y="3744"/>
                  </a:cubicBezTo>
                  <a:cubicBezTo>
                    <a:pt x="18345" y="3744"/>
                    <a:pt x="18345" y="3744"/>
                    <a:pt x="18345" y="3744"/>
                  </a:cubicBezTo>
                  <a:cubicBezTo>
                    <a:pt x="18289" y="3678"/>
                    <a:pt x="18289" y="3678"/>
                    <a:pt x="18289" y="3678"/>
                  </a:cubicBezTo>
                  <a:cubicBezTo>
                    <a:pt x="18233" y="3678"/>
                    <a:pt x="18233" y="3678"/>
                    <a:pt x="18233" y="3678"/>
                  </a:cubicBezTo>
                  <a:cubicBezTo>
                    <a:pt x="18177" y="3611"/>
                    <a:pt x="18177" y="3611"/>
                    <a:pt x="18177" y="3611"/>
                  </a:cubicBezTo>
                  <a:cubicBezTo>
                    <a:pt x="18177" y="3611"/>
                    <a:pt x="18177" y="3611"/>
                    <a:pt x="18177" y="3611"/>
                  </a:cubicBezTo>
                  <a:cubicBezTo>
                    <a:pt x="18177" y="3544"/>
                    <a:pt x="18177" y="3544"/>
                    <a:pt x="18177" y="3544"/>
                  </a:cubicBezTo>
                  <a:cubicBezTo>
                    <a:pt x="18121" y="3477"/>
                    <a:pt x="18121" y="3477"/>
                    <a:pt x="18121" y="3477"/>
                  </a:cubicBezTo>
                  <a:cubicBezTo>
                    <a:pt x="18065" y="3477"/>
                    <a:pt x="18065" y="3477"/>
                    <a:pt x="18065" y="3477"/>
                  </a:cubicBezTo>
                  <a:cubicBezTo>
                    <a:pt x="17953" y="3477"/>
                    <a:pt x="17953" y="3477"/>
                    <a:pt x="17953" y="3477"/>
                  </a:cubicBezTo>
                  <a:cubicBezTo>
                    <a:pt x="17897" y="3410"/>
                    <a:pt x="17897" y="3410"/>
                    <a:pt x="17897" y="3410"/>
                  </a:cubicBezTo>
                  <a:cubicBezTo>
                    <a:pt x="17841" y="3410"/>
                    <a:pt x="17841" y="3410"/>
                    <a:pt x="17841" y="3410"/>
                  </a:cubicBezTo>
                  <a:cubicBezTo>
                    <a:pt x="17841" y="3477"/>
                    <a:pt x="17841" y="3477"/>
                    <a:pt x="17841" y="3477"/>
                  </a:cubicBezTo>
                  <a:cubicBezTo>
                    <a:pt x="17897" y="3477"/>
                    <a:pt x="17897" y="3477"/>
                    <a:pt x="17897" y="3477"/>
                  </a:cubicBezTo>
                  <a:cubicBezTo>
                    <a:pt x="18009" y="3477"/>
                    <a:pt x="18009" y="3477"/>
                    <a:pt x="18009" y="3477"/>
                  </a:cubicBezTo>
                  <a:cubicBezTo>
                    <a:pt x="18121" y="3544"/>
                    <a:pt x="18121" y="3544"/>
                    <a:pt x="18121" y="3544"/>
                  </a:cubicBezTo>
                  <a:cubicBezTo>
                    <a:pt x="18121" y="3611"/>
                    <a:pt x="18121" y="3611"/>
                    <a:pt x="18121" y="3611"/>
                  </a:cubicBezTo>
                  <a:cubicBezTo>
                    <a:pt x="18121" y="3611"/>
                    <a:pt x="18121" y="3611"/>
                    <a:pt x="18121" y="3611"/>
                  </a:cubicBezTo>
                  <a:cubicBezTo>
                    <a:pt x="18065" y="3544"/>
                    <a:pt x="18065" y="3544"/>
                    <a:pt x="18065" y="3544"/>
                  </a:cubicBezTo>
                  <a:cubicBezTo>
                    <a:pt x="17953" y="3544"/>
                    <a:pt x="17953" y="3544"/>
                    <a:pt x="17953" y="3544"/>
                  </a:cubicBezTo>
                  <a:cubicBezTo>
                    <a:pt x="17897" y="3611"/>
                    <a:pt x="17897" y="3611"/>
                    <a:pt x="17897" y="3611"/>
                  </a:cubicBezTo>
                  <a:cubicBezTo>
                    <a:pt x="17897" y="3544"/>
                    <a:pt x="17897" y="3544"/>
                    <a:pt x="17897" y="3544"/>
                  </a:cubicBezTo>
                  <a:cubicBezTo>
                    <a:pt x="17841" y="3544"/>
                    <a:pt x="17841" y="3544"/>
                    <a:pt x="17841" y="3544"/>
                  </a:cubicBezTo>
                  <a:cubicBezTo>
                    <a:pt x="17784" y="3477"/>
                    <a:pt x="17784" y="3477"/>
                    <a:pt x="17784" y="3477"/>
                  </a:cubicBezTo>
                  <a:cubicBezTo>
                    <a:pt x="17728" y="3477"/>
                    <a:pt x="17728" y="3477"/>
                    <a:pt x="17728" y="3477"/>
                  </a:cubicBezTo>
                  <a:cubicBezTo>
                    <a:pt x="17728" y="3544"/>
                    <a:pt x="17728" y="3544"/>
                    <a:pt x="17728" y="3544"/>
                  </a:cubicBezTo>
                  <a:cubicBezTo>
                    <a:pt x="17841" y="3544"/>
                    <a:pt x="17841" y="3544"/>
                    <a:pt x="17841" y="3544"/>
                  </a:cubicBezTo>
                  <a:cubicBezTo>
                    <a:pt x="17841" y="3611"/>
                    <a:pt x="17841" y="3611"/>
                    <a:pt x="17841" y="3611"/>
                  </a:cubicBezTo>
                  <a:cubicBezTo>
                    <a:pt x="17841" y="3611"/>
                    <a:pt x="17841" y="3611"/>
                    <a:pt x="17841" y="3611"/>
                  </a:cubicBezTo>
                  <a:cubicBezTo>
                    <a:pt x="17841" y="3611"/>
                    <a:pt x="17841" y="3611"/>
                    <a:pt x="17841" y="3611"/>
                  </a:cubicBezTo>
                  <a:cubicBezTo>
                    <a:pt x="17841" y="3611"/>
                    <a:pt x="17841" y="3611"/>
                    <a:pt x="17841" y="3611"/>
                  </a:cubicBezTo>
                  <a:cubicBezTo>
                    <a:pt x="17897" y="3611"/>
                    <a:pt x="17897" y="3611"/>
                    <a:pt x="17897" y="3611"/>
                  </a:cubicBezTo>
                  <a:cubicBezTo>
                    <a:pt x="17953" y="3611"/>
                    <a:pt x="17953" y="3611"/>
                    <a:pt x="17953" y="3611"/>
                  </a:cubicBezTo>
                  <a:cubicBezTo>
                    <a:pt x="17953" y="3611"/>
                    <a:pt x="17953" y="3611"/>
                    <a:pt x="17953" y="3611"/>
                  </a:cubicBezTo>
                  <a:cubicBezTo>
                    <a:pt x="17953" y="3611"/>
                    <a:pt x="17953" y="3611"/>
                    <a:pt x="17953" y="3611"/>
                  </a:cubicBezTo>
                  <a:cubicBezTo>
                    <a:pt x="18009" y="3611"/>
                    <a:pt x="18009" y="3611"/>
                    <a:pt x="18009" y="3611"/>
                  </a:cubicBezTo>
                  <a:cubicBezTo>
                    <a:pt x="18065" y="3611"/>
                    <a:pt x="18065" y="3611"/>
                    <a:pt x="18065" y="3611"/>
                  </a:cubicBezTo>
                  <a:cubicBezTo>
                    <a:pt x="18121" y="3678"/>
                    <a:pt x="18121" y="3678"/>
                    <a:pt x="18121" y="3678"/>
                  </a:cubicBezTo>
                  <a:cubicBezTo>
                    <a:pt x="18121" y="3744"/>
                    <a:pt x="18121" y="3744"/>
                    <a:pt x="18121" y="3744"/>
                  </a:cubicBezTo>
                  <a:cubicBezTo>
                    <a:pt x="18065" y="3744"/>
                    <a:pt x="18065" y="3744"/>
                    <a:pt x="18065" y="3744"/>
                  </a:cubicBezTo>
                  <a:cubicBezTo>
                    <a:pt x="18009" y="3744"/>
                    <a:pt x="18009" y="3744"/>
                    <a:pt x="18009" y="3744"/>
                  </a:cubicBezTo>
                  <a:cubicBezTo>
                    <a:pt x="18009" y="3744"/>
                    <a:pt x="18009" y="3744"/>
                    <a:pt x="18009" y="3744"/>
                  </a:cubicBezTo>
                  <a:cubicBezTo>
                    <a:pt x="18065" y="3744"/>
                    <a:pt x="18065" y="3744"/>
                    <a:pt x="18065" y="3744"/>
                  </a:cubicBezTo>
                  <a:cubicBezTo>
                    <a:pt x="18065" y="3744"/>
                    <a:pt x="18065" y="3744"/>
                    <a:pt x="18065" y="3744"/>
                  </a:cubicBezTo>
                  <a:cubicBezTo>
                    <a:pt x="18121" y="3744"/>
                    <a:pt x="18121" y="3744"/>
                    <a:pt x="18121" y="3744"/>
                  </a:cubicBezTo>
                  <a:cubicBezTo>
                    <a:pt x="18177" y="3811"/>
                    <a:pt x="18177" y="3811"/>
                    <a:pt x="18177" y="3811"/>
                  </a:cubicBezTo>
                  <a:cubicBezTo>
                    <a:pt x="18233" y="3811"/>
                    <a:pt x="18233" y="3811"/>
                    <a:pt x="18233" y="3811"/>
                  </a:cubicBezTo>
                  <a:cubicBezTo>
                    <a:pt x="18233" y="3878"/>
                    <a:pt x="18233" y="3878"/>
                    <a:pt x="18233" y="3878"/>
                  </a:cubicBezTo>
                  <a:cubicBezTo>
                    <a:pt x="18177" y="3945"/>
                    <a:pt x="18177" y="3945"/>
                    <a:pt x="18177" y="3945"/>
                  </a:cubicBezTo>
                  <a:cubicBezTo>
                    <a:pt x="18121" y="4079"/>
                    <a:pt x="18121" y="4079"/>
                    <a:pt x="18121" y="4079"/>
                  </a:cubicBezTo>
                  <a:cubicBezTo>
                    <a:pt x="18121" y="4079"/>
                    <a:pt x="18121" y="4079"/>
                    <a:pt x="18121" y="4079"/>
                  </a:cubicBezTo>
                  <a:cubicBezTo>
                    <a:pt x="18065" y="4146"/>
                    <a:pt x="18065" y="4146"/>
                    <a:pt x="18065" y="4146"/>
                  </a:cubicBezTo>
                  <a:cubicBezTo>
                    <a:pt x="18009" y="4079"/>
                    <a:pt x="18009" y="4079"/>
                    <a:pt x="18009" y="4079"/>
                  </a:cubicBezTo>
                  <a:cubicBezTo>
                    <a:pt x="17953" y="4079"/>
                    <a:pt x="17953" y="4079"/>
                    <a:pt x="17953" y="4079"/>
                  </a:cubicBezTo>
                  <a:cubicBezTo>
                    <a:pt x="17953" y="4079"/>
                    <a:pt x="17953" y="4079"/>
                    <a:pt x="17953" y="4079"/>
                  </a:cubicBezTo>
                  <a:cubicBezTo>
                    <a:pt x="17953" y="4079"/>
                    <a:pt x="17953" y="4079"/>
                    <a:pt x="17953" y="4079"/>
                  </a:cubicBezTo>
                  <a:cubicBezTo>
                    <a:pt x="17897" y="4012"/>
                    <a:pt x="17897" y="4012"/>
                    <a:pt x="17897" y="4012"/>
                  </a:cubicBezTo>
                  <a:cubicBezTo>
                    <a:pt x="17841" y="4012"/>
                    <a:pt x="17841" y="4012"/>
                    <a:pt x="17841" y="4012"/>
                  </a:cubicBezTo>
                  <a:cubicBezTo>
                    <a:pt x="17841" y="4079"/>
                    <a:pt x="17841" y="4079"/>
                    <a:pt x="17841" y="4079"/>
                  </a:cubicBezTo>
                  <a:cubicBezTo>
                    <a:pt x="17897" y="4079"/>
                    <a:pt x="17897" y="4079"/>
                    <a:pt x="17897" y="4079"/>
                  </a:cubicBezTo>
                  <a:cubicBezTo>
                    <a:pt x="17897" y="4079"/>
                    <a:pt x="17897" y="4079"/>
                    <a:pt x="17897" y="4079"/>
                  </a:cubicBezTo>
                  <a:cubicBezTo>
                    <a:pt x="17953" y="4079"/>
                    <a:pt x="17953" y="4079"/>
                    <a:pt x="17953" y="4079"/>
                  </a:cubicBezTo>
                  <a:cubicBezTo>
                    <a:pt x="18009" y="4146"/>
                    <a:pt x="18009" y="4146"/>
                    <a:pt x="18009" y="4146"/>
                  </a:cubicBezTo>
                  <a:cubicBezTo>
                    <a:pt x="18009" y="4213"/>
                    <a:pt x="18009" y="4213"/>
                    <a:pt x="18009" y="4213"/>
                  </a:cubicBezTo>
                  <a:cubicBezTo>
                    <a:pt x="18009" y="4279"/>
                    <a:pt x="18009" y="4279"/>
                    <a:pt x="18009" y="4279"/>
                  </a:cubicBezTo>
                  <a:cubicBezTo>
                    <a:pt x="17953" y="4279"/>
                    <a:pt x="17953" y="4279"/>
                    <a:pt x="17953" y="4279"/>
                  </a:cubicBezTo>
                  <a:cubicBezTo>
                    <a:pt x="17897" y="4279"/>
                    <a:pt x="17897" y="4279"/>
                    <a:pt x="17897" y="4279"/>
                  </a:cubicBezTo>
                  <a:cubicBezTo>
                    <a:pt x="17841" y="4346"/>
                    <a:pt x="17841" y="4346"/>
                    <a:pt x="17841" y="4346"/>
                  </a:cubicBezTo>
                  <a:cubicBezTo>
                    <a:pt x="17784" y="4279"/>
                    <a:pt x="17784" y="4279"/>
                    <a:pt x="17784" y="4279"/>
                  </a:cubicBezTo>
                  <a:cubicBezTo>
                    <a:pt x="17728" y="4279"/>
                    <a:pt x="17728" y="4279"/>
                    <a:pt x="17728" y="4279"/>
                  </a:cubicBezTo>
                  <a:cubicBezTo>
                    <a:pt x="17728" y="4213"/>
                    <a:pt x="17728" y="4213"/>
                    <a:pt x="17728" y="4213"/>
                  </a:cubicBezTo>
                  <a:cubicBezTo>
                    <a:pt x="17672" y="4213"/>
                    <a:pt x="17672" y="4213"/>
                    <a:pt x="17672" y="4213"/>
                  </a:cubicBezTo>
                  <a:cubicBezTo>
                    <a:pt x="17616" y="4279"/>
                    <a:pt x="17616" y="4279"/>
                    <a:pt x="17616" y="4279"/>
                  </a:cubicBezTo>
                  <a:cubicBezTo>
                    <a:pt x="17672" y="4279"/>
                    <a:pt x="17672" y="4279"/>
                    <a:pt x="17672" y="4279"/>
                  </a:cubicBezTo>
                  <a:cubicBezTo>
                    <a:pt x="17784" y="4346"/>
                    <a:pt x="17784" y="4346"/>
                    <a:pt x="17784" y="4346"/>
                  </a:cubicBezTo>
                  <a:cubicBezTo>
                    <a:pt x="17841" y="4346"/>
                    <a:pt x="17841" y="4346"/>
                    <a:pt x="17841" y="4346"/>
                  </a:cubicBezTo>
                  <a:cubicBezTo>
                    <a:pt x="17841" y="4413"/>
                    <a:pt x="17841" y="4413"/>
                    <a:pt x="17841" y="4413"/>
                  </a:cubicBezTo>
                  <a:cubicBezTo>
                    <a:pt x="17784" y="4413"/>
                    <a:pt x="17784" y="4413"/>
                    <a:pt x="17784" y="4413"/>
                  </a:cubicBezTo>
                  <a:cubicBezTo>
                    <a:pt x="17784" y="4480"/>
                    <a:pt x="17784" y="4480"/>
                    <a:pt x="17784" y="4480"/>
                  </a:cubicBezTo>
                  <a:cubicBezTo>
                    <a:pt x="17728" y="4480"/>
                    <a:pt x="17728" y="4480"/>
                    <a:pt x="17728" y="4480"/>
                  </a:cubicBezTo>
                  <a:cubicBezTo>
                    <a:pt x="17672" y="4413"/>
                    <a:pt x="17672" y="4413"/>
                    <a:pt x="17672" y="4413"/>
                  </a:cubicBezTo>
                  <a:cubicBezTo>
                    <a:pt x="17672" y="4480"/>
                    <a:pt x="17672" y="4480"/>
                    <a:pt x="17672" y="4480"/>
                  </a:cubicBezTo>
                  <a:cubicBezTo>
                    <a:pt x="17616" y="4480"/>
                    <a:pt x="17616" y="4480"/>
                    <a:pt x="17616" y="4480"/>
                  </a:cubicBezTo>
                  <a:cubicBezTo>
                    <a:pt x="17504" y="4480"/>
                    <a:pt x="17504" y="4480"/>
                    <a:pt x="17504" y="4480"/>
                  </a:cubicBezTo>
                  <a:cubicBezTo>
                    <a:pt x="17504" y="4413"/>
                    <a:pt x="17504" y="4413"/>
                    <a:pt x="17504" y="4413"/>
                  </a:cubicBezTo>
                  <a:cubicBezTo>
                    <a:pt x="17392" y="4413"/>
                    <a:pt x="17392" y="4413"/>
                    <a:pt x="17392" y="4413"/>
                  </a:cubicBezTo>
                  <a:cubicBezTo>
                    <a:pt x="17336" y="4413"/>
                    <a:pt x="17336" y="4413"/>
                    <a:pt x="17336" y="4413"/>
                  </a:cubicBezTo>
                  <a:cubicBezTo>
                    <a:pt x="17336" y="4547"/>
                    <a:pt x="17336" y="4547"/>
                    <a:pt x="17336" y="4547"/>
                  </a:cubicBezTo>
                  <a:cubicBezTo>
                    <a:pt x="17279" y="4614"/>
                    <a:pt x="17279" y="4614"/>
                    <a:pt x="17279" y="4614"/>
                  </a:cubicBezTo>
                  <a:cubicBezTo>
                    <a:pt x="17336" y="4547"/>
                    <a:pt x="17336" y="4547"/>
                    <a:pt x="17336" y="4547"/>
                  </a:cubicBezTo>
                  <a:cubicBezTo>
                    <a:pt x="17336" y="4614"/>
                    <a:pt x="17336" y="4614"/>
                    <a:pt x="17336" y="4614"/>
                  </a:cubicBezTo>
                  <a:cubicBezTo>
                    <a:pt x="17336" y="4614"/>
                    <a:pt x="17336" y="4614"/>
                    <a:pt x="17336" y="4614"/>
                  </a:cubicBezTo>
                  <a:cubicBezTo>
                    <a:pt x="17279" y="4681"/>
                    <a:pt x="17279" y="4681"/>
                    <a:pt x="17279" y="4681"/>
                  </a:cubicBezTo>
                  <a:cubicBezTo>
                    <a:pt x="17279" y="4747"/>
                    <a:pt x="17279" y="4747"/>
                    <a:pt x="17279" y="4747"/>
                  </a:cubicBezTo>
                  <a:cubicBezTo>
                    <a:pt x="17223" y="4747"/>
                    <a:pt x="17223" y="4747"/>
                    <a:pt x="17223" y="4747"/>
                  </a:cubicBezTo>
                  <a:cubicBezTo>
                    <a:pt x="17167" y="4747"/>
                    <a:pt x="17167" y="4747"/>
                    <a:pt x="17167" y="4747"/>
                  </a:cubicBezTo>
                  <a:cubicBezTo>
                    <a:pt x="17167" y="4747"/>
                    <a:pt x="17167" y="4747"/>
                    <a:pt x="17167" y="4747"/>
                  </a:cubicBezTo>
                  <a:cubicBezTo>
                    <a:pt x="17167" y="4814"/>
                    <a:pt x="17167" y="4814"/>
                    <a:pt x="17167" y="4814"/>
                  </a:cubicBezTo>
                  <a:cubicBezTo>
                    <a:pt x="17111" y="4814"/>
                    <a:pt x="17111" y="4814"/>
                    <a:pt x="17111" y="4814"/>
                  </a:cubicBezTo>
                  <a:cubicBezTo>
                    <a:pt x="17055" y="4814"/>
                    <a:pt x="17055" y="4814"/>
                    <a:pt x="17055" y="4814"/>
                  </a:cubicBezTo>
                  <a:cubicBezTo>
                    <a:pt x="17111" y="4814"/>
                    <a:pt x="17111" y="4814"/>
                    <a:pt x="17111" y="4814"/>
                  </a:cubicBezTo>
                  <a:cubicBezTo>
                    <a:pt x="17055" y="4814"/>
                    <a:pt x="17055" y="4814"/>
                    <a:pt x="17055" y="4814"/>
                  </a:cubicBezTo>
                  <a:cubicBezTo>
                    <a:pt x="17055" y="4814"/>
                    <a:pt x="17055" y="4814"/>
                    <a:pt x="17055" y="4814"/>
                  </a:cubicBezTo>
                  <a:cubicBezTo>
                    <a:pt x="16999" y="4881"/>
                    <a:pt x="16999" y="4881"/>
                    <a:pt x="16999" y="4881"/>
                  </a:cubicBezTo>
                  <a:cubicBezTo>
                    <a:pt x="16999" y="4881"/>
                    <a:pt x="16999" y="4881"/>
                    <a:pt x="16999" y="4881"/>
                  </a:cubicBezTo>
                  <a:cubicBezTo>
                    <a:pt x="16887" y="4814"/>
                    <a:pt x="16887" y="4814"/>
                    <a:pt x="16887" y="4814"/>
                  </a:cubicBezTo>
                  <a:cubicBezTo>
                    <a:pt x="16831" y="4814"/>
                    <a:pt x="16831" y="4814"/>
                    <a:pt x="16831" y="4814"/>
                  </a:cubicBezTo>
                  <a:cubicBezTo>
                    <a:pt x="16775" y="4881"/>
                    <a:pt x="16775" y="4881"/>
                    <a:pt x="16775" y="4881"/>
                  </a:cubicBezTo>
                  <a:cubicBezTo>
                    <a:pt x="16718" y="4881"/>
                    <a:pt x="16718" y="4881"/>
                    <a:pt x="16718" y="4881"/>
                  </a:cubicBezTo>
                  <a:cubicBezTo>
                    <a:pt x="16606" y="4747"/>
                    <a:pt x="16606" y="4747"/>
                    <a:pt x="16606" y="4747"/>
                  </a:cubicBezTo>
                  <a:cubicBezTo>
                    <a:pt x="16606" y="4614"/>
                    <a:pt x="16606" y="4614"/>
                    <a:pt x="16606" y="4614"/>
                  </a:cubicBezTo>
                  <a:cubicBezTo>
                    <a:pt x="16662" y="4547"/>
                    <a:pt x="16662" y="4547"/>
                    <a:pt x="16662" y="4547"/>
                  </a:cubicBezTo>
                  <a:cubicBezTo>
                    <a:pt x="16662" y="4547"/>
                    <a:pt x="16662" y="4547"/>
                    <a:pt x="16662" y="4547"/>
                  </a:cubicBezTo>
                  <a:cubicBezTo>
                    <a:pt x="16606" y="4480"/>
                    <a:pt x="16606" y="4480"/>
                    <a:pt x="16606" y="4480"/>
                  </a:cubicBezTo>
                  <a:cubicBezTo>
                    <a:pt x="16606" y="4480"/>
                    <a:pt x="16606" y="4480"/>
                    <a:pt x="16606" y="4480"/>
                  </a:cubicBezTo>
                  <a:cubicBezTo>
                    <a:pt x="16606" y="4547"/>
                    <a:pt x="16606" y="4547"/>
                    <a:pt x="16606" y="4547"/>
                  </a:cubicBezTo>
                  <a:cubicBezTo>
                    <a:pt x="16606" y="4547"/>
                    <a:pt x="16606" y="4547"/>
                    <a:pt x="16606" y="4547"/>
                  </a:cubicBezTo>
                  <a:cubicBezTo>
                    <a:pt x="16550" y="4614"/>
                    <a:pt x="16550" y="4614"/>
                    <a:pt x="16550" y="4614"/>
                  </a:cubicBezTo>
                  <a:cubicBezTo>
                    <a:pt x="16550" y="4681"/>
                    <a:pt x="16550" y="4681"/>
                    <a:pt x="16550" y="4681"/>
                  </a:cubicBezTo>
                  <a:cubicBezTo>
                    <a:pt x="16606" y="4747"/>
                    <a:pt x="16606" y="4747"/>
                    <a:pt x="16606" y="4747"/>
                  </a:cubicBezTo>
                  <a:cubicBezTo>
                    <a:pt x="16550" y="4747"/>
                    <a:pt x="16550" y="4747"/>
                    <a:pt x="16550" y="4747"/>
                  </a:cubicBezTo>
                  <a:cubicBezTo>
                    <a:pt x="16550" y="4747"/>
                    <a:pt x="16550" y="4747"/>
                    <a:pt x="16550" y="4747"/>
                  </a:cubicBezTo>
                  <a:cubicBezTo>
                    <a:pt x="16494" y="4747"/>
                    <a:pt x="16494" y="4747"/>
                    <a:pt x="16494" y="4747"/>
                  </a:cubicBezTo>
                  <a:cubicBezTo>
                    <a:pt x="16494" y="4747"/>
                    <a:pt x="16494" y="4747"/>
                    <a:pt x="16494" y="4747"/>
                  </a:cubicBezTo>
                  <a:cubicBezTo>
                    <a:pt x="16438" y="4747"/>
                    <a:pt x="16438" y="4747"/>
                    <a:pt x="16438" y="4747"/>
                  </a:cubicBezTo>
                  <a:cubicBezTo>
                    <a:pt x="16494" y="4814"/>
                    <a:pt x="16494" y="4814"/>
                    <a:pt x="16494" y="4814"/>
                  </a:cubicBezTo>
                  <a:cubicBezTo>
                    <a:pt x="16438" y="4881"/>
                    <a:pt x="16438" y="4881"/>
                    <a:pt x="16438" y="4881"/>
                  </a:cubicBezTo>
                  <a:cubicBezTo>
                    <a:pt x="16494" y="4881"/>
                    <a:pt x="16494" y="4881"/>
                    <a:pt x="16494" y="4881"/>
                  </a:cubicBezTo>
                  <a:cubicBezTo>
                    <a:pt x="16550" y="4814"/>
                    <a:pt x="16550" y="4814"/>
                    <a:pt x="16550" y="4814"/>
                  </a:cubicBezTo>
                  <a:cubicBezTo>
                    <a:pt x="16550" y="4814"/>
                    <a:pt x="16550" y="4814"/>
                    <a:pt x="16550" y="4814"/>
                  </a:cubicBezTo>
                  <a:cubicBezTo>
                    <a:pt x="16606" y="4814"/>
                    <a:pt x="16606" y="4814"/>
                    <a:pt x="16606" y="4814"/>
                  </a:cubicBezTo>
                  <a:cubicBezTo>
                    <a:pt x="16606" y="4814"/>
                    <a:pt x="16606" y="4814"/>
                    <a:pt x="16606" y="4814"/>
                  </a:cubicBezTo>
                  <a:cubicBezTo>
                    <a:pt x="16662" y="4814"/>
                    <a:pt x="16662" y="4814"/>
                    <a:pt x="16662" y="4814"/>
                  </a:cubicBezTo>
                  <a:cubicBezTo>
                    <a:pt x="16718" y="4881"/>
                    <a:pt x="16718" y="4881"/>
                    <a:pt x="16718" y="4881"/>
                  </a:cubicBezTo>
                  <a:cubicBezTo>
                    <a:pt x="16662" y="4948"/>
                    <a:pt x="16662" y="4948"/>
                    <a:pt x="16662" y="4948"/>
                  </a:cubicBezTo>
                  <a:cubicBezTo>
                    <a:pt x="16718" y="4881"/>
                    <a:pt x="16718" y="4881"/>
                    <a:pt x="16718" y="4881"/>
                  </a:cubicBezTo>
                  <a:cubicBezTo>
                    <a:pt x="16831" y="4881"/>
                    <a:pt x="16831" y="4881"/>
                    <a:pt x="16831" y="4881"/>
                  </a:cubicBezTo>
                  <a:cubicBezTo>
                    <a:pt x="16887" y="4881"/>
                    <a:pt x="16887" y="4881"/>
                    <a:pt x="16887" y="4881"/>
                  </a:cubicBezTo>
                  <a:cubicBezTo>
                    <a:pt x="16887" y="4948"/>
                    <a:pt x="16887" y="4948"/>
                    <a:pt x="16887" y="4948"/>
                  </a:cubicBezTo>
                  <a:cubicBezTo>
                    <a:pt x="16887" y="5015"/>
                    <a:pt x="16887" y="5015"/>
                    <a:pt x="16887" y="5015"/>
                  </a:cubicBezTo>
                  <a:cubicBezTo>
                    <a:pt x="16831" y="5082"/>
                    <a:pt x="16831" y="5082"/>
                    <a:pt x="16831" y="5082"/>
                  </a:cubicBezTo>
                  <a:cubicBezTo>
                    <a:pt x="16831" y="5082"/>
                    <a:pt x="16831" y="5082"/>
                    <a:pt x="16831" y="5082"/>
                  </a:cubicBezTo>
                  <a:cubicBezTo>
                    <a:pt x="16831" y="5149"/>
                    <a:pt x="16831" y="5149"/>
                    <a:pt x="16831" y="5149"/>
                  </a:cubicBezTo>
                  <a:cubicBezTo>
                    <a:pt x="16831" y="5149"/>
                    <a:pt x="16831" y="5149"/>
                    <a:pt x="16831" y="5149"/>
                  </a:cubicBezTo>
                  <a:cubicBezTo>
                    <a:pt x="16887" y="5149"/>
                    <a:pt x="16887" y="5149"/>
                    <a:pt x="16887" y="5149"/>
                  </a:cubicBezTo>
                  <a:cubicBezTo>
                    <a:pt x="16887" y="5149"/>
                    <a:pt x="16887" y="5149"/>
                    <a:pt x="16887" y="5149"/>
                  </a:cubicBezTo>
                  <a:cubicBezTo>
                    <a:pt x="16831" y="5216"/>
                    <a:pt x="16831" y="5216"/>
                    <a:pt x="16831" y="5216"/>
                  </a:cubicBezTo>
                  <a:cubicBezTo>
                    <a:pt x="16887" y="5216"/>
                    <a:pt x="16887" y="5216"/>
                    <a:pt x="16887" y="5216"/>
                  </a:cubicBezTo>
                  <a:cubicBezTo>
                    <a:pt x="16887" y="5149"/>
                    <a:pt x="16887" y="5149"/>
                    <a:pt x="16887" y="5149"/>
                  </a:cubicBezTo>
                  <a:cubicBezTo>
                    <a:pt x="16943" y="5149"/>
                    <a:pt x="16943" y="5149"/>
                    <a:pt x="16943" y="5149"/>
                  </a:cubicBezTo>
                  <a:cubicBezTo>
                    <a:pt x="16999" y="5149"/>
                    <a:pt x="16999" y="5149"/>
                    <a:pt x="16999" y="5149"/>
                  </a:cubicBezTo>
                  <a:cubicBezTo>
                    <a:pt x="16999" y="5149"/>
                    <a:pt x="16999" y="5149"/>
                    <a:pt x="16999" y="5149"/>
                  </a:cubicBezTo>
                  <a:cubicBezTo>
                    <a:pt x="17055" y="5149"/>
                    <a:pt x="17055" y="5149"/>
                    <a:pt x="17055" y="5149"/>
                  </a:cubicBezTo>
                  <a:cubicBezTo>
                    <a:pt x="16999" y="5216"/>
                    <a:pt x="16999" y="5216"/>
                    <a:pt x="16999" y="5216"/>
                  </a:cubicBezTo>
                  <a:cubicBezTo>
                    <a:pt x="17055" y="5216"/>
                    <a:pt x="17055" y="5216"/>
                    <a:pt x="17055" y="5216"/>
                  </a:cubicBezTo>
                  <a:cubicBezTo>
                    <a:pt x="16999" y="5349"/>
                    <a:pt x="16999" y="5349"/>
                    <a:pt x="16999" y="5349"/>
                  </a:cubicBezTo>
                  <a:cubicBezTo>
                    <a:pt x="16943" y="5416"/>
                    <a:pt x="16943" y="5416"/>
                    <a:pt x="16943" y="5416"/>
                  </a:cubicBezTo>
                  <a:cubicBezTo>
                    <a:pt x="16943" y="5416"/>
                    <a:pt x="16943" y="5416"/>
                    <a:pt x="16943" y="5416"/>
                  </a:cubicBezTo>
                  <a:cubicBezTo>
                    <a:pt x="16887" y="5483"/>
                    <a:pt x="16887" y="5483"/>
                    <a:pt x="16887" y="5483"/>
                  </a:cubicBezTo>
                  <a:cubicBezTo>
                    <a:pt x="16831" y="5483"/>
                    <a:pt x="16831" y="5483"/>
                    <a:pt x="16831" y="5483"/>
                  </a:cubicBezTo>
                  <a:cubicBezTo>
                    <a:pt x="16775" y="5550"/>
                    <a:pt x="16775" y="5550"/>
                    <a:pt x="16775" y="5550"/>
                  </a:cubicBezTo>
                  <a:cubicBezTo>
                    <a:pt x="16775" y="5550"/>
                    <a:pt x="16775" y="5550"/>
                    <a:pt x="16775" y="5550"/>
                  </a:cubicBezTo>
                  <a:cubicBezTo>
                    <a:pt x="16775" y="5483"/>
                    <a:pt x="16775" y="5483"/>
                    <a:pt x="16775" y="5483"/>
                  </a:cubicBezTo>
                  <a:cubicBezTo>
                    <a:pt x="16775" y="5416"/>
                    <a:pt x="16775" y="5416"/>
                    <a:pt x="16775" y="5416"/>
                  </a:cubicBezTo>
                  <a:cubicBezTo>
                    <a:pt x="16775" y="5416"/>
                    <a:pt x="16775" y="5416"/>
                    <a:pt x="16775" y="5416"/>
                  </a:cubicBezTo>
                  <a:cubicBezTo>
                    <a:pt x="16775" y="5416"/>
                    <a:pt x="16775" y="5416"/>
                    <a:pt x="16775" y="5416"/>
                  </a:cubicBezTo>
                  <a:cubicBezTo>
                    <a:pt x="16718" y="5483"/>
                    <a:pt x="16718" y="5483"/>
                    <a:pt x="16718" y="5483"/>
                  </a:cubicBezTo>
                  <a:cubicBezTo>
                    <a:pt x="16662" y="5483"/>
                    <a:pt x="16662" y="5483"/>
                    <a:pt x="16662" y="5483"/>
                  </a:cubicBezTo>
                  <a:cubicBezTo>
                    <a:pt x="16606" y="5550"/>
                    <a:pt x="16606" y="5550"/>
                    <a:pt x="16606" y="5550"/>
                  </a:cubicBezTo>
                  <a:cubicBezTo>
                    <a:pt x="16606" y="5550"/>
                    <a:pt x="16606" y="5550"/>
                    <a:pt x="16606" y="5550"/>
                  </a:cubicBezTo>
                  <a:cubicBezTo>
                    <a:pt x="16550" y="5550"/>
                    <a:pt x="16550" y="5550"/>
                    <a:pt x="16550" y="5550"/>
                  </a:cubicBezTo>
                  <a:cubicBezTo>
                    <a:pt x="16438" y="5617"/>
                    <a:pt x="16438" y="5617"/>
                    <a:pt x="16438" y="5617"/>
                  </a:cubicBezTo>
                  <a:cubicBezTo>
                    <a:pt x="16438" y="5617"/>
                    <a:pt x="16438" y="5617"/>
                    <a:pt x="16438" y="5617"/>
                  </a:cubicBezTo>
                  <a:cubicBezTo>
                    <a:pt x="16382" y="5617"/>
                    <a:pt x="16382" y="5617"/>
                    <a:pt x="16382" y="5617"/>
                  </a:cubicBezTo>
                  <a:cubicBezTo>
                    <a:pt x="16326" y="5617"/>
                    <a:pt x="16326" y="5617"/>
                    <a:pt x="16326" y="5617"/>
                  </a:cubicBezTo>
                  <a:cubicBezTo>
                    <a:pt x="16326" y="5617"/>
                    <a:pt x="16326" y="5617"/>
                    <a:pt x="16326" y="5617"/>
                  </a:cubicBezTo>
                  <a:cubicBezTo>
                    <a:pt x="16326" y="5550"/>
                    <a:pt x="16326" y="5550"/>
                    <a:pt x="16326" y="5550"/>
                  </a:cubicBezTo>
                  <a:cubicBezTo>
                    <a:pt x="16326" y="5550"/>
                    <a:pt x="16326" y="5550"/>
                    <a:pt x="16326" y="5550"/>
                  </a:cubicBezTo>
                  <a:cubicBezTo>
                    <a:pt x="16382" y="5483"/>
                    <a:pt x="16382" y="5483"/>
                    <a:pt x="16382" y="5483"/>
                  </a:cubicBezTo>
                  <a:cubicBezTo>
                    <a:pt x="16382" y="5416"/>
                    <a:pt x="16382" y="5416"/>
                    <a:pt x="16382" y="5416"/>
                  </a:cubicBezTo>
                  <a:cubicBezTo>
                    <a:pt x="16326" y="5349"/>
                    <a:pt x="16326" y="5349"/>
                    <a:pt x="16326" y="5349"/>
                  </a:cubicBezTo>
                  <a:cubicBezTo>
                    <a:pt x="16326" y="5416"/>
                    <a:pt x="16326" y="5416"/>
                    <a:pt x="16326" y="5416"/>
                  </a:cubicBezTo>
                  <a:cubicBezTo>
                    <a:pt x="16214" y="5349"/>
                    <a:pt x="16214" y="5349"/>
                    <a:pt x="16214" y="5349"/>
                  </a:cubicBezTo>
                  <a:cubicBezTo>
                    <a:pt x="16214" y="5349"/>
                    <a:pt x="16214" y="5349"/>
                    <a:pt x="16214" y="5349"/>
                  </a:cubicBezTo>
                  <a:cubicBezTo>
                    <a:pt x="16270" y="5282"/>
                    <a:pt x="16270" y="5282"/>
                    <a:pt x="16270" y="5282"/>
                  </a:cubicBezTo>
                  <a:cubicBezTo>
                    <a:pt x="16270" y="5282"/>
                    <a:pt x="16270" y="5282"/>
                    <a:pt x="16270" y="5282"/>
                  </a:cubicBezTo>
                  <a:cubicBezTo>
                    <a:pt x="16270" y="5282"/>
                    <a:pt x="16270" y="5282"/>
                    <a:pt x="16270" y="5282"/>
                  </a:cubicBezTo>
                  <a:cubicBezTo>
                    <a:pt x="16214" y="5216"/>
                    <a:pt x="16214" y="5216"/>
                    <a:pt x="16214" y="5216"/>
                  </a:cubicBezTo>
                  <a:cubicBezTo>
                    <a:pt x="16214" y="5149"/>
                    <a:pt x="16214" y="5149"/>
                    <a:pt x="16214" y="5149"/>
                  </a:cubicBezTo>
                  <a:cubicBezTo>
                    <a:pt x="16214" y="5149"/>
                    <a:pt x="16214" y="5149"/>
                    <a:pt x="16214" y="5149"/>
                  </a:cubicBezTo>
                  <a:cubicBezTo>
                    <a:pt x="16214" y="5082"/>
                    <a:pt x="16214" y="5082"/>
                    <a:pt x="16214" y="5082"/>
                  </a:cubicBezTo>
                  <a:cubicBezTo>
                    <a:pt x="16214" y="5015"/>
                    <a:pt x="16214" y="5015"/>
                    <a:pt x="16214" y="5015"/>
                  </a:cubicBezTo>
                  <a:cubicBezTo>
                    <a:pt x="16214" y="5082"/>
                    <a:pt x="16214" y="5082"/>
                    <a:pt x="16214" y="5082"/>
                  </a:cubicBezTo>
                  <a:cubicBezTo>
                    <a:pt x="16157" y="5149"/>
                    <a:pt x="16157" y="5149"/>
                    <a:pt x="16157" y="5149"/>
                  </a:cubicBezTo>
                  <a:cubicBezTo>
                    <a:pt x="16214" y="5282"/>
                    <a:pt x="16214" y="5282"/>
                    <a:pt x="16214" y="5282"/>
                  </a:cubicBezTo>
                  <a:cubicBezTo>
                    <a:pt x="16214" y="5282"/>
                    <a:pt x="16214" y="5282"/>
                    <a:pt x="16214" y="5282"/>
                  </a:cubicBezTo>
                  <a:cubicBezTo>
                    <a:pt x="16157" y="5349"/>
                    <a:pt x="16157" y="5349"/>
                    <a:pt x="16157" y="5349"/>
                  </a:cubicBezTo>
                  <a:cubicBezTo>
                    <a:pt x="16157" y="5349"/>
                    <a:pt x="16157" y="5349"/>
                    <a:pt x="16157" y="5349"/>
                  </a:cubicBezTo>
                  <a:cubicBezTo>
                    <a:pt x="16157" y="5416"/>
                    <a:pt x="16157" y="5416"/>
                    <a:pt x="16157" y="5416"/>
                  </a:cubicBezTo>
                  <a:cubicBezTo>
                    <a:pt x="16101" y="5416"/>
                    <a:pt x="16101" y="5416"/>
                    <a:pt x="16101" y="5416"/>
                  </a:cubicBezTo>
                  <a:cubicBezTo>
                    <a:pt x="16045" y="5416"/>
                    <a:pt x="16045" y="5416"/>
                    <a:pt x="16045" y="5416"/>
                  </a:cubicBezTo>
                  <a:cubicBezTo>
                    <a:pt x="16045" y="5349"/>
                    <a:pt x="16045" y="5349"/>
                    <a:pt x="16045" y="5349"/>
                  </a:cubicBezTo>
                  <a:cubicBezTo>
                    <a:pt x="15989" y="5349"/>
                    <a:pt x="15989" y="5349"/>
                    <a:pt x="15989" y="5349"/>
                  </a:cubicBezTo>
                  <a:cubicBezTo>
                    <a:pt x="16045" y="5216"/>
                    <a:pt x="16045" y="5216"/>
                    <a:pt x="16045" y="5216"/>
                  </a:cubicBezTo>
                  <a:cubicBezTo>
                    <a:pt x="16045" y="5149"/>
                    <a:pt x="16045" y="5149"/>
                    <a:pt x="16045" y="5149"/>
                  </a:cubicBezTo>
                  <a:cubicBezTo>
                    <a:pt x="16045" y="5149"/>
                    <a:pt x="16045" y="5149"/>
                    <a:pt x="16045" y="5149"/>
                  </a:cubicBezTo>
                  <a:cubicBezTo>
                    <a:pt x="16101" y="5082"/>
                    <a:pt x="16101" y="5082"/>
                    <a:pt x="16101" y="5082"/>
                  </a:cubicBezTo>
                  <a:cubicBezTo>
                    <a:pt x="16045" y="5082"/>
                    <a:pt x="16045" y="5082"/>
                    <a:pt x="16045" y="5082"/>
                  </a:cubicBezTo>
                  <a:cubicBezTo>
                    <a:pt x="15989" y="5149"/>
                    <a:pt x="15989" y="5149"/>
                    <a:pt x="15989" y="5149"/>
                  </a:cubicBezTo>
                  <a:cubicBezTo>
                    <a:pt x="15989" y="5216"/>
                    <a:pt x="15989" y="5216"/>
                    <a:pt x="15989" y="5216"/>
                  </a:cubicBezTo>
                  <a:cubicBezTo>
                    <a:pt x="15989" y="5216"/>
                    <a:pt x="15989" y="5216"/>
                    <a:pt x="15989" y="5216"/>
                  </a:cubicBezTo>
                  <a:cubicBezTo>
                    <a:pt x="15989" y="5349"/>
                    <a:pt x="15989" y="5349"/>
                    <a:pt x="15989" y="5349"/>
                  </a:cubicBezTo>
                  <a:cubicBezTo>
                    <a:pt x="15933" y="5349"/>
                    <a:pt x="15933" y="5349"/>
                    <a:pt x="15933" y="5349"/>
                  </a:cubicBezTo>
                  <a:cubicBezTo>
                    <a:pt x="15877" y="5282"/>
                    <a:pt x="15877" y="5282"/>
                    <a:pt x="15877" y="5282"/>
                  </a:cubicBezTo>
                  <a:cubicBezTo>
                    <a:pt x="15877" y="5282"/>
                    <a:pt x="15877" y="5282"/>
                    <a:pt x="15877" y="5282"/>
                  </a:cubicBezTo>
                  <a:cubicBezTo>
                    <a:pt x="15877" y="5216"/>
                    <a:pt x="15877" y="5216"/>
                    <a:pt x="15877" y="5216"/>
                  </a:cubicBezTo>
                  <a:cubicBezTo>
                    <a:pt x="15877" y="5216"/>
                    <a:pt x="15877" y="5216"/>
                    <a:pt x="15877" y="5216"/>
                  </a:cubicBezTo>
                  <a:cubicBezTo>
                    <a:pt x="15877" y="5149"/>
                    <a:pt x="15877" y="5149"/>
                    <a:pt x="15877" y="5149"/>
                  </a:cubicBezTo>
                  <a:cubicBezTo>
                    <a:pt x="15877" y="5149"/>
                    <a:pt x="15877" y="5149"/>
                    <a:pt x="15877" y="5149"/>
                  </a:cubicBezTo>
                  <a:cubicBezTo>
                    <a:pt x="15877" y="5082"/>
                    <a:pt x="15877" y="5082"/>
                    <a:pt x="15877" y="5082"/>
                  </a:cubicBezTo>
                  <a:cubicBezTo>
                    <a:pt x="15877" y="5082"/>
                    <a:pt x="15877" y="5082"/>
                    <a:pt x="15877" y="5082"/>
                  </a:cubicBezTo>
                  <a:cubicBezTo>
                    <a:pt x="15877" y="5082"/>
                    <a:pt x="15877" y="5082"/>
                    <a:pt x="15877" y="5082"/>
                  </a:cubicBezTo>
                  <a:cubicBezTo>
                    <a:pt x="15877" y="5149"/>
                    <a:pt x="15877" y="5149"/>
                    <a:pt x="15877" y="5149"/>
                  </a:cubicBezTo>
                  <a:cubicBezTo>
                    <a:pt x="15821" y="5216"/>
                    <a:pt x="15821" y="5216"/>
                    <a:pt x="15821" y="5216"/>
                  </a:cubicBezTo>
                  <a:cubicBezTo>
                    <a:pt x="15821" y="5216"/>
                    <a:pt x="15821" y="5216"/>
                    <a:pt x="15821" y="5216"/>
                  </a:cubicBezTo>
                  <a:cubicBezTo>
                    <a:pt x="15821" y="5282"/>
                    <a:pt x="15821" y="5282"/>
                    <a:pt x="15821" y="5282"/>
                  </a:cubicBezTo>
                  <a:cubicBezTo>
                    <a:pt x="15765" y="5282"/>
                    <a:pt x="15765" y="5282"/>
                    <a:pt x="15765" y="5282"/>
                  </a:cubicBezTo>
                  <a:cubicBezTo>
                    <a:pt x="15765" y="5282"/>
                    <a:pt x="15765" y="5282"/>
                    <a:pt x="15765" y="5282"/>
                  </a:cubicBezTo>
                  <a:cubicBezTo>
                    <a:pt x="15709" y="5282"/>
                    <a:pt x="15709" y="5282"/>
                    <a:pt x="15709" y="5282"/>
                  </a:cubicBezTo>
                  <a:close/>
                  <a:moveTo>
                    <a:pt x="17055" y="13240"/>
                  </a:moveTo>
                  <a:cubicBezTo>
                    <a:pt x="17055" y="13307"/>
                    <a:pt x="17055" y="13307"/>
                    <a:pt x="17055" y="13307"/>
                  </a:cubicBezTo>
                  <a:cubicBezTo>
                    <a:pt x="17055" y="13374"/>
                    <a:pt x="17055" y="13374"/>
                    <a:pt x="17055" y="13374"/>
                  </a:cubicBezTo>
                  <a:cubicBezTo>
                    <a:pt x="17055" y="13441"/>
                    <a:pt x="17055" y="13441"/>
                    <a:pt x="17055" y="13441"/>
                  </a:cubicBezTo>
                  <a:cubicBezTo>
                    <a:pt x="17111" y="13374"/>
                    <a:pt x="17111" y="13374"/>
                    <a:pt x="17111" y="13374"/>
                  </a:cubicBezTo>
                  <a:cubicBezTo>
                    <a:pt x="17055" y="13374"/>
                    <a:pt x="17055" y="13374"/>
                    <a:pt x="17055" y="13374"/>
                  </a:cubicBezTo>
                  <a:cubicBezTo>
                    <a:pt x="17111" y="13307"/>
                    <a:pt x="17111" y="13307"/>
                    <a:pt x="17111" y="13307"/>
                  </a:cubicBezTo>
                  <a:cubicBezTo>
                    <a:pt x="17111" y="13240"/>
                    <a:pt x="17111" y="13240"/>
                    <a:pt x="17111" y="13240"/>
                  </a:cubicBezTo>
                  <a:cubicBezTo>
                    <a:pt x="17055" y="13240"/>
                    <a:pt x="17055" y="13240"/>
                    <a:pt x="17055" y="13240"/>
                  </a:cubicBezTo>
                  <a:close/>
                  <a:moveTo>
                    <a:pt x="16999" y="12973"/>
                  </a:moveTo>
                  <a:cubicBezTo>
                    <a:pt x="16999" y="12906"/>
                    <a:pt x="16999" y="12906"/>
                    <a:pt x="16999" y="12906"/>
                  </a:cubicBezTo>
                  <a:cubicBezTo>
                    <a:pt x="17055" y="12906"/>
                    <a:pt x="17055" y="12906"/>
                    <a:pt x="17055" y="12906"/>
                  </a:cubicBezTo>
                  <a:cubicBezTo>
                    <a:pt x="17055" y="12906"/>
                    <a:pt x="17055" y="12906"/>
                    <a:pt x="17055" y="12906"/>
                  </a:cubicBezTo>
                  <a:cubicBezTo>
                    <a:pt x="17055" y="12973"/>
                    <a:pt x="17055" y="12973"/>
                    <a:pt x="17055" y="12973"/>
                  </a:cubicBezTo>
                  <a:cubicBezTo>
                    <a:pt x="16999" y="12973"/>
                    <a:pt x="16999" y="12973"/>
                    <a:pt x="16999" y="12973"/>
                  </a:cubicBezTo>
                  <a:close/>
                  <a:moveTo>
                    <a:pt x="16943" y="12772"/>
                  </a:moveTo>
                  <a:cubicBezTo>
                    <a:pt x="16999" y="12705"/>
                    <a:pt x="16999" y="12705"/>
                    <a:pt x="16999" y="12705"/>
                  </a:cubicBezTo>
                  <a:cubicBezTo>
                    <a:pt x="16999" y="12705"/>
                    <a:pt x="16999" y="12705"/>
                    <a:pt x="16999" y="12705"/>
                  </a:cubicBezTo>
                  <a:cubicBezTo>
                    <a:pt x="17055" y="12705"/>
                    <a:pt x="17055" y="12705"/>
                    <a:pt x="17055" y="12705"/>
                  </a:cubicBezTo>
                  <a:cubicBezTo>
                    <a:pt x="16999" y="12772"/>
                    <a:pt x="16999" y="12772"/>
                    <a:pt x="16999" y="12772"/>
                  </a:cubicBezTo>
                  <a:cubicBezTo>
                    <a:pt x="16999" y="12772"/>
                    <a:pt x="16999" y="12772"/>
                    <a:pt x="16999" y="12772"/>
                  </a:cubicBezTo>
                  <a:cubicBezTo>
                    <a:pt x="16943" y="12772"/>
                    <a:pt x="16943" y="12772"/>
                    <a:pt x="16943" y="12772"/>
                  </a:cubicBezTo>
                  <a:close/>
                  <a:moveTo>
                    <a:pt x="16550" y="8760"/>
                  </a:moveTo>
                  <a:cubicBezTo>
                    <a:pt x="16550" y="8760"/>
                    <a:pt x="16550" y="8760"/>
                    <a:pt x="16550" y="8760"/>
                  </a:cubicBezTo>
                  <a:cubicBezTo>
                    <a:pt x="16550" y="8693"/>
                    <a:pt x="16550" y="8693"/>
                    <a:pt x="16550" y="8693"/>
                  </a:cubicBezTo>
                  <a:cubicBezTo>
                    <a:pt x="16550" y="8760"/>
                    <a:pt x="16550" y="8760"/>
                    <a:pt x="16550" y="8760"/>
                  </a:cubicBezTo>
                  <a:cubicBezTo>
                    <a:pt x="16550" y="8760"/>
                    <a:pt x="16550" y="8760"/>
                    <a:pt x="16550" y="8760"/>
                  </a:cubicBezTo>
                  <a:close/>
                  <a:moveTo>
                    <a:pt x="16606" y="8827"/>
                  </a:moveTo>
                  <a:cubicBezTo>
                    <a:pt x="16606" y="8760"/>
                    <a:pt x="16606" y="8760"/>
                    <a:pt x="16606" y="8760"/>
                  </a:cubicBezTo>
                  <a:cubicBezTo>
                    <a:pt x="16606" y="8760"/>
                    <a:pt x="16606" y="8760"/>
                    <a:pt x="16606" y="8760"/>
                  </a:cubicBezTo>
                  <a:cubicBezTo>
                    <a:pt x="16662" y="8760"/>
                    <a:pt x="16662" y="8760"/>
                    <a:pt x="16662" y="8760"/>
                  </a:cubicBezTo>
                  <a:cubicBezTo>
                    <a:pt x="16662" y="8760"/>
                    <a:pt x="16662" y="8760"/>
                    <a:pt x="16662" y="8760"/>
                  </a:cubicBezTo>
                  <a:cubicBezTo>
                    <a:pt x="16662" y="8827"/>
                    <a:pt x="16662" y="8827"/>
                    <a:pt x="16662" y="8827"/>
                  </a:cubicBezTo>
                  <a:cubicBezTo>
                    <a:pt x="16606" y="8827"/>
                    <a:pt x="16606" y="8827"/>
                    <a:pt x="16606" y="8827"/>
                  </a:cubicBezTo>
                  <a:close/>
                  <a:moveTo>
                    <a:pt x="16550" y="8960"/>
                  </a:moveTo>
                  <a:cubicBezTo>
                    <a:pt x="16550" y="8894"/>
                    <a:pt x="16550" y="8894"/>
                    <a:pt x="16550" y="8894"/>
                  </a:cubicBezTo>
                  <a:cubicBezTo>
                    <a:pt x="16550" y="8894"/>
                    <a:pt x="16550" y="8894"/>
                    <a:pt x="16550" y="8894"/>
                  </a:cubicBezTo>
                  <a:cubicBezTo>
                    <a:pt x="16550" y="8827"/>
                    <a:pt x="16550" y="8827"/>
                    <a:pt x="16550" y="8827"/>
                  </a:cubicBezTo>
                  <a:cubicBezTo>
                    <a:pt x="16550" y="8827"/>
                    <a:pt x="16550" y="8827"/>
                    <a:pt x="16550" y="8827"/>
                  </a:cubicBezTo>
                  <a:cubicBezTo>
                    <a:pt x="16550" y="8827"/>
                    <a:pt x="16550" y="8827"/>
                    <a:pt x="16550" y="8827"/>
                  </a:cubicBezTo>
                  <a:cubicBezTo>
                    <a:pt x="16606" y="8827"/>
                    <a:pt x="16606" y="8827"/>
                    <a:pt x="16606" y="8827"/>
                  </a:cubicBezTo>
                  <a:cubicBezTo>
                    <a:pt x="16606" y="8894"/>
                    <a:pt x="16606" y="8894"/>
                    <a:pt x="16606" y="8894"/>
                  </a:cubicBezTo>
                  <a:cubicBezTo>
                    <a:pt x="16550" y="8894"/>
                    <a:pt x="16550" y="8894"/>
                    <a:pt x="16550" y="8894"/>
                  </a:cubicBezTo>
                  <a:cubicBezTo>
                    <a:pt x="16550" y="8960"/>
                    <a:pt x="16550" y="8960"/>
                    <a:pt x="16550" y="8960"/>
                  </a:cubicBezTo>
                  <a:cubicBezTo>
                    <a:pt x="16550" y="8960"/>
                    <a:pt x="16550" y="8960"/>
                    <a:pt x="16550" y="8960"/>
                  </a:cubicBezTo>
                  <a:close/>
                  <a:moveTo>
                    <a:pt x="17279" y="10164"/>
                  </a:moveTo>
                  <a:cubicBezTo>
                    <a:pt x="17336" y="10097"/>
                    <a:pt x="17336" y="10097"/>
                    <a:pt x="17336" y="10097"/>
                  </a:cubicBezTo>
                  <a:cubicBezTo>
                    <a:pt x="17336" y="10164"/>
                    <a:pt x="17336" y="10164"/>
                    <a:pt x="17336" y="10164"/>
                  </a:cubicBezTo>
                  <a:cubicBezTo>
                    <a:pt x="17336" y="10164"/>
                    <a:pt x="17336" y="10164"/>
                    <a:pt x="17336" y="10164"/>
                  </a:cubicBezTo>
                  <a:cubicBezTo>
                    <a:pt x="17279" y="10164"/>
                    <a:pt x="17279" y="10164"/>
                    <a:pt x="17279" y="10164"/>
                  </a:cubicBezTo>
                  <a:cubicBezTo>
                    <a:pt x="17279" y="10164"/>
                    <a:pt x="17279" y="10164"/>
                    <a:pt x="17279" y="10164"/>
                  </a:cubicBezTo>
                  <a:close/>
                  <a:moveTo>
                    <a:pt x="17223" y="10164"/>
                  </a:moveTo>
                  <a:cubicBezTo>
                    <a:pt x="17223" y="10097"/>
                    <a:pt x="17223" y="10097"/>
                    <a:pt x="17223" y="10097"/>
                  </a:cubicBezTo>
                  <a:cubicBezTo>
                    <a:pt x="17279" y="10097"/>
                    <a:pt x="17279" y="10097"/>
                    <a:pt x="17279" y="10097"/>
                  </a:cubicBezTo>
                  <a:cubicBezTo>
                    <a:pt x="17279" y="10097"/>
                    <a:pt x="17279" y="10097"/>
                    <a:pt x="17279" y="10097"/>
                  </a:cubicBezTo>
                  <a:cubicBezTo>
                    <a:pt x="17279" y="10097"/>
                    <a:pt x="17279" y="10097"/>
                    <a:pt x="17279" y="10097"/>
                  </a:cubicBezTo>
                  <a:cubicBezTo>
                    <a:pt x="17223" y="10164"/>
                    <a:pt x="17223" y="10164"/>
                    <a:pt x="17223" y="10164"/>
                  </a:cubicBezTo>
                  <a:cubicBezTo>
                    <a:pt x="17223" y="10164"/>
                    <a:pt x="17223" y="10164"/>
                    <a:pt x="17223" y="10164"/>
                  </a:cubicBezTo>
                  <a:cubicBezTo>
                    <a:pt x="17223" y="10164"/>
                    <a:pt x="17223" y="10164"/>
                    <a:pt x="17223" y="10164"/>
                  </a:cubicBezTo>
                  <a:close/>
                  <a:moveTo>
                    <a:pt x="17055" y="10699"/>
                  </a:moveTo>
                  <a:cubicBezTo>
                    <a:pt x="17111" y="10699"/>
                    <a:pt x="17111" y="10699"/>
                    <a:pt x="17111" y="10699"/>
                  </a:cubicBezTo>
                  <a:cubicBezTo>
                    <a:pt x="17111" y="10699"/>
                    <a:pt x="17111" y="10699"/>
                    <a:pt x="17111" y="10699"/>
                  </a:cubicBezTo>
                  <a:cubicBezTo>
                    <a:pt x="17111" y="10699"/>
                    <a:pt x="17111" y="10699"/>
                    <a:pt x="17111" y="10699"/>
                  </a:cubicBezTo>
                  <a:cubicBezTo>
                    <a:pt x="17055" y="10699"/>
                    <a:pt x="17055" y="10699"/>
                    <a:pt x="17055" y="10699"/>
                  </a:cubicBezTo>
                  <a:close/>
                  <a:moveTo>
                    <a:pt x="17279" y="10900"/>
                  </a:moveTo>
                  <a:cubicBezTo>
                    <a:pt x="17279" y="10967"/>
                    <a:pt x="17279" y="10967"/>
                    <a:pt x="17279" y="10967"/>
                  </a:cubicBezTo>
                  <a:cubicBezTo>
                    <a:pt x="17336" y="10967"/>
                    <a:pt x="17336" y="10967"/>
                    <a:pt x="17336" y="10967"/>
                  </a:cubicBezTo>
                  <a:cubicBezTo>
                    <a:pt x="17336" y="10900"/>
                    <a:pt x="17336" y="10900"/>
                    <a:pt x="17336" y="10900"/>
                  </a:cubicBezTo>
                  <a:cubicBezTo>
                    <a:pt x="17279" y="10900"/>
                    <a:pt x="17279" y="10900"/>
                    <a:pt x="17279" y="10900"/>
                  </a:cubicBezTo>
                  <a:cubicBezTo>
                    <a:pt x="17279" y="10900"/>
                    <a:pt x="17279" y="10900"/>
                    <a:pt x="17279" y="10900"/>
                  </a:cubicBezTo>
                  <a:close/>
                  <a:moveTo>
                    <a:pt x="17672" y="11368"/>
                  </a:moveTo>
                  <a:cubicBezTo>
                    <a:pt x="17616" y="11301"/>
                    <a:pt x="17616" y="11301"/>
                    <a:pt x="17616" y="11301"/>
                  </a:cubicBezTo>
                  <a:cubicBezTo>
                    <a:pt x="17672" y="11234"/>
                    <a:pt x="17672" y="11234"/>
                    <a:pt x="17672" y="11234"/>
                  </a:cubicBezTo>
                  <a:cubicBezTo>
                    <a:pt x="17672" y="11301"/>
                    <a:pt x="17672" y="11301"/>
                    <a:pt x="17672" y="11301"/>
                  </a:cubicBezTo>
                  <a:cubicBezTo>
                    <a:pt x="17672" y="11301"/>
                    <a:pt x="17672" y="11301"/>
                    <a:pt x="17672" y="11301"/>
                  </a:cubicBezTo>
                  <a:cubicBezTo>
                    <a:pt x="17672" y="11368"/>
                    <a:pt x="17672" y="11368"/>
                    <a:pt x="17672" y="11368"/>
                  </a:cubicBezTo>
                  <a:cubicBezTo>
                    <a:pt x="17672" y="11368"/>
                    <a:pt x="17672" y="11368"/>
                    <a:pt x="17672" y="11368"/>
                  </a:cubicBezTo>
                  <a:close/>
                  <a:moveTo>
                    <a:pt x="17841" y="11569"/>
                  </a:moveTo>
                  <a:cubicBezTo>
                    <a:pt x="17841" y="11569"/>
                    <a:pt x="17841" y="11569"/>
                    <a:pt x="17841" y="11569"/>
                  </a:cubicBezTo>
                  <a:cubicBezTo>
                    <a:pt x="17897" y="11502"/>
                    <a:pt x="17897" y="11502"/>
                    <a:pt x="17897" y="11502"/>
                  </a:cubicBezTo>
                  <a:cubicBezTo>
                    <a:pt x="17897" y="11502"/>
                    <a:pt x="17897" y="11502"/>
                    <a:pt x="17897" y="11502"/>
                  </a:cubicBezTo>
                  <a:cubicBezTo>
                    <a:pt x="17897" y="11502"/>
                    <a:pt x="17897" y="11502"/>
                    <a:pt x="17897" y="11502"/>
                  </a:cubicBezTo>
                  <a:cubicBezTo>
                    <a:pt x="17897" y="11569"/>
                    <a:pt x="17897" y="11569"/>
                    <a:pt x="17897" y="11569"/>
                  </a:cubicBezTo>
                  <a:cubicBezTo>
                    <a:pt x="17841" y="11569"/>
                    <a:pt x="17841" y="11569"/>
                    <a:pt x="17841" y="11569"/>
                  </a:cubicBezTo>
                  <a:cubicBezTo>
                    <a:pt x="17841" y="11569"/>
                    <a:pt x="17841" y="11569"/>
                    <a:pt x="17841" y="11569"/>
                  </a:cubicBezTo>
                  <a:close/>
                  <a:moveTo>
                    <a:pt x="16438" y="5884"/>
                  </a:moveTo>
                  <a:cubicBezTo>
                    <a:pt x="16438" y="5817"/>
                    <a:pt x="16438" y="5817"/>
                    <a:pt x="16438" y="5817"/>
                  </a:cubicBezTo>
                  <a:cubicBezTo>
                    <a:pt x="16494" y="5817"/>
                    <a:pt x="16494" y="5817"/>
                    <a:pt x="16494" y="5817"/>
                  </a:cubicBezTo>
                  <a:cubicBezTo>
                    <a:pt x="16494" y="5751"/>
                    <a:pt x="16494" y="5751"/>
                    <a:pt x="16494" y="5751"/>
                  </a:cubicBezTo>
                  <a:cubicBezTo>
                    <a:pt x="16606" y="5684"/>
                    <a:pt x="16606" y="5684"/>
                    <a:pt x="16606" y="5684"/>
                  </a:cubicBezTo>
                  <a:cubicBezTo>
                    <a:pt x="16662" y="5684"/>
                    <a:pt x="16662" y="5684"/>
                    <a:pt x="16662" y="5684"/>
                  </a:cubicBezTo>
                  <a:cubicBezTo>
                    <a:pt x="16662" y="5684"/>
                    <a:pt x="16662" y="5684"/>
                    <a:pt x="16662" y="5684"/>
                  </a:cubicBezTo>
                  <a:cubicBezTo>
                    <a:pt x="16550" y="5751"/>
                    <a:pt x="16550" y="5751"/>
                    <a:pt x="16550" y="5751"/>
                  </a:cubicBezTo>
                  <a:cubicBezTo>
                    <a:pt x="16550" y="5817"/>
                    <a:pt x="16550" y="5817"/>
                    <a:pt x="16550" y="5817"/>
                  </a:cubicBezTo>
                  <a:cubicBezTo>
                    <a:pt x="16550" y="5817"/>
                    <a:pt x="16550" y="5817"/>
                    <a:pt x="16550" y="5817"/>
                  </a:cubicBezTo>
                  <a:cubicBezTo>
                    <a:pt x="16550" y="5884"/>
                    <a:pt x="16550" y="5884"/>
                    <a:pt x="16550" y="5884"/>
                  </a:cubicBezTo>
                  <a:cubicBezTo>
                    <a:pt x="16550" y="5884"/>
                    <a:pt x="16550" y="5884"/>
                    <a:pt x="16550" y="5884"/>
                  </a:cubicBezTo>
                  <a:cubicBezTo>
                    <a:pt x="16550" y="5817"/>
                    <a:pt x="16550" y="5817"/>
                    <a:pt x="16550" y="5817"/>
                  </a:cubicBezTo>
                  <a:cubicBezTo>
                    <a:pt x="16494" y="5817"/>
                    <a:pt x="16494" y="5817"/>
                    <a:pt x="16494" y="5817"/>
                  </a:cubicBezTo>
                  <a:cubicBezTo>
                    <a:pt x="16494" y="5884"/>
                    <a:pt x="16494" y="5884"/>
                    <a:pt x="16494" y="5884"/>
                  </a:cubicBezTo>
                  <a:cubicBezTo>
                    <a:pt x="16438" y="5884"/>
                    <a:pt x="16438" y="5884"/>
                    <a:pt x="16438" y="5884"/>
                  </a:cubicBezTo>
                  <a:close/>
                  <a:moveTo>
                    <a:pt x="16214" y="5617"/>
                  </a:moveTo>
                  <a:cubicBezTo>
                    <a:pt x="16214" y="5617"/>
                    <a:pt x="16214" y="5617"/>
                    <a:pt x="16214" y="5617"/>
                  </a:cubicBezTo>
                  <a:cubicBezTo>
                    <a:pt x="16270" y="5617"/>
                    <a:pt x="16270" y="5617"/>
                    <a:pt x="16270" y="5617"/>
                  </a:cubicBezTo>
                  <a:cubicBezTo>
                    <a:pt x="16270" y="5617"/>
                    <a:pt x="16270" y="5617"/>
                    <a:pt x="16270" y="5617"/>
                  </a:cubicBezTo>
                  <a:cubicBezTo>
                    <a:pt x="16270" y="5617"/>
                    <a:pt x="16270" y="5617"/>
                    <a:pt x="16270" y="5617"/>
                  </a:cubicBezTo>
                  <a:cubicBezTo>
                    <a:pt x="16214" y="5617"/>
                    <a:pt x="16214" y="5617"/>
                    <a:pt x="16214" y="5617"/>
                  </a:cubicBezTo>
                  <a:close/>
                  <a:moveTo>
                    <a:pt x="14867" y="4948"/>
                  </a:moveTo>
                  <a:cubicBezTo>
                    <a:pt x="14811" y="4948"/>
                    <a:pt x="14811" y="4948"/>
                    <a:pt x="14811" y="4948"/>
                  </a:cubicBezTo>
                  <a:cubicBezTo>
                    <a:pt x="14811" y="4881"/>
                    <a:pt x="14811" y="4881"/>
                    <a:pt x="14811" y="4881"/>
                  </a:cubicBezTo>
                  <a:cubicBezTo>
                    <a:pt x="14811" y="4814"/>
                    <a:pt x="14811" y="4814"/>
                    <a:pt x="14811" y="4814"/>
                  </a:cubicBezTo>
                  <a:cubicBezTo>
                    <a:pt x="14811" y="4747"/>
                    <a:pt x="14811" y="4747"/>
                    <a:pt x="14811" y="4747"/>
                  </a:cubicBezTo>
                  <a:cubicBezTo>
                    <a:pt x="14811" y="4681"/>
                    <a:pt x="14811" y="4681"/>
                    <a:pt x="14811" y="4681"/>
                  </a:cubicBezTo>
                  <a:cubicBezTo>
                    <a:pt x="14811" y="4681"/>
                    <a:pt x="14811" y="4681"/>
                    <a:pt x="14811" y="4681"/>
                  </a:cubicBezTo>
                  <a:cubicBezTo>
                    <a:pt x="14867" y="4681"/>
                    <a:pt x="14867" y="4681"/>
                    <a:pt x="14867" y="4681"/>
                  </a:cubicBezTo>
                  <a:cubicBezTo>
                    <a:pt x="14923" y="4681"/>
                    <a:pt x="14923" y="4681"/>
                    <a:pt x="14923" y="4681"/>
                  </a:cubicBezTo>
                  <a:cubicBezTo>
                    <a:pt x="14923" y="4747"/>
                    <a:pt x="14923" y="4747"/>
                    <a:pt x="14923" y="4747"/>
                  </a:cubicBezTo>
                  <a:cubicBezTo>
                    <a:pt x="14867" y="4881"/>
                    <a:pt x="14867" y="4881"/>
                    <a:pt x="14867" y="4881"/>
                  </a:cubicBezTo>
                  <a:cubicBezTo>
                    <a:pt x="14867" y="4881"/>
                    <a:pt x="14867" y="4881"/>
                    <a:pt x="14867" y="4881"/>
                  </a:cubicBezTo>
                  <a:cubicBezTo>
                    <a:pt x="14867" y="4948"/>
                    <a:pt x="14867" y="4948"/>
                    <a:pt x="14867" y="4948"/>
                  </a:cubicBezTo>
                  <a:cubicBezTo>
                    <a:pt x="14923" y="4948"/>
                    <a:pt x="14923" y="4948"/>
                    <a:pt x="14923" y="4948"/>
                  </a:cubicBezTo>
                  <a:cubicBezTo>
                    <a:pt x="14867" y="4948"/>
                    <a:pt x="14867" y="4948"/>
                    <a:pt x="14867" y="4948"/>
                  </a:cubicBezTo>
                  <a:close/>
                  <a:moveTo>
                    <a:pt x="14867" y="2006"/>
                  </a:moveTo>
                  <a:cubicBezTo>
                    <a:pt x="14923" y="1939"/>
                    <a:pt x="14923" y="1939"/>
                    <a:pt x="14923" y="1939"/>
                  </a:cubicBezTo>
                  <a:cubicBezTo>
                    <a:pt x="14923" y="1872"/>
                    <a:pt x="14923" y="1872"/>
                    <a:pt x="14923" y="1872"/>
                  </a:cubicBezTo>
                  <a:cubicBezTo>
                    <a:pt x="14923" y="1805"/>
                    <a:pt x="14923" y="1805"/>
                    <a:pt x="14923" y="1805"/>
                  </a:cubicBezTo>
                  <a:cubicBezTo>
                    <a:pt x="15035" y="1805"/>
                    <a:pt x="15035" y="1805"/>
                    <a:pt x="15035" y="1805"/>
                  </a:cubicBezTo>
                  <a:cubicBezTo>
                    <a:pt x="15035" y="1738"/>
                    <a:pt x="15035" y="1738"/>
                    <a:pt x="15035" y="1738"/>
                  </a:cubicBezTo>
                  <a:cubicBezTo>
                    <a:pt x="15035" y="1671"/>
                    <a:pt x="15035" y="1671"/>
                    <a:pt x="15035" y="1671"/>
                  </a:cubicBezTo>
                  <a:cubicBezTo>
                    <a:pt x="14979" y="1671"/>
                    <a:pt x="14979" y="1671"/>
                    <a:pt x="14979" y="1671"/>
                  </a:cubicBezTo>
                  <a:cubicBezTo>
                    <a:pt x="14923" y="1671"/>
                    <a:pt x="14923" y="1671"/>
                    <a:pt x="14923" y="1671"/>
                  </a:cubicBezTo>
                  <a:cubicBezTo>
                    <a:pt x="14979" y="1604"/>
                    <a:pt x="14979" y="1604"/>
                    <a:pt x="14979" y="1604"/>
                  </a:cubicBezTo>
                  <a:cubicBezTo>
                    <a:pt x="14923" y="1604"/>
                    <a:pt x="14923" y="1604"/>
                    <a:pt x="14923" y="1604"/>
                  </a:cubicBezTo>
                  <a:cubicBezTo>
                    <a:pt x="14867" y="1671"/>
                    <a:pt x="14867" y="1671"/>
                    <a:pt x="14867" y="1671"/>
                  </a:cubicBezTo>
                  <a:cubicBezTo>
                    <a:pt x="14811" y="1671"/>
                    <a:pt x="14811" y="1671"/>
                    <a:pt x="14811" y="1671"/>
                  </a:cubicBezTo>
                  <a:cubicBezTo>
                    <a:pt x="14811" y="1738"/>
                    <a:pt x="14811" y="1738"/>
                    <a:pt x="14811" y="1738"/>
                  </a:cubicBezTo>
                  <a:cubicBezTo>
                    <a:pt x="14755" y="1738"/>
                    <a:pt x="14755" y="1738"/>
                    <a:pt x="14755" y="1738"/>
                  </a:cubicBezTo>
                  <a:cubicBezTo>
                    <a:pt x="14755" y="1805"/>
                    <a:pt x="14755" y="1805"/>
                    <a:pt x="14755" y="1805"/>
                  </a:cubicBezTo>
                  <a:cubicBezTo>
                    <a:pt x="14811" y="1805"/>
                    <a:pt x="14811" y="1805"/>
                    <a:pt x="14811" y="1805"/>
                  </a:cubicBezTo>
                  <a:cubicBezTo>
                    <a:pt x="14867" y="1805"/>
                    <a:pt x="14867" y="1805"/>
                    <a:pt x="14867" y="1805"/>
                  </a:cubicBezTo>
                  <a:cubicBezTo>
                    <a:pt x="14867" y="1872"/>
                    <a:pt x="14867" y="1872"/>
                    <a:pt x="14867" y="1872"/>
                  </a:cubicBezTo>
                  <a:cubicBezTo>
                    <a:pt x="14811" y="1872"/>
                    <a:pt x="14811" y="1872"/>
                    <a:pt x="14811" y="1872"/>
                  </a:cubicBezTo>
                  <a:cubicBezTo>
                    <a:pt x="14811" y="1939"/>
                    <a:pt x="14811" y="1939"/>
                    <a:pt x="14811" y="1939"/>
                  </a:cubicBezTo>
                  <a:cubicBezTo>
                    <a:pt x="14867" y="1939"/>
                    <a:pt x="14867" y="1939"/>
                    <a:pt x="14867" y="1939"/>
                  </a:cubicBezTo>
                  <a:cubicBezTo>
                    <a:pt x="14867" y="2006"/>
                    <a:pt x="14867" y="2006"/>
                    <a:pt x="14867" y="2006"/>
                  </a:cubicBezTo>
                  <a:close/>
                  <a:moveTo>
                    <a:pt x="14194" y="3611"/>
                  </a:moveTo>
                  <a:cubicBezTo>
                    <a:pt x="14194" y="3544"/>
                    <a:pt x="14194" y="3544"/>
                    <a:pt x="14194" y="3544"/>
                  </a:cubicBezTo>
                  <a:cubicBezTo>
                    <a:pt x="14250" y="3544"/>
                    <a:pt x="14250" y="3544"/>
                    <a:pt x="14250" y="3544"/>
                  </a:cubicBezTo>
                  <a:cubicBezTo>
                    <a:pt x="14194" y="3477"/>
                    <a:pt x="14194" y="3477"/>
                    <a:pt x="14194" y="3477"/>
                  </a:cubicBezTo>
                  <a:cubicBezTo>
                    <a:pt x="14194" y="3410"/>
                    <a:pt x="14194" y="3410"/>
                    <a:pt x="14194" y="3410"/>
                  </a:cubicBezTo>
                  <a:cubicBezTo>
                    <a:pt x="14194" y="3410"/>
                    <a:pt x="14194" y="3410"/>
                    <a:pt x="14194" y="3410"/>
                  </a:cubicBezTo>
                  <a:cubicBezTo>
                    <a:pt x="14194" y="3343"/>
                    <a:pt x="14194" y="3343"/>
                    <a:pt x="14194" y="3343"/>
                  </a:cubicBezTo>
                  <a:cubicBezTo>
                    <a:pt x="14194" y="3343"/>
                    <a:pt x="14194" y="3343"/>
                    <a:pt x="14194" y="3343"/>
                  </a:cubicBezTo>
                  <a:cubicBezTo>
                    <a:pt x="14250" y="3343"/>
                    <a:pt x="14250" y="3343"/>
                    <a:pt x="14250" y="3343"/>
                  </a:cubicBezTo>
                  <a:cubicBezTo>
                    <a:pt x="14306" y="3343"/>
                    <a:pt x="14306" y="3343"/>
                    <a:pt x="14306" y="3343"/>
                  </a:cubicBezTo>
                  <a:cubicBezTo>
                    <a:pt x="14306" y="3343"/>
                    <a:pt x="14306" y="3343"/>
                    <a:pt x="14306" y="3343"/>
                  </a:cubicBezTo>
                  <a:cubicBezTo>
                    <a:pt x="14362" y="3343"/>
                    <a:pt x="14362" y="3343"/>
                    <a:pt x="14362" y="3343"/>
                  </a:cubicBezTo>
                  <a:cubicBezTo>
                    <a:pt x="14306" y="3276"/>
                    <a:pt x="14306" y="3276"/>
                    <a:pt x="14306" y="3276"/>
                  </a:cubicBezTo>
                  <a:cubicBezTo>
                    <a:pt x="14250" y="3209"/>
                    <a:pt x="14250" y="3209"/>
                    <a:pt x="14250" y="3209"/>
                  </a:cubicBezTo>
                  <a:cubicBezTo>
                    <a:pt x="14250" y="3209"/>
                    <a:pt x="14250" y="3209"/>
                    <a:pt x="14250" y="3209"/>
                  </a:cubicBezTo>
                  <a:cubicBezTo>
                    <a:pt x="14306" y="3209"/>
                    <a:pt x="14306" y="3209"/>
                    <a:pt x="14306" y="3209"/>
                  </a:cubicBezTo>
                  <a:cubicBezTo>
                    <a:pt x="14250" y="3143"/>
                    <a:pt x="14250" y="3143"/>
                    <a:pt x="14250" y="3143"/>
                  </a:cubicBezTo>
                  <a:cubicBezTo>
                    <a:pt x="14306" y="3076"/>
                    <a:pt x="14306" y="3076"/>
                    <a:pt x="14306" y="3076"/>
                  </a:cubicBezTo>
                  <a:cubicBezTo>
                    <a:pt x="14306" y="3009"/>
                    <a:pt x="14306" y="3009"/>
                    <a:pt x="14306" y="3009"/>
                  </a:cubicBezTo>
                  <a:cubicBezTo>
                    <a:pt x="14306" y="2942"/>
                    <a:pt x="14306" y="2942"/>
                    <a:pt x="14306" y="2942"/>
                  </a:cubicBezTo>
                  <a:cubicBezTo>
                    <a:pt x="14362" y="2942"/>
                    <a:pt x="14362" y="2942"/>
                    <a:pt x="14362" y="2942"/>
                  </a:cubicBezTo>
                  <a:cubicBezTo>
                    <a:pt x="14362" y="2942"/>
                    <a:pt x="14362" y="2942"/>
                    <a:pt x="14362" y="2942"/>
                  </a:cubicBezTo>
                  <a:cubicBezTo>
                    <a:pt x="14362" y="2808"/>
                    <a:pt x="14362" y="2808"/>
                    <a:pt x="14362" y="2808"/>
                  </a:cubicBezTo>
                  <a:cubicBezTo>
                    <a:pt x="14418" y="2808"/>
                    <a:pt x="14418" y="2808"/>
                    <a:pt x="14418" y="2808"/>
                  </a:cubicBezTo>
                  <a:cubicBezTo>
                    <a:pt x="14474" y="2741"/>
                    <a:pt x="14474" y="2741"/>
                    <a:pt x="14474" y="2741"/>
                  </a:cubicBezTo>
                  <a:cubicBezTo>
                    <a:pt x="14530" y="2741"/>
                    <a:pt x="14530" y="2741"/>
                    <a:pt x="14530" y="2741"/>
                  </a:cubicBezTo>
                  <a:cubicBezTo>
                    <a:pt x="14587" y="2808"/>
                    <a:pt x="14587" y="2808"/>
                    <a:pt x="14587" y="2808"/>
                  </a:cubicBezTo>
                  <a:cubicBezTo>
                    <a:pt x="14587" y="2875"/>
                    <a:pt x="14587" y="2875"/>
                    <a:pt x="14587" y="2875"/>
                  </a:cubicBezTo>
                  <a:cubicBezTo>
                    <a:pt x="14587" y="2942"/>
                    <a:pt x="14587" y="2942"/>
                    <a:pt x="14587" y="2942"/>
                  </a:cubicBezTo>
                  <a:cubicBezTo>
                    <a:pt x="14643" y="2942"/>
                    <a:pt x="14643" y="2942"/>
                    <a:pt x="14643" y="2942"/>
                  </a:cubicBezTo>
                  <a:cubicBezTo>
                    <a:pt x="14643" y="2942"/>
                    <a:pt x="14643" y="2942"/>
                    <a:pt x="14643" y="2942"/>
                  </a:cubicBezTo>
                  <a:cubicBezTo>
                    <a:pt x="14643" y="3009"/>
                    <a:pt x="14643" y="3009"/>
                    <a:pt x="14643" y="3009"/>
                  </a:cubicBezTo>
                  <a:cubicBezTo>
                    <a:pt x="14699" y="3076"/>
                    <a:pt x="14699" y="3076"/>
                    <a:pt x="14699" y="3076"/>
                  </a:cubicBezTo>
                  <a:cubicBezTo>
                    <a:pt x="14699" y="3076"/>
                    <a:pt x="14699" y="3076"/>
                    <a:pt x="14699" y="3076"/>
                  </a:cubicBezTo>
                  <a:cubicBezTo>
                    <a:pt x="14699" y="3143"/>
                    <a:pt x="14699" y="3143"/>
                    <a:pt x="14699" y="3143"/>
                  </a:cubicBezTo>
                  <a:cubicBezTo>
                    <a:pt x="14755" y="3143"/>
                    <a:pt x="14755" y="3143"/>
                    <a:pt x="14755" y="3143"/>
                  </a:cubicBezTo>
                  <a:cubicBezTo>
                    <a:pt x="14755" y="3143"/>
                    <a:pt x="14755" y="3143"/>
                    <a:pt x="14755" y="3143"/>
                  </a:cubicBezTo>
                  <a:cubicBezTo>
                    <a:pt x="14755" y="3209"/>
                    <a:pt x="14755" y="3209"/>
                    <a:pt x="14755" y="3209"/>
                  </a:cubicBezTo>
                  <a:cubicBezTo>
                    <a:pt x="14811" y="3343"/>
                    <a:pt x="14811" y="3343"/>
                    <a:pt x="14811" y="3343"/>
                  </a:cubicBezTo>
                  <a:cubicBezTo>
                    <a:pt x="14755" y="3343"/>
                    <a:pt x="14755" y="3343"/>
                    <a:pt x="14755" y="3343"/>
                  </a:cubicBezTo>
                  <a:cubicBezTo>
                    <a:pt x="14699" y="3410"/>
                    <a:pt x="14699" y="3410"/>
                    <a:pt x="14699" y="3410"/>
                  </a:cubicBezTo>
                  <a:cubicBezTo>
                    <a:pt x="14699" y="3410"/>
                    <a:pt x="14699" y="3410"/>
                    <a:pt x="14699" y="3410"/>
                  </a:cubicBezTo>
                  <a:cubicBezTo>
                    <a:pt x="14643" y="3410"/>
                    <a:pt x="14643" y="3410"/>
                    <a:pt x="14643" y="3410"/>
                  </a:cubicBezTo>
                  <a:cubicBezTo>
                    <a:pt x="14643" y="3410"/>
                    <a:pt x="14643" y="3410"/>
                    <a:pt x="14643" y="3410"/>
                  </a:cubicBezTo>
                  <a:cubicBezTo>
                    <a:pt x="14699" y="3410"/>
                    <a:pt x="14699" y="3410"/>
                    <a:pt x="14699" y="3410"/>
                  </a:cubicBezTo>
                  <a:cubicBezTo>
                    <a:pt x="14699" y="3477"/>
                    <a:pt x="14699" y="3477"/>
                    <a:pt x="14699" y="3477"/>
                  </a:cubicBezTo>
                  <a:cubicBezTo>
                    <a:pt x="14699" y="3544"/>
                    <a:pt x="14699" y="3544"/>
                    <a:pt x="14699" y="3544"/>
                  </a:cubicBezTo>
                  <a:cubicBezTo>
                    <a:pt x="14587" y="3611"/>
                    <a:pt x="14587" y="3611"/>
                    <a:pt x="14587" y="3611"/>
                  </a:cubicBezTo>
                  <a:cubicBezTo>
                    <a:pt x="14587" y="3678"/>
                    <a:pt x="14587" y="3678"/>
                    <a:pt x="14587" y="3678"/>
                  </a:cubicBezTo>
                  <a:cubicBezTo>
                    <a:pt x="14530" y="3611"/>
                    <a:pt x="14530" y="3611"/>
                    <a:pt x="14530" y="3611"/>
                  </a:cubicBezTo>
                  <a:cubicBezTo>
                    <a:pt x="14530" y="3611"/>
                    <a:pt x="14530" y="3611"/>
                    <a:pt x="14530" y="3611"/>
                  </a:cubicBezTo>
                  <a:cubicBezTo>
                    <a:pt x="14530" y="3544"/>
                    <a:pt x="14530" y="3544"/>
                    <a:pt x="14530" y="3544"/>
                  </a:cubicBezTo>
                  <a:cubicBezTo>
                    <a:pt x="14474" y="3611"/>
                    <a:pt x="14474" y="3611"/>
                    <a:pt x="14474" y="3611"/>
                  </a:cubicBezTo>
                  <a:cubicBezTo>
                    <a:pt x="14418" y="3611"/>
                    <a:pt x="14418" y="3611"/>
                    <a:pt x="14418" y="3611"/>
                  </a:cubicBezTo>
                  <a:cubicBezTo>
                    <a:pt x="14362" y="3611"/>
                    <a:pt x="14362" y="3611"/>
                    <a:pt x="14362" y="3611"/>
                  </a:cubicBezTo>
                  <a:cubicBezTo>
                    <a:pt x="14306" y="3611"/>
                    <a:pt x="14306" y="3611"/>
                    <a:pt x="14306" y="3611"/>
                  </a:cubicBezTo>
                  <a:cubicBezTo>
                    <a:pt x="14306" y="3544"/>
                    <a:pt x="14306" y="3544"/>
                    <a:pt x="14306" y="3544"/>
                  </a:cubicBezTo>
                  <a:cubicBezTo>
                    <a:pt x="14306" y="3544"/>
                    <a:pt x="14306" y="3544"/>
                    <a:pt x="14306" y="3544"/>
                  </a:cubicBezTo>
                  <a:cubicBezTo>
                    <a:pt x="14250" y="3611"/>
                    <a:pt x="14250" y="3611"/>
                    <a:pt x="14250" y="3611"/>
                  </a:cubicBezTo>
                  <a:cubicBezTo>
                    <a:pt x="14194" y="3611"/>
                    <a:pt x="14194" y="3611"/>
                    <a:pt x="14194" y="3611"/>
                  </a:cubicBezTo>
                  <a:close/>
                  <a:moveTo>
                    <a:pt x="14811" y="3544"/>
                  </a:moveTo>
                  <a:cubicBezTo>
                    <a:pt x="14811" y="3544"/>
                    <a:pt x="14811" y="3544"/>
                    <a:pt x="14811" y="3544"/>
                  </a:cubicBezTo>
                  <a:cubicBezTo>
                    <a:pt x="14811" y="3477"/>
                    <a:pt x="14811" y="3477"/>
                    <a:pt x="14811" y="3477"/>
                  </a:cubicBezTo>
                  <a:cubicBezTo>
                    <a:pt x="14811" y="3410"/>
                    <a:pt x="14811" y="3410"/>
                    <a:pt x="14811" y="3410"/>
                  </a:cubicBezTo>
                  <a:cubicBezTo>
                    <a:pt x="14811" y="3410"/>
                    <a:pt x="14811" y="3410"/>
                    <a:pt x="14811" y="3410"/>
                  </a:cubicBezTo>
                  <a:cubicBezTo>
                    <a:pt x="14755" y="3410"/>
                    <a:pt x="14755" y="3410"/>
                    <a:pt x="14755" y="3410"/>
                  </a:cubicBezTo>
                  <a:cubicBezTo>
                    <a:pt x="14755" y="3477"/>
                    <a:pt x="14755" y="3477"/>
                    <a:pt x="14755" y="3477"/>
                  </a:cubicBezTo>
                  <a:cubicBezTo>
                    <a:pt x="14811" y="3544"/>
                    <a:pt x="14811" y="3544"/>
                    <a:pt x="14811" y="3544"/>
                  </a:cubicBezTo>
                  <a:close/>
                  <a:moveTo>
                    <a:pt x="14979" y="4346"/>
                  </a:moveTo>
                  <a:cubicBezTo>
                    <a:pt x="14979" y="4413"/>
                    <a:pt x="14979" y="4413"/>
                    <a:pt x="14979" y="4413"/>
                  </a:cubicBezTo>
                  <a:cubicBezTo>
                    <a:pt x="15035" y="4413"/>
                    <a:pt x="15035" y="4413"/>
                    <a:pt x="15035" y="4413"/>
                  </a:cubicBezTo>
                  <a:cubicBezTo>
                    <a:pt x="15091" y="4413"/>
                    <a:pt x="15091" y="4413"/>
                    <a:pt x="15091" y="4413"/>
                  </a:cubicBezTo>
                  <a:cubicBezTo>
                    <a:pt x="15148" y="4413"/>
                    <a:pt x="15148" y="4413"/>
                    <a:pt x="15148" y="4413"/>
                  </a:cubicBezTo>
                  <a:cubicBezTo>
                    <a:pt x="15148" y="4346"/>
                    <a:pt x="15148" y="4346"/>
                    <a:pt x="15148" y="4346"/>
                  </a:cubicBezTo>
                  <a:cubicBezTo>
                    <a:pt x="15204" y="4279"/>
                    <a:pt x="15204" y="4279"/>
                    <a:pt x="15204" y="4279"/>
                  </a:cubicBezTo>
                  <a:cubicBezTo>
                    <a:pt x="15148" y="4279"/>
                    <a:pt x="15148" y="4279"/>
                    <a:pt x="15148" y="4279"/>
                  </a:cubicBezTo>
                  <a:cubicBezTo>
                    <a:pt x="15148" y="4213"/>
                    <a:pt x="15148" y="4213"/>
                    <a:pt x="15148" y="4213"/>
                  </a:cubicBezTo>
                  <a:cubicBezTo>
                    <a:pt x="15148" y="4213"/>
                    <a:pt x="15148" y="4213"/>
                    <a:pt x="15148" y="4213"/>
                  </a:cubicBezTo>
                  <a:cubicBezTo>
                    <a:pt x="15091" y="4213"/>
                    <a:pt x="15091" y="4213"/>
                    <a:pt x="15091" y="4213"/>
                  </a:cubicBezTo>
                  <a:cubicBezTo>
                    <a:pt x="15091" y="4146"/>
                    <a:pt x="15091" y="4146"/>
                    <a:pt x="15091" y="4146"/>
                  </a:cubicBezTo>
                  <a:cubicBezTo>
                    <a:pt x="15035" y="4146"/>
                    <a:pt x="15035" y="4146"/>
                    <a:pt x="15035" y="4146"/>
                  </a:cubicBezTo>
                  <a:cubicBezTo>
                    <a:pt x="14979" y="4213"/>
                    <a:pt x="14979" y="4213"/>
                    <a:pt x="14979" y="4213"/>
                  </a:cubicBezTo>
                  <a:cubicBezTo>
                    <a:pt x="14979" y="4213"/>
                    <a:pt x="14979" y="4213"/>
                    <a:pt x="14979" y="4213"/>
                  </a:cubicBezTo>
                  <a:cubicBezTo>
                    <a:pt x="14979" y="4279"/>
                    <a:pt x="14979" y="4279"/>
                    <a:pt x="14979" y="4279"/>
                  </a:cubicBezTo>
                  <a:cubicBezTo>
                    <a:pt x="14979" y="4346"/>
                    <a:pt x="14979" y="4346"/>
                    <a:pt x="14979" y="4346"/>
                  </a:cubicBezTo>
                  <a:close/>
                  <a:moveTo>
                    <a:pt x="14923" y="4346"/>
                  </a:moveTo>
                  <a:cubicBezTo>
                    <a:pt x="14923" y="4413"/>
                    <a:pt x="14923" y="4413"/>
                    <a:pt x="14923" y="4413"/>
                  </a:cubicBezTo>
                  <a:cubicBezTo>
                    <a:pt x="14923" y="4413"/>
                    <a:pt x="14923" y="4413"/>
                    <a:pt x="14923" y="4413"/>
                  </a:cubicBezTo>
                  <a:cubicBezTo>
                    <a:pt x="14923" y="4480"/>
                    <a:pt x="14923" y="4480"/>
                    <a:pt x="14923" y="4480"/>
                  </a:cubicBezTo>
                  <a:cubicBezTo>
                    <a:pt x="14979" y="4413"/>
                    <a:pt x="14979" y="4413"/>
                    <a:pt x="14979" y="4413"/>
                  </a:cubicBezTo>
                  <a:cubicBezTo>
                    <a:pt x="14923" y="4413"/>
                    <a:pt x="14923" y="4413"/>
                    <a:pt x="14923" y="4413"/>
                  </a:cubicBezTo>
                  <a:cubicBezTo>
                    <a:pt x="14923" y="4413"/>
                    <a:pt x="14923" y="4413"/>
                    <a:pt x="14923" y="4413"/>
                  </a:cubicBezTo>
                  <a:cubicBezTo>
                    <a:pt x="14923" y="4346"/>
                    <a:pt x="14923" y="4346"/>
                    <a:pt x="14923" y="4346"/>
                  </a:cubicBezTo>
                  <a:cubicBezTo>
                    <a:pt x="14923" y="4346"/>
                    <a:pt x="14923" y="4346"/>
                    <a:pt x="14923" y="4346"/>
                  </a:cubicBezTo>
                  <a:close/>
                  <a:moveTo>
                    <a:pt x="14194" y="3945"/>
                  </a:moveTo>
                  <a:cubicBezTo>
                    <a:pt x="14194" y="3878"/>
                    <a:pt x="14194" y="3878"/>
                    <a:pt x="14194" y="3878"/>
                  </a:cubicBezTo>
                  <a:cubicBezTo>
                    <a:pt x="14194" y="3811"/>
                    <a:pt x="14194" y="3811"/>
                    <a:pt x="14194" y="3811"/>
                  </a:cubicBezTo>
                  <a:cubicBezTo>
                    <a:pt x="14250" y="3744"/>
                    <a:pt x="14250" y="3744"/>
                    <a:pt x="14250" y="3744"/>
                  </a:cubicBezTo>
                  <a:cubicBezTo>
                    <a:pt x="14306" y="3744"/>
                    <a:pt x="14306" y="3744"/>
                    <a:pt x="14306" y="3744"/>
                  </a:cubicBezTo>
                  <a:cubicBezTo>
                    <a:pt x="14306" y="3744"/>
                    <a:pt x="14306" y="3744"/>
                    <a:pt x="14306" y="3744"/>
                  </a:cubicBezTo>
                  <a:cubicBezTo>
                    <a:pt x="14362" y="3744"/>
                    <a:pt x="14362" y="3744"/>
                    <a:pt x="14362" y="3744"/>
                  </a:cubicBezTo>
                  <a:cubicBezTo>
                    <a:pt x="14418" y="3744"/>
                    <a:pt x="14418" y="3744"/>
                    <a:pt x="14418" y="3744"/>
                  </a:cubicBezTo>
                  <a:cubicBezTo>
                    <a:pt x="14418" y="3744"/>
                    <a:pt x="14418" y="3744"/>
                    <a:pt x="14418" y="3744"/>
                  </a:cubicBezTo>
                  <a:cubicBezTo>
                    <a:pt x="14418" y="3811"/>
                    <a:pt x="14418" y="3811"/>
                    <a:pt x="14418" y="3811"/>
                  </a:cubicBezTo>
                  <a:cubicBezTo>
                    <a:pt x="14474" y="3811"/>
                    <a:pt x="14474" y="3811"/>
                    <a:pt x="14474" y="3811"/>
                  </a:cubicBezTo>
                  <a:cubicBezTo>
                    <a:pt x="14474" y="3744"/>
                    <a:pt x="14474" y="3744"/>
                    <a:pt x="14474" y="3744"/>
                  </a:cubicBezTo>
                  <a:cubicBezTo>
                    <a:pt x="14530" y="3811"/>
                    <a:pt x="14530" y="3811"/>
                    <a:pt x="14530" y="3811"/>
                  </a:cubicBezTo>
                  <a:cubicBezTo>
                    <a:pt x="14587" y="3811"/>
                    <a:pt x="14587" y="3811"/>
                    <a:pt x="14587" y="3811"/>
                  </a:cubicBezTo>
                  <a:cubicBezTo>
                    <a:pt x="14587" y="3878"/>
                    <a:pt x="14587" y="3878"/>
                    <a:pt x="14587" y="3878"/>
                  </a:cubicBezTo>
                  <a:cubicBezTo>
                    <a:pt x="14643" y="3878"/>
                    <a:pt x="14643" y="3878"/>
                    <a:pt x="14643" y="3878"/>
                  </a:cubicBezTo>
                  <a:cubicBezTo>
                    <a:pt x="14643" y="3878"/>
                    <a:pt x="14643" y="3878"/>
                    <a:pt x="14643" y="3878"/>
                  </a:cubicBezTo>
                  <a:cubicBezTo>
                    <a:pt x="14643" y="3945"/>
                    <a:pt x="14643" y="3945"/>
                    <a:pt x="14643" y="3945"/>
                  </a:cubicBezTo>
                  <a:cubicBezTo>
                    <a:pt x="14699" y="3945"/>
                    <a:pt x="14699" y="3945"/>
                    <a:pt x="14699" y="3945"/>
                  </a:cubicBezTo>
                  <a:cubicBezTo>
                    <a:pt x="14699" y="3878"/>
                    <a:pt x="14699" y="3878"/>
                    <a:pt x="14699" y="3878"/>
                  </a:cubicBezTo>
                  <a:cubicBezTo>
                    <a:pt x="14755" y="3945"/>
                    <a:pt x="14755" y="3945"/>
                    <a:pt x="14755" y="3945"/>
                  </a:cubicBezTo>
                  <a:cubicBezTo>
                    <a:pt x="14755" y="4012"/>
                    <a:pt x="14755" y="4012"/>
                    <a:pt x="14755" y="4012"/>
                  </a:cubicBezTo>
                  <a:cubicBezTo>
                    <a:pt x="14755" y="4012"/>
                    <a:pt x="14755" y="4012"/>
                    <a:pt x="14755" y="4012"/>
                  </a:cubicBezTo>
                  <a:cubicBezTo>
                    <a:pt x="14755" y="4012"/>
                    <a:pt x="14755" y="4012"/>
                    <a:pt x="14755" y="4012"/>
                  </a:cubicBezTo>
                  <a:cubicBezTo>
                    <a:pt x="14755" y="4079"/>
                    <a:pt x="14755" y="4079"/>
                    <a:pt x="14755" y="4079"/>
                  </a:cubicBezTo>
                  <a:cubicBezTo>
                    <a:pt x="14699" y="4079"/>
                    <a:pt x="14699" y="4079"/>
                    <a:pt x="14699" y="4079"/>
                  </a:cubicBezTo>
                  <a:cubicBezTo>
                    <a:pt x="14643" y="4079"/>
                    <a:pt x="14643" y="4079"/>
                    <a:pt x="14643" y="4079"/>
                  </a:cubicBezTo>
                  <a:cubicBezTo>
                    <a:pt x="14587" y="4146"/>
                    <a:pt x="14587" y="4146"/>
                    <a:pt x="14587" y="4146"/>
                  </a:cubicBezTo>
                  <a:cubicBezTo>
                    <a:pt x="14530" y="4079"/>
                    <a:pt x="14530" y="4079"/>
                    <a:pt x="14530" y="4079"/>
                  </a:cubicBezTo>
                  <a:cubicBezTo>
                    <a:pt x="14474" y="4079"/>
                    <a:pt x="14474" y="4079"/>
                    <a:pt x="14474" y="4079"/>
                  </a:cubicBezTo>
                  <a:cubicBezTo>
                    <a:pt x="14418" y="4012"/>
                    <a:pt x="14418" y="4012"/>
                    <a:pt x="14418" y="4012"/>
                  </a:cubicBezTo>
                  <a:cubicBezTo>
                    <a:pt x="14362" y="4012"/>
                    <a:pt x="14362" y="4012"/>
                    <a:pt x="14362" y="4012"/>
                  </a:cubicBezTo>
                  <a:cubicBezTo>
                    <a:pt x="14306" y="4012"/>
                    <a:pt x="14306" y="4012"/>
                    <a:pt x="14306" y="4012"/>
                  </a:cubicBezTo>
                  <a:cubicBezTo>
                    <a:pt x="14250" y="3945"/>
                    <a:pt x="14250" y="3945"/>
                    <a:pt x="14250" y="3945"/>
                  </a:cubicBezTo>
                  <a:cubicBezTo>
                    <a:pt x="14194" y="3945"/>
                    <a:pt x="14194" y="3945"/>
                    <a:pt x="14194" y="3945"/>
                  </a:cubicBezTo>
                  <a:cubicBezTo>
                    <a:pt x="14194" y="3945"/>
                    <a:pt x="14194" y="3945"/>
                    <a:pt x="14194" y="3945"/>
                  </a:cubicBezTo>
                  <a:close/>
                  <a:moveTo>
                    <a:pt x="13577" y="3076"/>
                  </a:moveTo>
                  <a:cubicBezTo>
                    <a:pt x="13577" y="3009"/>
                    <a:pt x="13577" y="3009"/>
                    <a:pt x="13577" y="3009"/>
                  </a:cubicBezTo>
                  <a:cubicBezTo>
                    <a:pt x="13633" y="3009"/>
                    <a:pt x="13633" y="3009"/>
                    <a:pt x="13633" y="3009"/>
                  </a:cubicBezTo>
                  <a:cubicBezTo>
                    <a:pt x="13633" y="3009"/>
                    <a:pt x="13633" y="3009"/>
                    <a:pt x="13633" y="3009"/>
                  </a:cubicBezTo>
                  <a:cubicBezTo>
                    <a:pt x="13633" y="3076"/>
                    <a:pt x="13633" y="3076"/>
                    <a:pt x="13633" y="3076"/>
                  </a:cubicBezTo>
                  <a:cubicBezTo>
                    <a:pt x="13577" y="3076"/>
                    <a:pt x="13577" y="3076"/>
                    <a:pt x="13577" y="3076"/>
                  </a:cubicBezTo>
                  <a:cubicBezTo>
                    <a:pt x="13577" y="3076"/>
                    <a:pt x="13577" y="3076"/>
                    <a:pt x="13577" y="3076"/>
                  </a:cubicBezTo>
                  <a:close/>
                  <a:moveTo>
                    <a:pt x="13633" y="3343"/>
                  </a:moveTo>
                  <a:cubicBezTo>
                    <a:pt x="13633" y="3477"/>
                    <a:pt x="13633" y="3477"/>
                    <a:pt x="13633" y="3477"/>
                  </a:cubicBezTo>
                  <a:cubicBezTo>
                    <a:pt x="13689" y="3477"/>
                    <a:pt x="13689" y="3477"/>
                    <a:pt x="13689" y="3477"/>
                  </a:cubicBezTo>
                  <a:cubicBezTo>
                    <a:pt x="13689" y="3477"/>
                    <a:pt x="13689" y="3477"/>
                    <a:pt x="13689" y="3477"/>
                  </a:cubicBezTo>
                  <a:cubicBezTo>
                    <a:pt x="13745" y="3477"/>
                    <a:pt x="13745" y="3477"/>
                    <a:pt x="13745" y="3477"/>
                  </a:cubicBezTo>
                  <a:cubicBezTo>
                    <a:pt x="13745" y="3544"/>
                    <a:pt x="13745" y="3544"/>
                    <a:pt x="13745" y="3544"/>
                  </a:cubicBezTo>
                  <a:cubicBezTo>
                    <a:pt x="13801" y="3544"/>
                    <a:pt x="13801" y="3544"/>
                    <a:pt x="13801" y="3544"/>
                  </a:cubicBezTo>
                  <a:cubicBezTo>
                    <a:pt x="13857" y="3477"/>
                    <a:pt x="13857" y="3477"/>
                    <a:pt x="13857" y="3477"/>
                  </a:cubicBezTo>
                  <a:cubicBezTo>
                    <a:pt x="13857" y="3410"/>
                    <a:pt x="13857" y="3410"/>
                    <a:pt x="13857" y="3410"/>
                  </a:cubicBezTo>
                  <a:cubicBezTo>
                    <a:pt x="13913" y="3410"/>
                    <a:pt x="13913" y="3410"/>
                    <a:pt x="13913" y="3410"/>
                  </a:cubicBezTo>
                  <a:cubicBezTo>
                    <a:pt x="13969" y="3343"/>
                    <a:pt x="13969" y="3343"/>
                    <a:pt x="13969" y="3343"/>
                  </a:cubicBezTo>
                  <a:cubicBezTo>
                    <a:pt x="13969" y="3276"/>
                    <a:pt x="13969" y="3276"/>
                    <a:pt x="13969" y="3276"/>
                  </a:cubicBezTo>
                  <a:cubicBezTo>
                    <a:pt x="13969" y="3209"/>
                    <a:pt x="13969" y="3209"/>
                    <a:pt x="13969" y="3209"/>
                  </a:cubicBezTo>
                  <a:cubicBezTo>
                    <a:pt x="14025" y="3143"/>
                    <a:pt x="14025" y="3143"/>
                    <a:pt x="14025" y="3143"/>
                  </a:cubicBezTo>
                  <a:cubicBezTo>
                    <a:pt x="13969" y="3076"/>
                    <a:pt x="13969" y="3076"/>
                    <a:pt x="13969" y="3076"/>
                  </a:cubicBezTo>
                  <a:cubicBezTo>
                    <a:pt x="13969" y="3076"/>
                    <a:pt x="13969" y="3076"/>
                    <a:pt x="13969" y="3076"/>
                  </a:cubicBezTo>
                  <a:cubicBezTo>
                    <a:pt x="14025" y="3076"/>
                    <a:pt x="14025" y="3076"/>
                    <a:pt x="14025" y="3076"/>
                  </a:cubicBezTo>
                  <a:cubicBezTo>
                    <a:pt x="14025" y="3009"/>
                    <a:pt x="14025" y="3009"/>
                    <a:pt x="14025" y="3009"/>
                  </a:cubicBezTo>
                  <a:cubicBezTo>
                    <a:pt x="14082" y="2942"/>
                    <a:pt x="14082" y="2942"/>
                    <a:pt x="14082" y="2942"/>
                  </a:cubicBezTo>
                  <a:cubicBezTo>
                    <a:pt x="14138" y="2942"/>
                    <a:pt x="14138" y="2942"/>
                    <a:pt x="14138" y="2942"/>
                  </a:cubicBezTo>
                  <a:cubicBezTo>
                    <a:pt x="14194" y="2875"/>
                    <a:pt x="14194" y="2875"/>
                    <a:pt x="14194" y="2875"/>
                  </a:cubicBezTo>
                  <a:cubicBezTo>
                    <a:pt x="14194" y="2808"/>
                    <a:pt x="14194" y="2808"/>
                    <a:pt x="14194" y="2808"/>
                  </a:cubicBezTo>
                  <a:cubicBezTo>
                    <a:pt x="14194" y="2741"/>
                    <a:pt x="14194" y="2741"/>
                    <a:pt x="14194" y="2741"/>
                  </a:cubicBezTo>
                  <a:cubicBezTo>
                    <a:pt x="14194" y="2741"/>
                    <a:pt x="14194" y="2741"/>
                    <a:pt x="14194" y="2741"/>
                  </a:cubicBezTo>
                  <a:cubicBezTo>
                    <a:pt x="14250" y="2674"/>
                    <a:pt x="14250" y="2674"/>
                    <a:pt x="14250" y="2674"/>
                  </a:cubicBezTo>
                  <a:cubicBezTo>
                    <a:pt x="14194" y="2674"/>
                    <a:pt x="14194" y="2674"/>
                    <a:pt x="14194" y="2674"/>
                  </a:cubicBezTo>
                  <a:cubicBezTo>
                    <a:pt x="14194" y="2608"/>
                    <a:pt x="14194" y="2608"/>
                    <a:pt x="14194" y="2608"/>
                  </a:cubicBezTo>
                  <a:cubicBezTo>
                    <a:pt x="14194" y="2608"/>
                    <a:pt x="14194" y="2608"/>
                    <a:pt x="14194" y="2608"/>
                  </a:cubicBezTo>
                  <a:cubicBezTo>
                    <a:pt x="14138" y="2541"/>
                    <a:pt x="14138" y="2541"/>
                    <a:pt x="14138" y="2541"/>
                  </a:cubicBezTo>
                  <a:cubicBezTo>
                    <a:pt x="14082" y="2541"/>
                    <a:pt x="14082" y="2541"/>
                    <a:pt x="14082" y="2541"/>
                  </a:cubicBezTo>
                  <a:cubicBezTo>
                    <a:pt x="14025" y="2541"/>
                    <a:pt x="14025" y="2541"/>
                    <a:pt x="14025" y="2541"/>
                  </a:cubicBezTo>
                  <a:cubicBezTo>
                    <a:pt x="14082" y="2474"/>
                    <a:pt x="14082" y="2474"/>
                    <a:pt x="14082" y="2474"/>
                  </a:cubicBezTo>
                  <a:cubicBezTo>
                    <a:pt x="14138" y="2474"/>
                    <a:pt x="14138" y="2474"/>
                    <a:pt x="14138" y="2474"/>
                  </a:cubicBezTo>
                  <a:cubicBezTo>
                    <a:pt x="14138" y="2407"/>
                    <a:pt x="14138" y="2407"/>
                    <a:pt x="14138" y="2407"/>
                  </a:cubicBezTo>
                  <a:cubicBezTo>
                    <a:pt x="14138" y="2407"/>
                    <a:pt x="14138" y="2407"/>
                    <a:pt x="14138" y="2407"/>
                  </a:cubicBezTo>
                  <a:cubicBezTo>
                    <a:pt x="14138" y="2340"/>
                    <a:pt x="14138" y="2340"/>
                    <a:pt x="14138" y="2340"/>
                  </a:cubicBezTo>
                  <a:cubicBezTo>
                    <a:pt x="14138" y="2273"/>
                    <a:pt x="14138" y="2273"/>
                    <a:pt x="14138" y="2273"/>
                  </a:cubicBezTo>
                  <a:cubicBezTo>
                    <a:pt x="14082" y="2206"/>
                    <a:pt x="14082" y="2206"/>
                    <a:pt x="14082" y="2206"/>
                  </a:cubicBezTo>
                  <a:cubicBezTo>
                    <a:pt x="14082" y="2206"/>
                    <a:pt x="14082" y="2206"/>
                    <a:pt x="14082" y="2206"/>
                  </a:cubicBezTo>
                  <a:cubicBezTo>
                    <a:pt x="13969" y="2273"/>
                    <a:pt x="13969" y="2273"/>
                    <a:pt x="13969" y="2273"/>
                  </a:cubicBezTo>
                  <a:cubicBezTo>
                    <a:pt x="13913" y="2273"/>
                    <a:pt x="13913" y="2273"/>
                    <a:pt x="13913" y="2273"/>
                  </a:cubicBezTo>
                  <a:cubicBezTo>
                    <a:pt x="13913" y="2340"/>
                    <a:pt x="13913" y="2340"/>
                    <a:pt x="13913" y="2340"/>
                  </a:cubicBezTo>
                  <a:cubicBezTo>
                    <a:pt x="13857" y="2407"/>
                    <a:pt x="13857" y="2407"/>
                    <a:pt x="13857" y="2407"/>
                  </a:cubicBezTo>
                  <a:cubicBezTo>
                    <a:pt x="13857" y="2340"/>
                    <a:pt x="13857" y="2340"/>
                    <a:pt x="13857" y="2340"/>
                  </a:cubicBezTo>
                  <a:cubicBezTo>
                    <a:pt x="13857" y="2340"/>
                    <a:pt x="13857" y="2340"/>
                    <a:pt x="13857" y="2340"/>
                  </a:cubicBezTo>
                  <a:cubicBezTo>
                    <a:pt x="13857" y="2273"/>
                    <a:pt x="13857" y="2273"/>
                    <a:pt x="13857" y="2273"/>
                  </a:cubicBezTo>
                  <a:cubicBezTo>
                    <a:pt x="13913" y="2273"/>
                    <a:pt x="13913" y="2273"/>
                    <a:pt x="13913" y="2273"/>
                  </a:cubicBezTo>
                  <a:cubicBezTo>
                    <a:pt x="13913" y="2206"/>
                    <a:pt x="13913" y="2206"/>
                    <a:pt x="13913" y="2206"/>
                  </a:cubicBezTo>
                  <a:cubicBezTo>
                    <a:pt x="13913" y="2073"/>
                    <a:pt x="13913" y="2073"/>
                    <a:pt x="13913" y="2073"/>
                  </a:cubicBezTo>
                  <a:cubicBezTo>
                    <a:pt x="13913" y="2006"/>
                    <a:pt x="13913" y="2006"/>
                    <a:pt x="13913" y="2006"/>
                  </a:cubicBezTo>
                  <a:cubicBezTo>
                    <a:pt x="13857" y="2006"/>
                    <a:pt x="13857" y="2006"/>
                    <a:pt x="13857" y="2006"/>
                  </a:cubicBezTo>
                  <a:cubicBezTo>
                    <a:pt x="13857" y="1939"/>
                    <a:pt x="13857" y="1939"/>
                    <a:pt x="13857" y="1939"/>
                  </a:cubicBezTo>
                  <a:cubicBezTo>
                    <a:pt x="13801" y="1939"/>
                    <a:pt x="13801" y="1939"/>
                    <a:pt x="13801" y="1939"/>
                  </a:cubicBezTo>
                  <a:cubicBezTo>
                    <a:pt x="13745" y="1939"/>
                    <a:pt x="13745" y="1939"/>
                    <a:pt x="13745" y="1939"/>
                  </a:cubicBezTo>
                  <a:cubicBezTo>
                    <a:pt x="13689" y="1939"/>
                    <a:pt x="13689" y="1939"/>
                    <a:pt x="13689" y="1939"/>
                  </a:cubicBezTo>
                  <a:cubicBezTo>
                    <a:pt x="13633" y="2006"/>
                    <a:pt x="13633" y="2006"/>
                    <a:pt x="13633" y="2006"/>
                  </a:cubicBezTo>
                  <a:cubicBezTo>
                    <a:pt x="13633" y="1939"/>
                    <a:pt x="13633" y="1939"/>
                    <a:pt x="13633" y="1939"/>
                  </a:cubicBezTo>
                  <a:cubicBezTo>
                    <a:pt x="13577" y="1872"/>
                    <a:pt x="13577" y="1872"/>
                    <a:pt x="13577" y="1872"/>
                  </a:cubicBezTo>
                  <a:cubicBezTo>
                    <a:pt x="13577" y="1872"/>
                    <a:pt x="13577" y="1872"/>
                    <a:pt x="13577" y="1872"/>
                  </a:cubicBezTo>
                  <a:cubicBezTo>
                    <a:pt x="13577" y="1872"/>
                    <a:pt x="13577" y="1872"/>
                    <a:pt x="13577" y="1872"/>
                  </a:cubicBezTo>
                  <a:cubicBezTo>
                    <a:pt x="13521" y="1939"/>
                    <a:pt x="13521" y="1939"/>
                    <a:pt x="13521" y="1939"/>
                  </a:cubicBezTo>
                  <a:cubicBezTo>
                    <a:pt x="13464" y="2006"/>
                    <a:pt x="13464" y="2006"/>
                    <a:pt x="13464" y="2006"/>
                  </a:cubicBezTo>
                  <a:cubicBezTo>
                    <a:pt x="13464" y="2006"/>
                    <a:pt x="13464" y="2006"/>
                    <a:pt x="13464" y="2006"/>
                  </a:cubicBezTo>
                  <a:cubicBezTo>
                    <a:pt x="13408" y="2073"/>
                    <a:pt x="13408" y="2073"/>
                    <a:pt x="13408" y="2073"/>
                  </a:cubicBezTo>
                  <a:cubicBezTo>
                    <a:pt x="13408" y="2139"/>
                    <a:pt x="13408" y="2139"/>
                    <a:pt x="13408" y="2139"/>
                  </a:cubicBezTo>
                  <a:cubicBezTo>
                    <a:pt x="13464" y="2206"/>
                    <a:pt x="13464" y="2206"/>
                    <a:pt x="13464" y="2206"/>
                  </a:cubicBezTo>
                  <a:cubicBezTo>
                    <a:pt x="13464" y="2139"/>
                    <a:pt x="13464" y="2139"/>
                    <a:pt x="13464" y="2139"/>
                  </a:cubicBezTo>
                  <a:cubicBezTo>
                    <a:pt x="13521" y="2139"/>
                    <a:pt x="13521" y="2139"/>
                    <a:pt x="13521" y="2139"/>
                  </a:cubicBezTo>
                  <a:cubicBezTo>
                    <a:pt x="13577" y="2139"/>
                    <a:pt x="13577" y="2139"/>
                    <a:pt x="13577" y="2139"/>
                  </a:cubicBezTo>
                  <a:cubicBezTo>
                    <a:pt x="13521" y="2206"/>
                    <a:pt x="13521" y="2206"/>
                    <a:pt x="13521" y="2206"/>
                  </a:cubicBezTo>
                  <a:cubicBezTo>
                    <a:pt x="13408" y="2273"/>
                    <a:pt x="13408" y="2273"/>
                    <a:pt x="13408" y="2273"/>
                  </a:cubicBezTo>
                  <a:cubicBezTo>
                    <a:pt x="13408" y="2340"/>
                    <a:pt x="13408" y="2340"/>
                    <a:pt x="13408" y="2340"/>
                  </a:cubicBezTo>
                  <a:cubicBezTo>
                    <a:pt x="13408" y="2340"/>
                    <a:pt x="13408" y="2340"/>
                    <a:pt x="13408" y="2340"/>
                  </a:cubicBezTo>
                  <a:cubicBezTo>
                    <a:pt x="13464" y="2340"/>
                    <a:pt x="13464" y="2340"/>
                    <a:pt x="13464" y="2340"/>
                  </a:cubicBezTo>
                  <a:cubicBezTo>
                    <a:pt x="13521" y="2273"/>
                    <a:pt x="13521" y="2273"/>
                    <a:pt x="13521" y="2273"/>
                  </a:cubicBezTo>
                  <a:cubicBezTo>
                    <a:pt x="13577" y="2273"/>
                    <a:pt x="13577" y="2273"/>
                    <a:pt x="13577" y="2273"/>
                  </a:cubicBezTo>
                  <a:cubicBezTo>
                    <a:pt x="13577" y="2206"/>
                    <a:pt x="13577" y="2206"/>
                    <a:pt x="13577" y="2206"/>
                  </a:cubicBezTo>
                  <a:cubicBezTo>
                    <a:pt x="13633" y="2273"/>
                    <a:pt x="13633" y="2273"/>
                    <a:pt x="13633" y="2273"/>
                  </a:cubicBezTo>
                  <a:cubicBezTo>
                    <a:pt x="13577" y="2340"/>
                    <a:pt x="13577" y="2340"/>
                    <a:pt x="13577" y="2340"/>
                  </a:cubicBezTo>
                  <a:cubicBezTo>
                    <a:pt x="13577" y="2340"/>
                    <a:pt x="13577" y="2340"/>
                    <a:pt x="13577" y="2340"/>
                  </a:cubicBezTo>
                  <a:cubicBezTo>
                    <a:pt x="13521" y="2407"/>
                    <a:pt x="13521" y="2407"/>
                    <a:pt x="13521" y="2407"/>
                  </a:cubicBezTo>
                  <a:cubicBezTo>
                    <a:pt x="13521" y="2407"/>
                    <a:pt x="13521" y="2407"/>
                    <a:pt x="13521" y="2407"/>
                  </a:cubicBezTo>
                  <a:cubicBezTo>
                    <a:pt x="13521" y="2474"/>
                    <a:pt x="13521" y="2474"/>
                    <a:pt x="13521" y="2474"/>
                  </a:cubicBezTo>
                  <a:cubicBezTo>
                    <a:pt x="13577" y="2474"/>
                    <a:pt x="13577" y="2474"/>
                    <a:pt x="13577" y="2474"/>
                  </a:cubicBezTo>
                  <a:cubicBezTo>
                    <a:pt x="13633" y="2474"/>
                    <a:pt x="13633" y="2474"/>
                    <a:pt x="13633" y="2474"/>
                  </a:cubicBezTo>
                  <a:cubicBezTo>
                    <a:pt x="13577" y="2541"/>
                    <a:pt x="13577" y="2541"/>
                    <a:pt x="13577" y="2541"/>
                  </a:cubicBezTo>
                  <a:cubicBezTo>
                    <a:pt x="13521" y="2541"/>
                    <a:pt x="13521" y="2541"/>
                    <a:pt x="13521" y="2541"/>
                  </a:cubicBezTo>
                  <a:cubicBezTo>
                    <a:pt x="13464" y="2541"/>
                    <a:pt x="13464" y="2541"/>
                    <a:pt x="13464" y="2541"/>
                  </a:cubicBezTo>
                  <a:cubicBezTo>
                    <a:pt x="13464" y="2541"/>
                    <a:pt x="13464" y="2541"/>
                    <a:pt x="13464" y="2541"/>
                  </a:cubicBezTo>
                  <a:cubicBezTo>
                    <a:pt x="13521" y="2608"/>
                    <a:pt x="13521" y="2608"/>
                    <a:pt x="13521" y="2608"/>
                  </a:cubicBezTo>
                  <a:cubicBezTo>
                    <a:pt x="13521" y="2608"/>
                    <a:pt x="13521" y="2608"/>
                    <a:pt x="13521" y="2608"/>
                  </a:cubicBezTo>
                  <a:cubicBezTo>
                    <a:pt x="13408" y="2674"/>
                    <a:pt x="13408" y="2674"/>
                    <a:pt x="13408" y="2674"/>
                  </a:cubicBezTo>
                  <a:cubicBezTo>
                    <a:pt x="13408" y="2674"/>
                    <a:pt x="13408" y="2674"/>
                    <a:pt x="13408" y="2674"/>
                  </a:cubicBezTo>
                  <a:cubicBezTo>
                    <a:pt x="13408" y="2608"/>
                    <a:pt x="13408" y="2608"/>
                    <a:pt x="13408" y="2608"/>
                  </a:cubicBezTo>
                  <a:cubicBezTo>
                    <a:pt x="13352" y="2608"/>
                    <a:pt x="13352" y="2608"/>
                    <a:pt x="13352" y="2608"/>
                  </a:cubicBezTo>
                  <a:cubicBezTo>
                    <a:pt x="13296" y="2541"/>
                    <a:pt x="13296" y="2541"/>
                    <a:pt x="13296" y="2541"/>
                  </a:cubicBezTo>
                  <a:cubicBezTo>
                    <a:pt x="13184" y="2608"/>
                    <a:pt x="13184" y="2608"/>
                    <a:pt x="13184" y="2608"/>
                  </a:cubicBezTo>
                  <a:cubicBezTo>
                    <a:pt x="13184" y="2608"/>
                    <a:pt x="13184" y="2608"/>
                    <a:pt x="13184" y="2608"/>
                  </a:cubicBezTo>
                  <a:cubicBezTo>
                    <a:pt x="13184" y="2674"/>
                    <a:pt x="13184" y="2674"/>
                    <a:pt x="13184" y="2674"/>
                  </a:cubicBezTo>
                  <a:cubicBezTo>
                    <a:pt x="13184" y="2741"/>
                    <a:pt x="13184" y="2741"/>
                    <a:pt x="13184" y="2741"/>
                  </a:cubicBezTo>
                  <a:cubicBezTo>
                    <a:pt x="13184" y="2808"/>
                    <a:pt x="13184" y="2808"/>
                    <a:pt x="13184" y="2808"/>
                  </a:cubicBezTo>
                  <a:cubicBezTo>
                    <a:pt x="13240" y="2875"/>
                    <a:pt x="13240" y="2875"/>
                    <a:pt x="13240" y="2875"/>
                  </a:cubicBezTo>
                  <a:cubicBezTo>
                    <a:pt x="13296" y="2808"/>
                    <a:pt x="13296" y="2808"/>
                    <a:pt x="13296" y="2808"/>
                  </a:cubicBezTo>
                  <a:cubicBezTo>
                    <a:pt x="13296" y="2808"/>
                    <a:pt x="13296" y="2808"/>
                    <a:pt x="13296" y="2808"/>
                  </a:cubicBezTo>
                  <a:cubicBezTo>
                    <a:pt x="13408" y="2808"/>
                    <a:pt x="13408" y="2808"/>
                    <a:pt x="13408" y="2808"/>
                  </a:cubicBezTo>
                  <a:cubicBezTo>
                    <a:pt x="13464" y="2808"/>
                    <a:pt x="13464" y="2808"/>
                    <a:pt x="13464" y="2808"/>
                  </a:cubicBezTo>
                  <a:cubicBezTo>
                    <a:pt x="13464" y="2875"/>
                    <a:pt x="13464" y="2875"/>
                    <a:pt x="13464" y="2875"/>
                  </a:cubicBezTo>
                  <a:cubicBezTo>
                    <a:pt x="13577" y="2808"/>
                    <a:pt x="13577" y="2808"/>
                    <a:pt x="13577" y="2808"/>
                  </a:cubicBezTo>
                  <a:cubicBezTo>
                    <a:pt x="13577" y="2875"/>
                    <a:pt x="13577" y="2875"/>
                    <a:pt x="13577" y="2875"/>
                  </a:cubicBezTo>
                  <a:cubicBezTo>
                    <a:pt x="13521" y="2875"/>
                    <a:pt x="13521" y="2875"/>
                    <a:pt x="13521" y="2875"/>
                  </a:cubicBezTo>
                  <a:cubicBezTo>
                    <a:pt x="13521" y="2942"/>
                    <a:pt x="13521" y="2942"/>
                    <a:pt x="13521" y="2942"/>
                  </a:cubicBezTo>
                  <a:cubicBezTo>
                    <a:pt x="13521" y="2942"/>
                    <a:pt x="13521" y="2942"/>
                    <a:pt x="13521" y="2942"/>
                  </a:cubicBezTo>
                  <a:cubicBezTo>
                    <a:pt x="13577" y="2942"/>
                    <a:pt x="13577" y="2942"/>
                    <a:pt x="13577" y="2942"/>
                  </a:cubicBezTo>
                  <a:cubicBezTo>
                    <a:pt x="13633" y="3009"/>
                    <a:pt x="13633" y="3009"/>
                    <a:pt x="13633" y="3009"/>
                  </a:cubicBezTo>
                  <a:cubicBezTo>
                    <a:pt x="13633" y="3076"/>
                    <a:pt x="13633" y="3076"/>
                    <a:pt x="13633" y="3076"/>
                  </a:cubicBezTo>
                  <a:cubicBezTo>
                    <a:pt x="13689" y="3076"/>
                    <a:pt x="13689" y="3076"/>
                    <a:pt x="13689" y="3076"/>
                  </a:cubicBezTo>
                  <a:cubicBezTo>
                    <a:pt x="13689" y="3076"/>
                    <a:pt x="13689" y="3076"/>
                    <a:pt x="13689" y="3076"/>
                  </a:cubicBezTo>
                  <a:cubicBezTo>
                    <a:pt x="13689" y="3143"/>
                    <a:pt x="13689" y="3143"/>
                    <a:pt x="13689" y="3143"/>
                  </a:cubicBezTo>
                  <a:cubicBezTo>
                    <a:pt x="13689" y="3209"/>
                    <a:pt x="13689" y="3209"/>
                    <a:pt x="13689" y="3209"/>
                  </a:cubicBezTo>
                  <a:cubicBezTo>
                    <a:pt x="13633" y="3343"/>
                    <a:pt x="13633" y="3343"/>
                    <a:pt x="13633" y="3343"/>
                  </a:cubicBezTo>
                  <a:close/>
                  <a:moveTo>
                    <a:pt x="13352" y="2942"/>
                  </a:moveTo>
                  <a:cubicBezTo>
                    <a:pt x="13352" y="2942"/>
                    <a:pt x="13352" y="2942"/>
                    <a:pt x="13352" y="2942"/>
                  </a:cubicBezTo>
                  <a:cubicBezTo>
                    <a:pt x="13408" y="2875"/>
                    <a:pt x="13408" y="2875"/>
                    <a:pt x="13408" y="2875"/>
                  </a:cubicBezTo>
                  <a:cubicBezTo>
                    <a:pt x="13464" y="2875"/>
                    <a:pt x="13464" y="2875"/>
                    <a:pt x="13464" y="2875"/>
                  </a:cubicBezTo>
                  <a:cubicBezTo>
                    <a:pt x="13464" y="2942"/>
                    <a:pt x="13464" y="2942"/>
                    <a:pt x="13464" y="2942"/>
                  </a:cubicBezTo>
                  <a:cubicBezTo>
                    <a:pt x="13408" y="2942"/>
                    <a:pt x="13408" y="2942"/>
                    <a:pt x="13408" y="2942"/>
                  </a:cubicBezTo>
                  <a:cubicBezTo>
                    <a:pt x="13352" y="3009"/>
                    <a:pt x="13352" y="3009"/>
                    <a:pt x="13352" y="3009"/>
                  </a:cubicBezTo>
                  <a:cubicBezTo>
                    <a:pt x="13352" y="2942"/>
                    <a:pt x="13352" y="2942"/>
                    <a:pt x="13352" y="2942"/>
                  </a:cubicBezTo>
                  <a:close/>
                  <a:moveTo>
                    <a:pt x="13240" y="3276"/>
                  </a:moveTo>
                  <a:cubicBezTo>
                    <a:pt x="13296" y="3209"/>
                    <a:pt x="13296" y="3209"/>
                    <a:pt x="13296" y="3209"/>
                  </a:cubicBezTo>
                  <a:cubicBezTo>
                    <a:pt x="13352" y="3209"/>
                    <a:pt x="13352" y="3209"/>
                    <a:pt x="13352" y="3209"/>
                  </a:cubicBezTo>
                  <a:cubicBezTo>
                    <a:pt x="13408" y="3209"/>
                    <a:pt x="13408" y="3209"/>
                    <a:pt x="13408" y="3209"/>
                  </a:cubicBezTo>
                  <a:cubicBezTo>
                    <a:pt x="13521" y="3343"/>
                    <a:pt x="13521" y="3343"/>
                    <a:pt x="13521" y="3343"/>
                  </a:cubicBezTo>
                  <a:cubicBezTo>
                    <a:pt x="13464" y="3343"/>
                    <a:pt x="13464" y="3343"/>
                    <a:pt x="13464" y="3343"/>
                  </a:cubicBezTo>
                  <a:cubicBezTo>
                    <a:pt x="13521" y="3477"/>
                    <a:pt x="13521" y="3477"/>
                    <a:pt x="13521" y="3477"/>
                  </a:cubicBezTo>
                  <a:cubicBezTo>
                    <a:pt x="13464" y="3477"/>
                    <a:pt x="13464" y="3477"/>
                    <a:pt x="13464" y="3477"/>
                  </a:cubicBezTo>
                  <a:cubicBezTo>
                    <a:pt x="13408" y="3410"/>
                    <a:pt x="13408" y="3410"/>
                    <a:pt x="13408" y="3410"/>
                  </a:cubicBezTo>
                  <a:cubicBezTo>
                    <a:pt x="13352" y="3477"/>
                    <a:pt x="13352" y="3477"/>
                    <a:pt x="13352" y="3477"/>
                  </a:cubicBezTo>
                  <a:cubicBezTo>
                    <a:pt x="13352" y="3477"/>
                    <a:pt x="13352" y="3477"/>
                    <a:pt x="13352" y="3477"/>
                  </a:cubicBezTo>
                  <a:cubicBezTo>
                    <a:pt x="13296" y="3410"/>
                    <a:pt x="13296" y="3410"/>
                    <a:pt x="13296" y="3410"/>
                  </a:cubicBezTo>
                  <a:cubicBezTo>
                    <a:pt x="13240" y="3343"/>
                    <a:pt x="13240" y="3343"/>
                    <a:pt x="13240" y="3343"/>
                  </a:cubicBezTo>
                  <a:cubicBezTo>
                    <a:pt x="13240" y="3276"/>
                    <a:pt x="13240" y="3276"/>
                    <a:pt x="13240" y="3276"/>
                  </a:cubicBezTo>
                  <a:close/>
                  <a:moveTo>
                    <a:pt x="12623" y="3744"/>
                  </a:moveTo>
                  <a:cubicBezTo>
                    <a:pt x="12679" y="3678"/>
                    <a:pt x="12679" y="3678"/>
                    <a:pt x="12679" y="3678"/>
                  </a:cubicBezTo>
                  <a:cubicBezTo>
                    <a:pt x="12735" y="3678"/>
                    <a:pt x="12735" y="3678"/>
                    <a:pt x="12735" y="3678"/>
                  </a:cubicBezTo>
                  <a:cubicBezTo>
                    <a:pt x="12735" y="3744"/>
                    <a:pt x="12735" y="3744"/>
                    <a:pt x="12735" y="3744"/>
                  </a:cubicBezTo>
                  <a:cubicBezTo>
                    <a:pt x="12679" y="3744"/>
                    <a:pt x="12679" y="3744"/>
                    <a:pt x="12679" y="3744"/>
                  </a:cubicBezTo>
                  <a:cubicBezTo>
                    <a:pt x="12623" y="3744"/>
                    <a:pt x="12623" y="3744"/>
                    <a:pt x="12623" y="3744"/>
                  </a:cubicBezTo>
                  <a:close/>
                  <a:moveTo>
                    <a:pt x="12567" y="3678"/>
                  </a:moveTo>
                  <a:cubicBezTo>
                    <a:pt x="12567" y="3611"/>
                    <a:pt x="12567" y="3611"/>
                    <a:pt x="12567" y="3611"/>
                  </a:cubicBezTo>
                  <a:cubicBezTo>
                    <a:pt x="12567" y="3544"/>
                    <a:pt x="12567" y="3544"/>
                    <a:pt x="12567" y="3544"/>
                  </a:cubicBezTo>
                  <a:cubicBezTo>
                    <a:pt x="12567" y="3477"/>
                    <a:pt x="12567" y="3477"/>
                    <a:pt x="12567" y="3477"/>
                  </a:cubicBezTo>
                  <a:cubicBezTo>
                    <a:pt x="12567" y="3410"/>
                    <a:pt x="12567" y="3410"/>
                    <a:pt x="12567" y="3410"/>
                  </a:cubicBezTo>
                  <a:cubicBezTo>
                    <a:pt x="12623" y="3343"/>
                    <a:pt x="12623" y="3343"/>
                    <a:pt x="12623" y="3343"/>
                  </a:cubicBezTo>
                  <a:cubicBezTo>
                    <a:pt x="12623" y="3343"/>
                    <a:pt x="12623" y="3343"/>
                    <a:pt x="12623" y="3343"/>
                  </a:cubicBezTo>
                  <a:cubicBezTo>
                    <a:pt x="12679" y="3343"/>
                    <a:pt x="12679" y="3343"/>
                    <a:pt x="12679" y="3343"/>
                  </a:cubicBezTo>
                  <a:cubicBezTo>
                    <a:pt x="12679" y="3276"/>
                    <a:pt x="12679" y="3276"/>
                    <a:pt x="12679" y="3276"/>
                  </a:cubicBezTo>
                  <a:cubicBezTo>
                    <a:pt x="12679" y="3209"/>
                    <a:pt x="12679" y="3209"/>
                    <a:pt x="12679" y="3209"/>
                  </a:cubicBezTo>
                  <a:cubicBezTo>
                    <a:pt x="12679" y="3143"/>
                    <a:pt x="12679" y="3143"/>
                    <a:pt x="12679" y="3143"/>
                  </a:cubicBezTo>
                  <a:cubicBezTo>
                    <a:pt x="12735" y="3143"/>
                    <a:pt x="12735" y="3143"/>
                    <a:pt x="12735" y="3143"/>
                  </a:cubicBezTo>
                  <a:cubicBezTo>
                    <a:pt x="12735" y="3143"/>
                    <a:pt x="12735" y="3143"/>
                    <a:pt x="12735" y="3143"/>
                  </a:cubicBezTo>
                  <a:cubicBezTo>
                    <a:pt x="12791" y="3209"/>
                    <a:pt x="12791" y="3209"/>
                    <a:pt x="12791" y="3209"/>
                  </a:cubicBezTo>
                  <a:cubicBezTo>
                    <a:pt x="12791" y="3276"/>
                    <a:pt x="12791" y="3276"/>
                    <a:pt x="12791" y="3276"/>
                  </a:cubicBezTo>
                  <a:cubicBezTo>
                    <a:pt x="12735" y="3343"/>
                    <a:pt x="12735" y="3343"/>
                    <a:pt x="12735" y="3343"/>
                  </a:cubicBezTo>
                  <a:cubicBezTo>
                    <a:pt x="12735" y="3410"/>
                    <a:pt x="12735" y="3410"/>
                    <a:pt x="12735" y="3410"/>
                  </a:cubicBezTo>
                  <a:cubicBezTo>
                    <a:pt x="12735" y="3477"/>
                    <a:pt x="12735" y="3477"/>
                    <a:pt x="12735" y="3477"/>
                  </a:cubicBezTo>
                  <a:cubicBezTo>
                    <a:pt x="12735" y="3477"/>
                    <a:pt x="12735" y="3477"/>
                    <a:pt x="12735" y="3477"/>
                  </a:cubicBezTo>
                  <a:cubicBezTo>
                    <a:pt x="12735" y="3611"/>
                    <a:pt x="12735" y="3611"/>
                    <a:pt x="12735" y="3611"/>
                  </a:cubicBezTo>
                  <a:cubicBezTo>
                    <a:pt x="12623" y="3678"/>
                    <a:pt x="12623" y="3678"/>
                    <a:pt x="12623" y="3678"/>
                  </a:cubicBezTo>
                  <a:cubicBezTo>
                    <a:pt x="12567" y="3678"/>
                    <a:pt x="12567" y="3678"/>
                    <a:pt x="12567" y="3678"/>
                  </a:cubicBezTo>
                  <a:close/>
                  <a:moveTo>
                    <a:pt x="12006" y="2407"/>
                  </a:moveTo>
                  <a:cubicBezTo>
                    <a:pt x="12006" y="2407"/>
                    <a:pt x="12006" y="2407"/>
                    <a:pt x="12006" y="2407"/>
                  </a:cubicBezTo>
                  <a:cubicBezTo>
                    <a:pt x="11950" y="2340"/>
                    <a:pt x="11950" y="2340"/>
                    <a:pt x="11950" y="2340"/>
                  </a:cubicBezTo>
                  <a:cubicBezTo>
                    <a:pt x="12006" y="2273"/>
                    <a:pt x="12006" y="2273"/>
                    <a:pt x="12006" y="2273"/>
                  </a:cubicBezTo>
                  <a:cubicBezTo>
                    <a:pt x="11950" y="2273"/>
                    <a:pt x="11950" y="2273"/>
                    <a:pt x="11950" y="2273"/>
                  </a:cubicBezTo>
                  <a:cubicBezTo>
                    <a:pt x="11894" y="2273"/>
                    <a:pt x="11894" y="2273"/>
                    <a:pt x="11894" y="2273"/>
                  </a:cubicBezTo>
                  <a:cubicBezTo>
                    <a:pt x="11894" y="2273"/>
                    <a:pt x="11894" y="2273"/>
                    <a:pt x="11894" y="2273"/>
                  </a:cubicBezTo>
                  <a:cubicBezTo>
                    <a:pt x="11837" y="2273"/>
                    <a:pt x="11837" y="2273"/>
                    <a:pt x="11837" y="2273"/>
                  </a:cubicBezTo>
                  <a:cubicBezTo>
                    <a:pt x="11781" y="2273"/>
                    <a:pt x="11781" y="2273"/>
                    <a:pt x="11781" y="2273"/>
                  </a:cubicBezTo>
                  <a:cubicBezTo>
                    <a:pt x="11781" y="2273"/>
                    <a:pt x="11781" y="2273"/>
                    <a:pt x="11781" y="2273"/>
                  </a:cubicBezTo>
                  <a:cubicBezTo>
                    <a:pt x="11781" y="2206"/>
                    <a:pt x="11781" y="2206"/>
                    <a:pt x="11781" y="2206"/>
                  </a:cubicBezTo>
                  <a:cubicBezTo>
                    <a:pt x="11781" y="2206"/>
                    <a:pt x="11781" y="2206"/>
                    <a:pt x="11781" y="2206"/>
                  </a:cubicBezTo>
                  <a:cubicBezTo>
                    <a:pt x="11837" y="2139"/>
                    <a:pt x="11837" y="2139"/>
                    <a:pt x="11837" y="2139"/>
                  </a:cubicBezTo>
                  <a:cubicBezTo>
                    <a:pt x="11837" y="2139"/>
                    <a:pt x="11837" y="2139"/>
                    <a:pt x="11837" y="2139"/>
                  </a:cubicBezTo>
                  <a:cubicBezTo>
                    <a:pt x="11894" y="2139"/>
                    <a:pt x="11894" y="2139"/>
                    <a:pt x="11894" y="2139"/>
                  </a:cubicBezTo>
                  <a:cubicBezTo>
                    <a:pt x="12062" y="2073"/>
                    <a:pt x="12062" y="2073"/>
                    <a:pt x="12062" y="2073"/>
                  </a:cubicBezTo>
                  <a:cubicBezTo>
                    <a:pt x="12118" y="2073"/>
                    <a:pt x="12118" y="2073"/>
                    <a:pt x="12118" y="2073"/>
                  </a:cubicBezTo>
                  <a:cubicBezTo>
                    <a:pt x="12174" y="2139"/>
                    <a:pt x="12174" y="2139"/>
                    <a:pt x="12174" y="2139"/>
                  </a:cubicBezTo>
                  <a:cubicBezTo>
                    <a:pt x="12174" y="2139"/>
                    <a:pt x="12174" y="2139"/>
                    <a:pt x="12174" y="2139"/>
                  </a:cubicBezTo>
                  <a:cubicBezTo>
                    <a:pt x="12230" y="2139"/>
                    <a:pt x="12230" y="2139"/>
                    <a:pt x="12230" y="2139"/>
                  </a:cubicBezTo>
                  <a:cubicBezTo>
                    <a:pt x="12286" y="2073"/>
                    <a:pt x="12286" y="2073"/>
                    <a:pt x="12286" y="2073"/>
                  </a:cubicBezTo>
                  <a:cubicBezTo>
                    <a:pt x="12398" y="2073"/>
                    <a:pt x="12398" y="2073"/>
                    <a:pt x="12398" y="2073"/>
                  </a:cubicBezTo>
                  <a:cubicBezTo>
                    <a:pt x="12398" y="2073"/>
                    <a:pt x="12398" y="2073"/>
                    <a:pt x="12398" y="2073"/>
                  </a:cubicBezTo>
                  <a:cubicBezTo>
                    <a:pt x="12398" y="2073"/>
                    <a:pt x="12398" y="2073"/>
                    <a:pt x="12398" y="2073"/>
                  </a:cubicBezTo>
                  <a:cubicBezTo>
                    <a:pt x="12455" y="2073"/>
                    <a:pt x="12455" y="2073"/>
                    <a:pt x="12455" y="2073"/>
                  </a:cubicBezTo>
                  <a:cubicBezTo>
                    <a:pt x="12455" y="2139"/>
                    <a:pt x="12455" y="2139"/>
                    <a:pt x="12455" y="2139"/>
                  </a:cubicBezTo>
                  <a:cubicBezTo>
                    <a:pt x="12511" y="2139"/>
                    <a:pt x="12511" y="2139"/>
                    <a:pt x="12511" y="2139"/>
                  </a:cubicBezTo>
                  <a:cubicBezTo>
                    <a:pt x="12511" y="2206"/>
                    <a:pt x="12511" y="2206"/>
                    <a:pt x="12511" y="2206"/>
                  </a:cubicBezTo>
                  <a:cubicBezTo>
                    <a:pt x="12455" y="2273"/>
                    <a:pt x="12455" y="2273"/>
                    <a:pt x="12455" y="2273"/>
                  </a:cubicBezTo>
                  <a:cubicBezTo>
                    <a:pt x="12455" y="2340"/>
                    <a:pt x="12455" y="2340"/>
                    <a:pt x="12455" y="2340"/>
                  </a:cubicBezTo>
                  <a:cubicBezTo>
                    <a:pt x="12455" y="2474"/>
                    <a:pt x="12455" y="2474"/>
                    <a:pt x="12455" y="2474"/>
                  </a:cubicBezTo>
                  <a:cubicBezTo>
                    <a:pt x="12398" y="2474"/>
                    <a:pt x="12398" y="2474"/>
                    <a:pt x="12398" y="2474"/>
                  </a:cubicBezTo>
                  <a:cubicBezTo>
                    <a:pt x="12342" y="2541"/>
                    <a:pt x="12342" y="2541"/>
                    <a:pt x="12342" y="2541"/>
                  </a:cubicBezTo>
                  <a:cubicBezTo>
                    <a:pt x="12286" y="2541"/>
                    <a:pt x="12286" y="2541"/>
                    <a:pt x="12286" y="2541"/>
                  </a:cubicBezTo>
                  <a:cubicBezTo>
                    <a:pt x="12230" y="2541"/>
                    <a:pt x="12230" y="2541"/>
                    <a:pt x="12230" y="2541"/>
                  </a:cubicBezTo>
                  <a:cubicBezTo>
                    <a:pt x="12230" y="2474"/>
                    <a:pt x="12230" y="2474"/>
                    <a:pt x="12230" y="2474"/>
                  </a:cubicBezTo>
                  <a:cubicBezTo>
                    <a:pt x="12174" y="2541"/>
                    <a:pt x="12174" y="2541"/>
                    <a:pt x="12174" y="2541"/>
                  </a:cubicBezTo>
                  <a:cubicBezTo>
                    <a:pt x="12118" y="2407"/>
                    <a:pt x="12118" y="2407"/>
                    <a:pt x="12118" y="2407"/>
                  </a:cubicBezTo>
                  <a:cubicBezTo>
                    <a:pt x="12118" y="2407"/>
                    <a:pt x="12118" y="2407"/>
                    <a:pt x="12118" y="2407"/>
                  </a:cubicBezTo>
                  <a:cubicBezTo>
                    <a:pt x="12062" y="2340"/>
                    <a:pt x="12062" y="2340"/>
                    <a:pt x="12062" y="2340"/>
                  </a:cubicBezTo>
                  <a:cubicBezTo>
                    <a:pt x="12062" y="2340"/>
                    <a:pt x="12062" y="2340"/>
                    <a:pt x="12062" y="2340"/>
                  </a:cubicBezTo>
                  <a:cubicBezTo>
                    <a:pt x="12062" y="2407"/>
                    <a:pt x="12062" y="2407"/>
                    <a:pt x="12062" y="2407"/>
                  </a:cubicBezTo>
                  <a:cubicBezTo>
                    <a:pt x="12006" y="2407"/>
                    <a:pt x="12006" y="2407"/>
                    <a:pt x="12006" y="2407"/>
                  </a:cubicBezTo>
                  <a:close/>
                  <a:moveTo>
                    <a:pt x="11332" y="2808"/>
                  </a:moveTo>
                  <a:cubicBezTo>
                    <a:pt x="11389" y="2808"/>
                    <a:pt x="11389" y="2808"/>
                    <a:pt x="11389" y="2808"/>
                  </a:cubicBezTo>
                  <a:cubicBezTo>
                    <a:pt x="11389" y="2741"/>
                    <a:pt x="11389" y="2741"/>
                    <a:pt x="11389" y="2741"/>
                  </a:cubicBezTo>
                  <a:cubicBezTo>
                    <a:pt x="11445" y="2674"/>
                    <a:pt x="11445" y="2674"/>
                    <a:pt x="11445" y="2674"/>
                  </a:cubicBezTo>
                  <a:cubicBezTo>
                    <a:pt x="11445" y="2608"/>
                    <a:pt x="11445" y="2608"/>
                    <a:pt x="11445" y="2608"/>
                  </a:cubicBezTo>
                  <a:cubicBezTo>
                    <a:pt x="11501" y="2608"/>
                    <a:pt x="11501" y="2608"/>
                    <a:pt x="11501" y="2608"/>
                  </a:cubicBezTo>
                  <a:cubicBezTo>
                    <a:pt x="11557" y="2608"/>
                    <a:pt x="11557" y="2608"/>
                    <a:pt x="11557" y="2608"/>
                  </a:cubicBezTo>
                  <a:cubicBezTo>
                    <a:pt x="11557" y="2608"/>
                    <a:pt x="11557" y="2608"/>
                    <a:pt x="11557" y="2608"/>
                  </a:cubicBezTo>
                  <a:cubicBezTo>
                    <a:pt x="11669" y="2541"/>
                    <a:pt x="11669" y="2541"/>
                    <a:pt x="11669" y="2541"/>
                  </a:cubicBezTo>
                  <a:cubicBezTo>
                    <a:pt x="11725" y="2541"/>
                    <a:pt x="11725" y="2541"/>
                    <a:pt x="11725" y="2541"/>
                  </a:cubicBezTo>
                  <a:cubicBezTo>
                    <a:pt x="11781" y="2541"/>
                    <a:pt x="11781" y="2541"/>
                    <a:pt x="11781" y="2541"/>
                  </a:cubicBezTo>
                  <a:cubicBezTo>
                    <a:pt x="11781" y="2608"/>
                    <a:pt x="11781" y="2608"/>
                    <a:pt x="11781" y="2608"/>
                  </a:cubicBezTo>
                  <a:cubicBezTo>
                    <a:pt x="11837" y="2608"/>
                    <a:pt x="11837" y="2608"/>
                    <a:pt x="11837" y="2608"/>
                  </a:cubicBezTo>
                  <a:cubicBezTo>
                    <a:pt x="11894" y="2608"/>
                    <a:pt x="11894" y="2608"/>
                    <a:pt x="11894" y="2608"/>
                  </a:cubicBezTo>
                  <a:cubicBezTo>
                    <a:pt x="11950" y="2608"/>
                    <a:pt x="11950" y="2608"/>
                    <a:pt x="11950" y="2608"/>
                  </a:cubicBezTo>
                  <a:cubicBezTo>
                    <a:pt x="11950" y="2608"/>
                    <a:pt x="11950" y="2608"/>
                    <a:pt x="11950" y="2608"/>
                  </a:cubicBezTo>
                  <a:cubicBezTo>
                    <a:pt x="12006" y="2608"/>
                    <a:pt x="12006" y="2608"/>
                    <a:pt x="12006" y="2608"/>
                  </a:cubicBezTo>
                  <a:cubicBezTo>
                    <a:pt x="12062" y="2608"/>
                    <a:pt x="12062" y="2608"/>
                    <a:pt x="12062" y="2608"/>
                  </a:cubicBezTo>
                  <a:cubicBezTo>
                    <a:pt x="12118" y="2674"/>
                    <a:pt x="12118" y="2674"/>
                    <a:pt x="12118" y="2674"/>
                  </a:cubicBezTo>
                  <a:cubicBezTo>
                    <a:pt x="12174" y="2674"/>
                    <a:pt x="12174" y="2674"/>
                    <a:pt x="12174" y="2674"/>
                  </a:cubicBezTo>
                  <a:cubicBezTo>
                    <a:pt x="12174" y="2674"/>
                    <a:pt x="12174" y="2674"/>
                    <a:pt x="12174" y="2674"/>
                  </a:cubicBezTo>
                  <a:cubicBezTo>
                    <a:pt x="12118" y="2741"/>
                    <a:pt x="12118" y="2741"/>
                    <a:pt x="12118" y="2741"/>
                  </a:cubicBezTo>
                  <a:cubicBezTo>
                    <a:pt x="12062" y="2741"/>
                    <a:pt x="12062" y="2741"/>
                    <a:pt x="12062" y="2741"/>
                  </a:cubicBezTo>
                  <a:cubicBezTo>
                    <a:pt x="11950" y="2808"/>
                    <a:pt x="11950" y="2808"/>
                    <a:pt x="11950" y="2808"/>
                  </a:cubicBezTo>
                  <a:cubicBezTo>
                    <a:pt x="11950" y="2808"/>
                    <a:pt x="11950" y="2808"/>
                    <a:pt x="11950" y="2808"/>
                  </a:cubicBezTo>
                  <a:cubicBezTo>
                    <a:pt x="11837" y="2875"/>
                    <a:pt x="11837" y="2875"/>
                    <a:pt x="11837" y="2875"/>
                  </a:cubicBezTo>
                  <a:cubicBezTo>
                    <a:pt x="11837" y="2875"/>
                    <a:pt x="11837" y="2875"/>
                    <a:pt x="11837" y="2875"/>
                  </a:cubicBezTo>
                  <a:cubicBezTo>
                    <a:pt x="11894" y="2875"/>
                    <a:pt x="11894" y="2875"/>
                    <a:pt x="11894" y="2875"/>
                  </a:cubicBezTo>
                  <a:cubicBezTo>
                    <a:pt x="11950" y="2875"/>
                    <a:pt x="11950" y="2875"/>
                    <a:pt x="11950" y="2875"/>
                  </a:cubicBezTo>
                  <a:cubicBezTo>
                    <a:pt x="11950" y="2942"/>
                    <a:pt x="11950" y="2942"/>
                    <a:pt x="11950" y="2942"/>
                  </a:cubicBezTo>
                  <a:cubicBezTo>
                    <a:pt x="11894" y="3009"/>
                    <a:pt x="11894" y="3009"/>
                    <a:pt x="11894" y="3009"/>
                  </a:cubicBezTo>
                  <a:cubicBezTo>
                    <a:pt x="11894" y="3076"/>
                    <a:pt x="11894" y="3076"/>
                    <a:pt x="11894" y="3076"/>
                  </a:cubicBezTo>
                  <a:cubicBezTo>
                    <a:pt x="11837" y="3076"/>
                    <a:pt x="11837" y="3076"/>
                    <a:pt x="11837" y="3076"/>
                  </a:cubicBezTo>
                  <a:cubicBezTo>
                    <a:pt x="11837" y="3076"/>
                    <a:pt x="11837" y="3076"/>
                    <a:pt x="11837" y="3076"/>
                  </a:cubicBezTo>
                  <a:cubicBezTo>
                    <a:pt x="11781" y="3143"/>
                    <a:pt x="11781" y="3143"/>
                    <a:pt x="11781" y="3143"/>
                  </a:cubicBezTo>
                  <a:cubicBezTo>
                    <a:pt x="11725" y="3143"/>
                    <a:pt x="11725" y="3143"/>
                    <a:pt x="11725" y="3143"/>
                  </a:cubicBezTo>
                  <a:cubicBezTo>
                    <a:pt x="11669" y="3143"/>
                    <a:pt x="11669" y="3143"/>
                    <a:pt x="11669" y="3143"/>
                  </a:cubicBezTo>
                  <a:cubicBezTo>
                    <a:pt x="11613" y="3143"/>
                    <a:pt x="11613" y="3143"/>
                    <a:pt x="11613" y="3143"/>
                  </a:cubicBezTo>
                  <a:cubicBezTo>
                    <a:pt x="11613" y="3143"/>
                    <a:pt x="11613" y="3143"/>
                    <a:pt x="11613" y="3143"/>
                  </a:cubicBezTo>
                  <a:cubicBezTo>
                    <a:pt x="11557" y="3143"/>
                    <a:pt x="11557" y="3143"/>
                    <a:pt x="11557" y="3143"/>
                  </a:cubicBezTo>
                  <a:cubicBezTo>
                    <a:pt x="11501" y="3143"/>
                    <a:pt x="11501" y="3143"/>
                    <a:pt x="11501" y="3143"/>
                  </a:cubicBezTo>
                  <a:cubicBezTo>
                    <a:pt x="11445" y="3143"/>
                    <a:pt x="11445" y="3143"/>
                    <a:pt x="11445" y="3143"/>
                  </a:cubicBezTo>
                  <a:cubicBezTo>
                    <a:pt x="11445" y="3076"/>
                    <a:pt x="11445" y="3076"/>
                    <a:pt x="11445" y="3076"/>
                  </a:cubicBezTo>
                  <a:cubicBezTo>
                    <a:pt x="11445" y="3076"/>
                    <a:pt x="11445" y="3076"/>
                    <a:pt x="11445" y="3076"/>
                  </a:cubicBezTo>
                  <a:cubicBezTo>
                    <a:pt x="11445" y="3009"/>
                    <a:pt x="11445" y="3009"/>
                    <a:pt x="11445" y="3009"/>
                  </a:cubicBezTo>
                  <a:cubicBezTo>
                    <a:pt x="11389" y="2942"/>
                    <a:pt x="11389" y="2942"/>
                    <a:pt x="11389" y="2942"/>
                  </a:cubicBezTo>
                  <a:cubicBezTo>
                    <a:pt x="11332" y="2942"/>
                    <a:pt x="11332" y="2942"/>
                    <a:pt x="11332" y="2942"/>
                  </a:cubicBezTo>
                  <a:cubicBezTo>
                    <a:pt x="11332" y="2875"/>
                    <a:pt x="11332" y="2875"/>
                    <a:pt x="11332" y="2875"/>
                  </a:cubicBezTo>
                  <a:cubicBezTo>
                    <a:pt x="11332" y="2808"/>
                    <a:pt x="11332" y="2808"/>
                    <a:pt x="11332" y="2808"/>
                  </a:cubicBezTo>
                  <a:close/>
                  <a:moveTo>
                    <a:pt x="11276" y="2674"/>
                  </a:moveTo>
                  <a:cubicBezTo>
                    <a:pt x="11276" y="2674"/>
                    <a:pt x="11276" y="2674"/>
                    <a:pt x="11276" y="2674"/>
                  </a:cubicBezTo>
                  <a:cubicBezTo>
                    <a:pt x="11389" y="2674"/>
                    <a:pt x="11389" y="2674"/>
                    <a:pt x="11389" y="2674"/>
                  </a:cubicBezTo>
                  <a:cubicBezTo>
                    <a:pt x="11389" y="2608"/>
                    <a:pt x="11389" y="2608"/>
                    <a:pt x="11389" y="2608"/>
                  </a:cubicBezTo>
                  <a:cubicBezTo>
                    <a:pt x="11389" y="2541"/>
                    <a:pt x="11389" y="2541"/>
                    <a:pt x="11389" y="2541"/>
                  </a:cubicBezTo>
                  <a:cubicBezTo>
                    <a:pt x="11445" y="2474"/>
                    <a:pt x="11445" y="2474"/>
                    <a:pt x="11445" y="2474"/>
                  </a:cubicBezTo>
                  <a:cubicBezTo>
                    <a:pt x="11389" y="2474"/>
                    <a:pt x="11389" y="2474"/>
                    <a:pt x="11389" y="2474"/>
                  </a:cubicBezTo>
                  <a:cubicBezTo>
                    <a:pt x="11445" y="2407"/>
                    <a:pt x="11445" y="2407"/>
                    <a:pt x="11445" y="2407"/>
                  </a:cubicBezTo>
                  <a:cubicBezTo>
                    <a:pt x="11389" y="2407"/>
                    <a:pt x="11389" y="2407"/>
                    <a:pt x="11389" y="2407"/>
                  </a:cubicBezTo>
                  <a:cubicBezTo>
                    <a:pt x="11389" y="2407"/>
                    <a:pt x="11389" y="2407"/>
                    <a:pt x="11389" y="2407"/>
                  </a:cubicBezTo>
                  <a:cubicBezTo>
                    <a:pt x="11332" y="2340"/>
                    <a:pt x="11332" y="2340"/>
                    <a:pt x="11332" y="2340"/>
                  </a:cubicBezTo>
                  <a:cubicBezTo>
                    <a:pt x="11276" y="2407"/>
                    <a:pt x="11276" y="2407"/>
                    <a:pt x="11276" y="2407"/>
                  </a:cubicBezTo>
                  <a:cubicBezTo>
                    <a:pt x="11276" y="2407"/>
                    <a:pt x="11276" y="2407"/>
                    <a:pt x="11276" y="2407"/>
                  </a:cubicBezTo>
                  <a:cubicBezTo>
                    <a:pt x="11220" y="2474"/>
                    <a:pt x="11220" y="2474"/>
                    <a:pt x="11220" y="2474"/>
                  </a:cubicBezTo>
                  <a:cubicBezTo>
                    <a:pt x="11220" y="2541"/>
                    <a:pt x="11220" y="2541"/>
                    <a:pt x="11220" y="2541"/>
                  </a:cubicBezTo>
                  <a:cubicBezTo>
                    <a:pt x="11220" y="2541"/>
                    <a:pt x="11220" y="2541"/>
                    <a:pt x="11220" y="2541"/>
                  </a:cubicBezTo>
                  <a:cubicBezTo>
                    <a:pt x="11276" y="2674"/>
                    <a:pt x="11276" y="2674"/>
                    <a:pt x="11276" y="2674"/>
                  </a:cubicBezTo>
                  <a:close/>
                  <a:moveTo>
                    <a:pt x="15484" y="6620"/>
                  </a:moveTo>
                  <a:cubicBezTo>
                    <a:pt x="15540" y="6620"/>
                    <a:pt x="15540" y="6620"/>
                    <a:pt x="15540" y="6620"/>
                  </a:cubicBezTo>
                  <a:cubicBezTo>
                    <a:pt x="15540" y="6620"/>
                    <a:pt x="15540" y="6620"/>
                    <a:pt x="15540" y="6620"/>
                  </a:cubicBezTo>
                  <a:cubicBezTo>
                    <a:pt x="15596" y="6620"/>
                    <a:pt x="15596" y="6620"/>
                    <a:pt x="15596" y="6620"/>
                  </a:cubicBezTo>
                  <a:cubicBezTo>
                    <a:pt x="15596" y="6620"/>
                    <a:pt x="15596" y="6620"/>
                    <a:pt x="15596" y="6620"/>
                  </a:cubicBezTo>
                  <a:cubicBezTo>
                    <a:pt x="15652" y="6687"/>
                    <a:pt x="15652" y="6687"/>
                    <a:pt x="15652" y="6687"/>
                  </a:cubicBezTo>
                  <a:cubicBezTo>
                    <a:pt x="15652" y="6687"/>
                    <a:pt x="15652" y="6687"/>
                    <a:pt x="15652" y="6687"/>
                  </a:cubicBezTo>
                  <a:cubicBezTo>
                    <a:pt x="15765" y="6620"/>
                    <a:pt x="15765" y="6620"/>
                    <a:pt x="15765" y="6620"/>
                  </a:cubicBezTo>
                  <a:cubicBezTo>
                    <a:pt x="15821" y="6620"/>
                    <a:pt x="15821" y="6620"/>
                    <a:pt x="15821" y="6620"/>
                  </a:cubicBezTo>
                  <a:cubicBezTo>
                    <a:pt x="15877" y="6620"/>
                    <a:pt x="15877" y="6620"/>
                    <a:pt x="15877" y="6620"/>
                  </a:cubicBezTo>
                  <a:cubicBezTo>
                    <a:pt x="15933" y="6620"/>
                    <a:pt x="15933" y="6620"/>
                    <a:pt x="15933" y="6620"/>
                  </a:cubicBezTo>
                  <a:cubicBezTo>
                    <a:pt x="15933" y="6687"/>
                    <a:pt x="15933" y="6687"/>
                    <a:pt x="15933" y="6687"/>
                  </a:cubicBezTo>
                  <a:cubicBezTo>
                    <a:pt x="15989" y="6620"/>
                    <a:pt x="15989" y="6620"/>
                    <a:pt x="15989" y="6620"/>
                  </a:cubicBezTo>
                  <a:cubicBezTo>
                    <a:pt x="15989" y="6620"/>
                    <a:pt x="15989" y="6620"/>
                    <a:pt x="15989" y="6620"/>
                  </a:cubicBezTo>
                  <a:cubicBezTo>
                    <a:pt x="15989" y="6553"/>
                    <a:pt x="15989" y="6553"/>
                    <a:pt x="15989" y="6553"/>
                  </a:cubicBezTo>
                  <a:cubicBezTo>
                    <a:pt x="16045" y="6553"/>
                    <a:pt x="16045" y="6553"/>
                    <a:pt x="16045" y="6553"/>
                  </a:cubicBezTo>
                  <a:cubicBezTo>
                    <a:pt x="16045" y="6486"/>
                    <a:pt x="16045" y="6486"/>
                    <a:pt x="16045" y="6486"/>
                  </a:cubicBezTo>
                  <a:cubicBezTo>
                    <a:pt x="15989" y="6419"/>
                    <a:pt x="15989" y="6419"/>
                    <a:pt x="15989" y="6419"/>
                  </a:cubicBezTo>
                  <a:cubicBezTo>
                    <a:pt x="15989" y="6352"/>
                    <a:pt x="15989" y="6352"/>
                    <a:pt x="15989" y="6352"/>
                  </a:cubicBezTo>
                  <a:cubicBezTo>
                    <a:pt x="16045" y="6419"/>
                    <a:pt x="16045" y="6419"/>
                    <a:pt x="16045" y="6419"/>
                  </a:cubicBezTo>
                  <a:cubicBezTo>
                    <a:pt x="16045" y="6419"/>
                    <a:pt x="16045" y="6419"/>
                    <a:pt x="16045" y="6419"/>
                  </a:cubicBezTo>
                  <a:cubicBezTo>
                    <a:pt x="16101" y="6486"/>
                    <a:pt x="16101" y="6486"/>
                    <a:pt x="16101" y="6486"/>
                  </a:cubicBezTo>
                  <a:cubicBezTo>
                    <a:pt x="16101" y="6486"/>
                    <a:pt x="16101" y="6486"/>
                    <a:pt x="16101" y="6486"/>
                  </a:cubicBezTo>
                  <a:cubicBezTo>
                    <a:pt x="16157" y="6486"/>
                    <a:pt x="16157" y="6486"/>
                    <a:pt x="16157" y="6486"/>
                  </a:cubicBezTo>
                  <a:cubicBezTo>
                    <a:pt x="16157" y="6486"/>
                    <a:pt x="16157" y="6486"/>
                    <a:pt x="16157" y="6486"/>
                  </a:cubicBezTo>
                  <a:cubicBezTo>
                    <a:pt x="16214" y="6486"/>
                    <a:pt x="16214" y="6486"/>
                    <a:pt x="16214" y="6486"/>
                  </a:cubicBezTo>
                  <a:cubicBezTo>
                    <a:pt x="16214" y="6486"/>
                    <a:pt x="16214" y="6486"/>
                    <a:pt x="16214" y="6486"/>
                  </a:cubicBezTo>
                  <a:cubicBezTo>
                    <a:pt x="16214" y="6419"/>
                    <a:pt x="16214" y="6419"/>
                    <a:pt x="16214" y="6419"/>
                  </a:cubicBezTo>
                  <a:cubicBezTo>
                    <a:pt x="16214" y="6352"/>
                    <a:pt x="16214" y="6352"/>
                    <a:pt x="16214" y="6352"/>
                  </a:cubicBezTo>
                  <a:cubicBezTo>
                    <a:pt x="16157" y="6352"/>
                    <a:pt x="16157" y="6352"/>
                    <a:pt x="16157" y="6352"/>
                  </a:cubicBezTo>
                  <a:cubicBezTo>
                    <a:pt x="16101" y="6352"/>
                    <a:pt x="16101" y="6352"/>
                    <a:pt x="16101" y="6352"/>
                  </a:cubicBezTo>
                  <a:cubicBezTo>
                    <a:pt x="16045" y="6352"/>
                    <a:pt x="16045" y="6352"/>
                    <a:pt x="16045" y="6352"/>
                  </a:cubicBezTo>
                  <a:cubicBezTo>
                    <a:pt x="16045" y="6352"/>
                    <a:pt x="16045" y="6352"/>
                    <a:pt x="16045" y="6352"/>
                  </a:cubicBezTo>
                  <a:cubicBezTo>
                    <a:pt x="16045" y="6286"/>
                    <a:pt x="16045" y="6286"/>
                    <a:pt x="16045" y="6286"/>
                  </a:cubicBezTo>
                  <a:cubicBezTo>
                    <a:pt x="16101" y="6286"/>
                    <a:pt x="16101" y="6286"/>
                    <a:pt x="16101" y="6286"/>
                  </a:cubicBezTo>
                  <a:cubicBezTo>
                    <a:pt x="16157" y="6286"/>
                    <a:pt x="16157" y="6286"/>
                    <a:pt x="16157" y="6286"/>
                  </a:cubicBezTo>
                  <a:cubicBezTo>
                    <a:pt x="16157" y="6219"/>
                    <a:pt x="16157" y="6219"/>
                    <a:pt x="16157" y="6219"/>
                  </a:cubicBezTo>
                  <a:cubicBezTo>
                    <a:pt x="16214" y="6286"/>
                    <a:pt x="16214" y="6286"/>
                    <a:pt x="16214" y="6286"/>
                  </a:cubicBezTo>
                  <a:cubicBezTo>
                    <a:pt x="16214" y="6286"/>
                    <a:pt x="16214" y="6286"/>
                    <a:pt x="16214" y="6286"/>
                  </a:cubicBezTo>
                  <a:cubicBezTo>
                    <a:pt x="16270" y="6219"/>
                    <a:pt x="16270" y="6219"/>
                    <a:pt x="16270" y="6219"/>
                  </a:cubicBezTo>
                  <a:cubicBezTo>
                    <a:pt x="16270" y="6219"/>
                    <a:pt x="16270" y="6219"/>
                    <a:pt x="16270" y="6219"/>
                  </a:cubicBezTo>
                  <a:cubicBezTo>
                    <a:pt x="16270" y="6152"/>
                    <a:pt x="16270" y="6152"/>
                    <a:pt x="16270" y="6152"/>
                  </a:cubicBezTo>
                  <a:cubicBezTo>
                    <a:pt x="16270" y="6085"/>
                    <a:pt x="16270" y="6085"/>
                    <a:pt x="16270" y="6085"/>
                  </a:cubicBezTo>
                  <a:cubicBezTo>
                    <a:pt x="16270" y="6085"/>
                    <a:pt x="16270" y="6085"/>
                    <a:pt x="16270" y="6085"/>
                  </a:cubicBezTo>
                  <a:cubicBezTo>
                    <a:pt x="16326" y="6085"/>
                    <a:pt x="16326" y="6085"/>
                    <a:pt x="16326" y="6085"/>
                  </a:cubicBezTo>
                  <a:cubicBezTo>
                    <a:pt x="16214" y="6085"/>
                    <a:pt x="16214" y="6085"/>
                    <a:pt x="16214" y="6085"/>
                  </a:cubicBezTo>
                  <a:cubicBezTo>
                    <a:pt x="16214" y="6085"/>
                    <a:pt x="16214" y="6085"/>
                    <a:pt x="16214" y="6085"/>
                  </a:cubicBezTo>
                  <a:cubicBezTo>
                    <a:pt x="16214" y="6018"/>
                    <a:pt x="16214" y="6018"/>
                    <a:pt x="16214" y="6018"/>
                  </a:cubicBezTo>
                  <a:cubicBezTo>
                    <a:pt x="16214" y="6018"/>
                    <a:pt x="16214" y="6018"/>
                    <a:pt x="16214" y="6018"/>
                  </a:cubicBezTo>
                  <a:cubicBezTo>
                    <a:pt x="16270" y="5951"/>
                    <a:pt x="16270" y="5951"/>
                    <a:pt x="16270" y="5951"/>
                  </a:cubicBezTo>
                  <a:cubicBezTo>
                    <a:pt x="16214" y="5951"/>
                    <a:pt x="16214" y="5951"/>
                    <a:pt x="16214" y="5951"/>
                  </a:cubicBezTo>
                  <a:cubicBezTo>
                    <a:pt x="16101" y="5951"/>
                    <a:pt x="16101" y="5951"/>
                    <a:pt x="16101" y="5951"/>
                  </a:cubicBezTo>
                  <a:cubicBezTo>
                    <a:pt x="16101" y="5884"/>
                    <a:pt x="16101" y="5884"/>
                    <a:pt x="16101" y="5884"/>
                  </a:cubicBezTo>
                  <a:cubicBezTo>
                    <a:pt x="16101" y="5884"/>
                    <a:pt x="16101" y="5884"/>
                    <a:pt x="16101" y="5884"/>
                  </a:cubicBezTo>
                  <a:cubicBezTo>
                    <a:pt x="16101" y="5884"/>
                    <a:pt x="16101" y="5884"/>
                    <a:pt x="16101" y="5884"/>
                  </a:cubicBezTo>
                  <a:cubicBezTo>
                    <a:pt x="16101" y="5817"/>
                    <a:pt x="16101" y="5817"/>
                    <a:pt x="16101" y="5817"/>
                  </a:cubicBezTo>
                  <a:cubicBezTo>
                    <a:pt x="16045" y="5751"/>
                    <a:pt x="16045" y="5751"/>
                    <a:pt x="16045" y="5751"/>
                  </a:cubicBezTo>
                  <a:cubicBezTo>
                    <a:pt x="15989" y="5751"/>
                    <a:pt x="15989" y="5751"/>
                    <a:pt x="15989" y="5751"/>
                  </a:cubicBezTo>
                  <a:cubicBezTo>
                    <a:pt x="15933" y="5751"/>
                    <a:pt x="15933" y="5751"/>
                    <a:pt x="15933" y="5751"/>
                  </a:cubicBezTo>
                  <a:cubicBezTo>
                    <a:pt x="15877" y="5751"/>
                    <a:pt x="15877" y="5751"/>
                    <a:pt x="15877" y="5751"/>
                  </a:cubicBezTo>
                  <a:cubicBezTo>
                    <a:pt x="15821" y="5817"/>
                    <a:pt x="15821" y="5817"/>
                    <a:pt x="15821" y="5817"/>
                  </a:cubicBezTo>
                  <a:cubicBezTo>
                    <a:pt x="15709" y="5751"/>
                    <a:pt x="15709" y="5751"/>
                    <a:pt x="15709" y="5751"/>
                  </a:cubicBezTo>
                  <a:cubicBezTo>
                    <a:pt x="15709" y="5684"/>
                    <a:pt x="15709" y="5684"/>
                    <a:pt x="15709" y="5684"/>
                  </a:cubicBezTo>
                  <a:cubicBezTo>
                    <a:pt x="15652" y="5684"/>
                    <a:pt x="15652" y="5684"/>
                    <a:pt x="15652" y="5684"/>
                  </a:cubicBezTo>
                  <a:cubicBezTo>
                    <a:pt x="15652" y="5684"/>
                    <a:pt x="15652" y="5684"/>
                    <a:pt x="15652" y="5684"/>
                  </a:cubicBezTo>
                  <a:cubicBezTo>
                    <a:pt x="15596" y="5684"/>
                    <a:pt x="15596" y="5684"/>
                    <a:pt x="15596" y="5684"/>
                  </a:cubicBezTo>
                  <a:cubicBezTo>
                    <a:pt x="15596" y="5684"/>
                    <a:pt x="15596" y="5684"/>
                    <a:pt x="15596" y="5684"/>
                  </a:cubicBezTo>
                  <a:cubicBezTo>
                    <a:pt x="15540" y="5684"/>
                    <a:pt x="15540" y="5684"/>
                    <a:pt x="15540" y="5684"/>
                  </a:cubicBezTo>
                  <a:cubicBezTo>
                    <a:pt x="15484" y="5751"/>
                    <a:pt x="15484" y="5751"/>
                    <a:pt x="15484" y="5751"/>
                  </a:cubicBezTo>
                  <a:cubicBezTo>
                    <a:pt x="15484" y="5751"/>
                    <a:pt x="15484" y="5751"/>
                    <a:pt x="15484" y="5751"/>
                  </a:cubicBezTo>
                  <a:cubicBezTo>
                    <a:pt x="15428" y="5684"/>
                    <a:pt x="15428" y="5684"/>
                    <a:pt x="15428" y="5684"/>
                  </a:cubicBezTo>
                  <a:cubicBezTo>
                    <a:pt x="15372" y="5751"/>
                    <a:pt x="15372" y="5751"/>
                    <a:pt x="15372" y="5751"/>
                  </a:cubicBezTo>
                  <a:cubicBezTo>
                    <a:pt x="15316" y="5751"/>
                    <a:pt x="15316" y="5751"/>
                    <a:pt x="15316" y="5751"/>
                  </a:cubicBezTo>
                  <a:cubicBezTo>
                    <a:pt x="15316" y="5751"/>
                    <a:pt x="15316" y="5751"/>
                    <a:pt x="15316" y="5751"/>
                  </a:cubicBezTo>
                  <a:cubicBezTo>
                    <a:pt x="15316" y="5817"/>
                    <a:pt x="15316" y="5817"/>
                    <a:pt x="15316" y="5817"/>
                  </a:cubicBezTo>
                  <a:cubicBezTo>
                    <a:pt x="15316" y="5751"/>
                    <a:pt x="15316" y="5751"/>
                    <a:pt x="15316" y="5751"/>
                  </a:cubicBezTo>
                  <a:cubicBezTo>
                    <a:pt x="15316" y="5751"/>
                    <a:pt x="15316" y="5751"/>
                    <a:pt x="15316" y="5751"/>
                  </a:cubicBezTo>
                  <a:cubicBezTo>
                    <a:pt x="15260" y="5751"/>
                    <a:pt x="15260" y="5751"/>
                    <a:pt x="15260" y="5751"/>
                  </a:cubicBezTo>
                  <a:cubicBezTo>
                    <a:pt x="15148" y="5751"/>
                    <a:pt x="15148" y="5751"/>
                    <a:pt x="15148" y="5751"/>
                  </a:cubicBezTo>
                  <a:cubicBezTo>
                    <a:pt x="15148" y="5751"/>
                    <a:pt x="15148" y="5751"/>
                    <a:pt x="15148" y="5751"/>
                  </a:cubicBezTo>
                  <a:cubicBezTo>
                    <a:pt x="15148" y="5751"/>
                    <a:pt x="15148" y="5751"/>
                    <a:pt x="15148" y="5751"/>
                  </a:cubicBezTo>
                  <a:cubicBezTo>
                    <a:pt x="15148" y="5817"/>
                    <a:pt x="15148" y="5817"/>
                    <a:pt x="15148" y="5817"/>
                  </a:cubicBezTo>
                  <a:cubicBezTo>
                    <a:pt x="15204" y="5884"/>
                    <a:pt x="15204" y="5884"/>
                    <a:pt x="15204" y="5884"/>
                  </a:cubicBezTo>
                  <a:cubicBezTo>
                    <a:pt x="15148" y="5817"/>
                    <a:pt x="15148" y="5817"/>
                    <a:pt x="15148" y="5817"/>
                  </a:cubicBezTo>
                  <a:cubicBezTo>
                    <a:pt x="15148" y="5817"/>
                    <a:pt x="15148" y="5817"/>
                    <a:pt x="15148" y="5817"/>
                  </a:cubicBezTo>
                  <a:cubicBezTo>
                    <a:pt x="15091" y="5817"/>
                    <a:pt x="15091" y="5817"/>
                    <a:pt x="15091" y="5817"/>
                  </a:cubicBezTo>
                  <a:cubicBezTo>
                    <a:pt x="15035" y="5817"/>
                    <a:pt x="15035" y="5817"/>
                    <a:pt x="15035" y="5817"/>
                  </a:cubicBezTo>
                  <a:cubicBezTo>
                    <a:pt x="14979" y="5817"/>
                    <a:pt x="14979" y="5817"/>
                    <a:pt x="14979" y="5817"/>
                  </a:cubicBezTo>
                  <a:cubicBezTo>
                    <a:pt x="15035" y="5751"/>
                    <a:pt x="15035" y="5751"/>
                    <a:pt x="15035" y="5751"/>
                  </a:cubicBezTo>
                  <a:cubicBezTo>
                    <a:pt x="15035" y="5751"/>
                    <a:pt x="15035" y="5751"/>
                    <a:pt x="15035" y="5751"/>
                  </a:cubicBezTo>
                  <a:cubicBezTo>
                    <a:pt x="14979" y="5684"/>
                    <a:pt x="14979" y="5684"/>
                    <a:pt x="14979" y="5684"/>
                  </a:cubicBezTo>
                  <a:cubicBezTo>
                    <a:pt x="14979" y="5617"/>
                    <a:pt x="14979" y="5617"/>
                    <a:pt x="14979" y="5617"/>
                  </a:cubicBezTo>
                  <a:cubicBezTo>
                    <a:pt x="14979" y="5617"/>
                    <a:pt x="14979" y="5617"/>
                    <a:pt x="14979" y="5617"/>
                  </a:cubicBezTo>
                  <a:cubicBezTo>
                    <a:pt x="14923" y="5617"/>
                    <a:pt x="14923" y="5617"/>
                    <a:pt x="14923" y="5617"/>
                  </a:cubicBezTo>
                  <a:cubicBezTo>
                    <a:pt x="14923" y="5684"/>
                    <a:pt x="14923" y="5684"/>
                    <a:pt x="14923" y="5684"/>
                  </a:cubicBezTo>
                  <a:cubicBezTo>
                    <a:pt x="14923" y="5684"/>
                    <a:pt x="14923" y="5684"/>
                    <a:pt x="14923" y="5684"/>
                  </a:cubicBezTo>
                  <a:cubicBezTo>
                    <a:pt x="14867" y="5684"/>
                    <a:pt x="14867" y="5684"/>
                    <a:pt x="14867" y="5684"/>
                  </a:cubicBezTo>
                  <a:cubicBezTo>
                    <a:pt x="14923" y="5684"/>
                    <a:pt x="14923" y="5684"/>
                    <a:pt x="14923" y="5684"/>
                  </a:cubicBezTo>
                  <a:cubicBezTo>
                    <a:pt x="14923" y="5617"/>
                    <a:pt x="14923" y="5617"/>
                    <a:pt x="14923" y="5617"/>
                  </a:cubicBezTo>
                  <a:cubicBezTo>
                    <a:pt x="14867" y="5617"/>
                    <a:pt x="14867" y="5617"/>
                    <a:pt x="14867" y="5617"/>
                  </a:cubicBezTo>
                  <a:cubicBezTo>
                    <a:pt x="14811" y="5617"/>
                    <a:pt x="14811" y="5617"/>
                    <a:pt x="14811" y="5617"/>
                  </a:cubicBezTo>
                  <a:cubicBezTo>
                    <a:pt x="14811" y="5617"/>
                    <a:pt x="14811" y="5617"/>
                    <a:pt x="14811" y="5617"/>
                  </a:cubicBezTo>
                  <a:cubicBezTo>
                    <a:pt x="14811" y="5617"/>
                    <a:pt x="14811" y="5617"/>
                    <a:pt x="14811" y="5617"/>
                  </a:cubicBezTo>
                  <a:cubicBezTo>
                    <a:pt x="14811" y="5550"/>
                    <a:pt x="14811" y="5550"/>
                    <a:pt x="14811" y="5550"/>
                  </a:cubicBezTo>
                  <a:cubicBezTo>
                    <a:pt x="14811" y="5483"/>
                    <a:pt x="14811" y="5483"/>
                    <a:pt x="14811" y="5483"/>
                  </a:cubicBezTo>
                  <a:cubicBezTo>
                    <a:pt x="14755" y="5550"/>
                    <a:pt x="14755" y="5550"/>
                    <a:pt x="14755" y="5550"/>
                  </a:cubicBezTo>
                  <a:cubicBezTo>
                    <a:pt x="14699" y="5617"/>
                    <a:pt x="14699" y="5617"/>
                    <a:pt x="14699" y="5617"/>
                  </a:cubicBezTo>
                  <a:cubicBezTo>
                    <a:pt x="14699" y="5684"/>
                    <a:pt x="14699" y="5684"/>
                    <a:pt x="14699" y="5684"/>
                  </a:cubicBezTo>
                  <a:cubicBezTo>
                    <a:pt x="14643" y="5684"/>
                    <a:pt x="14643" y="5684"/>
                    <a:pt x="14643" y="5684"/>
                  </a:cubicBezTo>
                  <a:cubicBezTo>
                    <a:pt x="14643" y="5617"/>
                    <a:pt x="14643" y="5617"/>
                    <a:pt x="14643" y="5617"/>
                  </a:cubicBezTo>
                  <a:cubicBezTo>
                    <a:pt x="14643" y="5550"/>
                    <a:pt x="14643" y="5550"/>
                    <a:pt x="14643" y="5550"/>
                  </a:cubicBezTo>
                  <a:cubicBezTo>
                    <a:pt x="14643" y="5550"/>
                    <a:pt x="14643" y="5550"/>
                    <a:pt x="14643" y="5550"/>
                  </a:cubicBezTo>
                  <a:cubicBezTo>
                    <a:pt x="14699" y="5483"/>
                    <a:pt x="14699" y="5483"/>
                    <a:pt x="14699" y="5483"/>
                  </a:cubicBezTo>
                  <a:cubicBezTo>
                    <a:pt x="14643" y="5416"/>
                    <a:pt x="14643" y="5416"/>
                    <a:pt x="14643" y="5416"/>
                  </a:cubicBezTo>
                  <a:cubicBezTo>
                    <a:pt x="14587" y="5416"/>
                    <a:pt x="14587" y="5416"/>
                    <a:pt x="14587" y="5416"/>
                  </a:cubicBezTo>
                  <a:cubicBezTo>
                    <a:pt x="14587" y="5416"/>
                    <a:pt x="14587" y="5416"/>
                    <a:pt x="14587" y="5416"/>
                  </a:cubicBezTo>
                  <a:cubicBezTo>
                    <a:pt x="14643" y="5416"/>
                    <a:pt x="14643" y="5416"/>
                    <a:pt x="14643" y="5416"/>
                  </a:cubicBezTo>
                  <a:cubicBezTo>
                    <a:pt x="14643" y="5349"/>
                    <a:pt x="14643" y="5349"/>
                    <a:pt x="14643" y="5349"/>
                  </a:cubicBezTo>
                  <a:cubicBezTo>
                    <a:pt x="14643" y="5282"/>
                    <a:pt x="14643" y="5282"/>
                    <a:pt x="14643" y="5282"/>
                  </a:cubicBezTo>
                  <a:cubicBezTo>
                    <a:pt x="14643" y="5282"/>
                    <a:pt x="14643" y="5282"/>
                    <a:pt x="14643" y="5282"/>
                  </a:cubicBezTo>
                  <a:cubicBezTo>
                    <a:pt x="14587" y="5282"/>
                    <a:pt x="14587" y="5282"/>
                    <a:pt x="14587" y="5282"/>
                  </a:cubicBezTo>
                  <a:cubicBezTo>
                    <a:pt x="14587" y="5282"/>
                    <a:pt x="14587" y="5282"/>
                    <a:pt x="14587" y="5282"/>
                  </a:cubicBezTo>
                  <a:cubicBezTo>
                    <a:pt x="14530" y="5282"/>
                    <a:pt x="14530" y="5282"/>
                    <a:pt x="14530" y="5282"/>
                  </a:cubicBezTo>
                  <a:cubicBezTo>
                    <a:pt x="14530" y="5282"/>
                    <a:pt x="14530" y="5282"/>
                    <a:pt x="14530" y="5282"/>
                  </a:cubicBezTo>
                  <a:cubicBezTo>
                    <a:pt x="14530" y="5282"/>
                    <a:pt x="14530" y="5282"/>
                    <a:pt x="14530" y="5282"/>
                  </a:cubicBezTo>
                  <a:cubicBezTo>
                    <a:pt x="14474" y="5282"/>
                    <a:pt x="14474" y="5282"/>
                    <a:pt x="14474" y="5282"/>
                  </a:cubicBezTo>
                  <a:cubicBezTo>
                    <a:pt x="14474" y="5282"/>
                    <a:pt x="14474" y="5282"/>
                    <a:pt x="14474" y="5282"/>
                  </a:cubicBezTo>
                  <a:cubicBezTo>
                    <a:pt x="14418" y="5282"/>
                    <a:pt x="14418" y="5282"/>
                    <a:pt x="14418" y="5282"/>
                  </a:cubicBezTo>
                  <a:cubicBezTo>
                    <a:pt x="14418" y="5282"/>
                    <a:pt x="14418" y="5282"/>
                    <a:pt x="14418" y="5282"/>
                  </a:cubicBezTo>
                  <a:cubicBezTo>
                    <a:pt x="14418" y="5282"/>
                    <a:pt x="14418" y="5282"/>
                    <a:pt x="14418" y="5282"/>
                  </a:cubicBezTo>
                  <a:cubicBezTo>
                    <a:pt x="14474" y="5216"/>
                    <a:pt x="14474" y="5216"/>
                    <a:pt x="14474" y="5216"/>
                  </a:cubicBezTo>
                  <a:cubicBezTo>
                    <a:pt x="14474" y="5149"/>
                    <a:pt x="14474" y="5149"/>
                    <a:pt x="14474" y="5149"/>
                  </a:cubicBezTo>
                  <a:cubicBezTo>
                    <a:pt x="14530" y="5149"/>
                    <a:pt x="14530" y="5149"/>
                    <a:pt x="14530" y="5149"/>
                  </a:cubicBezTo>
                  <a:cubicBezTo>
                    <a:pt x="14530" y="5216"/>
                    <a:pt x="14530" y="5216"/>
                    <a:pt x="14530" y="5216"/>
                  </a:cubicBezTo>
                  <a:cubicBezTo>
                    <a:pt x="14643" y="5216"/>
                    <a:pt x="14643" y="5216"/>
                    <a:pt x="14643" y="5216"/>
                  </a:cubicBezTo>
                  <a:cubicBezTo>
                    <a:pt x="14587" y="5216"/>
                    <a:pt x="14587" y="5216"/>
                    <a:pt x="14587" y="5216"/>
                  </a:cubicBezTo>
                  <a:cubicBezTo>
                    <a:pt x="14587" y="5149"/>
                    <a:pt x="14587" y="5149"/>
                    <a:pt x="14587" y="5149"/>
                  </a:cubicBezTo>
                  <a:cubicBezTo>
                    <a:pt x="14530" y="5149"/>
                    <a:pt x="14530" y="5149"/>
                    <a:pt x="14530" y="5149"/>
                  </a:cubicBezTo>
                  <a:cubicBezTo>
                    <a:pt x="14530" y="5149"/>
                    <a:pt x="14530" y="5149"/>
                    <a:pt x="14530" y="5149"/>
                  </a:cubicBezTo>
                  <a:cubicBezTo>
                    <a:pt x="14474" y="5082"/>
                    <a:pt x="14474" y="5082"/>
                    <a:pt x="14474" y="5082"/>
                  </a:cubicBezTo>
                  <a:cubicBezTo>
                    <a:pt x="14418" y="5015"/>
                    <a:pt x="14418" y="5015"/>
                    <a:pt x="14418" y="5015"/>
                  </a:cubicBezTo>
                  <a:cubicBezTo>
                    <a:pt x="14474" y="5015"/>
                    <a:pt x="14474" y="5015"/>
                    <a:pt x="14474" y="5015"/>
                  </a:cubicBezTo>
                  <a:cubicBezTo>
                    <a:pt x="14474" y="5015"/>
                    <a:pt x="14474" y="5015"/>
                    <a:pt x="14474" y="5015"/>
                  </a:cubicBezTo>
                  <a:cubicBezTo>
                    <a:pt x="14474" y="5015"/>
                    <a:pt x="14474" y="5015"/>
                    <a:pt x="14474" y="5015"/>
                  </a:cubicBezTo>
                  <a:cubicBezTo>
                    <a:pt x="14530" y="5015"/>
                    <a:pt x="14530" y="5015"/>
                    <a:pt x="14530" y="5015"/>
                  </a:cubicBezTo>
                  <a:cubicBezTo>
                    <a:pt x="14587" y="5082"/>
                    <a:pt x="14587" y="5082"/>
                    <a:pt x="14587" y="5082"/>
                  </a:cubicBezTo>
                  <a:cubicBezTo>
                    <a:pt x="14643" y="5082"/>
                    <a:pt x="14643" y="5082"/>
                    <a:pt x="14643" y="5082"/>
                  </a:cubicBezTo>
                  <a:cubicBezTo>
                    <a:pt x="14643" y="5149"/>
                    <a:pt x="14643" y="5149"/>
                    <a:pt x="14643" y="5149"/>
                  </a:cubicBezTo>
                  <a:cubicBezTo>
                    <a:pt x="14699" y="5149"/>
                    <a:pt x="14699" y="5149"/>
                    <a:pt x="14699" y="5149"/>
                  </a:cubicBezTo>
                  <a:cubicBezTo>
                    <a:pt x="14699" y="5149"/>
                    <a:pt x="14699" y="5149"/>
                    <a:pt x="14699" y="5149"/>
                  </a:cubicBezTo>
                  <a:cubicBezTo>
                    <a:pt x="14811" y="5149"/>
                    <a:pt x="14811" y="5149"/>
                    <a:pt x="14811" y="5149"/>
                  </a:cubicBezTo>
                  <a:cubicBezTo>
                    <a:pt x="14867" y="5149"/>
                    <a:pt x="14867" y="5149"/>
                    <a:pt x="14867" y="5149"/>
                  </a:cubicBezTo>
                  <a:cubicBezTo>
                    <a:pt x="14867" y="5149"/>
                    <a:pt x="14867" y="5149"/>
                    <a:pt x="14867" y="5149"/>
                  </a:cubicBezTo>
                  <a:cubicBezTo>
                    <a:pt x="14867" y="5082"/>
                    <a:pt x="14867" y="5082"/>
                    <a:pt x="14867" y="5082"/>
                  </a:cubicBezTo>
                  <a:cubicBezTo>
                    <a:pt x="14755" y="5015"/>
                    <a:pt x="14755" y="5015"/>
                    <a:pt x="14755" y="5015"/>
                  </a:cubicBezTo>
                  <a:cubicBezTo>
                    <a:pt x="14699" y="4948"/>
                    <a:pt x="14699" y="4948"/>
                    <a:pt x="14699" y="4948"/>
                  </a:cubicBezTo>
                  <a:cubicBezTo>
                    <a:pt x="14699" y="4948"/>
                    <a:pt x="14699" y="4948"/>
                    <a:pt x="14699" y="4948"/>
                  </a:cubicBezTo>
                  <a:cubicBezTo>
                    <a:pt x="14643" y="4881"/>
                    <a:pt x="14643" y="4881"/>
                    <a:pt x="14643" y="4881"/>
                  </a:cubicBezTo>
                  <a:cubicBezTo>
                    <a:pt x="14643" y="4881"/>
                    <a:pt x="14643" y="4881"/>
                    <a:pt x="14643" y="4881"/>
                  </a:cubicBezTo>
                  <a:cubicBezTo>
                    <a:pt x="14587" y="4881"/>
                    <a:pt x="14587" y="4881"/>
                    <a:pt x="14587" y="4881"/>
                  </a:cubicBezTo>
                  <a:cubicBezTo>
                    <a:pt x="14587" y="4814"/>
                    <a:pt x="14587" y="4814"/>
                    <a:pt x="14587" y="4814"/>
                  </a:cubicBezTo>
                  <a:cubicBezTo>
                    <a:pt x="14587" y="4814"/>
                    <a:pt x="14587" y="4814"/>
                    <a:pt x="14587" y="4814"/>
                  </a:cubicBezTo>
                  <a:cubicBezTo>
                    <a:pt x="14643" y="4814"/>
                    <a:pt x="14643" y="4814"/>
                    <a:pt x="14643" y="4814"/>
                  </a:cubicBezTo>
                  <a:cubicBezTo>
                    <a:pt x="14643" y="4881"/>
                    <a:pt x="14643" y="4881"/>
                    <a:pt x="14643" y="4881"/>
                  </a:cubicBezTo>
                  <a:cubicBezTo>
                    <a:pt x="14699" y="4881"/>
                    <a:pt x="14699" y="4881"/>
                    <a:pt x="14699" y="4881"/>
                  </a:cubicBezTo>
                  <a:cubicBezTo>
                    <a:pt x="14699" y="4881"/>
                    <a:pt x="14699" y="4881"/>
                    <a:pt x="14699" y="4881"/>
                  </a:cubicBezTo>
                  <a:cubicBezTo>
                    <a:pt x="14755" y="4881"/>
                    <a:pt x="14755" y="4881"/>
                    <a:pt x="14755" y="4881"/>
                  </a:cubicBezTo>
                  <a:cubicBezTo>
                    <a:pt x="14755" y="4881"/>
                    <a:pt x="14755" y="4881"/>
                    <a:pt x="14755" y="4881"/>
                  </a:cubicBezTo>
                  <a:cubicBezTo>
                    <a:pt x="14755" y="4747"/>
                    <a:pt x="14755" y="4747"/>
                    <a:pt x="14755" y="4747"/>
                  </a:cubicBezTo>
                  <a:cubicBezTo>
                    <a:pt x="14699" y="4681"/>
                    <a:pt x="14699" y="4681"/>
                    <a:pt x="14699" y="4681"/>
                  </a:cubicBezTo>
                  <a:cubicBezTo>
                    <a:pt x="14643" y="4681"/>
                    <a:pt x="14643" y="4681"/>
                    <a:pt x="14643" y="4681"/>
                  </a:cubicBezTo>
                  <a:cubicBezTo>
                    <a:pt x="14643" y="4681"/>
                    <a:pt x="14643" y="4681"/>
                    <a:pt x="14643" y="4681"/>
                  </a:cubicBezTo>
                  <a:cubicBezTo>
                    <a:pt x="14587" y="4681"/>
                    <a:pt x="14587" y="4681"/>
                    <a:pt x="14587" y="4681"/>
                  </a:cubicBezTo>
                  <a:cubicBezTo>
                    <a:pt x="14530" y="4747"/>
                    <a:pt x="14530" y="4747"/>
                    <a:pt x="14530" y="4747"/>
                  </a:cubicBezTo>
                  <a:cubicBezTo>
                    <a:pt x="14474" y="4747"/>
                    <a:pt x="14474" y="4747"/>
                    <a:pt x="14474" y="4747"/>
                  </a:cubicBezTo>
                  <a:cubicBezTo>
                    <a:pt x="14418" y="4681"/>
                    <a:pt x="14418" y="4681"/>
                    <a:pt x="14418" y="4681"/>
                  </a:cubicBezTo>
                  <a:cubicBezTo>
                    <a:pt x="14418" y="4681"/>
                    <a:pt x="14418" y="4681"/>
                    <a:pt x="14418" y="4681"/>
                  </a:cubicBezTo>
                  <a:cubicBezTo>
                    <a:pt x="14362" y="4681"/>
                    <a:pt x="14362" y="4681"/>
                    <a:pt x="14362" y="4681"/>
                  </a:cubicBezTo>
                  <a:cubicBezTo>
                    <a:pt x="14306" y="4747"/>
                    <a:pt x="14306" y="4747"/>
                    <a:pt x="14306" y="4747"/>
                  </a:cubicBezTo>
                  <a:cubicBezTo>
                    <a:pt x="14250" y="4747"/>
                    <a:pt x="14250" y="4747"/>
                    <a:pt x="14250" y="4747"/>
                  </a:cubicBezTo>
                  <a:cubicBezTo>
                    <a:pt x="14250" y="4814"/>
                    <a:pt x="14250" y="4814"/>
                    <a:pt x="14250" y="4814"/>
                  </a:cubicBezTo>
                  <a:cubicBezTo>
                    <a:pt x="14194" y="4814"/>
                    <a:pt x="14194" y="4814"/>
                    <a:pt x="14194" y="4814"/>
                  </a:cubicBezTo>
                  <a:cubicBezTo>
                    <a:pt x="14194" y="4814"/>
                    <a:pt x="14194" y="4814"/>
                    <a:pt x="14194" y="4814"/>
                  </a:cubicBezTo>
                  <a:cubicBezTo>
                    <a:pt x="14250" y="4747"/>
                    <a:pt x="14250" y="4747"/>
                    <a:pt x="14250" y="4747"/>
                  </a:cubicBezTo>
                  <a:cubicBezTo>
                    <a:pt x="14250" y="4747"/>
                    <a:pt x="14250" y="4747"/>
                    <a:pt x="14250" y="4747"/>
                  </a:cubicBezTo>
                  <a:cubicBezTo>
                    <a:pt x="14362" y="4614"/>
                    <a:pt x="14362" y="4614"/>
                    <a:pt x="14362" y="4614"/>
                  </a:cubicBezTo>
                  <a:cubicBezTo>
                    <a:pt x="14362" y="4614"/>
                    <a:pt x="14362" y="4614"/>
                    <a:pt x="14362" y="4614"/>
                  </a:cubicBezTo>
                  <a:cubicBezTo>
                    <a:pt x="14362" y="4547"/>
                    <a:pt x="14362" y="4547"/>
                    <a:pt x="14362" y="4547"/>
                  </a:cubicBezTo>
                  <a:cubicBezTo>
                    <a:pt x="14362" y="4413"/>
                    <a:pt x="14362" y="4413"/>
                    <a:pt x="14362" y="4413"/>
                  </a:cubicBezTo>
                  <a:cubicBezTo>
                    <a:pt x="14362" y="4413"/>
                    <a:pt x="14362" y="4413"/>
                    <a:pt x="14362" y="4413"/>
                  </a:cubicBezTo>
                  <a:cubicBezTo>
                    <a:pt x="14306" y="4346"/>
                    <a:pt x="14306" y="4346"/>
                    <a:pt x="14306" y="4346"/>
                  </a:cubicBezTo>
                  <a:cubicBezTo>
                    <a:pt x="14306" y="4413"/>
                    <a:pt x="14306" y="4413"/>
                    <a:pt x="14306" y="4413"/>
                  </a:cubicBezTo>
                  <a:cubicBezTo>
                    <a:pt x="14250" y="4413"/>
                    <a:pt x="14250" y="4413"/>
                    <a:pt x="14250" y="4413"/>
                  </a:cubicBezTo>
                  <a:cubicBezTo>
                    <a:pt x="14250" y="4346"/>
                    <a:pt x="14250" y="4346"/>
                    <a:pt x="14250" y="4346"/>
                  </a:cubicBezTo>
                  <a:cubicBezTo>
                    <a:pt x="14250" y="4346"/>
                    <a:pt x="14250" y="4346"/>
                    <a:pt x="14250" y="4346"/>
                  </a:cubicBezTo>
                  <a:cubicBezTo>
                    <a:pt x="14194" y="4279"/>
                    <a:pt x="14194" y="4279"/>
                    <a:pt x="14194" y="4279"/>
                  </a:cubicBezTo>
                  <a:cubicBezTo>
                    <a:pt x="14138" y="4279"/>
                    <a:pt x="14138" y="4279"/>
                    <a:pt x="14138" y="4279"/>
                  </a:cubicBezTo>
                  <a:cubicBezTo>
                    <a:pt x="14082" y="4213"/>
                    <a:pt x="14082" y="4213"/>
                    <a:pt x="14082" y="4213"/>
                  </a:cubicBezTo>
                  <a:cubicBezTo>
                    <a:pt x="14025" y="4213"/>
                    <a:pt x="14025" y="4213"/>
                    <a:pt x="14025" y="4213"/>
                  </a:cubicBezTo>
                  <a:cubicBezTo>
                    <a:pt x="14025" y="4213"/>
                    <a:pt x="14025" y="4213"/>
                    <a:pt x="14025" y="4213"/>
                  </a:cubicBezTo>
                  <a:cubicBezTo>
                    <a:pt x="13969" y="4213"/>
                    <a:pt x="13969" y="4213"/>
                    <a:pt x="13969" y="4213"/>
                  </a:cubicBezTo>
                  <a:cubicBezTo>
                    <a:pt x="13913" y="4213"/>
                    <a:pt x="13913" y="4213"/>
                    <a:pt x="13913" y="4213"/>
                  </a:cubicBezTo>
                  <a:cubicBezTo>
                    <a:pt x="13857" y="4213"/>
                    <a:pt x="13857" y="4213"/>
                    <a:pt x="13857" y="4213"/>
                  </a:cubicBezTo>
                  <a:cubicBezTo>
                    <a:pt x="13857" y="4213"/>
                    <a:pt x="13857" y="4213"/>
                    <a:pt x="13857" y="4213"/>
                  </a:cubicBezTo>
                  <a:cubicBezTo>
                    <a:pt x="13857" y="4279"/>
                    <a:pt x="13857" y="4279"/>
                    <a:pt x="13857" y="4279"/>
                  </a:cubicBezTo>
                  <a:cubicBezTo>
                    <a:pt x="13857" y="4346"/>
                    <a:pt x="13857" y="4346"/>
                    <a:pt x="13857" y="4346"/>
                  </a:cubicBezTo>
                  <a:cubicBezTo>
                    <a:pt x="13857" y="4413"/>
                    <a:pt x="13857" y="4413"/>
                    <a:pt x="13857" y="4413"/>
                  </a:cubicBezTo>
                  <a:cubicBezTo>
                    <a:pt x="13857" y="4413"/>
                    <a:pt x="13857" y="4413"/>
                    <a:pt x="13857" y="4413"/>
                  </a:cubicBezTo>
                  <a:cubicBezTo>
                    <a:pt x="13801" y="4279"/>
                    <a:pt x="13801" y="4279"/>
                    <a:pt x="13801" y="4279"/>
                  </a:cubicBezTo>
                  <a:cubicBezTo>
                    <a:pt x="13801" y="4346"/>
                    <a:pt x="13801" y="4346"/>
                    <a:pt x="13801" y="4346"/>
                  </a:cubicBezTo>
                  <a:cubicBezTo>
                    <a:pt x="13801" y="4413"/>
                    <a:pt x="13801" y="4413"/>
                    <a:pt x="13801" y="4413"/>
                  </a:cubicBezTo>
                  <a:cubicBezTo>
                    <a:pt x="13857" y="4413"/>
                    <a:pt x="13857" y="4413"/>
                    <a:pt x="13857" y="4413"/>
                  </a:cubicBezTo>
                  <a:cubicBezTo>
                    <a:pt x="13913" y="4547"/>
                    <a:pt x="13913" y="4547"/>
                    <a:pt x="13913" y="4547"/>
                  </a:cubicBezTo>
                  <a:cubicBezTo>
                    <a:pt x="13969" y="4547"/>
                    <a:pt x="13969" y="4547"/>
                    <a:pt x="13969" y="4547"/>
                  </a:cubicBezTo>
                  <a:cubicBezTo>
                    <a:pt x="13913" y="4547"/>
                    <a:pt x="13913" y="4547"/>
                    <a:pt x="13913" y="4547"/>
                  </a:cubicBezTo>
                  <a:cubicBezTo>
                    <a:pt x="13857" y="4547"/>
                    <a:pt x="13857" y="4547"/>
                    <a:pt x="13857" y="4547"/>
                  </a:cubicBezTo>
                  <a:cubicBezTo>
                    <a:pt x="13857" y="4614"/>
                    <a:pt x="13857" y="4614"/>
                    <a:pt x="13857" y="4614"/>
                  </a:cubicBezTo>
                  <a:cubicBezTo>
                    <a:pt x="13913" y="4681"/>
                    <a:pt x="13913" y="4681"/>
                    <a:pt x="13913" y="4681"/>
                  </a:cubicBezTo>
                  <a:cubicBezTo>
                    <a:pt x="13969" y="4681"/>
                    <a:pt x="13969" y="4681"/>
                    <a:pt x="13969" y="4681"/>
                  </a:cubicBezTo>
                  <a:cubicBezTo>
                    <a:pt x="13969" y="4747"/>
                    <a:pt x="13969" y="4747"/>
                    <a:pt x="13969" y="4747"/>
                  </a:cubicBezTo>
                  <a:cubicBezTo>
                    <a:pt x="13969" y="4747"/>
                    <a:pt x="13969" y="4747"/>
                    <a:pt x="13969" y="4747"/>
                  </a:cubicBezTo>
                  <a:cubicBezTo>
                    <a:pt x="13857" y="4747"/>
                    <a:pt x="13857" y="4747"/>
                    <a:pt x="13857" y="4747"/>
                  </a:cubicBezTo>
                  <a:cubicBezTo>
                    <a:pt x="13857" y="4747"/>
                    <a:pt x="13857" y="4747"/>
                    <a:pt x="13857" y="4747"/>
                  </a:cubicBezTo>
                  <a:cubicBezTo>
                    <a:pt x="13857" y="4747"/>
                    <a:pt x="13857" y="4747"/>
                    <a:pt x="13857" y="4747"/>
                  </a:cubicBezTo>
                  <a:cubicBezTo>
                    <a:pt x="13857" y="4814"/>
                    <a:pt x="13857" y="4814"/>
                    <a:pt x="13857" y="4814"/>
                  </a:cubicBezTo>
                  <a:cubicBezTo>
                    <a:pt x="13913" y="4747"/>
                    <a:pt x="13913" y="4747"/>
                    <a:pt x="13913" y="4747"/>
                  </a:cubicBezTo>
                  <a:cubicBezTo>
                    <a:pt x="13913" y="4814"/>
                    <a:pt x="13913" y="4814"/>
                    <a:pt x="13913" y="4814"/>
                  </a:cubicBezTo>
                  <a:cubicBezTo>
                    <a:pt x="14025" y="4747"/>
                    <a:pt x="14025" y="4747"/>
                    <a:pt x="14025" y="4747"/>
                  </a:cubicBezTo>
                  <a:cubicBezTo>
                    <a:pt x="14025" y="4814"/>
                    <a:pt x="14025" y="4814"/>
                    <a:pt x="14025" y="4814"/>
                  </a:cubicBezTo>
                  <a:cubicBezTo>
                    <a:pt x="14082" y="4814"/>
                    <a:pt x="14082" y="4814"/>
                    <a:pt x="14082" y="4814"/>
                  </a:cubicBezTo>
                  <a:cubicBezTo>
                    <a:pt x="14082" y="4881"/>
                    <a:pt x="14082" y="4881"/>
                    <a:pt x="14082" y="4881"/>
                  </a:cubicBezTo>
                  <a:cubicBezTo>
                    <a:pt x="14138" y="4948"/>
                    <a:pt x="14138" y="4948"/>
                    <a:pt x="14138" y="4948"/>
                  </a:cubicBezTo>
                  <a:cubicBezTo>
                    <a:pt x="14194" y="4948"/>
                    <a:pt x="14194" y="4948"/>
                    <a:pt x="14194" y="4948"/>
                  </a:cubicBezTo>
                  <a:cubicBezTo>
                    <a:pt x="14194" y="4881"/>
                    <a:pt x="14194" y="4881"/>
                    <a:pt x="14194" y="4881"/>
                  </a:cubicBezTo>
                  <a:cubicBezTo>
                    <a:pt x="14194" y="4881"/>
                    <a:pt x="14194" y="4881"/>
                    <a:pt x="14194" y="4881"/>
                  </a:cubicBezTo>
                  <a:cubicBezTo>
                    <a:pt x="14250" y="4881"/>
                    <a:pt x="14250" y="4881"/>
                    <a:pt x="14250" y="4881"/>
                  </a:cubicBezTo>
                  <a:cubicBezTo>
                    <a:pt x="14250" y="4881"/>
                    <a:pt x="14250" y="4881"/>
                    <a:pt x="14250" y="4881"/>
                  </a:cubicBezTo>
                  <a:cubicBezTo>
                    <a:pt x="14306" y="4948"/>
                    <a:pt x="14306" y="4948"/>
                    <a:pt x="14306" y="4948"/>
                  </a:cubicBezTo>
                  <a:cubicBezTo>
                    <a:pt x="14250" y="4948"/>
                    <a:pt x="14250" y="4948"/>
                    <a:pt x="14250" y="4948"/>
                  </a:cubicBezTo>
                  <a:cubicBezTo>
                    <a:pt x="14250" y="5082"/>
                    <a:pt x="14250" y="5082"/>
                    <a:pt x="14250" y="5082"/>
                  </a:cubicBezTo>
                  <a:cubicBezTo>
                    <a:pt x="14250" y="5149"/>
                    <a:pt x="14250" y="5149"/>
                    <a:pt x="14250" y="5149"/>
                  </a:cubicBezTo>
                  <a:cubicBezTo>
                    <a:pt x="14250" y="5149"/>
                    <a:pt x="14250" y="5149"/>
                    <a:pt x="14250" y="5149"/>
                  </a:cubicBezTo>
                  <a:cubicBezTo>
                    <a:pt x="14306" y="5216"/>
                    <a:pt x="14306" y="5216"/>
                    <a:pt x="14306" y="5216"/>
                  </a:cubicBezTo>
                  <a:cubicBezTo>
                    <a:pt x="14250" y="5282"/>
                    <a:pt x="14250" y="5282"/>
                    <a:pt x="14250" y="5282"/>
                  </a:cubicBezTo>
                  <a:cubicBezTo>
                    <a:pt x="14250" y="5349"/>
                    <a:pt x="14250" y="5349"/>
                    <a:pt x="14250" y="5349"/>
                  </a:cubicBezTo>
                  <a:cubicBezTo>
                    <a:pt x="14250" y="5416"/>
                    <a:pt x="14250" y="5416"/>
                    <a:pt x="14250" y="5416"/>
                  </a:cubicBezTo>
                  <a:cubicBezTo>
                    <a:pt x="14194" y="5416"/>
                    <a:pt x="14194" y="5416"/>
                    <a:pt x="14194" y="5416"/>
                  </a:cubicBezTo>
                  <a:cubicBezTo>
                    <a:pt x="14138" y="5483"/>
                    <a:pt x="14138" y="5483"/>
                    <a:pt x="14138" y="5483"/>
                  </a:cubicBezTo>
                  <a:cubicBezTo>
                    <a:pt x="14082" y="5483"/>
                    <a:pt x="14082" y="5483"/>
                    <a:pt x="14082" y="5483"/>
                  </a:cubicBezTo>
                  <a:cubicBezTo>
                    <a:pt x="14025" y="5550"/>
                    <a:pt x="14025" y="5550"/>
                    <a:pt x="14025" y="5550"/>
                  </a:cubicBezTo>
                  <a:cubicBezTo>
                    <a:pt x="14082" y="5617"/>
                    <a:pt x="14082" y="5617"/>
                    <a:pt x="14082" y="5617"/>
                  </a:cubicBezTo>
                  <a:cubicBezTo>
                    <a:pt x="14025" y="5617"/>
                    <a:pt x="14025" y="5617"/>
                    <a:pt x="14025" y="5617"/>
                  </a:cubicBezTo>
                  <a:cubicBezTo>
                    <a:pt x="13969" y="5684"/>
                    <a:pt x="13969" y="5684"/>
                    <a:pt x="13969" y="5684"/>
                  </a:cubicBezTo>
                  <a:cubicBezTo>
                    <a:pt x="13969" y="5751"/>
                    <a:pt x="13969" y="5751"/>
                    <a:pt x="13969" y="5751"/>
                  </a:cubicBezTo>
                  <a:cubicBezTo>
                    <a:pt x="14025" y="5751"/>
                    <a:pt x="14025" y="5751"/>
                    <a:pt x="14025" y="5751"/>
                  </a:cubicBezTo>
                  <a:cubicBezTo>
                    <a:pt x="14025" y="5751"/>
                    <a:pt x="14025" y="5751"/>
                    <a:pt x="14025" y="5751"/>
                  </a:cubicBezTo>
                  <a:cubicBezTo>
                    <a:pt x="13969" y="5817"/>
                    <a:pt x="13969" y="5817"/>
                    <a:pt x="13969" y="5817"/>
                  </a:cubicBezTo>
                  <a:cubicBezTo>
                    <a:pt x="13969" y="5817"/>
                    <a:pt x="13969" y="5817"/>
                    <a:pt x="13969" y="5817"/>
                  </a:cubicBezTo>
                  <a:cubicBezTo>
                    <a:pt x="13969" y="5884"/>
                    <a:pt x="13969" y="5884"/>
                    <a:pt x="13969" y="5884"/>
                  </a:cubicBezTo>
                  <a:cubicBezTo>
                    <a:pt x="13969" y="5884"/>
                    <a:pt x="13969" y="5884"/>
                    <a:pt x="13969" y="5884"/>
                  </a:cubicBezTo>
                  <a:cubicBezTo>
                    <a:pt x="13969" y="5951"/>
                    <a:pt x="13969" y="5951"/>
                    <a:pt x="13969" y="5951"/>
                  </a:cubicBezTo>
                  <a:cubicBezTo>
                    <a:pt x="13969" y="6018"/>
                    <a:pt x="13969" y="6018"/>
                    <a:pt x="13969" y="6018"/>
                  </a:cubicBezTo>
                  <a:cubicBezTo>
                    <a:pt x="13969" y="6018"/>
                    <a:pt x="13969" y="6018"/>
                    <a:pt x="13969" y="6018"/>
                  </a:cubicBezTo>
                  <a:cubicBezTo>
                    <a:pt x="13969" y="6085"/>
                    <a:pt x="13969" y="6085"/>
                    <a:pt x="13969" y="6085"/>
                  </a:cubicBezTo>
                  <a:cubicBezTo>
                    <a:pt x="14025" y="6085"/>
                    <a:pt x="14025" y="6085"/>
                    <a:pt x="14025" y="6085"/>
                  </a:cubicBezTo>
                  <a:cubicBezTo>
                    <a:pt x="14082" y="6085"/>
                    <a:pt x="14082" y="6085"/>
                    <a:pt x="14082" y="6085"/>
                  </a:cubicBezTo>
                  <a:cubicBezTo>
                    <a:pt x="14082" y="6018"/>
                    <a:pt x="14082" y="6018"/>
                    <a:pt x="14082" y="6018"/>
                  </a:cubicBezTo>
                  <a:cubicBezTo>
                    <a:pt x="14082" y="6018"/>
                    <a:pt x="14082" y="6018"/>
                    <a:pt x="14082" y="6018"/>
                  </a:cubicBezTo>
                  <a:cubicBezTo>
                    <a:pt x="14082" y="6018"/>
                    <a:pt x="14082" y="6018"/>
                    <a:pt x="14082" y="6018"/>
                  </a:cubicBezTo>
                  <a:cubicBezTo>
                    <a:pt x="14138" y="6018"/>
                    <a:pt x="14138" y="6018"/>
                    <a:pt x="14138" y="6018"/>
                  </a:cubicBezTo>
                  <a:cubicBezTo>
                    <a:pt x="14194" y="5951"/>
                    <a:pt x="14194" y="5951"/>
                    <a:pt x="14194" y="5951"/>
                  </a:cubicBezTo>
                  <a:cubicBezTo>
                    <a:pt x="14194" y="6018"/>
                    <a:pt x="14194" y="6018"/>
                    <a:pt x="14194" y="6018"/>
                  </a:cubicBezTo>
                  <a:cubicBezTo>
                    <a:pt x="14138" y="6085"/>
                    <a:pt x="14138" y="6085"/>
                    <a:pt x="14138" y="6085"/>
                  </a:cubicBezTo>
                  <a:cubicBezTo>
                    <a:pt x="14138" y="6085"/>
                    <a:pt x="14138" y="6085"/>
                    <a:pt x="14138" y="6085"/>
                  </a:cubicBezTo>
                  <a:cubicBezTo>
                    <a:pt x="14138" y="6085"/>
                    <a:pt x="14138" y="6085"/>
                    <a:pt x="14138" y="6085"/>
                  </a:cubicBezTo>
                  <a:cubicBezTo>
                    <a:pt x="14138" y="6152"/>
                    <a:pt x="14138" y="6152"/>
                    <a:pt x="14138" y="6152"/>
                  </a:cubicBezTo>
                  <a:cubicBezTo>
                    <a:pt x="14138" y="6152"/>
                    <a:pt x="14138" y="6152"/>
                    <a:pt x="14138" y="6152"/>
                  </a:cubicBezTo>
                  <a:cubicBezTo>
                    <a:pt x="14194" y="6219"/>
                    <a:pt x="14194" y="6219"/>
                    <a:pt x="14194" y="6219"/>
                  </a:cubicBezTo>
                  <a:cubicBezTo>
                    <a:pt x="14250" y="6219"/>
                    <a:pt x="14250" y="6219"/>
                    <a:pt x="14250" y="6219"/>
                  </a:cubicBezTo>
                  <a:cubicBezTo>
                    <a:pt x="14250" y="6219"/>
                    <a:pt x="14250" y="6219"/>
                    <a:pt x="14250" y="6219"/>
                  </a:cubicBezTo>
                  <a:cubicBezTo>
                    <a:pt x="14306" y="6219"/>
                    <a:pt x="14306" y="6219"/>
                    <a:pt x="14306" y="6219"/>
                  </a:cubicBezTo>
                  <a:cubicBezTo>
                    <a:pt x="14306" y="6219"/>
                    <a:pt x="14306" y="6219"/>
                    <a:pt x="14306" y="6219"/>
                  </a:cubicBezTo>
                  <a:cubicBezTo>
                    <a:pt x="14362" y="6152"/>
                    <a:pt x="14362" y="6152"/>
                    <a:pt x="14362" y="6152"/>
                  </a:cubicBezTo>
                  <a:cubicBezTo>
                    <a:pt x="14362" y="6152"/>
                    <a:pt x="14362" y="6152"/>
                    <a:pt x="14362" y="6152"/>
                  </a:cubicBezTo>
                  <a:cubicBezTo>
                    <a:pt x="14418" y="6085"/>
                    <a:pt x="14418" y="6085"/>
                    <a:pt x="14418" y="6085"/>
                  </a:cubicBezTo>
                  <a:cubicBezTo>
                    <a:pt x="14418" y="6085"/>
                    <a:pt x="14418" y="6085"/>
                    <a:pt x="14418" y="6085"/>
                  </a:cubicBezTo>
                  <a:cubicBezTo>
                    <a:pt x="14418" y="6152"/>
                    <a:pt x="14418" y="6152"/>
                    <a:pt x="14418" y="6152"/>
                  </a:cubicBezTo>
                  <a:cubicBezTo>
                    <a:pt x="14418" y="6152"/>
                    <a:pt x="14418" y="6152"/>
                    <a:pt x="14418" y="6152"/>
                  </a:cubicBezTo>
                  <a:cubicBezTo>
                    <a:pt x="14418" y="6152"/>
                    <a:pt x="14418" y="6152"/>
                    <a:pt x="14418" y="6152"/>
                  </a:cubicBezTo>
                  <a:cubicBezTo>
                    <a:pt x="14474" y="6152"/>
                    <a:pt x="14474" y="6152"/>
                    <a:pt x="14474" y="6152"/>
                  </a:cubicBezTo>
                  <a:cubicBezTo>
                    <a:pt x="14474" y="6085"/>
                    <a:pt x="14474" y="6085"/>
                    <a:pt x="14474" y="6085"/>
                  </a:cubicBezTo>
                  <a:cubicBezTo>
                    <a:pt x="14530" y="6085"/>
                    <a:pt x="14530" y="6085"/>
                    <a:pt x="14530" y="6085"/>
                  </a:cubicBezTo>
                  <a:cubicBezTo>
                    <a:pt x="14530" y="6085"/>
                    <a:pt x="14530" y="6085"/>
                    <a:pt x="14530" y="6085"/>
                  </a:cubicBezTo>
                  <a:cubicBezTo>
                    <a:pt x="14530" y="6152"/>
                    <a:pt x="14530" y="6152"/>
                    <a:pt x="14530" y="6152"/>
                  </a:cubicBezTo>
                  <a:cubicBezTo>
                    <a:pt x="14474" y="6286"/>
                    <a:pt x="14474" y="6286"/>
                    <a:pt x="14474" y="6286"/>
                  </a:cubicBezTo>
                  <a:cubicBezTo>
                    <a:pt x="14418" y="6286"/>
                    <a:pt x="14418" y="6286"/>
                    <a:pt x="14418" y="6286"/>
                  </a:cubicBezTo>
                  <a:cubicBezTo>
                    <a:pt x="14418" y="6352"/>
                    <a:pt x="14418" y="6352"/>
                    <a:pt x="14418" y="6352"/>
                  </a:cubicBezTo>
                  <a:cubicBezTo>
                    <a:pt x="14474" y="6352"/>
                    <a:pt x="14474" y="6352"/>
                    <a:pt x="14474" y="6352"/>
                  </a:cubicBezTo>
                  <a:cubicBezTo>
                    <a:pt x="14530" y="6352"/>
                    <a:pt x="14530" y="6352"/>
                    <a:pt x="14530" y="6352"/>
                  </a:cubicBezTo>
                  <a:cubicBezTo>
                    <a:pt x="14587" y="6352"/>
                    <a:pt x="14587" y="6352"/>
                    <a:pt x="14587" y="6352"/>
                  </a:cubicBezTo>
                  <a:cubicBezTo>
                    <a:pt x="14587" y="6419"/>
                    <a:pt x="14587" y="6419"/>
                    <a:pt x="14587" y="6419"/>
                  </a:cubicBezTo>
                  <a:cubicBezTo>
                    <a:pt x="14643" y="6419"/>
                    <a:pt x="14643" y="6419"/>
                    <a:pt x="14643" y="6419"/>
                  </a:cubicBezTo>
                  <a:cubicBezTo>
                    <a:pt x="14643" y="6352"/>
                    <a:pt x="14643" y="6352"/>
                    <a:pt x="14643" y="6352"/>
                  </a:cubicBezTo>
                  <a:cubicBezTo>
                    <a:pt x="14699" y="6352"/>
                    <a:pt x="14699" y="6352"/>
                    <a:pt x="14699" y="6352"/>
                  </a:cubicBezTo>
                  <a:cubicBezTo>
                    <a:pt x="14699" y="6419"/>
                    <a:pt x="14699" y="6419"/>
                    <a:pt x="14699" y="6419"/>
                  </a:cubicBezTo>
                  <a:cubicBezTo>
                    <a:pt x="14699" y="6419"/>
                    <a:pt x="14699" y="6419"/>
                    <a:pt x="14699" y="6419"/>
                  </a:cubicBezTo>
                  <a:cubicBezTo>
                    <a:pt x="14699" y="6419"/>
                    <a:pt x="14699" y="6419"/>
                    <a:pt x="14699" y="6419"/>
                  </a:cubicBezTo>
                  <a:cubicBezTo>
                    <a:pt x="14755" y="6486"/>
                    <a:pt x="14755" y="6486"/>
                    <a:pt x="14755" y="6486"/>
                  </a:cubicBezTo>
                  <a:cubicBezTo>
                    <a:pt x="14811" y="6419"/>
                    <a:pt x="14811" y="6419"/>
                    <a:pt x="14811" y="6419"/>
                  </a:cubicBezTo>
                  <a:cubicBezTo>
                    <a:pt x="14755" y="6419"/>
                    <a:pt x="14755" y="6419"/>
                    <a:pt x="14755" y="6419"/>
                  </a:cubicBezTo>
                  <a:cubicBezTo>
                    <a:pt x="14755" y="6352"/>
                    <a:pt x="14755" y="6352"/>
                    <a:pt x="14755" y="6352"/>
                  </a:cubicBezTo>
                  <a:cubicBezTo>
                    <a:pt x="14811" y="6352"/>
                    <a:pt x="14811" y="6352"/>
                    <a:pt x="14811" y="6352"/>
                  </a:cubicBezTo>
                  <a:cubicBezTo>
                    <a:pt x="14811" y="6352"/>
                    <a:pt x="14811" y="6352"/>
                    <a:pt x="14811" y="6352"/>
                  </a:cubicBezTo>
                  <a:cubicBezTo>
                    <a:pt x="14811" y="6419"/>
                    <a:pt x="14811" y="6419"/>
                    <a:pt x="14811" y="6419"/>
                  </a:cubicBezTo>
                  <a:cubicBezTo>
                    <a:pt x="14811" y="6486"/>
                    <a:pt x="14811" y="6486"/>
                    <a:pt x="14811" y="6486"/>
                  </a:cubicBezTo>
                  <a:cubicBezTo>
                    <a:pt x="14867" y="6486"/>
                    <a:pt x="14867" y="6486"/>
                    <a:pt x="14867" y="6486"/>
                  </a:cubicBezTo>
                  <a:cubicBezTo>
                    <a:pt x="14867" y="6419"/>
                    <a:pt x="14867" y="6419"/>
                    <a:pt x="14867" y="6419"/>
                  </a:cubicBezTo>
                  <a:cubicBezTo>
                    <a:pt x="14867" y="6352"/>
                    <a:pt x="14867" y="6352"/>
                    <a:pt x="14867" y="6352"/>
                  </a:cubicBezTo>
                  <a:cubicBezTo>
                    <a:pt x="14923" y="6352"/>
                    <a:pt x="14923" y="6352"/>
                    <a:pt x="14923" y="6352"/>
                  </a:cubicBezTo>
                  <a:cubicBezTo>
                    <a:pt x="14923" y="6419"/>
                    <a:pt x="14923" y="6419"/>
                    <a:pt x="14923" y="6419"/>
                  </a:cubicBezTo>
                  <a:cubicBezTo>
                    <a:pt x="14867" y="6419"/>
                    <a:pt x="14867" y="6419"/>
                    <a:pt x="14867" y="6419"/>
                  </a:cubicBezTo>
                  <a:cubicBezTo>
                    <a:pt x="14867" y="6486"/>
                    <a:pt x="14867" y="6486"/>
                    <a:pt x="14867" y="6486"/>
                  </a:cubicBezTo>
                  <a:cubicBezTo>
                    <a:pt x="14979" y="6486"/>
                    <a:pt x="14979" y="6486"/>
                    <a:pt x="14979" y="6486"/>
                  </a:cubicBezTo>
                  <a:cubicBezTo>
                    <a:pt x="14979" y="6419"/>
                    <a:pt x="14979" y="6419"/>
                    <a:pt x="14979" y="6419"/>
                  </a:cubicBezTo>
                  <a:cubicBezTo>
                    <a:pt x="15035" y="6352"/>
                    <a:pt x="15035" y="6352"/>
                    <a:pt x="15035" y="6352"/>
                  </a:cubicBezTo>
                  <a:cubicBezTo>
                    <a:pt x="15035" y="6419"/>
                    <a:pt x="15035" y="6419"/>
                    <a:pt x="15035" y="6419"/>
                  </a:cubicBezTo>
                  <a:cubicBezTo>
                    <a:pt x="15035" y="6419"/>
                    <a:pt x="15035" y="6419"/>
                    <a:pt x="15035" y="6419"/>
                  </a:cubicBezTo>
                  <a:cubicBezTo>
                    <a:pt x="15035" y="6486"/>
                    <a:pt x="15035" y="6486"/>
                    <a:pt x="15035" y="6486"/>
                  </a:cubicBezTo>
                  <a:cubicBezTo>
                    <a:pt x="15091" y="6486"/>
                    <a:pt x="15091" y="6486"/>
                    <a:pt x="15091" y="6486"/>
                  </a:cubicBezTo>
                  <a:cubicBezTo>
                    <a:pt x="15091" y="6419"/>
                    <a:pt x="15091" y="6419"/>
                    <a:pt x="15091" y="6419"/>
                  </a:cubicBezTo>
                  <a:cubicBezTo>
                    <a:pt x="15091" y="6352"/>
                    <a:pt x="15091" y="6352"/>
                    <a:pt x="15091" y="6352"/>
                  </a:cubicBezTo>
                  <a:cubicBezTo>
                    <a:pt x="15091" y="6486"/>
                    <a:pt x="15091" y="6486"/>
                    <a:pt x="15091" y="6486"/>
                  </a:cubicBezTo>
                  <a:cubicBezTo>
                    <a:pt x="15091" y="6486"/>
                    <a:pt x="15091" y="6486"/>
                    <a:pt x="15091" y="6486"/>
                  </a:cubicBezTo>
                  <a:cubicBezTo>
                    <a:pt x="15148" y="6486"/>
                    <a:pt x="15148" y="6486"/>
                    <a:pt x="15148" y="6486"/>
                  </a:cubicBezTo>
                  <a:cubicBezTo>
                    <a:pt x="15204" y="6553"/>
                    <a:pt x="15204" y="6553"/>
                    <a:pt x="15204" y="6553"/>
                  </a:cubicBezTo>
                  <a:cubicBezTo>
                    <a:pt x="15260" y="6553"/>
                    <a:pt x="15260" y="6553"/>
                    <a:pt x="15260" y="6553"/>
                  </a:cubicBezTo>
                  <a:cubicBezTo>
                    <a:pt x="15316" y="6553"/>
                    <a:pt x="15316" y="6553"/>
                    <a:pt x="15316" y="6553"/>
                  </a:cubicBezTo>
                  <a:cubicBezTo>
                    <a:pt x="15316" y="6553"/>
                    <a:pt x="15316" y="6553"/>
                    <a:pt x="15316" y="6553"/>
                  </a:cubicBezTo>
                  <a:cubicBezTo>
                    <a:pt x="15372" y="6553"/>
                    <a:pt x="15372" y="6553"/>
                    <a:pt x="15372" y="6553"/>
                  </a:cubicBezTo>
                  <a:cubicBezTo>
                    <a:pt x="15372" y="6486"/>
                    <a:pt x="15372" y="6486"/>
                    <a:pt x="15372" y="6486"/>
                  </a:cubicBezTo>
                  <a:cubicBezTo>
                    <a:pt x="15372" y="6486"/>
                    <a:pt x="15372" y="6486"/>
                    <a:pt x="15372" y="6486"/>
                  </a:cubicBezTo>
                  <a:cubicBezTo>
                    <a:pt x="15428" y="6419"/>
                    <a:pt x="15428" y="6419"/>
                    <a:pt x="15428" y="6419"/>
                  </a:cubicBezTo>
                  <a:cubicBezTo>
                    <a:pt x="15484" y="6352"/>
                    <a:pt x="15484" y="6352"/>
                    <a:pt x="15484" y="6352"/>
                  </a:cubicBezTo>
                  <a:cubicBezTo>
                    <a:pt x="15428" y="6352"/>
                    <a:pt x="15428" y="6352"/>
                    <a:pt x="15428" y="6352"/>
                  </a:cubicBezTo>
                  <a:cubicBezTo>
                    <a:pt x="15484" y="6286"/>
                    <a:pt x="15484" y="6286"/>
                    <a:pt x="15484" y="6286"/>
                  </a:cubicBezTo>
                  <a:cubicBezTo>
                    <a:pt x="15484" y="6286"/>
                    <a:pt x="15484" y="6286"/>
                    <a:pt x="15484" y="6286"/>
                  </a:cubicBezTo>
                  <a:cubicBezTo>
                    <a:pt x="15484" y="6352"/>
                    <a:pt x="15484" y="6352"/>
                    <a:pt x="15484" y="6352"/>
                  </a:cubicBezTo>
                  <a:cubicBezTo>
                    <a:pt x="15540" y="6352"/>
                    <a:pt x="15540" y="6352"/>
                    <a:pt x="15540" y="6352"/>
                  </a:cubicBezTo>
                  <a:cubicBezTo>
                    <a:pt x="15540" y="6352"/>
                    <a:pt x="15540" y="6352"/>
                    <a:pt x="15540" y="6352"/>
                  </a:cubicBezTo>
                  <a:cubicBezTo>
                    <a:pt x="15484" y="6419"/>
                    <a:pt x="15484" y="6419"/>
                    <a:pt x="15484" y="6419"/>
                  </a:cubicBezTo>
                  <a:cubicBezTo>
                    <a:pt x="15484" y="6486"/>
                    <a:pt x="15484" y="6486"/>
                    <a:pt x="15484" y="6486"/>
                  </a:cubicBezTo>
                  <a:cubicBezTo>
                    <a:pt x="15484" y="6620"/>
                    <a:pt x="15484" y="6620"/>
                    <a:pt x="15484" y="6620"/>
                  </a:cubicBezTo>
                  <a:close/>
                  <a:moveTo>
                    <a:pt x="13745" y="4146"/>
                  </a:moveTo>
                  <a:cubicBezTo>
                    <a:pt x="13801" y="4146"/>
                    <a:pt x="13801" y="4146"/>
                    <a:pt x="13801" y="4146"/>
                  </a:cubicBezTo>
                  <a:cubicBezTo>
                    <a:pt x="13801" y="4146"/>
                    <a:pt x="13801" y="4146"/>
                    <a:pt x="13801" y="4146"/>
                  </a:cubicBezTo>
                  <a:cubicBezTo>
                    <a:pt x="13745" y="4146"/>
                    <a:pt x="13745" y="4146"/>
                    <a:pt x="13745" y="4146"/>
                  </a:cubicBezTo>
                  <a:cubicBezTo>
                    <a:pt x="13745" y="4146"/>
                    <a:pt x="13745" y="4146"/>
                    <a:pt x="13745" y="4146"/>
                  </a:cubicBezTo>
                  <a:cubicBezTo>
                    <a:pt x="13745" y="4146"/>
                    <a:pt x="13745" y="4146"/>
                    <a:pt x="13745" y="4146"/>
                  </a:cubicBezTo>
                  <a:close/>
                  <a:moveTo>
                    <a:pt x="13689" y="4480"/>
                  </a:moveTo>
                  <a:cubicBezTo>
                    <a:pt x="13689" y="4480"/>
                    <a:pt x="13689" y="4480"/>
                    <a:pt x="13689" y="4480"/>
                  </a:cubicBezTo>
                  <a:cubicBezTo>
                    <a:pt x="13689" y="4413"/>
                    <a:pt x="13689" y="4413"/>
                    <a:pt x="13689" y="4413"/>
                  </a:cubicBezTo>
                  <a:cubicBezTo>
                    <a:pt x="13745" y="4480"/>
                    <a:pt x="13745" y="4480"/>
                    <a:pt x="13745" y="4480"/>
                  </a:cubicBezTo>
                  <a:cubicBezTo>
                    <a:pt x="13689" y="4480"/>
                    <a:pt x="13689" y="4480"/>
                    <a:pt x="13689" y="4480"/>
                  </a:cubicBezTo>
                  <a:cubicBezTo>
                    <a:pt x="13689" y="4480"/>
                    <a:pt x="13689" y="4480"/>
                    <a:pt x="13689" y="4480"/>
                  </a:cubicBezTo>
                  <a:close/>
                  <a:moveTo>
                    <a:pt x="12455" y="4948"/>
                  </a:moveTo>
                  <a:cubicBezTo>
                    <a:pt x="12455" y="5015"/>
                    <a:pt x="12455" y="5015"/>
                    <a:pt x="12455" y="5015"/>
                  </a:cubicBezTo>
                  <a:cubicBezTo>
                    <a:pt x="12511" y="5015"/>
                    <a:pt x="12511" y="5015"/>
                    <a:pt x="12511" y="5015"/>
                  </a:cubicBezTo>
                  <a:cubicBezTo>
                    <a:pt x="12511" y="5015"/>
                    <a:pt x="12511" y="5015"/>
                    <a:pt x="12511" y="5015"/>
                  </a:cubicBezTo>
                  <a:cubicBezTo>
                    <a:pt x="12455" y="4948"/>
                    <a:pt x="12455" y="4948"/>
                    <a:pt x="12455" y="4948"/>
                  </a:cubicBezTo>
                  <a:close/>
                  <a:moveTo>
                    <a:pt x="13240" y="4146"/>
                  </a:moveTo>
                  <a:cubicBezTo>
                    <a:pt x="13240" y="4146"/>
                    <a:pt x="13240" y="4146"/>
                    <a:pt x="13240" y="4146"/>
                  </a:cubicBezTo>
                  <a:cubicBezTo>
                    <a:pt x="13296" y="4213"/>
                    <a:pt x="13296" y="4213"/>
                    <a:pt x="13296" y="4213"/>
                  </a:cubicBezTo>
                  <a:cubicBezTo>
                    <a:pt x="13296" y="4279"/>
                    <a:pt x="13296" y="4279"/>
                    <a:pt x="13296" y="4279"/>
                  </a:cubicBezTo>
                  <a:cubicBezTo>
                    <a:pt x="13296" y="4213"/>
                    <a:pt x="13296" y="4213"/>
                    <a:pt x="13296" y="4213"/>
                  </a:cubicBezTo>
                  <a:cubicBezTo>
                    <a:pt x="13296" y="4213"/>
                    <a:pt x="13296" y="4213"/>
                    <a:pt x="13296" y="4213"/>
                  </a:cubicBezTo>
                  <a:cubicBezTo>
                    <a:pt x="13296" y="4146"/>
                    <a:pt x="13296" y="4146"/>
                    <a:pt x="13296" y="4146"/>
                  </a:cubicBezTo>
                  <a:cubicBezTo>
                    <a:pt x="13240" y="4146"/>
                    <a:pt x="13240" y="4146"/>
                    <a:pt x="13240" y="4146"/>
                  </a:cubicBezTo>
                  <a:close/>
                  <a:moveTo>
                    <a:pt x="12903" y="4146"/>
                  </a:moveTo>
                  <a:cubicBezTo>
                    <a:pt x="12903" y="4213"/>
                    <a:pt x="12903" y="4213"/>
                    <a:pt x="12903" y="4213"/>
                  </a:cubicBezTo>
                  <a:cubicBezTo>
                    <a:pt x="12903" y="4213"/>
                    <a:pt x="12903" y="4213"/>
                    <a:pt x="12903" y="4213"/>
                  </a:cubicBezTo>
                  <a:cubicBezTo>
                    <a:pt x="12959" y="4213"/>
                    <a:pt x="12959" y="4213"/>
                    <a:pt x="12959" y="4213"/>
                  </a:cubicBezTo>
                  <a:cubicBezTo>
                    <a:pt x="12959" y="4213"/>
                    <a:pt x="12959" y="4213"/>
                    <a:pt x="12959" y="4213"/>
                  </a:cubicBezTo>
                  <a:cubicBezTo>
                    <a:pt x="13016" y="4213"/>
                    <a:pt x="13016" y="4213"/>
                    <a:pt x="13016" y="4213"/>
                  </a:cubicBezTo>
                  <a:cubicBezTo>
                    <a:pt x="13072" y="4146"/>
                    <a:pt x="13072" y="4146"/>
                    <a:pt x="13072" y="4146"/>
                  </a:cubicBezTo>
                  <a:cubicBezTo>
                    <a:pt x="13128" y="4146"/>
                    <a:pt x="13128" y="4146"/>
                    <a:pt x="13128" y="4146"/>
                  </a:cubicBezTo>
                  <a:cubicBezTo>
                    <a:pt x="13184" y="4146"/>
                    <a:pt x="13184" y="4146"/>
                    <a:pt x="13184" y="4146"/>
                  </a:cubicBezTo>
                  <a:cubicBezTo>
                    <a:pt x="13184" y="4146"/>
                    <a:pt x="13184" y="4146"/>
                    <a:pt x="13184" y="4146"/>
                  </a:cubicBezTo>
                  <a:cubicBezTo>
                    <a:pt x="13072" y="4079"/>
                    <a:pt x="13072" y="4079"/>
                    <a:pt x="13072" y="4079"/>
                  </a:cubicBezTo>
                  <a:cubicBezTo>
                    <a:pt x="13016" y="4146"/>
                    <a:pt x="13016" y="4146"/>
                    <a:pt x="13016" y="4146"/>
                  </a:cubicBezTo>
                  <a:cubicBezTo>
                    <a:pt x="13016" y="4146"/>
                    <a:pt x="13016" y="4146"/>
                    <a:pt x="13016" y="4146"/>
                  </a:cubicBezTo>
                  <a:cubicBezTo>
                    <a:pt x="12959" y="4146"/>
                    <a:pt x="12959" y="4146"/>
                    <a:pt x="12959" y="4146"/>
                  </a:cubicBezTo>
                  <a:cubicBezTo>
                    <a:pt x="12903" y="4146"/>
                    <a:pt x="12903" y="4146"/>
                    <a:pt x="12903" y="4146"/>
                  </a:cubicBezTo>
                  <a:cubicBezTo>
                    <a:pt x="12903" y="4146"/>
                    <a:pt x="12903" y="4146"/>
                    <a:pt x="12903" y="4146"/>
                  </a:cubicBezTo>
                  <a:close/>
                  <a:moveTo>
                    <a:pt x="12511" y="4346"/>
                  </a:moveTo>
                  <a:cubicBezTo>
                    <a:pt x="12455" y="4279"/>
                    <a:pt x="12455" y="4279"/>
                    <a:pt x="12455" y="4279"/>
                  </a:cubicBezTo>
                  <a:cubicBezTo>
                    <a:pt x="12398" y="4279"/>
                    <a:pt x="12398" y="4279"/>
                    <a:pt x="12398" y="4279"/>
                  </a:cubicBezTo>
                  <a:cubicBezTo>
                    <a:pt x="12342" y="4279"/>
                    <a:pt x="12342" y="4279"/>
                    <a:pt x="12342" y="4279"/>
                  </a:cubicBezTo>
                  <a:cubicBezTo>
                    <a:pt x="12342" y="4213"/>
                    <a:pt x="12342" y="4213"/>
                    <a:pt x="12342" y="4213"/>
                  </a:cubicBezTo>
                  <a:cubicBezTo>
                    <a:pt x="12398" y="4146"/>
                    <a:pt x="12398" y="4146"/>
                    <a:pt x="12398" y="4146"/>
                  </a:cubicBezTo>
                  <a:cubicBezTo>
                    <a:pt x="12398" y="4146"/>
                    <a:pt x="12398" y="4146"/>
                    <a:pt x="12398" y="4146"/>
                  </a:cubicBezTo>
                  <a:cubicBezTo>
                    <a:pt x="12398" y="4079"/>
                    <a:pt x="12398" y="4079"/>
                    <a:pt x="12398" y="4079"/>
                  </a:cubicBezTo>
                  <a:cubicBezTo>
                    <a:pt x="12398" y="4012"/>
                    <a:pt x="12398" y="4012"/>
                    <a:pt x="12398" y="4012"/>
                  </a:cubicBezTo>
                  <a:cubicBezTo>
                    <a:pt x="12398" y="4012"/>
                    <a:pt x="12398" y="4012"/>
                    <a:pt x="12398" y="4012"/>
                  </a:cubicBezTo>
                  <a:cubicBezTo>
                    <a:pt x="12455" y="4012"/>
                    <a:pt x="12455" y="4012"/>
                    <a:pt x="12455" y="4012"/>
                  </a:cubicBezTo>
                  <a:cubicBezTo>
                    <a:pt x="12511" y="4012"/>
                    <a:pt x="12511" y="4012"/>
                    <a:pt x="12511" y="4012"/>
                  </a:cubicBezTo>
                  <a:cubicBezTo>
                    <a:pt x="12511" y="4012"/>
                    <a:pt x="12511" y="4012"/>
                    <a:pt x="12511" y="4012"/>
                  </a:cubicBezTo>
                  <a:cubicBezTo>
                    <a:pt x="12511" y="4079"/>
                    <a:pt x="12511" y="4079"/>
                    <a:pt x="12511" y="4079"/>
                  </a:cubicBezTo>
                  <a:cubicBezTo>
                    <a:pt x="12511" y="4079"/>
                    <a:pt x="12511" y="4079"/>
                    <a:pt x="12511" y="4079"/>
                  </a:cubicBezTo>
                  <a:cubicBezTo>
                    <a:pt x="12455" y="4079"/>
                    <a:pt x="12455" y="4079"/>
                    <a:pt x="12455" y="4079"/>
                  </a:cubicBezTo>
                  <a:cubicBezTo>
                    <a:pt x="12511" y="4146"/>
                    <a:pt x="12511" y="4146"/>
                    <a:pt x="12511" y="4146"/>
                  </a:cubicBezTo>
                  <a:cubicBezTo>
                    <a:pt x="12567" y="4146"/>
                    <a:pt x="12567" y="4146"/>
                    <a:pt x="12567" y="4146"/>
                  </a:cubicBezTo>
                  <a:cubicBezTo>
                    <a:pt x="12567" y="4146"/>
                    <a:pt x="12567" y="4146"/>
                    <a:pt x="12567" y="4146"/>
                  </a:cubicBezTo>
                  <a:cubicBezTo>
                    <a:pt x="12511" y="4146"/>
                    <a:pt x="12511" y="4146"/>
                    <a:pt x="12511" y="4146"/>
                  </a:cubicBezTo>
                  <a:cubicBezTo>
                    <a:pt x="12567" y="4213"/>
                    <a:pt x="12567" y="4213"/>
                    <a:pt x="12567" y="4213"/>
                  </a:cubicBezTo>
                  <a:cubicBezTo>
                    <a:pt x="12567" y="4279"/>
                    <a:pt x="12567" y="4279"/>
                    <a:pt x="12567" y="4279"/>
                  </a:cubicBezTo>
                  <a:cubicBezTo>
                    <a:pt x="12511" y="4279"/>
                    <a:pt x="12511" y="4279"/>
                    <a:pt x="12511" y="4279"/>
                  </a:cubicBezTo>
                  <a:cubicBezTo>
                    <a:pt x="12511" y="4346"/>
                    <a:pt x="12511" y="4346"/>
                    <a:pt x="12511" y="4346"/>
                  </a:cubicBezTo>
                  <a:close/>
                  <a:moveTo>
                    <a:pt x="12455" y="4480"/>
                  </a:moveTo>
                  <a:cubicBezTo>
                    <a:pt x="12511" y="4547"/>
                    <a:pt x="12511" y="4547"/>
                    <a:pt x="12511" y="4547"/>
                  </a:cubicBezTo>
                  <a:cubicBezTo>
                    <a:pt x="12567" y="4480"/>
                    <a:pt x="12567" y="4480"/>
                    <a:pt x="12567" y="4480"/>
                  </a:cubicBezTo>
                  <a:cubicBezTo>
                    <a:pt x="12623" y="4413"/>
                    <a:pt x="12623" y="4413"/>
                    <a:pt x="12623" y="4413"/>
                  </a:cubicBezTo>
                  <a:cubicBezTo>
                    <a:pt x="12567" y="4346"/>
                    <a:pt x="12567" y="4346"/>
                    <a:pt x="12567" y="4346"/>
                  </a:cubicBezTo>
                  <a:cubicBezTo>
                    <a:pt x="12511" y="4346"/>
                    <a:pt x="12511" y="4346"/>
                    <a:pt x="12511" y="4346"/>
                  </a:cubicBezTo>
                  <a:cubicBezTo>
                    <a:pt x="12455" y="4346"/>
                    <a:pt x="12455" y="4346"/>
                    <a:pt x="12455" y="4346"/>
                  </a:cubicBezTo>
                  <a:cubicBezTo>
                    <a:pt x="12398" y="4346"/>
                    <a:pt x="12398" y="4346"/>
                    <a:pt x="12398" y="4346"/>
                  </a:cubicBezTo>
                  <a:cubicBezTo>
                    <a:pt x="12342" y="4346"/>
                    <a:pt x="12342" y="4346"/>
                    <a:pt x="12342" y="4346"/>
                  </a:cubicBezTo>
                  <a:cubicBezTo>
                    <a:pt x="12342" y="4346"/>
                    <a:pt x="12342" y="4346"/>
                    <a:pt x="12342" y="4346"/>
                  </a:cubicBezTo>
                  <a:cubicBezTo>
                    <a:pt x="12286" y="4346"/>
                    <a:pt x="12286" y="4346"/>
                    <a:pt x="12286" y="4346"/>
                  </a:cubicBezTo>
                  <a:cubicBezTo>
                    <a:pt x="12286" y="4346"/>
                    <a:pt x="12286" y="4346"/>
                    <a:pt x="12286" y="4346"/>
                  </a:cubicBezTo>
                  <a:cubicBezTo>
                    <a:pt x="12230" y="4413"/>
                    <a:pt x="12230" y="4413"/>
                    <a:pt x="12230" y="4413"/>
                  </a:cubicBezTo>
                  <a:cubicBezTo>
                    <a:pt x="12286" y="4413"/>
                    <a:pt x="12286" y="4413"/>
                    <a:pt x="12286" y="4413"/>
                  </a:cubicBezTo>
                  <a:cubicBezTo>
                    <a:pt x="12286" y="4413"/>
                    <a:pt x="12286" y="4413"/>
                    <a:pt x="12286" y="4413"/>
                  </a:cubicBezTo>
                  <a:cubicBezTo>
                    <a:pt x="12286" y="4480"/>
                    <a:pt x="12286" y="4480"/>
                    <a:pt x="12286" y="4480"/>
                  </a:cubicBezTo>
                  <a:cubicBezTo>
                    <a:pt x="12342" y="4480"/>
                    <a:pt x="12342" y="4480"/>
                    <a:pt x="12342" y="4480"/>
                  </a:cubicBezTo>
                  <a:cubicBezTo>
                    <a:pt x="12398" y="4480"/>
                    <a:pt x="12398" y="4480"/>
                    <a:pt x="12398" y="4480"/>
                  </a:cubicBezTo>
                  <a:cubicBezTo>
                    <a:pt x="12455" y="4480"/>
                    <a:pt x="12455" y="4480"/>
                    <a:pt x="12455" y="4480"/>
                  </a:cubicBezTo>
                  <a:close/>
                  <a:moveTo>
                    <a:pt x="12230" y="4614"/>
                  </a:moveTo>
                  <a:cubicBezTo>
                    <a:pt x="12342" y="4614"/>
                    <a:pt x="12342" y="4614"/>
                    <a:pt x="12342" y="4614"/>
                  </a:cubicBezTo>
                  <a:cubicBezTo>
                    <a:pt x="12398" y="4614"/>
                    <a:pt x="12398" y="4614"/>
                    <a:pt x="12398" y="4614"/>
                  </a:cubicBezTo>
                  <a:cubicBezTo>
                    <a:pt x="12455" y="4614"/>
                    <a:pt x="12455" y="4614"/>
                    <a:pt x="12455" y="4614"/>
                  </a:cubicBezTo>
                  <a:cubicBezTo>
                    <a:pt x="12455" y="4614"/>
                    <a:pt x="12455" y="4614"/>
                    <a:pt x="12455" y="4614"/>
                  </a:cubicBezTo>
                  <a:cubicBezTo>
                    <a:pt x="12511" y="4614"/>
                    <a:pt x="12511" y="4614"/>
                    <a:pt x="12511" y="4614"/>
                  </a:cubicBezTo>
                  <a:cubicBezTo>
                    <a:pt x="12567" y="4614"/>
                    <a:pt x="12567" y="4614"/>
                    <a:pt x="12567" y="4614"/>
                  </a:cubicBezTo>
                  <a:cubicBezTo>
                    <a:pt x="12567" y="4547"/>
                    <a:pt x="12567" y="4547"/>
                    <a:pt x="12567" y="4547"/>
                  </a:cubicBezTo>
                  <a:cubicBezTo>
                    <a:pt x="12511" y="4547"/>
                    <a:pt x="12511" y="4547"/>
                    <a:pt x="12511" y="4547"/>
                  </a:cubicBezTo>
                  <a:cubicBezTo>
                    <a:pt x="12398" y="4547"/>
                    <a:pt x="12398" y="4547"/>
                    <a:pt x="12398" y="4547"/>
                  </a:cubicBezTo>
                  <a:cubicBezTo>
                    <a:pt x="12342" y="4547"/>
                    <a:pt x="12342" y="4547"/>
                    <a:pt x="12342" y="4547"/>
                  </a:cubicBezTo>
                  <a:cubicBezTo>
                    <a:pt x="12342" y="4547"/>
                    <a:pt x="12342" y="4547"/>
                    <a:pt x="12342" y="4547"/>
                  </a:cubicBezTo>
                  <a:cubicBezTo>
                    <a:pt x="12286" y="4547"/>
                    <a:pt x="12286" y="4547"/>
                    <a:pt x="12286" y="4547"/>
                  </a:cubicBezTo>
                  <a:cubicBezTo>
                    <a:pt x="12230" y="4547"/>
                    <a:pt x="12230" y="4547"/>
                    <a:pt x="12230" y="4547"/>
                  </a:cubicBezTo>
                  <a:cubicBezTo>
                    <a:pt x="12230" y="4614"/>
                    <a:pt x="12230" y="4614"/>
                    <a:pt x="12230" y="4614"/>
                  </a:cubicBezTo>
                  <a:close/>
                  <a:moveTo>
                    <a:pt x="12230" y="4747"/>
                  </a:moveTo>
                  <a:cubicBezTo>
                    <a:pt x="12286" y="4681"/>
                    <a:pt x="12286" y="4681"/>
                    <a:pt x="12286" y="4681"/>
                  </a:cubicBezTo>
                  <a:cubicBezTo>
                    <a:pt x="12286" y="4681"/>
                    <a:pt x="12286" y="4681"/>
                    <a:pt x="12286" y="4681"/>
                  </a:cubicBezTo>
                  <a:cubicBezTo>
                    <a:pt x="12342" y="4681"/>
                    <a:pt x="12342" y="4681"/>
                    <a:pt x="12342" y="4681"/>
                  </a:cubicBezTo>
                  <a:cubicBezTo>
                    <a:pt x="12455" y="4614"/>
                    <a:pt x="12455" y="4614"/>
                    <a:pt x="12455" y="4614"/>
                  </a:cubicBezTo>
                  <a:cubicBezTo>
                    <a:pt x="12511" y="4681"/>
                    <a:pt x="12511" y="4681"/>
                    <a:pt x="12511" y="4681"/>
                  </a:cubicBezTo>
                  <a:cubicBezTo>
                    <a:pt x="12511" y="4614"/>
                    <a:pt x="12511" y="4614"/>
                    <a:pt x="12511" y="4614"/>
                  </a:cubicBezTo>
                  <a:cubicBezTo>
                    <a:pt x="12567" y="4614"/>
                    <a:pt x="12567" y="4614"/>
                    <a:pt x="12567" y="4614"/>
                  </a:cubicBezTo>
                  <a:cubicBezTo>
                    <a:pt x="12567" y="4681"/>
                    <a:pt x="12567" y="4681"/>
                    <a:pt x="12567" y="4681"/>
                  </a:cubicBezTo>
                  <a:cubicBezTo>
                    <a:pt x="12511" y="4681"/>
                    <a:pt x="12511" y="4681"/>
                    <a:pt x="12511" y="4681"/>
                  </a:cubicBezTo>
                  <a:cubicBezTo>
                    <a:pt x="12455" y="4681"/>
                    <a:pt x="12455" y="4681"/>
                    <a:pt x="12455" y="4681"/>
                  </a:cubicBezTo>
                  <a:cubicBezTo>
                    <a:pt x="12398" y="4681"/>
                    <a:pt x="12398" y="4681"/>
                    <a:pt x="12398" y="4681"/>
                  </a:cubicBezTo>
                  <a:cubicBezTo>
                    <a:pt x="12398" y="4747"/>
                    <a:pt x="12398" y="4747"/>
                    <a:pt x="12398" y="4747"/>
                  </a:cubicBezTo>
                  <a:cubicBezTo>
                    <a:pt x="12342" y="4747"/>
                    <a:pt x="12342" y="4747"/>
                    <a:pt x="12342" y="4747"/>
                  </a:cubicBezTo>
                  <a:cubicBezTo>
                    <a:pt x="12286" y="4747"/>
                    <a:pt x="12286" y="4747"/>
                    <a:pt x="12286" y="4747"/>
                  </a:cubicBezTo>
                  <a:cubicBezTo>
                    <a:pt x="12286" y="4747"/>
                    <a:pt x="12286" y="4747"/>
                    <a:pt x="12286" y="4747"/>
                  </a:cubicBezTo>
                  <a:cubicBezTo>
                    <a:pt x="12230" y="4747"/>
                    <a:pt x="12230" y="4747"/>
                    <a:pt x="12230" y="4747"/>
                  </a:cubicBezTo>
                  <a:cubicBezTo>
                    <a:pt x="12230" y="4747"/>
                    <a:pt x="12230" y="4747"/>
                    <a:pt x="12230" y="4747"/>
                  </a:cubicBezTo>
                  <a:cubicBezTo>
                    <a:pt x="12230" y="4747"/>
                    <a:pt x="12230" y="4747"/>
                    <a:pt x="12230" y="4747"/>
                  </a:cubicBezTo>
                  <a:close/>
                  <a:moveTo>
                    <a:pt x="11052" y="3143"/>
                  </a:moveTo>
                  <a:cubicBezTo>
                    <a:pt x="11052" y="3076"/>
                    <a:pt x="11052" y="3076"/>
                    <a:pt x="11052" y="3076"/>
                  </a:cubicBezTo>
                  <a:cubicBezTo>
                    <a:pt x="11052" y="3076"/>
                    <a:pt x="11052" y="3076"/>
                    <a:pt x="11052" y="3076"/>
                  </a:cubicBezTo>
                  <a:cubicBezTo>
                    <a:pt x="11108" y="3076"/>
                    <a:pt x="11108" y="3076"/>
                    <a:pt x="11108" y="3076"/>
                  </a:cubicBezTo>
                  <a:cubicBezTo>
                    <a:pt x="11108" y="3076"/>
                    <a:pt x="11108" y="3076"/>
                    <a:pt x="11108" y="3076"/>
                  </a:cubicBezTo>
                  <a:cubicBezTo>
                    <a:pt x="11052" y="3143"/>
                    <a:pt x="11052" y="3143"/>
                    <a:pt x="11052" y="3143"/>
                  </a:cubicBezTo>
                  <a:close/>
                  <a:moveTo>
                    <a:pt x="10715" y="3276"/>
                  </a:moveTo>
                  <a:cubicBezTo>
                    <a:pt x="10771" y="3276"/>
                    <a:pt x="10771" y="3276"/>
                    <a:pt x="10771" y="3276"/>
                  </a:cubicBezTo>
                  <a:cubicBezTo>
                    <a:pt x="10771" y="3209"/>
                    <a:pt x="10771" y="3209"/>
                    <a:pt x="10771" y="3209"/>
                  </a:cubicBezTo>
                  <a:cubicBezTo>
                    <a:pt x="10884" y="3276"/>
                    <a:pt x="10884" y="3276"/>
                    <a:pt x="10884" y="3276"/>
                  </a:cubicBezTo>
                  <a:cubicBezTo>
                    <a:pt x="10884" y="3276"/>
                    <a:pt x="10884" y="3276"/>
                    <a:pt x="10884" y="3276"/>
                  </a:cubicBezTo>
                  <a:cubicBezTo>
                    <a:pt x="10940" y="3276"/>
                    <a:pt x="10940" y="3276"/>
                    <a:pt x="10940" y="3276"/>
                  </a:cubicBezTo>
                  <a:cubicBezTo>
                    <a:pt x="10940" y="3343"/>
                    <a:pt x="10940" y="3343"/>
                    <a:pt x="10940" y="3343"/>
                  </a:cubicBezTo>
                  <a:cubicBezTo>
                    <a:pt x="10940" y="3343"/>
                    <a:pt x="10940" y="3343"/>
                    <a:pt x="10940" y="3343"/>
                  </a:cubicBezTo>
                  <a:cubicBezTo>
                    <a:pt x="10940" y="3410"/>
                    <a:pt x="10940" y="3410"/>
                    <a:pt x="10940" y="3410"/>
                  </a:cubicBezTo>
                  <a:cubicBezTo>
                    <a:pt x="10884" y="3410"/>
                    <a:pt x="10884" y="3410"/>
                    <a:pt x="10884" y="3410"/>
                  </a:cubicBezTo>
                  <a:cubicBezTo>
                    <a:pt x="10828" y="3410"/>
                    <a:pt x="10828" y="3410"/>
                    <a:pt x="10828" y="3410"/>
                  </a:cubicBezTo>
                  <a:cubicBezTo>
                    <a:pt x="10828" y="3410"/>
                    <a:pt x="10828" y="3410"/>
                    <a:pt x="10828" y="3410"/>
                  </a:cubicBezTo>
                  <a:cubicBezTo>
                    <a:pt x="10771" y="3343"/>
                    <a:pt x="10771" y="3343"/>
                    <a:pt x="10771" y="3343"/>
                  </a:cubicBezTo>
                  <a:cubicBezTo>
                    <a:pt x="10771" y="3276"/>
                    <a:pt x="10771" y="3276"/>
                    <a:pt x="10771" y="3276"/>
                  </a:cubicBezTo>
                  <a:cubicBezTo>
                    <a:pt x="10715" y="3276"/>
                    <a:pt x="10715" y="3276"/>
                    <a:pt x="10715" y="3276"/>
                  </a:cubicBezTo>
                  <a:cubicBezTo>
                    <a:pt x="10715" y="3276"/>
                    <a:pt x="10715" y="3276"/>
                    <a:pt x="10715" y="3276"/>
                  </a:cubicBezTo>
                  <a:close/>
                  <a:moveTo>
                    <a:pt x="8976" y="3343"/>
                  </a:moveTo>
                  <a:cubicBezTo>
                    <a:pt x="8920" y="3343"/>
                    <a:pt x="8920" y="3343"/>
                    <a:pt x="8920" y="3343"/>
                  </a:cubicBezTo>
                  <a:cubicBezTo>
                    <a:pt x="8920" y="3343"/>
                    <a:pt x="8920" y="3343"/>
                    <a:pt x="8920" y="3343"/>
                  </a:cubicBezTo>
                  <a:cubicBezTo>
                    <a:pt x="8920" y="3343"/>
                    <a:pt x="8920" y="3343"/>
                    <a:pt x="8920" y="3343"/>
                  </a:cubicBezTo>
                  <a:cubicBezTo>
                    <a:pt x="8976" y="3343"/>
                    <a:pt x="8976" y="3343"/>
                    <a:pt x="8976" y="3343"/>
                  </a:cubicBezTo>
                  <a:cubicBezTo>
                    <a:pt x="8976" y="3343"/>
                    <a:pt x="8976" y="3343"/>
                    <a:pt x="8976" y="3343"/>
                  </a:cubicBezTo>
                  <a:cubicBezTo>
                    <a:pt x="8976" y="3343"/>
                    <a:pt x="8976" y="3343"/>
                    <a:pt x="8976" y="3343"/>
                  </a:cubicBezTo>
                  <a:close/>
                  <a:moveTo>
                    <a:pt x="9144" y="3611"/>
                  </a:moveTo>
                  <a:cubicBezTo>
                    <a:pt x="9201" y="3611"/>
                    <a:pt x="9201" y="3611"/>
                    <a:pt x="9201" y="3611"/>
                  </a:cubicBezTo>
                  <a:cubicBezTo>
                    <a:pt x="9201" y="3611"/>
                    <a:pt x="9201" y="3611"/>
                    <a:pt x="9201" y="3611"/>
                  </a:cubicBezTo>
                  <a:cubicBezTo>
                    <a:pt x="9144" y="3678"/>
                    <a:pt x="9144" y="3678"/>
                    <a:pt x="9144" y="3678"/>
                  </a:cubicBezTo>
                  <a:cubicBezTo>
                    <a:pt x="9144" y="3678"/>
                    <a:pt x="9144" y="3611"/>
                    <a:pt x="9144" y="3611"/>
                  </a:cubicBezTo>
                  <a:close/>
                  <a:moveTo>
                    <a:pt x="9257" y="3544"/>
                  </a:moveTo>
                  <a:cubicBezTo>
                    <a:pt x="9257" y="3544"/>
                    <a:pt x="9257" y="3544"/>
                    <a:pt x="9257" y="3544"/>
                  </a:cubicBezTo>
                  <a:cubicBezTo>
                    <a:pt x="9257" y="3477"/>
                    <a:pt x="9257" y="3477"/>
                    <a:pt x="9257" y="3477"/>
                  </a:cubicBezTo>
                  <a:cubicBezTo>
                    <a:pt x="9313" y="3477"/>
                    <a:pt x="9313" y="3477"/>
                    <a:pt x="9313" y="3477"/>
                  </a:cubicBezTo>
                  <a:cubicBezTo>
                    <a:pt x="9313" y="3410"/>
                    <a:pt x="9313" y="3410"/>
                    <a:pt x="9313" y="3410"/>
                  </a:cubicBezTo>
                  <a:cubicBezTo>
                    <a:pt x="9369" y="3410"/>
                    <a:pt x="9369" y="3410"/>
                    <a:pt x="9369" y="3410"/>
                  </a:cubicBezTo>
                  <a:cubicBezTo>
                    <a:pt x="9425" y="3343"/>
                    <a:pt x="9425" y="3343"/>
                    <a:pt x="9425" y="3343"/>
                  </a:cubicBezTo>
                  <a:cubicBezTo>
                    <a:pt x="9425" y="3410"/>
                    <a:pt x="9425" y="3410"/>
                    <a:pt x="9425" y="3410"/>
                  </a:cubicBezTo>
                  <a:cubicBezTo>
                    <a:pt x="9425" y="3410"/>
                    <a:pt x="9425" y="3410"/>
                    <a:pt x="9425" y="3410"/>
                  </a:cubicBezTo>
                  <a:cubicBezTo>
                    <a:pt x="9369" y="3477"/>
                    <a:pt x="9369" y="3477"/>
                    <a:pt x="9369" y="3477"/>
                  </a:cubicBezTo>
                  <a:cubicBezTo>
                    <a:pt x="9369" y="3544"/>
                    <a:pt x="9369" y="3544"/>
                    <a:pt x="9369" y="3544"/>
                  </a:cubicBezTo>
                  <a:cubicBezTo>
                    <a:pt x="9369" y="3544"/>
                    <a:pt x="9369" y="3544"/>
                    <a:pt x="9369" y="3544"/>
                  </a:cubicBezTo>
                  <a:cubicBezTo>
                    <a:pt x="9313" y="3611"/>
                    <a:pt x="9313" y="3611"/>
                    <a:pt x="9313" y="3611"/>
                  </a:cubicBezTo>
                  <a:cubicBezTo>
                    <a:pt x="9313" y="3611"/>
                    <a:pt x="9313" y="3611"/>
                    <a:pt x="9313" y="3611"/>
                  </a:cubicBezTo>
                  <a:cubicBezTo>
                    <a:pt x="9369" y="3678"/>
                    <a:pt x="9369" y="3678"/>
                    <a:pt x="9369" y="3678"/>
                  </a:cubicBezTo>
                  <a:cubicBezTo>
                    <a:pt x="9369" y="3611"/>
                    <a:pt x="9369" y="3611"/>
                    <a:pt x="9369" y="3611"/>
                  </a:cubicBezTo>
                  <a:cubicBezTo>
                    <a:pt x="9425" y="3611"/>
                    <a:pt x="9425" y="3611"/>
                    <a:pt x="9425" y="3611"/>
                  </a:cubicBezTo>
                  <a:cubicBezTo>
                    <a:pt x="9425" y="3678"/>
                    <a:pt x="9425" y="3678"/>
                    <a:pt x="9425" y="3678"/>
                  </a:cubicBezTo>
                  <a:cubicBezTo>
                    <a:pt x="9425" y="3678"/>
                    <a:pt x="9425" y="3678"/>
                    <a:pt x="9425" y="3678"/>
                  </a:cubicBezTo>
                  <a:cubicBezTo>
                    <a:pt x="9481" y="3611"/>
                    <a:pt x="9481" y="3611"/>
                    <a:pt x="9481" y="3611"/>
                  </a:cubicBezTo>
                  <a:cubicBezTo>
                    <a:pt x="9537" y="3611"/>
                    <a:pt x="9537" y="3611"/>
                    <a:pt x="9537" y="3611"/>
                  </a:cubicBezTo>
                  <a:cubicBezTo>
                    <a:pt x="9537" y="3611"/>
                    <a:pt x="9537" y="3611"/>
                    <a:pt x="9537" y="3611"/>
                  </a:cubicBezTo>
                  <a:cubicBezTo>
                    <a:pt x="9593" y="3544"/>
                    <a:pt x="9593" y="3544"/>
                    <a:pt x="9593" y="3544"/>
                  </a:cubicBezTo>
                  <a:cubicBezTo>
                    <a:pt x="9593" y="3477"/>
                    <a:pt x="9593" y="3477"/>
                    <a:pt x="9593" y="3477"/>
                  </a:cubicBezTo>
                  <a:cubicBezTo>
                    <a:pt x="9593" y="3477"/>
                    <a:pt x="9593" y="3477"/>
                    <a:pt x="9593" y="3477"/>
                  </a:cubicBezTo>
                  <a:cubicBezTo>
                    <a:pt x="9649" y="3410"/>
                    <a:pt x="9649" y="3410"/>
                    <a:pt x="9649" y="3410"/>
                  </a:cubicBezTo>
                  <a:cubicBezTo>
                    <a:pt x="9649" y="3343"/>
                    <a:pt x="9649" y="3343"/>
                    <a:pt x="9649" y="3343"/>
                  </a:cubicBezTo>
                  <a:cubicBezTo>
                    <a:pt x="9649" y="3343"/>
                    <a:pt x="9649" y="3343"/>
                    <a:pt x="9649" y="3343"/>
                  </a:cubicBezTo>
                  <a:cubicBezTo>
                    <a:pt x="9705" y="3343"/>
                    <a:pt x="9705" y="3343"/>
                    <a:pt x="9705" y="3343"/>
                  </a:cubicBezTo>
                  <a:cubicBezTo>
                    <a:pt x="9705" y="3410"/>
                    <a:pt x="9705" y="3410"/>
                    <a:pt x="9705" y="3410"/>
                  </a:cubicBezTo>
                  <a:cubicBezTo>
                    <a:pt x="9705" y="3477"/>
                    <a:pt x="9705" y="3477"/>
                    <a:pt x="9705" y="3477"/>
                  </a:cubicBezTo>
                  <a:cubicBezTo>
                    <a:pt x="9649" y="3544"/>
                    <a:pt x="9649" y="3544"/>
                    <a:pt x="9649" y="3544"/>
                  </a:cubicBezTo>
                  <a:cubicBezTo>
                    <a:pt x="9705" y="3544"/>
                    <a:pt x="9705" y="3544"/>
                    <a:pt x="9705" y="3544"/>
                  </a:cubicBezTo>
                  <a:cubicBezTo>
                    <a:pt x="9705" y="3544"/>
                    <a:pt x="9705" y="3544"/>
                    <a:pt x="9705" y="3544"/>
                  </a:cubicBezTo>
                  <a:cubicBezTo>
                    <a:pt x="9762" y="3477"/>
                    <a:pt x="9762" y="3477"/>
                    <a:pt x="9762" y="3477"/>
                  </a:cubicBezTo>
                  <a:cubicBezTo>
                    <a:pt x="9762" y="3477"/>
                    <a:pt x="9762" y="3477"/>
                    <a:pt x="9762" y="3477"/>
                  </a:cubicBezTo>
                  <a:cubicBezTo>
                    <a:pt x="9762" y="3410"/>
                    <a:pt x="9762" y="3410"/>
                    <a:pt x="9762" y="3410"/>
                  </a:cubicBezTo>
                  <a:cubicBezTo>
                    <a:pt x="9818" y="3410"/>
                    <a:pt x="9818" y="3410"/>
                    <a:pt x="9818" y="3410"/>
                  </a:cubicBezTo>
                  <a:cubicBezTo>
                    <a:pt x="9874" y="3343"/>
                    <a:pt x="9874" y="3343"/>
                    <a:pt x="9874" y="3343"/>
                  </a:cubicBezTo>
                  <a:cubicBezTo>
                    <a:pt x="9874" y="3276"/>
                    <a:pt x="9874" y="3276"/>
                    <a:pt x="9874" y="3276"/>
                  </a:cubicBezTo>
                  <a:cubicBezTo>
                    <a:pt x="9874" y="3209"/>
                    <a:pt x="9874" y="3209"/>
                    <a:pt x="9874" y="3209"/>
                  </a:cubicBezTo>
                  <a:cubicBezTo>
                    <a:pt x="9874" y="3209"/>
                    <a:pt x="9874" y="3209"/>
                    <a:pt x="9874" y="3209"/>
                  </a:cubicBezTo>
                  <a:cubicBezTo>
                    <a:pt x="9930" y="3209"/>
                    <a:pt x="9930" y="3209"/>
                    <a:pt x="9930" y="3209"/>
                  </a:cubicBezTo>
                  <a:cubicBezTo>
                    <a:pt x="9986" y="3209"/>
                    <a:pt x="9986" y="3209"/>
                    <a:pt x="9986" y="3209"/>
                  </a:cubicBezTo>
                  <a:cubicBezTo>
                    <a:pt x="10042" y="3143"/>
                    <a:pt x="10042" y="3143"/>
                    <a:pt x="10042" y="3143"/>
                  </a:cubicBezTo>
                  <a:cubicBezTo>
                    <a:pt x="10042" y="3076"/>
                    <a:pt x="10042" y="3076"/>
                    <a:pt x="10042" y="3076"/>
                  </a:cubicBezTo>
                  <a:cubicBezTo>
                    <a:pt x="10098" y="3076"/>
                    <a:pt x="10098" y="3076"/>
                    <a:pt x="10098" y="3076"/>
                  </a:cubicBezTo>
                  <a:cubicBezTo>
                    <a:pt x="10098" y="3009"/>
                    <a:pt x="10098" y="3009"/>
                    <a:pt x="10098" y="3009"/>
                  </a:cubicBezTo>
                  <a:cubicBezTo>
                    <a:pt x="10154" y="3076"/>
                    <a:pt x="10154" y="3076"/>
                    <a:pt x="10154" y="3076"/>
                  </a:cubicBezTo>
                  <a:cubicBezTo>
                    <a:pt x="10154" y="3009"/>
                    <a:pt x="10154" y="3009"/>
                    <a:pt x="10154" y="3009"/>
                  </a:cubicBezTo>
                  <a:cubicBezTo>
                    <a:pt x="10210" y="3009"/>
                    <a:pt x="10210" y="3009"/>
                    <a:pt x="10210" y="3009"/>
                  </a:cubicBezTo>
                  <a:cubicBezTo>
                    <a:pt x="10154" y="3143"/>
                    <a:pt x="10154" y="3143"/>
                    <a:pt x="10154" y="3143"/>
                  </a:cubicBezTo>
                  <a:cubicBezTo>
                    <a:pt x="10098" y="3209"/>
                    <a:pt x="10098" y="3209"/>
                    <a:pt x="10098" y="3209"/>
                  </a:cubicBezTo>
                  <a:cubicBezTo>
                    <a:pt x="10098" y="3276"/>
                    <a:pt x="10098" y="3276"/>
                    <a:pt x="10098" y="3276"/>
                  </a:cubicBezTo>
                  <a:cubicBezTo>
                    <a:pt x="10098" y="3276"/>
                    <a:pt x="10098" y="3276"/>
                    <a:pt x="10098" y="3276"/>
                  </a:cubicBezTo>
                  <a:cubicBezTo>
                    <a:pt x="10098" y="3343"/>
                    <a:pt x="10098" y="3343"/>
                    <a:pt x="10098" y="3343"/>
                  </a:cubicBezTo>
                  <a:cubicBezTo>
                    <a:pt x="10042" y="3343"/>
                    <a:pt x="10042" y="3343"/>
                    <a:pt x="10042" y="3343"/>
                  </a:cubicBezTo>
                  <a:cubicBezTo>
                    <a:pt x="9986" y="3477"/>
                    <a:pt x="9986" y="3477"/>
                    <a:pt x="9986" y="3477"/>
                  </a:cubicBezTo>
                  <a:cubicBezTo>
                    <a:pt x="9986" y="3477"/>
                    <a:pt x="9986" y="3477"/>
                    <a:pt x="9986" y="3477"/>
                  </a:cubicBezTo>
                  <a:cubicBezTo>
                    <a:pt x="9986" y="3544"/>
                    <a:pt x="9986" y="3544"/>
                    <a:pt x="9986" y="3544"/>
                  </a:cubicBezTo>
                  <a:cubicBezTo>
                    <a:pt x="9986" y="3544"/>
                    <a:pt x="9986" y="3544"/>
                    <a:pt x="9986" y="3544"/>
                  </a:cubicBezTo>
                  <a:cubicBezTo>
                    <a:pt x="10042" y="3611"/>
                    <a:pt x="10042" y="3611"/>
                    <a:pt x="10042" y="3611"/>
                  </a:cubicBezTo>
                  <a:cubicBezTo>
                    <a:pt x="10042" y="3611"/>
                    <a:pt x="10042" y="3611"/>
                    <a:pt x="10042" y="3611"/>
                  </a:cubicBezTo>
                  <a:cubicBezTo>
                    <a:pt x="10098" y="3544"/>
                    <a:pt x="10098" y="3544"/>
                    <a:pt x="10098" y="3544"/>
                  </a:cubicBezTo>
                  <a:cubicBezTo>
                    <a:pt x="10154" y="3544"/>
                    <a:pt x="10154" y="3544"/>
                    <a:pt x="10154" y="3544"/>
                  </a:cubicBezTo>
                  <a:cubicBezTo>
                    <a:pt x="10154" y="3477"/>
                    <a:pt x="10154" y="3477"/>
                    <a:pt x="10154" y="3477"/>
                  </a:cubicBezTo>
                  <a:cubicBezTo>
                    <a:pt x="10154" y="3477"/>
                    <a:pt x="10154" y="3477"/>
                    <a:pt x="10154" y="3477"/>
                  </a:cubicBezTo>
                  <a:cubicBezTo>
                    <a:pt x="10210" y="3410"/>
                    <a:pt x="10210" y="3410"/>
                    <a:pt x="10210" y="3410"/>
                  </a:cubicBezTo>
                  <a:cubicBezTo>
                    <a:pt x="10210" y="3343"/>
                    <a:pt x="10210" y="3343"/>
                    <a:pt x="10210" y="3343"/>
                  </a:cubicBezTo>
                  <a:cubicBezTo>
                    <a:pt x="10267" y="3343"/>
                    <a:pt x="10267" y="3343"/>
                    <a:pt x="10267" y="3343"/>
                  </a:cubicBezTo>
                  <a:cubicBezTo>
                    <a:pt x="10267" y="3343"/>
                    <a:pt x="10267" y="3343"/>
                    <a:pt x="10267" y="3343"/>
                  </a:cubicBezTo>
                  <a:cubicBezTo>
                    <a:pt x="10267" y="3410"/>
                    <a:pt x="10267" y="3410"/>
                    <a:pt x="10267" y="3410"/>
                  </a:cubicBezTo>
                  <a:cubicBezTo>
                    <a:pt x="10323" y="3410"/>
                    <a:pt x="10323" y="3410"/>
                    <a:pt x="10323" y="3410"/>
                  </a:cubicBezTo>
                  <a:cubicBezTo>
                    <a:pt x="10379" y="3343"/>
                    <a:pt x="10379" y="3343"/>
                    <a:pt x="10379" y="3343"/>
                  </a:cubicBezTo>
                  <a:cubicBezTo>
                    <a:pt x="10435" y="3343"/>
                    <a:pt x="10435" y="3343"/>
                    <a:pt x="10435" y="3343"/>
                  </a:cubicBezTo>
                  <a:cubicBezTo>
                    <a:pt x="10491" y="3276"/>
                    <a:pt x="10491" y="3276"/>
                    <a:pt x="10491" y="3276"/>
                  </a:cubicBezTo>
                  <a:cubicBezTo>
                    <a:pt x="10491" y="3209"/>
                    <a:pt x="10491" y="3209"/>
                    <a:pt x="10491" y="3209"/>
                  </a:cubicBezTo>
                  <a:cubicBezTo>
                    <a:pt x="10547" y="3143"/>
                    <a:pt x="10547" y="3143"/>
                    <a:pt x="10547" y="3143"/>
                  </a:cubicBezTo>
                  <a:cubicBezTo>
                    <a:pt x="10547" y="3076"/>
                    <a:pt x="10547" y="3076"/>
                    <a:pt x="10547" y="3076"/>
                  </a:cubicBezTo>
                  <a:cubicBezTo>
                    <a:pt x="10547" y="3076"/>
                    <a:pt x="10547" y="3076"/>
                    <a:pt x="10547" y="3076"/>
                  </a:cubicBezTo>
                  <a:cubicBezTo>
                    <a:pt x="10603" y="3143"/>
                    <a:pt x="10603" y="3143"/>
                    <a:pt x="10603" y="3143"/>
                  </a:cubicBezTo>
                  <a:cubicBezTo>
                    <a:pt x="10659" y="3143"/>
                    <a:pt x="10659" y="3143"/>
                    <a:pt x="10659" y="3143"/>
                  </a:cubicBezTo>
                  <a:cubicBezTo>
                    <a:pt x="10659" y="3076"/>
                    <a:pt x="10659" y="3076"/>
                    <a:pt x="10659" y="3076"/>
                  </a:cubicBezTo>
                  <a:cubicBezTo>
                    <a:pt x="10659" y="3076"/>
                    <a:pt x="10659" y="3076"/>
                    <a:pt x="10659" y="3076"/>
                  </a:cubicBezTo>
                  <a:cubicBezTo>
                    <a:pt x="10603" y="3009"/>
                    <a:pt x="10603" y="3009"/>
                    <a:pt x="10603" y="3009"/>
                  </a:cubicBezTo>
                  <a:cubicBezTo>
                    <a:pt x="10603" y="2942"/>
                    <a:pt x="10603" y="2942"/>
                    <a:pt x="10603" y="2942"/>
                  </a:cubicBezTo>
                  <a:cubicBezTo>
                    <a:pt x="10659" y="2942"/>
                    <a:pt x="10659" y="2942"/>
                    <a:pt x="10659" y="2942"/>
                  </a:cubicBezTo>
                  <a:cubicBezTo>
                    <a:pt x="10715" y="2875"/>
                    <a:pt x="10715" y="2875"/>
                    <a:pt x="10715" y="2875"/>
                  </a:cubicBezTo>
                  <a:cubicBezTo>
                    <a:pt x="10771" y="2875"/>
                    <a:pt x="10771" y="2875"/>
                    <a:pt x="10771" y="2875"/>
                  </a:cubicBezTo>
                  <a:cubicBezTo>
                    <a:pt x="10771" y="2875"/>
                    <a:pt x="10771" y="2875"/>
                    <a:pt x="10771" y="2875"/>
                  </a:cubicBezTo>
                  <a:cubicBezTo>
                    <a:pt x="10828" y="2875"/>
                    <a:pt x="10828" y="2875"/>
                    <a:pt x="10828" y="2875"/>
                  </a:cubicBezTo>
                  <a:cubicBezTo>
                    <a:pt x="10884" y="2808"/>
                    <a:pt x="10884" y="2808"/>
                    <a:pt x="10884" y="2808"/>
                  </a:cubicBezTo>
                  <a:cubicBezTo>
                    <a:pt x="10828" y="2808"/>
                    <a:pt x="10828" y="2808"/>
                    <a:pt x="10828" y="2808"/>
                  </a:cubicBezTo>
                  <a:cubicBezTo>
                    <a:pt x="10828" y="2674"/>
                    <a:pt x="10828" y="2674"/>
                    <a:pt x="10828" y="2674"/>
                  </a:cubicBezTo>
                  <a:cubicBezTo>
                    <a:pt x="10884" y="2674"/>
                    <a:pt x="10884" y="2674"/>
                    <a:pt x="10884" y="2674"/>
                  </a:cubicBezTo>
                  <a:cubicBezTo>
                    <a:pt x="10828" y="2608"/>
                    <a:pt x="10828" y="2608"/>
                    <a:pt x="10828" y="2608"/>
                  </a:cubicBezTo>
                  <a:cubicBezTo>
                    <a:pt x="10828" y="2541"/>
                    <a:pt x="10828" y="2541"/>
                    <a:pt x="10828" y="2541"/>
                  </a:cubicBezTo>
                  <a:cubicBezTo>
                    <a:pt x="10828" y="2541"/>
                    <a:pt x="10828" y="2541"/>
                    <a:pt x="10828" y="2541"/>
                  </a:cubicBezTo>
                  <a:cubicBezTo>
                    <a:pt x="10771" y="2541"/>
                    <a:pt x="10771" y="2541"/>
                    <a:pt x="10771" y="2541"/>
                  </a:cubicBezTo>
                  <a:cubicBezTo>
                    <a:pt x="10715" y="2608"/>
                    <a:pt x="10715" y="2608"/>
                    <a:pt x="10715" y="2608"/>
                  </a:cubicBezTo>
                  <a:cubicBezTo>
                    <a:pt x="10715" y="2674"/>
                    <a:pt x="10715" y="2674"/>
                    <a:pt x="10715" y="2674"/>
                  </a:cubicBezTo>
                  <a:cubicBezTo>
                    <a:pt x="10715" y="2674"/>
                    <a:pt x="10715" y="2674"/>
                    <a:pt x="10715" y="2674"/>
                  </a:cubicBezTo>
                  <a:cubicBezTo>
                    <a:pt x="10715" y="2741"/>
                    <a:pt x="10715" y="2741"/>
                    <a:pt x="10715" y="2741"/>
                  </a:cubicBezTo>
                  <a:cubicBezTo>
                    <a:pt x="10659" y="2741"/>
                    <a:pt x="10659" y="2741"/>
                    <a:pt x="10659" y="2741"/>
                  </a:cubicBezTo>
                  <a:cubicBezTo>
                    <a:pt x="10659" y="2674"/>
                    <a:pt x="10659" y="2674"/>
                    <a:pt x="10659" y="2674"/>
                  </a:cubicBezTo>
                  <a:cubicBezTo>
                    <a:pt x="10659" y="2674"/>
                    <a:pt x="10659" y="2674"/>
                    <a:pt x="10659" y="2674"/>
                  </a:cubicBezTo>
                  <a:cubicBezTo>
                    <a:pt x="10659" y="2741"/>
                    <a:pt x="10659" y="2741"/>
                    <a:pt x="10659" y="2741"/>
                  </a:cubicBezTo>
                  <a:cubicBezTo>
                    <a:pt x="10603" y="2741"/>
                    <a:pt x="10603" y="2741"/>
                    <a:pt x="10603" y="2741"/>
                  </a:cubicBezTo>
                  <a:cubicBezTo>
                    <a:pt x="10603" y="2741"/>
                    <a:pt x="10603" y="2741"/>
                    <a:pt x="10603" y="2741"/>
                  </a:cubicBezTo>
                  <a:cubicBezTo>
                    <a:pt x="10603" y="2608"/>
                    <a:pt x="10603" y="2608"/>
                    <a:pt x="10603" y="2608"/>
                  </a:cubicBezTo>
                  <a:cubicBezTo>
                    <a:pt x="10547" y="2608"/>
                    <a:pt x="10547" y="2608"/>
                    <a:pt x="10547" y="2608"/>
                  </a:cubicBezTo>
                  <a:cubicBezTo>
                    <a:pt x="10491" y="2608"/>
                    <a:pt x="10491" y="2608"/>
                    <a:pt x="10491" y="2608"/>
                  </a:cubicBezTo>
                  <a:cubicBezTo>
                    <a:pt x="10491" y="2608"/>
                    <a:pt x="10491" y="2608"/>
                    <a:pt x="10491" y="2608"/>
                  </a:cubicBezTo>
                  <a:cubicBezTo>
                    <a:pt x="10435" y="2608"/>
                    <a:pt x="10435" y="2608"/>
                    <a:pt x="10435" y="2608"/>
                  </a:cubicBezTo>
                  <a:cubicBezTo>
                    <a:pt x="10379" y="2608"/>
                    <a:pt x="10379" y="2608"/>
                    <a:pt x="10379" y="2608"/>
                  </a:cubicBezTo>
                  <a:cubicBezTo>
                    <a:pt x="10379" y="2608"/>
                    <a:pt x="10379" y="2608"/>
                    <a:pt x="10379" y="2608"/>
                  </a:cubicBezTo>
                  <a:cubicBezTo>
                    <a:pt x="10267" y="2608"/>
                    <a:pt x="10267" y="2608"/>
                    <a:pt x="10267" y="2608"/>
                  </a:cubicBezTo>
                  <a:cubicBezTo>
                    <a:pt x="10210" y="2608"/>
                    <a:pt x="10210" y="2608"/>
                    <a:pt x="10210" y="2608"/>
                  </a:cubicBezTo>
                  <a:cubicBezTo>
                    <a:pt x="10154" y="2674"/>
                    <a:pt x="10154" y="2674"/>
                    <a:pt x="10154" y="2674"/>
                  </a:cubicBezTo>
                  <a:cubicBezTo>
                    <a:pt x="10154" y="2674"/>
                    <a:pt x="10154" y="2674"/>
                    <a:pt x="10154" y="2674"/>
                  </a:cubicBezTo>
                  <a:cubicBezTo>
                    <a:pt x="10154" y="2674"/>
                    <a:pt x="10154" y="2674"/>
                    <a:pt x="10154" y="2674"/>
                  </a:cubicBezTo>
                  <a:cubicBezTo>
                    <a:pt x="10098" y="2674"/>
                    <a:pt x="10098" y="2674"/>
                    <a:pt x="10098" y="2674"/>
                  </a:cubicBezTo>
                  <a:cubicBezTo>
                    <a:pt x="9986" y="2808"/>
                    <a:pt x="9986" y="2808"/>
                    <a:pt x="9986" y="2808"/>
                  </a:cubicBezTo>
                  <a:cubicBezTo>
                    <a:pt x="9930" y="2808"/>
                    <a:pt x="9930" y="2808"/>
                    <a:pt x="9930" y="2808"/>
                  </a:cubicBezTo>
                  <a:cubicBezTo>
                    <a:pt x="9930" y="2808"/>
                    <a:pt x="9930" y="2808"/>
                    <a:pt x="9930" y="2808"/>
                  </a:cubicBezTo>
                  <a:cubicBezTo>
                    <a:pt x="9874" y="2875"/>
                    <a:pt x="9874" y="2875"/>
                    <a:pt x="9874" y="2875"/>
                  </a:cubicBezTo>
                  <a:cubicBezTo>
                    <a:pt x="9818" y="2875"/>
                    <a:pt x="9818" y="2875"/>
                    <a:pt x="9818" y="2875"/>
                  </a:cubicBezTo>
                  <a:cubicBezTo>
                    <a:pt x="9762" y="2942"/>
                    <a:pt x="9762" y="2942"/>
                    <a:pt x="9762" y="2942"/>
                  </a:cubicBezTo>
                  <a:cubicBezTo>
                    <a:pt x="9762" y="2942"/>
                    <a:pt x="9762" y="2942"/>
                    <a:pt x="9762" y="2942"/>
                  </a:cubicBezTo>
                  <a:cubicBezTo>
                    <a:pt x="9649" y="2942"/>
                    <a:pt x="9649" y="2942"/>
                    <a:pt x="9649" y="2942"/>
                  </a:cubicBezTo>
                  <a:cubicBezTo>
                    <a:pt x="9649" y="2942"/>
                    <a:pt x="9649" y="2942"/>
                    <a:pt x="9649" y="2942"/>
                  </a:cubicBezTo>
                  <a:cubicBezTo>
                    <a:pt x="9593" y="2942"/>
                    <a:pt x="9593" y="2942"/>
                    <a:pt x="9593" y="2942"/>
                  </a:cubicBezTo>
                  <a:cubicBezTo>
                    <a:pt x="9593" y="3009"/>
                    <a:pt x="9593" y="3009"/>
                    <a:pt x="9593" y="3009"/>
                  </a:cubicBezTo>
                  <a:cubicBezTo>
                    <a:pt x="9537" y="3009"/>
                    <a:pt x="9537" y="3009"/>
                    <a:pt x="9537" y="3009"/>
                  </a:cubicBezTo>
                  <a:cubicBezTo>
                    <a:pt x="9481" y="3076"/>
                    <a:pt x="9481" y="3076"/>
                    <a:pt x="9481" y="3076"/>
                  </a:cubicBezTo>
                  <a:cubicBezTo>
                    <a:pt x="9425" y="3076"/>
                    <a:pt x="9425" y="3076"/>
                    <a:pt x="9425" y="3076"/>
                  </a:cubicBezTo>
                  <a:cubicBezTo>
                    <a:pt x="9369" y="3076"/>
                    <a:pt x="9369" y="3076"/>
                    <a:pt x="9369" y="3076"/>
                  </a:cubicBezTo>
                  <a:cubicBezTo>
                    <a:pt x="9313" y="3076"/>
                    <a:pt x="9313" y="3076"/>
                    <a:pt x="9313" y="3076"/>
                  </a:cubicBezTo>
                  <a:cubicBezTo>
                    <a:pt x="9201" y="3076"/>
                    <a:pt x="9201" y="3076"/>
                    <a:pt x="9201" y="3076"/>
                  </a:cubicBezTo>
                  <a:cubicBezTo>
                    <a:pt x="9144" y="3209"/>
                    <a:pt x="9144" y="3209"/>
                    <a:pt x="9144" y="3209"/>
                  </a:cubicBezTo>
                  <a:cubicBezTo>
                    <a:pt x="9088" y="3209"/>
                    <a:pt x="9088" y="3209"/>
                    <a:pt x="9088" y="3209"/>
                  </a:cubicBezTo>
                  <a:cubicBezTo>
                    <a:pt x="9032" y="3209"/>
                    <a:pt x="9032" y="3209"/>
                    <a:pt x="9032" y="3209"/>
                  </a:cubicBezTo>
                  <a:cubicBezTo>
                    <a:pt x="9032" y="3276"/>
                    <a:pt x="9032" y="3276"/>
                    <a:pt x="9032" y="3276"/>
                  </a:cubicBezTo>
                  <a:cubicBezTo>
                    <a:pt x="9032" y="3276"/>
                    <a:pt x="9032" y="3276"/>
                    <a:pt x="9032" y="3276"/>
                  </a:cubicBezTo>
                  <a:cubicBezTo>
                    <a:pt x="9088" y="3276"/>
                    <a:pt x="9088" y="3276"/>
                    <a:pt x="9088" y="3276"/>
                  </a:cubicBezTo>
                  <a:cubicBezTo>
                    <a:pt x="9032" y="3276"/>
                    <a:pt x="9032" y="3276"/>
                    <a:pt x="9032" y="3276"/>
                  </a:cubicBezTo>
                  <a:cubicBezTo>
                    <a:pt x="9032" y="3343"/>
                    <a:pt x="9032" y="3343"/>
                    <a:pt x="9032" y="3343"/>
                  </a:cubicBezTo>
                  <a:cubicBezTo>
                    <a:pt x="9032" y="3343"/>
                    <a:pt x="9032" y="3343"/>
                    <a:pt x="9032" y="3343"/>
                  </a:cubicBezTo>
                  <a:cubicBezTo>
                    <a:pt x="9032" y="3410"/>
                    <a:pt x="9032" y="3410"/>
                    <a:pt x="9032" y="3410"/>
                  </a:cubicBezTo>
                  <a:cubicBezTo>
                    <a:pt x="8976" y="3410"/>
                    <a:pt x="8976" y="3410"/>
                    <a:pt x="8976" y="3410"/>
                  </a:cubicBezTo>
                  <a:cubicBezTo>
                    <a:pt x="8976" y="3410"/>
                    <a:pt x="8976" y="3410"/>
                    <a:pt x="8976" y="3410"/>
                  </a:cubicBezTo>
                  <a:cubicBezTo>
                    <a:pt x="9032" y="3477"/>
                    <a:pt x="9032" y="3477"/>
                    <a:pt x="9032" y="3477"/>
                  </a:cubicBezTo>
                  <a:cubicBezTo>
                    <a:pt x="9088" y="3410"/>
                    <a:pt x="9088" y="3410"/>
                    <a:pt x="9088" y="3410"/>
                  </a:cubicBezTo>
                  <a:cubicBezTo>
                    <a:pt x="9088" y="3410"/>
                    <a:pt x="9088" y="3410"/>
                    <a:pt x="9088" y="3410"/>
                  </a:cubicBezTo>
                  <a:cubicBezTo>
                    <a:pt x="9144" y="3410"/>
                    <a:pt x="9144" y="3410"/>
                    <a:pt x="9144" y="3410"/>
                  </a:cubicBezTo>
                  <a:cubicBezTo>
                    <a:pt x="9201" y="3410"/>
                    <a:pt x="9201" y="3410"/>
                    <a:pt x="9201" y="3410"/>
                  </a:cubicBezTo>
                  <a:cubicBezTo>
                    <a:pt x="9201" y="3477"/>
                    <a:pt x="9201" y="3477"/>
                    <a:pt x="9201" y="3477"/>
                  </a:cubicBezTo>
                  <a:cubicBezTo>
                    <a:pt x="9201" y="3544"/>
                    <a:pt x="9201" y="3544"/>
                    <a:pt x="9201" y="3544"/>
                  </a:cubicBezTo>
                  <a:cubicBezTo>
                    <a:pt x="9257" y="3544"/>
                    <a:pt x="9257" y="3544"/>
                    <a:pt x="9257" y="3544"/>
                  </a:cubicBezTo>
                  <a:close/>
                  <a:moveTo>
                    <a:pt x="14025" y="6553"/>
                  </a:moveTo>
                  <a:cubicBezTo>
                    <a:pt x="14025" y="6553"/>
                    <a:pt x="14025" y="6553"/>
                    <a:pt x="14025" y="6553"/>
                  </a:cubicBezTo>
                  <a:cubicBezTo>
                    <a:pt x="14082" y="6553"/>
                    <a:pt x="14082" y="6553"/>
                    <a:pt x="14082" y="6553"/>
                  </a:cubicBezTo>
                  <a:cubicBezTo>
                    <a:pt x="14082" y="6553"/>
                    <a:pt x="14082" y="6553"/>
                    <a:pt x="14082" y="6553"/>
                  </a:cubicBezTo>
                  <a:cubicBezTo>
                    <a:pt x="14025" y="6620"/>
                    <a:pt x="14025" y="6620"/>
                    <a:pt x="14025" y="6620"/>
                  </a:cubicBezTo>
                  <a:cubicBezTo>
                    <a:pt x="14025" y="6620"/>
                    <a:pt x="14025" y="6620"/>
                    <a:pt x="14025" y="6620"/>
                  </a:cubicBezTo>
                  <a:cubicBezTo>
                    <a:pt x="14025" y="6553"/>
                    <a:pt x="14025" y="6553"/>
                    <a:pt x="14025" y="6553"/>
                  </a:cubicBezTo>
                  <a:close/>
                  <a:moveTo>
                    <a:pt x="13464" y="5416"/>
                  </a:moveTo>
                  <a:cubicBezTo>
                    <a:pt x="13408" y="5349"/>
                    <a:pt x="13408" y="5349"/>
                    <a:pt x="13408" y="5349"/>
                  </a:cubicBezTo>
                  <a:cubicBezTo>
                    <a:pt x="13352" y="5349"/>
                    <a:pt x="13352" y="5349"/>
                    <a:pt x="13352" y="5349"/>
                  </a:cubicBezTo>
                  <a:cubicBezTo>
                    <a:pt x="13352" y="5349"/>
                    <a:pt x="13352" y="5349"/>
                    <a:pt x="13352" y="5349"/>
                  </a:cubicBezTo>
                  <a:cubicBezTo>
                    <a:pt x="13408" y="5349"/>
                    <a:pt x="13408" y="5349"/>
                    <a:pt x="13408" y="5349"/>
                  </a:cubicBezTo>
                  <a:cubicBezTo>
                    <a:pt x="13408" y="5416"/>
                    <a:pt x="13408" y="5416"/>
                    <a:pt x="13408" y="5416"/>
                  </a:cubicBezTo>
                  <a:cubicBezTo>
                    <a:pt x="13408" y="5416"/>
                    <a:pt x="13408" y="5416"/>
                    <a:pt x="13408" y="5416"/>
                  </a:cubicBezTo>
                  <a:cubicBezTo>
                    <a:pt x="13352" y="5416"/>
                    <a:pt x="13352" y="5416"/>
                    <a:pt x="13352" y="5416"/>
                  </a:cubicBezTo>
                  <a:cubicBezTo>
                    <a:pt x="13296" y="5416"/>
                    <a:pt x="13296" y="5416"/>
                    <a:pt x="13296" y="5416"/>
                  </a:cubicBezTo>
                  <a:cubicBezTo>
                    <a:pt x="13352" y="5483"/>
                    <a:pt x="13352" y="5483"/>
                    <a:pt x="13352" y="5483"/>
                  </a:cubicBezTo>
                  <a:cubicBezTo>
                    <a:pt x="13352" y="5483"/>
                    <a:pt x="13352" y="5483"/>
                    <a:pt x="13352" y="5483"/>
                  </a:cubicBezTo>
                  <a:cubicBezTo>
                    <a:pt x="13352" y="5550"/>
                    <a:pt x="13352" y="5550"/>
                    <a:pt x="13352" y="5550"/>
                  </a:cubicBezTo>
                  <a:cubicBezTo>
                    <a:pt x="13296" y="5483"/>
                    <a:pt x="13296" y="5483"/>
                    <a:pt x="13296" y="5483"/>
                  </a:cubicBezTo>
                  <a:cubicBezTo>
                    <a:pt x="13240" y="5550"/>
                    <a:pt x="13240" y="5550"/>
                    <a:pt x="13240" y="5550"/>
                  </a:cubicBezTo>
                  <a:cubicBezTo>
                    <a:pt x="13184" y="5550"/>
                    <a:pt x="13184" y="5550"/>
                    <a:pt x="13184" y="5550"/>
                  </a:cubicBezTo>
                  <a:cubicBezTo>
                    <a:pt x="13184" y="5617"/>
                    <a:pt x="13184" y="5617"/>
                    <a:pt x="13184" y="5617"/>
                  </a:cubicBezTo>
                  <a:cubicBezTo>
                    <a:pt x="13184" y="5617"/>
                    <a:pt x="13184" y="5617"/>
                    <a:pt x="13184" y="5617"/>
                  </a:cubicBezTo>
                  <a:cubicBezTo>
                    <a:pt x="13184" y="5617"/>
                    <a:pt x="13184" y="5617"/>
                    <a:pt x="13184" y="5617"/>
                  </a:cubicBezTo>
                  <a:cubicBezTo>
                    <a:pt x="13184" y="5617"/>
                    <a:pt x="13184" y="5617"/>
                    <a:pt x="13184" y="5617"/>
                  </a:cubicBezTo>
                  <a:cubicBezTo>
                    <a:pt x="13184" y="5684"/>
                    <a:pt x="13184" y="5684"/>
                    <a:pt x="13184" y="5684"/>
                  </a:cubicBezTo>
                  <a:cubicBezTo>
                    <a:pt x="13184" y="5684"/>
                    <a:pt x="13184" y="5684"/>
                    <a:pt x="13184" y="5684"/>
                  </a:cubicBezTo>
                  <a:cubicBezTo>
                    <a:pt x="13184" y="5684"/>
                    <a:pt x="13184" y="5684"/>
                    <a:pt x="13184" y="5684"/>
                  </a:cubicBezTo>
                  <a:cubicBezTo>
                    <a:pt x="13240" y="5684"/>
                    <a:pt x="13240" y="5684"/>
                    <a:pt x="13240" y="5684"/>
                  </a:cubicBezTo>
                  <a:cubicBezTo>
                    <a:pt x="13240" y="5684"/>
                    <a:pt x="13240" y="5684"/>
                    <a:pt x="13240" y="5684"/>
                  </a:cubicBezTo>
                  <a:cubicBezTo>
                    <a:pt x="13240" y="5751"/>
                    <a:pt x="13240" y="5751"/>
                    <a:pt x="13240" y="5751"/>
                  </a:cubicBezTo>
                  <a:cubicBezTo>
                    <a:pt x="13240" y="5751"/>
                    <a:pt x="13240" y="5751"/>
                    <a:pt x="13240" y="5751"/>
                  </a:cubicBezTo>
                  <a:cubicBezTo>
                    <a:pt x="13240" y="5751"/>
                    <a:pt x="13240" y="5751"/>
                    <a:pt x="13240" y="5751"/>
                  </a:cubicBezTo>
                  <a:cubicBezTo>
                    <a:pt x="13296" y="5751"/>
                    <a:pt x="13296" y="5751"/>
                    <a:pt x="13296" y="5751"/>
                  </a:cubicBezTo>
                  <a:cubicBezTo>
                    <a:pt x="13296" y="5751"/>
                    <a:pt x="13296" y="5751"/>
                    <a:pt x="13296" y="5751"/>
                  </a:cubicBezTo>
                  <a:cubicBezTo>
                    <a:pt x="13296" y="5817"/>
                    <a:pt x="13296" y="5817"/>
                    <a:pt x="13296" y="5817"/>
                  </a:cubicBezTo>
                  <a:cubicBezTo>
                    <a:pt x="13296" y="5817"/>
                    <a:pt x="13296" y="5817"/>
                    <a:pt x="13296" y="5817"/>
                  </a:cubicBezTo>
                  <a:cubicBezTo>
                    <a:pt x="13352" y="5817"/>
                    <a:pt x="13352" y="5817"/>
                    <a:pt x="13352" y="5817"/>
                  </a:cubicBezTo>
                  <a:cubicBezTo>
                    <a:pt x="13352" y="5817"/>
                    <a:pt x="13352" y="5817"/>
                    <a:pt x="13352" y="5817"/>
                  </a:cubicBezTo>
                  <a:cubicBezTo>
                    <a:pt x="13352" y="5884"/>
                    <a:pt x="13352" y="5884"/>
                    <a:pt x="13352" y="5884"/>
                  </a:cubicBezTo>
                  <a:cubicBezTo>
                    <a:pt x="13352" y="5884"/>
                    <a:pt x="13352" y="5884"/>
                    <a:pt x="13352" y="5884"/>
                  </a:cubicBezTo>
                  <a:cubicBezTo>
                    <a:pt x="13408" y="5884"/>
                    <a:pt x="13408" y="5884"/>
                    <a:pt x="13408" y="5884"/>
                  </a:cubicBezTo>
                  <a:cubicBezTo>
                    <a:pt x="13408" y="5951"/>
                    <a:pt x="13408" y="5951"/>
                    <a:pt x="13408" y="5951"/>
                  </a:cubicBezTo>
                  <a:cubicBezTo>
                    <a:pt x="13464" y="5951"/>
                    <a:pt x="13464" y="5951"/>
                    <a:pt x="13464" y="5951"/>
                  </a:cubicBezTo>
                  <a:cubicBezTo>
                    <a:pt x="13521" y="5951"/>
                    <a:pt x="13521" y="5951"/>
                    <a:pt x="13521" y="5951"/>
                  </a:cubicBezTo>
                  <a:cubicBezTo>
                    <a:pt x="13577" y="5951"/>
                    <a:pt x="13577" y="5951"/>
                    <a:pt x="13577" y="5951"/>
                  </a:cubicBezTo>
                  <a:cubicBezTo>
                    <a:pt x="13577" y="6018"/>
                    <a:pt x="13577" y="6018"/>
                    <a:pt x="13577" y="6018"/>
                  </a:cubicBezTo>
                  <a:cubicBezTo>
                    <a:pt x="13633" y="5951"/>
                    <a:pt x="13633" y="5951"/>
                    <a:pt x="13633" y="5951"/>
                  </a:cubicBezTo>
                  <a:cubicBezTo>
                    <a:pt x="13577" y="5951"/>
                    <a:pt x="13577" y="5951"/>
                    <a:pt x="13577" y="5951"/>
                  </a:cubicBezTo>
                  <a:cubicBezTo>
                    <a:pt x="13633" y="5951"/>
                    <a:pt x="13633" y="5951"/>
                    <a:pt x="13633" y="5951"/>
                  </a:cubicBezTo>
                  <a:cubicBezTo>
                    <a:pt x="13689" y="5884"/>
                    <a:pt x="13689" y="5884"/>
                    <a:pt x="13689" y="5884"/>
                  </a:cubicBezTo>
                  <a:cubicBezTo>
                    <a:pt x="13633" y="5817"/>
                    <a:pt x="13633" y="5817"/>
                    <a:pt x="13633" y="5817"/>
                  </a:cubicBezTo>
                  <a:cubicBezTo>
                    <a:pt x="13689" y="5751"/>
                    <a:pt x="13689" y="5751"/>
                    <a:pt x="13689" y="5751"/>
                  </a:cubicBezTo>
                  <a:cubicBezTo>
                    <a:pt x="13689" y="5684"/>
                    <a:pt x="13689" y="5684"/>
                    <a:pt x="13689" y="5684"/>
                  </a:cubicBezTo>
                  <a:cubicBezTo>
                    <a:pt x="13745" y="5617"/>
                    <a:pt x="13745" y="5617"/>
                    <a:pt x="13745" y="5617"/>
                  </a:cubicBezTo>
                  <a:cubicBezTo>
                    <a:pt x="13745" y="5550"/>
                    <a:pt x="13745" y="5550"/>
                    <a:pt x="13745" y="5550"/>
                  </a:cubicBezTo>
                  <a:cubicBezTo>
                    <a:pt x="13745" y="5550"/>
                    <a:pt x="13745" y="5550"/>
                    <a:pt x="13745" y="5550"/>
                  </a:cubicBezTo>
                  <a:cubicBezTo>
                    <a:pt x="13745" y="5483"/>
                    <a:pt x="13745" y="5483"/>
                    <a:pt x="13745" y="5483"/>
                  </a:cubicBezTo>
                  <a:cubicBezTo>
                    <a:pt x="13689" y="5416"/>
                    <a:pt x="13689" y="5416"/>
                    <a:pt x="13689" y="5416"/>
                  </a:cubicBezTo>
                  <a:cubicBezTo>
                    <a:pt x="13689" y="5416"/>
                    <a:pt x="13689" y="5416"/>
                    <a:pt x="13689" y="5416"/>
                  </a:cubicBezTo>
                  <a:cubicBezTo>
                    <a:pt x="13689" y="5349"/>
                    <a:pt x="13689" y="5349"/>
                    <a:pt x="13689" y="5349"/>
                  </a:cubicBezTo>
                  <a:cubicBezTo>
                    <a:pt x="13689" y="5349"/>
                    <a:pt x="13689" y="5349"/>
                    <a:pt x="13689" y="5349"/>
                  </a:cubicBezTo>
                  <a:cubicBezTo>
                    <a:pt x="13633" y="5282"/>
                    <a:pt x="13633" y="5282"/>
                    <a:pt x="13633" y="5282"/>
                  </a:cubicBezTo>
                  <a:cubicBezTo>
                    <a:pt x="13577" y="5282"/>
                    <a:pt x="13577" y="5282"/>
                    <a:pt x="13577" y="5282"/>
                  </a:cubicBezTo>
                  <a:cubicBezTo>
                    <a:pt x="13521" y="5282"/>
                    <a:pt x="13521" y="5282"/>
                    <a:pt x="13521" y="5282"/>
                  </a:cubicBezTo>
                  <a:cubicBezTo>
                    <a:pt x="13464" y="5282"/>
                    <a:pt x="13464" y="5282"/>
                    <a:pt x="13464" y="5282"/>
                  </a:cubicBezTo>
                  <a:cubicBezTo>
                    <a:pt x="13464" y="5349"/>
                    <a:pt x="13464" y="5349"/>
                    <a:pt x="13464" y="5349"/>
                  </a:cubicBezTo>
                  <a:cubicBezTo>
                    <a:pt x="13464" y="5349"/>
                    <a:pt x="13464" y="5349"/>
                    <a:pt x="13464" y="5349"/>
                  </a:cubicBezTo>
                  <a:cubicBezTo>
                    <a:pt x="13464" y="5416"/>
                    <a:pt x="13464" y="5416"/>
                    <a:pt x="13464" y="5416"/>
                  </a:cubicBezTo>
                  <a:cubicBezTo>
                    <a:pt x="13464" y="5416"/>
                    <a:pt x="13464" y="5416"/>
                    <a:pt x="13464" y="5416"/>
                  </a:cubicBezTo>
                  <a:close/>
                  <a:moveTo>
                    <a:pt x="13745" y="4948"/>
                  </a:moveTo>
                  <a:cubicBezTo>
                    <a:pt x="13745" y="4948"/>
                    <a:pt x="13745" y="4948"/>
                    <a:pt x="13745" y="4948"/>
                  </a:cubicBezTo>
                  <a:cubicBezTo>
                    <a:pt x="13745" y="4948"/>
                    <a:pt x="13745" y="4948"/>
                    <a:pt x="13745" y="4948"/>
                  </a:cubicBezTo>
                  <a:cubicBezTo>
                    <a:pt x="13801" y="4948"/>
                    <a:pt x="13801" y="4948"/>
                    <a:pt x="13801" y="4948"/>
                  </a:cubicBezTo>
                  <a:cubicBezTo>
                    <a:pt x="13801" y="4948"/>
                    <a:pt x="13801" y="4948"/>
                    <a:pt x="13745" y="4948"/>
                  </a:cubicBezTo>
                  <a:close/>
                  <a:moveTo>
                    <a:pt x="13689" y="5216"/>
                  </a:moveTo>
                  <a:cubicBezTo>
                    <a:pt x="13689" y="5216"/>
                    <a:pt x="13689" y="5216"/>
                    <a:pt x="13689" y="5216"/>
                  </a:cubicBezTo>
                  <a:cubicBezTo>
                    <a:pt x="13689" y="5216"/>
                    <a:pt x="13689" y="5216"/>
                    <a:pt x="13689" y="5216"/>
                  </a:cubicBezTo>
                  <a:cubicBezTo>
                    <a:pt x="13689" y="5149"/>
                    <a:pt x="13689" y="5149"/>
                    <a:pt x="13689" y="5149"/>
                  </a:cubicBezTo>
                  <a:cubicBezTo>
                    <a:pt x="13689" y="5149"/>
                    <a:pt x="13689" y="5149"/>
                    <a:pt x="13689" y="5149"/>
                  </a:cubicBezTo>
                  <a:cubicBezTo>
                    <a:pt x="13689" y="5082"/>
                    <a:pt x="13689" y="5082"/>
                    <a:pt x="13689" y="5082"/>
                  </a:cubicBezTo>
                  <a:cubicBezTo>
                    <a:pt x="13689" y="5082"/>
                    <a:pt x="13689" y="5082"/>
                    <a:pt x="13689" y="5082"/>
                  </a:cubicBezTo>
                  <a:cubicBezTo>
                    <a:pt x="13801" y="5082"/>
                    <a:pt x="13801" y="5082"/>
                    <a:pt x="13801" y="5082"/>
                  </a:cubicBezTo>
                  <a:cubicBezTo>
                    <a:pt x="13745" y="5149"/>
                    <a:pt x="13745" y="5149"/>
                    <a:pt x="13745" y="5149"/>
                  </a:cubicBezTo>
                  <a:cubicBezTo>
                    <a:pt x="13745" y="5216"/>
                    <a:pt x="13745" y="5216"/>
                    <a:pt x="13745" y="5216"/>
                  </a:cubicBezTo>
                  <a:cubicBezTo>
                    <a:pt x="13745" y="5216"/>
                    <a:pt x="13689" y="5216"/>
                    <a:pt x="13689" y="5216"/>
                  </a:cubicBezTo>
                  <a:close/>
                  <a:moveTo>
                    <a:pt x="13352" y="5149"/>
                  </a:moveTo>
                  <a:cubicBezTo>
                    <a:pt x="13352" y="5082"/>
                    <a:pt x="13352" y="5082"/>
                    <a:pt x="13352" y="5082"/>
                  </a:cubicBezTo>
                  <a:cubicBezTo>
                    <a:pt x="13352" y="5082"/>
                    <a:pt x="13352" y="5082"/>
                    <a:pt x="13352" y="5082"/>
                  </a:cubicBezTo>
                  <a:cubicBezTo>
                    <a:pt x="13408" y="5082"/>
                    <a:pt x="13408" y="5082"/>
                    <a:pt x="13408" y="5082"/>
                  </a:cubicBezTo>
                  <a:cubicBezTo>
                    <a:pt x="13408" y="5082"/>
                    <a:pt x="13408" y="5082"/>
                    <a:pt x="13408" y="5082"/>
                  </a:cubicBezTo>
                  <a:cubicBezTo>
                    <a:pt x="13408" y="5082"/>
                    <a:pt x="13408" y="5082"/>
                    <a:pt x="13408" y="5082"/>
                  </a:cubicBezTo>
                  <a:cubicBezTo>
                    <a:pt x="13408" y="5149"/>
                    <a:pt x="13408" y="5149"/>
                    <a:pt x="13408" y="5149"/>
                  </a:cubicBezTo>
                  <a:cubicBezTo>
                    <a:pt x="13352" y="5149"/>
                    <a:pt x="13352" y="5149"/>
                    <a:pt x="13352" y="5149"/>
                  </a:cubicBezTo>
                  <a:close/>
                  <a:moveTo>
                    <a:pt x="13296" y="5216"/>
                  </a:moveTo>
                  <a:cubicBezTo>
                    <a:pt x="13296" y="5149"/>
                    <a:pt x="13296" y="5149"/>
                    <a:pt x="13296" y="5149"/>
                  </a:cubicBezTo>
                  <a:cubicBezTo>
                    <a:pt x="13296" y="5149"/>
                    <a:pt x="13296" y="5149"/>
                    <a:pt x="13296" y="5149"/>
                  </a:cubicBezTo>
                  <a:cubicBezTo>
                    <a:pt x="13296" y="5149"/>
                    <a:pt x="13296" y="5149"/>
                    <a:pt x="13296" y="5149"/>
                  </a:cubicBezTo>
                  <a:cubicBezTo>
                    <a:pt x="13296" y="5149"/>
                    <a:pt x="13296" y="5149"/>
                    <a:pt x="13296" y="5149"/>
                  </a:cubicBezTo>
                  <a:cubicBezTo>
                    <a:pt x="13296" y="5216"/>
                    <a:pt x="13296" y="5216"/>
                    <a:pt x="13296" y="5216"/>
                  </a:cubicBezTo>
                  <a:close/>
                  <a:moveTo>
                    <a:pt x="13352" y="5282"/>
                  </a:moveTo>
                  <a:cubicBezTo>
                    <a:pt x="13352" y="5282"/>
                    <a:pt x="13352" y="5282"/>
                    <a:pt x="13352" y="5282"/>
                  </a:cubicBezTo>
                  <a:cubicBezTo>
                    <a:pt x="13352" y="5282"/>
                    <a:pt x="13352" y="5282"/>
                    <a:pt x="13352" y="5282"/>
                  </a:cubicBezTo>
                  <a:cubicBezTo>
                    <a:pt x="13352" y="5216"/>
                    <a:pt x="13352" y="5216"/>
                    <a:pt x="13352" y="5216"/>
                  </a:cubicBezTo>
                  <a:cubicBezTo>
                    <a:pt x="13352" y="5216"/>
                    <a:pt x="13352" y="5216"/>
                    <a:pt x="13352" y="5216"/>
                  </a:cubicBezTo>
                  <a:cubicBezTo>
                    <a:pt x="13408" y="5216"/>
                    <a:pt x="13408" y="5216"/>
                    <a:pt x="13408" y="5216"/>
                  </a:cubicBezTo>
                  <a:cubicBezTo>
                    <a:pt x="13408" y="5282"/>
                    <a:pt x="13408" y="5282"/>
                    <a:pt x="13408" y="5282"/>
                  </a:cubicBezTo>
                  <a:cubicBezTo>
                    <a:pt x="13352" y="5282"/>
                    <a:pt x="13352" y="5282"/>
                    <a:pt x="13352" y="5282"/>
                  </a:cubicBezTo>
                  <a:cubicBezTo>
                    <a:pt x="13352" y="5282"/>
                    <a:pt x="13352" y="5282"/>
                    <a:pt x="13352" y="5282"/>
                  </a:cubicBezTo>
                  <a:close/>
                  <a:moveTo>
                    <a:pt x="13240" y="5349"/>
                  </a:moveTo>
                  <a:cubicBezTo>
                    <a:pt x="13240" y="5349"/>
                    <a:pt x="13240" y="5349"/>
                    <a:pt x="13240" y="5349"/>
                  </a:cubicBezTo>
                  <a:cubicBezTo>
                    <a:pt x="13184" y="5282"/>
                    <a:pt x="13184" y="5282"/>
                    <a:pt x="13184" y="5282"/>
                  </a:cubicBezTo>
                  <a:cubicBezTo>
                    <a:pt x="13240" y="5282"/>
                    <a:pt x="13240" y="5282"/>
                    <a:pt x="13240" y="5282"/>
                  </a:cubicBezTo>
                  <a:cubicBezTo>
                    <a:pt x="13240" y="5216"/>
                    <a:pt x="13240" y="5216"/>
                    <a:pt x="13240" y="5216"/>
                  </a:cubicBezTo>
                  <a:cubicBezTo>
                    <a:pt x="13296" y="5216"/>
                    <a:pt x="13296" y="5216"/>
                    <a:pt x="13296" y="5216"/>
                  </a:cubicBezTo>
                  <a:cubicBezTo>
                    <a:pt x="13296" y="5216"/>
                    <a:pt x="13296" y="5216"/>
                    <a:pt x="13296" y="5216"/>
                  </a:cubicBezTo>
                  <a:cubicBezTo>
                    <a:pt x="13296" y="5282"/>
                    <a:pt x="13296" y="5282"/>
                    <a:pt x="13296" y="5282"/>
                  </a:cubicBezTo>
                  <a:cubicBezTo>
                    <a:pt x="13296" y="5282"/>
                    <a:pt x="13296" y="5282"/>
                    <a:pt x="13296" y="5282"/>
                  </a:cubicBezTo>
                  <a:cubicBezTo>
                    <a:pt x="13296" y="5349"/>
                    <a:pt x="13296" y="5349"/>
                    <a:pt x="13296" y="5349"/>
                  </a:cubicBezTo>
                  <a:cubicBezTo>
                    <a:pt x="13296" y="5349"/>
                    <a:pt x="13296" y="5349"/>
                    <a:pt x="13296" y="5349"/>
                  </a:cubicBezTo>
                  <a:cubicBezTo>
                    <a:pt x="13240" y="5349"/>
                    <a:pt x="13240" y="5349"/>
                    <a:pt x="13240" y="5349"/>
                  </a:cubicBezTo>
                  <a:cubicBezTo>
                    <a:pt x="13240" y="5349"/>
                    <a:pt x="13240" y="5349"/>
                    <a:pt x="13240" y="5349"/>
                  </a:cubicBezTo>
                  <a:close/>
                  <a:moveTo>
                    <a:pt x="13128" y="5416"/>
                  </a:moveTo>
                  <a:cubicBezTo>
                    <a:pt x="13128" y="5349"/>
                    <a:pt x="13128" y="5349"/>
                    <a:pt x="13128" y="5349"/>
                  </a:cubicBezTo>
                  <a:cubicBezTo>
                    <a:pt x="13128" y="5349"/>
                    <a:pt x="13128" y="5349"/>
                    <a:pt x="13128" y="5349"/>
                  </a:cubicBezTo>
                  <a:cubicBezTo>
                    <a:pt x="13128" y="5349"/>
                    <a:pt x="13128" y="5349"/>
                    <a:pt x="13128" y="5349"/>
                  </a:cubicBezTo>
                  <a:cubicBezTo>
                    <a:pt x="13128" y="5349"/>
                    <a:pt x="13128" y="5349"/>
                    <a:pt x="13128" y="5349"/>
                  </a:cubicBezTo>
                  <a:cubicBezTo>
                    <a:pt x="13128" y="5416"/>
                    <a:pt x="13128" y="5416"/>
                    <a:pt x="13128" y="5416"/>
                  </a:cubicBezTo>
                  <a:close/>
                  <a:moveTo>
                    <a:pt x="12623" y="5483"/>
                  </a:moveTo>
                  <a:cubicBezTo>
                    <a:pt x="12567" y="5416"/>
                    <a:pt x="12567" y="5416"/>
                    <a:pt x="12567" y="5416"/>
                  </a:cubicBezTo>
                  <a:cubicBezTo>
                    <a:pt x="12511" y="5416"/>
                    <a:pt x="12511" y="5416"/>
                    <a:pt x="12511" y="5416"/>
                  </a:cubicBezTo>
                  <a:cubicBezTo>
                    <a:pt x="12511" y="5416"/>
                    <a:pt x="12511" y="5416"/>
                    <a:pt x="12511" y="5416"/>
                  </a:cubicBezTo>
                  <a:cubicBezTo>
                    <a:pt x="12511" y="5349"/>
                    <a:pt x="12511" y="5349"/>
                    <a:pt x="12511" y="5349"/>
                  </a:cubicBezTo>
                  <a:cubicBezTo>
                    <a:pt x="12511" y="5349"/>
                    <a:pt x="12511" y="5349"/>
                    <a:pt x="12511" y="5349"/>
                  </a:cubicBezTo>
                  <a:cubicBezTo>
                    <a:pt x="12511" y="5282"/>
                    <a:pt x="12511" y="5282"/>
                    <a:pt x="12511" y="5282"/>
                  </a:cubicBezTo>
                  <a:cubicBezTo>
                    <a:pt x="12567" y="5216"/>
                    <a:pt x="12567" y="5216"/>
                    <a:pt x="12567" y="5216"/>
                  </a:cubicBezTo>
                  <a:cubicBezTo>
                    <a:pt x="12567" y="5282"/>
                    <a:pt x="12567" y="5282"/>
                    <a:pt x="12567" y="5282"/>
                  </a:cubicBezTo>
                  <a:cubicBezTo>
                    <a:pt x="12567" y="5282"/>
                    <a:pt x="12567" y="5282"/>
                    <a:pt x="12567" y="5282"/>
                  </a:cubicBezTo>
                  <a:cubicBezTo>
                    <a:pt x="12623" y="5282"/>
                    <a:pt x="12623" y="5282"/>
                    <a:pt x="12623" y="5282"/>
                  </a:cubicBezTo>
                  <a:cubicBezTo>
                    <a:pt x="12567" y="5216"/>
                    <a:pt x="12567" y="5216"/>
                    <a:pt x="12567" y="5216"/>
                  </a:cubicBezTo>
                  <a:cubicBezTo>
                    <a:pt x="12567" y="5216"/>
                    <a:pt x="12567" y="5216"/>
                    <a:pt x="12567" y="5216"/>
                  </a:cubicBezTo>
                  <a:cubicBezTo>
                    <a:pt x="12567" y="5216"/>
                    <a:pt x="12567" y="5216"/>
                    <a:pt x="12567" y="5216"/>
                  </a:cubicBezTo>
                  <a:cubicBezTo>
                    <a:pt x="12511" y="5149"/>
                    <a:pt x="12511" y="5149"/>
                    <a:pt x="12511" y="5149"/>
                  </a:cubicBezTo>
                  <a:cubicBezTo>
                    <a:pt x="12511" y="5149"/>
                    <a:pt x="12511" y="5149"/>
                    <a:pt x="12511" y="5149"/>
                  </a:cubicBezTo>
                  <a:cubicBezTo>
                    <a:pt x="12511" y="5149"/>
                    <a:pt x="12511" y="5149"/>
                    <a:pt x="12511" y="5149"/>
                  </a:cubicBezTo>
                  <a:cubicBezTo>
                    <a:pt x="12511" y="5149"/>
                    <a:pt x="12511" y="5149"/>
                    <a:pt x="12511" y="5149"/>
                  </a:cubicBezTo>
                  <a:cubicBezTo>
                    <a:pt x="12567" y="5149"/>
                    <a:pt x="12567" y="5149"/>
                    <a:pt x="12567" y="5149"/>
                  </a:cubicBezTo>
                  <a:cubicBezTo>
                    <a:pt x="12567" y="5149"/>
                    <a:pt x="12567" y="5149"/>
                    <a:pt x="12567" y="5149"/>
                  </a:cubicBezTo>
                  <a:cubicBezTo>
                    <a:pt x="12567" y="5082"/>
                    <a:pt x="12567" y="5082"/>
                    <a:pt x="12567" y="5082"/>
                  </a:cubicBezTo>
                  <a:cubicBezTo>
                    <a:pt x="12623" y="5082"/>
                    <a:pt x="12623" y="5082"/>
                    <a:pt x="12623" y="5082"/>
                  </a:cubicBezTo>
                  <a:cubicBezTo>
                    <a:pt x="12623" y="5082"/>
                    <a:pt x="12623" y="5082"/>
                    <a:pt x="12623" y="5082"/>
                  </a:cubicBezTo>
                  <a:cubicBezTo>
                    <a:pt x="12735" y="5149"/>
                    <a:pt x="12735" y="5149"/>
                    <a:pt x="12735" y="5149"/>
                  </a:cubicBezTo>
                  <a:cubicBezTo>
                    <a:pt x="12735" y="5082"/>
                    <a:pt x="12735" y="5082"/>
                    <a:pt x="12735" y="5082"/>
                  </a:cubicBezTo>
                  <a:cubicBezTo>
                    <a:pt x="12735" y="5082"/>
                    <a:pt x="12735" y="5082"/>
                    <a:pt x="12735" y="5082"/>
                  </a:cubicBezTo>
                  <a:cubicBezTo>
                    <a:pt x="12679" y="5082"/>
                    <a:pt x="12679" y="5082"/>
                    <a:pt x="12679" y="5082"/>
                  </a:cubicBezTo>
                  <a:cubicBezTo>
                    <a:pt x="12679" y="5082"/>
                    <a:pt x="12679" y="5082"/>
                    <a:pt x="12679" y="5082"/>
                  </a:cubicBezTo>
                  <a:cubicBezTo>
                    <a:pt x="12791" y="5082"/>
                    <a:pt x="12791" y="5082"/>
                    <a:pt x="12791" y="5082"/>
                  </a:cubicBezTo>
                  <a:cubicBezTo>
                    <a:pt x="12791" y="5015"/>
                    <a:pt x="12791" y="5015"/>
                    <a:pt x="12791" y="5015"/>
                  </a:cubicBezTo>
                  <a:cubicBezTo>
                    <a:pt x="12903" y="5015"/>
                    <a:pt x="12903" y="5015"/>
                    <a:pt x="12903" y="5015"/>
                  </a:cubicBezTo>
                  <a:cubicBezTo>
                    <a:pt x="12903" y="5015"/>
                    <a:pt x="12903" y="5015"/>
                    <a:pt x="12903" y="5015"/>
                  </a:cubicBezTo>
                  <a:cubicBezTo>
                    <a:pt x="12959" y="5015"/>
                    <a:pt x="12959" y="5015"/>
                    <a:pt x="12959" y="5015"/>
                  </a:cubicBezTo>
                  <a:cubicBezTo>
                    <a:pt x="12959" y="5015"/>
                    <a:pt x="12959" y="5015"/>
                    <a:pt x="12959" y="5015"/>
                  </a:cubicBezTo>
                  <a:cubicBezTo>
                    <a:pt x="12735" y="4948"/>
                    <a:pt x="12735" y="4948"/>
                    <a:pt x="12735" y="4948"/>
                  </a:cubicBezTo>
                  <a:cubicBezTo>
                    <a:pt x="12679" y="4948"/>
                    <a:pt x="12679" y="4948"/>
                    <a:pt x="12679" y="4948"/>
                  </a:cubicBezTo>
                  <a:cubicBezTo>
                    <a:pt x="12679" y="4948"/>
                    <a:pt x="12679" y="4948"/>
                    <a:pt x="12679" y="4948"/>
                  </a:cubicBezTo>
                  <a:cubicBezTo>
                    <a:pt x="12567" y="4948"/>
                    <a:pt x="12567" y="4948"/>
                    <a:pt x="12567" y="4948"/>
                  </a:cubicBezTo>
                  <a:cubicBezTo>
                    <a:pt x="12511" y="4948"/>
                    <a:pt x="12511" y="4948"/>
                    <a:pt x="12511" y="4948"/>
                  </a:cubicBezTo>
                  <a:cubicBezTo>
                    <a:pt x="12511" y="4948"/>
                    <a:pt x="12511" y="4948"/>
                    <a:pt x="12511" y="4948"/>
                  </a:cubicBezTo>
                  <a:cubicBezTo>
                    <a:pt x="12455" y="4881"/>
                    <a:pt x="12455" y="4881"/>
                    <a:pt x="12455" y="4881"/>
                  </a:cubicBezTo>
                  <a:cubicBezTo>
                    <a:pt x="12398" y="4881"/>
                    <a:pt x="12398" y="4881"/>
                    <a:pt x="12398" y="4881"/>
                  </a:cubicBezTo>
                  <a:cubicBezTo>
                    <a:pt x="12398" y="4948"/>
                    <a:pt x="12398" y="4948"/>
                    <a:pt x="12398" y="4948"/>
                  </a:cubicBezTo>
                  <a:cubicBezTo>
                    <a:pt x="12398" y="4948"/>
                    <a:pt x="12398" y="4948"/>
                    <a:pt x="12398" y="4948"/>
                  </a:cubicBezTo>
                  <a:cubicBezTo>
                    <a:pt x="12342" y="4948"/>
                    <a:pt x="12342" y="4948"/>
                    <a:pt x="12342" y="4948"/>
                  </a:cubicBezTo>
                  <a:cubicBezTo>
                    <a:pt x="12342" y="4881"/>
                    <a:pt x="12342" y="4881"/>
                    <a:pt x="12342" y="4881"/>
                  </a:cubicBezTo>
                  <a:cubicBezTo>
                    <a:pt x="12342" y="4814"/>
                    <a:pt x="12342" y="4814"/>
                    <a:pt x="12342" y="4814"/>
                  </a:cubicBezTo>
                  <a:cubicBezTo>
                    <a:pt x="12342" y="4881"/>
                    <a:pt x="12342" y="4881"/>
                    <a:pt x="12342" y="4881"/>
                  </a:cubicBezTo>
                  <a:cubicBezTo>
                    <a:pt x="12398" y="4814"/>
                    <a:pt x="12398" y="4814"/>
                    <a:pt x="12398" y="4814"/>
                  </a:cubicBezTo>
                  <a:cubicBezTo>
                    <a:pt x="12398" y="4814"/>
                    <a:pt x="12398" y="4814"/>
                    <a:pt x="12398" y="4814"/>
                  </a:cubicBezTo>
                  <a:cubicBezTo>
                    <a:pt x="12455" y="4814"/>
                    <a:pt x="12455" y="4814"/>
                    <a:pt x="12455" y="4814"/>
                  </a:cubicBezTo>
                  <a:cubicBezTo>
                    <a:pt x="12455" y="4814"/>
                    <a:pt x="12455" y="4814"/>
                    <a:pt x="12455" y="4814"/>
                  </a:cubicBezTo>
                  <a:cubicBezTo>
                    <a:pt x="12455" y="4747"/>
                    <a:pt x="12455" y="4747"/>
                    <a:pt x="12455" y="4747"/>
                  </a:cubicBezTo>
                  <a:cubicBezTo>
                    <a:pt x="12455" y="4747"/>
                    <a:pt x="12455" y="4747"/>
                    <a:pt x="12455" y="4747"/>
                  </a:cubicBezTo>
                  <a:cubicBezTo>
                    <a:pt x="12511" y="4747"/>
                    <a:pt x="12511" y="4747"/>
                    <a:pt x="12511" y="4747"/>
                  </a:cubicBezTo>
                  <a:cubicBezTo>
                    <a:pt x="12567" y="4747"/>
                    <a:pt x="12567" y="4747"/>
                    <a:pt x="12567" y="4747"/>
                  </a:cubicBezTo>
                  <a:cubicBezTo>
                    <a:pt x="12567" y="4747"/>
                    <a:pt x="12567" y="4747"/>
                    <a:pt x="12567" y="4747"/>
                  </a:cubicBezTo>
                  <a:cubicBezTo>
                    <a:pt x="12567" y="4814"/>
                    <a:pt x="12567" y="4814"/>
                    <a:pt x="12567" y="4814"/>
                  </a:cubicBezTo>
                  <a:cubicBezTo>
                    <a:pt x="12567" y="4881"/>
                    <a:pt x="12567" y="4881"/>
                    <a:pt x="12567" y="4881"/>
                  </a:cubicBezTo>
                  <a:cubicBezTo>
                    <a:pt x="12623" y="4881"/>
                    <a:pt x="12623" y="4881"/>
                    <a:pt x="12623" y="4881"/>
                  </a:cubicBezTo>
                  <a:cubicBezTo>
                    <a:pt x="12623" y="4814"/>
                    <a:pt x="12623" y="4814"/>
                    <a:pt x="12623" y="4814"/>
                  </a:cubicBezTo>
                  <a:cubicBezTo>
                    <a:pt x="12623" y="4814"/>
                    <a:pt x="12623" y="4814"/>
                    <a:pt x="12623" y="4814"/>
                  </a:cubicBezTo>
                  <a:cubicBezTo>
                    <a:pt x="12567" y="4747"/>
                    <a:pt x="12567" y="4747"/>
                    <a:pt x="12567" y="4747"/>
                  </a:cubicBezTo>
                  <a:cubicBezTo>
                    <a:pt x="12623" y="4681"/>
                    <a:pt x="12623" y="4681"/>
                    <a:pt x="12623" y="4681"/>
                  </a:cubicBezTo>
                  <a:cubicBezTo>
                    <a:pt x="12679" y="4681"/>
                    <a:pt x="12679" y="4681"/>
                    <a:pt x="12679" y="4681"/>
                  </a:cubicBezTo>
                  <a:cubicBezTo>
                    <a:pt x="12679" y="4681"/>
                    <a:pt x="12679" y="4681"/>
                    <a:pt x="12679" y="4681"/>
                  </a:cubicBezTo>
                  <a:cubicBezTo>
                    <a:pt x="12623" y="4614"/>
                    <a:pt x="12623" y="4614"/>
                    <a:pt x="12623" y="4614"/>
                  </a:cubicBezTo>
                  <a:cubicBezTo>
                    <a:pt x="12623" y="4547"/>
                    <a:pt x="12623" y="4547"/>
                    <a:pt x="12623" y="4547"/>
                  </a:cubicBezTo>
                  <a:cubicBezTo>
                    <a:pt x="12679" y="4547"/>
                    <a:pt x="12679" y="4547"/>
                    <a:pt x="12679" y="4547"/>
                  </a:cubicBezTo>
                  <a:cubicBezTo>
                    <a:pt x="12679" y="4547"/>
                    <a:pt x="12679" y="4547"/>
                    <a:pt x="12679" y="4547"/>
                  </a:cubicBezTo>
                  <a:cubicBezTo>
                    <a:pt x="12735" y="4480"/>
                    <a:pt x="12735" y="4480"/>
                    <a:pt x="12735" y="4480"/>
                  </a:cubicBezTo>
                  <a:cubicBezTo>
                    <a:pt x="12735" y="4480"/>
                    <a:pt x="12735" y="4480"/>
                    <a:pt x="12735" y="4480"/>
                  </a:cubicBezTo>
                  <a:cubicBezTo>
                    <a:pt x="12679" y="4480"/>
                    <a:pt x="12679" y="4480"/>
                    <a:pt x="12679" y="4480"/>
                  </a:cubicBezTo>
                  <a:cubicBezTo>
                    <a:pt x="12679" y="4480"/>
                    <a:pt x="12679" y="4480"/>
                    <a:pt x="12679" y="4480"/>
                  </a:cubicBezTo>
                  <a:cubicBezTo>
                    <a:pt x="12679" y="4413"/>
                    <a:pt x="12679" y="4413"/>
                    <a:pt x="12679" y="4413"/>
                  </a:cubicBezTo>
                  <a:cubicBezTo>
                    <a:pt x="12735" y="4413"/>
                    <a:pt x="12735" y="4413"/>
                    <a:pt x="12735" y="4413"/>
                  </a:cubicBezTo>
                  <a:cubicBezTo>
                    <a:pt x="12735" y="4346"/>
                    <a:pt x="12735" y="4346"/>
                    <a:pt x="12735" y="4346"/>
                  </a:cubicBezTo>
                  <a:cubicBezTo>
                    <a:pt x="12791" y="4346"/>
                    <a:pt x="12791" y="4346"/>
                    <a:pt x="12791" y="4346"/>
                  </a:cubicBezTo>
                  <a:cubicBezTo>
                    <a:pt x="12791" y="4346"/>
                    <a:pt x="12791" y="4346"/>
                    <a:pt x="12791" y="4346"/>
                  </a:cubicBezTo>
                  <a:cubicBezTo>
                    <a:pt x="12791" y="4413"/>
                    <a:pt x="12791" y="4413"/>
                    <a:pt x="12791" y="4413"/>
                  </a:cubicBezTo>
                  <a:cubicBezTo>
                    <a:pt x="12847" y="4413"/>
                    <a:pt x="12847" y="4413"/>
                    <a:pt x="12847" y="4413"/>
                  </a:cubicBezTo>
                  <a:cubicBezTo>
                    <a:pt x="12847" y="4480"/>
                    <a:pt x="12847" y="4480"/>
                    <a:pt x="12847" y="4480"/>
                  </a:cubicBezTo>
                  <a:cubicBezTo>
                    <a:pt x="12847" y="4480"/>
                    <a:pt x="12847" y="4480"/>
                    <a:pt x="12847" y="4480"/>
                  </a:cubicBezTo>
                  <a:cubicBezTo>
                    <a:pt x="12847" y="4547"/>
                    <a:pt x="12847" y="4547"/>
                    <a:pt x="12847" y="4547"/>
                  </a:cubicBezTo>
                  <a:cubicBezTo>
                    <a:pt x="12847" y="4547"/>
                    <a:pt x="12847" y="4547"/>
                    <a:pt x="12847" y="4547"/>
                  </a:cubicBezTo>
                  <a:cubicBezTo>
                    <a:pt x="12903" y="4747"/>
                    <a:pt x="12903" y="4747"/>
                    <a:pt x="12903" y="4747"/>
                  </a:cubicBezTo>
                  <a:cubicBezTo>
                    <a:pt x="12847" y="4747"/>
                    <a:pt x="12847" y="4747"/>
                    <a:pt x="12847" y="4747"/>
                  </a:cubicBezTo>
                  <a:cubicBezTo>
                    <a:pt x="12847" y="4814"/>
                    <a:pt x="12847" y="4814"/>
                    <a:pt x="12847" y="4814"/>
                  </a:cubicBezTo>
                  <a:cubicBezTo>
                    <a:pt x="12903" y="4814"/>
                    <a:pt x="12903" y="4814"/>
                    <a:pt x="12903" y="4814"/>
                  </a:cubicBezTo>
                  <a:cubicBezTo>
                    <a:pt x="12959" y="4814"/>
                    <a:pt x="12959" y="4814"/>
                    <a:pt x="12959" y="4814"/>
                  </a:cubicBezTo>
                  <a:cubicBezTo>
                    <a:pt x="12959" y="4747"/>
                    <a:pt x="12959" y="4747"/>
                    <a:pt x="12959" y="4747"/>
                  </a:cubicBezTo>
                  <a:cubicBezTo>
                    <a:pt x="12959" y="4681"/>
                    <a:pt x="12959" y="4681"/>
                    <a:pt x="12959" y="4681"/>
                  </a:cubicBezTo>
                  <a:cubicBezTo>
                    <a:pt x="13016" y="4681"/>
                    <a:pt x="13016" y="4681"/>
                    <a:pt x="13016" y="4681"/>
                  </a:cubicBezTo>
                  <a:cubicBezTo>
                    <a:pt x="13016" y="4614"/>
                    <a:pt x="13016" y="4614"/>
                    <a:pt x="13016" y="4614"/>
                  </a:cubicBezTo>
                  <a:cubicBezTo>
                    <a:pt x="12903" y="4547"/>
                    <a:pt x="12903" y="4547"/>
                    <a:pt x="12903" y="4547"/>
                  </a:cubicBezTo>
                  <a:cubicBezTo>
                    <a:pt x="12903" y="4547"/>
                    <a:pt x="12903" y="4547"/>
                    <a:pt x="12903" y="4547"/>
                  </a:cubicBezTo>
                  <a:cubicBezTo>
                    <a:pt x="12959" y="4547"/>
                    <a:pt x="12959" y="4547"/>
                    <a:pt x="12959" y="4547"/>
                  </a:cubicBezTo>
                  <a:cubicBezTo>
                    <a:pt x="13016" y="4547"/>
                    <a:pt x="13016" y="4547"/>
                    <a:pt x="13016" y="4547"/>
                  </a:cubicBezTo>
                  <a:cubicBezTo>
                    <a:pt x="13016" y="4547"/>
                    <a:pt x="13016" y="4547"/>
                    <a:pt x="13016" y="4547"/>
                  </a:cubicBezTo>
                  <a:cubicBezTo>
                    <a:pt x="12959" y="4480"/>
                    <a:pt x="12959" y="4480"/>
                    <a:pt x="12959" y="4480"/>
                  </a:cubicBezTo>
                  <a:cubicBezTo>
                    <a:pt x="12959" y="4413"/>
                    <a:pt x="12959" y="4413"/>
                    <a:pt x="12959" y="4413"/>
                  </a:cubicBezTo>
                  <a:cubicBezTo>
                    <a:pt x="12959" y="4346"/>
                    <a:pt x="12959" y="4346"/>
                    <a:pt x="12959" y="4346"/>
                  </a:cubicBezTo>
                  <a:cubicBezTo>
                    <a:pt x="12959" y="4279"/>
                    <a:pt x="12959" y="4279"/>
                    <a:pt x="12959" y="4279"/>
                  </a:cubicBezTo>
                  <a:cubicBezTo>
                    <a:pt x="13016" y="4279"/>
                    <a:pt x="13016" y="4279"/>
                    <a:pt x="13016" y="4279"/>
                  </a:cubicBezTo>
                  <a:cubicBezTo>
                    <a:pt x="13016" y="4279"/>
                    <a:pt x="13016" y="4279"/>
                    <a:pt x="13016" y="4279"/>
                  </a:cubicBezTo>
                  <a:cubicBezTo>
                    <a:pt x="13072" y="4279"/>
                    <a:pt x="13072" y="4279"/>
                    <a:pt x="13072" y="4279"/>
                  </a:cubicBezTo>
                  <a:cubicBezTo>
                    <a:pt x="13072" y="4279"/>
                    <a:pt x="13072" y="4279"/>
                    <a:pt x="13072" y="4279"/>
                  </a:cubicBezTo>
                  <a:cubicBezTo>
                    <a:pt x="13072" y="4279"/>
                    <a:pt x="13128" y="4213"/>
                    <a:pt x="13128" y="4213"/>
                  </a:cubicBezTo>
                  <a:cubicBezTo>
                    <a:pt x="13128" y="4213"/>
                    <a:pt x="13184" y="4213"/>
                    <a:pt x="13184" y="4213"/>
                  </a:cubicBezTo>
                  <a:cubicBezTo>
                    <a:pt x="13184" y="4279"/>
                    <a:pt x="13184" y="4279"/>
                    <a:pt x="13184" y="4279"/>
                  </a:cubicBezTo>
                  <a:cubicBezTo>
                    <a:pt x="13240" y="4279"/>
                    <a:pt x="13240" y="4279"/>
                    <a:pt x="13240" y="4279"/>
                  </a:cubicBezTo>
                  <a:cubicBezTo>
                    <a:pt x="13240" y="4279"/>
                    <a:pt x="13240" y="4279"/>
                    <a:pt x="13240" y="4279"/>
                  </a:cubicBezTo>
                  <a:cubicBezTo>
                    <a:pt x="13296" y="4279"/>
                    <a:pt x="13296" y="4279"/>
                    <a:pt x="13296" y="4279"/>
                  </a:cubicBezTo>
                  <a:cubicBezTo>
                    <a:pt x="13296" y="4413"/>
                    <a:pt x="13296" y="4413"/>
                    <a:pt x="13296" y="4413"/>
                  </a:cubicBezTo>
                  <a:cubicBezTo>
                    <a:pt x="13240" y="4480"/>
                    <a:pt x="13240" y="4480"/>
                    <a:pt x="13240" y="4480"/>
                  </a:cubicBezTo>
                  <a:cubicBezTo>
                    <a:pt x="13240" y="4480"/>
                    <a:pt x="13240" y="4480"/>
                    <a:pt x="13240" y="4480"/>
                  </a:cubicBezTo>
                  <a:cubicBezTo>
                    <a:pt x="13296" y="4480"/>
                    <a:pt x="13296" y="4480"/>
                    <a:pt x="13296" y="4480"/>
                  </a:cubicBezTo>
                  <a:cubicBezTo>
                    <a:pt x="13296" y="4480"/>
                    <a:pt x="13296" y="4480"/>
                    <a:pt x="13296" y="4480"/>
                  </a:cubicBezTo>
                  <a:cubicBezTo>
                    <a:pt x="13296" y="4480"/>
                    <a:pt x="13296" y="4480"/>
                    <a:pt x="13296" y="4480"/>
                  </a:cubicBezTo>
                  <a:cubicBezTo>
                    <a:pt x="13352" y="4413"/>
                    <a:pt x="13352" y="4413"/>
                    <a:pt x="13352" y="4413"/>
                  </a:cubicBezTo>
                  <a:cubicBezTo>
                    <a:pt x="13352" y="4346"/>
                    <a:pt x="13352" y="4346"/>
                    <a:pt x="13352" y="4346"/>
                  </a:cubicBezTo>
                  <a:cubicBezTo>
                    <a:pt x="13352" y="4346"/>
                    <a:pt x="13352" y="4346"/>
                    <a:pt x="13352" y="4346"/>
                  </a:cubicBezTo>
                  <a:cubicBezTo>
                    <a:pt x="13408" y="4346"/>
                    <a:pt x="13408" y="4346"/>
                    <a:pt x="13408" y="4346"/>
                  </a:cubicBezTo>
                  <a:cubicBezTo>
                    <a:pt x="13464" y="4346"/>
                    <a:pt x="13464" y="4346"/>
                    <a:pt x="13464" y="4346"/>
                  </a:cubicBezTo>
                  <a:cubicBezTo>
                    <a:pt x="13464" y="4279"/>
                    <a:pt x="13464" y="4279"/>
                    <a:pt x="13464" y="4279"/>
                  </a:cubicBezTo>
                  <a:cubicBezTo>
                    <a:pt x="13408" y="4279"/>
                    <a:pt x="13408" y="4279"/>
                    <a:pt x="13408" y="4279"/>
                  </a:cubicBezTo>
                  <a:cubicBezTo>
                    <a:pt x="13464" y="4279"/>
                    <a:pt x="13464" y="4279"/>
                    <a:pt x="13464" y="4279"/>
                  </a:cubicBezTo>
                  <a:cubicBezTo>
                    <a:pt x="13464" y="4346"/>
                    <a:pt x="13464" y="4346"/>
                    <a:pt x="13464" y="4346"/>
                  </a:cubicBezTo>
                  <a:cubicBezTo>
                    <a:pt x="13464" y="4346"/>
                    <a:pt x="13464" y="4346"/>
                    <a:pt x="13464" y="4346"/>
                  </a:cubicBezTo>
                  <a:cubicBezTo>
                    <a:pt x="13464" y="4346"/>
                    <a:pt x="13464" y="4346"/>
                    <a:pt x="13464" y="4346"/>
                  </a:cubicBezTo>
                  <a:cubicBezTo>
                    <a:pt x="13464" y="4413"/>
                    <a:pt x="13464" y="4413"/>
                    <a:pt x="13464" y="4413"/>
                  </a:cubicBezTo>
                  <a:cubicBezTo>
                    <a:pt x="13464" y="4413"/>
                    <a:pt x="13464" y="4413"/>
                    <a:pt x="13464" y="4413"/>
                  </a:cubicBezTo>
                  <a:cubicBezTo>
                    <a:pt x="13464" y="4413"/>
                    <a:pt x="13464" y="4413"/>
                    <a:pt x="13464" y="4413"/>
                  </a:cubicBezTo>
                  <a:cubicBezTo>
                    <a:pt x="13521" y="4480"/>
                    <a:pt x="13521" y="4480"/>
                    <a:pt x="13521" y="4480"/>
                  </a:cubicBezTo>
                  <a:cubicBezTo>
                    <a:pt x="13521" y="4480"/>
                    <a:pt x="13521" y="4480"/>
                    <a:pt x="13521" y="4480"/>
                  </a:cubicBezTo>
                  <a:cubicBezTo>
                    <a:pt x="13521" y="4547"/>
                    <a:pt x="13521" y="4547"/>
                    <a:pt x="13521" y="4547"/>
                  </a:cubicBezTo>
                  <a:cubicBezTo>
                    <a:pt x="13464" y="4614"/>
                    <a:pt x="13464" y="4614"/>
                    <a:pt x="13464" y="4614"/>
                  </a:cubicBezTo>
                  <a:cubicBezTo>
                    <a:pt x="13464" y="4681"/>
                    <a:pt x="13464" y="4681"/>
                    <a:pt x="13464" y="4681"/>
                  </a:cubicBezTo>
                  <a:cubicBezTo>
                    <a:pt x="13464" y="4747"/>
                    <a:pt x="13464" y="4747"/>
                    <a:pt x="13464" y="4747"/>
                  </a:cubicBezTo>
                  <a:cubicBezTo>
                    <a:pt x="13408" y="4747"/>
                    <a:pt x="13408" y="4747"/>
                    <a:pt x="13408" y="4747"/>
                  </a:cubicBezTo>
                  <a:cubicBezTo>
                    <a:pt x="13408" y="4814"/>
                    <a:pt x="13408" y="4814"/>
                    <a:pt x="13408" y="4814"/>
                  </a:cubicBezTo>
                  <a:cubicBezTo>
                    <a:pt x="13352" y="4881"/>
                    <a:pt x="13352" y="4881"/>
                    <a:pt x="13352" y="4881"/>
                  </a:cubicBezTo>
                  <a:cubicBezTo>
                    <a:pt x="13296" y="4881"/>
                    <a:pt x="13296" y="4881"/>
                    <a:pt x="13296" y="4881"/>
                  </a:cubicBezTo>
                  <a:cubicBezTo>
                    <a:pt x="13296" y="4948"/>
                    <a:pt x="13296" y="4948"/>
                    <a:pt x="13296" y="4948"/>
                  </a:cubicBezTo>
                  <a:cubicBezTo>
                    <a:pt x="13296" y="4948"/>
                    <a:pt x="13296" y="4948"/>
                    <a:pt x="13296" y="4948"/>
                  </a:cubicBezTo>
                  <a:cubicBezTo>
                    <a:pt x="13240" y="5015"/>
                    <a:pt x="13240" y="5015"/>
                    <a:pt x="13240" y="5015"/>
                  </a:cubicBezTo>
                  <a:cubicBezTo>
                    <a:pt x="13240" y="5015"/>
                    <a:pt x="13240" y="5015"/>
                    <a:pt x="13240" y="5015"/>
                  </a:cubicBezTo>
                  <a:cubicBezTo>
                    <a:pt x="13184" y="5015"/>
                    <a:pt x="13184" y="5015"/>
                    <a:pt x="13184" y="5015"/>
                  </a:cubicBezTo>
                  <a:cubicBezTo>
                    <a:pt x="13184" y="5015"/>
                    <a:pt x="13184" y="5015"/>
                    <a:pt x="13184" y="5015"/>
                  </a:cubicBezTo>
                  <a:cubicBezTo>
                    <a:pt x="13184" y="5082"/>
                    <a:pt x="13184" y="5082"/>
                    <a:pt x="13184" y="5082"/>
                  </a:cubicBezTo>
                  <a:cubicBezTo>
                    <a:pt x="13240" y="5082"/>
                    <a:pt x="13240" y="5082"/>
                    <a:pt x="13240" y="5082"/>
                  </a:cubicBezTo>
                  <a:cubicBezTo>
                    <a:pt x="13240" y="5149"/>
                    <a:pt x="13240" y="5149"/>
                    <a:pt x="13240" y="5149"/>
                  </a:cubicBezTo>
                  <a:cubicBezTo>
                    <a:pt x="13184" y="5216"/>
                    <a:pt x="13184" y="5216"/>
                    <a:pt x="13184" y="5216"/>
                  </a:cubicBezTo>
                  <a:cubicBezTo>
                    <a:pt x="13128" y="5216"/>
                    <a:pt x="13128" y="5216"/>
                    <a:pt x="13128" y="5216"/>
                  </a:cubicBezTo>
                  <a:cubicBezTo>
                    <a:pt x="13128" y="5216"/>
                    <a:pt x="13128" y="5216"/>
                    <a:pt x="13128" y="5216"/>
                  </a:cubicBezTo>
                  <a:cubicBezTo>
                    <a:pt x="13128" y="5149"/>
                    <a:pt x="13128" y="5149"/>
                    <a:pt x="13128" y="5149"/>
                  </a:cubicBezTo>
                  <a:cubicBezTo>
                    <a:pt x="13128" y="5149"/>
                    <a:pt x="13128" y="5149"/>
                    <a:pt x="13128" y="5149"/>
                  </a:cubicBezTo>
                  <a:cubicBezTo>
                    <a:pt x="13072" y="5149"/>
                    <a:pt x="13072" y="5149"/>
                    <a:pt x="13072" y="5149"/>
                  </a:cubicBezTo>
                  <a:cubicBezTo>
                    <a:pt x="13072" y="5216"/>
                    <a:pt x="13072" y="5216"/>
                    <a:pt x="13072" y="5216"/>
                  </a:cubicBezTo>
                  <a:cubicBezTo>
                    <a:pt x="13072" y="5216"/>
                    <a:pt x="13072" y="5216"/>
                    <a:pt x="13072" y="5216"/>
                  </a:cubicBezTo>
                  <a:cubicBezTo>
                    <a:pt x="13016" y="5282"/>
                    <a:pt x="13016" y="5282"/>
                    <a:pt x="13016" y="5282"/>
                  </a:cubicBezTo>
                  <a:cubicBezTo>
                    <a:pt x="12959" y="5282"/>
                    <a:pt x="12959" y="5282"/>
                    <a:pt x="12959" y="5282"/>
                  </a:cubicBezTo>
                  <a:cubicBezTo>
                    <a:pt x="12959" y="5349"/>
                    <a:pt x="12959" y="5349"/>
                    <a:pt x="12959" y="5349"/>
                  </a:cubicBezTo>
                  <a:cubicBezTo>
                    <a:pt x="13016" y="5349"/>
                    <a:pt x="13016" y="5349"/>
                    <a:pt x="13016" y="5349"/>
                  </a:cubicBezTo>
                  <a:cubicBezTo>
                    <a:pt x="13016" y="5349"/>
                    <a:pt x="13016" y="5349"/>
                    <a:pt x="13016" y="5349"/>
                  </a:cubicBezTo>
                  <a:cubicBezTo>
                    <a:pt x="13016" y="5349"/>
                    <a:pt x="13016" y="5349"/>
                    <a:pt x="13016" y="5349"/>
                  </a:cubicBezTo>
                  <a:cubicBezTo>
                    <a:pt x="13016" y="5416"/>
                    <a:pt x="13016" y="5416"/>
                    <a:pt x="13016" y="5416"/>
                  </a:cubicBezTo>
                  <a:cubicBezTo>
                    <a:pt x="13016" y="5416"/>
                    <a:pt x="13016" y="5416"/>
                    <a:pt x="13016" y="5416"/>
                  </a:cubicBezTo>
                  <a:cubicBezTo>
                    <a:pt x="13016" y="5483"/>
                    <a:pt x="13016" y="5483"/>
                    <a:pt x="13016" y="5483"/>
                  </a:cubicBezTo>
                  <a:cubicBezTo>
                    <a:pt x="13016" y="5483"/>
                    <a:pt x="13016" y="5483"/>
                    <a:pt x="13016" y="5483"/>
                  </a:cubicBezTo>
                  <a:cubicBezTo>
                    <a:pt x="12959" y="5416"/>
                    <a:pt x="12959" y="5416"/>
                    <a:pt x="12959" y="5416"/>
                  </a:cubicBezTo>
                  <a:cubicBezTo>
                    <a:pt x="12959" y="5349"/>
                    <a:pt x="12959" y="5349"/>
                    <a:pt x="12959" y="5349"/>
                  </a:cubicBezTo>
                  <a:cubicBezTo>
                    <a:pt x="12959" y="5349"/>
                    <a:pt x="12959" y="5349"/>
                    <a:pt x="12959" y="5349"/>
                  </a:cubicBezTo>
                  <a:cubicBezTo>
                    <a:pt x="12903" y="5349"/>
                    <a:pt x="12903" y="5349"/>
                    <a:pt x="12903" y="5349"/>
                  </a:cubicBezTo>
                  <a:cubicBezTo>
                    <a:pt x="12903" y="5416"/>
                    <a:pt x="12903" y="5416"/>
                    <a:pt x="12903" y="5416"/>
                  </a:cubicBezTo>
                  <a:cubicBezTo>
                    <a:pt x="12959" y="5483"/>
                    <a:pt x="12959" y="5483"/>
                    <a:pt x="12959" y="5483"/>
                  </a:cubicBezTo>
                  <a:cubicBezTo>
                    <a:pt x="12903" y="5483"/>
                    <a:pt x="12903" y="5483"/>
                    <a:pt x="12903" y="5483"/>
                  </a:cubicBezTo>
                  <a:cubicBezTo>
                    <a:pt x="12791" y="5483"/>
                    <a:pt x="12791" y="5483"/>
                    <a:pt x="12791" y="5483"/>
                  </a:cubicBezTo>
                  <a:cubicBezTo>
                    <a:pt x="12735" y="5483"/>
                    <a:pt x="12735" y="5483"/>
                    <a:pt x="12735" y="5483"/>
                  </a:cubicBezTo>
                  <a:cubicBezTo>
                    <a:pt x="12735" y="5416"/>
                    <a:pt x="12735" y="5416"/>
                    <a:pt x="12735" y="5416"/>
                  </a:cubicBezTo>
                  <a:cubicBezTo>
                    <a:pt x="12735" y="5483"/>
                    <a:pt x="12735" y="5483"/>
                    <a:pt x="12735" y="5483"/>
                  </a:cubicBezTo>
                  <a:cubicBezTo>
                    <a:pt x="12679" y="5483"/>
                    <a:pt x="12679" y="5483"/>
                    <a:pt x="12679" y="5483"/>
                  </a:cubicBezTo>
                  <a:cubicBezTo>
                    <a:pt x="12679" y="5416"/>
                    <a:pt x="12679" y="5416"/>
                    <a:pt x="12679" y="5416"/>
                  </a:cubicBezTo>
                  <a:cubicBezTo>
                    <a:pt x="12679" y="5349"/>
                    <a:pt x="12679" y="5349"/>
                    <a:pt x="12679" y="5349"/>
                  </a:cubicBezTo>
                  <a:cubicBezTo>
                    <a:pt x="12623" y="5416"/>
                    <a:pt x="12623" y="5416"/>
                    <a:pt x="12623" y="5416"/>
                  </a:cubicBezTo>
                  <a:cubicBezTo>
                    <a:pt x="12623" y="5416"/>
                    <a:pt x="12623" y="5416"/>
                    <a:pt x="12623" y="5416"/>
                  </a:cubicBezTo>
                  <a:cubicBezTo>
                    <a:pt x="12623" y="5483"/>
                    <a:pt x="12623" y="5483"/>
                    <a:pt x="12623" y="5483"/>
                  </a:cubicBezTo>
                  <a:close/>
                  <a:moveTo>
                    <a:pt x="9369" y="4012"/>
                  </a:moveTo>
                  <a:cubicBezTo>
                    <a:pt x="9369" y="3945"/>
                    <a:pt x="9369" y="3945"/>
                    <a:pt x="9369" y="3945"/>
                  </a:cubicBezTo>
                  <a:cubicBezTo>
                    <a:pt x="9369" y="3878"/>
                    <a:pt x="9369" y="3878"/>
                    <a:pt x="9369" y="3878"/>
                  </a:cubicBezTo>
                  <a:cubicBezTo>
                    <a:pt x="9481" y="3811"/>
                    <a:pt x="9481" y="3811"/>
                    <a:pt x="9481" y="3811"/>
                  </a:cubicBezTo>
                  <a:cubicBezTo>
                    <a:pt x="9537" y="3811"/>
                    <a:pt x="9537" y="3811"/>
                    <a:pt x="9537" y="3811"/>
                  </a:cubicBezTo>
                  <a:cubicBezTo>
                    <a:pt x="9593" y="3744"/>
                    <a:pt x="9593" y="3744"/>
                    <a:pt x="9593" y="3744"/>
                  </a:cubicBezTo>
                  <a:cubicBezTo>
                    <a:pt x="9593" y="3744"/>
                    <a:pt x="9593" y="3744"/>
                    <a:pt x="9593" y="3744"/>
                  </a:cubicBezTo>
                  <a:cubicBezTo>
                    <a:pt x="9705" y="3678"/>
                    <a:pt x="9705" y="3678"/>
                    <a:pt x="9705" y="3678"/>
                  </a:cubicBezTo>
                  <a:cubicBezTo>
                    <a:pt x="9762" y="3678"/>
                    <a:pt x="9762" y="3678"/>
                    <a:pt x="9762" y="3678"/>
                  </a:cubicBezTo>
                  <a:cubicBezTo>
                    <a:pt x="9818" y="3678"/>
                    <a:pt x="9818" y="3678"/>
                    <a:pt x="9818" y="3678"/>
                  </a:cubicBezTo>
                  <a:cubicBezTo>
                    <a:pt x="9818" y="3678"/>
                    <a:pt x="9818" y="3678"/>
                    <a:pt x="9818" y="3678"/>
                  </a:cubicBezTo>
                  <a:cubicBezTo>
                    <a:pt x="9930" y="3678"/>
                    <a:pt x="9930" y="3678"/>
                    <a:pt x="9930" y="3678"/>
                  </a:cubicBezTo>
                  <a:cubicBezTo>
                    <a:pt x="9930" y="3678"/>
                    <a:pt x="9930" y="3678"/>
                    <a:pt x="9930" y="3678"/>
                  </a:cubicBezTo>
                  <a:cubicBezTo>
                    <a:pt x="9930" y="3678"/>
                    <a:pt x="9930" y="3678"/>
                    <a:pt x="9930" y="3678"/>
                  </a:cubicBezTo>
                  <a:cubicBezTo>
                    <a:pt x="9818" y="3744"/>
                    <a:pt x="9818" y="3744"/>
                    <a:pt x="9818" y="3744"/>
                  </a:cubicBezTo>
                  <a:cubicBezTo>
                    <a:pt x="9762" y="3811"/>
                    <a:pt x="9762" y="3811"/>
                    <a:pt x="9762" y="3811"/>
                  </a:cubicBezTo>
                  <a:cubicBezTo>
                    <a:pt x="9593" y="3945"/>
                    <a:pt x="9593" y="3945"/>
                    <a:pt x="9593" y="3945"/>
                  </a:cubicBezTo>
                  <a:cubicBezTo>
                    <a:pt x="9537" y="4012"/>
                    <a:pt x="9537" y="4012"/>
                    <a:pt x="9537" y="4012"/>
                  </a:cubicBezTo>
                  <a:cubicBezTo>
                    <a:pt x="9537" y="4012"/>
                    <a:pt x="9537" y="4012"/>
                    <a:pt x="9537" y="4012"/>
                  </a:cubicBezTo>
                  <a:cubicBezTo>
                    <a:pt x="9481" y="4012"/>
                    <a:pt x="9481" y="4012"/>
                    <a:pt x="9481" y="4012"/>
                  </a:cubicBezTo>
                  <a:cubicBezTo>
                    <a:pt x="9481" y="4012"/>
                    <a:pt x="9481" y="4012"/>
                    <a:pt x="9481" y="4012"/>
                  </a:cubicBezTo>
                  <a:cubicBezTo>
                    <a:pt x="9425" y="4079"/>
                    <a:pt x="9425" y="4079"/>
                    <a:pt x="9425" y="4079"/>
                  </a:cubicBezTo>
                  <a:cubicBezTo>
                    <a:pt x="9425" y="4012"/>
                    <a:pt x="9425" y="4012"/>
                    <a:pt x="9425" y="4012"/>
                  </a:cubicBezTo>
                  <a:cubicBezTo>
                    <a:pt x="9425" y="4012"/>
                    <a:pt x="9425" y="4012"/>
                    <a:pt x="9425" y="4012"/>
                  </a:cubicBezTo>
                  <a:cubicBezTo>
                    <a:pt x="9369" y="4012"/>
                    <a:pt x="9369" y="4012"/>
                    <a:pt x="9369" y="4012"/>
                  </a:cubicBezTo>
                  <a:close/>
                  <a:moveTo>
                    <a:pt x="11781" y="5082"/>
                  </a:moveTo>
                  <a:cubicBezTo>
                    <a:pt x="11781" y="5082"/>
                    <a:pt x="11781" y="5082"/>
                    <a:pt x="11781" y="5082"/>
                  </a:cubicBezTo>
                  <a:cubicBezTo>
                    <a:pt x="11781" y="5015"/>
                    <a:pt x="11781" y="5015"/>
                    <a:pt x="11781" y="5015"/>
                  </a:cubicBezTo>
                  <a:cubicBezTo>
                    <a:pt x="11837" y="5015"/>
                    <a:pt x="11837" y="5015"/>
                    <a:pt x="11837" y="5015"/>
                  </a:cubicBezTo>
                  <a:cubicBezTo>
                    <a:pt x="11837" y="5015"/>
                    <a:pt x="11837" y="5015"/>
                    <a:pt x="11837" y="5015"/>
                  </a:cubicBezTo>
                  <a:cubicBezTo>
                    <a:pt x="11837" y="4948"/>
                    <a:pt x="11837" y="4948"/>
                    <a:pt x="11837" y="4948"/>
                  </a:cubicBezTo>
                  <a:cubicBezTo>
                    <a:pt x="11894" y="4948"/>
                    <a:pt x="11894" y="4948"/>
                    <a:pt x="11894" y="4948"/>
                  </a:cubicBezTo>
                  <a:cubicBezTo>
                    <a:pt x="11950" y="4881"/>
                    <a:pt x="11950" y="4881"/>
                    <a:pt x="11950" y="4881"/>
                  </a:cubicBezTo>
                  <a:cubicBezTo>
                    <a:pt x="11950" y="4881"/>
                    <a:pt x="11950" y="4881"/>
                    <a:pt x="11950" y="4881"/>
                  </a:cubicBezTo>
                  <a:cubicBezTo>
                    <a:pt x="11950" y="4948"/>
                    <a:pt x="11950" y="4948"/>
                    <a:pt x="11950" y="4948"/>
                  </a:cubicBezTo>
                  <a:cubicBezTo>
                    <a:pt x="12006" y="4948"/>
                    <a:pt x="12006" y="4948"/>
                    <a:pt x="12006" y="4948"/>
                  </a:cubicBezTo>
                  <a:cubicBezTo>
                    <a:pt x="12006" y="5015"/>
                    <a:pt x="12006" y="5015"/>
                    <a:pt x="12006" y="5015"/>
                  </a:cubicBezTo>
                  <a:cubicBezTo>
                    <a:pt x="11950" y="5082"/>
                    <a:pt x="11950" y="5082"/>
                    <a:pt x="11950" y="5082"/>
                  </a:cubicBezTo>
                  <a:cubicBezTo>
                    <a:pt x="11950" y="5149"/>
                    <a:pt x="11950" y="5149"/>
                    <a:pt x="11950" y="5149"/>
                  </a:cubicBezTo>
                  <a:cubicBezTo>
                    <a:pt x="11894" y="5149"/>
                    <a:pt x="11894" y="5149"/>
                    <a:pt x="11894" y="5149"/>
                  </a:cubicBezTo>
                  <a:cubicBezTo>
                    <a:pt x="11837" y="5149"/>
                    <a:pt x="11837" y="5149"/>
                    <a:pt x="11837" y="5149"/>
                  </a:cubicBezTo>
                  <a:cubicBezTo>
                    <a:pt x="11837" y="5149"/>
                    <a:pt x="11837" y="5149"/>
                    <a:pt x="11837" y="5149"/>
                  </a:cubicBezTo>
                  <a:cubicBezTo>
                    <a:pt x="11781" y="5082"/>
                    <a:pt x="11781" y="5082"/>
                    <a:pt x="11781" y="5082"/>
                  </a:cubicBezTo>
                  <a:cubicBezTo>
                    <a:pt x="11781" y="5082"/>
                    <a:pt x="11781" y="5082"/>
                    <a:pt x="11781" y="5082"/>
                  </a:cubicBezTo>
                  <a:close/>
                  <a:moveTo>
                    <a:pt x="9874" y="5015"/>
                  </a:moveTo>
                  <a:cubicBezTo>
                    <a:pt x="9874" y="4948"/>
                    <a:pt x="9874" y="4948"/>
                    <a:pt x="9874" y="4948"/>
                  </a:cubicBezTo>
                  <a:cubicBezTo>
                    <a:pt x="9874" y="4881"/>
                    <a:pt x="9874" y="4881"/>
                    <a:pt x="9874" y="4881"/>
                  </a:cubicBezTo>
                  <a:cubicBezTo>
                    <a:pt x="9874" y="4814"/>
                    <a:pt x="9874" y="4814"/>
                    <a:pt x="9874" y="4814"/>
                  </a:cubicBezTo>
                  <a:cubicBezTo>
                    <a:pt x="9930" y="4814"/>
                    <a:pt x="9930" y="4814"/>
                    <a:pt x="9930" y="4814"/>
                  </a:cubicBezTo>
                  <a:cubicBezTo>
                    <a:pt x="10042" y="4814"/>
                    <a:pt x="10042" y="4814"/>
                    <a:pt x="10042" y="4814"/>
                  </a:cubicBezTo>
                  <a:cubicBezTo>
                    <a:pt x="10042" y="4814"/>
                    <a:pt x="10042" y="4814"/>
                    <a:pt x="10042" y="4814"/>
                  </a:cubicBezTo>
                  <a:cubicBezTo>
                    <a:pt x="10098" y="4814"/>
                    <a:pt x="10098" y="4814"/>
                    <a:pt x="10098" y="4814"/>
                  </a:cubicBezTo>
                  <a:cubicBezTo>
                    <a:pt x="10154" y="4814"/>
                    <a:pt x="10154" y="4814"/>
                    <a:pt x="10154" y="4814"/>
                  </a:cubicBezTo>
                  <a:cubicBezTo>
                    <a:pt x="10210" y="4747"/>
                    <a:pt x="10210" y="4747"/>
                    <a:pt x="10210" y="4747"/>
                  </a:cubicBezTo>
                  <a:cubicBezTo>
                    <a:pt x="10323" y="4747"/>
                    <a:pt x="10323" y="4747"/>
                    <a:pt x="10323" y="4747"/>
                  </a:cubicBezTo>
                  <a:cubicBezTo>
                    <a:pt x="10379" y="4814"/>
                    <a:pt x="10379" y="4814"/>
                    <a:pt x="10379" y="4814"/>
                  </a:cubicBezTo>
                  <a:cubicBezTo>
                    <a:pt x="10435" y="4814"/>
                    <a:pt x="10435" y="4814"/>
                    <a:pt x="10435" y="4814"/>
                  </a:cubicBezTo>
                  <a:cubicBezTo>
                    <a:pt x="10491" y="4814"/>
                    <a:pt x="10491" y="4814"/>
                    <a:pt x="10491" y="4814"/>
                  </a:cubicBezTo>
                  <a:cubicBezTo>
                    <a:pt x="10491" y="4747"/>
                    <a:pt x="10491" y="4747"/>
                    <a:pt x="10491" y="4747"/>
                  </a:cubicBezTo>
                  <a:cubicBezTo>
                    <a:pt x="10603" y="4747"/>
                    <a:pt x="10603" y="4747"/>
                    <a:pt x="10603" y="4747"/>
                  </a:cubicBezTo>
                  <a:cubicBezTo>
                    <a:pt x="10659" y="4747"/>
                    <a:pt x="10659" y="4747"/>
                    <a:pt x="10659" y="4747"/>
                  </a:cubicBezTo>
                  <a:cubicBezTo>
                    <a:pt x="10659" y="4681"/>
                    <a:pt x="10659" y="4681"/>
                    <a:pt x="10659" y="4681"/>
                  </a:cubicBezTo>
                  <a:cubicBezTo>
                    <a:pt x="10659" y="4681"/>
                    <a:pt x="10659" y="4681"/>
                    <a:pt x="10659" y="4681"/>
                  </a:cubicBezTo>
                  <a:cubicBezTo>
                    <a:pt x="10603" y="4747"/>
                    <a:pt x="10603" y="4747"/>
                    <a:pt x="10603" y="4747"/>
                  </a:cubicBezTo>
                  <a:cubicBezTo>
                    <a:pt x="10547" y="4747"/>
                    <a:pt x="10547" y="4747"/>
                    <a:pt x="10547" y="4747"/>
                  </a:cubicBezTo>
                  <a:cubicBezTo>
                    <a:pt x="10547" y="4681"/>
                    <a:pt x="10547" y="4681"/>
                    <a:pt x="10547" y="4681"/>
                  </a:cubicBezTo>
                  <a:cubicBezTo>
                    <a:pt x="10491" y="4747"/>
                    <a:pt x="10491" y="4747"/>
                    <a:pt x="10491" y="4747"/>
                  </a:cubicBezTo>
                  <a:cubicBezTo>
                    <a:pt x="10435" y="4747"/>
                    <a:pt x="10435" y="4747"/>
                    <a:pt x="10435" y="4747"/>
                  </a:cubicBezTo>
                  <a:cubicBezTo>
                    <a:pt x="10435" y="4681"/>
                    <a:pt x="10435" y="4681"/>
                    <a:pt x="10435" y="4681"/>
                  </a:cubicBezTo>
                  <a:cubicBezTo>
                    <a:pt x="10379" y="4681"/>
                    <a:pt x="10379" y="4681"/>
                    <a:pt x="10379" y="4681"/>
                  </a:cubicBezTo>
                  <a:cubicBezTo>
                    <a:pt x="10323" y="4681"/>
                    <a:pt x="10323" y="4681"/>
                    <a:pt x="10323" y="4681"/>
                  </a:cubicBezTo>
                  <a:cubicBezTo>
                    <a:pt x="10267" y="4681"/>
                    <a:pt x="10267" y="4681"/>
                    <a:pt x="10267" y="4681"/>
                  </a:cubicBezTo>
                  <a:cubicBezTo>
                    <a:pt x="10267" y="4681"/>
                    <a:pt x="10267" y="4681"/>
                    <a:pt x="10267" y="4681"/>
                  </a:cubicBezTo>
                  <a:cubicBezTo>
                    <a:pt x="10210" y="4681"/>
                    <a:pt x="10210" y="4681"/>
                    <a:pt x="10210" y="4681"/>
                  </a:cubicBezTo>
                  <a:cubicBezTo>
                    <a:pt x="10154" y="4681"/>
                    <a:pt x="10154" y="4681"/>
                    <a:pt x="10154" y="4681"/>
                  </a:cubicBezTo>
                  <a:cubicBezTo>
                    <a:pt x="10098" y="4681"/>
                    <a:pt x="10098" y="4681"/>
                    <a:pt x="10098" y="4681"/>
                  </a:cubicBezTo>
                  <a:cubicBezTo>
                    <a:pt x="10098" y="4614"/>
                    <a:pt x="10098" y="4614"/>
                    <a:pt x="10098" y="4614"/>
                  </a:cubicBezTo>
                  <a:cubicBezTo>
                    <a:pt x="10154" y="4614"/>
                    <a:pt x="10154" y="4614"/>
                    <a:pt x="10154" y="4614"/>
                  </a:cubicBezTo>
                  <a:cubicBezTo>
                    <a:pt x="10210" y="4547"/>
                    <a:pt x="10210" y="4547"/>
                    <a:pt x="10210" y="4547"/>
                  </a:cubicBezTo>
                  <a:cubicBezTo>
                    <a:pt x="10210" y="4547"/>
                    <a:pt x="10210" y="4547"/>
                    <a:pt x="10210" y="4547"/>
                  </a:cubicBezTo>
                  <a:cubicBezTo>
                    <a:pt x="10154" y="4547"/>
                    <a:pt x="10154" y="4547"/>
                    <a:pt x="10154" y="4547"/>
                  </a:cubicBezTo>
                  <a:cubicBezTo>
                    <a:pt x="10098" y="4614"/>
                    <a:pt x="10098" y="4614"/>
                    <a:pt x="10098" y="4614"/>
                  </a:cubicBezTo>
                  <a:cubicBezTo>
                    <a:pt x="10098" y="4547"/>
                    <a:pt x="10098" y="4547"/>
                    <a:pt x="10098" y="4547"/>
                  </a:cubicBezTo>
                  <a:cubicBezTo>
                    <a:pt x="10042" y="4547"/>
                    <a:pt x="10042" y="4547"/>
                    <a:pt x="10042" y="4547"/>
                  </a:cubicBezTo>
                  <a:cubicBezTo>
                    <a:pt x="10042" y="4614"/>
                    <a:pt x="10042" y="4614"/>
                    <a:pt x="10042" y="4614"/>
                  </a:cubicBezTo>
                  <a:cubicBezTo>
                    <a:pt x="9986" y="4681"/>
                    <a:pt x="9986" y="4681"/>
                    <a:pt x="9986" y="4681"/>
                  </a:cubicBezTo>
                  <a:cubicBezTo>
                    <a:pt x="9986" y="4681"/>
                    <a:pt x="9986" y="4681"/>
                    <a:pt x="9986" y="4681"/>
                  </a:cubicBezTo>
                  <a:cubicBezTo>
                    <a:pt x="9930" y="4681"/>
                    <a:pt x="9930" y="4681"/>
                    <a:pt x="9930" y="4681"/>
                  </a:cubicBezTo>
                  <a:cubicBezTo>
                    <a:pt x="9874" y="4681"/>
                    <a:pt x="9874" y="4681"/>
                    <a:pt x="9874" y="4681"/>
                  </a:cubicBezTo>
                  <a:cubicBezTo>
                    <a:pt x="9874" y="4614"/>
                    <a:pt x="9874" y="4614"/>
                    <a:pt x="9874" y="4614"/>
                  </a:cubicBezTo>
                  <a:cubicBezTo>
                    <a:pt x="9874" y="4614"/>
                    <a:pt x="9874" y="4614"/>
                    <a:pt x="9874" y="4614"/>
                  </a:cubicBezTo>
                  <a:cubicBezTo>
                    <a:pt x="9874" y="4614"/>
                    <a:pt x="9874" y="4614"/>
                    <a:pt x="9874" y="4614"/>
                  </a:cubicBezTo>
                  <a:cubicBezTo>
                    <a:pt x="9818" y="4547"/>
                    <a:pt x="9818" y="4547"/>
                    <a:pt x="9818" y="4547"/>
                  </a:cubicBezTo>
                  <a:cubicBezTo>
                    <a:pt x="9818" y="4614"/>
                    <a:pt x="9818" y="4614"/>
                    <a:pt x="9818" y="4614"/>
                  </a:cubicBezTo>
                  <a:cubicBezTo>
                    <a:pt x="9818" y="4681"/>
                    <a:pt x="9818" y="4681"/>
                    <a:pt x="9818" y="4681"/>
                  </a:cubicBezTo>
                  <a:cubicBezTo>
                    <a:pt x="9762" y="4614"/>
                    <a:pt x="9762" y="4614"/>
                    <a:pt x="9762" y="4614"/>
                  </a:cubicBezTo>
                  <a:cubicBezTo>
                    <a:pt x="9762" y="4547"/>
                    <a:pt x="9762" y="4547"/>
                    <a:pt x="9762" y="4547"/>
                  </a:cubicBezTo>
                  <a:cubicBezTo>
                    <a:pt x="9705" y="4547"/>
                    <a:pt x="9705" y="4547"/>
                    <a:pt x="9705" y="4547"/>
                  </a:cubicBezTo>
                  <a:cubicBezTo>
                    <a:pt x="9705" y="4480"/>
                    <a:pt x="9705" y="4480"/>
                    <a:pt x="9705" y="4480"/>
                  </a:cubicBezTo>
                  <a:cubicBezTo>
                    <a:pt x="9705" y="4480"/>
                    <a:pt x="9705" y="4480"/>
                    <a:pt x="9705" y="4480"/>
                  </a:cubicBezTo>
                  <a:cubicBezTo>
                    <a:pt x="9649" y="4547"/>
                    <a:pt x="9649" y="4547"/>
                    <a:pt x="9649" y="4547"/>
                  </a:cubicBezTo>
                  <a:cubicBezTo>
                    <a:pt x="9649" y="4547"/>
                    <a:pt x="9649" y="4547"/>
                    <a:pt x="9649" y="4547"/>
                  </a:cubicBezTo>
                  <a:cubicBezTo>
                    <a:pt x="9593" y="4480"/>
                    <a:pt x="9593" y="4480"/>
                    <a:pt x="9593" y="4480"/>
                  </a:cubicBezTo>
                  <a:cubicBezTo>
                    <a:pt x="9481" y="4413"/>
                    <a:pt x="9481" y="4413"/>
                    <a:pt x="9481" y="4413"/>
                  </a:cubicBezTo>
                  <a:cubicBezTo>
                    <a:pt x="9481" y="4346"/>
                    <a:pt x="9481" y="4346"/>
                    <a:pt x="9481" y="4346"/>
                  </a:cubicBezTo>
                  <a:cubicBezTo>
                    <a:pt x="9537" y="4346"/>
                    <a:pt x="9537" y="4346"/>
                    <a:pt x="9537" y="4346"/>
                  </a:cubicBezTo>
                  <a:cubicBezTo>
                    <a:pt x="9537" y="4346"/>
                    <a:pt x="9537" y="4346"/>
                    <a:pt x="9537" y="4346"/>
                  </a:cubicBezTo>
                  <a:cubicBezTo>
                    <a:pt x="9537" y="4279"/>
                    <a:pt x="9537" y="4279"/>
                    <a:pt x="9537" y="4279"/>
                  </a:cubicBezTo>
                  <a:cubicBezTo>
                    <a:pt x="9649" y="4213"/>
                    <a:pt x="9649" y="4213"/>
                    <a:pt x="9649" y="4213"/>
                  </a:cubicBezTo>
                  <a:cubicBezTo>
                    <a:pt x="9705" y="4213"/>
                    <a:pt x="9705" y="4213"/>
                    <a:pt x="9705" y="4213"/>
                  </a:cubicBezTo>
                  <a:cubicBezTo>
                    <a:pt x="9705" y="4213"/>
                    <a:pt x="9705" y="4213"/>
                    <a:pt x="9705" y="4213"/>
                  </a:cubicBezTo>
                  <a:cubicBezTo>
                    <a:pt x="9818" y="4213"/>
                    <a:pt x="9818" y="4213"/>
                    <a:pt x="9818" y="4213"/>
                  </a:cubicBezTo>
                  <a:cubicBezTo>
                    <a:pt x="9874" y="4279"/>
                    <a:pt x="9874" y="4279"/>
                    <a:pt x="9874" y="4279"/>
                  </a:cubicBezTo>
                  <a:cubicBezTo>
                    <a:pt x="9930" y="4279"/>
                    <a:pt x="9930" y="4279"/>
                    <a:pt x="9930" y="4279"/>
                  </a:cubicBezTo>
                  <a:cubicBezTo>
                    <a:pt x="9986" y="4213"/>
                    <a:pt x="9986" y="4213"/>
                    <a:pt x="9986" y="4213"/>
                  </a:cubicBezTo>
                  <a:cubicBezTo>
                    <a:pt x="10042" y="4213"/>
                    <a:pt x="10042" y="4213"/>
                    <a:pt x="10042" y="4213"/>
                  </a:cubicBezTo>
                  <a:cubicBezTo>
                    <a:pt x="10098" y="4213"/>
                    <a:pt x="10098" y="4213"/>
                    <a:pt x="10098" y="4213"/>
                  </a:cubicBezTo>
                  <a:cubicBezTo>
                    <a:pt x="10042" y="4146"/>
                    <a:pt x="10042" y="4146"/>
                    <a:pt x="10042" y="4146"/>
                  </a:cubicBezTo>
                  <a:cubicBezTo>
                    <a:pt x="10042" y="4146"/>
                    <a:pt x="10042" y="4146"/>
                    <a:pt x="10042" y="4146"/>
                  </a:cubicBezTo>
                  <a:cubicBezTo>
                    <a:pt x="9986" y="4146"/>
                    <a:pt x="9986" y="4146"/>
                    <a:pt x="9986" y="4146"/>
                  </a:cubicBezTo>
                  <a:cubicBezTo>
                    <a:pt x="9930" y="4146"/>
                    <a:pt x="9930" y="4146"/>
                    <a:pt x="9930" y="4146"/>
                  </a:cubicBezTo>
                  <a:cubicBezTo>
                    <a:pt x="9818" y="4146"/>
                    <a:pt x="9818" y="4146"/>
                    <a:pt x="9818" y="4146"/>
                  </a:cubicBezTo>
                  <a:cubicBezTo>
                    <a:pt x="9762" y="4146"/>
                    <a:pt x="9762" y="4146"/>
                    <a:pt x="9762" y="4146"/>
                  </a:cubicBezTo>
                  <a:cubicBezTo>
                    <a:pt x="9762" y="4079"/>
                    <a:pt x="9762" y="4079"/>
                    <a:pt x="9762" y="4079"/>
                  </a:cubicBezTo>
                  <a:cubicBezTo>
                    <a:pt x="9818" y="4012"/>
                    <a:pt x="9818" y="4012"/>
                    <a:pt x="9818" y="4012"/>
                  </a:cubicBezTo>
                  <a:cubicBezTo>
                    <a:pt x="9874" y="3945"/>
                    <a:pt x="9874" y="3945"/>
                    <a:pt x="9874" y="3945"/>
                  </a:cubicBezTo>
                  <a:cubicBezTo>
                    <a:pt x="9930" y="3945"/>
                    <a:pt x="9930" y="3945"/>
                    <a:pt x="9930" y="3945"/>
                  </a:cubicBezTo>
                  <a:cubicBezTo>
                    <a:pt x="9986" y="3945"/>
                    <a:pt x="9986" y="3945"/>
                    <a:pt x="9986" y="3945"/>
                  </a:cubicBezTo>
                  <a:cubicBezTo>
                    <a:pt x="10098" y="3945"/>
                    <a:pt x="10098" y="3945"/>
                    <a:pt x="10098" y="3945"/>
                  </a:cubicBezTo>
                  <a:cubicBezTo>
                    <a:pt x="10154" y="3945"/>
                    <a:pt x="10154" y="3945"/>
                    <a:pt x="10154" y="3945"/>
                  </a:cubicBezTo>
                  <a:cubicBezTo>
                    <a:pt x="10267" y="3945"/>
                    <a:pt x="10267" y="3945"/>
                    <a:pt x="10267" y="3945"/>
                  </a:cubicBezTo>
                  <a:cubicBezTo>
                    <a:pt x="10267" y="3945"/>
                    <a:pt x="10267" y="3945"/>
                    <a:pt x="10267" y="3945"/>
                  </a:cubicBezTo>
                  <a:cubicBezTo>
                    <a:pt x="10267" y="3945"/>
                    <a:pt x="10267" y="3945"/>
                    <a:pt x="10267" y="3945"/>
                  </a:cubicBezTo>
                  <a:cubicBezTo>
                    <a:pt x="10210" y="3945"/>
                    <a:pt x="10210" y="3945"/>
                    <a:pt x="10210" y="3945"/>
                  </a:cubicBezTo>
                  <a:cubicBezTo>
                    <a:pt x="10154" y="3878"/>
                    <a:pt x="10154" y="3878"/>
                    <a:pt x="10154" y="3878"/>
                  </a:cubicBezTo>
                  <a:cubicBezTo>
                    <a:pt x="10098" y="3878"/>
                    <a:pt x="10098" y="3878"/>
                    <a:pt x="10098" y="3878"/>
                  </a:cubicBezTo>
                  <a:cubicBezTo>
                    <a:pt x="10042" y="3878"/>
                    <a:pt x="10042" y="3878"/>
                    <a:pt x="10042" y="3878"/>
                  </a:cubicBezTo>
                  <a:cubicBezTo>
                    <a:pt x="9986" y="3811"/>
                    <a:pt x="9986" y="3811"/>
                    <a:pt x="9986" y="3811"/>
                  </a:cubicBezTo>
                  <a:cubicBezTo>
                    <a:pt x="10042" y="3744"/>
                    <a:pt x="10042" y="3744"/>
                    <a:pt x="10042" y="3744"/>
                  </a:cubicBezTo>
                  <a:cubicBezTo>
                    <a:pt x="10098" y="3744"/>
                    <a:pt x="10098" y="3744"/>
                    <a:pt x="10098" y="3744"/>
                  </a:cubicBezTo>
                  <a:cubicBezTo>
                    <a:pt x="10098" y="3678"/>
                    <a:pt x="10098" y="3678"/>
                    <a:pt x="10098" y="3678"/>
                  </a:cubicBezTo>
                  <a:cubicBezTo>
                    <a:pt x="10154" y="3678"/>
                    <a:pt x="10154" y="3678"/>
                    <a:pt x="10154" y="3678"/>
                  </a:cubicBezTo>
                  <a:cubicBezTo>
                    <a:pt x="10210" y="3678"/>
                    <a:pt x="10210" y="3678"/>
                    <a:pt x="10210" y="3678"/>
                  </a:cubicBezTo>
                  <a:cubicBezTo>
                    <a:pt x="10267" y="3678"/>
                    <a:pt x="10267" y="3678"/>
                    <a:pt x="10267" y="3678"/>
                  </a:cubicBezTo>
                  <a:cubicBezTo>
                    <a:pt x="10267" y="3678"/>
                    <a:pt x="10267" y="3678"/>
                    <a:pt x="10267" y="3678"/>
                  </a:cubicBezTo>
                  <a:cubicBezTo>
                    <a:pt x="10323" y="3678"/>
                    <a:pt x="10323" y="3678"/>
                    <a:pt x="10323" y="3678"/>
                  </a:cubicBezTo>
                  <a:cubicBezTo>
                    <a:pt x="10379" y="3744"/>
                    <a:pt x="10379" y="3744"/>
                    <a:pt x="10379" y="3744"/>
                  </a:cubicBezTo>
                  <a:cubicBezTo>
                    <a:pt x="10379" y="3744"/>
                    <a:pt x="10379" y="3744"/>
                    <a:pt x="10379" y="3744"/>
                  </a:cubicBezTo>
                  <a:cubicBezTo>
                    <a:pt x="10379" y="3678"/>
                    <a:pt x="10379" y="3678"/>
                    <a:pt x="10379" y="3678"/>
                  </a:cubicBezTo>
                  <a:cubicBezTo>
                    <a:pt x="10323" y="3678"/>
                    <a:pt x="10323" y="3678"/>
                    <a:pt x="10323" y="3678"/>
                  </a:cubicBezTo>
                  <a:cubicBezTo>
                    <a:pt x="10323" y="3611"/>
                    <a:pt x="10323" y="3611"/>
                    <a:pt x="10323" y="3611"/>
                  </a:cubicBezTo>
                  <a:cubicBezTo>
                    <a:pt x="10267" y="3611"/>
                    <a:pt x="10267" y="3611"/>
                    <a:pt x="10267" y="3611"/>
                  </a:cubicBezTo>
                  <a:cubicBezTo>
                    <a:pt x="10323" y="3544"/>
                    <a:pt x="10323" y="3544"/>
                    <a:pt x="10323" y="3544"/>
                  </a:cubicBezTo>
                  <a:cubicBezTo>
                    <a:pt x="10435" y="3544"/>
                    <a:pt x="10435" y="3544"/>
                    <a:pt x="10435" y="3544"/>
                  </a:cubicBezTo>
                  <a:cubicBezTo>
                    <a:pt x="10491" y="3544"/>
                    <a:pt x="10491" y="3544"/>
                    <a:pt x="10491" y="3544"/>
                  </a:cubicBezTo>
                  <a:cubicBezTo>
                    <a:pt x="10547" y="3544"/>
                    <a:pt x="10547" y="3544"/>
                    <a:pt x="10547" y="3544"/>
                  </a:cubicBezTo>
                  <a:cubicBezTo>
                    <a:pt x="10603" y="3611"/>
                    <a:pt x="10603" y="3611"/>
                    <a:pt x="10603" y="3611"/>
                  </a:cubicBezTo>
                  <a:cubicBezTo>
                    <a:pt x="10659" y="3678"/>
                    <a:pt x="10659" y="3678"/>
                    <a:pt x="10659" y="3678"/>
                  </a:cubicBezTo>
                  <a:cubicBezTo>
                    <a:pt x="10603" y="3678"/>
                    <a:pt x="10603" y="3678"/>
                    <a:pt x="10603" y="3678"/>
                  </a:cubicBezTo>
                  <a:cubicBezTo>
                    <a:pt x="10547" y="3744"/>
                    <a:pt x="10547" y="3744"/>
                    <a:pt x="10547" y="3744"/>
                  </a:cubicBezTo>
                  <a:cubicBezTo>
                    <a:pt x="10603" y="3811"/>
                    <a:pt x="10603" y="3811"/>
                    <a:pt x="10603" y="3811"/>
                  </a:cubicBezTo>
                  <a:cubicBezTo>
                    <a:pt x="10659" y="3811"/>
                    <a:pt x="10659" y="3811"/>
                    <a:pt x="10659" y="3811"/>
                  </a:cubicBezTo>
                  <a:cubicBezTo>
                    <a:pt x="10715" y="3811"/>
                    <a:pt x="10715" y="3811"/>
                    <a:pt x="10715" y="3811"/>
                  </a:cubicBezTo>
                  <a:cubicBezTo>
                    <a:pt x="10715" y="3811"/>
                    <a:pt x="10715" y="3811"/>
                    <a:pt x="10715" y="3811"/>
                  </a:cubicBezTo>
                  <a:cubicBezTo>
                    <a:pt x="10771" y="3811"/>
                    <a:pt x="10771" y="3811"/>
                    <a:pt x="10771" y="3811"/>
                  </a:cubicBezTo>
                  <a:cubicBezTo>
                    <a:pt x="10771" y="3811"/>
                    <a:pt x="10771" y="3811"/>
                    <a:pt x="10771" y="3811"/>
                  </a:cubicBezTo>
                  <a:cubicBezTo>
                    <a:pt x="10771" y="3878"/>
                    <a:pt x="10771" y="3878"/>
                    <a:pt x="10771" y="3878"/>
                  </a:cubicBezTo>
                  <a:cubicBezTo>
                    <a:pt x="10828" y="3878"/>
                    <a:pt x="10828" y="3878"/>
                    <a:pt x="10828" y="3878"/>
                  </a:cubicBezTo>
                  <a:cubicBezTo>
                    <a:pt x="10828" y="3945"/>
                    <a:pt x="10828" y="3945"/>
                    <a:pt x="10828" y="3945"/>
                  </a:cubicBezTo>
                  <a:cubicBezTo>
                    <a:pt x="10771" y="3945"/>
                    <a:pt x="10771" y="3945"/>
                    <a:pt x="10771" y="3945"/>
                  </a:cubicBezTo>
                  <a:cubicBezTo>
                    <a:pt x="10771" y="4012"/>
                    <a:pt x="10771" y="4012"/>
                    <a:pt x="10771" y="4012"/>
                  </a:cubicBezTo>
                  <a:cubicBezTo>
                    <a:pt x="10828" y="4079"/>
                    <a:pt x="10828" y="4079"/>
                    <a:pt x="10828" y="4079"/>
                  </a:cubicBezTo>
                  <a:cubicBezTo>
                    <a:pt x="10828" y="4146"/>
                    <a:pt x="10828" y="4146"/>
                    <a:pt x="10828" y="4146"/>
                  </a:cubicBezTo>
                  <a:cubicBezTo>
                    <a:pt x="10771" y="4213"/>
                    <a:pt x="10771" y="4213"/>
                    <a:pt x="10771" y="4213"/>
                  </a:cubicBezTo>
                  <a:cubicBezTo>
                    <a:pt x="10771" y="4146"/>
                    <a:pt x="10771" y="4146"/>
                    <a:pt x="10771" y="4146"/>
                  </a:cubicBezTo>
                  <a:cubicBezTo>
                    <a:pt x="10715" y="4213"/>
                    <a:pt x="10715" y="4213"/>
                    <a:pt x="10715" y="4213"/>
                  </a:cubicBezTo>
                  <a:cubicBezTo>
                    <a:pt x="10715" y="4213"/>
                    <a:pt x="10715" y="4213"/>
                    <a:pt x="10715" y="4213"/>
                  </a:cubicBezTo>
                  <a:cubicBezTo>
                    <a:pt x="10771" y="4213"/>
                    <a:pt x="10771" y="4213"/>
                    <a:pt x="10771" y="4213"/>
                  </a:cubicBezTo>
                  <a:cubicBezTo>
                    <a:pt x="10828" y="4213"/>
                    <a:pt x="10828" y="4213"/>
                    <a:pt x="10828" y="4213"/>
                  </a:cubicBezTo>
                  <a:cubicBezTo>
                    <a:pt x="10828" y="4213"/>
                    <a:pt x="10828" y="4213"/>
                    <a:pt x="10828" y="4213"/>
                  </a:cubicBezTo>
                  <a:cubicBezTo>
                    <a:pt x="10828" y="4346"/>
                    <a:pt x="10828" y="4346"/>
                    <a:pt x="10828" y="4346"/>
                  </a:cubicBezTo>
                  <a:cubicBezTo>
                    <a:pt x="10771" y="4413"/>
                    <a:pt x="10771" y="4413"/>
                    <a:pt x="10771" y="4413"/>
                  </a:cubicBezTo>
                  <a:cubicBezTo>
                    <a:pt x="10771" y="4480"/>
                    <a:pt x="10771" y="4480"/>
                    <a:pt x="10771" y="4480"/>
                  </a:cubicBezTo>
                  <a:cubicBezTo>
                    <a:pt x="10771" y="4480"/>
                    <a:pt x="10771" y="4480"/>
                    <a:pt x="10771" y="4480"/>
                  </a:cubicBezTo>
                  <a:cubicBezTo>
                    <a:pt x="10828" y="4480"/>
                    <a:pt x="10828" y="4480"/>
                    <a:pt x="10828" y="4480"/>
                  </a:cubicBezTo>
                  <a:cubicBezTo>
                    <a:pt x="10884" y="4480"/>
                    <a:pt x="10884" y="4480"/>
                    <a:pt x="10884" y="4480"/>
                  </a:cubicBezTo>
                  <a:cubicBezTo>
                    <a:pt x="10884" y="4480"/>
                    <a:pt x="10884" y="4480"/>
                    <a:pt x="10884" y="4480"/>
                  </a:cubicBezTo>
                  <a:cubicBezTo>
                    <a:pt x="10940" y="4480"/>
                    <a:pt x="10940" y="4480"/>
                    <a:pt x="10940" y="4480"/>
                  </a:cubicBezTo>
                  <a:cubicBezTo>
                    <a:pt x="10996" y="4547"/>
                    <a:pt x="10996" y="4547"/>
                    <a:pt x="10996" y="4547"/>
                  </a:cubicBezTo>
                  <a:cubicBezTo>
                    <a:pt x="10996" y="4480"/>
                    <a:pt x="10996" y="4480"/>
                    <a:pt x="10996" y="4480"/>
                  </a:cubicBezTo>
                  <a:cubicBezTo>
                    <a:pt x="11108" y="4547"/>
                    <a:pt x="11108" y="4547"/>
                    <a:pt x="11108" y="4547"/>
                  </a:cubicBezTo>
                  <a:cubicBezTo>
                    <a:pt x="11108" y="4614"/>
                    <a:pt x="11108" y="4614"/>
                    <a:pt x="11108" y="4614"/>
                  </a:cubicBezTo>
                  <a:cubicBezTo>
                    <a:pt x="11164" y="4614"/>
                    <a:pt x="11164" y="4614"/>
                    <a:pt x="11164" y="4614"/>
                  </a:cubicBezTo>
                  <a:cubicBezTo>
                    <a:pt x="11164" y="4547"/>
                    <a:pt x="11164" y="4547"/>
                    <a:pt x="11164" y="4547"/>
                  </a:cubicBezTo>
                  <a:cubicBezTo>
                    <a:pt x="11108" y="4547"/>
                    <a:pt x="11108" y="4547"/>
                    <a:pt x="11108" y="4547"/>
                  </a:cubicBezTo>
                  <a:cubicBezTo>
                    <a:pt x="11220" y="4480"/>
                    <a:pt x="11220" y="4480"/>
                    <a:pt x="11220" y="4480"/>
                  </a:cubicBezTo>
                  <a:cubicBezTo>
                    <a:pt x="11164" y="4413"/>
                    <a:pt x="11164" y="4413"/>
                    <a:pt x="11164" y="4413"/>
                  </a:cubicBezTo>
                  <a:cubicBezTo>
                    <a:pt x="11164" y="4346"/>
                    <a:pt x="11164" y="4346"/>
                    <a:pt x="11164" y="4346"/>
                  </a:cubicBezTo>
                  <a:cubicBezTo>
                    <a:pt x="11164" y="4346"/>
                    <a:pt x="11164" y="4346"/>
                    <a:pt x="11164" y="4346"/>
                  </a:cubicBezTo>
                  <a:cubicBezTo>
                    <a:pt x="11108" y="4279"/>
                    <a:pt x="11108" y="4279"/>
                    <a:pt x="11108" y="4279"/>
                  </a:cubicBezTo>
                  <a:cubicBezTo>
                    <a:pt x="11164" y="4213"/>
                    <a:pt x="11164" y="4213"/>
                    <a:pt x="11164" y="4213"/>
                  </a:cubicBezTo>
                  <a:cubicBezTo>
                    <a:pt x="11164" y="4213"/>
                    <a:pt x="11164" y="4213"/>
                    <a:pt x="11164" y="4213"/>
                  </a:cubicBezTo>
                  <a:cubicBezTo>
                    <a:pt x="11220" y="4213"/>
                    <a:pt x="11220" y="4213"/>
                    <a:pt x="11220" y="4213"/>
                  </a:cubicBezTo>
                  <a:cubicBezTo>
                    <a:pt x="11276" y="4213"/>
                    <a:pt x="11276" y="4213"/>
                    <a:pt x="11276" y="4213"/>
                  </a:cubicBezTo>
                  <a:cubicBezTo>
                    <a:pt x="11332" y="4146"/>
                    <a:pt x="11332" y="4146"/>
                    <a:pt x="11332" y="4146"/>
                  </a:cubicBezTo>
                  <a:cubicBezTo>
                    <a:pt x="11276" y="4079"/>
                    <a:pt x="11276" y="4079"/>
                    <a:pt x="11276" y="4079"/>
                  </a:cubicBezTo>
                  <a:cubicBezTo>
                    <a:pt x="11276" y="4012"/>
                    <a:pt x="11276" y="4012"/>
                    <a:pt x="11276" y="4012"/>
                  </a:cubicBezTo>
                  <a:cubicBezTo>
                    <a:pt x="11276" y="3945"/>
                    <a:pt x="11276" y="3945"/>
                    <a:pt x="11276" y="3945"/>
                  </a:cubicBezTo>
                  <a:cubicBezTo>
                    <a:pt x="11220" y="3878"/>
                    <a:pt x="11220" y="3878"/>
                    <a:pt x="11220" y="3878"/>
                  </a:cubicBezTo>
                  <a:cubicBezTo>
                    <a:pt x="11276" y="3811"/>
                    <a:pt x="11276" y="3811"/>
                    <a:pt x="11276" y="3811"/>
                  </a:cubicBezTo>
                  <a:cubicBezTo>
                    <a:pt x="11332" y="3811"/>
                    <a:pt x="11332" y="3811"/>
                    <a:pt x="11332" y="3811"/>
                  </a:cubicBezTo>
                  <a:cubicBezTo>
                    <a:pt x="11332" y="3811"/>
                    <a:pt x="11332" y="3811"/>
                    <a:pt x="11332" y="3811"/>
                  </a:cubicBezTo>
                  <a:cubicBezTo>
                    <a:pt x="11389" y="3811"/>
                    <a:pt x="11389" y="3811"/>
                    <a:pt x="11389" y="3811"/>
                  </a:cubicBezTo>
                  <a:cubicBezTo>
                    <a:pt x="11389" y="3811"/>
                    <a:pt x="11389" y="3811"/>
                    <a:pt x="11389" y="3811"/>
                  </a:cubicBezTo>
                  <a:cubicBezTo>
                    <a:pt x="11389" y="3744"/>
                    <a:pt x="11389" y="3744"/>
                    <a:pt x="11389" y="3744"/>
                  </a:cubicBezTo>
                  <a:cubicBezTo>
                    <a:pt x="11445" y="3744"/>
                    <a:pt x="11445" y="3744"/>
                    <a:pt x="11445" y="3744"/>
                  </a:cubicBezTo>
                  <a:cubicBezTo>
                    <a:pt x="11557" y="3611"/>
                    <a:pt x="11557" y="3611"/>
                    <a:pt x="11557" y="3611"/>
                  </a:cubicBezTo>
                  <a:cubicBezTo>
                    <a:pt x="11613" y="3611"/>
                    <a:pt x="11613" y="3611"/>
                    <a:pt x="11613" y="3611"/>
                  </a:cubicBezTo>
                  <a:cubicBezTo>
                    <a:pt x="11669" y="3678"/>
                    <a:pt x="11669" y="3678"/>
                    <a:pt x="11669" y="3678"/>
                  </a:cubicBezTo>
                  <a:cubicBezTo>
                    <a:pt x="11669" y="3678"/>
                    <a:pt x="11669" y="3678"/>
                    <a:pt x="11669" y="3678"/>
                  </a:cubicBezTo>
                  <a:cubicBezTo>
                    <a:pt x="11669" y="3744"/>
                    <a:pt x="11669" y="3744"/>
                    <a:pt x="11669" y="3744"/>
                  </a:cubicBezTo>
                  <a:cubicBezTo>
                    <a:pt x="11669" y="3744"/>
                    <a:pt x="11669" y="3744"/>
                    <a:pt x="11669" y="3744"/>
                  </a:cubicBezTo>
                  <a:cubicBezTo>
                    <a:pt x="11613" y="3744"/>
                    <a:pt x="11613" y="3744"/>
                    <a:pt x="11613" y="3744"/>
                  </a:cubicBezTo>
                  <a:cubicBezTo>
                    <a:pt x="11613" y="3811"/>
                    <a:pt x="11613" y="3811"/>
                    <a:pt x="11613" y="3811"/>
                  </a:cubicBezTo>
                  <a:cubicBezTo>
                    <a:pt x="11613" y="3811"/>
                    <a:pt x="11613" y="3811"/>
                    <a:pt x="11613" y="3811"/>
                  </a:cubicBezTo>
                  <a:cubicBezTo>
                    <a:pt x="11613" y="3878"/>
                    <a:pt x="11613" y="3878"/>
                    <a:pt x="11613" y="3878"/>
                  </a:cubicBezTo>
                  <a:cubicBezTo>
                    <a:pt x="11613" y="3945"/>
                    <a:pt x="11613" y="3945"/>
                    <a:pt x="11613" y="3945"/>
                  </a:cubicBezTo>
                  <a:cubicBezTo>
                    <a:pt x="11613" y="3945"/>
                    <a:pt x="11613" y="3945"/>
                    <a:pt x="11613" y="3945"/>
                  </a:cubicBezTo>
                  <a:cubicBezTo>
                    <a:pt x="11613" y="4079"/>
                    <a:pt x="11613" y="4079"/>
                    <a:pt x="11613" y="4079"/>
                  </a:cubicBezTo>
                  <a:cubicBezTo>
                    <a:pt x="11557" y="4146"/>
                    <a:pt x="11557" y="4146"/>
                    <a:pt x="11557" y="4146"/>
                  </a:cubicBezTo>
                  <a:cubicBezTo>
                    <a:pt x="11557" y="4146"/>
                    <a:pt x="11557" y="4146"/>
                    <a:pt x="11557" y="4146"/>
                  </a:cubicBezTo>
                  <a:cubicBezTo>
                    <a:pt x="11501" y="4213"/>
                    <a:pt x="11501" y="4213"/>
                    <a:pt x="11501" y="4213"/>
                  </a:cubicBezTo>
                  <a:cubicBezTo>
                    <a:pt x="11445" y="4213"/>
                    <a:pt x="11445" y="4213"/>
                    <a:pt x="11445" y="4213"/>
                  </a:cubicBezTo>
                  <a:cubicBezTo>
                    <a:pt x="11445" y="4279"/>
                    <a:pt x="11445" y="4279"/>
                    <a:pt x="11445" y="4279"/>
                  </a:cubicBezTo>
                  <a:cubicBezTo>
                    <a:pt x="11501" y="4279"/>
                    <a:pt x="11501" y="4279"/>
                    <a:pt x="11501" y="4279"/>
                  </a:cubicBezTo>
                  <a:cubicBezTo>
                    <a:pt x="11501" y="4213"/>
                    <a:pt x="11501" y="4213"/>
                    <a:pt x="11501" y="4213"/>
                  </a:cubicBezTo>
                  <a:cubicBezTo>
                    <a:pt x="11613" y="4213"/>
                    <a:pt x="11613" y="4213"/>
                    <a:pt x="11613" y="4213"/>
                  </a:cubicBezTo>
                  <a:cubicBezTo>
                    <a:pt x="11613" y="4279"/>
                    <a:pt x="11613" y="4279"/>
                    <a:pt x="11613" y="4279"/>
                  </a:cubicBezTo>
                  <a:cubicBezTo>
                    <a:pt x="11557" y="4346"/>
                    <a:pt x="11557" y="4346"/>
                    <a:pt x="11557" y="4346"/>
                  </a:cubicBezTo>
                  <a:cubicBezTo>
                    <a:pt x="11501" y="4346"/>
                    <a:pt x="11501" y="4346"/>
                    <a:pt x="11501" y="4346"/>
                  </a:cubicBezTo>
                  <a:cubicBezTo>
                    <a:pt x="11445" y="4413"/>
                    <a:pt x="11445" y="4413"/>
                    <a:pt x="11445" y="4413"/>
                  </a:cubicBezTo>
                  <a:cubicBezTo>
                    <a:pt x="11389" y="4480"/>
                    <a:pt x="11389" y="4480"/>
                    <a:pt x="11389" y="4480"/>
                  </a:cubicBezTo>
                  <a:cubicBezTo>
                    <a:pt x="11445" y="4547"/>
                    <a:pt x="11445" y="4547"/>
                    <a:pt x="11445" y="4547"/>
                  </a:cubicBezTo>
                  <a:cubicBezTo>
                    <a:pt x="11445" y="4480"/>
                    <a:pt x="11445" y="4480"/>
                    <a:pt x="11445" y="4480"/>
                  </a:cubicBezTo>
                  <a:cubicBezTo>
                    <a:pt x="11557" y="4413"/>
                    <a:pt x="11557" y="4413"/>
                    <a:pt x="11557" y="4413"/>
                  </a:cubicBezTo>
                  <a:cubicBezTo>
                    <a:pt x="11557" y="4413"/>
                    <a:pt x="11557" y="4413"/>
                    <a:pt x="11557" y="4413"/>
                  </a:cubicBezTo>
                  <a:cubicBezTo>
                    <a:pt x="11613" y="4346"/>
                    <a:pt x="11613" y="4346"/>
                    <a:pt x="11613" y="4346"/>
                  </a:cubicBezTo>
                  <a:cubicBezTo>
                    <a:pt x="11669" y="4413"/>
                    <a:pt x="11669" y="4413"/>
                    <a:pt x="11669" y="4413"/>
                  </a:cubicBezTo>
                  <a:cubicBezTo>
                    <a:pt x="11669" y="4480"/>
                    <a:pt x="11669" y="4480"/>
                    <a:pt x="11669" y="4480"/>
                  </a:cubicBezTo>
                  <a:cubicBezTo>
                    <a:pt x="11613" y="4547"/>
                    <a:pt x="11613" y="4547"/>
                    <a:pt x="11613" y="4547"/>
                  </a:cubicBezTo>
                  <a:cubicBezTo>
                    <a:pt x="11613" y="4614"/>
                    <a:pt x="11613" y="4614"/>
                    <a:pt x="11613" y="4614"/>
                  </a:cubicBezTo>
                  <a:cubicBezTo>
                    <a:pt x="11669" y="4547"/>
                    <a:pt x="11669" y="4547"/>
                    <a:pt x="11669" y="4547"/>
                  </a:cubicBezTo>
                  <a:cubicBezTo>
                    <a:pt x="11725" y="4547"/>
                    <a:pt x="11725" y="4547"/>
                    <a:pt x="11725" y="4547"/>
                  </a:cubicBezTo>
                  <a:cubicBezTo>
                    <a:pt x="11725" y="4480"/>
                    <a:pt x="11725" y="4480"/>
                    <a:pt x="11725" y="4480"/>
                  </a:cubicBezTo>
                  <a:cubicBezTo>
                    <a:pt x="11725" y="4480"/>
                    <a:pt x="11725" y="4480"/>
                    <a:pt x="11725" y="4480"/>
                  </a:cubicBezTo>
                  <a:cubicBezTo>
                    <a:pt x="11725" y="4413"/>
                    <a:pt x="11725" y="4413"/>
                    <a:pt x="11725" y="4413"/>
                  </a:cubicBezTo>
                  <a:cubicBezTo>
                    <a:pt x="11725" y="4413"/>
                    <a:pt x="11725" y="4413"/>
                    <a:pt x="11725" y="4413"/>
                  </a:cubicBezTo>
                  <a:cubicBezTo>
                    <a:pt x="11837" y="4346"/>
                    <a:pt x="11837" y="4346"/>
                    <a:pt x="11837" y="4346"/>
                  </a:cubicBezTo>
                  <a:cubicBezTo>
                    <a:pt x="11837" y="4346"/>
                    <a:pt x="11837" y="4346"/>
                    <a:pt x="11837" y="4346"/>
                  </a:cubicBezTo>
                  <a:cubicBezTo>
                    <a:pt x="11894" y="4346"/>
                    <a:pt x="11894" y="4346"/>
                    <a:pt x="11894" y="4346"/>
                  </a:cubicBezTo>
                  <a:cubicBezTo>
                    <a:pt x="11950" y="4480"/>
                    <a:pt x="11950" y="4480"/>
                    <a:pt x="11950" y="4480"/>
                  </a:cubicBezTo>
                  <a:cubicBezTo>
                    <a:pt x="11950" y="4480"/>
                    <a:pt x="11950" y="4480"/>
                    <a:pt x="11950" y="4480"/>
                  </a:cubicBezTo>
                  <a:cubicBezTo>
                    <a:pt x="11950" y="4547"/>
                    <a:pt x="11950" y="4547"/>
                    <a:pt x="11950" y="4547"/>
                  </a:cubicBezTo>
                  <a:cubicBezTo>
                    <a:pt x="11894" y="4681"/>
                    <a:pt x="11894" y="4681"/>
                    <a:pt x="11894" y="4681"/>
                  </a:cubicBezTo>
                  <a:cubicBezTo>
                    <a:pt x="11837" y="4747"/>
                    <a:pt x="11837" y="4747"/>
                    <a:pt x="11837" y="4747"/>
                  </a:cubicBezTo>
                  <a:cubicBezTo>
                    <a:pt x="11781" y="4747"/>
                    <a:pt x="11781" y="4747"/>
                    <a:pt x="11781" y="4747"/>
                  </a:cubicBezTo>
                  <a:cubicBezTo>
                    <a:pt x="11725" y="4747"/>
                    <a:pt x="11725" y="4747"/>
                    <a:pt x="11725" y="4747"/>
                  </a:cubicBezTo>
                  <a:cubicBezTo>
                    <a:pt x="11725" y="4814"/>
                    <a:pt x="11725" y="4814"/>
                    <a:pt x="11725" y="4814"/>
                  </a:cubicBezTo>
                  <a:cubicBezTo>
                    <a:pt x="11725" y="4814"/>
                    <a:pt x="11725" y="4814"/>
                    <a:pt x="11725" y="4814"/>
                  </a:cubicBezTo>
                  <a:cubicBezTo>
                    <a:pt x="11669" y="4948"/>
                    <a:pt x="11669" y="4948"/>
                    <a:pt x="11669" y="4948"/>
                  </a:cubicBezTo>
                  <a:cubicBezTo>
                    <a:pt x="11669" y="4948"/>
                    <a:pt x="11669" y="4948"/>
                    <a:pt x="11669" y="4948"/>
                  </a:cubicBezTo>
                  <a:cubicBezTo>
                    <a:pt x="11613" y="4948"/>
                    <a:pt x="11613" y="4948"/>
                    <a:pt x="11613" y="4948"/>
                  </a:cubicBezTo>
                  <a:cubicBezTo>
                    <a:pt x="11613" y="5015"/>
                    <a:pt x="11613" y="5015"/>
                    <a:pt x="11613" y="5015"/>
                  </a:cubicBezTo>
                  <a:cubicBezTo>
                    <a:pt x="11613" y="5015"/>
                    <a:pt x="11613" y="5015"/>
                    <a:pt x="11613" y="5015"/>
                  </a:cubicBezTo>
                  <a:cubicBezTo>
                    <a:pt x="11557" y="5015"/>
                    <a:pt x="11557" y="5015"/>
                    <a:pt x="11557" y="5015"/>
                  </a:cubicBezTo>
                  <a:cubicBezTo>
                    <a:pt x="11557" y="5015"/>
                    <a:pt x="11557" y="5015"/>
                    <a:pt x="11557" y="5015"/>
                  </a:cubicBezTo>
                  <a:cubicBezTo>
                    <a:pt x="11557" y="5082"/>
                    <a:pt x="11557" y="5082"/>
                    <a:pt x="11557" y="5082"/>
                  </a:cubicBezTo>
                  <a:cubicBezTo>
                    <a:pt x="11501" y="5082"/>
                    <a:pt x="11501" y="5082"/>
                    <a:pt x="11501" y="5082"/>
                  </a:cubicBezTo>
                  <a:cubicBezTo>
                    <a:pt x="11501" y="5082"/>
                    <a:pt x="11501" y="5082"/>
                    <a:pt x="11501" y="5082"/>
                  </a:cubicBezTo>
                  <a:cubicBezTo>
                    <a:pt x="11445" y="5082"/>
                    <a:pt x="11445" y="5082"/>
                    <a:pt x="11445" y="5082"/>
                  </a:cubicBezTo>
                  <a:cubicBezTo>
                    <a:pt x="11389" y="5082"/>
                    <a:pt x="11389" y="5082"/>
                    <a:pt x="11389" y="5082"/>
                  </a:cubicBezTo>
                  <a:cubicBezTo>
                    <a:pt x="11332" y="5082"/>
                    <a:pt x="11332" y="5082"/>
                    <a:pt x="11332" y="5082"/>
                  </a:cubicBezTo>
                  <a:cubicBezTo>
                    <a:pt x="11276" y="5149"/>
                    <a:pt x="11276" y="5149"/>
                    <a:pt x="11276" y="5149"/>
                  </a:cubicBezTo>
                  <a:cubicBezTo>
                    <a:pt x="11164" y="5082"/>
                    <a:pt x="11164" y="5082"/>
                    <a:pt x="11164" y="5082"/>
                  </a:cubicBezTo>
                  <a:cubicBezTo>
                    <a:pt x="11164" y="5082"/>
                    <a:pt x="11164" y="5082"/>
                    <a:pt x="11164" y="5082"/>
                  </a:cubicBezTo>
                  <a:cubicBezTo>
                    <a:pt x="11220" y="5015"/>
                    <a:pt x="11220" y="5015"/>
                    <a:pt x="11220" y="5015"/>
                  </a:cubicBezTo>
                  <a:cubicBezTo>
                    <a:pt x="11220" y="5015"/>
                    <a:pt x="11220" y="5015"/>
                    <a:pt x="11220" y="5015"/>
                  </a:cubicBezTo>
                  <a:cubicBezTo>
                    <a:pt x="11164" y="4948"/>
                    <a:pt x="11164" y="4948"/>
                    <a:pt x="11164" y="4948"/>
                  </a:cubicBezTo>
                  <a:cubicBezTo>
                    <a:pt x="11108" y="5015"/>
                    <a:pt x="11108" y="5015"/>
                    <a:pt x="11108" y="5015"/>
                  </a:cubicBezTo>
                  <a:cubicBezTo>
                    <a:pt x="11108" y="5015"/>
                    <a:pt x="11108" y="5015"/>
                    <a:pt x="11108" y="5015"/>
                  </a:cubicBezTo>
                  <a:cubicBezTo>
                    <a:pt x="11108" y="5082"/>
                    <a:pt x="11108" y="5082"/>
                    <a:pt x="11108" y="5082"/>
                  </a:cubicBezTo>
                  <a:cubicBezTo>
                    <a:pt x="10996" y="5015"/>
                    <a:pt x="10996" y="5015"/>
                    <a:pt x="10996" y="5015"/>
                  </a:cubicBezTo>
                  <a:cubicBezTo>
                    <a:pt x="10996" y="5015"/>
                    <a:pt x="10996" y="5015"/>
                    <a:pt x="10996" y="5015"/>
                  </a:cubicBezTo>
                  <a:cubicBezTo>
                    <a:pt x="11052" y="4948"/>
                    <a:pt x="11052" y="4948"/>
                    <a:pt x="11052" y="4948"/>
                  </a:cubicBezTo>
                  <a:cubicBezTo>
                    <a:pt x="11052" y="4948"/>
                    <a:pt x="11052" y="4948"/>
                    <a:pt x="11052" y="4948"/>
                  </a:cubicBezTo>
                  <a:cubicBezTo>
                    <a:pt x="10996" y="4948"/>
                    <a:pt x="10996" y="4948"/>
                    <a:pt x="10996" y="4948"/>
                  </a:cubicBezTo>
                  <a:cubicBezTo>
                    <a:pt x="10996" y="4948"/>
                    <a:pt x="10996" y="4948"/>
                    <a:pt x="10996" y="4948"/>
                  </a:cubicBezTo>
                  <a:cubicBezTo>
                    <a:pt x="10940" y="4948"/>
                    <a:pt x="10940" y="4948"/>
                    <a:pt x="10940" y="4948"/>
                  </a:cubicBezTo>
                  <a:cubicBezTo>
                    <a:pt x="10940" y="4948"/>
                    <a:pt x="10940" y="4948"/>
                    <a:pt x="10940" y="4948"/>
                  </a:cubicBezTo>
                  <a:cubicBezTo>
                    <a:pt x="10828" y="5015"/>
                    <a:pt x="10828" y="5015"/>
                    <a:pt x="10828" y="5015"/>
                  </a:cubicBezTo>
                  <a:cubicBezTo>
                    <a:pt x="10828" y="5015"/>
                    <a:pt x="10828" y="5015"/>
                    <a:pt x="10828" y="5015"/>
                  </a:cubicBezTo>
                  <a:cubicBezTo>
                    <a:pt x="10771" y="5015"/>
                    <a:pt x="10771" y="5015"/>
                    <a:pt x="10771" y="5015"/>
                  </a:cubicBezTo>
                  <a:cubicBezTo>
                    <a:pt x="10771" y="5015"/>
                    <a:pt x="10771" y="5015"/>
                    <a:pt x="10771" y="5015"/>
                  </a:cubicBezTo>
                  <a:cubicBezTo>
                    <a:pt x="10715" y="5015"/>
                    <a:pt x="10715" y="5015"/>
                    <a:pt x="10715" y="5015"/>
                  </a:cubicBezTo>
                  <a:cubicBezTo>
                    <a:pt x="10659" y="5015"/>
                    <a:pt x="10659" y="5015"/>
                    <a:pt x="10659" y="5015"/>
                  </a:cubicBezTo>
                  <a:cubicBezTo>
                    <a:pt x="10659" y="5015"/>
                    <a:pt x="10659" y="5015"/>
                    <a:pt x="10659" y="5015"/>
                  </a:cubicBezTo>
                  <a:cubicBezTo>
                    <a:pt x="10603" y="5015"/>
                    <a:pt x="10603" y="5015"/>
                    <a:pt x="10603" y="5015"/>
                  </a:cubicBezTo>
                  <a:cubicBezTo>
                    <a:pt x="10547" y="5015"/>
                    <a:pt x="10547" y="5015"/>
                    <a:pt x="10547" y="5015"/>
                  </a:cubicBezTo>
                  <a:cubicBezTo>
                    <a:pt x="10547" y="5082"/>
                    <a:pt x="10547" y="5082"/>
                    <a:pt x="10547" y="5082"/>
                  </a:cubicBezTo>
                  <a:cubicBezTo>
                    <a:pt x="10547" y="5082"/>
                    <a:pt x="10547" y="5082"/>
                    <a:pt x="10547" y="5082"/>
                  </a:cubicBezTo>
                  <a:cubicBezTo>
                    <a:pt x="10491" y="5082"/>
                    <a:pt x="10491" y="5082"/>
                    <a:pt x="10491" y="5082"/>
                  </a:cubicBezTo>
                  <a:cubicBezTo>
                    <a:pt x="10491" y="5149"/>
                    <a:pt x="10491" y="5149"/>
                    <a:pt x="10491" y="5149"/>
                  </a:cubicBezTo>
                  <a:cubicBezTo>
                    <a:pt x="10435" y="5149"/>
                    <a:pt x="10435" y="5149"/>
                    <a:pt x="10435" y="5149"/>
                  </a:cubicBezTo>
                  <a:cubicBezTo>
                    <a:pt x="10379" y="5149"/>
                    <a:pt x="10379" y="5149"/>
                    <a:pt x="10379" y="5149"/>
                  </a:cubicBezTo>
                  <a:cubicBezTo>
                    <a:pt x="10323" y="5149"/>
                    <a:pt x="10323" y="5149"/>
                    <a:pt x="10323" y="5149"/>
                  </a:cubicBezTo>
                  <a:cubicBezTo>
                    <a:pt x="10267" y="5149"/>
                    <a:pt x="10267" y="5149"/>
                    <a:pt x="10267" y="5149"/>
                  </a:cubicBezTo>
                  <a:cubicBezTo>
                    <a:pt x="10267" y="5149"/>
                    <a:pt x="10267" y="5149"/>
                    <a:pt x="10267" y="5149"/>
                  </a:cubicBezTo>
                  <a:cubicBezTo>
                    <a:pt x="10210" y="5149"/>
                    <a:pt x="10210" y="5149"/>
                    <a:pt x="10210" y="5149"/>
                  </a:cubicBezTo>
                  <a:cubicBezTo>
                    <a:pt x="10154" y="5149"/>
                    <a:pt x="10154" y="5149"/>
                    <a:pt x="10154" y="5149"/>
                  </a:cubicBezTo>
                  <a:cubicBezTo>
                    <a:pt x="10042" y="5149"/>
                    <a:pt x="10042" y="5149"/>
                    <a:pt x="10042" y="5149"/>
                  </a:cubicBezTo>
                  <a:cubicBezTo>
                    <a:pt x="9986" y="5149"/>
                    <a:pt x="9986" y="5149"/>
                    <a:pt x="9986" y="5149"/>
                  </a:cubicBezTo>
                  <a:cubicBezTo>
                    <a:pt x="9930" y="5082"/>
                    <a:pt x="9930" y="5082"/>
                    <a:pt x="9930" y="5082"/>
                  </a:cubicBezTo>
                  <a:cubicBezTo>
                    <a:pt x="9874" y="5082"/>
                    <a:pt x="9874" y="5082"/>
                    <a:pt x="9874" y="5082"/>
                  </a:cubicBezTo>
                  <a:cubicBezTo>
                    <a:pt x="9874" y="5015"/>
                    <a:pt x="9874" y="5015"/>
                    <a:pt x="9874" y="5015"/>
                  </a:cubicBezTo>
                  <a:close/>
                  <a:moveTo>
                    <a:pt x="6900" y="6687"/>
                  </a:moveTo>
                  <a:cubicBezTo>
                    <a:pt x="6900" y="6553"/>
                    <a:pt x="6900" y="6553"/>
                    <a:pt x="6900" y="6553"/>
                  </a:cubicBezTo>
                  <a:cubicBezTo>
                    <a:pt x="6956" y="6486"/>
                    <a:pt x="6956" y="6486"/>
                    <a:pt x="6956" y="6486"/>
                  </a:cubicBezTo>
                  <a:cubicBezTo>
                    <a:pt x="6900" y="6419"/>
                    <a:pt x="6900" y="6419"/>
                    <a:pt x="6900" y="6419"/>
                  </a:cubicBezTo>
                  <a:cubicBezTo>
                    <a:pt x="6956" y="6352"/>
                    <a:pt x="6956" y="6352"/>
                    <a:pt x="6956" y="6352"/>
                  </a:cubicBezTo>
                  <a:cubicBezTo>
                    <a:pt x="6956" y="6286"/>
                    <a:pt x="6956" y="6286"/>
                    <a:pt x="6956" y="6286"/>
                  </a:cubicBezTo>
                  <a:cubicBezTo>
                    <a:pt x="6900" y="6286"/>
                    <a:pt x="6900" y="6286"/>
                    <a:pt x="6900" y="6286"/>
                  </a:cubicBezTo>
                  <a:cubicBezTo>
                    <a:pt x="6844" y="6152"/>
                    <a:pt x="6844" y="6152"/>
                    <a:pt x="6844" y="6152"/>
                  </a:cubicBezTo>
                  <a:cubicBezTo>
                    <a:pt x="6900" y="6152"/>
                    <a:pt x="6900" y="6152"/>
                    <a:pt x="6900" y="6152"/>
                  </a:cubicBezTo>
                  <a:cubicBezTo>
                    <a:pt x="6900" y="6085"/>
                    <a:pt x="6900" y="6085"/>
                    <a:pt x="6900" y="6085"/>
                  </a:cubicBezTo>
                  <a:cubicBezTo>
                    <a:pt x="6844" y="6085"/>
                    <a:pt x="6844" y="6085"/>
                    <a:pt x="6844" y="6085"/>
                  </a:cubicBezTo>
                  <a:cubicBezTo>
                    <a:pt x="6732" y="6085"/>
                    <a:pt x="6732" y="6085"/>
                    <a:pt x="6732" y="6085"/>
                  </a:cubicBezTo>
                  <a:cubicBezTo>
                    <a:pt x="6732" y="6018"/>
                    <a:pt x="6732" y="6018"/>
                    <a:pt x="6732" y="6018"/>
                  </a:cubicBezTo>
                  <a:cubicBezTo>
                    <a:pt x="6788" y="6018"/>
                    <a:pt x="6788" y="6018"/>
                    <a:pt x="6788" y="6018"/>
                  </a:cubicBezTo>
                  <a:cubicBezTo>
                    <a:pt x="6844" y="6018"/>
                    <a:pt x="6844" y="6018"/>
                    <a:pt x="6844" y="6018"/>
                  </a:cubicBezTo>
                  <a:cubicBezTo>
                    <a:pt x="6900" y="5951"/>
                    <a:pt x="6900" y="5951"/>
                    <a:pt x="6900" y="5951"/>
                  </a:cubicBezTo>
                  <a:cubicBezTo>
                    <a:pt x="6900" y="5884"/>
                    <a:pt x="6900" y="5884"/>
                    <a:pt x="6900" y="5884"/>
                  </a:cubicBezTo>
                  <a:cubicBezTo>
                    <a:pt x="6956" y="5884"/>
                    <a:pt x="6956" y="5884"/>
                    <a:pt x="6956" y="5884"/>
                  </a:cubicBezTo>
                  <a:cubicBezTo>
                    <a:pt x="6956" y="5884"/>
                    <a:pt x="6956" y="5884"/>
                    <a:pt x="6956" y="5884"/>
                  </a:cubicBezTo>
                  <a:cubicBezTo>
                    <a:pt x="7012" y="5884"/>
                    <a:pt x="7012" y="5884"/>
                    <a:pt x="7012" y="5884"/>
                  </a:cubicBezTo>
                  <a:cubicBezTo>
                    <a:pt x="7069" y="5751"/>
                    <a:pt x="7069" y="5751"/>
                    <a:pt x="7069" y="5751"/>
                  </a:cubicBezTo>
                  <a:cubicBezTo>
                    <a:pt x="7125" y="5751"/>
                    <a:pt x="7125" y="5751"/>
                    <a:pt x="7125" y="5751"/>
                  </a:cubicBezTo>
                  <a:cubicBezTo>
                    <a:pt x="7125" y="5751"/>
                    <a:pt x="7125" y="5751"/>
                    <a:pt x="7125" y="5751"/>
                  </a:cubicBezTo>
                  <a:cubicBezTo>
                    <a:pt x="7181" y="5684"/>
                    <a:pt x="7181" y="5684"/>
                    <a:pt x="7181" y="5684"/>
                  </a:cubicBezTo>
                  <a:cubicBezTo>
                    <a:pt x="7237" y="5617"/>
                    <a:pt x="7237" y="5617"/>
                    <a:pt x="7237" y="5617"/>
                  </a:cubicBezTo>
                  <a:cubicBezTo>
                    <a:pt x="7237" y="5550"/>
                    <a:pt x="7237" y="5550"/>
                    <a:pt x="7237" y="5550"/>
                  </a:cubicBezTo>
                  <a:cubicBezTo>
                    <a:pt x="7237" y="5617"/>
                    <a:pt x="7237" y="5617"/>
                    <a:pt x="7237" y="5617"/>
                  </a:cubicBezTo>
                  <a:cubicBezTo>
                    <a:pt x="7405" y="5617"/>
                    <a:pt x="7405" y="5617"/>
                    <a:pt x="7405" y="5617"/>
                  </a:cubicBezTo>
                  <a:cubicBezTo>
                    <a:pt x="7405" y="5550"/>
                    <a:pt x="7405" y="5550"/>
                    <a:pt x="7405" y="5550"/>
                  </a:cubicBezTo>
                  <a:cubicBezTo>
                    <a:pt x="7349" y="5483"/>
                    <a:pt x="7349" y="5483"/>
                    <a:pt x="7349" y="5483"/>
                  </a:cubicBezTo>
                  <a:cubicBezTo>
                    <a:pt x="7349" y="5416"/>
                    <a:pt x="7349" y="5416"/>
                    <a:pt x="7349" y="5416"/>
                  </a:cubicBezTo>
                  <a:cubicBezTo>
                    <a:pt x="7405" y="5416"/>
                    <a:pt x="7405" y="5416"/>
                    <a:pt x="7405" y="5416"/>
                  </a:cubicBezTo>
                  <a:cubicBezTo>
                    <a:pt x="7517" y="5282"/>
                    <a:pt x="7517" y="5282"/>
                    <a:pt x="7517" y="5282"/>
                  </a:cubicBezTo>
                  <a:cubicBezTo>
                    <a:pt x="7574" y="5216"/>
                    <a:pt x="7574" y="5216"/>
                    <a:pt x="7574" y="5216"/>
                  </a:cubicBezTo>
                  <a:cubicBezTo>
                    <a:pt x="7686" y="5216"/>
                    <a:pt x="7686" y="5216"/>
                    <a:pt x="7686" y="5216"/>
                  </a:cubicBezTo>
                  <a:cubicBezTo>
                    <a:pt x="7686" y="5149"/>
                    <a:pt x="7686" y="5149"/>
                    <a:pt x="7686" y="5149"/>
                  </a:cubicBezTo>
                  <a:cubicBezTo>
                    <a:pt x="7742" y="5082"/>
                    <a:pt x="7742" y="5082"/>
                    <a:pt x="7742" y="5082"/>
                  </a:cubicBezTo>
                  <a:cubicBezTo>
                    <a:pt x="7798" y="5082"/>
                    <a:pt x="7798" y="5082"/>
                    <a:pt x="7798" y="5082"/>
                  </a:cubicBezTo>
                  <a:cubicBezTo>
                    <a:pt x="7854" y="5015"/>
                    <a:pt x="7854" y="5015"/>
                    <a:pt x="7854" y="5015"/>
                  </a:cubicBezTo>
                  <a:cubicBezTo>
                    <a:pt x="7798" y="5015"/>
                    <a:pt x="7798" y="5015"/>
                    <a:pt x="7798" y="5015"/>
                  </a:cubicBezTo>
                  <a:cubicBezTo>
                    <a:pt x="7798" y="4881"/>
                    <a:pt x="7798" y="4881"/>
                    <a:pt x="7798" y="4881"/>
                  </a:cubicBezTo>
                  <a:cubicBezTo>
                    <a:pt x="7798" y="4814"/>
                    <a:pt x="7798" y="4814"/>
                    <a:pt x="7798" y="4814"/>
                  </a:cubicBezTo>
                  <a:cubicBezTo>
                    <a:pt x="7854" y="4747"/>
                    <a:pt x="7854" y="4747"/>
                    <a:pt x="7854" y="4747"/>
                  </a:cubicBezTo>
                  <a:cubicBezTo>
                    <a:pt x="7854" y="4747"/>
                    <a:pt x="7854" y="4747"/>
                    <a:pt x="7854" y="4747"/>
                  </a:cubicBezTo>
                  <a:cubicBezTo>
                    <a:pt x="7854" y="4681"/>
                    <a:pt x="7854" y="4681"/>
                    <a:pt x="7854" y="4681"/>
                  </a:cubicBezTo>
                  <a:cubicBezTo>
                    <a:pt x="7910" y="4681"/>
                    <a:pt x="7910" y="4681"/>
                    <a:pt x="7910" y="4681"/>
                  </a:cubicBezTo>
                  <a:cubicBezTo>
                    <a:pt x="7966" y="4681"/>
                    <a:pt x="7966" y="4681"/>
                    <a:pt x="7966" y="4681"/>
                  </a:cubicBezTo>
                  <a:cubicBezTo>
                    <a:pt x="8135" y="4681"/>
                    <a:pt x="8135" y="4681"/>
                    <a:pt x="8135" y="4681"/>
                  </a:cubicBezTo>
                  <a:cubicBezTo>
                    <a:pt x="8135" y="4681"/>
                    <a:pt x="8135" y="4681"/>
                    <a:pt x="8135" y="4681"/>
                  </a:cubicBezTo>
                  <a:cubicBezTo>
                    <a:pt x="8303" y="4681"/>
                    <a:pt x="8303" y="4681"/>
                    <a:pt x="8303" y="4681"/>
                  </a:cubicBezTo>
                  <a:cubicBezTo>
                    <a:pt x="8415" y="4614"/>
                    <a:pt x="8415" y="4614"/>
                    <a:pt x="8415" y="4614"/>
                  </a:cubicBezTo>
                  <a:cubicBezTo>
                    <a:pt x="8583" y="4681"/>
                    <a:pt x="8583" y="4681"/>
                    <a:pt x="8583" y="4681"/>
                  </a:cubicBezTo>
                  <a:cubicBezTo>
                    <a:pt x="8527" y="4747"/>
                    <a:pt x="8527" y="4747"/>
                    <a:pt x="8527" y="4747"/>
                  </a:cubicBezTo>
                  <a:cubicBezTo>
                    <a:pt x="8583" y="4747"/>
                    <a:pt x="8583" y="4747"/>
                    <a:pt x="8583" y="4747"/>
                  </a:cubicBezTo>
                  <a:cubicBezTo>
                    <a:pt x="8639" y="4814"/>
                    <a:pt x="8639" y="4814"/>
                    <a:pt x="8639" y="4814"/>
                  </a:cubicBezTo>
                  <a:cubicBezTo>
                    <a:pt x="8752" y="4881"/>
                    <a:pt x="8752" y="4881"/>
                    <a:pt x="8752" y="4881"/>
                  </a:cubicBezTo>
                  <a:cubicBezTo>
                    <a:pt x="8752" y="4948"/>
                    <a:pt x="8752" y="4948"/>
                    <a:pt x="8752" y="4948"/>
                  </a:cubicBezTo>
                  <a:cubicBezTo>
                    <a:pt x="8696" y="4948"/>
                    <a:pt x="8696" y="4948"/>
                    <a:pt x="8696" y="4948"/>
                  </a:cubicBezTo>
                  <a:cubicBezTo>
                    <a:pt x="8752" y="4948"/>
                    <a:pt x="8752" y="4948"/>
                    <a:pt x="8752" y="4948"/>
                  </a:cubicBezTo>
                  <a:cubicBezTo>
                    <a:pt x="8808" y="4948"/>
                    <a:pt x="8808" y="4948"/>
                    <a:pt x="8808" y="4948"/>
                  </a:cubicBezTo>
                  <a:cubicBezTo>
                    <a:pt x="8864" y="4948"/>
                    <a:pt x="8864" y="4948"/>
                    <a:pt x="8864" y="4948"/>
                  </a:cubicBezTo>
                  <a:cubicBezTo>
                    <a:pt x="8808" y="5015"/>
                    <a:pt x="8808" y="5015"/>
                    <a:pt x="8808" y="5015"/>
                  </a:cubicBezTo>
                  <a:cubicBezTo>
                    <a:pt x="8752" y="5082"/>
                    <a:pt x="8752" y="5082"/>
                    <a:pt x="8752" y="5082"/>
                  </a:cubicBezTo>
                  <a:cubicBezTo>
                    <a:pt x="8752" y="5149"/>
                    <a:pt x="8752" y="5149"/>
                    <a:pt x="8752" y="5149"/>
                  </a:cubicBezTo>
                  <a:cubicBezTo>
                    <a:pt x="8864" y="5082"/>
                    <a:pt x="8864" y="5082"/>
                    <a:pt x="8864" y="5082"/>
                  </a:cubicBezTo>
                  <a:cubicBezTo>
                    <a:pt x="8864" y="5015"/>
                    <a:pt x="8864" y="5015"/>
                    <a:pt x="8864" y="5015"/>
                  </a:cubicBezTo>
                  <a:cubicBezTo>
                    <a:pt x="8920" y="4948"/>
                    <a:pt x="8920" y="4948"/>
                    <a:pt x="8920" y="4948"/>
                  </a:cubicBezTo>
                  <a:cubicBezTo>
                    <a:pt x="8976" y="5015"/>
                    <a:pt x="8976" y="5015"/>
                    <a:pt x="8976" y="5015"/>
                  </a:cubicBezTo>
                  <a:cubicBezTo>
                    <a:pt x="9032" y="4948"/>
                    <a:pt x="9032" y="4948"/>
                    <a:pt x="9032" y="4948"/>
                  </a:cubicBezTo>
                  <a:cubicBezTo>
                    <a:pt x="9088" y="4948"/>
                    <a:pt x="9088" y="4948"/>
                    <a:pt x="9088" y="4948"/>
                  </a:cubicBezTo>
                  <a:cubicBezTo>
                    <a:pt x="9088" y="5015"/>
                    <a:pt x="9088" y="5015"/>
                    <a:pt x="9088" y="5015"/>
                  </a:cubicBezTo>
                  <a:cubicBezTo>
                    <a:pt x="9144" y="5149"/>
                    <a:pt x="9144" y="5149"/>
                    <a:pt x="9144" y="5149"/>
                  </a:cubicBezTo>
                  <a:cubicBezTo>
                    <a:pt x="9201" y="5282"/>
                    <a:pt x="9201" y="5282"/>
                    <a:pt x="9201" y="5282"/>
                  </a:cubicBezTo>
                  <a:cubicBezTo>
                    <a:pt x="9144" y="5282"/>
                    <a:pt x="9144" y="5282"/>
                    <a:pt x="9144" y="5282"/>
                  </a:cubicBezTo>
                  <a:cubicBezTo>
                    <a:pt x="9201" y="5416"/>
                    <a:pt x="9201" y="5416"/>
                    <a:pt x="9201" y="5416"/>
                  </a:cubicBezTo>
                  <a:cubicBezTo>
                    <a:pt x="9201" y="5483"/>
                    <a:pt x="9201" y="5483"/>
                    <a:pt x="9201" y="5483"/>
                  </a:cubicBezTo>
                  <a:cubicBezTo>
                    <a:pt x="9201" y="5483"/>
                    <a:pt x="9201" y="5483"/>
                    <a:pt x="9201" y="5483"/>
                  </a:cubicBezTo>
                  <a:cubicBezTo>
                    <a:pt x="9201" y="5550"/>
                    <a:pt x="9201" y="5550"/>
                    <a:pt x="9201" y="5550"/>
                  </a:cubicBezTo>
                  <a:cubicBezTo>
                    <a:pt x="9201" y="5617"/>
                    <a:pt x="9201" y="5617"/>
                    <a:pt x="9201" y="5617"/>
                  </a:cubicBezTo>
                  <a:cubicBezTo>
                    <a:pt x="9201" y="5617"/>
                    <a:pt x="9201" y="5617"/>
                    <a:pt x="9201" y="5617"/>
                  </a:cubicBezTo>
                  <a:cubicBezTo>
                    <a:pt x="9144" y="5684"/>
                    <a:pt x="9144" y="5684"/>
                    <a:pt x="9144" y="5684"/>
                  </a:cubicBezTo>
                  <a:cubicBezTo>
                    <a:pt x="9088" y="5751"/>
                    <a:pt x="9088" y="5751"/>
                    <a:pt x="9088" y="5751"/>
                  </a:cubicBezTo>
                  <a:cubicBezTo>
                    <a:pt x="9032" y="5751"/>
                    <a:pt x="9032" y="5751"/>
                    <a:pt x="9032" y="5751"/>
                  </a:cubicBezTo>
                  <a:cubicBezTo>
                    <a:pt x="8920" y="5751"/>
                    <a:pt x="8920" y="5751"/>
                    <a:pt x="8920" y="5751"/>
                  </a:cubicBezTo>
                  <a:cubicBezTo>
                    <a:pt x="8864" y="5751"/>
                    <a:pt x="8864" y="5751"/>
                    <a:pt x="8864" y="5751"/>
                  </a:cubicBezTo>
                  <a:cubicBezTo>
                    <a:pt x="8696" y="5817"/>
                    <a:pt x="8696" y="5817"/>
                    <a:pt x="8696" y="5817"/>
                  </a:cubicBezTo>
                  <a:cubicBezTo>
                    <a:pt x="8639" y="5817"/>
                    <a:pt x="8639" y="5817"/>
                    <a:pt x="8639" y="5817"/>
                  </a:cubicBezTo>
                  <a:cubicBezTo>
                    <a:pt x="8527" y="5884"/>
                    <a:pt x="8527" y="5884"/>
                    <a:pt x="8527" y="5884"/>
                  </a:cubicBezTo>
                  <a:cubicBezTo>
                    <a:pt x="8471" y="5884"/>
                    <a:pt x="8471" y="5884"/>
                    <a:pt x="8471" y="5884"/>
                  </a:cubicBezTo>
                  <a:cubicBezTo>
                    <a:pt x="8415" y="5951"/>
                    <a:pt x="8415" y="5951"/>
                    <a:pt x="8415" y="5951"/>
                  </a:cubicBezTo>
                  <a:cubicBezTo>
                    <a:pt x="8359" y="5951"/>
                    <a:pt x="8359" y="5951"/>
                    <a:pt x="8359" y="5951"/>
                  </a:cubicBezTo>
                  <a:cubicBezTo>
                    <a:pt x="8303" y="5951"/>
                    <a:pt x="8303" y="5951"/>
                    <a:pt x="8303" y="5951"/>
                  </a:cubicBezTo>
                  <a:cubicBezTo>
                    <a:pt x="8303" y="5951"/>
                    <a:pt x="8303" y="5951"/>
                    <a:pt x="8303" y="5951"/>
                  </a:cubicBezTo>
                  <a:cubicBezTo>
                    <a:pt x="8247" y="5951"/>
                    <a:pt x="8247" y="5951"/>
                    <a:pt x="8247" y="5951"/>
                  </a:cubicBezTo>
                  <a:cubicBezTo>
                    <a:pt x="8191" y="5951"/>
                    <a:pt x="8191" y="5951"/>
                    <a:pt x="8191" y="5951"/>
                  </a:cubicBezTo>
                  <a:cubicBezTo>
                    <a:pt x="8135" y="6018"/>
                    <a:pt x="8135" y="6018"/>
                    <a:pt x="8135" y="6018"/>
                  </a:cubicBezTo>
                  <a:cubicBezTo>
                    <a:pt x="8078" y="6085"/>
                    <a:pt x="8078" y="6085"/>
                    <a:pt x="8078" y="6085"/>
                  </a:cubicBezTo>
                  <a:cubicBezTo>
                    <a:pt x="8078" y="6085"/>
                    <a:pt x="8078" y="6085"/>
                    <a:pt x="8078" y="6085"/>
                  </a:cubicBezTo>
                  <a:cubicBezTo>
                    <a:pt x="8078" y="6152"/>
                    <a:pt x="8078" y="6152"/>
                    <a:pt x="8078" y="6152"/>
                  </a:cubicBezTo>
                  <a:cubicBezTo>
                    <a:pt x="7966" y="6152"/>
                    <a:pt x="7966" y="6152"/>
                    <a:pt x="7966" y="6152"/>
                  </a:cubicBezTo>
                  <a:cubicBezTo>
                    <a:pt x="7910" y="6219"/>
                    <a:pt x="7910" y="6219"/>
                    <a:pt x="7910" y="6219"/>
                  </a:cubicBezTo>
                  <a:cubicBezTo>
                    <a:pt x="7854" y="6219"/>
                    <a:pt x="7854" y="6219"/>
                    <a:pt x="7854" y="6219"/>
                  </a:cubicBezTo>
                  <a:cubicBezTo>
                    <a:pt x="7798" y="6152"/>
                    <a:pt x="7798" y="6152"/>
                    <a:pt x="7798" y="6152"/>
                  </a:cubicBezTo>
                  <a:cubicBezTo>
                    <a:pt x="7798" y="6219"/>
                    <a:pt x="7798" y="6219"/>
                    <a:pt x="7798" y="6219"/>
                  </a:cubicBezTo>
                  <a:cubicBezTo>
                    <a:pt x="7798" y="6286"/>
                    <a:pt x="7798" y="6286"/>
                    <a:pt x="7798" y="6286"/>
                  </a:cubicBezTo>
                  <a:cubicBezTo>
                    <a:pt x="7742" y="6286"/>
                    <a:pt x="7742" y="6286"/>
                    <a:pt x="7742" y="6286"/>
                  </a:cubicBezTo>
                  <a:cubicBezTo>
                    <a:pt x="7686" y="6352"/>
                    <a:pt x="7686" y="6352"/>
                    <a:pt x="7686" y="6352"/>
                  </a:cubicBezTo>
                  <a:cubicBezTo>
                    <a:pt x="7630" y="6419"/>
                    <a:pt x="7630" y="6419"/>
                    <a:pt x="7630" y="6419"/>
                  </a:cubicBezTo>
                  <a:cubicBezTo>
                    <a:pt x="7574" y="6486"/>
                    <a:pt x="7574" y="6486"/>
                    <a:pt x="7574" y="6486"/>
                  </a:cubicBezTo>
                  <a:cubicBezTo>
                    <a:pt x="7630" y="6486"/>
                    <a:pt x="7630" y="6486"/>
                    <a:pt x="7630" y="6486"/>
                  </a:cubicBezTo>
                  <a:cubicBezTo>
                    <a:pt x="7517" y="6620"/>
                    <a:pt x="7517" y="6620"/>
                    <a:pt x="7517" y="6620"/>
                  </a:cubicBezTo>
                  <a:cubicBezTo>
                    <a:pt x="7517" y="6620"/>
                    <a:pt x="7517" y="6620"/>
                    <a:pt x="7517" y="6620"/>
                  </a:cubicBezTo>
                  <a:cubicBezTo>
                    <a:pt x="7405" y="6620"/>
                    <a:pt x="7405" y="6620"/>
                    <a:pt x="7405" y="6620"/>
                  </a:cubicBezTo>
                  <a:cubicBezTo>
                    <a:pt x="7349" y="6687"/>
                    <a:pt x="7349" y="6687"/>
                    <a:pt x="7349" y="6687"/>
                  </a:cubicBezTo>
                  <a:cubicBezTo>
                    <a:pt x="7293" y="6687"/>
                    <a:pt x="7293" y="6687"/>
                    <a:pt x="7293" y="6687"/>
                  </a:cubicBezTo>
                  <a:cubicBezTo>
                    <a:pt x="7293" y="6620"/>
                    <a:pt x="7293" y="6620"/>
                    <a:pt x="7293" y="6620"/>
                  </a:cubicBezTo>
                  <a:cubicBezTo>
                    <a:pt x="7293" y="6620"/>
                    <a:pt x="7293" y="6620"/>
                    <a:pt x="7293" y="6620"/>
                  </a:cubicBezTo>
                  <a:cubicBezTo>
                    <a:pt x="7293" y="6553"/>
                    <a:pt x="7293" y="6553"/>
                    <a:pt x="7293" y="6553"/>
                  </a:cubicBezTo>
                  <a:cubicBezTo>
                    <a:pt x="7293" y="6486"/>
                    <a:pt x="7293" y="6486"/>
                    <a:pt x="7293" y="6486"/>
                  </a:cubicBezTo>
                  <a:cubicBezTo>
                    <a:pt x="7237" y="6553"/>
                    <a:pt x="7237" y="6553"/>
                    <a:pt x="7237" y="6553"/>
                  </a:cubicBezTo>
                  <a:cubicBezTo>
                    <a:pt x="7237" y="6553"/>
                    <a:pt x="7237" y="6553"/>
                    <a:pt x="7237" y="6553"/>
                  </a:cubicBezTo>
                  <a:cubicBezTo>
                    <a:pt x="7237" y="6553"/>
                    <a:pt x="7237" y="6553"/>
                    <a:pt x="7237" y="6553"/>
                  </a:cubicBezTo>
                  <a:cubicBezTo>
                    <a:pt x="7125" y="6687"/>
                    <a:pt x="7125" y="6687"/>
                    <a:pt x="7125" y="6687"/>
                  </a:cubicBezTo>
                  <a:cubicBezTo>
                    <a:pt x="7069" y="6687"/>
                    <a:pt x="7069" y="6687"/>
                    <a:pt x="7069" y="6687"/>
                  </a:cubicBezTo>
                  <a:cubicBezTo>
                    <a:pt x="7012" y="6687"/>
                    <a:pt x="7012" y="6687"/>
                    <a:pt x="7012" y="6687"/>
                  </a:cubicBezTo>
                  <a:cubicBezTo>
                    <a:pt x="7012" y="6687"/>
                    <a:pt x="7012" y="6687"/>
                    <a:pt x="7012" y="6687"/>
                  </a:cubicBezTo>
                  <a:cubicBezTo>
                    <a:pt x="6956" y="6687"/>
                    <a:pt x="6956" y="6687"/>
                    <a:pt x="6956" y="6687"/>
                  </a:cubicBezTo>
                  <a:cubicBezTo>
                    <a:pt x="6900" y="6687"/>
                    <a:pt x="6900" y="6687"/>
                    <a:pt x="6900" y="6687"/>
                  </a:cubicBezTo>
                  <a:cubicBezTo>
                    <a:pt x="6900" y="6687"/>
                    <a:pt x="6900" y="6687"/>
                    <a:pt x="6900" y="6687"/>
                  </a:cubicBezTo>
                  <a:cubicBezTo>
                    <a:pt x="6900" y="6687"/>
                    <a:pt x="6900" y="6687"/>
                    <a:pt x="6900" y="6687"/>
                  </a:cubicBezTo>
                  <a:close/>
                  <a:moveTo>
                    <a:pt x="13240" y="5884"/>
                  </a:moveTo>
                  <a:cubicBezTo>
                    <a:pt x="13240" y="5884"/>
                    <a:pt x="13240" y="5884"/>
                    <a:pt x="13240" y="5884"/>
                  </a:cubicBezTo>
                  <a:cubicBezTo>
                    <a:pt x="13240" y="5951"/>
                    <a:pt x="13240" y="5951"/>
                    <a:pt x="13240" y="5951"/>
                  </a:cubicBezTo>
                  <a:cubicBezTo>
                    <a:pt x="13240" y="5951"/>
                    <a:pt x="13240" y="5951"/>
                    <a:pt x="13240" y="5951"/>
                  </a:cubicBezTo>
                  <a:cubicBezTo>
                    <a:pt x="13240" y="6018"/>
                    <a:pt x="13240" y="6018"/>
                    <a:pt x="13240" y="6018"/>
                  </a:cubicBezTo>
                  <a:cubicBezTo>
                    <a:pt x="13184" y="5951"/>
                    <a:pt x="13184" y="5951"/>
                    <a:pt x="13184" y="5951"/>
                  </a:cubicBezTo>
                  <a:cubicBezTo>
                    <a:pt x="13184" y="5884"/>
                    <a:pt x="13184" y="5884"/>
                    <a:pt x="13184" y="5884"/>
                  </a:cubicBezTo>
                  <a:cubicBezTo>
                    <a:pt x="13240" y="5884"/>
                    <a:pt x="13240" y="5884"/>
                    <a:pt x="13240" y="5884"/>
                  </a:cubicBezTo>
                  <a:close/>
                  <a:moveTo>
                    <a:pt x="12735" y="5884"/>
                  </a:moveTo>
                  <a:cubicBezTo>
                    <a:pt x="12735" y="5817"/>
                    <a:pt x="12735" y="5817"/>
                    <a:pt x="12735" y="5817"/>
                  </a:cubicBezTo>
                  <a:cubicBezTo>
                    <a:pt x="12847" y="5817"/>
                    <a:pt x="12847" y="5817"/>
                    <a:pt x="12847" y="5817"/>
                  </a:cubicBezTo>
                  <a:cubicBezTo>
                    <a:pt x="12847" y="5817"/>
                    <a:pt x="12847" y="5817"/>
                    <a:pt x="12847" y="5817"/>
                  </a:cubicBezTo>
                  <a:cubicBezTo>
                    <a:pt x="12847" y="5884"/>
                    <a:pt x="12847" y="5884"/>
                    <a:pt x="12847" y="5884"/>
                  </a:cubicBezTo>
                  <a:cubicBezTo>
                    <a:pt x="12791" y="5884"/>
                    <a:pt x="12791" y="5884"/>
                    <a:pt x="12791" y="5884"/>
                  </a:cubicBezTo>
                  <a:cubicBezTo>
                    <a:pt x="12791" y="5884"/>
                    <a:pt x="12791" y="5884"/>
                    <a:pt x="12791" y="5884"/>
                  </a:cubicBezTo>
                  <a:cubicBezTo>
                    <a:pt x="12735" y="5884"/>
                    <a:pt x="12735" y="5884"/>
                    <a:pt x="12735" y="5884"/>
                  </a:cubicBezTo>
                  <a:close/>
                  <a:moveTo>
                    <a:pt x="12230" y="6152"/>
                  </a:moveTo>
                  <a:cubicBezTo>
                    <a:pt x="12286" y="6219"/>
                    <a:pt x="12286" y="6219"/>
                    <a:pt x="12286" y="6219"/>
                  </a:cubicBezTo>
                  <a:cubicBezTo>
                    <a:pt x="12342" y="6219"/>
                    <a:pt x="12342" y="6219"/>
                    <a:pt x="12342" y="6219"/>
                  </a:cubicBezTo>
                  <a:cubicBezTo>
                    <a:pt x="12398" y="6286"/>
                    <a:pt x="12398" y="6286"/>
                    <a:pt x="12398" y="6286"/>
                  </a:cubicBezTo>
                  <a:cubicBezTo>
                    <a:pt x="12398" y="6286"/>
                    <a:pt x="12398" y="6286"/>
                    <a:pt x="12398" y="6286"/>
                  </a:cubicBezTo>
                  <a:cubicBezTo>
                    <a:pt x="12455" y="6286"/>
                    <a:pt x="12455" y="6286"/>
                    <a:pt x="12455" y="6286"/>
                  </a:cubicBezTo>
                  <a:cubicBezTo>
                    <a:pt x="12511" y="6219"/>
                    <a:pt x="12511" y="6219"/>
                    <a:pt x="12511" y="6219"/>
                  </a:cubicBezTo>
                  <a:cubicBezTo>
                    <a:pt x="12567" y="6286"/>
                    <a:pt x="12567" y="6286"/>
                    <a:pt x="12567" y="6286"/>
                  </a:cubicBezTo>
                  <a:cubicBezTo>
                    <a:pt x="12623" y="6219"/>
                    <a:pt x="12623" y="6219"/>
                    <a:pt x="12623" y="6219"/>
                  </a:cubicBezTo>
                  <a:cubicBezTo>
                    <a:pt x="12623" y="6219"/>
                    <a:pt x="12623" y="6219"/>
                    <a:pt x="12623" y="6219"/>
                  </a:cubicBezTo>
                  <a:cubicBezTo>
                    <a:pt x="12679" y="6219"/>
                    <a:pt x="12679" y="6219"/>
                    <a:pt x="12679" y="6219"/>
                  </a:cubicBezTo>
                  <a:cubicBezTo>
                    <a:pt x="12679" y="6152"/>
                    <a:pt x="12679" y="6152"/>
                    <a:pt x="12679" y="6152"/>
                  </a:cubicBezTo>
                  <a:cubicBezTo>
                    <a:pt x="12623" y="6152"/>
                    <a:pt x="12623" y="6152"/>
                    <a:pt x="12623" y="6152"/>
                  </a:cubicBezTo>
                  <a:cubicBezTo>
                    <a:pt x="12567" y="6152"/>
                    <a:pt x="12567" y="6152"/>
                    <a:pt x="12567" y="6152"/>
                  </a:cubicBezTo>
                  <a:cubicBezTo>
                    <a:pt x="12511" y="6152"/>
                    <a:pt x="12511" y="6152"/>
                    <a:pt x="12511" y="6152"/>
                  </a:cubicBezTo>
                  <a:cubicBezTo>
                    <a:pt x="12511" y="6152"/>
                    <a:pt x="12511" y="6152"/>
                    <a:pt x="12511" y="6152"/>
                  </a:cubicBezTo>
                  <a:cubicBezTo>
                    <a:pt x="12455" y="6152"/>
                    <a:pt x="12455" y="6152"/>
                    <a:pt x="12455" y="6152"/>
                  </a:cubicBezTo>
                  <a:cubicBezTo>
                    <a:pt x="12398" y="6152"/>
                    <a:pt x="12398" y="6152"/>
                    <a:pt x="12398" y="6152"/>
                  </a:cubicBezTo>
                  <a:cubicBezTo>
                    <a:pt x="12342" y="6152"/>
                    <a:pt x="12342" y="6152"/>
                    <a:pt x="12342" y="6152"/>
                  </a:cubicBezTo>
                  <a:cubicBezTo>
                    <a:pt x="12286" y="6152"/>
                    <a:pt x="12286" y="6152"/>
                    <a:pt x="12286" y="6152"/>
                  </a:cubicBezTo>
                  <a:cubicBezTo>
                    <a:pt x="12230" y="6152"/>
                    <a:pt x="12230" y="6152"/>
                    <a:pt x="12230" y="6152"/>
                  </a:cubicBezTo>
                  <a:close/>
                  <a:moveTo>
                    <a:pt x="12006" y="8024"/>
                  </a:moveTo>
                  <a:cubicBezTo>
                    <a:pt x="11950" y="8024"/>
                    <a:pt x="11950" y="8024"/>
                    <a:pt x="11950" y="8024"/>
                  </a:cubicBezTo>
                  <a:cubicBezTo>
                    <a:pt x="11950" y="8024"/>
                    <a:pt x="11950" y="8024"/>
                    <a:pt x="11950" y="8024"/>
                  </a:cubicBezTo>
                  <a:cubicBezTo>
                    <a:pt x="12006" y="8024"/>
                    <a:pt x="12006" y="8024"/>
                    <a:pt x="12006" y="8024"/>
                  </a:cubicBezTo>
                  <a:cubicBezTo>
                    <a:pt x="12006" y="8024"/>
                    <a:pt x="12006" y="8024"/>
                    <a:pt x="12006" y="8024"/>
                  </a:cubicBezTo>
                  <a:cubicBezTo>
                    <a:pt x="12006" y="8024"/>
                    <a:pt x="12006" y="8024"/>
                    <a:pt x="12006" y="8024"/>
                  </a:cubicBezTo>
                  <a:close/>
                  <a:moveTo>
                    <a:pt x="11669" y="8024"/>
                  </a:moveTo>
                  <a:cubicBezTo>
                    <a:pt x="11669" y="7957"/>
                    <a:pt x="11669" y="7957"/>
                    <a:pt x="11669" y="7957"/>
                  </a:cubicBezTo>
                  <a:cubicBezTo>
                    <a:pt x="11669" y="7891"/>
                    <a:pt x="11669" y="7891"/>
                    <a:pt x="11669" y="7891"/>
                  </a:cubicBezTo>
                  <a:cubicBezTo>
                    <a:pt x="11613" y="7891"/>
                    <a:pt x="11613" y="7891"/>
                    <a:pt x="11613" y="7891"/>
                  </a:cubicBezTo>
                  <a:cubicBezTo>
                    <a:pt x="11613" y="7891"/>
                    <a:pt x="11613" y="7891"/>
                    <a:pt x="11613" y="7891"/>
                  </a:cubicBezTo>
                  <a:cubicBezTo>
                    <a:pt x="11613" y="7891"/>
                    <a:pt x="11613" y="7891"/>
                    <a:pt x="11613" y="7891"/>
                  </a:cubicBezTo>
                  <a:cubicBezTo>
                    <a:pt x="11613" y="7824"/>
                    <a:pt x="11613" y="7824"/>
                    <a:pt x="11613" y="7824"/>
                  </a:cubicBezTo>
                  <a:cubicBezTo>
                    <a:pt x="11613" y="7757"/>
                    <a:pt x="11613" y="7757"/>
                    <a:pt x="11613" y="7757"/>
                  </a:cubicBezTo>
                  <a:cubicBezTo>
                    <a:pt x="11557" y="7757"/>
                    <a:pt x="11557" y="7757"/>
                    <a:pt x="11557" y="7757"/>
                  </a:cubicBezTo>
                  <a:cubicBezTo>
                    <a:pt x="11613" y="7690"/>
                    <a:pt x="11613" y="7690"/>
                    <a:pt x="11613" y="7690"/>
                  </a:cubicBezTo>
                  <a:cubicBezTo>
                    <a:pt x="11557" y="7623"/>
                    <a:pt x="11557" y="7623"/>
                    <a:pt x="11557" y="7623"/>
                  </a:cubicBezTo>
                  <a:cubicBezTo>
                    <a:pt x="11613" y="7556"/>
                    <a:pt x="11613" y="7556"/>
                    <a:pt x="11613" y="7556"/>
                  </a:cubicBezTo>
                  <a:cubicBezTo>
                    <a:pt x="11557" y="7556"/>
                    <a:pt x="11557" y="7556"/>
                    <a:pt x="11557" y="7556"/>
                  </a:cubicBezTo>
                  <a:cubicBezTo>
                    <a:pt x="11557" y="7489"/>
                    <a:pt x="11557" y="7489"/>
                    <a:pt x="11557" y="7489"/>
                  </a:cubicBezTo>
                  <a:cubicBezTo>
                    <a:pt x="11557" y="7489"/>
                    <a:pt x="11557" y="7489"/>
                    <a:pt x="11557" y="7489"/>
                  </a:cubicBezTo>
                  <a:cubicBezTo>
                    <a:pt x="11501" y="7422"/>
                    <a:pt x="11501" y="7422"/>
                    <a:pt x="11501" y="7422"/>
                  </a:cubicBezTo>
                  <a:cubicBezTo>
                    <a:pt x="11501" y="7356"/>
                    <a:pt x="11501" y="7356"/>
                    <a:pt x="11501" y="7356"/>
                  </a:cubicBezTo>
                  <a:cubicBezTo>
                    <a:pt x="11445" y="7289"/>
                    <a:pt x="11445" y="7289"/>
                    <a:pt x="11445" y="7289"/>
                  </a:cubicBezTo>
                  <a:cubicBezTo>
                    <a:pt x="11445" y="7289"/>
                    <a:pt x="11445" y="7289"/>
                    <a:pt x="11445" y="7289"/>
                  </a:cubicBezTo>
                  <a:cubicBezTo>
                    <a:pt x="11445" y="7222"/>
                    <a:pt x="11445" y="7222"/>
                    <a:pt x="11445" y="7222"/>
                  </a:cubicBezTo>
                  <a:cubicBezTo>
                    <a:pt x="11445" y="7155"/>
                    <a:pt x="11445" y="7155"/>
                    <a:pt x="11445" y="7155"/>
                  </a:cubicBezTo>
                  <a:cubicBezTo>
                    <a:pt x="11389" y="7155"/>
                    <a:pt x="11389" y="7155"/>
                    <a:pt x="11389" y="7155"/>
                  </a:cubicBezTo>
                  <a:cubicBezTo>
                    <a:pt x="11389" y="7155"/>
                    <a:pt x="11389" y="7155"/>
                    <a:pt x="11389" y="7155"/>
                  </a:cubicBezTo>
                  <a:cubicBezTo>
                    <a:pt x="11332" y="7155"/>
                    <a:pt x="11332" y="7155"/>
                    <a:pt x="11332" y="7155"/>
                  </a:cubicBezTo>
                  <a:cubicBezTo>
                    <a:pt x="11332" y="7155"/>
                    <a:pt x="11332" y="7155"/>
                    <a:pt x="11332" y="7155"/>
                  </a:cubicBezTo>
                  <a:cubicBezTo>
                    <a:pt x="11276" y="7155"/>
                    <a:pt x="11276" y="7155"/>
                    <a:pt x="11276" y="7155"/>
                  </a:cubicBezTo>
                  <a:cubicBezTo>
                    <a:pt x="11276" y="7088"/>
                    <a:pt x="11276" y="7088"/>
                    <a:pt x="11276" y="7088"/>
                  </a:cubicBezTo>
                  <a:cubicBezTo>
                    <a:pt x="11332" y="7088"/>
                    <a:pt x="11332" y="7088"/>
                    <a:pt x="11332" y="7088"/>
                  </a:cubicBezTo>
                  <a:cubicBezTo>
                    <a:pt x="11332" y="6954"/>
                    <a:pt x="11332" y="6954"/>
                    <a:pt x="11332" y="6954"/>
                  </a:cubicBezTo>
                  <a:cubicBezTo>
                    <a:pt x="11332" y="6954"/>
                    <a:pt x="11332" y="6954"/>
                    <a:pt x="11332" y="6954"/>
                  </a:cubicBezTo>
                  <a:cubicBezTo>
                    <a:pt x="11332" y="6887"/>
                    <a:pt x="11332" y="6887"/>
                    <a:pt x="11332" y="6887"/>
                  </a:cubicBezTo>
                  <a:cubicBezTo>
                    <a:pt x="11332" y="6821"/>
                    <a:pt x="11332" y="6821"/>
                    <a:pt x="11332" y="6821"/>
                  </a:cubicBezTo>
                  <a:cubicBezTo>
                    <a:pt x="11332" y="6821"/>
                    <a:pt x="11332" y="6821"/>
                    <a:pt x="11332" y="6821"/>
                  </a:cubicBezTo>
                  <a:cubicBezTo>
                    <a:pt x="11389" y="6687"/>
                    <a:pt x="11389" y="6687"/>
                    <a:pt x="11389" y="6687"/>
                  </a:cubicBezTo>
                  <a:cubicBezTo>
                    <a:pt x="11445" y="6687"/>
                    <a:pt x="11445" y="6687"/>
                    <a:pt x="11445" y="6687"/>
                  </a:cubicBezTo>
                  <a:cubicBezTo>
                    <a:pt x="11445" y="6687"/>
                    <a:pt x="11445" y="6687"/>
                    <a:pt x="11445" y="6687"/>
                  </a:cubicBezTo>
                  <a:cubicBezTo>
                    <a:pt x="11445" y="6620"/>
                    <a:pt x="11445" y="6620"/>
                    <a:pt x="11445" y="6620"/>
                  </a:cubicBezTo>
                  <a:cubicBezTo>
                    <a:pt x="11501" y="6687"/>
                    <a:pt x="11501" y="6687"/>
                    <a:pt x="11501" y="6687"/>
                  </a:cubicBezTo>
                  <a:cubicBezTo>
                    <a:pt x="11557" y="6620"/>
                    <a:pt x="11557" y="6620"/>
                    <a:pt x="11557" y="6620"/>
                  </a:cubicBezTo>
                  <a:cubicBezTo>
                    <a:pt x="11613" y="6687"/>
                    <a:pt x="11613" y="6687"/>
                    <a:pt x="11613" y="6687"/>
                  </a:cubicBezTo>
                  <a:cubicBezTo>
                    <a:pt x="11613" y="6687"/>
                    <a:pt x="11613" y="6687"/>
                    <a:pt x="11613" y="6687"/>
                  </a:cubicBezTo>
                  <a:cubicBezTo>
                    <a:pt x="11613" y="6687"/>
                    <a:pt x="11613" y="6687"/>
                    <a:pt x="11613" y="6687"/>
                  </a:cubicBezTo>
                  <a:cubicBezTo>
                    <a:pt x="11557" y="6754"/>
                    <a:pt x="11557" y="6754"/>
                    <a:pt x="11557" y="6754"/>
                  </a:cubicBezTo>
                  <a:cubicBezTo>
                    <a:pt x="11557" y="6754"/>
                    <a:pt x="11557" y="6754"/>
                    <a:pt x="11557" y="6754"/>
                  </a:cubicBezTo>
                  <a:cubicBezTo>
                    <a:pt x="11613" y="6754"/>
                    <a:pt x="11613" y="6754"/>
                    <a:pt x="11613" y="6754"/>
                  </a:cubicBezTo>
                  <a:cubicBezTo>
                    <a:pt x="11613" y="6821"/>
                    <a:pt x="11613" y="6821"/>
                    <a:pt x="11613" y="6821"/>
                  </a:cubicBezTo>
                  <a:cubicBezTo>
                    <a:pt x="11613" y="6821"/>
                    <a:pt x="11613" y="6821"/>
                    <a:pt x="11613" y="6821"/>
                  </a:cubicBezTo>
                  <a:cubicBezTo>
                    <a:pt x="11669" y="6887"/>
                    <a:pt x="11669" y="6887"/>
                    <a:pt x="11669" y="6887"/>
                  </a:cubicBezTo>
                  <a:cubicBezTo>
                    <a:pt x="11669" y="6954"/>
                    <a:pt x="11669" y="6954"/>
                    <a:pt x="11669" y="6954"/>
                  </a:cubicBezTo>
                  <a:cubicBezTo>
                    <a:pt x="11725" y="7021"/>
                    <a:pt x="11725" y="7021"/>
                    <a:pt x="11725" y="7021"/>
                  </a:cubicBezTo>
                  <a:cubicBezTo>
                    <a:pt x="11781" y="7021"/>
                    <a:pt x="11781" y="7021"/>
                    <a:pt x="11781" y="7021"/>
                  </a:cubicBezTo>
                  <a:cubicBezTo>
                    <a:pt x="11781" y="6954"/>
                    <a:pt x="11781" y="6954"/>
                    <a:pt x="11781" y="6954"/>
                  </a:cubicBezTo>
                  <a:cubicBezTo>
                    <a:pt x="11781" y="6954"/>
                    <a:pt x="11781" y="6954"/>
                    <a:pt x="11781" y="6954"/>
                  </a:cubicBezTo>
                  <a:cubicBezTo>
                    <a:pt x="11781" y="6954"/>
                    <a:pt x="11781" y="6954"/>
                    <a:pt x="11781" y="6954"/>
                  </a:cubicBezTo>
                  <a:cubicBezTo>
                    <a:pt x="11837" y="6887"/>
                    <a:pt x="11837" y="6887"/>
                    <a:pt x="11837" y="6887"/>
                  </a:cubicBezTo>
                  <a:cubicBezTo>
                    <a:pt x="11837" y="6821"/>
                    <a:pt x="11837" y="6821"/>
                    <a:pt x="11837" y="6821"/>
                  </a:cubicBezTo>
                  <a:cubicBezTo>
                    <a:pt x="11837" y="6821"/>
                    <a:pt x="11837" y="6821"/>
                    <a:pt x="11837" y="6821"/>
                  </a:cubicBezTo>
                  <a:cubicBezTo>
                    <a:pt x="11837" y="6754"/>
                    <a:pt x="11837" y="6754"/>
                    <a:pt x="11837" y="6754"/>
                  </a:cubicBezTo>
                  <a:cubicBezTo>
                    <a:pt x="11837" y="6687"/>
                    <a:pt x="11837" y="6687"/>
                    <a:pt x="11837" y="6687"/>
                  </a:cubicBezTo>
                  <a:cubicBezTo>
                    <a:pt x="11837" y="6687"/>
                    <a:pt x="11837" y="6687"/>
                    <a:pt x="11837" y="6687"/>
                  </a:cubicBezTo>
                  <a:cubicBezTo>
                    <a:pt x="11894" y="6687"/>
                    <a:pt x="11894" y="6687"/>
                    <a:pt x="11894" y="6687"/>
                  </a:cubicBezTo>
                  <a:cubicBezTo>
                    <a:pt x="11950" y="6687"/>
                    <a:pt x="11950" y="6687"/>
                    <a:pt x="11950" y="6687"/>
                  </a:cubicBezTo>
                  <a:cubicBezTo>
                    <a:pt x="11950" y="6754"/>
                    <a:pt x="11950" y="6754"/>
                    <a:pt x="11950" y="6754"/>
                  </a:cubicBezTo>
                  <a:cubicBezTo>
                    <a:pt x="12006" y="6754"/>
                    <a:pt x="12006" y="6754"/>
                    <a:pt x="12006" y="6754"/>
                  </a:cubicBezTo>
                  <a:cubicBezTo>
                    <a:pt x="12006" y="6687"/>
                    <a:pt x="12006" y="6687"/>
                    <a:pt x="12006" y="6687"/>
                  </a:cubicBezTo>
                  <a:cubicBezTo>
                    <a:pt x="11950" y="6620"/>
                    <a:pt x="11950" y="6620"/>
                    <a:pt x="11950" y="6620"/>
                  </a:cubicBezTo>
                  <a:cubicBezTo>
                    <a:pt x="11950" y="6620"/>
                    <a:pt x="11950" y="6620"/>
                    <a:pt x="11950" y="6620"/>
                  </a:cubicBezTo>
                  <a:cubicBezTo>
                    <a:pt x="11950" y="6620"/>
                    <a:pt x="11950" y="6620"/>
                    <a:pt x="11950" y="6620"/>
                  </a:cubicBezTo>
                  <a:cubicBezTo>
                    <a:pt x="11894" y="6620"/>
                    <a:pt x="11894" y="6620"/>
                    <a:pt x="11894" y="6620"/>
                  </a:cubicBezTo>
                  <a:cubicBezTo>
                    <a:pt x="11837" y="6620"/>
                    <a:pt x="11837" y="6620"/>
                    <a:pt x="11837" y="6620"/>
                  </a:cubicBezTo>
                  <a:cubicBezTo>
                    <a:pt x="11781" y="6553"/>
                    <a:pt x="11781" y="6553"/>
                    <a:pt x="11781" y="6553"/>
                  </a:cubicBezTo>
                  <a:cubicBezTo>
                    <a:pt x="11781" y="6553"/>
                    <a:pt x="11781" y="6553"/>
                    <a:pt x="11781" y="6553"/>
                  </a:cubicBezTo>
                  <a:cubicBezTo>
                    <a:pt x="11781" y="6486"/>
                    <a:pt x="11781" y="6486"/>
                    <a:pt x="11781" y="6486"/>
                  </a:cubicBezTo>
                  <a:cubicBezTo>
                    <a:pt x="11781" y="6419"/>
                    <a:pt x="11781" y="6419"/>
                    <a:pt x="11781" y="6419"/>
                  </a:cubicBezTo>
                  <a:cubicBezTo>
                    <a:pt x="11781" y="6419"/>
                    <a:pt x="11781" y="6419"/>
                    <a:pt x="11781" y="6419"/>
                  </a:cubicBezTo>
                  <a:cubicBezTo>
                    <a:pt x="11837" y="6419"/>
                    <a:pt x="11837" y="6419"/>
                    <a:pt x="11837" y="6419"/>
                  </a:cubicBezTo>
                  <a:cubicBezTo>
                    <a:pt x="11837" y="6352"/>
                    <a:pt x="11837" y="6352"/>
                    <a:pt x="11837" y="6352"/>
                  </a:cubicBezTo>
                  <a:cubicBezTo>
                    <a:pt x="11894" y="6419"/>
                    <a:pt x="11894" y="6419"/>
                    <a:pt x="11894" y="6419"/>
                  </a:cubicBezTo>
                  <a:cubicBezTo>
                    <a:pt x="11894" y="6419"/>
                    <a:pt x="11894" y="6419"/>
                    <a:pt x="11894" y="6419"/>
                  </a:cubicBezTo>
                  <a:cubicBezTo>
                    <a:pt x="11950" y="6553"/>
                    <a:pt x="11950" y="6553"/>
                    <a:pt x="11950" y="6553"/>
                  </a:cubicBezTo>
                  <a:cubicBezTo>
                    <a:pt x="11950" y="6553"/>
                    <a:pt x="11950" y="6553"/>
                    <a:pt x="11950" y="6553"/>
                  </a:cubicBezTo>
                  <a:cubicBezTo>
                    <a:pt x="11950" y="6486"/>
                    <a:pt x="11950" y="6486"/>
                    <a:pt x="11950" y="6486"/>
                  </a:cubicBezTo>
                  <a:cubicBezTo>
                    <a:pt x="11950" y="6486"/>
                    <a:pt x="11950" y="6486"/>
                    <a:pt x="11950" y="6486"/>
                  </a:cubicBezTo>
                  <a:cubicBezTo>
                    <a:pt x="11950" y="6419"/>
                    <a:pt x="11950" y="6419"/>
                    <a:pt x="11950" y="6419"/>
                  </a:cubicBezTo>
                  <a:cubicBezTo>
                    <a:pt x="11950" y="6352"/>
                    <a:pt x="11950" y="6352"/>
                    <a:pt x="11950" y="6352"/>
                  </a:cubicBezTo>
                  <a:cubicBezTo>
                    <a:pt x="11894" y="6352"/>
                    <a:pt x="11894" y="6352"/>
                    <a:pt x="11894" y="6352"/>
                  </a:cubicBezTo>
                  <a:cubicBezTo>
                    <a:pt x="11894" y="6286"/>
                    <a:pt x="11894" y="6286"/>
                    <a:pt x="11894" y="6286"/>
                  </a:cubicBezTo>
                  <a:cubicBezTo>
                    <a:pt x="11950" y="6286"/>
                    <a:pt x="11950" y="6286"/>
                    <a:pt x="11950" y="6286"/>
                  </a:cubicBezTo>
                  <a:cubicBezTo>
                    <a:pt x="11950" y="6219"/>
                    <a:pt x="11950" y="6219"/>
                    <a:pt x="11950" y="6219"/>
                  </a:cubicBezTo>
                  <a:cubicBezTo>
                    <a:pt x="12006" y="6219"/>
                    <a:pt x="12006" y="6219"/>
                    <a:pt x="12006" y="6219"/>
                  </a:cubicBezTo>
                  <a:cubicBezTo>
                    <a:pt x="12006" y="6219"/>
                    <a:pt x="12006" y="6219"/>
                    <a:pt x="12006" y="6219"/>
                  </a:cubicBezTo>
                  <a:cubicBezTo>
                    <a:pt x="12062" y="6219"/>
                    <a:pt x="12062" y="6219"/>
                    <a:pt x="12062" y="6219"/>
                  </a:cubicBezTo>
                  <a:cubicBezTo>
                    <a:pt x="12062" y="6286"/>
                    <a:pt x="12062" y="6286"/>
                    <a:pt x="12062" y="6286"/>
                  </a:cubicBezTo>
                  <a:cubicBezTo>
                    <a:pt x="12118" y="6286"/>
                    <a:pt x="12118" y="6286"/>
                    <a:pt x="12118" y="6286"/>
                  </a:cubicBezTo>
                  <a:cubicBezTo>
                    <a:pt x="12174" y="6219"/>
                    <a:pt x="12174" y="6219"/>
                    <a:pt x="12174" y="6219"/>
                  </a:cubicBezTo>
                  <a:cubicBezTo>
                    <a:pt x="12118" y="6219"/>
                    <a:pt x="12118" y="6219"/>
                    <a:pt x="12118" y="6219"/>
                  </a:cubicBezTo>
                  <a:cubicBezTo>
                    <a:pt x="12062" y="6219"/>
                    <a:pt x="12062" y="6219"/>
                    <a:pt x="12062" y="6219"/>
                  </a:cubicBezTo>
                  <a:cubicBezTo>
                    <a:pt x="12118" y="6152"/>
                    <a:pt x="12118" y="6152"/>
                    <a:pt x="12118" y="6152"/>
                  </a:cubicBezTo>
                  <a:cubicBezTo>
                    <a:pt x="12174" y="6152"/>
                    <a:pt x="12174" y="6152"/>
                    <a:pt x="12174" y="6152"/>
                  </a:cubicBezTo>
                  <a:cubicBezTo>
                    <a:pt x="12230" y="6152"/>
                    <a:pt x="12230" y="6152"/>
                    <a:pt x="12230" y="6152"/>
                  </a:cubicBezTo>
                  <a:cubicBezTo>
                    <a:pt x="12230" y="6219"/>
                    <a:pt x="12230" y="6219"/>
                    <a:pt x="12230" y="6219"/>
                  </a:cubicBezTo>
                  <a:cubicBezTo>
                    <a:pt x="12230" y="6219"/>
                    <a:pt x="12230" y="6219"/>
                    <a:pt x="12230" y="6219"/>
                  </a:cubicBezTo>
                  <a:cubicBezTo>
                    <a:pt x="12230" y="6219"/>
                    <a:pt x="12230" y="6219"/>
                    <a:pt x="12230" y="6219"/>
                  </a:cubicBezTo>
                  <a:cubicBezTo>
                    <a:pt x="12230" y="6286"/>
                    <a:pt x="12230" y="6286"/>
                    <a:pt x="12230" y="6286"/>
                  </a:cubicBezTo>
                  <a:cubicBezTo>
                    <a:pt x="12286" y="6352"/>
                    <a:pt x="12286" y="6352"/>
                    <a:pt x="12286" y="6352"/>
                  </a:cubicBezTo>
                  <a:cubicBezTo>
                    <a:pt x="12286" y="6286"/>
                    <a:pt x="12286" y="6286"/>
                    <a:pt x="12286" y="6286"/>
                  </a:cubicBezTo>
                  <a:cubicBezTo>
                    <a:pt x="12342" y="6352"/>
                    <a:pt x="12342" y="6352"/>
                    <a:pt x="12342" y="6352"/>
                  </a:cubicBezTo>
                  <a:cubicBezTo>
                    <a:pt x="12398" y="6352"/>
                    <a:pt x="12398" y="6352"/>
                    <a:pt x="12398" y="6352"/>
                  </a:cubicBezTo>
                  <a:cubicBezTo>
                    <a:pt x="12455" y="6286"/>
                    <a:pt x="12455" y="6286"/>
                    <a:pt x="12455" y="6286"/>
                  </a:cubicBezTo>
                  <a:cubicBezTo>
                    <a:pt x="12511" y="6286"/>
                    <a:pt x="12511" y="6286"/>
                    <a:pt x="12511" y="6286"/>
                  </a:cubicBezTo>
                  <a:cubicBezTo>
                    <a:pt x="12623" y="6286"/>
                    <a:pt x="12623" y="6286"/>
                    <a:pt x="12623" y="6286"/>
                  </a:cubicBezTo>
                  <a:cubicBezTo>
                    <a:pt x="12623" y="6352"/>
                    <a:pt x="12623" y="6352"/>
                    <a:pt x="12623" y="6352"/>
                  </a:cubicBezTo>
                  <a:cubicBezTo>
                    <a:pt x="12679" y="6352"/>
                    <a:pt x="12679" y="6352"/>
                    <a:pt x="12679" y="6352"/>
                  </a:cubicBezTo>
                  <a:cubicBezTo>
                    <a:pt x="12679" y="6352"/>
                    <a:pt x="12679" y="6352"/>
                    <a:pt x="12679" y="6352"/>
                  </a:cubicBezTo>
                  <a:cubicBezTo>
                    <a:pt x="12679" y="6419"/>
                    <a:pt x="12679" y="6419"/>
                    <a:pt x="12679" y="6419"/>
                  </a:cubicBezTo>
                  <a:cubicBezTo>
                    <a:pt x="12679" y="6419"/>
                    <a:pt x="12679" y="6419"/>
                    <a:pt x="12679" y="6419"/>
                  </a:cubicBezTo>
                  <a:cubicBezTo>
                    <a:pt x="12679" y="6486"/>
                    <a:pt x="12679" y="6486"/>
                    <a:pt x="12679" y="6486"/>
                  </a:cubicBezTo>
                  <a:cubicBezTo>
                    <a:pt x="12623" y="6553"/>
                    <a:pt x="12623" y="6553"/>
                    <a:pt x="12623" y="6553"/>
                  </a:cubicBezTo>
                  <a:cubicBezTo>
                    <a:pt x="12567" y="6486"/>
                    <a:pt x="12567" y="6486"/>
                    <a:pt x="12567" y="6486"/>
                  </a:cubicBezTo>
                  <a:cubicBezTo>
                    <a:pt x="12567" y="6486"/>
                    <a:pt x="12567" y="6486"/>
                    <a:pt x="12567" y="6486"/>
                  </a:cubicBezTo>
                  <a:cubicBezTo>
                    <a:pt x="12511" y="6553"/>
                    <a:pt x="12511" y="6553"/>
                    <a:pt x="12511" y="6553"/>
                  </a:cubicBezTo>
                  <a:cubicBezTo>
                    <a:pt x="12511" y="6553"/>
                    <a:pt x="12511" y="6553"/>
                    <a:pt x="12511" y="6553"/>
                  </a:cubicBezTo>
                  <a:cubicBezTo>
                    <a:pt x="12511" y="6553"/>
                    <a:pt x="12511" y="6553"/>
                    <a:pt x="12511" y="6553"/>
                  </a:cubicBezTo>
                  <a:cubicBezTo>
                    <a:pt x="12567" y="6620"/>
                    <a:pt x="12567" y="6620"/>
                    <a:pt x="12567" y="6620"/>
                  </a:cubicBezTo>
                  <a:cubicBezTo>
                    <a:pt x="12567" y="6620"/>
                    <a:pt x="12567" y="6620"/>
                    <a:pt x="12567" y="6620"/>
                  </a:cubicBezTo>
                  <a:cubicBezTo>
                    <a:pt x="12511" y="6687"/>
                    <a:pt x="12511" y="6687"/>
                    <a:pt x="12511" y="6687"/>
                  </a:cubicBezTo>
                  <a:cubicBezTo>
                    <a:pt x="12511" y="6687"/>
                    <a:pt x="12511" y="6687"/>
                    <a:pt x="12511" y="6687"/>
                  </a:cubicBezTo>
                  <a:cubicBezTo>
                    <a:pt x="12511" y="6687"/>
                    <a:pt x="12511" y="6687"/>
                    <a:pt x="12511" y="6687"/>
                  </a:cubicBezTo>
                  <a:cubicBezTo>
                    <a:pt x="12455" y="6687"/>
                    <a:pt x="12455" y="6687"/>
                    <a:pt x="12455" y="6687"/>
                  </a:cubicBezTo>
                  <a:cubicBezTo>
                    <a:pt x="12398" y="6687"/>
                    <a:pt x="12398" y="6687"/>
                    <a:pt x="12398" y="6687"/>
                  </a:cubicBezTo>
                  <a:cubicBezTo>
                    <a:pt x="12398" y="6754"/>
                    <a:pt x="12398" y="6754"/>
                    <a:pt x="12398" y="6754"/>
                  </a:cubicBezTo>
                  <a:cubicBezTo>
                    <a:pt x="12286" y="6754"/>
                    <a:pt x="12286" y="6754"/>
                    <a:pt x="12286" y="6754"/>
                  </a:cubicBezTo>
                  <a:cubicBezTo>
                    <a:pt x="12230" y="6821"/>
                    <a:pt x="12230" y="6821"/>
                    <a:pt x="12230" y="6821"/>
                  </a:cubicBezTo>
                  <a:cubicBezTo>
                    <a:pt x="12230" y="6821"/>
                    <a:pt x="12230" y="6821"/>
                    <a:pt x="12230" y="6821"/>
                  </a:cubicBezTo>
                  <a:cubicBezTo>
                    <a:pt x="12174" y="6887"/>
                    <a:pt x="12174" y="6887"/>
                    <a:pt x="12174" y="6887"/>
                  </a:cubicBezTo>
                  <a:cubicBezTo>
                    <a:pt x="12174" y="6887"/>
                    <a:pt x="12174" y="6887"/>
                    <a:pt x="12174" y="6887"/>
                  </a:cubicBezTo>
                  <a:cubicBezTo>
                    <a:pt x="12174" y="6887"/>
                    <a:pt x="12174" y="6887"/>
                    <a:pt x="12174" y="6887"/>
                  </a:cubicBezTo>
                  <a:cubicBezTo>
                    <a:pt x="12230" y="6887"/>
                    <a:pt x="12230" y="6887"/>
                    <a:pt x="12230" y="6887"/>
                  </a:cubicBezTo>
                  <a:cubicBezTo>
                    <a:pt x="12286" y="6887"/>
                    <a:pt x="12286" y="6887"/>
                    <a:pt x="12286" y="6887"/>
                  </a:cubicBezTo>
                  <a:cubicBezTo>
                    <a:pt x="12286" y="6887"/>
                    <a:pt x="12286" y="6887"/>
                    <a:pt x="12286" y="6887"/>
                  </a:cubicBezTo>
                  <a:cubicBezTo>
                    <a:pt x="12398" y="6887"/>
                    <a:pt x="12398" y="6887"/>
                    <a:pt x="12398" y="6887"/>
                  </a:cubicBezTo>
                  <a:cubicBezTo>
                    <a:pt x="12398" y="6954"/>
                    <a:pt x="12398" y="6954"/>
                    <a:pt x="12398" y="6954"/>
                  </a:cubicBezTo>
                  <a:cubicBezTo>
                    <a:pt x="12398" y="6954"/>
                    <a:pt x="12398" y="6954"/>
                    <a:pt x="12398" y="6954"/>
                  </a:cubicBezTo>
                  <a:cubicBezTo>
                    <a:pt x="12342" y="6954"/>
                    <a:pt x="12342" y="6954"/>
                    <a:pt x="12342" y="6954"/>
                  </a:cubicBezTo>
                  <a:cubicBezTo>
                    <a:pt x="12398" y="7021"/>
                    <a:pt x="12398" y="7021"/>
                    <a:pt x="12398" y="7021"/>
                  </a:cubicBezTo>
                  <a:cubicBezTo>
                    <a:pt x="12398" y="7021"/>
                    <a:pt x="12398" y="7021"/>
                    <a:pt x="12398" y="7021"/>
                  </a:cubicBezTo>
                  <a:cubicBezTo>
                    <a:pt x="12398" y="7088"/>
                    <a:pt x="12398" y="7088"/>
                    <a:pt x="12398" y="7088"/>
                  </a:cubicBezTo>
                  <a:cubicBezTo>
                    <a:pt x="12342" y="7088"/>
                    <a:pt x="12342" y="7088"/>
                    <a:pt x="12342" y="7088"/>
                  </a:cubicBezTo>
                  <a:cubicBezTo>
                    <a:pt x="12342" y="7155"/>
                    <a:pt x="12342" y="7155"/>
                    <a:pt x="12342" y="7155"/>
                  </a:cubicBezTo>
                  <a:cubicBezTo>
                    <a:pt x="12342" y="7222"/>
                    <a:pt x="12342" y="7222"/>
                    <a:pt x="12342" y="7222"/>
                  </a:cubicBezTo>
                  <a:cubicBezTo>
                    <a:pt x="12398" y="7155"/>
                    <a:pt x="12398" y="7155"/>
                    <a:pt x="12398" y="7155"/>
                  </a:cubicBezTo>
                  <a:cubicBezTo>
                    <a:pt x="12455" y="7088"/>
                    <a:pt x="12455" y="7088"/>
                    <a:pt x="12455" y="7088"/>
                  </a:cubicBezTo>
                  <a:cubicBezTo>
                    <a:pt x="12455" y="7088"/>
                    <a:pt x="12455" y="7088"/>
                    <a:pt x="12455" y="7088"/>
                  </a:cubicBezTo>
                  <a:cubicBezTo>
                    <a:pt x="12511" y="7088"/>
                    <a:pt x="12511" y="7088"/>
                    <a:pt x="12511" y="7088"/>
                  </a:cubicBezTo>
                  <a:cubicBezTo>
                    <a:pt x="12455" y="7155"/>
                    <a:pt x="12455" y="7155"/>
                    <a:pt x="12455" y="7155"/>
                  </a:cubicBezTo>
                  <a:cubicBezTo>
                    <a:pt x="12455" y="7222"/>
                    <a:pt x="12455" y="7222"/>
                    <a:pt x="12455" y="7222"/>
                  </a:cubicBezTo>
                  <a:cubicBezTo>
                    <a:pt x="12455" y="7289"/>
                    <a:pt x="12455" y="7289"/>
                    <a:pt x="12455" y="7289"/>
                  </a:cubicBezTo>
                  <a:cubicBezTo>
                    <a:pt x="12455" y="7356"/>
                    <a:pt x="12455" y="7356"/>
                    <a:pt x="12455" y="7356"/>
                  </a:cubicBezTo>
                  <a:cubicBezTo>
                    <a:pt x="12342" y="7356"/>
                    <a:pt x="12342" y="7356"/>
                    <a:pt x="12342" y="7356"/>
                  </a:cubicBezTo>
                  <a:cubicBezTo>
                    <a:pt x="12342" y="7422"/>
                    <a:pt x="12342" y="7422"/>
                    <a:pt x="12342" y="7422"/>
                  </a:cubicBezTo>
                  <a:cubicBezTo>
                    <a:pt x="12286" y="7422"/>
                    <a:pt x="12286" y="7422"/>
                    <a:pt x="12286" y="7422"/>
                  </a:cubicBezTo>
                  <a:cubicBezTo>
                    <a:pt x="12342" y="7422"/>
                    <a:pt x="12342" y="7422"/>
                    <a:pt x="12342" y="7422"/>
                  </a:cubicBezTo>
                  <a:cubicBezTo>
                    <a:pt x="12286" y="7489"/>
                    <a:pt x="12286" y="7489"/>
                    <a:pt x="12286" y="7489"/>
                  </a:cubicBezTo>
                  <a:cubicBezTo>
                    <a:pt x="12286" y="7489"/>
                    <a:pt x="12286" y="7489"/>
                    <a:pt x="12286" y="7489"/>
                  </a:cubicBezTo>
                  <a:cubicBezTo>
                    <a:pt x="12286" y="7489"/>
                    <a:pt x="12286" y="7489"/>
                    <a:pt x="12286" y="7489"/>
                  </a:cubicBezTo>
                  <a:cubicBezTo>
                    <a:pt x="12230" y="7489"/>
                    <a:pt x="12230" y="7489"/>
                    <a:pt x="12230" y="7489"/>
                  </a:cubicBezTo>
                  <a:cubicBezTo>
                    <a:pt x="12230" y="7556"/>
                    <a:pt x="12230" y="7556"/>
                    <a:pt x="12230" y="7556"/>
                  </a:cubicBezTo>
                  <a:cubicBezTo>
                    <a:pt x="12286" y="7556"/>
                    <a:pt x="12286" y="7556"/>
                    <a:pt x="12286" y="7556"/>
                  </a:cubicBezTo>
                  <a:cubicBezTo>
                    <a:pt x="12286" y="7623"/>
                    <a:pt x="12286" y="7623"/>
                    <a:pt x="12286" y="7623"/>
                  </a:cubicBezTo>
                  <a:cubicBezTo>
                    <a:pt x="12230" y="7623"/>
                    <a:pt x="12230" y="7623"/>
                    <a:pt x="12230" y="7623"/>
                  </a:cubicBezTo>
                  <a:cubicBezTo>
                    <a:pt x="12286" y="7690"/>
                    <a:pt x="12286" y="7690"/>
                    <a:pt x="12286" y="7690"/>
                  </a:cubicBezTo>
                  <a:cubicBezTo>
                    <a:pt x="12230" y="7690"/>
                    <a:pt x="12230" y="7690"/>
                    <a:pt x="12230" y="7690"/>
                  </a:cubicBezTo>
                  <a:cubicBezTo>
                    <a:pt x="12174" y="7690"/>
                    <a:pt x="12174" y="7690"/>
                    <a:pt x="12174" y="7690"/>
                  </a:cubicBezTo>
                  <a:cubicBezTo>
                    <a:pt x="12174" y="7690"/>
                    <a:pt x="12174" y="7690"/>
                    <a:pt x="12174" y="7690"/>
                  </a:cubicBezTo>
                  <a:cubicBezTo>
                    <a:pt x="12118" y="7690"/>
                    <a:pt x="12118" y="7690"/>
                    <a:pt x="12118" y="7690"/>
                  </a:cubicBezTo>
                  <a:cubicBezTo>
                    <a:pt x="12062" y="7757"/>
                    <a:pt x="12062" y="7757"/>
                    <a:pt x="12062" y="7757"/>
                  </a:cubicBezTo>
                  <a:cubicBezTo>
                    <a:pt x="12062" y="7757"/>
                    <a:pt x="12062" y="7757"/>
                    <a:pt x="12062" y="7757"/>
                  </a:cubicBezTo>
                  <a:cubicBezTo>
                    <a:pt x="12006" y="7824"/>
                    <a:pt x="12006" y="7824"/>
                    <a:pt x="12006" y="7824"/>
                  </a:cubicBezTo>
                  <a:cubicBezTo>
                    <a:pt x="11950" y="7757"/>
                    <a:pt x="11950" y="7757"/>
                    <a:pt x="11950" y="7757"/>
                  </a:cubicBezTo>
                  <a:cubicBezTo>
                    <a:pt x="11894" y="7824"/>
                    <a:pt x="11894" y="7824"/>
                    <a:pt x="11894" y="7824"/>
                  </a:cubicBezTo>
                  <a:cubicBezTo>
                    <a:pt x="11837" y="7757"/>
                    <a:pt x="11837" y="7757"/>
                    <a:pt x="11837" y="7757"/>
                  </a:cubicBezTo>
                  <a:cubicBezTo>
                    <a:pt x="11837" y="7690"/>
                    <a:pt x="11837" y="7690"/>
                    <a:pt x="11837" y="7690"/>
                  </a:cubicBezTo>
                  <a:cubicBezTo>
                    <a:pt x="11894" y="7623"/>
                    <a:pt x="11894" y="7623"/>
                    <a:pt x="11894" y="7623"/>
                  </a:cubicBezTo>
                  <a:cubicBezTo>
                    <a:pt x="11894" y="7556"/>
                    <a:pt x="11894" y="7556"/>
                    <a:pt x="11894" y="7556"/>
                  </a:cubicBezTo>
                  <a:cubicBezTo>
                    <a:pt x="11781" y="7623"/>
                    <a:pt x="11781" y="7623"/>
                    <a:pt x="11781" y="7623"/>
                  </a:cubicBezTo>
                  <a:cubicBezTo>
                    <a:pt x="11781" y="7690"/>
                    <a:pt x="11781" y="7690"/>
                    <a:pt x="11781" y="7690"/>
                  </a:cubicBezTo>
                  <a:cubicBezTo>
                    <a:pt x="11837" y="7824"/>
                    <a:pt x="11837" y="7824"/>
                    <a:pt x="11837" y="7824"/>
                  </a:cubicBezTo>
                  <a:cubicBezTo>
                    <a:pt x="11837" y="7824"/>
                    <a:pt x="11837" y="7824"/>
                    <a:pt x="11837" y="7824"/>
                  </a:cubicBezTo>
                  <a:cubicBezTo>
                    <a:pt x="11837" y="7891"/>
                    <a:pt x="11837" y="7891"/>
                    <a:pt x="11837" y="7891"/>
                  </a:cubicBezTo>
                  <a:cubicBezTo>
                    <a:pt x="11781" y="7891"/>
                    <a:pt x="11781" y="7891"/>
                    <a:pt x="11781" y="7891"/>
                  </a:cubicBezTo>
                  <a:cubicBezTo>
                    <a:pt x="11725" y="7957"/>
                    <a:pt x="11725" y="7957"/>
                    <a:pt x="11725" y="7957"/>
                  </a:cubicBezTo>
                  <a:cubicBezTo>
                    <a:pt x="11725" y="7957"/>
                    <a:pt x="11669" y="8024"/>
                    <a:pt x="11669" y="8024"/>
                  </a:cubicBezTo>
                  <a:close/>
                  <a:moveTo>
                    <a:pt x="12511" y="6754"/>
                  </a:moveTo>
                  <a:cubicBezTo>
                    <a:pt x="12511" y="6754"/>
                    <a:pt x="12511" y="6754"/>
                    <a:pt x="12511" y="6754"/>
                  </a:cubicBezTo>
                  <a:cubicBezTo>
                    <a:pt x="12511" y="6754"/>
                    <a:pt x="12511" y="6754"/>
                    <a:pt x="12511" y="6754"/>
                  </a:cubicBezTo>
                  <a:cubicBezTo>
                    <a:pt x="12567" y="6754"/>
                    <a:pt x="12567" y="6754"/>
                    <a:pt x="12567" y="6754"/>
                  </a:cubicBezTo>
                  <a:cubicBezTo>
                    <a:pt x="12511" y="6754"/>
                    <a:pt x="12511" y="6754"/>
                    <a:pt x="12511" y="6754"/>
                  </a:cubicBezTo>
                  <a:close/>
                  <a:moveTo>
                    <a:pt x="12455" y="6954"/>
                  </a:moveTo>
                  <a:cubicBezTo>
                    <a:pt x="12511" y="6954"/>
                    <a:pt x="12511" y="6954"/>
                    <a:pt x="12511" y="6954"/>
                  </a:cubicBezTo>
                  <a:cubicBezTo>
                    <a:pt x="12567" y="6887"/>
                    <a:pt x="12567" y="6887"/>
                    <a:pt x="12567" y="6887"/>
                  </a:cubicBezTo>
                  <a:cubicBezTo>
                    <a:pt x="12567" y="6887"/>
                    <a:pt x="12567" y="6887"/>
                    <a:pt x="12567" y="6887"/>
                  </a:cubicBezTo>
                  <a:cubicBezTo>
                    <a:pt x="12511" y="6821"/>
                    <a:pt x="12511" y="6821"/>
                    <a:pt x="12511" y="6821"/>
                  </a:cubicBezTo>
                  <a:cubicBezTo>
                    <a:pt x="12511" y="6821"/>
                    <a:pt x="12511" y="6821"/>
                    <a:pt x="12511" y="6821"/>
                  </a:cubicBezTo>
                  <a:cubicBezTo>
                    <a:pt x="12511" y="6821"/>
                    <a:pt x="12511" y="6821"/>
                    <a:pt x="12511" y="6821"/>
                  </a:cubicBezTo>
                  <a:cubicBezTo>
                    <a:pt x="12455" y="6887"/>
                    <a:pt x="12455" y="6887"/>
                    <a:pt x="12455" y="6887"/>
                  </a:cubicBezTo>
                  <a:cubicBezTo>
                    <a:pt x="12455" y="6887"/>
                    <a:pt x="12455" y="6887"/>
                    <a:pt x="12455" y="6887"/>
                  </a:cubicBezTo>
                  <a:cubicBezTo>
                    <a:pt x="12455" y="6954"/>
                    <a:pt x="12455" y="6954"/>
                    <a:pt x="12455" y="6954"/>
                  </a:cubicBezTo>
                  <a:cubicBezTo>
                    <a:pt x="12455" y="6954"/>
                    <a:pt x="12455" y="6954"/>
                    <a:pt x="12455" y="6954"/>
                  </a:cubicBezTo>
                  <a:close/>
                  <a:moveTo>
                    <a:pt x="12455" y="7088"/>
                  </a:moveTo>
                  <a:cubicBezTo>
                    <a:pt x="12455" y="7088"/>
                    <a:pt x="12455" y="7088"/>
                    <a:pt x="12455" y="7088"/>
                  </a:cubicBezTo>
                  <a:cubicBezTo>
                    <a:pt x="12511" y="7021"/>
                    <a:pt x="12511" y="7021"/>
                    <a:pt x="12511" y="7021"/>
                  </a:cubicBezTo>
                  <a:cubicBezTo>
                    <a:pt x="12455" y="7021"/>
                    <a:pt x="12455" y="7021"/>
                    <a:pt x="12455" y="7021"/>
                  </a:cubicBezTo>
                  <a:cubicBezTo>
                    <a:pt x="12398" y="7021"/>
                    <a:pt x="12398" y="7021"/>
                    <a:pt x="12398" y="7021"/>
                  </a:cubicBezTo>
                  <a:cubicBezTo>
                    <a:pt x="12398" y="7088"/>
                    <a:pt x="12398" y="7088"/>
                    <a:pt x="12398" y="7088"/>
                  </a:cubicBezTo>
                  <a:cubicBezTo>
                    <a:pt x="12455" y="7088"/>
                    <a:pt x="12455" y="7088"/>
                    <a:pt x="12455" y="7088"/>
                  </a:cubicBezTo>
                  <a:close/>
                  <a:moveTo>
                    <a:pt x="10547" y="5951"/>
                  </a:moveTo>
                  <a:cubicBezTo>
                    <a:pt x="10547" y="5951"/>
                    <a:pt x="10547" y="5951"/>
                    <a:pt x="10547" y="5951"/>
                  </a:cubicBezTo>
                  <a:cubicBezTo>
                    <a:pt x="10547" y="6018"/>
                    <a:pt x="10547" y="6018"/>
                    <a:pt x="10547" y="6018"/>
                  </a:cubicBezTo>
                  <a:cubicBezTo>
                    <a:pt x="10603" y="5951"/>
                    <a:pt x="10603" y="5951"/>
                    <a:pt x="10603" y="5951"/>
                  </a:cubicBezTo>
                  <a:cubicBezTo>
                    <a:pt x="10659" y="6018"/>
                    <a:pt x="10659" y="6018"/>
                    <a:pt x="10659" y="6018"/>
                  </a:cubicBezTo>
                  <a:cubicBezTo>
                    <a:pt x="10659" y="5951"/>
                    <a:pt x="10659" y="5951"/>
                    <a:pt x="10659" y="5951"/>
                  </a:cubicBezTo>
                  <a:cubicBezTo>
                    <a:pt x="10603" y="5951"/>
                    <a:pt x="10603" y="5951"/>
                    <a:pt x="10603" y="5951"/>
                  </a:cubicBezTo>
                  <a:cubicBezTo>
                    <a:pt x="10547" y="5951"/>
                    <a:pt x="10547" y="5951"/>
                    <a:pt x="10547" y="5951"/>
                  </a:cubicBezTo>
                  <a:cubicBezTo>
                    <a:pt x="10547" y="5951"/>
                    <a:pt x="10547" y="5951"/>
                    <a:pt x="10547" y="5951"/>
                  </a:cubicBezTo>
                  <a:close/>
                  <a:moveTo>
                    <a:pt x="10884" y="6620"/>
                  </a:moveTo>
                  <a:cubicBezTo>
                    <a:pt x="10828" y="6553"/>
                    <a:pt x="10828" y="6553"/>
                    <a:pt x="10828" y="6553"/>
                  </a:cubicBezTo>
                  <a:cubicBezTo>
                    <a:pt x="10828" y="6419"/>
                    <a:pt x="10828" y="6419"/>
                    <a:pt x="10828" y="6419"/>
                  </a:cubicBezTo>
                  <a:cubicBezTo>
                    <a:pt x="10828" y="6419"/>
                    <a:pt x="10828" y="6419"/>
                    <a:pt x="10828" y="6419"/>
                  </a:cubicBezTo>
                  <a:cubicBezTo>
                    <a:pt x="10828" y="6352"/>
                    <a:pt x="10828" y="6352"/>
                    <a:pt x="10828" y="6352"/>
                  </a:cubicBezTo>
                  <a:cubicBezTo>
                    <a:pt x="10828" y="6352"/>
                    <a:pt x="10828" y="6352"/>
                    <a:pt x="10828" y="6352"/>
                  </a:cubicBezTo>
                  <a:cubicBezTo>
                    <a:pt x="10771" y="6286"/>
                    <a:pt x="10771" y="6286"/>
                    <a:pt x="10771" y="6286"/>
                  </a:cubicBezTo>
                  <a:cubicBezTo>
                    <a:pt x="10771" y="6219"/>
                    <a:pt x="10771" y="6219"/>
                    <a:pt x="10771" y="6219"/>
                  </a:cubicBezTo>
                  <a:cubicBezTo>
                    <a:pt x="10771" y="6152"/>
                    <a:pt x="10771" y="6152"/>
                    <a:pt x="10771" y="6152"/>
                  </a:cubicBezTo>
                  <a:cubicBezTo>
                    <a:pt x="10715" y="6085"/>
                    <a:pt x="10715" y="6085"/>
                    <a:pt x="10715" y="6085"/>
                  </a:cubicBezTo>
                  <a:cubicBezTo>
                    <a:pt x="10715" y="6085"/>
                    <a:pt x="10715" y="6085"/>
                    <a:pt x="10715" y="6085"/>
                  </a:cubicBezTo>
                  <a:cubicBezTo>
                    <a:pt x="10771" y="6018"/>
                    <a:pt x="10771" y="6018"/>
                    <a:pt x="10771" y="6018"/>
                  </a:cubicBezTo>
                  <a:cubicBezTo>
                    <a:pt x="10828" y="6018"/>
                    <a:pt x="10828" y="6018"/>
                    <a:pt x="10828" y="6018"/>
                  </a:cubicBezTo>
                  <a:cubicBezTo>
                    <a:pt x="10884" y="5951"/>
                    <a:pt x="10884" y="5951"/>
                    <a:pt x="10884" y="5951"/>
                  </a:cubicBezTo>
                  <a:cubicBezTo>
                    <a:pt x="10940" y="5951"/>
                    <a:pt x="10940" y="5951"/>
                    <a:pt x="10940" y="5951"/>
                  </a:cubicBezTo>
                  <a:cubicBezTo>
                    <a:pt x="10996" y="5951"/>
                    <a:pt x="10996" y="5951"/>
                    <a:pt x="10996" y="5951"/>
                  </a:cubicBezTo>
                  <a:cubicBezTo>
                    <a:pt x="10996" y="5951"/>
                    <a:pt x="10996" y="5951"/>
                    <a:pt x="10996" y="5951"/>
                  </a:cubicBezTo>
                  <a:cubicBezTo>
                    <a:pt x="11052" y="6018"/>
                    <a:pt x="11052" y="6018"/>
                    <a:pt x="11052" y="6018"/>
                  </a:cubicBezTo>
                  <a:cubicBezTo>
                    <a:pt x="11108" y="6018"/>
                    <a:pt x="11108" y="6018"/>
                    <a:pt x="11108" y="6018"/>
                  </a:cubicBezTo>
                  <a:cubicBezTo>
                    <a:pt x="11108" y="6018"/>
                    <a:pt x="11108" y="6018"/>
                    <a:pt x="11108" y="6018"/>
                  </a:cubicBezTo>
                  <a:cubicBezTo>
                    <a:pt x="11164" y="6018"/>
                    <a:pt x="11164" y="6018"/>
                    <a:pt x="11164" y="6018"/>
                  </a:cubicBezTo>
                  <a:cubicBezTo>
                    <a:pt x="11220" y="6018"/>
                    <a:pt x="11220" y="6018"/>
                    <a:pt x="11220" y="6018"/>
                  </a:cubicBezTo>
                  <a:cubicBezTo>
                    <a:pt x="11220" y="6085"/>
                    <a:pt x="11220" y="6085"/>
                    <a:pt x="11220" y="6085"/>
                  </a:cubicBezTo>
                  <a:cubicBezTo>
                    <a:pt x="11220" y="6085"/>
                    <a:pt x="11220" y="6085"/>
                    <a:pt x="11220" y="6085"/>
                  </a:cubicBezTo>
                  <a:cubicBezTo>
                    <a:pt x="11220" y="6152"/>
                    <a:pt x="11220" y="6152"/>
                    <a:pt x="11220" y="6152"/>
                  </a:cubicBezTo>
                  <a:cubicBezTo>
                    <a:pt x="11276" y="6152"/>
                    <a:pt x="11276" y="6152"/>
                    <a:pt x="11276" y="6152"/>
                  </a:cubicBezTo>
                  <a:cubicBezTo>
                    <a:pt x="11276" y="6219"/>
                    <a:pt x="11276" y="6219"/>
                    <a:pt x="11276" y="6219"/>
                  </a:cubicBezTo>
                  <a:cubicBezTo>
                    <a:pt x="11220" y="6219"/>
                    <a:pt x="11220" y="6219"/>
                    <a:pt x="11220" y="6219"/>
                  </a:cubicBezTo>
                  <a:cubicBezTo>
                    <a:pt x="11220" y="6286"/>
                    <a:pt x="11220" y="6286"/>
                    <a:pt x="11220" y="6286"/>
                  </a:cubicBezTo>
                  <a:cubicBezTo>
                    <a:pt x="11164" y="6352"/>
                    <a:pt x="11164" y="6352"/>
                    <a:pt x="11164" y="6352"/>
                  </a:cubicBezTo>
                  <a:cubicBezTo>
                    <a:pt x="11164" y="6352"/>
                    <a:pt x="11164" y="6352"/>
                    <a:pt x="11164" y="6352"/>
                  </a:cubicBezTo>
                  <a:cubicBezTo>
                    <a:pt x="11108" y="6419"/>
                    <a:pt x="11108" y="6419"/>
                    <a:pt x="11108" y="6419"/>
                  </a:cubicBezTo>
                  <a:cubicBezTo>
                    <a:pt x="10996" y="6486"/>
                    <a:pt x="10996" y="6486"/>
                    <a:pt x="10996" y="6486"/>
                  </a:cubicBezTo>
                  <a:cubicBezTo>
                    <a:pt x="10940" y="6553"/>
                    <a:pt x="10940" y="6553"/>
                    <a:pt x="10940" y="6553"/>
                  </a:cubicBezTo>
                  <a:cubicBezTo>
                    <a:pt x="10940" y="6553"/>
                    <a:pt x="10940" y="6553"/>
                    <a:pt x="10940" y="6553"/>
                  </a:cubicBezTo>
                  <a:cubicBezTo>
                    <a:pt x="10884" y="6553"/>
                    <a:pt x="10884" y="6553"/>
                    <a:pt x="10884" y="6553"/>
                  </a:cubicBezTo>
                  <a:cubicBezTo>
                    <a:pt x="10884" y="6620"/>
                    <a:pt x="10884" y="6620"/>
                    <a:pt x="10884" y="6620"/>
                  </a:cubicBezTo>
                  <a:cubicBezTo>
                    <a:pt x="10884" y="6620"/>
                    <a:pt x="10884" y="6620"/>
                    <a:pt x="10884" y="6620"/>
                  </a:cubicBezTo>
                  <a:close/>
                  <a:moveTo>
                    <a:pt x="12679" y="7690"/>
                  </a:moveTo>
                  <a:cubicBezTo>
                    <a:pt x="12567" y="7623"/>
                    <a:pt x="12567" y="7623"/>
                    <a:pt x="12567" y="7623"/>
                  </a:cubicBezTo>
                  <a:cubicBezTo>
                    <a:pt x="12567" y="7623"/>
                    <a:pt x="12567" y="7623"/>
                    <a:pt x="12567" y="7623"/>
                  </a:cubicBezTo>
                  <a:cubicBezTo>
                    <a:pt x="12455" y="7623"/>
                    <a:pt x="12455" y="7623"/>
                    <a:pt x="12455" y="7623"/>
                  </a:cubicBezTo>
                  <a:cubicBezTo>
                    <a:pt x="12511" y="7556"/>
                    <a:pt x="12511" y="7556"/>
                    <a:pt x="12511" y="7556"/>
                  </a:cubicBezTo>
                  <a:cubicBezTo>
                    <a:pt x="12511" y="7556"/>
                    <a:pt x="12511" y="7556"/>
                    <a:pt x="12511" y="7556"/>
                  </a:cubicBezTo>
                  <a:cubicBezTo>
                    <a:pt x="12567" y="7556"/>
                    <a:pt x="12567" y="7556"/>
                    <a:pt x="12567" y="7556"/>
                  </a:cubicBezTo>
                  <a:cubicBezTo>
                    <a:pt x="12567" y="7556"/>
                    <a:pt x="12567" y="7556"/>
                    <a:pt x="12567" y="7556"/>
                  </a:cubicBezTo>
                  <a:cubicBezTo>
                    <a:pt x="12567" y="7556"/>
                    <a:pt x="12567" y="7556"/>
                    <a:pt x="12567" y="7556"/>
                  </a:cubicBezTo>
                  <a:cubicBezTo>
                    <a:pt x="12511" y="7556"/>
                    <a:pt x="12511" y="7556"/>
                    <a:pt x="12511" y="7556"/>
                  </a:cubicBezTo>
                  <a:cubicBezTo>
                    <a:pt x="12511" y="7489"/>
                    <a:pt x="12511" y="7489"/>
                    <a:pt x="12511" y="7489"/>
                  </a:cubicBezTo>
                  <a:cubicBezTo>
                    <a:pt x="12567" y="7422"/>
                    <a:pt x="12567" y="7422"/>
                    <a:pt x="12567" y="7422"/>
                  </a:cubicBezTo>
                  <a:cubicBezTo>
                    <a:pt x="12623" y="7356"/>
                    <a:pt x="12623" y="7356"/>
                    <a:pt x="12623" y="7356"/>
                  </a:cubicBezTo>
                  <a:cubicBezTo>
                    <a:pt x="12623" y="7289"/>
                    <a:pt x="12623" y="7289"/>
                    <a:pt x="12623" y="7289"/>
                  </a:cubicBezTo>
                  <a:cubicBezTo>
                    <a:pt x="12623" y="7289"/>
                    <a:pt x="12623" y="7289"/>
                    <a:pt x="12623" y="7289"/>
                  </a:cubicBezTo>
                  <a:cubicBezTo>
                    <a:pt x="12623" y="7222"/>
                    <a:pt x="12623" y="7222"/>
                    <a:pt x="12623" y="7222"/>
                  </a:cubicBezTo>
                  <a:cubicBezTo>
                    <a:pt x="12567" y="7222"/>
                    <a:pt x="12567" y="7222"/>
                    <a:pt x="12567" y="7222"/>
                  </a:cubicBezTo>
                  <a:cubicBezTo>
                    <a:pt x="12623" y="7155"/>
                    <a:pt x="12623" y="7155"/>
                    <a:pt x="12623" y="7155"/>
                  </a:cubicBezTo>
                  <a:cubicBezTo>
                    <a:pt x="12623" y="7088"/>
                    <a:pt x="12623" y="7088"/>
                    <a:pt x="12623" y="7088"/>
                  </a:cubicBezTo>
                  <a:cubicBezTo>
                    <a:pt x="12679" y="7021"/>
                    <a:pt x="12679" y="7021"/>
                    <a:pt x="12679" y="7021"/>
                  </a:cubicBezTo>
                  <a:cubicBezTo>
                    <a:pt x="12679" y="6954"/>
                    <a:pt x="12679" y="6954"/>
                    <a:pt x="12679" y="6954"/>
                  </a:cubicBezTo>
                  <a:cubicBezTo>
                    <a:pt x="12679" y="6954"/>
                    <a:pt x="12679" y="6954"/>
                    <a:pt x="12679" y="6954"/>
                  </a:cubicBezTo>
                  <a:cubicBezTo>
                    <a:pt x="12735" y="6887"/>
                    <a:pt x="12735" y="6887"/>
                    <a:pt x="12735" y="6887"/>
                  </a:cubicBezTo>
                  <a:cubicBezTo>
                    <a:pt x="12735" y="6821"/>
                    <a:pt x="12735" y="6821"/>
                    <a:pt x="12735" y="6821"/>
                  </a:cubicBezTo>
                  <a:cubicBezTo>
                    <a:pt x="12791" y="6821"/>
                    <a:pt x="12791" y="6821"/>
                    <a:pt x="12791" y="6821"/>
                  </a:cubicBezTo>
                  <a:cubicBezTo>
                    <a:pt x="12791" y="6754"/>
                    <a:pt x="12791" y="6754"/>
                    <a:pt x="12791" y="6754"/>
                  </a:cubicBezTo>
                  <a:cubicBezTo>
                    <a:pt x="12847" y="6687"/>
                    <a:pt x="12847" y="6687"/>
                    <a:pt x="12847" y="6687"/>
                  </a:cubicBezTo>
                  <a:cubicBezTo>
                    <a:pt x="12847" y="6620"/>
                    <a:pt x="12847" y="6620"/>
                    <a:pt x="12847" y="6620"/>
                  </a:cubicBezTo>
                  <a:cubicBezTo>
                    <a:pt x="12903" y="6620"/>
                    <a:pt x="12903" y="6620"/>
                    <a:pt x="12903" y="6620"/>
                  </a:cubicBezTo>
                  <a:cubicBezTo>
                    <a:pt x="12903" y="6553"/>
                    <a:pt x="12903" y="6553"/>
                    <a:pt x="12903" y="6553"/>
                  </a:cubicBezTo>
                  <a:cubicBezTo>
                    <a:pt x="12903" y="6553"/>
                    <a:pt x="12903" y="6553"/>
                    <a:pt x="12903" y="6553"/>
                  </a:cubicBezTo>
                  <a:cubicBezTo>
                    <a:pt x="12903" y="6486"/>
                    <a:pt x="12903" y="6486"/>
                    <a:pt x="12903" y="6486"/>
                  </a:cubicBezTo>
                  <a:cubicBezTo>
                    <a:pt x="12959" y="6486"/>
                    <a:pt x="12959" y="6486"/>
                    <a:pt x="12959" y="6486"/>
                  </a:cubicBezTo>
                  <a:cubicBezTo>
                    <a:pt x="13016" y="6553"/>
                    <a:pt x="13016" y="6553"/>
                    <a:pt x="13016" y="6553"/>
                  </a:cubicBezTo>
                  <a:cubicBezTo>
                    <a:pt x="13016" y="6620"/>
                    <a:pt x="13016" y="6620"/>
                    <a:pt x="13016" y="6620"/>
                  </a:cubicBezTo>
                  <a:cubicBezTo>
                    <a:pt x="13072" y="6620"/>
                    <a:pt x="13072" y="6620"/>
                    <a:pt x="13072" y="6620"/>
                  </a:cubicBezTo>
                  <a:cubicBezTo>
                    <a:pt x="13072" y="6553"/>
                    <a:pt x="13072" y="6553"/>
                    <a:pt x="13072" y="6553"/>
                  </a:cubicBezTo>
                  <a:cubicBezTo>
                    <a:pt x="13016" y="6486"/>
                    <a:pt x="13016" y="6486"/>
                    <a:pt x="13016" y="6486"/>
                  </a:cubicBezTo>
                  <a:cubicBezTo>
                    <a:pt x="13016" y="6486"/>
                    <a:pt x="13016" y="6486"/>
                    <a:pt x="13016" y="6486"/>
                  </a:cubicBezTo>
                  <a:cubicBezTo>
                    <a:pt x="13072" y="6486"/>
                    <a:pt x="13072" y="6486"/>
                    <a:pt x="13072" y="6486"/>
                  </a:cubicBezTo>
                  <a:cubicBezTo>
                    <a:pt x="13016" y="6419"/>
                    <a:pt x="13016" y="6419"/>
                    <a:pt x="13016" y="6419"/>
                  </a:cubicBezTo>
                  <a:cubicBezTo>
                    <a:pt x="13072" y="6352"/>
                    <a:pt x="13072" y="6352"/>
                    <a:pt x="13072" y="6352"/>
                  </a:cubicBezTo>
                  <a:cubicBezTo>
                    <a:pt x="13184" y="6286"/>
                    <a:pt x="13184" y="6286"/>
                    <a:pt x="13184" y="6286"/>
                  </a:cubicBezTo>
                  <a:cubicBezTo>
                    <a:pt x="13240" y="6286"/>
                    <a:pt x="13240" y="6286"/>
                    <a:pt x="13240" y="6286"/>
                  </a:cubicBezTo>
                  <a:cubicBezTo>
                    <a:pt x="13296" y="6286"/>
                    <a:pt x="13296" y="6286"/>
                    <a:pt x="13296" y="6286"/>
                  </a:cubicBezTo>
                  <a:cubicBezTo>
                    <a:pt x="13296" y="6352"/>
                    <a:pt x="13296" y="6352"/>
                    <a:pt x="13296" y="6352"/>
                  </a:cubicBezTo>
                  <a:cubicBezTo>
                    <a:pt x="13352" y="6286"/>
                    <a:pt x="13352" y="6286"/>
                    <a:pt x="13352" y="6286"/>
                  </a:cubicBezTo>
                  <a:cubicBezTo>
                    <a:pt x="13352" y="6352"/>
                    <a:pt x="13352" y="6352"/>
                    <a:pt x="13352" y="6352"/>
                  </a:cubicBezTo>
                  <a:cubicBezTo>
                    <a:pt x="13408" y="6352"/>
                    <a:pt x="13408" y="6352"/>
                    <a:pt x="13408" y="6352"/>
                  </a:cubicBezTo>
                  <a:cubicBezTo>
                    <a:pt x="13464" y="6352"/>
                    <a:pt x="13464" y="6352"/>
                    <a:pt x="13464" y="6352"/>
                  </a:cubicBezTo>
                  <a:cubicBezTo>
                    <a:pt x="13521" y="6352"/>
                    <a:pt x="13521" y="6352"/>
                    <a:pt x="13521" y="6352"/>
                  </a:cubicBezTo>
                  <a:cubicBezTo>
                    <a:pt x="13521" y="6419"/>
                    <a:pt x="13521" y="6419"/>
                    <a:pt x="13521" y="6419"/>
                  </a:cubicBezTo>
                  <a:cubicBezTo>
                    <a:pt x="13577" y="6419"/>
                    <a:pt x="13577" y="6419"/>
                    <a:pt x="13577" y="6419"/>
                  </a:cubicBezTo>
                  <a:cubicBezTo>
                    <a:pt x="13577" y="6419"/>
                    <a:pt x="13577" y="6419"/>
                    <a:pt x="13577" y="6419"/>
                  </a:cubicBezTo>
                  <a:cubicBezTo>
                    <a:pt x="13633" y="6486"/>
                    <a:pt x="13633" y="6486"/>
                    <a:pt x="13633" y="6486"/>
                  </a:cubicBezTo>
                  <a:cubicBezTo>
                    <a:pt x="13577" y="6486"/>
                    <a:pt x="13577" y="6486"/>
                    <a:pt x="13577" y="6486"/>
                  </a:cubicBezTo>
                  <a:cubicBezTo>
                    <a:pt x="13633" y="6553"/>
                    <a:pt x="13633" y="6553"/>
                    <a:pt x="13633" y="6553"/>
                  </a:cubicBezTo>
                  <a:cubicBezTo>
                    <a:pt x="13633" y="6486"/>
                    <a:pt x="13633" y="6486"/>
                    <a:pt x="13633" y="6486"/>
                  </a:cubicBezTo>
                  <a:cubicBezTo>
                    <a:pt x="13745" y="6486"/>
                    <a:pt x="13745" y="6486"/>
                    <a:pt x="13745" y="6486"/>
                  </a:cubicBezTo>
                  <a:cubicBezTo>
                    <a:pt x="13857" y="6553"/>
                    <a:pt x="13857" y="6553"/>
                    <a:pt x="13857" y="6553"/>
                  </a:cubicBezTo>
                  <a:cubicBezTo>
                    <a:pt x="13913" y="6553"/>
                    <a:pt x="13913" y="6553"/>
                    <a:pt x="13913" y="6553"/>
                  </a:cubicBezTo>
                  <a:cubicBezTo>
                    <a:pt x="13913" y="6620"/>
                    <a:pt x="13913" y="6620"/>
                    <a:pt x="13913" y="6620"/>
                  </a:cubicBezTo>
                  <a:cubicBezTo>
                    <a:pt x="13913" y="6620"/>
                    <a:pt x="13913" y="6620"/>
                    <a:pt x="13913" y="6620"/>
                  </a:cubicBezTo>
                  <a:cubicBezTo>
                    <a:pt x="13969" y="6687"/>
                    <a:pt x="13969" y="6687"/>
                    <a:pt x="13969" y="6687"/>
                  </a:cubicBezTo>
                  <a:cubicBezTo>
                    <a:pt x="13913" y="6687"/>
                    <a:pt x="13913" y="6687"/>
                    <a:pt x="13913" y="6687"/>
                  </a:cubicBezTo>
                  <a:cubicBezTo>
                    <a:pt x="13913" y="6687"/>
                    <a:pt x="13913" y="6687"/>
                    <a:pt x="13913" y="6687"/>
                  </a:cubicBezTo>
                  <a:cubicBezTo>
                    <a:pt x="13857" y="6754"/>
                    <a:pt x="13857" y="6754"/>
                    <a:pt x="13857" y="6754"/>
                  </a:cubicBezTo>
                  <a:cubicBezTo>
                    <a:pt x="13801" y="6821"/>
                    <a:pt x="13801" y="6821"/>
                    <a:pt x="13801" y="6821"/>
                  </a:cubicBezTo>
                  <a:cubicBezTo>
                    <a:pt x="13801" y="6887"/>
                    <a:pt x="13801" y="6887"/>
                    <a:pt x="13801" y="6887"/>
                  </a:cubicBezTo>
                  <a:cubicBezTo>
                    <a:pt x="13745" y="6887"/>
                    <a:pt x="13745" y="6887"/>
                    <a:pt x="13745" y="6887"/>
                  </a:cubicBezTo>
                  <a:cubicBezTo>
                    <a:pt x="13745" y="6887"/>
                    <a:pt x="13745" y="6887"/>
                    <a:pt x="13745" y="6887"/>
                  </a:cubicBezTo>
                  <a:cubicBezTo>
                    <a:pt x="13633" y="6954"/>
                    <a:pt x="13633" y="6954"/>
                    <a:pt x="13633" y="6954"/>
                  </a:cubicBezTo>
                  <a:cubicBezTo>
                    <a:pt x="13577" y="7088"/>
                    <a:pt x="13577" y="7088"/>
                    <a:pt x="13577" y="7088"/>
                  </a:cubicBezTo>
                  <a:cubicBezTo>
                    <a:pt x="13521" y="7088"/>
                    <a:pt x="13521" y="7088"/>
                    <a:pt x="13521" y="7088"/>
                  </a:cubicBezTo>
                  <a:cubicBezTo>
                    <a:pt x="13521" y="7088"/>
                    <a:pt x="13521" y="7088"/>
                    <a:pt x="13521" y="7088"/>
                  </a:cubicBezTo>
                  <a:cubicBezTo>
                    <a:pt x="13521" y="7088"/>
                    <a:pt x="13521" y="7088"/>
                    <a:pt x="13521" y="7088"/>
                  </a:cubicBezTo>
                  <a:cubicBezTo>
                    <a:pt x="13521" y="7155"/>
                    <a:pt x="13521" y="7155"/>
                    <a:pt x="13521" y="7155"/>
                  </a:cubicBezTo>
                  <a:cubicBezTo>
                    <a:pt x="13408" y="7222"/>
                    <a:pt x="13408" y="7222"/>
                    <a:pt x="13408" y="7222"/>
                  </a:cubicBezTo>
                  <a:cubicBezTo>
                    <a:pt x="13352" y="7289"/>
                    <a:pt x="13352" y="7289"/>
                    <a:pt x="13352" y="7289"/>
                  </a:cubicBezTo>
                  <a:cubicBezTo>
                    <a:pt x="13296" y="7356"/>
                    <a:pt x="13296" y="7356"/>
                    <a:pt x="13296" y="7356"/>
                  </a:cubicBezTo>
                  <a:cubicBezTo>
                    <a:pt x="13240" y="7356"/>
                    <a:pt x="13240" y="7356"/>
                    <a:pt x="13240" y="7356"/>
                  </a:cubicBezTo>
                  <a:cubicBezTo>
                    <a:pt x="13184" y="7356"/>
                    <a:pt x="13184" y="7356"/>
                    <a:pt x="13184" y="7356"/>
                  </a:cubicBezTo>
                  <a:cubicBezTo>
                    <a:pt x="13184" y="7289"/>
                    <a:pt x="13184" y="7289"/>
                    <a:pt x="13184" y="7289"/>
                  </a:cubicBezTo>
                  <a:cubicBezTo>
                    <a:pt x="13128" y="7356"/>
                    <a:pt x="13128" y="7356"/>
                    <a:pt x="13128" y="7356"/>
                  </a:cubicBezTo>
                  <a:cubicBezTo>
                    <a:pt x="13072" y="7289"/>
                    <a:pt x="13072" y="7289"/>
                    <a:pt x="13072" y="7289"/>
                  </a:cubicBezTo>
                  <a:cubicBezTo>
                    <a:pt x="13072" y="7222"/>
                    <a:pt x="13072" y="7222"/>
                    <a:pt x="13072" y="7222"/>
                  </a:cubicBezTo>
                  <a:cubicBezTo>
                    <a:pt x="13072" y="7222"/>
                    <a:pt x="13072" y="7222"/>
                    <a:pt x="13072" y="7222"/>
                  </a:cubicBezTo>
                  <a:cubicBezTo>
                    <a:pt x="13016" y="7222"/>
                    <a:pt x="13016" y="7222"/>
                    <a:pt x="13016" y="7222"/>
                  </a:cubicBezTo>
                  <a:cubicBezTo>
                    <a:pt x="12959" y="7222"/>
                    <a:pt x="12959" y="7222"/>
                    <a:pt x="12959" y="7222"/>
                  </a:cubicBezTo>
                  <a:cubicBezTo>
                    <a:pt x="12903" y="7222"/>
                    <a:pt x="12903" y="7222"/>
                    <a:pt x="12903" y="7222"/>
                  </a:cubicBezTo>
                  <a:cubicBezTo>
                    <a:pt x="12903" y="7222"/>
                    <a:pt x="12903" y="7222"/>
                    <a:pt x="12903" y="7222"/>
                  </a:cubicBezTo>
                  <a:cubicBezTo>
                    <a:pt x="12847" y="7222"/>
                    <a:pt x="12847" y="7222"/>
                    <a:pt x="12847" y="7222"/>
                  </a:cubicBezTo>
                  <a:cubicBezTo>
                    <a:pt x="12847" y="7222"/>
                    <a:pt x="12847" y="7222"/>
                    <a:pt x="12847" y="7222"/>
                  </a:cubicBezTo>
                  <a:cubicBezTo>
                    <a:pt x="12847" y="7222"/>
                    <a:pt x="12847" y="7222"/>
                    <a:pt x="12847" y="7222"/>
                  </a:cubicBezTo>
                  <a:cubicBezTo>
                    <a:pt x="12959" y="7222"/>
                    <a:pt x="12959" y="7222"/>
                    <a:pt x="12959" y="7222"/>
                  </a:cubicBezTo>
                  <a:cubicBezTo>
                    <a:pt x="12959" y="7289"/>
                    <a:pt x="12959" y="7289"/>
                    <a:pt x="12959" y="7289"/>
                  </a:cubicBezTo>
                  <a:cubicBezTo>
                    <a:pt x="12903" y="7356"/>
                    <a:pt x="12903" y="7356"/>
                    <a:pt x="12903" y="7356"/>
                  </a:cubicBezTo>
                  <a:cubicBezTo>
                    <a:pt x="12959" y="7356"/>
                    <a:pt x="12959" y="7356"/>
                    <a:pt x="12959" y="7356"/>
                  </a:cubicBezTo>
                  <a:cubicBezTo>
                    <a:pt x="12959" y="7422"/>
                    <a:pt x="12959" y="7422"/>
                    <a:pt x="12959" y="7422"/>
                  </a:cubicBezTo>
                  <a:cubicBezTo>
                    <a:pt x="12903" y="7489"/>
                    <a:pt x="12903" y="7489"/>
                    <a:pt x="12903" y="7489"/>
                  </a:cubicBezTo>
                  <a:cubicBezTo>
                    <a:pt x="12903" y="7489"/>
                    <a:pt x="12903" y="7489"/>
                    <a:pt x="12903" y="7489"/>
                  </a:cubicBezTo>
                  <a:cubicBezTo>
                    <a:pt x="12847" y="7556"/>
                    <a:pt x="12847" y="7556"/>
                    <a:pt x="12847" y="7556"/>
                  </a:cubicBezTo>
                  <a:cubicBezTo>
                    <a:pt x="12791" y="7556"/>
                    <a:pt x="12791" y="7556"/>
                    <a:pt x="12791" y="7556"/>
                  </a:cubicBezTo>
                  <a:cubicBezTo>
                    <a:pt x="12791" y="7556"/>
                    <a:pt x="12791" y="7556"/>
                    <a:pt x="12791" y="7556"/>
                  </a:cubicBezTo>
                  <a:cubicBezTo>
                    <a:pt x="12735" y="7623"/>
                    <a:pt x="12735" y="7623"/>
                    <a:pt x="12735" y="7623"/>
                  </a:cubicBezTo>
                  <a:cubicBezTo>
                    <a:pt x="12735" y="7623"/>
                    <a:pt x="12735" y="7623"/>
                    <a:pt x="12735" y="7623"/>
                  </a:cubicBezTo>
                  <a:cubicBezTo>
                    <a:pt x="12679" y="7623"/>
                    <a:pt x="12679" y="7623"/>
                    <a:pt x="12679" y="7623"/>
                  </a:cubicBezTo>
                  <a:cubicBezTo>
                    <a:pt x="12679" y="7690"/>
                    <a:pt x="12679" y="7690"/>
                    <a:pt x="12679" y="7690"/>
                  </a:cubicBezTo>
                  <a:cubicBezTo>
                    <a:pt x="12679" y="7690"/>
                    <a:pt x="12679" y="7690"/>
                    <a:pt x="12679" y="7690"/>
                  </a:cubicBezTo>
                  <a:close/>
                  <a:moveTo>
                    <a:pt x="15709" y="7957"/>
                  </a:moveTo>
                  <a:cubicBezTo>
                    <a:pt x="15652" y="7891"/>
                    <a:pt x="15652" y="7891"/>
                    <a:pt x="15652" y="7891"/>
                  </a:cubicBezTo>
                  <a:cubicBezTo>
                    <a:pt x="15596" y="7891"/>
                    <a:pt x="15596" y="7891"/>
                    <a:pt x="15596" y="7891"/>
                  </a:cubicBezTo>
                  <a:cubicBezTo>
                    <a:pt x="15596" y="7824"/>
                    <a:pt x="15596" y="7824"/>
                    <a:pt x="15596" y="7824"/>
                  </a:cubicBezTo>
                  <a:cubicBezTo>
                    <a:pt x="15540" y="7824"/>
                    <a:pt x="15540" y="7824"/>
                    <a:pt x="15540" y="7824"/>
                  </a:cubicBezTo>
                  <a:cubicBezTo>
                    <a:pt x="15540" y="7757"/>
                    <a:pt x="15540" y="7757"/>
                    <a:pt x="15540" y="7757"/>
                  </a:cubicBezTo>
                  <a:cubicBezTo>
                    <a:pt x="15540" y="7690"/>
                    <a:pt x="15540" y="7690"/>
                    <a:pt x="15540" y="7690"/>
                  </a:cubicBezTo>
                  <a:cubicBezTo>
                    <a:pt x="15596" y="7623"/>
                    <a:pt x="15596" y="7623"/>
                    <a:pt x="15596" y="7623"/>
                  </a:cubicBezTo>
                  <a:cubicBezTo>
                    <a:pt x="15596" y="7623"/>
                    <a:pt x="15596" y="7623"/>
                    <a:pt x="15596" y="7623"/>
                  </a:cubicBezTo>
                  <a:cubicBezTo>
                    <a:pt x="15596" y="7556"/>
                    <a:pt x="15596" y="7556"/>
                    <a:pt x="15596" y="7556"/>
                  </a:cubicBezTo>
                  <a:cubicBezTo>
                    <a:pt x="15596" y="7556"/>
                    <a:pt x="15596" y="7556"/>
                    <a:pt x="15596" y="7556"/>
                  </a:cubicBezTo>
                  <a:cubicBezTo>
                    <a:pt x="15540" y="7489"/>
                    <a:pt x="15540" y="7489"/>
                    <a:pt x="15540" y="7489"/>
                  </a:cubicBezTo>
                  <a:cubicBezTo>
                    <a:pt x="15540" y="7489"/>
                    <a:pt x="15540" y="7489"/>
                    <a:pt x="15540" y="7489"/>
                  </a:cubicBezTo>
                  <a:cubicBezTo>
                    <a:pt x="15540" y="7356"/>
                    <a:pt x="15540" y="7356"/>
                    <a:pt x="15540" y="7356"/>
                  </a:cubicBezTo>
                  <a:cubicBezTo>
                    <a:pt x="15596" y="7356"/>
                    <a:pt x="15596" y="7356"/>
                    <a:pt x="15596" y="7356"/>
                  </a:cubicBezTo>
                  <a:cubicBezTo>
                    <a:pt x="15596" y="7356"/>
                    <a:pt x="15596" y="7356"/>
                    <a:pt x="15596" y="7356"/>
                  </a:cubicBezTo>
                  <a:cubicBezTo>
                    <a:pt x="15596" y="7289"/>
                    <a:pt x="15596" y="7289"/>
                    <a:pt x="15596" y="7289"/>
                  </a:cubicBezTo>
                  <a:cubicBezTo>
                    <a:pt x="15652" y="7222"/>
                    <a:pt x="15652" y="7222"/>
                    <a:pt x="15652" y="7222"/>
                  </a:cubicBezTo>
                  <a:cubicBezTo>
                    <a:pt x="15652" y="7155"/>
                    <a:pt x="15652" y="7155"/>
                    <a:pt x="15652" y="7155"/>
                  </a:cubicBezTo>
                  <a:cubicBezTo>
                    <a:pt x="15709" y="7155"/>
                    <a:pt x="15709" y="7155"/>
                    <a:pt x="15709" y="7155"/>
                  </a:cubicBezTo>
                  <a:cubicBezTo>
                    <a:pt x="15709" y="7222"/>
                    <a:pt x="15709" y="7222"/>
                    <a:pt x="15709" y="7222"/>
                  </a:cubicBezTo>
                  <a:cubicBezTo>
                    <a:pt x="15709" y="7222"/>
                    <a:pt x="15709" y="7222"/>
                    <a:pt x="15709" y="7222"/>
                  </a:cubicBezTo>
                  <a:cubicBezTo>
                    <a:pt x="15821" y="7289"/>
                    <a:pt x="15821" y="7289"/>
                    <a:pt x="15821" y="7289"/>
                  </a:cubicBezTo>
                  <a:cubicBezTo>
                    <a:pt x="15877" y="7289"/>
                    <a:pt x="15877" y="7289"/>
                    <a:pt x="15877" y="7289"/>
                  </a:cubicBezTo>
                  <a:cubicBezTo>
                    <a:pt x="15933" y="7356"/>
                    <a:pt x="15933" y="7356"/>
                    <a:pt x="15933" y="7356"/>
                  </a:cubicBezTo>
                  <a:cubicBezTo>
                    <a:pt x="15933" y="7289"/>
                    <a:pt x="15933" y="7289"/>
                    <a:pt x="15933" y="7289"/>
                  </a:cubicBezTo>
                  <a:cubicBezTo>
                    <a:pt x="16045" y="7356"/>
                    <a:pt x="16045" y="7356"/>
                    <a:pt x="16045" y="7356"/>
                  </a:cubicBezTo>
                  <a:cubicBezTo>
                    <a:pt x="16101" y="7356"/>
                    <a:pt x="16101" y="7356"/>
                    <a:pt x="16101" y="7356"/>
                  </a:cubicBezTo>
                  <a:cubicBezTo>
                    <a:pt x="16101" y="7356"/>
                    <a:pt x="16101" y="7356"/>
                    <a:pt x="16101" y="7356"/>
                  </a:cubicBezTo>
                  <a:cubicBezTo>
                    <a:pt x="16157" y="7422"/>
                    <a:pt x="16157" y="7422"/>
                    <a:pt x="16157" y="7422"/>
                  </a:cubicBezTo>
                  <a:cubicBezTo>
                    <a:pt x="16214" y="7489"/>
                    <a:pt x="16214" y="7489"/>
                    <a:pt x="16214" y="7489"/>
                  </a:cubicBezTo>
                  <a:cubicBezTo>
                    <a:pt x="16214" y="7489"/>
                    <a:pt x="16214" y="7489"/>
                    <a:pt x="16214" y="7489"/>
                  </a:cubicBezTo>
                  <a:cubicBezTo>
                    <a:pt x="16214" y="7556"/>
                    <a:pt x="16214" y="7556"/>
                    <a:pt x="16214" y="7556"/>
                  </a:cubicBezTo>
                  <a:cubicBezTo>
                    <a:pt x="16214" y="7623"/>
                    <a:pt x="16214" y="7623"/>
                    <a:pt x="16214" y="7623"/>
                  </a:cubicBezTo>
                  <a:cubicBezTo>
                    <a:pt x="16270" y="7623"/>
                    <a:pt x="16270" y="7623"/>
                    <a:pt x="16270" y="7623"/>
                  </a:cubicBezTo>
                  <a:cubicBezTo>
                    <a:pt x="16270" y="7690"/>
                    <a:pt x="16270" y="7690"/>
                    <a:pt x="16270" y="7690"/>
                  </a:cubicBezTo>
                  <a:cubicBezTo>
                    <a:pt x="16270" y="7690"/>
                    <a:pt x="16270" y="7690"/>
                    <a:pt x="16270" y="7690"/>
                  </a:cubicBezTo>
                  <a:cubicBezTo>
                    <a:pt x="16270" y="7757"/>
                    <a:pt x="16270" y="7757"/>
                    <a:pt x="16270" y="7757"/>
                  </a:cubicBezTo>
                  <a:cubicBezTo>
                    <a:pt x="16270" y="7824"/>
                    <a:pt x="16270" y="7824"/>
                    <a:pt x="16270" y="7824"/>
                  </a:cubicBezTo>
                  <a:cubicBezTo>
                    <a:pt x="16270" y="7824"/>
                    <a:pt x="16270" y="7824"/>
                    <a:pt x="16270" y="7824"/>
                  </a:cubicBezTo>
                  <a:cubicBezTo>
                    <a:pt x="16270" y="7891"/>
                    <a:pt x="16270" y="7891"/>
                    <a:pt x="16270" y="7891"/>
                  </a:cubicBezTo>
                  <a:cubicBezTo>
                    <a:pt x="16326" y="7891"/>
                    <a:pt x="16326" y="7891"/>
                    <a:pt x="16326" y="7891"/>
                  </a:cubicBezTo>
                  <a:cubicBezTo>
                    <a:pt x="16326" y="7957"/>
                    <a:pt x="16326" y="7957"/>
                    <a:pt x="16326" y="7957"/>
                  </a:cubicBezTo>
                  <a:cubicBezTo>
                    <a:pt x="16270" y="7957"/>
                    <a:pt x="16270" y="7957"/>
                    <a:pt x="16270" y="7957"/>
                  </a:cubicBezTo>
                  <a:cubicBezTo>
                    <a:pt x="16270" y="7957"/>
                    <a:pt x="16270" y="7957"/>
                    <a:pt x="16270" y="7957"/>
                  </a:cubicBezTo>
                  <a:cubicBezTo>
                    <a:pt x="16157" y="7957"/>
                    <a:pt x="16157" y="7957"/>
                    <a:pt x="16157" y="7957"/>
                  </a:cubicBezTo>
                  <a:cubicBezTo>
                    <a:pt x="16157" y="7957"/>
                    <a:pt x="16157" y="7957"/>
                    <a:pt x="16157" y="7957"/>
                  </a:cubicBezTo>
                  <a:cubicBezTo>
                    <a:pt x="16045" y="7891"/>
                    <a:pt x="16045" y="7891"/>
                    <a:pt x="16045" y="7891"/>
                  </a:cubicBezTo>
                  <a:cubicBezTo>
                    <a:pt x="16045" y="7891"/>
                    <a:pt x="16045" y="7891"/>
                    <a:pt x="16045" y="7891"/>
                  </a:cubicBezTo>
                  <a:cubicBezTo>
                    <a:pt x="15989" y="7891"/>
                    <a:pt x="15989" y="7891"/>
                    <a:pt x="15989" y="7891"/>
                  </a:cubicBezTo>
                  <a:cubicBezTo>
                    <a:pt x="15933" y="7891"/>
                    <a:pt x="15933" y="7891"/>
                    <a:pt x="15933" y="7891"/>
                  </a:cubicBezTo>
                  <a:cubicBezTo>
                    <a:pt x="15933" y="7824"/>
                    <a:pt x="15933" y="7824"/>
                    <a:pt x="15933" y="7824"/>
                  </a:cubicBezTo>
                  <a:cubicBezTo>
                    <a:pt x="15821" y="7891"/>
                    <a:pt x="15821" y="7891"/>
                    <a:pt x="15821" y="7891"/>
                  </a:cubicBezTo>
                  <a:cubicBezTo>
                    <a:pt x="15821" y="7891"/>
                    <a:pt x="15821" y="7891"/>
                    <a:pt x="15821" y="7891"/>
                  </a:cubicBezTo>
                  <a:cubicBezTo>
                    <a:pt x="15765" y="7957"/>
                    <a:pt x="15765" y="7957"/>
                    <a:pt x="15765" y="7957"/>
                  </a:cubicBezTo>
                  <a:cubicBezTo>
                    <a:pt x="15709" y="7957"/>
                    <a:pt x="15709" y="7957"/>
                    <a:pt x="15709" y="7957"/>
                  </a:cubicBezTo>
                  <a:close/>
                  <a:moveTo>
                    <a:pt x="15428" y="8024"/>
                  </a:moveTo>
                  <a:cubicBezTo>
                    <a:pt x="15428" y="7957"/>
                    <a:pt x="15428" y="7957"/>
                    <a:pt x="15428" y="7957"/>
                  </a:cubicBezTo>
                  <a:cubicBezTo>
                    <a:pt x="15428" y="7957"/>
                    <a:pt x="15428" y="7957"/>
                    <a:pt x="15428" y="7957"/>
                  </a:cubicBezTo>
                  <a:cubicBezTo>
                    <a:pt x="15484" y="7957"/>
                    <a:pt x="15484" y="7957"/>
                    <a:pt x="15484" y="7957"/>
                  </a:cubicBezTo>
                  <a:cubicBezTo>
                    <a:pt x="15484" y="7957"/>
                    <a:pt x="15484" y="7957"/>
                    <a:pt x="15484" y="7957"/>
                  </a:cubicBezTo>
                  <a:cubicBezTo>
                    <a:pt x="15428" y="8024"/>
                    <a:pt x="15428" y="8024"/>
                    <a:pt x="15428" y="8024"/>
                  </a:cubicBezTo>
                  <a:close/>
                  <a:moveTo>
                    <a:pt x="15484" y="8091"/>
                  </a:moveTo>
                  <a:cubicBezTo>
                    <a:pt x="15484" y="8024"/>
                    <a:pt x="15484" y="8024"/>
                    <a:pt x="15484" y="8024"/>
                  </a:cubicBezTo>
                  <a:cubicBezTo>
                    <a:pt x="15484" y="8024"/>
                    <a:pt x="15484" y="8024"/>
                    <a:pt x="15484" y="8024"/>
                  </a:cubicBezTo>
                  <a:cubicBezTo>
                    <a:pt x="15540" y="8024"/>
                    <a:pt x="15540" y="8024"/>
                    <a:pt x="15540" y="8024"/>
                  </a:cubicBezTo>
                  <a:cubicBezTo>
                    <a:pt x="15540" y="8024"/>
                    <a:pt x="15540" y="8024"/>
                    <a:pt x="15540" y="8024"/>
                  </a:cubicBezTo>
                  <a:cubicBezTo>
                    <a:pt x="15484" y="8091"/>
                    <a:pt x="15484" y="8091"/>
                    <a:pt x="15484" y="8091"/>
                  </a:cubicBezTo>
                  <a:close/>
                  <a:moveTo>
                    <a:pt x="15652" y="8091"/>
                  </a:moveTo>
                  <a:cubicBezTo>
                    <a:pt x="15596" y="8024"/>
                    <a:pt x="15596" y="8024"/>
                    <a:pt x="15596" y="8024"/>
                  </a:cubicBezTo>
                  <a:cubicBezTo>
                    <a:pt x="15596" y="8024"/>
                    <a:pt x="15596" y="8024"/>
                    <a:pt x="15596" y="8024"/>
                  </a:cubicBezTo>
                  <a:cubicBezTo>
                    <a:pt x="15596" y="8024"/>
                    <a:pt x="15596" y="8024"/>
                    <a:pt x="15596" y="8024"/>
                  </a:cubicBezTo>
                  <a:cubicBezTo>
                    <a:pt x="15652" y="8024"/>
                    <a:pt x="15652" y="8024"/>
                    <a:pt x="15652" y="8024"/>
                  </a:cubicBezTo>
                  <a:cubicBezTo>
                    <a:pt x="15652" y="8091"/>
                    <a:pt x="15652" y="8091"/>
                    <a:pt x="15652" y="8091"/>
                  </a:cubicBezTo>
                  <a:close/>
                  <a:moveTo>
                    <a:pt x="12567" y="9228"/>
                  </a:moveTo>
                  <a:cubicBezTo>
                    <a:pt x="12567" y="9161"/>
                    <a:pt x="12567" y="9161"/>
                    <a:pt x="12567" y="9161"/>
                  </a:cubicBezTo>
                  <a:cubicBezTo>
                    <a:pt x="12567" y="9161"/>
                    <a:pt x="12567" y="9161"/>
                    <a:pt x="12567" y="9161"/>
                  </a:cubicBezTo>
                  <a:cubicBezTo>
                    <a:pt x="12567" y="9161"/>
                    <a:pt x="12567" y="9161"/>
                    <a:pt x="12567" y="9161"/>
                  </a:cubicBezTo>
                  <a:cubicBezTo>
                    <a:pt x="12623" y="9161"/>
                    <a:pt x="12623" y="9161"/>
                    <a:pt x="12623" y="9161"/>
                  </a:cubicBezTo>
                  <a:cubicBezTo>
                    <a:pt x="12623" y="9161"/>
                    <a:pt x="12623" y="9161"/>
                    <a:pt x="12623" y="9161"/>
                  </a:cubicBezTo>
                  <a:cubicBezTo>
                    <a:pt x="12567" y="9161"/>
                    <a:pt x="12567" y="9161"/>
                    <a:pt x="12567" y="9161"/>
                  </a:cubicBezTo>
                  <a:cubicBezTo>
                    <a:pt x="12567" y="9228"/>
                    <a:pt x="12567" y="9228"/>
                    <a:pt x="12567" y="9228"/>
                  </a:cubicBezTo>
                  <a:close/>
                  <a:moveTo>
                    <a:pt x="12679" y="9495"/>
                  </a:moveTo>
                  <a:cubicBezTo>
                    <a:pt x="12679" y="9562"/>
                    <a:pt x="12679" y="9562"/>
                    <a:pt x="12679" y="9562"/>
                  </a:cubicBezTo>
                  <a:cubicBezTo>
                    <a:pt x="12735" y="9495"/>
                    <a:pt x="12735" y="9495"/>
                    <a:pt x="12735" y="9495"/>
                  </a:cubicBezTo>
                  <a:cubicBezTo>
                    <a:pt x="12735" y="9495"/>
                    <a:pt x="12735" y="9495"/>
                    <a:pt x="12735" y="9495"/>
                  </a:cubicBezTo>
                  <a:cubicBezTo>
                    <a:pt x="12735" y="9429"/>
                    <a:pt x="12735" y="9429"/>
                    <a:pt x="12735" y="9429"/>
                  </a:cubicBezTo>
                  <a:cubicBezTo>
                    <a:pt x="12735" y="9429"/>
                    <a:pt x="12735" y="9429"/>
                    <a:pt x="12735" y="9429"/>
                  </a:cubicBezTo>
                  <a:cubicBezTo>
                    <a:pt x="12679" y="9495"/>
                    <a:pt x="12679" y="9495"/>
                    <a:pt x="12679" y="9495"/>
                  </a:cubicBezTo>
                  <a:close/>
                  <a:moveTo>
                    <a:pt x="12679" y="9495"/>
                  </a:moveTo>
                  <a:cubicBezTo>
                    <a:pt x="12623" y="9495"/>
                    <a:pt x="12623" y="9495"/>
                    <a:pt x="12623" y="9495"/>
                  </a:cubicBezTo>
                  <a:cubicBezTo>
                    <a:pt x="12679" y="9562"/>
                    <a:pt x="12679" y="9562"/>
                    <a:pt x="12679" y="9562"/>
                  </a:cubicBezTo>
                  <a:cubicBezTo>
                    <a:pt x="12679" y="9562"/>
                    <a:pt x="12679" y="9562"/>
                    <a:pt x="12679" y="9562"/>
                  </a:cubicBezTo>
                  <a:cubicBezTo>
                    <a:pt x="12679" y="9562"/>
                    <a:pt x="12679" y="9562"/>
                    <a:pt x="12679" y="9562"/>
                  </a:cubicBezTo>
                  <a:cubicBezTo>
                    <a:pt x="12679" y="9562"/>
                    <a:pt x="12679" y="9562"/>
                    <a:pt x="12679" y="9562"/>
                  </a:cubicBezTo>
                  <a:cubicBezTo>
                    <a:pt x="12679" y="9495"/>
                    <a:pt x="12679" y="9495"/>
                    <a:pt x="12679" y="9495"/>
                  </a:cubicBezTo>
                  <a:cubicBezTo>
                    <a:pt x="12679" y="9429"/>
                    <a:pt x="12679" y="9429"/>
                    <a:pt x="12679" y="9429"/>
                  </a:cubicBezTo>
                  <a:cubicBezTo>
                    <a:pt x="12679" y="9495"/>
                    <a:pt x="12679" y="9495"/>
                    <a:pt x="12679" y="9495"/>
                  </a:cubicBezTo>
                  <a:close/>
                  <a:moveTo>
                    <a:pt x="13633" y="9295"/>
                  </a:moveTo>
                  <a:cubicBezTo>
                    <a:pt x="13577" y="9295"/>
                    <a:pt x="13577" y="9295"/>
                    <a:pt x="13577" y="9295"/>
                  </a:cubicBezTo>
                  <a:cubicBezTo>
                    <a:pt x="13577" y="9228"/>
                    <a:pt x="13577" y="9228"/>
                    <a:pt x="13577" y="9228"/>
                  </a:cubicBezTo>
                  <a:cubicBezTo>
                    <a:pt x="13521" y="9228"/>
                    <a:pt x="13521" y="9228"/>
                    <a:pt x="13521" y="9228"/>
                  </a:cubicBezTo>
                  <a:cubicBezTo>
                    <a:pt x="13521" y="9228"/>
                    <a:pt x="13521" y="9228"/>
                    <a:pt x="13521" y="9228"/>
                  </a:cubicBezTo>
                  <a:cubicBezTo>
                    <a:pt x="13521" y="9228"/>
                    <a:pt x="13521" y="9228"/>
                    <a:pt x="13521" y="9228"/>
                  </a:cubicBezTo>
                  <a:cubicBezTo>
                    <a:pt x="13464" y="9228"/>
                    <a:pt x="13464" y="9228"/>
                    <a:pt x="13464" y="9228"/>
                  </a:cubicBezTo>
                  <a:cubicBezTo>
                    <a:pt x="13464" y="9161"/>
                    <a:pt x="13464" y="9161"/>
                    <a:pt x="13464" y="9161"/>
                  </a:cubicBezTo>
                  <a:cubicBezTo>
                    <a:pt x="13521" y="9161"/>
                    <a:pt x="13521" y="9161"/>
                    <a:pt x="13521" y="9161"/>
                  </a:cubicBezTo>
                  <a:cubicBezTo>
                    <a:pt x="13521" y="9161"/>
                    <a:pt x="13521" y="9161"/>
                    <a:pt x="13521" y="9161"/>
                  </a:cubicBezTo>
                  <a:cubicBezTo>
                    <a:pt x="13577" y="9161"/>
                    <a:pt x="13577" y="9161"/>
                    <a:pt x="13577" y="9161"/>
                  </a:cubicBezTo>
                  <a:cubicBezTo>
                    <a:pt x="13577" y="9161"/>
                    <a:pt x="13577" y="9161"/>
                    <a:pt x="13577" y="9161"/>
                  </a:cubicBezTo>
                  <a:cubicBezTo>
                    <a:pt x="13633" y="9228"/>
                    <a:pt x="13633" y="9228"/>
                    <a:pt x="13633" y="9228"/>
                  </a:cubicBezTo>
                  <a:cubicBezTo>
                    <a:pt x="13633" y="9228"/>
                    <a:pt x="13633" y="9228"/>
                    <a:pt x="13633" y="9228"/>
                  </a:cubicBezTo>
                  <a:cubicBezTo>
                    <a:pt x="13633" y="9295"/>
                    <a:pt x="13633" y="9295"/>
                    <a:pt x="13633" y="9295"/>
                  </a:cubicBezTo>
                  <a:cubicBezTo>
                    <a:pt x="13633" y="9295"/>
                    <a:pt x="13633" y="9295"/>
                    <a:pt x="13633" y="9295"/>
                  </a:cubicBezTo>
                  <a:close/>
                  <a:moveTo>
                    <a:pt x="14138" y="9495"/>
                  </a:moveTo>
                  <a:cubicBezTo>
                    <a:pt x="14138" y="9495"/>
                    <a:pt x="14138" y="9495"/>
                    <a:pt x="14138" y="9495"/>
                  </a:cubicBezTo>
                  <a:cubicBezTo>
                    <a:pt x="14082" y="9495"/>
                    <a:pt x="14082" y="9495"/>
                    <a:pt x="14082" y="9495"/>
                  </a:cubicBezTo>
                  <a:cubicBezTo>
                    <a:pt x="14138" y="9495"/>
                    <a:pt x="14138" y="9495"/>
                    <a:pt x="14138" y="9495"/>
                  </a:cubicBezTo>
                  <a:cubicBezTo>
                    <a:pt x="14138" y="9495"/>
                    <a:pt x="14138" y="9495"/>
                    <a:pt x="14138" y="9495"/>
                  </a:cubicBezTo>
                  <a:cubicBezTo>
                    <a:pt x="14194" y="9495"/>
                    <a:pt x="14194" y="9495"/>
                    <a:pt x="14194" y="9495"/>
                  </a:cubicBezTo>
                  <a:cubicBezTo>
                    <a:pt x="14138" y="9495"/>
                    <a:pt x="14138" y="9495"/>
                    <a:pt x="14138" y="9495"/>
                  </a:cubicBezTo>
                  <a:close/>
                  <a:moveTo>
                    <a:pt x="14194" y="9495"/>
                  </a:moveTo>
                  <a:cubicBezTo>
                    <a:pt x="14250" y="9562"/>
                    <a:pt x="14250" y="9562"/>
                    <a:pt x="14250" y="9562"/>
                  </a:cubicBezTo>
                  <a:cubicBezTo>
                    <a:pt x="14250" y="9495"/>
                    <a:pt x="14250" y="9495"/>
                    <a:pt x="14250" y="9495"/>
                  </a:cubicBezTo>
                  <a:cubicBezTo>
                    <a:pt x="14194" y="9495"/>
                    <a:pt x="14194" y="9495"/>
                    <a:pt x="14194" y="9495"/>
                  </a:cubicBezTo>
                  <a:close/>
                  <a:moveTo>
                    <a:pt x="14306" y="9562"/>
                  </a:moveTo>
                  <a:cubicBezTo>
                    <a:pt x="14306" y="9562"/>
                    <a:pt x="14306" y="9562"/>
                    <a:pt x="14306" y="9562"/>
                  </a:cubicBezTo>
                  <a:cubicBezTo>
                    <a:pt x="14362" y="9562"/>
                    <a:pt x="14362" y="9562"/>
                    <a:pt x="14362" y="9562"/>
                  </a:cubicBezTo>
                  <a:cubicBezTo>
                    <a:pt x="14362" y="9562"/>
                    <a:pt x="14362" y="9562"/>
                    <a:pt x="14362" y="9562"/>
                  </a:cubicBezTo>
                  <a:cubicBezTo>
                    <a:pt x="14362" y="9562"/>
                    <a:pt x="14362" y="9562"/>
                    <a:pt x="14362" y="9562"/>
                  </a:cubicBezTo>
                  <a:cubicBezTo>
                    <a:pt x="14306" y="9562"/>
                    <a:pt x="14306" y="9562"/>
                    <a:pt x="14306" y="9562"/>
                  </a:cubicBezTo>
                  <a:cubicBezTo>
                    <a:pt x="14306" y="9495"/>
                    <a:pt x="14306" y="9495"/>
                    <a:pt x="14306" y="9495"/>
                  </a:cubicBezTo>
                  <a:cubicBezTo>
                    <a:pt x="14306" y="9495"/>
                    <a:pt x="14306" y="9495"/>
                    <a:pt x="14306" y="9495"/>
                  </a:cubicBezTo>
                  <a:cubicBezTo>
                    <a:pt x="14250" y="9562"/>
                    <a:pt x="14250" y="9562"/>
                    <a:pt x="14250" y="9562"/>
                  </a:cubicBezTo>
                  <a:cubicBezTo>
                    <a:pt x="14306" y="9562"/>
                    <a:pt x="14306" y="9562"/>
                    <a:pt x="14306" y="9562"/>
                  </a:cubicBezTo>
                  <a:close/>
                  <a:moveTo>
                    <a:pt x="14867" y="10365"/>
                  </a:moveTo>
                  <a:cubicBezTo>
                    <a:pt x="14867" y="10365"/>
                    <a:pt x="14867" y="10365"/>
                    <a:pt x="14867" y="10365"/>
                  </a:cubicBezTo>
                  <a:cubicBezTo>
                    <a:pt x="14867" y="10365"/>
                    <a:pt x="14867" y="10365"/>
                    <a:pt x="14867" y="10365"/>
                  </a:cubicBezTo>
                  <a:cubicBezTo>
                    <a:pt x="14867" y="10298"/>
                    <a:pt x="14867" y="10298"/>
                    <a:pt x="14867" y="10298"/>
                  </a:cubicBezTo>
                  <a:cubicBezTo>
                    <a:pt x="14867" y="10298"/>
                    <a:pt x="14867" y="10298"/>
                    <a:pt x="14867" y="10298"/>
                  </a:cubicBezTo>
                  <a:cubicBezTo>
                    <a:pt x="14923" y="10298"/>
                    <a:pt x="14923" y="10298"/>
                    <a:pt x="14923" y="10298"/>
                  </a:cubicBezTo>
                  <a:cubicBezTo>
                    <a:pt x="14923" y="10365"/>
                    <a:pt x="14923" y="10365"/>
                    <a:pt x="14923" y="10365"/>
                  </a:cubicBezTo>
                  <a:cubicBezTo>
                    <a:pt x="14923" y="10365"/>
                    <a:pt x="14923" y="10365"/>
                    <a:pt x="14923" y="10365"/>
                  </a:cubicBezTo>
                  <a:cubicBezTo>
                    <a:pt x="14867" y="10365"/>
                    <a:pt x="14867" y="10365"/>
                    <a:pt x="14867" y="10365"/>
                  </a:cubicBezTo>
                  <a:close/>
                  <a:moveTo>
                    <a:pt x="14811" y="10565"/>
                  </a:moveTo>
                  <a:cubicBezTo>
                    <a:pt x="14811" y="10499"/>
                    <a:pt x="14811" y="10499"/>
                    <a:pt x="14811" y="10499"/>
                  </a:cubicBezTo>
                  <a:cubicBezTo>
                    <a:pt x="14811" y="10432"/>
                    <a:pt x="14811" y="10432"/>
                    <a:pt x="14811" y="10432"/>
                  </a:cubicBezTo>
                  <a:cubicBezTo>
                    <a:pt x="14811" y="10432"/>
                    <a:pt x="14811" y="10432"/>
                    <a:pt x="14811" y="10432"/>
                  </a:cubicBezTo>
                  <a:cubicBezTo>
                    <a:pt x="14867" y="10432"/>
                    <a:pt x="14867" y="10432"/>
                    <a:pt x="14867" y="10432"/>
                  </a:cubicBezTo>
                  <a:cubicBezTo>
                    <a:pt x="14867" y="10499"/>
                    <a:pt x="14867" y="10499"/>
                    <a:pt x="14867" y="10499"/>
                  </a:cubicBezTo>
                  <a:cubicBezTo>
                    <a:pt x="14867" y="10499"/>
                    <a:pt x="14867" y="10499"/>
                    <a:pt x="14867" y="10499"/>
                  </a:cubicBezTo>
                  <a:cubicBezTo>
                    <a:pt x="14811" y="10565"/>
                    <a:pt x="14811" y="10565"/>
                    <a:pt x="14811" y="10565"/>
                  </a:cubicBezTo>
                  <a:cubicBezTo>
                    <a:pt x="14811" y="10565"/>
                    <a:pt x="14811" y="10565"/>
                    <a:pt x="14811" y="10565"/>
                  </a:cubicBezTo>
                  <a:close/>
                  <a:moveTo>
                    <a:pt x="14474" y="9763"/>
                  </a:moveTo>
                  <a:cubicBezTo>
                    <a:pt x="14474" y="9696"/>
                    <a:pt x="14474" y="9696"/>
                    <a:pt x="14474" y="9696"/>
                  </a:cubicBezTo>
                  <a:cubicBezTo>
                    <a:pt x="14474" y="9696"/>
                    <a:pt x="14474" y="9696"/>
                    <a:pt x="14474" y="9696"/>
                  </a:cubicBezTo>
                  <a:cubicBezTo>
                    <a:pt x="14474" y="9763"/>
                    <a:pt x="14474" y="9763"/>
                    <a:pt x="14474" y="9763"/>
                  </a:cubicBezTo>
                  <a:close/>
                  <a:moveTo>
                    <a:pt x="14418" y="9763"/>
                  </a:moveTo>
                  <a:cubicBezTo>
                    <a:pt x="14362" y="9696"/>
                    <a:pt x="14362" y="9696"/>
                    <a:pt x="14362" y="9696"/>
                  </a:cubicBezTo>
                  <a:cubicBezTo>
                    <a:pt x="14418" y="9696"/>
                    <a:pt x="14418" y="9696"/>
                    <a:pt x="14418" y="9696"/>
                  </a:cubicBezTo>
                  <a:cubicBezTo>
                    <a:pt x="14418" y="9763"/>
                    <a:pt x="14418" y="9763"/>
                    <a:pt x="14418" y="9763"/>
                  </a:cubicBezTo>
                  <a:cubicBezTo>
                    <a:pt x="14418" y="9763"/>
                    <a:pt x="14418" y="9763"/>
                    <a:pt x="14418" y="9763"/>
                  </a:cubicBezTo>
                  <a:close/>
                  <a:moveTo>
                    <a:pt x="14418" y="9763"/>
                  </a:moveTo>
                  <a:cubicBezTo>
                    <a:pt x="14418" y="9830"/>
                    <a:pt x="14418" y="9830"/>
                    <a:pt x="14418" y="9830"/>
                  </a:cubicBezTo>
                  <a:cubicBezTo>
                    <a:pt x="14474" y="9830"/>
                    <a:pt x="14474" y="9830"/>
                    <a:pt x="14474" y="9830"/>
                  </a:cubicBezTo>
                  <a:cubicBezTo>
                    <a:pt x="14474" y="9830"/>
                    <a:pt x="14474" y="9830"/>
                    <a:pt x="14474" y="9830"/>
                  </a:cubicBezTo>
                  <a:cubicBezTo>
                    <a:pt x="14474" y="9763"/>
                    <a:pt x="14474" y="9763"/>
                    <a:pt x="14474" y="9763"/>
                  </a:cubicBezTo>
                  <a:cubicBezTo>
                    <a:pt x="14474" y="9763"/>
                    <a:pt x="14474" y="9763"/>
                    <a:pt x="14474" y="9763"/>
                  </a:cubicBezTo>
                  <a:cubicBezTo>
                    <a:pt x="14418" y="9763"/>
                    <a:pt x="14418" y="9763"/>
                    <a:pt x="14418" y="9763"/>
                  </a:cubicBezTo>
                  <a:cubicBezTo>
                    <a:pt x="14418" y="9763"/>
                    <a:pt x="14418" y="9763"/>
                    <a:pt x="14418" y="9763"/>
                  </a:cubicBezTo>
                  <a:close/>
                  <a:moveTo>
                    <a:pt x="14755" y="9629"/>
                  </a:moveTo>
                  <a:cubicBezTo>
                    <a:pt x="14755" y="9629"/>
                    <a:pt x="14755" y="9629"/>
                    <a:pt x="14755" y="9629"/>
                  </a:cubicBezTo>
                  <a:cubicBezTo>
                    <a:pt x="14811" y="9696"/>
                    <a:pt x="14811" y="9696"/>
                    <a:pt x="14811" y="9696"/>
                  </a:cubicBezTo>
                  <a:cubicBezTo>
                    <a:pt x="14811" y="9696"/>
                    <a:pt x="14811" y="9696"/>
                    <a:pt x="14811" y="9696"/>
                  </a:cubicBezTo>
                  <a:cubicBezTo>
                    <a:pt x="14811" y="9696"/>
                    <a:pt x="14811" y="9696"/>
                    <a:pt x="14811" y="9696"/>
                  </a:cubicBezTo>
                  <a:cubicBezTo>
                    <a:pt x="14811" y="9763"/>
                    <a:pt x="14811" y="9763"/>
                    <a:pt x="14811" y="9763"/>
                  </a:cubicBezTo>
                  <a:cubicBezTo>
                    <a:pt x="14811" y="9763"/>
                    <a:pt x="14811" y="9763"/>
                    <a:pt x="14811" y="9763"/>
                  </a:cubicBezTo>
                  <a:cubicBezTo>
                    <a:pt x="14811" y="9696"/>
                    <a:pt x="14811" y="9696"/>
                    <a:pt x="14811" y="9696"/>
                  </a:cubicBezTo>
                  <a:cubicBezTo>
                    <a:pt x="14867" y="9696"/>
                    <a:pt x="14867" y="9696"/>
                    <a:pt x="14867" y="9696"/>
                  </a:cubicBezTo>
                  <a:cubicBezTo>
                    <a:pt x="14923" y="9696"/>
                    <a:pt x="14923" y="9696"/>
                    <a:pt x="14923" y="9696"/>
                  </a:cubicBezTo>
                  <a:cubicBezTo>
                    <a:pt x="14923" y="9696"/>
                    <a:pt x="14923" y="9696"/>
                    <a:pt x="14923" y="9696"/>
                  </a:cubicBezTo>
                  <a:cubicBezTo>
                    <a:pt x="14923" y="9696"/>
                    <a:pt x="14923" y="9696"/>
                    <a:pt x="14923" y="9696"/>
                  </a:cubicBezTo>
                  <a:cubicBezTo>
                    <a:pt x="14923" y="9629"/>
                    <a:pt x="14923" y="9629"/>
                    <a:pt x="14923" y="9629"/>
                  </a:cubicBezTo>
                  <a:cubicBezTo>
                    <a:pt x="14867" y="9629"/>
                    <a:pt x="14867" y="9629"/>
                    <a:pt x="14867" y="9629"/>
                  </a:cubicBezTo>
                  <a:cubicBezTo>
                    <a:pt x="14811" y="9629"/>
                    <a:pt x="14811" y="9629"/>
                    <a:pt x="14811" y="9629"/>
                  </a:cubicBezTo>
                  <a:cubicBezTo>
                    <a:pt x="14811" y="9562"/>
                    <a:pt x="14811" y="9562"/>
                    <a:pt x="14811" y="9562"/>
                  </a:cubicBezTo>
                  <a:cubicBezTo>
                    <a:pt x="14755" y="9629"/>
                    <a:pt x="14755" y="9629"/>
                    <a:pt x="14755" y="9629"/>
                  </a:cubicBezTo>
                  <a:cubicBezTo>
                    <a:pt x="14755" y="9629"/>
                    <a:pt x="14755" y="9629"/>
                    <a:pt x="14755" y="9629"/>
                  </a:cubicBezTo>
                  <a:close/>
                  <a:moveTo>
                    <a:pt x="15316" y="9629"/>
                  </a:moveTo>
                  <a:cubicBezTo>
                    <a:pt x="15316" y="9562"/>
                    <a:pt x="15316" y="9562"/>
                    <a:pt x="15316" y="9562"/>
                  </a:cubicBezTo>
                  <a:cubicBezTo>
                    <a:pt x="15316" y="9562"/>
                    <a:pt x="15316" y="9562"/>
                    <a:pt x="15316" y="9562"/>
                  </a:cubicBezTo>
                  <a:cubicBezTo>
                    <a:pt x="15316" y="9629"/>
                    <a:pt x="15316" y="9629"/>
                    <a:pt x="15316" y="9629"/>
                  </a:cubicBezTo>
                  <a:cubicBezTo>
                    <a:pt x="15316" y="9629"/>
                    <a:pt x="15316" y="9629"/>
                    <a:pt x="15316" y="9629"/>
                  </a:cubicBezTo>
                  <a:close/>
                  <a:moveTo>
                    <a:pt x="15091" y="9830"/>
                  </a:moveTo>
                  <a:cubicBezTo>
                    <a:pt x="15148" y="9830"/>
                    <a:pt x="15148" y="9830"/>
                    <a:pt x="15148" y="9830"/>
                  </a:cubicBezTo>
                  <a:cubicBezTo>
                    <a:pt x="15148" y="9763"/>
                    <a:pt x="15148" y="9763"/>
                    <a:pt x="15148" y="9763"/>
                  </a:cubicBezTo>
                  <a:cubicBezTo>
                    <a:pt x="15204" y="9763"/>
                    <a:pt x="15204" y="9763"/>
                    <a:pt x="15204" y="9763"/>
                  </a:cubicBezTo>
                  <a:cubicBezTo>
                    <a:pt x="15204" y="9763"/>
                    <a:pt x="15204" y="9763"/>
                    <a:pt x="15204" y="9763"/>
                  </a:cubicBezTo>
                  <a:cubicBezTo>
                    <a:pt x="15260" y="9763"/>
                    <a:pt x="15260" y="9763"/>
                    <a:pt x="15260" y="9763"/>
                  </a:cubicBezTo>
                  <a:cubicBezTo>
                    <a:pt x="15260" y="9763"/>
                    <a:pt x="15260" y="9763"/>
                    <a:pt x="15260" y="9763"/>
                  </a:cubicBezTo>
                  <a:cubicBezTo>
                    <a:pt x="15260" y="9763"/>
                    <a:pt x="15260" y="9763"/>
                    <a:pt x="15260" y="9763"/>
                  </a:cubicBezTo>
                  <a:cubicBezTo>
                    <a:pt x="15204" y="9830"/>
                    <a:pt x="15204" y="9830"/>
                    <a:pt x="15204" y="9830"/>
                  </a:cubicBezTo>
                  <a:cubicBezTo>
                    <a:pt x="15148" y="9830"/>
                    <a:pt x="15148" y="9830"/>
                    <a:pt x="15148" y="9830"/>
                  </a:cubicBezTo>
                  <a:cubicBezTo>
                    <a:pt x="15148" y="9830"/>
                    <a:pt x="15148" y="9830"/>
                    <a:pt x="15148" y="9830"/>
                  </a:cubicBezTo>
                  <a:cubicBezTo>
                    <a:pt x="15091" y="9830"/>
                    <a:pt x="15091" y="9830"/>
                    <a:pt x="15091" y="9830"/>
                  </a:cubicBezTo>
                  <a:close/>
                  <a:moveTo>
                    <a:pt x="14923" y="10164"/>
                  </a:moveTo>
                  <a:cubicBezTo>
                    <a:pt x="15035" y="10097"/>
                    <a:pt x="15035" y="10097"/>
                    <a:pt x="15035" y="10097"/>
                  </a:cubicBezTo>
                  <a:cubicBezTo>
                    <a:pt x="15035" y="10030"/>
                    <a:pt x="15035" y="10030"/>
                    <a:pt x="15035" y="10030"/>
                  </a:cubicBezTo>
                  <a:cubicBezTo>
                    <a:pt x="15035" y="10030"/>
                    <a:pt x="15035" y="10030"/>
                    <a:pt x="15035" y="10030"/>
                  </a:cubicBezTo>
                  <a:cubicBezTo>
                    <a:pt x="15091" y="10030"/>
                    <a:pt x="15091" y="10030"/>
                    <a:pt x="15091" y="10030"/>
                  </a:cubicBezTo>
                  <a:cubicBezTo>
                    <a:pt x="15148" y="9964"/>
                    <a:pt x="15148" y="9964"/>
                    <a:pt x="15148" y="9964"/>
                  </a:cubicBezTo>
                  <a:cubicBezTo>
                    <a:pt x="15148" y="9897"/>
                    <a:pt x="15148" y="9897"/>
                    <a:pt x="15148" y="9897"/>
                  </a:cubicBezTo>
                  <a:cubicBezTo>
                    <a:pt x="15091" y="9897"/>
                    <a:pt x="15091" y="9897"/>
                    <a:pt x="15091" y="9897"/>
                  </a:cubicBezTo>
                  <a:cubicBezTo>
                    <a:pt x="15091" y="9897"/>
                    <a:pt x="15091" y="9897"/>
                    <a:pt x="15091" y="9897"/>
                  </a:cubicBezTo>
                  <a:cubicBezTo>
                    <a:pt x="15091" y="9964"/>
                    <a:pt x="15091" y="9964"/>
                    <a:pt x="15091" y="9964"/>
                  </a:cubicBezTo>
                  <a:cubicBezTo>
                    <a:pt x="15035" y="9964"/>
                    <a:pt x="15035" y="9964"/>
                    <a:pt x="15035" y="9964"/>
                  </a:cubicBezTo>
                  <a:cubicBezTo>
                    <a:pt x="14979" y="10030"/>
                    <a:pt x="14979" y="10030"/>
                    <a:pt x="14979" y="10030"/>
                  </a:cubicBezTo>
                  <a:cubicBezTo>
                    <a:pt x="14979" y="10030"/>
                    <a:pt x="14979" y="10030"/>
                    <a:pt x="14979" y="10030"/>
                  </a:cubicBezTo>
                  <a:cubicBezTo>
                    <a:pt x="14923" y="10030"/>
                    <a:pt x="14923" y="10030"/>
                    <a:pt x="14923" y="10030"/>
                  </a:cubicBezTo>
                  <a:cubicBezTo>
                    <a:pt x="14867" y="10030"/>
                    <a:pt x="14867" y="10030"/>
                    <a:pt x="14867" y="10030"/>
                  </a:cubicBezTo>
                  <a:cubicBezTo>
                    <a:pt x="14867" y="10097"/>
                    <a:pt x="14867" y="10097"/>
                    <a:pt x="14867" y="10097"/>
                  </a:cubicBezTo>
                  <a:cubicBezTo>
                    <a:pt x="14811" y="10097"/>
                    <a:pt x="14811" y="10097"/>
                    <a:pt x="14811" y="10097"/>
                  </a:cubicBezTo>
                  <a:cubicBezTo>
                    <a:pt x="14811" y="10164"/>
                    <a:pt x="14811" y="10164"/>
                    <a:pt x="14811" y="10164"/>
                  </a:cubicBezTo>
                  <a:cubicBezTo>
                    <a:pt x="14867" y="10164"/>
                    <a:pt x="14867" y="10164"/>
                    <a:pt x="14867" y="10164"/>
                  </a:cubicBezTo>
                  <a:cubicBezTo>
                    <a:pt x="14867" y="10164"/>
                    <a:pt x="14867" y="10164"/>
                    <a:pt x="14867" y="10164"/>
                  </a:cubicBezTo>
                  <a:cubicBezTo>
                    <a:pt x="14923" y="10164"/>
                    <a:pt x="14923" y="10164"/>
                    <a:pt x="14923" y="10164"/>
                  </a:cubicBezTo>
                  <a:close/>
                  <a:moveTo>
                    <a:pt x="15316" y="10164"/>
                  </a:moveTo>
                  <a:cubicBezTo>
                    <a:pt x="15316" y="10030"/>
                    <a:pt x="15316" y="10030"/>
                    <a:pt x="15316" y="10030"/>
                  </a:cubicBezTo>
                  <a:cubicBezTo>
                    <a:pt x="15316" y="10030"/>
                    <a:pt x="15316" y="10030"/>
                    <a:pt x="15316" y="10030"/>
                  </a:cubicBezTo>
                  <a:cubicBezTo>
                    <a:pt x="15372" y="9964"/>
                    <a:pt x="15372" y="9964"/>
                    <a:pt x="15372" y="9964"/>
                  </a:cubicBezTo>
                  <a:cubicBezTo>
                    <a:pt x="15372" y="9964"/>
                    <a:pt x="15372" y="9964"/>
                    <a:pt x="15372" y="9964"/>
                  </a:cubicBezTo>
                  <a:cubicBezTo>
                    <a:pt x="15428" y="9964"/>
                    <a:pt x="15428" y="9964"/>
                    <a:pt x="15428" y="9964"/>
                  </a:cubicBezTo>
                  <a:cubicBezTo>
                    <a:pt x="15428" y="10030"/>
                    <a:pt x="15428" y="10030"/>
                    <a:pt x="15428" y="10030"/>
                  </a:cubicBezTo>
                  <a:cubicBezTo>
                    <a:pt x="15428" y="10097"/>
                    <a:pt x="15428" y="10097"/>
                    <a:pt x="15428" y="10097"/>
                  </a:cubicBezTo>
                  <a:cubicBezTo>
                    <a:pt x="15372" y="10097"/>
                    <a:pt x="15372" y="10097"/>
                    <a:pt x="15372" y="10097"/>
                  </a:cubicBezTo>
                  <a:cubicBezTo>
                    <a:pt x="15372" y="10164"/>
                    <a:pt x="15372" y="10164"/>
                    <a:pt x="15372" y="10164"/>
                  </a:cubicBezTo>
                  <a:cubicBezTo>
                    <a:pt x="15316" y="10164"/>
                    <a:pt x="15316" y="10164"/>
                    <a:pt x="15316" y="10164"/>
                  </a:cubicBezTo>
                  <a:close/>
                  <a:moveTo>
                    <a:pt x="15652" y="10565"/>
                  </a:moveTo>
                  <a:cubicBezTo>
                    <a:pt x="15652" y="10499"/>
                    <a:pt x="15652" y="10499"/>
                    <a:pt x="15652" y="10499"/>
                  </a:cubicBezTo>
                  <a:cubicBezTo>
                    <a:pt x="15652" y="10432"/>
                    <a:pt x="15652" y="10432"/>
                    <a:pt x="15652" y="10432"/>
                  </a:cubicBezTo>
                  <a:cubicBezTo>
                    <a:pt x="15596" y="10365"/>
                    <a:pt x="15596" y="10365"/>
                    <a:pt x="15596" y="10365"/>
                  </a:cubicBezTo>
                  <a:cubicBezTo>
                    <a:pt x="15596" y="10365"/>
                    <a:pt x="15596" y="10365"/>
                    <a:pt x="15596" y="10365"/>
                  </a:cubicBezTo>
                  <a:cubicBezTo>
                    <a:pt x="15596" y="10432"/>
                    <a:pt x="15596" y="10432"/>
                    <a:pt x="15596" y="10432"/>
                  </a:cubicBezTo>
                  <a:cubicBezTo>
                    <a:pt x="15596" y="10499"/>
                    <a:pt x="15596" y="10499"/>
                    <a:pt x="15596" y="10499"/>
                  </a:cubicBezTo>
                  <a:cubicBezTo>
                    <a:pt x="15596" y="10565"/>
                    <a:pt x="15596" y="10565"/>
                    <a:pt x="15596" y="10565"/>
                  </a:cubicBezTo>
                  <a:cubicBezTo>
                    <a:pt x="15596" y="10565"/>
                    <a:pt x="15596" y="10565"/>
                    <a:pt x="15596" y="10565"/>
                  </a:cubicBezTo>
                  <a:cubicBezTo>
                    <a:pt x="15596" y="10565"/>
                    <a:pt x="15596" y="10565"/>
                    <a:pt x="15596" y="10565"/>
                  </a:cubicBezTo>
                  <a:cubicBezTo>
                    <a:pt x="15652" y="10565"/>
                    <a:pt x="15652" y="10565"/>
                    <a:pt x="15652" y="10565"/>
                  </a:cubicBezTo>
                  <a:cubicBezTo>
                    <a:pt x="15652" y="10565"/>
                    <a:pt x="15652" y="10565"/>
                    <a:pt x="15652" y="10565"/>
                  </a:cubicBezTo>
                  <a:close/>
                  <a:moveTo>
                    <a:pt x="15709" y="10499"/>
                  </a:moveTo>
                  <a:cubicBezTo>
                    <a:pt x="15652" y="10499"/>
                    <a:pt x="15652" y="10499"/>
                    <a:pt x="15652" y="10499"/>
                  </a:cubicBezTo>
                  <a:cubicBezTo>
                    <a:pt x="15709" y="10432"/>
                    <a:pt x="15709" y="10432"/>
                    <a:pt x="15709" y="10432"/>
                  </a:cubicBezTo>
                  <a:cubicBezTo>
                    <a:pt x="15709" y="10499"/>
                    <a:pt x="15709" y="10499"/>
                    <a:pt x="15709" y="10499"/>
                  </a:cubicBezTo>
                  <a:cubicBezTo>
                    <a:pt x="15709" y="10499"/>
                    <a:pt x="15709" y="10499"/>
                    <a:pt x="15709" y="10499"/>
                  </a:cubicBezTo>
                  <a:cubicBezTo>
                    <a:pt x="15709" y="10565"/>
                    <a:pt x="15709" y="10565"/>
                    <a:pt x="15709" y="10565"/>
                  </a:cubicBezTo>
                  <a:cubicBezTo>
                    <a:pt x="15709" y="10499"/>
                    <a:pt x="15709" y="10499"/>
                    <a:pt x="15709" y="10499"/>
                  </a:cubicBezTo>
                  <a:close/>
                  <a:moveTo>
                    <a:pt x="15765" y="10632"/>
                  </a:moveTo>
                  <a:cubicBezTo>
                    <a:pt x="15709" y="10632"/>
                    <a:pt x="15709" y="10632"/>
                    <a:pt x="15709" y="10632"/>
                  </a:cubicBezTo>
                  <a:cubicBezTo>
                    <a:pt x="15765" y="10565"/>
                    <a:pt x="15765" y="10565"/>
                    <a:pt x="15765" y="10565"/>
                  </a:cubicBezTo>
                  <a:cubicBezTo>
                    <a:pt x="15765" y="10565"/>
                    <a:pt x="15765" y="10565"/>
                    <a:pt x="15765" y="10565"/>
                  </a:cubicBezTo>
                  <a:cubicBezTo>
                    <a:pt x="15765" y="10632"/>
                    <a:pt x="15765" y="10632"/>
                    <a:pt x="15765" y="10632"/>
                  </a:cubicBezTo>
                  <a:cubicBezTo>
                    <a:pt x="15765" y="10632"/>
                    <a:pt x="15765" y="10632"/>
                    <a:pt x="15765" y="10632"/>
                  </a:cubicBezTo>
                  <a:close/>
                  <a:moveTo>
                    <a:pt x="15596" y="10766"/>
                  </a:moveTo>
                  <a:cubicBezTo>
                    <a:pt x="15596" y="10766"/>
                    <a:pt x="15596" y="10766"/>
                    <a:pt x="15596" y="10766"/>
                  </a:cubicBezTo>
                  <a:cubicBezTo>
                    <a:pt x="15596" y="10833"/>
                    <a:pt x="15596" y="10833"/>
                    <a:pt x="15596" y="10833"/>
                  </a:cubicBezTo>
                  <a:cubicBezTo>
                    <a:pt x="15596" y="10900"/>
                    <a:pt x="15596" y="10900"/>
                    <a:pt x="15596" y="10900"/>
                  </a:cubicBezTo>
                  <a:cubicBezTo>
                    <a:pt x="15596" y="10900"/>
                    <a:pt x="15596" y="10900"/>
                    <a:pt x="15596" y="10900"/>
                  </a:cubicBezTo>
                  <a:cubicBezTo>
                    <a:pt x="15652" y="10900"/>
                    <a:pt x="15652" y="10900"/>
                    <a:pt x="15652" y="10900"/>
                  </a:cubicBezTo>
                  <a:cubicBezTo>
                    <a:pt x="15709" y="10900"/>
                    <a:pt x="15709" y="10900"/>
                    <a:pt x="15709" y="10900"/>
                  </a:cubicBezTo>
                  <a:cubicBezTo>
                    <a:pt x="15709" y="10900"/>
                    <a:pt x="15709" y="10900"/>
                    <a:pt x="15709" y="10900"/>
                  </a:cubicBezTo>
                  <a:cubicBezTo>
                    <a:pt x="15765" y="10900"/>
                    <a:pt x="15765" y="10900"/>
                    <a:pt x="15765" y="10900"/>
                  </a:cubicBezTo>
                  <a:cubicBezTo>
                    <a:pt x="15821" y="10900"/>
                    <a:pt x="15821" y="10900"/>
                    <a:pt x="15821" y="10900"/>
                  </a:cubicBezTo>
                  <a:cubicBezTo>
                    <a:pt x="15821" y="10900"/>
                    <a:pt x="15821" y="10900"/>
                    <a:pt x="15821" y="10900"/>
                  </a:cubicBezTo>
                  <a:cubicBezTo>
                    <a:pt x="15821" y="10833"/>
                    <a:pt x="15821" y="10833"/>
                    <a:pt x="15821" y="10833"/>
                  </a:cubicBezTo>
                  <a:cubicBezTo>
                    <a:pt x="15821" y="10833"/>
                    <a:pt x="15821" y="10833"/>
                    <a:pt x="15821" y="10833"/>
                  </a:cubicBezTo>
                  <a:cubicBezTo>
                    <a:pt x="15765" y="10766"/>
                    <a:pt x="15765" y="10766"/>
                    <a:pt x="15765" y="10766"/>
                  </a:cubicBezTo>
                  <a:cubicBezTo>
                    <a:pt x="15765" y="10766"/>
                    <a:pt x="15765" y="10766"/>
                    <a:pt x="15765" y="10766"/>
                  </a:cubicBezTo>
                  <a:cubicBezTo>
                    <a:pt x="15709" y="10766"/>
                    <a:pt x="15709" y="10766"/>
                    <a:pt x="15709" y="10766"/>
                  </a:cubicBezTo>
                  <a:cubicBezTo>
                    <a:pt x="15709" y="10766"/>
                    <a:pt x="15709" y="10766"/>
                    <a:pt x="15709" y="10766"/>
                  </a:cubicBezTo>
                  <a:cubicBezTo>
                    <a:pt x="15709" y="10766"/>
                    <a:pt x="15709" y="10766"/>
                    <a:pt x="15709" y="10766"/>
                  </a:cubicBezTo>
                  <a:cubicBezTo>
                    <a:pt x="15709" y="10699"/>
                    <a:pt x="15709" y="10699"/>
                    <a:pt x="15709" y="10699"/>
                  </a:cubicBezTo>
                  <a:cubicBezTo>
                    <a:pt x="15652" y="10699"/>
                    <a:pt x="15652" y="10699"/>
                    <a:pt x="15652" y="10699"/>
                  </a:cubicBezTo>
                  <a:cubicBezTo>
                    <a:pt x="15652" y="10766"/>
                    <a:pt x="15652" y="10766"/>
                    <a:pt x="15652" y="10766"/>
                  </a:cubicBezTo>
                  <a:cubicBezTo>
                    <a:pt x="15596" y="10766"/>
                    <a:pt x="15596" y="10766"/>
                    <a:pt x="15596" y="10766"/>
                  </a:cubicBezTo>
                  <a:cubicBezTo>
                    <a:pt x="15596" y="10766"/>
                    <a:pt x="15596" y="10766"/>
                    <a:pt x="15596" y="10766"/>
                  </a:cubicBezTo>
                  <a:close/>
                  <a:moveTo>
                    <a:pt x="14306" y="12705"/>
                  </a:moveTo>
                  <a:cubicBezTo>
                    <a:pt x="14362" y="12705"/>
                    <a:pt x="14362" y="12705"/>
                    <a:pt x="14362" y="12705"/>
                  </a:cubicBezTo>
                  <a:cubicBezTo>
                    <a:pt x="14362" y="12705"/>
                    <a:pt x="14362" y="12705"/>
                    <a:pt x="14362" y="12705"/>
                  </a:cubicBezTo>
                  <a:cubicBezTo>
                    <a:pt x="14362" y="12705"/>
                    <a:pt x="14362" y="12705"/>
                    <a:pt x="14362" y="12705"/>
                  </a:cubicBezTo>
                  <a:cubicBezTo>
                    <a:pt x="14306" y="12705"/>
                    <a:pt x="14306" y="12705"/>
                    <a:pt x="14306" y="12705"/>
                  </a:cubicBezTo>
                  <a:cubicBezTo>
                    <a:pt x="14306" y="12705"/>
                    <a:pt x="14306" y="12705"/>
                    <a:pt x="14306" y="12705"/>
                  </a:cubicBezTo>
                  <a:close/>
                  <a:moveTo>
                    <a:pt x="13577" y="11435"/>
                  </a:moveTo>
                  <a:cubicBezTo>
                    <a:pt x="13577" y="11435"/>
                    <a:pt x="13577" y="11435"/>
                    <a:pt x="13577" y="11435"/>
                  </a:cubicBezTo>
                  <a:cubicBezTo>
                    <a:pt x="13633" y="11435"/>
                    <a:pt x="13633" y="11435"/>
                    <a:pt x="13633" y="11435"/>
                  </a:cubicBezTo>
                  <a:cubicBezTo>
                    <a:pt x="13633" y="11435"/>
                    <a:pt x="13633" y="11435"/>
                    <a:pt x="13633" y="11435"/>
                  </a:cubicBezTo>
                  <a:cubicBezTo>
                    <a:pt x="13577" y="11435"/>
                    <a:pt x="13577" y="11435"/>
                    <a:pt x="13577" y="11435"/>
                  </a:cubicBezTo>
                  <a:cubicBezTo>
                    <a:pt x="13577" y="11435"/>
                    <a:pt x="13577" y="11435"/>
                    <a:pt x="13577" y="11435"/>
                  </a:cubicBezTo>
                  <a:cubicBezTo>
                    <a:pt x="13577" y="11435"/>
                    <a:pt x="13577" y="11435"/>
                    <a:pt x="13577" y="11435"/>
                  </a:cubicBezTo>
                  <a:close/>
                  <a:moveTo>
                    <a:pt x="13408" y="11702"/>
                  </a:moveTo>
                  <a:cubicBezTo>
                    <a:pt x="13408" y="11702"/>
                    <a:pt x="13408" y="11702"/>
                    <a:pt x="13408" y="11702"/>
                  </a:cubicBezTo>
                  <a:cubicBezTo>
                    <a:pt x="13352" y="11635"/>
                    <a:pt x="13352" y="11635"/>
                    <a:pt x="13352" y="11635"/>
                  </a:cubicBezTo>
                  <a:cubicBezTo>
                    <a:pt x="13296" y="11635"/>
                    <a:pt x="13296" y="11635"/>
                    <a:pt x="13296" y="11635"/>
                  </a:cubicBezTo>
                  <a:cubicBezTo>
                    <a:pt x="13352" y="11569"/>
                    <a:pt x="13352" y="11569"/>
                    <a:pt x="13352" y="11569"/>
                  </a:cubicBezTo>
                  <a:cubicBezTo>
                    <a:pt x="13296" y="11569"/>
                    <a:pt x="13296" y="11569"/>
                    <a:pt x="13296" y="11569"/>
                  </a:cubicBezTo>
                  <a:cubicBezTo>
                    <a:pt x="13296" y="11502"/>
                    <a:pt x="13296" y="11502"/>
                    <a:pt x="13296" y="11502"/>
                  </a:cubicBezTo>
                  <a:cubicBezTo>
                    <a:pt x="13296" y="11435"/>
                    <a:pt x="13296" y="11435"/>
                    <a:pt x="13296" y="11435"/>
                  </a:cubicBezTo>
                  <a:cubicBezTo>
                    <a:pt x="13296" y="11435"/>
                    <a:pt x="13296" y="11435"/>
                    <a:pt x="13296" y="11435"/>
                  </a:cubicBezTo>
                  <a:cubicBezTo>
                    <a:pt x="13296" y="11502"/>
                    <a:pt x="13296" y="11502"/>
                    <a:pt x="13296" y="11502"/>
                  </a:cubicBezTo>
                  <a:cubicBezTo>
                    <a:pt x="13352" y="11502"/>
                    <a:pt x="13352" y="11502"/>
                    <a:pt x="13352" y="11502"/>
                  </a:cubicBezTo>
                  <a:cubicBezTo>
                    <a:pt x="13352" y="11502"/>
                    <a:pt x="13352" y="11502"/>
                    <a:pt x="13352" y="11502"/>
                  </a:cubicBezTo>
                  <a:cubicBezTo>
                    <a:pt x="13408" y="11569"/>
                    <a:pt x="13408" y="11569"/>
                    <a:pt x="13408" y="11569"/>
                  </a:cubicBezTo>
                  <a:cubicBezTo>
                    <a:pt x="13408" y="11635"/>
                    <a:pt x="13408" y="11635"/>
                    <a:pt x="13408" y="11635"/>
                  </a:cubicBezTo>
                  <a:cubicBezTo>
                    <a:pt x="13464" y="11635"/>
                    <a:pt x="13464" y="11635"/>
                    <a:pt x="13464" y="11635"/>
                  </a:cubicBezTo>
                  <a:cubicBezTo>
                    <a:pt x="13464" y="11635"/>
                    <a:pt x="13464" y="11635"/>
                    <a:pt x="13464" y="11635"/>
                  </a:cubicBezTo>
                  <a:cubicBezTo>
                    <a:pt x="13464" y="11702"/>
                    <a:pt x="13464" y="11702"/>
                    <a:pt x="13464" y="11702"/>
                  </a:cubicBezTo>
                  <a:cubicBezTo>
                    <a:pt x="13408" y="11702"/>
                    <a:pt x="13408" y="11702"/>
                    <a:pt x="13408" y="11702"/>
                  </a:cubicBezTo>
                  <a:cubicBezTo>
                    <a:pt x="13408" y="11702"/>
                    <a:pt x="13408" y="11702"/>
                    <a:pt x="13408" y="11702"/>
                  </a:cubicBezTo>
                  <a:close/>
                  <a:moveTo>
                    <a:pt x="13128" y="11702"/>
                  </a:moveTo>
                  <a:cubicBezTo>
                    <a:pt x="13128" y="11635"/>
                    <a:pt x="13128" y="11635"/>
                    <a:pt x="13128" y="11635"/>
                  </a:cubicBezTo>
                  <a:cubicBezTo>
                    <a:pt x="13128" y="11635"/>
                    <a:pt x="13128" y="11635"/>
                    <a:pt x="13128" y="11635"/>
                  </a:cubicBezTo>
                  <a:cubicBezTo>
                    <a:pt x="13128" y="11569"/>
                    <a:pt x="13128" y="11569"/>
                    <a:pt x="13128" y="11569"/>
                  </a:cubicBezTo>
                  <a:cubicBezTo>
                    <a:pt x="13128" y="11502"/>
                    <a:pt x="13128" y="11502"/>
                    <a:pt x="13128" y="11502"/>
                  </a:cubicBezTo>
                  <a:cubicBezTo>
                    <a:pt x="13128" y="11435"/>
                    <a:pt x="13128" y="11435"/>
                    <a:pt x="13128" y="11435"/>
                  </a:cubicBezTo>
                  <a:cubicBezTo>
                    <a:pt x="13128" y="11435"/>
                    <a:pt x="13128" y="11435"/>
                    <a:pt x="13128" y="11435"/>
                  </a:cubicBezTo>
                  <a:cubicBezTo>
                    <a:pt x="13184" y="11502"/>
                    <a:pt x="13184" y="11502"/>
                    <a:pt x="13184" y="11502"/>
                  </a:cubicBezTo>
                  <a:cubicBezTo>
                    <a:pt x="13128" y="11502"/>
                    <a:pt x="13128" y="11502"/>
                    <a:pt x="13128" y="11502"/>
                  </a:cubicBezTo>
                  <a:cubicBezTo>
                    <a:pt x="13128" y="11569"/>
                    <a:pt x="13128" y="11569"/>
                    <a:pt x="13128" y="11569"/>
                  </a:cubicBezTo>
                  <a:cubicBezTo>
                    <a:pt x="13184" y="11569"/>
                    <a:pt x="13184" y="11569"/>
                    <a:pt x="13184" y="11569"/>
                  </a:cubicBezTo>
                  <a:cubicBezTo>
                    <a:pt x="13128" y="11702"/>
                    <a:pt x="13128" y="11702"/>
                    <a:pt x="13128" y="11702"/>
                  </a:cubicBezTo>
                  <a:cubicBezTo>
                    <a:pt x="13128" y="11702"/>
                    <a:pt x="13128" y="11702"/>
                    <a:pt x="13128" y="11702"/>
                  </a:cubicBezTo>
                  <a:close/>
                  <a:moveTo>
                    <a:pt x="13072" y="10432"/>
                  </a:moveTo>
                  <a:cubicBezTo>
                    <a:pt x="13072" y="10499"/>
                    <a:pt x="13072" y="10499"/>
                    <a:pt x="13072" y="10499"/>
                  </a:cubicBezTo>
                  <a:cubicBezTo>
                    <a:pt x="13072" y="10499"/>
                    <a:pt x="13072" y="10499"/>
                    <a:pt x="13072" y="10499"/>
                  </a:cubicBezTo>
                  <a:cubicBezTo>
                    <a:pt x="13128" y="10499"/>
                    <a:pt x="13128" y="10499"/>
                    <a:pt x="13128" y="10499"/>
                  </a:cubicBezTo>
                  <a:cubicBezTo>
                    <a:pt x="13184" y="10432"/>
                    <a:pt x="13184" y="10432"/>
                    <a:pt x="13184" y="10432"/>
                  </a:cubicBezTo>
                  <a:cubicBezTo>
                    <a:pt x="13184" y="10432"/>
                    <a:pt x="13184" y="10432"/>
                    <a:pt x="13184" y="10432"/>
                  </a:cubicBezTo>
                  <a:cubicBezTo>
                    <a:pt x="13128" y="10432"/>
                    <a:pt x="13128" y="10432"/>
                    <a:pt x="13128" y="10432"/>
                  </a:cubicBezTo>
                  <a:cubicBezTo>
                    <a:pt x="13072" y="10432"/>
                    <a:pt x="13072" y="10432"/>
                    <a:pt x="13072" y="10432"/>
                  </a:cubicBezTo>
                  <a:close/>
                  <a:moveTo>
                    <a:pt x="13072" y="10432"/>
                  </a:moveTo>
                  <a:cubicBezTo>
                    <a:pt x="13128" y="10365"/>
                    <a:pt x="13128" y="10365"/>
                    <a:pt x="13128" y="10365"/>
                  </a:cubicBezTo>
                  <a:cubicBezTo>
                    <a:pt x="13128" y="10298"/>
                    <a:pt x="13128" y="10298"/>
                    <a:pt x="13128" y="10298"/>
                  </a:cubicBezTo>
                  <a:cubicBezTo>
                    <a:pt x="13184" y="10231"/>
                    <a:pt x="13184" y="10231"/>
                    <a:pt x="13184" y="10231"/>
                  </a:cubicBezTo>
                  <a:cubicBezTo>
                    <a:pt x="13184" y="10231"/>
                    <a:pt x="13184" y="10231"/>
                    <a:pt x="13184" y="10231"/>
                  </a:cubicBezTo>
                  <a:cubicBezTo>
                    <a:pt x="13240" y="10231"/>
                    <a:pt x="13240" y="10231"/>
                    <a:pt x="13240" y="10231"/>
                  </a:cubicBezTo>
                  <a:cubicBezTo>
                    <a:pt x="13240" y="10298"/>
                    <a:pt x="13240" y="10298"/>
                    <a:pt x="13240" y="10298"/>
                  </a:cubicBezTo>
                  <a:cubicBezTo>
                    <a:pt x="13184" y="10365"/>
                    <a:pt x="13184" y="10365"/>
                    <a:pt x="13184" y="10365"/>
                  </a:cubicBezTo>
                  <a:cubicBezTo>
                    <a:pt x="13184" y="10365"/>
                    <a:pt x="13184" y="10365"/>
                    <a:pt x="13184" y="10365"/>
                  </a:cubicBezTo>
                  <a:cubicBezTo>
                    <a:pt x="13184" y="10432"/>
                    <a:pt x="13184" y="10432"/>
                    <a:pt x="13184" y="10432"/>
                  </a:cubicBezTo>
                  <a:cubicBezTo>
                    <a:pt x="13072" y="10432"/>
                    <a:pt x="13072" y="10432"/>
                    <a:pt x="13072" y="10432"/>
                  </a:cubicBezTo>
                  <a:close/>
                  <a:moveTo>
                    <a:pt x="10715" y="9897"/>
                  </a:moveTo>
                  <a:cubicBezTo>
                    <a:pt x="10715" y="9830"/>
                    <a:pt x="10715" y="9830"/>
                    <a:pt x="10715" y="9830"/>
                  </a:cubicBezTo>
                  <a:cubicBezTo>
                    <a:pt x="10715" y="9830"/>
                    <a:pt x="10715" y="9830"/>
                    <a:pt x="10715" y="9830"/>
                  </a:cubicBezTo>
                  <a:cubicBezTo>
                    <a:pt x="10715" y="9830"/>
                    <a:pt x="10715" y="9830"/>
                    <a:pt x="10715" y="9830"/>
                  </a:cubicBezTo>
                  <a:cubicBezTo>
                    <a:pt x="10715" y="9830"/>
                    <a:pt x="10715" y="9830"/>
                    <a:pt x="10715" y="9830"/>
                  </a:cubicBezTo>
                  <a:cubicBezTo>
                    <a:pt x="10715" y="9897"/>
                    <a:pt x="10715" y="9897"/>
                    <a:pt x="10715" y="9897"/>
                  </a:cubicBezTo>
                  <a:close/>
                  <a:moveTo>
                    <a:pt x="8696" y="9228"/>
                  </a:moveTo>
                  <a:cubicBezTo>
                    <a:pt x="8696" y="9228"/>
                    <a:pt x="8696" y="9228"/>
                    <a:pt x="8696" y="9228"/>
                  </a:cubicBezTo>
                  <a:cubicBezTo>
                    <a:pt x="8752" y="9228"/>
                    <a:pt x="8752" y="9228"/>
                    <a:pt x="8752" y="9228"/>
                  </a:cubicBezTo>
                  <a:cubicBezTo>
                    <a:pt x="8696" y="9228"/>
                    <a:pt x="8696" y="9228"/>
                    <a:pt x="8696" y="9228"/>
                  </a:cubicBezTo>
                  <a:cubicBezTo>
                    <a:pt x="8696" y="9228"/>
                    <a:pt x="8696" y="9228"/>
                    <a:pt x="8696" y="9228"/>
                  </a:cubicBezTo>
                  <a:close/>
                  <a:moveTo>
                    <a:pt x="8527" y="9362"/>
                  </a:moveTo>
                  <a:cubicBezTo>
                    <a:pt x="8583" y="9362"/>
                    <a:pt x="8583" y="9362"/>
                    <a:pt x="8583" y="9362"/>
                  </a:cubicBezTo>
                  <a:cubicBezTo>
                    <a:pt x="8527" y="9295"/>
                    <a:pt x="8527" y="9295"/>
                    <a:pt x="8527" y="9295"/>
                  </a:cubicBezTo>
                  <a:cubicBezTo>
                    <a:pt x="8527" y="9295"/>
                    <a:pt x="8527" y="9295"/>
                    <a:pt x="8527" y="9295"/>
                  </a:cubicBezTo>
                  <a:cubicBezTo>
                    <a:pt x="8527" y="9362"/>
                    <a:pt x="8527" y="9362"/>
                    <a:pt x="8527" y="9362"/>
                  </a:cubicBezTo>
                  <a:close/>
                  <a:moveTo>
                    <a:pt x="8583" y="9495"/>
                  </a:moveTo>
                  <a:cubicBezTo>
                    <a:pt x="8583" y="9495"/>
                    <a:pt x="8583" y="9495"/>
                    <a:pt x="8583" y="9495"/>
                  </a:cubicBezTo>
                  <a:cubicBezTo>
                    <a:pt x="8583" y="9495"/>
                    <a:pt x="8583" y="9495"/>
                    <a:pt x="8583" y="9495"/>
                  </a:cubicBezTo>
                  <a:cubicBezTo>
                    <a:pt x="8583" y="9495"/>
                    <a:pt x="8583" y="9495"/>
                    <a:pt x="8583" y="9495"/>
                  </a:cubicBezTo>
                  <a:cubicBezTo>
                    <a:pt x="8583" y="9495"/>
                    <a:pt x="8583" y="9495"/>
                    <a:pt x="8583" y="9495"/>
                  </a:cubicBezTo>
                  <a:close/>
                  <a:moveTo>
                    <a:pt x="8583" y="9562"/>
                  </a:moveTo>
                  <a:cubicBezTo>
                    <a:pt x="8527" y="9495"/>
                    <a:pt x="8527" y="9495"/>
                    <a:pt x="8527" y="9495"/>
                  </a:cubicBezTo>
                  <a:cubicBezTo>
                    <a:pt x="8527" y="9495"/>
                    <a:pt x="8527" y="9495"/>
                    <a:pt x="8527" y="9495"/>
                  </a:cubicBezTo>
                  <a:cubicBezTo>
                    <a:pt x="8527" y="9562"/>
                    <a:pt x="8527" y="9562"/>
                    <a:pt x="8527" y="9562"/>
                  </a:cubicBezTo>
                  <a:cubicBezTo>
                    <a:pt x="8583" y="9562"/>
                    <a:pt x="8583" y="9562"/>
                    <a:pt x="8583" y="9562"/>
                  </a:cubicBezTo>
                  <a:close/>
                  <a:moveTo>
                    <a:pt x="8639" y="9696"/>
                  </a:moveTo>
                  <a:cubicBezTo>
                    <a:pt x="8696" y="9763"/>
                    <a:pt x="8696" y="9763"/>
                    <a:pt x="8696" y="9763"/>
                  </a:cubicBezTo>
                  <a:cubicBezTo>
                    <a:pt x="8696" y="9763"/>
                    <a:pt x="8696" y="9763"/>
                    <a:pt x="8696" y="9763"/>
                  </a:cubicBezTo>
                  <a:cubicBezTo>
                    <a:pt x="8752" y="9696"/>
                    <a:pt x="8752" y="9696"/>
                    <a:pt x="8752" y="9696"/>
                  </a:cubicBezTo>
                  <a:cubicBezTo>
                    <a:pt x="8696" y="9696"/>
                    <a:pt x="8696" y="9696"/>
                    <a:pt x="8696" y="9696"/>
                  </a:cubicBezTo>
                  <a:cubicBezTo>
                    <a:pt x="8752" y="9629"/>
                    <a:pt x="8752" y="9629"/>
                    <a:pt x="8752" y="9629"/>
                  </a:cubicBezTo>
                  <a:cubicBezTo>
                    <a:pt x="8696" y="9629"/>
                    <a:pt x="8696" y="9629"/>
                    <a:pt x="8696" y="9629"/>
                  </a:cubicBezTo>
                  <a:cubicBezTo>
                    <a:pt x="8696" y="9696"/>
                    <a:pt x="8696" y="9696"/>
                    <a:pt x="8696" y="9696"/>
                  </a:cubicBezTo>
                  <a:cubicBezTo>
                    <a:pt x="8696" y="9696"/>
                    <a:pt x="8696" y="9696"/>
                    <a:pt x="8696" y="9696"/>
                  </a:cubicBezTo>
                  <a:cubicBezTo>
                    <a:pt x="8639" y="9696"/>
                    <a:pt x="8639" y="9696"/>
                    <a:pt x="8639" y="9696"/>
                  </a:cubicBezTo>
                  <a:close/>
                  <a:moveTo>
                    <a:pt x="8583" y="9964"/>
                  </a:moveTo>
                  <a:cubicBezTo>
                    <a:pt x="8583" y="9897"/>
                    <a:pt x="8583" y="9897"/>
                    <a:pt x="8583" y="9897"/>
                  </a:cubicBezTo>
                  <a:cubicBezTo>
                    <a:pt x="8583" y="9897"/>
                    <a:pt x="8583" y="9897"/>
                    <a:pt x="8583" y="9897"/>
                  </a:cubicBezTo>
                  <a:cubicBezTo>
                    <a:pt x="8583" y="9830"/>
                    <a:pt x="8583" y="9830"/>
                    <a:pt x="8583" y="9830"/>
                  </a:cubicBezTo>
                  <a:cubicBezTo>
                    <a:pt x="8639" y="9763"/>
                    <a:pt x="8639" y="9763"/>
                    <a:pt x="8639" y="9763"/>
                  </a:cubicBezTo>
                  <a:cubicBezTo>
                    <a:pt x="8639" y="9830"/>
                    <a:pt x="8639" y="9830"/>
                    <a:pt x="8639" y="9830"/>
                  </a:cubicBezTo>
                  <a:cubicBezTo>
                    <a:pt x="8639" y="9830"/>
                    <a:pt x="8639" y="9830"/>
                    <a:pt x="8639" y="9830"/>
                  </a:cubicBezTo>
                  <a:cubicBezTo>
                    <a:pt x="8639" y="9897"/>
                    <a:pt x="8639" y="9897"/>
                    <a:pt x="8639" y="9897"/>
                  </a:cubicBezTo>
                  <a:cubicBezTo>
                    <a:pt x="8639" y="9897"/>
                    <a:pt x="8639" y="9897"/>
                    <a:pt x="8639" y="9897"/>
                  </a:cubicBezTo>
                  <a:cubicBezTo>
                    <a:pt x="8639" y="9964"/>
                    <a:pt x="8639" y="9964"/>
                    <a:pt x="8639" y="9964"/>
                  </a:cubicBezTo>
                  <a:cubicBezTo>
                    <a:pt x="8639" y="9964"/>
                    <a:pt x="8639" y="9964"/>
                    <a:pt x="8639" y="9964"/>
                  </a:cubicBezTo>
                  <a:cubicBezTo>
                    <a:pt x="8639" y="9964"/>
                    <a:pt x="8639" y="9964"/>
                    <a:pt x="8639" y="9964"/>
                  </a:cubicBezTo>
                  <a:cubicBezTo>
                    <a:pt x="8583" y="9964"/>
                    <a:pt x="8583" y="9964"/>
                    <a:pt x="8583" y="9964"/>
                  </a:cubicBezTo>
                  <a:close/>
                  <a:moveTo>
                    <a:pt x="10435" y="8760"/>
                  </a:moveTo>
                  <a:cubicBezTo>
                    <a:pt x="10435" y="8760"/>
                    <a:pt x="10435" y="8760"/>
                    <a:pt x="10435" y="8760"/>
                  </a:cubicBezTo>
                  <a:cubicBezTo>
                    <a:pt x="10435" y="8760"/>
                    <a:pt x="10435" y="8760"/>
                    <a:pt x="10435" y="8760"/>
                  </a:cubicBezTo>
                  <a:cubicBezTo>
                    <a:pt x="10491" y="8760"/>
                    <a:pt x="10491" y="8760"/>
                    <a:pt x="10491" y="8760"/>
                  </a:cubicBezTo>
                  <a:cubicBezTo>
                    <a:pt x="10435" y="8760"/>
                    <a:pt x="10435" y="8760"/>
                    <a:pt x="10435" y="8760"/>
                  </a:cubicBezTo>
                  <a:cubicBezTo>
                    <a:pt x="10435" y="8760"/>
                    <a:pt x="10435" y="8760"/>
                    <a:pt x="10435" y="8760"/>
                  </a:cubicBezTo>
                  <a:close/>
                  <a:moveTo>
                    <a:pt x="11052" y="8359"/>
                  </a:moveTo>
                  <a:cubicBezTo>
                    <a:pt x="11052" y="8292"/>
                    <a:pt x="11052" y="8292"/>
                    <a:pt x="11052" y="8292"/>
                  </a:cubicBezTo>
                  <a:cubicBezTo>
                    <a:pt x="11052" y="8292"/>
                    <a:pt x="11052" y="8292"/>
                    <a:pt x="11052" y="8292"/>
                  </a:cubicBezTo>
                  <a:cubicBezTo>
                    <a:pt x="11052" y="8225"/>
                    <a:pt x="11052" y="8225"/>
                    <a:pt x="11052" y="8225"/>
                  </a:cubicBezTo>
                  <a:cubicBezTo>
                    <a:pt x="11052" y="8225"/>
                    <a:pt x="11052" y="8225"/>
                    <a:pt x="11052" y="8225"/>
                  </a:cubicBezTo>
                  <a:cubicBezTo>
                    <a:pt x="11108" y="8225"/>
                    <a:pt x="11108" y="8225"/>
                    <a:pt x="11108" y="8225"/>
                  </a:cubicBezTo>
                  <a:cubicBezTo>
                    <a:pt x="11108" y="8225"/>
                    <a:pt x="11108" y="8225"/>
                    <a:pt x="11108" y="8225"/>
                  </a:cubicBezTo>
                  <a:cubicBezTo>
                    <a:pt x="11108" y="8292"/>
                    <a:pt x="11108" y="8292"/>
                    <a:pt x="11108" y="8292"/>
                  </a:cubicBezTo>
                  <a:cubicBezTo>
                    <a:pt x="11108" y="8292"/>
                    <a:pt x="11108" y="8292"/>
                    <a:pt x="11108" y="8292"/>
                  </a:cubicBezTo>
                  <a:cubicBezTo>
                    <a:pt x="11052" y="8359"/>
                    <a:pt x="11052" y="8359"/>
                    <a:pt x="11052" y="8359"/>
                  </a:cubicBezTo>
                  <a:cubicBezTo>
                    <a:pt x="11052" y="8359"/>
                    <a:pt x="11052" y="8359"/>
                    <a:pt x="11052" y="8359"/>
                  </a:cubicBezTo>
                  <a:close/>
                  <a:moveTo>
                    <a:pt x="10379" y="9161"/>
                  </a:moveTo>
                  <a:cubicBezTo>
                    <a:pt x="10379" y="9161"/>
                    <a:pt x="10379" y="9161"/>
                    <a:pt x="10379" y="9161"/>
                  </a:cubicBezTo>
                  <a:cubicBezTo>
                    <a:pt x="10379" y="9094"/>
                    <a:pt x="10379" y="9094"/>
                    <a:pt x="10379" y="9094"/>
                  </a:cubicBezTo>
                  <a:cubicBezTo>
                    <a:pt x="10379" y="9094"/>
                    <a:pt x="10379" y="9094"/>
                    <a:pt x="10379" y="9094"/>
                  </a:cubicBezTo>
                  <a:cubicBezTo>
                    <a:pt x="10379" y="9094"/>
                    <a:pt x="10379" y="9094"/>
                    <a:pt x="10379" y="9094"/>
                  </a:cubicBezTo>
                  <a:cubicBezTo>
                    <a:pt x="10435" y="9027"/>
                    <a:pt x="10435" y="9027"/>
                    <a:pt x="10435" y="9027"/>
                  </a:cubicBezTo>
                  <a:cubicBezTo>
                    <a:pt x="10435" y="9027"/>
                    <a:pt x="10435" y="9027"/>
                    <a:pt x="10435" y="9027"/>
                  </a:cubicBezTo>
                  <a:cubicBezTo>
                    <a:pt x="10379" y="9027"/>
                    <a:pt x="10379" y="9027"/>
                    <a:pt x="10379" y="9027"/>
                  </a:cubicBezTo>
                  <a:cubicBezTo>
                    <a:pt x="10379" y="8960"/>
                    <a:pt x="10379" y="8960"/>
                    <a:pt x="10379" y="8960"/>
                  </a:cubicBezTo>
                  <a:cubicBezTo>
                    <a:pt x="10379" y="8894"/>
                    <a:pt x="10379" y="8894"/>
                    <a:pt x="10379" y="8894"/>
                  </a:cubicBezTo>
                  <a:cubicBezTo>
                    <a:pt x="10435" y="8894"/>
                    <a:pt x="10435" y="8894"/>
                    <a:pt x="10435" y="8894"/>
                  </a:cubicBezTo>
                  <a:cubicBezTo>
                    <a:pt x="10435" y="8894"/>
                    <a:pt x="10435" y="8894"/>
                    <a:pt x="10435" y="8894"/>
                  </a:cubicBezTo>
                  <a:cubicBezTo>
                    <a:pt x="10379" y="8827"/>
                    <a:pt x="10379" y="8827"/>
                    <a:pt x="10379" y="8827"/>
                  </a:cubicBezTo>
                  <a:cubicBezTo>
                    <a:pt x="10323" y="8827"/>
                    <a:pt x="10323" y="8827"/>
                    <a:pt x="10323" y="8827"/>
                  </a:cubicBezTo>
                  <a:cubicBezTo>
                    <a:pt x="10323" y="8894"/>
                    <a:pt x="10323" y="8894"/>
                    <a:pt x="10323" y="8894"/>
                  </a:cubicBezTo>
                  <a:cubicBezTo>
                    <a:pt x="10323" y="8894"/>
                    <a:pt x="10323" y="8894"/>
                    <a:pt x="10323" y="8894"/>
                  </a:cubicBezTo>
                  <a:cubicBezTo>
                    <a:pt x="10267" y="8894"/>
                    <a:pt x="10267" y="8894"/>
                    <a:pt x="10267" y="8894"/>
                  </a:cubicBezTo>
                  <a:cubicBezTo>
                    <a:pt x="10210" y="8894"/>
                    <a:pt x="10210" y="8894"/>
                    <a:pt x="10210" y="8894"/>
                  </a:cubicBezTo>
                  <a:cubicBezTo>
                    <a:pt x="10154" y="8960"/>
                    <a:pt x="10154" y="8960"/>
                    <a:pt x="10154" y="8960"/>
                  </a:cubicBezTo>
                  <a:cubicBezTo>
                    <a:pt x="10098" y="8960"/>
                    <a:pt x="10098" y="8960"/>
                    <a:pt x="10098" y="8960"/>
                  </a:cubicBezTo>
                  <a:cubicBezTo>
                    <a:pt x="10098" y="8960"/>
                    <a:pt x="10098" y="8960"/>
                    <a:pt x="10098" y="8960"/>
                  </a:cubicBezTo>
                  <a:cubicBezTo>
                    <a:pt x="10154" y="8894"/>
                    <a:pt x="10154" y="8894"/>
                    <a:pt x="10154" y="8894"/>
                  </a:cubicBezTo>
                  <a:cubicBezTo>
                    <a:pt x="10210" y="8894"/>
                    <a:pt x="10210" y="8894"/>
                    <a:pt x="10210" y="8894"/>
                  </a:cubicBezTo>
                  <a:cubicBezTo>
                    <a:pt x="10210" y="8827"/>
                    <a:pt x="10210" y="8827"/>
                    <a:pt x="10210" y="8827"/>
                  </a:cubicBezTo>
                  <a:cubicBezTo>
                    <a:pt x="10210" y="8827"/>
                    <a:pt x="10210" y="8827"/>
                    <a:pt x="10210" y="8827"/>
                  </a:cubicBezTo>
                  <a:cubicBezTo>
                    <a:pt x="10154" y="8827"/>
                    <a:pt x="10154" y="8827"/>
                    <a:pt x="10154" y="8827"/>
                  </a:cubicBezTo>
                  <a:cubicBezTo>
                    <a:pt x="10154" y="8827"/>
                    <a:pt x="10154" y="8827"/>
                    <a:pt x="10154" y="8827"/>
                  </a:cubicBezTo>
                  <a:cubicBezTo>
                    <a:pt x="10210" y="8760"/>
                    <a:pt x="10210" y="8760"/>
                    <a:pt x="10210" y="8760"/>
                  </a:cubicBezTo>
                  <a:cubicBezTo>
                    <a:pt x="10154" y="8693"/>
                    <a:pt x="10154" y="8693"/>
                    <a:pt x="10154" y="8693"/>
                  </a:cubicBezTo>
                  <a:cubicBezTo>
                    <a:pt x="10210" y="8693"/>
                    <a:pt x="10210" y="8693"/>
                    <a:pt x="10210" y="8693"/>
                  </a:cubicBezTo>
                  <a:cubicBezTo>
                    <a:pt x="10210" y="8693"/>
                    <a:pt x="10210" y="8693"/>
                    <a:pt x="10210" y="8693"/>
                  </a:cubicBezTo>
                  <a:cubicBezTo>
                    <a:pt x="10210" y="8693"/>
                    <a:pt x="10210" y="8693"/>
                    <a:pt x="10210" y="8693"/>
                  </a:cubicBezTo>
                  <a:cubicBezTo>
                    <a:pt x="10267" y="8760"/>
                    <a:pt x="10267" y="8760"/>
                    <a:pt x="10267" y="8760"/>
                  </a:cubicBezTo>
                  <a:cubicBezTo>
                    <a:pt x="10267" y="8827"/>
                    <a:pt x="10267" y="8827"/>
                    <a:pt x="10267" y="8827"/>
                  </a:cubicBezTo>
                  <a:cubicBezTo>
                    <a:pt x="10323" y="8760"/>
                    <a:pt x="10323" y="8760"/>
                    <a:pt x="10323" y="8760"/>
                  </a:cubicBezTo>
                  <a:cubicBezTo>
                    <a:pt x="10379" y="8760"/>
                    <a:pt x="10379" y="8760"/>
                    <a:pt x="10379" y="8760"/>
                  </a:cubicBezTo>
                  <a:cubicBezTo>
                    <a:pt x="10379" y="8760"/>
                    <a:pt x="10379" y="8760"/>
                    <a:pt x="10379" y="8760"/>
                  </a:cubicBezTo>
                  <a:cubicBezTo>
                    <a:pt x="10323" y="8693"/>
                    <a:pt x="10323" y="8693"/>
                    <a:pt x="10323" y="8693"/>
                  </a:cubicBezTo>
                  <a:cubicBezTo>
                    <a:pt x="10379" y="8693"/>
                    <a:pt x="10379" y="8693"/>
                    <a:pt x="10379" y="8693"/>
                  </a:cubicBezTo>
                  <a:cubicBezTo>
                    <a:pt x="10379" y="8693"/>
                    <a:pt x="10379" y="8693"/>
                    <a:pt x="10379" y="8693"/>
                  </a:cubicBezTo>
                  <a:cubicBezTo>
                    <a:pt x="10379" y="8693"/>
                    <a:pt x="10379" y="8693"/>
                    <a:pt x="10379" y="8693"/>
                  </a:cubicBezTo>
                  <a:cubicBezTo>
                    <a:pt x="10435" y="8693"/>
                    <a:pt x="10435" y="8693"/>
                    <a:pt x="10435" y="8693"/>
                  </a:cubicBezTo>
                  <a:cubicBezTo>
                    <a:pt x="10491" y="8626"/>
                    <a:pt x="10491" y="8626"/>
                    <a:pt x="10491" y="8626"/>
                  </a:cubicBezTo>
                  <a:cubicBezTo>
                    <a:pt x="10491" y="8626"/>
                    <a:pt x="10491" y="8626"/>
                    <a:pt x="10491" y="8626"/>
                  </a:cubicBezTo>
                  <a:cubicBezTo>
                    <a:pt x="10491" y="8626"/>
                    <a:pt x="10491" y="8626"/>
                    <a:pt x="10491" y="8626"/>
                  </a:cubicBezTo>
                  <a:cubicBezTo>
                    <a:pt x="10491" y="8626"/>
                    <a:pt x="10491" y="8626"/>
                    <a:pt x="10491" y="8626"/>
                  </a:cubicBezTo>
                  <a:cubicBezTo>
                    <a:pt x="10547" y="8626"/>
                    <a:pt x="10547" y="8626"/>
                    <a:pt x="10547" y="8626"/>
                  </a:cubicBezTo>
                  <a:cubicBezTo>
                    <a:pt x="10491" y="8693"/>
                    <a:pt x="10491" y="8693"/>
                    <a:pt x="10491" y="8693"/>
                  </a:cubicBezTo>
                  <a:cubicBezTo>
                    <a:pt x="10491" y="8760"/>
                    <a:pt x="10491" y="8760"/>
                    <a:pt x="10491" y="8760"/>
                  </a:cubicBezTo>
                  <a:cubicBezTo>
                    <a:pt x="10547" y="8760"/>
                    <a:pt x="10547" y="8760"/>
                    <a:pt x="10547" y="8760"/>
                  </a:cubicBezTo>
                  <a:cubicBezTo>
                    <a:pt x="10547" y="8760"/>
                    <a:pt x="10547" y="8760"/>
                    <a:pt x="10547" y="8760"/>
                  </a:cubicBezTo>
                  <a:cubicBezTo>
                    <a:pt x="10547" y="8827"/>
                    <a:pt x="10547" y="8827"/>
                    <a:pt x="10547" y="8827"/>
                  </a:cubicBezTo>
                  <a:cubicBezTo>
                    <a:pt x="10547" y="8827"/>
                    <a:pt x="10547" y="8827"/>
                    <a:pt x="10547" y="8827"/>
                  </a:cubicBezTo>
                  <a:cubicBezTo>
                    <a:pt x="10603" y="8760"/>
                    <a:pt x="10603" y="8760"/>
                    <a:pt x="10603" y="8760"/>
                  </a:cubicBezTo>
                  <a:cubicBezTo>
                    <a:pt x="10603" y="8693"/>
                    <a:pt x="10603" y="8693"/>
                    <a:pt x="10603" y="8693"/>
                  </a:cubicBezTo>
                  <a:cubicBezTo>
                    <a:pt x="10659" y="8626"/>
                    <a:pt x="10659" y="8626"/>
                    <a:pt x="10659" y="8626"/>
                  </a:cubicBezTo>
                  <a:cubicBezTo>
                    <a:pt x="10659" y="8626"/>
                    <a:pt x="10659" y="8626"/>
                    <a:pt x="10659" y="8626"/>
                  </a:cubicBezTo>
                  <a:cubicBezTo>
                    <a:pt x="10659" y="8693"/>
                    <a:pt x="10659" y="8693"/>
                    <a:pt x="10659" y="8693"/>
                  </a:cubicBezTo>
                  <a:cubicBezTo>
                    <a:pt x="10659" y="8760"/>
                    <a:pt x="10659" y="8760"/>
                    <a:pt x="10659" y="8760"/>
                  </a:cubicBezTo>
                  <a:cubicBezTo>
                    <a:pt x="10659" y="8827"/>
                    <a:pt x="10659" y="8827"/>
                    <a:pt x="10659" y="8827"/>
                  </a:cubicBezTo>
                  <a:cubicBezTo>
                    <a:pt x="10659" y="8827"/>
                    <a:pt x="10659" y="8827"/>
                    <a:pt x="10659" y="8827"/>
                  </a:cubicBezTo>
                  <a:cubicBezTo>
                    <a:pt x="10715" y="8827"/>
                    <a:pt x="10715" y="8827"/>
                    <a:pt x="10715" y="8827"/>
                  </a:cubicBezTo>
                  <a:cubicBezTo>
                    <a:pt x="10715" y="8827"/>
                    <a:pt x="10715" y="8827"/>
                    <a:pt x="10715" y="8827"/>
                  </a:cubicBezTo>
                  <a:cubicBezTo>
                    <a:pt x="10771" y="8760"/>
                    <a:pt x="10771" y="8760"/>
                    <a:pt x="10771" y="8760"/>
                  </a:cubicBezTo>
                  <a:cubicBezTo>
                    <a:pt x="10828" y="8693"/>
                    <a:pt x="10828" y="8693"/>
                    <a:pt x="10828" y="8693"/>
                  </a:cubicBezTo>
                  <a:cubicBezTo>
                    <a:pt x="10828" y="8626"/>
                    <a:pt x="10828" y="8626"/>
                    <a:pt x="10828" y="8626"/>
                  </a:cubicBezTo>
                  <a:cubicBezTo>
                    <a:pt x="10828" y="8559"/>
                    <a:pt x="10828" y="8559"/>
                    <a:pt x="10828" y="8559"/>
                  </a:cubicBezTo>
                  <a:cubicBezTo>
                    <a:pt x="10828" y="8559"/>
                    <a:pt x="10828" y="8559"/>
                    <a:pt x="10828" y="8559"/>
                  </a:cubicBezTo>
                  <a:cubicBezTo>
                    <a:pt x="10828" y="8492"/>
                    <a:pt x="10828" y="8492"/>
                    <a:pt x="10828" y="8492"/>
                  </a:cubicBezTo>
                  <a:cubicBezTo>
                    <a:pt x="10771" y="8492"/>
                    <a:pt x="10771" y="8492"/>
                    <a:pt x="10771" y="8492"/>
                  </a:cubicBezTo>
                  <a:cubicBezTo>
                    <a:pt x="10771" y="8492"/>
                    <a:pt x="10771" y="8492"/>
                    <a:pt x="10771" y="8492"/>
                  </a:cubicBezTo>
                  <a:cubicBezTo>
                    <a:pt x="10715" y="8492"/>
                    <a:pt x="10715" y="8492"/>
                    <a:pt x="10715" y="8492"/>
                  </a:cubicBezTo>
                  <a:cubicBezTo>
                    <a:pt x="10715" y="8492"/>
                    <a:pt x="10715" y="8492"/>
                    <a:pt x="10715" y="8492"/>
                  </a:cubicBezTo>
                  <a:cubicBezTo>
                    <a:pt x="10771" y="8426"/>
                    <a:pt x="10771" y="8426"/>
                    <a:pt x="10771" y="8426"/>
                  </a:cubicBezTo>
                  <a:cubicBezTo>
                    <a:pt x="10771" y="8426"/>
                    <a:pt x="10771" y="8426"/>
                    <a:pt x="10771" y="8426"/>
                  </a:cubicBezTo>
                  <a:cubicBezTo>
                    <a:pt x="10715" y="8426"/>
                    <a:pt x="10715" y="8426"/>
                    <a:pt x="10715" y="8426"/>
                  </a:cubicBezTo>
                  <a:cubicBezTo>
                    <a:pt x="10715" y="8426"/>
                    <a:pt x="10715" y="8426"/>
                    <a:pt x="10715" y="8426"/>
                  </a:cubicBezTo>
                  <a:cubicBezTo>
                    <a:pt x="10659" y="8359"/>
                    <a:pt x="10659" y="8359"/>
                    <a:pt x="10659" y="8359"/>
                  </a:cubicBezTo>
                  <a:cubicBezTo>
                    <a:pt x="10659" y="8359"/>
                    <a:pt x="10659" y="8359"/>
                    <a:pt x="10659" y="8359"/>
                  </a:cubicBezTo>
                  <a:cubicBezTo>
                    <a:pt x="10603" y="8225"/>
                    <a:pt x="10603" y="8225"/>
                    <a:pt x="10603" y="8225"/>
                  </a:cubicBezTo>
                  <a:cubicBezTo>
                    <a:pt x="10603" y="8158"/>
                    <a:pt x="10603" y="8158"/>
                    <a:pt x="10603" y="8158"/>
                  </a:cubicBezTo>
                  <a:cubicBezTo>
                    <a:pt x="10659" y="8091"/>
                    <a:pt x="10659" y="8091"/>
                    <a:pt x="10659" y="8091"/>
                  </a:cubicBezTo>
                  <a:cubicBezTo>
                    <a:pt x="10603" y="8024"/>
                    <a:pt x="10603" y="8024"/>
                    <a:pt x="10603" y="8024"/>
                  </a:cubicBezTo>
                  <a:cubicBezTo>
                    <a:pt x="10603" y="8091"/>
                    <a:pt x="10603" y="8091"/>
                    <a:pt x="10603" y="8091"/>
                  </a:cubicBezTo>
                  <a:cubicBezTo>
                    <a:pt x="10603" y="8158"/>
                    <a:pt x="10603" y="8158"/>
                    <a:pt x="10603" y="8158"/>
                  </a:cubicBezTo>
                  <a:cubicBezTo>
                    <a:pt x="10547" y="8091"/>
                    <a:pt x="10547" y="8091"/>
                    <a:pt x="10547" y="8091"/>
                  </a:cubicBezTo>
                  <a:cubicBezTo>
                    <a:pt x="10491" y="8091"/>
                    <a:pt x="10491" y="8091"/>
                    <a:pt x="10491" y="8091"/>
                  </a:cubicBezTo>
                  <a:cubicBezTo>
                    <a:pt x="10491" y="7957"/>
                    <a:pt x="10491" y="7957"/>
                    <a:pt x="10491" y="7957"/>
                  </a:cubicBezTo>
                  <a:cubicBezTo>
                    <a:pt x="10435" y="7957"/>
                    <a:pt x="10435" y="7957"/>
                    <a:pt x="10435" y="7957"/>
                  </a:cubicBezTo>
                  <a:cubicBezTo>
                    <a:pt x="10435" y="7824"/>
                    <a:pt x="10435" y="7824"/>
                    <a:pt x="10435" y="7824"/>
                  </a:cubicBezTo>
                  <a:cubicBezTo>
                    <a:pt x="10379" y="7824"/>
                    <a:pt x="10379" y="7824"/>
                    <a:pt x="10379" y="7824"/>
                  </a:cubicBezTo>
                  <a:cubicBezTo>
                    <a:pt x="10379" y="7757"/>
                    <a:pt x="10379" y="7757"/>
                    <a:pt x="10379" y="7757"/>
                  </a:cubicBezTo>
                  <a:cubicBezTo>
                    <a:pt x="10379" y="7690"/>
                    <a:pt x="10379" y="7690"/>
                    <a:pt x="10379" y="7690"/>
                  </a:cubicBezTo>
                  <a:cubicBezTo>
                    <a:pt x="10379" y="7690"/>
                    <a:pt x="10379" y="7690"/>
                    <a:pt x="10379" y="7690"/>
                  </a:cubicBezTo>
                  <a:cubicBezTo>
                    <a:pt x="10435" y="7690"/>
                    <a:pt x="10435" y="7690"/>
                    <a:pt x="10435" y="7690"/>
                  </a:cubicBezTo>
                  <a:cubicBezTo>
                    <a:pt x="10435" y="7623"/>
                    <a:pt x="10435" y="7623"/>
                    <a:pt x="10435" y="7623"/>
                  </a:cubicBezTo>
                  <a:cubicBezTo>
                    <a:pt x="10491" y="7623"/>
                    <a:pt x="10491" y="7623"/>
                    <a:pt x="10491" y="7623"/>
                  </a:cubicBezTo>
                  <a:cubicBezTo>
                    <a:pt x="10491" y="7623"/>
                    <a:pt x="10491" y="7623"/>
                    <a:pt x="10491" y="7623"/>
                  </a:cubicBezTo>
                  <a:cubicBezTo>
                    <a:pt x="10547" y="7623"/>
                    <a:pt x="10547" y="7623"/>
                    <a:pt x="10547" y="7623"/>
                  </a:cubicBezTo>
                  <a:cubicBezTo>
                    <a:pt x="10547" y="7556"/>
                    <a:pt x="10547" y="7556"/>
                    <a:pt x="10547" y="7556"/>
                  </a:cubicBezTo>
                  <a:cubicBezTo>
                    <a:pt x="10547" y="7489"/>
                    <a:pt x="10547" y="7489"/>
                    <a:pt x="10547" y="7489"/>
                  </a:cubicBezTo>
                  <a:cubicBezTo>
                    <a:pt x="10547" y="7422"/>
                    <a:pt x="10547" y="7422"/>
                    <a:pt x="10547" y="7422"/>
                  </a:cubicBezTo>
                  <a:cubicBezTo>
                    <a:pt x="10603" y="7356"/>
                    <a:pt x="10603" y="7356"/>
                    <a:pt x="10603" y="7356"/>
                  </a:cubicBezTo>
                  <a:cubicBezTo>
                    <a:pt x="10547" y="7289"/>
                    <a:pt x="10547" y="7289"/>
                    <a:pt x="10547" y="7289"/>
                  </a:cubicBezTo>
                  <a:cubicBezTo>
                    <a:pt x="10547" y="7222"/>
                    <a:pt x="10547" y="7222"/>
                    <a:pt x="10547" y="7222"/>
                  </a:cubicBezTo>
                  <a:cubicBezTo>
                    <a:pt x="10603" y="7222"/>
                    <a:pt x="10603" y="7222"/>
                    <a:pt x="10603" y="7222"/>
                  </a:cubicBezTo>
                  <a:cubicBezTo>
                    <a:pt x="10603" y="7155"/>
                    <a:pt x="10603" y="7155"/>
                    <a:pt x="10603" y="7155"/>
                  </a:cubicBezTo>
                  <a:cubicBezTo>
                    <a:pt x="10659" y="7088"/>
                    <a:pt x="10659" y="7088"/>
                    <a:pt x="10659" y="7088"/>
                  </a:cubicBezTo>
                  <a:cubicBezTo>
                    <a:pt x="10659" y="7021"/>
                    <a:pt x="10659" y="7021"/>
                    <a:pt x="10659" y="7021"/>
                  </a:cubicBezTo>
                  <a:cubicBezTo>
                    <a:pt x="10659" y="6954"/>
                    <a:pt x="10659" y="6954"/>
                    <a:pt x="10659" y="6954"/>
                  </a:cubicBezTo>
                  <a:cubicBezTo>
                    <a:pt x="10659" y="6887"/>
                    <a:pt x="10659" y="6887"/>
                    <a:pt x="10659" y="6887"/>
                  </a:cubicBezTo>
                  <a:cubicBezTo>
                    <a:pt x="10715" y="6887"/>
                    <a:pt x="10715" y="6887"/>
                    <a:pt x="10715" y="6887"/>
                  </a:cubicBezTo>
                  <a:cubicBezTo>
                    <a:pt x="10715" y="6821"/>
                    <a:pt x="10715" y="6821"/>
                    <a:pt x="10715" y="6821"/>
                  </a:cubicBezTo>
                  <a:cubicBezTo>
                    <a:pt x="10771" y="6754"/>
                    <a:pt x="10771" y="6754"/>
                    <a:pt x="10771" y="6754"/>
                  </a:cubicBezTo>
                  <a:cubicBezTo>
                    <a:pt x="10771" y="6687"/>
                    <a:pt x="10771" y="6687"/>
                    <a:pt x="10771" y="6687"/>
                  </a:cubicBezTo>
                  <a:cubicBezTo>
                    <a:pt x="10771" y="6687"/>
                    <a:pt x="10771" y="6687"/>
                    <a:pt x="10771" y="6687"/>
                  </a:cubicBezTo>
                  <a:cubicBezTo>
                    <a:pt x="10771" y="6620"/>
                    <a:pt x="10771" y="6620"/>
                    <a:pt x="10771" y="6620"/>
                  </a:cubicBezTo>
                  <a:cubicBezTo>
                    <a:pt x="10828" y="6620"/>
                    <a:pt x="10828" y="6620"/>
                    <a:pt x="10828" y="6620"/>
                  </a:cubicBezTo>
                  <a:cubicBezTo>
                    <a:pt x="10771" y="6553"/>
                    <a:pt x="10771" y="6553"/>
                    <a:pt x="10771" y="6553"/>
                  </a:cubicBezTo>
                  <a:cubicBezTo>
                    <a:pt x="10771" y="6486"/>
                    <a:pt x="10771" y="6486"/>
                    <a:pt x="10771" y="6486"/>
                  </a:cubicBezTo>
                  <a:cubicBezTo>
                    <a:pt x="10771" y="6486"/>
                    <a:pt x="10771" y="6486"/>
                    <a:pt x="10771" y="6486"/>
                  </a:cubicBezTo>
                  <a:cubicBezTo>
                    <a:pt x="10715" y="6419"/>
                    <a:pt x="10715" y="6419"/>
                    <a:pt x="10715" y="6419"/>
                  </a:cubicBezTo>
                  <a:cubicBezTo>
                    <a:pt x="10715" y="6352"/>
                    <a:pt x="10715" y="6352"/>
                    <a:pt x="10715" y="6352"/>
                  </a:cubicBezTo>
                  <a:cubicBezTo>
                    <a:pt x="10715" y="6352"/>
                    <a:pt x="10715" y="6352"/>
                    <a:pt x="10715" y="6352"/>
                  </a:cubicBezTo>
                  <a:cubicBezTo>
                    <a:pt x="10715" y="6219"/>
                    <a:pt x="10715" y="6219"/>
                    <a:pt x="10715" y="6219"/>
                  </a:cubicBezTo>
                  <a:cubicBezTo>
                    <a:pt x="10659" y="6219"/>
                    <a:pt x="10659" y="6219"/>
                    <a:pt x="10659" y="6219"/>
                  </a:cubicBezTo>
                  <a:cubicBezTo>
                    <a:pt x="10659" y="6219"/>
                    <a:pt x="10659" y="6219"/>
                    <a:pt x="10659" y="6219"/>
                  </a:cubicBezTo>
                  <a:cubicBezTo>
                    <a:pt x="10603" y="6219"/>
                    <a:pt x="10603" y="6219"/>
                    <a:pt x="10603" y="6219"/>
                  </a:cubicBezTo>
                  <a:cubicBezTo>
                    <a:pt x="10603" y="6286"/>
                    <a:pt x="10603" y="6286"/>
                    <a:pt x="10603" y="6286"/>
                  </a:cubicBezTo>
                  <a:cubicBezTo>
                    <a:pt x="10603" y="6286"/>
                    <a:pt x="10603" y="6286"/>
                    <a:pt x="10603" y="6286"/>
                  </a:cubicBezTo>
                  <a:cubicBezTo>
                    <a:pt x="10547" y="6152"/>
                    <a:pt x="10547" y="6152"/>
                    <a:pt x="10547" y="6152"/>
                  </a:cubicBezTo>
                  <a:cubicBezTo>
                    <a:pt x="10491" y="6152"/>
                    <a:pt x="10491" y="6152"/>
                    <a:pt x="10491" y="6152"/>
                  </a:cubicBezTo>
                  <a:cubicBezTo>
                    <a:pt x="10491" y="6152"/>
                    <a:pt x="10491" y="6152"/>
                    <a:pt x="10491" y="6152"/>
                  </a:cubicBezTo>
                  <a:cubicBezTo>
                    <a:pt x="10435" y="6152"/>
                    <a:pt x="10435" y="6152"/>
                    <a:pt x="10435" y="6152"/>
                  </a:cubicBezTo>
                  <a:cubicBezTo>
                    <a:pt x="10435" y="6219"/>
                    <a:pt x="10435" y="6219"/>
                    <a:pt x="10435" y="6219"/>
                  </a:cubicBezTo>
                  <a:cubicBezTo>
                    <a:pt x="10435" y="6219"/>
                    <a:pt x="10435" y="6219"/>
                    <a:pt x="10435" y="6219"/>
                  </a:cubicBezTo>
                  <a:cubicBezTo>
                    <a:pt x="10379" y="6219"/>
                    <a:pt x="10379" y="6219"/>
                    <a:pt x="10379" y="6219"/>
                  </a:cubicBezTo>
                  <a:cubicBezTo>
                    <a:pt x="10379" y="6286"/>
                    <a:pt x="10379" y="6286"/>
                    <a:pt x="10379" y="6286"/>
                  </a:cubicBezTo>
                  <a:cubicBezTo>
                    <a:pt x="10379" y="6352"/>
                    <a:pt x="10379" y="6352"/>
                    <a:pt x="10379" y="6352"/>
                  </a:cubicBezTo>
                  <a:cubicBezTo>
                    <a:pt x="10323" y="6352"/>
                    <a:pt x="10323" y="6352"/>
                    <a:pt x="10323" y="6352"/>
                  </a:cubicBezTo>
                  <a:cubicBezTo>
                    <a:pt x="10323" y="6486"/>
                    <a:pt x="10323" y="6486"/>
                    <a:pt x="10323" y="6486"/>
                  </a:cubicBezTo>
                  <a:cubicBezTo>
                    <a:pt x="10323" y="6553"/>
                    <a:pt x="10323" y="6553"/>
                    <a:pt x="10323" y="6553"/>
                  </a:cubicBezTo>
                  <a:cubicBezTo>
                    <a:pt x="10267" y="6553"/>
                    <a:pt x="10267" y="6553"/>
                    <a:pt x="10267" y="6553"/>
                  </a:cubicBezTo>
                  <a:cubicBezTo>
                    <a:pt x="10267" y="6620"/>
                    <a:pt x="10267" y="6620"/>
                    <a:pt x="10267" y="6620"/>
                  </a:cubicBezTo>
                  <a:cubicBezTo>
                    <a:pt x="10267" y="6620"/>
                    <a:pt x="10267" y="6620"/>
                    <a:pt x="10267" y="6620"/>
                  </a:cubicBezTo>
                  <a:cubicBezTo>
                    <a:pt x="10267" y="6687"/>
                    <a:pt x="10267" y="6687"/>
                    <a:pt x="10267" y="6687"/>
                  </a:cubicBezTo>
                  <a:cubicBezTo>
                    <a:pt x="10210" y="6687"/>
                    <a:pt x="10210" y="6687"/>
                    <a:pt x="10210" y="6687"/>
                  </a:cubicBezTo>
                  <a:cubicBezTo>
                    <a:pt x="10210" y="6821"/>
                    <a:pt x="10210" y="6821"/>
                    <a:pt x="10210" y="6821"/>
                  </a:cubicBezTo>
                  <a:cubicBezTo>
                    <a:pt x="10154" y="6821"/>
                    <a:pt x="10154" y="6821"/>
                    <a:pt x="10154" y="6821"/>
                  </a:cubicBezTo>
                  <a:cubicBezTo>
                    <a:pt x="10154" y="6821"/>
                    <a:pt x="10154" y="6821"/>
                    <a:pt x="10154" y="6821"/>
                  </a:cubicBezTo>
                  <a:cubicBezTo>
                    <a:pt x="10098" y="6954"/>
                    <a:pt x="10098" y="6954"/>
                    <a:pt x="10098" y="6954"/>
                  </a:cubicBezTo>
                  <a:cubicBezTo>
                    <a:pt x="10154" y="6954"/>
                    <a:pt x="10154" y="6954"/>
                    <a:pt x="10154" y="6954"/>
                  </a:cubicBezTo>
                  <a:cubicBezTo>
                    <a:pt x="10098" y="7021"/>
                    <a:pt x="10098" y="7021"/>
                    <a:pt x="10098" y="7021"/>
                  </a:cubicBezTo>
                  <a:cubicBezTo>
                    <a:pt x="10098" y="7088"/>
                    <a:pt x="10098" y="7088"/>
                    <a:pt x="10098" y="7088"/>
                  </a:cubicBezTo>
                  <a:cubicBezTo>
                    <a:pt x="10098" y="7088"/>
                    <a:pt x="10098" y="7088"/>
                    <a:pt x="10098" y="7088"/>
                  </a:cubicBezTo>
                  <a:cubicBezTo>
                    <a:pt x="10098" y="7155"/>
                    <a:pt x="10098" y="7155"/>
                    <a:pt x="10098" y="7155"/>
                  </a:cubicBezTo>
                  <a:cubicBezTo>
                    <a:pt x="10098" y="7222"/>
                    <a:pt x="10098" y="7222"/>
                    <a:pt x="10098" y="7222"/>
                  </a:cubicBezTo>
                  <a:cubicBezTo>
                    <a:pt x="10042" y="7222"/>
                    <a:pt x="10042" y="7222"/>
                    <a:pt x="10042" y="7222"/>
                  </a:cubicBezTo>
                  <a:cubicBezTo>
                    <a:pt x="10042" y="7222"/>
                    <a:pt x="10042" y="7222"/>
                    <a:pt x="10042" y="7222"/>
                  </a:cubicBezTo>
                  <a:cubicBezTo>
                    <a:pt x="10098" y="7222"/>
                    <a:pt x="10098" y="7222"/>
                    <a:pt x="10098" y="7222"/>
                  </a:cubicBezTo>
                  <a:cubicBezTo>
                    <a:pt x="10098" y="7289"/>
                    <a:pt x="10098" y="7289"/>
                    <a:pt x="10098" y="7289"/>
                  </a:cubicBezTo>
                  <a:cubicBezTo>
                    <a:pt x="10098" y="7289"/>
                    <a:pt x="10098" y="7289"/>
                    <a:pt x="10098" y="7289"/>
                  </a:cubicBezTo>
                  <a:cubicBezTo>
                    <a:pt x="10042" y="7289"/>
                    <a:pt x="10042" y="7289"/>
                    <a:pt x="10042" y="7289"/>
                  </a:cubicBezTo>
                  <a:cubicBezTo>
                    <a:pt x="9986" y="7289"/>
                    <a:pt x="9986" y="7289"/>
                    <a:pt x="9986" y="7289"/>
                  </a:cubicBezTo>
                  <a:cubicBezTo>
                    <a:pt x="9986" y="7289"/>
                    <a:pt x="9986" y="7289"/>
                    <a:pt x="9986" y="7289"/>
                  </a:cubicBezTo>
                  <a:cubicBezTo>
                    <a:pt x="9930" y="7289"/>
                    <a:pt x="9930" y="7289"/>
                    <a:pt x="9930" y="7289"/>
                  </a:cubicBezTo>
                  <a:cubicBezTo>
                    <a:pt x="9930" y="7356"/>
                    <a:pt x="9930" y="7356"/>
                    <a:pt x="9930" y="7356"/>
                  </a:cubicBezTo>
                  <a:cubicBezTo>
                    <a:pt x="9930" y="7422"/>
                    <a:pt x="9930" y="7422"/>
                    <a:pt x="9930" y="7422"/>
                  </a:cubicBezTo>
                  <a:cubicBezTo>
                    <a:pt x="9874" y="7356"/>
                    <a:pt x="9874" y="7356"/>
                    <a:pt x="9874" y="7356"/>
                  </a:cubicBezTo>
                  <a:cubicBezTo>
                    <a:pt x="9874" y="7289"/>
                    <a:pt x="9874" y="7289"/>
                    <a:pt x="9874" y="7289"/>
                  </a:cubicBezTo>
                  <a:cubicBezTo>
                    <a:pt x="9930" y="7289"/>
                    <a:pt x="9930" y="7289"/>
                    <a:pt x="9930" y="7289"/>
                  </a:cubicBezTo>
                  <a:cubicBezTo>
                    <a:pt x="9874" y="7222"/>
                    <a:pt x="9874" y="7222"/>
                    <a:pt x="9874" y="7222"/>
                  </a:cubicBezTo>
                  <a:cubicBezTo>
                    <a:pt x="9874" y="7155"/>
                    <a:pt x="9874" y="7155"/>
                    <a:pt x="9874" y="7155"/>
                  </a:cubicBezTo>
                  <a:cubicBezTo>
                    <a:pt x="9930" y="7088"/>
                    <a:pt x="9930" y="7088"/>
                    <a:pt x="9930" y="7088"/>
                  </a:cubicBezTo>
                  <a:cubicBezTo>
                    <a:pt x="9930" y="7021"/>
                    <a:pt x="9930" y="7021"/>
                    <a:pt x="9930" y="7021"/>
                  </a:cubicBezTo>
                  <a:cubicBezTo>
                    <a:pt x="9930" y="7021"/>
                    <a:pt x="9930" y="7021"/>
                    <a:pt x="9930" y="7021"/>
                  </a:cubicBezTo>
                  <a:cubicBezTo>
                    <a:pt x="9986" y="6954"/>
                    <a:pt x="9986" y="6954"/>
                    <a:pt x="9986" y="6954"/>
                  </a:cubicBezTo>
                  <a:cubicBezTo>
                    <a:pt x="9986" y="6887"/>
                    <a:pt x="9986" y="6887"/>
                    <a:pt x="9986" y="6887"/>
                  </a:cubicBezTo>
                  <a:cubicBezTo>
                    <a:pt x="9986" y="6821"/>
                    <a:pt x="9986" y="6821"/>
                    <a:pt x="9986" y="6821"/>
                  </a:cubicBezTo>
                  <a:cubicBezTo>
                    <a:pt x="10042" y="6754"/>
                    <a:pt x="10042" y="6754"/>
                    <a:pt x="10042" y="6754"/>
                  </a:cubicBezTo>
                  <a:cubicBezTo>
                    <a:pt x="10042" y="6687"/>
                    <a:pt x="10042" y="6687"/>
                    <a:pt x="10042" y="6687"/>
                  </a:cubicBezTo>
                  <a:cubicBezTo>
                    <a:pt x="10042" y="6687"/>
                    <a:pt x="10042" y="6687"/>
                    <a:pt x="10042" y="6687"/>
                  </a:cubicBezTo>
                  <a:cubicBezTo>
                    <a:pt x="9986" y="6687"/>
                    <a:pt x="9986" y="6687"/>
                    <a:pt x="9986" y="6687"/>
                  </a:cubicBezTo>
                  <a:cubicBezTo>
                    <a:pt x="9986" y="6687"/>
                    <a:pt x="9986" y="6687"/>
                    <a:pt x="9986" y="6687"/>
                  </a:cubicBezTo>
                  <a:cubicBezTo>
                    <a:pt x="10042" y="6620"/>
                    <a:pt x="10042" y="6620"/>
                    <a:pt x="10042" y="6620"/>
                  </a:cubicBezTo>
                  <a:cubicBezTo>
                    <a:pt x="10042" y="6486"/>
                    <a:pt x="10042" y="6486"/>
                    <a:pt x="10042" y="6486"/>
                  </a:cubicBezTo>
                  <a:cubicBezTo>
                    <a:pt x="10042" y="6486"/>
                    <a:pt x="10042" y="6486"/>
                    <a:pt x="10042" y="6486"/>
                  </a:cubicBezTo>
                  <a:cubicBezTo>
                    <a:pt x="9986" y="6419"/>
                    <a:pt x="9986" y="6419"/>
                    <a:pt x="9986" y="6419"/>
                  </a:cubicBezTo>
                  <a:cubicBezTo>
                    <a:pt x="10042" y="6419"/>
                    <a:pt x="10042" y="6419"/>
                    <a:pt x="10042" y="6419"/>
                  </a:cubicBezTo>
                  <a:cubicBezTo>
                    <a:pt x="10042" y="6352"/>
                    <a:pt x="10042" y="6352"/>
                    <a:pt x="10042" y="6352"/>
                  </a:cubicBezTo>
                  <a:cubicBezTo>
                    <a:pt x="9986" y="6352"/>
                    <a:pt x="9986" y="6352"/>
                    <a:pt x="9986" y="6352"/>
                  </a:cubicBezTo>
                  <a:cubicBezTo>
                    <a:pt x="9930" y="6286"/>
                    <a:pt x="9930" y="6286"/>
                    <a:pt x="9930" y="6286"/>
                  </a:cubicBezTo>
                  <a:cubicBezTo>
                    <a:pt x="9874" y="6286"/>
                    <a:pt x="9874" y="6286"/>
                    <a:pt x="9874" y="6286"/>
                  </a:cubicBezTo>
                  <a:cubicBezTo>
                    <a:pt x="9874" y="6352"/>
                    <a:pt x="9874" y="6352"/>
                    <a:pt x="9874" y="6352"/>
                  </a:cubicBezTo>
                  <a:cubicBezTo>
                    <a:pt x="9930" y="6419"/>
                    <a:pt x="9930" y="6419"/>
                    <a:pt x="9930" y="6419"/>
                  </a:cubicBezTo>
                  <a:cubicBezTo>
                    <a:pt x="9930" y="6419"/>
                    <a:pt x="9930" y="6419"/>
                    <a:pt x="9930" y="6419"/>
                  </a:cubicBezTo>
                  <a:cubicBezTo>
                    <a:pt x="9930" y="6486"/>
                    <a:pt x="9930" y="6486"/>
                    <a:pt x="9930" y="6486"/>
                  </a:cubicBezTo>
                  <a:cubicBezTo>
                    <a:pt x="9930" y="6486"/>
                    <a:pt x="9930" y="6486"/>
                    <a:pt x="9930" y="6486"/>
                  </a:cubicBezTo>
                  <a:cubicBezTo>
                    <a:pt x="9874" y="6486"/>
                    <a:pt x="9874" y="6486"/>
                    <a:pt x="9874" y="6486"/>
                  </a:cubicBezTo>
                  <a:cubicBezTo>
                    <a:pt x="9874" y="6486"/>
                    <a:pt x="9874" y="6486"/>
                    <a:pt x="9874" y="6486"/>
                  </a:cubicBezTo>
                  <a:cubicBezTo>
                    <a:pt x="9818" y="6486"/>
                    <a:pt x="9818" y="6486"/>
                    <a:pt x="9818" y="6486"/>
                  </a:cubicBezTo>
                  <a:cubicBezTo>
                    <a:pt x="9818" y="6553"/>
                    <a:pt x="9818" y="6553"/>
                    <a:pt x="9818" y="6553"/>
                  </a:cubicBezTo>
                  <a:cubicBezTo>
                    <a:pt x="9874" y="6553"/>
                    <a:pt x="9874" y="6553"/>
                    <a:pt x="9874" y="6553"/>
                  </a:cubicBezTo>
                  <a:cubicBezTo>
                    <a:pt x="9874" y="6553"/>
                    <a:pt x="9874" y="6553"/>
                    <a:pt x="9874" y="6553"/>
                  </a:cubicBezTo>
                  <a:cubicBezTo>
                    <a:pt x="9874" y="6620"/>
                    <a:pt x="9874" y="6620"/>
                    <a:pt x="9874" y="6620"/>
                  </a:cubicBezTo>
                  <a:cubicBezTo>
                    <a:pt x="9874" y="6687"/>
                    <a:pt x="9874" y="6687"/>
                    <a:pt x="9874" y="6687"/>
                  </a:cubicBezTo>
                  <a:cubicBezTo>
                    <a:pt x="9874" y="6620"/>
                    <a:pt x="9874" y="6620"/>
                    <a:pt x="9874" y="6620"/>
                  </a:cubicBezTo>
                  <a:cubicBezTo>
                    <a:pt x="9818" y="6620"/>
                    <a:pt x="9818" y="6620"/>
                    <a:pt x="9818" y="6620"/>
                  </a:cubicBezTo>
                  <a:cubicBezTo>
                    <a:pt x="9818" y="6687"/>
                    <a:pt x="9818" y="6687"/>
                    <a:pt x="9818" y="6687"/>
                  </a:cubicBezTo>
                  <a:cubicBezTo>
                    <a:pt x="9762" y="6620"/>
                    <a:pt x="9762" y="6620"/>
                    <a:pt x="9762" y="6620"/>
                  </a:cubicBezTo>
                  <a:cubicBezTo>
                    <a:pt x="9762" y="6620"/>
                    <a:pt x="9762" y="6620"/>
                    <a:pt x="9762" y="6620"/>
                  </a:cubicBezTo>
                  <a:cubicBezTo>
                    <a:pt x="9762" y="6620"/>
                    <a:pt x="9762" y="6620"/>
                    <a:pt x="9762" y="6620"/>
                  </a:cubicBezTo>
                  <a:cubicBezTo>
                    <a:pt x="9705" y="6687"/>
                    <a:pt x="9705" y="6687"/>
                    <a:pt x="9705" y="6687"/>
                  </a:cubicBezTo>
                  <a:cubicBezTo>
                    <a:pt x="9705" y="6620"/>
                    <a:pt x="9705" y="6620"/>
                    <a:pt x="9705" y="6620"/>
                  </a:cubicBezTo>
                  <a:cubicBezTo>
                    <a:pt x="9705" y="6620"/>
                    <a:pt x="9705" y="6620"/>
                    <a:pt x="9705" y="6620"/>
                  </a:cubicBezTo>
                  <a:cubicBezTo>
                    <a:pt x="9705" y="6553"/>
                    <a:pt x="9705" y="6553"/>
                    <a:pt x="9705" y="6553"/>
                  </a:cubicBezTo>
                  <a:cubicBezTo>
                    <a:pt x="9705" y="6553"/>
                    <a:pt x="9705" y="6553"/>
                    <a:pt x="9705" y="6553"/>
                  </a:cubicBezTo>
                  <a:cubicBezTo>
                    <a:pt x="9649" y="6553"/>
                    <a:pt x="9649" y="6553"/>
                    <a:pt x="9649" y="6553"/>
                  </a:cubicBezTo>
                  <a:cubicBezTo>
                    <a:pt x="9593" y="6620"/>
                    <a:pt x="9593" y="6620"/>
                    <a:pt x="9593" y="6620"/>
                  </a:cubicBezTo>
                  <a:cubicBezTo>
                    <a:pt x="9537" y="6553"/>
                    <a:pt x="9537" y="6553"/>
                    <a:pt x="9537" y="6553"/>
                  </a:cubicBezTo>
                  <a:cubicBezTo>
                    <a:pt x="9537" y="6553"/>
                    <a:pt x="9537" y="6553"/>
                    <a:pt x="9537" y="6553"/>
                  </a:cubicBezTo>
                  <a:cubicBezTo>
                    <a:pt x="9481" y="6620"/>
                    <a:pt x="9481" y="6620"/>
                    <a:pt x="9481" y="6620"/>
                  </a:cubicBezTo>
                  <a:cubicBezTo>
                    <a:pt x="9425" y="6620"/>
                    <a:pt x="9425" y="6620"/>
                    <a:pt x="9425" y="6620"/>
                  </a:cubicBezTo>
                  <a:cubicBezTo>
                    <a:pt x="9425" y="6553"/>
                    <a:pt x="9425" y="6553"/>
                    <a:pt x="9425" y="6553"/>
                  </a:cubicBezTo>
                  <a:cubicBezTo>
                    <a:pt x="9369" y="6620"/>
                    <a:pt x="9369" y="6620"/>
                    <a:pt x="9369" y="6620"/>
                  </a:cubicBezTo>
                  <a:cubicBezTo>
                    <a:pt x="9369" y="6553"/>
                    <a:pt x="9369" y="6553"/>
                    <a:pt x="9369" y="6553"/>
                  </a:cubicBezTo>
                  <a:cubicBezTo>
                    <a:pt x="9369" y="6553"/>
                    <a:pt x="9369" y="6553"/>
                    <a:pt x="9369" y="6553"/>
                  </a:cubicBezTo>
                  <a:cubicBezTo>
                    <a:pt x="9425" y="6553"/>
                    <a:pt x="9425" y="6553"/>
                    <a:pt x="9425" y="6553"/>
                  </a:cubicBezTo>
                  <a:cubicBezTo>
                    <a:pt x="9481" y="6553"/>
                    <a:pt x="9481" y="6553"/>
                    <a:pt x="9481" y="6553"/>
                  </a:cubicBezTo>
                  <a:cubicBezTo>
                    <a:pt x="9537" y="6486"/>
                    <a:pt x="9537" y="6486"/>
                    <a:pt x="9537" y="6486"/>
                  </a:cubicBezTo>
                  <a:cubicBezTo>
                    <a:pt x="9537" y="6486"/>
                    <a:pt x="9537" y="6486"/>
                    <a:pt x="9537" y="6486"/>
                  </a:cubicBezTo>
                  <a:cubicBezTo>
                    <a:pt x="9593" y="6486"/>
                    <a:pt x="9593" y="6486"/>
                    <a:pt x="9593" y="6486"/>
                  </a:cubicBezTo>
                  <a:cubicBezTo>
                    <a:pt x="9593" y="6486"/>
                    <a:pt x="9593" y="6486"/>
                    <a:pt x="9593" y="6486"/>
                  </a:cubicBezTo>
                  <a:cubicBezTo>
                    <a:pt x="9649" y="6419"/>
                    <a:pt x="9649" y="6419"/>
                    <a:pt x="9649" y="6419"/>
                  </a:cubicBezTo>
                  <a:cubicBezTo>
                    <a:pt x="9649" y="6419"/>
                    <a:pt x="9649" y="6419"/>
                    <a:pt x="9649" y="6419"/>
                  </a:cubicBezTo>
                  <a:cubicBezTo>
                    <a:pt x="9649" y="6352"/>
                    <a:pt x="9649" y="6352"/>
                    <a:pt x="9649" y="6352"/>
                  </a:cubicBezTo>
                  <a:cubicBezTo>
                    <a:pt x="9649" y="6352"/>
                    <a:pt x="9649" y="6352"/>
                    <a:pt x="9649" y="6352"/>
                  </a:cubicBezTo>
                  <a:cubicBezTo>
                    <a:pt x="9593" y="6219"/>
                    <a:pt x="9593" y="6219"/>
                    <a:pt x="9593" y="6219"/>
                  </a:cubicBezTo>
                  <a:cubicBezTo>
                    <a:pt x="9537" y="6219"/>
                    <a:pt x="9537" y="6219"/>
                    <a:pt x="9537" y="6219"/>
                  </a:cubicBezTo>
                  <a:cubicBezTo>
                    <a:pt x="9537" y="6219"/>
                    <a:pt x="9537" y="6219"/>
                    <a:pt x="9537" y="6219"/>
                  </a:cubicBezTo>
                  <a:cubicBezTo>
                    <a:pt x="9481" y="6085"/>
                    <a:pt x="9481" y="6085"/>
                    <a:pt x="9481" y="6085"/>
                  </a:cubicBezTo>
                  <a:cubicBezTo>
                    <a:pt x="9425" y="6085"/>
                    <a:pt x="9425" y="6085"/>
                    <a:pt x="9425" y="6085"/>
                  </a:cubicBezTo>
                  <a:cubicBezTo>
                    <a:pt x="9425" y="6085"/>
                    <a:pt x="9425" y="6085"/>
                    <a:pt x="9425" y="6085"/>
                  </a:cubicBezTo>
                  <a:cubicBezTo>
                    <a:pt x="9369" y="6152"/>
                    <a:pt x="9369" y="6152"/>
                    <a:pt x="9369" y="6152"/>
                  </a:cubicBezTo>
                  <a:cubicBezTo>
                    <a:pt x="9313" y="6152"/>
                    <a:pt x="9313" y="6152"/>
                    <a:pt x="9313" y="6152"/>
                  </a:cubicBezTo>
                  <a:cubicBezTo>
                    <a:pt x="9257" y="6219"/>
                    <a:pt x="9257" y="6219"/>
                    <a:pt x="9257" y="6219"/>
                  </a:cubicBezTo>
                  <a:cubicBezTo>
                    <a:pt x="9257" y="6219"/>
                    <a:pt x="9257" y="6219"/>
                    <a:pt x="9257" y="6219"/>
                  </a:cubicBezTo>
                  <a:cubicBezTo>
                    <a:pt x="9257" y="6286"/>
                    <a:pt x="9257" y="6286"/>
                    <a:pt x="9257" y="6286"/>
                  </a:cubicBezTo>
                  <a:cubicBezTo>
                    <a:pt x="9201" y="6286"/>
                    <a:pt x="9201" y="6286"/>
                    <a:pt x="9201" y="6286"/>
                  </a:cubicBezTo>
                  <a:cubicBezTo>
                    <a:pt x="9201" y="6286"/>
                    <a:pt x="9201" y="6286"/>
                    <a:pt x="9201" y="6286"/>
                  </a:cubicBezTo>
                  <a:cubicBezTo>
                    <a:pt x="9201" y="6286"/>
                    <a:pt x="9201" y="6286"/>
                    <a:pt x="9201" y="6286"/>
                  </a:cubicBezTo>
                  <a:cubicBezTo>
                    <a:pt x="9144" y="6286"/>
                    <a:pt x="9144" y="6286"/>
                    <a:pt x="9144" y="6286"/>
                  </a:cubicBezTo>
                  <a:cubicBezTo>
                    <a:pt x="9088" y="6286"/>
                    <a:pt x="9088" y="6286"/>
                    <a:pt x="9088" y="6286"/>
                  </a:cubicBezTo>
                  <a:cubicBezTo>
                    <a:pt x="9088" y="6286"/>
                    <a:pt x="9088" y="6286"/>
                    <a:pt x="9088" y="6286"/>
                  </a:cubicBezTo>
                  <a:cubicBezTo>
                    <a:pt x="9032" y="6286"/>
                    <a:pt x="9032" y="6286"/>
                    <a:pt x="9032" y="6286"/>
                  </a:cubicBezTo>
                  <a:cubicBezTo>
                    <a:pt x="8976" y="6286"/>
                    <a:pt x="8976" y="6286"/>
                    <a:pt x="8976" y="6286"/>
                  </a:cubicBezTo>
                  <a:cubicBezTo>
                    <a:pt x="8976" y="6286"/>
                    <a:pt x="8976" y="6286"/>
                    <a:pt x="8976" y="6286"/>
                  </a:cubicBezTo>
                  <a:cubicBezTo>
                    <a:pt x="8976" y="6219"/>
                    <a:pt x="8976" y="6219"/>
                    <a:pt x="8976" y="6219"/>
                  </a:cubicBezTo>
                  <a:cubicBezTo>
                    <a:pt x="9088" y="6219"/>
                    <a:pt x="9088" y="6219"/>
                    <a:pt x="9088" y="6219"/>
                  </a:cubicBezTo>
                  <a:cubicBezTo>
                    <a:pt x="9088" y="6152"/>
                    <a:pt x="9088" y="6152"/>
                    <a:pt x="9088" y="6152"/>
                  </a:cubicBezTo>
                  <a:cubicBezTo>
                    <a:pt x="9144" y="6152"/>
                    <a:pt x="9144" y="6152"/>
                    <a:pt x="9144" y="6152"/>
                  </a:cubicBezTo>
                  <a:cubicBezTo>
                    <a:pt x="9144" y="6152"/>
                    <a:pt x="9144" y="6152"/>
                    <a:pt x="9144" y="6152"/>
                  </a:cubicBezTo>
                  <a:cubicBezTo>
                    <a:pt x="9201" y="6085"/>
                    <a:pt x="9201" y="6085"/>
                    <a:pt x="9201" y="6085"/>
                  </a:cubicBezTo>
                  <a:cubicBezTo>
                    <a:pt x="9201" y="6085"/>
                    <a:pt x="9201" y="6085"/>
                    <a:pt x="9201" y="6085"/>
                  </a:cubicBezTo>
                  <a:cubicBezTo>
                    <a:pt x="9201" y="6018"/>
                    <a:pt x="9201" y="6018"/>
                    <a:pt x="9201" y="6018"/>
                  </a:cubicBezTo>
                  <a:cubicBezTo>
                    <a:pt x="9257" y="6018"/>
                    <a:pt x="9257" y="6018"/>
                    <a:pt x="9257" y="6018"/>
                  </a:cubicBezTo>
                  <a:cubicBezTo>
                    <a:pt x="9313" y="5951"/>
                    <a:pt x="9313" y="5951"/>
                    <a:pt x="9313" y="5951"/>
                  </a:cubicBezTo>
                  <a:cubicBezTo>
                    <a:pt x="9313" y="5884"/>
                    <a:pt x="9313" y="5884"/>
                    <a:pt x="9313" y="5884"/>
                  </a:cubicBezTo>
                  <a:cubicBezTo>
                    <a:pt x="9313" y="5817"/>
                    <a:pt x="9313" y="5817"/>
                    <a:pt x="9313" y="5817"/>
                  </a:cubicBezTo>
                  <a:cubicBezTo>
                    <a:pt x="9257" y="5751"/>
                    <a:pt x="9257" y="5751"/>
                    <a:pt x="9257" y="5751"/>
                  </a:cubicBezTo>
                  <a:cubicBezTo>
                    <a:pt x="9257" y="5751"/>
                    <a:pt x="9257" y="5751"/>
                    <a:pt x="9257" y="5751"/>
                  </a:cubicBezTo>
                  <a:cubicBezTo>
                    <a:pt x="9144" y="5817"/>
                    <a:pt x="9144" y="5817"/>
                    <a:pt x="9144" y="5817"/>
                  </a:cubicBezTo>
                  <a:cubicBezTo>
                    <a:pt x="9088" y="5817"/>
                    <a:pt x="9088" y="5817"/>
                    <a:pt x="9088" y="5817"/>
                  </a:cubicBezTo>
                  <a:cubicBezTo>
                    <a:pt x="8976" y="5884"/>
                    <a:pt x="8976" y="5884"/>
                    <a:pt x="8976" y="5884"/>
                  </a:cubicBezTo>
                  <a:cubicBezTo>
                    <a:pt x="8808" y="5884"/>
                    <a:pt x="8808" y="5884"/>
                    <a:pt x="8808" y="5884"/>
                  </a:cubicBezTo>
                  <a:cubicBezTo>
                    <a:pt x="8583" y="6018"/>
                    <a:pt x="8583" y="6018"/>
                    <a:pt x="8583" y="6018"/>
                  </a:cubicBezTo>
                  <a:cubicBezTo>
                    <a:pt x="8527" y="6018"/>
                    <a:pt x="8527" y="6018"/>
                    <a:pt x="8527" y="6018"/>
                  </a:cubicBezTo>
                  <a:cubicBezTo>
                    <a:pt x="8359" y="6085"/>
                    <a:pt x="8359" y="6085"/>
                    <a:pt x="8359" y="6085"/>
                  </a:cubicBezTo>
                  <a:cubicBezTo>
                    <a:pt x="8191" y="6152"/>
                    <a:pt x="8191" y="6152"/>
                    <a:pt x="8191" y="6152"/>
                  </a:cubicBezTo>
                  <a:cubicBezTo>
                    <a:pt x="8135" y="6219"/>
                    <a:pt x="8135" y="6219"/>
                    <a:pt x="8135" y="6219"/>
                  </a:cubicBezTo>
                  <a:cubicBezTo>
                    <a:pt x="8135" y="6286"/>
                    <a:pt x="8135" y="6286"/>
                    <a:pt x="8135" y="6286"/>
                  </a:cubicBezTo>
                  <a:cubicBezTo>
                    <a:pt x="8191" y="6286"/>
                    <a:pt x="8191" y="6286"/>
                    <a:pt x="8191" y="6286"/>
                  </a:cubicBezTo>
                  <a:cubicBezTo>
                    <a:pt x="8191" y="6286"/>
                    <a:pt x="8191" y="6286"/>
                    <a:pt x="8191" y="6286"/>
                  </a:cubicBezTo>
                  <a:cubicBezTo>
                    <a:pt x="8135" y="6352"/>
                    <a:pt x="8135" y="6352"/>
                    <a:pt x="8135" y="6352"/>
                  </a:cubicBezTo>
                  <a:cubicBezTo>
                    <a:pt x="8078" y="6352"/>
                    <a:pt x="8078" y="6352"/>
                    <a:pt x="8078" y="6352"/>
                  </a:cubicBezTo>
                  <a:cubicBezTo>
                    <a:pt x="8022" y="6419"/>
                    <a:pt x="8022" y="6419"/>
                    <a:pt x="8022" y="6419"/>
                  </a:cubicBezTo>
                  <a:cubicBezTo>
                    <a:pt x="7966" y="6419"/>
                    <a:pt x="7966" y="6419"/>
                    <a:pt x="7966" y="6419"/>
                  </a:cubicBezTo>
                  <a:cubicBezTo>
                    <a:pt x="7910" y="6419"/>
                    <a:pt x="7910" y="6419"/>
                    <a:pt x="7910" y="6419"/>
                  </a:cubicBezTo>
                  <a:cubicBezTo>
                    <a:pt x="7910" y="6486"/>
                    <a:pt x="7910" y="6486"/>
                    <a:pt x="7910" y="6486"/>
                  </a:cubicBezTo>
                  <a:cubicBezTo>
                    <a:pt x="7854" y="6553"/>
                    <a:pt x="7854" y="6553"/>
                    <a:pt x="7854" y="6553"/>
                  </a:cubicBezTo>
                  <a:cubicBezTo>
                    <a:pt x="7798" y="6620"/>
                    <a:pt x="7798" y="6620"/>
                    <a:pt x="7798" y="6620"/>
                  </a:cubicBezTo>
                  <a:cubicBezTo>
                    <a:pt x="7798" y="6687"/>
                    <a:pt x="7798" y="6687"/>
                    <a:pt x="7798" y="6687"/>
                  </a:cubicBezTo>
                  <a:cubicBezTo>
                    <a:pt x="7854" y="6620"/>
                    <a:pt x="7854" y="6620"/>
                    <a:pt x="7854" y="6620"/>
                  </a:cubicBezTo>
                  <a:cubicBezTo>
                    <a:pt x="7854" y="6687"/>
                    <a:pt x="7854" y="6687"/>
                    <a:pt x="7854" y="6687"/>
                  </a:cubicBezTo>
                  <a:cubicBezTo>
                    <a:pt x="7854" y="6687"/>
                    <a:pt x="7854" y="6687"/>
                    <a:pt x="7854" y="6687"/>
                  </a:cubicBezTo>
                  <a:cubicBezTo>
                    <a:pt x="7854" y="6687"/>
                    <a:pt x="7854" y="6687"/>
                    <a:pt x="7854" y="6687"/>
                  </a:cubicBezTo>
                  <a:cubicBezTo>
                    <a:pt x="7910" y="6687"/>
                    <a:pt x="7910" y="6687"/>
                    <a:pt x="7910" y="6687"/>
                  </a:cubicBezTo>
                  <a:cubicBezTo>
                    <a:pt x="7966" y="6687"/>
                    <a:pt x="7966" y="6687"/>
                    <a:pt x="7966" y="6687"/>
                  </a:cubicBezTo>
                  <a:cubicBezTo>
                    <a:pt x="8022" y="6687"/>
                    <a:pt x="8022" y="6687"/>
                    <a:pt x="8022" y="6687"/>
                  </a:cubicBezTo>
                  <a:cubicBezTo>
                    <a:pt x="8022" y="6687"/>
                    <a:pt x="8022" y="6687"/>
                    <a:pt x="8022" y="6687"/>
                  </a:cubicBezTo>
                  <a:cubicBezTo>
                    <a:pt x="8022" y="6754"/>
                    <a:pt x="8022" y="6754"/>
                    <a:pt x="8022" y="6754"/>
                  </a:cubicBezTo>
                  <a:cubicBezTo>
                    <a:pt x="7966" y="6754"/>
                    <a:pt x="7966" y="6754"/>
                    <a:pt x="7966" y="6754"/>
                  </a:cubicBezTo>
                  <a:cubicBezTo>
                    <a:pt x="7910" y="6754"/>
                    <a:pt x="7910" y="6754"/>
                    <a:pt x="7910" y="6754"/>
                  </a:cubicBezTo>
                  <a:cubicBezTo>
                    <a:pt x="7854" y="6754"/>
                    <a:pt x="7854" y="6754"/>
                    <a:pt x="7854" y="6754"/>
                  </a:cubicBezTo>
                  <a:cubicBezTo>
                    <a:pt x="7854" y="6821"/>
                    <a:pt x="7854" y="6821"/>
                    <a:pt x="7854" y="6821"/>
                  </a:cubicBezTo>
                  <a:cubicBezTo>
                    <a:pt x="7966" y="6887"/>
                    <a:pt x="7966" y="6887"/>
                    <a:pt x="7966" y="6887"/>
                  </a:cubicBezTo>
                  <a:cubicBezTo>
                    <a:pt x="8022" y="6821"/>
                    <a:pt x="8022" y="6821"/>
                    <a:pt x="8022" y="6821"/>
                  </a:cubicBezTo>
                  <a:cubicBezTo>
                    <a:pt x="8022" y="6821"/>
                    <a:pt x="8022" y="6821"/>
                    <a:pt x="8022" y="6821"/>
                  </a:cubicBezTo>
                  <a:cubicBezTo>
                    <a:pt x="8022" y="6821"/>
                    <a:pt x="8022" y="6821"/>
                    <a:pt x="8022" y="6821"/>
                  </a:cubicBezTo>
                  <a:cubicBezTo>
                    <a:pt x="8022" y="6821"/>
                    <a:pt x="8022" y="6821"/>
                    <a:pt x="8022" y="6821"/>
                  </a:cubicBezTo>
                  <a:cubicBezTo>
                    <a:pt x="8022" y="6887"/>
                    <a:pt x="8022" y="6887"/>
                    <a:pt x="8022" y="6887"/>
                  </a:cubicBezTo>
                  <a:cubicBezTo>
                    <a:pt x="8078" y="6887"/>
                    <a:pt x="8078" y="6887"/>
                    <a:pt x="8078" y="6887"/>
                  </a:cubicBezTo>
                  <a:cubicBezTo>
                    <a:pt x="8135" y="6887"/>
                    <a:pt x="8135" y="6887"/>
                    <a:pt x="8135" y="6887"/>
                  </a:cubicBezTo>
                  <a:cubicBezTo>
                    <a:pt x="8247" y="6821"/>
                    <a:pt x="8247" y="6821"/>
                    <a:pt x="8247" y="6821"/>
                  </a:cubicBezTo>
                  <a:cubicBezTo>
                    <a:pt x="8303" y="6821"/>
                    <a:pt x="8303" y="6821"/>
                    <a:pt x="8303" y="6821"/>
                  </a:cubicBezTo>
                  <a:cubicBezTo>
                    <a:pt x="8359" y="6887"/>
                    <a:pt x="8359" y="6887"/>
                    <a:pt x="8359" y="6887"/>
                  </a:cubicBezTo>
                  <a:cubicBezTo>
                    <a:pt x="8415" y="6887"/>
                    <a:pt x="8415" y="6887"/>
                    <a:pt x="8415" y="6887"/>
                  </a:cubicBezTo>
                  <a:cubicBezTo>
                    <a:pt x="8471" y="6887"/>
                    <a:pt x="8471" y="6887"/>
                    <a:pt x="8471" y="6887"/>
                  </a:cubicBezTo>
                  <a:cubicBezTo>
                    <a:pt x="8471" y="6954"/>
                    <a:pt x="8471" y="6954"/>
                    <a:pt x="8471" y="6954"/>
                  </a:cubicBezTo>
                  <a:cubicBezTo>
                    <a:pt x="8527" y="6954"/>
                    <a:pt x="8527" y="6954"/>
                    <a:pt x="8527" y="6954"/>
                  </a:cubicBezTo>
                  <a:cubicBezTo>
                    <a:pt x="8471" y="6954"/>
                    <a:pt x="8471" y="6954"/>
                    <a:pt x="8471" y="6954"/>
                  </a:cubicBezTo>
                  <a:cubicBezTo>
                    <a:pt x="8471" y="6954"/>
                    <a:pt x="8471" y="6954"/>
                    <a:pt x="8471" y="6954"/>
                  </a:cubicBezTo>
                  <a:cubicBezTo>
                    <a:pt x="8415" y="6954"/>
                    <a:pt x="8415" y="6954"/>
                    <a:pt x="8415" y="6954"/>
                  </a:cubicBezTo>
                  <a:cubicBezTo>
                    <a:pt x="8303" y="6954"/>
                    <a:pt x="8303" y="6954"/>
                    <a:pt x="8303" y="6954"/>
                  </a:cubicBezTo>
                  <a:cubicBezTo>
                    <a:pt x="8303" y="6954"/>
                    <a:pt x="8303" y="6954"/>
                    <a:pt x="8303" y="6954"/>
                  </a:cubicBezTo>
                  <a:cubicBezTo>
                    <a:pt x="8359" y="6954"/>
                    <a:pt x="8359" y="6954"/>
                    <a:pt x="8359" y="6954"/>
                  </a:cubicBezTo>
                  <a:cubicBezTo>
                    <a:pt x="8359" y="7021"/>
                    <a:pt x="8359" y="7021"/>
                    <a:pt x="8359" y="7021"/>
                  </a:cubicBezTo>
                  <a:cubicBezTo>
                    <a:pt x="8303" y="7021"/>
                    <a:pt x="8303" y="7021"/>
                    <a:pt x="8303" y="7021"/>
                  </a:cubicBezTo>
                  <a:cubicBezTo>
                    <a:pt x="8247" y="6954"/>
                    <a:pt x="8247" y="6954"/>
                    <a:pt x="8247" y="6954"/>
                  </a:cubicBezTo>
                  <a:cubicBezTo>
                    <a:pt x="8135" y="6954"/>
                    <a:pt x="8135" y="6954"/>
                    <a:pt x="8135" y="6954"/>
                  </a:cubicBezTo>
                  <a:cubicBezTo>
                    <a:pt x="8078" y="7021"/>
                    <a:pt x="8078" y="7021"/>
                    <a:pt x="8078" y="7021"/>
                  </a:cubicBezTo>
                  <a:cubicBezTo>
                    <a:pt x="8078" y="6954"/>
                    <a:pt x="8078" y="6954"/>
                    <a:pt x="8078" y="6954"/>
                  </a:cubicBezTo>
                  <a:cubicBezTo>
                    <a:pt x="8022" y="6954"/>
                    <a:pt x="8022" y="6954"/>
                    <a:pt x="8022" y="6954"/>
                  </a:cubicBezTo>
                  <a:cubicBezTo>
                    <a:pt x="8022" y="7021"/>
                    <a:pt x="8022" y="7021"/>
                    <a:pt x="8022" y="7021"/>
                  </a:cubicBezTo>
                  <a:cubicBezTo>
                    <a:pt x="7966" y="7021"/>
                    <a:pt x="7966" y="7021"/>
                    <a:pt x="7966" y="7021"/>
                  </a:cubicBezTo>
                  <a:cubicBezTo>
                    <a:pt x="7854" y="7021"/>
                    <a:pt x="7854" y="7021"/>
                    <a:pt x="7854" y="7021"/>
                  </a:cubicBezTo>
                  <a:cubicBezTo>
                    <a:pt x="7854" y="7021"/>
                    <a:pt x="7854" y="7021"/>
                    <a:pt x="7854" y="7021"/>
                  </a:cubicBezTo>
                  <a:cubicBezTo>
                    <a:pt x="7742" y="7021"/>
                    <a:pt x="7742" y="7021"/>
                    <a:pt x="7742" y="7021"/>
                  </a:cubicBezTo>
                  <a:cubicBezTo>
                    <a:pt x="7742" y="7088"/>
                    <a:pt x="7742" y="7088"/>
                    <a:pt x="7742" y="7088"/>
                  </a:cubicBezTo>
                  <a:cubicBezTo>
                    <a:pt x="7742" y="7222"/>
                    <a:pt x="7742" y="7222"/>
                    <a:pt x="7742" y="7222"/>
                  </a:cubicBezTo>
                  <a:cubicBezTo>
                    <a:pt x="7742" y="7289"/>
                    <a:pt x="7742" y="7289"/>
                    <a:pt x="7742" y="7289"/>
                  </a:cubicBezTo>
                  <a:cubicBezTo>
                    <a:pt x="7742" y="7356"/>
                    <a:pt x="7742" y="7356"/>
                    <a:pt x="7742" y="7356"/>
                  </a:cubicBezTo>
                  <a:cubicBezTo>
                    <a:pt x="7742" y="7356"/>
                    <a:pt x="7742" y="7356"/>
                    <a:pt x="7742" y="7356"/>
                  </a:cubicBezTo>
                  <a:cubicBezTo>
                    <a:pt x="7742" y="7356"/>
                    <a:pt x="7742" y="7356"/>
                    <a:pt x="7742" y="7356"/>
                  </a:cubicBezTo>
                  <a:cubicBezTo>
                    <a:pt x="7742" y="7422"/>
                    <a:pt x="7742" y="7422"/>
                    <a:pt x="7742" y="7422"/>
                  </a:cubicBezTo>
                  <a:cubicBezTo>
                    <a:pt x="7798" y="7422"/>
                    <a:pt x="7798" y="7422"/>
                    <a:pt x="7798" y="7422"/>
                  </a:cubicBezTo>
                  <a:cubicBezTo>
                    <a:pt x="7798" y="7422"/>
                    <a:pt x="7798" y="7422"/>
                    <a:pt x="7798" y="7422"/>
                  </a:cubicBezTo>
                  <a:cubicBezTo>
                    <a:pt x="7854" y="7422"/>
                    <a:pt x="7854" y="7422"/>
                    <a:pt x="7854" y="7422"/>
                  </a:cubicBezTo>
                  <a:cubicBezTo>
                    <a:pt x="7910" y="7422"/>
                    <a:pt x="7910" y="7422"/>
                    <a:pt x="7910" y="7422"/>
                  </a:cubicBezTo>
                  <a:cubicBezTo>
                    <a:pt x="7910" y="7422"/>
                    <a:pt x="7910" y="7422"/>
                    <a:pt x="7910" y="7422"/>
                  </a:cubicBezTo>
                  <a:cubicBezTo>
                    <a:pt x="7910" y="7356"/>
                    <a:pt x="7910" y="7356"/>
                    <a:pt x="7910" y="7356"/>
                  </a:cubicBezTo>
                  <a:cubicBezTo>
                    <a:pt x="7966" y="7422"/>
                    <a:pt x="7966" y="7422"/>
                    <a:pt x="7966" y="7422"/>
                  </a:cubicBezTo>
                  <a:cubicBezTo>
                    <a:pt x="7966" y="7422"/>
                    <a:pt x="7966" y="7422"/>
                    <a:pt x="7966" y="7422"/>
                  </a:cubicBezTo>
                  <a:cubicBezTo>
                    <a:pt x="7966" y="7422"/>
                    <a:pt x="7966" y="7422"/>
                    <a:pt x="7966" y="7422"/>
                  </a:cubicBezTo>
                  <a:cubicBezTo>
                    <a:pt x="8022" y="7422"/>
                    <a:pt x="8022" y="7422"/>
                    <a:pt x="8022" y="7422"/>
                  </a:cubicBezTo>
                  <a:cubicBezTo>
                    <a:pt x="8022" y="7489"/>
                    <a:pt x="8022" y="7489"/>
                    <a:pt x="8022" y="7489"/>
                  </a:cubicBezTo>
                  <a:cubicBezTo>
                    <a:pt x="8078" y="7489"/>
                    <a:pt x="8078" y="7489"/>
                    <a:pt x="8078" y="7489"/>
                  </a:cubicBezTo>
                  <a:cubicBezTo>
                    <a:pt x="8078" y="7489"/>
                    <a:pt x="8078" y="7489"/>
                    <a:pt x="8078" y="7489"/>
                  </a:cubicBezTo>
                  <a:cubicBezTo>
                    <a:pt x="8135" y="7489"/>
                    <a:pt x="8135" y="7489"/>
                    <a:pt x="8135" y="7489"/>
                  </a:cubicBezTo>
                  <a:cubicBezTo>
                    <a:pt x="8135" y="7489"/>
                    <a:pt x="8135" y="7489"/>
                    <a:pt x="8135" y="7489"/>
                  </a:cubicBezTo>
                  <a:cubicBezTo>
                    <a:pt x="8191" y="7489"/>
                    <a:pt x="8191" y="7489"/>
                    <a:pt x="8191" y="7489"/>
                  </a:cubicBezTo>
                  <a:cubicBezTo>
                    <a:pt x="8247" y="7489"/>
                    <a:pt x="8247" y="7489"/>
                    <a:pt x="8247" y="7489"/>
                  </a:cubicBezTo>
                  <a:cubicBezTo>
                    <a:pt x="8303" y="7489"/>
                    <a:pt x="8303" y="7489"/>
                    <a:pt x="8303" y="7489"/>
                  </a:cubicBezTo>
                  <a:cubicBezTo>
                    <a:pt x="8303" y="7489"/>
                    <a:pt x="8303" y="7489"/>
                    <a:pt x="8303" y="7489"/>
                  </a:cubicBezTo>
                  <a:cubicBezTo>
                    <a:pt x="8359" y="7489"/>
                    <a:pt x="8359" y="7489"/>
                    <a:pt x="8359" y="7489"/>
                  </a:cubicBezTo>
                  <a:cubicBezTo>
                    <a:pt x="8415" y="7489"/>
                    <a:pt x="8415" y="7489"/>
                    <a:pt x="8415" y="7489"/>
                  </a:cubicBezTo>
                  <a:cubicBezTo>
                    <a:pt x="8471" y="7489"/>
                    <a:pt x="8471" y="7489"/>
                    <a:pt x="8471" y="7489"/>
                  </a:cubicBezTo>
                  <a:cubicBezTo>
                    <a:pt x="8471" y="7489"/>
                    <a:pt x="8471" y="7489"/>
                    <a:pt x="8471" y="7489"/>
                  </a:cubicBezTo>
                  <a:cubicBezTo>
                    <a:pt x="8527" y="7556"/>
                    <a:pt x="8527" y="7556"/>
                    <a:pt x="8527" y="7556"/>
                  </a:cubicBezTo>
                  <a:cubicBezTo>
                    <a:pt x="8527" y="7556"/>
                    <a:pt x="8527" y="7556"/>
                    <a:pt x="8527" y="7556"/>
                  </a:cubicBezTo>
                  <a:cubicBezTo>
                    <a:pt x="8527" y="7556"/>
                    <a:pt x="8527" y="7556"/>
                    <a:pt x="8527" y="7556"/>
                  </a:cubicBezTo>
                  <a:cubicBezTo>
                    <a:pt x="8583" y="7623"/>
                    <a:pt x="8583" y="7623"/>
                    <a:pt x="8583" y="7623"/>
                  </a:cubicBezTo>
                  <a:cubicBezTo>
                    <a:pt x="8583" y="7623"/>
                    <a:pt x="8583" y="7623"/>
                    <a:pt x="8583" y="7623"/>
                  </a:cubicBezTo>
                  <a:cubicBezTo>
                    <a:pt x="8583" y="7623"/>
                    <a:pt x="8583" y="7623"/>
                    <a:pt x="8583" y="7623"/>
                  </a:cubicBezTo>
                  <a:cubicBezTo>
                    <a:pt x="8639" y="7623"/>
                    <a:pt x="8639" y="7623"/>
                    <a:pt x="8639" y="7623"/>
                  </a:cubicBezTo>
                  <a:cubicBezTo>
                    <a:pt x="8696" y="7690"/>
                    <a:pt x="8696" y="7690"/>
                    <a:pt x="8696" y="7690"/>
                  </a:cubicBezTo>
                  <a:cubicBezTo>
                    <a:pt x="8696" y="7690"/>
                    <a:pt x="8696" y="7690"/>
                    <a:pt x="8696" y="7690"/>
                  </a:cubicBezTo>
                  <a:cubicBezTo>
                    <a:pt x="8696" y="7690"/>
                    <a:pt x="8696" y="7690"/>
                    <a:pt x="8696" y="7690"/>
                  </a:cubicBezTo>
                  <a:cubicBezTo>
                    <a:pt x="8752" y="7757"/>
                    <a:pt x="8752" y="7757"/>
                    <a:pt x="8752" y="7757"/>
                  </a:cubicBezTo>
                  <a:cubicBezTo>
                    <a:pt x="8752" y="7757"/>
                    <a:pt x="8752" y="7757"/>
                    <a:pt x="8752" y="7757"/>
                  </a:cubicBezTo>
                  <a:cubicBezTo>
                    <a:pt x="8752" y="7824"/>
                    <a:pt x="8752" y="7824"/>
                    <a:pt x="8752" y="7824"/>
                  </a:cubicBezTo>
                  <a:cubicBezTo>
                    <a:pt x="8808" y="7824"/>
                    <a:pt x="8808" y="7824"/>
                    <a:pt x="8808" y="7824"/>
                  </a:cubicBezTo>
                  <a:cubicBezTo>
                    <a:pt x="8864" y="7891"/>
                    <a:pt x="8864" y="7891"/>
                    <a:pt x="8864" y="7891"/>
                  </a:cubicBezTo>
                  <a:cubicBezTo>
                    <a:pt x="8864" y="7957"/>
                    <a:pt x="8864" y="7957"/>
                    <a:pt x="8864" y="7957"/>
                  </a:cubicBezTo>
                  <a:cubicBezTo>
                    <a:pt x="8864" y="7957"/>
                    <a:pt x="8864" y="7957"/>
                    <a:pt x="8864" y="7957"/>
                  </a:cubicBezTo>
                  <a:cubicBezTo>
                    <a:pt x="8864" y="7957"/>
                    <a:pt x="8864" y="7957"/>
                    <a:pt x="8864" y="7957"/>
                  </a:cubicBezTo>
                  <a:cubicBezTo>
                    <a:pt x="8808" y="7957"/>
                    <a:pt x="8808" y="7957"/>
                    <a:pt x="8808" y="7957"/>
                  </a:cubicBezTo>
                  <a:cubicBezTo>
                    <a:pt x="8752" y="7957"/>
                    <a:pt x="8752" y="7957"/>
                    <a:pt x="8752" y="7957"/>
                  </a:cubicBezTo>
                  <a:cubicBezTo>
                    <a:pt x="8639" y="7891"/>
                    <a:pt x="8639" y="7891"/>
                    <a:pt x="8639" y="7891"/>
                  </a:cubicBezTo>
                  <a:cubicBezTo>
                    <a:pt x="8639" y="7957"/>
                    <a:pt x="8639" y="7957"/>
                    <a:pt x="8639" y="7957"/>
                  </a:cubicBezTo>
                  <a:cubicBezTo>
                    <a:pt x="8583" y="7891"/>
                    <a:pt x="8583" y="7891"/>
                    <a:pt x="8583" y="7891"/>
                  </a:cubicBezTo>
                  <a:cubicBezTo>
                    <a:pt x="8583" y="7957"/>
                    <a:pt x="8583" y="7957"/>
                    <a:pt x="8583" y="7957"/>
                  </a:cubicBezTo>
                  <a:cubicBezTo>
                    <a:pt x="8527" y="7957"/>
                    <a:pt x="8527" y="7957"/>
                    <a:pt x="8527" y="7957"/>
                  </a:cubicBezTo>
                  <a:cubicBezTo>
                    <a:pt x="8527" y="7891"/>
                    <a:pt x="8527" y="7891"/>
                    <a:pt x="8527" y="7891"/>
                  </a:cubicBezTo>
                  <a:cubicBezTo>
                    <a:pt x="8471" y="7891"/>
                    <a:pt x="8471" y="7891"/>
                    <a:pt x="8471" y="7891"/>
                  </a:cubicBezTo>
                  <a:cubicBezTo>
                    <a:pt x="8471" y="7824"/>
                    <a:pt x="8471" y="7824"/>
                    <a:pt x="8471" y="7824"/>
                  </a:cubicBezTo>
                  <a:cubicBezTo>
                    <a:pt x="8415" y="7824"/>
                    <a:pt x="8415" y="7824"/>
                    <a:pt x="8415" y="7824"/>
                  </a:cubicBezTo>
                  <a:cubicBezTo>
                    <a:pt x="8359" y="7824"/>
                    <a:pt x="8359" y="7824"/>
                    <a:pt x="8359" y="7824"/>
                  </a:cubicBezTo>
                  <a:cubicBezTo>
                    <a:pt x="8359" y="7824"/>
                    <a:pt x="8359" y="7824"/>
                    <a:pt x="8359" y="7824"/>
                  </a:cubicBezTo>
                  <a:cubicBezTo>
                    <a:pt x="8303" y="7824"/>
                    <a:pt x="8303" y="7824"/>
                    <a:pt x="8303" y="7824"/>
                  </a:cubicBezTo>
                  <a:cubicBezTo>
                    <a:pt x="8247" y="7757"/>
                    <a:pt x="8247" y="7757"/>
                    <a:pt x="8247" y="7757"/>
                  </a:cubicBezTo>
                  <a:cubicBezTo>
                    <a:pt x="8247" y="7757"/>
                    <a:pt x="8247" y="7757"/>
                    <a:pt x="8247" y="7757"/>
                  </a:cubicBezTo>
                  <a:cubicBezTo>
                    <a:pt x="8247" y="7757"/>
                    <a:pt x="8247" y="7757"/>
                    <a:pt x="8247" y="7757"/>
                  </a:cubicBezTo>
                  <a:cubicBezTo>
                    <a:pt x="8191" y="7757"/>
                    <a:pt x="8191" y="7757"/>
                    <a:pt x="8191" y="7757"/>
                  </a:cubicBezTo>
                  <a:cubicBezTo>
                    <a:pt x="8191" y="7757"/>
                    <a:pt x="8191" y="7757"/>
                    <a:pt x="8191" y="7757"/>
                  </a:cubicBezTo>
                  <a:cubicBezTo>
                    <a:pt x="8135" y="7690"/>
                    <a:pt x="8135" y="7690"/>
                    <a:pt x="8135" y="7690"/>
                  </a:cubicBezTo>
                  <a:cubicBezTo>
                    <a:pt x="8022" y="7690"/>
                    <a:pt x="8022" y="7690"/>
                    <a:pt x="8022" y="7690"/>
                  </a:cubicBezTo>
                  <a:cubicBezTo>
                    <a:pt x="7966" y="7690"/>
                    <a:pt x="7966" y="7690"/>
                    <a:pt x="7966" y="7690"/>
                  </a:cubicBezTo>
                  <a:cubicBezTo>
                    <a:pt x="7910" y="7690"/>
                    <a:pt x="7910" y="7690"/>
                    <a:pt x="7910" y="7690"/>
                  </a:cubicBezTo>
                  <a:cubicBezTo>
                    <a:pt x="7742" y="7690"/>
                    <a:pt x="7742" y="7690"/>
                    <a:pt x="7742" y="7690"/>
                  </a:cubicBezTo>
                  <a:cubicBezTo>
                    <a:pt x="7686" y="7690"/>
                    <a:pt x="7686" y="7690"/>
                    <a:pt x="7686" y="7690"/>
                  </a:cubicBezTo>
                  <a:cubicBezTo>
                    <a:pt x="7630" y="7757"/>
                    <a:pt x="7630" y="7757"/>
                    <a:pt x="7630" y="7757"/>
                  </a:cubicBezTo>
                  <a:cubicBezTo>
                    <a:pt x="7630" y="7757"/>
                    <a:pt x="7630" y="7757"/>
                    <a:pt x="7630" y="7757"/>
                  </a:cubicBezTo>
                  <a:cubicBezTo>
                    <a:pt x="7574" y="7824"/>
                    <a:pt x="7574" y="7824"/>
                    <a:pt x="7574" y="7824"/>
                  </a:cubicBezTo>
                  <a:cubicBezTo>
                    <a:pt x="7574" y="7891"/>
                    <a:pt x="7574" y="7891"/>
                    <a:pt x="7574" y="7891"/>
                  </a:cubicBezTo>
                  <a:cubicBezTo>
                    <a:pt x="7574" y="8024"/>
                    <a:pt x="7574" y="8024"/>
                    <a:pt x="7574" y="8024"/>
                  </a:cubicBezTo>
                  <a:cubicBezTo>
                    <a:pt x="7574" y="8024"/>
                    <a:pt x="7574" y="8024"/>
                    <a:pt x="7574" y="8024"/>
                  </a:cubicBezTo>
                  <a:cubicBezTo>
                    <a:pt x="7574" y="8091"/>
                    <a:pt x="7574" y="8091"/>
                    <a:pt x="7574" y="8091"/>
                  </a:cubicBezTo>
                  <a:cubicBezTo>
                    <a:pt x="7574" y="8091"/>
                    <a:pt x="7574" y="8091"/>
                    <a:pt x="7574" y="8091"/>
                  </a:cubicBezTo>
                  <a:cubicBezTo>
                    <a:pt x="7574" y="8091"/>
                    <a:pt x="7574" y="8091"/>
                    <a:pt x="7574" y="8091"/>
                  </a:cubicBezTo>
                  <a:cubicBezTo>
                    <a:pt x="7574" y="8091"/>
                    <a:pt x="7574" y="8091"/>
                    <a:pt x="7574" y="8091"/>
                  </a:cubicBezTo>
                  <a:cubicBezTo>
                    <a:pt x="7630" y="8225"/>
                    <a:pt x="7630" y="8225"/>
                    <a:pt x="7630" y="8225"/>
                  </a:cubicBezTo>
                  <a:cubicBezTo>
                    <a:pt x="7630" y="8292"/>
                    <a:pt x="7630" y="8292"/>
                    <a:pt x="7630" y="8292"/>
                  </a:cubicBezTo>
                  <a:cubicBezTo>
                    <a:pt x="7630" y="8292"/>
                    <a:pt x="7630" y="8292"/>
                    <a:pt x="7630" y="8292"/>
                  </a:cubicBezTo>
                  <a:cubicBezTo>
                    <a:pt x="7742" y="8359"/>
                    <a:pt x="7742" y="8359"/>
                    <a:pt x="7742" y="8359"/>
                  </a:cubicBezTo>
                  <a:cubicBezTo>
                    <a:pt x="7742" y="8359"/>
                    <a:pt x="7742" y="8359"/>
                    <a:pt x="7742" y="8359"/>
                  </a:cubicBezTo>
                  <a:cubicBezTo>
                    <a:pt x="7798" y="8359"/>
                    <a:pt x="7798" y="8359"/>
                    <a:pt x="7798" y="8359"/>
                  </a:cubicBezTo>
                  <a:cubicBezTo>
                    <a:pt x="7798" y="8359"/>
                    <a:pt x="7798" y="8359"/>
                    <a:pt x="7798" y="8359"/>
                  </a:cubicBezTo>
                  <a:cubicBezTo>
                    <a:pt x="7854" y="8359"/>
                    <a:pt x="7854" y="8359"/>
                    <a:pt x="7854" y="8359"/>
                  </a:cubicBezTo>
                  <a:cubicBezTo>
                    <a:pt x="7910" y="8359"/>
                    <a:pt x="7910" y="8359"/>
                    <a:pt x="7910" y="8359"/>
                  </a:cubicBezTo>
                  <a:cubicBezTo>
                    <a:pt x="7910" y="8359"/>
                    <a:pt x="7910" y="8359"/>
                    <a:pt x="7910" y="8359"/>
                  </a:cubicBezTo>
                  <a:cubicBezTo>
                    <a:pt x="7966" y="8426"/>
                    <a:pt x="7966" y="8426"/>
                    <a:pt x="7966" y="8426"/>
                  </a:cubicBezTo>
                  <a:cubicBezTo>
                    <a:pt x="8022" y="8426"/>
                    <a:pt x="8022" y="8426"/>
                    <a:pt x="8022" y="8426"/>
                  </a:cubicBezTo>
                  <a:cubicBezTo>
                    <a:pt x="8022" y="8492"/>
                    <a:pt x="8022" y="8492"/>
                    <a:pt x="8022" y="8492"/>
                  </a:cubicBezTo>
                  <a:cubicBezTo>
                    <a:pt x="8078" y="8492"/>
                    <a:pt x="8078" y="8492"/>
                    <a:pt x="8078" y="8492"/>
                  </a:cubicBezTo>
                  <a:cubicBezTo>
                    <a:pt x="8078" y="8492"/>
                    <a:pt x="8078" y="8492"/>
                    <a:pt x="8078" y="8492"/>
                  </a:cubicBezTo>
                  <a:cubicBezTo>
                    <a:pt x="8022" y="8492"/>
                    <a:pt x="8022" y="8492"/>
                    <a:pt x="8022" y="8492"/>
                  </a:cubicBezTo>
                  <a:cubicBezTo>
                    <a:pt x="8022" y="8559"/>
                    <a:pt x="8022" y="8559"/>
                    <a:pt x="8022" y="8559"/>
                  </a:cubicBezTo>
                  <a:cubicBezTo>
                    <a:pt x="8022" y="8559"/>
                    <a:pt x="8022" y="8559"/>
                    <a:pt x="8022" y="8559"/>
                  </a:cubicBezTo>
                  <a:cubicBezTo>
                    <a:pt x="8022" y="8626"/>
                    <a:pt x="8022" y="8626"/>
                    <a:pt x="8022" y="8626"/>
                  </a:cubicBezTo>
                  <a:cubicBezTo>
                    <a:pt x="8022" y="8626"/>
                    <a:pt x="8022" y="8626"/>
                    <a:pt x="8022" y="8626"/>
                  </a:cubicBezTo>
                  <a:cubicBezTo>
                    <a:pt x="7966" y="8693"/>
                    <a:pt x="7966" y="8693"/>
                    <a:pt x="7966" y="8693"/>
                  </a:cubicBezTo>
                  <a:cubicBezTo>
                    <a:pt x="7966" y="8693"/>
                    <a:pt x="7966" y="8693"/>
                    <a:pt x="7966" y="8693"/>
                  </a:cubicBezTo>
                  <a:cubicBezTo>
                    <a:pt x="7910" y="8760"/>
                    <a:pt x="7910" y="8760"/>
                    <a:pt x="7910" y="8760"/>
                  </a:cubicBezTo>
                  <a:cubicBezTo>
                    <a:pt x="7966" y="8760"/>
                    <a:pt x="7966" y="8760"/>
                    <a:pt x="7966" y="8760"/>
                  </a:cubicBezTo>
                  <a:cubicBezTo>
                    <a:pt x="7966" y="8827"/>
                    <a:pt x="7966" y="8827"/>
                    <a:pt x="7966" y="8827"/>
                  </a:cubicBezTo>
                  <a:cubicBezTo>
                    <a:pt x="7966" y="8894"/>
                    <a:pt x="7966" y="8894"/>
                    <a:pt x="7966" y="8894"/>
                  </a:cubicBezTo>
                  <a:cubicBezTo>
                    <a:pt x="7966" y="8894"/>
                    <a:pt x="7966" y="8894"/>
                    <a:pt x="7966" y="8894"/>
                  </a:cubicBezTo>
                  <a:cubicBezTo>
                    <a:pt x="7910" y="8960"/>
                    <a:pt x="7910" y="8960"/>
                    <a:pt x="7910" y="8960"/>
                  </a:cubicBezTo>
                  <a:cubicBezTo>
                    <a:pt x="7966" y="8960"/>
                    <a:pt x="7966" y="8960"/>
                    <a:pt x="7966" y="8960"/>
                  </a:cubicBezTo>
                  <a:cubicBezTo>
                    <a:pt x="8022" y="8960"/>
                    <a:pt x="8022" y="8960"/>
                    <a:pt x="8022" y="8960"/>
                  </a:cubicBezTo>
                  <a:cubicBezTo>
                    <a:pt x="8078" y="8960"/>
                    <a:pt x="8078" y="8960"/>
                    <a:pt x="8078" y="8960"/>
                  </a:cubicBezTo>
                  <a:cubicBezTo>
                    <a:pt x="8078" y="8960"/>
                    <a:pt x="8078" y="8960"/>
                    <a:pt x="8078" y="8960"/>
                  </a:cubicBezTo>
                  <a:cubicBezTo>
                    <a:pt x="8078" y="8960"/>
                    <a:pt x="8078" y="8960"/>
                    <a:pt x="8078" y="8960"/>
                  </a:cubicBezTo>
                  <a:cubicBezTo>
                    <a:pt x="8135" y="8960"/>
                    <a:pt x="8135" y="8960"/>
                    <a:pt x="8135" y="8960"/>
                  </a:cubicBezTo>
                  <a:cubicBezTo>
                    <a:pt x="8135" y="8960"/>
                    <a:pt x="8135" y="8960"/>
                    <a:pt x="8135" y="8960"/>
                  </a:cubicBezTo>
                  <a:cubicBezTo>
                    <a:pt x="8191" y="8960"/>
                    <a:pt x="8191" y="8960"/>
                    <a:pt x="8191" y="8960"/>
                  </a:cubicBezTo>
                  <a:cubicBezTo>
                    <a:pt x="8247" y="8960"/>
                    <a:pt x="8247" y="8960"/>
                    <a:pt x="8247" y="8960"/>
                  </a:cubicBezTo>
                  <a:cubicBezTo>
                    <a:pt x="8303" y="9027"/>
                    <a:pt x="8303" y="9027"/>
                    <a:pt x="8303" y="9027"/>
                  </a:cubicBezTo>
                  <a:cubicBezTo>
                    <a:pt x="8359" y="8960"/>
                    <a:pt x="8359" y="8960"/>
                    <a:pt x="8359" y="8960"/>
                  </a:cubicBezTo>
                  <a:cubicBezTo>
                    <a:pt x="8415" y="8960"/>
                    <a:pt x="8415" y="8960"/>
                    <a:pt x="8415" y="8960"/>
                  </a:cubicBezTo>
                  <a:cubicBezTo>
                    <a:pt x="8415" y="9027"/>
                    <a:pt x="8415" y="9027"/>
                    <a:pt x="8415" y="9027"/>
                  </a:cubicBezTo>
                  <a:cubicBezTo>
                    <a:pt x="8415" y="9027"/>
                    <a:pt x="8415" y="9027"/>
                    <a:pt x="8415" y="9027"/>
                  </a:cubicBezTo>
                  <a:cubicBezTo>
                    <a:pt x="8471" y="8960"/>
                    <a:pt x="8471" y="8960"/>
                    <a:pt x="8471" y="8960"/>
                  </a:cubicBezTo>
                  <a:cubicBezTo>
                    <a:pt x="8471" y="8960"/>
                    <a:pt x="8471" y="8960"/>
                    <a:pt x="8471" y="8960"/>
                  </a:cubicBezTo>
                  <a:cubicBezTo>
                    <a:pt x="8527" y="8960"/>
                    <a:pt x="8527" y="8960"/>
                    <a:pt x="8527" y="8960"/>
                  </a:cubicBezTo>
                  <a:cubicBezTo>
                    <a:pt x="8527" y="9027"/>
                    <a:pt x="8527" y="9027"/>
                    <a:pt x="8527" y="9027"/>
                  </a:cubicBezTo>
                  <a:cubicBezTo>
                    <a:pt x="8527" y="9027"/>
                    <a:pt x="8527" y="9027"/>
                    <a:pt x="8527" y="9027"/>
                  </a:cubicBezTo>
                  <a:cubicBezTo>
                    <a:pt x="8527" y="9027"/>
                    <a:pt x="8527" y="9027"/>
                    <a:pt x="8527" y="9027"/>
                  </a:cubicBezTo>
                  <a:cubicBezTo>
                    <a:pt x="8583" y="9027"/>
                    <a:pt x="8583" y="9027"/>
                    <a:pt x="8583" y="9027"/>
                  </a:cubicBezTo>
                  <a:cubicBezTo>
                    <a:pt x="8583" y="9027"/>
                    <a:pt x="8583" y="9027"/>
                    <a:pt x="8583" y="9027"/>
                  </a:cubicBezTo>
                  <a:cubicBezTo>
                    <a:pt x="8639" y="9027"/>
                    <a:pt x="8639" y="9027"/>
                    <a:pt x="8639" y="9027"/>
                  </a:cubicBezTo>
                  <a:cubicBezTo>
                    <a:pt x="8639" y="9027"/>
                    <a:pt x="8639" y="9027"/>
                    <a:pt x="8639" y="9027"/>
                  </a:cubicBezTo>
                  <a:cubicBezTo>
                    <a:pt x="8696" y="9027"/>
                    <a:pt x="8696" y="9027"/>
                    <a:pt x="8696" y="9027"/>
                  </a:cubicBezTo>
                  <a:cubicBezTo>
                    <a:pt x="8696" y="8960"/>
                    <a:pt x="8696" y="8960"/>
                    <a:pt x="8696" y="8960"/>
                  </a:cubicBezTo>
                  <a:cubicBezTo>
                    <a:pt x="8752" y="8960"/>
                    <a:pt x="8752" y="8960"/>
                    <a:pt x="8752" y="8960"/>
                  </a:cubicBezTo>
                  <a:cubicBezTo>
                    <a:pt x="8808" y="8960"/>
                    <a:pt x="8808" y="8960"/>
                    <a:pt x="8808" y="8960"/>
                  </a:cubicBezTo>
                  <a:cubicBezTo>
                    <a:pt x="8864" y="8894"/>
                    <a:pt x="8864" y="8894"/>
                    <a:pt x="8864" y="8894"/>
                  </a:cubicBezTo>
                  <a:cubicBezTo>
                    <a:pt x="8920" y="8894"/>
                    <a:pt x="8920" y="8894"/>
                    <a:pt x="8920" y="8894"/>
                  </a:cubicBezTo>
                  <a:cubicBezTo>
                    <a:pt x="8976" y="8894"/>
                    <a:pt x="8976" y="8894"/>
                    <a:pt x="8976" y="8894"/>
                  </a:cubicBezTo>
                  <a:cubicBezTo>
                    <a:pt x="8976" y="8894"/>
                    <a:pt x="8976" y="8894"/>
                    <a:pt x="8976" y="8894"/>
                  </a:cubicBezTo>
                  <a:cubicBezTo>
                    <a:pt x="8976" y="8894"/>
                    <a:pt x="8976" y="8894"/>
                    <a:pt x="8976" y="8894"/>
                  </a:cubicBezTo>
                  <a:cubicBezTo>
                    <a:pt x="9032" y="8894"/>
                    <a:pt x="9032" y="8894"/>
                    <a:pt x="9032" y="8894"/>
                  </a:cubicBezTo>
                  <a:cubicBezTo>
                    <a:pt x="9088" y="8894"/>
                    <a:pt x="9088" y="8894"/>
                    <a:pt x="9088" y="8894"/>
                  </a:cubicBezTo>
                  <a:cubicBezTo>
                    <a:pt x="9088" y="8894"/>
                    <a:pt x="9088" y="8894"/>
                    <a:pt x="9088" y="8894"/>
                  </a:cubicBezTo>
                  <a:cubicBezTo>
                    <a:pt x="9201" y="8894"/>
                    <a:pt x="9201" y="8894"/>
                    <a:pt x="9201" y="8894"/>
                  </a:cubicBezTo>
                  <a:cubicBezTo>
                    <a:pt x="9313" y="8827"/>
                    <a:pt x="9313" y="8827"/>
                    <a:pt x="9313" y="8827"/>
                  </a:cubicBezTo>
                  <a:cubicBezTo>
                    <a:pt x="9313" y="8760"/>
                    <a:pt x="9313" y="8760"/>
                    <a:pt x="9313" y="8760"/>
                  </a:cubicBezTo>
                  <a:cubicBezTo>
                    <a:pt x="9313" y="8760"/>
                    <a:pt x="9313" y="8760"/>
                    <a:pt x="9313" y="8760"/>
                  </a:cubicBezTo>
                  <a:cubicBezTo>
                    <a:pt x="9369" y="8827"/>
                    <a:pt x="9369" y="8827"/>
                    <a:pt x="9369" y="8827"/>
                  </a:cubicBezTo>
                  <a:cubicBezTo>
                    <a:pt x="9369" y="8760"/>
                    <a:pt x="9369" y="8760"/>
                    <a:pt x="9369" y="8760"/>
                  </a:cubicBezTo>
                  <a:cubicBezTo>
                    <a:pt x="9425" y="8760"/>
                    <a:pt x="9425" y="8760"/>
                    <a:pt x="9425" y="8760"/>
                  </a:cubicBezTo>
                  <a:cubicBezTo>
                    <a:pt x="9425" y="8693"/>
                    <a:pt x="9425" y="8693"/>
                    <a:pt x="9425" y="8693"/>
                  </a:cubicBezTo>
                  <a:cubicBezTo>
                    <a:pt x="9425" y="8693"/>
                    <a:pt x="9425" y="8693"/>
                    <a:pt x="9425" y="8693"/>
                  </a:cubicBezTo>
                  <a:cubicBezTo>
                    <a:pt x="9425" y="8693"/>
                    <a:pt x="9425" y="8693"/>
                    <a:pt x="9425" y="8693"/>
                  </a:cubicBezTo>
                  <a:cubicBezTo>
                    <a:pt x="9481" y="8693"/>
                    <a:pt x="9481" y="8693"/>
                    <a:pt x="9481" y="8693"/>
                  </a:cubicBezTo>
                  <a:cubicBezTo>
                    <a:pt x="9481" y="8693"/>
                    <a:pt x="9481" y="8693"/>
                    <a:pt x="9481" y="8693"/>
                  </a:cubicBezTo>
                  <a:cubicBezTo>
                    <a:pt x="9481" y="8626"/>
                    <a:pt x="9481" y="8626"/>
                    <a:pt x="9481" y="8626"/>
                  </a:cubicBezTo>
                  <a:cubicBezTo>
                    <a:pt x="9481" y="8626"/>
                    <a:pt x="9481" y="8626"/>
                    <a:pt x="9481" y="8626"/>
                  </a:cubicBezTo>
                  <a:cubicBezTo>
                    <a:pt x="9537" y="8626"/>
                    <a:pt x="9537" y="8626"/>
                    <a:pt x="9537" y="8626"/>
                  </a:cubicBezTo>
                  <a:cubicBezTo>
                    <a:pt x="9537" y="8693"/>
                    <a:pt x="9537" y="8693"/>
                    <a:pt x="9537" y="8693"/>
                  </a:cubicBezTo>
                  <a:cubicBezTo>
                    <a:pt x="9537" y="8693"/>
                    <a:pt x="9537" y="8693"/>
                    <a:pt x="9537" y="8693"/>
                  </a:cubicBezTo>
                  <a:cubicBezTo>
                    <a:pt x="9537" y="8760"/>
                    <a:pt x="9537" y="8760"/>
                    <a:pt x="9537" y="8760"/>
                  </a:cubicBezTo>
                  <a:cubicBezTo>
                    <a:pt x="9537" y="8760"/>
                    <a:pt x="9537" y="8760"/>
                    <a:pt x="9537" y="8760"/>
                  </a:cubicBezTo>
                  <a:cubicBezTo>
                    <a:pt x="9537" y="8760"/>
                    <a:pt x="9537" y="8760"/>
                    <a:pt x="9537" y="8760"/>
                  </a:cubicBezTo>
                  <a:cubicBezTo>
                    <a:pt x="9481" y="8827"/>
                    <a:pt x="9481" y="8827"/>
                    <a:pt x="9481" y="8827"/>
                  </a:cubicBezTo>
                  <a:cubicBezTo>
                    <a:pt x="9481" y="8827"/>
                    <a:pt x="9481" y="8827"/>
                    <a:pt x="9481" y="8827"/>
                  </a:cubicBezTo>
                  <a:cubicBezTo>
                    <a:pt x="9481" y="8827"/>
                    <a:pt x="9481" y="8827"/>
                    <a:pt x="9481" y="8827"/>
                  </a:cubicBezTo>
                  <a:cubicBezTo>
                    <a:pt x="9537" y="8894"/>
                    <a:pt x="9537" y="8894"/>
                    <a:pt x="9537" y="8894"/>
                  </a:cubicBezTo>
                  <a:cubicBezTo>
                    <a:pt x="9537" y="8894"/>
                    <a:pt x="9537" y="8894"/>
                    <a:pt x="9537" y="8894"/>
                  </a:cubicBezTo>
                  <a:cubicBezTo>
                    <a:pt x="9593" y="8894"/>
                    <a:pt x="9593" y="8894"/>
                    <a:pt x="9593" y="8894"/>
                  </a:cubicBezTo>
                  <a:cubicBezTo>
                    <a:pt x="9593" y="8894"/>
                    <a:pt x="9593" y="8894"/>
                    <a:pt x="9593" y="8894"/>
                  </a:cubicBezTo>
                  <a:cubicBezTo>
                    <a:pt x="9649" y="8894"/>
                    <a:pt x="9649" y="8894"/>
                    <a:pt x="9649" y="8894"/>
                  </a:cubicBezTo>
                  <a:cubicBezTo>
                    <a:pt x="9649" y="8960"/>
                    <a:pt x="9649" y="8960"/>
                    <a:pt x="9649" y="8960"/>
                  </a:cubicBezTo>
                  <a:cubicBezTo>
                    <a:pt x="9649" y="8960"/>
                    <a:pt x="9649" y="8960"/>
                    <a:pt x="9649" y="8960"/>
                  </a:cubicBezTo>
                  <a:cubicBezTo>
                    <a:pt x="9649" y="8960"/>
                    <a:pt x="9649" y="8960"/>
                    <a:pt x="9649" y="8960"/>
                  </a:cubicBezTo>
                  <a:cubicBezTo>
                    <a:pt x="9705" y="8960"/>
                    <a:pt x="9705" y="8960"/>
                    <a:pt x="9705" y="8960"/>
                  </a:cubicBezTo>
                  <a:cubicBezTo>
                    <a:pt x="9705" y="8960"/>
                    <a:pt x="9705" y="8960"/>
                    <a:pt x="9705" y="8960"/>
                  </a:cubicBezTo>
                  <a:cubicBezTo>
                    <a:pt x="9705" y="8960"/>
                    <a:pt x="9705" y="8960"/>
                    <a:pt x="9705" y="8960"/>
                  </a:cubicBezTo>
                  <a:cubicBezTo>
                    <a:pt x="9705" y="9027"/>
                    <a:pt x="9705" y="9027"/>
                    <a:pt x="9705" y="9027"/>
                  </a:cubicBezTo>
                  <a:cubicBezTo>
                    <a:pt x="9649" y="9027"/>
                    <a:pt x="9649" y="9027"/>
                    <a:pt x="9649" y="9027"/>
                  </a:cubicBezTo>
                  <a:cubicBezTo>
                    <a:pt x="9649" y="9027"/>
                    <a:pt x="9649" y="9027"/>
                    <a:pt x="9649" y="9027"/>
                  </a:cubicBezTo>
                  <a:cubicBezTo>
                    <a:pt x="9649" y="9094"/>
                    <a:pt x="9649" y="9094"/>
                    <a:pt x="9649" y="9094"/>
                  </a:cubicBezTo>
                  <a:cubicBezTo>
                    <a:pt x="9649" y="9094"/>
                    <a:pt x="9649" y="9094"/>
                    <a:pt x="9649" y="9094"/>
                  </a:cubicBezTo>
                  <a:cubicBezTo>
                    <a:pt x="9705" y="9094"/>
                    <a:pt x="9705" y="9094"/>
                    <a:pt x="9705" y="9094"/>
                  </a:cubicBezTo>
                  <a:cubicBezTo>
                    <a:pt x="9705" y="9094"/>
                    <a:pt x="9705" y="9094"/>
                    <a:pt x="9705" y="9094"/>
                  </a:cubicBezTo>
                  <a:cubicBezTo>
                    <a:pt x="9762" y="9094"/>
                    <a:pt x="9762" y="9094"/>
                    <a:pt x="9762" y="9094"/>
                  </a:cubicBezTo>
                  <a:cubicBezTo>
                    <a:pt x="9818" y="9027"/>
                    <a:pt x="9818" y="9027"/>
                    <a:pt x="9818" y="9027"/>
                  </a:cubicBezTo>
                  <a:cubicBezTo>
                    <a:pt x="9818" y="9027"/>
                    <a:pt x="9818" y="9027"/>
                    <a:pt x="9818" y="9027"/>
                  </a:cubicBezTo>
                  <a:cubicBezTo>
                    <a:pt x="9818" y="9094"/>
                    <a:pt x="9818" y="9094"/>
                    <a:pt x="9818" y="9094"/>
                  </a:cubicBezTo>
                  <a:cubicBezTo>
                    <a:pt x="9818" y="9161"/>
                    <a:pt x="9818" y="9161"/>
                    <a:pt x="9818" y="9161"/>
                  </a:cubicBezTo>
                  <a:cubicBezTo>
                    <a:pt x="9874" y="9161"/>
                    <a:pt x="9874" y="9161"/>
                    <a:pt x="9874" y="9161"/>
                  </a:cubicBezTo>
                  <a:cubicBezTo>
                    <a:pt x="9874" y="9161"/>
                    <a:pt x="9874" y="9161"/>
                    <a:pt x="9874" y="9161"/>
                  </a:cubicBezTo>
                  <a:cubicBezTo>
                    <a:pt x="9930" y="9161"/>
                    <a:pt x="9930" y="9161"/>
                    <a:pt x="9930" y="9161"/>
                  </a:cubicBezTo>
                  <a:cubicBezTo>
                    <a:pt x="9930" y="9161"/>
                    <a:pt x="9930" y="9161"/>
                    <a:pt x="9930" y="9161"/>
                  </a:cubicBezTo>
                  <a:cubicBezTo>
                    <a:pt x="9986" y="9161"/>
                    <a:pt x="9986" y="9161"/>
                    <a:pt x="9986" y="9161"/>
                  </a:cubicBezTo>
                  <a:cubicBezTo>
                    <a:pt x="9986" y="9228"/>
                    <a:pt x="9986" y="9228"/>
                    <a:pt x="9986" y="9228"/>
                  </a:cubicBezTo>
                  <a:cubicBezTo>
                    <a:pt x="10042" y="9228"/>
                    <a:pt x="10042" y="9228"/>
                    <a:pt x="10042" y="9228"/>
                  </a:cubicBezTo>
                  <a:cubicBezTo>
                    <a:pt x="10042" y="9161"/>
                    <a:pt x="10042" y="9161"/>
                    <a:pt x="10042" y="9161"/>
                  </a:cubicBezTo>
                  <a:cubicBezTo>
                    <a:pt x="10042" y="9161"/>
                    <a:pt x="10042" y="9161"/>
                    <a:pt x="10042" y="9161"/>
                  </a:cubicBezTo>
                  <a:cubicBezTo>
                    <a:pt x="10098" y="9161"/>
                    <a:pt x="10098" y="9161"/>
                    <a:pt x="10098" y="9161"/>
                  </a:cubicBezTo>
                  <a:cubicBezTo>
                    <a:pt x="10098" y="9161"/>
                    <a:pt x="10098" y="9161"/>
                    <a:pt x="10098" y="9161"/>
                  </a:cubicBezTo>
                  <a:cubicBezTo>
                    <a:pt x="10098" y="9228"/>
                    <a:pt x="10098" y="9228"/>
                    <a:pt x="10098" y="9228"/>
                  </a:cubicBezTo>
                  <a:cubicBezTo>
                    <a:pt x="10098" y="9228"/>
                    <a:pt x="10098" y="9228"/>
                    <a:pt x="10098" y="9228"/>
                  </a:cubicBezTo>
                  <a:cubicBezTo>
                    <a:pt x="10154" y="9228"/>
                    <a:pt x="10154" y="9228"/>
                    <a:pt x="10154" y="9228"/>
                  </a:cubicBezTo>
                  <a:cubicBezTo>
                    <a:pt x="10154" y="9161"/>
                    <a:pt x="10154" y="9161"/>
                    <a:pt x="10154" y="9161"/>
                  </a:cubicBezTo>
                  <a:cubicBezTo>
                    <a:pt x="10210" y="9161"/>
                    <a:pt x="10210" y="9161"/>
                    <a:pt x="10210" y="9161"/>
                  </a:cubicBezTo>
                  <a:cubicBezTo>
                    <a:pt x="10210" y="9228"/>
                    <a:pt x="10210" y="9228"/>
                    <a:pt x="10210" y="9228"/>
                  </a:cubicBezTo>
                  <a:cubicBezTo>
                    <a:pt x="10210" y="9228"/>
                    <a:pt x="10210" y="9228"/>
                    <a:pt x="10210" y="9228"/>
                  </a:cubicBezTo>
                  <a:cubicBezTo>
                    <a:pt x="10267" y="9161"/>
                    <a:pt x="10267" y="9161"/>
                    <a:pt x="10267" y="9161"/>
                  </a:cubicBezTo>
                  <a:cubicBezTo>
                    <a:pt x="10267" y="9161"/>
                    <a:pt x="10267" y="9161"/>
                    <a:pt x="10267" y="9161"/>
                  </a:cubicBezTo>
                  <a:cubicBezTo>
                    <a:pt x="10267" y="9161"/>
                    <a:pt x="10267" y="9161"/>
                    <a:pt x="10267" y="9161"/>
                  </a:cubicBezTo>
                  <a:cubicBezTo>
                    <a:pt x="10323" y="9161"/>
                    <a:pt x="10323" y="9161"/>
                    <a:pt x="10323" y="9161"/>
                  </a:cubicBezTo>
                  <a:cubicBezTo>
                    <a:pt x="10323" y="9161"/>
                    <a:pt x="10323" y="9161"/>
                    <a:pt x="10323" y="9161"/>
                  </a:cubicBezTo>
                  <a:cubicBezTo>
                    <a:pt x="10323" y="9161"/>
                    <a:pt x="10323" y="9161"/>
                    <a:pt x="10323" y="9161"/>
                  </a:cubicBezTo>
                  <a:cubicBezTo>
                    <a:pt x="10379" y="9161"/>
                    <a:pt x="10379" y="9161"/>
                    <a:pt x="10379" y="9161"/>
                  </a:cubicBezTo>
                  <a:close/>
                  <a:moveTo>
                    <a:pt x="14979" y="11034"/>
                  </a:moveTo>
                  <a:cubicBezTo>
                    <a:pt x="15035" y="11034"/>
                    <a:pt x="15035" y="11034"/>
                    <a:pt x="15035" y="11034"/>
                  </a:cubicBezTo>
                  <a:cubicBezTo>
                    <a:pt x="15035" y="10967"/>
                    <a:pt x="15035" y="10967"/>
                    <a:pt x="15035" y="10967"/>
                  </a:cubicBezTo>
                  <a:cubicBezTo>
                    <a:pt x="15035" y="10900"/>
                    <a:pt x="15035" y="10900"/>
                    <a:pt x="15035" y="10900"/>
                  </a:cubicBezTo>
                  <a:cubicBezTo>
                    <a:pt x="15035" y="10833"/>
                    <a:pt x="15035" y="10833"/>
                    <a:pt x="15035" y="10833"/>
                  </a:cubicBezTo>
                  <a:cubicBezTo>
                    <a:pt x="15091" y="10766"/>
                    <a:pt x="15091" y="10766"/>
                    <a:pt x="15091" y="10766"/>
                  </a:cubicBezTo>
                  <a:cubicBezTo>
                    <a:pt x="15091" y="10766"/>
                    <a:pt x="15091" y="10766"/>
                    <a:pt x="15091" y="10766"/>
                  </a:cubicBezTo>
                  <a:cubicBezTo>
                    <a:pt x="15148" y="10699"/>
                    <a:pt x="15148" y="10699"/>
                    <a:pt x="15148" y="10699"/>
                  </a:cubicBezTo>
                  <a:cubicBezTo>
                    <a:pt x="15204" y="10565"/>
                    <a:pt x="15204" y="10565"/>
                    <a:pt x="15204" y="10565"/>
                  </a:cubicBezTo>
                  <a:cubicBezTo>
                    <a:pt x="15260" y="10565"/>
                    <a:pt x="15260" y="10565"/>
                    <a:pt x="15260" y="10565"/>
                  </a:cubicBezTo>
                  <a:cubicBezTo>
                    <a:pt x="15316" y="10565"/>
                    <a:pt x="15316" y="10565"/>
                    <a:pt x="15316" y="10565"/>
                  </a:cubicBezTo>
                  <a:cubicBezTo>
                    <a:pt x="15316" y="10565"/>
                    <a:pt x="15316" y="10565"/>
                    <a:pt x="15316" y="10565"/>
                  </a:cubicBezTo>
                  <a:cubicBezTo>
                    <a:pt x="15316" y="10565"/>
                    <a:pt x="15316" y="10565"/>
                    <a:pt x="15316" y="10565"/>
                  </a:cubicBezTo>
                  <a:cubicBezTo>
                    <a:pt x="15372" y="10499"/>
                    <a:pt x="15372" y="10499"/>
                    <a:pt x="15372" y="10499"/>
                  </a:cubicBezTo>
                  <a:cubicBezTo>
                    <a:pt x="15428" y="10565"/>
                    <a:pt x="15428" y="10565"/>
                    <a:pt x="15428" y="10565"/>
                  </a:cubicBezTo>
                  <a:cubicBezTo>
                    <a:pt x="15484" y="10565"/>
                    <a:pt x="15484" y="10565"/>
                    <a:pt x="15484" y="10565"/>
                  </a:cubicBezTo>
                  <a:cubicBezTo>
                    <a:pt x="15484" y="10565"/>
                    <a:pt x="15484" y="10565"/>
                    <a:pt x="15484" y="10565"/>
                  </a:cubicBezTo>
                  <a:cubicBezTo>
                    <a:pt x="15540" y="10632"/>
                    <a:pt x="15540" y="10632"/>
                    <a:pt x="15540" y="10632"/>
                  </a:cubicBezTo>
                  <a:cubicBezTo>
                    <a:pt x="15540" y="10699"/>
                    <a:pt x="15540" y="10699"/>
                    <a:pt x="15540" y="10699"/>
                  </a:cubicBezTo>
                  <a:cubicBezTo>
                    <a:pt x="15540" y="10699"/>
                    <a:pt x="15540" y="10699"/>
                    <a:pt x="15540" y="10699"/>
                  </a:cubicBezTo>
                  <a:cubicBezTo>
                    <a:pt x="15484" y="10766"/>
                    <a:pt x="15484" y="10766"/>
                    <a:pt x="15484" y="10766"/>
                  </a:cubicBezTo>
                  <a:cubicBezTo>
                    <a:pt x="15484" y="10833"/>
                    <a:pt x="15484" y="10833"/>
                    <a:pt x="15484" y="10833"/>
                  </a:cubicBezTo>
                  <a:cubicBezTo>
                    <a:pt x="15484" y="10833"/>
                    <a:pt x="15484" y="10833"/>
                    <a:pt x="15484" y="10833"/>
                  </a:cubicBezTo>
                  <a:cubicBezTo>
                    <a:pt x="15428" y="10967"/>
                    <a:pt x="15428" y="10967"/>
                    <a:pt x="15428" y="10967"/>
                  </a:cubicBezTo>
                  <a:cubicBezTo>
                    <a:pt x="15372" y="11034"/>
                    <a:pt x="15372" y="11034"/>
                    <a:pt x="15372" y="11034"/>
                  </a:cubicBezTo>
                  <a:cubicBezTo>
                    <a:pt x="15372" y="11034"/>
                    <a:pt x="15372" y="11034"/>
                    <a:pt x="15372" y="11034"/>
                  </a:cubicBezTo>
                  <a:cubicBezTo>
                    <a:pt x="15260" y="11034"/>
                    <a:pt x="15260" y="11034"/>
                    <a:pt x="15260" y="11034"/>
                  </a:cubicBezTo>
                  <a:cubicBezTo>
                    <a:pt x="15260" y="11100"/>
                    <a:pt x="15260" y="11100"/>
                    <a:pt x="15260" y="11100"/>
                  </a:cubicBezTo>
                  <a:cubicBezTo>
                    <a:pt x="15260" y="11100"/>
                    <a:pt x="15260" y="11100"/>
                    <a:pt x="15260" y="11100"/>
                  </a:cubicBezTo>
                  <a:cubicBezTo>
                    <a:pt x="15204" y="11100"/>
                    <a:pt x="15204" y="11100"/>
                    <a:pt x="15204" y="11100"/>
                  </a:cubicBezTo>
                  <a:cubicBezTo>
                    <a:pt x="15148" y="11100"/>
                    <a:pt x="15148" y="11100"/>
                    <a:pt x="15148" y="11100"/>
                  </a:cubicBezTo>
                  <a:cubicBezTo>
                    <a:pt x="15091" y="11100"/>
                    <a:pt x="15091" y="11100"/>
                    <a:pt x="15091" y="11100"/>
                  </a:cubicBezTo>
                  <a:cubicBezTo>
                    <a:pt x="15035" y="11100"/>
                    <a:pt x="15035" y="11100"/>
                    <a:pt x="15035" y="11100"/>
                  </a:cubicBezTo>
                  <a:cubicBezTo>
                    <a:pt x="15035" y="11100"/>
                    <a:pt x="15035" y="11100"/>
                    <a:pt x="15035" y="11100"/>
                  </a:cubicBezTo>
                  <a:cubicBezTo>
                    <a:pt x="14979" y="11034"/>
                    <a:pt x="14979" y="11034"/>
                    <a:pt x="14979" y="11034"/>
                  </a:cubicBezTo>
                  <a:close/>
                  <a:moveTo>
                    <a:pt x="10603" y="9027"/>
                  </a:moveTo>
                  <a:cubicBezTo>
                    <a:pt x="10603" y="8960"/>
                    <a:pt x="10603" y="8960"/>
                    <a:pt x="10603" y="8960"/>
                  </a:cubicBezTo>
                  <a:cubicBezTo>
                    <a:pt x="10603" y="8960"/>
                    <a:pt x="10603" y="8960"/>
                    <a:pt x="10603" y="8960"/>
                  </a:cubicBezTo>
                  <a:cubicBezTo>
                    <a:pt x="10603" y="8960"/>
                    <a:pt x="10603" y="8960"/>
                    <a:pt x="10603" y="8960"/>
                  </a:cubicBezTo>
                  <a:cubicBezTo>
                    <a:pt x="10603" y="8894"/>
                    <a:pt x="10603" y="8894"/>
                    <a:pt x="10603" y="8894"/>
                  </a:cubicBezTo>
                  <a:cubicBezTo>
                    <a:pt x="10603" y="8894"/>
                    <a:pt x="10603" y="8894"/>
                    <a:pt x="10603" y="8894"/>
                  </a:cubicBezTo>
                  <a:cubicBezTo>
                    <a:pt x="10659" y="8894"/>
                    <a:pt x="10659" y="8894"/>
                    <a:pt x="10659" y="8894"/>
                  </a:cubicBezTo>
                  <a:cubicBezTo>
                    <a:pt x="10659" y="8894"/>
                    <a:pt x="10659" y="8894"/>
                    <a:pt x="10659" y="8894"/>
                  </a:cubicBezTo>
                  <a:cubicBezTo>
                    <a:pt x="10659" y="8894"/>
                    <a:pt x="10659" y="8894"/>
                    <a:pt x="10659" y="8894"/>
                  </a:cubicBezTo>
                  <a:cubicBezTo>
                    <a:pt x="10659" y="8960"/>
                    <a:pt x="10659" y="8960"/>
                    <a:pt x="10659" y="8960"/>
                  </a:cubicBezTo>
                  <a:cubicBezTo>
                    <a:pt x="10659" y="8960"/>
                    <a:pt x="10659" y="8960"/>
                    <a:pt x="10659" y="8960"/>
                  </a:cubicBezTo>
                  <a:cubicBezTo>
                    <a:pt x="10603" y="8960"/>
                    <a:pt x="10603" y="8960"/>
                    <a:pt x="10603" y="8960"/>
                  </a:cubicBezTo>
                  <a:cubicBezTo>
                    <a:pt x="10603" y="9027"/>
                    <a:pt x="10603" y="9027"/>
                    <a:pt x="10603" y="9027"/>
                  </a:cubicBezTo>
                  <a:cubicBezTo>
                    <a:pt x="10603" y="9027"/>
                    <a:pt x="10603" y="9027"/>
                    <a:pt x="10603" y="9027"/>
                  </a:cubicBezTo>
                  <a:close/>
                  <a:moveTo>
                    <a:pt x="10154" y="9429"/>
                  </a:moveTo>
                  <a:cubicBezTo>
                    <a:pt x="10210" y="9429"/>
                    <a:pt x="10210" y="9429"/>
                    <a:pt x="10210" y="9429"/>
                  </a:cubicBezTo>
                  <a:cubicBezTo>
                    <a:pt x="10210" y="9362"/>
                    <a:pt x="10210" y="9362"/>
                    <a:pt x="10210" y="9362"/>
                  </a:cubicBezTo>
                  <a:cubicBezTo>
                    <a:pt x="10210" y="9362"/>
                    <a:pt x="10210" y="9362"/>
                    <a:pt x="10210" y="9362"/>
                  </a:cubicBezTo>
                  <a:cubicBezTo>
                    <a:pt x="10210" y="9295"/>
                    <a:pt x="10210" y="9295"/>
                    <a:pt x="10210" y="9295"/>
                  </a:cubicBezTo>
                  <a:cubicBezTo>
                    <a:pt x="10210" y="9295"/>
                    <a:pt x="10210" y="9295"/>
                    <a:pt x="10210" y="9295"/>
                  </a:cubicBezTo>
                  <a:cubicBezTo>
                    <a:pt x="10210" y="9295"/>
                    <a:pt x="10210" y="9295"/>
                    <a:pt x="10210" y="9295"/>
                  </a:cubicBezTo>
                  <a:cubicBezTo>
                    <a:pt x="10154" y="9362"/>
                    <a:pt x="10154" y="9362"/>
                    <a:pt x="10154" y="9362"/>
                  </a:cubicBezTo>
                  <a:cubicBezTo>
                    <a:pt x="10154" y="9362"/>
                    <a:pt x="10154" y="9362"/>
                    <a:pt x="10154" y="9362"/>
                  </a:cubicBezTo>
                  <a:cubicBezTo>
                    <a:pt x="10098" y="9362"/>
                    <a:pt x="10098" y="9362"/>
                    <a:pt x="10098" y="9362"/>
                  </a:cubicBezTo>
                  <a:cubicBezTo>
                    <a:pt x="10154" y="9429"/>
                    <a:pt x="10154" y="9429"/>
                    <a:pt x="10154" y="9429"/>
                  </a:cubicBezTo>
                  <a:cubicBezTo>
                    <a:pt x="10154" y="9429"/>
                    <a:pt x="10154" y="9429"/>
                    <a:pt x="10154" y="9429"/>
                  </a:cubicBezTo>
                  <a:close/>
                  <a:moveTo>
                    <a:pt x="10659" y="9362"/>
                  </a:moveTo>
                  <a:cubicBezTo>
                    <a:pt x="10603" y="9362"/>
                    <a:pt x="10603" y="9362"/>
                    <a:pt x="10603" y="9362"/>
                  </a:cubicBezTo>
                  <a:cubicBezTo>
                    <a:pt x="10603" y="9362"/>
                    <a:pt x="10603" y="9362"/>
                    <a:pt x="10603" y="9362"/>
                  </a:cubicBezTo>
                  <a:cubicBezTo>
                    <a:pt x="10603" y="9429"/>
                    <a:pt x="10603" y="9429"/>
                    <a:pt x="10603" y="9429"/>
                  </a:cubicBezTo>
                  <a:cubicBezTo>
                    <a:pt x="10547" y="9362"/>
                    <a:pt x="10547" y="9362"/>
                    <a:pt x="10547" y="9362"/>
                  </a:cubicBezTo>
                  <a:cubicBezTo>
                    <a:pt x="10547" y="9362"/>
                    <a:pt x="10547" y="9362"/>
                    <a:pt x="10547" y="9362"/>
                  </a:cubicBezTo>
                  <a:cubicBezTo>
                    <a:pt x="10603" y="9295"/>
                    <a:pt x="10603" y="9295"/>
                    <a:pt x="10603" y="9295"/>
                  </a:cubicBezTo>
                  <a:cubicBezTo>
                    <a:pt x="10603" y="9228"/>
                    <a:pt x="10603" y="9228"/>
                    <a:pt x="10603" y="9228"/>
                  </a:cubicBezTo>
                  <a:cubicBezTo>
                    <a:pt x="10659" y="9228"/>
                    <a:pt x="10659" y="9228"/>
                    <a:pt x="10659" y="9228"/>
                  </a:cubicBezTo>
                  <a:cubicBezTo>
                    <a:pt x="10659" y="9228"/>
                    <a:pt x="10659" y="9228"/>
                    <a:pt x="10659" y="9228"/>
                  </a:cubicBezTo>
                  <a:cubicBezTo>
                    <a:pt x="10659" y="9228"/>
                    <a:pt x="10659" y="9228"/>
                    <a:pt x="10659" y="9228"/>
                  </a:cubicBezTo>
                  <a:cubicBezTo>
                    <a:pt x="10715" y="9295"/>
                    <a:pt x="10715" y="9295"/>
                    <a:pt x="10715" y="9295"/>
                  </a:cubicBezTo>
                  <a:cubicBezTo>
                    <a:pt x="10659" y="9362"/>
                    <a:pt x="10659" y="9362"/>
                    <a:pt x="10659" y="9362"/>
                  </a:cubicBezTo>
                  <a:close/>
                  <a:moveTo>
                    <a:pt x="10715" y="9295"/>
                  </a:moveTo>
                  <a:cubicBezTo>
                    <a:pt x="10715" y="9228"/>
                    <a:pt x="10715" y="9228"/>
                    <a:pt x="10715" y="9228"/>
                  </a:cubicBezTo>
                  <a:cubicBezTo>
                    <a:pt x="10715" y="9228"/>
                    <a:pt x="10715" y="9228"/>
                    <a:pt x="10715" y="9228"/>
                  </a:cubicBezTo>
                  <a:cubicBezTo>
                    <a:pt x="10715" y="9161"/>
                    <a:pt x="10715" y="9161"/>
                    <a:pt x="10715" y="9161"/>
                  </a:cubicBezTo>
                  <a:cubicBezTo>
                    <a:pt x="10771" y="9161"/>
                    <a:pt x="10771" y="9161"/>
                    <a:pt x="10771" y="9161"/>
                  </a:cubicBezTo>
                  <a:cubicBezTo>
                    <a:pt x="10771" y="9161"/>
                    <a:pt x="10771" y="9161"/>
                    <a:pt x="10771" y="9161"/>
                  </a:cubicBezTo>
                  <a:cubicBezTo>
                    <a:pt x="10771" y="9228"/>
                    <a:pt x="10771" y="9228"/>
                    <a:pt x="10771" y="9228"/>
                  </a:cubicBezTo>
                  <a:cubicBezTo>
                    <a:pt x="10771" y="9228"/>
                    <a:pt x="10771" y="9228"/>
                    <a:pt x="10771" y="9228"/>
                  </a:cubicBezTo>
                  <a:cubicBezTo>
                    <a:pt x="10771" y="9228"/>
                    <a:pt x="10715" y="9295"/>
                    <a:pt x="10715" y="9295"/>
                  </a:cubicBezTo>
                  <a:close/>
                  <a:moveTo>
                    <a:pt x="11669" y="9295"/>
                  </a:moveTo>
                  <a:cubicBezTo>
                    <a:pt x="11669" y="9161"/>
                    <a:pt x="11669" y="9161"/>
                    <a:pt x="11669" y="9161"/>
                  </a:cubicBezTo>
                  <a:cubicBezTo>
                    <a:pt x="11725" y="9161"/>
                    <a:pt x="11725" y="9161"/>
                    <a:pt x="11725" y="9161"/>
                  </a:cubicBezTo>
                  <a:cubicBezTo>
                    <a:pt x="11781" y="9161"/>
                    <a:pt x="11781" y="9161"/>
                    <a:pt x="11781" y="9161"/>
                  </a:cubicBezTo>
                  <a:cubicBezTo>
                    <a:pt x="11781" y="9228"/>
                    <a:pt x="11781" y="9228"/>
                    <a:pt x="11781" y="9228"/>
                  </a:cubicBezTo>
                  <a:cubicBezTo>
                    <a:pt x="11725" y="9295"/>
                    <a:pt x="11725" y="9295"/>
                    <a:pt x="11725" y="9295"/>
                  </a:cubicBezTo>
                  <a:cubicBezTo>
                    <a:pt x="11725" y="9295"/>
                    <a:pt x="11725" y="9295"/>
                    <a:pt x="11725" y="9295"/>
                  </a:cubicBezTo>
                  <a:cubicBezTo>
                    <a:pt x="11725" y="9295"/>
                    <a:pt x="11725" y="9295"/>
                    <a:pt x="11725" y="9295"/>
                  </a:cubicBezTo>
                  <a:cubicBezTo>
                    <a:pt x="11725" y="9228"/>
                    <a:pt x="11725" y="9228"/>
                    <a:pt x="11725" y="9228"/>
                  </a:cubicBezTo>
                  <a:cubicBezTo>
                    <a:pt x="11669" y="9228"/>
                    <a:pt x="11669" y="9228"/>
                    <a:pt x="11669" y="9228"/>
                  </a:cubicBezTo>
                  <a:cubicBezTo>
                    <a:pt x="11669" y="9295"/>
                    <a:pt x="11669" y="9295"/>
                    <a:pt x="11669" y="9295"/>
                  </a:cubicBezTo>
                  <a:cubicBezTo>
                    <a:pt x="11669" y="9295"/>
                    <a:pt x="11669" y="9295"/>
                    <a:pt x="11669" y="9295"/>
                  </a:cubicBezTo>
                  <a:close/>
                  <a:moveTo>
                    <a:pt x="11613" y="9228"/>
                  </a:moveTo>
                  <a:cubicBezTo>
                    <a:pt x="11613" y="9228"/>
                    <a:pt x="11613" y="9228"/>
                    <a:pt x="11613" y="9228"/>
                  </a:cubicBezTo>
                  <a:cubicBezTo>
                    <a:pt x="11669" y="9161"/>
                    <a:pt x="11669" y="9161"/>
                    <a:pt x="11669" y="9161"/>
                  </a:cubicBezTo>
                  <a:cubicBezTo>
                    <a:pt x="11613" y="9094"/>
                    <a:pt x="11613" y="9094"/>
                    <a:pt x="11613" y="9094"/>
                  </a:cubicBezTo>
                  <a:cubicBezTo>
                    <a:pt x="11613" y="9161"/>
                    <a:pt x="11613" y="9161"/>
                    <a:pt x="11613" y="9161"/>
                  </a:cubicBezTo>
                  <a:cubicBezTo>
                    <a:pt x="11613" y="9228"/>
                    <a:pt x="11613" y="9228"/>
                    <a:pt x="11613" y="9228"/>
                  </a:cubicBezTo>
                  <a:close/>
                  <a:moveTo>
                    <a:pt x="11557" y="9696"/>
                  </a:moveTo>
                  <a:cubicBezTo>
                    <a:pt x="11613" y="9629"/>
                    <a:pt x="11613" y="9629"/>
                    <a:pt x="11613" y="9629"/>
                  </a:cubicBezTo>
                  <a:cubicBezTo>
                    <a:pt x="11669" y="9629"/>
                    <a:pt x="11669" y="9629"/>
                    <a:pt x="11669" y="9629"/>
                  </a:cubicBezTo>
                  <a:cubicBezTo>
                    <a:pt x="11669" y="9562"/>
                    <a:pt x="11669" y="9562"/>
                    <a:pt x="11669" y="9562"/>
                  </a:cubicBezTo>
                  <a:cubicBezTo>
                    <a:pt x="11613" y="9562"/>
                    <a:pt x="11613" y="9562"/>
                    <a:pt x="11613" y="9562"/>
                  </a:cubicBezTo>
                  <a:cubicBezTo>
                    <a:pt x="11613" y="9562"/>
                    <a:pt x="11613" y="9562"/>
                    <a:pt x="11613" y="9562"/>
                  </a:cubicBezTo>
                  <a:cubicBezTo>
                    <a:pt x="11613" y="9429"/>
                    <a:pt x="11613" y="9429"/>
                    <a:pt x="11613" y="9429"/>
                  </a:cubicBezTo>
                  <a:cubicBezTo>
                    <a:pt x="11669" y="9362"/>
                    <a:pt x="11669" y="9362"/>
                    <a:pt x="11669" y="9362"/>
                  </a:cubicBezTo>
                  <a:cubicBezTo>
                    <a:pt x="11613" y="9429"/>
                    <a:pt x="11613" y="9429"/>
                    <a:pt x="11613" y="9429"/>
                  </a:cubicBezTo>
                  <a:cubicBezTo>
                    <a:pt x="11557" y="9495"/>
                    <a:pt x="11557" y="9495"/>
                    <a:pt x="11557" y="9495"/>
                  </a:cubicBezTo>
                  <a:cubicBezTo>
                    <a:pt x="11557" y="9429"/>
                    <a:pt x="11557" y="9429"/>
                    <a:pt x="11557" y="9429"/>
                  </a:cubicBezTo>
                  <a:cubicBezTo>
                    <a:pt x="11613" y="9295"/>
                    <a:pt x="11613" y="9295"/>
                    <a:pt x="11613" y="9295"/>
                  </a:cubicBezTo>
                  <a:cubicBezTo>
                    <a:pt x="11557" y="9161"/>
                    <a:pt x="11557" y="9161"/>
                    <a:pt x="11557" y="9161"/>
                  </a:cubicBezTo>
                  <a:cubicBezTo>
                    <a:pt x="11501" y="9094"/>
                    <a:pt x="11501" y="9094"/>
                    <a:pt x="11501" y="9094"/>
                  </a:cubicBezTo>
                  <a:cubicBezTo>
                    <a:pt x="11501" y="9027"/>
                    <a:pt x="11501" y="9027"/>
                    <a:pt x="11501" y="9027"/>
                  </a:cubicBezTo>
                  <a:cubicBezTo>
                    <a:pt x="11445" y="9027"/>
                    <a:pt x="11445" y="9027"/>
                    <a:pt x="11445" y="9027"/>
                  </a:cubicBezTo>
                  <a:cubicBezTo>
                    <a:pt x="11445" y="9094"/>
                    <a:pt x="11445" y="9094"/>
                    <a:pt x="11445" y="9094"/>
                  </a:cubicBezTo>
                  <a:cubicBezTo>
                    <a:pt x="11445" y="9027"/>
                    <a:pt x="11445" y="9027"/>
                    <a:pt x="11445" y="9027"/>
                  </a:cubicBezTo>
                  <a:cubicBezTo>
                    <a:pt x="11445" y="8960"/>
                    <a:pt x="11445" y="8960"/>
                    <a:pt x="11445" y="8960"/>
                  </a:cubicBezTo>
                  <a:cubicBezTo>
                    <a:pt x="11445" y="8960"/>
                    <a:pt x="11445" y="8960"/>
                    <a:pt x="11445" y="8960"/>
                  </a:cubicBezTo>
                  <a:cubicBezTo>
                    <a:pt x="11445" y="8894"/>
                    <a:pt x="11445" y="8894"/>
                    <a:pt x="11445" y="8894"/>
                  </a:cubicBezTo>
                  <a:cubicBezTo>
                    <a:pt x="11445" y="8827"/>
                    <a:pt x="11445" y="8827"/>
                    <a:pt x="11445" y="8827"/>
                  </a:cubicBezTo>
                  <a:cubicBezTo>
                    <a:pt x="11389" y="8827"/>
                    <a:pt x="11389" y="8827"/>
                    <a:pt x="11389" y="8827"/>
                  </a:cubicBezTo>
                  <a:cubicBezTo>
                    <a:pt x="11332" y="8894"/>
                    <a:pt x="11332" y="8894"/>
                    <a:pt x="11332" y="8894"/>
                  </a:cubicBezTo>
                  <a:cubicBezTo>
                    <a:pt x="11276" y="9027"/>
                    <a:pt x="11276" y="9027"/>
                    <a:pt x="11276" y="9027"/>
                  </a:cubicBezTo>
                  <a:cubicBezTo>
                    <a:pt x="11276" y="9094"/>
                    <a:pt x="11276" y="9094"/>
                    <a:pt x="11276" y="9094"/>
                  </a:cubicBezTo>
                  <a:cubicBezTo>
                    <a:pt x="11276" y="9094"/>
                    <a:pt x="11276" y="9094"/>
                    <a:pt x="11276" y="9094"/>
                  </a:cubicBezTo>
                  <a:cubicBezTo>
                    <a:pt x="11220" y="9027"/>
                    <a:pt x="11220" y="9027"/>
                    <a:pt x="11220" y="9027"/>
                  </a:cubicBezTo>
                  <a:cubicBezTo>
                    <a:pt x="11220" y="9027"/>
                    <a:pt x="11220" y="9027"/>
                    <a:pt x="11220" y="9027"/>
                  </a:cubicBezTo>
                  <a:cubicBezTo>
                    <a:pt x="11220" y="9094"/>
                    <a:pt x="11220" y="9094"/>
                    <a:pt x="11220" y="9094"/>
                  </a:cubicBezTo>
                  <a:cubicBezTo>
                    <a:pt x="11164" y="9094"/>
                    <a:pt x="11164" y="9094"/>
                    <a:pt x="11164" y="9094"/>
                  </a:cubicBezTo>
                  <a:cubicBezTo>
                    <a:pt x="11220" y="9094"/>
                    <a:pt x="11220" y="9094"/>
                    <a:pt x="11220" y="9094"/>
                  </a:cubicBezTo>
                  <a:cubicBezTo>
                    <a:pt x="11164" y="9161"/>
                    <a:pt x="11164" y="9161"/>
                    <a:pt x="11164" y="9161"/>
                  </a:cubicBezTo>
                  <a:cubicBezTo>
                    <a:pt x="11108" y="9161"/>
                    <a:pt x="11108" y="9161"/>
                    <a:pt x="11108" y="9161"/>
                  </a:cubicBezTo>
                  <a:cubicBezTo>
                    <a:pt x="11108" y="9228"/>
                    <a:pt x="11108" y="9228"/>
                    <a:pt x="11108" y="9228"/>
                  </a:cubicBezTo>
                  <a:cubicBezTo>
                    <a:pt x="10996" y="9228"/>
                    <a:pt x="10996" y="9228"/>
                    <a:pt x="10996" y="9228"/>
                  </a:cubicBezTo>
                  <a:cubicBezTo>
                    <a:pt x="10996" y="9228"/>
                    <a:pt x="10996" y="9228"/>
                    <a:pt x="10996" y="9228"/>
                  </a:cubicBezTo>
                  <a:cubicBezTo>
                    <a:pt x="10940" y="9228"/>
                    <a:pt x="10940" y="9228"/>
                    <a:pt x="10940" y="9228"/>
                  </a:cubicBezTo>
                  <a:cubicBezTo>
                    <a:pt x="10828" y="9295"/>
                    <a:pt x="10828" y="9295"/>
                    <a:pt x="10828" y="9295"/>
                  </a:cubicBezTo>
                  <a:cubicBezTo>
                    <a:pt x="10828" y="9362"/>
                    <a:pt x="10828" y="9362"/>
                    <a:pt x="10828" y="9362"/>
                  </a:cubicBezTo>
                  <a:cubicBezTo>
                    <a:pt x="10884" y="9429"/>
                    <a:pt x="10884" y="9429"/>
                    <a:pt x="10884" y="9429"/>
                  </a:cubicBezTo>
                  <a:cubicBezTo>
                    <a:pt x="10940" y="9362"/>
                    <a:pt x="10940" y="9362"/>
                    <a:pt x="10940" y="9362"/>
                  </a:cubicBezTo>
                  <a:cubicBezTo>
                    <a:pt x="10940" y="9362"/>
                    <a:pt x="10940" y="9362"/>
                    <a:pt x="10940" y="9362"/>
                  </a:cubicBezTo>
                  <a:cubicBezTo>
                    <a:pt x="10940" y="9295"/>
                    <a:pt x="10940" y="9295"/>
                    <a:pt x="10940" y="9295"/>
                  </a:cubicBezTo>
                  <a:cubicBezTo>
                    <a:pt x="10996" y="9362"/>
                    <a:pt x="10996" y="9362"/>
                    <a:pt x="10996" y="9362"/>
                  </a:cubicBezTo>
                  <a:cubicBezTo>
                    <a:pt x="10996" y="9429"/>
                    <a:pt x="10996" y="9429"/>
                    <a:pt x="10996" y="9429"/>
                  </a:cubicBezTo>
                  <a:cubicBezTo>
                    <a:pt x="11052" y="9495"/>
                    <a:pt x="11052" y="9495"/>
                    <a:pt x="11052" y="9495"/>
                  </a:cubicBezTo>
                  <a:cubicBezTo>
                    <a:pt x="11052" y="9429"/>
                    <a:pt x="11052" y="9429"/>
                    <a:pt x="11052" y="9429"/>
                  </a:cubicBezTo>
                  <a:cubicBezTo>
                    <a:pt x="11052" y="9429"/>
                    <a:pt x="11052" y="9429"/>
                    <a:pt x="11052" y="9429"/>
                  </a:cubicBezTo>
                  <a:cubicBezTo>
                    <a:pt x="11052" y="9495"/>
                    <a:pt x="11052" y="9495"/>
                    <a:pt x="11052" y="9495"/>
                  </a:cubicBezTo>
                  <a:cubicBezTo>
                    <a:pt x="11108" y="9562"/>
                    <a:pt x="11108" y="9562"/>
                    <a:pt x="11108" y="9562"/>
                  </a:cubicBezTo>
                  <a:cubicBezTo>
                    <a:pt x="11164" y="9562"/>
                    <a:pt x="11164" y="9562"/>
                    <a:pt x="11164" y="9562"/>
                  </a:cubicBezTo>
                  <a:cubicBezTo>
                    <a:pt x="11164" y="9696"/>
                    <a:pt x="11164" y="9696"/>
                    <a:pt x="11164" y="9696"/>
                  </a:cubicBezTo>
                  <a:cubicBezTo>
                    <a:pt x="11220" y="9696"/>
                    <a:pt x="11220" y="9696"/>
                    <a:pt x="11220" y="9696"/>
                  </a:cubicBezTo>
                  <a:cubicBezTo>
                    <a:pt x="11276" y="9629"/>
                    <a:pt x="11276" y="9629"/>
                    <a:pt x="11276" y="9629"/>
                  </a:cubicBezTo>
                  <a:cubicBezTo>
                    <a:pt x="11276" y="9696"/>
                    <a:pt x="11276" y="9696"/>
                    <a:pt x="11276" y="9696"/>
                  </a:cubicBezTo>
                  <a:cubicBezTo>
                    <a:pt x="11332" y="9763"/>
                    <a:pt x="11332" y="9763"/>
                    <a:pt x="11332" y="9763"/>
                  </a:cubicBezTo>
                  <a:cubicBezTo>
                    <a:pt x="11389" y="9763"/>
                    <a:pt x="11389" y="9763"/>
                    <a:pt x="11389" y="9763"/>
                  </a:cubicBezTo>
                  <a:cubicBezTo>
                    <a:pt x="11389" y="9763"/>
                    <a:pt x="11389" y="9763"/>
                    <a:pt x="11389" y="9763"/>
                  </a:cubicBezTo>
                  <a:cubicBezTo>
                    <a:pt x="11445" y="9696"/>
                    <a:pt x="11445" y="9696"/>
                    <a:pt x="11445" y="9696"/>
                  </a:cubicBezTo>
                  <a:cubicBezTo>
                    <a:pt x="11501" y="9696"/>
                    <a:pt x="11501" y="9696"/>
                    <a:pt x="11501" y="9696"/>
                  </a:cubicBezTo>
                  <a:cubicBezTo>
                    <a:pt x="11557" y="9629"/>
                    <a:pt x="11557" y="9629"/>
                    <a:pt x="11557" y="9629"/>
                  </a:cubicBezTo>
                  <a:cubicBezTo>
                    <a:pt x="11557" y="9696"/>
                    <a:pt x="11557" y="9696"/>
                    <a:pt x="11557" y="9696"/>
                  </a:cubicBezTo>
                  <a:close/>
                  <a:moveTo>
                    <a:pt x="16662" y="9295"/>
                  </a:moveTo>
                  <a:cubicBezTo>
                    <a:pt x="16662" y="9295"/>
                    <a:pt x="16662" y="9295"/>
                    <a:pt x="16662" y="9295"/>
                  </a:cubicBezTo>
                  <a:cubicBezTo>
                    <a:pt x="16662" y="9228"/>
                    <a:pt x="16662" y="9228"/>
                    <a:pt x="16662" y="9228"/>
                  </a:cubicBezTo>
                  <a:cubicBezTo>
                    <a:pt x="16662" y="9161"/>
                    <a:pt x="16662" y="9161"/>
                    <a:pt x="16662" y="9161"/>
                  </a:cubicBezTo>
                  <a:cubicBezTo>
                    <a:pt x="16718" y="9161"/>
                    <a:pt x="16718" y="9161"/>
                    <a:pt x="16718" y="9161"/>
                  </a:cubicBezTo>
                  <a:cubicBezTo>
                    <a:pt x="16775" y="9161"/>
                    <a:pt x="16775" y="9161"/>
                    <a:pt x="16775" y="9161"/>
                  </a:cubicBezTo>
                  <a:cubicBezTo>
                    <a:pt x="16775" y="9228"/>
                    <a:pt x="16775" y="9228"/>
                    <a:pt x="16775" y="9228"/>
                  </a:cubicBezTo>
                  <a:cubicBezTo>
                    <a:pt x="16775" y="9228"/>
                    <a:pt x="16775" y="9228"/>
                    <a:pt x="16775" y="9228"/>
                  </a:cubicBezTo>
                  <a:cubicBezTo>
                    <a:pt x="16831" y="9228"/>
                    <a:pt x="16831" y="9228"/>
                    <a:pt x="16831" y="9228"/>
                  </a:cubicBezTo>
                  <a:cubicBezTo>
                    <a:pt x="16775" y="9295"/>
                    <a:pt x="16775" y="9295"/>
                    <a:pt x="16775" y="9295"/>
                  </a:cubicBezTo>
                  <a:cubicBezTo>
                    <a:pt x="16718" y="9295"/>
                    <a:pt x="16718" y="9295"/>
                    <a:pt x="16718" y="9295"/>
                  </a:cubicBezTo>
                  <a:cubicBezTo>
                    <a:pt x="16718" y="9295"/>
                    <a:pt x="16718" y="9295"/>
                    <a:pt x="16718" y="9295"/>
                  </a:cubicBezTo>
                  <a:cubicBezTo>
                    <a:pt x="16718" y="9295"/>
                    <a:pt x="16718" y="9295"/>
                    <a:pt x="16718" y="9295"/>
                  </a:cubicBezTo>
                  <a:cubicBezTo>
                    <a:pt x="16662" y="9295"/>
                    <a:pt x="16662" y="9295"/>
                    <a:pt x="16662" y="9295"/>
                  </a:cubicBezTo>
                  <a:cubicBezTo>
                    <a:pt x="16662" y="9295"/>
                    <a:pt x="16662" y="9295"/>
                    <a:pt x="16662" y="9295"/>
                  </a:cubicBezTo>
                  <a:close/>
                  <a:moveTo>
                    <a:pt x="16550" y="13976"/>
                  </a:moveTo>
                  <a:cubicBezTo>
                    <a:pt x="16494" y="13976"/>
                    <a:pt x="16494" y="13976"/>
                    <a:pt x="16494" y="13976"/>
                  </a:cubicBezTo>
                  <a:cubicBezTo>
                    <a:pt x="16438" y="13976"/>
                    <a:pt x="16438" y="13976"/>
                    <a:pt x="16438" y="13976"/>
                  </a:cubicBezTo>
                  <a:cubicBezTo>
                    <a:pt x="16382" y="13976"/>
                    <a:pt x="16382" y="13976"/>
                    <a:pt x="16382" y="13976"/>
                  </a:cubicBezTo>
                  <a:cubicBezTo>
                    <a:pt x="16326" y="13909"/>
                    <a:pt x="16326" y="13909"/>
                    <a:pt x="16326" y="13909"/>
                  </a:cubicBezTo>
                  <a:cubicBezTo>
                    <a:pt x="16326" y="13909"/>
                    <a:pt x="16326" y="13909"/>
                    <a:pt x="16326" y="13909"/>
                  </a:cubicBezTo>
                  <a:cubicBezTo>
                    <a:pt x="16270" y="13842"/>
                    <a:pt x="16270" y="13842"/>
                    <a:pt x="16270" y="13842"/>
                  </a:cubicBezTo>
                  <a:cubicBezTo>
                    <a:pt x="16214" y="13842"/>
                    <a:pt x="16214" y="13842"/>
                    <a:pt x="16214" y="13842"/>
                  </a:cubicBezTo>
                  <a:cubicBezTo>
                    <a:pt x="16214" y="13775"/>
                    <a:pt x="16214" y="13775"/>
                    <a:pt x="16214" y="13775"/>
                  </a:cubicBezTo>
                  <a:cubicBezTo>
                    <a:pt x="16157" y="13775"/>
                    <a:pt x="16157" y="13775"/>
                    <a:pt x="16157" y="13775"/>
                  </a:cubicBezTo>
                  <a:cubicBezTo>
                    <a:pt x="16157" y="13775"/>
                    <a:pt x="16157" y="13775"/>
                    <a:pt x="16157" y="13775"/>
                  </a:cubicBezTo>
                  <a:cubicBezTo>
                    <a:pt x="16101" y="13775"/>
                    <a:pt x="16101" y="13775"/>
                    <a:pt x="16101" y="13775"/>
                  </a:cubicBezTo>
                  <a:cubicBezTo>
                    <a:pt x="16045" y="13775"/>
                    <a:pt x="16045" y="13775"/>
                    <a:pt x="16045" y="13775"/>
                  </a:cubicBezTo>
                  <a:cubicBezTo>
                    <a:pt x="16045" y="13708"/>
                    <a:pt x="16045" y="13708"/>
                    <a:pt x="16045" y="13708"/>
                  </a:cubicBezTo>
                  <a:cubicBezTo>
                    <a:pt x="15989" y="13708"/>
                    <a:pt x="15989" y="13708"/>
                    <a:pt x="15989" y="13708"/>
                  </a:cubicBezTo>
                  <a:cubicBezTo>
                    <a:pt x="15989" y="13708"/>
                    <a:pt x="15989" y="13708"/>
                    <a:pt x="15989" y="13708"/>
                  </a:cubicBezTo>
                  <a:cubicBezTo>
                    <a:pt x="15933" y="13642"/>
                    <a:pt x="15933" y="13642"/>
                    <a:pt x="15933" y="13642"/>
                  </a:cubicBezTo>
                  <a:cubicBezTo>
                    <a:pt x="15933" y="13642"/>
                    <a:pt x="15933" y="13642"/>
                    <a:pt x="15933" y="13642"/>
                  </a:cubicBezTo>
                  <a:cubicBezTo>
                    <a:pt x="15933" y="13642"/>
                    <a:pt x="15933" y="13642"/>
                    <a:pt x="15933" y="13642"/>
                  </a:cubicBezTo>
                  <a:cubicBezTo>
                    <a:pt x="15877" y="13575"/>
                    <a:pt x="15877" y="13575"/>
                    <a:pt x="15877" y="13575"/>
                  </a:cubicBezTo>
                  <a:cubicBezTo>
                    <a:pt x="15877" y="13575"/>
                    <a:pt x="15877" y="13575"/>
                    <a:pt x="15877" y="13575"/>
                  </a:cubicBezTo>
                  <a:cubicBezTo>
                    <a:pt x="15877" y="13508"/>
                    <a:pt x="15877" y="13508"/>
                    <a:pt x="15877" y="13508"/>
                  </a:cubicBezTo>
                  <a:cubicBezTo>
                    <a:pt x="15877" y="13508"/>
                    <a:pt x="15877" y="13508"/>
                    <a:pt x="15877" y="13508"/>
                  </a:cubicBezTo>
                  <a:cubicBezTo>
                    <a:pt x="15877" y="13508"/>
                    <a:pt x="15877" y="13508"/>
                    <a:pt x="15877" y="13508"/>
                  </a:cubicBezTo>
                  <a:cubicBezTo>
                    <a:pt x="15821" y="13508"/>
                    <a:pt x="15821" y="13508"/>
                    <a:pt x="15821" y="13508"/>
                  </a:cubicBezTo>
                  <a:cubicBezTo>
                    <a:pt x="15821" y="13508"/>
                    <a:pt x="15821" y="13508"/>
                    <a:pt x="15821" y="13508"/>
                  </a:cubicBezTo>
                  <a:cubicBezTo>
                    <a:pt x="15821" y="13508"/>
                    <a:pt x="15821" y="13508"/>
                    <a:pt x="15821" y="13508"/>
                  </a:cubicBezTo>
                  <a:cubicBezTo>
                    <a:pt x="15821" y="13508"/>
                    <a:pt x="15821" y="13508"/>
                    <a:pt x="15821" y="13508"/>
                  </a:cubicBezTo>
                  <a:cubicBezTo>
                    <a:pt x="15765" y="13508"/>
                    <a:pt x="15765" y="13508"/>
                    <a:pt x="15765" y="13508"/>
                  </a:cubicBezTo>
                  <a:cubicBezTo>
                    <a:pt x="15709" y="13441"/>
                    <a:pt x="15709" y="13441"/>
                    <a:pt x="15709" y="13441"/>
                  </a:cubicBezTo>
                  <a:cubicBezTo>
                    <a:pt x="15652" y="13441"/>
                    <a:pt x="15652" y="13441"/>
                    <a:pt x="15652" y="13441"/>
                  </a:cubicBezTo>
                  <a:cubicBezTo>
                    <a:pt x="15652" y="13374"/>
                    <a:pt x="15652" y="13374"/>
                    <a:pt x="15652" y="13374"/>
                  </a:cubicBezTo>
                  <a:cubicBezTo>
                    <a:pt x="15596" y="13374"/>
                    <a:pt x="15596" y="13374"/>
                    <a:pt x="15596" y="13374"/>
                  </a:cubicBezTo>
                  <a:cubicBezTo>
                    <a:pt x="15596" y="13307"/>
                    <a:pt x="15596" y="13307"/>
                    <a:pt x="15596" y="13307"/>
                  </a:cubicBezTo>
                  <a:cubicBezTo>
                    <a:pt x="15540" y="13307"/>
                    <a:pt x="15540" y="13307"/>
                    <a:pt x="15540" y="13307"/>
                  </a:cubicBezTo>
                  <a:cubicBezTo>
                    <a:pt x="15540" y="13307"/>
                    <a:pt x="15540" y="13307"/>
                    <a:pt x="15540" y="13307"/>
                  </a:cubicBezTo>
                  <a:cubicBezTo>
                    <a:pt x="15484" y="13240"/>
                    <a:pt x="15484" y="13240"/>
                    <a:pt x="15484" y="13240"/>
                  </a:cubicBezTo>
                  <a:cubicBezTo>
                    <a:pt x="15484" y="13173"/>
                    <a:pt x="15484" y="13173"/>
                    <a:pt x="15484" y="13173"/>
                  </a:cubicBezTo>
                  <a:cubicBezTo>
                    <a:pt x="15428" y="13173"/>
                    <a:pt x="15428" y="13173"/>
                    <a:pt x="15428" y="13173"/>
                  </a:cubicBezTo>
                  <a:cubicBezTo>
                    <a:pt x="15484" y="13107"/>
                    <a:pt x="15484" y="13107"/>
                    <a:pt x="15484" y="13107"/>
                  </a:cubicBezTo>
                  <a:cubicBezTo>
                    <a:pt x="15540" y="13173"/>
                    <a:pt x="15540" y="13173"/>
                    <a:pt x="15540" y="13173"/>
                  </a:cubicBezTo>
                  <a:cubicBezTo>
                    <a:pt x="15596" y="13107"/>
                    <a:pt x="15596" y="13107"/>
                    <a:pt x="15596" y="13107"/>
                  </a:cubicBezTo>
                  <a:cubicBezTo>
                    <a:pt x="15652" y="13040"/>
                    <a:pt x="15652" y="13040"/>
                    <a:pt x="15652" y="13040"/>
                  </a:cubicBezTo>
                  <a:cubicBezTo>
                    <a:pt x="15540" y="13040"/>
                    <a:pt x="15540" y="13040"/>
                    <a:pt x="15540" y="13040"/>
                  </a:cubicBezTo>
                  <a:cubicBezTo>
                    <a:pt x="15540" y="12973"/>
                    <a:pt x="15540" y="12973"/>
                    <a:pt x="15540" y="12973"/>
                  </a:cubicBezTo>
                  <a:cubicBezTo>
                    <a:pt x="15540" y="12973"/>
                    <a:pt x="15540" y="12973"/>
                    <a:pt x="15540" y="12973"/>
                  </a:cubicBezTo>
                  <a:cubicBezTo>
                    <a:pt x="15540" y="12906"/>
                    <a:pt x="15540" y="12906"/>
                    <a:pt x="15540" y="12906"/>
                  </a:cubicBezTo>
                  <a:cubicBezTo>
                    <a:pt x="15484" y="12906"/>
                    <a:pt x="15484" y="12906"/>
                    <a:pt x="15484" y="12906"/>
                  </a:cubicBezTo>
                  <a:cubicBezTo>
                    <a:pt x="15484" y="12973"/>
                    <a:pt x="15484" y="12973"/>
                    <a:pt x="15484" y="12973"/>
                  </a:cubicBezTo>
                  <a:cubicBezTo>
                    <a:pt x="15484" y="13040"/>
                    <a:pt x="15484" y="13040"/>
                    <a:pt x="15484" y="13040"/>
                  </a:cubicBezTo>
                  <a:cubicBezTo>
                    <a:pt x="15428" y="12973"/>
                    <a:pt x="15428" y="12973"/>
                    <a:pt x="15428" y="12973"/>
                  </a:cubicBezTo>
                  <a:cubicBezTo>
                    <a:pt x="15484" y="12906"/>
                    <a:pt x="15484" y="12906"/>
                    <a:pt x="15484" y="12906"/>
                  </a:cubicBezTo>
                  <a:cubicBezTo>
                    <a:pt x="15484" y="12839"/>
                    <a:pt x="15484" y="12839"/>
                    <a:pt x="15484" y="12839"/>
                  </a:cubicBezTo>
                  <a:cubicBezTo>
                    <a:pt x="15428" y="12906"/>
                    <a:pt x="15428" y="12906"/>
                    <a:pt x="15428" y="12906"/>
                  </a:cubicBezTo>
                  <a:cubicBezTo>
                    <a:pt x="15428" y="12906"/>
                    <a:pt x="15428" y="12906"/>
                    <a:pt x="15428" y="12906"/>
                  </a:cubicBezTo>
                  <a:cubicBezTo>
                    <a:pt x="15428" y="12839"/>
                    <a:pt x="15428" y="12839"/>
                    <a:pt x="15428" y="12839"/>
                  </a:cubicBezTo>
                  <a:cubicBezTo>
                    <a:pt x="15372" y="12839"/>
                    <a:pt x="15372" y="12839"/>
                    <a:pt x="15372" y="12839"/>
                  </a:cubicBezTo>
                  <a:cubicBezTo>
                    <a:pt x="15372" y="12772"/>
                    <a:pt x="15372" y="12772"/>
                    <a:pt x="15372" y="12772"/>
                  </a:cubicBezTo>
                  <a:cubicBezTo>
                    <a:pt x="15372" y="12772"/>
                    <a:pt x="15372" y="12772"/>
                    <a:pt x="15372" y="12772"/>
                  </a:cubicBezTo>
                  <a:cubicBezTo>
                    <a:pt x="15372" y="12705"/>
                    <a:pt x="15372" y="12705"/>
                    <a:pt x="15372" y="12705"/>
                  </a:cubicBezTo>
                  <a:cubicBezTo>
                    <a:pt x="15316" y="12639"/>
                    <a:pt x="15316" y="12639"/>
                    <a:pt x="15316" y="12639"/>
                  </a:cubicBezTo>
                  <a:cubicBezTo>
                    <a:pt x="15316" y="12639"/>
                    <a:pt x="15316" y="12639"/>
                    <a:pt x="15316" y="12639"/>
                  </a:cubicBezTo>
                  <a:cubicBezTo>
                    <a:pt x="15372" y="12572"/>
                    <a:pt x="15372" y="12572"/>
                    <a:pt x="15372" y="12572"/>
                  </a:cubicBezTo>
                  <a:cubicBezTo>
                    <a:pt x="15372" y="12505"/>
                    <a:pt x="15372" y="12505"/>
                    <a:pt x="15372" y="12505"/>
                  </a:cubicBezTo>
                  <a:cubicBezTo>
                    <a:pt x="15260" y="12639"/>
                    <a:pt x="15260" y="12639"/>
                    <a:pt x="15260" y="12639"/>
                  </a:cubicBezTo>
                  <a:cubicBezTo>
                    <a:pt x="15260" y="12639"/>
                    <a:pt x="15260" y="12639"/>
                    <a:pt x="15260" y="12639"/>
                  </a:cubicBezTo>
                  <a:cubicBezTo>
                    <a:pt x="15260" y="12639"/>
                    <a:pt x="15260" y="12639"/>
                    <a:pt x="15260" y="12639"/>
                  </a:cubicBezTo>
                  <a:cubicBezTo>
                    <a:pt x="15260" y="12572"/>
                    <a:pt x="15260" y="12572"/>
                    <a:pt x="15260" y="12572"/>
                  </a:cubicBezTo>
                  <a:cubicBezTo>
                    <a:pt x="15260" y="12572"/>
                    <a:pt x="15260" y="12572"/>
                    <a:pt x="15260" y="12572"/>
                  </a:cubicBezTo>
                  <a:cubicBezTo>
                    <a:pt x="15204" y="12572"/>
                    <a:pt x="15204" y="12572"/>
                    <a:pt x="15204" y="12572"/>
                  </a:cubicBezTo>
                  <a:cubicBezTo>
                    <a:pt x="15204" y="12572"/>
                    <a:pt x="15204" y="12572"/>
                    <a:pt x="15204" y="12572"/>
                  </a:cubicBezTo>
                  <a:cubicBezTo>
                    <a:pt x="15148" y="12639"/>
                    <a:pt x="15148" y="12639"/>
                    <a:pt x="15148" y="12639"/>
                  </a:cubicBezTo>
                  <a:cubicBezTo>
                    <a:pt x="15148" y="12639"/>
                    <a:pt x="15148" y="12639"/>
                    <a:pt x="15148" y="12639"/>
                  </a:cubicBezTo>
                  <a:cubicBezTo>
                    <a:pt x="15148" y="12639"/>
                    <a:pt x="15148" y="12639"/>
                    <a:pt x="15148" y="12639"/>
                  </a:cubicBezTo>
                  <a:cubicBezTo>
                    <a:pt x="15148" y="12572"/>
                    <a:pt x="15148" y="12572"/>
                    <a:pt x="15148" y="12572"/>
                  </a:cubicBezTo>
                  <a:cubicBezTo>
                    <a:pt x="15148" y="12505"/>
                    <a:pt x="15148" y="12505"/>
                    <a:pt x="15148" y="12505"/>
                  </a:cubicBezTo>
                  <a:cubicBezTo>
                    <a:pt x="15148" y="12505"/>
                    <a:pt x="15148" y="12505"/>
                    <a:pt x="15148" y="12505"/>
                  </a:cubicBezTo>
                  <a:cubicBezTo>
                    <a:pt x="15148" y="12505"/>
                    <a:pt x="15148" y="12505"/>
                    <a:pt x="15148" y="12505"/>
                  </a:cubicBezTo>
                  <a:cubicBezTo>
                    <a:pt x="15091" y="12505"/>
                    <a:pt x="15091" y="12505"/>
                    <a:pt x="15091" y="12505"/>
                  </a:cubicBezTo>
                  <a:cubicBezTo>
                    <a:pt x="15091" y="12505"/>
                    <a:pt x="15091" y="12505"/>
                    <a:pt x="15091" y="12505"/>
                  </a:cubicBezTo>
                  <a:cubicBezTo>
                    <a:pt x="15035" y="12572"/>
                    <a:pt x="15035" y="12572"/>
                    <a:pt x="15035" y="12572"/>
                  </a:cubicBezTo>
                  <a:cubicBezTo>
                    <a:pt x="15035" y="12639"/>
                    <a:pt x="15035" y="12639"/>
                    <a:pt x="15035" y="12639"/>
                  </a:cubicBezTo>
                  <a:cubicBezTo>
                    <a:pt x="14979" y="12572"/>
                    <a:pt x="14979" y="12572"/>
                    <a:pt x="14979" y="12572"/>
                  </a:cubicBezTo>
                  <a:cubicBezTo>
                    <a:pt x="14923" y="12572"/>
                    <a:pt x="14923" y="12572"/>
                    <a:pt x="14923" y="12572"/>
                  </a:cubicBezTo>
                  <a:cubicBezTo>
                    <a:pt x="14923" y="12572"/>
                    <a:pt x="14923" y="12572"/>
                    <a:pt x="14923" y="12572"/>
                  </a:cubicBezTo>
                  <a:cubicBezTo>
                    <a:pt x="14867" y="12505"/>
                    <a:pt x="14867" y="12505"/>
                    <a:pt x="14867" y="12505"/>
                  </a:cubicBezTo>
                  <a:cubicBezTo>
                    <a:pt x="14811" y="12438"/>
                    <a:pt x="14811" y="12438"/>
                    <a:pt x="14811" y="12438"/>
                  </a:cubicBezTo>
                  <a:cubicBezTo>
                    <a:pt x="14811" y="12505"/>
                    <a:pt x="14811" y="12505"/>
                    <a:pt x="14811" y="12505"/>
                  </a:cubicBezTo>
                  <a:cubicBezTo>
                    <a:pt x="14811" y="12572"/>
                    <a:pt x="14811" y="12572"/>
                    <a:pt x="14811" y="12572"/>
                  </a:cubicBezTo>
                  <a:cubicBezTo>
                    <a:pt x="14811" y="12572"/>
                    <a:pt x="14811" y="12572"/>
                    <a:pt x="14811" y="12572"/>
                  </a:cubicBezTo>
                  <a:cubicBezTo>
                    <a:pt x="14755" y="12572"/>
                    <a:pt x="14755" y="12572"/>
                    <a:pt x="14755" y="12572"/>
                  </a:cubicBezTo>
                  <a:cubicBezTo>
                    <a:pt x="14699" y="12572"/>
                    <a:pt x="14699" y="12572"/>
                    <a:pt x="14699" y="12572"/>
                  </a:cubicBezTo>
                  <a:cubicBezTo>
                    <a:pt x="14643" y="12572"/>
                    <a:pt x="14643" y="12572"/>
                    <a:pt x="14643" y="12572"/>
                  </a:cubicBezTo>
                  <a:cubicBezTo>
                    <a:pt x="14643" y="12639"/>
                    <a:pt x="14643" y="12639"/>
                    <a:pt x="14643" y="12639"/>
                  </a:cubicBezTo>
                  <a:cubicBezTo>
                    <a:pt x="14587" y="12639"/>
                    <a:pt x="14587" y="12639"/>
                    <a:pt x="14587" y="12639"/>
                  </a:cubicBezTo>
                  <a:cubicBezTo>
                    <a:pt x="14587" y="12639"/>
                    <a:pt x="14587" y="12639"/>
                    <a:pt x="14587" y="12639"/>
                  </a:cubicBezTo>
                  <a:cubicBezTo>
                    <a:pt x="14530" y="12639"/>
                    <a:pt x="14530" y="12639"/>
                    <a:pt x="14530" y="12639"/>
                  </a:cubicBezTo>
                  <a:cubicBezTo>
                    <a:pt x="14474" y="12639"/>
                    <a:pt x="14474" y="12639"/>
                    <a:pt x="14474" y="12639"/>
                  </a:cubicBezTo>
                  <a:cubicBezTo>
                    <a:pt x="14474" y="12572"/>
                    <a:pt x="14474" y="12572"/>
                    <a:pt x="14474" y="12572"/>
                  </a:cubicBezTo>
                  <a:cubicBezTo>
                    <a:pt x="14418" y="12505"/>
                    <a:pt x="14418" y="12505"/>
                    <a:pt x="14418" y="12505"/>
                  </a:cubicBezTo>
                  <a:cubicBezTo>
                    <a:pt x="14418" y="12505"/>
                    <a:pt x="14418" y="12505"/>
                    <a:pt x="14418" y="12505"/>
                  </a:cubicBezTo>
                  <a:cubicBezTo>
                    <a:pt x="14362" y="12505"/>
                    <a:pt x="14362" y="12505"/>
                    <a:pt x="14362" y="12505"/>
                  </a:cubicBezTo>
                  <a:cubicBezTo>
                    <a:pt x="14306" y="12371"/>
                    <a:pt x="14306" y="12371"/>
                    <a:pt x="14306" y="12371"/>
                  </a:cubicBezTo>
                  <a:cubicBezTo>
                    <a:pt x="14362" y="12304"/>
                    <a:pt x="14362" y="12304"/>
                    <a:pt x="14362" y="12304"/>
                  </a:cubicBezTo>
                  <a:cubicBezTo>
                    <a:pt x="14362" y="12304"/>
                    <a:pt x="14362" y="12304"/>
                    <a:pt x="14362" y="12304"/>
                  </a:cubicBezTo>
                  <a:cubicBezTo>
                    <a:pt x="14362" y="12237"/>
                    <a:pt x="14362" y="12237"/>
                    <a:pt x="14362" y="12237"/>
                  </a:cubicBezTo>
                  <a:cubicBezTo>
                    <a:pt x="14418" y="12237"/>
                    <a:pt x="14418" y="12237"/>
                    <a:pt x="14418" y="12237"/>
                  </a:cubicBezTo>
                  <a:cubicBezTo>
                    <a:pt x="14474" y="12170"/>
                    <a:pt x="14474" y="12170"/>
                    <a:pt x="14474" y="12170"/>
                  </a:cubicBezTo>
                  <a:cubicBezTo>
                    <a:pt x="14474" y="12170"/>
                    <a:pt x="14474" y="12170"/>
                    <a:pt x="14474" y="12170"/>
                  </a:cubicBezTo>
                  <a:cubicBezTo>
                    <a:pt x="14530" y="12170"/>
                    <a:pt x="14530" y="12170"/>
                    <a:pt x="14530" y="12170"/>
                  </a:cubicBezTo>
                  <a:cubicBezTo>
                    <a:pt x="14587" y="12170"/>
                    <a:pt x="14587" y="12170"/>
                    <a:pt x="14587" y="12170"/>
                  </a:cubicBezTo>
                  <a:cubicBezTo>
                    <a:pt x="14587" y="12104"/>
                    <a:pt x="14587" y="12104"/>
                    <a:pt x="14587" y="12104"/>
                  </a:cubicBezTo>
                  <a:cubicBezTo>
                    <a:pt x="14530" y="12104"/>
                    <a:pt x="14530" y="12104"/>
                    <a:pt x="14530" y="12104"/>
                  </a:cubicBezTo>
                  <a:cubicBezTo>
                    <a:pt x="14530" y="12037"/>
                    <a:pt x="14530" y="12037"/>
                    <a:pt x="14530" y="12037"/>
                  </a:cubicBezTo>
                  <a:cubicBezTo>
                    <a:pt x="14587" y="12037"/>
                    <a:pt x="14587" y="12037"/>
                    <a:pt x="14587" y="12037"/>
                  </a:cubicBezTo>
                  <a:cubicBezTo>
                    <a:pt x="14587" y="12037"/>
                    <a:pt x="14587" y="12037"/>
                    <a:pt x="14587" y="12037"/>
                  </a:cubicBezTo>
                  <a:cubicBezTo>
                    <a:pt x="14587" y="12037"/>
                    <a:pt x="14587" y="12037"/>
                    <a:pt x="14587" y="12037"/>
                  </a:cubicBezTo>
                  <a:cubicBezTo>
                    <a:pt x="14587" y="11970"/>
                    <a:pt x="14587" y="11970"/>
                    <a:pt x="14587" y="11970"/>
                  </a:cubicBezTo>
                  <a:cubicBezTo>
                    <a:pt x="14587" y="11970"/>
                    <a:pt x="14587" y="11970"/>
                    <a:pt x="14587" y="11970"/>
                  </a:cubicBezTo>
                  <a:cubicBezTo>
                    <a:pt x="14643" y="12037"/>
                    <a:pt x="14643" y="12037"/>
                    <a:pt x="14643" y="12037"/>
                  </a:cubicBezTo>
                  <a:cubicBezTo>
                    <a:pt x="14699" y="12037"/>
                    <a:pt x="14699" y="12037"/>
                    <a:pt x="14699" y="12037"/>
                  </a:cubicBezTo>
                  <a:cubicBezTo>
                    <a:pt x="14755" y="12104"/>
                    <a:pt x="14755" y="12104"/>
                    <a:pt x="14755" y="12104"/>
                  </a:cubicBezTo>
                  <a:cubicBezTo>
                    <a:pt x="14811" y="12170"/>
                    <a:pt x="14811" y="12170"/>
                    <a:pt x="14811" y="12170"/>
                  </a:cubicBezTo>
                  <a:cubicBezTo>
                    <a:pt x="14811" y="12170"/>
                    <a:pt x="14811" y="12170"/>
                    <a:pt x="14811" y="12170"/>
                  </a:cubicBezTo>
                  <a:cubicBezTo>
                    <a:pt x="14867" y="12170"/>
                    <a:pt x="14867" y="12170"/>
                    <a:pt x="14867" y="12170"/>
                  </a:cubicBezTo>
                  <a:cubicBezTo>
                    <a:pt x="14923" y="12170"/>
                    <a:pt x="14923" y="12170"/>
                    <a:pt x="14923" y="12170"/>
                  </a:cubicBezTo>
                  <a:cubicBezTo>
                    <a:pt x="14923" y="12170"/>
                    <a:pt x="14923" y="12170"/>
                    <a:pt x="14923" y="12170"/>
                  </a:cubicBezTo>
                  <a:cubicBezTo>
                    <a:pt x="14979" y="12170"/>
                    <a:pt x="14979" y="12170"/>
                    <a:pt x="14979" y="12170"/>
                  </a:cubicBezTo>
                  <a:cubicBezTo>
                    <a:pt x="14979" y="12170"/>
                    <a:pt x="14979" y="12170"/>
                    <a:pt x="14979" y="12170"/>
                  </a:cubicBezTo>
                  <a:cubicBezTo>
                    <a:pt x="15035" y="12170"/>
                    <a:pt x="15035" y="12170"/>
                    <a:pt x="15035" y="12170"/>
                  </a:cubicBezTo>
                  <a:cubicBezTo>
                    <a:pt x="15091" y="12170"/>
                    <a:pt x="15091" y="12170"/>
                    <a:pt x="15091" y="12170"/>
                  </a:cubicBezTo>
                  <a:cubicBezTo>
                    <a:pt x="15091" y="12104"/>
                    <a:pt x="15091" y="12104"/>
                    <a:pt x="15091" y="12104"/>
                  </a:cubicBezTo>
                  <a:cubicBezTo>
                    <a:pt x="15148" y="12104"/>
                    <a:pt x="15148" y="12104"/>
                    <a:pt x="15148" y="12104"/>
                  </a:cubicBezTo>
                  <a:cubicBezTo>
                    <a:pt x="15148" y="12104"/>
                    <a:pt x="15148" y="12104"/>
                    <a:pt x="15148" y="12104"/>
                  </a:cubicBezTo>
                  <a:cubicBezTo>
                    <a:pt x="15148" y="12170"/>
                    <a:pt x="15148" y="12170"/>
                    <a:pt x="15148" y="12170"/>
                  </a:cubicBezTo>
                  <a:cubicBezTo>
                    <a:pt x="15204" y="12170"/>
                    <a:pt x="15204" y="12170"/>
                    <a:pt x="15204" y="12170"/>
                  </a:cubicBezTo>
                  <a:cubicBezTo>
                    <a:pt x="15260" y="12104"/>
                    <a:pt x="15260" y="12104"/>
                    <a:pt x="15260" y="12104"/>
                  </a:cubicBezTo>
                  <a:cubicBezTo>
                    <a:pt x="15260" y="12104"/>
                    <a:pt x="15260" y="12104"/>
                    <a:pt x="15260" y="12104"/>
                  </a:cubicBezTo>
                  <a:cubicBezTo>
                    <a:pt x="15316" y="12037"/>
                    <a:pt x="15316" y="12037"/>
                    <a:pt x="15316" y="12037"/>
                  </a:cubicBezTo>
                  <a:cubicBezTo>
                    <a:pt x="15316" y="12104"/>
                    <a:pt x="15316" y="12104"/>
                    <a:pt x="15316" y="12104"/>
                  </a:cubicBezTo>
                  <a:cubicBezTo>
                    <a:pt x="15316" y="12170"/>
                    <a:pt x="15316" y="12170"/>
                    <a:pt x="15316" y="12170"/>
                  </a:cubicBezTo>
                  <a:cubicBezTo>
                    <a:pt x="15316" y="12170"/>
                    <a:pt x="15316" y="12170"/>
                    <a:pt x="15316" y="12170"/>
                  </a:cubicBezTo>
                  <a:cubicBezTo>
                    <a:pt x="15372" y="12170"/>
                    <a:pt x="15372" y="12170"/>
                    <a:pt x="15372" y="12170"/>
                  </a:cubicBezTo>
                  <a:cubicBezTo>
                    <a:pt x="15372" y="12104"/>
                    <a:pt x="15372" y="12104"/>
                    <a:pt x="15372" y="12104"/>
                  </a:cubicBezTo>
                  <a:cubicBezTo>
                    <a:pt x="15428" y="12170"/>
                    <a:pt x="15428" y="12170"/>
                    <a:pt x="15428" y="12170"/>
                  </a:cubicBezTo>
                  <a:cubicBezTo>
                    <a:pt x="15428" y="12104"/>
                    <a:pt x="15428" y="12104"/>
                    <a:pt x="15428" y="12104"/>
                  </a:cubicBezTo>
                  <a:cubicBezTo>
                    <a:pt x="15428" y="11970"/>
                    <a:pt x="15428" y="11970"/>
                    <a:pt x="15428" y="11970"/>
                  </a:cubicBezTo>
                  <a:cubicBezTo>
                    <a:pt x="15372" y="11903"/>
                    <a:pt x="15372" y="11903"/>
                    <a:pt x="15372" y="11903"/>
                  </a:cubicBezTo>
                  <a:cubicBezTo>
                    <a:pt x="15372" y="11836"/>
                    <a:pt x="15372" y="11836"/>
                    <a:pt x="15372" y="11836"/>
                  </a:cubicBezTo>
                  <a:cubicBezTo>
                    <a:pt x="15316" y="11836"/>
                    <a:pt x="15316" y="11836"/>
                    <a:pt x="15316" y="11836"/>
                  </a:cubicBezTo>
                  <a:cubicBezTo>
                    <a:pt x="15372" y="11769"/>
                    <a:pt x="15372" y="11769"/>
                    <a:pt x="15372" y="11769"/>
                  </a:cubicBezTo>
                  <a:cubicBezTo>
                    <a:pt x="15372" y="11702"/>
                    <a:pt x="15372" y="11702"/>
                    <a:pt x="15372" y="11702"/>
                  </a:cubicBezTo>
                  <a:cubicBezTo>
                    <a:pt x="15372" y="11702"/>
                    <a:pt x="15372" y="11702"/>
                    <a:pt x="15372" y="11702"/>
                  </a:cubicBezTo>
                  <a:cubicBezTo>
                    <a:pt x="15484" y="11702"/>
                    <a:pt x="15484" y="11702"/>
                    <a:pt x="15484" y="11702"/>
                  </a:cubicBezTo>
                  <a:cubicBezTo>
                    <a:pt x="15540" y="11635"/>
                    <a:pt x="15540" y="11635"/>
                    <a:pt x="15540" y="11635"/>
                  </a:cubicBezTo>
                  <a:cubicBezTo>
                    <a:pt x="15596" y="11569"/>
                    <a:pt x="15596" y="11569"/>
                    <a:pt x="15596" y="11569"/>
                  </a:cubicBezTo>
                  <a:cubicBezTo>
                    <a:pt x="15652" y="11502"/>
                    <a:pt x="15652" y="11502"/>
                    <a:pt x="15652" y="11502"/>
                  </a:cubicBezTo>
                  <a:cubicBezTo>
                    <a:pt x="15652" y="11502"/>
                    <a:pt x="15652" y="11502"/>
                    <a:pt x="15652" y="11502"/>
                  </a:cubicBezTo>
                  <a:cubicBezTo>
                    <a:pt x="15709" y="11569"/>
                    <a:pt x="15709" y="11569"/>
                    <a:pt x="15709" y="11569"/>
                  </a:cubicBezTo>
                  <a:cubicBezTo>
                    <a:pt x="15765" y="11569"/>
                    <a:pt x="15765" y="11569"/>
                    <a:pt x="15765" y="11569"/>
                  </a:cubicBezTo>
                  <a:cubicBezTo>
                    <a:pt x="15765" y="11569"/>
                    <a:pt x="15765" y="11569"/>
                    <a:pt x="15765" y="11569"/>
                  </a:cubicBezTo>
                  <a:cubicBezTo>
                    <a:pt x="15709" y="11502"/>
                    <a:pt x="15709" y="11502"/>
                    <a:pt x="15709" y="11502"/>
                  </a:cubicBezTo>
                  <a:cubicBezTo>
                    <a:pt x="15709" y="11435"/>
                    <a:pt x="15709" y="11435"/>
                    <a:pt x="15709" y="11435"/>
                  </a:cubicBezTo>
                  <a:cubicBezTo>
                    <a:pt x="15765" y="11368"/>
                    <a:pt x="15765" y="11368"/>
                    <a:pt x="15765" y="11368"/>
                  </a:cubicBezTo>
                  <a:cubicBezTo>
                    <a:pt x="15821" y="11368"/>
                    <a:pt x="15821" y="11368"/>
                    <a:pt x="15821" y="11368"/>
                  </a:cubicBezTo>
                  <a:cubicBezTo>
                    <a:pt x="15821" y="11301"/>
                    <a:pt x="15821" y="11301"/>
                    <a:pt x="15821" y="11301"/>
                  </a:cubicBezTo>
                  <a:cubicBezTo>
                    <a:pt x="15877" y="11368"/>
                    <a:pt x="15877" y="11368"/>
                    <a:pt x="15877" y="11368"/>
                  </a:cubicBezTo>
                  <a:cubicBezTo>
                    <a:pt x="15989" y="11301"/>
                    <a:pt x="15989" y="11301"/>
                    <a:pt x="15989" y="11301"/>
                  </a:cubicBezTo>
                  <a:cubicBezTo>
                    <a:pt x="15989" y="11301"/>
                    <a:pt x="15989" y="11301"/>
                    <a:pt x="15989" y="11301"/>
                  </a:cubicBezTo>
                  <a:cubicBezTo>
                    <a:pt x="15933" y="11234"/>
                    <a:pt x="15933" y="11234"/>
                    <a:pt x="15933" y="11234"/>
                  </a:cubicBezTo>
                  <a:cubicBezTo>
                    <a:pt x="15989" y="11167"/>
                    <a:pt x="15989" y="11167"/>
                    <a:pt x="15989" y="11167"/>
                  </a:cubicBezTo>
                  <a:cubicBezTo>
                    <a:pt x="15989" y="11100"/>
                    <a:pt x="15989" y="11100"/>
                    <a:pt x="15989" y="11100"/>
                  </a:cubicBezTo>
                  <a:cubicBezTo>
                    <a:pt x="15989" y="11100"/>
                    <a:pt x="15989" y="11100"/>
                    <a:pt x="15989" y="11100"/>
                  </a:cubicBezTo>
                  <a:cubicBezTo>
                    <a:pt x="15989" y="11034"/>
                    <a:pt x="15989" y="11034"/>
                    <a:pt x="15989" y="11034"/>
                  </a:cubicBezTo>
                  <a:cubicBezTo>
                    <a:pt x="15989" y="11034"/>
                    <a:pt x="15989" y="11034"/>
                    <a:pt x="15989" y="11034"/>
                  </a:cubicBezTo>
                  <a:cubicBezTo>
                    <a:pt x="15989" y="10967"/>
                    <a:pt x="15989" y="10967"/>
                    <a:pt x="15989" y="10967"/>
                  </a:cubicBezTo>
                  <a:cubicBezTo>
                    <a:pt x="15989" y="10900"/>
                    <a:pt x="15989" y="10900"/>
                    <a:pt x="15989" y="10900"/>
                  </a:cubicBezTo>
                  <a:cubicBezTo>
                    <a:pt x="15989" y="10900"/>
                    <a:pt x="15989" y="10900"/>
                    <a:pt x="15989" y="10900"/>
                  </a:cubicBezTo>
                  <a:cubicBezTo>
                    <a:pt x="15989" y="10900"/>
                    <a:pt x="15989" y="10900"/>
                    <a:pt x="15989" y="10900"/>
                  </a:cubicBezTo>
                  <a:cubicBezTo>
                    <a:pt x="15989" y="10833"/>
                    <a:pt x="15989" y="10833"/>
                    <a:pt x="15989" y="10833"/>
                  </a:cubicBezTo>
                  <a:cubicBezTo>
                    <a:pt x="16045" y="10833"/>
                    <a:pt x="16045" y="10833"/>
                    <a:pt x="16045" y="10833"/>
                  </a:cubicBezTo>
                  <a:cubicBezTo>
                    <a:pt x="16045" y="10766"/>
                    <a:pt x="16045" y="10766"/>
                    <a:pt x="16045" y="10766"/>
                  </a:cubicBezTo>
                  <a:cubicBezTo>
                    <a:pt x="16045" y="10699"/>
                    <a:pt x="16045" y="10699"/>
                    <a:pt x="16045" y="10699"/>
                  </a:cubicBezTo>
                  <a:cubicBezTo>
                    <a:pt x="16045" y="10699"/>
                    <a:pt x="16045" y="10699"/>
                    <a:pt x="16045" y="10699"/>
                  </a:cubicBezTo>
                  <a:cubicBezTo>
                    <a:pt x="16045" y="10699"/>
                    <a:pt x="16045" y="10699"/>
                    <a:pt x="16045" y="10699"/>
                  </a:cubicBezTo>
                  <a:cubicBezTo>
                    <a:pt x="15989" y="10699"/>
                    <a:pt x="15989" y="10699"/>
                    <a:pt x="15989" y="10699"/>
                  </a:cubicBezTo>
                  <a:cubicBezTo>
                    <a:pt x="15989" y="10766"/>
                    <a:pt x="15989" y="10766"/>
                    <a:pt x="15989" y="10766"/>
                  </a:cubicBezTo>
                  <a:cubicBezTo>
                    <a:pt x="15989" y="10766"/>
                    <a:pt x="15989" y="10766"/>
                    <a:pt x="15989" y="10766"/>
                  </a:cubicBezTo>
                  <a:cubicBezTo>
                    <a:pt x="15989" y="10766"/>
                    <a:pt x="15989" y="10766"/>
                    <a:pt x="15989" y="10766"/>
                  </a:cubicBezTo>
                  <a:cubicBezTo>
                    <a:pt x="15989" y="10699"/>
                    <a:pt x="15989" y="10699"/>
                    <a:pt x="15989" y="10699"/>
                  </a:cubicBezTo>
                  <a:cubicBezTo>
                    <a:pt x="15933" y="10699"/>
                    <a:pt x="15933" y="10699"/>
                    <a:pt x="15933" y="10699"/>
                  </a:cubicBezTo>
                  <a:cubicBezTo>
                    <a:pt x="15877" y="10699"/>
                    <a:pt x="15877" y="10699"/>
                    <a:pt x="15877" y="10699"/>
                  </a:cubicBezTo>
                  <a:cubicBezTo>
                    <a:pt x="15821" y="10632"/>
                    <a:pt x="15821" y="10632"/>
                    <a:pt x="15821" y="10632"/>
                  </a:cubicBezTo>
                  <a:cubicBezTo>
                    <a:pt x="15821" y="10632"/>
                    <a:pt x="15821" y="10632"/>
                    <a:pt x="15821" y="10632"/>
                  </a:cubicBezTo>
                  <a:cubicBezTo>
                    <a:pt x="15933" y="10565"/>
                    <a:pt x="15933" y="10565"/>
                    <a:pt x="15933" y="10565"/>
                  </a:cubicBezTo>
                  <a:cubicBezTo>
                    <a:pt x="15877" y="10565"/>
                    <a:pt x="15877" y="10565"/>
                    <a:pt x="15877" y="10565"/>
                  </a:cubicBezTo>
                  <a:cubicBezTo>
                    <a:pt x="15877" y="10565"/>
                    <a:pt x="15877" y="10565"/>
                    <a:pt x="15877" y="10565"/>
                  </a:cubicBezTo>
                  <a:cubicBezTo>
                    <a:pt x="15877" y="10499"/>
                    <a:pt x="15877" y="10499"/>
                    <a:pt x="15877" y="10499"/>
                  </a:cubicBezTo>
                  <a:cubicBezTo>
                    <a:pt x="15877" y="10432"/>
                    <a:pt x="15877" y="10432"/>
                    <a:pt x="15877" y="10432"/>
                  </a:cubicBezTo>
                  <a:cubicBezTo>
                    <a:pt x="15821" y="10432"/>
                    <a:pt x="15821" y="10432"/>
                    <a:pt x="15821" y="10432"/>
                  </a:cubicBezTo>
                  <a:cubicBezTo>
                    <a:pt x="15821" y="10432"/>
                    <a:pt x="15821" y="10432"/>
                    <a:pt x="15821" y="10432"/>
                  </a:cubicBezTo>
                  <a:cubicBezTo>
                    <a:pt x="15821" y="10432"/>
                    <a:pt x="15821" y="10432"/>
                    <a:pt x="15821" y="10432"/>
                  </a:cubicBezTo>
                  <a:cubicBezTo>
                    <a:pt x="15821" y="10499"/>
                    <a:pt x="15821" y="10499"/>
                    <a:pt x="15821" y="10499"/>
                  </a:cubicBezTo>
                  <a:cubicBezTo>
                    <a:pt x="15821" y="10499"/>
                    <a:pt x="15821" y="10499"/>
                    <a:pt x="15821" y="10499"/>
                  </a:cubicBezTo>
                  <a:cubicBezTo>
                    <a:pt x="15765" y="10499"/>
                    <a:pt x="15765" y="10499"/>
                    <a:pt x="15765" y="10499"/>
                  </a:cubicBezTo>
                  <a:cubicBezTo>
                    <a:pt x="15765" y="10499"/>
                    <a:pt x="15765" y="10499"/>
                    <a:pt x="15765" y="10499"/>
                  </a:cubicBezTo>
                  <a:cubicBezTo>
                    <a:pt x="15709" y="10499"/>
                    <a:pt x="15709" y="10499"/>
                    <a:pt x="15709" y="10499"/>
                  </a:cubicBezTo>
                  <a:cubicBezTo>
                    <a:pt x="15709" y="10432"/>
                    <a:pt x="15709" y="10432"/>
                    <a:pt x="15709" y="10432"/>
                  </a:cubicBezTo>
                  <a:cubicBezTo>
                    <a:pt x="15765" y="10365"/>
                    <a:pt x="15765" y="10365"/>
                    <a:pt x="15765" y="10365"/>
                  </a:cubicBezTo>
                  <a:cubicBezTo>
                    <a:pt x="15765" y="10365"/>
                    <a:pt x="15765" y="10365"/>
                    <a:pt x="15765" y="10365"/>
                  </a:cubicBezTo>
                  <a:cubicBezTo>
                    <a:pt x="15652" y="10365"/>
                    <a:pt x="15652" y="10365"/>
                    <a:pt x="15652" y="10365"/>
                  </a:cubicBezTo>
                  <a:cubicBezTo>
                    <a:pt x="15652" y="10298"/>
                    <a:pt x="15652" y="10298"/>
                    <a:pt x="15652" y="10298"/>
                  </a:cubicBezTo>
                  <a:cubicBezTo>
                    <a:pt x="15709" y="10298"/>
                    <a:pt x="15709" y="10298"/>
                    <a:pt x="15709" y="10298"/>
                  </a:cubicBezTo>
                  <a:cubicBezTo>
                    <a:pt x="15709" y="10298"/>
                    <a:pt x="15709" y="10298"/>
                    <a:pt x="15709" y="10298"/>
                  </a:cubicBezTo>
                  <a:cubicBezTo>
                    <a:pt x="15709" y="10298"/>
                    <a:pt x="15709" y="10298"/>
                    <a:pt x="15709" y="10298"/>
                  </a:cubicBezTo>
                  <a:cubicBezTo>
                    <a:pt x="15709" y="10231"/>
                    <a:pt x="15709" y="10231"/>
                    <a:pt x="15709" y="10231"/>
                  </a:cubicBezTo>
                  <a:cubicBezTo>
                    <a:pt x="15765" y="10231"/>
                    <a:pt x="15765" y="10231"/>
                    <a:pt x="15765" y="10231"/>
                  </a:cubicBezTo>
                  <a:cubicBezTo>
                    <a:pt x="15765" y="10231"/>
                    <a:pt x="15765" y="10231"/>
                    <a:pt x="15765" y="10231"/>
                  </a:cubicBezTo>
                  <a:cubicBezTo>
                    <a:pt x="15765" y="10164"/>
                    <a:pt x="15765" y="10164"/>
                    <a:pt x="15765" y="10164"/>
                  </a:cubicBezTo>
                  <a:cubicBezTo>
                    <a:pt x="15709" y="10231"/>
                    <a:pt x="15709" y="10231"/>
                    <a:pt x="15709" y="10231"/>
                  </a:cubicBezTo>
                  <a:cubicBezTo>
                    <a:pt x="15652" y="10298"/>
                    <a:pt x="15652" y="10298"/>
                    <a:pt x="15652" y="10298"/>
                  </a:cubicBezTo>
                  <a:cubicBezTo>
                    <a:pt x="15652" y="10298"/>
                    <a:pt x="15652" y="10298"/>
                    <a:pt x="15652" y="10298"/>
                  </a:cubicBezTo>
                  <a:cubicBezTo>
                    <a:pt x="15596" y="10298"/>
                    <a:pt x="15596" y="10298"/>
                    <a:pt x="15596" y="10298"/>
                  </a:cubicBezTo>
                  <a:cubicBezTo>
                    <a:pt x="15596" y="10231"/>
                    <a:pt x="15596" y="10231"/>
                    <a:pt x="15596" y="10231"/>
                  </a:cubicBezTo>
                  <a:cubicBezTo>
                    <a:pt x="15596" y="10231"/>
                    <a:pt x="15596" y="10231"/>
                    <a:pt x="15596" y="10231"/>
                  </a:cubicBezTo>
                  <a:cubicBezTo>
                    <a:pt x="15540" y="10298"/>
                    <a:pt x="15540" y="10298"/>
                    <a:pt x="15540" y="10298"/>
                  </a:cubicBezTo>
                  <a:cubicBezTo>
                    <a:pt x="15540" y="10298"/>
                    <a:pt x="15540" y="10298"/>
                    <a:pt x="15540" y="10298"/>
                  </a:cubicBezTo>
                  <a:cubicBezTo>
                    <a:pt x="15484" y="10298"/>
                    <a:pt x="15484" y="10298"/>
                    <a:pt x="15484" y="10298"/>
                  </a:cubicBezTo>
                  <a:cubicBezTo>
                    <a:pt x="15428" y="10298"/>
                    <a:pt x="15428" y="10298"/>
                    <a:pt x="15428" y="10298"/>
                  </a:cubicBezTo>
                  <a:cubicBezTo>
                    <a:pt x="15428" y="10298"/>
                    <a:pt x="15428" y="10298"/>
                    <a:pt x="15428" y="10298"/>
                  </a:cubicBezTo>
                  <a:cubicBezTo>
                    <a:pt x="15428" y="10365"/>
                    <a:pt x="15428" y="10365"/>
                    <a:pt x="15428" y="10365"/>
                  </a:cubicBezTo>
                  <a:cubicBezTo>
                    <a:pt x="15372" y="10365"/>
                    <a:pt x="15372" y="10365"/>
                    <a:pt x="15372" y="10365"/>
                  </a:cubicBezTo>
                  <a:cubicBezTo>
                    <a:pt x="15372" y="10298"/>
                    <a:pt x="15372" y="10298"/>
                    <a:pt x="15372" y="10298"/>
                  </a:cubicBezTo>
                  <a:cubicBezTo>
                    <a:pt x="15428" y="10298"/>
                    <a:pt x="15428" y="10298"/>
                    <a:pt x="15428" y="10298"/>
                  </a:cubicBezTo>
                  <a:cubicBezTo>
                    <a:pt x="15428" y="10231"/>
                    <a:pt x="15428" y="10231"/>
                    <a:pt x="15428" y="10231"/>
                  </a:cubicBezTo>
                  <a:cubicBezTo>
                    <a:pt x="15372" y="10231"/>
                    <a:pt x="15372" y="10231"/>
                    <a:pt x="15372" y="10231"/>
                  </a:cubicBezTo>
                  <a:cubicBezTo>
                    <a:pt x="15428" y="10164"/>
                    <a:pt x="15428" y="10164"/>
                    <a:pt x="15428" y="10164"/>
                  </a:cubicBezTo>
                  <a:cubicBezTo>
                    <a:pt x="15428" y="10164"/>
                    <a:pt x="15428" y="10164"/>
                    <a:pt x="15428" y="10164"/>
                  </a:cubicBezTo>
                  <a:cubicBezTo>
                    <a:pt x="15484" y="10164"/>
                    <a:pt x="15484" y="10164"/>
                    <a:pt x="15484" y="10164"/>
                  </a:cubicBezTo>
                  <a:cubicBezTo>
                    <a:pt x="15484" y="10231"/>
                    <a:pt x="15484" y="10231"/>
                    <a:pt x="15484" y="10231"/>
                  </a:cubicBezTo>
                  <a:cubicBezTo>
                    <a:pt x="15540" y="10231"/>
                    <a:pt x="15540" y="10231"/>
                    <a:pt x="15540" y="10231"/>
                  </a:cubicBezTo>
                  <a:cubicBezTo>
                    <a:pt x="15540" y="10164"/>
                    <a:pt x="15540" y="10164"/>
                    <a:pt x="15540" y="10164"/>
                  </a:cubicBezTo>
                  <a:cubicBezTo>
                    <a:pt x="15596" y="10164"/>
                    <a:pt x="15596" y="10164"/>
                    <a:pt x="15596" y="10164"/>
                  </a:cubicBezTo>
                  <a:cubicBezTo>
                    <a:pt x="15596" y="10097"/>
                    <a:pt x="15596" y="10097"/>
                    <a:pt x="15596" y="10097"/>
                  </a:cubicBezTo>
                  <a:cubicBezTo>
                    <a:pt x="15596" y="10097"/>
                    <a:pt x="15596" y="10097"/>
                    <a:pt x="15596" y="10097"/>
                  </a:cubicBezTo>
                  <a:cubicBezTo>
                    <a:pt x="15540" y="10030"/>
                    <a:pt x="15540" y="10030"/>
                    <a:pt x="15540" y="10030"/>
                  </a:cubicBezTo>
                  <a:cubicBezTo>
                    <a:pt x="15540" y="10030"/>
                    <a:pt x="15540" y="10030"/>
                    <a:pt x="15540" y="10030"/>
                  </a:cubicBezTo>
                  <a:cubicBezTo>
                    <a:pt x="15484" y="9964"/>
                    <a:pt x="15484" y="9964"/>
                    <a:pt x="15484" y="9964"/>
                  </a:cubicBezTo>
                  <a:cubicBezTo>
                    <a:pt x="15484" y="9964"/>
                    <a:pt x="15484" y="9964"/>
                    <a:pt x="15484" y="9964"/>
                  </a:cubicBezTo>
                  <a:cubicBezTo>
                    <a:pt x="15484" y="9964"/>
                    <a:pt x="15484" y="9964"/>
                    <a:pt x="15484" y="9964"/>
                  </a:cubicBezTo>
                  <a:cubicBezTo>
                    <a:pt x="15484" y="9897"/>
                    <a:pt x="15484" y="9897"/>
                    <a:pt x="15484" y="9897"/>
                  </a:cubicBezTo>
                  <a:cubicBezTo>
                    <a:pt x="15428" y="9897"/>
                    <a:pt x="15428" y="9897"/>
                    <a:pt x="15428" y="9897"/>
                  </a:cubicBezTo>
                  <a:cubicBezTo>
                    <a:pt x="15428" y="9897"/>
                    <a:pt x="15428" y="9897"/>
                    <a:pt x="15428" y="9897"/>
                  </a:cubicBezTo>
                  <a:cubicBezTo>
                    <a:pt x="15372" y="9897"/>
                    <a:pt x="15372" y="9897"/>
                    <a:pt x="15372" y="9897"/>
                  </a:cubicBezTo>
                  <a:cubicBezTo>
                    <a:pt x="15372" y="9830"/>
                    <a:pt x="15372" y="9830"/>
                    <a:pt x="15372" y="9830"/>
                  </a:cubicBezTo>
                  <a:cubicBezTo>
                    <a:pt x="15428" y="9830"/>
                    <a:pt x="15428" y="9830"/>
                    <a:pt x="15428" y="9830"/>
                  </a:cubicBezTo>
                  <a:cubicBezTo>
                    <a:pt x="15428" y="9830"/>
                    <a:pt x="15428" y="9830"/>
                    <a:pt x="15428" y="9830"/>
                  </a:cubicBezTo>
                  <a:cubicBezTo>
                    <a:pt x="15484" y="9830"/>
                    <a:pt x="15484" y="9830"/>
                    <a:pt x="15484" y="9830"/>
                  </a:cubicBezTo>
                  <a:cubicBezTo>
                    <a:pt x="15484" y="9830"/>
                    <a:pt x="15484" y="9830"/>
                    <a:pt x="15484" y="9830"/>
                  </a:cubicBezTo>
                  <a:cubicBezTo>
                    <a:pt x="15484" y="9763"/>
                    <a:pt x="15484" y="9763"/>
                    <a:pt x="15484" y="9763"/>
                  </a:cubicBezTo>
                  <a:cubicBezTo>
                    <a:pt x="15428" y="9763"/>
                    <a:pt x="15428" y="9763"/>
                    <a:pt x="15428" y="9763"/>
                  </a:cubicBezTo>
                  <a:cubicBezTo>
                    <a:pt x="15428" y="9696"/>
                    <a:pt x="15428" y="9696"/>
                    <a:pt x="15428" y="9696"/>
                  </a:cubicBezTo>
                  <a:cubicBezTo>
                    <a:pt x="15372" y="9696"/>
                    <a:pt x="15372" y="9696"/>
                    <a:pt x="15372" y="9696"/>
                  </a:cubicBezTo>
                  <a:cubicBezTo>
                    <a:pt x="15372" y="9696"/>
                    <a:pt x="15372" y="9696"/>
                    <a:pt x="15372" y="9696"/>
                  </a:cubicBezTo>
                  <a:cubicBezTo>
                    <a:pt x="15372" y="9696"/>
                    <a:pt x="15372" y="9696"/>
                    <a:pt x="15372" y="9696"/>
                  </a:cubicBezTo>
                  <a:cubicBezTo>
                    <a:pt x="15316" y="9763"/>
                    <a:pt x="15316" y="9763"/>
                    <a:pt x="15316" y="9763"/>
                  </a:cubicBezTo>
                  <a:cubicBezTo>
                    <a:pt x="15316" y="9763"/>
                    <a:pt x="15316" y="9763"/>
                    <a:pt x="15316" y="9763"/>
                  </a:cubicBezTo>
                  <a:cubicBezTo>
                    <a:pt x="15316" y="9696"/>
                    <a:pt x="15316" y="9696"/>
                    <a:pt x="15316" y="9696"/>
                  </a:cubicBezTo>
                  <a:cubicBezTo>
                    <a:pt x="15372" y="9629"/>
                    <a:pt x="15372" y="9629"/>
                    <a:pt x="15372" y="9629"/>
                  </a:cubicBezTo>
                  <a:cubicBezTo>
                    <a:pt x="15372" y="9562"/>
                    <a:pt x="15372" y="9562"/>
                    <a:pt x="15372" y="9562"/>
                  </a:cubicBezTo>
                  <a:cubicBezTo>
                    <a:pt x="15372" y="9562"/>
                    <a:pt x="15372" y="9562"/>
                    <a:pt x="15372" y="9562"/>
                  </a:cubicBezTo>
                  <a:cubicBezTo>
                    <a:pt x="15428" y="9495"/>
                    <a:pt x="15428" y="9495"/>
                    <a:pt x="15428" y="9495"/>
                  </a:cubicBezTo>
                  <a:cubicBezTo>
                    <a:pt x="15428" y="9429"/>
                    <a:pt x="15428" y="9429"/>
                    <a:pt x="15428" y="9429"/>
                  </a:cubicBezTo>
                  <a:cubicBezTo>
                    <a:pt x="15428" y="9362"/>
                    <a:pt x="15428" y="9362"/>
                    <a:pt x="15428" y="9362"/>
                  </a:cubicBezTo>
                  <a:cubicBezTo>
                    <a:pt x="15428" y="9362"/>
                    <a:pt x="15428" y="9362"/>
                    <a:pt x="15428" y="9362"/>
                  </a:cubicBezTo>
                  <a:cubicBezTo>
                    <a:pt x="15372" y="9362"/>
                    <a:pt x="15372" y="9362"/>
                    <a:pt x="15372" y="9362"/>
                  </a:cubicBezTo>
                  <a:cubicBezTo>
                    <a:pt x="15372" y="9362"/>
                    <a:pt x="15372" y="9362"/>
                    <a:pt x="15372" y="9362"/>
                  </a:cubicBezTo>
                  <a:cubicBezTo>
                    <a:pt x="15316" y="9362"/>
                    <a:pt x="15316" y="9362"/>
                    <a:pt x="15316" y="9362"/>
                  </a:cubicBezTo>
                  <a:cubicBezTo>
                    <a:pt x="15316" y="9429"/>
                    <a:pt x="15316" y="9429"/>
                    <a:pt x="15316" y="9429"/>
                  </a:cubicBezTo>
                  <a:cubicBezTo>
                    <a:pt x="15316" y="9429"/>
                    <a:pt x="15316" y="9429"/>
                    <a:pt x="15316" y="9429"/>
                  </a:cubicBezTo>
                  <a:cubicBezTo>
                    <a:pt x="15260" y="9362"/>
                    <a:pt x="15260" y="9362"/>
                    <a:pt x="15260" y="9362"/>
                  </a:cubicBezTo>
                  <a:cubicBezTo>
                    <a:pt x="15260" y="9295"/>
                    <a:pt x="15260" y="9295"/>
                    <a:pt x="15260" y="9295"/>
                  </a:cubicBezTo>
                  <a:cubicBezTo>
                    <a:pt x="15204" y="9295"/>
                    <a:pt x="15204" y="9295"/>
                    <a:pt x="15204" y="9295"/>
                  </a:cubicBezTo>
                  <a:cubicBezTo>
                    <a:pt x="15204" y="9228"/>
                    <a:pt x="15204" y="9228"/>
                    <a:pt x="15204" y="9228"/>
                  </a:cubicBezTo>
                  <a:cubicBezTo>
                    <a:pt x="15204" y="9161"/>
                    <a:pt x="15204" y="9161"/>
                    <a:pt x="15204" y="9161"/>
                  </a:cubicBezTo>
                  <a:cubicBezTo>
                    <a:pt x="15260" y="9161"/>
                    <a:pt x="15260" y="9161"/>
                    <a:pt x="15260" y="9161"/>
                  </a:cubicBezTo>
                  <a:cubicBezTo>
                    <a:pt x="15260" y="9161"/>
                    <a:pt x="15260" y="9161"/>
                    <a:pt x="15260" y="9161"/>
                  </a:cubicBezTo>
                  <a:cubicBezTo>
                    <a:pt x="15260" y="9094"/>
                    <a:pt x="15260" y="9094"/>
                    <a:pt x="15260" y="9094"/>
                  </a:cubicBezTo>
                  <a:cubicBezTo>
                    <a:pt x="15260" y="9094"/>
                    <a:pt x="15260" y="9094"/>
                    <a:pt x="15260" y="9094"/>
                  </a:cubicBezTo>
                  <a:cubicBezTo>
                    <a:pt x="15204" y="9094"/>
                    <a:pt x="15204" y="9094"/>
                    <a:pt x="15204" y="9094"/>
                  </a:cubicBezTo>
                  <a:cubicBezTo>
                    <a:pt x="15204" y="9094"/>
                    <a:pt x="15204" y="9094"/>
                    <a:pt x="15204" y="9094"/>
                  </a:cubicBezTo>
                  <a:cubicBezTo>
                    <a:pt x="15204" y="9161"/>
                    <a:pt x="15204" y="9161"/>
                    <a:pt x="15204" y="9161"/>
                  </a:cubicBezTo>
                  <a:cubicBezTo>
                    <a:pt x="15148" y="9228"/>
                    <a:pt x="15148" y="9228"/>
                    <a:pt x="15148" y="9228"/>
                  </a:cubicBezTo>
                  <a:cubicBezTo>
                    <a:pt x="15148" y="9161"/>
                    <a:pt x="15148" y="9161"/>
                    <a:pt x="15148" y="9161"/>
                  </a:cubicBezTo>
                  <a:cubicBezTo>
                    <a:pt x="15091" y="9161"/>
                    <a:pt x="15091" y="9161"/>
                    <a:pt x="15091" y="9161"/>
                  </a:cubicBezTo>
                  <a:cubicBezTo>
                    <a:pt x="15091" y="9161"/>
                    <a:pt x="15091" y="9161"/>
                    <a:pt x="15091" y="9161"/>
                  </a:cubicBezTo>
                  <a:cubicBezTo>
                    <a:pt x="15091" y="9228"/>
                    <a:pt x="15091" y="9228"/>
                    <a:pt x="15091" y="9228"/>
                  </a:cubicBezTo>
                  <a:cubicBezTo>
                    <a:pt x="15091" y="9228"/>
                    <a:pt x="15091" y="9228"/>
                    <a:pt x="15091" y="9228"/>
                  </a:cubicBezTo>
                  <a:cubicBezTo>
                    <a:pt x="15091" y="9295"/>
                    <a:pt x="15091" y="9295"/>
                    <a:pt x="15091" y="9295"/>
                  </a:cubicBezTo>
                  <a:cubicBezTo>
                    <a:pt x="15091" y="9295"/>
                    <a:pt x="15091" y="9295"/>
                    <a:pt x="15091" y="9295"/>
                  </a:cubicBezTo>
                  <a:cubicBezTo>
                    <a:pt x="15148" y="9295"/>
                    <a:pt x="15148" y="9295"/>
                    <a:pt x="15148" y="9295"/>
                  </a:cubicBezTo>
                  <a:cubicBezTo>
                    <a:pt x="15148" y="9429"/>
                    <a:pt x="15148" y="9429"/>
                    <a:pt x="15148" y="9429"/>
                  </a:cubicBezTo>
                  <a:cubicBezTo>
                    <a:pt x="15204" y="9429"/>
                    <a:pt x="15204" y="9429"/>
                    <a:pt x="15204" y="9429"/>
                  </a:cubicBezTo>
                  <a:cubicBezTo>
                    <a:pt x="15204" y="9495"/>
                    <a:pt x="15204" y="9495"/>
                    <a:pt x="15204" y="9495"/>
                  </a:cubicBezTo>
                  <a:cubicBezTo>
                    <a:pt x="15204" y="9562"/>
                    <a:pt x="15204" y="9562"/>
                    <a:pt x="15204" y="9562"/>
                  </a:cubicBezTo>
                  <a:cubicBezTo>
                    <a:pt x="15148" y="9562"/>
                    <a:pt x="15148" y="9562"/>
                    <a:pt x="15148" y="9562"/>
                  </a:cubicBezTo>
                  <a:cubicBezTo>
                    <a:pt x="15091" y="9629"/>
                    <a:pt x="15091" y="9629"/>
                    <a:pt x="15091" y="9629"/>
                  </a:cubicBezTo>
                  <a:cubicBezTo>
                    <a:pt x="14979" y="9629"/>
                    <a:pt x="14979" y="9629"/>
                    <a:pt x="14979" y="9629"/>
                  </a:cubicBezTo>
                  <a:cubicBezTo>
                    <a:pt x="14979" y="9629"/>
                    <a:pt x="14979" y="9629"/>
                    <a:pt x="14979" y="9629"/>
                  </a:cubicBezTo>
                  <a:cubicBezTo>
                    <a:pt x="14923" y="9629"/>
                    <a:pt x="14923" y="9629"/>
                    <a:pt x="14923" y="9629"/>
                  </a:cubicBezTo>
                  <a:cubicBezTo>
                    <a:pt x="14923" y="9562"/>
                    <a:pt x="14923" y="9562"/>
                    <a:pt x="14923" y="9562"/>
                  </a:cubicBezTo>
                  <a:cubicBezTo>
                    <a:pt x="14923" y="9562"/>
                    <a:pt x="14923" y="9562"/>
                    <a:pt x="14923" y="9562"/>
                  </a:cubicBezTo>
                  <a:cubicBezTo>
                    <a:pt x="14923" y="9495"/>
                    <a:pt x="14923" y="9495"/>
                    <a:pt x="14923" y="9495"/>
                  </a:cubicBezTo>
                  <a:cubicBezTo>
                    <a:pt x="14811" y="9495"/>
                    <a:pt x="14811" y="9495"/>
                    <a:pt x="14811" y="9495"/>
                  </a:cubicBezTo>
                  <a:cubicBezTo>
                    <a:pt x="14755" y="9429"/>
                    <a:pt x="14755" y="9429"/>
                    <a:pt x="14755" y="9429"/>
                  </a:cubicBezTo>
                  <a:cubicBezTo>
                    <a:pt x="14699" y="9429"/>
                    <a:pt x="14699" y="9429"/>
                    <a:pt x="14699" y="9429"/>
                  </a:cubicBezTo>
                  <a:cubicBezTo>
                    <a:pt x="14699" y="9562"/>
                    <a:pt x="14699" y="9562"/>
                    <a:pt x="14699" y="9562"/>
                  </a:cubicBezTo>
                  <a:cubicBezTo>
                    <a:pt x="14755" y="9629"/>
                    <a:pt x="14755" y="9629"/>
                    <a:pt x="14755" y="9629"/>
                  </a:cubicBezTo>
                  <a:cubicBezTo>
                    <a:pt x="14699" y="9629"/>
                    <a:pt x="14699" y="9629"/>
                    <a:pt x="14699" y="9629"/>
                  </a:cubicBezTo>
                  <a:cubicBezTo>
                    <a:pt x="14699" y="9629"/>
                    <a:pt x="14699" y="9629"/>
                    <a:pt x="14699" y="9629"/>
                  </a:cubicBezTo>
                  <a:cubicBezTo>
                    <a:pt x="14643" y="9562"/>
                    <a:pt x="14643" y="9562"/>
                    <a:pt x="14643" y="9562"/>
                  </a:cubicBezTo>
                  <a:cubicBezTo>
                    <a:pt x="14643" y="9495"/>
                    <a:pt x="14643" y="9495"/>
                    <a:pt x="14643" y="9495"/>
                  </a:cubicBezTo>
                  <a:cubicBezTo>
                    <a:pt x="14587" y="9495"/>
                    <a:pt x="14587" y="9495"/>
                    <a:pt x="14587" y="9495"/>
                  </a:cubicBezTo>
                  <a:cubicBezTo>
                    <a:pt x="14587" y="9495"/>
                    <a:pt x="14587" y="9495"/>
                    <a:pt x="14587" y="9495"/>
                  </a:cubicBezTo>
                  <a:cubicBezTo>
                    <a:pt x="14530" y="9429"/>
                    <a:pt x="14530" y="9429"/>
                    <a:pt x="14530" y="9429"/>
                  </a:cubicBezTo>
                  <a:cubicBezTo>
                    <a:pt x="14530" y="9362"/>
                    <a:pt x="14530" y="9362"/>
                    <a:pt x="14530" y="9362"/>
                  </a:cubicBezTo>
                  <a:cubicBezTo>
                    <a:pt x="14530" y="9362"/>
                    <a:pt x="14530" y="9362"/>
                    <a:pt x="14530" y="9362"/>
                  </a:cubicBezTo>
                  <a:cubicBezTo>
                    <a:pt x="14474" y="9362"/>
                    <a:pt x="14474" y="9362"/>
                    <a:pt x="14474" y="9362"/>
                  </a:cubicBezTo>
                  <a:cubicBezTo>
                    <a:pt x="14418" y="9295"/>
                    <a:pt x="14418" y="9295"/>
                    <a:pt x="14418" y="9295"/>
                  </a:cubicBezTo>
                  <a:cubicBezTo>
                    <a:pt x="14418" y="9295"/>
                    <a:pt x="14418" y="9295"/>
                    <a:pt x="14418" y="9295"/>
                  </a:cubicBezTo>
                  <a:cubicBezTo>
                    <a:pt x="14362" y="9228"/>
                    <a:pt x="14362" y="9228"/>
                    <a:pt x="14362" y="9228"/>
                  </a:cubicBezTo>
                  <a:cubicBezTo>
                    <a:pt x="14362" y="9228"/>
                    <a:pt x="14362" y="9228"/>
                    <a:pt x="14362" y="9228"/>
                  </a:cubicBezTo>
                  <a:cubicBezTo>
                    <a:pt x="14362" y="9228"/>
                    <a:pt x="14362" y="9228"/>
                    <a:pt x="14362" y="9228"/>
                  </a:cubicBezTo>
                  <a:cubicBezTo>
                    <a:pt x="14474" y="9362"/>
                    <a:pt x="14474" y="9362"/>
                    <a:pt x="14474" y="9362"/>
                  </a:cubicBezTo>
                  <a:cubicBezTo>
                    <a:pt x="14474" y="9362"/>
                    <a:pt x="14474" y="9362"/>
                    <a:pt x="14474" y="9362"/>
                  </a:cubicBezTo>
                  <a:cubicBezTo>
                    <a:pt x="14530" y="9429"/>
                    <a:pt x="14530" y="9429"/>
                    <a:pt x="14530" y="9429"/>
                  </a:cubicBezTo>
                  <a:cubicBezTo>
                    <a:pt x="14530" y="9429"/>
                    <a:pt x="14530" y="9429"/>
                    <a:pt x="14530" y="9429"/>
                  </a:cubicBezTo>
                  <a:cubicBezTo>
                    <a:pt x="14530" y="9495"/>
                    <a:pt x="14530" y="9495"/>
                    <a:pt x="14530" y="9495"/>
                  </a:cubicBezTo>
                  <a:cubicBezTo>
                    <a:pt x="14530" y="9495"/>
                    <a:pt x="14530" y="9495"/>
                    <a:pt x="14530" y="9495"/>
                  </a:cubicBezTo>
                  <a:cubicBezTo>
                    <a:pt x="14530" y="9495"/>
                    <a:pt x="14530" y="9495"/>
                    <a:pt x="14530" y="9495"/>
                  </a:cubicBezTo>
                  <a:cubicBezTo>
                    <a:pt x="14474" y="9562"/>
                    <a:pt x="14474" y="9562"/>
                    <a:pt x="14474" y="9562"/>
                  </a:cubicBezTo>
                  <a:cubicBezTo>
                    <a:pt x="14418" y="9495"/>
                    <a:pt x="14418" y="9495"/>
                    <a:pt x="14418" y="9495"/>
                  </a:cubicBezTo>
                  <a:cubicBezTo>
                    <a:pt x="14362" y="9495"/>
                    <a:pt x="14362" y="9495"/>
                    <a:pt x="14362" y="9495"/>
                  </a:cubicBezTo>
                  <a:cubicBezTo>
                    <a:pt x="14362" y="9429"/>
                    <a:pt x="14362" y="9429"/>
                    <a:pt x="14362" y="9429"/>
                  </a:cubicBezTo>
                  <a:cubicBezTo>
                    <a:pt x="14306" y="9429"/>
                    <a:pt x="14306" y="9429"/>
                    <a:pt x="14306" y="9429"/>
                  </a:cubicBezTo>
                  <a:cubicBezTo>
                    <a:pt x="14306" y="9362"/>
                    <a:pt x="14306" y="9362"/>
                    <a:pt x="14306" y="9362"/>
                  </a:cubicBezTo>
                  <a:cubicBezTo>
                    <a:pt x="14250" y="9429"/>
                    <a:pt x="14250" y="9429"/>
                    <a:pt x="14250" y="9429"/>
                  </a:cubicBezTo>
                  <a:cubicBezTo>
                    <a:pt x="14194" y="9429"/>
                    <a:pt x="14194" y="9429"/>
                    <a:pt x="14194" y="9429"/>
                  </a:cubicBezTo>
                  <a:cubicBezTo>
                    <a:pt x="14138" y="9429"/>
                    <a:pt x="14138" y="9429"/>
                    <a:pt x="14138" y="9429"/>
                  </a:cubicBezTo>
                  <a:cubicBezTo>
                    <a:pt x="14082" y="9362"/>
                    <a:pt x="14082" y="9362"/>
                    <a:pt x="14082" y="9362"/>
                  </a:cubicBezTo>
                  <a:cubicBezTo>
                    <a:pt x="14025" y="9362"/>
                    <a:pt x="14025" y="9362"/>
                    <a:pt x="14025" y="9362"/>
                  </a:cubicBezTo>
                  <a:cubicBezTo>
                    <a:pt x="14025" y="9362"/>
                    <a:pt x="14025" y="9362"/>
                    <a:pt x="14025" y="9362"/>
                  </a:cubicBezTo>
                  <a:cubicBezTo>
                    <a:pt x="13969" y="9295"/>
                    <a:pt x="13969" y="9295"/>
                    <a:pt x="13969" y="9295"/>
                  </a:cubicBezTo>
                  <a:cubicBezTo>
                    <a:pt x="13969" y="9295"/>
                    <a:pt x="13969" y="9295"/>
                    <a:pt x="13969" y="9295"/>
                  </a:cubicBezTo>
                  <a:cubicBezTo>
                    <a:pt x="14025" y="9228"/>
                    <a:pt x="14025" y="9228"/>
                    <a:pt x="14025" y="9228"/>
                  </a:cubicBezTo>
                  <a:cubicBezTo>
                    <a:pt x="14082" y="9161"/>
                    <a:pt x="14082" y="9161"/>
                    <a:pt x="14082" y="9161"/>
                  </a:cubicBezTo>
                  <a:cubicBezTo>
                    <a:pt x="14082" y="9161"/>
                    <a:pt x="14082" y="9161"/>
                    <a:pt x="14082" y="9161"/>
                  </a:cubicBezTo>
                  <a:cubicBezTo>
                    <a:pt x="14025" y="9161"/>
                    <a:pt x="14025" y="9161"/>
                    <a:pt x="14025" y="9161"/>
                  </a:cubicBezTo>
                  <a:cubicBezTo>
                    <a:pt x="13969" y="9228"/>
                    <a:pt x="13969" y="9228"/>
                    <a:pt x="13969" y="9228"/>
                  </a:cubicBezTo>
                  <a:cubicBezTo>
                    <a:pt x="13969" y="9295"/>
                    <a:pt x="13969" y="9295"/>
                    <a:pt x="13969" y="9295"/>
                  </a:cubicBezTo>
                  <a:cubicBezTo>
                    <a:pt x="13913" y="9295"/>
                    <a:pt x="13913" y="9295"/>
                    <a:pt x="13913" y="9295"/>
                  </a:cubicBezTo>
                  <a:cubicBezTo>
                    <a:pt x="13913" y="9228"/>
                    <a:pt x="13913" y="9228"/>
                    <a:pt x="13913" y="9228"/>
                  </a:cubicBezTo>
                  <a:cubicBezTo>
                    <a:pt x="13857" y="9228"/>
                    <a:pt x="13857" y="9228"/>
                    <a:pt x="13857" y="9228"/>
                  </a:cubicBezTo>
                  <a:cubicBezTo>
                    <a:pt x="13801" y="9228"/>
                    <a:pt x="13801" y="9228"/>
                    <a:pt x="13801" y="9228"/>
                  </a:cubicBezTo>
                  <a:cubicBezTo>
                    <a:pt x="13857" y="9295"/>
                    <a:pt x="13857" y="9295"/>
                    <a:pt x="13857" y="9295"/>
                  </a:cubicBezTo>
                  <a:cubicBezTo>
                    <a:pt x="13857" y="9295"/>
                    <a:pt x="13857" y="9295"/>
                    <a:pt x="13857" y="9295"/>
                  </a:cubicBezTo>
                  <a:cubicBezTo>
                    <a:pt x="13801" y="9295"/>
                    <a:pt x="13801" y="9295"/>
                    <a:pt x="13801" y="9295"/>
                  </a:cubicBezTo>
                  <a:cubicBezTo>
                    <a:pt x="13689" y="9228"/>
                    <a:pt x="13689" y="9228"/>
                    <a:pt x="13689" y="9228"/>
                  </a:cubicBezTo>
                  <a:cubicBezTo>
                    <a:pt x="13689" y="9161"/>
                    <a:pt x="13689" y="9161"/>
                    <a:pt x="13689" y="9161"/>
                  </a:cubicBezTo>
                  <a:cubicBezTo>
                    <a:pt x="13633" y="9094"/>
                    <a:pt x="13633" y="9094"/>
                    <a:pt x="13633" y="9094"/>
                  </a:cubicBezTo>
                  <a:cubicBezTo>
                    <a:pt x="13689" y="9094"/>
                    <a:pt x="13689" y="9094"/>
                    <a:pt x="13689" y="9094"/>
                  </a:cubicBezTo>
                  <a:cubicBezTo>
                    <a:pt x="13745" y="9027"/>
                    <a:pt x="13745" y="9027"/>
                    <a:pt x="13745" y="9027"/>
                  </a:cubicBezTo>
                  <a:cubicBezTo>
                    <a:pt x="13745" y="9027"/>
                    <a:pt x="13745" y="9027"/>
                    <a:pt x="13745" y="9027"/>
                  </a:cubicBezTo>
                  <a:cubicBezTo>
                    <a:pt x="13745" y="8960"/>
                    <a:pt x="13745" y="8960"/>
                    <a:pt x="13745" y="8960"/>
                  </a:cubicBezTo>
                  <a:cubicBezTo>
                    <a:pt x="13745" y="9027"/>
                    <a:pt x="13745" y="9027"/>
                    <a:pt x="13745" y="9027"/>
                  </a:cubicBezTo>
                  <a:cubicBezTo>
                    <a:pt x="13633" y="9027"/>
                    <a:pt x="13633" y="9027"/>
                    <a:pt x="13633" y="9027"/>
                  </a:cubicBezTo>
                  <a:cubicBezTo>
                    <a:pt x="13633" y="9094"/>
                    <a:pt x="13633" y="9094"/>
                    <a:pt x="13633" y="9094"/>
                  </a:cubicBezTo>
                  <a:cubicBezTo>
                    <a:pt x="13633" y="9094"/>
                    <a:pt x="13633" y="9094"/>
                    <a:pt x="13633" y="9094"/>
                  </a:cubicBezTo>
                  <a:cubicBezTo>
                    <a:pt x="13577" y="9027"/>
                    <a:pt x="13577" y="9027"/>
                    <a:pt x="13577" y="9027"/>
                  </a:cubicBezTo>
                  <a:cubicBezTo>
                    <a:pt x="13633" y="9027"/>
                    <a:pt x="13633" y="9027"/>
                    <a:pt x="13633" y="9027"/>
                  </a:cubicBezTo>
                  <a:cubicBezTo>
                    <a:pt x="13577" y="8960"/>
                    <a:pt x="13577" y="8960"/>
                    <a:pt x="13577" y="8960"/>
                  </a:cubicBezTo>
                  <a:cubicBezTo>
                    <a:pt x="13577" y="8960"/>
                    <a:pt x="13577" y="8960"/>
                    <a:pt x="13577" y="8960"/>
                  </a:cubicBezTo>
                  <a:cubicBezTo>
                    <a:pt x="13577" y="9027"/>
                    <a:pt x="13577" y="9027"/>
                    <a:pt x="13577" y="9027"/>
                  </a:cubicBezTo>
                  <a:cubicBezTo>
                    <a:pt x="13577" y="9027"/>
                    <a:pt x="13577" y="9027"/>
                    <a:pt x="13577" y="9027"/>
                  </a:cubicBezTo>
                  <a:cubicBezTo>
                    <a:pt x="13577" y="9094"/>
                    <a:pt x="13577" y="9094"/>
                    <a:pt x="13577" y="9094"/>
                  </a:cubicBezTo>
                  <a:cubicBezTo>
                    <a:pt x="13521" y="9094"/>
                    <a:pt x="13521" y="9094"/>
                    <a:pt x="13521" y="9094"/>
                  </a:cubicBezTo>
                  <a:cubicBezTo>
                    <a:pt x="13464" y="9027"/>
                    <a:pt x="13464" y="9027"/>
                    <a:pt x="13464" y="9027"/>
                  </a:cubicBezTo>
                  <a:cubicBezTo>
                    <a:pt x="13464" y="9027"/>
                    <a:pt x="13464" y="9027"/>
                    <a:pt x="13464" y="9027"/>
                  </a:cubicBezTo>
                  <a:cubicBezTo>
                    <a:pt x="13408" y="9027"/>
                    <a:pt x="13408" y="9027"/>
                    <a:pt x="13408" y="9027"/>
                  </a:cubicBezTo>
                  <a:cubicBezTo>
                    <a:pt x="13408" y="9094"/>
                    <a:pt x="13408" y="9094"/>
                    <a:pt x="13408" y="9094"/>
                  </a:cubicBezTo>
                  <a:cubicBezTo>
                    <a:pt x="13408" y="9094"/>
                    <a:pt x="13408" y="9094"/>
                    <a:pt x="13408" y="9094"/>
                  </a:cubicBezTo>
                  <a:cubicBezTo>
                    <a:pt x="13352" y="9027"/>
                    <a:pt x="13352" y="9027"/>
                    <a:pt x="13352" y="9027"/>
                  </a:cubicBezTo>
                  <a:cubicBezTo>
                    <a:pt x="13352" y="8960"/>
                    <a:pt x="13352" y="8960"/>
                    <a:pt x="13352" y="8960"/>
                  </a:cubicBezTo>
                  <a:cubicBezTo>
                    <a:pt x="13352" y="8960"/>
                    <a:pt x="13352" y="8960"/>
                    <a:pt x="13352" y="8960"/>
                  </a:cubicBezTo>
                  <a:cubicBezTo>
                    <a:pt x="13408" y="9027"/>
                    <a:pt x="13408" y="9027"/>
                    <a:pt x="13408" y="9027"/>
                  </a:cubicBezTo>
                  <a:cubicBezTo>
                    <a:pt x="13352" y="8960"/>
                    <a:pt x="13352" y="8960"/>
                    <a:pt x="13352" y="8960"/>
                  </a:cubicBezTo>
                  <a:cubicBezTo>
                    <a:pt x="13352" y="8960"/>
                    <a:pt x="13352" y="8960"/>
                    <a:pt x="13352" y="8960"/>
                  </a:cubicBezTo>
                  <a:cubicBezTo>
                    <a:pt x="13296" y="8894"/>
                    <a:pt x="13296" y="8894"/>
                    <a:pt x="13296" y="8894"/>
                  </a:cubicBezTo>
                  <a:cubicBezTo>
                    <a:pt x="13240" y="8827"/>
                    <a:pt x="13240" y="8827"/>
                    <a:pt x="13240" y="8827"/>
                  </a:cubicBezTo>
                  <a:cubicBezTo>
                    <a:pt x="13296" y="8827"/>
                    <a:pt x="13296" y="8827"/>
                    <a:pt x="13296" y="8827"/>
                  </a:cubicBezTo>
                  <a:cubicBezTo>
                    <a:pt x="13296" y="8760"/>
                    <a:pt x="13296" y="8760"/>
                    <a:pt x="13296" y="8760"/>
                  </a:cubicBezTo>
                  <a:cubicBezTo>
                    <a:pt x="13240" y="8626"/>
                    <a:pt x="13240" y="8626"/>
                    <a:pt x="13240" y="8626"/>
                  </a:cubicBezTo>
                  <a:cubicBezTo>
                    <a:pt x="13240" y="8626"/>
                    <a:pt x="13240" y="8626"/>
                    <a:pt x="13240" y="8626"/>
                  </a:cubicBezTo>
                  <a:cubicBezTo>
                    <a:pt x="13296" y="8626"/>
                    <a:pt x="13296" y="8626"/>
                    <a:pt x="13296" y="8626"/>
                  </a:cubicBezTo>
                  <a:cubicBezTo>
                    <a:pt x="13296" y="8559"/>
                    <a:pt x="13296" y="8559"/>
                    <a:pt x="13296" y="8559"/>
                  </a:cubicBezTo>
                  <a:cubicBezTo>
                    <a:pt x="13296" y="8492"/>
                    <a:pt x="13296" y="8492"/>
                    <a:pt x="13296" y="8492"/>
                  </a:cubicBezTo>
                  <a:cubicBezTo>
                    <a:pt x="13296" y="8492"/>
                    <a:pt x="13296" y="8492"/>
                    <a:pt x="13296" y="8492"/>
                  </a:cubicBezTo>
                  <a:cubicBezTo>
                    <a:pt x="13352" y="8492"/>
                    <a:pt x="13352" y="8492"/>
                    <a:pt x="13352" y="8492"/>
                  </a:cubicBezTo>
                  <a:cubicBezTo>
                    <a:pt x="13352" y="8559"/>
                    <a:pt x="13352" y="8559"/>
                    <a:pt x="13352" y="8559"/>
                  </a:cubicBezTo>
                  <a:cubicBezTo>
                    <a:pt x="13408" y="8559"/>
                    <a:pt x="13408" y="8559"/>
                    <a:pt x="13408" y="8559"/>
                  </a:cubicBezTo>
                  <a:cubicBezTo>
                    <a:pt x="13464" y="8559"/>
                    <a:pt x="13464" y="8559"/>
                    <a:pt x="13464" y="8559"/>
                  </a:cubicBezTo>
                  <a:cubicBezTo>
                    <a:pt x="13464" y="8626"/>
                    <a:pt x="13464" y="8626"/>
                    <a:pt x="13464" y="8626"/>
                  </a:cubicBezTo>
                  <a:cubicBezTo>
                    <a:pt x="13577" y="8693"/>
                    <a:pt x="13577" y="8693"/>
                    <a:pt x="13577" y="8693"/>
                  </a:cubicBezTo>
                  <a:cubicBezTo>
                    <a:pt x="13633" y="8693"/>
                    <a:pt x="13633" y="8693"/>
                    <a:pt x="13633" y="8693"/>
                  </a:cubicBezTo>
                  <a:cubicBezTo>
                    <a:pt x="13689" y="8626"/>
                    <a:pt x="13689" y="8626"/>
                    <a:pt x="13689" y="8626"/>
                  </a:cubicBezTo>
                  <a:cubicBezTo>
                    <a:pt x="13745" y="8626"/>
                    <a:pt x="13745" y="8626"/>
                    <a:pt x="13745" y="8626"/>
                  </a:cubicBezTo>
                  <a:cubicBezTo>
                    <a:pt x="13689" y="8626"/>
                    <a:pt x="13689" y="8626"/>
                    <a:pt x="13689" y="8626"/>
                  </a:cubicBezTo>
                  <a:cubicBezTo>
                    <a:pt x="13689" y="8559"/>
                    <a:pt x="13689" y="8559"/>
                    <a:pt x="13689" y="8559"/>
                  </a:cubicBezTo>
                  <a:cubicBezTo>
                    <a:pt x="13633" y="8559"/>
                    <a:pt x="13633" y="8559"/>
                    <a:pt x="13633" y="8559"/>
                  </a:cubicBezTo>
                  <a:cubicBezTo>
                    <a:pt x="13633" y="8492"/>
                    <a:pt x="13633" y="8492"/>
                    <a:pt x="13633" y="8492"/>
                  </a:cubicBezTo>
                  <a:cubicBezTo>
                    <a:pt x="13577" y="8492"/>
                    <a:pt x="13577" y="8492"/>
                    <a:pt x="13577" y="8492"/>
                  </a:cubicBezTo>
                  <a:cubicBezTo>
                    <a:pt x="13521" y="8426"/>
                    <a:pt x="13521" y="8426"/>
                    <a:pt x="13521" y="8426"/>
                  </a:cubicBezTo>
                  <a:cubicBezTo>
                    <a:pt x="13464" y="8426"/>
                    <a:pt x="13464" y="8426"/>
                    <a:pt x="13464" y="8426"/>
                  </a:cubicBezTo>
                  <a:cubicBezTo>
                    <a:pt x="13408" y="8426"/>
                    <a:pt x="13408" y="8426"/>
                    <a:pt x="13408" y="8426"/>
                  </a:cubicBezTo>
                  <a:cubicBezTo>
                    <a:pt x="13352" y="8426"/>
                    <a:pt x="13352" y="8426"/>
                    <a:pt x="13352" y="8426"/>
                  </a:cubicBezTo>
                  <a:cubicBezTo>
                    <a:pt x="13296" y="8359"/>
                    <a:pt x="13296" y="8359"/>
                    <a:pt x="13296" y="8359"/>
                  </a:cubicBezTo>
                  <a:cubicBezTo>
                    <a:pt x="13240" y="8292"/>
                    <a:pt x="13240" y="8292"/>
                    <a:pt x="13240" y="8292"/>
                  </a:cubicBezTo>
                  <a:cubicBezTo>
                    <a:pt x="13296" y="8225"/>
                    <a:pt x="13296" y="8225"/>
                    <a:pt x="13296" y="8225"/>
                  </a:cubicBezTo>
                  <a:cubicBezTo>
                    <a:pt x="13296" y="8158"/>
                    <a:pt x="13296" y="8158"/>
                    <a:pt x="13296" y="8158"/>
                  </a:cubicBezTo>
                  <a:cubicBezTo>
                    <a:pt x="13296" y="8158"/>
                    <a:pt x="13296" y="8158"/>
                    <a:pt x="13296" y="8158"/>
                  </a:cubicBezTo>
                  <a:cubicBezTo>
                    <a:pt x="13352" y="8091"/>
                    <a:pt x="13352" y="8091"/>
                    <a:pt x="13352" y="8091"/>
                  </a:cubicBezTo>
                  <a:cubicBezTo>
                    <a:pt x="13352" y="8091"/>
                    <a:pt x="13352" y="8091"/>
                    <a:pt x="13352" y="8091"/>
                  </a:cubicBezTo>
                  <a:cubicBezTo>
                    <a:pt x="13408" y="8024"/>
                    <a:pt x="13408" y="8024"/>
                    <a:pt x="13408" y="8024"/>
                  </a:cubicBezTo>
                  <a:cubicBezTo>
                    <a:pt x="13408" y="7957"/>
                    <a:pt x="13408" y="7957"/>
                    <a:pt x="13408" y="7957"/>
                  </a:cubicBezTo>
                  <a:cubicBezTo>
                    <a:pt x="13408" y="7891"/>
                    <a:pt x="13408" y="7891"/>
                    <a:pt x="13408" y="7891"/>
                  </a:cubicBezTo>
                  <a:cubicBezTo>
                    <a:pt x="13464" y="7891"/>
                    <a:pt x="13464" y="7891"/>
                    <a:pt x="13464" y="7891"/>
                  </a:cubicBezTo>
                  <a:cubicBezTo>
                    <a:pt x="13464" y="7824"/>
                    <a:pt x="13464" y="7824"/>
                    <a:pt x="13464" y="7824"/>
                  </a:cubicBezTo>
                  <a:cubicBezTo>
                    <a:pt x="13521" y="7824"/>
                    <a:pt x="13521" y="7824"/>
                    <a:pt x="13521" y="7824"/>
                  </a:cubicBezTo>
                  <a:cubicBezTo>
                    <a:pt x="13577" y="7824"/>
                    <a:pt x="13577" y="7824"/>
                    <a:pt x="13577" y="7824"/>
                  </a:cubicBezTo>
                  <a:cubicBezTo>
                    <a:pt x="13577" y="7757"/>
                    <a:pt x="13577" y="7757"/>
                    <a:pt x="13577" y="7757"/>
                  </a:cubicBezTo>
                  <a:cubicBezTo>
                    <a:pt x="13577" y="7757"/>
                    <a:pt x="13577" y="7757"/>
                    <a:pt x="13577" y="7757"/>
                  </a:cubicBezTo>
                  <a:cubicBezTo>
                    <a:pt x="13521" y="7757"/>
                    <a:pt x="13521" y="7757"/>
                    <a:pt x="13521" y="7757"/>
                  </a:cubicBezTo>
                  <a:cubicBezTo>
                    <a:pt x="13521" y="7757"/>
                    <a:pt x="13521" y="7757"/>
                    <a:pt x="13521" y="7757"/>
                  </a:cubicBezTo>
                  <a:cubicBezTo>
                    <a:pt x="13577" y="7623"/>
                    <a:pt x="13577" y="7623"/>
                    <a:pt x="13577" y="7623"/>
                  </a:cubicBezTo>
                  <a:cubicBezTo>
                    <a:pt x="13633" y="7556"/>
                    <a:pt x="13633" y="7556"/>
                    <a:pt x="13633" y="7556"/>
                  </a:cubicBezTo>
                  <a:cubicBezTo>
                    <a:pt x="13633" y="7556"/>
                    <a:pt x="13633" y="7556"/>
                    <a:pt x="13633" y="7556"/>
                  </a:cubicBezTo>
                  <a:cubicBezTo>
                    <a:pt x="13689" y="7489"/>
                    <a:pt x="13689" y="7489"/>
                    <a:pt x="13689" y="7489"/>
                  </a:cubicBezTo>
                  <a:cubicBezTo>
                    <a:pt x="13689" y="7489"/>
                    <a:pt x="13689" y="7489"/>
                    <a:pt x="13689" y="7489"/>
                  </a:cubicBezTo>
                  <a:cubicBezTo>
                    <a:pt x="13745" y="7489"/>
                    <a:pt x="13745" y="7489"/>
                    <a:pt x="13745" y="7489"/>
                  </a:cubicBezTo>
                  <a:cubicBezTo>
                    <a:pt x="13745" y="7422"/>
                    <a:pt x="13745" y="7422"/>
                    <a:pt x="13745" y="7422"/>
                  </a:cubicBezTo>
                  <a:cubicBezTo>
                    <a:pt x="13801" y="7422"/>
                    <a:pt x="13801" y="7422"/>
                    <a:pt x="13801" y="7422"/>
                  </a:cubicBezTo>
                  <a:cubicBezTo>
                    <a:pt x="13801" y="7489"/>
                    <a:pt x="13801" y="7489"/>
                    <a:pt x="13801" y="7489"/>
                  </a:cubicBezTo>
                  <a:cubicBezTo>
                    <a:pt x="13801" y="7422"/>
                    <a:pt x="13801" y="7422"/>
                    <a:pt x="13801" y="7422"/>
                  </a:cubicBezTo>
                  <a:cubicBezTo>
                    <a:pt x="13801" y="7422"/>
                    <a:pt x="13801" y="7422"/>
                    <a:pt x="13801" y="7422"/>
                  </a:cubicBezTo>
                  <a:cubicBezTo>
                    <a:pt x="13857" y="7289"/>
                    <a:pt x="13857" y="7289"/>
                    <a:pt x="13857" y="7289"/>
                  </a:cubicBezTo>
                  <a:cubicBezTo>
                    <a:pt x="13913" y="7289"/>
                    <a:pt x="13913" y="7289"/>
                    <a:pt x="13913" y="7289"/>
                  </a:cubicBezTo>
                  <a:cubicBezTo>
                    <a:pt x="13913" y="7289"/>
                    <a:pt x="13913" y="7289"/>
                    <a:pt x="13913" y="7289"/>
                  </a:cubicBezTo>
                  <a:cubicBezTo>
                    <a:pt x="13913" y="7222"/>
                    <a:pt x="13913" y="7222"/>
                    <a:pt x="13913" y="7222"/>
                  </a:cubicBezTo>
                  <a:cubicBezTo>
                    <a:pt x="13969" y="7222"/>
                    <a:pt x="13969" y="7222"/>
                    <a:pt x="13969" y="7222"/>
                  </a:cubicBezTo>
                  <a:cubicBezTo>
                    <a:pt x="14025" y="7155"/>
                    <a:pt x="14025" y="7155"/>
                    <a:pt x="14025" y="7155"/>
                  </a:cubicBezTo>
                  <a:cubicBezTo>
                    <a:pt x="14025" y="7155"/>
                    <a:pt x="14025" y="7155"/>
                    <a:pt x="14025" y="7155"/>
                  </a:cubicBezTo>
                  <a:cubicBezTo>
                    <a:pt x="14082" y="7155"/>
                    <a:pt x="14082" y="7155"/>
                    <a:pt x="14082" y="7155"/>
                  </a:cubicBezTo>
                  <a:cubicBezTo>
                    <a:pt x="14082" y="7088"/>
                    <a:pt x="14082" y="7088"/>
                    <a:pt x="14082" y="7088"/>
                  </a:cubicBezTo>
                  <a:cubicBezTo>
                    <a:pt x="14082" y="7088"/>
                    <a:pt x="14082" y="7088"/>
                    <a:pt x="14082" y="7088"/>
                  </a:cubicBezTo>
                  <a:cubicBezTo>
                    <a:pt x="14194" y="7021"/>
                    <a:pt x="14194" y="7021"/>
                    <a:pt x="14194" y="7021"/>
                  </a:cubicBezTo>
                  <a:cubicBezTo>
                    <a:pt x="14250" y="6954"/>
                    <a:pt x="14250" y="6954"/>
                    <a:pt x="14250" y="6954"/>
                  </a:cubicBezTo>
                  <a:cubicBezTo>
                    <a:pt x="14362" y="6887"/>
                    <a:pt x="14362" y="6887"/>
                    <a:pt x="14362" y="6887"/>
                  </a:cubicBezTo>
                  <a:cubicBezTo>
                    <a:pt x="14474" y="6887"/>
                    <a:pt x="14474" y="6887"/>
                    <a:pt x="14474" y="6887"/>
                  </a:cubicBezTo>
                  <a:cubicBezTo>
                    <a:pt x="14530" y="6887"/>
                    <a:pt x="14530" y="6887"/>
                    <a:pt x="14530" y="6887"/>
                  </a:cubicBezTo>
                  <a:cubicBezTo>
                    <a:pt x="14587" y="6887"/>
                    <a:pt x="14587" y="6887"/>
                    <a:pt x="14587" y="6887"/>
                  </a:cubicBezTo>
                  <a:cubicBezTo>
                    <a:pt x="14643" y="6887"/>
                    <a:pt x="14643" y="6887"/>
                    <a:pt x="14643" y="6887"/>
                  </a:cubicBezTo>
                  <a:cubicBezTo>
                    <a:pt x="14643" y="6887"/>
                    <a:pt x="14643" y="6887"/>
                    <a:pt x="14643" y="6887"/>
                  </a:cubicBezTo>
                  <a:cubicBezTo>
                    <a:pt x="14699" y="6887"/>
                    <a:pt x="14699" y="6887"/>
                    <a:pt x="14699" y="6887"/>
                  </a:cubicBezTo>
                  <a:cubicBezTo>
                    <a:pt x="14755" y="6954"/>
                    <a:pt x="14755" y="6954"/>
                    <a:pt x="14755" y="6954"/>
                  </a:cubicBezTo>
                  <a:cubicBezTo>
                    <a:pt x="14867" y="6954"/>
                    <a:pt x="14867" y="6954"/>
                    <a:pt x="14867" y="6954"/>
                  </a:cubicBezTo>
                  <a:cubicBezTo>
                    <a:pt x="14867" y="7021"/>
                    <a:pt x="14867" y="7021"/>
                    <a:pt x="14867" y="7021"/>
                  </a:cubicBezTo>
                  <a:cubicBezTo>
                    <a:pt x="14867" y="7088"/>
                    <a:pt x="14867" y="7088"/>
                    <a:pt x="14867" y="7088"/>
                  </a:cubicBezTo>
                  <a:cubicBezTo>
                    <a:pt x="14811" y="7088"/>
                    <a:pt x="14811" y="7088"/>
                    <a:pt x="14811" y="7088"/>
                  </a:cubicBezTo>
                  <a:cubicBezTo>
                    <a:pt x="14755" y="7088"/>
                    <a:pt x="14755" y="7088"/>
                    <a:pt x="14755" y="7088"/>
                  </a:cubicBezTo>
                  <a:cubicBezTo>
                    <a:pt x="14699" y="7088"/>
                    <a:pt x="14699" y="7088"/>
                    <a:pt x="14699" y="7088"/>
                  </a:cubicBezTo>
                  <a:cubicBezTo>
                    <a:pt x="14643" y="7155"/>
                    <a:pt x="14643" y="7155"/>
                    <a:pt x="14643" y="7155"/>
                  </a:cubicBezTo>
                  <a:cubicBezTo>
                    <a:pt x="14643" y="7222"/>
                    <a:pt x="14643" y="7222"/>
                    <a:pt x="14643" y="7222"/>
                  </a:cubicBezTo>
                  <a:cubicBezTo>
                    <a:pt x="14587" y="7222"/>
                    <a:pt x="14587" y="7222"/>
                    <a:pt x="14587" y="7222"/>
                  </a:cubicBezTo>
                  <a:cubicBezTo>
                    <a:pt x="14474" y="7356"/>
                    <a:pt x="14474" y="7356"/>
                    <a:pt x="14474" y="7356"/>
                  </a:cubicBezTo>
                  <a:cubicBezTo>
                    <a:pt x="14362" y="7422"/>
                    <a:pt x="14362" y="7422"/>
                    <a:pt x="14362" y="7422"/>
                  </a:cubicBezTo>
                  <a:cubicBezTo>
                    <a:pt x="14306" y="7489"/>
                    <a:pt x="14306" y="7489"/>
                    <a:pt x="14306" y="7489"/>
                  </a:cubicBezTo>
                  <a:cubicBezTo>
                    <a:pt x="14306" y="7489"/>
                    <a:pt x="14306" y="7489"/>
                    <a:pt x="14306" y="7489"/>
                  </a:cubicBezTo>
                  <a:cubicBezTo>
                    <a:pt x="14250" y="7623"/>
                    <a:pt x="14250" y="7623"/>
                    <a:pt x="14250" y="7623"/>
                  </a:cubicBezTo>
                  <a:cubicBezTo>
                    <a:pt x="14250" y="7690"/>
                    <a:pt x="14250" y="7690"/>
                    <a:pt x="14250" y="7690"/>
                  </a:cubicBezTo>
                  <a:cubicBezTo>
                    <a:pt x="14250" y="7757"/>
                    <a:pt x="14250" y="7757"/>
                    <a:pt x="14250" y="7757"/>
                  </a:cubicBezTo>
                  <a:cubicBezTo>
                    <a:pt x="14250" y="7757"/>
                    <a:pt x="14250" y="7757"/>
                    <a:pt x="14250" y="7757"/>
                  </a:cubicBezTo>
                  <a:cubicBezTo>
                    <a:pt x="14250" y="7824"/>
                    <a:pt x="14250" y="7824"/>
                    <a:pt x="14250" y="7824"/>
                  </a:cubicBezTo>
                  <a:cubicBezTo>
                    <a:pt x="14250" y="7824"/>
                    <a:pt x="14250" y="7824"/>
                    <a:pt x="14250" y="7824"/>
                  </a:cubicBezTo>
                  <a:cubicBezTo>
                    <a:pt x="14194" y="7891"/>
                    <a:pt x="14194" y="7891"/>
                    <a:pt x="14194" y="7891"/>
                  </a:cubicBezTo>
                  <a:cubicBezTo>
                    <a:pt x="14138" y="7957"/>
                    <a:pt x="14138" y="7957"/>
                    <a:pt x="14138" y="7957"/>
                  </a:cubicBezTo>
                  <a:cubicBezTo>
                    <a:pt x="14138" y="8024"/>
                    <a:pt x="14138" y="8024"/>
                    <a:pt x="14138" y="8024"/>
                  </a:cubicBezTo>
                  <a:cubicBezTo>
                    <a:pt x="14138" y="8091"/>
                    <a:pt x="14138" y="8091"/>
                    <a:pt x="14138" y="8091"/>
                  </a:cubicBezTo>
                  <a:cubicBezTo>
                    <a:pt x="14082" y="8091"/>
                    <a:pt x="14082" y="8091"/>
                    <a:pt x="14082" y="8091"/>
                  </a:cubicBezTo>
                  <a:cubicBezTo>
                    <a:pt x="14082" y="8091"/>
                    <a:pt x="14082" y="8091"/>
                    <a:pt x="14082" y="8091"/>
                  </a:cubicBezTo>
                  <a:cubicBezTo>
                    <a:pt x="14138" y="8158"/>
                    <a:pt x="14138" y="8158"/>
                    <a:pt x="14138" y="8158"/>
                  </a:cubicBezTo>
                  <a:cubicBezTo>
                    <a:pt x="14138" y="8225"/>
                    <a:pt x="14138" y="8225"/>
                    <a:pt x="14138" y="8225"/>
                  </a:cubicBezTo>
                  <a:cubicBezTo>
                    <a:pt x="14138" y="8292"/>
                    <a:pt x="14138" y="8292"/>
                    <a:pt x="14138" y="8292"/>
                  </a:cubicBezTo>
                  <a:cubicBezTo>
                    <a:pt x="14138" y="8359"/>
                    <a:pt x="14138" y="8359"/>
                    <a:pt x="14138" y="8359"/>
                  </a:cubicBezTo>
                  <a:cubicBezTo>
                    <a:pt x="14194" y="8426"/>
                    <a:pt x="14194" y="8426"/>
                    <a:pt x="14194" y="8426"/>
                  </a:cubicBezTo>
                  <a:cubicBezTo>
                    <a:pt x="14194" y="8426"/>
                    <a:pt x="14194" y="8426"/>
                    <a:pt x="14194" y="8426"/>
                  </a:cubicBezTo>
                  <a:cubicBezTo>
                    <a:pt x="14250" y="8492"/>
                    <a:pt x="14250" y="8492"/>
                    <a:pt x="14250" y="8492"/>
                  </a:cubicBezTo>
                  <a:cubicBezTo>
                    <a:pt x="14250" y="8492"/>
                    <a:pt x="14250" y="8492"/>
                    <a:pt x="14250" y="8492"/>
                  </a:cubicBezTo>
                  <a:cubicBezTo>
                    <a:pt x="14194" y="8559"/>
                    <a:pt x="14194" y="8559"/>
                    <a:pt x="14194" y="8559"/>
                  </a:cubicBezTo>
                  <a:cubicBezTo>
                    <a:pt x="14194" y="8492"/>
                    <a:pt x="14194" y="8492"/>
                    <a:pt x="14194" y="8492"/>
                  </a:cubicBezTo>
                  <a:cubicBezTo>
                    <a:pt x="14194" y="8492"/>
                    <a:pt x="14194" y="8492"/>
                    <a:pt x="14194" y="8492"/>
                  </a:cubicBezTo>
                  <a:cubicBezTo>
                    <a:pt x="14194" y="8559"/>
                    <a:pt x="14194" y="8559"/>
                    <a:pt x="14194" y="8559"/>
                  </a:cubicBezTo>
                  <a:cubicBezTo>
                    <a:pt x="14138" y="8559"/>
                    <a:pt x="14138" y="8559"/>
                    <a:pt x="14138" y="8559"/>
                  </a:cubicBezTo>
                  <a:cubicBezTo>
                    <a:pt x="14138" y="8559"/>
                    <a:pt x="14138" y="8559"/>
                    <a:pt x="14138" y="8559"/>
                  </a:cubicBezTo>
                  <a:cubicBezTo>
                    <a:pt x="14082" y="8559"/>
                    <a:pt x="14082" y="8559"/>
                    <a:pt x="14082" y="8559"/>
                  </a:cubicBezTo>
                  <a:cubicBezTo>
                    <a:pt x="14082" y="8559"/>
                    <a:pt x="14082" y="8559"/>
                    <a:pt x="14082" y="8559"/>
                  </a:cubicBezTo>
                  <a:cubicBezTo>
                    <a:pt x="14138" y="8626"/>
                    <a:pt x="14138" y="8626"/>
                    <a:pt x="14138" y="8626"/>
                  </a:cubicBezTo>
                  <a:cubicBezTo>
                    <a:pt x="14194" y="8626"/>
                    <a:pt x="14194" y="8626"/>
                    <a:pt x="14194" y="8626"/>
                  </a:cubicBezTo>
                  <a:cubicBezTo>
                    <a:pt x="14194" y="8626"/>
                    <a:pt x="14194" y="8626"/>
                    <a:pt x="14194" y="8626"/>
                  </a:cubicBezTo>
                  <a:cubicBezTo>
                    <a:pt x="14194" y="8626"/>
                    <a:pt x="14194" y="8626"/>
                    <a:pt x="14194" y="8626"/>
                  </a:cubicBezTo>
                  <a:cubicBezTo>
                    <a:pt x="14138" y="8693"/>
                    <a:pt x="14138" y="8693"/>
                    <a:pt x="14138" y="8693"/>
                  </a:cubicBezTo>
                  <a:cubicBezTo>
                    <a:pt x="14138" y="8760"/>
                    <a:pt x="14138" y="8760"/>
                    <a:pt x="14138" y="8760"/>
                  </a:cubicBezTo>
                  <a:cubicBezTo>
                    <a:pt x="14138" y="8827"/>
                    <a:pt x="14138" y="8827"/>
                    <a:pt x="14138" y="8827"/>
                  </a:cubicBezTo>
                  <a:cubicBezTo>
                    <a:pt x="14138" y="8827"/>
                    <a:pt x="14138" y="8827"/>
                    <a:pt x="14138" y="8827"/>
                  </a:cubicBezTo>
                  <a:cubicBezTo>
                    <a:pt x="14194" y="8760"/>
                    <a:pt x="14194" y="8760"/>
                    <a:pt x="14194" y="8760"/>
                  </a:cubicBezTo>
                  <a:cubicBezTo>
                    <a:pt x="14194" y="8760"/>
                    <a:pt x="14194" y="8760"/>
                    <a:pt x="14194" y="8760"/>
                  </a:cubicBezTo>
                  <a:cubicBezTo>
                    <a:pt x="14250" y="8626"/>
                    <a:pt x="14250" y="8626"/>
                    <a:pt x="14250" y="8626"/>
                  </a:cubicBezTo>
                  <a:cubicBezTo>
                    <a:pt x="14250" y="8626"/>
                    <a:pt x="14250" y="8626"/>
                    <a:pt x="14250" y="8626"/>
                  </a:cubicBezTo>
                  <a:cubicBezTo>
                    <a:pt x="14306" y="8492"/>
                    <a:pt x="14306" y="8492"/>
                    <a:pt x="14306" y="8492"/>
                  </a:cubicBezTo>
                  <a:cubicBezTo>
                    <a:pt x="14306" y="8492"/>
                    <a:pt x="14306" y="8492"/>
                    <a:pt x="14306" y="8492"/>
                  </a:cubicBezTo>
                  <a:cubicBezTo>
                    <a:pt x="14362" y="8426"/>
                    <a:pt x="14362" y="8426"/>
                    <a:pt x="14362" y="8426"/>
                  </a:cubicBezTo>
                  <a:cubicBezTo>
                    <a:pt x="14362" y="8426"/>
                    <a:pt x="14362" y="8426"/>
                    <a:pt x="14362" y="8426"/>
                  </a:cubicBezTo>
                  <a:cubicBezTo>
                    <a:pt x="14306" y="8359"/>
                    <a:pt x="14306" y="8359"/>
                    <a:pt x="14306" y="8359"/>
                  </a:cubicBezTo>
                  <a:cubicBezTo>
                    <a:pt x="14362" y="8359"/>
                    <a:pt x="14362" y="8359"/>
                    <a:pt x="14362" y="8359"/>
                  </a:cubicBezTo>
                  <a:cubicBezTo>
                    <a:pt x="14306" y="8292"/>
                    <a:pt x="14306" y="8292"/>
                    <a:pt x="14306" y="8292"/>
                  </a:cubicBezTo>
                  <a:cubicBezTo>
                    <a:pt x="14250" y="8292"/>
                    <a:pt x="14250" y="8292"/>
                    <a:pt x="14250" y="8292"/>
                  </a:cubicBezTo>
                  <a:cubicBezTo>
                    <a:pt x="14250" y="8225"/>
                    <a:pt x="14250" y="8225"/>
                    <a:pt x="14250" y="8225"/>
                  </a:cubicBezTo>
                  <a:cubicBezTo>
                    <a:pt x="14250" y="8225"/>
                    <a:pt x="14250" y="8225"/>
                    <a:pt x="14250" y="8225"/>
                  </a:cubicBezTo>
                  <a:cubicBezTo>
                    <a:pt x="14250" y="8158"/>
                    <a:pt x="14250" y="8158"/>
                    <a:pt x="14250" y="8158"/>
                  </a:cubicBezTo>
                  <a:cubicBezTo>
                    <a:pt x="14250" y="8091"/>
                    <a:pt x="14250" y="8091"/>
                    <a:pt x="14250" y="8091"/>
                  </a:cubicBezTo>
                  <a:cubicBezTo>
                    <a:pt x="14250" y="8024"/>
                    <a:pt x="14250" y="8024"/>
                    <a:pt x="14250" y="8024"/>
                  </a:cubicBezTo>
                  <a:cubicBezTo>
                    <a:pt x="14250" y="8024"/>
                    <a:pt x="14250" y="8024"/>
                    <a:pt x="14250" y="8024"/>
                  </a:cubicBezTo>
                  <a:cubicBezTo>
                    <a:pt x="14250" y="8091"/>
                    <a:pt x="14250" y="8091"/>
                    <a:pt x="14250" y="8091"/>
                  </a:cubicBezTo>
                  <a:cubicBezTo>
                    <a:pt x="14306" y="8024"/>
                    <a:pt x="14306" y="8024"/>
                    <a:pt x="14306" y="8024"/>
                  </a:cubicBezTo>
                  <a:cubicBezTo>
                    <a:pt x="14362" y="8024"/>
                    <a:pt x="14362" y="8024"/>
                    <a:pt x="14362" y="8024"/>
                  </a:cubicBezTo>
                  <a:cubicBezTo>
                    <a:pt x="14362" y="7957"/>
                    <a:pt x="14362" y="7957"/>
                    <a:pt x="14362" y="7957"/>
                  </a:cubicBezTo>
                  <a:cubicBezTo>
                    <a:pt x="14362" y="7957"/>
                    <a:pt x="14362" y="7957"/>
                    <a:pt x="14362" y="7957"/>
                  </a:cubicBezTo>
                  <a:cubicBezTo>
                    <a:pt x="14362" y="7891"/>
                    <a:pt x="14362" y="7891"/>
                    <a:pt x="14362" y="7891"/>
                  </a:cubicBezTo>
                  <a:cubicBezTo>
                    <a:pt x="14418" y="7957"/>
                    <a:pt x="14418" y="7957"/>
                    <a:pt x="14418" y="7957"/>
                  </a:cubicBezTo>
                  <a:cubicBezTo>
                    <a:pt x="14474" y="8024"/>
                    <a:pt x="14474" y="8024"/>
                    <a:pt x="14474" y="8024"/>
                  </a:cubicBezTo>
                  <a:cubicBezTo>
                    <a:pt x="14418" y="8024"/>
                    <a:pt x="14418" y="8024"/>
                    <a:pt x="14418" y="8024"/>
                  </a:cubicBezTo>
                  <a:cubicBezTo>
                    <a:pt x="14474" y="8024"/>
                    <a:pt x="14474" y="8024"/>
                    <a:pt x="14474" y="8024"/>
                  </a:cubicBezTo>
                  <a:cubicBezTo>
                    <a:pt x="14474" y="8024"/>
                    <a:pt x="14474" y="8024"/>
                    <a:pt x="14474" y="8024"/>
                  </a:cubicBezTo>
                  <a:cubicBezTo>
                    <a:pt x="14474" y="7957"/>
                    <a:pt x="14474" y="7957"/>
                    <a:pt x="14474" y="7957"/>
                  </a:cubicBezTo>
                  <a:cubicBezTo>
                    <a:pt x="14530" y="7891"/>
                    <a:pt x="14530" y="7891"/>
                    <a:pt x="14530" y="7891"/>
                  </a:cubicBezTo>
                  <a:cubicBezTo>
                    <a:pt x="14530" y="7891"/>
                    <a:pt x="14530" y="7891"/>
                    <a:pt x="14530" y="7891"/>
                  </a:cubicBezTo>
                  <a:cubicBezTo>
                    <a:pt x="14530" y="7891"/>
                    <a:pt x="14530" y="7891"/>
                    <a:pt x="14530" y="7891"/>
                  </a:cubicBezTo>
                  <a:cubicBezTo>
                    <a:pt x="14587" y="7891"/>
                    <a:pt x="14587" y="7891"/>
                    <a:pt x="14587" y="7891"/>
                  </a:cubicBezTo>
                  <a:cubicBezTo>
                    <a:pt x="14643" y="7824"/>
                    <a:pt x="14643" y="7824"/>
                    <a:pt x="14643" y="7824"/>
                  </a:cubicBezTo>
                  <a:cubicBezTo>
                    <a:pt x="14587" y="7824"/>
                    <a:pt x="14587" y="7824"/>
                    <a:pt x="14587" y="7824"/>
                  </a:cubicBezTo>
                  <a:cubicBezTo>
                    <a:pt x="14587" y="7824"/>
                    <a:pt x="14587" y="7824"/>
                    <a:pt x="14587" y="7824"/>
                  </a:cubicBezTo>
                  <a:cubicBezTo>
                    <a:pt x="14474" y="7891"/>
                    <a:pt x="14474" y="7891"/>
                    <a:pt x="14474" y="7891"/>
                  </a:cubicBezTo>
                  <a:cubicBezTo>
                    <a:pt x="14474" y="7891"/>
                    <a:pt x="14474" y="7891"/>
                    <a:pt x="14474" y="7891"/>
                  </a:cubicBezTo>
                  <a:cubicBezTo>
                    <a:pt x="14418" y="7824"/>
                    <a:pt x="14418" y="7824"/>
                    <a:pt x="14418" y="7824"/>
                  </a:cubicBezTo>
                  <a:cubicBezTo>
                    <a:pt x="14418" y="7824"/>
                    <a:pt x="14418" y="7824"/>
                    <a:pt x="14418" y="7824"/>
                  </a:cubicBezTo>
                  <a:cubicBezTo>
                    <a:pt x="14418" y="7757"/>
                    <a:pt x="14418" y="7757"/>
                    <a:pt x="14418" y="7757"/>
                  </a:cubicBezTo>
                  <a:cubicBezTo>
                    <a:pt x="14474" y="7757"/>
                    <a:pt x="14474" y="7757"/>
                    <a:pt x="14474" y="7757"/>
                  </a:cubicBezTo>
                  <a:cubicBezTo>
                    <a:pt x="14418" y="7690"/>
                    <a:pt x="14418" y="7690"/>
                    <a:pt x="14418" y="7690"/>
                  </a:cubicBezTo>
                  <a:cubicBezTo>
                    <a:pt x="14474" y="7623"/>
                    <a:pt x="14474" y="7623"/>
                    <a:pt x="14474" y="7623"/>
                  </a:cubicBezTo>
                  <a:cubicBezTo>
                    <a:pt x="14474" y="7556"/>
                    <a:pt x="14474" y="7556"/>
                    <a:pt x="14474" y="7556"/>
                  </a:cubicBezTo>
                  <a:cubicBezTo>
                    <a:pt x="14474" y="7489"/>
                    <a:pt x="14474" y="7489"/>
                    <a:pt x="14474" y="7489"/>
                  </a:cubicBezTo>
                  <a:cubicBezTo>
                    <a:pt x="14530" y="7489"/>
                    <a:pt x="14530" y="7489"/>
                    <a:pt x="14530" y="7489"/>
                  </a:cubicBezTo>
                  <a:cubicBezTo>
                    <a:pt x="14587" y="7489"/>
                    <a:pt x="14587" y="7489"/>
                    <a:pt x="14587" y="7489"/>
                  </a:cubicBezTo>
                  <a:cubicBezTo>
                    <a:pt x="14643" y="7556"/>
                    <a:pt x="14643" y="7556"/>
                    <a:pt x="14643" y="7556"/>
                  </a:cubicBezTo>
                  <a:cubicBezTo>
                    <a:pt x="14643" y="7556"/>
                    <a:pt x="14643" y="7556"/>
                    <a:pt x="14643" y="7556"/>
                  </a:cubicBezTo>
                  <a:cubicBezTo>
                    <a:pt x="14699" y="7623"/>
                    <a:pt x="14699" y="7623"/>
                    <a:pt x="14699" y="7623"/>
                  </a:cubicBezTo>
                  <a:cubicBezTo>
                    <a:pt x="14755" y="7623"/>
                    <a:pt x="14755" y="7623"/>
                    <a:pt x="14755" y="7623"/>
                  </a:cubicBezTo>
                  <a:cubicBezTo>
                    <a:pt x="14755" y="7623"/>
                    <a:pt x="14755" y="7623"/>
                    <a:pt x="14755" y="7623"/>
                  </a:cubicBezTo>
                  <a:cubicBezTo>
                    <a:pt x="14755" y="7623"/>
                    <a:pt x="14755" y="7623"/>
                    <a:pt x="14755" y="7623"/>
                  </a:cubicBezTo>
                  <a:cubicBezTo>
                    <a:pt x="14755" y="7556"/>
                    <a:pt x="14755" y="7556"/>
                    <a:pt x="14755" y="7556"/>
                  </a:cubicBezTo>
                  <a:cubicBezTo>
                    <a:pt x="14643" y="7556"/>
                    <a:pt x="14643" y="7556"/>
                    <a:pt x="14643" y="7556"/>
                  </a:cubicBezTo>
                  <a:cubicBezTo>
                    <a:pt x="14643" y="7489"/>
                    <a:pt x="14643" y="7489"/>
                    <a:pt x="14643" y="7489"/>
                  </a:cubicBezTo>
                  <a:cubicBezTo>
                    <a:pt x="14643" y="7422"/>
                    <a:pt x="14643" y="7422"/>
                    <a:pt x="14643" y="7422"/>
                  </a:cubicBezTo>
                  <a:cubicBezTo>
                    <a:pt x="14587" y="7422"/>
                    <a:pt x="14587" y="7422"/>
                    <a:pt x="14587" y="7422"/>
                  </a:cubicBezTo>
                  <a:cubicBezTo>
                    <a:pt x="14587" y="7422"/>
                    <a:pt x="14587" y="7422"/>
                    <a:pt x="14587" y="7422"/>
                  </a:cubicBezTo>
                  <a:cubicBezTo>
                    <a:pt x="14587" y="7422"/>
                    <a:pt x="14587" y="7422"/>
                    <a:pt x="14587" y="7422"/>
                  </a:cubicBezTo>
                  <a:cubicBezTo>
                    <a:pt x="14643" y="7422"/>
                    <a:pt x="14643" y="7422"/>
                    <a:pt x="14643" y="7422"/>
                  </a:cubicBezTo>
                  <a:cubicBezTo>
                    <a:pt x="14699" y="7356"/>
                    <a:pt x="14699" y="7356"/>
                    <a:pt x="14699" y="7356"/>
                  </a:cubicBezTo>
                  <a:cubicBezTo>
                    <a:pt x="14699" y="7356"/>
                    <a:pt x="14699" y="7356"/>
                    <a:pt x="14699" y="7356"/>
                  </a:cubicBezTo>
                  <a:cubicBezTo>
                    <a:pt x="14755" y="7489"/>
                    <a:pt x="14755" y="7489"/>
                    <a:pt x="14755" y="7489"/>
                  </a:cubicBezTo>
                  <a:cubicBezTo>
                    <a:pt x="14867" y="7489"/>
                    <a:pt x="14867" y="7489"/>
                    <a:pt x="14867" y="7489"/>
                  </a:cubicBezTo>
                  <a:cubicBezTo>
                    <a:pt x="14867" y="7489"/>
                    <a:pt x="14867" y="7489"/>
                    <a:pt x="14867" y="7489"/>
                  </a:cubicBezTo>
                  <a:cubicBezTo>
                    <a:pt x="14811" y="7489"/>
                    <a:pt x="14811" y="7489"/>
                    <a:pt x="14811" y="7489"/>
                  </a:cubicBezTo>
                  <a:cubicBezTo>
                    <a:pt x="14755" y="7422"/>
                    <a:pt x="14755" y="7422"/>
                    <a:pt x="14755" y="7422"/>
                  </a:cubicBezTo>
                  <a:cubicBezTo>
                    <a:pt x="14699" y="7356"/>
                    <a:pt x="14699" y="7356"/>
                    <a:pt x="14699" y="7356"/>
                  </a:cubicBezTo>
                  <a:cubicBezTo>
                    <a:pt x="14699" y="7289"/>
                    <a:pt x="14699" y="7289"/>
                    <a:pt x="14699" y="7289"/>
                  </a:cubicBezTo>
                  <a:cubicBezTo>
                    <a:pt x="14755" y="7289"/>
                    <a:pt x="14755" y="7289"/>
                    <a:pt x="14755" y="7289"/>
                  </a:cubicBezTo>
                  <a:cubicBezTo>
                    <a:pt x="14811" y="7289"/>
                    <a:pt x="14811" y="7289"/>
                    <a:pt x="14811" y="7289"/>
                  </a:cubicBezTo>
                  <a:cubicBezTo>
                    <a:pt x="14811" y="7289"/>
                    <a:pt x="14811" y="7289"/>
                    <a:pt x="14811" y="7289"/>
                  </a:cubicBezTo>
                  <a:cubicBezTo>
                    <a:pt x="14811" y="7289"/>
                    <a:pt x="14811" y="7289"/>
                    <a:pt x="14811" y="7289"/>
                  </a:cubicBezTo>
                  <a:cubicBezTo>
                    <a:pt x="14811" y="7356"/>
                    <a:pt x="14811" y="7356"/>
                    <a:pt x="14811" y="7356"/>
                  </a:cubicBezTo>
                  <a:cubicBezTo>
                    <a:pt x="14867" y="7356"/>
                    <a:pt x="14867" y="7356"/>
                    <a:pt x="14867" y="7356"/>
                  </a:cubicBezTo>
                  <a:cubicBezTo>
                    <a:pt x="14867" y="7289"/>
                    <a:pt x="14867" y="7289"/>
                    <a:pt x="14867" y="7289"/>
                  </a:cubicBezTo>
                  <a:cubicBezTo>
                    <a:pt x="14867" y="7222"/>
                    <a:pt x="14867" y="7222"/>
                    <a:pt x="14867" y="7222"/>
                  </a:cubicBezTo>
                  <a:cubicBezTo>
                    <a:pt x="14923" y="7222"/>
                    <a:pt x="14923" y="7222"/>
                    <a:pt x="14923" y="7222"/>
                  </a:cubicBezTo>
                  <a:cubicBezTo>
                    <a:pt x="14979" y="7289"/>
                    <a:pt x="14979" y="7289"/>
                    <a:pt x="14979" y="7289"/>
                  </a:cubicBezTo>
                  <a:cubicBezTo>
                    <a:pt x="14979" y="7356"/>
                    <a:pt x="14979" y="7356"/>
                    <a:pt x="14979" y="7356"/>
                  </a:cubicBezTo>
                  <a:cubicBezTo>
                    <a:pt x="14979" y="7422"/>
                    <a:pt x="14979" y="7422"/>
                    <a:pt x="14979" y="7422"/>
                  </a:cubicBezTo>
                  <a:cubicBezTo>
                    <a:pt x="15035" y="7356"/>
                    <a:pt x="15035" y="7356"/>
                    <a:pt x="15035" y="7356"/>
                  </a:cubicBezTo>
                  <a:cubicBezTo>
                    <a:pt x="15035" y="7356"/>
                    <a:pt x="15035" y="7356"/>
                    <a:pt x="15035" y="7356"/>
                  </a:cubicBezTo>
                  <a:cubicBezTo>
                    <a:pt x="14979" y="7289"/>
                    <a:pt x="14979" y="7289"/>
                    <a:pt x="14979" y="7289"/>
                  </a:cubicBezTo>
                  <a:cubicBezTo>
                    <a:pt x="14979" y="7222"/>
                    <a:pt x="14979" y="7222"/>
                    <a:pt x="14979" y="7222"/>
                  </a:cubicBezTo>
                  <a:cubicBezTo>
                    <a:pt x="15091" y="7222"/>
                    <a:pt x="15091" y="7222"/>
                    <a:pt x="15091" y="7222"/>
                  </a:cubicBezTo>
                  <a:cubicBezTo>
                    <a:pt x="15204" y="7155"/>
                    <a:pt x="15204" y="7155"/>
                    <a:pt x="15204" y="7155"/>
                  </a:cubicBezTo>
                  <a:cubicBezTo>
                    <a:pt x="15260" y="7155"/>
                    <a:pt x="15260" y="7155"/>
                    <a:pt x="15260" y="7155"/>
                  </a:cubicBezTo>
                  <a:cubicBezTo>
                    <a:pt x="15316" y="7155"/>
                    <a:pt x="15316" y="7155"/>
                    <a:pt x="15316" y="7155"/>
                  </a:cubicBezTo>
                  <a:cubicBezTo>
                    <a:pt x="15372" y="7155"/>
                    <a:pt x="15372" y="7155"/>
                    <a:pt x="15372" y="7155"/>
                  </a:cubicBezTo>
                  <a:cubicBezTo>
                    <a:pt x="15428" y="7155"/>
                    <a:pt x="15428" y="7155"/>
                    <a:pt x="15428" y="7155"/>
                  </a:cubicBezTo>
                  <a:cubicBezTo>
                    <a:pt x="15540" y="7155"/>
                    <a:pt x="15540" y="7155"/>
                    <a:pt x="15540" y="7155"/>
                  </a:cubicBezTo>
                  <a:cubicBezTo>
                    <a:pt x="15540" y="7222"/>
                    <a:pt x="15540" y="7222"/>
                    <a:pt x="15540" y="7222"/>
                  </a:cubicBezTo>
                  <a:cubicBezTo>
                    <a:pt x="15540" y="7222"/>
                    <a:pt x="15540" y="7222"/>
                    <a:pt x="15540" y="7222"/>
                  </a:cubicBezTo>
                  <a:cubicBezTo>
                    <a:pt x="15484" y="7356"/>
                    <a:pt x="15484" y="7356"/>
                    <a:pt x="15484" y="7356"/>
                  </a:cubicBezTo>
                  <a:cubicBezTo>
                    <a:pt x="15484" y="7356"/>
                    <a:pt x="15484" y="7356"/>
                    <a:pt x="15484" y="7356"/>
                  </a:cubicBezTo>
                  <a:cubicBezTo>
                    <a:pt x="15484" y="7422"/>
                    <a:pt x="15484" y="7422"/>
                    <a:pt x="15484" y="7422"/>
                  </a:cubicBezTo>
                  <a:cubicBezTo>
                    <a:pt x="15428" y="7489"/>
                    <a:pt x="15428" y="7489"/>
                    <a:pt x="15428" y="7489"/>
                  </a:cubicBezTo>
                  <a:cubicBezTo>
                    <a:pt x="15428" y="7489"/>
                    <a:pt x="15428" y="7489"/>
                    <a:pt x="15428" y="7489"/>
                  </a:cubicBezTo>
                  <a:cubicBezTo>
                    <a:pt x="15484" y="7556"/>
                    <a:pt x="15484" y="7556"/>
                    <a:pt x="15484" y="7556"/>
                  </a:cubicBezTo>
                  <a:cubicBezTo>
                    <a:pt x="15484" y="7556"/>
                    <a:pt x="15484" y="7556"/>
                    <a:pt x="15484" y="7556"/>
                  </a:cubicBezTo>
                  <a:cubicBezTo>
                    <a:pt x="15484" y="7623"/>
                    <a:pt x="15484" y="7623"/>
                    <a:pt x="15484" y="7623"/>
                  </a:cubicBezTo>
                  <a:cubicBezTo>
                    <a:pt x="15428" y="7690"/>
                    <a:pt x="15428" y="7690"/>
                    <a:pt x="15428" y="7690"/>
                  </a:cubicBezTo>
                  <a:cubicBezTo>
                    <a:pt x="15428" y="7690"/>
                    <a:pt x="15428" y="7690"/>
                    <a:pt x="15428" y="7690"/>
                  </a:cubicBezTo>
                  <a:cubicBezTo>
                    <a:pt x="15428" y="7757"/>
                    <a:pt x="15428" y="7757"/>
                    <a:pt x="15428" y="7757"/>
                  </a:cubicBezTo>
                  <a:cubicBezTo>
                    <a:pt x="15428" y="7824"/>
                    <a:pt x="15428" y="7824"/>
                    <a:pt x="15428" y="7824"/>
                  </a:cubicBezTo>
                  <a:cubicBezTo>
                    <a:pt x="15428" y="7824"/>
                    <a:pt x="15428" y="7824"/>
                    <a:pt x="15428" y="7824"/>
                  </a:cubicBezTo>
                  <a:cubicBezTo>
                    <a:pt x="15428" y="7891"/>
                    <a:pt x="15428" y="7891"/>
                    <a:pt x="15428" y="7891"/>
                  </a:cubicBezTo>
                  <a:cubicBezTo>
                    <a:pt x="15372" y="7891"/>
                    <a:pt x="15372" y="7891"/>
                    <a:pt x="15372" y="7891"/>
                  </a:cubicBezTo>
                  <a:cubicBezTo>
                    <a:pt x="15316" y="7957"/>
                    <a:pt x="15316" y="7957"/>
                    <a:pt x="15316" y="7957"/>
                  </a:cubicBezTo>
                  <a:cubicBezTo>
                    <a:pt x="15316" y="7957"/>
                    <a:pt x="15316" y="7957"/>
                    <a:pt x="15316" y="7957"/>
                  </a:cubicBezTo>
                  <a:cubicBezTo>
                    <a:pt x="15260" y="7957"/>
                    <a:pt x="15260" y="7957"/>
                    <a:pt x="15260" y="7957"/>
                  </a:cubicBezTo>
                  <a:cubicBezTo>
                    <a:pt x="15260" y="8024"/>
                    <a:pt x="15260" y="8024"/>
                    <a:pt x="15260" y="8024"/>
                  </a:cubicBezTo>
                  <a:cubicBezTo>
                    <a:pt x="15204" y="8091"/>
                    <a:pt x="15204" y="8091"/>
                    <a:pt x="15204" y="8091"/>
                  </a:cubicBezTo>
                  <a:cubicBezTo>
                    <a:pt x="15260" y="8091"/>
                    <a:pt x="15260" y="8091"/>
                    <a:pt x="15260" y="8091"/>
                  </a:cubicBezTo>
                  <a:cubicBezTo>
                    <a:pt x="15316" y="8024"/>
                    <a:pt x="15316" y="8024"/>
                    <a:pt x="15316" y="8024"/>
                  </a:cubicBezTo>
                  <a:cubicBezTo>
                    <a:pt x="15372" y="7957"/>
                    <a:pt x="15372" y="7957"/>
                    <a:pt x="15372" y="7957"/>
                  </a:cubicBezTo>
                  <a:cubicBezTo>
                    <a:pt x="15372" y="7957"/>
                    <a:pt x="15372" y="7957"/>
                    <a:pt x="15372" y="7957"/>
                  </a:cubicBezTo>
                  <a:cubicBezTo>
                    <a:pt x="15372" y="7957"/>
                    <a:pt x="15372" y="7957"/>
                    <a:pt x="15372" y="7957"/>
                  </a:cubicBezTo>
                  <a:cubicBezTo>
                    <a:pt x="15372" y="8024"/>
                    <a:pt x="15372" y="8024"/>
                    <a:pt x="15372" y="8024"/>
                  </a:cubicBezTo>
                  <a:cubicBezTo>
                    <a:pt x="15372" y="8024"/>
                    <a:pt x="15372" y="8024"/>
                    <a:pt x="15372" y="8024"/>
                  </a:cubicBezTo>
                  <a:cubicBezTo>
                    <a:pt x="15260" y="8091"/>
                    <a:pt x="15260" y="8091"/>
                    <a:pt x="15260" y="8091"/>
                  </a:cubicBezTo>
                  <a:cubicBezTo>
                    <a:pt x="15260" y="8158"/>
                    <a:pt x="15260" y="8158"/>
                    <a:pt x="15260" y="8158"/>
                  </a:cubicBezTo>
                  <a:cubicBezTo>
                    <a:pt x="15260" y="8158"/>
                    <a:pt x="15260" y="8158"/>
                    <a:pt x="15260" y="8158"/>
                  </a:cubicBezTo>
                  <a:cubicBezTo>
                    <a:pt x="15260" y="8158"/>
                    <a:pt x="15260" y="8158"/>
                    <a:pt x="15260" y="8158"/>
                  </a:cubicBezTo>
                  <a:cubicBezTo>
                    <a:pt x="15204" y="8225"/>
                    <a:pt x="15204" y="8225"/>
                    <a:pt x="15204" y="8225"/>
                  </a:cubicBezTo>
                  <a:cubicBezTo>
                    <a:pt x="15204" y="8158"/>
                    <a:pt x="15204" y="8158"/>
                    <a:pt x="15204" y="8158"/>
                  </a:cubicBezTo>
                  <a:cubicBezTo>
                    <a:pt x="15148" y="8158"/>
                    <a:pt x="15148" y="8158"/>
                    <a:pt x="15148" y="8158"/>
                  </a:cubicBezTo>
                  <a:cubicBezTo>
                    <a:pt x="15148" y="8225"/>
                    <a:pt x="15148" y="8225"/>
                    <a:pt x="15148" y="8225"/>
                  </a:cubicBezTo>
                  <a:cubicBezTo>
                    <a:pt x="15204" y="8225"/>
                    <a:pt x="15204" y="8225"/>
                    <a:pt x="15204" y="8225"/>
                  </a:cubicBezTo>
                  <a:cubicBezTo>
                    <a:pt x="15204" y="8225"/>
                    <a:pt x="15204" y="8225"/>
                    <a:pt x="15204" y="8225"/>
                  </a:cubicBezTo>
                  <a:cubicBezTo>
                    <a:pt x="15204" y="8292"/>
                    <a:pt x="15204" y="8292"/>
                    <a:pt x="15204" y="8292"/>
                  </a:cubicBezTo>
                  <a:cubicBezTo>
                    <a:pt x="15148" y="8292"/>
                    <a:pt x="15148" y="8292"/>
                    <a:pt x="15148" y="8292"/>
                  </a:cubicBezTo>
                  <a:cubicBezTo>
                    <a:pt x="15204" y="8292"/>
                    <a:pt x="15204" y="8292"/>
                    <a:pt x="15204" y="8292"/>
                  </a:cubicBezTo>
                  <a:cubicBezTo>
                    <a:pt x="15260" y="8292"/>
                    <a:pt x="15260" y="8292"/>
                    <a:pt x="15260" y="8292"/>
                  </a:cubicBezTo>
                  <a:cubicBezTo>
                    <a:pt x="15260" y="8292"/>
                    <a:pt x="15260" y="8292"/>
                    <a:pt x="15260" y="8292"/>
                  </a:cubicBezTo>
                  <a:cubicBezTo>
                    <a:pt x="15316" y="8225"/>
                    <a:pt x="15316" y="8225"/>
                    <a:pt x="15316" y="8225"/>
                  </a:cubicBezTo>
                  <a:cubicBezTo>
                    <a:pt x="15316" y="8158"/>
                    <a:pt x="15316" y="8158"/>
                    <a:pt x="15316" y="8158"/>
                  </a:cubicBezTo>
                  <a:cubicBezTo>
                    <a:pt x="15372" y="8158"/>
                    <a:pt x="15372" y="8158"/>
                    <a:pt x="15372" y="8158"/>
                  </a:cubicBezTo>
                  <a:cubicBezTo>
                    <a:pt x="15372" y="8091"/>
                    <a:pt x="15372" y="8091"/>
                    <a:pt x="15372" y="8091"/>
                  </a:cubicBezTo>
                  <a:cubicBezTo>
                    <a:pt x="15372" y="8158"/>
                    <a:pt x="15372" y="8158"/>
                    <a:pt x="15372" y="8158"/>
                  </a:cubicBezTo>
                  <a:cubicBezTo>
                    <a:pt x="15372" y="8225"/>
                    <a:pt x="15372" y="8225"/>
                    <a:pt x="15372" y="8225"/>
                  </a:cubicBezTo>
                  <a:cubicBezTo>
                    <a:pt x="15428" y="8225"/>
                    <a:pt x="15428" y="8225"/>
                    <a:pt x="15428" y="8225"/>
                  </a:cubicBezTo>
                  <a:cubicBezTo>
                    <a:pt x="15428" y="8158"/>
                    <a:pt x="15428" y="8158"/>
                    <a:pt x="15428" y="8158"/>
                  </a:cubicBezTo>
                  <a:cubicBezTo>
                    <a:pt x="15372" y="8091"/>
                    <a:pt x="15372" y="8091"/>
                    <a:pt x="15372" y="8091"/>
                  </a:cubicBezTo>
                  <a:cubicBezTo>
                    <a:pt x="15428" y="8091"/>
                    <a:pt x="15428" y="8091"/>
                    <a:pt x="15428" y="8091"/>
                  </a:cubicBezTo>
                  <a:cubicBezTo>
                    <a:pt x="15428" y="8024"/>
                    <a:pt x="15428" y="8024"/>
                    <a:pt x="15428" y="8024"/>
                  </a:cubicBezTo>
                  <a:cubicBezTo>
                    <a:pt x="15484" y="8091"/>
                    <a:pt x="15484" y="8091"/>
                    <a:pt x="15484" y="8091"/>
                  </a:cubicBezTo>
                  <a:cubicBezTo>
                    <a:pt x="15484" y="8091"/>
                    <a:pt x="15484" y="8091"/>
                    <a:pt x="15484" y="8091"/>
                  </a:cubicBezTo>
                  <a:cubicBezTo>
                    <a:pt x="15484" y="8158"/>
                    <a:pt x="15484" y="8158"/>
                    <a:pt x="15484" y="8158"/>
                  </a:cubicBezTo>
                  <a:cubicBezTo>
                    <a:pt x="15484" y="8091"/>
                    <a:pt x="15484" y="8091"/>
                    <a:pt x="15484" y="8091"/>
                  </a:cubicBezTo>
                  <a:cubicBezTo>
                    <a:pt x="15540" y="8091"/>
                    <a:pt x="15540" y="8091"/>
                    <a:pt x="15540" y="8091"/>
                  </a:cubicBezTo>
                  <a:cubicBezTo>
                    <a:pt x="15596" y="8091"/>
                    <a:pt x="15596" y="8091"/>
                    <a:pt x="15596" y="8091"/>
                  </a:cubicBezTo>
                  <a:cubicBezTo>
                    <a:pt x="15596" y="8158"/>
                    <a:pt x="15596" y="8158"/>
                    <a:pt x="15596" y="8158"/>
                  </a:cubicBezTo>
                  <a:cubicBezTo>
                    <a:pt x="15596" y="8225"/>
                    <a:pt x="15596" y="8225"/>
                    <a:pt x="15596" y="8225"/>
                  </a:cubicBezTo>
                  <a:cubicBezTo>
                    <a:pt x="15540" y="8292"/>
                    <a:pt x="15540" y="8292"/>
                    <a:pt x="15540" y="8292"/>
                  </a:cubicBezTo>
                  <a:cubicBezTo>
                    <a:pt x="15484" y="8359"/>
                    <a:pt x="15484" y="8359"/>
                    <a:pt x="15484" y="8359"/>
                  </a:cubicBezTo>
                  <a:cubicBezTo>
                    <a:pt x="15484" y="8359"/>
                    <a:pt x="15484" y="8359"/>
                    <a:pt x="15484" y="8359"/>
                  </a:cubicBezTo>
                  <a:cubicBezTo>
                    <a:pt x="15484" y="8359"/>
                    <a:pt x="15484" y="8359"/>
                    <a:pt x="15484" y="8359"/>
                  </a:cubicBezTo>
                  <a:cubicBezTo>
                    <a:pt x="15540" y="8426"/>
                    <a:pt x="15540" y="8426"/>
                    <a:pt x="15540" y="8426"/>
                  </a:cubicBezTo>
                  <a:cubicBezTo>
                    <a:pt x="15596" y="8359"/>
                    <a:pt x="15596" y="8359"/>
                    <a:pt x="15596" y="8359"/>
                  </a:cubicBezTo>
                  <a:cubicBezTo>
                    <a:pt x="15540" y="8359"/>
                    <a:pt x="15540" y="8359"/>
                    <a:pt x="15540" y="8359"/>
                  </a:cubicBezTo>
                  <a:cubicBezTo>
                    <a:pt x="15596" y="8292"/>
                    <a:pt x="15596" y="8292"/>
                    <a:pt x="15596" y="8292"/>
                  </a:cubicBezTo>
                  <a:cubicBezTo>
                    <a:pt x="15596" y="8225"/>
                    <a:pt x="15596" y="8225"/>
                    <a:pt x="15596" y="8225"/>
                  </a:cubicBezTo>
                  <a:cubicBezTo>
                    <a:pt x="15652" y="8292"/>
                    <a:pt x="15652" y="8292"/>
                    <a:pt x="15652" y="8292"/>
                  </a:cubicBezTo>
                  <a:cubicBezTo>
                    <a:pt x="15652" y="8359"/>
                    <a:pt x="15652" y="8359"/>
                    <a:pt x="15652" y="8359"/>
                  </a:cubicBezTo>
                  <a:cubicBezTo>
                    <a:pt x="15652" y="8292"/>
                    <a:pt x="15652" y="8292"/>
                    <a:pt x="15652" y="8292"/>
                  </a:cubicBezTo>
                  <a:cubicBezTo>
                    <a:pt x="15652" y="8225"/>
                    <a:pt x="15652" y="8225"/>
                    <a:pt x="15652" y="8225"/>
                  </a:cubicBezTo>
                  <a:cubicBezTo>
                    <a:pt x="15652" y="8225"/>
                    <a:pt x="15652" y="8225"/>
                    <a:pt x="15652" y="8225"/>
                  </a:cubicBezTo>
                  <a:cubicBezTo>
                    <a:pt x="15652" y="8091"/>
                    <a:pt x="15652" y="8091"/>
                    <a:pt x="15652" y="8091"/>
                  </a:cubicBezTo>
                  <a:cubicBezTo>
                    <a:pt x="15652" y="8091"/>
                    <a:pt x="15652" y="8091"/>
                    <a:pt x="15652" y="8091"/>
                  </a:cubicBezTo>
                  <a:cubicBezTo>
                    <a:pt x="15709" y="8091"/>
                    <a:pt x="15709" y="8091"/>
                    <a:pt x="15709" y="8091"/>
                  </a:cubicBezTo>
                  <a:cubicBezTo>
                    <a:pt x="15709" y="8158"/>
                    <a:pt x="15709" y="8158"/>
                    <a:pt x="15709" y="8158"/>
                  </a:cubicBezTo>
                  <a:cubicBezTo>
                    <a:pt x="15652" y="8225"/>
                    <a:pt x="15652" y="8225"/>
                    <a:pt x="15652" y="8225"/>
                  </a:cubicBezTo>
                  <a:cubicBezTo>
                    <a:pt x="15709" y="8225"/>
                    <a:pt x="15709" y="8225"/>
                    <a:pt x="15709" y="8225"/>
                  </a:cubicBezTo>
                  <a:cubicBezTo>
                    <a:pt x="15765" y="8158"/>
                    <a:pt x="15765" y="8158"/>
                    <a:pt x="15765" y="8158"/>
                  </a:cubicBezTo>
                  <a:cubicBezTo>
                    <a:pt x="15821" y="8292"/>
                    <a:pt x="15821" y="8292"/>
                    <a:pt x="15821" y="8292"/>
                  </a:cubicBezTo>
                  <a:cubicBezTo>
                    <a:pt x="15821" y="8292"/>
                    <a:pt x="15821" y="8292"/>
                    <a:pt x="15821" y="8292"/>
                  </a:cubicBezTo>
                  <a:cubicBezTo>
                    <a:pt x="15877" y="8292"/>
                    <a:pt x="15877" y="8292"/>
                    <a:pt x="15877" y="8292"/>
                  </a:cubicBezTo>
                  <a:cubicBezTo>
                    <a:pt x="15933" y="8359"/>
                    <a:pt x="15933" y="8359"/>
                    <a:pt x="15933" y="8359"/>
                  </a:cubicBezTo>
                  <a:cubicBezTo>
                    <a:pt x="15933" y="8359"/>
                    <a:pt x="15933" y="8359"/>
                    <a:pt x="15933" y="8359"/>
                  </a:cubicBezTo>
                  <a:cubicBezTo>
                    <a:pt x="15933" y="8292"/>
                    <a:pt x="15933" y="8292"/>
                    <a:pt x="15933" y="8292"/>
                  </a:cubicBezTo>
                  <a:cubicBezTo>
                    <a:pt x="15877" y="8292"/>
                    <a:pt x="15877" y="8292"/>
                    <a:pt x="15877" y="8292"/>
                  </a:cubicBezTo>
                  <a:cubicBezTo>
                    <a:pt x="15877" y="8225"/>
                    <a:pt x="15877" y="8225"/>
                    <a:pt x="15877" y="8225"/>
                  </a:cubicBezTo>
                  <a:cubicBezTo>
                    <a:pt x="15765" y="8158"/>
                    <a:pt x="15765" y="8158"/>
                    <a:pt x="15765" y="8158"/>
                  </a:cubicBezTo>
                  <a:cubicBezTo>
                    <a:pt x="15765" y="8158"/>
                    <a:pt x="15765" y="8158"/>
                    <a:pt x="15765" y="8158"/>
                  </a:cubicBezTo>
                  <a:cubicBezTo>
                    <a:pt x="15709" y="8091"/>
                    <a:pt x="15709" y="8091"/>
                    <a:pt x="15709" y="8091"/>
                  </a:cubicBezTo>
                  <a:cubicBezTo>
                    <a:pt x="15765" y="8024"/>
                    <a:pt x="15765" y="8024"/>
                    <a:pt x="15765" y="8024"/>
                  </a:cubicBezTo>
                  <a:cubicBezTo>
                    <a:pt x="15821" y="8024"/>
                    <a:pt x="15821" y="8024"/>
                    <a:pt x="15821" y="8024"/>
                  </a:cubicBezTo>
                  <a:cubicBezTo>
                    <a:pt x="15877" y="7957"/>
                    <a:pt x="15877" y="7957"/>
                    <a:pt x="15877" y="7957"/>
                  </a:cubicBezTo>
                  <a:cubicBezTo>
                    <a:pt x="15933" y="7957"/>
                    <a:pt x="15933" y="7957"/>
                    <a:pt x="15933" y="7957"/>
                  </a:cubicBezTo>
                  <a:cubicBezTo>
                    <a:pt x="15989" y="7957"/>
                    <a:pt x="15989" y="7957"/>
                    <a:pt x="15989" y="7957"/>
                  </a:cubicBezTo>
                  <a:cubicBezTo>
                    <a:pt x="16045" y="8024"/>
                    <a:pt x="16045" y="8024"/>
                    <a:pt x="16045" y="8024"/>
                  </a:cubicBezTo>
                  <a:cubicBezTo>
                    <a:pt x="16045" y="8024"/>
                    <a:pt x="16045" y="8024"/>
                    <a:pt x="16045" y="8024"/>
                  </a:cubicBezTo>
                  <a:cubicBezTo>
                    <a:pt x="16101" y="8024"/>
                    <a:pt x="16101" y="8024"/>
                    <a:pt x="16101" y="8024"/>
                  </a:cubicBezTo>
                  <a:cubicBezTo>
                    <a:pt x="16101" y="8091"/>
                    <a:pt x="16101" y="8091"/>
                    <a:pt x="16101" y="8091"/>
                  </a:cubicBezTo>
                  <a:cubicBezTo>
                    <a:pt x="16157" y="8091"/>
                    <a:pt x="16157" y="8091"/>
                    <a:pt x="16157" y="8091"/>
                  </a:cubicBezTo>
                  <a:cubicBezTo>
                    <a:pt x="16214" y="8091"/>
                    <a:pt x="16214" y="8091"/>
                    <a:pt x="16214" y="8091"/>
                  </a:cubicBezTo>
                  <a:cubicBezTo>
                    <a:pt x="16214" y="8158"/>
                    <a:pt x="16214" y="8158"/>
                    <a:pt x="16214" y="8158"/>
                  </a:cubicBezTo>
                  <a:cubicBezTo>
                    <a:pt x="16214" y="8158"/>
                    <a:pt x="16214" y="8158"/>
                    <a:pt x="16214" y="8158"/>
                  </a:cubicBezTo>
                  <a:cubicBezTo>
                    <a:pt x="16214" y="8158"/>
                    <a:pt x="16214" y="8158"/>
                    <a:pt x="16214" y="8158"/>
                  </a:cubicBezTo>
                  <a:cubicBezTo>
                    <a:pt x="16270" y="8158"/>
                    <a:pt x="16270" y="8158"/>
                    <a:pt x="16270" y="8158"/>
                  </a:cubicBezTo>
                  <a:cubicBezTo>
                    <a:pt x="16270" y="8158"/>
                    <a:pt x="16270" y="8158"/>
                    <a:pt x="16270" y="8158"/>
                  </a:cubicBezTo>
                  <a:cubicBezTo>
                    <a:pt x="16326" y="8225"/>
                    <a:pt x="16326" y="8225"/>
                    <a:pt x="16326" y="8225"/>
                  </a:cubicBezTo>
                  <a:cubicBezTo>
                    <a:pt x="16326" y="8225"/>
                    <a:pt x="16326" y="8225"/>
                    <a:pt x="16326" y="8225"/>
                  </a:cubicBezTo>
                  <a:cubicBezTo>
                    <a:pt x="16326" y="8292"/>
                    <a:pt x="16326" y="8292"/>
                    <a:pt x="16326" y="8292"/>
                  </a:cubicBezTo>
                  <a:cubicBezTo>
                    <a:pt x="16382" y="8292"/>
                    <a:pt x="16382" y="8292"/>
                    <a:pt x="16382" y="8292"/>
                  </a:cubicBezTo>
                  <a:cubicBezTo>
                    <a:pt x="16382" y="8359"/>
                    <a:pt x="16382" y="8359"/>
                    <a:pt x="16382" y="8359"/>
                  </a:cubicBezTo>
                  <a:cubicBezTo>
                    <a:pt x="16326" y="8426"/>
                    <a:pt x="16326" y="8426"/>
                    <a:pt x="16326" y="8426"/>
                  </a:cubicBezTo>
                  <a:cubicBezTo>
                    <a:pt x="16270" y="8426"/>
                    <a:pt x="16270" y="8426"/>
                    <a:pt x="16270" y="8426"/>
                  </a:cubicBezTo>
                  <a:cubicBezTo>
                    <a:pt x="16214" y="8359"/>
                    <a:pt x="16214" y="8359"/>
                    <a:pt x="16214" y="8359"/>
                  </a:cubicBezTo>
                  <a:cubicBezTo>
                    <a:pt x="16157" y="8426"/>
                    <a:pt x="16157" y="8426"/>
                    <a:pt x="16157" y="8426"/>
                  </a:cubicBezTo>
                  <a:cubicBezTo>
                    <a:pt x="16101" y="8492"/>
                    <a:pt x="16101" y="8492"/>
                    <a:pt x="16101" y="8492"/>
                  </a:cubicBezTo>
                  <a:cubicBezTo>
                    <a:pt x="16157" y="8426"/>
                    <a:pt x="16157" y="8426"/>
                    <a:pt x="16157" y="8426"/>
                  </a:cubicBezTo>
                  <a:cubicBezTo>
                    <a:pt x="16270" y="8426"/>
                    <a:pt x="16270" y="8426"/>
                    <a:pt x="16270" y="8426"/>
                  </a:cubicBezTo>
                  <a:cubicBezTo>
                    <a:pt x="16270" y="8426"/>
                    <a:pt x="16270" y="8426"/>
                    <a:pt x="16270" y="8426"/>
                  </a:cubicBezTo>
                  <a:cubicBezTo>
                    <a:pt x="16214" y="8492"/>
                    <a:pt x="16214" y="8492"/>
                    <a:pt x="16214" y="8492"/>
                  </a:cubicBezTo>
                  <a:cubicBezTo>
                    <a:pt x="16214" y="8492"/>
                    <a:pt x="16214" y="8492"/>
                    <a:pt x="16214" y="8492"/>
                  </a:cubicBezTo>
                  <a:cubicBezTo>
                    <a:pt x="16157" y="8626"/>
                    <a:pt x="16157" y="8626"/>
                    <a:pt x="16157" y="8626"/>
                  </a:cubicBezTo>
                  <a:cubicBezTo>
                    <a:pt x="16101" y="8626"/>
                    <a:pt x="16101" y="8626"/>
                    <a:pt x="16101" y="8626"/>
                  </a:cubicBezTo>
                  <a:cubicBezTo>
                    <a:pt x="16045" y="8626"/>
                    <a:pt x="16045" y="8626"/>
                    <a:pt x="16045" y="8626"/>
                  </a:cubicBezTo>
                  <a:cubicBezTo>
                    <a:pt x="16045" y="8693"/>
                    <a:pt x="16045" y="8693"/>
                    <a:pt x="16045" y="8693"/>
                  </a:cubicBezTo>
                  <a:cubicBezTo>
                    <a:pt x="16101" y="8693"/>
                    <a:pt x="16101" y="8693"/>
                    <a:pt x="16101" y="8693"/>
                  </a:cubicBezTo>
                  <a:cubicBezTo>
                    <a:pt x="16157" y="8559"/>
                    <a:pt x="16157" y="8559"/>
                    <a:pt x="16157" y="8559"/>
                  </a:cubicBezTo>
                  <a:cubicBezTo>
                    <a:pt x="16214" y="8492"/>
                    <a:pt x="16214" y="8492"/>
                    <a:pt x="16214" y="8492"/>
                  </a:cubicBezTo>
                  <a:cubicBezTo>
                    <a:pt x="16270" y="8492"/>
                    <a:pt x="16270" y="8492"/>
                    <a:pt x="16270" y="8492"/>
                  </a:cubicBezTo>
                  <a:cubicBezTo>
                    <a:pt x="16326" y="8426"/>
                    <a:pt x="16326" y="8426"/>
                    <a:pt x="16326" y="8426"/>
                  </a:cubicBezTo>
                  <a:cubicBezTo>
                    <a:pt x="16382" y="8492"/>
                    <a:pt x="16382" y="8492"/>
                    <a:pt x="16382" y="8492"/>
                  </a:cubicBezTo>
                  <a:cubicBezTo>
                    <a:pt x="16382" y="8492"/>
                    <a:pt x="16382" y="8492"/>
                    <a:pt x="16382" y="8492"/>
                  </a:cubicBezTo>
                  <a:cubicBezTo>
                    <a:pt x="16438" y="8492"/>
                    <a:pt x="16438" y="8492"/>
                    <a:pt x="16438" y="8492"/>
                  </a:cubicBezTo>
                  <a:cubicBezTo>
                    <a:pt x="16438" y="8559"/>
                    <a:pt x="16438" y="8559"/>
                    <a:pt x="16438" y="8559"/>
                  </a:cubicBezTo>
                  <a:cubicBezTo>
                    <a:pt x="16438" y="8559"/>
                    <a:pt x="16438" y="8559"/>
                    <a:pt x="16438" y="8559"/>
                  </a:cubicBezTo>
                  <a:cubicBezTo>
                    <a:pt x="16438" y="8626"/>
                    <a:pt x="16438" y="8626"/>
                    <a:pt x="16438" y="8626"/>
                  </a:cubicBezTo>
                  <a:cubicBezTo>
                    <a:pt x="16382" y="8626"/>
                    <a:pt x="16382" y="8626"/>
                    <a:pt x="16382" y="8626"/>
                  </a:cubicBezTo>
                  <a:cubicBezTo>
                    <a:pt x="16326" y="8693"/>
                    <a:pt x="16326" y="8693"/>
                    <a:pt x="16326" y="8693"/>
                  </a:cubicBezTo>
                  <a:cubicBezTo>
                    <a:pt x="16270" y="8693"/>
                    <a:pt x="16270" y="8693"/>
                    <a:pt x="16270" y="8693"/>
                  </a:cubicBezTo>
                  <a:cubicBezTo>
                    <a:pt x="16270" y="8693"/>
                    <a:pt x="16270" y="8693"/>
                    <a:pt x="16270" y="8693"/>
                  </a:cubicBezTo>
                  <a:cubicBezTo>
                    <a:pt x="16214" y="8693"/>
                    <a:pt x="16214" y="8693"/>
                    <a:pt x="16214" y="8693"/>
                  </a:cubicBezTo>
                  <a:cubicBezTo>
                    <a:pt x="16214" y="8693"/>
                    <a:pt x="16214" y="8693"/>
                    <a:pt x="16214" y="8693"/>
                  </a:cubicBezTo>
                  <a:cubicBezTo>
                    <a:pt x="16270" y="8693"/>
                    <a:pt x="16270" y="8693"/>
                    <a:pt x="16270" y="8693"/>
                  </a:cubicBezTo>
                  <a:cubicBezTo>
                    <a:pt x="16270" y="8760"/>
                    <a:pt x="16270" y="8760"/>
                    <a:pt x="16270" y="8760"/>
                  </a:cubicBezTo>
                  <a:cubicBezTo>
                    <a:pt x="16157" y="8760"/>
                    <a:pt x="16157" y="8760"/>
                    <a:pt x="16157" y="8760"/>
                  </a:cubicBezTo>
                  <a:cubicBezTo>
                    <a:pt x="16214" y="8760"/>
                    <a:pt x="16214" y="8760"/>
                    <a:pt x="16214" y="8760"/>
                  </a:cubicBezTo>
                  <a:cubicBezTo>
                    <a:pt x="16214" y="8760"/>
                    <a:pt x="16214" y="8760"/>
                    <a:pt x="16214" y="8760"/>
                  </a:cubicBezTo>
                  <a:cubicBezTo>
                    <a:pt x="16270" y="8760"/>
                    <a:pt x="16270" y="8760"/>
                    <a:pt x="16270" y="8760"/>
                  </a:cubicBezTo>
                  <a:cubicBezTo>
                    <a:pt x="16326" y="8693"/>
                    <a:pt x="16326" y="8693"/>
                    <a:pt x="16326" y="8693"/>
                  </a:cubicBezTo>
                  <a:cubicBezTo>
                    <a:pt x="16326" y="8760"/>
                    <a:pt x="16326" y="8760"/>
                    <a:pt x="16326" y="8760"/>
                  </a:cubicBezTo>
                  <a:cubicBezTo>
                    <a:pt x="16326" y="8760"/>
                    <a:pt x="16326" y="8760"/>
                    <a:pt x="16326" y="8760"/>
                  </a:cubicBezTo>
                  <a:cubicBezTo>
                    <a:pt x="16270" y="8760"/>
                    <a:pt x="16270" y="8760"/>
                    <a:pt x="16270" y="8760"/>
                  </a:cubicBezTo>
                  <a:cubicBezTo>
                    <a:pt x="16214" y="8827"/>
                    <a:pt x="16214" y="8827"/>
                    <a:pt x="16214" y="8827"/>
                  </a:cubicBezTo>
                  <a:cubicBezTo>
                    <a:pt x="16214" y="8827"/>
                    <a:pt x="16214" y="8827"/>
                    <a:pt x="16214" y="8827"/>
                  </a:cubicBezTo>
                  <a:cubicBezTo>
                    <a:pt x="16270" y="8827"/>
                    <a:pt x="16270" y="8827"/>
                    <a:pt x="16270" y="8827"/>
                  </a:cubicBezTo>
                  <a:cubicBezTo>
                    <a:pt x="16214" y="8894"/>
                    <a:pt x="16214" y="8894"/>
                    <a:pt x="16214" y="8894"/>
                  </a:cubicBezTo>
                  <a:cubicBezTo>
                    <a:pt x="16157" y="8960"/>
                    <a:pt x="16157" y="8960"/>
                    <a:pt x="16157" y="8960"/>
                  </a:cubicBezTo>
                  <a:cubicBezTo>
                    <a:pt x="16157" y="8960"/>
                    <a:pt x="16157" y="8960"/>
                    <a:pt x="16157" y="8960"/>
                  </a:cubicBezTo>
                  <a:cubicBezTo>
                    <a:pt x="16157" y="8960"/>
                    <a:pt x="16157" y="8960"/>
                    <a:pt x="16157" y="8960"/>
                  </a:cubicBezTo>
                  <a:cubicBezTo>
                    <a:pt x="16214" y="8894"/>
                    <a:pt x="16214" y="8894"/>
                    <a:pt x="16214" y="8894"/>
                  </a:cubicBezTo>
                  <a:cubicBezTo>
                    <a:pt x="16270" y="8827"/>
                    <a:pt x="16270" y="8827"/>
                    <a:pt x="16270" y="8827"/>
                  </a:cubicBezTo>
                  <a:cubicBezTo>
                    <a:pt x="16270" y="8827"/>
                    <a:pt x="16270" y="8827"/>
                    <a:pt x="16270" y="8827"/>
                  </a:cubicBezTo>
                  <a:cubicBezTo>
                    <a:pt x="16382" y="8760"/>
                    <a:pt x="16382" y="8760"/>
                    <a:pt x="16382" y="8760"/>
                  </a:cubicBezTo>
                  <a:cubicBezTo>
                    <a:pt x="16382" y="8760"/>
                    <a:pt x="16382" y="8760"/>
                    <a:pt x="16382" y="8760"/>
                  </a:cubicBezTo>
                  <a:cubicBezTo>
                    <a:pt x="16382" y="8760"/>
                    <a:pt x="16382" y="8760"/>
                    <a:pt x="16382" y="8760"/>
                  </a:cubicBezTo>
                  <a:cubicBezTo>
                    <a:pt x="16438" y="8760"/>
                    <a:pt x="16438" y="8760"/>
                    <a:pt x="16438" y="8760"/>
                  </a:cubicBezTo>
                  <a:cubicBezTo>
                    <a:pt x="16438" y="8760"/>
                    <a:pt x="16438" y="8760"/>
                    <a:pt x="16438" y="8760"/>
                  </a:cubicBezTo>
                  <a:cubicBezTo>
                    <a:pt x="16494" y="8693"/>
                    <a:pt x="16494" y="8693"/>
                    <a:pt x="16494" y="8693"/>
                  </a:cubicBezTo>
                  <a:cubicBezTo>
                    <a:pt x="16550" y="8693"/>
                    <a:pt x="16550" y="8693"/>
                    <a:pt x="16550" y="8693"/>
                  </a:cubicBezTo>
                  <a:cubicBezTo>
                    <a:pt x="16550" y="8693"/>
                    <a:pt x="16550" y="8693"/>
                    <a:pt x="16550" y="8693"/>
                  </a:cubicBezTo>
                  <a:cubicBezTo>
                    <a:pt x="16438" y="8827"/>
                    <a:pt x="16438" y="8827"/>
                    <a:pt x="16438" y="8827"/>
                  </a:cubicBezTo>
                  <a:cubicBezTo>
                    <a:pt x="16382" y="8827"/>
                    <a:pt x="16382" y="8827"/>
                    <a:pt x="16382" y="8827"/>
                  </a:cubicBezTo>
                  <a:cubicBezTo>
                    <a:pt x="16326" y="8894"/>
                    <a:pt x="16326" y="8894"/>
                    <a:pt x="16326" y="8894"/>
                  </a:cubicBezTo>
                  <a:cubicBezTo>
                    <a:pt x="16326" y="8894"/>
                    <a:pt x="16326" y="8894"/>
                    <a:pt x="16326" y="8894"/>
                  </a:cubicBezTo>
                  <a:cubicBezTo>
                    <a:pt x="16326" y="8894"/>
                    <a:pt x="16326" y="8894"/>
                    <a:pt x="16326" y="8894"/>
                  </a:cubicBezTo>
                  <a:cubicBezTo>
                    <a:pt x="16326" y="8960"/>
                    <a:pt x="16326" y="8960"/>
                    <a:pt x="16326" y="8960"/>
                  </a:cubicBezTo>
                  <a:cubicBezTo>
                    <a:pt x="16326" y="8960"/>
                    <a:pt x="16326" y="8960"/>
                    <a:pt x="16326" y="8960"/>
                  </a:cubicBezTo>
                  <a:cubicBezTo>
                    <a:pt x="16326" y="9027"/>
                    <a:pt x="16326" y="9027"/>
                    <a:pt x="16326" y="9027"/>
                  </a:cubicBezTo>
                  <a:cubicBezTo>
                    <a:pt x="16382" y="8960"/>
                    <a:pt x="16382" y="8960"/>
                    <a:pt x="16382" y="8960"/>
                  </a:cubicBezTo>
                  <a:cubicBezTo>
                    <a:pt x="16382" y="8894"/>
                    <a:pt x="16382" y="8894"/>
                    <a:pt x="16382" y="8894"/>
                  </a:cubicBezTo>
                  <a:cubicBezTo>
                    <a:pt x="16438" y="8827"/>
                    <a:pt x="16438" y="8827"/>
                    <a:pt x="16438" y="8827"/>
                  </a:cubicBezTo>
                  <a:cubicBezTo>
                    <a:pt x="16494" y="8827"/>
                    <a:pt x="16494" y="8827"/>
                    <a:pt x="16494" y="8827"/>
                  </a:cubicBezTo>
                  <a:cubicBezTo>
                    <a:pt x="16494" y="8827"/>
                    <a:pt x="16494" y="8827"/>
                    <a:pt x="16494" y="8827"/>
                  </a:cubicBezTo>
                  <a:cubicBezTo>
                    <a:pt x="16494" y="8894"/>
                    <a:pt x="16494" y="8894"/>
                    <a:pt x="16494" y="8894"/>
                  </a:cubicBezTo>
                  <a:cubicBezTo>
                    <a:pt x="16494" y="8894"/>
                    <a:pt x="16494" y="8894"/>
                    <a:pt x="16494" y="8894"/>
                  </a:cubicBezTo>
                  <a:cubicBezTo>
                    <a:pt x="16382" y="8960"/>
                    <a:pt x="16382" y="8960"/>
                    <a:pt x="16382" y="8960"/>
                  </a:cubicBezTo>
                  <a:cubicBezTo>
                    <a:pt x="16382" y="9027"/>
                    <a:pt x="16382" y="9027"/>
                    <a:pt x="16382" y="9027"/>
                  </a:cubicBezTo>
                  <a:cubicBezTo>
                    <a:pt x="16382" y="9094"/>
                    <a:pt x="16382" y="9094"/>
                    <a:pt x="16382" y="9094"/>
                  </a:cubicBezTo>
                  <a:cubicBezTo>
                    <a:pt x="16326" y="9094"/>
                    <a:pt x="16326" y="9094"/>
                    <a:pt x="16326" y="9094"/>
                  </a:cubicBezTo>
                  <a:cubicBezTo>
                    <a:pt x="16326" y="9094"/>
                    <a:pt x="16326" y="9094"/>
                    <a:pt x="16326" y="9094"/>
                  </a:cubicBezTo>
                  <a:cubicBezTo>
                    <a:pt x="16382" y="9094"/>
                    <a:pt x="16382" y="9094"/>
                    <a:pt x="16382" y="9094"/>
                  </a:cubicBezTo>
                  <a:cubicBezTo>
                    <a:pt x="16382" y="9094"/>
                    <a:pt x="16382" y="9094"/>
                    <a:pt x="16382" y="9094"/>
                  </a:cubicBezTo>
                  <a:cubicBezTo>
                    <a:pt x="16438" y="8960"/>
                    <a:pt x="16438" y="8960"/>
                    <a:pt x="16438" y="8960"/>
                  </a:cubicBezTo>
                  <a:cubicBezTo>
                    <a:pt x="16494" y="8960"/>
                    <a:pt x="16494" y="8960"/>
                    <a:pt x="16494" y="8960"/>
                  </a:cubicBezTo>
                  <a:cubicBezTo>
                    <a:pt x="16550" y="8960"/>
                    <a:pt x="16550" y="8960"/>
                    <a:pt x="16550" y="8960"/>
                  </a:cubicBezTo>
                  <a:cubicBezTo>
                    <a:pt x="16550" y="9027"/>
                    <a:pt x="16550" y="9027"/>
                    <a:pt x="16550" y="9027"/>
                  </a:cubicBezTo>
                  <a:cubicBezTo>
                    <a:pt x="16550" y="9027"/>
                    <a:pt x="16550" y="9027"/>
                    <a:pt x="16550" y="9027"/>
                  </a:cubicBezTo>
                  <a:cubicBezTo>
                    <a:pt x="16494" y="9027"/>
                    <a:pt x="16494" y="9027"/>
                    <a:pt x="16494" y="9027"/>
                  </a:cubicBezTo>
                  <a:cubicBezTo>
                    <a:pt x="16438" y="9094"/>
                    <a:pt x="16438" y="9094"/>
                    <a:pt x="16438" y="9094"/>
                  </a:cubicBezTo>
                  <a:cubicBezTo>
                    <a:pt x="16438" y="9161"/>
                    <a:pt x="16438" y="9161"/>
                    <a:pt x="16438" y="9161"/>
                  </a:cubicBezTo>
                  <a:cubicBezTo>
                    <a:pt x="16438" y="9161"/>
                    <a:pt x="16438" y="9161"/>
                    <a:pt x="16438" y="9161"/>
                  </a:cubicBezTo>
                  <a:cubicBezTo>
                    <a:pt x="16494" y="9161"/>
                    <a:pt x="16494" y="9161"/>
                    <a:pt x="16494" y="9161"/>
                  </a:cubicBezTo>
                  <a:cubicBezTo>
                    <a:pt x="16494" y="9094"/>
                    <a:pt x="16494" y="9094"/>
                    <a:pt x="16494" y="9094"/>
                  </a:cubicBezTo>
                  <a:cubicBezTo>
                    <a:pt x="16550" y="9027"/>
                    <a:pt x="16550" y="9027"/>
                    <a:pt x="16550" y="9027"/>
                  </a:cubicBezTo>
                  <a:cubicBezTo>
                    <a:pt x="16550" y="9027"/>
                    <a:pt x="16550" y="9027"/>
                    <a:pt x="16550" y="9027"/>
                  </a:cubicBezTo>
                  <a:cubicBezTo>
                    <a:pt x="16550" y="8960"/>
                    <a:pt x="16550" y="8960"/>
                    <a:pt x="16550" y="8960"/>
                  </a:cubicBezTo>
                  <a:cubicBezTo>
                    <a:pt x="16606" y="8960"/>
                    <a:pt x="16606" y="8960"/>
                    <a:pt x="16606" y="8960"/>
                  </a:cubicBezTo>
                  <a:cubicBezTo>
                    <a:pt x="16606" y="8894"/>
                    <a:pt x="16606" y="8894"/>
                    <a:pt x="16606" y="8894"/>
                  </a:cubicBezTo>
                  <a:cubicBezTo>
                    <a:pt x="16662" y="8894"/>
                    <a:pt x="16662" y="8894"/>
                    <a:pt x="16662" y="8894"/>
                  </a:cubicBezTo>
                  <a:cubicBezTo>
                    <a:pt x="16662" y="8827"/>
                    <a:pt x="16662" y="8827"/>
                    <a:pt x="16662" y="8827"/>
                  </a:cubicBezTo>
                  <a:cubicBezTo>
                    <a:pt x="16662" y="8827"/>
                    <a:pt x="16662" y="8827"/>
                    <a:pt x="16662" y="8827"/>
                  </a:cubicBezTo>
                  <a:cubicBezTo>
                    <a:pt x="16718" y="8827"/>
                    <a:pt x="16718" y="8827"/>
                    <a:pt x="16718" y="8827"/>
                  </a:cubicBezTo>
                  <a:cubicBezTo>
                    <a:pt x="16718" y="8760"/>
                    <a:pt x="16718" y="8760"/>
                    <a:pt x="16718" y="8760"/>
                  </a:cubicBezTo>
                  <a:cubicBezTo>
                    <a:pt x="16718" y="8760"/>
                    <a:pt x="16718" y="8760"/>
                    <a:pt x="16718" y="8760"/>
                  </a:cubicBezTo>
                  <a:cubicBezTo>
                    <a:pt x="16775" y="8827"/>
                    <a:pt x="16775" y="8827"/>
                    <a:pt x="16775" y="8827"/>
                  </a:cubicBezTo>
                  <a:cubicBezTo>
                    <a:pt x="16775" y="8894"/>
                    <a:pt x="16775" y="8894"/>
                    <a:pt x="16775" y="8894"/>
                  </a:cubicBezTo>
                  <a:cubicBezTo>
                    <a:pt x="16831" y="8894"/>
                    <a:pt x="16831" y="8894"/>
                    <a:pt x="16831" y="8894"/>
                  </a:cubicBezTo>
                  <a:cubicBezTo>
                    <a:pt x="16831" y="8960"/>
                    <a:pt x="16831" y="8960"/>
                    <a:pt x="16831" y="8960"/>
                  </a:cubicBezTo>
                  <a:cubicBezTo>
                    <a:pt x="16831" y="9027"/>
                    <a:pt x="16831" y="9027"/>
                    <a:pt x="16831" y="9027"/>
                  </a:cubicBezTo>
                  <a:cubicBezTo>
                    <a:pt x="16887" y="9094"/>
                    <a:pt x="16887" y="9094"/>
                    <a:pt x="16887" y="9094"/>
                  </a:cubicBezTo>
                  <a:cubicBezTo>
                    <a:pt x="16887" y="9094"/>
                    <a:pt x="16887" y="9094"/>
                    <a:pt x="16887" y="9094"/>
                  </a:cubicBezTo>
                  <a:cubicBezTo>
                    <a:pt x="16887" y="9094"/>
                    <a:pt x="16887" y="9094"/>
                    <a:pt x="16887" y="9094"/>
                  </a:cubicBezTo>
                  <a:cubicBezTo>
                    <a:pt x="16831" y="9161"/>
                    <a:pt x="16831" y="9161"/>
                    <a:pt x="16831" y="9161"/>
                  </a:cubicBezTo>
                  <a:cubicBezTo>
                    <a:pt x="16775" y="9161"/>
                    <a:pt x="16775" y="9161"/>
                    <a:pt x="16775" y="9161"/>
                  </a:cubicBezTo>
                  <a:cubicBezTo>
                    <a:pt x="16775" y="9161"/>
                    <a:pt x="16775" y="9161"/>
                    <a:pt x="16775" y="9161"/>
                  </a:cubicBezTo>
                  <a:cubicBezTo>
                    <a:pt x="16718" y="9094"/>
                    <a:pt x="16718" y="9094"/>
                    <a:pt x="16718" y="9094"/>
                  </a:cubicBezTo>
                  <a:cubicBezTo>
                    <a:pt x="16718" y="9094"/>
                    <a:pt x="16718" y="9094"/>
                    <a:pt x="16718" y="9094"/>
                  </a:cubicBezTo>
                  <a:cubicBezTo>
                    <a:pt x="16662" y="9161"/>
                    <a:pt x="16662" y="9161"/>
                    <a:pt x="16662" y="9161"/>
                  </a:cubicBezTo>
                  <a:cubicBezTo>
                    <a:pt x="16662" y="9161"/>
                    <a:pt x="16662" y="9161"/>
                    <a:pt x="16662" y="9161"/>
                  </a:cubicBezTo>
                  <a:cubicBezTo>
                    <a:pt x="16606" y="9228"/>
                    <a:pt x="16606" y="9228"/>
                    <a:pt x="16606" y="9228"/>
                  </a:cubicBezTo>
                  <a:cubicBezTo>
                    <a:pt x="16606" y="9228"/>
                    <a:pt x="16606" y="9228"/>
                    <a:pt x="16606" y="9228"/>
                  </a:cubicBezTo>
                  <a:cubicBezTo>
                    <a:pt x="16550" y="9228"/>
                    <a:pt x="16550" y="9228"/>
                    <a:pt x="16550" y="9228"/>
                  </a:cubicBezTo>
                  <a:cubicBezTo>
                    <a:pt x="16550" y="9228"/>
                    <a:pt x="16550" y="9228"/>
                    <a:pt x="16550" y="9228"/>
                  </a:cubicBezTo>
                  <a:cubicBezTo>
                    <a:pt x="16606" y="9228"/>
                    <a:pt x="16606" y="9228"/>
                    <a:pt x="16606" y="9228"/>
                  </a:cubicBezTo>
                  <a:cubicBezTo>
                    <a:pt x="16606" y="9228"/>
                    <a:pt x="16606" y="9228"/>
                    <a:pt x="16606" y="9228"/>
                  </a:cubicBezTo>
                  <a:cubicBezTo>
                    <a:pt x="16606" y="9295"/>
                    <a:pt x="16606" y="9295"/>
                    <a:pt x="16606" y="9295"/>
                  </a:cubicBezTo>
                  <a:cubicBezTo>
                    <a:pt x="16606" y="9295"/>
                    <a:pt x="16606" y="9295"/>
                    <a:pt x="16606" y="9295"/>
                  </a:cubicBezTo>
                  <a:cubicBezTo>
                    <a:pt x="16550" y="9362"/>
                    <a:pt x="16550" y="9362"/>
                    <a:pt x="16550" y="9362"/>
                  </a:cubicBezTo>
                  <a:cubicBezTo>
                    <a:pt x="16494" y="9362"/>
                    <a:pt x="16494" y="9362"/>
                    <a:pt x="16494" y="9362"/>
                  </a:cubicBezTo>
                  <a:cubicBezTo>
                    <a:pt x="16550" y="9362"/>
                    <a:pt x="16550" y="9362"/>
                    <a:pt x="16550" y="9362"/>
                  </a:cubicBezTo>
                  <a:cubicBezTo>
                    <a:pt x="16606" y="9362"/>
                    <a:pt x="16606" y="9362"/>
                    <a:pt x="16606" y="9362"/>
                  </a:cubicBezTo>
                  <a:cubicBezTo>
                    <a:pt x="16662" y="9362"/>
                    <a:pt x="16662" y="9362"/>
                    <a:pt x="16662" y="9362"/>
                  </a:cubicBezTo>
                  <a:cubicBezTo>
                    <a:pt x="16718" y="9362"/>
                    <a:pt x="16718" y="9362"/>
                    <a:pt x="16718" y="9362"/>
                  </a:cubicBezTo>
                  <a:cubicBezTo>
                    <a:pt x="16718" y="9295"/>
                    <a:pt x="16718" y="9295"/>
                    <a:pt x="16718" y="9295"/>
                  </a:cubicBezTo>
                  <a:cubicBezTo>
                    <a:pt x="16775" y="9295"/>
                    <a:pt x="16775" y="9295"/>
                    <a:pt x="16775" y="9295"/>
                  </a:cubicBezTo>
                  <a:cubicBezTo>
                    <a:pt x="16831" y="9362"/>
                    <a:pt x="16831" y="9362"/>
                    <a:pt x="16831" y="9362"/>
                  </a:cubicBezTo>
                  <a:cubicBezTo>
                    <a:pt x="16831" y="9362"/>
                    <a:pt x="16831" y="9362"/>
                    <a:pt x="16831" y="9362"/>
                  </a:cubicBezTo>
                  <a:cubicBezTo>
                    <a:pt x="16831" y="9362"/>
                    <a:pt x="16831" y="9362"/>
                    <a:pt x="16831" y="9362"/>
                  </a:cubicBezTo>
                  <a:cubicBezTo>
                    <a:pt x="16831" y="9362"/>
                    <a:pt x="16831" y="9362"/>
                    <a:pt x="16831" y="9362"/>
                  </a:cubicBezTo>
                  <a:cubicBezTo>
                    <a:pt x="16831" y="9295"/>
                    <a:pt x="16831" y="9295"/>
                    <a:pt x="16831" y="9295"/>
                  </a:cubicBezTo>
                  <a:cubicBezTo>
                    <a:pt x="16831" y="9228"/>
                    <a:pt x="16831" y="9228"/>
                    <a:pt x="16831" y="9228"/>
                  </a:cubicBezTo>
                  <a:cubicBezTo>
                    <a:pt x="16887" y="9228"/>
                    <a:pt x="16887" y="9228"/>
                    <a:pt x="16887" y="9228"/>
                  </a:cubicBezTo>
                  <a:cubicBezTo>
                    <a:pt x="16943" y="9161"/>
                    <a:pt x="16943" y="9161"/>
                    <a:pt x="16943" y="9161"/>
                  </a:cubicBezTo>
                  <a:cubicBezTo>
                    <a:pt x="16943" y="9228"/>
                    <a:pt x="16943" y="9228"/>
                    <a:pt x="16943" y="9228"/>
                  </a:cubicBezTo>
                  <a:cubicBezTo>
                    <a:pt x="16943" y="9228"/>
                    <a:pt x="16943" y="9228"/>
                    <a:pt x="16943" y="9228"/>
                  </a:cubicBezTo>
                  <a:cubicBezTo>
                    <a:pt x="16943" y="9295"/>
                    <a:pt x="16943" y="9295"/>
                    <a:pt x="16943" y="9295"/>
                  </a:cubicBezTo>
                  <a:cubicBezTo>
                    <a:pt x="16943" y="9295"/>
                    <a:pt x="16943" y="9295"/>
                    <a:pt x="16943" y="9295"/>
                  </a:cubicBezTo>
                  <a:cubicBezTo>
                    <a:pt x="16887" y="9362"/>
                    <a:pt x="16887" y="9362"/>
                    <a:pt x="16887" y="9362"/>
                  </a:cubicBezTo>
                  <a:cubicBezTo>
                    <a:pt x="16831" y="9429"/>
                    <a:pt x="16831" y="9429"/>
                    <a:pt x="16831" y="9429"/>
                  </a:cubicBezTo>
                  <a:cubicBezTo>
                    <a:pt x="16831" y="9429"/>
                    <a:pt x="16831" y="9429"/>
                    <a:pt x="16831" y="9429"/>
                  </a:cubicBezTo>
                  <a:cubicBezTo>
                    <a:pt x="16775" y="9429"/>
                    <a:pt x="16775" y="9429"/>
                    <a:pt x="16775" y="9429"/>
                  </a:cubicBezTo>
                  <a:cubicBezTo>
                    <a:pt x="16775" y="9429"/>
                    <a:pt x="16775" y="9429"/>
                    <a:pt x="16775" y="9429"/>
                  </a:cubicBezTo>
                  <a:cubicBezTo>
                    <a:pt x="16718" y="9429"/>
                    <a:pt x="16718" y="9429"/>
                    <a:pt x="16718" y="9429"/>
                  </a:cubicBezTo>
                  <a:cubicBezTo>
                    <a:pt x="16718" y="9429"/>
                    <a:pt x="16718" y="9429"/>
                    <a:pt x="16718" y="9429"/>
                  </a:cubicBezTo>
                  <a:cubicBezTo>
                    <a:pt x="16662" y="9495"/>
                    <a:pt x="16662" y="9495"/>
                    <a:pt x="16662" y="9495"/>
                  </a:cubicBezTo>
                  <a:cubicBezTo>
                    <a:pt x="16662" y="9495"/>
                    <a:pt x="16662" y="9495"/>
                    <a:pt x="16662" y="9495"/>
                  </a:cubicBezTo>
                  <a:cubicBezTo>
                    <a:pt x="16606" y="9562"/>
                    <a:pt x="16606" y="9562"/>
                    <a:pt x="16606" y="9562"/>
                  </a:cubicBezTo>
                  <a:cubicBezTo>
                    <a:pt x="16606" y="9629"/>
                    <a:pt x="16606" y="9629"/>
                    <a:pt x="16606" y="9629"/>
                  </a:cubicBezTo>
                  <a:cubicBezTo>
                    <a:pt x="16606" y="9629"/>
                    <a:pt x="16606" y="9629"/>
                    <a:pt x="16606" y="9629"/>
                  </a:cubicBezTo>
                  <a:cubicBezTo>
                    <a:pt x="16606" y="9629"/>
                    <a:pt x="16606" y="9629"/>
                    <a:pt x="16606" y="9629"/>
                  </a:cubicBezTo>
                  <a:cubicBezTo>
                    <a:pt x="16662" y="9562"/>
                    <a:pt x="16662" y="9562"/>
                    <a:pt x="16662" y="9562"/>
                  </a:cubicBezTo>
                  <a:cubicBezTo>
                    <a:pt x="16718" y="9495"/>
                    <a:pt x="16718" y="9495"/>
                    <a:pt x="16718" y="9495"/>
                  </a:cubicBezTo>
                  <a:cubicBezTo>
                    <a:pt x="16718" y="9495"/>
                    <a:pt x="16718" y="9495"/>
                    <a:pt x="16718" y="9495"/>
                  </a:cubicBezTo>
                  <a:cubicBezTo>
                    <a:pt x="16775" y="9495"/>
                    <a:pt x="16775" y="9495"/>
                    <a:pt x="16775" y="9495"/>
                  </a:cubicBezTo>
                  <a:cubicBezTo>
                    <a:pt x="16775" y="9495"/>
                    <a:pt x="16775" y="9495"/>
                    <a:pt x="16775" y="9495"/>
                  </a:cubicBezTo>
                  <a:cubicBezTo>
                    <a:pt x="16775" y="9495"/>
                    <a:pt x="16775" y="9495"/>
                    <a:pt x="16775" y="9495"/>
                  </a:cubicBezTo>
                  <a:cubicBezTo>
                    <a:pt x="16775" y="9562"/>
                    <a:pt x="16775" y="9562"/>
                    <a:pt x="16775" y="9562"/>
                  </a:cubicBezTo>
                  <a:cubicBezTo>
                    <a:pt x="16718" y="9629"/>
                    <a:pt x="16718" y="9629"/>
                    <a:pt x="16718" y="9629"/>
                  </a:cubicBezTo>
                  <a:cubicBezTo>
                    <a:pt x="16662" y="9696"/>
                    <a:pt x="16662" y="9696"/>
                    <a:pt x="16662" y="9696"/>
                  </a:cubicBezTo>
                  <a:cubicBezTo>
                    <a:pt x="16606" y="9696"/>
                    <a:pt x="16606" y="9696"/>
                    <a:pt x="16606" y="9696"/>
                  </a:cubicBezTo>
                  <a:cubicBezTo>
                    <a:pt x="16606" y="9696"/>
                    <a:pt x="16606" y="9696"/>
                    <a:pt x="16606" y="9696"/>
                  </a:cubicBezTo>
                  <a:cubicBezTo>
                    <a:pt x="16718" y="9696"/>
                    <a:pt x="16718" y="9696"/>
                    <a:pt x="16718" y="9696"/>
                  </a:cubicBezTo>
                  <a:cubicBezTo>
                    <a:pt x="16775" y="9562"/>
                    <a:pt x="16775" y="9562"/>
                    <a:pt x="16775" y="9562"/>
                  </a:cubicBezTo>
                  <a:cubicBezTo>
                    <a:pt x="16831" y="9495"/>
                    <a:pt x="16831" y="9495"/>
                    <a:pt x="16831" y="9495"/>
                  </a:cubicBezTo>
                  <a:cubicBezTo>
                    <a:pt x="16831" y="9429"/>
                    <a:pt x="16831" y="9429"/>
                    <a:pt x="16831" y="9429"/>
                  </a:cubicBezTo>
                  <a:cubicBezTo>
                    <a:pt x="16831" y="9429"/>
                    <a:pt x="16831" y="9429"/>
                    <a:pt x="16831" y="9429"/>
                  </a:cubicBezTo>
                  <a:cubicBezTo>
                    <a:pt x="16887" y="9429"/>
                    <a:pt x="16887" y="9429"/>
                    <a:pt x="16887" y="9429"/>
                  </a:cubicBezTo>
                  <a:cubicBezTo>
                    <a:pt x="16943" y="9362"/>
                    <a:pt x="16943" y="9362"/>
                    <a:pt x="16943" y="9362"/>
                  </a:cubicBezTo>
                  <a:cubicBezTo>
                    <a:pt x="16999" y="9362"/>
                    <a:pt x="16999" y="9362"/>
                    <a:pt x="16999" y="9362"/>
                  </a:cubicBezTo>
                  <a:cubicBezTo>
                    <a:pt x="17055" y="9362"/>
                    <a:pt x="17055" y="9362"/>
                    <a:pt x="17055" y="9362"/>
                  </a:cubicBezTo>
                  <a:cubicBezTo>
                    <a:pt x="17055" y="9362"/>
                    <a:pt x="17055" y="9362"/>
                    <a:pt x="17055" y="9362"/>
                  </a:cubicBezTo>
                  <a:cubicBezTo>
                    <a:pt x="17055" y="9362"/>
                    <a:pt x="17055" y="9362"/>
                    <a:pt x="17055" y="9362"/>
                  </a:cubicBezTo>
                  <a:cubicBezTo>
                    <a:pt x="16999" y="9429"/>
                    <a:pt x="16999" y="9429"/>
                    <a:pt x="16999" y="9429"/>
                  </a:cubicBezTo>
                  <a:cubicBezTo>
                    <a:pt x="16943" y="9429"/>
                    <a:pt x="16943" y="9429"/>
                    <a:pt x="16943" y="9429"/>
                  </a:cubicBezTo>
                  <a:cubicBezTo>
                    <a:pt x="16887" y="9495"/>
                    <a:pt x="16887" y="9495"/>
                    <a:pt x="16887" y="9495"/>
                  </a:cubicBezTo>
                  <a:cubicBezTo>
                    <a:pt x="16887" y="9495"/>
                    <a:pt x="16887" y="9495"/>
                    <a:pt x="16887" y="9495"/>
                  </a:cubicBezTo>
                  <a:cubicBezTo>
                    <a:pt x="16887" y="9495"/>
                    <a:pt x="16887" y="9495"/>
                    <a:pt x="16887" y="9495"/>
                  </a:cubicBezTo>
                  <a:cubicBezTo>
                    <a:pt x="16943" y="9495"/>
                    <a:pt x="16943" y="9495"/>
                    <a:pt x="16943" y="9495"/>
                  </a:cubicBezTo>
                  <a:cubicBezTo>
                    <a:pt x="16999" y="9495"/>
                    <a:pt x="16999" y="9495"/>
                    <a:pt x="16999" y="9495"/>
                  </a:cubicBezTo>
                  <a:cubicBezTo>
                    <a:pt x="17055" y="9429"/>
                    <a:pt x="17055" y="9429"/>
                    <a:pt x="17055" y="9429"/>
                  </a:cubicBezTo>
                  <a:cubicBezTo>
                    <a:pt x="17055" y="9429"/>
                    <a:pt x="17055" y="9429"/>
                    <a:pt x="17055" y="9429"/>
                  </a:cubicBezTo>
                  <a:cubicBezTo>
                    <a:pt x="17111" y="9429"/>
                    <a:pt x="17111" y="9429"/>
                    <a:pt x="17111" y="9429"/>
                  </a:cubicBezTo>
                  <a:cubicBezTo>
                    <a:pt x="17111" y="9362"/>
                    <a:pt x="17111" y="9362"/>
                    <a:pt x="17111" y="9362"/>
                  </a:cubicBezTo>
                  <a:cubicBezTo>
                    <a:pt x="17167" y="9362"/>
                    <a:pt x="17167" y="9362"/>
                    <a:pt x="17167" y="9362"/>
                  </a:cubicBezTo>
                  <a:cubicBezTo>
                    <a:pt x="17167" y="9429"/>
                    <a:pt x="17167" y="9429"/>
                    <a:pt x="17167" y="9429"/>
                  </a:cubicBezTo>
                  <a:cubicBezTo>
                    <a:pt x="17223" y="9495"/>
                    <a:pt x="17223" y="9495"/>
                    <a:pt x="17223" y="9495"/>
                  </a:cubicBezTo>
                  <a:cubicBezTo>
                    <a:pt x="17279" y="9562"/>
                    <a:pt x="17279" y="9562"/>
                    <a:pt x="17279" y="9562"/>
                  </a:cubicBezTo>
                  <a:cubicBezTo>
                    <a:pt x="17279" y="9562"/>
                    <a:pt x="17279" y="9562"/>
                    <a:pt x="17279" y="9562"/>
                  </a:cubicBezTo>
                  <a:cubicBezTo>
                    <a:pt x="17336" y="9629"/>
                    <a:pt x="17336" y="9629"/>
                    <a:pt x="17336" y="9629"/>
                  </a:cubicBezTo>
                  <a:cubicBezTo>
                    <a:pt x="17279" y="9629"/>
                    <a:pt x="17279" y="9629"/>
                    <a:pt x="17279" y="9629"/>
                  </a:cubicBezTo>
                  <a:cubicBezTo>
                    <a:pt x="17279" y="9696"/>
                    <a:pt x="17279" y="9696"/>
                    <a:pt x="17279" y="9696"/>
                  </a:cubicBezTo>
                  <a:cubicBezTo>
                    <a:pt x="17223" y="9696"/>
                    <a:pt x="17223" y="9696"/>
                    <a:pt x="17223" y="9696"/>
                  </a:cubicBezTo>
                  <a:cubicBezTo>
                    <a:pt x="17223" y="9629"/>
                    <a:pt x="17223" y="9629"/>
                    <a:pt x="17223" y="9629"/>
                  </a:cubicBezTo>
                  <a:cubicBezTo>
                    <a:pt x="17223" y="9629"/>
                    <a:pt x="17223" y="9629"/>
                    <a:pt x="17223" y="9629"/>
                  </a:cubicBezTo>
                  <a:cubicBezTo>
                    <a:pt x="17223" y="9629"/>
                    <a:pt x="17223" y="9629"/>
                    <a:pt x="17223" y="9629"/>
                  </a:cubicBezTo>
                  <a:cubicBezTo>
                    <a:pt x="17167" y="9696"/>
                    <a:pt x="17167" y="9696"/>
                    <a:pt x="17167" y="9696"/>
                  </a:cubicBezTo>
                  <a:cubicBezTo>
                    <a:pt x="17167" y="9696"/>
                    <a:pt x="17167" y="9696"/>
                    <a:pt x="17167" y="9696"/>
                  </a:cubicBezTo>
                  <a:cubicBezTo>
                    <a:pt x="17055" y="9696"/>
                    <a:pt x="17055" y="9696"/>
                    <a:pt x="17055" y="9696"/>
                  </a:cubicBezTo>
                  <a:cubicBezTo>
                    <a:pt x="17055" y="9763"/>
                    <a:pt x="17055" y="9763"/>
                    <a:pt x="17055" y="9763"/>
                  </a:cubicBezTo>
                  <a:cubicBezTo>
                    <a:pt x="16999" y="9763"/>
                    <a:pt x="16999" y="9763"/>
                    <a:pt x="16999" y="9763"/>
                  </a:cubicBezTo>
                  <a:cubicBezTo>
                    <a:pt x="16943" y="9763"/>
                    <a:pt x="16943" y="9763"/>
                    <a:pt x="16943" y="9763"/>
                  </a:cubicBezTo>
                  <a:cubicBezTo>
                    <a:pt x="16887" y="9763"/>
                    <a:pt x="16887" y="9763"/>
                    <a:pt x="16887" y="9763"/>
                  </a:cubicBezTo>
                  <a:cubicBezTo>
                    <a:pt x="16831" y="9830"/>
                    <a:pt x="16831" y="9830"/>
                    <a:pt x="16831" y="9830"/>
                  </a:cubicBezTo>
                  <a:cubicBezTo>
                    <a:pt x="16831" y="9830"/>
                    <a:pt x="16831" y="9830"/>
                    <a:pt x="16831" y="9830"/>
                  </a:cubicBezTo>
                  <a:cubicBezTo>
                    <a:pt x="16887" y="9830"/>
                    <a:pt x="16887" y="9830"/>
                    <a:pt x="16887" y="9830"/>
                  </a:cubicBezTo>
                  <a:cubicBezTo>
                    <a:pt x="16887" y="9897"/>
                    <a:pt x="16887" y="9897"/>
                    <a:pt x="16887" y="9897"/>
                  </a:cubicBezTo>
                  <a:cubicBezTo>
                    <a:pt x="16775" y="9897"/>
                    <a:pt x="16775" y="9897"/>
                    <a:pt x="16775" y="9897"/>
                  </a:cubicBezTo>
                  <a:cubicBezTo>
                    <a:pt x="16775" y="9897"/>
                    <a:pt x="16775" y="9897"/>
                    <a:pt x="16775" y="9897"/>
                  </a:cubicBezTo>
                  <a:cubicBezTo>
                    <a:pt x="16887" y="9897"/>
                    <a:pt x="16887" y="9897"/>
                    <a:pt x="16887" y="9897"/>
                  </a:cubicBezTo>
                  <a:cubicBezTo>
                    <a:pt x="16887" y="9830"/>
                    <a:pt x="16887" y="9830"/>
                    <a:pt x="16887" y="9830"/>
                  </a:cubicBezTo>
                  <a:cubicBezTo>
                    <a:pt x="16999" y="9763"/>
                    <a:pt x="16999" y="9763"/>
                    <a:pt x="16999" y="9763"/>
                  </a:cubicBezTo>
                  <a:cubicBezTo>
                    <a:pt x="17055" y="9763"/>
                    <a:pt x="17055" y="9763"/>
                    <a:pt x="17055" y="9763"/>
                  </a:cubicBezTo>
                  <a:cubicBezTo>
                    <a:pt x="17055" y="9763"/>
                    <a:pt x="17055" y="9763"/>
                    <a:pt x="17055" y="9763"/>
                  </a:cubicBezTo>
                  <a:cubicBezTo>
                    <a:pt x="17111" y="9763"/>
                    <a:pt x="17111" y="9763"/>
                    <a:pt x="17111" y="9763"/>
                  </a:cubicBezTo>
                  <a:cubicBezTo>
                    <a:pt x="17167" y="9763"/>
                    <a:pt x="17167" y="9763"/>
                    <a:pt x="17167" y="9763"/>
                  </a:cubicBezTo>
                  <a:cubicBezTo>
                    <a:pt x="17167" y="9763"/>
                    <a:pt x="17167" y="9763"/>
                    <a:pt x="17167" y="9763"/>
                  </a:cubicBezTo>
                  <a:cubicBezTo>
                    <a:pt x="17111" y="9830"/>
                    <a:pt x="17111" y="9830"/>
                    <a:pt x="17111" y="9830"/>
                  </a:cubicBezTo>
                  <a:cubicBezTo>
                    <a:pt x="17111" y="9897"/>
                    <a:pt x="17111" y="9897"/>
                    <a:pt x="17111" y="9897"/>
                  </a:cubicBezTo>
                  <a:cubicBezTo>
                    <a:pt x="17055" y="9897"/>
                    <a:pt x="17055" y="9897"/>
                    <a:pt x="17055" y="9897"/>
                  </a:cubicBezTo>
                  <a:cubicBezTo>
                    <a:pt x="17055" y="9897"/>
                    <a:pt x="17055" y="9897"/>
                    <a:pt x="17055" y="9897"/>
                  </a:cubicBezTo>
                  <a:cubicBezTo>
                    <a:pt x="16999" y="9897"/>
                    <a:pt x="16999" y="9897"/>
                    <a:pt x="16999" y="9897"/>
                  </a:cubicBezTo>
                  <a:cubicBezTo>
                    <a:pt x="16943" y="9964"/>
                    <a:pt x="16943" y="9964"/>
                    <a:pt x="16943" y="9964"/>
                  </a:cubicBezTo>
                  <a:cubicBezTo>
                    <a:pt x="16943" y="9964"/>
                    <a:pt x="16943" y="9964"/>
                    <a:pt x="16943" y="9964"/>
                  </a:cubicBezTo>
                  <a:cubicBezTo>
                    <a:pt x="16887" y="9964"/>
                    <a:pt x="16887" y="9964"/>
                    <a:pt x="16887" y="9964"/>
                  </a:cubicBezTo>
                  <a:cubicBezTo>
                    <a:pt x="16887" y="9964"/>
                    <a:pt x="16887" y="9964"/>
                    <a:pt x="16887" y="9964"/>
                  </a:cubicBezTo>
                  <a:cubicBezTo>
                    <a:pt x="16831" y="10030"/>
                    <a:pt x="16831" y="10030"/>
                    <a:pt x="16831" y="10030"/>
                  </a:cubicBezTo>
                  <a:cubicBezTo>
                    <a:pt x="16831" y="10030"/>
                    <a:pt x="16831" y="10030"/>
                    <a:pt x="16831" y="10030"/>
                  </a:cubicBezTo>
                  <a:cubicBezTo>
                    <a:pt x="16887" y="9964"/>
                    <a:pt x="16887" y="9964"/>
                    <a:pt x="16887" y="9964"/>
                  </a:cubicBezTo>
                  <a:cubicBezTo>
                    <a:pt x="16943" y="10030"/>
                    <a:pt x="16943" y="10030"/>
                    <a:pt x="16943" y="10030"/>
                  </a:cubicBezTo>
                  <a:cubicBezTo>
                    <a:pt x="16943" y="10030"/>
                    <a:pt x="16943" y="10030"/>
                    <a:pt x="16943" y="10030"/>
                  </a:cubicBezTo>
                  <a:cubicBezTo>
                    <a:pt x="16999" y="9964"/>
                    <a:pt x="16999" y="9964"/>
                    <a:pt x="16999" y="9964"/>
                  </a:cubicBezTo>
                  <a:cubicBezTo>
                    <a:pt x="17055" y="9897"/>
                    <a:pt x="17055" y="9897"/>
                    <a:pt x="17055" y="9897"/>
                  </a:cubicBezTo>
                  <a:cubicBezTo>
                    <a:pt x="17055" y="9897"/>
                    <a:pt x="17055" y="9897"/>
                    <a:pt x="17055" y="9897"/>
                  </a:cubicBezTo>
                  <a:cubicBezTo>
                    <a:pt x="17111" y="9897"/>
                    <a:pt x="17111" y="9897"/>
                    <a:pt x="17111" y="9897"/>
                  </a:cubicBezTo>
                  <a:cubicBezTo>
                    <a:pt x="17167" y="9964"/>
                    <a:pt x="17167" y="9964"/>
                    <a:pt x="17167" y="9964"/>
                  </a:cubicBezTo>
                  <a:cubicBezTo>
                    <a:pt x="17167" y="9897"/>
                    <a:pt x="17167" y="9897"/>
                    <a:pt x="17167" y="9897"/>
                  </a:cubicBezTo>
                  <a:cubicBezTo>
                    <a:pt x="17223" y="9897"/>
                    <a:pt x="17223" y="9897"/>
                    <a:pt x="17223" y="9897"/>
                  </a:cubicBezTo>
                  <a:cubicBezTo>
                    <a:pt x="17223" y="9830"/>
                    <a:pt x="17223" y="9830"/>
                    <a:pt x="17223" y="9830"/>
                  </a:cubicBezTo>
                  <a:cubicBezTo>
                    <a:pt x="17223" y="9830"/>
                    <a:pt x="17223" y="9830"/>
                    <a:pt x="17223" y="9830"/>
                  </a:cubicBezTo>
                  <a:cubicBezTo>
                    <a:pt x="17223" y="9830"/>
                    <a:pt x="17223" y="9830"/>
                    <a:pt x="17223" y="9830"/>
                  </a:cubicBezTo>
                  <a:cubicBezTo>
                    <a:pt x="17279" y="9763"/>
                    <a:pt x="17279" y="9763"/>
                    <a:pt x="17279" y="9763"/>
                  </a:cubicBezTo>
                  <a:cubicBezTo>
                    <a:pt x="17279" y="9763"/>
                    <a:pt x="17279" y="9763"/>
                    <a:pt x="17279" y="9763"/>
                  </a:cubicBezTo>
                  <a:cubicBezTo>
                    <a:pt x="17279" y="9696"/>
                    <a:pt x="17279" y="9696"/>
                    <a:pt x="17279" y="9696"/>
                  </a:cubicBezTo>
                  <a:cubicBezTo>
                    <a:pt x="17279" y="9763"/>
                    <a:pt x="17279" y="9763"/>
                    <a:pt x="17279" y="9763"/>
                  </a:cubicBezTo>
                  <a:cubicBezTo>
                    <a:pt x="17336" y="9763"/>
                    <a:pt x="17336" y="9763"/>
                    <a:pt x="17336" y="9763"/>
                  </a:cubicBezTo>
                  <a:cubicBezTo>
                    <a:pt x="17336" y="9763"/>
                    <a:pt x="17336" y="9763"/>
                    <a:pt x="17336" y="9763"/>
                  </a:cubicBezTo>
                  <a:cubicBezTo>
                    <a:pt x="17392" y="9897"/>
                    <a:pt x="17392" y="9897"/>
                    <a:pt x="17392" y="9897"/>
                  </a:cubicBezTo>
                  <a:cubicBezTo>
                    <a:pt x="17392" y="9964"/>
                    <a:pt x="17392" y="9964"/>
                    <a:pt x="17392" y="9964"/>
                  </a:cubicBezTo>
                  <a:cubicBezTo>
                    <a:pt x="17392" y="10030"/>
                    <a:pt x="17392" y="10030"/>
                    <a:pt x="17392" y="10030"/>
                  </a:cubicBezTo>
                  <a:cubicBezTo>
                    <a:pt x="17392" y="10030"/>
                    <a:pt x="17392" y="10030"/>
                    <a:pt x="17392" y="10030"/>
                  </a:cubicBezTo>
                  <a:cubicBezTo>
                    <a:pt x="17392" y="10097"/>
                    <a:pt x="17392" y="10097"/>
                    <a:pt x="17392" y="10097"/>
                  </a:cubicBezTo>
                  <a:cubicBezTo>
                    <a:pt x="17336" y="10097"/>
                    <a:pt x="17336" y="10097"/>
                    <a:pt x="17336" y="10097"/>
                  </a:cubicBezTo>
                  <a:cubicBezTo>
                    <a:pt x="17279" y="10030"/>
                    <a:pt x="17279" y="10030"/>
                    <a:pt x="17279" y="10030"/>
                  </a:cubicBezTo>
                  <a:cubicBezTo>
                    <a:pt x="17223" y="10030"/>
                    <a:pt x="17223" y="10030"/>
                    <a:pt x="17223" y="10030"/>
                  </a:cubicBezTo>
                  <a:cubicBezTo>
                    <a:pt x="17223" y="10030"/>
                    <a:pt x="17223" y="10030"/>
                    <a:pt x="17223" y="10030"/>
                  </a:cubicBezTo>
                  <a:cubicBezTo>
                    <a:pt x="17167" y="10097"/>
                    <a:pt x="17167" y="10097"/>
                    <a:pt x="17167" y="10097"/>
                  </a:cubicBezTo>
                  <a:cubicBezTo>
                    <a:pt x="17111" y="10097"/>
                    <a:pt x="17111" y="10097"/>
                    <a:pt x="17111" y="10097"/>
                  </a:cubicBezTo>
                  <a:cubicBezTo>
                    <a:pt x="17111" y="10097"/>
                    <a:pt x="17111" y="10097"/>
                    <a:pt x="17111" y="10097"/>
                  </a:cubicBezTo>
                  <a:cubicBezTo>
                    <a:pt x="17055" y="10097"/>
                    <a:pt x="17055" y="10097"/>
                    <a:pt x="17055" y="10097"/>
                  </a:cubicBezTo>
                  <a:cubicBezTo>
                    <a:pt x="17055" y="10097"/>
                    <a:pt x="17055" y="10097"/>
                    <a:pt x="17055" y="10097"/>
                  </a:cubicBezTo>
                  <a:cubicBezTo>
                    <a:pt x="16999" y="10097"/>
                    <a:pt x="16999" y="10097"/>
                    <a:pt x="16999" y="10097"/>
                  </a:cubicBezTo>
                  <a:cubicBezTo>
                    <a:pt x="16999" y="10164"/>
                    <a:pt x="16999" y="10164"/>
                    <a:pt x="16999" y="10164"/>
                  </a:cubicBezTo>
                  <a:cubicBezTo>
                    <a:pt x="17111" y="10097"/>
                    <a:pt x="17111" y="10097"/>
                    <a:pt x="17111" y="10097"/>
                  </a:cubicBezTo>
                  <a:cubicBezTo>
                    <a:pt x="17111" y="10164"/>
                    <a:pt x="17111" y="10164"/>
                    <a:pt x="17111" y="10164"/>
                  </a:cubicBezTo>
                  <a:cubicBezTo>
                    <a:pt x="17223" y="10231"/>
                    <a:pt x="17223" y="10231"/>
                    <a:pt x="17223" y="10231"/>
                  </a:cubicBezTo>
                  <a:cubicBezTo>
                    <a:pt x="17223" y="10231"/>
                    <a:pt x="17223" y="10231"/>
                    <a:pt x="17223" y="10231"/>
                  </a:cubicBezTo>
                  <a:cubicBezTo>
                    <a:pt x="17279" y="10231"/>
                    <a:pt x="17279" y="10231"/>
                    <a:pt x="17279" y="10231"/>
                  </a:cubicBezTo>
                  <a:cubicBezTo>
                    <a:pt x="17279" y="10231"/>
                    <a:pt x="17279" y="10231"/>
                    <a:pt x="17279" y="10231"/>
                  </a:cubicBezTo>
                  <a:cubicBezTo>
                    <a:pt x="17336" y="10231"/>
                    <a:pt x="17336" y="10231"/>
                    <a:pt x="17336" y="10231"/>
                  </a:cubicBezTo>
                  <a:cubicBezTo>
                    <a:pt x="17336" y="10231"/>
                    <a:pt x="17336" y="10231"/>
                    <a:pt x="17336" y="10231"/>
                  </a:cubicBezTo>
                  <a:cubicBezTo>
                    <a:pt x="17392" y="10298"/>
                    <a:pt x="17392" y="10298"/>
                    <a:pt x="17392" y="10298"/>
                  </a:cubicBezTo>
                  <a:cubicBezTo>
                    <a:pt x="17392" y="10298"/>
                    <a:pt x="17392" y="10298"/>
                    <a:pt x="17392" y="10298"/>
                  </a:cubicBezTo>
                  <a:cubicBezTo>
                    <a:pt x="17448" y="10365"/>
                    <a:pt x="17448" y="10365"/>
                    <a:pt x="17448" y="10365"/>
                  </a:cubicBezTo>
                  <a:cubicBezTo>
                    <a:pt x="17448" y="10432"/>
                    <a:pt x="17448" y="10432"/>
                    <a:pt x="17448" y="10432"/>
                  </a:cubicBezTo>
                  <a:cubicBezTo>
                    <a:pt x="17392" y="10432"/>
                    <a:pt x="17392" y="10432"/>
                    <a:pt x="17392" y="10432"/>
                  </a:cubicBezTo>
                  <a:cubicBezTo>
                    <a:pt x="17392" y="10432"/>
                    <a:pt x="17392" y="10432"/>
                    <a:pt x="17392" y="10432"/>
                  </a:cubicBezTo>
                  <a:cubicBezTo>
                    <a:pt x="17336" y="10365"/>
                    <a:pt x="17336" y="10365"/>
                    <a:pt x="17336" y="10365"/>
                  </a:cubicBezTo>
                  <a:cubicBezTo>
                    <a:pt x="17336" y="10365"/>
                    <a:pt x="17336" y="10365"/>
                    <a:pt x="17336" y="10365"/>
                  </a:cubicBezTo>
                  <a:cubicBezTo>
                    <a:pt x="17336" y="10432"/>
                    <a:pt x="17336" y="10432"/>
                    <a:pt x="17336" y="10432"/>
                  </a:cubicBezTo>
                  <a:cubicBezTo>
                    <a:pt x="17279" y="10432"/>
                    <a:pt x="17279" y="10432"/>
                    <a:pt x="17279" y="10432"/>
                  </a:cubicBezTo>
                  <a:cubicBezTo>
                    <a:pt x="17279" y="10365"/>
                    <a:pt x="17279" y="10365"/>
                    <a:pt x="17279" y="10365"/>
                  </a:cubicBezTo>
                  <a:cubicBezTo>
                    <a:pt x="17279" y="10365"/>
                    <a:pt x="17279" y="10365"/>
                    <a:pt x="17279" y="10365"/>
                  </a:cubicBezTo>
                  <a:cubicBezTo>
                    <a:pt x="17223" y="10365"/>
                    <a:pt x="17223" y="10365"/>
                    <a:pt x="17223" y="10365"/>
                  </a:cubicBezTo>
                  <a:cubicBezTo>
                    <a:pt x="17167" y="10298"/>
                    <a:pt x="17167" y="10298"/>
                    <a:pt x="17167" y="10298"/>
                  </a:cubicBezTo>
                  <a:cubicBezTo>
                    <a:pt x="17167" y="10298"/>
                    <a:pt x="17167" y="10298"/>
                    <a:pt x="17167" y="10298"/>
                  </a:cubicBezTo>
                  <a:cubicBezTo>
                    <a:pt x="17111" y="10298"/>
                    <a:pt x="17111" y="10298"/>
                    <a:pt x="17111" y="10298"/>
                  </a:cubicBezTo>
                  <a:cubicBezTo>
                    <a:pt x="17055" y="10298"/>
                    <a:pt x="17055" y="10298"/>
                    <a:pt x="17055" y="10298"/>
                  </a:cubicBezTo>
                  <a:cubicBezTo>
                    <a:pt x="17055" y="10298"/>
                    <a:pt x="17055" y="10298"/>
                    <a:pt x="17055" y="10298"/>
                  </a:cubicBezTo>
                  <a:cubicBezTo>
                    <a:pt x="17055" y="10298"/>
                    <a:pt x="17055" y="10298"/>
                    <a:pt x="17055" y="10298"/>
                  </a:cubicBezTo>
                  <a:cubicBezTo>
                    <a:pt x="17111" y="10298"/>
                    <a:pt x="17111" y="10298"/>
                    <a:pt x="17111" y="10298"/>
                  </a:cubicBezTo>
                  <a:cubicBezTo>
                    <a:pt x="17111" y="10365"/>
                    <a:pt x="17111" y="10365"/>
                    <a:pt x="17111" y="10365"/>
                  </a:cubicBezTo>
                  <a:cubicBezTo>
                    <a:pt x="17111" y="10365"/>
                    <a:pt x="17111" y="10365"/>
                    <a:pt x="17111" y="10365"/>
                  </a:cubicBezTo>
                  <a:cubicBezTo>
                    <a:pt x="17055" y="10365"/>
                    <a:pt x="17055" y="10365"/>
                    <a:pt x="17055" y="10365"/>
                  </a:cubicBezTo>
                  <a:cubicBezTo>
                    <a:pt x="17055" y="10365"/>
                    <a:pt x="17055" y="10365"/>
                    <a:pt x="17055" y="10365"/>
                  </a:cubicBezTo>
                  <a:cubicBezTo>
                    <a:pt x="16999" y="10365"/>
                    <a:pt x="16999" y="10365"/>
                    <a:pt x="16999" y="10365"/>
                  </a:cubicBezTo>
                  <a:cubicBezTo>
                    <a:pt x="16943" y="10432"/>
                    <a:pt x="16943" y="10432"/>
                    <a:pt x="16943" y="10432"/>
                  </a:cubicBezTo>
                  <a:cubicBezTo>
                    <a:pt x="16943" y="10432"/>
                    <a:pt x="16943" y="10432"/>
                    <a:pt x="16943" y="10432"/>
                  </a:cubicBezTo>
                  <a:cubicBezTo>
                    <a:pt x="16999" y="10432"/>
                    <a:pt x="16999" y="10432"/>
                    <a:pt x="16999" y="10432"/>
                  </a:cubicBezTo>
                  <a:cubicBezTo>
                    <a:pt x="16999" y="10432"/>
                    <a:pt x="16999" y="10432"/>
                    <a:pt x="16999" y="10432"/>
                  </a:cubicBezTo>
                  <a:cubicBezTo>
                    <a:pt x="17055" y="10432"/>
                    <a:pt x="17055" y="10432"/>
                    <a:pt x="17055" y="10432"/>
                  </a:cubicBezTo>
                  <a:cubicBezTo>
                    <a:pt x="17055" y="10365"/>
                    <a:pt x="17055" y="10365"/>
                    <a:pt x="17055" y="10365"/>
                  </a:cubicBezTo>
                  <a:cubicBezTo>
                    <a:pt x="17111" y="10365"/>
                    <a:pt x="17111" y="10365"/>
                    <a:pt x="17111" y="10365"/>
                  </a:cubicBezTo>
                  <a:cubicBezTo>
                    <a:pt x="17167" y="10432"/>
                    <a:pt x="17167" y="10432"/>
                    <a:pt x="17167" y="10432"/>
                  </a:cubicBezTo>
                  <a:cubicBezTo>
                    <a:pt x="17167" y="10432"/>
                    <a:pt x="17167" y="10432"/>
                    <a:pt x="17167" y="10432"/>
                  </a:cubicBezTo>
                  <a:cubicBezTo>
                    <a:pt x="17167" y="10432"/>
                    <a:pt x="17167" y="10432"/>
                    <a:pt x="17167" y="10432"/>
                  </a:cubicBezTo>
                  <a:cubicBezTo>
                    <a:pt x="17167" y="10499"/>
                    <a:pt x="17167" y="10499"/>
                    <a:pt x="17167" y="10499"/>
                  </a:cubicBezTo>
                  <a:cubicBezTo>
                    <a:pt x="17167" y="10499"/>
                    <a:pt x="17167" y="10499"/>
                    <a:pt x="17167" y="10499"/>
                  </a:cubicBezTo>
                  <a:cubicBezTo>
                    <a:pt x="17111" y="10499"/>
                    <a:pt x="17111" y="10499"/>
                    <a:pt x="17111" y="10499"/>
                  </a:cubicBezTo>
                  <a:cubicBezTo>
                    <a:pt x="17111" y="10499"/>
                    <a:pt x="17111" y="10499"/>
                    <a:pt x="17111" y="10499"/>
                  </a:cubicBezTo>
                  <a:cubicBezTo>
                    <a:pt x="17055" y="10499"/>
                    <a:pt x="17055" y="10499"/>
                    <a:pt x="17055" y="10499"/>
                  </a:cubicBezTo>
                  <a:cubicBezTo>
                    <a:pt x="17055" y="10432"/>
                    <a:pt x="17055" y="10432"/>
                    <a:pt x="17055" y="10432"/>
                  </a:cubicBezTo>
                  <a:cubicBezTo>
                    <a:pt x="17055" y="10499"/>
                    <a:pt x="17055" y="10499"/>
                    <a:pt x="17055" y="10499"/>
                  </a:cubicBezTo>
                  <a:cubicBezTo>
                    <a:pt x="17055" y="10499"/>
                    <a:pt x="17055" y="10499"/>
                    <a:pt x="17055" y="10499"/>
                  </a:cubicBezTo>
                  <a:cubicBezTo>
                    <a:pt x="17055" y="10499"/>
                    <a:pt x="17055" y="10499"/>
                    <a:pt x="17055" y="10499"/>
                  </a:cubicBezTo>
                  <a:cubicBezTo>
                    <a:pt x="17111" y="10499"/>
                    <a:pt x="17111" y="10499"/>
                    <a:pt x="17111" y="10499"/>
                  </a:cubicBezTo>
                  <a:cubicBezTo>
                    <a:pt x="17111" y="10565"/>
                    <a:pt x="17111" y="10565"/>
                    <a:pt x="17111" y="10565"/>
                  </a:cubicBezTo>
                  <a:cubicBezTo>
                    <a:pt x="17111" y="10565"/>
                    <a:pt x="17111" y="10565"/>
                    <a:pt x="17111" y="10565"/>
                  </a:cubicBezTo>
                  <a:cubicBezTo>
                    <a:pt x="17111" y="10632"/>
                    <a:pt x="17111" y="10632"/>
                    <a:pt x="17111" y="10632"/>
                  </a:cubicBezTo>
                  <a:cubicBezTo>
                    <a:pt x="17111" y="10632"/>
                    <a:pt x="17111" y="10632"/>
                    <a:pt x="17111" y="10632"/>
                  </a:cubicBezTo>
                  <a:cubicBezTo>
                    <a:pt x="16999" y="10565"/>
                    <a:pt x="16999" y="10565"/>
                    <a:pt x="16999" y="10565"/>
                  </a:cubicBezTo>
                  <a:cubicBezTo>
                    <a:pt x="16943" y="10565"/>
                    <a:pt x="16943" y="10565"/>
                    <a:pt x="16943" y="10565"/>
                  </a:cubicBezTo>
                  <a:cubicBezTo>
                    <a:pt x="16887" y="10565"/>
                    <a:pt x="16887" y="10565"/>
                    <a:pt x="16887" y="10565"/>
                  </a:cubicBezTo>
                  <a:cubicBezTo>
                    <a:pt x="16831" y="10565"/>
                    <a:pt x="16831" y="10565"/>
                    <a:pt x="16831" y="10565"/>
                  </a:cubicBezTo>
                  <a:cubicBezTo>
                    <a:pt x="16831" y="10565"/>
                    <a:pt x="16831" y="10565"/>
                    <a:pt x="16831" y="10565"/>
                  </a:cubicBezTo>
                  <a:cubicBezTo>
                    <a:pt x="16887" y="10565"/>
                    <a:pt x="16887" y="10565"/>
                    <a:pt x="16887" y="10565"/>
                  </a:cubicBezTo>
                  <a:cubicBezTo>
                    <a:pt x="16999" y="10632"/>
                    <a:pt x="16999" y="10632"/>
                    <a:pt x="16999" y="10632"/>
                  </a:cubicBezTo>
                  <a:cubicBezTo>
                    <a:pt x="16999" y="10699"/>
                    <a:pt x="16999" y="10699"/>
                    <a:pt x="16999" y="10699"/>
                  </a:cubicBezTo>
                  <a:cubicBezTo>
                    <a:pt x="16999" y="10699"/>
                    <a:pt x="16999" y="10699"/>
                    <a:pt x="16999" y="10699"/>
                  </a:cubicBezTo>
                  <a:cubicBezTo>
                    <a:pt x="16943" y="10632"/>
                    <a:pt x="16943" y="10632"/>
                    <a:pt x="16943" y="10632"/>
                  </a:cubicBezTo>
                  <a:cubicBezTo>
                    <a:pt x="16887" y="10632"/>
                    <a:pt x="16887" y="10632"/>
                    <a:pt x="16887" y="10632"/>
                  </a:cubicBezTo>
                  <a:cubicBezTo>
                    <a:pt x="16887" y="10699"/>
                    <a:pt x="16887" y="10699"/>
                    <a:pt x="16887" y="10699"/>
                  </a:cubicBezTo>
                  <a:cubicBezTo>
                    <a:pt x="16887" y="10699"/>
                    <a:pt x="16887" y="10699"/>
                    <a:pt x="16887" y="10699"/>
                  </a:cubicBezTo>
                  <a:cubicBezTo>
                    <a:pt x="16943" y="10699"/>
                    <a:pt x="16943" y="10699"/>
                    <a:pt x="16943" y="10699"/>
                  </a:cubicBezTo>
                  <a:cubicBezTo>
                    <a:pt x="16943" y="10699"/>
                    <a:pt x="16943" y="10699"/>
                    <a:pt x="16943" y="10699"/>
                  </a:cubicBezTo>
                  <a:cubicBezTo>
                    <a:pt x="16999" y="10699"/>
                    <a:pt x="16999" y="10699"/>
                    <a:pt x="16999" y="10699"/>
                  </a:cubicBezTo>
                  <a:cubicBezTo>
                    <a:pt x="16999" y="10699"/>
                    <a:pt x="16999" y="10699"/>
                    <a:pt x="16999" y="10699"/>
                  </a:cubicBezTo>
                  <a:cubicBezTo>
                    <a:pt x="16999" y="10766"/>
                    <a:pt x="16999" y="10766"/>
                    <a:pt x="16999" y="10766"/>
                  </a:cubicBezTo>
                  <a:cubicBezTo>
                    <a:pt x="16999" y="10766"/>
                    <a:pt x="16999" y="10766"/>
                    <a:pt x="16999"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833"/>
                    <a:pt x="17055" y="10833"/>
                    <a:pt x="17055" y="10833"/>
                  </a:cubicBezTo>
                  <a:cubicBezTo>
                    <a:pt x="17111" y="10833"/>
                    <a:pt x="17111" y="10833"/>
                    <a:pt x="17111" y="10833"/>
                  </a:cubicBezTo>
                  <a:cubicBezTo>
                    <a:pt x="17111" y="10766"/>
                    <a:pt x="17111" y="10766"/>
                    <a:pt x="17111" y="10766"/>
                  </a:cubicBezTo>
                  <a:cubicBezTo>
                    <a:pt x="17111" y="10766"/>
                    <a:pt x="17111" y="10766"/>
                    <a:pt x="17111" y="10766"/>
                  </a:cubicBezTo>
                  <a:cubicBezTo>
                    <a:pt x="17167" y="10766"/>
                    <a:pt x="17167" y="10766"/>
                    <a:pt x="17167" y="10766"/>
                  </a:cubicBezTo>
                  <a:cubicBezTo>
                    <a:pt x="17223" y="10766"/>
                    <a:pt x="17223" y="10766"/>
                    <a:pt x="17223" y="10766"/>
                  </a:cubicBezTo>
                  <a:cubicBezTo>
                    <a:pt x="17279" y="10766"/>
                    <a:pt x="17279" y="10766"/>
                    <a:pt x="17279" y="10766"/>
                  </a:cubicBezTo>
                  <a:cubicBezTo>
                    <a:pt x="17223" y="10833"/>
                    <a:pt x="17223" y="10833"/>
                    <a:pt x="17223" y="10833"/>
                  </a:cubicBezTo>
                  <a:cubicBezTo>
                    <a:pt x="17223" y="10833"/>
                    <a:pt x="17223" y="10833"/>
                    <a:pt x="17223" y="10833"/>
                  </a:cubicBezTo>
                  <a:cubicBezTo>
                    <a:pt x="17167" y="10833"/>
                    <a:pt x="17167" y="10833"/>
                    <a:pt x="17167" y="10833"/>
                  </a:cubicBezTo>
                  <a:cubicBezTo>
                    <a:pt x="17167" y="10833"/>
                    <a:pt x="17167" y="10833"/>
                    <a:pt x="17167" y="10833"/>
                  </a:cubicBezTo>
                  <a:cubicBezTo>
                    <a:pt x="17111" y="10833"/>
                    <a:pt x="17111" y="10833"/>
                    <a:pt x="17111" y="10833"/>
                  </a:cubicBezTo>
                  <a:cubicBezTo>
                    <a:pt x="17055" y="10900"/>
                    <a:pt x="17055" y="10900"/>
                    <a:pt x="17055" y="10900"/>
                  </a:cubicBezTo>
                  <a:cubicBezTo>
                    <a:pt x="17055" y="10900"/>
                    <a:pt x="17055" y="10900"/>
                    <a:pt x="17055" y="10900"/>
                  </a:cubicBezTo>
                  <a:cubicBezTo>
                    <a:pt x="17055" y="10900"/>
                    <a:pt x="17055" y="10900"/>
                    <a:pt x="17055" y="10900"/>
                  </a:cubicBezTo>
                  <a:cubicBezTo>
                    <a:pt x="17111" y="10900"/>
                    <a:pt x="17111" y="10900"/>
                    <a:pt x="17111" y="10900"/>
                  </a:cubicBezTo>
                  <a:cubicBezTo>
                    <a:pt x="17167" y="10900"/>
                    <a:pt x="17167" y="10900"/>
                    <a:pt x="17167" y="10900"/>
                  </a:cubicBezTo>
                  <a:cubicBezTo>
                    <a:pt x="17111" y="10900"/>
                    <a:pt x="17111" y="10900"/>
                    <a:pt x="17111" y="10900"/>
                  </a:cubicBezTo>
                  <a:cubicBezTo>
                    <a:pt x="17111" y="10900"/>
                    <a:pt x="17111" y="10900"/>
                    <a:pt x="17111" y="10900"/>
                  </a:cubicBezTo>
                  <a:cubicBezTo>
                    <a:pt x="17111" y="10900"/>
                    <a:pt x="17111" y="10900"/>
                    <a:pt x="17111" y="10900"/>
                  </a:cubicBezTo>
                  <a:cubicBezTo>
                    <a:pt x="17223" y="10900"/>
                    <a:pt x="17223" y="10900"/>
                    <a:pt x="17223" y="10900"/>
                  </a:cubicBezTo>
                  <a:cubicBezTo>
                    <a:pt x="17223" y="10967"/>
                    <a:pt x="17223" y="10967"/>
                    <a:pt x="17223" y="10967"/>
                  </a:cubicBezTo>
                  <a:cubicBezTo>
                    <a:pt x="17223" y="10967"/>
                    <a:pt x="17223" y="10967"/>
                    <a:pt x="17223" y="10967"/>
                  </a:cubicBezTo>
                  <a:cubicBezTo>
                    <a:pt x="17223" y="10967"/>
                    <a:pt x="17223" y="10967"/>
                    <a:pt x="17223" y="10967"/>
                  </a:cubicBezTo>
                  <a:cubicBezTo>
                    <a:pt x="17279" y="11034"/>
                    <a:pt x="17279" y="11034"/>
                    <a:pt x="17279" y="11034"/>
                  </a:cubicBezTo>
                  <a:cubicBezTo>
                    <a:pt x="17279" y="11034"/>
                    <a:pt x="17279" y="11034"/>
                    <a:pt x="17279" y="11034"/>
                  </a:cubicBezTo>
                  <a:cubicBezTo>
                    <a:pt x="17223" y="11100"/>
                    <a:pt x="17223" y="11100"/>
                    <a:pt x="17223" y="11100"/>
                  </a:cubicBezTo>
                  <a:cubicBezTo>
                    <a:pt x="17223" y="11100"/>
                    <a:pt x="17223" y="11100"/>
                    <a:pt x="17223" y="11100"/>
                  </a:cubicBezTo>
                  <a:cubicBezTo>
                    <a:pt x="17279" y="11100"/>
                    <a:pt x="17279" y="11100"/>
                    <a:pt x="17279" y="11100"/>
                  </a:cubicBezTo>
                  <a:cubicBezTo>
                    <a:pt x="17279" y="11100"/>
                    <a:pt x="17279" y="11100"/>
                    <a:pt x="17279" y="11100"/>
                  </a:cubicBezTo>
                  <a:cubicBezTo>
                    <a:pt x="17279" y="11034"/>
                    <a:pt x="17279" y="11034"/>
                    <a:pt x="17279" y="11034"/>
                  </a:cubicBezTo>
                  <a:cubicBezTo>
                    <a:pt x="17336" y="11034"/>
                    <a:pt x="17336" y="11034"/>
                    <a:pt x="17336" y="11034"/>
                  </a:cubicBezTo>
                  <a:cubicBezTo>
                    <a:pt x="17336" y="11100"/>
                    <a:pt x="17336" y="11100"/>
                    <a:pt x="17336" y="11100"/>
                  </a:cubicBezTo>
                  <a:cubicBezTo>
                    <a:pt x="17336" y="11100"/>
                    <a:pt x="17336" y="11100"/>
                    <a:pt x="17336" y="11100"/>
                  </a:cubicBezTo>
                  <a:cubicBezTo>
                    <a:pt x="17279" y="11167"/>
                    <a:pt x="17279" y="11167"/>
                    <a:pt x="17279" y="11167"/>
                  </a:cubicBezTo>
                  <a:cubicBezTo>
                    <a:pt x="17223" y="11234"/>
                    <a:pt x="17223" y="11234"/>
                    <a:pt x="17223" y="11234"/>
                  </a:cubicBezTo>
                  <a:cubicBezTo>
                    <a:pt x="17223" y="11301"/>
                    <a:pt x="17223" y="11301"/>
                    <a:pt x="17223" y="11301"/>
                  </a:cubicBezTo>
                  <a:cubicBezTo>
                    <a:pt x="17279" y="11234"/>
                    <a:pt x="17279" y="11234"/>
                    <a:pt x="17279" y="11234"/>
                  </a:cubicBezTo>
                  <a:cubicBezTo>
                    <a:pt x="17279" y="11167"/>
                    <a:pt x="17279" y="11167"/>
                    <a:pt x="17279" y="11167"/>
                  </a:cubicBezTo>
                  <a:cubicBezTo>
                    <a:pt x="17279" y="11167"/>
                    <a:pt x="17279" y="11167"/>
                    <a:pt x="17279" y="11167"/>
                  </a:cubicBezTo>
                  <a:cubicBezTo>
                    <a:pt x="17336" y="11100"/>
                    <a:pt x="17336" y="11100"/>
                    <a:pt x="17336" y="11100"/>
                  </a:cubicBezTo>
                  <a:cubicBezTo>
                    <a:pt x="17392" y="11100"/>
                    <a:pt x="17392" y="11100"/>
                    <a:pt x="17392" y="11100"/>
                  </a:cubicBezTo>
                  <a:cubicBezTo>
                    <a:pt x="17392" y="11100"/>
                    <a:pt x="17392" y="11100"/>
                    <a:pt x="17392" y="11100"/>
                  </a:cubicBezTo>
                  <a:cubicBezTo>
                    <a:pt x="17392" y="11034"/>
                    <a:pt x="17392" y="11034"/>
                    <a:pt x="17392" y="11034"/>
                  </a:cubicBezTo>
                  <a:cubicBezTo>
                    <a:pt x="17448" y="11034"/>
                    <a:pt x="17448" y="11034"/>
                    <a:pt x="17448" y="11034"/>
                  </a:cubicBezTo>
                  <a:cubicBezTo>
                    <a:pt x="17448" y="11034"/>
                    <a:pt x="17448" y="11034"/>
                    <a:pt x="17448" y="11034"/>
                  </a:cubicBezTo>
                  <a:cubicBezTo>
                    <a:pt x="17448" y="11100"/>
                    <a:pt x="17448" y="11100"/>
                    <a:pt x="17448" y="11100"/>
                  </a:cubicBezTo>
                  <a:cubicBezTo>
                    <a:pt x="17392" y="11167"/>
                    <a:pt x="17392" y="11167"/>
                    <a:pt x="17392" y="11167"/>
                  </a:cubicBezTo>
                  <a:cubicBezTo>
                    <a:pt x="17336" y="11167"/>
                    <a:pt x="17336" y="11167"/>
                    <a:pt x="17336" y="11167"/>
                  </a:cubicBezTo>
                  <a:cubicBezTo>
                    <a:pt x="17336" y="11234"/>
                    <a:pt x="17336" y="11234"/>
                    <a:pt x="17336" y="11234"/>
                  </a:cubicBezTo>
                  <a:cubicBezTo>
                    <a:pt x="17336" y="11301"/>
                    <a:pt x="17336" y="11301"/>
                    <a:pt x="17336" y="11301"/>
                  </a:cubicBezTo>
                  <a:cubicBezTo>
                    <a:pt x="17392" y="11234"/>
                    <a:pt x="17392" y="11234"/>
                    <a:pt x="17392" y="11234"/>
                  </a:cubicBezTo>
                  <a:cubicBezTo>
                    <a:pt x="17392" y="11234"/>
                    <a:pt x="17392" y="11234"/>
                    <a:pt x="17392" y="11234"/>
                  </a:cubicBezTo>
                  <a:cubicBezTo>
                    <a:pt x="17392" y="11167"/>
                    <a:pt x="17392" y="11167"/>
                    <a:pt x="17392" y="11167"/>
                  </a:cubicBezTo>
                  <a:cubicBezTo>
                    <a:pt x="17392" y="11167"/>
                    <a:pt x="17392" y="11167"/>
                    <a:pt x="17392" y="11167"/>
                  </a:cubicBezTo>
                  <a:cubicBezTo>
                    <a:pt x="17448" y="11100"/>
                    <a:pt x="17448" y="11100"/>
                    <a:pt x="17448" y="11100"/>
                  </a:cubicBezTo>
                  <a:cubicBezTo>
                    <a:pt x="17504" y="11100"/>
                    <a:pt x="17504" y="11100"/>
                    <a:pt x="17504" y="11100"/>
                  </a:cubicBezTo>
                  <a:cubicBezTo>
                    <a:pt x="17560" y="11034"/>
                    <a:pt x="17560" y="11034"/>
                    <a:pt x="17560" y="11034"/>
                  </a:cubicBezTo>
                  <a:cubicBezTo>
                    <a:pt x="17560" y="11034"/>
                    <a:pt x="17560" y="11034"/>
                    <a:pt x="17560" y="11034"/>
                  </a:cubicBezTo>
                  <a:cubicBezTo>
                    <a:pt x="17560" y="11100"/>
                    <a:pt x="17560" y="11100"/>
                    <a:pt x="17560" y="11100"/>
                  </a:cubicBezTo>
                  <a:cubicBezTo>
                    <a:pt x="17504" y="11167"/>
                    <a:pt x="17504" y="11167"/>
                    <a:pt x="17504" y="11167"/>
                  </a:cubicBezTo>
                  <a:cubicBezTo>
                    <a:pt x="17448" y="11167"/>
                    <a:pt x="17448" y="11167"/>
                    <a:pt x="17448" y="11167"/>
                  </a:cubicBezTo>
                  <a:cubicBezTo>
                    <a:pt x="17448" y="11167"/>
                    <a:pt x="17448" y="11167"/>
                    <a:pt x="17448" y="11167"/>
                  </a:cubicBezTo>
                  <a:cubicBezTo>
                    <a:pt x="17448" y="11234"/>
                    <a:pt x="17448" y="11234"/>
                    <a:pt x="17448" y="11234"/>
                  </a:cubicBezTo>
                  <a:cubicBezTo>
                    <a:pt x="17448" y="11234"/>
                    <a:pt x="17448" y="11234"/>
                    <a:pt x="17448" y="11234"/>
                  </a:cubicBezTo>
                  <a:cubicBezTo>
                    <a:pt x="17448" y="11234"/>
                    <a:pt x="17448" y="11234"/>
                    <a:pt x="17448" y="11234"/>
                  </a:cubicBezTo>
                  <a:cubicBezTo>
                    <a:pt x="17504" y="11234"/>
                    <a:pt x="17504" y="11234"/>
                    <a:pt x="17504" y="11234"/>
                  </a:cubicBezTo>
                  <a:cubicBezTo>
                    <a:pt x="17504" y="11234"/>
                    <a:pt x="17504" y="11234"/>
                    <a:pt x="17504" y="11234"/>
                  </a:cubicBezTo>
                  <a:cubicBezTo>
                    <a:pt x="17560" y="11234"/>
                    <a:pt x="17560" y="11234"/>
                    <a:pt x="17560" y="11234"/>
                  </a:cubicBezTo>
                  <a:cubicBezTo>
                    <a:pt x="17616" y="11234"/>
                    <a:pt x="17616" y="11234"/>
                    <a:pt x="17616" y="11234"/>
                  </a:cubicBezTo>
                  <a:cubicBezTo>
                    <a:pt x="17616" y="11301"/>
                    <a:pt x="17616" y="11301"/>
                    <a:pt x="17616" y="11301"/>
                  </a:cubicBezTo>
                  <a:cubicBezTo>
                    <a:pt x="17616" y="11301"/>
                    <a:pt x="17616" y="11301"/>
                    <a:pt x="17616" y="11301"/>
                  </a:cubicBezTo>
                  <a:cubicBezTo>
                    <a:pt x="17560" y="11368"/>
                    <a:pt x="17560" y="11368"/>
                    <a:pt x="17560" y="11368"/>
                  </a:cubicBezTo>
                  <a:cubicBezTo>
                    <a:pt x="17560" y="11368"/>
                    <a:pt x="17560" y="11368"/>
                    <a:pt x="17560" y="11368"/>
                  </a:cubicBezTo>
                  <a:cubicBezTo>
                    <a:pt x="17616" y="11368"/>
                    <a:pt x="17616" y="11368"/>
                    <a:pt x="17616" y="11368"/>
                  </a:cubicBezTo>
                  <a:cubicBezTo>
                    <a:pt x="17616" y="11435"/>
                    <a:pt x="17616" y="11435"/>
                    <a:pt x="17616" y="11435"/>
                  </a:cubicBezTo>
                  <a:cubicBezTo>
                    <a:pt x="17560" y="11435"/>
                    <a:pt x="17560" y="11435"/>
                    <a:pt x="17560" y="11435"/>
                  </a:cubicBezTo>
                  <a:cubicBezTo>
                    <a:pt x="17560" y="11435"/>
                    <a:pt x="17560" y="11435"/>
                    <a:pt x="17560" y="11435"/>
                  </a:cubicBezTo>
                  <a:cubicBezTo>
                    <a:pt x="17560" y="11435"/>
                    <a:pt x="17560" y="11435"/>
                    <a:pt x="17560" y="11435"/>
                  </a:cubicBezTo>
                  <a:cubicBezTo>
                    <a:pt x="17616" y="11435"/>
                    <a:pt x="17616" y="11435"/>
                    <a:pt x="17616" y="11435"/>
                  </a:cubicBezTo>
                  <a:cubicBezTo>
                    <a:pt x="17504" y="11502"/>
                    <a:pt x="17504" y="11502"/>
                    <a:pt x="17504" y="11502"/>
                  </a:cubicBezTo>
                  <a:cubicBezTo>
                    <a:pt x="17504" y="11502"/>
                    <a:pt x="17504" y="11502"/>
                    <a:pt x="17504" y="11502"/>
                  </a:cubicBezTo>
                  <a:cubicBezTo>
                    <a:pt x="17504" y="11502"/>
                    <a:pt x="17504" y="11502"/>
                    <a:pt x="17504" y="11502"/>
                  </a:cubicBezTo>
                  <a:cubicBezTo>
                    <a:pt x="17560" y="11502"/>
                    <a:pt x="17560" y="11502"/>
                    <a:pt x="17560" y="11502"/>
                  </a:cubicBezTo>
                  <a:cubicBezTo>
                    <a:pt x="17616" y="11502"/>
                    <a:pt x="17616" y="11502"/>
                    <a:pt x="17616" y="11502"/>
                  </a:cubicBezTo>
                  <a:cubicBezTo>
                    <a:pt x="17616" y="11502"/>
                    <a:pt x="17616" y="11502"/>
                    <a:pt x="17616" y="11502"/>
                  </a:cubicBezTo>
                  <a:cubicBezTo>
                    <a:pt x="17672" y="11502"/>
                    <a:pt x="17672" y="11502"/>
                    <a:pt x="17672" y="11502"/>
                  </a:cubicBezTo>
                  <a:cubicBezTo>
                    <a:pt x="17672" y="11502"/>
                    <a:pt x="17672" y="11502"/>
                    <a:pt x="17672" y="11502"/>
                  </a:cubicBezTo>
                  <a:cubicBezTo>
                    <a:pt x="17672" y="11569"/>
                    <a:pt x="17672" y="11569"/>
                    <a:pt x="17672" y="11569"/>
                  </a:cubicBezTo>
                  <a:cubicBezTo>
                    <a:pt x="17616" y="11569"/>
                    <a:pt x="17616" y="11569"/>
                    <a:pt x="17616" y="11569"/>
                  </a:cubicBezTo>
                  <a:cubicBezTo>
                    <a:pt x="17672" y="11569"/>
                    <a:pt x="17672" y="11569"/>
                    <a:pt x="17672" y="11569"/>
                  </a:cubicBezTo>
                  <a:cubicBezTo>
                    <a:pt x="17728" y="11502"/>
                    <a:pt x="17728" y="11502"/>
                    <a:pt x="17728" y="11502"/>
                  </a:cubicBezTo>
                  <a:cubicBezTo>
                    <a:pt x="17728" y="11502"/>
                    <a:pt x="17728" y="11502"/>
                    <a:pt x="17728" y="11502"/>
                  </a:cubicBezTo>
                  <a:cubicBezTo>
                    <a:pt x="17784" y="11435"/>
                    <a:pt x="17784" y="11435"/>
                    <a:pt x="17784" y="11435"/>
                  </a:cubicBezTo>
                  <a:cubicBezTo>
                    <a:pt x="17841" y="11502"/>
                    <a:pt x="17841" y="11502"/>
                    <a:pt x="17841" y="11502"/>
                  </a:cubicBezTo>
                  <a:cubicBezTo>
                    <a:pt x="17841" y="11502"/>
                    <a:pt x="17841" y="11502"/>
                    <a:pt x="17841" y="11502"/>
                  </a:cubicBezTo>
                  <a:cubicBezTo>
                    <a:pt x="17784" y="11502"/>
                    <a:pt x="17784" y="11502"/>
                    <a:pt x="17784" y="11502"/>
                  </a:cubicBezTo>
                  <a:cubicBezTo>
                    <a:pt x="17784" y="11502"/>
                    <a:pt x="17784" y="11502"/>
                    <a:pt x="17784" y="11502"/>
                  </a:cubicBezTo>
                  <a:cubicBezTo>
                    <a:pt x="17728" y="11569"/>
                    <a:pt x="17728" y="11569"/>
                    <a:pt x="17728" y="11569"/>
                  </a:cubicBezTo>
                  <a:cubicBezTo>
                    <a:pt x="17728" y="11635"/>
                    <a:pt x="17728" y="11635"/>
                    <a:pt x="17728" y="11635"/>
                  </a:cubicBezTo>
                  <a:cubicBezTo>
                    <a:pt x="17672" y="11635"/>
                    <a:pt x="17672" y="11635"/>
                    <a:pt x="17672" y="11635"/>
                  </a:cubicBezTo>
                  <a:cubicBezTo>
                    <a:pt x="17672" y="11702"/>
                    <a:pt x="17672" y="11702"/>
                    <a:pt x="17672" y="11702"/>
                  </a:cubicBezTo>
                  <a:cubicBezTo>
                    <a:pt x="17672" y="11702"/>
                    <a:pt x="17672" y="11702"/>
                    <a:pt x="17672" y="11702"/>
                  </a:cubicBezTo>
                  <a:cubicBezTo>
                    <a:pt x="17672" y="11702"/>
                    <a:pt x="17672" y="11702"/>
                    <a:pt x="17672" y="11702"/>
                  </a:cubicBezTo>
                  <a:cubicBezTo>
                    <a:pt x="17728" y="11702"/>
                    <a:pt x="17728" y="11702"/>
                    <a:pt x="17728" y="11702"/>
                  </a:cubicBezTo>
                  <a:cubicBezTo>
                    <a:pt x="17728" y="11702"/>
                    <a:pt x="17728" y="11702"/>
                    <a:pt x="17728" y="11702"/>
                  </a:cubicBezTo>
                  <a:cubicBezTo>
                    <a:pt x="17784" y="11635"/>
                    <a:pt x="17784" y="11635"/>
                    <a:pt x="17784" y="11635"/>
                  </a:cubicBezTo>
                  <a:cubicBezTo>
                    <a:pt x="17784" y="11569"/>
                    <a:pt x="17784" y="11569"/>
                    <a:pt x="17784" y="11569"/>
                  </a:cubicBezTo>
                  <a:cubicBezTo>
                    <a:pt x="17784" y="11635"/>
                    <a:pt x="17784" y="11635"/>
                    <a:pt x="17784" y="11635"/>
                  </a:cubicBezTo>
                  <a:cubicBezTo>
                    <a:pt x="17784" y="11702"/>
                    <a:pt x="17784" y="11702"/>
                    <a:pt x="17784" y="11702"/>
                  </a:cubicBezTo>
                  <a:cubicBezTo>
                    <a:pt x="17784" y="11769"/>
                    <a:pt x="17784" y="11769"/>
                    <a:pt x="17784" y="11769"/>
                  </a:cubicBezTo>
                  <a:cubicBezTo>
                    <a:pt x="17728" y="11769"/>
                    <a:pt x="17728" y="11769"/>
                    <a:pt x="17728" y="11769"/>
                  </a:cubicBezTo>
                  <a:cubicBezTo>
                    <a:pt x="17784" y="11769"/>
                    <a:pt x="17784" y="11769"/>
                    <a:pt x="17784" y="11769"/>
                  </a:cubicBezTo>
                  <a:cubicBezTo>
                    <a:pt x="17784" y="11702"/>
                    <a:pt x="17784" y="11702"/>
                    <a:pt x="17784" y="11702"/>
                  </a:cubicBezTo>
                  <a:cubicBezTo>
                    <a:pt x="17784" y="11635"/>
                    <a:pt x="17784" y="11635"/>
                    <a:pt x="17784" y="11635"/>
                  </a:cubicBezTo>
                  <a:cubicBezTo>
                    <a:pt x="17841" y="11635"/>
                    <a:pt x="17841" y="11635"/>
                    <a:pt x="17841" y="11635"/>
                  </a:cubicBezTo>
                  <a:cubicBezTo>
                    <a:pt x="17841" y="11635"/>
                    <a:pt x="17841" y="11635"/>
                    <a:pt x="17841" y="11635"/>
                  </a:cubicBezTo>
                  <a:cubicBezTo>
                    <a:pt x="17841" y="11702"/>
                    <a:pt x="17841" y="11702"/>
                    <a:pt x="17841" y="11702"/>
                  </a:cubicBezTo>
                  <a:cubicBezTo>
                    <a:pt x="17897" y="11769"/>
                    <a:pt x="17897" y="11769"/>
                    <a:pt x="17897" y="11769"/>
                  </a:cubicBezTo>
                  <a:cubicBezTo>
                    <a:pt x="17897" y="11769"/>
                    <a:pt x="17897" y="11769"/>
                    <a:pt x="17897" y="11769"/>
                  </a:cubicBezTo>
                  <a:cubicBezTo>
                    <a:pt x="17897" y="11702"/>
                    <a:pt x="17897" y="11702"/>
                    <a:pt x="17897" y="11702"/>
                  </a:cubicBezTo>
                  <a:cubicBezTo>
                    <a:pt x="17897" y="11635"/>
                    <a:pt x="17897" y="11635"/>
                    <a:pt x="17897" y="11635"/>
                  </a:cubicBezTo>
                  <a:cubicBezTo>
                    <a:pt x="17953" y="11635"/>
                    <a:pt x="17953" y="11635"/>
                    <a:pt x="17953" y="11635"/>
                  </a:cubicBezTo>
                  <a:cubicBezTo>
                    <a:pt x="17953" y="11635"/>
                    <a:pt x="17953" y="11635"/>
                    <a:pt x="17953" y="11635"/>
                  </a:cubicBezTo>
                  <a:cubicBezTo>
                    <a:pt x="17953" y="11702"/>
                    <a:pt x="17953" y="11702"/>
                    <a:pt x="17953" y="11702"/>
                  </a:cubicBezTo>
                  <a:cubicBezTo>
                    <a:pt x="17953" y="11702"/>
                    <a:pt x="17953" y="11702"/>
                    <a:pt x="17953" y="11702"/>
                  </a:cubicBezTo>
                  <a:cubicBezTo>
                    <a:pt x="18009" y="11702"/>
                    <a:pt x="18009" y="11702"/>
                    <a:pt x="18009" y="11702"/>
                  </a:cubicBezTo>
                  <a:cubicBezTo>
                    <a:pt x="18009" y="11702"/>
                    <a:pt x="18009" y="11702"/>
                    <a:pt x="18009" y="11702"/>
                  </a:cubicBezTo>
                  <a:cubicBezTo>
                    <a:pt x="18009" y="11769"/>
                    <a:pt x="18009" y="11769"/>
                    <a:pt x="18009" y="11769"/>
                  </a:cubicBezTo>
                  <a:cubicBezTo>
                    <a:pt x="18065" y="11769"/>
                    <a:pt x="18065" y="11769"/>
                    <a:pt x="18065" y="11769"/>
                  </a:cubicBezTo>
                  <a:cubicBezTo>
                    <a:pt x="18065" y="11769"/>
                    <a:pt x="18065" y="11769"/>
                    <a:pt x="18065" y="11769"/>
                  </a:cubicBezTo>
                  <a:cubicBezTo>
                    <a:pt x="18065" y="11836"/>
                    <a:pt x="18065" y="11836"/>
                    <a:pt x="18065" y="11836"/>
                  </a:cubicBezTo>
                  <a:cubicBezTo>
                    <a:pt x="18121" y="11836"/>
                    <a:pt x="18121" y="11836"/>
                    <a:pt x="18121" y="11836"/>
                  </a:cubicBezTo>
                  <a:cubicBezTo>
                    <a:pt x="18121" y="11903"/>
                    <a:pt x="18121" y="11903"/>
                    <a:pt x="18121" y="11903"/>
                  </a:cubicBezTo>
                  <a:cubicBezTo>
                    <a:pt x="18121" y="11903"/>
                    <a:pt x="18121" y="11903"/>
                    <a:pt x="18121" y="11903"/>
                  </a:cubicBezTo>
                  <a:cubicBezTo>
                    <a:pt x="18065" y="11903"/>
                    <a:pt x="18065" y="11903"/>
                    <a:pt x="18065" y="11903"/>
                  </a:cubicBezTo>
                  <a:cubicBezTo>
                    <a:pt x="18009" y="11903"/>
                    <a:pt x="18009" y="11903"/>
                    <a:pt x="18009" y="11903"/>
                  </a:cubicBezTo>
                  <a:cubicBezTo>
                    <a:pt x="18009" y="11903"/>
                    <a:pt x="18009" y="11903"/>
                    <a:pt x="18009" y="11903"/>
                  </a:cubicBezTo>
                  <a:cubicBezTo>
                    <a:pt x="18009" y="11836"/>
                    <a:pt x="18009" y="11836"/>
                    <a:pt x="18009" y="11836"/>
                  </a:cubicBezTo>
                  <a:cubicBezTo>
                    <a:pt x="17953" y="11836"/>
                    <a:pt x="17953" y="11836"/>
                    <a:pt x="17953" y="11836"/>
                  </a:cubicBezTo>
                  <a:cubicBezTo>
                    <a:pt x="17953" y="11836"/>
                    <a:pt x="17953" y="11836"/>
                    <a:pt x="17953" y="11836"/>
                  </a:cubicBezTo>
                  <a:cubicBezTo>
                    <a:pt x="17953" y="11836"/>
                    <a:pt x="17953" y="11836"/>
                    <a:pt x="17953" y="11836"/>
                  </a:cubicBezTo>
                  <a:cubicBezTo>
                    <a:pt x="17897" y="11903"/>
                    <a:pt x="17897" y="11903"/>
                    <a:pt x="17897" y="11903"/>
                  </a:cubicBezTo>
                  <a:cubicBezTo>
                    <a:pt x="17953" y="11836"/>
                    <a:pt x="17953" y="11836"/>
                    <a:pt x="17953" y="11836"/>
                  </a:cubicBezTo>
                  <a:cubicBezTo>
                    <a:pt x="17953" y="11836"/>
                    <a:pt x="17953" y="11836"/>
                    <a:pt x="17953" y="11836"/>
                  </a:cubicBezTo>
                  <a:cubicBezTo>
                    <a:pt x="18009" y="11903"/>
                    <a:pt x="18009" y="11903"/>
                    <a:pt x="18009" y="11903"/>
                  </a:cubicBezTo>
                  <a:cubicBezTo>
                    <a:pt x="17953" y="11903"/>
                    <a:pt x="17953" y="11903"/>
                    <a:pt x="17953" y="11903"/>
                  </a:cubicBezTo>
                  <a:cubicBezTo>
                    <a:pt x="18009" y="11903"/>
                    <a:pt x="18009" y="11903"/>
                    <a:pt x="18009" y="11903"/>
                  </a:cubicBezTo>
                  <a:cubicBezTo>
                    <a:pt x="18009" y="11970"/>
                    <a:pt x="18009" y="11970"/>
                    <a:pt x="18009" y="11970"/>
                  </a:cubicBezTo>
                  <a:cubicBezTo>
                    <a:pt x="18009" y="11970"/>
                    <a:pt x="18009" y="11970"/>
                    <a:pt x="18009" y="11970"/>
                  </a:cubicBezTo>
                  <a:cubicBezTo>
                    <a:pt x="17953" y="11970"/>
                    <a:pt x="17953" y="11970"/>
                    <a:pt x="17953" y="11970"/>
                  </a:cubicBezTo>
                  <a:cubicBezTo>
                    <a:pt x="17897" y="11970"/>
                    <a:pt x="17897" y="11970"/>
                    <a:pt x="17897" y="11970"/>
                  </a:cubicBezTo>
                  <a:cubicBezTo>
                    <a:pt x="17953" y="11970"/>
                    <a:pt x="17953" y="11970"/>
                    <a:pt x="17953" y="11970"/>
                  </a:cubicBezTo>
                  <a:cubicBezTo>
                    <a:pt x="18009" y="11970"/>
                    <a:pt x="18009" y="11970"/>
                    <a:pt x="18009" y="11970"/>
                  </a:cubicBezTo>
                  <a:cubicBezTo>
                    <a:pt x="18009" y="11970"/>
                    <a:pt x="18009" y="11970"/>
                    <a:pt x="18009" y="11970"/>
                  </a:cubicBezTo>
                  <a:cubicBezTo>
                    <a:pt x="18009" y="11970"/>
                    <a:pt x="18009" y="11970"/>
                    <a:pt x="18009" y="11970"/>
                  </a:cubicBezTo>
                  <a:cubicBezTo>
                    <a:pt x="18009" y="12037"/>
                    <a:pt x="18009" y="12037"/>
                    <a:pt x="18009" y="12037"/>
                  </a:cubicBezTo>
                  <a:cubicBezTo>
                    <a:pt x="17953" y="12037"/>
                    <a:pt x="17953" y="12037"/>
                    <a:pt x="17953" y="12037"/>
                  </a:cubicBezTo>
                  <a:cubicBezTo>
                    <a:pt x="17953" y="12037"/>
                    <a:pt x="17953" y="12037"/>
                    <a:pt x="17953" y="12037"/>
                  </a:cubicBezTo>
                  <a:cubicBezTo>
                    <a:pt x="17897" y="12037"/>
                    <a:pt x="17897" y="12037"/>
                    <a:pt x="17897" y="12037"/>
                  </a:cubicBezTo>
                  <a:cubicBezTo>
                    <a:pt x="17841" y="12037"/>
                    <a:pt x="17841" y="12037"/>
                    <a:pt x="17841" y="12037"/>
                  </a:cubicBezTo>
                  <a:cubicBezTo>
                    <a:pt x="17841" y="11970"/>
                    <a:pt x="17841" y="11970"/>
                    <a:pt x="17841" y="11970"/>
                  </a:cubicBezTo>
                  <a:cubicBezTo>
                    <a:pt x="17841" y="11970"/>
                    <a:pt x="17841" y="11970"/>
                    <a:pt x="17841" y="11970"/>
                  </a:cubicBezTo>
                  <a:cubicBezTo>
                    <a:pt x="17841" y="11903"/>
                    <a:pt x="17841" y="11903"/>
                    <a:pt x="17841" y="11903"/>
                  </a:cubicBezTo>
                  <a:cubicBezTo>
                    <a:pt x="17784" y="11903"/>
                    <a:pt x="17784" y="11903"/>
                    <a:pt x="17784" y="11903"/>
                  </a:cubicBezTo>
                  <a:cubicBezTo>
                    <a:pt x="17784" y="11903"/>
                    <a:pt x="17784" y="11903"/>
                    <a:pt x="17784" y="11903"/>
                  </a:cubicBezTo>
                  <a:cubicBezTo>
                    <a:pt x="17784" y="11970"/>
                    <a:pt x="17784" y="11970"/>
                    <a:pt x="17784" y="11970"/>
                  </a:cubicBezTo>
                  <a:cubicBezTo>
                    <a:pt x="17784" y="11970"/>
                    <a:pt x="17784" y="11970"/>
                    <a:pt x="17784" y="11970"/>
                  </a:cubicBezTo>
                  <a:cubicBezTo>
                    <a:pt x="17841" y="12037"/>
                    <a:pt x="17841" y="12037"/>
                    <a:pt x="17841" y="12037"/>
                  </a:cubicBezTo>
                  <a:cubicBezTo>
                    <a:pt x="17841" y="12037"/>
                    <a:pt x="17841" y="12037"/>
                    <a:pt x="17841" y="12037"/>
                  </a:cubicBezTo>
                  <a:cubicBezTo>
                    <a:pt x="17784" y="12037"/>
                    <a:pt x="17784" y="12037"/>
                    <a:pt x="17784" y="12037"/>
                  </a:cubicBezTo>
                  <a:cubicBezTo>
                    <a:pt x="17728" y="12037"/>
                    <a:pt x="17728" y="12037"/>
                    <a:pt x="17728" y="12037"/>
                  </a:cubicBezTo>
                  <a:cubicBezTo>
                    <a:pt x="17728" y="11970"/>
                    <a:pt x="17728" y="11970"/>
                    <a:pt x="17728" y="11970"/>
                  </a:cubicBezTo>
                  <a:cubicBezTo>
                    <a:pt x="17728" y="12037"/>
                    <a:pt x="17728" y="12037"/>
                    <a:pt x="17728" y="12037"/>
                  </a:cubicBezTo>
                  <a:cubicBezTo>
                    <a:pt x="17728" y="12037"/>
                    <a:pt x="17728" y="12037"/>
                    <a:pt x="17728" y="12037"/>
                  </a:cubicBezTo>
                  <a:cubicBezTo>
                    <a:pt x="17784" y="12037"/>
                    <a:pt x="17784" y="12037"/>
                    <a:pt x="17784" y="12037"/>
                  </a:cubicBezTo>
                  <a:cubicBezTo>
                    <a:pt x="17841" y="12104"/>
                    <a:pt x="17841" y="12104"/>
                    <a:pt x="17841" y="12104"/>
                  </a:cubicBezTo>
                  <a:cubicBezTo>
                    <a:pt x="17841" y="12104"/>
                    <a:pt x="17841" y="12104"/>
                    <a:pt x="17841" y="12104"/>
                  </a:cubicBezTo>
                  <a:cubicBezTo>
                    <a:pt x="17841" y="12104"/>
                    <a:pt x="17841" y="12104"/>
                    <a:pt x="17841" y="12104"/>
                  </a:cubicBezTo>
                  <a:cubicBezTo>
                    <a:pt x="17841" y="12170"/>
                    <a:pt x="17841" y="12170"/>
                    <a:pt x="17841" y="12170"/>
                  </a:cubicBezTo>
                  <a:cubicBezTo>
                    <a:pt x="17784" y="12170"/>
                    <a:pt x="17784" y="12170"/>
                    <a:pt x="17784" y="12170"/>
                  </a:cubicBezTo>
                  <a:cubicBezTo>
                    <a:pt x="17784" y="12104"/>
                    <a:pt x="17784" y="12104"/>
                    <a:pt x="17784" y="12104"/>
                  </a:cubicBezTo>
                  <a:cubicBezTo>
                    <a:pt x="17728" y="12104"/>
                    <a:pt x="17728" y="12104"/>
                    <a:pt x="17728" y="12104"/>
                  </a:cubicBezTo>
                  <a:cubicBezTo>
                    <a:pt x="17672" y="12104"/>
                    <a:pt x="17672" y="12104"/>
                    <a:pt x="17672" y="12104"/>
                  </a:cubicBezTo>
                  <a:cubicBezTo>
                    <a:pt x="17672" y="12104"/>
                    <a:pt x="17672" y="12104"/>
                    <a:pt x="17672" y="12104"/>
                  </a:cubicBezTo>
                  <a:cubicBezTo>
                    <a:pt x="17672" y="12104"/>
                    <a:pt x="17672" y="12104"/>
                    <a:pt x="17672" y="12104"/>
                  </a:cubicBezTo>
                  <a:cubicBezTo>
                    <a:pt x="17728" y="12104"/>
                    <a:pt x="17728" y="12104"/>
                    <a:pt x="17728" y="12104"/>
                  </a:cubicBezTo>
                  <a:cubicBezTo>
                    <a:pt x="17784" y="12170"/>
                    <a:pt x="17784" y="12170"/>
                    <a:pt x="17784" y="12170"/>
                  </a:cubicBezTo>
                  <a:cubicBezTo>
                    <a:pt x="17784" y="12237"/>
                    <a:pt x="17784" y="12237"/>
                    <a:pt x="17784" y="12237"/>
                  </a:cubicBezTo>
                  <a:cubicBezTo>
                    <a:pt x="17728" y="12237"/>
                    <a:pt x="17728" y="12237"/>
                    <a:pt x="17728" y="12237"/>
                  </a:cubicBezTo>
                  <a:cubicBezTo>
                    <a:pt x="17728" y="12237"/>
                    <a:pt x="17728" y="12237"/>
                    <a:pt x="17728" y="12237"/>
                  </a:cubicBezTo>
                  <a:cubicBezTo>
                    <a:pt x="17728" y="12237"/>
                    <a:pt x="17728" y="12237"/>
                    <a:pt x="17728" y="12237"/>
                  </a:cubicBezTo>
                  <a:cubicBezTo>
                    <a:pt x="17672" y="12170"/>
                    <a:pt x="17672" y="12170"/>
                    <a:pt x="17672" y="12170"/>
                  </a:cubicBezTo>
                  <a:cubicBezTo>
                    <a:pt x="17672" y="12170"/>
                    <a:pt x="17672" y="12170"/>
                    <a:pt x="17672" y="12170"/>
                  </a:cubicBezTo>
                  <a:cubicBezTo>
                    <a:pt x="17672" y="12170"/>
                    <a:pt x="17672" y="12170"/>
                    <a:pt x="17672" y="12170"/>
                  </a:cubicBezTo>
                  <a:cubicBezTo>
                    <a:pt x="17672" y="12237"/>
                    <a:pt x="17672" y="12237"/>
                    <a:pt x="17672" y="12237"/>
                  </a:cubicBezTo>
                  <a:cubicBezTo>
                    <a:pt x="17672" y="12237"/>
                    <a:pt x="17672" y="12237"/>
                    <a:pt x="17672" y="12237"/>
                  </a:cubicBezTo>
                  <a:cubicBezTo>
                    <a:pt x="17672" y="12304"/>
                    <a:pt x="17672" y="12304"/>
                    <a:pt x="17672" y="12304"/>
                  </a:cubicBezTo>
                  <a:cubicBezTo>
                    <a:pt x="17672" y="12304"/>
                    <a:pt x="17672" y="12304"/>
                    <a:pt x="17672"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560" y="12304"/>
                    <a:pt x="17560" y="12304"/>
                    <a:pt x="17560" y="12304"/>
                  </a:cubicBezTo>
                  <a:cubicBezTo>
                    <a:pt x="17560" y="12304"/>
                    <a:pt x="17560" y="12304"/>
                    <a:pt x="17560" y="12304"/>
                  </a:cubicBezTo>
                  <a:cubicBezTo>
                    <a:pt x="17560" y="12304"/>
                    <a:pt x="17560" y="12304"/>
                    <a:pt x="17560" y="12304"/>
                  </a:cubicBezTo>
                  <a:cubicBezTo>
                    <a:pt x="17560" y="12237"/>
                    <a:pt x="17560" y="12237"/>
                    <a:pt x="17560" y="12237"/>
                  </a:cubicBezTo>
                  <a:cubicBezTo>
                    <a:pt x="17504" y="12170"/>
                    <a:pt x="17504" y="12170"/>
                    <a:pt x="17504" y="12170"/>
                  </a:cubicBezTo>
                  <a:cubicBezTo>
                    <a:pt x="17504" y="12170"/>
                    <a:pt x="17504" y="12170"/>
                    <a:pt x="17504" y="12170"/>
                  </a:cubicBezTo>
                  <a:cubicBezTo>
                    <a:pt x="17504" y="12170"/>
                    <a:pt x="17504" y="12170"/>
                    <a:pt x="17504" y="12170"/>
                  </a:cubicBezTo>
                  <a:cubicBezTo>
                    <a:pt x="17504" y="12304"/>
                    <a:pt x="17504" y="12304"/>
                    <a:pt x="17504" y="12304"/>
                  </a:cubicBezTo>
                  <a:cubicBezTo>
                    <a:pt x="17504" y="12304"/>
                    <a:pt x="17504" y="12304"/>
                    <a:pt x="17504" y="12304"/>
                  </a:cubicBezTo>
                  <a:cubicBezTo>
                    <a:pt x="17448" y="12304"/>
                    <a:pt x="17448" y="12304"/>
                    <a:pt x="17448" y="12304"/>
                  </a:cubicBezTo>
                  <a:cubicBezTo>
                    <a:pt x="17448" y="12304"/>
                    <a:pt x="17448" y="12304"/>
                    <a:pt x="17448" y="12304"/>
                  </a:cubicBezTo>
                  <a:cubicBezTo>
                    <a:pt x="17504" y="12304"/>
                    <a:pt x="17504" y="12304"/>
                    <a:pt x="17504" y="12304"/>
                  </a:cubicBezTo>
                  <a:cubicBezTo>
                    <a:pt x="17504" y="12304"/>
                    <a:pt x="17504" y="12304"/>
                    <a:pt x="17504" y="12304"/>
                  </a:cubicBezTo>
                  <a:cubicBezTo>
                    <a:pt x="17504" y="12371"/>
                    <a:pt x="17504" y="12371"/>
                    <a:pt x="17504" y="12371"/>
                  </a:cubicBezTo>
                  <a:cubicBezTo>
                    <a:pt x="17448" y="12371"/>
                    <a:pt x="17448" y="12371"/>
                    <a:pt x="17448" y="12371"/>
                  </a:cubicBezTo>
                  <a:cubicBezTo>
                    <a:pt x="17448" y="12371"/>
                    <a:pt x="17448" y="12371"/>
                    <a:pt x="17448" y="12371"/>
                  </a:cubicBezTo>
                  <a:cubicBezTo>
                    <a:pt x="17448" y="12371"/>
                    <a:pt x="17448" y="12371"/>
                    <a:pt x="17448" y="12371"/>
                  </a:cubicBezTo>
                  <a:cubicBezTo>
                    <a:pt x="17448" y="12371"/>
                    <a:pt x="17448" y="12371"/>
                    <a:pt x="17448" y="12371"/>
                  </a:cubicBezTo>
                  <a:cubicBezTo>
                    <a:pt x="17504" y="12371"/>
                    <a:pt x="17504" y="12371"/>
                    <a:pt x="17504" y="12371"/>
                  </a:cubicBezTo>
                  <a:cubicBezTo>
                    <a:pt x="17504" y="12438"/>
                    <a:pt x="17504" y="12438"/>
                    <a:pt x="17504" y="12438"/>
                  </a:cubicBezTo>
                  <a:cubicBezTo>
                    <a:pt x="17504" y="12438"/>
                    <a:pt x="17504" y="12438"/>
                    <a:pt x="17504" y="12438"/>
                  </a:cubicBezTo>
                  <a:cubicBezTo>
                    <a:pt x="17448" y="12438"/>
                    <a:pt x="17448" y="12438"/>
                    <a:pt x="17448" y="12438"/>
                  </a:cubicBezTo>
                  <a:cubicBezTo>
                    <a:pt x="17448" y="12438"/>
                    <a:pt x="17448" y="12438"/>
                    <a:pt x="17448" y="12438"/>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72"/>
                    <a:pt x="17448" y="12572"/>
                    <a:pt x="17448" y="12572"/>
                  </a:cubicBezTo>
                  <a:cubicBezTo>
                    <a:pt x="17448" y="12572"/>
                    <a:pt x="17448" y="12572"/>
                    <a:pt x="17448" y="12572"/>
                  </a:cubicBezTo>
                  <a:cubicBezTo>
                    <a:pt x="17448" y="12639"/>
                    <a:pt x="17448" y="12639"/>
                    <a:pt x="17448"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36" y="12572"/>
                    <a:pt x="17336" y="12572"/>
                    <a:pt x="17336" y="12572"/>
                  </a:cubicBezTo>
                  <a:cubicBezTo>
                    <a:pt x="17336" y="12572"/>
                    <a:pt x="17336" y="12572"/>
                    <a:pt x="17336" y="12572"/>
                  </a:cubicBezTo>
                  <a:cubicBezTo>
                    <a:pt x="17336" y="12572"/>
                    <a:pt x="17336" y="12572"/>
                    <a:pt x="17336" y="12572"/>
                  </a:cubicBezTo>
                  <a:cubicBezTo>
                    <a:pt x="17336" y="12505"/>
                    <a:pt x="17336" y="12505"/>
                    <a:pt x="17336" y="12505"/>
                  </a:cubicBezTo>
                  <a:cubicBezTo>
                    <a:pt x="17336" y="12505"/>
                    <a:pt x="17336" y="12505"/>
                    <a:pt x="17336" y="12505"/>
                  </a:cubicBezTo>
                  <a:cubicBezTo>
                    <a:pt x="17279" y="12572"/>
                    <a:pt x="17279" y="12572"/>
                    <a:pt x="17279" y="12572"/>
                  </a:cubicBezTo>
                  <a:cubicBezTo>
                    <a:pt x="17279" y="12572"/>
                    <a:pt x="17279" y="12572"/>
                    <a:pt x="17279" y="12572"/>
                  </a:cubicBezTo>
                  <a:cubicBezTo>
                    <a:pt x="17279" y="12572"/>
                    <a:pt x="17279" y="12572"/>
                    <a:pt x="17279" y="12572"/>
                  </a:cubicBezTo>
                  <a:cubicBezTo>
                    <a:pt x="17279" y="12572"/>
                    <a:pt x="17279" y="12572"/>
                    <a:pt x="17279" y="12572"/>
                  </a:cubicBezTo>
                  <a:cubicBezTo>
                    <a:pt x="17279" y="12505"/>
                    <a:pt x="17279" y="12505"/>
                    <a:pt x="17279" y="12505"/>
                  </a:cubicBezTo>
                  <a:cubicBezTo>
                    <a:pt x="17279" y="12505"/>
                    <a:pt x="17279" y="12505"/>
                    <a:pt x="17279" y="12505"/>
                  </a:cubicBezTo>
                  <a:cubicBezTo>
                    <a:pt x="17279" y="12505"/>
                    <a:pt x="17279" y="12505"/>
                    <a:pt x="17279" y="12505"/>
                  </a:cubicBezTo>
                  <a:cubicBezTo>
                    <a:pt x="17279" y="12438"/>
                    <a:pt x="17279" y="12438"/>
                    <a:pt x="17279" y="12438"/>
                  </a:cubicBezTo>
                  <a:cubicBezTo>
                    <a:pt x="17279" y="12438"/>
                    <a:pt x="17279" y="12438"/>
                    <a:pt x="17279" y="12438"/>
                  </a:cubicBezTo>
                  <a:cubicBezTo>
                    <a:pt x="17279" y="12438"/>
                    <a:pt x="17279" y="12438"/>
                    <a:pt x="17279" y="12438"/>
                  </a:cubicBezTo>
                  <a:cubicBezTo>
                    <a:pt x="17279" y="12438"/>
                    <a:pt x="17279" y="12438"/>
                    <a:pt x="17279" y="12438"/>
                  </a:cubicBezTo>
                  <a:cubicBezTo>
                    <a:pt x="17223" y="12438"/>
                    <a:pt x="17223" y="12438"/>
                    <a:pt x="17223" y="12438"/>
                  </a:cubicBezTo>
                  <a:cubicBezTo>
                    <a:pt x="17223" y="12505"/>
                    <a:pt x="17223" y="12505"/>
                    <a:pt x="17223" y="12505"/>
                  </a:cubicBezTo>
                  <a:cubicBezTo>
                    <a:pt x="17223" y="12505"/>
                    <a:pt x="17223" y="12505"/>
                    <a:pt x="17223" y="12505"/>
                  </a:cubicBezTo>
                  <a:cubicBezTo>
                    <a:pt x="17167" y="12505"/>
                    <a:pt x="17167" y="12505"/>
                    <a:pt x="17167" y="12505"/>
                  </a:cubicBezTo>
                  <a:cubicBezTo>
                    <a:pt x="17167" y="12505"/>
                    <a:pt x="17167" y="12505"/>
                    <a:pt x="17167" y="12505"/>
                  </a:cubicBezTo>
                  <a:cubicBezTo>
                    <a:pt x="17167" y="12438"/>
                    <a:pt x="17167" y="12438"/>
                    <a:pt x="17167" y="12438"/>
                  </a:cubicBezTo>
                  <a:cubicBezTo>
                    <a:pt x="17167" y="12438"/>
                    <a:pt x="17167" y="12438"/>
                    <a:pt x="17167" y="12438"/>
                  </a:cubicBezTo>
                  <a:cubicBezTo>
                    <a:pt x="17167" y="12371"/>
                    <a:pt x="17167" y="12371"/>
                    <a:pt x="17167"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167" y="12371"/>
                    <a:pt x="17167" y="12371"/>
                    <a:pt x="17167" y="12371"/>
                  </a:cubicBezTo>
                  <a:cubicBezTo>
                    <a:pt x="17167" y="12371"/>
                    <a:pt x="17167" y="12371"/>
                    <a:pt x="17167" y="12371"/>
                  </a:cubicBezTo>
                  <a:cubicBezTo>
                    <a:pt x="17111" y="12304"/>
                    <a:pt x="17111" y="12304"/>
                    <a:pt x="17111" y="12304"/>
                  </a:cubicBezTo>
                  <a:cubicBezTo>
                    <a:pt x="17167" y="12304"/>
                    <a:pt x="17167" y="12304"/>
                    <a:pt x="17167" y="12304"/>
                  </a:cubicBezTo>
                  <a:cubicBezTo>
                    <a:pt x="17167" y="12304"/>
                    <a:pt x="17167" y="12304"/>
                    <a:pt x="17167" y="12304"/>
                  </a:cubicBezTo>
                  <a:cubicBezTo>
                    <a:pt x="17223" y="12237"/>
                    <a:pt x="17223" y="12237"/>
                    <a:pt x="17223" y="12237"/>
                  </a:cubicBezTo>
                  <a:cubicBezTo>
                    <a:pt x="17167" y="12237"/>
                    <a:pt x="17167" y="12237"/>
                    <a:pt x="17167" y="12237"/>
                  </a:cubicBezTo>
                  <a:cubicBezTo>
                    <a:pt x="17167" y="12237"/>
                    <a:pt x="17167" y="12237"/>
                    <a:pt x="17167" y="12237"/>
                  </a:cubicBezTo>
                  <a:cubicBezTo>
                    <a:pt x="17167" y="12237"/>
                    <a:pt x="17167" y="12237"/>
                    <a:pt x="17167" y="12237"/>
                  </a:cubicBezTo>
                  <a:cubicBezTo>
                    <a:pt x="17111" y="12237"/>
                    <a:pt x="17111" y="12237"/>
                    <a:pt x="17111" y="12237"/>
                  </a:cubicBezTo>
                  <a:cubicBezTo>
                    <a:pt x="17167" y="12237"/>
                    <a:pt x="17167" y="12237"/>
                    <a:pt x="17167" y="12237"/>
                  </a:cubicBezTo>
                  <a:cubicBezTo>
                    <a:pt x="17167" y="12170"/>
                    <a:pt x="17167" y="12170"/>
                    <a:pt x="17167" y="12170"/>
                  </a:cubicBezTo>
                  <a:cubicBezTo>
                    <a:pt x="17223" y="12170"/>
                    <a:pt x="17223" y="12170"/>
                    <a:pt x="17223" y="12170"/>
                  </a:cubicBezTo>
                  <a:cubicBezTo>
                    <a:pt x="17223" y="12170"/>
                    <a:pt x="17223" y="12170"/>
                    <a:pt x="17223" y="12170"/>
                  </a:cubicBezTo>
                  <a:cubicBezTo>
                    <a:pt x="17167" y="12170"/>
                    <a:pt x="17167" y="12170"/>
                    <a:pt x="17167" y="12170"/>
                  </a:cubicBezTo>
                  <a:cubicBezTo>
                    <a:pt x="17111" y="12170"/>
                    <a:pt x="17111" y="12170"/>
                    <a:pt x="17111" y="12170"/>
                  </a:cubicBezTo>
                  <a:cubicBezTo>
                    <a:pt x="17111" y="12170"/>
                    <a:pt x="17111" y="12170"/>
                    <a:pt x="17111" y="12170"/>
                  </a:cubicBezTo>
                  <a:cubicBezTo>
                    <a:pt x="17111" y="12170"/>
                    <a:pt x="17111" y="12170"/>
                    <a:pt x="17111" y="12170"/>
                  </a:cubicBezTo>
                  <a:cubicBezTo>
                    <a:pt x="17167" y="12104"/>
                    <a:pt x="17167" y="12104"/>
                    <a:pt x="17167" y="12104"/>
                  </a:cubicBezTo>
                  <a:cubicBezTo>
                    <a:pt x="17167" y="12104"/>
                    <a:pt x="17167" y="12104"/>
                    <a:pt x="17167" y="12104"/>
                  </a:cubicBezTo>
                  <a:cubicBezTo>
                    <a:pt x="17223" y="12104"/>
                    <a:pt x="17223" y="12104"/>
                    <a:pt x="17223" y="12104"/>
                  </a:cubicBezTo>
                  <a:cubicBezTo>
                    <a:pt x="17279" y="12037"/>
                    <a:pt x="17279" y="12037"/>
                    <a:pt x="17279" y="12037"/>
                  </a:cubicBezTo>
                  <a:cubicBezTo>
                    <a:pt x="17279" y="12037"/>
                    <a:pt x="17279" y="12037"/>
                    <a:pt x="17279" y="12037"/>
                  </a:cubicBezTo>
                  <a:cubicBezTo>
                    <a:pt x="17336" y="11970"/>
                    <a:pt x="17336" y="11970"/>
                    <a:pt x="17336" y="11970"/>
                  </a:cubicBezTo>
                  <a:cubicBezTo>
                    <a:pt x="17336" y="11970"/>
                    <a:pt x="17336" y="11970"/>
                    <a:pt x="17336" y="11970"/>
                  </a:cubicBezTo>
                  <a:cubicBezTo>
                    <a:pt x="17392" y="11903"/>
                    <a:pt x="17392" y="11903"/>
                    <a:pt x="17392" y="11903"/>
                  </a:cubicBezTo>
                  <a:cubicBezTo>
                    <a:pt x="17392" y="11903"/>
                    <a:pt x="17392" y="11903"/>
                    <a:pt x="17392" y="11903"/>
                  </a:cubicBezTo>
                  <a:cubicBezTo>
                    <a:pt x="17336" y="11903"/>
                    <a:pt x="17336" y="11903"/>
                    <a:pt x="17336" y="11903"/>
                  </a:cubicBezTo>
                  <a:cubicBezTo>
                    <a:pt x="17336" y="11970"/>
                    <a:pt x="17336" y="11970"/>
                    <a:pt x="17336" y="11970"/>
                  </a:cubicBezTo>
                  <a:cubicBezTo>
                    <a:pt x="17279" y="11970"/>
                    <a:pt x="17279" y="11970"/>
                    <a:pt x="17279" y="11970"/>
                  </a:cubicBezTo>
                  <a:cubicBezTo>
                    <a:pt x="17279" y="12037"/>
                    <a:pt x="17279" y="12037"/>
                    <a:pt x="17279" y="12037"/>
                  </a:cubicBezTo>
                  <a:cubicBezTo>
                    <a:pt x="17223" y="12037"/>
                    <a:pt x="17223" y="12037"/>
                    <a:pt x="17223" y="12037"/>
                  </a:cubicBezTo>
                  <a:cubicBezTo>
                    <a:pt x="17167" y="12037"/>
                    <a:pt x="17167" y="12037"/>
                    <a:pt x="17167" y="12037"/>
                  </a:cubicBezTo>
                  <a:cubicBezTo>
                    <a:pt x="17111" y="12104"/>
                    <a:pt x="17111" y="12104"/>
                    <a:pt x="17111" y="12104"/>
                  </a:cubicBezTo>
                  <a:cubicBezTo>
                    <a:pt x="17055" y="12104"/>
                    <a:pt x="17055" y="12104"/>
                    <a:pt x="17055" y="12104"/>
                  </a:cubicBezTo>
                  <a:cubicBezTo>
                    <a:pt x="17055" y="12104"/>
                    <a:pt x="17055" y="12104"/>
                    <a:pt x="17055" y="12104"/>
                  </a:cubicBezTo>
                  <a:cubicBezTo>
                    <a:pt x="17055" y="12037"/>
                    <a:pt x="17055" y="12037"/>
                    <a:pt x="17055" y="12037"/>
                  </a:cubicBezTo>
                  <a:cubicBezTo>
                    <a:pt x="17111" y="11970"/>
                    <a:pt x="17111" y="11970"/>
                    <a:pt x="17111" y="11970"/>
                  </a:cubicBezTo>
                  <a:cubicBezTo>
                    <a:pt x="17167" y="11970"/>
                    <a:pt x="17167" y="11970"/>
                    <a:pt x="17167" y="11970"/>
                  </a:cubicBezTo>
                  <a:cubicBezTo>
                    <a:pt x="17167" y="11903"/>
                    <a:pt x="17167" y="11903"/>
                    <a:pt x="17167" y="11903"/>
                  </a:cubicBezTo>
                  <a:cubicBezTo>
                    <a:pt x="17167" y="11903"/>
                    <a:pt x="17167" y="11903"/>
                    <a:pt x="17167" y="11903"/>
                  </a:cubicBezTo>
                  <a:cubicBezTo>
                    <a:pt x="17167" y="11903"/>
                    <a:pt x="17167" y="11903"/>
                    <a:pt x="17167" y="11903"/>
                  </a:cubicBezTo>
                  <a:cubicBezTo>
                    <a:pt x="17167" y="11903"/>
                    <a:pt x="17167" y="11903"/>
                    <a:pt x="17167" y="11903"/>
                  </a:cubicBezTo>
                  <a:cubicBezTo>
                    <a:pt x="17055" y="11970"/>
                    <a:pt x="17055" y="11970"/>
                    <a:pt x="17055" y="11970"/>
                  </a:cubicBezTo>
                  <a:cubicBezTo>
                    <a:pt x="16999" y="12037"/>
                    <a:pt x="16999" y="12037"/>
                    <a:pt x="16999" y="12037"/>
                  </a:cubicBezTo>
                  <a:cubicBezTo>
                    <a:pt x="16999" y="11970"/>
                    <a:pt x="16999" y="11970"/>
                    <a:pt x="16999" y="11970"/>
                  </a:cubicBezTo>
                  <a:cubicBezTo>
                    <a:pt x="16999" y="11970"/>
                    <a:pt x="16999" y="11970"/>
                    <a:pt x="16999" y="11970"/>
                  </a:cubicBezTo>
                  <a:cubicBezTo>
                    <a:pt x="16999" y="11970"/>
                    <a:pt x="16999" y="11970"/>
                    <a:pt x="16999" y="11970"/>
                  </a:cubicBezTo>
                  <a:cubicBezTo>
                    <a:pt x="16999" y="11903"/>
                    <a:pt x="16999" y="11903"/>
                    <a:pt x="16999"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836"/>
                    <a:pt x="16943" y="11836"/>
                    <a:pt x="16943" y="11836"/>
                  </a:cubicBezTo>
                  <a:cubicBezTo>
                    <a:pt x="16943" y="11836"/>
                    <a:pt x="16943" y="11836"/>
                    <a:pt x="16943" y="11836"/>
                  </a:cubicBezTo>
                  <a:cubicBezTo>
                    <a:pt x="16943" y="11836"/>
                    <a:pt x="16943" y="11836"/>
                    <a:pt x="16943" y="11836"/>
                  </a:cubicBezTo>
                  <a:cubicBezTo>
                    <a:pt x="16943" y="11836"/>
                    <a:pt x="16943" y="11836"/>
                    <a:pt x="16943" y="11836"/>
                  </a:cubicBezTo>
                  <a:cubicBezTo>
                    <a:pt x="16943" y="11769"/>
                    <a:pt x="16943" y="11769"/>
                    <a:pt x="16943" y="11769"/>
                  </a:cubicBezTo>
                  <a:cubicBezTo>
                    <a:pt x="16943" y="11769"/>
                    <a:pt x="16943" y="11769"/>
                    <a:pt x="16943" y="11769"/>
                  </a:cubicBezTo>
                  <a:cubicBezTo>
                    <a:pt x="16943" y="11769"/>
                    <a:pt x="16943" y="11769"/>
                    <a:pt x="16943" y="11769"/>
                  </a:cubicBezTo>
                  <a:cubicBezTo>
                    <a:pt x="16943" y="11702"/>
                    <a:pt x="16943" y="11702"/>
                    <a:pt x="16943" y="11702"/>
                  </a:cubicBezTo>
                  <a:cubicBezTo>
                    <a:pt x="16887" y="11702"/>
                    <a:pt x="16887" y="11702"/>
                    <a:pt x="16887" y="11702"/>
                  </a:cubicBezTo>
                  <a:cubicBezTo>
                    <a:pt x="16887" y="11702"/>
                    <a:pt x="16887" y="11702"/>
                    <a:pt x="16887" y="11702"/>
                  </a:cubicBezTo>
                  <a:cubicBezTo>
                    <a:pt x="16887" y="11769"/>
                    <a:pt x="16887" y="11769"/>
                    <a:pt x="16887" y="11769"/>
                  </a:cubicBezTo>
                  <a:cubicBezTo>
                    <a:pt x="16887" y="11769"/>
                    <a:pt x="16887" y="11769"/>
                    <a:pt x="16887" y="11769"/>
                  </a:cubicBezTo>
                  <a:cubicBezTo>
                    <a:pt x="16887" y="11769"/>
                    <a:pt x="16887" y="11769"/>
                    <a:pt x="16887" y="11769"/>
                  </a:cubicBezTo>
                  <a:cubicBezTo>
                    <a:pt x="16831" y="11769"/>
                    <a:pt x="16831" y="11769"/>
                    <a:pt x="16831" y="11769"/>
                  </a:cubicBezTo>
                  <a:cubicBezTo>
                    <a:pt x="16831" y="11702"/>
                    <a:pt x="16831" y="11702"/>
                    <a:pt x="16831" y="11702"/>
                  </a:cubicBezTo>
                  <a:cubicBezTo>
                    <a:pt x="16775" y="11702"/>
                    <a:pt x="16775" y="11702"/>
                    <a:pt x="16775" y="11702"/>
                  </a:cubicBezTo>
                  <a:cubicBezTo>
                    <a:pt x="16831" y="11769"/>
                    <a:pt x="16831" y="11769"/>
                    <a:pt x="16831" y="11769"/>
                  </a:cubicBezTo>
                  <a:cubicBezTo>
                    <a:pt x="16831" y="11836"/>
                    <a:pt x="16831" y="11836"/>
                    <a:pt x="16831" y="11836"/>
                  </a:cubicBezTo>
                  <a:cubicBezTo>
                    <a:pt x="16831" y="11836"/>
                    <a:pt x="16831" y="11836"/>
                    <a:pt x="16831" y="11836"/>
                  </a:cubicBezTo>
                  <a:cubicBezTo>
                    <a:pt x="16831" y="11836"/>
                    <a:pt x="16831" y="11836"/>
                    <a:pt x="16831" y="11836"/>
                  </a:cubicBezTo>
                  <a:cubicBezTo>
                    <a:pt x="16831" y="11836"/>
                    <a:pt x="16831" y="11836"/>
                    <a:pt x="16831" y="11836"/>
                  </a:cubicBezTo>
                  <a:cubicBezTo>
                    <a:pt x="16831" y="11903"/>
                    <a:pt x="16831" y="11903"/>
                    <a:pt x="16831" y="11903"/>
                  </a:cubicBezTo>
                  <a:cubicBezTo>
                    <a:pt x="16775" y="11903"/>
                    <a:pt x="16775" y="11903"/>
                    <a:pt x="16775" y="11903"/>
                  </a:cubicBezTo>
                  <a:cubicBezTo>
                    <a:pt x="16775" y="11836"/>
                    <a:pt x="16775" y="11836"/>
                    <a:pt x="16775" y="11836"/>
                  </a:cubicBezTo>
                  <a:cubicBezTo>
                    <a:pt x="16775" y="11836"/>
                    <a:pt x="16775" y="11836"/>
                    <a:pt x="16775" y="11836"/>
                  </a:cubicBezTo>
                  <a:cubicBezTo>
                    <a:pt x="16718" y="11769"/>
                    <a:pt x="16718" y="11769"/>
                    <a:pt x="16718" y="11769"/>
                  </a:cubicBezTo>
                  <a:cubicBezTo>
                    <a:pt x="16718" y="11836"/>
                    <a:pt x="16718" y="11836"/>
                    <a:pt x="16718" y="11836"/>
                  </a:cubicBezTo>
                  <a:cubicBezTo>
                    <a:pt x="16718" y="11836"/>
                    <a:pt x="16718" y="11836"/>
                    <a:pt x="16718" y="11836"/>
                  </a:cubicBezTo>
                  <a:cubicBezTo>
                    <a:pt x="16718" y="11836"/>
                    <a:pt x="16718" y="11836"/>
                    <a:pt x="16718" y="11836"/>
                  </a:cubicBezTo>
                  <a:cubicBezTo>
                    <a:pt x="16718" y="11903"/>
                    <a:pt x="16718" y="11903"/>
                    <a:pt x="16718" y="11903"/>
                  </a:cubicBezTo>
                  <a:cubicBezTo>
                    <a:pt x="16775" y="11903"/>
                    <a:pt x="16775" y="11903"/>
                    <a:pt x="16775" y="11903"/>
                  </a:cubicBezTo>
                  <a:cubicBezTo>
                    <a:pt x="16775" y="11970"/>
                    <a:pt x="16775" y="11970"/>
                    <a:pt x="16775" y="11970"/>
                  </a:cubicBezTo>
                  <a:cubicBezTo>
                    <a:pt x="16831" y="11970"/>
                    <a:pt x="16831" y="11970"/>
                    <a:pt x="16831" y="11970"/>
                  </a:cubicBezTo>
                  <a:cubicBezTo>
                    <a:pt x="16775" y="12037"/>
                    <a:pt x="16775" y="12037"/>
                    <a:pt x="16775" y="12037"/>
                  </a:cubicBezTo>
                  <a:cubicBezTo>
                    <a:pt x="16831" y="12037"/>
                    <a:pt x="16831" y="12037"/>
                    <a:pt x="16831" y="12037"/>
                  </a:cubicBezTo>
                  <a:cubicBezTo>
                    <a:pt x="16831" y="12037"/>
                    <a:pt x="16831" y="12037"/>
                    <a:pt x="16831" y="12037"/>
                  </a:cubicBezTo>
                  <a:cubicBezTo>
                    <a:pt x="16775" y="12104"/>
                    <a:pt x="16775" y="12104"/>
                    <a:pt x="16775" y="12104"/>
                  </a:cubicBezTo>
                  <a:cubicBezTo>
                    <a:pt x="16718" y="12037"/>
                    <a:pt x="16718" y="12037"/>
                    <a:pt x="16718" y="12037"/>
                  </a:cubicBezTo>
                  <a:cubicBezTo>
                    <a:pt x="16718" y="12037"/>
                    <a:pt x="16718" y="12037"/>
                    <a:pt x="16718" y="12037"/>
                  </a:cubicBezTo>
                  <a:cubicBezTo>
                    <a:pt x="16718" y="12104"/>
                    <a:pt x="16718" y="12104"/>
                    <a:pt x="16718" y="12104"/>
                  </a:cubicBezTo>
                  <a:cubicBezTo>
                    <a:pt x="16662" y="12104"/>
                    <a:pt x="16662" y="12104"/>
                    <a:pt x="16662" y="12104"/>
                  </a:cubicBezTo>
                  <a:cubicBezTo>
                    <a:pt x="16662" y="12037"/>
                    <a:pt x="16662" y="12037"/>
                    <a:pt x="16662" y="12037"/>
                  </a:cubicBezTo>
                  <a:cubicBezTo>
                    <a:pt x="16662" y="11970"/>
                    <a:pt x="16662" y="11970"/>
                    <a:pt x="16662" y="11970"/>
                  </a:cubicBezTo>
                  <a:cubicBezTo>
                    <a:pt x="16662" y="11970"/>
                    <a:pt x="16662" y="11970"/>
                    <a:pt x="16662" y="11970"/>
                  </a:cubicBezTo>
                  <a:cubicBezTo>
                    <a:pt x="16662" y="11903"/>
                    <a:pt x="16662" y="11903"/>
                    <a:pt x="16662" y="11903"/>
                  </a:cubicBezTo>
                  <a:cubicBezTo>
                    <a:pt x="16606" y="11903"/>
                    <a:pt x="16606" y="11903"/>
                    <a:pt x="16606" y="11903"/>
                  </a:cubicBezTo>
                  <a:cubicBezTo>
                    <a:pt x="16550" y="11903"/>
                    <a:pt x="16550" y="11903"/>
                    <a:pt x="16550" y="11903"/>
                  </a:cubicBezTo>
                  <a:cubicBezTo>
                    <a:pt x="16550" y="11903"/>
                    <a:pt x="16550" y="11903"/>
                    <a:pt x="16550" y="11903"/>
                  </a:cubicBezTo>
                  <a:cubicBezTo>
                    <a:pt x="16550" y="11836"/>
                    <a:pt x="16550" y="11836"/>
                    <a:pt x="16550" y="11836"/>
                  </a:cubicBezTo>
                  <a:cubicBezTo>
                    <a:pt x="16494" y="11836"/>
                    <a:pt x="16494" y="11836"/>
                    <a:pt x="16494" y="11836"/>
                  </a:cubicBezTo>
                  <a:cubicBezTo>
                    <a:pt x="16494" y="11836"/>
                    <a:pt x="16494" y="11836"/>
                    <a:pt x="16494" y="11836"/>
                  </a:cubicBezTo>
                  <a:cubicBezTo>
                    <a:pt x="16438" y="11836"/>
                    <a:pt x="16438" y="11836"/>
                    <a:pt x="16438" y="11836"/>
                  </a:cubicBezTo>
                  <a:cubicBezTo>
                    <a:pt x="16438" y="11903"/>
                    <a:pt x="16438" y="11903"/>
                    <a:pt x="16438" y="11903"/>
                  </a:cubicBezTo>
                  <a:cubicBezTo>
                    <a:pt x="16494" y="11903"/>
                    <a:pt x="16494" y="11903"/>
                    <a:pt x="16494" y="11903"/>
                  </a:cubicBezTo>
                  <a:cubicBezTo>
                    <a:pt x="16550" y="11903"/>
                    <a:pt x="16550" y="11903"/>
                    <a:pt x="16550" y="11903"/>
                  </a:cubicBezTo>
                  <a:cubicBezTo>
                    <a:pt x="16606" y="11903"/>
                    <a:pt x="16606" y="11903"/>
                    <a:pt x="16606" y="11903"/>
                  </a:cubicBezTo>
                  <a:cubicBezTo>
                    <a:pt x="16606" y="11970"/>
                    <a:pt x="16606" y="11970"/>
                    <a:pt x="16606" y="11970"/>
                  </a:cubicBezTo>
                  <a:cubicBezTo>
                    <a:pt x="16550" y="12037"/>
                    <a:pt x="16550" y="12037"/>
                    <a:pt x="16550" y="12037"/>
                  </a:cubicBezTo>
                  <a:cubicBezTo>
                    <a:pt x="16550" y="12037"/>
                    <a:pt x="16550" y="12037"/>
                    <a:pt x="16550" y="12037"/>
                  </a:cubicBezTo>
                  <a:cubicBezTo>
                    <a:pt x="16606" y="12037"/>
                    <a:pt x="16606" y="12037"/>
                    <a:pt x="16606" y="12037"/>
                  </a:cubicBezTo>
                  <a:cubicBezTo>
                    <a:pt x="16606" y="12037"/>
                    <a:pt x="16606" y="12037"/>
                    <a:pt x="16606" y="12037"/>
                  </a:cubicBezTo>
                  <a:cubicBezTo>
                    <a:pt x="16606" y="12104"/>
                    <a:pt x="16606" y="12104"/>
                    <a:pt x="16606" y="12104"/>
                  </a:cubicBezTo>
                  <a:cubicBezTo>
                    <a:pt x="16606" y="12104"/>
                    <a:pt x="16606" y="12104"/>
                    <a:pt x="16606" y="12104"/>
                  </a:cubicBezTo>
                  <a:cubicBezTo>
                    <a:pt x="16662" y="12104"/>
                    <a:pt x="16662" y="12104"/>
                    <a:pt x="16662" y="12104"/>
                  </a:cubicBezTo>
                  <a:cubicBezTo>
                    <a:pt x="16662" y="12104"/>
                    <a:pt x="16662" y="12104"/>
                    <a:pt x="16662" y="12104"/>
                  </a:cubicBezTo>
                  <a:cubicBezTo>
                    <a:pt x="16606" y="12170"/>
                    <a:pt x="16606" y="12170"/>
                    <a:pt x="16606" y="12170"/>
                  </a:cubicBezTo>
                  <a:cubicBezTo>
                    <a:pt x="16550" y="12237"/>
                    <a:pt x="16550" y="12237"/>
                    <a:pt x="16550" y="12237"/>
                  </a:cubicBezTo>
                  <a:cubicBezTo>
                    <a:pt x="16494" y="12304"/>
                    <a:pt x="16494" y="12304"/>
                    <a:pt x="16494" y="12304"/>
                  </a:cubicBezTo>
                  <a:cubicBezTo>
                    <a:pt x="16606" y="12237"/>
                    <a:pt x="16606" y="12237"/>
                    <a:pt x="16606" y="12237"/>
                  </a:cubicBezTo>
                  <a:cubicBezTo>
                    <a:pt x="16606" y="12237"/>
                    <a:pt x="16606" y="12237"/>
                    <a:pt x="16606" y="12237"/>
                  </a:cubicBezTo>
                  <a:cubicBezTo>
                    <a:pt x="16662" y="12170"/>
                    <a:pt x="16662" y="12170"/>
                    <a:pt x="16662" y="12170"/>
                  </a:cubicBezTo>
                  <a:cubicBezTo>
                    <a:pt x="16718" y="12170"/>
                    <a:pt x="16718" y="12170"/>
                    <a:pt x="16718" y="12170"/>
                  </a:cubicBezTo>
                  <a:cubicBezTo>
                    <a:pt x="16718" y="12237"/>
                    <a:pt x="16718" y="12237"/>
                    <a:pt x="16718" y="12237"/>
                  </a:cubicBezTo>
                  <a:cubicBezTo>
                    <a:pt x="16718" y="12237"/>
                    <a:pt x="16718" y="12237"/>
                    <a:pt x="16718" y="12237"/>
                  </a:cubicBezTo>
                  <a:cubicBezTo>
                    <a:pt x="16662" y="12237"/>
                    <a:pt x="16662" y="12237"/>
                    <a:pt x="16662" y="12237"/>
                  </a:cubicBezTo>
                  <a:cubicBezTo>
                    <a:pt x="16662" y="12304"/>
                    <a:pt x="16662" y="12304"/>
                    <a:pt x="16662" y="12304"/>
                  </a:cubicBezTo>
                  <a:cubicBezTo>
                    <a:pt x="16662" y="12304"/>
                    <a:pt x="16662" y="12304"/>
                    <a:pt x="16662" y="12304"/>
                  </a:cubicBezTo>
                  <a:cubicBezTo>
                    <a:pt x="16718" y="12304"/>
                    <a:pt x="16718" y="12304"/>
                    <a:pt x="16718" y="12304"/>
                  </a:cubicBezTo>
                  <a:cubicBezTo>
                    <a:pt x="16775" y="12371"/>
                    <a:pt x="16775" y="12371"/>
                    <a:pt x="16775" y="12371"/>
                  </a:cubicBezTo>
                  <a:cubicBezTo>
                    <a:pt x="16718" y="12371"/>
                    <a:pt x="16718" y="12371"/>
                    <a:pt x="16718" y="12371"/>
                  </a:cubicBezTo>
                  <a:cubicBezTo>
                    <a:pt x="16662" y="12371"/>
                    <a:pt x="16662" y="12371"/>
                    <a:pt x="16662" y="12371"/>
                  </a:cubicBezTo>
                  <a:cubicBezTo>
                    <a:pt x="16662" y="12371"/>
                    <a:pt x="16662" y="12371"/>
                    <a:pt x="16662" y="12371"/>
                  </a:cubicBezTo>
                  <a:cubicBezTo>
                    <a:pt x="16718" y="12371"/>
                    <a:pt x="16718" y="12371"/>
                    <a:pt x="16718" y="12371"/>
                  </a:cubicBezTo>
                  <a:cubicBezTo>
                    <a:pt x="16718" y="12438"/>
                    <a:pt x="16718" y="12438"/>
                    <a:pt x="16718" y="12438"/>
                  </a:cubicBezTo>
                  <a:cubicBezTo>
                    <a:pt x="16718" y="12438"/>
                    <a:pt x="16718" y="12438"/>
                    <a:pt x="16718" y="12438"/>
                  </a:cubicBezTo>
                  <a:cubicBezTo>
                    <a:pt x="16718" y="12438"/>
                    <a:pt x="16718" y="12438"/>
                    <a:pt x="16718" y="12438"/>
                  </a:cubicBezTo>
                  <a:cubicBezTo>
                    <a:pt x="16718" y="12438"/>
                    <a:pt x="16718" y="12438"/>
                    <a:pt x="16718" y="12438"/>
                  </a:cubicBezTo>
                  <a:cubicBezTo>
                    <a:pt x="16718" y="12505"/>
                    <a:pt x="16718" y="12505"/>
                    <a:pt x="16718" y="12505"/>
                  </a:cubicBezTo>
                  <a:cubicBezTo>
                    <a:pt x="16718" y="12505"/>
                    <a:pt x="16718" y="12505"/>
                    <a:pt x="16718" y="12505"/>
                  </a:cubicBezTo>
                  <a:cubicBezTo>
                    <a:pt x="16718" y="12505"/>
                    <a:pt x="16718" y="12505"/>
                    <a:pt x="16718" y="12505"/>
                  </a:cubicBezTo>
                  <a:cubicBezTo>
                    <a:pt x="16718" y="12572"/>
                    <a:pt x="16718" y="12572"/>
                    <a:pt x="16718" y="12572"/>
                  </a:cubicBezTo>
                  <a:cubicBezTo>
                    <a:pt x="16775" y="12639"/>
                    <a:pt x="16775" y="12639"/>
                    <a:pt x="16775" y="12639"/>
                  </a:cubicBezTo>
                  <a:cubicBezTo>
                    <a:pt x="16775" y="12572"/>
                    <a:pt x="16775" y="12572"/>
                    <a:pt x="16775" y="12572"/>
                  </a:cubicBezTo>
                  <a:cubicBezTo>
                    <a:pt x="16775" y="12505"/>
                    <a:pt x="16775" y="12505"/>
                    <a:pt x="16775" y="12505"/>
                  </a:cubicBezTo>
                  <a:cubicBezTo>
                    <a:pt x="16775" y="12505"/>
                    <a:pt x="16775" y="12505"/>
                    <a:pt x="16775" y="12505"/>
                  </a:cubicBezTo>
                  <a:cubicBezTo>
                    <a:pt x="16831" y="12572"/>
                    <a:pt x="16831" y="12572"/>
                    <a:pt x="16831" y="12572"/>
                  </a:cubicBezTo>
                  <a:cubicBezTo>
                    <a:pt x="16831" y="12572"/>
                    <a:pt x="16831" y="12572"/>
                    <a:pt x="16831" y="12572"/>
                  </a:cubicBezTo>
                  <a:cubicBezTo>
                    <a:pt x="16831" y="12639"/>
                    <a:pt x="16831" y="12639"/>
                    <a:pt x="16831" y="12639"/>
                  </a:cubicBezTo>
                  <a:cubicBezTo>
                    <a:pt x="16831" y="12639"/>
                    <a:pt x="16831" y="12639"/>
                    <a:pt x="16831" y="12639"/>
                  </a:cubicBezTo>
                  <a:cubicBezTo>
                    <a:pt x="16831" y="12639"/>
                    <a:pt x="16831" y="12639"/>
                    <a:pt x="16831" y="12639"/>
                  </a:cubicBezTo>
                  <a:cubicBezTo>
                    <a:pt x="16831" y="12705"/>
                    <a:pt x="16831" y="12705"/>
                    <a:pt x="16831" y="12705"/>
                  </a:cubicBezTo>
                  <a:cubicBezTo>
                    <a:pt x="16887" y="12705"/>
                    <a:pt x="16887" y="12705"/>
                    <a:pt x="16887" y="12705"/>
                  </a:cubicBezTo>
                  <a:cubicBezTo>
                    <a:pt x="16887" y="12639"/>
                    <a:pt x="16887" y="12639"/>
                    <a:pt x="16887" y="12639"/>
                  </a:cubicBezTo>
                  <a:cubicBezTo>
                    <a:pt x="16887" y="12705"/>
                    <a:pt x="16887" y="12705"/>
                    <a:pt x="16887" y="12705"/>
                  </a:cubicBezTo>
                  <a:cubicBezTo>
                    <a:pt x="16887" y="12639"/>
                    <a:pt x="16887" y="12639"/>
                    <a:pt x="16887" y="12639"/>
                  </a:cubicBezTo>
                  <a:cubicBezTo>
                    <a:pt x="16887" y="12639"/>
                    <a:pt x="16887" y="12639"/>
                    <a:pt x="16887" y="12639"/>
                  </a:cubicBezTo>
                  <a:cubicBezTo>
                    <a:pt x="16943" y="12639"/>
                    <a:pt x="16943" y="12639"/>
                    <a:pt x="16943" y="12639"/>
                  </a:cubicBezTo>
                  <a:cubicBezTo>
                    <a:pt x="16943" y="12705"/>
                    <a:pt x="16943" y="12705"/>
                    <a:pt x="16943" y="12705"/>
                  </a:cubicBezTo>
                  <a:cubicBezTo>
                    <a:pt x="16943" y="12705"/>
                    <a:pt x="16943" y="12705"/>
                    <a:pt x="16943" y="12705"/>
                  </a:cubicBezTo>
                  <a:cubicBezTo>
                    <a:pt x="16943" y="12772"/>
                    <a:pt x="16943" y="12772"/>
                    <a:pt x="16943" y="12772"/>
                  </a:cubicBezTo>
                  <a:cubicBezTo>
                    <a:pt x="16887" y="12772"/>
                    <a:pt x="16887" y="12772"/>
                    <a:pt x="16887" y="12772"/>
                  </a:cubicBezTo>
                  <a:cubicBezTo>
                    <a:pt x="16887" y="12772"/>
                    <a:pt x="16887" y="12772"/>
                    <a:pt x="16887" y="12772"/>
                  </a:cubicBezTo>
                  <a:cubicBezTo>
                    <a:pt x="16943" y="12839"/>
                    <a:pt x="16943" y="12839"/>
                    <a:pt x="16943" y="12839"/>
                  </a:cubicBezTo>
                  <a:cubicBezTo>
                    <a:pt x="16999" y="12839"/>
                    <a:pt x="16999" y="12839"/>
                    <a:pt x="16999" y="12839"/>
                  </a:cubicBezTo>
                  <a:cubicBezTo>
                    <a:pt x="16999" y="12772"/>
                    <a:pt x="16999" y="12772"/>
                    <a:pt x="16999" y="12772"/>
                  </a:cubicBezTo>
                  <a:cubicBezTo>
                    <a:pt x="17055" y="12839"/>
                    <a:pt x="17055" y="12839"/>
                    <a:pt x="17055" y="12839"/>
                  </a:cubicBezTo>
                  <a:cubicBezTo>
                    <a:pt x="16999" y="12839"/>
                    <a:pt x="16999" y="12839"/>
                    <a:pt x="16999" y="12839"/>
                  </a:cubicBezTo>
                  <a:cubicBezTo>
                    <a:pt x="16999" y="12839"/>
                    <a:pt x="16999" y="12839"/>
                    <a:pt x="16999" y="12839"/>
                  </a:cubicBezTo>
                  <a:cubicBezTo>
                    <a:pt x="16943" y="12906"/>
                    <a:pt x="16943" y="12906"/>
                    <a:pt x="16943" y="12906"/>
                  </a:cubicBezTo>
                  <a:cubicBezTo>
                    <a:pt x="16943" y="12906"/>
                    <a:pt x="16943" y="12906"/>
                    <a:pt x="16943" y="12906"/>
                  </a:cubicBezTo>
                  <a:cubicBezTo>
                    <a:pt x="16999" y="12973"/>
                    <a:pt x="16999" y="12973"/>
                    <a:pt x="16999" y="12973"/>
                  </a:cubicBezTo>
                  <a:cubicBezTo>
                    <a:pt x="16999" y="13040"/>
                    <a:pt x="16999" y="13040"/>
                    <a:pt x="16999" y="13040"/>
                  </a:cubicBezTo>
                  <a:cubicBezTo>
                    <a:pt x="16999" y="13040"/>
                    <a:pt x="16999" y="13040"/>
                    <a:pt x="16999" y="13040"/>
                  </a:cubicBezTo>
                  <a:cubicBezTo>
                    <a:pt x="16999" y="13107"/>
                    <a:pt x="16999" y="13107"/>
                    <a:pt x="16999" y="13107"/>
                  </a:cubicBezTo>
                  <a:cubicBezTo>
                    <a:pt x="17055" y="13173"/>
                    <a:pt x="17055" y="13173"/>
                    <a:pt x="17055" y="13173"/>
                  </a:cubicBezTo>
                  <a:cubicBezTo>
                    <a:pt x="17055" y="13173"/>
                    <a:pt x="17055" y="13173"/>
                    <a:pt x="17055" y="13173"/>
                  </a:cubicBezTo>
                  <a:cubicBezTo>
                    <a:pt x="17055" y="13240"/>
                    <a:pt x="17055" y="13240"/>
                    <a:pt x="17055" y="13240"/>
                  </a:cubicBezTo>
                  <a:cubicBezTo>
                    <a:pt x="17055" y="13307"/>
                    <a:pt x="17055" y="13307"/>
                    <a:pt x="17055" y="13307"/>
                  </a:cubicBezTo>
                  <a:cubicBezTo>
                    <a:pt x="16999" y="13307"/>
                    <a:pt x="16999" y="13307"/>
                    <a:pt x="16999" y="13307"/>
                  </a:cubicBezTo>
                  <a:cubicBezTo>
                    <a:pt x="17055" y="13374"/>
                    <a:pt x="17055" y="13374"/>
                    <a:pt x="17055" y="13374"/>
                  </a:cubicBezTo>
                  <a:cubicBezTo>
                    <a:pt x="16999" y="13441"/>
                    <a:pt x="16999" y="13441"/>
                    <a:pt x="16999" y="13441"/>
                  </a:cubicBezTo>
                  <a:cubicBezTo>
                    <a:pt x="16943" y="13307"/>
                    <a:pt x="16943" y="13307"/>
                    <a:pt x="16943" y="13307"/>
                  </a:cubicBezTo>
                  <a:cubicBezTo>
                    <a:pt x="16943" y="13307"/>
                    <a:pt x="16943" y="13307"/>
                    <a:pt x="16943" y="13307"/>
                  </a:cubicBezTo>
                  <a:cubicBezTo>
                    <a:pt x="16943" y="13240"/>
                    <a:pt x="16943" y="13240"/>
                    <a:pt x="16943" y="13240"/>
                  </a:cubicBezTo>
                  <a:cubicBezTo>
                    <a:pt x="16943" y="13173"/>
                    <a:pt x="16943" y="13173"/>
                    <a:pt x="16943" y="13173"/>
                  </a:cubicBezTo>
                  <a:cubicBezTo>
                    <a:pt x="16943" y="13240"/>
                    <a:pt x="16943" y="13240"/>
                    <a:pt x="16943" y="13240"/>
                  </a:cubicBezTo>
                  <a:cubicBezTo>
                    <a:pt x="16943" y="13307"/>
                    <a:pt x="16943" y="13307"/>
                    <a:pt x="16943" y="13307"/>
                  </a:cubicBezTo>
                  <a:cubicBezTo>
                    <a:pt x="16943" y="13374"/>
                    <a:pt x="16943" y="13374"/>
                    <a:pt x="16943" y="13374"/>
                  </a:cubicBezTo>
                  <a:cubicBezTo>
                    <a:pt x="16943" y="13441"/>
                    <a:pt x="16943" y="13441"/>
                    <a:pt x="16943" y="13441"/>
                  </a:cubicBezTo>
                  <a:cubicBezTo>
                    <a:pt x="16943" y="13508"/>
                    <a:pt x="16943" y="13508"/>
                    <a:pt x="16943" y="13508"/>
                  </a:cubicBezTo>
                  <a:cubicBezTo>
                    <a:pt x="16943" y="13575"/>
                    <a:pt x="16943" y="13575"/>
                    <a:pt x="16943" y="13575"/>
                  </a:cubicBezTo>
                  <a:cubicBezTo>
                    <a:pt x="16943" y="13575"/>
                    <a:pt x="16943" y="13575"/>
                    <a:pt x="16943" y="13575"/>
                  </a:cubicBezTo>
                  <a:cubicBezTo>
                    <a:pt x="16887" y="13575"/>
                    <a:pt x="16887" y="13575"/>
                    <a:pt x="16887" y="13575"/>
                  </a:cubicBezTo>
                  <a:cubicBezTo>
                    <a:pt x="16887" y="13508"/>
                    <a:pt x="16887" y="13508"/>
                    <a:pt x="16887" y="13508"/>
                  </a:cubicBezTo>
                  <a:cubicBezTo>
                    <a:pt x="16831" y="13508"/>
                    <a:pt x="16831" y="13508"/>
                    <a:pt x="16831" y="13508"/>
                  </a:cubicBezTo>
                  <a:cubicBezTo>
                    <a:pt x="16887" y="13642"/>
                    <a:pt x="16887" y="13642"/>
                    <a:pt x="16887" y="13642"/>
                  </a:cubicBezTo>
                  <a:cubicBezTo>
                    <a:pt x="16831" y="13708"/>
                    <a:pt x="16831" y="13708"/>
                    <a:pt x="16831" y="13708"/>
                  </a:cubicBezTo>
                  <a:cubicBezTo>
                    <a:pt x="16887" y="13708"/>
                    <a:pt x="16887" y="13708"/>
                    <a:pt x="16887" y="13708"/>
                  </a:cubicBezTo>
                  <a:cubicBezTo>
                    <a:pt x="16887" y="13708"/>
                    <a:pt x="16887" y="13708"/>
                    <a:pt x="16887" y="13708"/>
                  </a:cubicBezTo>
                  <a:cubicBezTo>
                    <a:pt x="16831" y="13708"/>
                    <a:pt x="16831" y="13708"/>
                    <a:pt x="16831" y="13708"/>
                  </a:cubicBezTo>
                  <a:cubicBezTo>
                    <a:pt x="16775" y="13708"/>
                    <a:pt x="16775" y="13708"/>
                    <a:pt x="16775" y="13708"/>
                  </a:cubicBezTo>
                  <a:cubicBezTo>
                    <a:pt x="16775" y="13642"/>
                    <a:pt x="16775" y="13642"/>
                    <a:pt x="16775" y="13642"/>
                  </a:cubicBezTo>
                  <a:cubicBezTo>
                    <a:pt x="16775" y="13575"/>
                    <a:pt x="16775" y="13575"/>
                    <a:pt x="16775" y="13575"/>
                  </a:cubicBezTo>
                  <a:cubicBezTo>
                    <a:pt x="16775" y="13508"/>
                    <a:pt x="16775" y="13508"/>
                    <a:pt x="16775" y="13508"/>
                  </a:cubicBezTo>
                  <a:cubicBezTo>
                    <a:pt x="16775" y="13575"/>
                    <a:pt x="16775" y="13575"/>
                    <a:pt x="16775" y="13575"/>
                  </a:cubicBezTo>
                  <a:cubicBezTo>
                    <a:pt x="16718" y="13575"/>
                    <a:pt x="16718" y="13575"/>
                    <a:pt x="16718" y="13575"/>
                  </a:cubicBezTo>
                  <a:cubicBezTo>
                    <a:pt x="16718" y="13508"/>
                    <a:pt x="16718" y="13508"/>
                    <a:pt x="16718" y="13508"/>
                  </a:cubicBezTo>
                  <a:cubicBezTo>
                    <a:pt x="16718" y="13441"/>
                    <a:pt x="16718" y="13441"/>
                    <a:pt x="16718" y="13441"/>
                  </a:cubicBezTo>
                  <a:cubicBezTo>
                    <a:pt x="16718" y="13508"/>
                    <a:pt x="16718" y="13508"/>
                    <a:pt x="16718" y="13508"/>
                  </a:cubicBezTo>
                  <a:cubicBezTo>
                    <a:pt x="16718" y="13508"/>
                    <a:pt x="16718" y="13508"/>
                    <a:pt x="16718" y="13508"/>
                  </a:cubicBezTo>
                  <a:cubicBezTo>
                    <a:pt x="16662" y="13508"/>
                    <a:pt x="16662" y="13508"/>
                    <a:pt x="16662" y="13508"/>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508"/>
                    <a:pt x="16662" y="13508"/>
                    <a:pt x="16662" y="13508"/>
                  </a:cubicBezTo>
                  <a:cubicBezTo>
                    <a:pt x="16606" y="13441"/>
                    <a:pt x="16606" y="13441"/>
                    <a:pt x="16606" y="13441"/>
                  </a:cubicBezTo>
                  <a:cubicBezTo>
                    <a:pt x="16606" y="13441"/>
                    <a:pt x="16606" y="13441"/>
                    <a:pt x="16606" y="13441"/>
                  </a:cubicBezTo>
                  <a:cubicBezTo>
                    <a:pt x="16606" y="13441"/>
                    <a:pt x="16606" y="13441"/>
                    <a:pt x="16606" y="13441"/>
                  </a:cubicBezTo>
                  <a:cubicBezTo>
                    <a:pt x="16606" y="13374"/>
                    <a:pt x="16606" y="13374"/>
                    <a:pt x="16606" y="13374"/>
                  </a:cubicBezTo>
                  <a:cubicBezTo>
                    <a:pt x="16550" y="13307"/>
                    <a:pt x="16550" y="13307"/>
                    <a:pt x="16550" y="13307"/>
                  </a:cubicBezTo>
                  <a:cubicBezTo>
                    <a:pt x="16550" y="13240"/>
                    <a:pt x="16550" y="13240"/>
                    <a:pt x="16550" y="13240"/>
                  </a:cubicBezTo>
                  <a:cubicBezTo>
                    <a:pt x="16550" y="13307"/>
                    <a:pt x="16550" y="13307"/>
                    <a:pt x="16550" y="13307"/>
                  </a:cubicBezTo>
                  <a:cubicBezTo>
                    <a:pt x="16550" y="13374"/>
                    <a:pt x="16550" y="13374"/>
                    <a:pt x="16550" y="13374"/>
                  </a:cubicBezTo>
                  <a:cubicBezTo>
                    <a:pt x="16550" y="13441"/>
                    <a:pt x="16550" y="13441"/>
                    <a:pt x="16550" y="13441"/>
                  </a:cubicBezTo>
                  <a:cubicBezTo>
                    <a:pt x="16550" y="13441"/>
                    <a:pt x="16550" y="13441"/>
                    <a:pt x="16550" y="13441"/>
                  </a:cubicBezTo>
                  <a:cubicBezTo>
                    <a:pt x="16494" y="13374"/>
                    <a:pt x="16494" y="13374"/>
                    <a:pt x="16494" y="13374"/>
                  </a:cubicBezTo>
                  <a:cubicBezTo>
                    <a:pt x="16494" y="13307"/>
                    <a:pt x="16494" y="13307"/>
                    <a:pt x="16494" y="13307"/>
                  </a:cubicBezTo>
                  <a:cubicBezTo>
                    <a:pt x="16494" y="13307"/>
                    <a:pt x="16494" y="13307"/>
                    <a:pt x="16494" y="13307"/>
                  </a:cubicBezTo>
                  <a:cubicBezTo>
                    <a:pt x="16438" y="13307"/>
                    <a:pt x="16438" y="13307"/>
                    <a:pt x="16438" y="13307"/>
                  </a:cubicBezTo>
                  <a:cubicBezTo>
                    <a:pt x="16438" y="13240"/>
                    <a:pt x="16438" y="13240"/>
                    <a:pt x="16438" y="13240"/>
                  </a:cubicBezTo>
                  <a:cubicBezTo>
                    <a:pt x="16382" y="13173"/>
                    <a:pt x="16382" y="13173"/>
                    <a:pt x="16382" y="13173"/>
                  </a:cubicBezTo>
                  <a:cubicBezTo>
                    <a:pt x="16382" y="13173"/>
                    <a:pt x="16382" y="13173"/>
                    <a:pt x="16382" y="13173"/>
                  </a:cubicBezTo>
                  <a:cubicBezTo>
                    <a:pt x="16382" y="13107"/>
                    <a:pt x="16382" y="13107"/>
                    <a:pt x="16382" y="13107"/>
                  </a:cubicBezTo>
                  <a:cubicBezTo>
                    <a:pt x="16326" y="13173"/>
                    <a:pt x="16326" y="13173"/>
                    <a:pt x="16326" y="13173"/>
                  </a:cubicBezTo>
                  <a:cubicBezTo>
                    <a:pt x="16326" y="13173"/>
                    <a:pt x="16326" y="13173"/>
                    <a:pt x="16326" y="13173"/>
                  </a:cubicBezTo>
                  <a:cubicBezTo>
                    <a:pt x="16382" y="13240"/>
                    <a:pt x="16382" y="13240"/>
                    <a:pt x="16382" y="13240"/>
                  </a:cubicBezTo>
                  <a:cubicBezTo>
                    <a:pt x="16382" y="13307"/>
                    <a:pt x="16382" y="13307"/>
                    <a:pt x="16382" y="13307"/>
                  </a:cubicBezTo>
                  <a:cubicBezTo>
                    <a:pt x="16326" y="13240"/>
                    <a:pt x="16326" y="13240"/>
                    <a:pt x="16326" y="13240"/>
                  </a:cubicBezTo>
                  <a:cubicBezTo>
                    <a:pt x="16326" y="13240"/>
                    <a:pt x="16326" y="13240"/>
                    <a:pt x="16326" y="13240"/>
                  </a:cubicBezTo>
                  <a:cubicBezTo>
                    <a:pt x="16326" y="13173"/>
                    <a:pt x="16326" y="13173"/>
                    <a:pt x="16326" y="13173"/>
                  </a:cubicBezTo>
                  <a:cubicBezTo>
                    <a:pt x="16270" y="13173"/>
                    <a:pt x="16270" y="13173"/>
                    <a:pt x="16270" y="13173"/>
                  </a:cubicBezTo>
                  <a:cubicBezTo>
                    <a:pt x="16214" y="13107"/>
                    <a:pt x="16214" y="13107"/>
                    <a:pt x="16214" y="13107"/>
                  </a:cubicBezTo>
                  <a:cubicBezTo>
                    <a:pt x="16214" y="13040"/>
                    <a:pt x="16214" y="13040"/>
                    <a:pt x="16214" y="13040"/>
                  </a:cubicBezTo>
                  <a:cubicBezTo>
                    <a:pt x="16157" y="13040"/>
                    <a:pt x="16157" y="13040"/>
                    <a:pt x="16157" y="13040"/>
                  </a:cubicBezTo>
                  <a:cubicBezTo>
                    <a:pt x="16157" y="13107"/>
                    <a:pt x="16157" y="13107"/>
                    <a:pt x="16157" y="13107"/>
                  </a:cubicBezTo>
                  <a:cubicBezTo>
                    <a:pt x="16101" y="13040"/>
                    <a:pt x="16101" y="13040"/>
                    <a:pt x="16101" y="13040"/>
                  </a:cubicBezTo>
                  <a:cubicBezTo>
                    <a:pt x="16101" y="13107"/>
                    <a:pt x="16101" y="13107"/>
                    <a:pt x="16101" y="13107"/>
                  </a:cubicBezTo>
                  <a:cubicBezTo>
                    <a:pt x="16157" y="13173"/>
                    <a:pt x="16157" y="13173"/>
                    <a:pt x="16157" y="13173"/>
                  </a:cubicBezTo>
                  <a:cubicBezTo>
                    <a:pt x="16214" y="13240"/>
                    <a:pt x="16214" y="13240"/>
                    <a:pt x="16214" y="13240"/>
                  </a:cubicBezTo>
                  <a:cubicBezTo>
                    <a:pt x="16214" y="13240"/>
                    <a:pt x="16214" y="13240"/>
                    <a:pt x="16214" y="13240"/>
                  </a:cubicBezTo>
                  <a:cubicBezTo>
                    <a:pt x="16214" y="13307"/>
                    <a:pt x="16214" y="13307"/>
                    <a:pt x="16214" y="13307"/>
                  </a:cubicBezTo>
                  <a:cubicBezTo>
                    <a:pt x="16214" y="13374"/>
                    <a:pt x="16214" y="13374"/>
                    <a:pt x="16214" y="13374"/>
                  </a:cubicBezTo>
                  <a:cubicBezTo>
                    <a:pt x="16214" y="13374"/>
                    <a:pt x="16214" y="13374"/>
                    <a:pt x="16214" y="13374"/>
                  </a:cubicBezTo>
                  <a:cubicBezTo>
                    <a:pt x="16270" y="13374"/>
                    <a:pt x="16270" y="13374"/>
                    <a:pt x="16270" y="13374"/>
                  </a:cubicBezTo>
                  <a:cubicBezTo>
                    <a:pt x="16326" y="13374"/>
                    <a:pt x="16326" y="13374"/>
                    <a:pt x="16326" y="13374"/>
                  </a:cubicBezTo>
                  <a:cubicBezTo>
                    <a:pt x="16326" y="13441"/>
                    <a:pt x="16326" y="13441"/>
                    <a:pt x="16326" y="13441"/>
                  </a:cubicBezTo>
                  <a:cubicBezTo>
                    <a:pt x="16326" y="13441"/>
                    <a:pt x="16326" y="13441"/>
                    <a:pt x="16326" y="13441"/>
                  </a:cubicBezTo>
                  <a:cubicBezTo>
                    <a:pt x="16382" y="13441"/>
                    <a:pt x="16382" y="13441"/>
                    <a:pt x="16382" y="13441"/>
                  </a:cubicBezTo>
                  <a:cubicBezTo>
                    <a:pt x="16326" y="13508"/>
                    <a:pt x="16326" y="13508"/>
                    <a:pt x="16326" y="13508"/>
                  </a:cubicBezTo>
                  <a:cubicBezTo>
                    <a:pt x="16382" y="13508"/>
                    <a:pt x="16382" y="13508"/>
                    <a:pt x="16382" y="13508"/>
                  </a:cubicBezTo>
                  <a:cubicBezTo>
                    <a:pt x="16382" y="13508"/>
                    <a:pt x="16382" y="13508"/>
                    <a:pt x="16382" y="13508"/>
                  </a:cubicBezTo>
                  <a:cubicBezTo>
                    <a:pt x="16438" y="13575"/>
                    <a:pt x="16438" y="13575"/>
                    <a:pt x="16438" y="13575"/>
                  </a:cubicBezTo>
                  <a:cubicBezTo>
                    <a:pt x="16438" y="13575"/>
                    <a:pt x="16438" y="13575"/>
                    <a:pt x="16438" y="13575"/>
                  </a:cubicBezTo>
                  <a:cubicBezTo>
                    <a:pt x="16438" y="13575"/>
                    <a:pt x="16438" y="13575"/>
                    <a:pt x="16438" y="13575"/>
                  </a:cubicBezTo>
                  <a:cubicBezTo>
                    <a:pt x="16494" y="13642"/>
                    <a:pt x="16494" y="13642"/>
                    <a:pt x="16494" y="13642"/>
                  </a:cubicBezTo>
                  <a:cubicBezTo>
                    <a:pt x="16494" y="13642"/>
                    <a:pt x="16494" y="13642"/>
                    <a:pt x="16494" y="13642"/>
                  </a:cubicBezTo>
                  <a:cubicBezTo>
                    <a:pt x="16438" y="13708"/>
                    <a:pt x="16438" y="13708"/>
                    <a:pt x="16438" y="13708"/>
                  </a:cubicBezTo>
                  <a:cubicBezTo>
                    <a:pt x="16494" y="13708"/>
                    <a:pt x="16494" y="13708"/>
                    <a:pt x="16494" y="13708"/>
                  </a:cubicBezTo>
                  <a:cubicBezTo>
                    <a:pt x="16494" y="13775"/>
                    <a:pt x="16494" y="13775"/>
                    <a:pt x="16494" y="13775"/>
                  </a:cubicBezTo>
                  <a:cubicBezTo>
                    <a:pt x="16494" y="13775"/>
                    <a:pt x="16494" y="13775"/>
                    <a:pt x="16494" y="13775"/>
                  </a:cubicBezTo>
                  <a:cubicBezTo>
                    <a:pt x="16550" y="13708"/>
                    <a:pt x="16550" y="13708"/>
                    <a:pt x="16550" y="13708"/>
                  </a:cubicBezTo>
                  <a:cubicBezTo>
                    <a:pt x="16550" y="13775"/>
                    <a:pt x="16550" y="13775"/>
                    <a:pt x="16550" y="13775"/>
                  </a:cubicBezTo>
                  <a:cubicBezTo>
                    <a:pt x="16550" y="13775"/>
                    <a:pt x="16550" y="13775"/>
                    <a:pt x="16550" y="13775"/>
                  </a:cubicBezTo>
                  <a:cubicBezTo>
                    <a:pt x="16550" y="13842"/>
                    <a:pt x="16550" y="13842"/>
                    <a:pt x="16550" y="13842"/>
                  </a:cubicBezTo>
                  <a:cubicBezTo>
                    <a:pt x="16550" y="13842"/>
                    <a:pt x="16550" y="13842"/>
                    <a:pt x="16550" y="13842"/>
                  </a:cubicBezTo>
                  <a:cubicBezTo>
                    <a:pt x="16606" y="13842"/>
                    <a:pt x="16606" y="13842"/>
                    <a:pt x="16606" y="13842"/>
                  </a:cubicBezTo>
                  <a:cubicBezTo>
                    <a:pt x="16550" y="13909"/>
                    <a:pt x="16550" y="13909"/>
                    <a:pt x="16550" y="13909"/>
                  </a:cubicBezTo>
                  <a:cubicBezTo>
                    <a:pt x="16550" y="13842"/>
                    <a:pt x="16550" y="13842"/>
                    <a:pt x="16550" y="13842"/>
                  </a:cubicBezTo>
                  <a:cubicBezTo>
                    <a:pt x="16494" y="13909"/>
                    <a:pt x="16494" y="13909"/>
                    <a:pt x="16494" y="13909"/>
                  </a:cubicBezTo>
                  <a:cubicBezTo>
                    <a:pt x="16550" y="13909"/>
                    <a:pt x="16550" y="13909"/>
                    <a:pt x="16550" y="13909"/>
                  </a:cubicBezTo>
                  <a:cubicBezTo>
                    <a:pt x="16550" y="13976"/>
                    <a:pt x="16550" y="13976"/>
                    <a:pt x="16550" y="13976"/>
                  </a:cubicBezTo>
                  <a:cubicBezTo>
                    <a:pt x="16550" y="13976"/>
                    <a:pt x="16550" y="13976"/>
                    <a:pt x="16550" y="13976"/>
                  </a:cubicBezTo>
                  <a:cubicBezTo>
                    <a:pt x="16550" y="13976"/>
                    <a:pt x="16550" y="13976"/>
                    <a:pt x="16550" y="13976"/>
                  </a:cubicBezTo>
                  <a:close/>
                  <a:moveTo>
                    <a:pt x="12398" y="12705"/>
                  </a:moveTo>
                  <a:cubicBezTo>
                    <a:pt x="12398" y="12705"/>
                    <a:pt x="12398" y="12705"/>
                    <a:pt x="12398" y="12705"/>
                  </a:cubicBezTo>
                  <a:cubicBezTo>
                    <a:pt x="12455" y="12639"/>
                    <a:pt x="12455" y="12639"/>
                    <a:pt x="12455" y="12639"/>
                  </a:cubicBezTo>
                  <a:cubicBezTo>
                    <a:pt x="12455" y="12639"/>
                    <a:pt x="12455" y="12639"/>
                    <a:pt x="12455" y="12639"/>
                  </a:cubicBezTo>
                  <a:cubicBezTo>
                    <a:pt x="12455" y="12639"/>
                    <a:pt x="12455" y="12639"/>
                    <a:pt x="12455" y="12639"/>
                  </a:cubicBezTo>
                  <a:cubicBezTo>
                    <a:pt x="12511" y="12639"/>
                    <a:pt x="12511" y="12639"/>
                    <a:pt x="12511" y="12639"/>
                  </a:cubicBezTo>
                  <a:cubicBezTo>
                    <a:pt x="12511" y="12639"/>
                    <a:pt x="12511" y="12639"/>
                    <a:pt x="12511" y="12639"/>
                  </a:cubicBezTo>
                  <a:cubicBezTo>
                    <a:pt x="12567" y="12639"/>
                    <a:pt x="12567" y="12639"/>
                    <a:pt x="12567" y="12639"/>
                  </a:cubicBezTo>
                  <a:cubicBezTo>
                    <a:pt x="12567" y="12639"/>
                    <a:pt x="12567" y="12639"/>
                    <a:pt x="12567" y="12639"/>
                  </a:cubicBezTo>
                  <a:cubicBezTo>
                    <a:pt x="12623" y="12639"/>
                    <a:pt x="12623" y="12639"/>
                    <a:pt x="12623" y="12639"/>
                  </a:cubicBezTo>
                  <a:cubicBezTo>
                    <a:pt x="12623" y="12705"/>
                    <a:pt x="12623" y="12705"/>
                    <a:pt x="12623" y="12705"/>
                  </a:cubicBezTo>
                  <a:cubicBezTo>
                    <a:pt x="12567" y="12772"/>
                    <a:pt x="12567" y="12772"/>
                    <a:pt x="12567" y="12772"/>
                  </a:cubicBezTo>
                  <a:cubicBezTo>
                    <a:pt x="12567" y="12772"/>
                    <a:pt x="12567" y="12772"/>
                    <a:pt x="12567" y="12772"/>
                  </a:cubicBezTo>
                  <a:cubicBezTo>
                    <a:pt x="12567" y="12839"/>
                    <a:pt x="12567" y="12839"/>
                    <a:pt x="12567" y="12839"/>
                  </a:cubicBezTo>
                  <a:cubicBezTo>
                    <a:pt x="12567" y="12906"/>
                    <a:pt x="12567" y="12906"/>
                    <a:pt x="12567" y="12906"/>
                  </a:cubicBezTo>
                  <a:cubicBezTo>
                    <a:pt x="12567" y="12906"/>
                    <a:pt x="12567" y="12906"/>
                    <a:pt x="12567" y="12906"/>
                  </a:cubicBezTo>
                  <a:cubicBezTo>
                    <a:pt x="12623" y="12906"/>
                    <a:pt x="12623" y="12906"/>
                    <a:pt x="12623" y="12906"/>
                  </a:cubicBezTo>
                  <a:cubicBezTo>
                    <a:pt x="12623" y="12906"/>
                    <a:pt x="12623" y="12906"/>
                    <a:pt x="12623" y="12906"/>
                  </a:cubicBezTo>
                  <a:cubicBezTo>
                    <a:pt x="12623" y="12906"/>
                    <a:pt x="12623" y="12906"/>
                    <a:pt x="12623" y="12906"/>
                  </a:cubicBezTo>
                  <a:cubicBezTo>
                    <a:pt x="12679" y="12906"/>
                    <a:pt x="12679" y="12906"/>
                    <a:pt x="12679" y="12906"/>
                  </a:cubicBezTo>
                  <a:cubicBezTo>
                    <a:pt x="12735" y="12906"/>
                    <a:pt x="12735" y="12906"/>
                    <a:pt x="12735" y="12906"/>
                  </a:cubicBezTo>
                  <a:cubicBezTo>
                    <a:pt x="12735" y="12906"/>
                    <a:pt x="12735" y="12906"/>
                    <a:pt x="12735" y="12906"/>
                  </a:cubicBezTo>
                  <a:cubicBezTo>
                    <a:pt x="12791" y="12839"/>
                    <a:pt x="12791" y="12839"/>
                    <a:pt x="12791" y="12839"/>
                  </a:cubicBezTo>
                  <a:cubicBezTo>
                    <a:pt x="12791" y="12839"/>
                    <a:pt x="12791" y="12839"/>
                    <a:pt x="12791" y="12839"/>
                  </a:cubicBezTo>
                  <a:cubicBezTo>
                    <a:pt x="12847" y="12839"/>
                    <a:pt x="12847" y="12839"/>
                    <a:pt x="12847" y="12839"/>
                  </a:cubicBezTo>
                  <a:cubicBezTo>
                    <a:pt x="12847" y="12772"/>
                    <a:pt x="12847" y="12772"/>
                    <a:pt x="12847" y="12772"/>
                  </a:cubicBezTo>
                  <a:cubicBezTo>
                    <a:pt x="12903" y="12705"/>
                    <a:pt x="12903" y="12705"/>
                    <a:pt x="12903" y="12705"/>
                  </a:cubicBezTo>
                  <a:cubicBezTo>
                    <a:pt x="12903" y="12705"/>
                    <a:pt x="12903" y="12705"/>
                    <a:pt x="12903" y="12705"/>
                  </a:cubicBezTo>
                  <a:cubicBezTo>
                    <a:pt x="12903" y="12705"/>
                    <a:pt x="12903" y="12705"/>
                    <a:pt x="12903" y="12705"/>
                  </a:cubicBezTo>
                  <a:cubicBezTo>
                    <a:pt x="12959" y="12705"/>
                    <a:pt x="12959" y="12705"/>
                    <a:pt x="12959" y="12705"/>
                  </a:cubicBezTo>
                  <a:cubicBezTo>
                    <a:pt x="13016" y="12705"/>
                    <a:pt x="13016" y="12705"/>
                    <a:pt x="13016" y="12705"/>
                  </a:cubicBezTo>
                  <a:cubicBezTo>
                    <a:pt x="13016" y="12705"/>
                    <a:pt x="13016" y="12705"/>
                    <a:pt x="13016" y="12705"/>
                  </a:cubicBezTo>
                  <a:cubicBezTo>
                    <a:pt x="13016" y="12705"/>
                    <a:pt x="13016" y="12705"/>
                    <a:pt x="13016" y="12705"/>
                  </a:cubicBezTo>
                  <a:cubicBezTo>
                    <a:pt x="13072" y="12639"/>
                    <a:pt x="13072" y="12639"/>
                    <a:pt x="13072" y="12639"/>
                  </a:cubicBezTo>
                  <a:cubicBezTo>
                    <a:pt x="13072" y="12572"/>
                    <a:pt x="13072" y="12572"/>
                    <a:pt x="13072" y="12572"/>
                  </a:cubicBezTo>
                  <a:cubicBezTo>
                    <a:pt x="13072" y="12505"/>
                    <a:pt x="13072" y="12505"/>
                    <a:pt x="13072" y="12505"/>
                  </a:cubicBezTo>
                  <a:cubicBezTo>
                    <a:pt x="13128" y="12505"/>
                    <a:pt x="13128" y="12505"/>
                    <a:pt x="13128" y="12505"/>
                  </a:cubicBezTo>
                  <a:cubicBezTo>
                    <a:pt x="13128" y="12505"/>
                    <a:pt x="13128" y="12505"/>
                    <a:pt x="13128" y="12505"/>
                  </a:cubicBezTo>
                  <a:cubicBezTo>
                    <a:pt x="13184" y="12505"/>
                    <a:pt x="13184" y="12505"/>
                    <a:pt x="13184" y="12505"/>
                  </a:cubicBezTo>
                  <a:cubicBezTo>
                    <a:pt x="13184" y="12505"/>
                    <a:pt x="13184" y="12505"/>
                    <a:pt x="13184" y="12505"/>
                  </a:cubicBezTo>
                  <a:cubicBezTo>
                    <a:pt x="13240" y="12438"/>
                    <a:pt x="13240" y="12438"/>
                    <a:pt x="13240" y="12438"/>
                  </a:cubicBezTo>
                  <a:cubicBezTo>
                    <a:pt x="13240" y="12505"/>
                    <a:pt x="13240" y="12505"/>
                    <a:pt x="13240" y="12505"/>
                  </a:cubicBezTo>
                  <a:cubicBezTo>
                    <a:pt x="13240" y="12505"/>
                    <a:pt x="13240" y="12505"/>
                    <a:pt x="13240" y="12505"/>
                  </a:cubicBezTo>
                  <a:cubicBezTo>
                    <a:pt x="13240" y="12572"/>
                    <a:pt x="13240" y="12572"/>
                    <a:pt x="13240" y="12572"/>
                  </a:cubicBezTo>
                  <a:cubicBezTo>
                    <a:pt x="13184" y="12572"/>
                    <a:pt x="13184" y="12572"/>
                    <a:pt x="13184" y="12572"/>
                  </a:cubicBezTo>
                  <a:cubicBezTo>
                    <a:pt x="13240" y="12572"/>
                    <a:pt x="13240" y="12572"/>
                    <a:pt x="13240" y="12572"/>
                  </a:cubicBezTo>
                  <a:cubicBezTo>
                    <a:pt x="13296" y="12572"/>
                    <a:pt x="13296" y="12572"/>
                    <a:pt x="13296" y="12572"/>
                  </a:cubicBezTo>
                  <a:cubicBezTo>
                    <a:pt x="13352" y="12639"/>
                    <a:pt x="13352" y="12639"/>
                    <a:pt x="13352" y="12639"/>
                  </a:cubicBezTo>
                  <a:cubicBezTo>
                    <a:pt x="13352" y="12639"/>
                    <a:pt x="13352" y="12639"/>
                    <a:pt x="13352" y="12639"/>
                  </a:cubicBezTo>
                  <a:cubicBezTo>
                    <a:pt x="13296" y="12705"/>
                    <a:pt x="13296" y="12705"/>
                    <a:pt x="13296" y="12705"/>
                  </a:cubicBezTo>
                  <a:cubicBezTo>
                    <a:pt x="13296" y="12705"/>
                    <a:pt x="13296" y="12705"/>
                    <a:pt x="13296" y="12705"/>
                  </a:cubicBezTo>
                  <a:cubicBezTo>
                    <a:pt x="13296" y="12772"/>
                    <a:pt x="13296" y="12772"/>
                    <a:pt x="13296" y="12772"/>
                  </a:cubicBezTo>
                  <a:cubicBezTo>
                    <a:pt x="13296" y="12772"/>
                    <a:pt x="13296" y="12772"/>
                    <a:pt x="13296" y="12772"/>
                  </a:cubicBezTo>
                  <a:cubicBezTo>
                    <a:pt x="13352" y="12772"/>
                    <a:pt x="13352" y="12772"/>
                    <a:pt x="13352" y="12772"/>
                  </a:cubicBezTo>
                  <a:cubicBezTo>
                    <a:pt x="13352" y="12772"/>
                    <a:pt x="13352" y="12772"/>
                    <a:pt x="13352" y="12772"/>
                  </a:cubicBezTo>
                  <a:cubicBezTo>
                    <a:pt x="13408" y="12772"/>
                    <a:pt x="13408" y="12772"/>
                    <a:pt x="13408" y="12772"/>
                  </a:cubicBezTo>
                  <a:cubicBezTo>
                    <a:pt x="13408" y="12772"/>
                    <a:pt x="13408" y="12772"/>
                    <a:pt x="13408" y="12772"/>
                  </a:cubicBezTo>
                  <a:cubicBezTo>
                    <a:pt x="13408" y="12839"/>
                    <a:pt x="13408" y="12839"/>
                    <a:pt x="13408" y="12839"/>
                  </a:cubicBezTo>
                  <a:cubicBezTo>
                    <a:pt x="13464" y="12839"/>
                    <a:pt x="13464" y="12839"/>
                    <a:pt x="13464" y="12839"/>
                  </a:cubicBezTo>
                  <a:cubicBezTo>
                    <a:pt x="13521" y="12839"/>
                    <a:pt x="13521" y="12839"/>
                    <a:pt x="13521" y="12839"/>
                  </a:cubicBezTo>
                  <a:cubicBezTo>
                    <a:pt x="13521" y="12839"/>
                    <a:pt x="13521" y="12839"/>
                    <a:pt x="13521" y="12839"/>
                  </a:cubicBezTo>
                  <a:cubicBezTo>
                    <a:pt x="13577" y="12906"/>
                    <a:pt x="13577" y="12906"/>
                    <a:pt x="13577" y="12906"/>
                  </a:cubicBezTo>
                  <a:cubicBezTo>
                    <a:pt x="13633" y="12906"/>
                    <a:pt x="13633" y="12906"/>
                    <a:pt x="13633" y="12906"/>
                  </a:cubicBezTo>
                  <a:cubicBezTo>
                    <a:pt x="13633" y="12839"/>
                    <a:pt x="13633" y="12839"/>
                    <a:pt x="13633" y="12839"/>
                  </a:cubicBezTo>
                  <a:cubicBezTo>
                    <a:pt x="13689" y="12772"/>
                    <a:pt x="13689" y="12772"/>
                    <a:pt x="13689" y="12772"/>
                  </a:cubicBezTo>
                  <a:cubicBezTo>
                    <a:pt x="13689" y="12772"/>
                    <a:pt x="13689" y="12772"/>
                    <a:pt x="13689" y="12772"/>
                  </a:cubicBezTo>
                  <a:cubicBezTo>
                    <a:pt x="13745" y="12772"/>
                    <a:pt x="13745" y="12772"/>
                    <a:pt x="13745" y="12772"/>
                  </a:cubicBezTo>
                  <a:cubicBezTo>
                    <a:pt x="13745" y="12705"/>
                    <a:pt x="13745" y="12705"/>
                    <a:pt x="13745" y="12705"/>
                  </a:cubicBezTo>
                  <a:cubicBezTo>
                    <a:pt x="13745" y="12705"/>
                    <a:pt x="13745" y="12705"/>
                    <a:pt x="13745" y="12705"/>
                  </a:cubicBezTo>
                  <a:cubicBezTo>
                    <a:pt x="13689" y="12705"/>
                    <a:pt x="13689" y="12705"/>
                    <a:pt x="13689" y="12705"/>
                  </a:cubicBezTo>
                  <a:cubicBezTo>
                    <a:pt x="13745" y="12705"/>
                    <a:pt x="13745" y="12705"/>
                    <a:pt x="13745" y="12705"/>
                  </a:cubicBezTo>
                  <a:cubicBezTo>
                    <a:pt x="13745" y="12639"/>
                    <a:pt x="13745" y="12639"/>
                    <a:pt x="13745" y="12639"/>
                  </a:cubicBezTo>
                  <a:cubicBezTo>
                    <a:pt x="13689" y="12639"/>
                    <a:pt x="13689" y="12639"/>
                    <a:pt x="13689" y="12639"/>
                  </a:cubicBezTo>
                  <a:cubicBezTo>
                    <a:pt x="13689" y="12572"/>
                    <a:pt x="13689" y="12572"/>
                    <a:pt x="13689" y="12572"/>
                  </a:cubicBezTo>
                  <a:cubicBezTo>
                    <a:pt x="13689" y="12572"/>
                    <a:pt x="13689" y="12572"/>
                    <a:pt x="13689" y="12572"/>
                  </a:cubicBezTo>
                  <a:cubicBezTo>
                    <a:pt x="13689" y="12639"/>
                    <a:pt x="13689" y="12639"/>
                    <a:pt x="13689" y="12639"/>
                  </a:cubicBezTo>
                  <a:cubicBezTo>
                    <a:pt x="13689" y="12639"/>
                    <a:pt x="13689" y="12639"/>
                    <a:pt x="13689" y="12639"/>
                  </a:cubicBezTo>
                  <a:cubicBezTo>
                    <a:pt x="13633" y="12639"/>
                    <a:pt x="13633" y="12639"/>
                    <a:pt x="13633" y="12639"/>
                  </a:cubicBezTo>
                  <a:cubicBezTo>
                    <a:pt x="13577" y="12639"/>
                    <a:pt x="13577" y="12639"/>
                    <a:pt x="13577" y="12639"/>
                  </a:cubicBezTo>
                  <a:cubicBezTo>
                    <a:pt x="13577" y="12572"/>
                    <a:pt x="13577" y="12572"/>
                    <a:pt x="13577" y="12572"/>
                  </a:cubicBezTo>
                  <a:cubicBezTo>
                    <a:pt x="13577" y="12572"/>
                    <a:pt x="13577" y="12572"/>
                    <a:pt x="13577" y="12572"/>
                  </a:cubicBezTo>
                  <a:cubicBezTo>
                    <a:pt x="13521" y="12639"/>
                    <a:pt x="13521" y="12639"/>
                    <a:pt x="13521" y="12639"/>
                  </a:cubicBezTo>
                  <a:cubicBezTo>
                    <a:pt x="13464" y="12639"/>
                    <a:pt x="13464" y="12639"/>
                    <a:pt x="13464" y="12639"/>
                  </a:cubicBezTo>
                  <a:cubicBezTo>
                    <a:pt x="13464" y="12572"/>
                    <a:pt x="13464" y="12572"/>
                    <a:pt x="13464" y="12572"/>
                  </a:cubicBezTo>
                  <a:cubicBezTo>
                    <a:pt x="13464" y="12572"/>
                    <a:pt x="13464" y="12572"/>
                    <a:pt x="13464" y="12572"/>
                  </a:cubicBezTo>
                  <a:cubicBezTo>
                    <a:pt x="13521" y="12572"/>
                    <a:pt x="13521" y="12572"/>
                    <a:pt x="13521" y="12572"/>
                  </a:cubicBezTo>
                  <a:cubicBezTo>
                    <a:pt x="13577" y="12505"/>
                    <a:pt x="13577" y="12505"/>
                    <a:pt x="13577" y="12505"/>
                  </a:cubicBezTo>
                  <a:cubicBezTo>
                    <a:pt x="13577" y="12505"/>
                    <a:pt x="13577" y="12505"/>
                    <a:pt x="13577" y="12505"/>
                  </a:cubicBezTo>
                  <a:cubicBezTo>
                    <a:pt x="13521" y="12505"/>
                    <a:pt x="13521" y="12505"/>
                    <a:pt x="13521" y="12505"/>
                  </a:cubicBezTo>
                  <a:cubicBezTo>
                    <a:pt x="13521" y="12438"/>
                    <a:pt x="13521" y="12438"/>
                    <a:pt x="13521" y="12438"/>
                  </a:cubicBezTo>
                  <a:cubicBezTo>
                    <a:pt x="13521" y="12371"/>
                    <a:pt x="13521" y="12371"/>
                    <a:pt x="13521" y="12371"/>
                  </a:cubicBezTo>
                  <a:cubicBezTo>
                    <a:pt x="13521" y="12371"/>
                    <a:pt x="13521" y="12371"/>
                    <a:pt x="13521" y="12371"/>
                  </a:cubicBezTo>
                  <a:cubicBezTo>
                    <a:pt x="13521" y="12304"/>
                    <a:pt x="13521" y="12304"/>
                    <a:pt x="13521" y="12304"/>
                  </a:cubicBezTo>
                  <a:cubicBezTo>
                    <a:pt x="13521" y="12304"/>
                    <a:pt x="13521" y="12304"/>
                    <a:pt x="13521" y="12304"/>
                  </a:cubicBezTo>
                  <a:cubicBezTo>
                    <a:pt x="13464" y="12237"/>
                    <a:pt x="13464" y="12237"/>
                    <a:pt x="13464" y="12237"/>
                  </a:cubicBezTo>
                  <a:cubicBezTo>
                    <a:pt x="13408" y="12170"/>
                    <a:pt x="13408" y="12170"/>
                    <a:pt x="13408" y="12170"/>
                  </a:cubicBezTo>
                  <a:cubicBezTo>
                    <a:pt x="13408" y="12170"/>
                    <a:pt x="13408" y="12170"/>
                    <a:pt x="13408" y="12170"/>
                  </a:cubicBezTo>
                  <a:cubicBezTo>
                    <a:pt x="13352" y="12104"/>
                    <a:pt x="13352" y="12104"/>
                    <a:pt x="13352" y="12104"/>
                  </a:cubicBezTo>
                  <a:cubicBezTo>
                    <a:pt x="13352" y="12104"/>
                    <a:pt x="13352" y="12104"/>
                    <a:pt x="13352" y="12104"/>
                  </a:cubicBezTo>
                  <a:cubicBezTo>
                    <a:pt x="13352" y="12104"/>
                    <a:pt x="13352" y="12104"/>
                    <a:pt x="13352" y="12104"/>
                  </a:cubicBezTo>
                  <a:cubicBezTo>
                    <a:pt x="13352" y="12037"/>
                    <a:pt x="13352" y="12037"/>
                    <a:pt x="13352" y="12037"/>
                  </a:cubicBezTo>
                  <a:cubicBezTo>
                    <a:pt x="13296" y="11970"/>
                    <a:pt x="13296" y="11970"/>
                    <a:pt x="13296" y="11970"/>
                  </a:cubicBezTo>
                  <a:cubicBezTo>
                    <a:pt x="13240" y="11970"/>
                    <a:pt x="13240" y="11970"/>
                    <a:pt x="13240" y="11970"/>
                  </a:cubicBezTo>
                  <a:cubicBezTo>
                    <a:pt x="13184" y="11970"/>
                    <a:pt x="13184" y="11970"/>
                    <a:pt x="13184" y="11970"/>
                  </a:cubicBezTo>
                  <a:cubicBezTo>
                    <a:pt x="13128" y="11903"/>
                    <a:pt x="13128" y="11903"/>
                    <a:pt x="13128" y="11903"/>
                  </a:cubicBezTo>
                  <a:cubicBezTo>
                    <a:pt x="13184" y="11836"/>
                    <a:pt x="13184" y="11836"/>
                    <a:pt x="13184" y="11836"/>
                  </a:cubicBezTo>
                  <a:cubicBezTo>
                    <a:pt x="13184" y="11836"/>
                    <a:pt x="13184" y="11836"/>
                    <a:pt x="13184" y="11836"/>
                  </a:cubicBezTo>
                  <a:cubicBezTo>
                    <a:pt x="13128" y="11836"/>
                    <a:pt x="13128" y="11836"/>
                    <a:pt x="13128" y="11836"/>
                  </a:cubicBezTo>
                  <a:cubicBezTo>
                    <a:pt x="13128" y="11769"/>
                    <a:pt x="13128" y="11769"/>
                    <a:pt x="13128" y="11769"/>
                  </a:cubicBezTo>
                  <a:cubicBezTo>
                    <a:pt x="13128" y="11769"/>
                    <a:pt x="13128" y="11769"/>
                    <a:pt x="13128" y="11769"/>
                  </a:cubicBezTo>
                  <a:cubicBezTo>
                    <a:pt x="13072" y="11836"/>
                    <a:pt x="13072" y="11836"/>
                    <a:pt x="13072" y="11836"/>
                  </a:cubicBezTo>
                  <a:cubicBezTo>
                    <a:pt x="13072" y="11903"/>
                    <a:pt x="13072" y="11903"/>
                    <a:pt x="13072" y="11903"/>
                  </a:cubicBezTo>
                  <a:cubicBezTo>
                    <a:pt x="13016" y="11903"/>
                    <a:pt x="13016" y="11903"/>
                    <a:pt x="13016" y="11903"/>
                  </a:cubicBezTo>
                  <a:cubicBezTo>
                    <a:pt x="13016" y="11903"/>
                    <a:pt x="13016" y="11903"/>
                    <a:pt x="13016" y="11903"/>
                  </a:cubicBezTo>
                  <a:cubicBezTo>
                    <a:pt x="13016" y="11836"/>
                    <a:pt x="13016" y="11836"/>
                    <a:pt x="13016" y="11836"/>
                  </a:cubicBezTo>
                  <a:cubicBezTo>
                    <a:pt x="13016" y="11769"/>
                    <a:pt x="13016" y="11769"/>
                    <a:pt x="13016" y="11769"/>
                  </a:cubicBezTo>
                  <a:cubicBezTo>
                    <a:pt x="13016" y="11702"/>
                    <a:pt x="13016" y="11702"/>
                    <a:pt x="13016" y="11702"/>
                  </a:cubicBezTo>
                  <a:cubicBezTo>
                    <a:pt x="13016" y="11702"/>
                    <a:pt x="13016" y="11702"/>
                    <a:pt x="13016" y="11702"/>
                  </a:cubicBezTo>
                  <a:cubicBezTo>
                    <a:pt x="13072" y="11702"/>
                    <a:pt x="13072" y="11702"/>
                    <a:pt x="13072" y="11702"/>
                  </a:cubicBezTo>
                  <a:cubicBezTo>
                    <a:pt x="13072" y="11702"/>
                    <a:pt x="13072" y="11702"/>
                    <a:pt x="13072" y="11702"/>
                  </a:cubicBezTo>
                  <a:cubicBezTo>
                    <a:pt x="13072" y="11635"/>
                    <a:pt x="13072" y="11635"/>
                    <a:pt x="13072" y="11635"/>
                  </a:cubicBezTo>
                  <a:cubicBezTo>
                    <a:pt x="13016" y="11635"/>
                    <a:pt x="13016" y="11635"/>
                    <a:pt x="13016" y="11635"/>
                  </a:cubicBezTo>
                  <a:cubicBezTo>
                    <a:pt x="13016" y="11635"/>
                    <a:pt x="13016" y="11635"/>
                    <a:pt x="13016" y="11635"/>
                  </a:cubicBezTo>
                  <a:cubicBezTo>
                    <a:pt x="13016" y="11569"/>
                    <a:pt x="13016" y="11569"/>
                    <a:pt x="13016" y="11569"/>
                  </a:cubicBezTo>
                  <a:cubicBezTo>
                    <a:pt x="13016" y="11502"/>
                    <a:pt x="13016" y="11502"/>
                    <a:pt x="13016" y="11502"/>
                  </a:cubicBezTo>
                  <a:cubicBezTo>
                    <a:pt x="13016" y="11502"/>
                    <a:pt x="13016" y="11502"/>
                    <a:pt x="13016" y="11502"/>
                  </a:cubicBezTo>
                  <a:cubicBezTo>
                    <a:pt x="12903" y="11569"/>
                    <a:pt x="12903" y="11569"/>
                    <a:pt x="12903" y="11569"/>
                  </a:cubicBezTo>
                  <a:cubicBezTo>
                    <a:pt x="12847" y="11635"/>
                    <a:pt x="12847" y="11635"/>
                    <a:pt x="12847" y="11635"/>
                  </a:cubicBezTo>
                  <a:cubicBezTo>
                    <a:pt x="12847" y="11702"/>
                    <a:pt x="12847" y="11702"/>
                    <a:pt x="12847" y="11702"/>
                  </a:cubicBezTo>
                  <a:cubicBezTo>
                    <a:pt x="12791" y="11769"/>
                    <a:pt x="12791" y="11769"/>
                    <a:pt x="12791" y="11769"/>
                  </a:cubicBezTo>
                  <a:cubicBezTo>
                    <a:pt x="12791" y="11836"/>
                    <a:pt x="12791" y="11836"/>
                    <a:pt x="12791" y="11836"/>
                  </a:cubicBezTo>
                  <a:cubicBezTo>
                    <a:pt x="12735" y="11836"/>
                    <a:pt x="12735" y="11836"/>
                    <a:pt x="12735" y="11836"/>
                  </a:cubicBezTo>
                  <a:cubicBezTo>
                    <a:pt x="12735" y="11903"/>
                    <a:pt x="12735" y="11903"/>
                    <a:pt x="12735" y="11903"/>
                  </a:cubicBezTo>
                  <a:cubicBezTo>
                    <a:pt x="12679" y="11970"/>
                    <a:pt x="12679" y="11970"/>
                    <a:pt x="12679" y="11970"/>
                  </a:cubicBezTo>
                  <a:cubicBezTo>
                    <a:pt x="12735" y="12037"/>
                    <a:pt x="12735" y="12037"/>
                    <a:pt x="12735" y="12037"/>
                  </a:cubicBezTo>
                  <a:cubicBezTo>
                    <a:pt x="12679" y="12037"/>
                    <a:pt x="12679" y="12037"/>
                    <a:pt x="12679" y="12037"/>
                  </a:cubicBezTo>
                  <a:cubicBezTo>
                    <a:pt x="12679" y="12104"/>
                    <a:pt x="12679" y="12104"/>
                    <a:pt x="12679" y="12104"/>
                  </a:cubicBezTo>
                  <a:cubicBezTo>
                    <a:pt x="12679" y="12104"/>
                    <a:pt x="12679" y="12104"/>
                    <a:pt x="12679" y="12104"/>
                  </a:cubicBezTo>
                  <a:cubicBezTo>
                    <a:pt x="12623" y="12170"/>
                    <a:pt x="12623" y="12170"/>
                    <a:pt x="12623" y="12170"/>
                  </a:cubicBezTo>
                  <a:cubicBezTo>
                    <a:pt x="12567" y="12237"/>
                    <a:pt x="12567" y="12237"/>
                    <a:pt x="12567" y="12237"/>
                  </a:cubicBezTo>
                  <a:cubicBezTo>
                    <a:pt x="12567" y="12304"/>
                    <a:pt x="12567" y="12304"/>
                    <a:pt x="12567" y="12304"/>
                  </a:cubicBezTo>
                  <a:cubicBezTo>
                    <a:pt x="12567" y="12304"/>
                    <a:pt x="12567" y="12304"/>
                    <a:pt x="12567" y="12304"/>
                  </a:cubicBezTo>
                  <a:cubicBezTo>
                    <a:pt x="12567" y="12438"/>
                    <a:pt x="12567" y="12438"/>
                    <a:pt x="12567" y="12438"/>
                  </a:cubicBezTo>
                  <a:cubicBezTo>
                    <a:pt x="12567" y="12438"/>
                    <a:pt x="12567" y="12438"/>
                    <a:pt x="12567" y="12438"/>
                  </a:cubicBezTo>
                  <a:cubicBezTo>
                    <a:pt x="12511" y="12438"/>
                    <a:pt x="12511" y="12438"/>
                    <a:pt x="12511" y="12438"/>
                  </a:cubicBezTo>
                  <a:cubicBezTo>
                    <a:pt x="12398" y="12505"/>
                    <a:pt x="12398" y="12505"/>
                    <a:pt x="12398" y="12505"/>
                  </a:cubicBezTo>
                  <a:cubicBezTo>
                    <a:pt x="12398" y="12505"/>
                    <a:pt x="12398" y="12505"/>
                    <a:pt x="12398" y="12505"/>
                  </a:cubicBezTo>
                  <a:cubicBezTo>
                    <a:pt x="12398" y="12639"/>
                    <a:pt x="12398" y="12639"/>
                    <a:pt x="12398" y="12639"/>
                  </a:cubicBezTo>
                  <a:cubicBezTo>
                    <a:pt x="12398" y="12705"/>
                    <a:pt x="12398" y="12705"/>
                    <a:pt x="12398" y="12705"/>
                  </a:cubicBezTo>
                  <a:close/>
                  <a:moveTo>
                    <a:pt x="12791" y="13441"/>
                  </a:moveTo>
                  <a:cubicBezTo>
                    <a:pt x="12791" y="13441"/>
                    <a:pt x="12791" y="13441"/>
                    <a:pt x="12791" y="13441"/>
                  </a:cubicBezTo>
                  <a:cubicBezTo>
                    <a:pt x="12847" y="13441"/>
                    <a:pt x="12847" y="13441"/>
                    <a:pt x="12847" y="13441"/>
                  </a:cubicBezTo>
                  <a:cubicBezTo>
                    <a:pt x="12847" y="13374"/>
                    <a:pt x="12847" y="13374"/>
                    <a:pt x="12847" y="13374"/>
                  </a:cubicBezTo>
                  <a:cubicBezTo>
                    <a:pt x="12903" y="13374"/>
                    <a:pt x="12903" y="13374"/>
                    <a:pt x="12903" y="13374"/>
                  </a:cubicBezTo>
                  <a:cubicBezTo>
                    <a:pt x="12903" y="13441"/>
                    <a:pt x="12903" y="13441"/>
                    <a:pt x="12903" y="13441"/>
                  </a:cubicBezTo>
                  <a:cubicBezTo>
                    <a:pt x="12959" y="13441"/>
                    <a:pt x="12959" y="13441"/>
                    <a:pt x="12959" y="13441"/>
                  </a:cubicBezTo>
                  <a:cubicBezTo>
                    <a:pt x="12959" y="13441"/>
                    <a:pt x="12959" y="13441"/>
                    <a:pt x="12959" y="13441"/>
                  </a:cubicBezTo>
                  <a:cubicBezTo>
                    <a:pt x="13016" y="13374"/>
                    <a:pt x="13016" y="13374"/>
                    <a:pt x="13016" y="13374"/>
                  </a:cubicBezTo>
                  <a:cubicBezTo>
                    <a:pt x="13072" y="13374"/>
                    <a:pt x="13072" y="13374"/>
                    <a:pt x="13072" y="13374"/>
                  </a:cubicBezTo>
                  <a:cubicBezTo>
                    <a:pt x="13128" y="13307"/>
                    <a:pt x="13128" y="13307"/>
                    <a:pt x="13128" y="13307"/>
                  </a:cubicBezTo>
                  <a:cubicBezTo>
                    <a:pt x="13184" y="13240"/>
                    <a:pt x="13184" y="13240"/>
                    <a:pt x="13184" y="13240"/>
                  </a:cubicBezTo>
                  <a:cubicBezTo>
                    <a:pt x="13184" y="13240"/>
                    <a:pt x="13184" y="13240"/>
                    <a:pt x="13184" y="13240"/>
                  </a:cubicBezTo>
                  <a:cubicBezTo>
                    <a:pt x="13240" y="13240"/>
                    <a:pt x="13240" y="13240"/>
                    <a:pt x="13240" y="13240"/>
                  </a:cubicBezTo>
                  <a:cubicBezTo>
                    <a:pt x="13240" y="13173"/>
                    <a:pt x="13240" y="13173"/>
                    <a:pt x="13240" y="13173"/>
                  </a:cubicBezTo>
                  <a:cubicBezTo>
                    <a:pt x="13296" y="13173"/>
                    <a:pt x="13296" y="13173"/>
                    <a:pt x="13296" y="13173"/>
                  </a:cubicBezTo>
                  <a:cubicBezTo>
                    <a:pt x="13296" y="13107"/>
                    <a:pt x="13296" y="13107"/>
                    <a:pt x="13296" y="13107"/>
                  </a:cubicBezTo>
                  <a:cubicBezTo>
                    <a:pt x="13240" y="13107"/>
                    <a:pt x="13240" y="13107"/>
                    <a:pt x="13240" y="13107"/>
                  </a:cubicBezTo>
                  <a:cubicBezTo>
                    <a:pt x="13240" y="13107"/>
                    <a:pt x="13240" y="13107"/>
                    <a:pt x="13240" y="13107"/>
                  </a:cubicBezTo>
                  <a:cubicBezTo>
                    <a:pt x="13184" y="13107"/>
                    <a:pt x="13184" y="13107"/>
                    <a:pt x="13184" y="13107"/>
                  </a:cubicBezTo>
                  <a:cubicBezTo>
                    <a:pt x="13128" y="13107"/>
                    <a:pt x="13128" y="13107"/>
                    <a:pt x="13128" y="13107"/>
                  </a:cubicBezTo>
                  <a:cubicBezTo>
                    <a:pt x="13128" y="13107"/>
                    <a:pt x="13128" y="13107"/>
                    <a:pt x="13128" y="13107"/>
                  </a:cubicBezTo>
                  <a:cubicBezTo>
                    <a:pt x="13072" y="13107"/>
                    <a:pt x="13072" y="13107"/>
                    <a:pt x="13072" y="13107"/>
                  </a:cubicBezTo>
                  <a:cubicBezTo>
                    <a:pt x="13072" y="13173"/>
                    <a:pt x="13072" y="13173"/>
                    <a:pt x="13072" y="13173"/>
                  </a:cubicBezTo>
                  <a:cubicBezTo>
                    <a:pt x="13016" y="13173"/>
                    <a:pt x="13016" y="13173"/>
                    <a:pt x="13016" y="13173"/>
                  </a:cubicBezTo>
                  <a:cubicBezTo>
                    <a:pt x="13016" y="13107"/>
                    <a:pt x="13016" y="13107"/>
                    <a:pt x="13016" y="13107"/>
                  </a:cubicBezTo>
                  <a:cubicBezTo>
                    <a:pt x="13016" y="13107"/>
                    <a:pt x="13016" y="13107"/>
                    <a:pt x="13016" y="13107"/>
                  </a:cubicBezTo>
                  <a:cubicBezTo>
                    <a:pt x="12959" y="13107"/>
                    <a:pt x="12959" y="13107"/>
                    <a:pt x="12959" y="13107"/>
                  </a:cubicBezTo>
                  <a:cubicBezTo>
                    <a:pt x="12903" y="13173"/>
                    <a:pt x="12903" y="13173"/>
                    <a:pt x="12903" y="13173"/>
                  </a:cubicBezTo>
                  <a:cubicBezTo>
                    <a:pt x="12903" y="13240"/>
                    <a:pt x="12903" y="13240"/>
                    <a:pt x="12903" y="13240"/>
                  </a:cubicBezTo>
                  <a:cubicBezTo>
                    <a:pt x="12847" y="13240"/>
                    <a:pt x="12847" y="13240"/>
                    <a:pt x="12847" y="13240"/>
                  </a:cubicBezTo>
                  <a:cubicBezTo>
                    <a:pt x="12791" y="13240"/>
                    <a:pt x="12791" y="13240"/>
                    <a:pt x="12791" y="13240"/>
                  </a:cubicBezTo>
                  <a:cubicBezTo>
                    <a:pt x="12791" y="13307"/>
                    <a:pt x="12791" y="13307"/>
                    <a:pt x="12791" y="13307"/>
                  </a:cubicBezTo>
                  <a:cubicBezTo>
                    <a:pt x="12791" y="13307"/>
                    <a:pt x="12791" y="13307"/>
                    <a:pt x="12791" y="13307"/>
                  </a:cubicBezTo>
                  <a:cubicBezTo>
                    <a:pt x="12791" y="13374"/>
                    <a:pt x="12791" y="13374"/>
                    <a:pt x="12791" y="13374"/>
                  </a:cubicBezTo>
                  <a:cubicBezTo>
                    <a:pt x="12791" y="13441"/>
                    <a:pt x="12791" y="13441"/>
                    <a:pt x="12791" y="13441"/>
                  </a:cubicBezTo>
                  <a:cubicBezTo>
                    <a:pt x="12791" y="13441"/>
                    <a:pt x="12791" y="13441"/>
                    <a:pt x="12791" y="13441"/>
                  </a:cubicBezTo>
                  <a:close/>
                  <a:moveTo>
                    <a:pt x="16831" y="13775"/>
                  </a:moveTo>
                  <a:cubicBezTo>
                    <a:pt x="16831" y="13842"/>
                    <a:pt x="16831" y="13842"/>
                    <a:pt x="16831" y="13842"/>
                  </a:cubicBezTo>
                  <a:cubicBezTo>
                    <a:pt x="16887" y="13842"/>
                    <a:pt x="16887" y="13842"/>
                    <a:pt x="16887" y="13842"/>
                  </a:cubicBezTo>
                  <a:cubicBezTo>
                    <a:pt x="16887" y="13842"/>
                    <a:pt x="16887" y="13842"/>
                    <a:pt x="16887" y="13842"/>
                  </a:cubicBezTo>
                  <a:cubicBezTo>
                    <a:pt x="16943" y="13842"/>
                    <a:pt x="16943" y="13842"/>
                    <a:pt x="16943" y="13842"/>
                  </a:cubicBezTo>
                  <a:cubicBezTo>
                    <a:pt x="16943" y="13842"/>
                    <a:pt x="16943" y="13842"/>
                    <a:pt x="16943" y="13842"/>
                  </a:cubicBezTo>
                  <a:cubicBezTo>
                    <a:pt x="16943" y="13775"/>
                    <a:pt x="16943" y="13775"/>
                    <a:pt x="16943" y="13775"/>
                  </a:cubicBezTo>
                  <a:cubicBezTo>
                    <a:pt x="16943" y="13775"/>
                    <a:pt x="16943" y="13775"/>
                    <a:pt x="16943" y="13775"/>
                  </a:cubicBezTo>
                  <a:cubicBezTo>
                    <a:pt x="16943" y="13775"/>
                    <a:pt x="16943" y="13775"/>
                    <a:pt x="16943" y="13775"/>
                  </a:cubicBezTo>
                  <a:cubicBezTo>
                    <a:pt x="16887" y="13775"/>
                    <a:pt x="16887" y="13775"/>
                    <a:pt x="16887" y="13775"/>
                  </a:cubicBezTo>
                  <a:cubicBezTo>
                    <a:pt x="16831" y="13775"/>
                    <a:pt x="16831" y="13775"/>
                    <a:pt x="16831" y="13775"/>
                  </a:cubicBezTo>
                  <a:cubicBezTo>
                    <a:pt x="16831" y="13775"/>
                    <a:pt x="16831" y="13775"/>
                    <a:pt x="16831" y="13775"/>
                  </a:cubicBezTo>
                  <a:close/>
                  <a:moveTo>
                    <a:pt x="15540" y="13441"/>
                  </a:moveTo>
                  <a:cubicBezTo>
                    <a:pt x="15596" y="13441"/>
                    <a:pt x="15596" y="13441"/>
                    <a:pt x="15596" y="13441"/>
                  </a:cubicBezTo>
                  <a:cubicBezTo>
                    <a:pt x="15596" y="13508"/>
                    <a:pt x="15596" y="13508"/>
                    <a:pt x="15596" y="13508"/>
                  </a:cubicBezTo>
                  <a:cubicBezTo>
                    <a:pt x="15652" y="13508"/>
                    <a:pt x="15652" y="13508"/>
                    <a:pt x="15652" y="13508"/>
                  </a:cubicBezTo>
                  <a:cubicBezTo>
                    <a:pt x="15596" y="13508"/>
                    <a:pt x="15596" y="13508"/>
                    <a:pt x="15596" y="13508"/>
                  </a:cubicBezTo>
                  <a:cubicBezTo>
                    <a:pt x="15652" y="13575"/>
                    <a:pt x="15652" y="13575"/>
                    <a:pt x="15652" y="13575"/>
                  </a:cubicBezTo>
                  <a:cubicBezTo>
                    <a:pt x="15652" y="13575"/>
                    <a:pt x="15652" y="13575"/>
                    <a:pt x="15652" y="13575"/>
                  </a:cubicBezTo>
                  <a:cubicBezTo>
                    <a:pt x="15652" y="13575"/>
                    <a:pt x="15652" y="13575"/>
                    <a:pt x="15652" y="13575"/>
                  </a:cubicBezTo>
                  <a:cubicBezTo>
                    <a:pt x="15709" y="13575"/>
                    <a:pt x="15709" y="13575"/>
                    <a:pt x="15709" y="13575"/>
                  </a:cubicBezTo>
                  <a:cubicBezTo>
                    <a:pt x="15709" y="13575"/>
                    <a:pt x="15709" y="13575"/>
                    <a:pt x="15709" y="13575"/>
                  </a:cubicBezTo>
                  <a:cubicBezTo>
                    <a:pt x="15709" y="13575"/>
                    <a:pt x="15709" y="13575"/>
                    <a:pt x="15709" y="13575"/>
                  </a:cubicBezTo>
                  <a:cubicBezTo>
                    <a:pt x="15709" y="13508"/>
                    <a:pt x="15709" y="13508"/>
                    <a:pt x="15709" y="13508"/>
                  </a:cubicBezTo>
                  <a:cubicBezTo>
                    <a:pt x="15709" y="13508"/>
                    <a:pt x="15709" y="13508"/>
                    <a:pt x="15709" y="13508"/>
                  </a:cubicBezTo>
                  <a:cubicBezTo>
                    <a:pt x="15652" y="13508"/>
                    <a:pt x="15652" y="13508"/>
                    <a:pt x="15652" y="13508"/>
                  </a:cubicBezTo>
                  <a:cubicBezTo>
                    <a:pt x="15652" y="13441"/>
                    <a:pt x="15652" y="13441"/>
                    <a:pt x="15652" y="13441"/>
                  </a:cubicBezTo>
                  <a:cubicBezTo>
                    <a:pt x="15596" y="13441"/>
                    <a:pt x="15596" y="13441"/>
                    <a:pt x="15596" y="13441"/>
                  </a:cubicBezTo>
                  <a:cubicBezTo>
                    <a:pt x="15596" y="13441"/>
                    <a:pt x="15596" y="13441"/>
                    <a:pt x="15596" y="13441"/>
                  </a:cubicBezTo>
                  <a:cubicBezTo>
                    <a:pt x="15540" y="13441"/>
                    <a:pt x="15540" y="13441"/>
                    <a:pt x="15540" y="13441"/>
                  </a:cubicBezTo>
                  <a:close/>
                  <a:moveTo>
                    <a:pt x="16775" y="14177"/>
                  </a:moveTo>
                  <a:cubicBezTo>
                    <a:pt x="16718" y="14110"/>
                    <a:pt x="16718" y="14110"/>
                    <a:pt x="16718" y="14110"/>
                  </a:cubicBezTo>
                  <a:cubicBezTo>
                    <a:pt x="16718" y="14110"/>
                    <a:pt x="16718" y="14110"/>
                    <a:pt x="16718" y="14110"/>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75" y="14110"/>
                    <a:pt x="16775" y="14110"/>
                    <a:pt x="16775" y="14110"/>
                  </a:cubicBezTo>
                  <a:cubicBezTo>
                    <a:pt x="16775" y="14110"/>
                    <a:pt x="16775" y="14110"/>
                    <a:pt x="16775" y="14110"/>
                  </a:cubicBezTo>
                  <a:cubicBezTo>
                    <a:pt x="16775" y="14177"/>
                    <a:pt x="16775" y="14177"/>
                    <a:pt x="16775" y="14177"/>
                  </a:cubicBezTo>
                  <a:close/>
                  <a:moveTo>
                    <a:pt x="16718" y="14310"/>
                  </a:moveTo>
                  <a:cubicBezTo>
                    <a:pt x="16718" y="14310"/>
                    <a:pt x="16718" y="14310"/>
                    <a:pt x="16718" y="14310"/>
                  </a:cubicBezTo>
                  <a:cubicBezTo>
                    <a:pt x="16718" y="14243"/>
                    <a:pt x="16718" y="14243"/>
                    <a:pt x="16718" y="14243"/>
                  </a:cubicBezTo>
                  <a:cubicBezTo>
                    <a:pt x="16662" y="14243"/>
                    <a:pt x="16662" y="14243"/>
                    <a:pt x="16662" y="14243"/>
                  </a:cubicBezTo>
                  <a:cubicBezTo>
                    <a:pt x="16662" y="14243"/>
                    <a:pt x="16662" y="14243"/>
                    <a:pt x="16662" y="14243"/>
                  </a:cubicBezTo>
                  <a:cubicBezTo>
                    <a:pt x="16606" y="14177"/>
                    <a:pt x="16606" y="14177"/>
                    <a:pt x="16606" y="14177"/>
                  </a:cubicBezTo>
                  <a:cubicBezTo>
                    <a:pt x="16606" y="14177"/>
                    <a:pt x="16606" y="14177"/>
                    <a:pt x="16606" y="14177"/>
                  </a:cubicBezTo>
                  <a:cubicBezTo>
                    <a:pt x="16662" y="14177"/>
                    <a:pt x="16662" y="14177"/>
                    <a:pt x="16662" y="14177"/>
                  </a:cubicBezTo>
                  <a:cubicBezTo>
                    <a:pt x="16662" y="14177"/>
                    <a:pt x="16662" y="14177"/>
                    <a:pt x="16662" y="14177"/>
                  </a:cubicBezTo>
                  <a:cubicBezTo>
                    <a:pt x="16718" y="14177"/>
                    <a:pt x="16718" y="14177"/>
                    <a:pt x="16718" y="14177"/>
                  </a:cubicBezTo>
                  <a:cubicBezTo>
                    <a:pt x="16775" y="14177"/>
                    <a:pt x="16775" y="14177"/>
                    <a:pt x="16775" y="14177"/>
                  </a:cubicBezTo>
                  <a:cubicBezTo>
                    <a:pt x="16775" y="14243"/>
                    <a:pt x="16775" y="14243"/>
                    <a:pt x="16775" y="14243"/>
                  </a:cubicBezTo>
                  <a:cubicBezTo>
                    <a:pt x="16775" y="14243"/>
                    <a:pt x="16775" y="14243"/>
                    <a:pt x="16775" y="14243"/>
                  </a:cubicBezTo>
                  <a:cubicBezTo>
                    <a:pt x="16775" y="14243"/>
                    <a:pt x="16775" y="14243"/>
                    <a:pt x="16775" y="14243"/>
                  </a:cubicBezTo>
                  <a:cubicBezTo>
                    <a:pt x="16718" y="14310"/>
                    <a:pt x="16718" y="14310"/>
                    <a:pt x="16718" y="14310"/>
                  </a:cubicBezTo>
                  <a:cubicBezTo>
                    <a:pt x="16718" y="14310"/>
                    <a:pt x="16718" y="14310"/>
                    <a:pt x="16718" y="14310"/>
                  </a:cubicBezTo>
                  <a:cubicBezTo>
                    <a:pt x="16718" y="14310"/>
                    <a:pt x="16718" y="14310"/>
                    <a:pt x="16718" y="14310"/>
                  </a:cubicBezTo>
                  <a:close/>
                  <a:moveTo>
                    <a:pt x="15484" y="15113"/>
                  </a:moveTo>
                  <a:cubicBezTo>
                    <a:pt x="15484" y="15180"/>
                    <a:pt x="15484" y="15180"/>
                    <a:pt x="15484" y="15180"/>
                  </a:cubicBezTo>
                  <a:cubicBezTo>
                    <a:pt x="15484" y="15113"/>
                    <a:pt x="15484" y="15113"/>
                    <a:pt x="15484" y="15113"/>
                  </a:cubicBezTo>
                  <a:cubicBezTo>
                    <a:pt x="15484" y="15113"/>
                    <a:pt x="15484" y="15113"/>
                    <a:pt x="15484" y="15113"/>
                  </a:cubicBezTo>
                  <a:close/>
                  <a:moveTo>
                    <a:pt x="15484" y="15113"/>
                  </a:moveTo>
                  <a:cubicBezTo>
                    <a:pt x="15484" y="15180"/>
                    <a:pt x="15484" y="15180"/>
                    <a:pt x="15484" y="15180"/>
                  </a:cubicBezTo>
                  <a:cubicBezTo>
                    <a:pt x="15484" y="15180"/>
                    <a:pt x="15484" y="15180"/>
                    <a:pt x="15484" y="15180"/>
                  </a:cubicBezTo>
                  <a:cubicBezTo>
                    <a:pt x="15484" y="15113"/>
                    <a:pt x="15484" y="15113"/>
                    <a:pt x="15484" y="15113"/>
                  </a:cubicBezTo>
                  <a:close/>
                  <a:moveTo>
                    <a:pt x="15540" y="15113"/>
                  </a:moveTo>
                  <a:cubicBezTo>
                    <a:pt x="15540" y="15180"/>
                    <a:pt x="15540" y="15180"/>
                    <a:pt x="15540" y="15180"/>
                  </a:cubicBezTo>
                  <a:cubicBezTo>
                    <a:pt x="15540" y="15180"/>
                    <a:pt x="15540" y="15180"/>
                    <a:pt x="15540" y="15180"/>
                  </a:cubicBezTo>
                  <a:cubicBezTo>
                    <a:pt x="15540" y="15247"/>
                    <a:pt x="15540" y="15247"/>
                    <a:pt x="15540" y="15247"/>
                  </a:cubicBezTo>
                  <a:cubicBezTo>
                    <a:pt x="15540" y="15180"/>
                    <a:pt x="15540" y="15180"/>
                    <a:pt x="15540" y="15180"/>
                  </a:cubicBezTo>
                  <a:cubicBezTo>
                    <a:pt x="15540" y="15180"/>
                    <a:pt x="15540" y="15180"/>
                    <a:pt x="15540" y="15180"/>
                  </a:cubicBezTo>
                  <a:cubicBezTo>
                    <a:pt x="15540" y="15113"/>
                    <a:pt x="15540" y="15113"/>
                    <a:pt x="15540" y="15113"/>
                  </a:cubicBezTo>
                  <a:close/>
                  <a:moveTo>
                    <a:pt x="15877" y="14712"/>
                  </a:moveTo>
                  <a:cubicBezTo>
                    <a:pt x="15877" y="14712"/>
                    <a:pt x="15877" y="14712"/>
                    <a:pt x="15877" y="14712"/>
                  </a:cubicBezTo>
                  <a:cubicBezTo>
                    <a:pt x="15877" y="14645"/>
                    <a:pt x="15877" y="14645"/>
                    <a:pt x="15877" y="14645"/>
                  </a:cubicBezTo>
                  <a:cubicBezTo>
                    <a:pt x="15877" y="14645"/>
                    <a:pt x="15877" y="14645"/>
                    <a:pt x="15877" y="14645"/>
                  </a:cubicBezTo>
                  <a:cubicBezTo>
                    <a:pt x="15877" y="14578"/>
                    <a:pt x="15877" y="14578"/>
                    <a:pt x="15877" y="14578"/>
                  </a:cubicBezTo>
                  <a:cubicBezTo>
                    <a:pt x="15933" y="14578"/>
                    <a:pt x="15933" y="14578"/>
                    <a:pt x="15933" y="14578"/>
                  </a:cubicBezTo>
                  <a:cubicBezTo>
                    <a:pt x="15989" y="14511"/>
                    <a:pt x="15989" y="14511"/>
                    <a:pt x="15989" y="14511"/>
                  </a:cubicBezTo>
                  <a:cubicBezTo>
                    <a:pt x="15989" y="14578"/>
                    <a:pt x="15989" y="14578"/>
                    <a:pt x="15989" y="14578"/>
                  </a:cubicBezTo>
                  <a:cubicBezTo>
                    <a:pt x="15989" y="14578"/>
                    <a:pt x="15989" y="14578"/>
                    <a:pt x="15989" y="14578"/>
                  </a:cubicBezTo>
                  <a:cubicBezTo>
                    <a:pt x="15989" y="14578"/>
                    <a:pt x="15989" y="14578"/>
                    <a:pt x="15989" y="14578"/>
                  </a:cubicBezTo>
                  <a:cubicBezTo>
                    <a:pt x="15989" y="14645"/>
                    <a:pt x="15989" y="14645"/>
                    <a:pt x="15989" y="14645"/>
                  </a:cubicBezTo>
                  <a:cubicBezTo>
                    <a:pt x="15989" y="14645"/>
                    <a:pt x="15989" y="14645"/>
                    <a:pt x="15989" y="14645"/>
                  </a:cubicBezTo>
                  <a:cubicBezTo>
                    <a:pt x="15933" y="14712"/>
                    <a:pt x="15933" y="14712"/>
                    <a:pt x="15933" y="14712"/>
                  </a:cubicBezTo>
                  <a:cubicBezTo>
                    <a:pt x="15933" y="14712"/>
                    <a:pt x="15933" y="14712"/>
                    <a:pt x="15933" y="14712"/>
                  </a:cubicBezTo>
                  <a:cubicBezTo>
                    <a:pt x="15877" y="14712"/>
                    <a:pt x="15877" y="14712"/>
                    <a:pt x="15877" y="14712"/>
                  </a:cubicBezTo>
                  <a:cubicBezTo>
                    <a:pt x="15877" y="14712"/>
                    <a:pt x="15877" y="14712"/>
                    <a:pt x="15877" y="14712"/>
                  </a:cubicBezTo>
                  <a:close/>
                  <a:moveTo>
                    <a:pt x="14755" y="13374"/>
                  </a:moveTo>
                  <a:cubicBezTo>
                    <a:pt x="14811" y="13441"/>
                    <a:pt x="14811" y="13441"/>
                    <a:pt x="14811" y="13441"/>
                  </a:cubicBezTo>
                  <a:cubicBezTo>
                    <a:pt x="14867" y="13441"/>
                    <a:pt x="14867" y="13441"/>
                    <a:pt x="14867" y="13441"/>
                  </a:cubicBezTo>
                  <a:cubicBezTo>
                    <a:pt x="14867" y="13441"/>
                    <a:pt x="14867" y="13441"/>
                    <a:pt x="14867" y="13441"/>
                  </a:cubicBezTo>
                  <a:cubicBezTo>
                    <a:pt x="14923" y="13508"/>
                    <a:pt x="14923" y="13508"/>
                    <a:pt x="14923" y="13508"/>
                  </a:cubicBezTo>
                  <a:cubicBezTo>
                    <a:pt x="14923" y="13441"/>
                    <a:pt x="14923" y="13441"/>
                    <a:pt x="14923" y="13441"/>
                  </a:cubicBezTo>
                  <a:cubicBezTo>
                    <a:pt x="14867" y="13441"/>
                    <a:pt x="14867" y="13441"/>
                    <a:pt x="14867" y="13441"/>
                  </a:cubicBezTo>
                  <a:cubicBezTo>
                    <a:pt x="14811" y="13374"/>
                    <a:pt x="14811" y="13374"/>
                    <a:pt x="14811" y="13374"/>
                  </a:cubicBezTo>
                  <a:cubicBezTo>
                    <a:pt x="14811" y="13374"/>
                    <a:pt x="14811" y="13374"/>
                    <a:pt x="14811" y="13374"/>
                  </a:cubicBezTo>
                  <a:cubicBezTo>
                    <a:pt x="14755" y="13374"/>
                    <a:pt x="14755" y="13374"/>
                    <a:pt x="14755" y="13374"/>
                  </a:cubicBezTo>
                  <a:close/>
                  <a:moveTo>
                    <a:pt x="14418" y="13040"/>
                  </a:moveTo>
                  <a:cubicBezTo>
                    <a:pt x="14418" y="13040"/>
                    <a:pt x="14418" y="13040"/>
                    <a:pt x="14418" y="13040"/>
                  </a:cubicBezTo>
                  <a:cubicBezTo>
                    <a:pt x="14418" y="13040"/>
                    <a:pt x="14418" y="13040"/>
                    <a:pt x="14418" y="13040"/>
                  </a:cubicBezTo>
                  <a:cubicBezTo>
                    <a:pt x="14474" y="13040"/>
                    <a:pt x="14474" y="13040"/>
                    <a:pt x="14474" y="13040"/>
                  </a:cubicBezTo>
                  <a:cubicBezTo>
                    <a:pt x="14474" y="13040"/>
                    <a:pt x="14474" y="13040"/>
                    <a:pt x="14474" y="13040"/>
                  </a:cubicBezTo>
                  <a:cubicBezTo>
                    <a:pt x="14474" y="13040"/>
                    <a:pt x="14474" y="13040"/>
                    <a:pt x="14474" y="13040"/>
                  </a:cubicBezTo>
                  <a:cubicBezTo>
                    <a:pt x="14530" y="13040"/>
                    <a:pt x="14530" y="13040"/>
                    <a:pt x="14530" y="13040"/>
                  </a:cubicBezTo>
                  <a:cubicBezTo>
                    <a:pt x="14530" y="12973"/>
                    <a:pt x="14530" y="12973"/>
                    <a:pt x="14530" y="12973"/>
                  </a:cubicBezTo>
                  <a:cubicBezTo>
                    <a:pt x="14474" y="12973"/>
                    <a:pt x="14474" y="12973"/>
                    <a:pt x="14474" y="12973"/>
                  </a:cubicBezTo>
                  <a:cubicBezTo>
                    <a:pt x="14530" y="12973"/>
                    <a:pt x="14530" y="12973"/>
                    <a:pt x="14530" y="12973"/>
                  </a:cubicBezTo>
                  <a:cubicBezTo>
                    <a:pt x="14530" y="12973"/>
                    <a:pt x="14530" y="12973"/>
                    <a:pt x="14530" y="12973"/>
                  </a:cubicBezTo>
                  <a:cubicBezTo>
                    <a:pt x="14474" y="12906"/>
                    <a:pt x="14474" y="12906"/>
                    <a:pt x="14474" y="12906"/>
                  </a:cubicBezTo>
                  <a:cubicBezTo>
                    <a:pt x="14418" y="12906"/>
                    <a:pt x="14418" y="12906"/>
                    <a:pt x="14418" y="12906"/>
                  </a:cubicBezTo>
                  <a:cubicBezTo>
                    <a:pt x="14418" y="12906"/>
                    <a:pt x="14418" y="12906"/>
                    <a:pt x="14418" y="12906"/>
                  </a:cubicBezTo>
                  <a:cubicBezTo>
                    <a:pt x="14418" y="12906"/>
                    <a:pt x="14418" y="12906"/>
                    <a:pt x="14418" y="12906"/>
                  </a:cubicBezTo>
                  <a:cubicBezTo>
                    <a:pt x="14362" y="12906"/>
                    <a:pt x="14362" y="12906"/>
                    <a:pt x="14362" y="12906"/>
                  </a:cubicBezTo>
                  <a:cubicBezTo>
                    <a:pt x="14362" y="12839"/>
                    <a:pt x="14362" y="12839"/>
                    <a:pt x="14362" y="12839"/>
                  </a:cubicBezTo>
                  <a:cubicBezTo>
                    <a:pt x="14306" y="12906"/>
                    <a:pt x="14306" y="12906"/>
                    <a:pt x="14306" y="12906"/>
                  </a:cubicBezTo>
                  <a:cubicBezTo>
                    <a:pt x="14306" y="12906"/>
                    <a:pt x="14306" y="12906"/>
                    <a:pt x="14306" y="12906"/>
                  </a:cubicBezTo>
                  <a:cubicBezTo>
                    <a:pt x="14306" y="12906"/>
                    <a:pt x="14306" y="12906"/>
                    <a:pt x="14306" y="12906"/>
                  </a:cubicBezTo>
                  <a:cubicBezTo>
                    <a:pt x="14362" y="12906"/>
                    <a:pt x="14362" y="12906"/>
                    <a:pt x="14362" y="12906"/>
                  </a:cubicBezTo>
                  <a:cubicBezTo>
                    <a:pt x="14362" y="12973"/>
                    <a:pt x="14362" y="12973"/>
                    <a:pt x="14362" y="12973"/>
                  </a:cubicBezTo>
                  <a:cubicBezTo>
                    <a:pt x="14362" y="12973"/>
                    <a:pt x="14362" y="12973"/>
                    <a:pt x="14362" y="12973"/>
                  </a:cubicBezTo>
                  <a:cubicBezTo>
                    <a:pt x="14418" y="12973"/>
                    <a:pt x="14418" y="12973"/>
                    <a:pt x="14418" y="12973"/>
                  </a:cubicBezTo>
                  <a:cubicBezTo>
                    <a:pt x="14418" y="13040"/>
                    <a:pt x="14418" y="13040"/>
                    <a:pt x="14418" y="13040"/>
                  </a:cubicBezTo>
                  <a:close/>
                  <a:moveTo>
                    <a:pt x="14138" y="13173"/>
                  </a:moveTo>
                  <a:cubicBezTo>
                    <a:pt x="14194" y="13173"/>
                    <a:pt x="14194" y="13173"/>
                    <a:pt x="14194" y="13173"/>
                  </a:cubicBezTo>
                  <a:cubicBezTo>
                    <a:pt x="14194" y="13173"/>
                    <a:pt x="14194" y="13173"/>
                    <a:pt x="14194" y="13173"/>
                  </a:cubicBezTo>
                  <a:cubicBezTo>
                    <a:pt x="14250" y="13107"/>
                    <a:pt x="14250" y="13107"/>
                    <a:pt x="14250" y="13107"/>
                  </a:cubicBezTo>
                  <a:cubicBezTo>
                    <a:pt x="14250" y="13107"/>
                    <a:pt x="14250" y="13107"/>
                    <a:pt x="14250" y="13107"/>
                  </a:cubicBezTo>
                  <a:cubicBezTo>
                    <a:pt x="14250" y="13107"/>
                    <a:pt x="14250" y="13107"/>
                    <a:pt x="14250" y="13107"/>
                  </a:cubicBezTo>
                  <a:cubicBezTo>
                    <a:pt x="14250" y="13107"/>
                    <a:pt x="14250" y="13107"/>
                    <a:pt x="14250" y="13107"/>
                  </a:cubicBezTo>
                  <a:cubicBezTo>
                    <a:pt x="14250" y="12973"/>
                    <a:pt x="14250" y="12973"/>
                    <a:pt x="14250" y="12973"/>
                  </a:cubicBezTo>
                  <a:cubicBezTo>
                    <a:pt x="14250" y="12973"/>
                    <a:pt x="14250" y="12973"/>
                    <a:pt x="14250" y="12973"/>
                  </a:cubicBezTo>
                  <a:cubicBezTo>
                    <a:pt x="14194" y="12973"/>
                    <a:pt x="14194" y="12973"/>
                    <a:pt x="14194" y="12973"/>
                  </a:cubicBezTo>
                  <a:cubicBezTo>
                    <a:pt x="14138" y="12973"/>
                    <a:pt x="14138" y="12973"/>
                    <a:pt x="14138" y="12973"/>
                  </a:cubicBezTo>
                  <a:cubicBezTo>
                    <a:pt x="14138" y="12906"/>
                    <a:pt x="14138" y="12906"/>
                    <a:pt x="14138" y="12906"/>
                  </a:cubicBezTo>
                  <a:cubicBezTo>
                    <a:pt x="14138" y="12973"/>
                    <a:pt x="14138" y="12973"/>
                    <a:pt x="14138" y="12973"/>
                  </a:cubicBezTo>
                  <a:cubicBezTo>
                    <a:pt x="14082" y="12973"/>
                    <a:pt x="14082" y="12973"/>
                    <a:pt x="14082" y="12973"/>
                  </a:cubicBezTo>
                  <a:cubicBezTo>
                    <a:pt x="14025" y="12906"/>
                    <a:pt x="14025" y="12906"/>
                    <a:pt x="14025" y="12906"/>
                  </a:cubicBezTo>
                  <a:cubicBezTo>
                    <a:pt x="14025" y="12973"/>
                    <a:pt x="14025" y="12973"/>
                    <a:pt x="14025" y="12973"/>
                  </a:cubicBezTo>
                  <a:cubicBezTo>
                    <a:pt x="14025" y="12973"/>
                    <a:pt x="14025" y="12973"/>
                    <a:pt x="14025" y="12973"/>
                  </a:cubicBezTo>
                  <a:cubicBezTo>
                    <a:pt x="14082" y="13040"/>
                    <a:pt x="14082" y="13040"/>
                    <a:pt x="14082" y="13040"/>
                  </a:cubicBezTo>
                  <a:cubicBezTo>
                    <a:pt x="14082" y="13107"/>
                    <a:pt x="14082" y="13107"/>
                    <a:pt x="14082" y="13107"/>
                  </a:cubicBezTo>
                  <a:cubicBezTo>
                    <a:pt x="14138" y="13107"/>
                    <a:pt x="14138" y="13107"/>
                    <a:pt x="14138" y="13107"/>
                  </a:cubicBezTo>
                  <a:cubicBezTo>
                    <a:pt x="14138" y="13173"/>
                    <a:pt x="14138" y="13173"/>
                    <a:pt x="14138" y="13173"/>
                  </a:cubicBezTo>
                  <a:cubicBezTo>
                    <a:pt x="14138" y="13173"/>
                    <a:pt x="14138" y="13173"/>
                    <a:pt x="14138" y="13173"/>
                  </a:cubicBezTo>
                  <a:close/>
                  <a:moveTo>
                    <a:pt x="14082" y="13374"/>
                  </a:moveTo>
                  <a:cubicBezTo>
                    <a:pt x="14082" y="13374"/>
                    <a:pt x="14138" y="13374"/>
                    <a:pt x="14138" y="13374"/>
                  </a:cubicBezTo>
                  <a:cubicBezTo>
                    <a:pt x="14082" y="13374"/>
                    <a:pt x="14082" y="13374"/>
                    <a:pt x="14082" y="13374"/>
                  </a:cubicBezTo>
                  <a:cubicBezTo>
                    <a:pt x="14025" y="13374"/>
                    <a:pt x="14025" y="13374"/>
                    <a:pt x="14025" y="13374"/>
                  </a:cubicBezTo>
                  <a:cubicBezTo>
                    <a:pt x="14082" y="13374"/>
                    <a:pt x="14082" y="13374"/>
                    <a:pt x="14082" y="13374"/>
                  </a:cubicBezTo>
                  <a:cubicBezTo>
                    <a:pt x="14082" y="13374"/>
                    <a:pt x="14082" y="13374"/>
                    <a:pt x="14082" y="13374"/>
                  </a:cubicBezTo>
                  <a:close/>
                  <a:moveTo>
                    <a:pt x="13577" y="13842"/>
                  </a:moveTo>
                  <a:cubicBezTo>
                    <a:pt x="13577" y="13842"/>
                    <a:pt x="13577" y="13842"/>
                    <a:pt x="13577" y="13842"/>
                  </a:cubicBezTo>
                  <a:cubicBezTo>
                    <a:pt x="13577" y="13775"/>
                    <a:pt x="13577" y="13775"/>
                    <a:pt x="13577" y="13775"/>
                  </a:cubicBezTo>
                  <a:cubicBezTo>
                    <a:pt x="13577" y="13775"/>
                    <a:pt x="13577" y="13775"/>
                    <a:pt x="13577" y="13775"/>
                  </a:cubicBezTo>
                  <a:cubicBezTo>
                    <a:pt x="13577" y="13775"/>
                    <a:pt x="13577" y="13775"/>
                    <a:pt x="13577" y="13775"/>
                  </a:cubicBezTo>
                  <a:cubicBezTo>
                    <a:pt x="13633" y="13708"/>
                    <a:pt x="13633" y="13708"/>
                    <a:pt x="13633" y="13708"/>
                  </a:cubicBezTo>
                  <a:cubicBezTo>
                    <a:pt x="13577" y="13708"/>
                    <a:pt x="13577" y="13708"/>
                    <a:pt x="13577" y="13708"/>
                  </a:cubicBezTo>
                  <a:cubicBezTo>
                    <a:pt x="13577" y="13708"/>
                    <a:pt x="13577" y="13708"/>
                    <a:pt x="13577" y="13708"/>
                  </a:cubicBezTo>
                  <a:cubicBezTo>
                    <a:pt x="13633" y="13642"/>
                    <a:pt x="13633" y="13642"/>
                    <a:pt x="13633" y="13642"/>
                  </a:cubicBezTo>
                  <a:cubicBezTo>
                    <a:pt x="13689" y="13575"/>
                    <a:pt x="13689" y="13575"/>
                    <a:pt x="13689" y="13575"/>
                  </a:cubicBezTo>
                  <a:cubicBezTo>
                    <a:pt x="13689" y="13575"/>
                    <a:pt x="13689" y="13575"/>
                    <a:pt x="13689" y="13575"/>
                  </a:cubicBezTo>
                  <a:cubicBezTo>
                    <a:pt x="13689" y="13575"/>
                    <a:pt x="13689" y="13575"/>
                    <a:pt x="13689" y="13575"/>
                  </a:cubicBezTo>
                  <a:cubicBezTo>
                    <a:pt x="13689" y="13575"/>
                    <a:pt x="13689" y="13575"/>
                    <a:pt x="13689" y="13575"/>
                  </a:cubicBezTo>
                  <a:cubicBezTo>
                    <a:pt x="13689" y="13508"/>
                    <a:pt x="13689" y="13508"/>
                    <a:pt x="13689" y="13508"/>
                  </a:cubicBezTo>
                  <a:cubicBezTo>
                    <a:pt x="13745" y="13508"/>
                    <a:pt x="13745" y="13508"/>
                    <a:pt x="13745" y="13508"/>
                  </a:cubicBezTo>
                  <a:cubicBezTo>
                    <a:pt x="13745" y="13441"/>
                    <a:pt x="13745" y="13441"/>
                    <a:pt x="13745" y="13441"/>
                  </a:cubicBezTo>
                  <a:cubicBezTo>
                    <a:pt x="13745" y="13441"/>
                    <a:pt x="13745" y="13441"/>
                    <a:pt x="13745" y="13441"/>
                  </a:cubicBezTo>
                  <a:cubicBezTo>
                    <a:pt x="13745" y="13441"/>
                    <a:pt x="13745" y="13441"/>
                    <a:pt x="13745" y="13441"/>
                  </a:cubicBezTo>
                  <a:cubicBezTo>
                    <a:pt x="13745" y="13374"/>
                    <a:pt x="13745" y="13374"/>
                    <a:pt x="13745" y="13374"/>
                  </a:cubicBezTo>
                  <a:cubicBezTo>
                    <a:pt x="13689" y="13441"/>
                    <a:pt x="13689" y="13441"/>
                    <a:pt x="13689" y="13441"/>
                  </a:cubicBezTo>
                  <a:cubicBezTo>
                    <a:pt x="13689" y="13441"/>
                    <a:pt x="13689" y="13441"/>
                    <a:pt x="13689" y="13441"/>
                  </a:cubicBezTo>
                  <a:cubicBezTo>
                    <a:pt x="13633" y="13374"/>
                    <a:pt x="13633" y="13374"/>
                    <a:pt x="13633" y="13374"/>
                  </a:cubicBezTo>
                  <a:cubicBezTo>
                    <a:pt x="13633" y="13374"/>
                    <a:pt x="13633" y="13374"/>
                    <a:pt x="13633" y="13374"/>
                  </a:cubicBezTo>
                  <a:cubicBezTo>
                    <a:pt x="13633" y="13374"/>
                    <a:pt x="13633" y="13374"/>
                    <a:pt x="13633" y="13374"/>
                  </a:cubicBezTo>
                  <a:cubicBezTo>
                    <a:pt x="13577" y="13441"/>
                    <a:pt x="13577" y="13441"/>
                    <a:pt x="13577" y="13441"/>
                  </a:cubicBezTo>
                  <a:cubicBezTo>
                    <a:pt x="13521" y="13441"/>
                    <a:pt x="13521" y="13441"/>
                    <a:pt x="13521" y="13441"/>
                  </a:cubicBezTo>
                  <a:cubicBezTo>
                    <a:pt x="13521" y="13508"/>
                    <a:pt x="13521" y="13508"/>
                    <a:pt x="13521" y="13508"/>
                  </a:cubicBezTo>
                  <a:cubicBezTo>
                    <a:pt x="13521" y="13508"/>
                    <a:pt x="13521" y="13508"/>
                    <a:pt x="13521" y="13508"/>
                  </a:cubicBezTo>
                  <a:cubicBezTo>
                    <a:pt x="13521" y="13575"/>
                    <a:pt x="13521" y="13575"/>
                    <a:pt x="13521" y="13575"/>
                  </a:cubicBezTo>
                  <a:cubicBezTo>
                    <a:pt x="13464" y="13575"/>
                    <a:pt x="13464" y="13575"/>
                    <a:pt x="13464" y="13575"/>
                  </a:cubicBezTo>
                  <a:cubicBezTo>
                    <a:pt x="13464" y="13642"/>
                    <a:pt x="13464" y="13642"/>
                    <a:pt x="13464" y="13642"/>
                  </a:cubicBezTo>
                  <a:cubicBezTo>
                    <a:pt x="13464" y="13642"/>
                    <a:pt x="13464" y="13642"/>
                    <a:pt x="13464" y="13642"/>
                  </a:cubicBezTo>
                  <a:cubicBezTo>
                    <a:pt x="13464" y="13708"/>
                    <a:pt x="13464" y="13708"/>
                    <a:pt x="13464" y="13708"/>
                  </a:cubicBezTo>
                  <a:cubicBezTo>
                    <a:pt x="13464" y="13708"/>
                    <a:pt x="13464" y="13708"/>
                    <a:pt x="13464" y="13708"/>
                  </a:cubicBezTo>
                  <a:cubicBezTo>
                    <a:pt x="13521" y="13708"/>
                    <a:pt x="13521" y="13708"/>
                    <a:pt x="13521" y="13708"/>
                  </a:cubicBezTo>
                  <a:cubicBezTo>
                    <a:pt x="13521" y="13775"/>
                    <a:pt x="13521" y="13775"/>
                    <a:pt x="13521" y="13775"/>
                  </a:cubicBezTo>
                  <a:cubicBezTo>
                    <a:pt x="13521" y="13775"/>
                    <a:pt x="13521" y="13775"/>
                    <a:pt x="13521" y="13775"/>
                  </a:cubicBezTo>
                  <a:cubicBezTo>
                    <a:pt x="13577" y="13842"/>
                    <a:pt x="13577" y="13842"/>
                    <a:pt x="13577" y="13842"/>
                  </a:cubicBezTo>
                  <a:close/>
                  <a:moveTo>
                    <a:pt x="13072" y="16049"/>
                  </a:moveTo>
                  <a:cubicBezTo>
                    <a:pt x="13072" y="16049"/>
                    <a:pt x="13072" y="16049"/>
                    <a:pt x="13072" y="16049"/>
                  </a:cubicBezTo>
                  <a:cubicBezTo>
                    <a:pt x="13072" y="16049"/>
                    <a:pt x="13072" y="16049"/>
                    <a:pt x="13072" y="16049"/>
                  </a:cubicBezTo>
                  <a:cubicBezTo>
                    <a:pt x="13072" y="16049"/>
                    <a:pt x="13072" y="16049"/>
                    <a:pt x="13072" y="16049"/>
                  </a:cubicBezTo>
                  <a:cubicBezTo>
                    <a:pt x="13072" y="16049"/>
                    <a:pt x="13072" y="16049"/>
                    <a:pt x="13072" y="16049"/>
                  </a:cubicBezTo>
                  <a:close/>
                  <a:moveTo>
                    <a:pt x="13072" y="16250"/>
                  </a:moveTo>
                  <a:cubicBezTo>
                    <a:pt x="13128" y="16250"/>
                    <a:pt x="13128" y="16250"/>
                    <a:pt x="13128" y="16250"/>
                  </a:cubicBezTo>
                  <a:cubicBezTo>
                    <a:pt x="13128" y="16183"/>
                    <a:pt x="13128" y="16183"/>
                    <a:pt x="13128" y="16183"/>
                  </a:cubicBezTo>
                  <a:cubicBezTo>
                    <a:pt x="13128" y="16183"/>
                    <a:pt x="13128" y="16183"/>
                    <a:pt x="13128" y="16183"/>
                  </a:cubicBezTo>
                  <a:cubicBezTo>
                    <a:pt x="13128" y="16250"/>
                    <a:pt x="13128" y="16250"/>
                    <a:pt x="13128" y="16250"/>
                  </a:cubicBezTo>
                  <a:cubicBezTo>
                    <a:pt x="13128" y="16250"/>
                    <a:pt x="13128" y="16250"/>
                    <a:pt x="13128" y="16250"/>
                  </a:cubicBezTo>
                  <a:cubicBezTo>
                    <a:pt x="13128" y="16250"/>
                    <a:pt x="13072" y="16250"/>
                    <a:pt x="13072" y="16250"/>
                  </a:cubicBezTo>
                  <a:close/>
                  <a:moveTo>
                    <a:pt x="12791" y="16183"/>
                  </a:moveTo>
                  <a:cubicBezTo>
                    <a:pt x="12791" y="16183"/>
                    <a:pt x="12791" y="16183"/>
                    <a:pt x="12791" y="16183"/>
                  </a:cubicBezTo>
                  <a:cubicBezTo>
                    <a:pt x="12847" y="16183"/>
                    <a:pt x="12847" y="16183"/>
                    <a:pt x="12847" y="16183"/>
                  </a:cubicBezTo>
                  <a:cubicBezTo>
                    <a:pt x="12847" y="16116"/>
                    <a:pt x="12847" y="16116"/>
                    <a:pt x="12847" y="16116"/>
                  </a:cubicBezTo>
                  <a:cubicBezTo>
                    <a:pt x="12903" y="16116"/>
                    <a:pt x="12903" y="16116"/>
                    <a:pt x="12903" y="16116"/>
                  </a:cubicBezTo>
                  <a:cubicBezTo>
                    <a:pt x="12903" y="16116"/>
                    <a:pt x="12903" y="16116"/>
                    <a:pt x="12903" y="16116"/>
                  </a:cubicBezTo>
                  <a:cubicBezTo>
                    <a:pt x="12959" y="16116"/>
                    <a:pt x="12959" y="16116"/>
                    <a:pt x="12959" y="16116"/>
                  </a:cubicBezTo>
                  <a:cubicBezTo>
                    <a:pt x="12903" y="16183"/>
                    <a:pt x="12903" y="16183"/>
                    <a:pt x="12903" y="16183"/>
                  </a:cubicBezTo>
                  <a:cubicBezTo>
                    <a:pt x="12847" y="16183"/>
                    <a:pt x="12847" y="16183"/>
                    <a:pt x="12847" y="16183"/>
                  </a:cubicBezTo>
                  <a:cubicBezTo>
                    <a:pt x="12791" y="16250"/>
                    <a:pt x="12791" y="16250"/>
                    <a:pt x="12791" y="16250"/>
                  </a:cubicBezTo>
                  <a:cubicBezTo>
                    <a:pt x="12791" y="16183"/>
                    <a:pt x="12791" y="16183"/>
                    <a:pt x="12791" y="16183"/>
                  </a:cubicBezTo>
                  <a:close/>
                  <a:moveTo>
                    <a:pt x="13016" y="16317"/>
                  </a:moveTo>
                  <a:cubicBezTo>
                    <a:pt x="13072" y="16250"/>
                    <a:pt x="13072" y="16250"/>
                    <a:pt x="13072" y="16250"/>
                  </a:cubicBezTo>
                  <a:cubicBezTo>
                    <a:pt x="13072" y="16183"/>
                    <a:pt x="13072" y="16183"/>
                    <a:pt x="13072" y="16183"/>
                  </a:cubicBezTo>
                  <a:cubicBezTo>
                    <a:pt x="13072" y="16183"/>
                    <a:pt x="13072" y="16183"/>
                    <a:pt x="13072" y="16183"/>
                  </a:cubicBezTo>
                  <a:cubicBezTo>
                    <a:pt x="13072" y="16250"/>
                    <a:pt x="13072" y="16250"/>
                    <a:pt x="13072" y="16250"/>
                  </a:cubicBezTo>
                  <a:cubicBezTo>
                    <a:pt x="13016" y="16317"/>
                    <a:pt x="13016" y="16317"/>
                    <a:pt x="13016" y="16317"/>
                  </a:cubicBezTo>
                  <a:cubicBezTo>
                    <a:pt x="13016" y="16317"/>
                    <a:pt x="13016" y="16317"/>
                    <a:pt x="13016" y="16317"/>
                  </a:cubicBezTo>
                  <a:cubicBezTo>
                    <a:pt x="13016" y="16317"/>
                    <a:pt x="13016" y="16317"/>
                    <a:pt x="13016" y="16317"/>
                  </a:cubicBezTo>
                  <a:cubicBezTo>
                    <a:pt x="13072" y="16250"/>
                    <a:pt x="13072" y="16250"/>
                    <a:pt x="13072" y="16250"/>
                  </a:cubicBezTo>
                  <a:cubicBezTo>
                    <a:pt x="13128" y="16250"/>
                    <a:pt x="13128" y="16250"/>
                    <a:pt x="13128" y="16250"/>
                  </a:cubicBezTo>
                  <a:cubicBezTo>
                    <a:pt x="13128" y="16183"/>
                    <a:pt x="13128" y="16183"/>
                    <a:pt x="13128" y="16183"/>
                  </a:cubicBezTo>
                  <a:cubicBezTo>
                    <a:pt x="13072" y="16116"/>
                    <a:pt x="13072" y="16116"/>
                    <a:pt x="13072" y="16116"/>
                  </a:cubicBezTo>
                  <a:cubicBezTo>
                    <a:pt x="13072" y="16116"/>
                    <a:pt x="13072" y="16116"/>
                    <a:pt x="13072" y="16116"/>
                  </a:cubicBezTo>
                  <a:cubicBezTo>
                    <a:pt x="13072" y="16116"/>
                    <a:pt x="13072" y="16116"/>
                    <a:pt x="13072" y="16116"/>
                  </a:cubicBezTo>
                  <a:cubicBezTo>
                    <a:pt x="13016" y="16116"/>
                    <a:pt x="13016" y="16116"/>
                    <a:pt x="13016" y="16116"/>
                  </a:cubicBezTo>
                  <a:cubicBezTo>
                    <a:pt x="13016" y="16116"/>
                    <a:pt x="13016" y="16116"/>
                    <a:pt x="13016" y="16116"/>
                  </a:cubicBezTo>
                  <a:cubicBezTo>
                    <a:pt x="13016" y="16183"/>
                    <a:pt x="13016" y="16183"/>
                    <a:pt x="13016" y="16183"/>
                  </a:cubicBezTo>
                  <a:cubicBezTo>
                    <a:pt x="12959" y="16250"/>
                    <a:pt x="12959" y="16250"/>
                    <a:pt x="12959" y="16250"/>
                  </a:cubicBezTo>
                  <a:cubicBezTo>
                    <a:pt x="12903" y="16250"/>
                    <a:pt x="12903" y="16250"/>
                    <a:pt x="12903" y="16250"/>
                  </a:cubicBezTo>
                  <a:cubicBezTo>
                    <a:pt x="12959" y="16183"/>
                    <a:pt x="12959" y="16183"/>
                    <a:pt x="12959" y="16183"/>
                  </a:cubicBezTo>
                  <a:cubicBezTo>
                    <a:pt x="12959" y="16183"/>
                    <a:pt x="12959" y="16183"/>
                    <a:pt x="12959" y="16183"/>
                  </a:cubicBezTo>
                  <a:cubicBezTo>
                    <a:pt x="13016" y="16116"/>
                    <a:pt x="13016" y="16116"/>
                    <a:pt x="13016" y="16116"/>
                  </a:cubicBezTo>
                  <a:cubicBezTo>
                    <a:pt x="12959" y="16116"/>
                    <a:pt x="12959" y="16116"/>
                    <a:pt x="12959" y="16116"/>
                  </a:cubicBezTo>
                  <a:cubicBezTo>
                    <a:pt x="12959" y="16116"/>
                    <a:pt x="12959" y="16116"/>
                    <a:pt x="12959" y="16116"/>
                  </a:cubicBezTo>
                  <a:cubicBezTo>
                    <a:pt x="12903" y="16183"/>
                    <a:pt x="12903" y="16183"/>
                    <a:pt x="12903" y="16183"/>
                  </a:cubicBezTo>
                  <a:cubicBezTo>
                    <a:pt x="12847" y="16250"/>
                    <a:pt x="12847" y="16250"/>
                    <a:pt x="12847" y="16250"/>
                  </a:cubicBezTo>
                  <a:cubicBezTo>
                    <a:pt x="12847" y="16317"/>
                    <a:pt x="12847" y="16317"/>
                    <a:pt x="12847" y="16317"/>
                  </a:cubicBezTo>
                  <a:cubicBezTo>
                    <a:pt x="12847" y="16317"/>
                    <a:pt x="12847" y="16317"/>
                    <a:pt x="12847" y="16317"/>
                  </a:cubicBezTo>
                  <a:cubicBezTo>
                    <a:pt x="12847" y="16383"/>
                    <a:pt x="12847" y="16383"/>
                    <a:pt x="12847" y="16383"/>
                  </a:cubicBezTo>
                  <a:cubicBezTo>
                    <a:pt x="12847" y="16383"/>
                    <a:pt x="12847" y="16383"/>
                    <a:pt x="12847" y="16383"/>
                  </a:cubicBezTo>
                  <a:cubicBezTo>
                    <a:pt x="12903" y="16317"/>
                    <a:pt x="12903" y="16317"/>
                    <a:pt x="12903" y="16317"/>
                  </a:cubicBezTo>
                  <a:cubicBezTo>
                    <a:pt x="12903" y="16317"/>
                    <a:pt x="12903" y="16317"/>
                    <a:pt x="12903" y="16317"/>
                  </a:cubicBezTo>
                  <a:cubicBezTo>
                    <a:pt x="12903" y="16317"/>
                    <a:pt x="12903" y="16317"/>
                    <a:pt x="12903" y="16317"/>
                  </a:cubicBezTo>
                  <a:cubicBezTo>
                    <a:pt x="12903" y="16383"/>
                    <a:pt x="12903" y="16383"/>
                    <a:pt x="12903" y="16383"/>
                  </a:cubicBezTo>
                  <a:cubicBezTo>
                    <a:pt x="12903" y="16383"/>
                    <a:pt x="12903" y="16383"/>
                    <a:pt x="12903" y="16383"/>
                  </a:cubicBezTo>
                  <a:cubicBezTo>
                    <a:pt x="12903" y="16383"/>
                    <a:pt x="12903" y="16383"/>
                    <a:pt x="12903" y="16383"/>
                  </a:cubicBezTo>
                  <a:cubicBezTo>
                    <a:pt x="12959" y="16383"/>
                    <a:pt x="12959" y="16383"/>
                    <a:pt x="12959" y="16383"/>
                  </a:cubicBezTo>
                  <a:cubicBezTo>
                    <a:pt x="12959" y="16383"/>
                    <a:pt x="13016" y="16317"/>
                    <a:pt x="13016" y="16317"/>
                  </a:cubicBezTo>
                  <a:close/>
                  <a:moveTo>
                    <a:pt x="12959" y="16317"/>
                  </a:moveTo>
                  <a:cubicBezTo>
                    <a:pt x="12959" y="16250"/>
                    <a:pt x="12959" y="16250"/>
                    <a:pt x="12959" y="16250"/>
                  </a:cubicBezTo>
                  <a:cubicBezTo>
                    <a:pt x="13016" y="16183"/>
                    <a:pt x="13016" y="16183"/>
                    <a:pt x="13016" y="16183"/>
                  </a:cubicBezTo>
                  <a:cubicBezTo>
                    <a:pt x="13016" y="16250"/>
                    <a:pt x="13016" y="16250"/>
                    <a:pt x="13016" y="16250"/>
                  </a:cubicBezTo>
                  <a:cubicBezTo>
                    <a:pt x="12959" y="16317"/>
                    <a:pt x="12959" y="16317"/>
                    <a:pt x="12959" y="16317"/>
                  </a:cubicBezTo>
                  <a:cubicBezTo>
                    <a:pt x="12959" y="16317"/>
                    <a:pt x="12959" y="16317"/>
                    <a:pt x="12959" y="16317"/>
                  </a:cubicBezTo>
                  <a:close/>
                  <a:moveTo>
                    <a:pt x="16326" y="19995"/>
                  </a:moveTo>
                  <a:cubicBezTo>
                    <a:pt x="16270" y="19995"/>
                    <a:pt x="16270" y="19995"/>
                    <a:pt x="16270" y="19995"/>
                  </a:cubicBezTo>
                  <a:cubicBezTo>
                    <a:pt x="16270" y="19928"/>
                    <a:pt x="16270" y="19928"/>
                    <a:pt x="16270" y="19928"/>
                  </a:cubicBezTo>
                  <a:cubicBezTo>
                    <a:pt x="16270" y="19928"/>
                    <a:pt x="16270" y="19928"/>
                    <a:pt x="16270" y="19928"/>
                  </a:cubicBezTo>
                  <a:cubicBezTo>
                    <a:pt x="16326" y="19928"/>
                    <a:pt x="16326" y="19928"/>
                    <a:pt x="16326" y="19928"/>
                  </a:cubicBezTo>
                  <a:cubicBezTo>
                    <a:pt x="16326" y="19861"/>
                    <a:pt x="16326" y="19861"/>
                    <a:pt x="16326" y="19861"/>
                  </a:cubicBezTo>
                  <a:cubicBezTo>
                    <a:pt x="16326" y="19861"/>
                    <a:pt x="16326" y="19861"/>
                    <a:pt x="16326" y="19861"/>
                  </a:cubicBezTo>
                  <a:cubicBezTo>
                    <a:pt x="16326" y="19861"/>
                    <a:pt x="16326" y="19861"/>
                    <a:pt x="16326" y="19861"/>
                  </a:cubicBezTo>
                  <a:cubicBezTo>
                    <a:pt x="16326" y="19861"/>
                    <a:pt x="16326" y="19861"/>
                    <a:pt x="16326" y="19861"/>
                  </a:cubicBezTo>
                  <a:cubicBezTo>
                    <a:pt x="16270" y="19928"/>
                    <a:pt x="16270" y="19928"/>
                    <a:pt x="16270" y="19928"/>
                  </a:cubicBezTo>
                  <a:cubicBezTo>
                    <a:pt x="16270" y="19928"/>
                    <a:pt x="16270" y="19928"/>
                    <a:pt x="16270" y="19928"/>
                  </a:cubicBezTo>
                  <a:cubicBezTo>
                    <a:pt x="16270" y="19995"/>
                    <a:pt x="16270" y="19995"/>
                    <a:pt x="16270" y="19995"/>
                  </a:cubicBezTo>
                  <a:cubicBezTo>
                    <a:pt x="16270" y="19995"/>
                    <a:pt x="16270" y="19995"/>
                    <a:pt x="16270" y="19995"/>
                  </a:cubicBezTo>
                  <a:cubicBezTo>
                    <a:pt x="16326" y="19995"/>
                    <a:pt x="16326" y="19995"/>
                    <a:pt x="16326" y="19995"/>
                  </a:cubicBezTo>
                  <a:close/>
                  <a:moveTo>
                    <a:pt x="17504" y="20195"/>
                  </a:moveTo>
                  <a:cubicBezTo>
                    <a:pt x="17504" y="20195"/>
                    <a:pt x="17504" y="20195"/>
                    <a:pt x="17504" y="20195"/>
                  </a:cubicBezTo>
                  <a:cubicBezTo>
                    <a:pt x="17504" y="20128"/>
                    <a:pt x="17504" y="20128"/>
                    <a:pt x="17504" y="20128"/>
                  </a:cubicBezTo>
                  <a:cubicBezTo>
                    <a:pt x="17504" y="20128"/>
                    <a:pt x="17504" y="20128"/>
                    <a:pt x="17504" y="20128"/>
                  </a:cubicBezTo>
                  <a:cubicBezTo>
                    <a:pt x="17504" y="20061"/>
                    <a:pt x="17504" y="20061"/>
                    <a:pt x="17504" y="20061"/>
                  </a:cubicBezTo>
                  <a:cubicBezTo>
                    <a:pt x="17504" y="20061"/>
                    <a:pt x="17504" y="20061"/>
                    <a:pt x="17504" y="20061"/>
                  </a:cubicBezTo>
                  <a:cubicBezTo>
                    <a:pt x="17560" y="20061"/>
                    <a:pt x="17560" y="20061"/>
                    <a:pt x="17560" y="20061"/>
                  </a:cubicBezTo>
                  <a:cubicBezTo>
                    <a:pt x="17560" y="20061"/>
                    <a:pt x="17560" y="20061"/>
                    <a:pt x="17560" y="20061"/>
                  </a:cubicBezTo>
                  <a:cubicBezTo>
                    <a:pt x="17560" y="20061"/>
                    <a:pt x="17560" y="20061"/>
                    <a:pt x="17560" y="20061"/>
                  </a:cubicBezTo>
                  <a:cubicBezTo>
                    <a:pt x="17560" y="20128"/>
                    <a:pt x="17560" y="20128"/>
                    <a:pt x="17560" y="20128"/>
                  </a:cubicBezTo>
                  <a:cubicBezTo>
                    <a:pt x="17504" y="20128"/>
                    <a:pt x="17504" y="20128"/>
                    <a:pt x="17504" y="20128"/>
                  </a:cubicBezTo>
                  <a:cubicBezTo>
                    <a:pt x="17504" y="20128"/>
                    <a:pt x="17504" y="20128"/>
                    <a:pt x="17504" y="20128"/>
                  </a:cubicBezTo>
                  <a:cubicBezTo>
                    <a:pt x="17560" y="20195"/>
                    <a:pt x="17560" y="20195"/>
                    <a:pt x="17560" y="20195"/>
                  </a:cubicBezTo>
                  <a:cubicBezTo>
                    <a:pt x="17560" y="20195"/>
                    <a:pt x="17560" y="20195"/>
                    <a:pt x="17560" y="20195"/>
                  </a:cubicBezTo>
                  <a:cubicBezTo>
                    <a:pt x="17560" y="20195"/>
                    <a:pt x="17560" y="20195"/>
                    <a:pt x="17560" y="20195"/>
                  </a:cubicBezTo>
                  <a:cubicBezTo>
                    <a:pt x="17504" y="20195"/>
                    <a:pt x="17504" y="20195"/>
                    <a:pt x="17504" y="20195"/>
                  </a:cubicBezTo>
                  <a:close/>
                  <a:moveTo>
                    <a:pt x="17560" y="20262"/>
                  </a:moveTo>
                  <a:cubicBezTo>
                    <a:pt x="17560" y="20195"/>
                    <a:pt x="17560" y="20195"/>
                    <a:pt x="17560" y="20195"/>
                  </a:cubicBezTo>
                  <a:cubicBezTo>
                    <a:pt x="17616" y="20195"/>
                    <a:pt x="17616" y="20195"/>
                    <a:pt x="17616" y="20195"/>
                  </a:cubicBezTo>
                  <a:cubicBezTo>
                    <a:pt x="17616" y="20262"/>
                    <a:pt x="17616" y="20262"/>
                    <a:pt x="17616" y="20262"/>
                  </a:cubicBezTo>
                  <a:cubicBezTo>
                    <a:pt x="17560" y="20262"/>
                    <a:pt x="17560" y="20262"/>
                    <a:pt x="17560" y="20262"/>
                  </a:cubicBezTo>
                  <a:cubicBezTo>
                    <a:pt x="17560" y="20262"/>
                    <a:pt x="17560" y="20262"/>
                    <a:pt x="17560" y="20262"/>
                  </a:cubicBezTo>
                  <a:close/>
                  <a:moveTo>
                    <a:pt x="18065" y="18390"/>
                  </a:moveTo>
                  <a:cubicBezTo>
                    <a:pt x="18065" y="18323"/>
                    <a:pt x="18065" y="18323"/>
                    <a:pt x="18065" y="18323"/>
                  </a:cubicBezTo>
                  <a:cubicBezTo>
                    <a:pt x="18121" y="18256"/>
                    <a:pt x="18121" y="18256"/>
                    <a:pt x="18121" y="18256"/>
                  </a:cubicBezTo>
                  <a:cubicBezTo>
                    <a:pt x="18121" y="18323"/>
                    <a:pt x="18121" y="18323"/>
                    <a:pt x="18121" y="18323"/>
                  </a:cubicBezTo>
                  <a:cubicBezTo>
                    <a:pt x="18065" y="18390"/>
                    <a:pt x="18065" y="18390"/>
                    <a:pt x="18065" y="18390"/>
                  </a:cubicBezTo>
                  <a:cubicBezTo>
                    <a:pt x="18065" y="18390"/>
                    <a:pt x="18065" y="18390"/>
                    <a:pt x="18065" y="18390"/>
                  </a:cubicBezTo>
                  <a:cubicBezTo>
                    <a:pt x="18065" y="18390"/>
                    <a:pt x="18065" y="18390"/>
                    <a:pt x="18065" y="18390"/>
                  </a:cubicBezTo>
                  <a:close/>
                  <a:moveTo>
                    <a:pt x="17897" y="18724"/>
                  </a:moveTo>
                  <a:cubicBezTo>
                    <a:pt x="17897" y="18791"/>
                    <a:pt x="17897" y="18791"/>
                    <a:pt x="17897" y="18791"/>
                  </a:cubicBezTo>
                  <a:cubicBezTo>
                    <a:pt x="17897" y="18791"/>
                    <a:pt x="17897" y="18791"/>
                    <a:pt x="17897" y="18791"/>
                  </a:cubicBezTo>
                  <a:cubicBezTo>
                    <a:pt x="17953" y="18791"/>
                    <a:pt x="17953" y="18791"/>
                    <a:pt x="17953" y="18791"/>
                  </a:cubicBezTo>
                  <a:cubicBezTo>
                    <a:pt x="17953" y="18791"/>
                    <a:pt x="17953" y="18791"/>
                    <a:pt x="17953" y="18791"/>
                  </a:cubicBezTo>
                  <a:cubicBezTo>
                    <a:pt x="17953" y="18724"/>
                    <a:pt x="17953" y="18724"/>
                    <a:pt x="17953" y="18724"/>
                  </a:cubicBezTo>
                  <a:cubicBezTo>
                    <a:pt x="17953" y="18724"/>
                    <a:pt x="17953" y="18724"/>
                    <a:pt x="17953" y="18724"/>
                  </a:cubicBezTo>
                  <a:cubicBezTo>
                    <a:pt x="17897" y="18724"/>
                    <a:pt x="17897" y="18724"/>
                    <a:pt x="17897" y="18724"/>
                  </a:cubicBezTo>
                  <a:close/>
                  <a:moveTo>
                    <a:pt x="18177" y="19192"/>
                  </a:move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233" y="19192"/>
                    <a:pt x="18233" y="19192"/>
                    <a:pt x="18233" y="19192"/>
                  </a:cubicBezTo>
                  <a:cubicBezTo>
                    <a:pt x="18233" y="19192"/>
                    <a:pt x="18233" y="19192"/>
                    <a:pt x="18233" y="19192"/>
                  </a:cubicBezTo>
                  <a:cubicBezTo>
                    <a:pt x="18177" y="19192"/>
                    <a:pt x="18177" y="19192"/>
                    <a:pt x="18177" y="19192"/>
                  </a:cubicBezTo>
                  <a:cubicBezTo>
                    <a:pt x="18177" y="19192"/>
                    <a:pt x="18177" y="19192"/>
                    <a:pt x="18177" y="19192"/>
                  </a:cubicBezTo>
                  <a:close/>
                  <a:moveTo>
                    <a:pt x="18065" y="19192"/>
                  </a:moveTo>
                  <a:cubicBezTo>
                    <a:pt x="18065" y="19192"/>
                    <a:pt x="18065" y="19192"/>
                    <a:pt x="18065" y="19192"/>
                  </a:cubicBezTo>
                  <a:cubicBezTo>
                    <a:pt x="18065" y="19192"/>
                    <a:pt x="18065" y="19192"/>
                    <a:pt x="18065" y="19192"/>
                  </a:cubicBezTo>
                  <a:cubicBezTo>
                    <a:pt x="18121" y="19192"/>
                    <a:pt x="18121" y="19192"/>
                    <a:pt x="18121" y="19192"/>
                  </a:cubicBezTo>
                  <a:cubicBezTo>
                    <a:pt x="18065" y="19125"/>
                    <a:pt x="18065" y="19125"/>
                    <a:pt x="18065" y="19125"/>
                  </a:cubicBezTo>
                  <a:cubicBezTo>
                    <a:pt x="18121" y="19125"/>
                    <a:pt x="18121" y="19125"/>
                    <a:pt x="18121" y="19125"/>
                  </a:cubicBezTo>
                  <a:cubicBezTo>
                    <a:pt x="18121" y="19192"/>
                    <a:pt x="18121" y="19192"/>
                    <a:pt x="18121" y="19192"/>
                  </a:cubicBezTo>
                  <a:cubicBezTo>
                    <a:pt x="18065" y="19192"/>
                    <a:pt x="18065" y="19192"/>
                    <a:pt x="18065" y="19192"/>
                  </a:cubicBezTo>
                  <a:cubicBezTo>
                    <a:pt x="18065" y="19259"/>
                    <a:pt x="18065" y="19259"/>
                    <a:pt x="18065" y="19259"/>
                  </a:cubicBezTo>
                  <a:cubicBezTo>
                    <a:pt x="18009" y="19259"/>
                    <a:pt x="18009" y="19259"/>
                    <a:pt x="18009" y="19259"/>
                  </a:cubicBezTo>
                  <a:cubicBezTo>
                    <a:pt x="18009" y="19192"/>
                    <a:pt x="18009" y="19192"/>
                    <a:pt x="18009" y="19192"/>
                  </a:cubicBezTo>
                  <a:cubicBezTo>
                    <a:pt x="18065" y="19192"/>
                    <a:pt x="18065" y="19192"/>
                    <a:pt x="18065" y="19192"/>
                  </a:cubicBezTo>
                  <a:close/>
                  <a:moveTo>
                    <a:pt x="17672" y="19861"/>
                  </a:moveTo>
                  <a:cubicBezTo>
                    <a:pt x="17672" y="19861"/>
                    <a:pt x="17672" y="19861"/>
                    <a:pt x="17672" y="19861"/>
                  </a:cubicBezTo>
                  <a:cubicBezTo>
                    <a:pt x="17672" y="19861"/>
                    <a:pt x="17672" y="19861"/>
                    <a:pt x="17672" y="19861"/>
                  </a:cubicBezTo>
                  <a:cubicBezTo>
                    <a:pt x="17672" y="19861"/>
                    <a:pt x="17672" y="19861"/>
                    <a:pt x="17672" y="19861"/>
                  </a:cubicBezTo>
                  <a:cubicBezTo>
                    <a:pt x="17672" y="19861"/>
                    <a:pt x="17672" y="19861"/>
                    <a:pt x="17672" y="19861"/>
                  </a:cubicBezTo>
                  <a:close/>
                  <a:moveTo>
                    <a:pt x="18177" y="19727"/>
                  </a:move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177" y="19727"/>
                    <a:pt x="18177" y="19727"/>
                    <a:pt x="18177" y="19727"/>
                  </a:cubicBezTo>
                  <a:cubicBezTo>
                    <a:pt x="18177" y="19727"/>
                    <a:pt x="18177" y="19727"/>
                    <a:pt x="18177" y="19727"/>
                  </a:cubicBezTo>
                  <a:close/>
                  <a:moveTo>
                    <a:pt x="17616" y="18724"/>
                  </a:moveTo>
                  <a:cubicBezTo>
                    <a:pt x="17560" y="18724"/>
                    <a:pt x="17560" y="18724"/>
                    <a:pt x="17560" y="18724"/>
                  </a:cubicBezTo>
                  <a:cubicBezTo>
                    <a:pt x="17560" y="18791"/>
                    <a:pt x="17560" y="18791"/>
                    <a:pt x="17560"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858"/>
                    <a:pt x="17504" y="18858"/>
                    <a:pt x="17504" y="18858"/>
                  </a:cubicBezTo>
                  <a:cubicBezTo>
                    <a:pt x="17504" y="18858"/>
                    <a:pt x="17504" y="18858"/>
                    <a:pt x="17504" y="18858"/>
                  </a:cubicBezTo>
                  <a:cubicBezTo>
                    <a:pt x="17504" y="18858"/>
                    <a:pt x="17504" y="18858"/>
                    <a:pt x="17504" y="18858"/>
                  </a:cubicBezTo>
                  <a:cubicBezTo>
                    <a:pt x="17448" y="18858"/>
                    <a:pt x="17448" y="18858"/>
                    <a:pt x="17448" y="18858"/>
                  </a:cubicBezTo>
                  <a:cubicBezTo>
                    <a:pt x="17448" y="18925"/>
                    <a:pt x="17448" y="18925"/>
                    <a:pt x="17448" y="18925"/>
                  </a:cubicBezTo>
                  <a:cubicBezTo>
                    <a:pt x="17448" y="18925"/>
                    <a:pt x="17448" y="18925"/>
                    <a:pt x="17448" y="18925"/>
                  </a:cubicBezTo>
                  <a:cubicBezTo>
                    <a:pt x="17448" y="18925"/>
                    <a:pt x="17448" y="18925"/>
                    <a:pt x="17448" y="18925"/>
                  </a:cubicBezTo>
                  <a:cubicBezTo>
                    <a:pt x="17448" y="18925"/>
                    <a:pt x="17448" y="18925"/>
                    <a:pt x="17448" y="18925"/>
                  </a:cubicBezTo>
                  <a:cubicBezTo>
                    <a:pt x="17448" y="18991"/>
                    <a:pt x="17448" y="18991"/>
                    <a:pt x="17448" y="18991"/>
                  </a:cubicBezTo>
                  <a:cubicBezTo>
                    <a:pt x="17392" y="18991"/>
                    <a:pt x="17392" y="18991"/>
                    <a:pt x="17392" y="18991"/>
                  </a:cubicBezTo>
                  <a:cubicBezTo>
                    <a:pt x="17392" y="18991"/>
                    <a:pt x="17392" y="18991"/>
                    <a:pt x="17392" y="18991"/>
                  </a:cubicBezTo>
                  <a:cubicBezTo>
                    <a:pt x="17392" y="19058"/>
                    <a:pt x="17392" y="19058"/>
                    <a:pt x="17392" y="19058"/>
                  </a:cubicBezTo>
                  <a:cubicBezTo>
                    <a:pt x="17336" y="19125"/>
                    <a:pt x="17336" y="19125"/>
                    <a:pt x="17336" y="19125"/>
                  </a:cubicBezTo>
                  <a:cubicBezTo>
                    <a:pt x="17336" y="19125"/>
                    <a:pt x="17336" y="19125"/>
                    <a:pt x="17336" y="19125"/>
                  </a:cubicBezTo>
                  <a:cubicBezTo>
                    <a:pt x="17336" y="19192"/>
                    <a:pt x="17336" y="19192"/>
                    <a:pt x="17336" y="19192"/>
                  </a:cubicBezTo>
                  <a:cubicBezTo>
                    <a:pt x="17336" y="19192"/>
                    <a:pt x="17336" y="19192"/>
                    <a:pt x="17336" y="19192"/>
                  </a:cubicBezTo>
                  <a:cubicBezTo>
                    <a:pt x="17336" y="19192"/>
                    <a:pt x="17336" y="19192"/>
                    <a:pt x="17336" y="19192"/>
                  </a:cubicBezTo>
                  <a:cubicBezTo>
                    <a:pt x="17336" y="19192"/>
                    <a:pt x="17336" y="19192"/>
                    <a:pt x="17336" y="19192"/>
                  </a:cubicBezTo>
                  <a:cubicBezTo>
                    <a:pt x="17279" y="19192"/>
                    <a:pt x="17279" y="19192"/>
                    <a:pt x="17279" y="19192"/>
                  </a:cubicBezTo>
                  <a:cubicBezTo>
                    <a:pt x="17279" y="19192"/>
                    <a:pt x="17279" y="19192"/>
                    <a:pt x="17279" y="19192"/>
                  </a:cubicBezTo>
                  <a:cubicBezTo>
                    <a:pt x="17223" y="19259"/>
                    <a:pt x="17223" y="19259"/>
                    <a:pt x="17223" y="19259"/>
                  </a:cubicBezTo>
                  <a:cubicBezTo>
                    <a:pt x="17223" y="19259"/>
                    <a:pt x="17223" y="19259"/>
                    <a:pt x="17223" y="19259"/>
                  </a:cubicBezTo>
                  <a:cubicBezTo>
                    <a:pt x="17279" y="19259"/>
                    <a:pt x="17279" y="19259"/>
                    <a:pt x="17279" y="19259"/>
                  </a:cubicBezTo>
                  <a:cubicBezTo>
                    <a:pt x="17279" y="19326"/>
                    <a:pt x="17279" y="19326"/>
                    <a:pt x="17279" y="19326"/>
                  </a:cubicBezTo>
                  <a:cubicBezTo>
                    <a:pt x="17279" y="19326"/>
                    <a:pt x="17279" y="19326"/>
                    <a:pt x="17279" y="19326"/>
                  </a:cubicBezTo>
                  <a:cubicBezTo>
                    <a:pt x="17279" y="19326"/>
                    <a:pt x="17279" y="19326"/>
                    <a:pt x="17279" y="19326"/>
                  </a:cubicBezTo>
                  <a:cubicBezTo>
                    <a:pt x="17223" y="19393"/>
                    <a:pt x="17223" y="19393"/>
                    <a:pt x="17223" y="19393"/>
                  </a:cubicBezTo>
                  <a:cubicBezTo>
                    <a:pt x="17167" y="19326"/>
                    <a:pt x="17167" y="19326"/>
                    <a:pt x="17167" y="19326"/>
                  </a:cubicBezTo>
                  <a:cubicBezTo>
                    <a:pt x="17167" y="19393"/>
                    <a:pt x="17167" y="19393"/>
                    <a:pt x="17167" y="19393"/>
                  </a:cubicBezTo>
                  <a:cubicBezTo>
                    <a:pt x="17167" y="19393"/>
                    <a:pt x="17167" y="19393"/>
                    <a:pt x="17167" y="19393"/>
                  </a:cubicBezTo>
                  <a:cubicBezTo>
                    <a:pt x="17167" y="19393"/>
                    <a:pt x="17167" y="19393"/>
                    <a:pt x="17167" y="19393"/>
                  </a:cubicBezTo>
                  <a:cubicBezTo>
                    <a:pt x="17111" y="19460"/>
                    <a:pt x="17111" y="19460"/>
                    <a:pt x="17111" y="19460"/>
                  </a:cubicBezTo>
                  <a:cubicBezTo>
                    <a:pt x="17111" y="19526"/>
                    <a:pt x="17111" y="19526"/>
                    <a:pt x="17111" y="19526"/>
                  </a:cubicBezTo>
                  <a:cubicBezTo>
                    <a:pt x="17055" y="19526"/>
                    <a:pt x="17055" y="19526"/>
                    <a:pt x="17055" y="19526"/>
                  </a:cubicBezTo>
                  <a:cubicBezTo>
                    <a:pt x="17055" y="19460"/>
                    <a:pt x="17055" y="19460"/>
                    <a:pt x="17055" y="19460"/>
                  </a:cubicBezTo>
                  <a:cubicBezTo>
                    <a:pt x="17055" y="19526"/>
                    <a:pt x="17055" y="19526"/>
                    <a:pt x="17055" y="19526"/>
                  </a:cubicBezTo>
                  <a:cubicBezTo>
                    <a:pt x="17055" y="19460"/>
                    <a:pt x="17055" y="19460"/>
                    <a:pt x="17055" y="19460"/>
                  </a:cubicBezTo>
                  <a:cubicBezTo>
                    <a:pt x="17055" y="19460"/>
                    <a:pt x="17055" y="19460"/>
                    <a:pt x="17055" y="19460"/>
                  </a:cubicBezTo>
                  <a:cubicBezTo>
                    <a:pt x="17055" y="19393"/>
                    <a:pt x="17055" y="19393"/>
                    <a:pt x="17055" y="19393"/>
                  </a:cubicBezTo>
                  <a:cubicBezTo>
                    <a:pt x="17111" y="19393"/>
                    <a:pt x="17111" y="19393"/>
                    <a:pt x="17111" y="19393"/>
                  </a:cubicBezTo>
                  <a:cubicBezTo>
                    <a:pt x="17055" y="19393"/>
                    <a:pt x="17055" y="19393"/>
                    <a:pt x="17055" y="19393"/>
                  </a:cubicBezTo>
                  <a:cubicBezTo>
                    <a:pt x="17055" y="19460"/>
                    <a:pt x="17055" y="19460"/>
                    <a:pt x="17055" y="19460"/>
                  </a:cubicBezTo>
                  <a:cubicBezTo>
                    <a:pt x="16999" y="19460"/>
                    <a:pt x="16999" y="19460"/>
                    <a:pt x="16999" y="19460"/>
                  </a:cubicBezTo>
                  <a:cubicBezTo>
                    <a:pt x="16943" y="19526"/>
                    <a:pt x="16943" y="19526"/>
                    <a:pt x="16943" y="19526"/>
                  </a:cubicBezTo>
                  <a:cubicBezTo>
                    <a:pt x="16999" y="19526"/>
                    <a:pt x="16999" y="19526"/>
                    <a:pt x="16999" y="19526"/>
                  </a:cubicBezTo>
                  <a:cubicBezTo>
                    <a:pt x="16999" y="19526"/>
                    <a:pt x="16999" y="19526"/>
                    <a:pt x="16999" y="19526"/>
                  </a:cubicBezTo>
                  <a:cubicBezTo>
                    <a:pt x="17055" y="19526"/>
                    <a:pt x="17055" y="19526"/>
                    <a:pt x="17055" y="19526"/>
                  </a:cubicBezTo>
                  <a:cubicBezTo>
                    <a:pt x="17111" y="19526"/>
                    <a:pt x="17111" y="19526"/>
                    <a:pt x="17111" y="19526"/>
                  </a:cubicBezTo>
                  <a:cubicBezTo>
                    <a:pt x="17111" y="19526"/>
                    <a:pt x="17111" y="19526"/>
                    <a:pt x="17111" y="19526"/>
                  </a:cubicBezTo>
                  <a:cubicBezTo>
                    <a:pt x="17055" y="19593"/>
                    <a:pt x="17055" y="19593"/>
                    <a:pt x="17055" y="19593"/>
                  </a:cubicBezTo>
                  <a:cubicBezTo>
                    <a:pt x="16999" y="19660"/>
                    <a:pt x="16999" y="19660"/>
                    <a:pt x="16999" y="19660"/>
                  </a:cubicBezTo>
                  <a:cubicBezTo>
                    <a:pt x="16943" y="19727"/>
                    <a:pt x="16943" y="19727"/>
                    <a:pt x="16943" y="19727"/>
                  </a:cubicBezTo>
                  <a:cubicBezTo>
                    <a:pt x="16943" y="19727"/>
                    <a:pt x="16943" y="19727"/>
                    <a:pt x="16943" y="19727"/>
                  </a:cubicBezTo>
                  <a:cubicBezTo>
                    <a:pt x="16887" y="19727"/>
                    <a:pt x="16887" y="19727"/>
                    <a:pt x="16887" y="19727"/>
                  </a:cubicBezTo>
                  <a:cubicBezTo>
                    <a:pt x="16887" y="19794"/>
                    <a:pt x="16887" y="19794"/>
                    <a:pt x="16887" y="19794"/>
                  </a:cubicBezTo>
                  <a:cubicBezTo>
                    <a:pt x="16887" y="19794"/>
                    <a:pt x="16887" y="19794"/>
                    <a:pt x="16887" y="19794"/>
                  </a:cubicBezTo>
                  <a:cubicBezTo>
                    <a:pt x="16887" y="19861"/>
                    <a:pt x="16887" y="19861"/>
                    <a:pt x="16887" y="19861"/>
                  </a:cubicBezTo>
                  <a:cubicBezTo>
                    <a:pt x="16887" y="19861"/>
                    <a:pt x="16887" y="19861"/>
                    <a:pt x="16887" y="19861"/>
                  </a:cubicBezTo>
                  <a:cubicBezTo>
                    <a:pt x="16943" y="19861"/>
                    <a:pt x="16943" y="19861"/>
                    <a:pt x="16943" y="19861"/>
                  </a:cubicBezTo>
                  <a:cubicBezTo>
                    <a:pt x="16943" y="19861"/>
                    <a:pt x="16943" y="19861"/>
                    <a:pt x="16943" y="19861"/>
                  </a:cubicBezTo>
                  <a:cubicBezTo>
                    <a:pt x="16999" y="19861"/>
                    <a:pt x="16999" y="19861"/>
                    <a:pt x="16999" y="19861"/>
                  </a:cubicBezTo>
                  <a:cubicBezTo>
                    <a:pt x="17055" y="19861"/>
                    <a:pt x="17055" y="19861"/>
                    <a:pt x="17055" y="19861"/>
                  </a:cubicBezTo>
                  <a:cubicBezTo>
                    <a:pt x="17111" y="19861"/>
                    <a:pt x="17111" y="19861"/>
                    <a:pt x="17111" y="19861"/>
                  </a:cubicBezTo>
                  <a:cubicBezTo>
                    <a:pt x="17111" y="19794"/>
                    <a:pt x="17111" y="19794"/>
                    <a:pt x="17111" y="19794"/>
                  </a:cubicBezTo>
                  <a:cubicBezTo>
                    <a:pt x="17111" y="19794"/>
                    <a:pt x="17111" y="19794"/>
                    <a:pt x="17111" y="19794"/>
                  </a:cubicBezTo>
                  <a:cubicBezTo>
                    <a:pt x="17167" y="19794"/>
                    <a:pt x="17167" y="19794"/>
                    <a:pt x="17167" y="19794"/>
                  </a:cubicBezTo>
                  <a:cubicBezTo>
                    <a:pt x="17111" y="19861"/>
                    <a:pt x="17111" y="19861"/>
                    <a:pt x="17111" y="19861"/>
                  </a:cubicBezTo>
                  <a:cubicBezTo>
                    <a:pt x="17167" y="19861"/>
                    <a:pt x="17167" y="19861"/>
                    <a:pt x="17167" y="19861"/>
                  </a:cubicBezTo>
                  <a:cubicBezTo>
                    <a:pt x="17223" y="19861"/>
                    <a:pt x="17223" y="19861"/>
                    <a:pt x="17223" y="19861"/>
                  </a:cubicBezTo>
                  <a:cubicBezTo>
                    <a:pt x="17223" y="19861"/>
                    <a:pt x="17223" y="19861"/>
                    <a:pt x="17223" y="19861"/>
                  </a:cubicBezTo>
                  <a:cubicBezTo>
                    <a:pt x="17279" y="19861"/>
                    <a:pt x="17279" y="19861"/>
                    <a:pt x="17279" y="19861"/>
                  </a:cubicBezTo>
                  <a:cubicBezTo>
                    <a:pt x="17336" y="19861"/>
                    <a:pt x="17336" y="19861"/>
                    <a:pt x="17336" y="19861"/>
                  </a:cubicBezTo>
                  <a:cubicBezTo>
                    <a:pt x="17336" y="19861"/>
                    <a:pt x="17336" y="19861"/>
                    <a:pt x="17336" y="19861"/>
                  </a:cubicBezTo>
                  <a:cubicBezTo>
                    <a:pt x="17336" y="19861"/>
                    <a:pt x="17336" y="19861"/>
                    <a:pt x="17336" y="19861"/>
                  </a:cubicBezTo>
                  <a:cubicBezTo>
                    <a:pt x="17392" y="19928"/>
                    <a:pt x="17392" y="19928"/>
                    <a:pt x="17392" y="19928"/>
                  </a:cubicBezTo>
                  <a:cubicBezTo>
                    <a:pt x="17392" y="19861"/>
                    <a:pt x="17392" y="19861"/>
                    <a:pt x="17392" y="19861"/>
                  </a:cubicBezTo>
                  <a:cubicBezTo>
                    <a:pt x="17448" y="19928"/>
                    <a:pt x="17448" y="19928"/>
                    <a:pt x="17448" y="19928"/>
                  </a:cubicBezTo>
                  <a:cubicBezTo>
                    <a:pt x="17448" y="19928"/>
                    <a:pt x="17448" y="19928"/>
                    <a:pt x="17448" y="19928"/>
                  </a:cubicBezTo>
                  <a:cubicBezTo>
                    <a:pt x="17448" y="19861"/>
                    <a:pt x="17448" y="19861"/>
                    <a:pt x="17448" y="19861"/>
                  </a:cubicBezTo>
                  <a:cubicBezTo>
                    <a:pt x="17448" y="19861"/>
                    <a:pt x="17448" y="19861"/>
                    <a:pt x="17448" y="19861"/>
                  </a:cubicBezTo>
                  <a:cubicBezTo>
                    <a:pt x="17504" y="19861"/>
                    <a:pt x="17504" y="19861"/>
                    <a:pt x="17504" y="19861"/>
                  </a:cubicBezTo>
                  <a:cubicBezTo>
                    <a:pt x="17504" y="19861"/>
                    <a:pt x="17504" y="19861"/>
                    <a:pt x="17504" y="19861"/>
                  </a:cubicBezTo>
                  <a:cubicBezTo>
                    <a:pt x="17560" y="19861"/>
                    <a:pt x="17560" y="19861"/>
                    <a:pt x="17560" y="19861"/>
                  </a:cubicBezTo>
                  <a:cubicBezTo>
                    <a:pt x="17560" y="19861"/>
                    <a:pt x="17560" y="19861"/>
                    <a:pt x="17560" y="19861"/>
                  </a:cubicBezTo>
                  <a:cubicBezTo>
                    <a:pt x="17560" y="19861"/>
                    <a:pt x="17560" y="19861"/>
                    <a:pt x="17560" y="19861"/>
                  </a:cubicBezTo>
                  <a:cubicBezTo>
                    <a:pt x="17616" y="19861"/>
                    <a:pt x="17616" y="19861"/>
                    <a:pt x="17616" y="19861"/>
                  </a:cubicBezTo>
                  <a:cubicBezTo>
                    <a:pt x="17616" y="19861"/>
                    <a:pt x="17616" y="19861"/>
                    <a:pt x="17616" y="19861"/>
                  </a:cubicBezTo>
                  <a:cubicBezTo>
                    <a:pt x="17616" y="19861"/>
                    <a:pt x="17616" y="19861"/>
                    <a:pt x="17616" y="19861"/>
                  </a:cubicBezTo>
                  <a:cubicBezTo>
                    <a:pt x="17616" y="19794"/>
                    <a:pt x="17616" y="19794"/>
                    <a:pt x="17616" y="19794"/>
                  </a:cubicBezTo>
                  <a:cubicBezTo>
                    <a:pt x="17616" y="19794"/>
                    <a:pt x="17616" y="19794"/>
                    <a:pt x="17616" y="19794"/>
                  </a:cubicBezTo>
                  <a:cubicBezTo>
                    <a:pt x="17672" y="19794"/>
                    <a:pt x="17672" y="19794"/>
                    <a:pt x="17672" y="19794"/>
                  </a:cubicBezTo>
                  <a:cubicBezTo>
                    <a:pt x="17672" y="19794"/>
                    <a:pt x="17672" y="19794"/>
                    <a:pt x="17672" y="19794"/>
                  </a:cubicBezTo>
                  <a:cubicBezTo>
                    <a:pt x="17672" y="19794"/>
                    <a:pt x="17672" y="19794"/>
                    <a:pt x="17672" y="19794"/>
                  </a:cubicBezTo>
                  <a:cubicBezTo>
                    <a:pt x="17616" y="19861"/>
                    <a:pt x="17616" y="19861"/>
                    <a:pt x="17616" y="19861"/>
                  </a:cubicBezTo>
                  <a:cubicBezTo>
                    <a:pt x="17672" y="19861"/>
                    <a:pt x="17672" y="19861"/>
                    <a:pt x="17672" y="19861"/>
                  </a:cubicBezTo>
                  <a:cubicBezTo>
                    <a:pt x="17672" y="19794"/>
                    <a:pt x="17672" y="19794"/>
                    <a:pt x="17672" y="19794"/>
                  </a:cubicBezTo>
                  <a:cubicBezTo>
                    <a:pt x="17672" y="19794"/>
                    <a:pt x="17672" y="19794"/>
                    <a:pt x="17672" y="19794"/>
                  </a:cubicBezTo>
                  <a:cubicBezTo>
                    <a:pt x="17672" y="19794"/>
                    <a:pt x="17672" y="19794"/>
                    <a:pt x="17672" y="19794"/>
                  </a:cubicBezTo>
                  <a:cubicBezTo>
                    <a:pt x="17672" y="19794"/>
                    <a:pt x="17672" y="19794"/>
                    <a:pt x="17672" y="19794"/>
                  </a:cubicBezTo>
                  <a:cubicBezTo>
                    <a:pt x="17672" y="19861"/>
                    <a:pt x="17672" y="19861"/>
                    <a:pt x="17672" y="19861"/>
                  </a:cubicBezTo>
                  <a:cubicBezTo>
                    <a:pt x="17672" y="19861"/>
                    <a:pt x="17672" y="19861"/>
                    <a:pt x="17672" y="19861"/>
                  </a:cubicBezTo>
                  <a:cubicBezTo>
                    <a:pt x="17728" y="19861"/>
                    <a:pt x="17728" y="19861"/>
                    <a:pt x="17728" y="19861"/>
                  </a:cubicBezTo>
                  <a:cubicBezTo>
                    <a:pt x="17728" y="19861"/>
                    <a:pt x="17728" y="19861"/>
                    <a:pt x="17728" y="19861"/>
                  </a:cubicBezTo>
                  <a:cubicBezTo>
                    <a:pt x="17728" y="19861"/>
                    <a:pt x="17728" y="19861"/>
                    <a:pt x="17728" y="19861"/>
                  </a:cubicBezTo>
                  <a:cubicBezTo>
                    <a:pt x="17672" y="19928"/>
                    <a:pt x="17672" y="19928"/>
                    <a:pt x="17672" y="19928"/>
                  </a:cubicBezTo>
                  <a:cubicBezTo>
                    <a:pt x="17616" y="19928"/>
                    <a:pt x="17616" y="19928"/>
                    <a:pt x="17616" y="19928"/>
                  </a:cubicBezTo>
                  <a:cubicBezTo>
                    <a:pt x="17616" y="19928"/>
                    <a:pt x="17616" y="19928"/>
                    <a:pt x="17616" y="19928"/>
                  </a:cubicBezTo>
                  <a:cubicBezTo>
                    <a:pt x="17672" y="19928"/>
                    <a:pt x="17672" y="19928"/>
                    <a:pt x="17672" y="19928"/>
                  </a:cubicBezTo>
                  <a:cubicBezTo>
                    <a:pt x="17672" y="19928"/>
                    <a:pt x="17672" y="19928"/>
                    <a:pt x="17672" y="19928"/>
                  </a:cubicBezTo>
                  <a:cubicBezTo>
                    <a:pt x="17672" y="19928"/>
                    <a:pt x="17672" y="19928"/>
                    <a:pt x="17672" y="19928"/>
                  </a:cubicBezTo>
                  <a:cubicBezTo>
                    <a:pt x="17728" y="19928"/>
                    <a:pt x="17728" y="19928"/>
                    <a:pt x="17728" y="19928"/>
                  </a:cubicBezTo>
                  <a:cubicBezTo>
                    <a:pt x="17728" y="19928"/>
                    <a:pt x="17728" y="19928"/>
                    <a:pt x="17728" y="19928"/>
                  </a:cubicBezTo>
                  <a:cubicBezTo>
                    <a:pt x="17728" y="19928"/>
                    <a:pt x="17728" y="19928"/>
                    <a:pt x="17728" y="19928"/>
                  </a:cubicBezTo>
                  <a:cubicBezTo>
                    <a:pt x="17784" y="19928"/>
                    <a:pt x="17784" y="19928"/>
                    <a:pt x="17784" y="19928"/>
                  </a:cubicBezTo>
                  <a:cubicBezTo>
                    <a:pt x="17784" y="19928"/>
                    <a:pt x="17784" y="19928"/>
                    <a:pt x="17784" y="19928"/>
                  </a:cubicBezTo>
                  <a:cubicBezTo>
                    <a:pt x="17784" y="19861"/>
                    <a:pt x="17784" y="19861"/>
                    <a:pt x="17784" y="19861"/>
                  </a:cubicBezTo>
                  <a:cubicBezTo>
                    <a:pt x="17784" y="19861"/>
                    <a:pt x="17784" y="19861"/>
                    <a:pt x="17784" y="19861"/>
                  </a:cubicBezTo>
                  <a:cubicBezTo>
                    <a:pt x="17841" y="19861"/>
                    <a:pt x="17841" y="19861"/>
                    <a:pt x="17841" y="19861"/>
                  </a:cubicBezTo>
                  <a:cubicBezTo>
                    <a:pt x="17841" y="19928"/>
                    <a:pt x="17841" y="19928"/>
                    <a:pt x="17841" y="19928"/>
                  </a:cubicBezTo>
                  <a:cubicBezTo>
                    <a:pt x="17897" y="19928"/>
                    <a:pt x="17897" y="19928"/>
                    <a:pt x="17897" y="19928"/>
                  </a:cubicBezTo>
                  <a:cubicBezTo>
                    <a:pt x="17897" y="19861"/>
                    <a:pt x="17897" y="19861"/>
                    <a:pt x="17897" y="19861"/>
                  </a:cubicBezTo>
                  <a:cubicBezTo>
                    <a:pt x="17953" y="19861"/>
                    <a:pt x="17953" y="19861"/>
                    <a:pt x="17953" y="19861"/>
                  </a:cubicBezTo>
                  <a:cubicBezTo>
                    <a:pt x="17897" y="19928"/>
                    <a:pt x="17897" y="19928"/>
                    <a:pt x="17897" y="19928"/>
                  </a:cubicBezTo>
                  <a:cubicBezTo>
                    <a:pt x="17897" y="19928"/>
                    <a:pt x="17897" y="19928"/>
                    <a:pt x="17897" y="19928"/>
                  </a:cubicBezTo>
                  <a:cubicBezTo>
                    <a:pt x="17897" y="19928"/>
                    <a:pt x="17897" y="19928"/>
                    <a:pt x="17897" y="19928"/>
                  </a:cubicBezTo>
                  <a:cubicBezTo>
                    <a:pt x="17841" y="19928"/>
                    <a:pt x="17841" y="19928"/>
                    <a:pt x="17841" y="19928"/>
                  </a:cubicBezTo>
                  <a:cubicBezTo>
                    <a:pt x="17784" y="19995"/>
                    <a:pt x="17784" y="19995"/>
                    <a:pt x="17784" y="19995"/>
                  </a:cubicBezTo>
                  <a:cubicBezTo>
                    <a:pt x="17784" y="19995"/>
                    <a:pt x="17784" y="19995"/>
                    <a:pt x="17784" y="19995"/>
                  </a:cubicBezTo>
                  <a:cubicBezTo>
                    <a:pt x="17784" y="19995"/>
                    <a:pt x="17784" y="19995"/>
                    <a:pt x="17784" y="19995"/>
                  </a:cubicBezTo>
                  <a:cubicBezTo>
                    <a:pt x="17784" y="20061"/>
                    <a:pt x="17784" y="20061"/>
                    <a:pt x="17784" y="20061"/>
                  </a:cubicBezTo>
                  <a:cubicBezTo>
                    <a:pt x="17784" y="20061"/>
                    <a:pt x="17784" y="20061"/>
                    <a:pt x="17784" y="20061"/>
                  </a:cubicBezTo>
                  <a:cubicBezTo>
                    <a:pt x="17728" y="20061"/>
                    <a:pt x="17728" y="20061"/>
                    <a:pt x="17728" y="20061"/>
                  </a:cubicBezTo>
                  <a:cubicBezTo>
                    <a:pt x="17728" y="20061"/>
                    <a:pt x="17728" y="20061"/>
                    <a:pt x="17728" y="20061"/>
                  </a:cubicBezTo>
                  <a:cubicBezTo>
                    <a:pt x="17728" y="20061"/>
                    <a:pt x="17728" y="20061"/>
                    <a:pt x="17728" y="20061"/>
                  </a:cubicBezTo>
                  <a:cubicBezTo>
                    <a:pt x="17672" y="20061"/>
                    <a:pt x="17672" y="20061"/>
                    <a:pt x="17672" y="20061"/>
                  </a:cubicBezTo>
                  <a:cubicBezTo>
                    <a:pt x="17616" y="20128"/>
                    <a:pt x="17616" y="20128"/>
                    <a:pt x="17616" y="20128"/>
                  </a:cubicBezTo>
                  <a:cubicBezTo>
                    <a:pt x="17616" y="20128"/>
                    <a:pt x="17616" y="20128"/>
                    <a:pt x="17616" y="20128"/>
                  </a:cubicBezTo>
                  <a:cubicBezTo>
                    <a:pt x="17616" y="20128"/>
                    <a:pt x="17616" y="20128"/>
                    <a:pt x="17616" y="20128"/>
                  </a:cubicBezTo>
                  <a:cubicBezTo>
                    <a:pt x="17672" y="20195"/>
                    <a:pt x="17672" y="20195"/>
                    <a:pt x="17672" y="20195"/>
                  </a:cubicBezTo>
                  <a:cubicBezTo>
                    <a:pt x="17672" y="20195"/>
                    <a:pt x="17672" y="20195"/>
                    <a:pt x="17672" y="20195"/>
                  </a:cubicBezTo>
                  <a:cubicBezTo>
                    <a:pt x="17672" y="20128"/>
                    <a:pt x="17672" y="20128"/>
                    <a:pt x="17672" y="20128"/>
                  </a:cubicBezTo>
                  <a:cubicBezTo>
                    <a:pt x="17728" y="20128"/>
                    <a:pt x="17728" y="20128"/>
                    <a:pt x="17728" y="20128"/>
                  </a:cubicBezTo>
                  <a:cubicBezTo>
                    <a:pt x="17728" y="20128"/>
                    <a:pt x="17728" y="20128"/>
                    <a:pt x="17728" y="20128"/>
                  </a:cubicBezTo>
                  <a:cubicBezTo>
                    <a:pt x="17728" y="20128"/>
                    <a:pt x="17728" y="20128"/>
                    <a:pt x="17728" y="20128"/>
                  </a:cubicBezTo>
                  <a:cubicBezTo>
                    <a:pt x="17728" y="20195"/>
                    <a:pt x="17728" y="20195"/>
                    <a:pt x="17728" y="20195"/>
                  </a:cubicBezTo>
                  <a:cubicBezTo>
                    <a:pt x="17784" y="20128"/>
                    <a:pt x="17784" y="20128"/>
                    <a:pt x="17784" y="20128"/>
                  </a:cubicBezTo>
                  <a:cubicBezTo>
                    <a:pt x="17784" y="20128"/>
                    <a:pt x="17784" y="20128"/>
                    <a:pt x="17784" y="20128"/>
                  </a:cubicBezTo>
                  <a:cubicBezTo>
                    <a:pt x="17841" y="20128"/>
                    <a:pt x="17841" y="20128"/>
                    <a:pt x="17841" y="20128"/>
                  </a:cubicBezTo>
                  <a:cubicBezTo>
                    <a:pt x="17841" y="20128"/>
                    <a:pt x="17841" y="20128"/>
                    <a:pt x="17841" y="20128"/>
                  </a:cubicBezTo>
                  <a:cubicBezTo>
                    <a:pt x="17841" y="20061"/>
                    <a:pt x="17841" y="20061"/>
                    <a:pt x="17841" y="20061"/>
                  </a:cubicBezTo>
                  <a:cubicBezTo>
                    <a:pt x="17841" y="20061"/>
                    <a:pt x="17841" y="20061"/>
                    <a:pt x="17841" y="20061"/>
                  </a:cubicBezTo>
                  <a:cubicBezTo>
                    <a:pt x="17841" y="20061"/>
                    <a:pt x="17841" y="20061"/>
                    <a:pt x="17841" y="20061"/>
                  </a:cubicBezTo>
                  <a:cubicBezTo>
                    <a:pt x="17897" y="19995"/>
                    <a:pt x="17897" y="19995"/>
                    <a:pt x="17897" y="19995"/>
                  </a:cubicBezTo>
                  <a:cubicBezTo>
                    <a:pt x="17897" y="19995"/>
                    <a:pt x="17897" y="19995"/>
                    <a:pt x="17897" y="19995"/>
                  </a:cubicBezTo>
                  <a:cubicBezTo>
                    <a:pt x="17953" y="19995"/>
                    <a:pt x="17953" y="19995"/>
                    <a:pt x="17953" y="19995"/>
                  </a:cubicBezTo>
                  <a:cubicBezTo>
                    <a:pt x="17953" y="19995"/>
                    <a:pt x="17953" y="19995"/>
                    <a:pt x="17953" y="19995"/>
                  </a:cubicBezTo>
                  <a:cubicBezTo>
                    <a:pt x="17953" y="19995"/>
                    <a:pt x="17953" y="19995"/>
                    <a:pt x="17953" y="19995"/>
                  </a:cubicBezTo>
                  <a:cubicBezTo>
                    <a:pt x="17953" y="19995"/>
                    <a:pt x="17953" y="19995"/>
                    <a:pt x="17953" y="19995"/>
                  </a:cubicBezTo>
                  <a:cubicBezTo>
                    <a:pt x="18009" y="19995"/>
                    <a:pt x="18009" y="19995"/>
                    <a:pt x="18009" y="19995"/>
                  </a:cubicBezTo>
                  <a:cubicBezTo>
                    <a:pt x="18009" y="19928"/>
                    <a:pt x="18009" y="19928"/>
                    <a:pt x="18009" y="19928"/>
                  </a:cubicBezTo>
                  <a:cubicBezTo>
                    <a:pt x="18065" y="19861"/>
                    <a:pt x="18065" y="19861"/>
                    <a:pt x="18065" y="19861"/>
                  </a:cubicBezTo>
                  <a:cubicBezTo>
                    <a:pt x="18065" y="19794"/>
                    <a:pt x="18065" y="19794"/>
                    <a:pt x="18065" y="19794"/>
                  </a:cubicBezTo>
                  <a:cubicBezTo>
                    <a:pt x="18065" y="19794"/>
                    <a:pt x="18065" y="19794"/>
                    <a:pt x="18065" y="19794"/>
                  </a:cubicBezTo>
                  <a:cubicBezTo>
                    <a:pt x="18065" y="19794"/>
                    <a:pt x="18065" y="19794"/>
                    <a:pt x="18065" y="19794"/>
                  </a:cubicBezTo>
                  <a:cubicBezTo>
                    <a:pt x="18065" y="19794"/>
                    <a:pt x="18065" y="19794"/>
                    <a:pt x="18065" y="19794"/>
                  </a:cubicBezTo>
                  <a:cubicBezTo>
                    <a:pt x="18121" y="19794"/>
                    <a:pt x="18121" y="19794"/>
                    <a:pt x="18121" y="19794"/>
                  </a:cubicBezTo>
                  <a:cubicBezTo>
                    <a:pt x="18121" y="19861"/>
                    <a:pt x="18121" y="19861"/>
                    <a:pt x="18121" y="19861"/>
                  </a:cubicBezTo>
                  <a:cubicBezTo>
                    <a:pt x="18121" y="19928"/>
                    <a:pt x="18121" y="19928"/>
                    <a:pt x="18121" y="19928"/>
                  </a:cubicBezTo>
                  <a:cubicBezTo>
                    <a:pt x="18121" y="19928"/>
                    <a:pt x="18121" y="19928"/>
                    <a:pt x="18121" y="19928"/>
                  </a:cubicBezTo>
                  <a:cubicBezTo>
                    <a:pt x="18121" y="19995"/>
                    <a:pt x="18121" y="19995"/>
                    <a:pt x="18121" y="19995"/>
                  </a:cubicBezTo>
                  <a:cubicBezTo>
                    <a:pt x="18121" y="19995"/>
                    <a:pt x="18121" y="19995"/>
                    <a:pt x="18121" y="19995"/>
                  </a:cubicBezTo>
                  <a:cubicBezTo>
                    <a:pt x="18121" y="19995"/>
                    <a:pt x="18121" y="19995"/>
                    <a:pt x="18121" y="19995"/>
                  </a:cubicBezTo>
                  <a:cubicBezTo>
                    <a:pt x="18065" y="20061"/>
                    <a:pt x="18065" y="20061"/>
                    <a:pt x="18065" y="20061"/>
                  </a:cubicBezTo>
                  <a:cubicBezTo>
                    <a:pt x="18065" y="20128"/>
                    <a:pt x="18065" y="20128"/>
                    <a:pt x="18065" y="20128"/>
                  </a:cubicBezTo>
                  <a:cubicBezTo>
                    <a:pt x="18065" y="20195"/>
                    <a:pt x="18065" y="20195"/>
                    <a:pt x="18065" y="20195"/>
                  </a:cubicBezTo>
                  <a:cubicBezTo>
                    <a:pt x="18009" y="20195"/>
                    <a:pt x="18009" y="20195"/>
                    <a:pt x="18009" y="20195"/>
                  </a:cubicBezTo>
                  <a:cubicBezTo>
                    <a:pt x="18009" y="20195"/>
                    <a:pt x="18009" y="20195"/>
                    <a:pt x="18009" y="20195"/>
                  </a:cubicBezTo>
                  <a:cubicBezTo>
                    <a:pt x="18065" y="20195"/>
                    <a:pt x="18065" y="20195"/>
                    <a:pt x="18065" y="20195"/>
                  </a:cubicBezTo>
                  <a:cubicBezTo>
                    <a:pt x="18065" y="20195"/>
                    <a:pt x="18065" y="20195"/>
                    <a:pt x="18065" y="20195"/>
                  </a:cubicBezTo>
                  <a:cubicBezTo>
                    <a:pt x="18121" y="20128"/>
                    <a:pt x="18121" y="20128"/>
                    <a:pt x="18121" y="20128"/>
                  </a:cubicBezTo>
                  <a:cubicBezTo>
                    <a:pt x="18121" y="20128"/>
                    <a:pt x="18121" y="20128"/>
                    <a:pt x="18121" y="20128"/>
                  </a:cubicBezTo>
                  <a:cubicBezTo>
                    <a:pt x="18177" y="20061"/>
                    <a:pt x="18177" y="20061"/>
                    <a:pt x="18177" y="20061"/>
                  </a:cubicBezTo>
                  <a:cubicBezTo>
                    <a:pt x="18177" y="20061"/>
                    <a:pt x="18177" y="20061"/>
                    <a:pt x="18177" y="20061"/>
                  </a:cubicBezTo>
                  <a:cubicBezTo>
                    <a:pt x="18177" y="20061"/>
                    <a:pt x="18177" y="20061"/>
                    <a:pt x="18177" y="20061"/>
                  </a:cubicBezTo>
                  <a:cubicBezTo>
                    <a:pt x="18233" y="20061"/>
                    <a:pt x="18233" y="20061"/>
                    <a:pt x="18233" y="20061"/>
                  </a:cubicBezTo>
                  <a:cubicBezTo>
                    <a:pt x="18233" y="20061"/>
                    <a:pt x="18233" y="20061"/>
                    <a:pt x="18233" y="20061"/>
                  </a:cubicBezTo>
                  <a:cubicBezTo>
                    <a:pt x="18233" y="20061"/>
                    <a:pt x="18233" y="20061"/>
                    <a:pt x="18233" y="20061"/>
                  </a:cubicBezTo>
                  <a:cubicBezTo>
                    <a:pt x="18177" y="20128"/>
                    <a:pt x="18177" y="20128"/>
                    <a:pt x="18177" y="20128"/>
                  </a:cubicBezTo>
                  <a:cubicBezTo>
                    <a:pt x="18177" y="20195"/>
                    <a:pt x="18177" y="20195"/>
                    <a:pt x="18177" y="20195"/>
                  </a:cubicBezTo>
                  <a:cubicBezTo>
                    <a:pt x="18177" y="20195"/>
                    <a:pt x="18177" y="20195"/>
                    <a:pt x="18177" y="20195"/>
                  </a:cubicBezTo>
                  <a:cubicBezTo>
                    <a:pt x="18177" y="20195"/>
                    <a:pt x="18177" y="20195"/>
                    <a:pt x="18177" y="20195"/>
                  </a:cubicBezTo>
                  <a:cubicBezTo>
                    <a:pt x="18177" y="20262"/>
                    <a:pt x="18177" y="20262"/>
                    <a:pt x="18177" y="20262"/>
                  </a:cubicBezTo>
                  <a:cubicBezTo>
                    <a:pt x="18177" y="20329"/>
                    <a:pt x="18177" y="20329"/>
                    <a:pt x="18177" y="20329"/>
                  </a:cubicBezTo>
                  <a:cubicBezTo>
                    <a:pt x="18177" y="20262"/>
                    <a:pt x="18177" y="20262"/>
                    <a:pt x="18177" y="20262"/>
                  </a:cubicBezTo>
                  <a:cubicBezTo>
                    <a:pt x="18233" y="20262"/>
                    <a:pt x="18233" y="20262"/>
                    <a:pt x="18233" y="20262"/>
                  </a:cubicBezTo>
                  <a:cubicBezTo>
                    <a:pt x="18233" y="20262"/>
                    <a:pt x="18233" y="20262"/>
                    <a:pt x="18233" y="20262"/>
                  </a:cubicBezTo>
                  <a:cubicBezTo>
                    <a:pt x="18233" y="20262"/>
                    <a:pt x="18289" y="20262"/>
                    <a:pt x="18289" y="20262"/>
                  </a:cubicBezTo>
                  <a:cubicBezTo>
                    <a:pt x="18289" y="20262"/>
                    <a:pt x="18289" y="20262"/>
                    <a:pt x="18289" y="20262"/>
                  </a:cubicBezTo>
                  <a:cubicBezTo>
                    <a:pt x="18345" y="20262"/>
                    <a:pt x="18345" y="20262"/>
                    <a:pt x="18345" y="20262"/>
                  </a:cubicBezTo>
                  <a:cubicBezTo>
                    <a:pt x="18345" y="20195"/>
                    <a:pt x="18345" y="20195"/>
                    <a:pt x="18345" y="20195"/>
                  </a:cubicBezTo>
                  <a:cubicBezTo>
                    <a:pt x="18345" y="20195"/>
                    <a:pt x="18345" y="20195"/>
                    <a:pt x="18345" y="20195"/>
                  </a:cubicBezTo>
                  <a:cubicBezTo>
                    <a:pt x="18345" y="20195"/>
                    <a:pt x="18345" y="20195"/>
                    <a:pt x="18345" y="20195"/>
                  </a:cubicBezTo>
                  <a:cubicBezTo>
                    <a:pt x="18345" y="20195"/>
                    <a:pt x="18345" y="20195"/>
                    <a:pt x="18345" y="20195"/>
                  </a:cubicBezTo>
                  <a:cubicBezTo>
                    <a:pt x="18345" y="20128"/>
                    <a:pt x="18345" y="20128"/>
                    <a:pt x="18345" y="20128"/>
                  </a:cubicBezTo>
                  <a:cubicBezTo>
                    <a:pt x="18345" y="20128"/>
                    <a:pt x="18345" y="20128"/>
                    <a:pt x="18345" y="20128"/>
                  </a:cubicBezTo>
                  <a:cubicBezTo>
                    <a:pt x="18345" y="20128"/>
                    <a:pt x="18345" y="20128"/>
                    <a:pt x="18345" y="20128"/>
                  </a:cubicBezTo>
                  <a:cubicBezTo>
                    <a:pt x="18345" y="20061"/>
                    <a:pt x="18345" y="20061"/>
                    <a:pt x="18345" y="20061"/>
                  </a:cubicBezTo>
                  <a:cubicBezTo>
                    <a:pt x="18402" y="19995"/>
                    <a:pt x="18402" y="19995"/>
                    <a:pt x="18402" y="19995"/>
                  </a:cubicBezTo>
                  <a:cubicBezTo>
                    <a:pt x="18458" y="19995"/>
                    <a:pt x="18458" y="19995"/>
                    <a:pt x="18458" y="19995"/>
                  </a:cubicBezTo>
                  <a:cubicBezTo>
                    <a:pt x="18402" y="19861"/>
                    <a:pt x="18402" y="19861"/>
                    <a:pt x="18402" y="19861"/>
                  </a:cubicBezTo>
                  <a:cubicBezTo>
                    <a:pt x="18402" y="19861"/>
                    <a:pt x="18402" y="19861"/>
                    <a:pt x="18402" y="19861"/>
                  </a:cubicBezTo>
                  <a:cubicBezTo>
                    <a:pt x="18402" y="19861"/>
                    <a:pt x="18402" y="19861"/>
                    <a:pt x="18402" y="19861"/>
                  </a:cubicBezTo>
                  <a:cubicBezTo>
                    <a:pt x="18402" y="19861"/>
                    <a:pt x="18402" y="19861"/>
                    <a:pt x="18402" y="19861"/>
                  </a:cubicBezTo>
                  <a:cubicBezTo>
                    <a:pt x="18402" y="19928"/>
                    <a:pt x="18402" y="19928"/>
                    <a:pt x="18402" y="19928"/>
                  </a:cubicBezTo>
                  <a:cubicBezTo>
                    <a:pt x="18345" y="19928"/>
                    <a:pt x="18345" y="19928"/>
                    <a:pt x="18345" y="19928"/>
                  </a:cubicBezTo>
                  <a:cubicBezTo>
                    <a:pt x="18345" y="19995"/>
                    <a:pt x="18345" y="19995"/>
                    <a:pt x="18345" y="19995"/>
                  </a:cubicBezTo>
                  <a:cubicBezTo>
                    <a:pt x="18289" y="19995"/>
                    <a:pt x="18289" y="19995"/>
                    <a:pt x="18289" y="19995"/>
                  </a:cubicBezTo>
                  <a:cubicBezTo>
                    <a:pt x="18289" y="19928"/>
                    <a:pt x="18289" y="19928"/>
                    <a:pt x="18289" y="19928"/>
                  </a:cubicBezTo>
                  <a:cubicBezTo>
                    <a:pt x="18289" y="19928"/>
                    <a:pt x="18289" y="19928"/>
                    <a:pt x="18289" y="19928"/>
                  </a:cubicBezTo>
                  <a:cubicBezTo>
                    <a:pt x="18289" y="19861"/>
                    <a:pt x="18289" y="19861"/>
                    <a:pt x="18289" y="19861"/>
                  </a:cubicBezTo>
                  <a:cubicBezTo>
                    <a:pt x="18345" y="19861"/>
                    <a:pt x="18345" y="19861"/>
                    <a:pt x="18345" y="19861"/>
                  </a:cubicBezTo>
                  <a:cubicBezTo>
                    <a:pt x="18345" y="19794"/>
                    <a:pt x="18345" y="19794"/>
                    <a:pt x="18345" y="19794"/>
                  </a:cubicBezTo>
                  <a:cubicBezTo>
                    <a:pt x="18402" y="19794"/>
                    <a:pt x="18402" y="19794"/>
                    <a:pt x="18402" y="19794"/>
                  </a:cubicBezTo>
                  <a:cubicBezTo>
                    <a:pt x="18402" y="19794"/>
                    <a:pt x="18402" y="19794"/>
                    <a:pt x="18402" y="19794"/>
                  </a:cubicBezTo>
                  <a:cubicBezTo>
                    <a:pt x="18402" y="19794"/>
                    <a:pt x="18402" y="19794"/>
                    <a:pt x="18402" y="19794"/>
                  </a:cubicBezTo>
                  <a:cubicBezTo>
                    <a:pt x="18402" y="19727"/>
                    <a:pt x="18402" y="19727"/>
                    <a:pt x="18402" y="19727"/>
                  </a:cubicBezTo>
                  <a:cubicBezTo>
                    <a:pt x="18402" y="19794"/>
                    <a:pt x="18402" y="19794"/>
                    <a:pt x="18402" y="19794"/>
                  </a:cubicBezTo>
                  <a:cubicBezTo>
                    <a:pt x="18345" y="19794"/>
                    <a:pt x="18345" y="19794"/>
                    <a:pt x="18345" y="19794"/>
                  </a:cubicBezTo>
                  <a:cubicBezTo>
                    <a:pt x="18345" y="19794"/>
                    <a:pt x="18345" y="19794"/>
                    <a:pt x="18345" y="19794"/>
                  </a:cubicBezTo>
                  <a:cubicBezTo>
                    <a:pt x="18289" y="19794"/>
                    <a:pt x="18289" y="19794"/>
                    <a:pt x="18289" y="19794"/>
                  </a:cubicBezTo>
                  <a:cubicBezTo>
                    <a:pt x="18289" y="19794"/>
                    <a:pt x="18289" y="19794"/>
                    <a:pt x="18289" y="19794"/>
                  </a:cubicBezTo>
                  <a:cubicBezTo>
                    <a:pt x="18289" y="19861"/>
                    <a:pt x="18289" y="19861"/>
                    <a:pt x="18289" y="19861"/>
                  </a:cubicBezTo>
                  <a:cubicBezTo>
                    <a:pt x="18233" y="19861"/>
                    <a:pt x="18233" y="19861"/>
                    <a:pt x="18233" y="19861"/>
                  </a:cubicBezTo>
                  <a:cubicBezTo>
                    <a:pt x="18233" y="19928"/>
                    <a:pt x="18233" y="19928"/>
                    <a:pt x="18233" y="19928"/>
                  </a:cubicBezTo>
                  <a:cubicBezTo>
                    <a:pt x="18177" y="19928"/>
                    <a:pt x="18177" y="19928"/>
                    <a:pt x="18177" y="19928"/>
                  </a:cubicBezTo>
                  <a:cubicBezTo>
                    <a:pt x="18177" y="19928"/>
                    <a:pt x="18177" y="19928"/>
                    <a:pt x="18177" y="19928"/>
                  </a:cubicBezTo>
                  <a:cubicBezTo>
                    <a:pt x="18177" y="19861"/>
                    <a:pt x="18177" y="19861"/>
                    <a:pt x="18177" y="19861"/>
                  </a:cubicBezTo>
                  <a:cubicBezTo>
                    <a:pt x="18121" y="19861"/>
                    <a:pt x="18121" y="19861"/>
                    <a:pt x="18121" y="19861"/>
                  </a:cubicBezTo>
                  <a:cubicBezTo>
                    <a:pt x="18121" y="19794"/>
                    <a:pt x="18121" y="19794"/>
                    <a:pt x="18121" y="19794"/>
                  </a:cubicBezTo>
                  <a:cubicBezTo>
                    <a:pt x="18177" y="19861"/>
                    <a:pt x="18177" y="19861"/>
                    <a:pt x="18177" y="19861"/>
                  </a:cubicBezTo>
                  <a:cubicBezTo>
                    <a:pt x="18177" y="19861"/>
                    <a:pt x="18177" y="19861"/>
                    <a:pt x="18177" y="19861"/>
                  </a:cubicBezTo>
                  <a:cubicBezTo>
                    <a:pt x="18177" y="19794"/>
                    <a:pt x="18177" y="19794"/>
                    <a:pt x="18177" y="19794"/>
                  </a:cubicBezTo>
                  <a:cubicBezTo>
                    <a:pt x="18177" y="19794"/>
                    <a:pt x="18177" y="19794"/>
                    <a:pt x="18177" y="19794"/>
                  </a:cubicBezTo>
                  <a:cubicBezTo>
                    <a:pt x="18177" y="19794"/>
                    <a:pt x="18177" y="19794"/>
                    <a:pt x="18177" y="19794"/>
                  </a:cubicBezTo>
                  <a:cubicBezTo>
                    <a:pt x="18177" y="19794"/>
                    <a:pt x="18177" y="19794"/>
                    <a:pt x="18177" y="19794"/>
                  </a:cubicBezTo>
                  <a:cubicBezTo>
                    <a:pt x="18233" y="19794"/>
                    <a:pt x="18233" y="19794"/>
                    <a:pt x="18233" y="19794"/>
                  </a:cubicBezTo>
                  <a:cubicBezTo>
                    <a:pt x="18177" y="19794"/>
                    <a:pt x="18177" y="19794"/>
                    <a:pt x="18177" y="19794"/>
                  </a:cubicBezTo>
                  <a:cubicBezTo>
                    <a:pt x="18177" y="19727"/>
                    <a:pt x="18177" y="19727"/>
                    <a:pt x="18177" y="19727"/>
                  </a:cubicBez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233" y="19660"/>
                    <a:pt x="18233" y="19660"/>
                    <a:pt x="18233" y="19660"/>
                  </a:cubicBezTo>
                  <a:cubicBezTo>
                    <a:pt x="18289" y="19593"/>
                    <a:pt x="18289" y="19593"/>
                    <a:pt x="18289" y="19593"/>
                  </a:cubicBezTo>
                  <a:cubicBezTo>
                    <a:pt x="18289" y="19593"/>
                    <a:pt x="18289" y="19593"/>
                    <a:pt x="18289" y="19593"/>
                  </a:cubicBezTo>
                  <a:cubicBezTo>
                    <a:pt x="18345" y="19660"/>
                    <a:pt x="18345" y="19660"/>
                    <a:pt x="18345" y="19660"/>
                  </a:cubicBezTo>
                  <a:cubicBezTo>
                    <a:pt x="18345" y="19593"/>
                    <a:pt x="18345" y="19593"/>
                    <a:pt x="18345" y="19593"/>
                  </a:cubicBezTo>
                  <a:cubicBezTo>
                    <a:pt x="18402" y="19593"/>
                    <a:pt x="18402" y="19593"/>
                    <a:pt x="18402" y="19593"/>
                  </a:cubicBezTo>
                  <a:cubicBezTo>
                    <a:pt x="18402" y="19526"/>
                    <a:pt x="18402" y="19526"/>
                    <a:pt x="18402" y="19526"/>
                  </a:cubicBezTo>
                  <a:cubicBezTo>
                    <a:pt x="18345" y="19526"/>
                    <a:pt x="18345" y="19526"/>
                    <a:pt x="18345" y="19526"/>
                  </a:cubicBezTo>
                  <a:cubicBezTo>
                    <a:pt x="18345" y="19526"/>
                    <a:pt x="18345" y="19526"/>
                    <a:pt x="18345" y="19526"/>
                  </a:cubicBezTo>
                  <a:cubicBezTo>
                    <a:pt x="18289" y="19593"/>
                    <a:pt x="18289" y="19593"/>
                    <a:pt x="18289" y="19593"/>
                  </a:cubicBezTo>
                  <a:cubicBezTo>
                    <a:pt x="18289" y="19526"/>
                    <a:pt x="18289" y="19526"/>
                    <a:pt x="18289" y="19526"/>
                  </a:cubicBezTo>
                  <a:cubicBezTo>
                    <a:pt x="18289" y="19526"/>
                    <a:pt x="18289" y="19526"/>
                    <a:pt x="18289" y="19526"/>
                  </a:cubicBezTo>
                  <a:cubicBezTo>
                    <a:pt x="18289" y="19593"/>
                    <a:pt x="18289" y="19593"/>
                    <a:pt x="18289" y="19593"/>
                  </a:cubicBezTo>
                  <a:cubicBezTo>
                    <a:pt x="18289" y="19593"/>
                    <a:pt x="18289" y="19593"/>
                    <a:pt x="18289" y="19593"/>
                  </a:cubicBezTo>
                  <a:cubicBezTo>
                    <a:pt x="18233" y="19593"/>
                    <a:pt x="18233" y="19593"/>
                    <a:pt x="18233" y="19593"/>
                  </a:cubicBezTo>
                  <a:cubicBezTo>
                    <a:pt x="18233" y="19593"/>
                    <a:pt x="18233" y="19593"/>
                    <a:pt x="18233" y="19593"/>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21" y="19660"/>
                    <a:pt x="18121" y="19660"/>
                    <a:pt x="18121" y="19660"/>
                  </a:cubicBezTo>
                  <a:cubicBezTo>
                    <a:pt x="18177" y="19660"/>
                    <a:pt x="18177" y="19660"/>
                    <a:pt x="18177" y="19660"/>
                  </a:cubicBezTo>
                  <a:cubicBezTo>
                    <a:pt x="18177" y="19593"/>
                    <a:pt x="18177" y="19593"/>
                    <a:pt x="18177" y="19593"/>
                  </a:cubicBezTo>
                  <a:cubicBezTo>
                    <a:pt x="18177" y="19593"/>
                    <a:pt x="18177" y="19593"/>
                    <a:pt x="18177" y="19593"/>
                  </a:cubicBezTo>
                  <a:cubicBezTo>
                    <a:pt x="18177" y="19593"/>
                    <a:pt x="18177" y="19593"/>
                    <a:pt x="18177" y="19593"/>
                  </a:cubicBezTo>
                  <a:cubicBezTo>
                    <a:pt x="18177" y="19526"/>
                    <a:pt x="18177" y="19526"/>
                    <a:pt x="18177" y="19526"/>
                  </a:cubicBezTo>
                  <a:cubicBezTo>
                    <a:pt x="18233" y="19526"/>
                    <a:pt x="18233" y="19526"/>
                    <a:pt x="18233" y="19526"/>
                  </a:cubicBezTo>
                  <a:cubicBezTo>
                    <a:pt x="18177" y="19526"/>
                    <a:pt x="18177" y="19526"/>
                    <a:pt x="18177" y="19526"/>
                  </a:cubicBezTo>
                  <a:cubicBezTo>
                    <a:pt x="18177" y="19526"/>
                    <a:pt x="18177" y="19526"/>
                    <a:pt x="18177" y="19526"/>
                  </a:cubicBezTo>
                  <a:cubicBezTo>
                    <a:pt x="18177" y="19526"/>
                    <a:pt x="18177" y="19526"/>
                    <a:pt x="18177" y="19526"/>
                  </a:cubicBezTo>
                  <a:cubicBezTo>
                    <a:pt x="18177" y="19460"/>
                    <a:pt x="18177" y="19460"/>
                    <a:pt x="18177" y="19460"/>
                  </a:cubicBezTo>
                  <a:cubicBezTo>
                    <a:pt x="18177" y="19460"/>
                    <a:pt x="18177" y="19460"/>
                    <a:pt x="18177" y="19460"/>
                  </a:cubicBezTo>
                  <a:cubicBezTo>
                    <a:pt x="18121" y="19460"/>
                    <a:pt x="18121" y="19460"/>
                    <a:pt x="18121" y="19460"/>
                  </a:cubicBezTo>
                  <a:cubicBezTo>
                    <a:pt x="18121" y="19460"/>
                    <a:pt x="18121" y="19460"/>
                    <a:pt x="18121" y="19460"/>
                  </a:cubicBezTo>
                  <a:cubicBezTo>
                    <a:pt x="18121" y="19460"/>
                    <a:pt x="18121" y="19460"/>
                    <a:pt x="18121" y="19460"/>
                  </a:cubicBezTo>
                  <a:cubicBezTo>
                    <a:pt x="18177" y="19460"/>
                    <a:pt x="18177" y="19460"/>
                    <a:pt x="18177" y="19460"/>
                  </a:cubicBezTo>
                  <a:cubicBezTo>
                    <a:pt x="18177" y="19460"/>
                    <a:pt x="18177" y="19460"/>
                    <a:pt x="18177" y="19460"/>
                  </a:cubicBezTo>
                  <a:cubicBezTo>
                    <a:pt x="18233" y="19460"/>
                    <a:pt x="18233" y="19460"/>
                    <a:pt x="18233" y="19460"/>
                  </a:cubicBezTo>
                  <a:cubicBezTo>
                    <a:pt x="18233" y="19393"/>
                    <a:pt x="18233" y="19393"/>
                    <a:pt x="18233" y="19393"/>
                  </a:cubicBezTo>
                  <a:cubicBezTo>
                    <a:pt x="18289" y="19393"/>
                    <a:pt x="18289" y="19393"/>
                    <a:pt x="18289" y="19393"/>
                  </a:cubicBezTo>
                  <a:cubicBezTo>
                    <a:pt x="18289" y="19393"/>
                    <a:pt x="18289" y="19393"/>
                    <a:pt x="18289" y="19393"/>
                  </a:cubicBezTo>
                  <a:cubicBezTo>
                    <a:pt x="18289" y="19326"/>
                    <a:pt x="18289" y="19326"/>
                    <a:pt x="18289" y="19326"/>
                  </a:cubicBezTo>
                  <a:cubicBezTo>
                    <a:pt x="18289" y="19326"/>
                    <a:pt x="18289" y="19326"/>
                    <a:pt x="18289" y="19326"/>
                  </a:cubicBezTo>
                  <a:cubicBezTo>
                    <a:pt x="18289" y="19326"/>
                    <a:pt x="18289" y="19326"/>
                    <a:pt x="18289" y="19326"/>
                  </a:cubicBezTo>
                  <a:cubicBezTo>
                    <a:pt x="18289" y="19326"/>
                    <a:pt x="18289" y="19326"/>
                    <a:pt x="18289" y="19326"/>
                  </a:cubicBezTo>
                  <a:cubicBezTo>
                    <a:pt x="18233" y="19259"/>
                    <a:pt x="18233" y="19259"/>
                    <a:pt x="18233" y="19259"/>
                  </a:cubicBezTo>
                  <a:cubicBezTo>
                    <a:pt x="18177" y="19259"/>
                    <a:pt x="18177" y="19259"/>
                    <a:pt x="18177" y="19259"/>
                  </a:cubicBezTo>
                  <a:cubicBezTo>
                    <a:pt x="18177" y="19259"/>
                    <a:pt x="18177" y="19259"/>
                    <a:pt x="18177" y="19259"/>
                  </a:cubicBezTo>
                  <a:cubicBezTo>
                    <a:pt x="18121" y="19259"/>
                    <a:pt x="18121" y="19259"/>
                    <a:pt x="18121" y="19259"/>
                  </a:cubicBezTo>
                  <a:cubicBezTo>
                    <a:pt x="18121" y="19259"/>
                    <a:pt x="18121" y="19259"/>
                    <a:pt x="18121" y="19259"/>
                  </a:cubicBezTo>
                  <a:cubicBezTo>
                    <a:pt x="18121" y="19326"/>
                    <a:pt x="18121" y="19326"/>
                    <a:pt x="18121" y="19326"/>
                  </a:cubicBezTo>
                  <a:cubicBezTo>
                    <a:pt x="18121" y="19393"/>
                    <a:pt x="18121" y="19393"/>
                    <a:pt x="18121" y="19393"/>
                  </a:cubicBezTo>
                  <a:cubicBezTo>
                    <a:pt x="18065" y="19393"/>
                    <a:pt x="18065" y="19393"/>
                    <a:pt x="18065" y="19393"/>
                  </a:cubicBezTo>
                  <a:cubicBezTo>
                    <a:pt x="18121" y="19393"/>
                    <a:pt x="18121" y="19393"/>
                    <a:pt x="18121" y="19393"/>
                  </a:cubicBezTo>
                  <a:cubicBezTo>
                    <a:pt x="18121" y="19326"/>
                    <a:pt x="18121" y="19326"/>
                    <a:pt x="18121" y="19326"/>
                  </a:cubicBezTo>
                  <a:cubicBezTo>
                    <a:pt x="18121" y="19326"/>
                    <a:pt x="18121" y="19326"/>
                    <a:pt x="18121" y="19326"/>
                  </a:cubicBezTo>
                  <a:cubicBezTo>
                    <a:pt x="18121" y="19259"/>
                    <a:pt x="18121" y="19259"/>
                    <a:pt x="18121" y="19259"/>
                  </a:cubicBezTo>
                  <a:cubicBezTo>
                    <a:pt x="18121" y="19259"/>
                    <a:pt x="18121" y="19259"/>
                    <a:pt x="18121" y="19259"/>
                  </a:cubicBezTo>
                  <a:cubicBezTo>
                    <a:pt x="18121" y="19259"/>
                    <a:pt x="18121" y="19259"/>
                    <a:pt x="18121" y="19259"/>
                  </a:cubicBezTo>
                  <a:cubicBezTo>
                    <a:pt x="18065" y="19259"/>
                    <a:pt x="18065" y="19259"/>
                    <a:pt x="18065" y="19259"/>
                  </a:cubicBezTo>
                  <a:cubicBezTo>
                    <a:pt x="18065" y="19259"/>
                    <a:pt x="18065" y="19259"/>
                    <a:pt x="18065" y="19259"/>
                  </a:cubicBezTo>
                  <a:cubicBezTo>
                    <a:pt x="18009" y="19326"/>
                    <a:pt x="18009" y="19326"/>
                    <a:pt x="18009" y="19326"/>
                  </a:cubicBezTo>
                  <a:cubicBezTo>
                    <a:pt x="18009" y="19326"/>
                    <a:pt x="18009" y="19326"/>
                    <a:pt x="18009" y="19326"/>
                  </a:cubicBezTo>
                  <a:cubicBezTo>
                    <a:pt x="18009" y="19326"/>
                    <a:pt x="18009" y="19326"/>
                    <a:pt x="18009" y="19326"/>
                  </a:cubicBezTo>
                  <a:cubicBezTo>
                    <a:pt x="18009" y="19326"/>
                    <a:pt x="18009" y="19326"/>
                    <a:pt x="18009" y="19326"/>
                  </a:cubicBezTo>
                  <a:cubicBezTo>
                    <a:pt x="17953" y="19326"/>
                    <a:pt x="17953" y="19326"/>
                    <a:pt x="17953" y="19326"/>
                  </a:cubicBezTo>
                  <a:cubicBezTo>
                    <a:pt x="17953" y="19326"/>
                    <a:pt x="17953" y="19326"/>
                    <a:pt x="17953" y="19326"/>
                  </a:cubicBezTo>
                  <a:cubicBezTo>
                    <a:pt x="17953" y="19393"/>
                    <a:pt x="17953" y="19393"/>
                    <a:pt x="17953" y="19393"/>
                  </a:cubicBezTo>
                  <a:cubicBezTo>
                    <a:pt x="17897" y="19393"/>
                    <a:pt x="17897" y="19393"/>
                    <a:pt x="17897" y="19393"/>
                  </a:cubicBezTo>
                  <a:cubicBezTo>
                    <a:pt x="17897" y="19393"/>
                    <a:pt x="17897" y="19393"/>
                    <a:pt x="17897" y="19393"/>
                  </a:cubicBezTo>
                  <a:cubicBezTo>
                    <a:pt x="17953" y="19326"/>
                    <a:pt x="17953" y="19326"/>
                    <a:pt x="17953" y="19326"/>
                  </a:cubicBezTo>
                  <a:cubicBezTo>
                    <a:pt x="17953" y="19259"/>
                    <a:pt x="17953" y="19259"/>
                    <a:pt x="17953" y="19259"/>
                  </a:cubicBezTo>
                  <a:cubicBezTo>
                    <a:pt x="17953" y="19259"/>
                    <a:pt x="17953" y="19259"/>
                    <a:pt x="17953" y="19259"/>
                  </a:cubicBezTo>
                  <a:cubicBezTo>
                    <a:pt x="17897" y="19259"/>
                    <a:pt x="17897" y="19259"/>
                    <a:pt x="17897" y="19259"/>
                  </a:cubicBezTo>
                  <a:cubicBezTo>
                    <a:pt x="17897" y="19326"/>
                    <a:pt x="17897" y="19326"/>
                    <a:pt x="17897" y="19326"/>
                  </a:cubicBezTo>
                  <a:cubicBezTo>
                    <a:pt x="17897" y="19326"/>
                    <a:pt x="17897" y="19326"/>
                    <a:pt x="17897" y="19326"/>
                  </a:cubicBezTo>
                  <a:cubicBezTo>
                    <a:pt x="17897" y="19326"/>
                    <a:pt x="17897" y="19326"/>
                    <a:pt x="17897" y="19326"/>
                  </a:cubicBezTo>
                  <a:cubicBezTo>
                    <a:pt x="17897" y="19259"/>
                    <a:pt x="17897" y="19259"/>
                    <a:pt x="17897" y="19259"/>
                  </a:cubicBezTo>
                  <a:cubicBezTo>
                    <a:pt x="17897" y="19259"/>
                    <a:pt x="17897" y="19259"/>
                    <a:pt x="17897" y="19259"/>
                  </a:cubicBezTo>
                  <a:cubicBezTo>
                    <a:pt x="17897" y="19259"/>
                    <a:pt x="17897" y="19259"/>
                    <a:pt x="17897" y="19259"/>
                  </a:cubicBezTo>
                  <a:cubicBezTo>
                    <a:pt x="17841" y="19259"/>
                    <a:pt x="17841" y="19259"/>
                    <a:pt x="17841" y="19259"/>
                  </a:cubicBezTo>
                  <a:cubicBezTo>
                    <a:pt x="17841" y="19326"/>
                    <a:pt x="17841" y="19326"/>
                    <a:pt x="17841" y="19326"/>
                  </a:cubicBezTo>
                  <a:cubicBezTo>
                    <a:pt x="17784" y="19259"/>
                    <a:pt x="17784" y="19259"/>
                    <a:pt x="17784" y="19259"/>
                  </a:cubicBezTo>
                  <a:cubicBezTo>
                    <a:pt x="17784" y="19259"/>
                    <a:pt x="17784" y="19259"/>
                    <a:pt x="17784" y="19259"/>
                  </a:cubicBezTo>
                  <a:cubicBezTo>
                    <a:pt x="17784" y="19259"/>
                    <a:pt x="17784" y="19259"/>
                    <a:pt x="17784" y="19259"/>
                  </a:cubicBezTo>
                  <a:cubicBezTo>
                    <a:pt x="17728" y="19259"/>
                    <a:pt x="17728" y="19259"/>
                    <a:pt x="17728" y="19259"/>
                  </a:cubicBezTo>
                  <a:cubicBezTo>
                    <a:pt x="17728" y="19259"/>
                    <a:pt x="17728" y="19259"/>
                    <a:pt x="17728" y="19259"/>
                  </a:cubicBezTo>
                  <a:cubicBezTo>
                    <a:pt x="17728" y="19259"/>
                    <a:pt x="17728" y="19259"/>
                    <a:pt x="17728" y="19259"/>
                  </a:cubicBezTo>
                  <a:cubicBezTo>
                    <a:pt x="17728" y="19259"/>
                    <a:pt x="17728" y="19259"/>
                    <a:pt x="17728" y="19259"/>
                  </a:cubicBezTo>
                  <a:cubicBezTo>
                    <a:pt x="17784" y="19192"/>
                    <a:pt x="17784" y="19192"/>
                    <a:pt x="17784" y="19192"/>
                  </a:cubicBezTo>
                  <a:cubicBezTo>
                    <a:pt x="17784" y="19125"/>
                    <a:pt x="17784" y="19125"/>
                    <a:pt x="17784" y="19125"/>
                  </a:cubicBezTo>
                  <a:cubicBezTo>
                    <a:pt x="17784" y="19125"/>
                    <a:pt x="17784" y="19125"/>
                    <a:pt x="17784" y="19125"/>
                  </a:cubicBezTo>
                  <a:cubicBezTo>
                    <a:pt x="17784" y="19125"/>
                    <a:pt x="17784" y="19125"/>
                    <a:pt x="17784" y="19125"/>
                  </a:cubicBezTo>
                  <a:cubicBezTo>
                    <a:pt x="17728" y="19192"/>
                    <a:pt x="17728" y="19192"/>
                    <a:pt x="17728" y="19192"/>
                  </a:cubicBezTo>
                  <a:cubicBezTo>
                    <a:pt x="17728" y="19125"/>
                    <a:pt x="17728" y="19125"/>
                    <a:pt x="17728" y="19125"/>
                  </a:cubicBezTo>
                  <a:cubicBezTo>
                    <a:pt x="17784" y="19125"/>
                    <a:pt x="17784" y="19125"/>
                    <a:pt x="17784" y="19125"/>
                  </a:cubicBezTo>
                  <a:cubicBezTo>
                    <a:pt x="17841" y="19125"/>
                    <a:pt x="17841" y="19125"/>
                    <a:pt x="17841" y="19125"/>
                  </a:cubicBezTo>
                  <a:cubicBezTo>
                    <a:pt x="17841" y="19125"/>
                    <a:pt x="17841" y="19125"/>
                    <a:pt x="17841" y="19125"/>
                  </a:cubicBezTo>
                  <a:cubicBezTo>
                    <a:pt x="17897" y="19125"/>
                    <a:pt x="17897" y="19125"/>
                    <a:pt x="17897" y="19125"/>
                  </a:cubicBezTo>
                  <a:cubicBezTo>
                    <a:pt x="17897" y="19058"/>
                    <a:pt x="17897" y="19058"/>
                    <a:pt x="17897" y="19058"/>
                  </a:cubicBezTo>
                  <a:cubicBezTo>
                    <a:pt x="17897" y="19058"/>
                    <a:pt x="17897" y="19058"/>
                    <a:pt x="17897" y="19058"/>
                  </a:cubicBezTo>
                  <a:cubicBezTo>
                    <a:pt x="17897" y="19058"/>
                    <a:pt x="17897" y="19058"/>
                    <a:pt x="17897" y="19058"/>
                  </a:cubicBezTo>
                  <a:cubicBezTo>
                    <a:pt x="17841" y="19058"/>
                    <a:pt x="17841" y="19058"/>
                    <a:pt x="17841" y="19058"/>
                  </a:cubicBezTo>
                  <a:cubicBezTo>
                    <a:pt x="17841" y="19058"/>
                    <a:pt x="17841" y="19058"/>
                    <a:pt x="17841" y="19058"/>
                  </a:cubicBezTo>
                  <a:cubicBezTo>
                    <a:pt x="17784" y="19058"/>
                    <a:pt x="17784" y="19058"/>
                    <a:pt x="17784" y="19058"/>
                  </a:cubicBezTo>
                  <a:cubicBezTo>
                    <a:pt x="17784" y="19058"/>
                    <a:pt x="17784" y="19058"/>
                    <a:pt x="17784" y="19058"/>
                  </a:cubicBezTo>
                  <a:cubicBezTo>
                    <a:pt x="17728" y="19058"/>
                    <a:pt x="17728" y="19058"/>
                    <a:pt x="17728" y="19058"/>
                  </a:cubicBezTo>
                  <a:cubicBezTo>
                    <a:pt x="17784" y="18991"/>
                    <a:pt x="17784" y="18991"/>
                    <a:pt x="17784" y="18991"/>
                  </a:cubicBezTo>
                  <a:cubicBezTo>
                    <a:pt x="17784" y="18991"/>
                    <a:pt x="17784" y="18991"/>
                    <a:pt x="17784" y="18991"/>
                  </a:cubicBezTo>
                  <a:cubicBezTo>
                    <a:pt x="17784" y="18991"/>
                    <a:pt x="17784" y="18991"/>
                    <a:pt x="17784" y="18991"/>
                  </a:cubicBezTo>
                  <a:cubicBezTo>
                    <a:pt x="17728" y="18991"/>
                    <a:pt x="17728" y="18991"/>
                    <a:pt x="17728" y="18991"/>
                  </a:cubicBezTo>
                  <a:cubicBezTo>
                    <a:pt x="17728" y="18991"/>
                    <a:pt x="17728" y="18991"/>
                    <a:pt x="17728" y="18991"/>
                  </a:cubicBezTo>
                  <a:cubicBezTo>
                    <a:pt x="17672" y="19058"/>
                    <a:pt x="17672" y="19058"/>
                    <a:pt x="17672" y="19058"/>
                  </a:cubicBezTo>
                  <a:cubicBezTo>
                    <a:pt x="17672" y="19058"/>
                    <a:pt x="17672" y="19058"/>
                    <a:pt x="17672" y="19058"/>
                  </a:cubicBezTo>
                  <a:cubicBezTo>
                    <a:pt x="17616" y="19125"/>
                    <a:pt x="17616" y="19125"/>
                    <a:pt x="17616" y="19125"/>
                  </a:cubicBezTo>
                  <a:cubicBezTo>
                    <a:pt x="17616" y="19125"/>
                    <a:pt x="17616" y="19125"/>
                    <a:pt x="17616" y="19125"/>
                  </a:cubicBezTo>
                  <a:cubicBezTo>
                    <a:pt x="17616" y="19125"/>
                    <a:pt x="17616" y="19125"/>
                    <a:pt x="17616" y="19125"/>
                  </a:cubicBezTo>
                  <a:cubicBezTo>
                    <a:pt x="17560" y="19192"/>
                    <a:pt x="17560" y="19192"/>
                    <a:pt x="17560" y="19192"/>
                  </a:cubicBezTo>
                  <a:cubicBezTo>
                    <a:pt x="17560" y="19125"/>
                    <a:pt x="17560" y="19125"/>
                    <a:pt x="17560" y="19125"/>
                  </a:cubicBezTo>
                  <a:cubicBezTo>
                    <a:pt x="17560" y="19125"/>
                    <a:pt x="17560" y="19125"/>
                    <a:pt x="17560" y="19125"/>
                  </a:cubicBezTo>
                  <a:cubicBezTo>
                    <a:pt x="17616" y="19058"/>
                    <a:pt x="17616" y="19058"/>
                    <a:pt x="17616" y="19058"/>
                  </a:cubicBezTo>
                  <a:cubicBezTo>
                    <a:pt x="17616" y="19058"/>
                    <a:pt x="17616" y="19058"/>
                    <a:pt x="17616" y="19058"/>
                  </a:cubicBezTo>
                  <a:cubicBezTo>
                    <a:pt x="17616" y="18991"/>
                    <a:pt x="17616" y="18991"/>
                    <a:pt x="17616" y="18991"/>
                  </a:cubicBezTo>
                  <a:cubicBezTo>
                    <a:pt x="17672" y="18991"/>
                    <a:pt x="17672" y="18991"/>
                    <a:pt x="17672" y="18991"/>
                  </a:cubicBezTo>
                  <a:cubicBezTo>
                    <a:pt x="17672" y="18925"/>
                    <a:pt x="17672" y="18925"/>
                    <a:pt x="17672" y="18925"/>
                  </a:cubicBezTo>
                  <a:cubicBezTo>
                    <a:pt x="17672" y="18925"/>
                    <a:pt x="17672" y="18925"/>
                    <a:pt x="17672" y="18925"/>
                  </a:cubicBezTo>
                  <a:cubicBezTo>
                    <a:pt x="17672" y="18925"/>
                    <a:pt x="17672" y="18925"/>
                    <a:pt x="17672" y="18925"/>
                  </a:cubicBezTo>
                  <a:cubicBezTo>
                    <a:pt x="17728" y="18858"/>
                    <a:pt x="17728" y="18858"/>
                    <a:pt x="17728" y="18858"/>
                  </a:cubicBezTo>
                  <a:cubicBezTo>
                    <a:pt x="17728" y="18858"/>
                    <a:pt x="17728" y="18858"/>
                    <a:pt x="17728" y="18858"/>
                  </a:cubicBezTo>
                  <a:cubicBezTo>
                    <a:pt x="17784" y="18791"/>
                    <a:pt x="17784" y="18791"/>
                    <a:pt x="17784" y="18791"/>
                  </a:cubicBezTo>
                  <a:cubicBezTo>
                    <a:pt x="17784" y="18791"/>
                    <a:pt x="17784" y="18791"/>
                    <a:pt x="17784" y="18791"/>
                  </a:cubicBezTo>
                  <a:cubicBezTo>
                    <a:pt x="17784" y="18791"/>
                    <a:pt x="17784" y="18791"/>
                    <a:pt x="17784" y="18791"/>
                  </a:cubicBezTo>
                  <a:cubicBezTo>
                    <a:pt x="17784" y="18724"/>
                    <a:pt x="17784" y="18724"/>
                    <a:pt x="17784" y="18724"/>
                  </a:cubicBezTo>
                  <a:cubicBezTo>
                    <a:pt x="17784" y="18724"/>
                    <a:pt x="17784" y="18724"/>
                    <a:pt x="17784" y="18724"/>
                  </a:cubicBezTo>
                  <a:cubicBezTo>
                    <a:pt x="17841" y="18724"/>
                    <a:pt x="17841" y="18724"/>
                    <a:pt x="17841" y="18724"/>
                  </a:cubicBezTo>
                  <a:cubicBezTo>
                    <a:pt x="17841" y="18724"/>
                    <a:pt x="17841" y="18724"/>
                    <a:pt x="17841" y="18724"/>
                  </a:cubicBezTo>
                  <a:cubicBezTo>
                    <a:pt x="17784" y="18724"/>
                    <a:pt x="17784" y="18724"/>
                    <a:pt x="17784" y="18724"/>
                  </a:cubicBezTo>
                  <a:cubicBezTo>
                    <a:pt x="17841" y="18791"/>
                    <a:pt x="17841" y="18791"/>
                    <a:pt x="17841" y="18791"/>
                  </a:cubicBezTo>
                  <a:cubicBezTo>
                    <a:pt x="17841" y="18724"/>
                    <a:pt x="17841" y="18724"/>
                    <a:pt x="17841" y="18724"/>
                  </a:cubicBezTo>
                  <a:cubicBezTo>
                    <a:pt x="17897" y="18657"/>
                    <a:pt x="17897" y="18657"/>
                    <a:pt x="17897" y="18657"/>
                  </a:cubicBezTo>
                  <a:cubicBezTo>
                    <a:pt x="17897" y="18657"/>
                    <a:pt x="17897" y="18657"/>
                    <a:pt x="17897" y="18657"/>
                  </a:cubicBezTo>
                  <a:cubicBezTo>
                    <a:pt x="17897" y="18590"/>
                    <a:pt x="17897" y="18590"/>
                    <a:pt x="17897" y="18590"/>
                  </a:cubicBezTo>
                  <a:cubicBezTo>
                    <a:pt x="17897" y="18590"/>
                    <a:pt x="17897" y="18590"/>
                    <a:pt x="17897" y="18590"/>
                  </a:cubicBezTo>
                  <a:cubicBezTo>
                    <a:pt x="17841" y="18657"/>
                    <a:pt x="17841" y="18657"/>
                    <a:pt x="17841" y="18657"/>
                  </a:cubicBezTo>
                  <a:cubicBezTo>
                    <a:pt x="17841" y="18590"/>
                    <a:pt x="17841" y="18590"/>
                    <a:pt x="17841" y="18590"/>
                  </a:cubicBezTo>
                  <a:cubicBezTo>
                    <a:pt x="17841" y="18590"/>
                    <a:pt x="17841" y="18590"/>
                    <a:pt x="17841" y="18590"/>
                  </a:cubicBezTo>
                  <a:cubicBezTo>
                    <a:pt x="17841" y="18523"/>
                    <a:pt x="17841" y="18523"/>
                    <a:pt x="17841" y="18523"/>
                  </a:cubicBezTo>
                  <a:cubicBezTo>
                    <a:pt x="17897" y="18523"/>
                    <a:pt x="17897" y="18523"/>
                    <a:pt x="17897" y="18523"/>
                  </a:cubicBezTo>
                  <a:cubicBezTo>
                    <a:pt x="17897" y="18590"/>
                    <a:pt x="17897" y="18590"/>
                    <a:pt x="17897" y="18590"/>
                  </a:cubicBezTo>
                  <a:cubicBezTo>
                    <a:pt x="17953" y="18590"/>
                    <a:pt x="17953" y="18590"/>
                    <a:pt x="17953" y="18590"/>
                  </a:cubicBezTo>
                  <a:cubicBezTo>
                    <a:pt x="17953" y="18590"/>
                    <a:pt x="17953" y="18590"/>
                    <a:pt x="17953" y="18590"/>
                  </a:cubicBezTo>
                  <a:cubicBezTo>
                    <a:pt x="17953" y="18523"/>
                    <a:pt x="17953" y="18523"/>
                    <a:pt x="17953" y="18523"/>
                  </a:cubicBezTo>
                  <a:cubicBezTo>
                    <a:pt x="17953" y="18456"/>
                    <a:pt x="17953" y="18456"/>
                    <a:pt x="17953" y="18456"/>
                  </a:cubicBezTo>
                  <a:cubicBezTo>
                    <a:pt x="17953" y="18456"/>
                    <a:pt x="17953" y="18456"/>
                    <a:pt x="17953" y="18456"/>
                  </a:cubicBezTo>
                  <a:cubicBezTo>
                    <a:pt x="17897" y="18456"/>
                    <a:pt x="17897" y="18456"/>
                    <a:pt x="17897" y="18456"/>
                  </a:cubicBezTo>
                  <a:cubicBezTo>
                    <a:pt x="17897" y="18523"/>
                    <a:pt x="17897" y="18523"/>
                    <a:pt x="17897" y="18523"/>
                  </a:cubicBezTo>
                  <a:cubicBezTo>
                    <a:pt x="17897" y="18523"/>
                    <a:pt x="17897" y="18523"/>
                    <a:pt x="17897" y="18523"/>
                  </a:cubicBezTo>
                  <a:cubicBezTo>
                    <a:pt x="17897" y="18456"/>
                    <a:pt x="17897" y="18456"/>
                    <a:pt x="17897" y="18456"/>
                  </a:cubicBezTo>
                  <a:cubicBezTo>
                    <a:pt x="17897" y="18456"/>
                    <a:pt x="17897" y="18456"/>
                    <a:pt x="17897" y="18456"/>
                  </a:cubicBezTo>
                  <a:cubicBezTo>
                    <a:pt x="17897" y="18456"/>
                    <a:pt x="17897" y="18456"/>
                    <a:pt x="17897" y="18456"/>
                  </a:cubicBezTo>
                  <a:cubicBezTo>
                    <a:pt x="17841" y="18523"/>
                    <a:pt x="17841" y="18523"/>
                    <a:pt x="17841" y="18523"/>
                  </a:cubicBezTo>
                  <a:cubicBezTo>
                    <a:pt x="17841" y="18523"/>
                    <a:pt x="17841" y="18523"/>
                    <a:pt x="17841" y="18523"/>
                  </a:cubicBezTo>
                  <a:cubicBezTo>
                    <a:pt x="17784" y="18523"/>
                    <a:pt x="17784" y="18523"/>
                    <a:pt x="17784" y="18523"/>
                  </a:cubicBezTo>
                  <a:cubicBezTo>
                    <a:pt x="17784" y="18523"/>
                    <a:pt x="17784" y="18523"/>
                    <a:pt x="17784" y="18523"/>
                  </a:cubicBezTo>
                  <a:cubicBezTo>
                    <a:pt x="17728" y="18523"/>
                    <a:pt x="17728" y="18523"/>
                    <a:pt x="17728" y="18523"/>
                  </a:cubicBezTo>
                  <a:cubicBezTo>
                    <a:pt x="17672" y="18590"/>
                    <a:pt x="17672" y="18590"/>
                    <a:pt x="17672" y="18590"/>
                  </a:cubicBezTo>
                  <a:cubicBezTo>
                    <a:pt x="17672" y="18590"/>
                    <a:pt x="17672" y="18590"/>
                    <a:pt x="17672" y="18590"/>
                  </a:cubicBezTo>
                  <a:cubicBezTo>
                    <a:pt x="17672" y="18657"/>
                    <a:pt x="17672" y="18657"/>
                    <a:pt x="17672"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724"/>
                    <a:pt x="17616" y="18724"/>
                    <a:pt x="17616" y="18724"/>
                  </a:cubicBezTo>
                  <a:close/>
                  <a:moveTo>
                    <a:pt x="15989" y="19192"/>
                  </a:moveTo>
                  <a:cubicBezTo>
                    <a:pt x="16045" y="19192"/>
                    <a:pt x="16045" y="19192"/>
                    <a:pt x="16045" y="19192"/>
                  </a:cubicBezTo>
                  <a:cubicBezTo>
                    <a:pt x="16157" y="19259"/>
                    <a:pt x="16157" y="19259"/>
                    <a:pt x="16157" y="19259"/>
                  </a:cubicBezTo>
                  <a:cubicBezTo>
                    <a:pt x="16214" y="19259"/>
                    <a:pt x="16214" y="19259"/>
                    <a:pt x="16214" y="19259"/>
                  </a:cubicBezTo>
                  <a:cubicBezTo>
                    <a:pt x="16270" y="19259"/>
                    <a:pt x="16270" y="19259"/>
                    <a:pt x="16270" y="19259"/>
                  </a:cubicBezTo>
                  <a:cubicBezTo>
                    <a:pt x="16270" y="19326"/>
                    <a:pt x="16270" y="19326"/>
                    <a:pt x="16270" y="19326"/>
                  </a:cubicBezTo>
                  <a:cubicBezTo>
                    <a:pt x="16326" y="19326"/>
                    <a:pt x="16326" y="19326"/>
                    <a:pt x="16326" y="19326"/>
                  </a:cubicBezTo>
                  <a:cubicBezTo>
                    <a:pt x="16382" y="19326"/>
                    <a:pt x="16382" y="19326"/>
                    <a:pt x="16382" y="19326"/>
                  </a:cubicBezTo>
                  <a:cubicBezTo>
                    <a:pt x="16438" y="19326"/>
                    <a:pt x="16438" y="19326"/>
                    <a:pt x="16438" y="19326"/>
                  </a:cubicBezTo>
                  <a:cubicBezTo>
                    <a:pt x="16438" y="19326"/>
                    <a:pt x="16438" y="19326"/>
                    <a:pt x="16438" y="19326"/>
                  </a:cubicBezTo>
                  <a:cubicBezTo>
                    <a:pt x="16382" y="19259"/>
                    <a:pt x="16382" y="19259"/>
                    <a:pt x="16382" y="19259"/>
                  </a:cubicBezTo>
                  <a:cubicBezTo>
                    <a:pt x="16382" y="19259"/>
                    <a:pt x="16382" y="19259"/>
                    <a:pt x="16382" y="19259"/>
                  </a:cubicBezTo>
                  <a:cubicBezTo>
                    <a:pt x="16382" y="19192"/>
                    <a:pt x="16382" y="19192"/>
                    <a:pt x="16382" y="19192"/>
                  </a:cubicBezTo>
                  <a:cubicBezTo>
                    <a:pt x="16326" y="19192"/>
                    <a:pt x="16326" y="19192"/>
                    <a:pt x="16326" y="19192"/>
                  </a:cubicBezTo>
                  <a:cubicBezTo>
                    <a:pt x="16270" y="19125"/>
                    <a:pt x="16270" y="19125"/>
                    <a:pt x="16270" y="19125"/>
                  </a:cubicBezTo>
                  <a:cubicBezTo>
                    <a:pt x="16214" y="19125"/>
                    <a:pt x="16214" y="19125"/>
                    <a:pt x="16214" y="19125"/>
                  </a:cubicBezTo>
                  <a:cubicBezTo>
                    <a:pt x="16214" y="19125"/>
                    <a:pt x="16214" y="19125"/>
                    <a:pt x="16214" y="19125"/>
                  </a:cubicBezTo>
                  <a:cubicBezTo>
                    <a:pt x="16157" y="19058"/>
                    <a:pt x="16157" y="19058"/>
                    <a:pt x="16157" y="19058"/>
                  </a:cubicBezTo>
                  <a:cubicBezTo>
                    <a:pt x="16101" y="19058"/>
                    <a:pt x="16101" y="19058"/>
                    <a:pt x="16101" y="19058"/>
                  </a:cubicBezTo>
                  <a:cubicBezTo>
                    <a:pt x="16045" y="18991"/>
                    <a:pt x="16045" y="18991"/>
                    <a:pt x="16045" y="18991"/>
                  </a:cubicBezTo>
                  <a:cubicBezTo>
                    <a:pt x="15933" y="18991"/>
                    <a:pt x="15933" y="18991"/>
                    <a:pt x="15933" y="18991"/>
                  </a:cubicBezTo>
                  <a:cubicBezTo>
                    <a:pt x="15877" y="18991"/>
                    <a:pt x="15877" y="18991"/>
                    <a:pt x="15877" y="18991"/>
                  </a:cubicBezTo>
                  <a:cubicBezTo>
                    <a:pt x="15821" y="18991"/>
                    <a:pt x="15821" y="18991"/>
                    <a:pt x="15821" y="18991"/>
                  </a:cubicBezTo>
                  <a:cubicBezTo>
                    <a:pt x="15877" y="19058"/>
                    <a:pt x="15877" y="19058"/>
                    <a:pt x="15877" y="19058"/>
                  </a:cubicBezTo>
                  <a:cubicBezTo>
                    <a:pt x="15933" y="19058"/>
                    <a:pt x="15933" y="19058"/>
                    <a:pt x="15933" y="19058"/>
                  </a:cubicBezTo>
                  <a:cubicBezTo>
                    <a:pt x="15989" y="19125"/>
                    <a:pt x="15989" y="19125"/>
                    <a:pt x="15989" y="19125"/>
                  </a:cubicBezTo>
                  <a:cubicBezTo>
                    <a:pt x="15989" y="19192"/>
                    <a:pt x="15989" y="19192"/>
                    <a:pt x="15989" y="19192"/>
                  </a:cubicBezTo>
                  <a:cubicBezTo>
                    <a:pt x="15989" y="19192"/>
                    <a:pt x="15989" y="19192"/>
                    <a:pt x="15989" y="19192"/>
                  </a:cubicBezTo>
                  <a:close/>
                  <a:moveTo>
                    <a:pt x="16045" y="20396"/>
                  </a:moveTo>
                  <a:cubicBezTo>
                    <a:pt x="15989" y="20396"/>
                    <a:pt x="15989" y="20396"/>
                    <a:pt x="15989" y="20396"/>
                  </a:cubicBezTo>
                  <a:cubicBezTo>
                    <a:pt x="15933" y="20329"/>
                    <a:pt x="15933" y="20329"/>
                    <a:pt x="15933" y="20329"/>
                  </a:cubicBezTo>
                  <a:cubicBezTo>
                    <a:pt x="15821" y="20329"/>
                    <a:pt x="15821" y="20329"/>
                    <a:pt x="15821" y="20329"/>
                  </a:cubicBezTo>
                  <a:cubicBezTo>
                    <a:pt x="15821" y="20329"/>
                    <a:pt x="15821" y="20329"/>
                    <a:pt x="15821" y="20329"/>
                  </a:cubicBezTo>
                  <a:cubicBezTo>
                    <a:pt x="15821" y="20262"/>
                    <a:pt x="15821" y="20262"/>
                    <a:pt x="15821" y="20262"/>
                  </a:cubicBezTo>
                  <a:cubicBezTo>
                    <a:pt x="15765" y="20262"/>
                    <a:pt x="15765" y="20262"/>
                    <a:pt x="15765" y="20262"/>
                  </a:cubicBezTo>
                  <a:cubicBezTo>
                    <a:pt x="15765" y="20262"/>
                    <a:pt x="15765" y="20262"/>
                    <a:pt x="15765" y="20262"/>
                  </a:cubicBezTo>
                  <a:cubicBezTo>
                    <a:pt x="15765" y="20195"/>
                    <a:pt x="15765" y="20195"/>
                    <a:pt x="15765" y="20195"/>
                  </a:cubicBezTo>
                  <a:cubicBezTo>
                    <a:pt x="15709" y="20195"/>
                    <a:pt x="15709" y="20195"/>
                    <a:pt x="15709" y="20195"/>
                  </a:cubicBezTo>
                  <a:cubicBezTo>
                    <a:pt x="15709" y="20195"/>
                    <a:pt x="15709" y="20195"/>
                    <a:pt x="15709" y="20195"/>
                  </a:cubicBezTo>
                  <a:cubicBezTo>
                    <a:pt x="15709" y="20128"/>
                    <a:pt x="15709" y="20128"/>
                    <a:pt x="15709" y="20128"/>
                  </a:cubicBezTo>
                  <a:cubicBezTo>
                    <a:pt x="15652" y="20128"/>
                    <a:pt x="15652" y="20128"/>
                    <a:pt x="15652" y="20128"/>
                  </a:cubicBezTo>
                  <a:cubicBezTo>
                    <a:pt x="15652" y="20128"/>
                    <a:pt x="15652" y="20128"/>
                    <a:pt x="15652" y="20128"/>
                  </a:cubicBezTo>
                  <a:cubicBezTo>
                    <a:pt x="15652" y="20061"/>
                    <a:pt x="15652" y="20061"/>
                    <a:pt x="15652" y="20061"/>
                  </a:cubicBezTo>
                  <a:cubicBezTo>
                    <a:pt x="15765" y="19995"/>
                    <a:pt x="15765" y="19995"/>
                    <a:pt x="15765" y="19995"/>
                  </a:cubicBezTo>
                  <a:cubicBezTo>
                    <a:pt x="15765" y="20061"/>
                    <a:pt x="15765" y="20061"/>
                    <a:pt x="15765" y="20061"/>
                  </a:cubicBezTo>
                  <a:cubicBezTo>
                    <a:pt x="15765" y="20128"/>
                    <a:pt x="15765" y="20128"/>
                    <a:pt x="15765" y="20128"/>
                  </a:cubicBezTo>
                  <a:cubicBezTo>
                    <a:pt x="15765" y="20128"/>
                    <a:pt x="15765" y="20128"/>
                    <a:pt x="15765" y="20128"/>
                  </a:cubicBezTo>
                  <a:cubicBezTo>
                    <a:pt x="15765" y="20128"/>
                    <a:pt x="15765" y="20128"/>
                    <a:pt x="15765" y="20128"/>
                  </a:cubicBezTo>
                  <a:cubicBezTo>
                    <a:pt x="15765" y="20195"/>
                    <a:pt x="15765" y="20195"/>
                    <a:pt x="15765" y="20195"/>
                  </a:cubicBezTo>
                  <a:cubicBezTo>
                    <a:pt x="15821" y="20195"/>
                    <a:pt x="15821" y="20195"/>
                    <a:pt x="15821" y="20195"/>
                  </a:cubicBezTo>
                  <a:cubicBezTo>
                    <a:pt x="15821" y="20195"/>
                    <a:pt x="15821" y="20195"/>
                    <a:pt x="15821" y="20195"/>
                  </a:cubicBezTo>
                  <a:cubicBezTo>
                    <a:pt x="15877" y="20195"/>
                    <a:pt x="15877" y="20195"/>
                    <a:pt x="15877" y="20195"/>
                  </a:cubicBezTo>
                  <a:cubicBezTo>
                    <a:pt x="15933" y="20262"/>
                    <a:pt x="15933" y="20262"/>
                    <a:pt x="15933" y="20262"/>
                  </a:cubicBezTo>
                  <a:cubicBezTo>
                    <a:pt x="15933" y="20262"/>
                    <a:pt x="15933" y="20262"/>
                    <a:pt x="15933" y="20262"/>
                  </a:cubicBezTo>
                  <a:cubicBezTo>
                    <a:pt x="15989" y="20262"/>
                    <a:pt x="15989" y="20262"/>
                    <a:pt x="15989" y="20262"/>
                  </a:cubicBezTo>
                  <a:cubicBezTo>
                    <a:pt x="16045" y="20262"/>
                    <a:pt x="16045" y="20262"/>
                    <a:pt x="16045" y="20262"/>
                  </a:cubicBezTo>
                  <a:cubicBezTo>
                    <a:pt x="16045" y="20195"/>
                    <a:pt x="16045" y="20195"/>
                    <a:pt x="16045" y="20195"/>
                  </a:cubicBezTo>
                  <a:cubicBezTo>
                    <a:pt x="16101" y="20262"/>
                    <a:pt x="16101" y="20262"/>
                    <a:pt x="16101" y="20262"/>
                  </a:cubicBezTo>
                  <a:cubicBezTo>
                    <a:pt x="16157" y="20262"/>
                    <a:pt x="16157" y="20262"/>
                    <a:pt x="16157" y="20262"/>
                  </a:cubicBezTo>
                  <a:cubicBezTo>
                    <a:pt x="16157" y="20262"/>
                    <a:pt x="16157" y="20262"/>
                    <a:pt x="16157" y="20262"/>
                  </a:cubicBezTo>
                  <a:cubicBezTo>
                    <a:pt x="16101" y="20262"/>
                    <a:pt x="16101" y="20262"/>
                    <a:pt x="16101" y="20262"/>
                  </a:cubicBezTo>
                  <a:cubicBezTo>
                    <a:pt x="16101" y="20329"/>
                    <a:pt x="16101" y="20329"/>
                    <a:pt x="16101" y="20329"/>
                  </a:cubicBezTo>
                  <a:cubicBezTo>
                    <a:pt x="16101" y="20329"/>
                    <a:pt x="16101" y="20329"/>
                    <a:pt x="16101" y="20329"/>
                  </a:cubicBezTo>
                  <a:cubicBezTo>
                    <a:pt x="16045" y="20396"/>
                    <a:pt x="16045" y="20396"/>
                    <a:pt x="16045" y="20396"/>
                  </a:cubicBezTo>
                  <a:cubicBezTo>
                    <a:pt x="16045" y="20396"/>
                    <a:pt x="16045" y="20396"/>
                    <a:pt x="16045" y="20396"/>
                  </a:cubicBezTo>
                  <a:close/>
                  <a:moveTo>
                    <a:pt x="16382" y="20596"/>
                  </a:moveTo>
                  <a:cubicBezTo>
                    <a:pt x="16382" y="20596"/>
                    <a:pt x="16382" y="20596"/>
                    <a:pt x="16382" y="20596"/>
                  </a:cubicBezTo>
                  <a:cubicBezTo>
                    <a:pt x="16270" y="20530"/>
                    <a:pt x="16270" y="20530"/>
                    <a:pt x="16270" y="20530"/>
                  </a:cubicBezTo>
                  <a:cubicBezTo>
                    <a:pt x="16270" y="20463"/>
                    <a:pt x="16270" y="20463"/>
                    <a:pt x="16270" y="20463"/>
                  </a:cubicBezTo>
                  <a:cubicBezTo>
                    <a:pt x="16270" y="20396"/>
                    <a:pt x="16270" y="20396"/>
                    <a:pt x="16270" y="20396"/>
                  </a:cubicBezTo>
                  <a:cubicBezTo>
                    <a:pt x="16270" y="20396"/>
                    <a:pt x="16270" y="20396"/>
                    <a:pt x="16270" y="20396"/>
                  </a:cubicBezTo>
                  <a:cubicBezTo>
                    <a:pt x="16382" y="20329"/>
                    <a:pt x="16382" y="20329"/>
                    <a:pt x="16382" y="20329"/>
                  </a:cubicBezTo>
                  <a:cubicBezTo>
                    <a:pt x="16438" y="20262"/>
                    <a:pt x="16438" y="20262"/>
                    <a:pt x="16438" y="20262"/>
                  </a:cubicBezTo>
                  <a:cubicBezTo>
                    <a:pt x="16438" y="20195"/>
                    <a:pt x="16438" y="20195"/>
                    <a:pt x="16438" y="20195"/>
                  </a:cubicBezTo>
                  <a:cubicBezTo>
                    <a:pt x="16438" y="20195"/>
                    <a:pt x="16438" y="20195"/>
                    <a:pt x="16438" y="20195"/>
                  </a:cubicBezTo>
                  <a:cubicBezTo>
                    <a:pt x="16494" y="20128"/>
                    <a:pt x="16494" y="20128"/>
                    <a:pt x="16494" y="20128"/>
                  </a:cubicBezTo>
                  <a:cubicBezTo>
                    <a:pt x="16550" y="20061"/>
                    <a:pt x="16550" y="20061"/>
                    <a:pt x="16550" y="20061"/>
                  </a:cubicBezTo>
                  <a:cubicBezTo>
                    <a:pt x="16606" y="20061"/>
                    <a:pt x="16606" y="20061"/>
                    <a:pt x="16606" y="20061"/>
                  </a:cubicBezTo>
                  <a:cubicBezTo>
                    <a:pt x="16606" y="20128"/>
                    <a:pt x="16606" y="20128"/>
                    <a:pt x="16606" y="20128"/>
                  </a:cubicBezTo>
                  <a:cubicBezTo>
                    <a:pt x="16550" y="20128"/>
                    <a:pt x="16550" y="20128"/>
                    <a:pt x="16550" y="20128"/>
                  </a:cubicBezTo>
                  <a:cubicBezTo>
                    <a:pt x="16606" y="20128"/>
                    <a:pt x="16606" y="20128"/>
                    <a:pt x="16606" y="20128"/>
                  </a:cubicBezTo>
                  <a:cubicBezTo>
                    <a:pt x="16606" y="20195"/>
                    <a:pt x="16606" y="20195"/>
                    <a:pt x="16606" y="20195"/>
                  </a:cubicBezTo>
                  <a:cubicBezTo>
                    <a:pt x="16550" y="20262"/>
                    <a:pt x="16550" y="20262"/>
                    <a:pt x="16550" y="20262"/>
                  </a:cubicBezTo>
                  <a:cubicBezTo>
                    <a:pt x="16494" y="20329"/>
                    <a:pt x="16494" y="20329"/>
                    <a:pt x="16494" y="20329"/>
                  </a:cubicBezTo>
                  <a:cubicBezTo>
                    <a:pt x="16550" y="20329"/>
                    <a:pt x="16550" y="20329"/>
                    <a:pt x="16550" y="20329"/>
                  </a:cubicBezTo>
                  <a:cubicBezTo>
                    <a:pt x="16606" y="20396"/>
                    <a:pt x="16606" y="20396"/>
                    <a:pt x="16606" y="20396"/>
                  </a:cubicBezTo>
                  <a:cubicBezTo>
                    <a:pt x="16550" y="20396"/>
                    <a:pt x="16550" y="20396"/>
                    <a:pt x="16550" y="20396"/>
                  </a:cubicBezTo>
                  <a:cubicBezTo>
                    <a:pt x="16606" y="20396"/>
                    <a:pt x="16606" y="20396"/>
                    <a:pt x="16606" y="20396"/>
                  </a:cubicBezTo>
                  <a:cubicBezTo>
                    <a:pt x="16606" y="20396"/>
                    <a:pt x="16606" y="20396"/>
                    <a:pt x="16606" y="20396"/>
                  </a:cubicBezTo>
                  <a:cubicBezTo>
                    <a:pt x="16606" y="20329"/>
                    <a:pt x="16606" y="20329"/>
                    <a:pt x="16606" y="20329"/>
                  </a:cubicBezTo>
                  <a:cubicBezTo>
                    <a:pt x="16662" y="20329"/>
                    <a:pt x="16662" y="20329"/>
                    <a:pt x="16662" y="20329"/>
                  </a:cubicBezTo>
                  <a:cubicBezTo>
                    <a:pt x="16718" y="20396"/>
                    <a:pt x="16718" y="20396"/>
                    <a:pt x="16718" y="20396"/>
                  </a:cubicBezTo>
                  <a:cubicBezTo>
                    <a:pt x="16718" y="20463"/>
                    <a:pt x="16718" y="20463"/>
                    <a:pt x="16718" y="20463"/>
                  </a:cubicBezTo>
                  <a:cubicBezTo>
                    <a:pt x="16718" y="20463"/>
                    <a:pt x="16718" y="20463"/>
                    <a:pt x="16718" y="20463"/>
                  </a:cubicBezTo>
                  <a:cubicBezTo>
                    <a:pt x="16662" y="20463"/>
                    <a:pt x="16662" y="20463"/>
                    <a:pt x="16662" y="20463"/>
                  </a:cubicBezTo>
                  <a:cubicBezTo>
                    <a:pt x="16662" y="20463"/>
                    <a:pt x="16662" y="20463"/>
                    <a:pt x="16662" y="20463"/>
                  </a:cubicBezTo>
                  <a:cubicBezTo>
                    <a:pt x="16550" y="20530"/>
                    <a:pt x="16550" y="20530"/>
                    <a:pt x="16550" y="20530"/>
                  </a:cubicBezTo>
                  <a:cubicBezTo>
                    <a:pt x="16494" y="20530"/>
                    <a:pt x="16494" y="20530"/>
                    <a:pt x="16494" y="20530"/>
                  </a:cubicBezTo>
                  <a:cubicBezTo>
                    <a:pt x="16438" y="20530"/>
                    <a:pt x="16438" y="20530"/>
                    <a:pt x="16438" y="20530"/>
                  </a:cubicBezTo>
                  <a:cubicBezTo>
                    <a:pt x="16438" y="20530"/>
                    <a:pt x="16438" y="20530"/>
                    <a:pt x="16438" y="20530"/>
                  </a:cubicBezTo>
                  <a:cubicBezTo>
                    <a:pt x="16438" y="20530"/>
                    <a:pt x="16438" y="20530"/>
                    <a:pt x="16438" y="20530"/>
                  </a:cubicBezTo>
                  <a:cubicBezTo>
                    <a:pt x="16382" y="20596"/>
                    <a:pt x="16382" y="20596"/>
                    <a:pt x="16382" y="20596"/>
                  </a:cubicBezTo>
                  <a:cubicBezTo>
                    <a:pt x="16382" y="20596"/>
                    <a:pt x="16382" y="20596"/>
                    <a:pt x="16382" y="20596"/>
                  </a:cubicBezTo>
                  <a:close/>
                  <a:moveTo>
                    <a:pt x="12567" y="17386"/>
                  </a:moveTo>
                  <a:cubicBezTo>
                    <a:pt x="12567" y="17453"/>
                    <a:pt x="12567" y="17453"/>
                    <a:pt x="12567" y="17453"/>
                  </a:cubicBezTo>
                  <a:cubicBezTo>
                    <a:pt x="12567" y="17453"/>
                    <a:pt x="12567" y="17453"/>
                    <a:pt x="12567" y="17453"/>
                  </a:cubicBezTo>
                  <a:cubicBezTo>
                    <a:pt x="12567" y="17386"/>
                    <a:pt x="12567" y="17386"/>
                    <a:pt x="12567" y="17386"/>
                  </a:cubicBezTo>
                  <a:cubicBezTo>
                    <a:pt x="12567" y="17320"/>
                    <a:pt x="12567" y="17320"/>
                    <a:pt x="12567" y="17320"/>
                  </a:cubicBezTo>
                  <a:cubicBezTo>
                    <a:pt x="12567" y="17386"/>
                    <a:pt x="12567" y="17386"/>
                    <a:pt x="12567" y="17386"/>
                  </a:cubicBezTo>
                  <a:cubicBezTo>
                    <a:pt x="12567" y="17386"/>
                    <a:pt x="12567" y="17386"/>
                    <a:pt x="12567" y="17386"/>
                  </a:cubicBezTo>
                  <a:close/>
                  <a:moveTo>
                    <a:pt x="12511" y="17988"/>
                  </a:moveTo>
                  <a:cubicBezTo>
                    <a:pt x="12567" y="17921"/>
                    <a:pt x="12567" y="17921"/>
                    <a:pt x="12567" y="17921"/>
                  </a:cubicBezTo>
                  <a:cubicBezTo>
                    <a:pt x="12567" y="17921"/>
                    <a:pt x="12567" y="17921"/>
                    <a:pt x="12567" y="17921"/>
                  </a:cubicBezTo>
                  <a:cubicBezTo>
                    <a:pt x="12623" y="17921"/>
                    <a:pt x="12623" y="17921"/>
                    <a:pt x="12623" y="17921"/>
                  </a:cubicBezTo>
                  <a:cubicBezTo>
                    <a:pt x="12623" y="17921"/>
                    <a:pt x="12623" y="17921"/>
                    <a:pt x="12623" y="17921"/>
                  </a:cubicBezTo>
                  <a:cubicBezTo>
                    <a:pt x="12567" y="17988"/>
                    <a:pt x="12567" y="17988"/>
                    <a:pt x="12567" y="17988"/>
                  </a:cubicBezTo>
                  <a:cubicBezTo>
                    <a:pt x="12511" y="17988"/>
                    <a:pt x="12511" y="17988"/>
                    <a:pt x="12511" y="17988"/>
                  </a:cubicBezTo>
                  <a:close/>
                  <a:moveTo>
                    <a:pt x="12062" y="17520"/>
                  </a:moveTo>
                  <a:cubicBezTo>
                    <a:pt x="12118" y="17453"/>
                    <a:pt x="12118" y="17453"/>
                    <a:pt x="12118" y="17453"/>
                  </a:cubicBezTo>
                  <a:cubicBezTo>
                    <a:pt x="12174" y="17453"/>
                    <a:pt x="12174" y="17453"/>
                    <a:pt x="12174" y="17453"/>
                  </a:cubicBezTo>
                  <a:cubicBezTo>
                    <a:pt x="12174" y="17453"/>
                    <a:pt x="12174" y="17453"/>
                    <a:pt x="12174" y="17453"/>
                  </a:cubicBezTo>
                  <a:cubicBezTo>
                    <a:pt x="12174" y="17453"/>
                    <a:pt x="12174" y="17453"/>
                    <a:pt x="12174" y="17453"/>
                  </a:cubicBezTo>
                  <a:cubicBezTo>
                    <a:pt x="12230" y="17453"/>
                    <a:pt x="12230" y="17453"/>
                    <a:pt x="12230" y="17453"/>
                  </a:cubicBezTo>
                  <a:cubicBezTo>
                    <a:pt x="12230" y="17453"/>
                    <a:pt x="12230" y="17453"/>
                    <a:pt x="12230" y="17453"/>
                  </a:cubicBezTo>
                  <a:cubicBezTo>
                    <a:pt x="12286" y="17453"/>
                    <a:pt x="12286" y="17453"/>
                    <a:pt x="12286" y="17453"/>
                  </a:cubicBezTo>
                  <a:cubicBezTo>
                    <a:pt x="12342" y="17520"/>
                    <a:pt x="12342" y="17520"/>
                    <a:pt x="12342" y="17520"/>
                  </a:cubicBezTo>
                  <a:cubicBezTo>
                    <a:pt x="12342" y="17520"/>
                    <a:pt x="12342" y="17520"/>
                    <a:pt x="12342" y="17520"/>
                  </a:cubicBezTo>
                  <a:cubicBezTo>
                    <a:pt x="12342" y="17587"/>
                    <a:pt x="12342" y="17587"/>
                    <a:pt x="12342" y="17587"/>
                  </a:cubicBezTo>
                  <a:cubicBezTo>
                    <a:pt x="12342" y="17587"/>
                    <a:pt x="12342" y="17587"/>
                    <a:pt x="12342" y="17587"/>
                  </a:cubicBezTo>
                  <a:cubicBezTo>
                    <a:pt x="12230" y="17587"/>
                    <a:pt x="12230" y="17587"/>
                    <a:pt x="12230" y="17587"/>
                  </a:cubicBezTo>
                  <a:cubicBezTo>
                    <a:pt x="12174" y="17587"/>
                    <a:pt x="12174" y="17587"/>
                    <a:pt x="12174" y="17587"/>
                  </a:cubicBezTo>
                  <a:cubicBezTo>
                    <a:pt x="12174" y="17587"/>
                    <a:pt x="12174" y="17587"/>
                    <a:pt x="12174" y="17587"/>
                  </a:cubicBezTo>
                  <a:cubicBezTo>
                    <a:pt x="12174" y="17587"/>
                    <a:pt x="12174" y="17587"/>
                    <a:pt x="12174" y="17587"/>
                  </a:cubicBezTo>
                  <a:cubicBezTo>
                    <a:pt x="12174" y="17587"/>
                    <a:pt x="12174" y="17587"/>
                    <a:pt x="12174" y="17587"/>
                  </a:cubicBezTo>
                  <a:cubicBezTo>
                    <a:pt x="12118" y="17587"/>
                    <a:pt x="12118" y="17587"/>
                    <a:pt x="12118" y="17587"/>
                  </a:cubicBezTo>
                  <a:cubicBezTo>
                    <a:pt x="12118" y="17587"/>
                    <a:pt x="12118" y="17587"/>
                    <a:pt x="12118" y="17587"/>
                  </a:cubicBezTo>
                  <a:cubicBezTo>
                    <a:pt x="12062" y="17587"/>
                    <a:pt x="12062" y="17587"/>
                    <a:pt x="12062" y="17587"/>
                  </a:cubicBezTo>
                  <a:cubicBezTo>
                    <a:pt x="12062" y="17520"/>
                    <a:pt x="12062" y="17520"/>
                    <a:pt x="12062" y="17520"/>
                  </a:cubicBezTo>
                  <a:close/>
                  <a:moveTo>
                    <a:pt x="1907" y="17788"/>
                  </a:moveTo>
                  <a:cubicBezTo>
                    <a:pt x="1963" y="17788"/>
                    <a:pt x="1963" y="17788"/>
                    <a:pt x="1963" y="17788"/>
                  </a:cubicBezTo>
                  <a:cubicBezTo>
                    <a:pt x="1963" y="17855"/>
                    <a:pt x="1963" y="17855"/>
                    <a:pt x="1963" y="17855"/>
                  </a:cubicBezTo>
                  <a:cubicBezTo>
                    <a:pt x="1963" y="17921"/>
                    <a:pt x="1963" y="17921"/>
                    <a:pt x="1963" y="17921"/>
                  </a:cubicBezTo>
                  <a:cubicBezTo>
                    <a:pt x="1907" y="17855"/>
                    <a:pt x="1907" y="17855"/>
                    <a:pt x="1907" y="17855"/>
                  </a:cubicBezTo>
                  <a:cubicBezTo>
                    <a:pt x="1907" y="17788"/>
                    <a:pt x="1907" y="17788"/>
                    <a:pt x="1907" y="17788"/>
                  </a:cubicBezTo>
                  <a:close/>
                  <a:moveTo>
                    <a:pt x="1795" y="17654"/>
                  </a:moveTo>
                  <a:cubicBezTo>
                    <a:pt x="1795" y="17587"/>
                    <a:pt x="1795" y="17587"/>
                    <a:pt x="1795" y="17587"/>
                  </a:cubicBezTo>
                  <a:cubicBezTo>
                    <a:pt x="1851" y="17520"/>
                    <a:pt x="1851" y="17520"/>
                    <a:pt x="1851" y="17520"/>
                  </a:cubicBezTo>
                  <a:cubicBezTo>
                    <a:pt x="1795" y="17654"/>
                    <a:pt x="1795" y="17654"/>
                    <a:pt x="1795" y="17654"/>
                  </a:cubicBezTo>
                  <a:close/>
                  <a:moveTo>
                    <a:pt x="1514" y="17386"/>
                  </a:moveTo>
                  <a:cubicBezTo>
                    <a:pt x="1570" y="17386"/>
                    <a:pt x="1570" y="17386"/>
                    <a:pt x="1570" y="17386"/>
                  </a:cubicBezTo>
                  <a:cubicBezTo>
                    <a:pt x="1570" y="17386"/>
                    <a:pt x="1570" y="17386"/>
                    <a:pt x="1570" y="17386"/>
                  </a:cubicBezTo>
                  <a:cubicBezTo>
                    <a:pt x="1514" y="17386"/>
                    <a:pt x="1514" y="17386"/>
                    <a:pt x="1514" y="17386"/>
                  </a:cubicBezTo>
                  <a:close/>
                  <a:moveTo>
                    <a:pt x="1122" y="17186"/>
                  </a:moveTo>
                  <a:cubicBezTo>
                    <a:pt x="1122" y="17253"/>
                    <a:pt x="1122" y="17253"/>
                    <a:pt x="1122" y="17253"/>
                  </a:cubicBezTo>
                  <a:cubicBezTo>
                    <a:pt x="1178" y="17253"/>
                    <a:pt x="1178" y="17253"/>
                    <a:pt x="1178" y="17253"/>
                  </a:cubicBezTo>
                  <a:cubicBezTo>
                    <a:pt x="1178" y="17320"/>
                    <a:pt x="1178" y="17320"/>
                    <a:pt x="1178" y="17320"/>
                  </a:cubicBezTo>
                  <a:cubicBezTo>
                    <a:pt x="1290" y="17320"/>
                    <a:pt x="1290" y="17320"/>
                    <a:pt x="1290" y="17320"/>
                  </a:cubicBezTo>
                  <a:cubicBezTo>
                    <a:pt x="1234" y="17386"/>
                    <a:pt x="1234" y="17386"/>
                    <a:pt x="1234" y="17386"/>
                  </a:cubicBezTo>
                  <a:cubicBezTo>
                    <a:pt x="1178" y="17386"/>
                    <a:pt x="1178" y="17386"/>
                    <a:pt x="1178" y="17386"/>
                  </a:cubicBezTo>
                  <a:cubicBezTo>
                    <a:pt x="1178" y="17453"/>
                    <a:pt x="1178" y="17453"/>
                    <a:pt x="1178" y="17453"/>
                  </a:cubicBezTo>
                  <a:cubicBezTo>
                    <a:pt x="1178" y="17453"/>
                    <a:pt x="1178" y="17453"/>
                    <a:pt x="1178" y="17453"/>
                  </a:cubicBezTo>
                  <a:cubicBezTo>
                    <a:pt x="1178" y="17520"/>
                    <a:pt x="1178" y="17520"/>
                    <a:pt x="1178" y="17520"/>
                  </a:cubicBezTo>
                  <a:cubicBezTo>
                    <a:pt x="1178" y="17520"/>
                    <a:pt x="1178" y="17520"/>
                    <a:pt x="1178" y="17520"/>
                  </a:cubicBezTo>
                  <a:cubicBezTo>
                    <a:pt x="1234" y="17520"/>
                    <a:pt x="1234" y="17520"/>
                    <a:pt x="1234" y="17520"/>
                  </a:cubicBezTo>
                  <a:cubicBezTo>
                    <a:pt x="1234" y="17587"/>
                    <a:pt x="1234" y="17587"/>
                    <a:pt x="1234" y="17587"/>
                  </a:cubicBezTo>
                  <a:cubicBezTo>
                    <a:pt x="1290" y="17587"/>
                    <a:pt x="1290" y="17587"/>
                    <a:pt x="1290" y="17587"/>
                  </a:cubicBezTo>
                  <a:cubicBezTo>
                    <a:pt x="1290" y="17587"/>
                    <a:pt x="1290" y="17587"/>
                    <a:pt x="1290" y="17587"/>
                  </a:cubicBezTo>
                  <a:cubicBezTo>
                    <a:pt x="1346" y="17654"/>
                    <a:pt x="1346" y="17654"/>
                    <a:pt x="1346" y="17654"/>
                  </a:cubicBezTo>
                  <a:cubicBezTo>
                    <a:pt x="1402" y="17587"/>
                    <a:pt x="1402" y="17587"/>
                    <a:pt x="1402" y="17587"/>
                  </a:cubicBezTo>
                  <a:cubicBezTo>
                    <a:pt x="1346" y="17721"/>
                    <a:pt x="1346" y="17721"/>
                    <a:pt x="1346" y="17721"/>
                  </a:cubicBezTo>
                  <a:cubicBezTo>
                    <a:pt x="1346" y="17788"/>
                    <a:pt x="1346" y="17788"/>
                    <a:pt x="1346" y="17788"/>
                  </a:cubicBezTo>
                  <a:cubicBezTo>
                    <a:pt x="1402" y="17721"/>
                    <a:pt x="1402" y="17721"/>
                    <a:pt x="1402" y="17721"/>
                  </a:cubicBezTo>
                  <a:cubicBezTo>
                    <a:pt x="1402" y="17721"/>
                    <a:pt x="1402" y="17721"/>
                    <a:pt x="1402" y="17721"/>
                  </a:cubicBezTo>
                  <a:cubicBezTo>
                    <a:pt x="1458" y="17654"/>
                    <a:pt x="1458" y="17654"/>
                    <a:pt x="1458" y="17654"/>
                  </a:cubicBezTo>
                  <a:cubicBezTo>
                    <a:pt x="1458" y="17721"/>
                    <a:pt x="1458" y="17721"/>
                    <a:pt x="1458" y="17721"/>
                  </a:cubicBezTo>
                  <a:cubicBezTo>
                    <a:pt x="1402" y="17788"/>
                    <a:pt x="1402" y="17788"/>
                    <a:pt x="1402" y="17788"/>
                  </a:cubicBezTo>
                  <a:cubicBezTo>
                    <a:pt x="1402" y="17855"/>
                    <a:pt x="1402" y="17855"/>
                    <a:pt x="1402" y="17855"/>
                  </a:cubicBezTo>
                  <a:cubicBezTo>
                    <a:pt x="1402" y="17788"/>
                    <a:pt x="1402" y="17788"/>
                    <a:pt x="1402" y="17788"/>
                  </a:cubicBezTo>
                  <a:cubicBezTo>
                    <a:pt x="1458" y="17855"/>
                    <a:pt x="1458" y="17855"/>
                    <a:pt x="1458" y="17855"/>
                  </a:cubicBezTo>
                  <a:cubicBezTo>
                    <a:pt x="1514" y="17855"/>
                    <a:pt x="1514" y="17855"/>
                    <a:pt x="1514" y="17855"/>
                  </a:cubicBezTo>
                  <a:cubicBezTo>
                    <a:pt x="1514" y="17921"/>
                    <a:pt x="1514" y="17921"/>
                    <a:pt x="1514" y="17921"/>
                  </a:cubicBezTo>
                  <a:cubicBezTo>
                    <a:pt x="1570" y="17921"/>
                    <a:pt x="1570" y="17921"/>
                    <a:pt x="1570" y="17921"/>
                  </a:cubicBezTo>
                  <a:cubicBezTo>
                    <a:pt x="1570" y="17988"/>
                    <a:pt x="1570" y="17988"/>
                    <a:pt x="1570" y="17988"/>
                  </a:cubicBezTo>
                  <a:cubicBezTo>
                    <a:pt x="1570" y="18055"/>
                    <a:pt x="1570" y="18055"/>
                    <a:pt x="1570" y="18055"/>
                  </a:cubicBezTo>
                  <a:cubicBezTo>
                    <a:pt x="1627" y="18055"/>
                    <a:pt x="1627" y="18055"/>
                    <a:pt x="1627" y="18055"/>
                  </a:cubicBezTo>
                  <a:cubicBezTo>
                    <a:pt x="1627" y="18055"/>
                    <a:pt x="1627" y="18055"/>
                    <a:pt x="1627" y="18055"/>
                  </a:cubicBezTo>
                  <a:cubicBezTo>
                    <a:pt x="1683" y="18055"/>
                    <a:pt x="1683" y="18055"/>
                    <a:pt x="1683" y="18055"/>
                  </a:cubicBezTo>
                  <a:cubicBezTo>
                    <a:pt x="1739" y="18055"/>
                    <a:pt x="1739" y="18055"/>
                    <a:pt x="1739" y="18055"/>
                  </a:cubicBezTo>
                  <a:cubicBezTo>
                    <a:pt x="1627" y="18122"/>
                    <a:pt x="1627" y="18122"/>
                    <a:pt x="1627" y="18122"/>
                  </a:cubicBezTo>
                  <a:cubicBezTo>
                    <a:pt x="1739" y="18256"/>
                    <a:pt x="1739" y="18256"/>
                    <a:pt x="1739" y="18256"/>
                  </a:cubicBezTo>
                  <a:cubicBezTo>
                    <a:pt x="1795" y="18256"/>
                    <a:pt x="1795" y="18256"/>
                    <a:pt x="1795" y="18256"/>
                  </a:cubicBezTo>
                  <a:cubicBezTo>
                    <a:pt x="1795" y="18323"/>
                    <a:pt x="1795" y="18323"/>
                    <a:pt x="1795" y="18323"/>
                  </a:cubicBezTo>
                  <a:cubicBezTo>
                    <a:pt x="1963" y="18390"/>
                    <a:pt x="1963" y="18390"/>
                    <a:pt x="1963" y="18390"/>
                  </a:cubicBezTo>
                  <a:cubicBezTo>
                    <a:pt x="1963" y="18390"/>
                    <a:pt x="1963" y="18390"/>
                    <a:pt x="1963" y="18390"/>
                  </a:cubicBezTo>
                  <a:cubicBezTo>
                    <a:pt x="2019" y="18390"/>
                    <a:pt x="2019" y="18390"/>
                    <a:pt x="2019" y="18390"/>
                  </a:cubicBezTo>
                  <a:cubicBezTo>
                    <a:pt x="1963" y="18256"/>
                    <a:pt x="1963" y="18256"/>
                    <a:pt x="1963" y="18256"/>
                  </a:cubicBezTo>
                  <a:cubicBezTo>
                    <a:pt x="2019" y="18189"/>
                    <a:pt x="2019" y="18189"/>
                    <a:pt x="2019" y="18189"/>
                  </a:cubicBezTo>
                  <a:cubicBezTo>
                    <a:pt x="1963" y="18122"/>
                    <a:pt x="1963" y="18122"/>
                    <a:pt x="1963" y="18122"/>
                  </a:cubicBezTo>
                  <a:cubicBezTo>
                    <a:pt x="1963" y="18055"/>
                    <a:pt x="1963" y="18055"/>
                    <a:pt x="1963" y="18055"/>
                  </a:cubicBezTo>
                  <a:cubicBezTo>
                    <a:pt x="1963" y="17988"/>
                    <a:pt x="1963" y="17988"/>
                    <a:pt x="1963" y="17988"/>
                  </a:cubicBezTo>
                  <a:cubicBezTo>
                    <a:pt x="1851" y="17855"/>
                    <a:pt x="1851" y="17855"/>
                    <a:pt x="1851" y="17855"/>
                  </a:cubicBezTo>
                  <a:cubicBezTo>
                    <a:pt x="1795" y="17721"/>
                    <a:pt x="1795" y="17721"/>
                    <a:pt x="1795" y="17721"/>
                  </a:cubicBezTo>
                  <a:cubicBezTo>
                    <a:pt x="1739" y="17654"/>
                    <a:pt x="1739" y="17654"/>
                    <a:pt x="1739" y="17654"/>
                  </a:cubicBezTo>
                  <a:cubicBezTo>
                    <a:pt x="1739" y="17520"/>
                    <a:pt x="1739" y="17520"/>
                    <a:pt x="1739" y="17520"/>
                  </a:cubicBezTo>
                  <a:cubicBezTo>
                    <a:pt x="1739" y="17520"/>
                    <a:pt x="1739" y="17520"/>
                    <a:pt x="1739" y="17520"/>
                  </a:cubicBezTo>
                  <a:cubicBezTo>
                    <a:pt x="1683" y="17520"/>
                    <a:pt x="1683" y="17520"/>
                    <a:pt x="1683" y="17520"/>
                  </a:cubicBezTo>
                  <a:cubicBezTo>
                    <a:pt x="1570" y="17453"/>
                    <a:pt x="1570" y="17453"/>
                    <a:pt x="1570" y="17453"/>
                  </a:cubicBezTo>
                  <a:cubicBezTo>
                    <a:pt x="1514" y="17453"/>
                    <a:pt x="1514" y="17453"/>
                    <a:pt x="1514" y="17453"/>
                  </a:cubicBezTo>
                  <a:cubicBezTo>
                    <a:pt x="1514" y="17453"/>
                    <a:pt x="1514" y="17453"/>
                    <a:pt x="1514" y="17453"/>
                  </a:cubicBezTo>
                  <a:cubicBezTo>
                    <a:pt x="1458" y="17386"/>
                    <a:pt x="1458" y="17386"/>
                    <a:pt x="1458" y="17386"/>
                  </a:cubicBezTo>
                  <a:cubicBezTo>
                    <a:pt x="1402" y="17320"/>
                    <a:pt x="1402" y="17320"/>
                    <a:pt x="1402" y="17320"/>
                  </a:cubicBezTo>
                  <a:cubicBezTo>
                    <a:pt x="1346" y="17320"/>
                    <a:pt x="1346" y="17320"/>
                    <a:pt x="1346" y="17320"/>
                  </a:cubicBezTo>
                  <a:cubicBezTo>
                    <a:pt x="1346" y="17253"/>
                    <a:pt x="1346" y="17253"/>
                    <a:pt x="1346" y="17253"/>
                  </a:cubicBezTo>
                  <a:cubicBezTo>
                    <a:pt x="1290" y="17253"/>
                    <a:pt x="1290" y="17253"/>
                    <a:pt x="1290" y="17253"/>
                  </a:cubicBezTo>
                  <a:cubicBezTo>
                    <a:pt x="1234" y="17186"/>
                    <a:pt x="1234" y="17186"/>
                    <a:pt x="1234" y="17186"/>
                  </a:cubicBezTo>
                  <a:cubicBezTo>
                    <a:pt x="1178" y="17186"/>
                    <a:pt x="1178" y="17186"/>
                    <a:pt x="1178" y="17186"/>
                  </a:cubicBezTo>
                  <a:cubicBezTo>
                    <a:pt x="1178" y="17186"/>
                    <a:pt x="1178" y="17186"/>
                    <a:pt x="1178" y="17186"/>
                  </a:cubicBezTo>
                  <a:cubicBezTo>
                    <a:pt x="1122" y="17186"/>
                    <a:pt x="1122" y="17186"/>
                    <a:pt x="1122" y="17186"/>
                  </a:cubicBezTo>
                  <a:close/>
                  <a:moveTo>
                    <a:pt x="1570" y="17320"/>
                  </a:moveTo>
                  <a:cubicBezTo>
                    <a:pt x="1570" y="17320"/>
                    <a:pt x="1570" y="17320"/>
                    <a:pt x="1570" y="17320"/>
                  </a:cubicBezTo>
                  <a:cubicBezTo>
                    <a:pt x="1627" y="17253"/>
                    <a:pt x="1627" y="17253"/>
                    <a:pt x="1627" y="17253"/>
                  </a:cubicBezTo>
                  <a:cubicBezTo>
                    <a:pt x="1627" y="17320"/>
                    <a:pt x="1627" y="17320"/>
                    <a:pt x="1627" y="17320"/>
                  </a:cubicBezTo>
                  <a:cubicBezTo>
                    <a:pt x="1627" y="17320"/>
                    <a:pt x="1627" y="17320"/>
                    <a:pt x="1627" y="17320"/>
                  </a:cubicBezTo>
                  <a:cubicBezTo>
                    <a:pt x="1570" y="17320"/>
                    <a:pt x="1570" y="17320"/>
                    <a:pt x="1570" y="17320"/>
                  </a:cubicBezTo>
                  <a:cubicBezTo>
                    <a:pt x="1570" y="17320"/>
                    <a:pt x="1570" y="17320"/>
                    <a:pt x="1570" y="17320"/>
                  </a:cubicBezTo>
                  <a:close/>
                  <a:moveTo>
                    <a:pt x="1514" y="17253"/>
                  </a:moveTo>
                  <a:cubicBezTo>
                    <a:pt x="1570" y="17253"/>
                    <a:pt x="1570" y="17253"/>
                    <a:pt x="1570" y="17253"/>
                  </a:cubicBezTo>
                  <a:cubicBezTo>
                    <a:pt x="1570" y="17253"/>
                    <a:pt x="1570" y="17253"/>
                    <a:pt x="1570" y="17253"/>
                  </a:cubicBezTo>
                  <a:cubicBezTo>
                    <a:pt x="1514" y="17253"/>
                    <a:pt x="1514" y="17253"/>
                    <a:pt x="1514" y="17253"/>
                  </a:cubicBezTo>
                  <a:close/>
                  <a:moveTo>
                    <a:pt x="1234" y="16049"/>
                  </a:moveTo>
                  <a:cubicBezTo>
                    <a:pt x="1234" y="16116"/>
                    <a:pt x="1234" y="16116"/>
                    <a:pt x="1234" y="16116"/>
                  </a:cubicBezTo>
                  <a:cubicBezTo>
                    <a:pt x="1234" y="16116"/>
                    <a:pt x="1234" y="16116"/>
                    <a:pt x="1234" y="16116"/>
                  </a:cubicBezTo>
                  <a:cubicBezTo>
                    <a:pt x="1234" y="16049"/>
                    <a:pt x="1234" y="16049"/>
                    <a:pt x="1234" y="16049"/>
                  </a:cubicBezTo>
                  <a:close/>
                  <a:moveTo>
                    <a:pt x="1346" y="16651"/>
                  </a:moveTo>
                  <a:cubicBezTo>
                    <a:pt x="1346" y="16584"/>
                    <a:pt x="1346" y="16584"/>
                    <a:pt x="1346" y="16584"/>
                  </a:cubicBezTo>
                  <a:cubicBezTo>
                    <a:pt x="1402" y="16584"/>
                    <a:pt x="1402" y="16584"/>
                    <a:pt x="1402" y="16584"/>
                  </a:cubicBezTo>
                  <a:cubicBezTo>
                    <a:pt x="1402" y="16584"/>
                    <a:pt x="1402" y="16584"/>
                    <a:pt x="1402" y="16584"/>
                  </a:cubicBezTo>
                  <a:cubicBezTo>
                    <a:pt x="1402" y="16651"/>
                    <a:pt x="1402" y="16651"/>
                    <a:pt x="1402" y="16651"/>
                  </a:cubicBezTo>
                  <a:cubicBezTo>
                    <a:pt x="1346" y="16651"/>
                    <a:pt x="1346" y="16651"/>
                    <a:pt x="1346" y="16651"/>
                  </a:cubicBezTo>
                  <a:close/>
                  <a:moveTo>
                    <a:pt x="1346" y="16785"/>
                  </a:moveTo>
                  <a:cubicBezTo>
                    <a:pt x="1290" y="16852"/>
                    <a:pt x="1290" y="16852"/>
                    <a:pt x="1290" y="16852"/>
                  </a:cubicBezTo>
                  <a:cubicBezTo>
                    <a:pt x="1346" y="16918"/>
                    <a:pt x="1346" y="16918"/>
                    <a:pt x="1346" y="16918"/>
                  </a:cubicBezTo>
                  <a:cubicBezTo>
                    <a:pt x="1346" y="16918"/>
                    <a:pt x="1346" y="16918"/>
                    <a:pt x="1346" y="16918"/>
                  </a:cubicBezTo>
                  <a:cubicBezTo>
                    <a:pt x="1346" y="16852"/>
                    <a:pt x="1346" y="16852"/>
                    <a:pt x="1346" y="16852"/>
                  </a:cubicBezTo>
                  <a:cubicBezTo>
                    <a:pt x="1346" y="16785"/>
                    <a:pt x="1346" y="16785"/>
                    <a:pt x="1346" y="16785"/>
                  </a:cubicBezTo>
                  <a:close/>
                  <a:moveTo>
                    <a:pt x="1402" y="16718"/>
                  </a:moveTo>
                  <a:cubicBezTo>
                    <a:pt x="1402" y="16651"/>
                    <a:pt x="1402" y="16651"/>
                    <a:pt x="1402" y="16651"/>
                  </a:cubicBezTo>
                  <a:cubicBezTo>
                    <a:pt x="1402" y="16651"/>
                    <a:pt x="1402" y="16651"/>
                    <a:pt x="1402" y="16651"/>
                  </a:cubicBezTo>
                  <a:cubicBezTo>
                    <a:pt x="1346" y="16718"/>
                    <a:pt x="1346" y="16718"/>
                    <a:pt x="1346" y="16718"/>
                  </a:cubicBezTo>
                  <a:cubicBezTo>
                    <a:pt x="1346" y="16718"/>
                    <a:pt x="1346" y="16718"/>
                    <a:pt x="1346" y="16718"/>
                  </a:cubicBezTo>
                  <a:cubicBezTo>
                    <a:pt x="1346" y="16718"/>
                    <a:pt x="1346" y="16718"/>
                    <a:pt x="1346" y="16718"/>
                  </a:cubicBezTo>
                  <a:cubicBezTo>
                    <a:pt x="1346" y="16718"/>
                    <a:pt x="1402" y="16718"/>
                    <a:pt x="1402" y="16718"/>
                  </a:cubicBezTo>
                  <a:close/>
                  <a:moveTo>
                    <a:pt x="1458" y="16651"/>
                  </a:moveTo>
                  <a:cubicBezTo>
                    <a:pt x="1514" y="16584"/>
                    <a:pt x="1514" y="16584"/>
                    <a:pt x="1514" y="16584"/>
                  </a:cubicBezTo>
                  <a:cubicBezTo>
                    <a:pt x="1514" y="16584"/>
                    <a:pt x="1514" y="16584"/>
                    <a:pt x="1514" y="16584"/>
                  </a:cubicBezTo>
                  <a:cubicBezTo>
                    <a:pt x="1570" y="16517"/>
                    <a:pt x="1570" y="16517"/>
                    <a:pt x="1570" y="16517"/>
                  </a:cubicBezTo>
                  <a:cubicBezTo>
                    <a:pt x="1627" y="16517"/>
                    <a:pt x="1627" y="16517"/>
                    <a:pt x="1627" y="16517"/>
                  </a:cubicBezTo>
                  <a:cubicBezTo>
                    <a:pt x="1627" y="16517"/>
                    <a:pt x="1627" y="16517"/>
                    <a:pt x="1627" y="16517"/>
                  </a:cubicBezTo>
                  <a:cubicBezTo>
                    <a:pt x="1570" y="16651"/>
                    <a:pt x="1570" y="16651"/>
                    <a:pt x="1570" y="16651"/>
                  </a:cubicBezTo>
                  <a:cubicBezTo>
                    <a:pt x="1514" y="16651"/>
                    <a:pt x="1514" y="16651"/>
                    <a:pt x="1514" y="16651"/>
                  </a:cubicBezTo>
                  <a:cubicBezTo>
                    <a:pt x="1458" y="16651"/>
                    <a:pt x="1458" y="16651"/>
                    <a:pt x="1458" y="16651"/>
                  </a:cubicBezTo>
                  <a:cubicBezTo>
                    <a:pt x="1458" y="16651"/>
                    <a:pt x="1458" y="16651"/>
                    <a:pt x="1458" y="16651"/>
                  </a:cubicBezTo>
                  <a:close/>
                  <a:moveTo>
                    <a:pt x="1402" y="16383"/>
                  </a:moveTo>
                  <a:cubicBezTo>
                    <a:pt x="1402" y="16317"/>
                    <a:pt x="1402" y="16317"/>
                    <a:pt x="1402" y="16317"/>
                  </a:cubicBezTo>
                  <a:cubicBezTo>
                    <a:pt x="1458" y="16317"/>
                    <a:pt x="1458" y="16317"/>
                    <a:pt x="1458" y="16317"/>
                  </a:cubicBezTo>
                  <a:cubicBezTo>
                    <a:pt x="1458" y="16317"/>
                    <a:pt x="1458" y="16317"/>
                    <a:pt x="1458" y="16317"/>
                  </a:cubicBezTo>
                  <a:cubicBezTo>
                    <a:pt x="1402" y="16383"/>
                    <a:pt x="1402" y="16383"/>
                    <a:pt x="1402" y="16383"/>
                  </a:cubicBezTo>
                  <a:cubicBezTo>
                    <a:pt x="1402" y="16383"/>
                    <a:pt x="1402" y="16383"/>
                    <a:pt x="1402" y="16383"/>
                  </a:cubicBezTo>
                  <a:cubicBezTo>
                    <a:pt x="1402" y="16383"/>
                    <a:pt x="1402" y="16383"/>
                    <a:pt x="1402" y="16383"/>
                  </a:cubicBezTo>
                  <a:close/>
                  <a:moveTo>
                    <a:pt x="1290" y="16383"/>
                  </a:moveTo>
                  <a:cubicBezTo>
                    <a:pt x="1346" y="16383"/>
                    <a:pt x="1346" y="16383"/>
                    <a:pt x="1346" y="16383"/>
                  </a:cubicBezTo>
                  <a:cubicBezTo>
                    <a:pt x="1346" y="16383"/>
                    <a:pt x="1346" y="16383"/>
                    <a:pt x="1346" y="16383"/>
                  </a:cubicBezTo>
                  <a:cubicBezTo>
                    <a:pt x="1346" y="16317"/>
                    <a:pt x="1346" y="16317"/>
                    <a:pt x="1346" y="16317"/>
                  </a:cubicBezTo>
                  <a:cubicBezTo>
                    <a:pt x="1290" y="16383"/>
                    <a:pt x="1290" y="16383"/>
                    <a:pt x="1290" y="16383"/>
                  </a:cubicBezTo>
                  <a:close/>
                  <a:moveTo>
                    <a:pt x="1234" y="16250"/>
                  </a:moveTo>
                  <a:cubicBezTo>
                    <a:pt x="1234" y="16317"/>
                    <a:pt x="1234" y="16317"/>
                    <a:pt x="1234" y="16317"/>
                  </a:cubicBezTo>
                  <a:cubicBezTo>
                    <a:pt x="1234" y="16317"/>
                    <a:pt x="1234" y="16317"/>
                    <a:pt x="1234" y="16317"/>
                  </a:cubicBezTo>
                  <a:cubicBezTo>
                    <a:pt x="1234" y="16383"/>
                    <a:pt x="1234" y="16383"/>
                    <a:pt x="1234" y="16383"/>
                  </a:cubicBezTo>
                  <a:cubicBezTo>
                    <a:pt x="1290" y="16317"/>
                    <a:pt x="1290" y="16317"/>
                    <a:pt x="1290" y="16317"/>
                  </a:cubicBezTo>
                  <a:cubicBezTo>
                    <a:pt x="1234" y="16250"/>
                    <a:pt x="1234" y="16250"/>
                    <a:pt x="1234" y="16250"/>
                  </a:cubicBezTo>
                  <a:cubicBezTo>
                    <a:pt x="1234" y="16250"/>
                    <a:pt x="1234" y="16250"/>
                    <a:pt x="1234" y="16250"/>
                  </a:cubicBezTo>
                  <a:close/>
                  <a:moveTo>
                    <a:pt x="1290" y="16183"/>
                  </a:moveTo>
                  <a:cubicBezTo>
                    <a:pt x="1290" y="16183"/>
                    <a:pt x="1290" y="16183"/>
                    <a:pt x="1290" y="16183"/>
                  </a:cubicBezTo>
                  <a:cubicBezTo>
                    <a:pt x="1290" y="16183"/>
                    <a:pt x="1290" y="16183"/>
                    <a:pt x="1290" y="16183"/>
                  </a:cubicBezTo>
                  <a:cubicBezTo>
                    <a:pt x="1290" y="16250"/>
                    <a:pt x="1290" y="16250"/>
                    <a:pt x="1290" y="16250"/>
                  </a:cubicBezTo>
                  <a:cubicBezTo>
                    <a:pt x="1346" y="16250"/>
                    <a:pt x="1346" y="16250"/>
                    <a:pt x="1346" y="16250"/>
                  </a:cubicBezTo>
                  <a:cubicBezTo>
                    <a:pt x="1402" y="16183"/>
                    <a:pt x="1402" y="16183"/>
                    <a:pt x="1402" y="16183"/>
                  </a:cubicBezTo>
                  <a:cubicBezTo>
                    <a:pt x="1346" y="16250"/>
                    <a:pt x="1346" y="16250"/>
                    <a:pt x="1346" y="16250"/>
                  </a:cubicBezTo>
                  <a:cubicBezTo>
                    <a:pt x="1346" y="16317"/>
                    <a:pt x="1346" y="16317"/>
                    <a:pt x="1346" y="16317"/>
                  </a:cubicBezTo>
                  <a:cubicBezTo>
                    <a:pt x="1402" y="16250"/>
                    <a:pt x="1402" y="16250"/>
                    <a:pt x="1402" y="16250"/>
                  </a:cubicBezTo>
                  <a:cubicBezTo>
                    <a:pt x="1402" y="16116"/>
                    <a:pt x="1402" y="16116"/>
                    <a:pt x="1402" y="16116"/>
                  </a:cubicBezTo>
                  <a:cubicBezTo>
                    <a:pt x="1346" y="16116"/>
                    <a:pt x="1346" y="16116"/>
                    <a:pt x="1346" y="16116"/>
                  </a:cubicBezTo>
                  <a:cubicBezTo>
                    <a:pt x="1290" y="16116"/>
                    <a:pt x="1290" y="16116"/>
                    <a:pt x="1290" y="16116"/>
                  </a:cubicBezTo>
                  <a:cubicBezTo>
                    <a:pt x="1290" y="16183"/>
                    <a:pt x="1290" y="16183"/>
                    <a:pt x="1290" y="16183"/>
                  </a:cubicBezTo>
                  <a:close/>
                  <a:moveTo>
                    <a:pt x="1290" y="16049"/>
                  </a:moveTo>
                  <a:cubicBezTo>
                    <a:pt x="1290" y="16116"/>
                    <a:pt x="1290" y="16116"/>
                    <a:pt x="1290" y="16116"/>
                  </a:cubicBezTo>
                  <a:cubicBezTo>
                    <a:pt x="1290" y="16049"/>
                    <a:pt x="1290" y="16049"/>
                    <a:pt x="1290" y="16049"/>
                  </a:cubicBezTo>
                  <a:cubicBezTo>
                    <a:pt x="1290" y="16049"/>
                    <a:pt x="1290" y="16049"/>
                    <a:pt x="1290" y="16049"/>
                  </a:cubicBezTo>
                  <a:cubicBezTo>
                    <a:pt x="1290" y="16049"/>
                    <a:pt x="1290" y="16049"/>
                    <a:pt x="1290" y="16049"/>
                  </a:cubicBezTo>
                  <a:close/>
                  <a:moveTo>
                    <a:pt x="1346" y="15982"/>
                  </a:moveTo>
                  <a:cubicBezTo>
                    <a:pt x="1402" y="15915"/>
                    <a:pt x="1402" y="15915"/>
                    <a:pt x="1402" y="15915"/>
                  </a:cubicBezTo>
                  <a:cubicBezTo>
                    <a:pt x="1402" y="15848"/>
                    <a:pt x="1402" y="15848"/>
                    <a:pt x="1402" y="15848"/>
                  </a:cubicBezTo>
                  <a:cubicBezTo>
                    <a:pt x="1458" y="15848"/>
                    <a:pt x="1458" y="15848"/>
                    <a:pt x="1458" y="15848"/>
                  </a:cubicBezTo>
                  <a:cubicBezTo>
                    <a:pt x="1458" y="15915"/>
                    <a:pt x="1458" y="15915"/>
                    <a:pt x="1458" y="15915"/>
                  </a:cubicBezTo>
                  <a:cubicBezTo>
                    <a:pt x="1402" y="15915"/>
                    <a:pt x="1402" y="15915"/>
                    <a:pt x="1402" y="15915"/>
                  </a:cubicBezTo>
                  <a:cubicBezTo>
                    <a:pt x="1346" y="15982"/>
                    <a:pt x="1346" y="15982"/>
                    <a:pt x="1346" y="15982"/>
                  </a:cubicBezTo>
                  <a:close/>
                  <a:moveTo>
                    <a:pt x="1065" y="15782"/>
                  </a:moveTo>
                  <a:cubicBezTo>
                    <a:pt x="1178" y="15915"/>
                    <a:pt x="1178" y="15915"/>
                    <a:pt x="1178" y="15915"/>
                  </a:cubicBezTo>
                  <a:cubicBezTo>
                    <a:pt x="1178" y="16049"/>
                    <a:pt x="1178" y="16049"/>
                    <a:pt x="1178" y="16049"/>
                  </a:cubicBezTo>
                  <a:cubicBezTo>
                    <a:pt x="1178" y="16049"/>
                    <a:pt x="1178" y="16049"/>
                    <a:pt x="1178" y="16049"/>
                  </a:cubicBezTo>
                  <a:cubicBezTo>
                    <a:pt x="1122" y="16049"/>
                    <a:pt x="1122" y="16049"/>
                    <a:pt x="1122" y="16049"/>
                  </a:cubicBezTo>
                  <a:cubicBezTo>
                    <a:pt x="1122" y="15982"/>
                    <a:pt x="1122" y="15982"/>
                    <a:pt x="1122" y="15982"/>
                  </a:cubicBezTo>
                  <a:cubicBezTo>
                    <a:pt x="1065" y="15915"/>
                    <a:pt x="1065" y="15915"/>
                    <a:pt x="1065" y="15915"/>
                  </a:cubicBezTo>
                  <a:cubicBezTo>
                    <a:pt x="1065" y="15848"/>
                    <a:pt x="1065" y="15848"/>
                    <a:pt x="1065" y="15848"/>
                  </a:cubicBezTo>
                  <a:cubicBezTo>
                    <a:pt x="1065" y="15848"/>
                    <a:pt x="1065" y="15782"/>
                    <a:pt x="1065" y="15782"/>
                  </a:cubicBezTo>
                  <a:close/>
                  <a:moveTo>
                    <a:pt x="1178" y="15782"/>
                  </a:moveTo>
                  <a:cubicBezTo>
                    <a:pt x="1178" y="15848"/>
                    <a:pt x="1178" y="15848"/>
                    <a:pt x="1178" y="15848"/>
                  </a:cubicBezTo>
                  <a:cubicBezTo>
                    <a:pt x="1178" y="15915"/>
                    <a:pt x="1178" y="15915"/>
                    <a:pt x="1178" y="15915"/>
                  </a:cubicBezTo>
                  <a:cubicBezTo>
                    <a:pt x="1178" y="15982"/>
                    <a:pt x="1178" y="15982"/>
                    <a:pt x="1178" y="15982"/>
                  </a:cubicBezTo>
                  <a:cubicBezTo>
                    <a:pt x="1234" y="15982"/>
                    <a:pt x="1234" y="15982"/>
                    <a:pt x="1234" y="15982"/>
                  </a:cubicBezTo>
                  <a:cubicBezTo>
                    <a:pt x="1234" y="15915"/>
                    <a:pt x="1234" y="15915"/>
                    <a:pt x="1234" y="15915"/>
                  </a:cubicBezTo>
                  <a:cubicBezTo>
                    <a:pt x="1234" y="15848"/>
                    <a:pt x="1234" y="15848"/>
                    <a:pt x="1234" y="15848"/>
                  </a:cubicBezTo>
                  <a:cubicBezTo>
                    <a:pt x="1178" y="15782"/>
                    <a:pt x="1178" y="15782"/>
                    <a:pt x="1178" y="15782"/>
                  </a:cubicBezTo>
                  <a:cubicBezTo>
                    <a:pt x="1178" y="15715"/>
                    <a:pt x="1178" y="15715"/>
                    <a:pt x="1178" y="15715"/>
                  </a:cubicBezTo>
                  <a:cubicBezTo>
                    <a:pt x="1178" y="15782"/>
                    <a:pt x="1178" y="15782"/>
                    <a:pt x="1178" y="15782"/>
                  </a:cubicBezTo>
                  <a:close/>
                  <a:moveTo>
                    <a:pt x="1065" y="15715"/>
                  </a:moveTo>
                  <a:cubicBezTo>
                    <a:pt x="1122" y="15715"/>
                    <a:pt x="1122" y="15715"/>
                    <a:pt x="1122" y="15715"/>
                  </a:cubicBezTo>
                  <a:cubicBezTo>
                    <a:pt x="1122" y="15715"/>
                    <a:pt x="1122" y="15715"/>
                    <a:pt x="1122" y="15715"/>
                  </a:cubicBezTo>
                  <a:cubicBezTo>
                    <a:pt x="1178" y="15715"/>
                    <a:pt x="1178" y="15715"/>
                    <a:pt x="1178" y="15715"/>
                  </a:cubicBezTo>
                  <a:cubicBezTo>
                    <a:pt x="1178" y="15648"/>
                    <a:pt x="1178" y="15648"/>
                    <a:pt x="1178" y="15648"/>
                  </a:cubicBezTo>
                  <a:cubicBezTo>
                    <a:pt x="1178" y="15648"/>
                    <a:pt x="1178" y="15648"/>
                    <a:pt x="1178" y="15648"/>
                  </a:cubicBezTo>
                  <a:cubicBezTo>
                    <a:pt x="1065" y="15648"/>
                    <a:pt x="1065" y="15648"/>
                    <a:pt x="1065" y="15648"/>
                  </a:cubicBezTo>
                  <a:cubicBezTo>
                    <a:pt x="1065" y="15715"/>
                    <a:pt x="1065" y="15715"/>
                    <a:pt x="1065" y="15715"/>
                  </a:cubicBezTo>
                  <a:close/>
                  <a:moveTo>
                    <a:pt x="561" y="15715"/>
                  </a:moveTo>
                  <a:cubicBezTo>
                    <a:pt x="504" y="15648"/>
                    <a:pt x="504" y="15648"/>
                    <a:pt x="504" y="15648"/>
                  </a:cubicBezTo>
                  <a:cubicBezTo>
                    <a:pt x="617" y="15514"/>
                    <a:pt x="617" y="15514"/>
                    <a:pt x="617" y="15514"/>
                  </a:cubicBezTo>
                  <a:cubicBezTo>
                    <a:pt x="673" y="15514"/>
                    <a:pt x="673" y="15514"/>
                    <a:pt x="673" y="15514"/>
                  </a:cubicBezTo>
                  <a:cubicBezTo>
                    <a:pt x="673" y="15581"/>
                    <a:pt x="673" y="15581"/>
                    <a:pt x="673" y="15581"/>
                  </a:cubicBezTo>
                  <a:cubicBezTo>
                    <a:pt x="673" y="15581"/>
                    <a:pt x="673" y="15581"/>
                    <a:pt x="673" y="15581"/>
                  </a:cubicBezTo>
                  <a:cubicBezTo>
                    <a:pt x="729" y="15514"/>
                    <a:pt x="729" y="15514"/>
                    <a:pt x="729" y="15514"/>
                  </a:cubicBezTo>
                  <a:cubicBezTo>
                    <a:pt x="785" y="15581"/>
                    <a:pt x="785" y="15581"/>
                    <a:pt x="785" y="15581"/>
                  </a:cubicBezTo>
                  <a:cubicBezTo>
                    <a:pt x="785" y="15581"/>
                    <a:pt x="785" y="15581"/>
                    <a:pt x="785" y="15581"/>
                  </a:cubicBezTo>
                  <a:cubicBezTo>
                    <a:pt x="785" y="15648"/>
                    <a:pt x="785" y="15648"/>
                    <a:pt x="785" y="15648"/>
                  </a:cubicBezTo>
                  <a:cubicBezTo>
                    <a:pt x="729" y="15715"/>
                    <a:pt x="729" y="15715"/>
                    <a:pt x="729" y="15715"/>
                  </a:cubicBezTo>
                  <a:cubicBezTo>
                    <a:pt x="617" y="15715"/>
                    <a:pt x="617" y="15715"/>
                    <a:pt x="617" y="15715"/>
                  </a:cubicBezTo>
                  <a:cubicBezTo>
                    <a:pt x="673" y="15782"/>
                    <a:pt x="673" y="15782"/>
                    <a:pt x="673" y="15782"/>
                  </a:cubicBezTo>
                  <a:cubicBezTo>
                    <a:pt x="673" y="15782"/>
                    <a:pt x="673" y="15782"/>
                    <a:pt x="673" y="15782"/>
                  </a:cubicBezTo>
                  <a:cubicBezTo>
                    <a:pt x="729" y="15782"/>
                    <a:pt x="729" y="15782"/>
                    <a:pt x="729" y="15782"/>
                  </a:cubicBezTo>
                  <a:cubicBezTo>
                    <a:pt x="729" y="15715"/>
                    <a:pt x="729" y="15715"/>
                    <a:pt x="729" y="15715"/>
                  </a:cubicBezTo>
                  <a:cubicBezTo>
                    <a:pt x="785" y="15581"/>
                    <a:pt x="785" y="15581"/>
                    <a:pt x="785" y="15581"/>
                  </a:cubicBezTo>
                  <a:cubicBezTo>
                    <a:pt x="897" y="15581"/>
                    <a:pt x="897" y="15581"/>
                    <a:pt x="897" y="15581"/>
                  </a:cubicBezTo>
                  <a:cubicBezTo>
                    <a:pt x="897" y="15581"/>
                    <a:pt x="897" y="15581"/>
                    <a:pt x="897" y="15581"/>
                  </a:cubicBezTo>
                  <a:cubicBezTo>
                    <a:pt x="841" y="15648"/>
                    <a:pt x="841" y="15648"/>
                    <a:pt x="841" y="15648"/>
                  </a:cubicBezTo>
                  <a:cubicBezTo>
                    <a:pt x="785" y="15782"/>
                    <a:pt x="785" y="15782"/>
                    <a:pt x="785" y="15782"/>
                  </a:cubicBezTo>
                  <a:cubicBezTo>
                    <a:pt x="785" y="15848"/>
                    <a:pt x="785" y="15848"/>
                    <a:pt x="785" y="15848"/>
                  </a:cubicBezTo>
                  <a:cubicBezTo>
                    <a:pt x="729" y="15915"/>
                    <a:pt x="729" y="15915"/>
                    <a:pt x="729" y="15915"/>
                  </a:cubicBezTo>
                  <a:cubicBezTo>
                    <a:pt x="673" y="15982"/>
                    <a:pt x="673" y="15982"/>
                    <a:pt x="673" y="15982"/>
                  </a:cubicBezTo>
                  <a:cubicBezTo>
                    <a:pt x="673" y="15982"/>
                    <a:pt x="673" y="15982"/>
                    <a:pt x="673" y="15982"/>
                  </a:cubicBezTo>
                  <a:cubicBezTo>
                    <a:pt x="617" y="15982"/>
                    <a:pt x="617" y="15982"/>
                    <a:pt x="617" y="15982"/>
                  </a:cubicBezTo>
                  <a:cubicBezTo>
                    <a:pt x="673" y="15982"/>
                    <a:pt x="673" y="15982"/>
                    <a:pt x="673" y="15982"/>
                  </a:cubicBezTo>
                  <a:cubicBezTo>
                    <a:pt x="673" y="15982"/>
                    <a:pt x="673" y="15982"/>
                    <a:pt x="673" y="15982"/>
                  </a:cubicBezTo>
                  <a:cubicBezTo>
                    <a:pt x="729" y="15982"/>
                    <a:pt x="729" y="15982"/>
                    <a:pt x="729" y="15982"/>
                  </a:cubicBezTo>
                  <a:cubicBezTo>
                    <a:pt x="729" y="16049"/>
                    <a:pt x="729" y="16049"/>
                    <a:pt x="729" y="16049"/>
                  </a:cubicBezTo>
                  <a:cubicBezTo>
                    <a:pt x="673" y="16049"/>
                    <a:pt x="673" y="16049"/>
                    <a:pt x="673" y="16049"/>
                  </a:cubicBezTo>
                  <a:cubicBezTo>
                    <a:pt x="673" y="16116"/>
                    <a:pt x="673" y="16116"/>
                    <a:pt x="673" y="16116"/>
                  </a:cubicBezTo>
                  <a:cubicBezTo>
                    <a:pt x="673" y="16183"/>
                    <a:pt x="673" y="16183"/>
                    <a:pt x="673" y="16183"/>
                  </a:cubicBezTo>
                  <a:cubicBezTo>
                    <a:pt x="673" y="16250"/>
                    <a:pt x="673" y="16250"/>
                    <a:pt x="673" y="16250"/>
                  </a:cubicBezTo>
                  <a:cubicBezTo>
                    <a:pt x="673" y="16317"/>
                    <a:pt x="673" y="16317"/>
                    <a:pt x="673" y="16317"/>
                  </a:cubicBezTo>
                  <a:cubicBezTo>
                    <a:pt x="673" y="16383"/>
                    <a:pt x="673" y="16383"/>
                    <a:pt x="673" y="16383"/>
                  </a:cubicBezTo>
                  <a:cubicBezTo>
                    <a:pt x="729" y="16383"/>
                    <a:pt x="729" y="16383"/>
                    <a:pt x="729" y="16383"/>
                  </a:cubicBezTo>
                  <a:cubicBezTo>
                    <a:pt x="785" y="16450"/>
                    <a:pt x="785" y="16450"/>
                    <a:pt x="785" y="16450"/>
                  </a:cubicBezTo>
                  <a:cubicBezTo>
                    <a:pt x="729" y="16517"/>
                    <a:pt x="729" y="16517"/>
                    <a:pt x="729" y="16517"/>
                  </a:cubicBezTo>
                  <a:cubicBezTo>
                    <a:pt x="673" y="16450"/>
                    <a:pt x="673" y="16450"/>
                    <a:pt x="673" y="16450"/>
                  </a:cubicBezTo>
                  <a:cubicBezTo>
                    <a:pt x="617" y="16317"/>
                    <a:pt x="617" y="16317"/>
                    <a:pt x="617" y="16317"/>
                  </a:cubicBezTo>
                  <a:cubicBezTo>
                    <a:pt x="561" y="16250"/>
                    <a:pt x="561" y="16250"/>
                    <a:pt x="561" y="16250"/>
                  </a:cubicBezTo>
                  <a:cubicBezTo>
                    <a:pt x="617" y="16183"/>
                    <a:pt x="617" y="16183"/>
                    <a:pt x="617" y="16183"/>
                  </a:cubicBezTo>
                  <a:cubicBezTo>
                    <a:pt x="561" y="16183"/>
                    <a:pt x="561" y="16183"/>
                    <a:pt x="561" y="16183"/>
                  </a:cubicBezTo>
                  <a:cubicBezTo>
                    <a:pt x="504" y="16116"/>
                    <a:pt x="504" y="16116"/>
                    <a:pt x="504" y="16116"/>
                  </a:cubicBezTo>
                  <a:cubicBezTo>
                    <a:pt x="561" y="16116"/>
                    <a:pt x="561" y="16116"/>
                    <a:pt x="561" y="16116"/>
                  </a:cubicBezTo>
                  <a:cubicBezTo>
                    <a:pt x="617" y="16116"/>
                    <a:pt x="617" y="16116"/>
                    <a:pt x="617" y="16116"/>
                  </a:cubicBezTo>
                  <a:cubicBezTo>
                    <a:pt x="561" y="16049"/>
                    <a:pt x="561" y="16049"/>
                    <a:pt x="561" y="16049"/>
                  </a:cubicBezTo>
                  <a:cubicBezTo>
                    <a:pt x="504" y="16049"/>
                    <a:pt x="504" y="16049"/>
                    <a:pt x="504" y="16049"/>
                  </a:cubicBezTo>
                  <a:cubicBezTo>
                    <a:pt x="561" y="15982"/>
                    <a:pt x="561" y="15982"/>
                    <a:pt x="561" y="15982"/>
                  </a:cubicBezTo>
                  <a:cubicBezTo>
                    <a:pt x="504" y="15915"/>
                    <a:pt x="504" y="15915"/>
                    <a:pt x="504" y="15915"/>
                  </a:cubicBezTo>
                  <a:cubicBezTo>
                    <a:pt x="504" y="15915"/>
                    <a:pt x="504" y="15915"/>
                    <a:pt x="504" y="15915"/>
                  </a:cubicBezTo>
                  <a:cubicBezTo>
                    <a:pt x="561" y="15915"/>
                    <a:pt x="561" y="15915"/>
                    <a:pt x="561" y="15915"/>
                  </a:cubicBezTo>
                  <a:cubicBezTo>
                    <a:pt x="617" y="15915"/>
                    <a:pt x="617" y="15915"/>
                    <a:pt x="617" y="15915"/>
                  </a:cubicBezTo>
                  <a:cubicBezTo>
                    <a:pt x="617" y="15848"/>
                    <a:pt x="617" y="15848"/>
                    <a:pt x="617" y="15848"/>
                  </a:cubicBezTo>
                  <a:cubicBezTo>
                    <a:pt x="561" y="15848"/>
                    <a:pt x="561" y="15848"/>
                    <a:pt x="561" y="15848"/>
                  </a:cubicBezTo>
                  <a:cubicBezTo>
                    <a:pt x="504" y="15848"/>
                    <a:pt x="504" y="15848"/>
                    <a:pt x="504" y="15848"/>
                  </a:cubicBezTo>
                  <a:cubicBezTo>
                    <a:pt x="504" y="15782"/>
                    <a:pt x="504" y="15782"/>
                    <a:pt x="504" y="15782"/>
                  </a:cubicBezTo>
                  <a:cubicBezTo>
                    <a:pt x="561" y="15715"/>
                    <a:pt x="561" y="15715"/>
                    <a:pt x="561" y="15715"/>
                  </a:cubicBezTo>
                  <a:close/>
                  <a:moveTo>
                    <a:pt x="1122" y="15447"/>
                  </a:moveTo>
                  <a:cubicBezTo>
                    <a:pt x="1122" y="15380"/>
                    <a:pt x="1122" y="15380"/>
                    <a:pt x="1122" y="15380"/>
                  </a:cubicBezTo>
                  <a:cubicBezTo>
                    <a:pt x="1178" y="15380"/>
                    <a:pt x="1178" y="15380"/>
                    <a:pt x="1178" y="15380"/>
                  </a:cubicBezTo>
                  <a:cubicBezTo>
                    <a:pt x="1178" y="15380"/>
                    <a:pt x="1178" y="15380"/>
                    <a:pt x="1178" y="15380"/>
                  </a:cubicBezTo>
                  <a:cubicBezTo>
                    <a:pt x="1122" y="15447"/>
                    <a:pt x="1122" y="15447"/>
                    <a:pt x="1122" y="15447"/>
                  </a:cubicBezTo>
                  <a:close/>
                  <a:moveTo>
                    <a:pt x="6227" y="7289"/>
                  </a:moveTo>
                  <a:cubicBezTo>
                    <a:pt x="6227" y="7289"/>
                    <a:pt x="6227" y="7289"/>
                    <a:pt x="6227" y="7289"/>
                  </a:cubicBezTo>
                  <a:cubicBezTo>
                    <a:pt x="6283" y="7289"/>
                    <a:pt x="6283" y="7289"/>
                    <a:pt x="6283" y="7289"/>
                  </a:cubicBezTo>
                  <a:cubicBezTo>
                    <a:pt x="6283" y="7289"/>
                    <a:pt x="6283" y="7289"/>
                    <a:pt x="6283" y="7289"/>
                  </a:cubicBezTo>
                  <a:cubicBezTo>
                    <a:pt x="6283" y="7222"/>
                    <a:pt x="6283" y="7222"/>
                    <a:pt x="6283" y="7222"/>
                  </a:cubicBezTo>
                  <a:cubicBezTo>
                    <a:pt x="6227" y="7222"/>
                    <a:pt x="6227" y="7222"/>
                    <a:pt x="6227" y="7222"/>
                  </a:cubicBezTo>
                  <a:cubicBezTo>
                    <a:pt x="6227" y="7289"/>
                    <a:pt x="6227" y="7289"/>
                    <a:pt x="6227" y="7289"/>
                  </a:cubicBezTo>
                  <a:close/>
                  <a:moveTo>
                    <a:pt x="5722" y="6754"/>
                  </a:moveTo>
                  <a:cubicBezTo>
                    <a:pt x="5778" y="6754"/>
                    <a:pt x="5778" y="6754"/>
                    <a:pt x="5778" y="6754"/>
                  </a:cubicBezTo>
                  <a:cubicBezTo>
                    <a:pt x="5778" y="6754"/>
                    <a:pt x="5778" y="6754"/>
                    <a:pt x="5778" y="6754"/>
                  </a:cubicBezTo>
                  <a:cubicBezTo>
                    <a:pt x="5778" y="6687"/>
                    <a:pt x="5778" y="6687"/>
                    <a:pt x="5778" y="6687"/>
                  </a:cubicBezTo>
                  <a:cubicBezTo>
                    <a:pt x="5778" y="6687"/>
                    <a:pt x="5778" y="6687"/>
                    <a:pt x="5778" y="6687"/>
                  </a:cubicBezTo>
                  <a:cubicBezTo>
                    <a:pt x="5722" y="6754"/>
                    <a:pt x="5722" y="6754"/>
                    <a:pt x="5722" y="6754"/>
                  </a:cubicBezTo>
                  <a:close/>
                  <a:moveTo>
                    <a:pt x="3983" y="6887"/>
                  </a:moveTo>
                  <a:cubicBezTo>
                    <a:pt x="3983" y="6954"/>
                    <a:pt x="3983" y="6954"/>
                    <a:pt x="3983" y="6954"/>
                  </a:cubicBezTo>
                  <a:cubicBezTo>
                    <a:pt x="4039" y="6887"/>
                    <a:pt x="4039" y="6887"/>
                    <a:pt x="4039" y="6887"/>
                  </a:cubicBezTo>
                  <a:cubicBezTo>
                    <a:pt x="3983" y="6887"/>
                    <a:pt x="3983" y="6887"/>
                    <a:pt x="3983" y="6887"/>
                  </a:cubicBezTo>
                  <a:cubicBezTo>
                    <a:pt x="3983" y="6887"/>
                    <a:pt x="3983" y="6887"/>
                    <a:pt x="3983" y="6887"/>
                  </a:cubicBezTo>
                  <a:close/>
                  <a:moveTo>
                    <a:pt x="3983" y="7021"/>
                  </a:moveTo>
                  <a:cubicBezTo>
                    <a:pt x="3983" y="6954"/>
                    <a:pt x="3983" y="6954"/>
                    <a:pt x="3983" y="6954"/>
                  </a:cubicBezTo>
                  <a:cubicBezTo>
                    <a:pt x="3983" y="6954"/>
                    <a:pt x="3983" y="6954"/>
                    <a:pt x="3983" y="6954"/>
                  </a:cubicBezTo>
                  <a:cubicBezTo>
                    <a:pt x="3983" y="7021"/>
                    <a:pt x="3983" y="7021"/>
                    <a:pt x="3983" y="7021"/>
                  </a:cubicBezTo>
                  <a:cubicBezTo>
                    <a:pt x="3983" y="7021"/>
                    <a:pt x="3983" y="7021"/>
                    <a:pt x="3983" y="7021"/>
                  </a:cubicBezTo>
                  <a:close/>
                  <a:moveTo>
                    <a:pt x="3871" y="7155"/>
                  </a:moveTo>
                  <a:cubicBezTo>
                    <a:pt x="3871" y="7222"/>
                    <a:pt x="3871" y="7222"/>
                    <a:pt x="3871" y="7222"/>
                  </a:cubicBezTo>
                  <a:cubicBezTo>
                    <a:pt x="3871" y="7289"/>
                    <a:pt x="3871" y="7289"/>
                    <a:pt x="3871" y="7289"/>
                  </a:cubicBezTo>
                  <a:cubicBezTo>
                    <a:pt x="3871" y="7356"/>
                    <a:pt x="3871" y="7356"/>
                    <a:pt x="3871" y="7356"/>
                  </a:cubicBezTo>
                  <a:cubicBezTo>
                    <a:pt x="3927" y="7356"/>
                    <a:pt x="3927" y="7356"/>
                    <a:pt x="3927" y="7356"/>
                  </a:cubicBezTo>
                  <a:cubicBezTo>
                    <a:pt x="3927" y="7289"/>
                    <a:pt x="3927" y="7289"/>
                    <a:pt x="3927" y="7289"/>
                  </a:cubicBezTo>
                  <a:cubicBezTo>
                    <a:pt x="3983" y="7289"/>
                    <a:pt x="3983" y="7289"/>
                    <a:pt x="3983" y="7289"/>
                  </a:cubicBezTo>
                  <a:cubicBezTo>
                    <a:pt x="4151" y="7155"/>
                    <a:pt x="4151" y="7155"/>
                    <a:pt x="4151" y="7155"/>
                  </a:cubicBezTo>
                  <a:cubicBezTo>
                    <a:pt x="4207" y="7088"/>
                    <a:pt x="4207" y="7088"/>
                    <a:pt x="4207" y="7088"/>
                  </a:cubicBezTo>
                  <a:cubicBezTo>
                    <a:pt x="4263" y="7021"/>
                    <a:pt x="4263" y="7021"/>
                    <a:pt x="4263" y="7021"/>
                  </a:cubicBezTo>
                  <a:cubicBezTo>
                    <a:pt x="4207" y="7088"/>
                    <a:pt x="4207" y="7088"/>
                    <a:pt x="4207" y="7088"/>
                  </a:cubicBezTo>
                  <a:cubicBezTo>
                    <a:pt x="4207" y="7021"/>
                    <a:pt x="4207" y="7021"/>
                    <a:pt x="4207" y="7021"/>
                  </a:cubicBezTo>
                  <a:cubicBezTo>
                    <a:pt x="4207" y="6954"/>
                    <a:pt x="4207" y="6954"/>
                    <a:pt x="4207" y="6954"/>
                  </a:cubicBezTo>
                  <a:cubicBezTo>
                    <a:pt x="4151" y="6954"/>
                    <a:pt x="4151" y="6954"/>
                    <a:pt x="4151" y="6954"/>
                  </a:cubicBezTo>
                  <a:cubicBezTo>
                    <a:pt x="4151" y="7021"/>
                    <a:pt x="4151" y="7021"/>
                    <a:pt x="4151" y="7021"/>
                  </a:cubicBezTo>
                  <a:cubicBezTo>
                    <a:pt x="4095" y="7021"/>
                    <a:pt x="4095" y="7021"/>
                    <a:pt x="4095" y="7021"/>
                  </a:cubicBezTo>
                  <a:cubicBezTo>
                    <a:pt x="4095" y="7088"/>
                    <a:pt x="4095" y="7088"/>
                    <a:pt x="4095" y="7088"/>
                  </a:cubicBezTo>
                  <a:cubicBezTo>
                    <a:pt x="4039" y="7088"/>
                    <a:pt x="4039" y="7088"/>
                    <a:pt x="4039" y="7088"/>
                  </a:cubicBezTo>
                  <a:cubicBezTo>
                    <a:pt x="4039" y="7088"/>
                    <a:pt x="4039" y="7088"/>
                    <a:pt x="4039" y="7088"/>
                  </a:cubicBezTo>
                  <a:cubicBezTo>
                    <a:pt x="4039" y="7155"/>
                    <a:pt x="4039" y="7155"/>
                    <a:pt x="4039" y="7155"/>
                  </a:cubicBezTo>
                  <a:cubicBezTo>
                    <a:pt x="3983" y="7088"/>
                    <a:pt x="3983" y="7088"/>
                    <a:pt x="3983" y="7088"/>
                  </a:cubicBezTo>
                  <a:cubicBezTo>
                    <a:pt x="3983" y="7088"/>
                    <a:pt x="3983" y="7088"/>
                    <a:pt x="3983" y="7088"/>
                  </a:cubicBezTo>
                  <a:cubicBezTo>
                    <a:pt x="3983" y="7021"/>
                    <a:pt x="3983" y="7021"/>
                    <a:pt x="3983" y="7021"/>
                  </a:cubicBezTo>
                  <a:cubicBezTo>
                    <a:pt x="3927" y="7088"/>
                    <a:pt x="3927" y="7088"/>
                    <a:pt x="3927" y="7088"/>
                  </a:cubicBezTo>
                  <a:cubicBezTo>
                    <a:pt x="3927" y="7088"/>
                    <a:pt x="3927" y="7088"/>
                    <a:pt x="3927" y="7088"/>
                  </a:cubicBezTo>
                  <a:cubicBezTo>
                    <a:pt x="3927" y="7155"/>
                    <a:pt x="3927" y="7155"/>
                    <a:pt x="3927" y="7155"/>
                  </a:cubicBezTo>
                  <a:cubicBezTo>
                    <a:pt x="3871" y="7155"/>
                    <a:pt x="3871" y="7155"/>
                    <a:pt x="3871" y="7155"/>
                  </a:cubicBezTo>
                  <a:close/>
                  <a:moveTo>
                    <a:pt x="3702" y="7356"/>
                  </a:moveTo>
                  <a:cubicBezTo>
                    <a:pt x="3702" y="7289"/>
                    <a:pt x="3702" y="7289"/>
                    <a:pt x="3702" y="7289"/>
                  </a:cubicBezTo>
                  <a:cubicBezTo>
                    <a:pt x="3702" y="7155"/>
                    <a:pt x="3702" y="7155"/>
                    <a:pt x="3702" y="7155"/>
                  </a:cubicBezTo>
                  <a:cubicBezTo>
                    <a:pt x="3646" y="7222"/>
                    <a:pt x="3646" y="7222"/>
                    <a:pt x="3646" y="7222"/>
                  </a:cubicBezTo>
                  <a:cubicBezTo>
                    <a:pt x="3646" y="7289"/>
                    <a:pt x="3646" y="7289"/>
                    <a:pt x="3646" y="7289"/>
                  </a:cubicBezTo>
                  <a:cubicBezTo>
                    <a:pt x="3646" y="7289"/>
                    <a:pt x="3646" y="7289"/>
                    <a:pt x="3646" y="7289"/>
                  </a:cubicBezTo>
                  <a:cubicBezTo>
                    <a:pt x="3646" y="7289"/>
                    <a:pt x="3646" y="7289"/>
                    <a:pt x="3646" y="7289"/>
                  </a:cubicBezTo>
                  <a:cubicBezTo>
                    <a:pt x="3646" y="7289"/>
                    <a:pt x="3702" y="7356"/>
                    <a:pt x="3702" y="7356"/>
                  </a:cubicBezTo>
                  <a:close/>
                  <a:moveTo>
                    <a:pt x="3702" y="7356"/>
                  </a:moveTo>
                  <a:cubicBezTo>
                    <a:pt x="3758" y="7356"/>
                    <a:pt x="3758" y="7356"/>
                    <a:pt x="3758" y="7356"/>
                  </a:cubicBezTo>
                  <a:cubicBezTo>
                    <a:pt x="3758" y="7289"/>
                    <a:pt x="3758" y="7289"/>
                    <a:pt x="3758" y="7289"/>
                  </a:cubicBezTo>
                  <a:cubicBezTo>
                    <a:pt x="3758" y="7289"/>
                    <a:pt x="3758" y="7289"/>
                    <a:pt x="3758" y="7289"/>
                  </a:cubicBezTo>
                  <a:cubicBezTo>
                    <a:pt x="3758" y="7155"/>
                    <a:pt x="3758" y="7155"/>
                    <a:pt x="3758" y="7155"/>
                  </a:cubicBezTo>
                  <a:cubicBezTo>
                    <a:pt x="3758" y="7155"/>
                    <a:pt x="3758" y="7155"/>
                    <a:pt x="3758" y="7155"/>
                  </a:cubicBezTo>
                  <a:cubicBezTo>
                    <a:pt x="3815" y="7155"/>
                    <a:pt x="3815" y="7155"/>
                    <a:pt x="3815" y="7155"/>
                  </a:cubicBezTo>
                  <a:cubicBezTo>
                    <a:pt x="3815" y="7088"/>
                    <a:pt x="3815" y="7088"/>
                    <a:pt x="3815" y="7088"/>
                  </a:cubicBezTo>
                  <a:cubicBezTo>
                    <a:pt x="3815" y="7088"/>
                    <a:pt x="3815" y="7088"/>
                    <a:pt x="3815" y="7088"/>
                  </a:cubicBezTo>
                  <a:cubicBezTo>
                    <a:pt x="3871" y="7155"/>
                    <a:pt x="3871" y="7155"/>
                    <a:pt x="3871" y="7155"/>
                  </a:cubicBezTo>
                  <a:cubicBezTo>
                    <a:pt x="3815" y="7289"/>
                    <a:pt x="3815" y="7289"/>
                    <a:pt x="3815" y="7289"/>
                  </a:cubicBezTo>
                  <a:cubicBezTo>
                    <a:pt x="3815" y="7356"/>
                    <a:pt x="3815" y="7356"/>
                    <a:pt x="3815" y="7356"/>
                  </a:cubicBezTo>
                  <a:cubicBezTo>
                    <a:pt x="3815" y="7356"/>
                    <a:pt x="3815" y="7356"/>
                    <a:pt x="3815" y="7356"/>
                  </a:cubicBezTo>
                  <a:cubicBezTo>
                    <a:pt x="3758" y="7422"/>
                    <a:pt x="3758" y="7422"/>
                    <a:pt x="3758" y="7422"/>
                  </a:cubicBezTo>
                  <a:cubicBezTo>
                    <a:pt x="3702" y="7356"/>
                    <a:pt x="3702" y="7356"/>
                    <a:pt x="3702" y="7356"/>
                  </a:cubicBezTo>
                  <a:close/>
                  <a:moveTo>
                    <a:pt x="3815" y="7623"/>
                  </a:moveTo>
                  <a:cubicBezTo>
                    <a:pt x="3815" y="7623"/>
                    <a:pt x="3815" y="7623"/>
                    <a:pt x="3815" y="7623"/>
                  </a:cubicBezTo>
                  <a:cubicBezTo>
                    <a:pt x="3758" y="7489"/>
                    <a:pt x="3758" y="7489"/>
                    <a:pt x="3758" y="7489"/>
                  </a:cubicBezTo>
                  <a:cubicBezTo>
                    <a:pt x="3758" y="7422"/>
                    <a:pt x="3758" y="7422"/>
                    <a:pt x="3758" y="7422"/>
                  </a:cubicBezTo>
                  <a:cubicBezTo>
                    <a:pt x="3758" y="7422"/>
                    <a:pt x="3758" y="7422"/>
                    <a:pt x="3758" y="7422"/>
                  </a:cubicBezTo>
                  <a:cubicBezTo>
                    <a:pt x="3646" y="7356"/>
                    <a:pt x="3646" y="7356"/>
                    <a:pt x="3646" y="7356"/>
                  </a:cubicBezTo>
                  <a:cubicBezTo>
                    <a:pt x="3646" y="7356"/>
                    <a:pt x="3646" y="7356"/>
                    <a:pt x="3646" y="7356"/>
                  </a:cubicBezTo>
                  <a:cubicBezTo>
                    <a:pt x="3646" y="7422"/>
                    <a:pt x="3646" y="7422"/>
                    <a:pt x="3646" y="7422"/>
                  </a:cubicBezTo>
                  <a:cubicBezTo>
                    <a:pt x="3702" y="7489"/>
                    <a:pt x="3702" y="7489"/>
                    <a:pt x="3702" y="7489"/>
                  </a:cubicBezTo>
                  <a:cubicBezTo>
                    <a:pt x="3646" y="7489"/>
                    <a:pt x="3646" y="7489"/>
                    <a:pt x="3646" y="7489"/>
                  </a:cubicBezTo>
                  <a:cubicBezTo>
                    <a:pt x="3646" y="7489"/>
                    <a:pt x="3646" y="7489"/>
                    <a:pt x="3646" y="7489"/>
                  </a:cubicBezTo>
                  <a:cubicBezTo>
                    <a:pt x="3702" y="7556"/>
                    <a:pt x="3702" y="7556"/>
                    <a:pt x="3702" y="7556"/>
                  </a:cubicBezTo>
                  <a:cubicBezTo>
                    <a:pt x="3815" y="7623"/>
                    <a:pt x="3815" y="7623"/>
                    <a:pt x="3815" y="7623"/>
                  </a:cubicBezTo>
                  <a:close/>
                  <a:moveTo>
                    <a:pt x="3254" y="6687"/>
                  </a:moveTo>
                  <a:cubicBezTo>
                    <a:pt x="3254" y="6754"/>
                    <a:pt x="3254" y="6754"/>
                    <a:pt x="3254" y="6754"/>
                  </a:cubicBezTo>
                  <a:cubicBezTo>
                    <a:pt x="3310" y="6754"/>
                    <a:pt x="3310" y="6754"/>
                    <a:pt x="3310" y="6754"/>
                  </a:cubicBezTo>
                  <a:cubicBezTo>
                    <a:pt x="3366" y="6754"/>
                    <a:pt x="3366" y="6754"/>
                    <a:pt x="3366" y="6754"/>
                  </a:cubicBezTo>
                  <a:cubicBezTo>
                    <a:pt x="3366" y="6754"/>
                    <a:pt x="3366" y="6754"/>
                    <a:pt x="3366" y="6754"/>
                  </a:cubicBezTo>
                  <a:cubicBezTo>
                    <a:pt x="3310" y="6687"/>
                    <a:pt x="3310" y="6687"/>
                    <a:pt x="3310" y="6687"/>
                  </a:cubicBezTo>
                  <a:cubicBezTo>
                    <a:pt x="3254" y="6620"/>
                    <a:pt x="3254" y="6620"/>
                    <a:pt x="3254" y="6620"/>
                  </a:cubicBezTo>
                  <a:cubicBezTo>
                    <a:pt x="3254" y="6687"/>
                    <a:pt x="3254" y="6687"/>
                    <a:pt x="3254" y="6687"/>
                  </a:cubicBezTo>
                  <a:close/>
                  <a:moveTo>
                    <a:pt x="2188" y="18122"/>
                  </a:moveTo>
                  <a:cubicBezTo>
                    <a:pt x="2188" y="18122"/>
                    <a:pt x="2188" y="18122"/>
                    <a:pt x="2188" y="18122"/>
                  </a:cubicBezTo>
                  <a:cubicBezTo>
                    <a:pt x="2131" y="18122"/>
                    <a:pt x="2131" y="18122"/>
                    <a:pt x="2131" y="18122"/>
                  </a:cubicBezTo>
                  <a:cubicBezTo>
                    <a:pt x="2131" y="17988"/>
                    <a:pt x="2131" y="17988"/>
                    <a:pt x="2131" y="17988"/>
                  </a:cubicBezTo>
                  <a:cubicBezTo>
                    <a:pt x="2188" y="17921"/>
                    <a:pt x="2188" y="17921"/>
                    <a:pt x="2188" y="17921"/>
                  </a:cubicBezTo>
                  <a:cubicBezTo>
                    <a:pt x="2188" y="17855"/>
                    <a:pt x="2188" y="17855"/>
                    <a:pt x="2188" y="17855"/>
                  </a:cubicBezTo>
                  <a:cubicBezTo>
                    <a:pt x="2188" y="17855"/>
                    <a:pt x="2188" y="17855"/>
                    <a:pt x="2188" y="17855"/>
                  </a:cubicBezTo>
                  <a:cubicBezTo>
                    <a:pt x="2131" y="17921"/>
                    <a:pt x="2131" y="17921"/>
                    <a:pt x="2131" y="17921"/>
                  </a:cubicBezTo>
                  <a:cubicBezTo>
                    <a:pt x="2075" y="17921"/>
                    <a:pt x="2075" y="17921"/>
                    <a:pt x="2075" y="17921"/>
                  </a:cubicBezTo>
                  <a:cubicBezTo>
                    <a:pt x="2019" y="17855"/>
                    <a:pt x="2019" y="17855"/>
                    <a:pt x="2019" y="17855"/>
                  </a:cubicBezTo>
                  <a:cubicBezTo>
                    <a:pt x="2019" y="17788"/>
                    <a:pt x="2019" y="17788"/>
                    <a:pt x="2019" y="17788"/>
                  </a:cubicBezTo>
                  <a:cubicBezTo>
                    <a:pt x="2019" y="17788"/>
                    <a:pt x="2019" y="17788"/>
                    <a:pt x="2019" y="17788"/>
                  </a:cubicBezTo>
                  <a:cubicBezTo>
                    <a:pt x="2075" y="17855"/>
                    <a:pt x="2075" y="17855"/>
                    <a:pt x="2075" y="17855"/>
                  </a:cubicBezTo>
                  <a:cubicBezTo>
                    <a:pt x="2075" y="17855"/>
                    <a:pt x="2075" y="17855"/>
                    <a:pt x="2075" y="17855"/>
                  </a:cubicBezTo>
                  <a:cubicBezTo>
                    <a:pt x="2075" y="17855"/>
                    <a:pt x="2075" y="17855"/>
                    <a:pt x="2075" y="17855"/>
                  </a:cubicBezTo>
                  <a:cubicBezTo>
                    <a:pt x="2075" y="17788"/>
                    <a:pt x="2075" y="17788"/>
                    <a:pt x="2075" y="17788"/>
                  </a:cubicBezTo>
                  <a:cubicBezTo>
                    <a:pt x="2019" y="17721"/>
                    <a:pt x="2019" y="17721"/>
                    <a:pt x="2019" y="17721"/>
                  </a:cubicBezTo>
                  <a:cubicBezTo>
                    <a:pt x="2019" y="17721"/>
                    <a:pt x="2019" y="17721"/>
                    <a:pt x="2019" y="17721"/>
                  </a:cubicBezTo>
                  <a:cubicBezTo>
                    <a:pt x="1963" y="17788"/>
                    <a:pt x="1963" y="17788"/>
                    <a:pt x="1963" y="17788"/>
                  </a:cubicBezTo>
                  <a:cubicBezTo>
                    <a:pt x="1907" y="17721"/>
                    <a:pt x="1907" y="17721"/>
                    <a:pt x="1907" y="17721"/>
                  </a:cubicBezTo>
                  <a:cubicBezTo>
                    <a:pt x="1907" y="17654"/>
                    <a:pt x="1907" y="17654"/>
                    <a:pt x="1907" y="17654"/>
                  </a:cubicBezTo>
                  <a:cubicBezTo>
                    <a:pt x="1907" y="17654"/>
                    <a:pt x="1907" y="17654"/>
                    <a:pt x="1907" y="17654"/>
                  </a:cubicBezTo>
                  <a:cubicBezTo>
                    <a:pt x="1963" y="17587"/>
                    <a:pt x="1963" y="17587"/>
                    <a:pt x="1963" y="17587"/>
                  </a:cubicBezTo>
                  <a:cubicBezTo>
                    <a:pt x="1963" y="17520"/>
                    <a:pt x="1963" y="17520"/>
                    <a:pt x="1963" y="17520"/>
                  </a:cubicBezTo>
                  <a:cubicBezTo>
                    <a:pt x="2019" y="17520"/>
                    <a:pt x="2019" y="17520"/>
                    <a:pt x="2019" y="17520"/>
                  </a:cubicBezTo>
                  <a:cubicBezTo>
                    <a:pt x="2019" y="17453"/>
                    <a:pt x="2019" y="17453"/>
                    <a:pt x="2019" y="17453"/>
                  </a:cubicBezTo>
                  <a:cubicBezTo>
                    <a:pt x="1963" y="17520"/>
                    <a:pt x="1963" y="17520"/>
                    <a:pt x="1963" y="17520"/>
                  </a:cubicBezTo>
                  <a:cubicBezTo>
                    <a:pt x="1907" y="17520"/>
                    <a:pt x="1907" y="17520"/>
                    <a:pt x="1907" y="17520"/>
                  </a:cubicBezTo>
                  <a:cubicBezTo>
                    <a:pt x="1907" y="17453"/>
                    <a:pt x="1907" y="17453"/>
                    <a:pt x="1907" y="17453"/>
                  </a:cubicBezTo>
                  <a:cubicBezTo>
                    <a:pt x="1907" y="17453"/>
                    <a:pt x="1907" y="17453"/>
                    <a:pt x="1907" y="17453"/>
                  </a:cubicBezTo>
                  <a:cubicBezTo>
                    <a:pt x="1963" y="17386"/>
                    <a:pt x="1963" y="17386"/>
                    <a:pt x="1963" y="17386"/>
                  </a:cubicBezTo>
                  <a:cubicBezTo>
                    <a:pt x="1963" y="17320"/>
                    <a:pt x="1963" y="17320"/>
                    <a:pt x="1963" y="17320"/>
                  </a:cubicBezTo>
                  <a:cubicBezTo>
                    <a:pt x="1963" y="17253"/>
                    <a:pt x="1963" y="17253"/>
                    <a:pt x="1963" y="17253"/>
                  </a:cubicBezTo>
                  <a:cubicBezTo>
                    <a:pt x="1963" y="17253"/>
                    <a:pt x="1963" y="17253"/>
                    <a:pt x="1963" y="17253"/>
                  </a:cubicBezTo>
                  <a:cubicBezTo>
                    <a:pt x="1963" y="17253"/>
                    <a:pt x="1963" y="17253"/>
                    <a:pt x="1963" y="17253"/>
                  </a:cubicBezTo>
                  <a:cubicBezTo>
                    <a:pt x="1963" y="17320"/>
                    <a:pt x="1963" y="17320"/>
                    <a:pt x="1963" y="17320"/>
                  </a:cubicBezTo>
                  <a:cubicBezTo>
                    <a:pt x="1907" y="17386"/>
                    <a:pt x="1907" y="17386"/>
                    <a:pt x="1907" y="17386"/>
                  </a:cubicBezTo>
                  <a:cubicBezTo>
                    <a:pt x="1851" y="17453"/>
                    <a:pt x="1851" y="17453"/>
                    <a:pt x="1851" y="17453"/>
                  </a:cubicBezTo>
                  <a:cubicBezTo>
                    <a:pt x="1851" y="17453"/>
                    <a:pt x="1851" y="17453"/>
                    <a:pt x="1851" y="17453"/>
                  </a:cubicBezTo>
                  <a:cubicBezTo>
                    <a:pt x="1795" y="17453"/>
                    <a:pt x="1795" y="17453"/>
                    <a:pt x="1795" y="17453"/>
                  </a:cubicBezTo>
                  <a:cubicBezTo>
                    <a:pt x="1795" y="17453"/>
                    <a:pt x="1795" y="17453"/>
                    <a:pt x="1795" y="17453"/>
                  </a:cubicBezTo>
                  <a:cubicBezTo>
                    <a:pt x="1795" y="17386"/>
                    <a:pt x="1795" y="17386"/>
                    <a:pt x="1795" y="17386"/>
                  </a:cubicBezTo>
                  <a:cubicBezTo>
                    <a:pt x="1795" y="17386"/>
                    <a:pt x="1795" y="17386"/>
                    <a:pt x="1795" y="17386"/>
                  </a:cubicBezTo>
                  <a:cubicBezTo>
                    <a:pt x="1795" y="17386"/>
                    <a:pt x="1795" y="17386"/>
                    <a:pt x="1795" y="17386"/>
                  </a:cubicBezTo>
                  <a:cubicBezTo>
                    <a:pt x="1739" y="17386"/>
                    <a:pt x="1739" y="17386"/>
                    <a:pt x="1739" y="17386"/>
                  </a:cubicBezTo>
                  <a:cubicBezTo>
                    <a:pt x="1739" y="17453"/>
                    <a:pt x="1739" y="17453"/>
                    <a:pt x="1739" y="17453"/>
                  </a:cubicBezTo>
                  <a:cubicBezTo>
                    <a:pt x="1739" y="17453"/>
                    <a:pt x="1739" y="17453"/>
                    <a:pt x="1739" y="17453"/>
                  </a:cubicBezTo>
                  <a:cubicBezTo>
                    <a:pt x="1739" y="17386"/>
                    <a:pt x="1739" y="17386"/>
                    <a:pt x="1739" y="17386"/>
                  </a:cubicBezTo>
                  <a:cubicBezTo>
                    <a:pt x="1683" y="17386"/>
                    <a:pt x="1683" y="17386"/>
                    <a:pt x="1683" y="17386"/>
                  </a:cubicBezTo>
                  <a:cubicBezTo>
                    <a:pt x="1683" y="17453"/>
                    <a:pt x="1683" y="17453"/>
                    <a:pt x="1683" y="17453"/>
                  </a:cubicBezTo>
                  <a:cubicBezTo>
                    <a:pt x="1627" y="17386"/>
                    <a:pt x="1627" y="17386"/>
                    <a:pt x="1627" y="17386"/>
                  </a:cubicBezTo>
                  <a:cubicBezTo>
                    <a:pt x="1627" y="17386"/>
                    <a:pt x="1627" y="17386"/>
                    <a:pt x="1627" y="17386"/>
                  </a:cubicBezTo>
                  <a:cubicBezTo>
                    <a:pt x="1683" y="17320"/>
                    <a:pt x="1683" y="17320"/>
                    <a:pt x="1683" y="17320"/>
                  </a:cubicBezTo>
                  <a:cubicBezTo>
                    <a:pt x="1683" y="17320"/>
                    <a:pt x="1683" y="17320"/>
                    <a:pt x="1683" y="17320"/>
                  </a:cubicBezTo>
                  <a:cubicBezTo>
                    <a:pt x="1739" y="17320"/>
                    <a:pt x="1739" y="17320"/>
                    <a:pt x="1739" y="17320"/>
                  </a:cubicBezTo>
                  <a:cubicBezTo>
                    <a:pt x="1851" y="17253"/>
                    <a:pt x="1851" y="17253"/>
                    <a:pt x="1851" y="17253"/>
                  </a:cubicBezTo>
                  <a:cubicBezTo>
                    <a:pt x="1851" y="17253"/>
                    <a:pt x="1851" y="17253"/>
                    <a:pt x="1851" y="17253"/>
                  </a:cubicBezTo>
                  <a:cubicBezTo>
                    <a:pt x="1851" y="17186"/>
                    <a:pt x="1851" y="17186"/>
                    <a:pt x="1851" y="17186"/>
                  </a:cubicBezTo>
                  <a:cubicBezTo>
                    <a:pt x="1851" y="17186"/>
                    <a:pt x="1851" y="17186"/>
                    <a:pt x="1851" y="17186"/>
                  </a:cubicBezTo>
                  <a:cubicBezTo>
                    <a:pt x="1795" y="17253"/>
                    <a:pt x="1795" y="17253"/>
                    <a:pt x="1795" y="17253"/>
                  </a:cubicBezTo>
                  <a:cubicBezTo>
                    <a:pt x="1739" y="17320"/>
                    <a:pt x="1739" y="17320"/>
                    <a:pt x="1739" y="17320"/>
                  </a:cubicBezTo>
                  <a:cubicBezTo>
                    <a:pt x="1739" y="17320"/>
                    <a:pt x="1739" y="17320"/>
                    <a:pt x="1739" y="17320"/>
                  </a:cubicBezTo>
                  <a:cubicBezTo>
                    <a:pt x="1683" y="17320"/>
                    <a:pt x="1683" y="17320"/>
                    <a:pt x="1683" y="17320"/>
                  </a:cubicBezTo>
                  <a:cubicBezTo>
                    <a:pt x="1683" y="17253"/>
                    <a:pt x="1683" y="17253"/>
                    <a:pt x="1683" y="17253"/>
                  </a:cubicBezTo>
                  <a:cubicBezTo>
                    <a:pt x="1627" y="17253"/>
                    <a:pt x="1627" y="17253"/>
                    <a:pt x="1627" y="17253"/>
                  </a:cubicBezTo>
                  <a:cubicBezTo>
                    <a:pt x="1627" y="17253"/>
                    <a:pt x="1627" y="17253"/>
                    <a:pt x="1627" y="17253"/>
                  </a:cubicBezTo>
                  <a:cubicBezTo>
                    <a:pt x="1627" y="17186"/>
                    <a:pt x="1627" y="17186"/>
                    <a:pt x="1627" y="17186"/>
                  </a:cubicBezTo>
                  <a:cubicBezTo>
                    <a:pt x="1627" y="17186"/>
                    <a:pt x="1627" y="17186"/>
                    <a:pt x="1627" y="17186"/>
                  </a:cubicBezTo>
                  <a:cubicBezTo>
                    <a:pt x="1570" y="17186"/>
                    <a:pt x="1570" y="17186"/>
                    <a:pt x="1570" y="17186"/>
                  </a:cubicBezTo>
                  <a:cubicBezTo>
                    <a:pt x="1514" y="17186"/>
                    <a:pt x="1514" y="17186"/>
                    <a:pt x="1514" y="17186"/>
                  </a:cubicBezTo>
                  <a:cubicBezTo>
                    <a:pt x="1514" y="17186"/>
                    <a:pt x="1514" y="17186"/>
                    <a:pt x="1514" y="17186"/>
                  </a:cubicBezTo>
                  <a:cubicBezTo>
                    <a:pt x="1458" y="17253"/>
                    <a:pt x="1458" y="17253"/>
                    <a:pt x="1458" y="17253"/>
                  </a:cubicBezTo>
                  <a:cubicBezTo>
                    <a:pt x="1402" y="17186"/>
                    <a:pt x="1402" y="17186"/>
                    <a:pt x="1402" y="17186"/>
                  </a:cubicBezTo>
                  <a:cubicBezTo>
                    <a:pt x="1402" y="17119"/>
                    <a:pt x="1402" y="17119"/>
                    <a:pt x="1402" y="17119"/>
                  </a:cubicBezTo>
                  <a:cubicBezTo>
                    <a:pt x="1402" y="17119"/>
                    <a:pt x="1402" y="17119"/>
                    <a:pt x="1402" y="17119"/>
                  </a:cubicBezTo>
                  <a:cubicBezTo>
                    <a:pt x="1458" y="17119"/>
                    <a:pt x="1458" y="17119"/>
                    <a:pt x="1458" y="17119"/>
                  </a:cubicBezTo>
                  <a:cubicBezTo>
                    <a:pt x="1514" y="17186"/>
                    <a:pt x="1514" y="17186"/>
                    <a:pt x="1514" y="17186"/>
                  </a:cubicBezTo>
                  <a:cubicBezTo>
                    <a:pt x="1570" y="17119"/>
                    <a:pt x="1570" y="17119"/>
                    <a:pt x="1570" y="17119"/>
                  </a:cubicBezTo>
                  <a:cubicBezTo>
                    <a:pt x="1570" y="17119"/>
                    <a:pt x="1570" y="17119"/>
                    <a:pt x="1570" y="17119"/>
                  </a:cubicBezTo>
                  <a:cubicBezTo>
                    <a:pt x="1570" y="17119"/>
                    <a:pt x="1570" y="17119"/>
                    <a:pt x="1570" y="17119"/>
                  </a:cubicBezTo>
                  <a:cubicBezTo>
                    <a:pt x="1458" y="17119"/>
                    <a:pt x="1458" y="17119"/>
                    <a:pt x="1458" y="17119"/>
                  </a:cubicBezTo>
                  <a:cubicBezTo>
                    <a:pt x="1458" y="17119"/>
                    <a:pt x="1458" y="17119"/>
                    <a:pt x="1458" y="17119"/>
                  </a:cubicBezTo>
                  <a:cubicBezTo>
                    <a:pt x="1458" y="17119"/>
                    <a:pt x="1458" y="17119"/>
                    <a:pt x="1458" y="17119"/>
                  </a:cubicBezTo>
                  <a:cubicBezTo>
                    <a:pt x="1514" y="17119"/>
                    <a:pt x="1514" y="17119"/>
                    <a:pt x="1514" y="17119"/>
                  </a:cubicBezTo>
                  <a:cubicBezTo>
                    <a:pt x="1570" y="17119"/>
                    <a:pt x="1570" y="17119"/>
                    <a:pt x="1570" y="17119"/>
                  </a:cubicBezTo>
                  <a:cubicBezTo>
                    <a:pt x="1570" y="17052"/>
                    <a:pt x="1570" y="17052"/>
                    <a:pt x="1570" y="17052"/>
                  </a:cubicBezTo>
                  <a:cubicBezTo>
                    <a:pt x="1514" y="17052"/>
                    <a:pt x="1514" y="17052"/>
                    <a:pt x="1514" y="17052"/>
                  </a:cubicBezTo>
                  <a:cubicBezTo>
                    <a:pt x="1458" y="17052"/>
                    <a:pt x="1458" y="17052"/>
                    <a:pt x="1458" y="17052"/>
                  </a:cubicBezTo>
                  <a:cubicBezTo>
                    <a:pt x="1402" y="17052"/>
                    <a:pt x="1402" y="17052"/>
                    <a:pt x="1402" y="17052"/>
                  </a:cubicBezTo>
                  <a:cubicBezTo>
                    <a:pt x="1402" y="17052"/>
                    <a:pt x="1402" y="17052"/>
                    <a:pt x="1402" y="17052"/>
                  </a:cubicBezTo>
                  <a:cubicBezTo>
                    <a:pt x="1346" y="17052"/>
                    <a:pt x="1346" y="17052"/>
                    <a:pt x="1346" y="17052"/>
                  </a:cubicBezTo>
                  <a:cubicBezTo>
                    <a:pt x="1346" y="16985"/>
                    <a:pt x="1346" y="16985"/>
                    <a:pt x="1346" y="16985"/>
                  </a:cubicBezTo>
                  <a:cubicBezTo>
                    <a:pt x="1402" y="16985"/>
                    <a:pt x="1402" y="16985"/>
                    <a:pt x="1402" y="16985"/>
                  </a:cubicBezTo>
                  <a:cubicBezTo>
                    <a:pt x="1458" y="16985"/>
                    <a:pt x="1458" y="16985"/>
                    <a:pt x="1458" y="16985"/>
                  </a:cubicBezTo>
                  <a:cubicBezTo>
                    <a:pt x="1514" y="16985"/>
                    <a:pt x="1514" y="16985"/>
                    <a:pt x="1514" y="16985"/>
                  </a:cubicBezTo>
                  <a:cubicBezTo>
                    <a:pt x="1514" y="16985"/>
                    <a:pt x="1514" y="16985"/>
                    <a:pt x="1514" y="16985"/>
                  </a:cubicBezTo>
                  <a:cubicBezTo>
                    <a:pt x="1458" y="16985"/>
                    <a:pt x="1458" y="16985"/>
                    <a:pt x="1458" y="16985"/>
                  </a:cubicBezTo>
                  <a:cubicBezTo>
                    <a:pt x="1458" y="16985"/>
                    <a:pt x="1458" y="16985"/>
                    <a:pt x="1458" y="16985"/>
                  </a:cubicBezTo>
                  <a:cubicBezTo>
                    <a:pt x="1402" y="16985"/>
                    <a:pt x="1402" y="16985"/>
                    <a:pt x="1402" y="16985"/>
                  </a:cubicBezTo>
                  <a:cubicBezTo>
                    <a:pt x="1402" y="16918"/>
                    <a:pt x="1402" y="16918"/>
                    <a:pt x="1402" y="16918"/>
                  </a:cubicBezTo>
                  <a:cubicBezTo>
                    <a:pt x="1458" y="16918"/>
                    <a:pt x="1458" y="16918"/>
                    <a:pt x="1458" y="16918"/>
                  </a:cubicBezTo>
                  <a:cubicBezTo>
                    <a:pt x="1458" y="16918"/>
                    <a:pt x="1458" y="16918"/>
                    <a:pt x="1458" y="16918"/>
                  </a:cubicBezTo>
                  <a:cubicBezTo>
                    <a:pt x="1514" y="16918"/>
                    <a:pt x="1514" y="16918"/>
                    <a:pt x="1514" y="16918"/>
                  </a:cubicBezTo>
                  <a:cubicBezTo>
                    <a:pt x="1514" y="16918"/>
                    <a:pt x="1514" y="16918"/>
                    <a:pt x="1514" y="16918"/>
                  </a:cubicBezTo>
                  <a:cubicBezTo>
                    <a:pt x="1514" y="16852"/>
                    <a:pt x="1514" y="16852"/>
                    <a:pt x="1514" y="16852"/>
                  </a:cubicBezTo>
                  <a:cubicBezTo>
                    <a:pt x="1514" y="16852"/>
                    <a:pt x="1514" y="16852"/>
                    <a:pt x="1514" y="16852"/>
                  </a:cubicBezTo>
                  <a:cubicBezTo>
                    <a:pt x="1570" y="16852"/>
                    <a:pt x="1570" y="16852"/>
                    <a:pt x="1570" y="16852"/>
                  </a:cubicBezTo>
                  <a:cubicBezTo>
                    <a:pt x="1627" y="16852"/>
                    <a:pt x="1627" y="16852"/>
                    <a:pt x="1627" y="16852"/>
                  </a:cubicBezTo>
                  <a:cubicBezTo>
                    <a:pt x="1683" y="16852"/>
                    <a:pt x="1683" y="16852"/>
                    <a:pt x="1683" y="16852"/>
                  </a:cubicBezTo>
                  <a:cubicBezTo>
                    <a:pt x="1570" y="16852"/>
                    <a:pt x="1570" y="16852"/>
                    <a:pt x="1570" y="16852"/>
                  </a:cubicBezTo>
                  <a:cubicBezTo>
                    <a:pt x="1570" y="16785"/>
                    <a:pt x="1570" y="16785"/>
                    <a:pt x="1570" y="16785"/>
                  </a:cubicBezTo>
                  <a:cubicBezTo>
                    <a:pt x="1514" y="16785"/>
                    <a:pt x="1514" y="16785"/>
                    <a:pt x="1514" y="16785"/>
                  </a:cubicBezTo>
                  <a:cubicBezTo>
                    <a:pt x="1514" y="16852"/>
                    <a:pt x="1514" y="16852"/>
                    <a:pt x="1514" y="16852"/>
                  </a:cubicBezTo>
                  <a:cubicBezTo>
                    <a:pt x="1458" y="16852"/>
                    <a:pt x="1458" y="16852"/>
                    <a:pt x="1458" y="16852"/>
                  </a:cubicBezTo>
                  <a:cubicBezTo>
                    <a:pt x="1402" y="16918"/>
                    <a:pt x="1402" y="16918"/>
                    <a:pt x="1402" y="16918"/>
                  </a:cubicBezTo>
                  <a:cubicBezTo>
                    <a:pt x="1402" y="16852"/>
                    <a:pt x="1402" y="16852"/>
                    <a:pt x="1402" y="16852"/>
                  </a:cubicBezTo>
                  <a:cubicBezTo>
                    <a:pt x="1402" y="16852"/>
                    <a:pt x="1402" y="16852"/>
                    <a:pt x="1402" y="16852"/>
                  </a:cubicBezTo>
                  <a:cubicBezTo>
                    <a:pt x="1402" y="16785"/>
                    <a:pt x="1402" y="16785"/>
                    <a:pt x="1402" y="16785"/>
                  </a:cubicBezTo>
                  <a:cubicBezTo>
                    <a:pt x="1402" y="16718"/>
                    <a:pt x="1402" y="16718"/>
                    <a:pt x="1402" y="16718"/>
                  </a:cubicBezTo>
                  <a:cubicBezTo>
                    <a:pt x="1514" y="16718"/>
                    <a:pt x="1514" y="16718"/>
                    <a:pt x="1514" y="16718"/>
                  </a:cubicBezTo>
                  <a:cubicBezTo>
                    <a:pt x="1514" y="16651"/>
                    <a:pt x="1514" y="16651"/>
                    <a:pt x="1514" y="16651"/>
                  </a:cubicBezTo>
                  <a:cubicBezTo>
                    <a:pt x="1627" y="16584"/>
                    <a:pt x="1627" y="16584"/>
                    <a:pt x="1627" y="16584"/>
                  </a:cubicBezTo>
                  <a:cubicBezTo>
                    <a:pt x="1683" y="16584"/>
                    <a:pt x="1683" y="16584"/>
                    <a:pt x="1683" y="16584"/>
                  </a:cubicBezTo>
                  <a:cubicBezTo>
                    <a:pt x="1683" y="16584"/>
                    <a:pt x="1683" y="16584"/>
                    <a:pt x="1683" y="16584"/>
                  </a:cubicBezTo>
                  <a:cubicBezTo>
                    <a:pt x="1683" y="16651"/>
                    <a:pt x="1683" y="16651"/>
                    <a:pt x="1683" y="16651"/>
                  </a:cubicBezTo>
                  <a:cubicBezTo>
                    <a:pt x="1739" y="16718"/>
                    <a:pt x="1739" y="16718"/>
                    <a:pt x="1739" y="16718"/>
                  </a:cubicBezTo>
                  <a:cubicBezTo>
                    <a:pt x="1739" y="16718"/>
                    <a:pt x="1739" y="16718"/>
                    <a:pt x="1739" y="16718"/>
                  </a:cubicBezTo>
                  <a:cubicBezTo>
                    <a:pt x="1739" y="16651"/>
                    <a:pt x="1739" y="16651"/>
                    <a:pt x="1739" y="16651"/>
                  </a:cubicBezTo>
                  <a:cubicBezTo>
                    <a:pt x="1739" y="16584"/>
                    <a:pt x="1739" y="16584"/>
                    <a:pt x="1739" y="16584"/>
                  </a:cubicBezTo>
                  <a:cubicBezTo>
                    <a:pt x="1739" y="16517"/>
                    <a:pt x="1739" y="16517"/>
                    <a:pt x="1739" y="16517"/>
                  </a:cubicBezTo>
                  <a:cubicBezTo>
                    <a:pt x="1795" y="16517"/>
                    <a:pt x="1795" y="16517"/>
                    <a:pt x="1795" y="16517"/>
                  </a:cubicBezTo>
                  <a:cubicBezTo>
                    <a:pt x="1795" y="16517"/>
                    <a:pt x="1795" y="16517"/>
                    <a:pt x="1795" y="16517"/>
                  </a:cubicBezTo>
                  <a:cubicBezTo>
                    <a:pt x="1739" y="16517"/>
                    <a:pt x="1739" y="16517"/>
                    <a:pt x="1739" y="16517"/>
                  </a:cubicBezTo>
                  <a:cubicBezTo>
                    <a:pt x="1683" y="16517"/>
                    <a:pt x="1683" y="16517"/>
                    <a:pt x="1683" y="16517"/>
                  </a:cubicBezTo>
                  <a:cubicBezTo>
                    <a:pt x="1683" y="16517"/>
                    <a:pt x="1683" y="16517"/>
                    <a:pt x="1683" y="16517"/>
                  </a:cubicBezTo>
                  <a:cubicBezTo>
                    <a:pt x="1683" y="16450"/>
                    <a:pt x="1683" y="16450"/>
                    <a:pt x="1683" y="16450"/>
                  </a:cubicBezTo>
                  <a:cubicBezTo>
                    <a:pt x="1739" y="16450"/>
                    <a:pt x="1739" y="16450"/>
                    <a:pt x="1739" y="16450"/>
                  </a:cubicBezTo>
                  <a:cubicBezTo>
                    <a:pt x="1795" y="16383"/>
                    <a:pt x="1795" y="16383"/>
                    <a:pt x="1795" y="16383"/>
                  </a:cubicBezTo>
                  <a:cubicBezTo>
                    <a:pt x="1795" y="16317"/>
                    <a:pt x="1795" y="16317"/>
                    <a:pt x="1795" y="16317"/>
                  </a:cubicBezTo>
                  <a:cubicBezTo>
                    <a:pt x="1795" y="16317"/>
                    <a:pt x="1795" y="16317"/>
                    <a:pt x="1795" y="16317"/>
                  </a:cubicBezTo>
                  <a:cubicBezTo>
                    <a:pt x="1795" y="16317"/>
                    <a:pt x="1795" y="16317"/>
                    <a:pt x="1795" y="16317"/>
                  </a:cubicBezTo>
                  <a:cubicBezTo>
                    <a:pt x="1795" y="16383"/>
                    <a:pt x="1795" y="16383"/>
                    <a:pt x="1795" y="16383"/>
                  </a:cubicBezTo>
                  <a:cubicBezTo>
                    <a:pt x="1739" y="16383"/>
                    <a:pt x="1739" y="16383"/>
                    <a:pt x="1739" y="16383"/>
                  </a:cubicBezTo>
                  <a:cubicBezTo>
                    <a:pt x="1683" y="16383"/>
                    <a:pt x="1683" y="16383"/>
                    <a:pt x="1683" y="16383"/>
                  </a:cubicBezTo>
                  <a:cubicBezTo>
                    <a:pt x="1627" y="16450"/>
                    <a:pt x="1627" y="16450"/>
                    <a:pt x="1627" y="16450"/>
                  </a:cubicBezTo>
                  <a:cubicBezTo>
                    <a:pt x="1570" y="16517"/>
                    <a:pt x="1570" y="16517"/>
                    <a:pt x="1570" y="16517"/>
                  </a:cubicBezTo>
                  <a:cubicBezTo>
                    <a:pt x="1514" y="16584"/>
                    <a:pt x="1514" y="16584"/>
                    <a:pt x="1514" y="16584"/>
                  </a:cubicBezTo>
                  <a:cubicBezTo>
                    <a:pt x="1458" y="16517"/>
                    <a:pt x="1458" y="16517"/>
                    <a:pt x="1458" y="16517"/>
                  </a:cubicBezTo>
                  <a:cubicBezTo>
                    <a:pt x="1458" y="16517"/>
                    <a:pt x="1458" y="16517"/>
                    <a:pt x="1458" y="16517"/>
                  </a:cubicBezTo>
                  <a:cubicBezTo>
                    <a:pt x="1514" y="16450"/>
                    <a:pt x="1514" y="16450"/>
                    <a:pt x="1514" y="16450"/>
                  </a:cubicBezTo>
                  <a:cubicBezTo>
                    <a:pt x="1458" y="16450"/>
                    <a:pt x="1458" y="16450"/>
                    <a:pt x="1458" y="16450"/>
                  </a:cubicBezTo>
                  <a:cubicBezTo>
                    <a:pt x="1402" y="16517"/>
                    <a:pt x="1402" y="16517"/>
                    <a:pt x="1402" y="16517"/>
                  </a:cubicBezTo>
                  <a:cubicBezTo>
                    <a:pt x="1346" y="16450"/>
                    <a:pt x="1346" y="16450"/>
                    <a:pt x="1346" y="16450"/>
                  </a:cubicBezTo>
                  <a:cubicBezTo>
                    <a:pt x="1402" y="16450"/>
                    <a:pt x="1402" y="16450"/>
                    <a:pt x="1402" y="16450"/>
                  </a:cubicBezTo>
                  <a:cubicBezTo>
                    <a:pt x="1458" y="16383"/>
                    <a:pt x="1458" y="16383"/>
                    <a:pt x="1458" y="16383"/>
                  </a:cubicBezTo>
                  <a:cubicBezTo>
                    <a:pt x="1514" y="16383"/>
                    <a:pt x="1514" y="16383"/>
                    <a:pt x="1514" y="16383"/>
                  </a:cubicBezTo>
                  <a:cubicBezTo>
                    <a:pt x="1514" y="16383"/>
                    <a:pt x="1514" y="16383"/>
                    <a:pt x="1514" y="16383"/>
                  </a:cubicBezTo>
                  <a:cubicBezTo>
                    <a:pt x="1570" y="16383"/>
                    <a:pt x="1570" y="16383"/>
                    <a:pt x="1570" y="16383"/>
                  </a:cubicBezTo>
                  <a:cubicBezTo>
                    <a:pt x="1570" y="16317"/>
                    <a:pt x="1570" y="16317"/>
                    <a:pt x="1570" y="16317"/>
                  </a:cubicBezTo>
                  <a:cubicBezTo>
                    <a:pt x="1514" y="16317"/>
                    <a:pt x="1514" y="16317"/>
                    <a:pt x="1514" y="16317"/>
                  </a:cubicBezTo>
                  <a:cubicBezTo>
                    <a:pt x="1514" y="16317"/>
                    <a:pt x="1514" y="16317"/>
                    <a:pt x="1514" y="16317"/>
                  </a:cubicBezTo>
                  <a:cubicBezTo>
                    <a:pt x="1570" y="16250"/>
                    <a:pt x="1570" y="16250"/>
                    <a:pt x="1570" y="16250"/>
                  </a:cubicBezTo>
                  <a:cubicBezTo>
                    <a:pt x="1514" y="16250"/>
                    <a:pt x="1514" y="16250"/>
                    <a:pt x="1514" y="16250"/>
                  </a:cubicBezTo>
                  <a:cubicBezTo>
                    <a:pt x="1514" y="16250"/>
                    <a:pt x="1514" y="16250"/>
                    <a:pt x="1514" y="16250"/>
                  </a:cubicBezTo>
                  <a:cubicBezTo>
                    <a:pt x="1458" y="16250"/>
                    <a:pt x="1458" y="16250"/>
                    <a:pt x="1458" y="16250"/>
                  </a:cubicBezTo>
                  <a:cubicBezTo>
                    <a:pt x="1458" y="16250"/>
                    <a:pt x="1458" y="16250"/>
                    <a:pt x="1458" y="16250"/>
                  </a:cubicBezTo>
                  <a:cubicBezTo>
                    <a:pt x="1458" y="16116"/>
                    <a:pt x="1458" y="16116"/>
                    <a:pt x="1458" y="16116"/>
                  </a:cubicBezTo>
                  <a:cubicBezTo>
                    <a:pt x="1402" y="16049"/>
                    <a:pt x="1402" y="16049"/>
                    <a:pt x="1402" y="16049"/>
                  </a:cubicBezTo>
                  <a:cubicBezTo>
                    <a:pt x="1402" y="16049"/>
                    <a:pt x="1402" y="16049"/>
                    <a:pt x="1402" y="16049"/>
                  </a:cubicBezTo>
                  <a:cubicBezTo>
                    <a:pt x="1458" y="15982"/>
                    <a:pt x="1458" y="15982"/>
                    <a:pt x="1458" y="15982"/>
                  </a:cubicBezTo>
                  <a:cubicBezTo>
                    <a:pt x="1514" y="15982"/>
                    <a:pt x="1514" y="15982"/>
                    <a:pt x="1514" y="15982"/>
                  </a:cubicBezTo>
                  <a:cubicBezTo>
                    <a:pt x="1514" y="16049"/>
                    <a:pt x="1514" y="16049"/>
                    <a:pt x="1514" y="16049"/>
                  </a:cubicBezTo>
                  <a:cubicBezTo>
                    <a:pt x="1627" y="16049"/>
                    <a:pt x="1627" y="16049"/>
                    <a:pt x="1627" y="16049"/>
                  </a:cubicBezTo>
                  <a:cubicBezTo>
                    <a:pt x="1683" y="16049"/>
                    <a:pt x="1683" y="16049"/>
                    <a:pt x="1683" y="16049"/>
                  </a:cubicBezTo>
                  <a:cubicBezTo>
                    <a:pt x="1627" y="16049"/>
                    <a:pt x="1627" y="16049"/>
                    <a:pt x="1627" y="16049"/>
                  </a:cubicBezTo>
                  <a:cubicBezTo>
                    <a:pt x="1627" y="15982"/>
                    <a:pt x="1627" y="15982"/>
                    <a:pt x="1627" y="15982"/>
                  </a:cubicBezTo>
                  <a:cubicBezTo>
                    <a:pt x="1570" y="15982"/>
                    <a:pt x="1570" y="15982"/>
                    <a:pt x="1570" y="15982"/>
                  </a:cubicBezTo>
                  <a:cubicBezTo>
                    <a:pt x="1514" y="15982"/>
                    <a:pt x="1514" y="15982"/>
                    <a:pt x="1514" y="15982"/>
                  </a:cubicBezTo>
                  <a:cubicBezTo>
                    <a:pt x="1458" y="15915"/>
                    <a:pt x="1458" y="15915"/>
                    <a:pt x="1458" y="15915"/>
                  </a:cubicBezTo>
                  <a:cubicBezTo>
                    <a:pt x="1458" y="15915"/>
                    <a:pt x="1458" y="15915"/>
                    <a:pt x="1458" y="15915"/>
                  </a:cubicBezTo>
                  <a:cubicBezTo>
                    <a:pt x="1514" y="15848"/>
                    <a:pt x="1514" y="15848"/>
                    <a:pt x="1514" y="15848"/>
                  </a:cubicBezTo>
                  <a:cubicBezTo>
                    <a:pt x="1514" y="15848"/>
                    <a:pt x="1514" y="15848"/>
                    <a:pt x="1514" y="15848"/>
                  </a:cubicBezTo>
                  <a:cubicBezTo>
                    <a:pt x="1570" y="15782"/>
                    <a:pt x="1570" y="15782"/>
                    <a:pt x="1570" y="15782"/>
                  </a:cubicBezTo>
                  <a:cubicBezTo>
                    <a:pt x="1570" y="15715"/>
                    <a:pt x="1570" y="15715"/>
                    <a:pt x="1570" y="15715"/>
                  </a:cubicBezTo>
                  <a:cubicBezTo>
                    <a:pt x="1514" y="15782"/>
                    <a:pt x="1514" y="15782"/>
                    <a:pt x="1514" y="15782"/>
                  </a:cubicBezTo>
                  <a:cubicBezTo>
                    <a:pt x="1514" y="15782"/>
                    <a:pt x="1514" y="15782"/>
                    <a:pt x="1514" y="15782"/>
                  </a:cubicBezTo>
                  <a:cubicBezTo>
                    <a:pt x="1458" y="15848"/>
                    <a:pt x="1458" y="15848"/>
                    <a:pt x="1458" y="15848"/>
                  </a:cubicBezTo>
                  <a:cubicBezTo>
                    <a:pt x="1346" y="15848"/>
                    <a:pt x="1346" y="15848"/>
                    <a:pt x="1346" y="15848"/>
                  </a:cubicBezTo>
                  <a:cubicBezTo>
                    <a:pt x="1346" y="15915"/>
                    <a:pt x="1346" y="15915"/>
                    <a:pt x="1346" y="15915"/>
                  </a:cubicBezTo>
                  <a:cubicBezTo>
                    <a:pt x="1346" y="15915"/>
                    <a:pt x="1346" y="15915"/>
                    <a:pt x="1346" y="15915"/>
                  </a:cubicBezTo>
                  <a:cubicBezTo>
                    <a:pt x="1290" y="15915"/>
                    <a:pt x="1290" y="15915"/>
                    <a:pt x="1290" y="15915"/>
                  </a:cubicBezTo>
                  <a:cubicBezTo>
                    <a:pt x="1234" y="15848"/>
                    <a:pt x="1234" y="15848"/>
                    <a:pt x="1234" y="15848"/>
                  </a:cubicBezTo>
                  <a:cubicBezTo>
                    <a:pt x="1234" y="15782"/>
                    <a:pt x="1234" y="15782"/>
                    <a:pt x="1234" y="15782"/>
                  </a:cubicBezTo>
                  <a:cubicBezTo>
                    <a:pt x="1234" y="15648"/>
                    <a:pt x="1234" y="15648"/>
                    <a:pt x="1234" y="15648"/>
                  </a:cubicBezTo>
                  <a:cubicBezTo>
                    <a:pt x="1290" y="15581"/>
                    <a:pt x="1290" y="15581"/>
                    <a:pt x="1290" y="15581"/>
                  </a:cubicBezTo>
                  <a:cubicBezTo>
                    <a:pt x="1234" y="15514"/>
                    <a:pt x="1234" y="15514"/>
                    <a:pt x="1234" y="15514"/>
                  </a:cubicBezTo>
                  <a:cubicBezTo>
                    <a:pt x="1234" y="15514"/>
                    <a:pt x="1234" y="15514"/>
                    <a:pt x="1234" y="15514"/>
                  </a:cubicBezTo>
                  <a:cubicBezTo>
                    <a:pt x="1234" y="15447"/>
                    <a:pt x="1234" y="15447"/>
                    <a:pt x="1234" y="15447"/>
                  </a:cubicBezTo>
                  <a:cubicBezTo>
                    <a:pt x="1234" y="15447"/>
                    <a:pt x="1234" y="15447"/>
                    <a:pt x="1234" y="15447"/>
                  </a:cubicBezTo>
                  <a:cubicBezTo>
                    <a:pt x="1290" y="15447"/>
                    <a:pt x="1290" y="15447"/>
                    <a:pt x="1290" y="15447"/>
                  </a:cubicBezTo>
                  <a:cubicBezTo>
                    <a:pt x="1290" y="15447"/>
                    <a:pt x="1290" y="15447"/>
                    <a:pt x="1290" y="15447"/>
                  </a:cubicBezTo>
                  <a:cubicBezTo>
                    <a:pt x="1290" y="15380"/>
                    <a:pt x="1290" y="15380"/>
                    <a:pt x="1290" y="15380"/>
                  </a:cubicBezTo>
                  <a:cubicBezTo>
                    <a:pt x="1346" y="15380"/>
                    <a:pt x="1346" y="15380"/>
                    <a:pt x="1346" y="15380"/>
                  </a:cubicBezTo>
                  <a:cubicBezTo>
                    <a:pt x="1346" y="15313"/>
                    <a:pt x="1346" y="15313"/>
                    <a:pt x="1346" y="15313"/>
                  </a:cubicBezTo>
                  <a:cubicBezTo>
                    <a:pt x="1402" y="15247"/>
                    <a:pt x="1402" y="15247"/>
                    <a:pt x="1402" y="15247"/>
                  </a:cubicBezTo>
                  <a:cubicBezTo>
                    <a:pt x="1458" y="15313"/>
                    <a:pt x="1458" y="15313"/>
                    <a:pt x="1458" y="15313"/>
                  </a:cubicBezTo>
                  <a:cubicBezTo>
                    <a:pt x="1458" y="15247"/>
                    <a:pt x="1458" y="15247"/>
                    <a:pt x="1458" y="15247"/>
                  </a:cubicBezTo>
                  <a:cubicBezTo>
                    <a:pt x="1458" y="15247"/>
                    <a:pt x="1458" y="15247"/>
                    <a:pt x="1458" y="15247"/>
                  </a:cubicBezTo>
                  <a:cubicBezTo>
                    <a:pt x="1458" y="15247"/>
                    <a:pt x="1458" y="15247"/>
                    <a:pt x="1458" y="15247"/>
                  </a:cubicBezTo>
                  <a:cubicBezTo>
                    <a:pt x="1514" y="15180"/>
                    <a:pt x="1514" y="15180"/>
                    <a:pt x="1514" y="15180"/>
                  </a:cubicBezTo>
                  <a:cubicBezTo>
                    <a:pt x="1514" y="15113"/>
                    <a:pt x="1514" y="15113"/>
                    <a:pt x="1514" y="15113"/>
                  </a:cubicBezTo>
                  <a:cubicBezTo>
                    <a:pt x="1627" y="15046"/>
                    <a:pt x="1627" y="15046"/>
                    <a:pt x="1627" y="15046"/>
                  </a:cubicBezTo>
                  <a:cubicBezTo>
                    <a:pt x="1627" y="15046"/>
                    <a:pt x="1627" y="15046"/>
                    <a:pt x="1627" y="15046"/>
                  </a:cubicBezTo>
                  <a:cubicBezTo>
                    <a:pt x="1570" y="15046"/>
                    <a:pt x="1570" y="15046"/>
                    <a:pt x="1570" y="15046"/>
                  </a:cubicBezTo>
                  <a:cubicBezTo>
                    <a:pt x="1570" y="14979"/>
                    <a:pt x="1570" y="14979"/>
                    <a:pt x="1570" y="14979"/>
                  </a:cubicBezTo>
                  <a:cubicBezTo>
                    <a:pt x="1514" y="15046"/>
                    <a:pt x="1514" y="15046"/>
                    <a:pt x="1514" y="15046"/>
                  </a:cubicBezTo>
                  <a:cubicBezTo>
                    <a:pt x="1514" y="15113"/>
                    <a:pt x="1514" y="15113"/>
                    <a:pt x="1514" y="15113"/>
                  </a:cubicBezTo>
                  <a:cubicBezTo>
                    <a:pt x="1402" y="15247"/>
                    <a:pt x="1402" y="15247"/>
                    <a:pt x="1402" y="15247"/>
                  </a:cubicBezTo>
                  <a:cubicBezTo>
                    <a:pt x="1402" y="15247"/>
                    <a:pt x="1402" y="15247"/>
                    <a:pt x="1402" y="15247"/>
                  </a:cubicBezTo>
                  <a:cubicBezTo>
                    <a:pt x="1402" y="15180"/>
                    <a:pt x="1402" y="15180"/>
                    <a:pt x="1402" y="15180"/>
                  </a:cubicBezTo>
                  <a:cubicBezTo>
                    <a:pt x="1458" y="15113"/>
                    <a:pt x="1458" y="15113"/>
                    <a:pt x="1458" y="15113"/>
                  </a:cubicBezTo>
                  <a:cubicBezTo>
                    <a:pt x="1458" y="15046"/>
                    <a:pt x="1458" y="15046"/>
                    <a:pt x="1458" y="15046"/>
                  </a:cubicBezTo>
                  <a:cubicBezTo>
                    <a:pt x="1514" y="14912"/>
                    <a:pt x="1514" y="14912"/>
                    <a:pt x="1514" y="14912"/>
                  </a:cubicBezTo>
                  <a:cubicBezTo>
                    <a:pt x="1570" y="14845"/>
                    <a:pt x="1570" y="14845"/>
                    <a:pt x="1570" y="14845"/>
                  </a:cubicBezTo>
                  <a:cubicBezTo>
                    <a:pt x="1570" y="14845"/>
                    <a:pt x="1570" y="14845"/>
                    <a:pt x="1570" y="14845"/>
                  </a:cubicBezTo>
                  <a:cubicBezTo>
                    <a:pt x="1570" y="14778"/>
                    <a:pt x="1570" y="14778"/>
                    <a:pt x="1570" y="14778"/>
                  </a:cubicBezTo>
                  <a:cubicBezTo>
                    <a:pt x="1570" y="14778"/>
                    <a:pt x="1570" y="14778"/>
                    <a:pt x="1570" y="14778"/>
                  </a:cubicBezTo>
                  <a:cubicBezTo>
                    <a:pt x="1570" y="14778"/>
                    <a:pt x="1570" y="14778"/>
                    <a:pt x="1570" y="14778"/>
                  </a:cubicBezTo>
                  <a:cubicBezTo>
                    <a:pt x="1570" y="14712"/>
                    <a:pt x="1570" y="14712"/>
                    <a:pt x="1570" y="14712"/>
                  </a:cubicBezTo>
                  <a:cubicBezTo>
                    <a:pt x="1570" y="14712"/>
                    <a:pt x="1570" y="14712"/>
                    <a:pt x="1570" y="14712"/>
                  </a:cubicBezTo>
                  <a:cubicBezTo>
                    <a:pt x="1570" y="14712"/>
                    <a:pt x="1570" y="14712"/>
                    <a:pt x="1570" y="14712"/>
                  </a:cubicBezTo>
                  <a:cubicBezTo>
                    <a:pt x="1514" y="14645"/>
                    <a:pt x="1514" y="14645"/>
                    <a:pt x="1514" y="14645"/>
                  </a:cubicBezTo>
                  <a:cubicBezTo>
                    <a:pt x="1514" y="14645"/>
                    <a:pt x="1514" y="14645"/>
                    <a:pt x="1514" y="14645"/>
                  </a:cubicBezTo>
                  <a:cubicBezTo>
                    <a:pt x="1514" y="14578"/>
                    <a:pt x="1514" y="14578"/>
                    <a:pt x="1514" y="14578"/>
                  </a:cubicBezTo>
                  <a:cubicBezTo>
                    <a:pt x="1458" y="14511"/>
                    <a:pt x="1458" y="14511"/>
                    <a:pt x="1458" y="14511"/>
                  </a:cubicBezTo>
                  <a:cubicBezTo>
                    <a:pt x="1402" y="14511"/>
                    <a:pt x="1402" y="14511"/>
                    <a:pt x="1402" y="14511"/>
                  </a:cubicBezTo>
                  <a:cubicBezTo>
                    <a:pt x="1402" y="14444"/>
                    <a:pt x="1402" y="14444"/>
                    <a:pt x="1402" y="14444"/>
                  </a:cubicBezTo>
                  <a:cubicBezTo>
                    <a:pt x="1346" y="14377"/>
                    <a:pt x="1346" y="14377"/>
                    <a:pt x="1346" y="14377"/>
                  </a:cubicBezTo>
                  <a:cubicBezTo>
                    <a:pt x="1346" y="14377"/>
                    <a:pt x="1346" y="14377"/>
                    <a:pt x="1346" y="14377"/>
                  </a:cubicBezTo>
                  <a:cubicBezTo>
                    <a:pt x="1290" y="14377"/>
                    <a:pt x="1290" y="14377"/>
                    <a:pt x="1290" y="14377"/>
                  </a:cubicBezTo>
                  <a:cubicBezTo>
                    <a:pt x="1290" y="14377"/>
                    <a:pt x="1290" y="14377"/>
                    <a:pt x="1290" y="14377"/>
                  </a:cubicBezTo>
                  <a:cubicBezTo>
                    <a:pt x="1290" y="14310"/>
                    <a:pt x="1290" y="14310"/>
                    <a:pt x="1290" y="14310"/>
                  </a:cubicBezTo>
                  <a:cubicBezTo>
                    <a:pt x="1290" y="14310"/>
                    <a:pt x="1290" y="14310"/>
                    <a:pt x="1290" y="14310"/>
                  </a:cubicBezTo>
                  <a:cubicBezTo>
                    <a:pt x="1290" y="14243"/>
                    <a:pt x="1290" y="14243"/>
                    <a:pt x="1290" y="14243"/>
                  </a:cubicBezTo>
                  <a:cubicBezTo>
                    <a:pt x="1290" y="14243"/>
                    <a:pt x="1290" y="14243"/>
                    <a:pt x="1290" y="14243"/>
                  </a:cubicBezTo>
                  <a:cubicBezTo>
                    <a:pt x="1290" y="14243"/>
                    <a:pt x="1290" y="14243"/>
                    <a:pt x="1290" y="14243"/>
                  </a:cubicBezTo>
                  <a:cubicBezTo>
                    <a:pt x="1290" y="14177"/>
                    <a:pt x="1290" y="14177"/>
                    <a:pt x="1290" y="14177"/>
                  </a:cubicBezTo>
                  <a:cubicBezTo>
                    <a:pt x="1290" y="14177"/>
                    <a:pt x="1290" y="14177"/>
                    <a:pt x="1290" y="14177"/>
                  </a:cubicBezTo>
                  <a:cubicBezTo>
                    <a:pt x="1290" y="14177"/>
                    <a:pt x="1290" y="14177"/>
                    <a:pt x="1290" y="14177"/>
                  </a:cubicBezTo>
                  <a:cubicBezTo>
                    <a:pt x="1234" y="14177"/>
                    <a:pt x="1234" y="14177"/>
                    <a:pt x="1234" y="14177"/>
                  </a:cubicBezTo>
                  <a:cubicBezTo>
                    <a:pt x="1234" y="14110"/>
                    <a:pt x="1234" y="14110"/>
                    <a:pt x="1234" y="14110"/>
                  </a:cubicBezTo>
                  <a:cubicBezTo>
                    <a:pt x="1290" y="14110"/>
                    <a:pt x="1290" y="14110"/>
                    <a:pt x="1290" y="14110"/>
                  </a:cubicBezTo>
                  <a:cubicBezTo>
                    <a:pt x="1290" y="13909"/>
                    <a:pt x="1290" y="13909"/>
                    <a:pt x="1290" y="13909"/>
                  </a:cubicBezTo>
                  <a:cubicBezTo>
                    <a:pt x="1290" y="13708"/>
                    <a:pt x="1290" y="13708"/>
                    <a:pt x="1290" y="13708"/>
                  </a:cubicBezTo>
                  <a:cubicBezTo>
                    <a:pt x="1290" y="13575"/>
                    <a:pt x="1290" y="13575"/>
                    <a:pt x="1290" y="13575"/>
                  </a:cubicBezTo>
                  <a:cubicBezTo>
                    <a:pt x="1290" y="13508"/>
                    <a:pt x="1290" y="13508"/>
                    <a:pt x="1290" y="13508"/>
                  </a:cubicBezTo>
                  <a:cubicBezTo>
                    <a:pt x="1290" y="13441"/>
                    <a:pt x="1290" y="13441"/>
                    <a:pt x="1290" y="13441"/>
                  </a:cubicBezTo>
                  <a:cubicBezTo>
                    <a:pt x="1290" y="13441"/>
                    <a:pt x="1290" y="13441"/>
                    <a:pt x="1290" y="13441"/>
                  </a:cubicBezTo>
                  <a:cubicBezTo>
                    <a:pt x="1290" y="13374"/>
                    <a:pt x="1290" y="13374"/>
                    <a:pt x="1290" y="13374"/>
                  </a:cubicBezTo>
                  <a:cubicBezTo>
                    <a:pt x="1290" y="13307"/>
                    <a:pt x="1290" y="13307"/>
                    <a:pt x="1290" y="13307"/>
                  </a:cubicBezTo>
                  <a:cubicBezTo>
                    <a:pt x="1290" y="13240"/>
                    <a:pt x="1290" y="13240"/>
                    <a:pt x="1290" y="13240"/>
                  </a:cubicBezTo>
                  <a:cubicBezTo>
                    <a:pt x="1234" y="13173"/>
                    <a:pt x="1234" y="13173"/>
                    <a:pt x="1234" y="13173"/>
                  </a:cubicBezTo>
                  <a:cubicBezTo>
                    <a:pt x="1178" y="13040"/>
                    <a:pt x="1178" y="13040"/>
                    <a:pt x="1178" y="13040"/>
                  </a:cubicBezTo>
                  <a:cubicBezTo>
                    <a:pt x="1178" y="13040"/>
                    <a:pt x="1178" y="13040"/>
                    <a:pt x="1178" y="13040"/>
                  </a:cubicBezTo>
                  <a:cubicBezTo>
                    <a:pt x="1178" y="12839"/>
                    <a:pt x="1178" y="12839"/>
                    <a:pt x="1178" y="12839"/>
                  </a:cubicBezTo>
                  <a:cubicBezTo>
                    <a:pt x="1178" y="12839"/>
                    <a:pt x="1178" y="12839"/>
                    <a:pt x="1178" y="12839"/>
                  </a:cubicBezTo>
                  <a:cubicBezTo>
                    <a:pt x="1178" y="12772"/>
                    <a:pt x="1178" y="12772"/>
                    <a:pt x="1178" y="12772"/>
                  </a:cubicBezTo>
                  <a:cubicBezTo>
                    <a:pt x="1178" y="12705"/>
                    <a:pt x="1178" y="12705"/>
                    <a:pt x="1178" y="12705"/>
                  </a:cubicBezTo>
                  <a:cubicBezTo>
                    <a:pt x="1178" y="12639"/>
                    <a:pt x="1178" y="12639"/>
                    <a:pt x="1178" y="12639"/>
                  </a:cubicBezTo>
                  <a:cubicBezTo>
                    <a:pt x="1122" y="12639"/>
                    <a:pt x="1122" y="12639"/>
                    <a:pt x="1122" y="12639"/>
                  </a:cubicBezTo>
                  <a:cubicBezTo>
                    <a:pt x="1065" y="12639"/>
                    <a:pt x="1065" y="12639"/>
                    <a:pt x="1065" y="12639"/>
                  </a:cubicBezTo>
                  <a:cubicBezTo>
                    <a:pt x="953" y="12639"/>
                    <a:pt x="953" y="12639"/>
                    <a:pt x="953" y="12639"/>
                  </a:cubicBezTo>
                  <a:cubicBezTo>
                    <a:pt x="953" y="12639"/>
                    <a:pt x="953" y="12639"/>
                    <a:pt x="953" y="12639"/>
                  </a:cubicBezTo>
                  <a:cubicBezTo>
                    <a:pt x="841" y="12705"/>
                    <a:pt x="841" y="12705"/>
                    <a:pt x="841" y="12705"/>
                  </a:cubicBezTo>
                  <a:cubicBezTo>
                    <a:pt x="785" y="12772"/>
                    <a:pt x="785" y="12772"/>
                    <a:pt x="785" y="12772"/>
                  </a:cubicBezTo>
                  <a:cubicBezTo>
                    <a:pt x="729" y="12839"/>
                    <a:pt x="729" y="12839"/>
                    <a:pt x="729" y="12839"/>
                  </a:cubicBezTo>
                  <a:cubicBezTo>
                    <a:pt x="673" y="12906"/>
                    <a:pt x="673" y="12906"/>
                    <a:pt x="673" y="12906"/>
                  </a:cubicBezTo>
                  <a:cubicBezTo>
                    <a:pt x="617" y="12906"/>
                    <a:pt x="617" y="12906"/>
                    <a:pt x="617" y="12906"/>
                  </a:cubicBezTo>
                  <a:cubicBezTo>
                    <a:pt x="504" y="12906"/>
                    <a:pt x="504" y="12906"/>
                    <a:pt x="504" y="12906"/>
                  </a:cubicBezTo>
                  <a:cubicBezTo>
                    <a:pt x="504" y="12906"/>
                    <a:pt x="504" y="12906"/>
                    <a:pt x="504" y="12906"/>
                  </a:cubicBezTo>
                  <a:cubicBezTo>
                    <a:pt x="504" y="12906"/>
                    <a:pt x="504" y="12906"/>
                    <a:pt x="504" y="12906"/>
                  </a:cubicBezTo>
                  <a:cubicBezTo>
                    <a:pt x="504" y="12839"/>
                    <a:pt x="504" y="12839"/>
                    <a:pt x="504" y="12839"/>
                  </a:cubicBezTo>
                  <a:cubicBezTo>
                    <a:pt x="504" y="12772"/>
                    <a:pt x="504" y="12772"/>
                    <a:pt x="504" y="12772"/>
                  </a:cubicBezTo>
                  <a:cubicBezTo>
                    <a:pt x="448" y="12438"/>
                    <a:pt x="448" y="12438"/>
                    <a:pt x="448" y="12438"/>
                  </a:cubicBezTo>
                  <a:cubicBezTo>
                    <a:pt x="392" y="12304"/>
                    <a:pt x="392" y="12304"/>
                    <a:pt x="392" y="12304"/>
                  </a:cubicBezTo>
                  <a:cubicBezTo>
                    <a:pt x="392" y="12237"/>
                    <a:pt x="392" y="12237"/>
                    <a:pt x="392" y="12237"/>
                  </a:cubicBezTo>
                  <a:cubicBezTo>
                    <a:pt x="448" y="12104"/>
                    <a:pt x="448" y="12104"/>
                    <a:pt x="448" y="12104"/>
                  </a:cubicBezTo>
                  <a:cubicBezTo>
                    <a:pt x="280" y="12104"/>
                    <a:pt x="280" y="12104"/>
                    <a:pt x="280" y="12104"/>
                  </a:cubicBezTo>
                  <a:cubicBezTo>
                    <a:pt x="224" y="12170"/>
                    <a:pt x="224" y="12170"/>
                    <a:pt x="224" y="12170"/>
                  </a:cubicBezTo>
                  <a:cubicBezTo>
                    <a:pt x="168" y="12104"/>
                    <a:pt x="168" y="12104"/>
                    <a:pt x="168" y="12104"/>
                  </a:cubicBezTo>
                  <a:cubicBezTo>
                    <a:pt x="0" y="12104"/>
                    <a:pt x="0" y="12104"/>
                    <a:pt x="0" y="12104"/>
                  </a:cubicBezTo>
                  <a:cubicBezTo>
                    <a:pt x="2861" y="6486"/>
                    <a:pt x="2861" y="6486"/>
                    <a:pt x="2861" y="6486"/>
                  </a:cubicBezTo>
                  <a:cubicBezTo>
                    <a:pt x="2861" y="6486"/>
                    <a:pt x="2861" y="6486"/>
                    <a:pt x="2861" y="6486"/>
                  </a:cubicBezTo>
                  <a:cubicBezTo>
                    <a:pt x="2917" y="6486"/>
                    <a:pt x="2917" y="6486"/>
                    <a:pt x="2917" y="6486"/>
                  </a:cubicBezTo>
                  <a:cubicBezTo>
                    <a:pt x="3029" y="6620"/>
                    <a:pt x="3029" y="6620"/>
                    <a:pt x="3029" y="6620"/>
                  </a:cubicBezTo>
                  <a:cubicBezTo>
                    <a:pt x="3085" y="6620"/>
                    <a:pt x="3085" y="6620"/>
                    <a:pt x="3085" y="6620"/>
                  </a:cubicBezTo>
                  <a:cubicBezTo>
                    <a:pt x="3141" y="6620"/>
                    <a:pt x="3141" y="6620"/>
                    <a:pt x="3141" y="6620"/>
                  </a:cubicBezTo>
                  <a:cubicBezTo>
                    <a:pt x="3141" y="6687"/>
                    <a:pt x="3141" y="6687"/>
                    <a:pt x="3141" y="6687"/>
                  </a:cubicBezTo>
                  <a:cubicBezTo>
                    <a:pt x="3197" y="6687"/>
                    <a:pt x="3197" y="6687"/>
                    <a:pt x="3197" y="6687"/>
                  </a:cubicBezTo>
                  <a:cubicBezTo>
                    <a:pt x="3197" y="6754"/>
                    <a:pt x="3197" y="6754"/>
                    <a:pt x="3197" y="6754"/>
                  </a:cubicBezTo>
                  <a:cubicBezTo>
                    <a:pt x="3197" y="6754"/>
                    <a:pt x="3197" y="6754"/>
                    <a:pt x="3197" y="6754"/>
                  </a:cubicBezTo>
                  <a:cubicBezTo>
                    <a:pt x="3254" y="6821"/>
                    <a:pt x="3254" y="6821"/>
                    <a:pt x="3254" y="6821"/>
                  </a:cubicBezTo>
                  <a:cubicBezTo>
                    <a:pt x="3254" y="6887"/>
                    <a:pt x="3254" y="6887"/>
                    <a:pt x="3254" y="6887"/>
                  </a:cubicBezTo>
                  <a:cubicBezTo>
                    <a:pt x="3254" y="6887"/>
                    <a:pt x="3254" y="6887"/>
                    <a:pt x="3254" y="6887"/>
                  </a:cubicBezTo>
                  <a:cubicBezTo>
                    <a:pt x="3254" y="6954"/>
                    <a:pt x="3254" y="6954"/>
                    <a:pt x="3254" y="6954"/>
                  </a:cubicBezTo>
                  <a:cubicBezTo>
                    <a:pt x="3254" y="7021"/>
                    <a:pt x="3254" y="7021"/>
                    <a:pt x="3254" y="7021"/>
                  </a:cubicBezTo>
                  <a:cubicBezTo>
                    <a:pt x="3310" y="7021"/>
                    <a:pt x="3310" y="7021"/>
                    <a:pt x="3310" y="7021"/>
                  </a:cubicBezTo>
                  <a:cubicBezTo>
                    <a:pt x="3310" y="7021"/>
                    <a:pt x="3310" y="7021"/>
                    <a:pt x="3310" y="7021"/>
                  </a:cubicBezTo>
                  <a:cubicBezTo>
                    <a:pt x="3310" y="7021"/>
                    <a:pt x="3310" y="7021"/>
                    <a:pt x="3310" y="7021"/>
                  </a:cubicBezTo>
                  <a:cubicBezTo>
                    <a:pt x="3310" y="7088"/>
                    <a:pt x="3310" y="7088"/>
                    <a:pt x="3310" y="7088"/>
                  </a:cubicBezTo>
                  <a:cubicBezTo>
                    <a:pt x="3366" y="7155"/>
                    <a:pt x="3366" y="7155"/>
                    <a:pt x="3366" y="7155"/>
                  </a:cubicBezTo>
                  <a:cubicBezTo>
                    <a:pt x="3422" y="7222"/>
                    <a:pt x="3422" y="7222"/>
                    <a:pt x="3422" y="7222"/>
                  </a:cubicBezTo>
                  <a:cubicBezTo>
                    <a:pt x="3478" y="7289"/>
                    <a:pt x="3478" y="7289"/>
                    <a:pt x="3478" y="7289"/>
                  </a:cubicBezTo>
                  <a:cubicBezTo>
                    <a:pt x="3478" y="7289"/>
                    <a:pt x="3478" y="7289"/>
                    <a:pt x="3478" y="7289"/>
                  </a:cubicBezTo>
                  <a:cubicBezTo>
                    <a:pt x="3534" y="7289"/>
                    <a:pt x="3534" y="7289"/>
                    <a:pt x="3534" y="7289"/>
                  </a:cubicBezTo>
                  <a:cubicBezTo>
                    <a:pt x="3534" y="7356"/>
                    <a:pt x="3534" y="7356"/>
                    <a:pt x="3534" y="7356"/>
                  </a:cubicBezTo>
                  <a:cubicBezTo>
                    <a:pt x="3534" y="7356"/>
                    <a:pt x="3534" y="7356"/>
                    <a:pt x="3534" y="7356"/>
                  </a:cubicBezTo>
                  <a:cubicBezTo>
                    <a:pt x="3590" y="7356"/>
                    <a:pt x="3590" y="7356"/>
                    <a:pt x="3590" y="7356"/>
                  </a:cubicBezTo>
                  <a:cubicBezTo>
                    <a:pt x="3646" y="7422"/>
                    <a:pt x="3646" y="7422"/>
                    <a:pt x="3646" y="7422"/>
                  </a:cubicBezTo>
                  <a:cubicBezTo>
                    <a:pt x="3646" y="7489"/>
                    <a:pt x="3646" y="7489"/>
                    <a:pt x="3646" y="7489"/>
                  </a:cubicBezTo>
                  <a:cubicBezTo>
                    <a:pt x="3646" y="7489"/>
                    <a:pt x="3646" y="7489"/>
                    <a:pt x="3646" y="7489"/>
                  </a:cubicBezTo>
                  <a:cubicBezTo>
                    <a:pt x="3702" y="7556"/>
                    <a:pt x="3702" y="7556"/>
                    <a:pt x="3702" y="7556"/>
                  </a:cubicBezTo>
                  <a:cubicBezTo>
                    <a:pt x="3702" y="7556"/>
                    <a:pt x="3702" y="7556"/>
                    <a:pt x="3702" y="7556"/>
                  </a:cubicBezTo>
                  <a:cubicBezTo>
                    <a:pt x="3758" y="7623"/>
                    <a:pt x="3758" y="7623"/>
                    <a:pt x="3758" y="7623"/>
                  </a:cubicBezTo>
                  <a:cubicBezTo>
                    <a:pt x="3758" y="7690"/>
                    <a:pt x="3758" y="7690"/>
                    <a:pt x="3758" y="7690"/>
                  </a:cubicBezTo>
                  <a:cubicBezTo>
                    <a:pt x="3815" y="7690"/>
                    <a:pt x="3815" y="7690"/>
                    <a:pt x="3815" y="7690"/>
                  </a:cubicBezTo>
                  <a:cubicBezTo>
                    <a:pt x="3815" y="7757"/>
                    <a:pt x="3815" y="7757"/>
                    <a:pt x="3815" y="7757"/>
                  </a:cubicBezTo>
                  <a:cubicBezTo>
                    <a:pt x="3758" y="7824"/>
                    <a:pt x="3758" y="7824"/>
                    <a:pt x="3758" y="7824"/>
                  </a:cubicBezTo>
                  <a:cubicBezTo>
                    <a:pt x="3702" y="7824"/>
                    <a:pt x="3702" y="7824"/>
                    <a:pt x="3702" y="7824"/>
                  </a:cubicBezTo>
                  <a:cubicBezTo>
                    <a:pt x="3815" y="7757"/>
                    <a:pt x="3815" y="7757"/>
                    <a:pt x="3815" y="7757"/>
                  </a:cubicBezTo>
                  <a:cubicBezTo>
                    <a:pt x="3871" y="7757"/>
                    <a:pt x="3871" y="7757"/>
                    <a:pt x="3871" y="7757"/>
                  </a:cubicBezTo>
                  <a:cubicBezTo>
                    <a:pt x="3871" y="7757"/>
                    <a:pt x="3871" y="7757"/>
                    <a:pt x="3871" y="7757"/>
                  </a:cubicBezTo>
                  <a:cubicBezTo>
                    <a:pt x="3871" y="7690"/>
                    <a:pt x="3871" y="7690"/>
                    <a:pt x="3871" y="7690"/>
                  </a:cubicBezTo>
                  <a:cubicBezTo>
                    <a:pt x="3871" y="7489"/>
                    <a:pt x="3871" y="7489"/>
                    <a:pt x="3871" y="7489"/>
                  </a:cubicBezTo>
                  <a:cubicBezTo>
                    <a:pt x="3871" y="7422"/>
                    <a:pt x="3871" y="7422"/>
                    <a:pt x="3871" y="7422"/>
                  </a:cubicBezTo>
                  <a:cubicBezTo>
                    <a:pt x="3927" y="7356"/>
                    <a:pt x="3927" y="7356"/>
                    <a:pt x="3927" y="7356"/>
                  </a:cubicBezTo>
                  <a:cubicBezTo>
                    <a:pt x="3983" y="7356"/>
                    <a:pt x="3983" y="7356"/>
                    <a:pt x="3983" y="7356"/>
                  </a:cubicBezTo>
                  <a:cubicBezTo>
                    <a:pt x="4039" y="7289"/>
                    <a:pt x="4039" y="7289"/>
                    <a:pt x="4039" y="7289"/>
                  </a:cubicBezTo>
                  <a:cubicBezTo>
                    <a:pt x="4095" y="7289"/>
                    <a:pt x="4095" y="7289"/>
                    <a:pt x="4095" y="7289"/>
                  </a:cubicBezTo>
                  <a:cubicBezTo>
                    <a:pt x="4151" y="7289"/>
                    <a:pt x="4151" y="7289"/>
                    <a:pt x="4151" y="7289"/>
                  </a:cubicBezTo>
                  <a:cubicBezTo>
                    <a:pt x="4151" y="7222"/>
                    <a:pt x="4151" y="7222"/>
                    <a:pt x="4151" y="7222"/>
                  </a:cubicBezTo>
                  <a:cubicBezTo>
                    <a:pt x="4207" y="7222"/>
                    <a:pt x="4207" y="7222"/>
                    <a:pt x="4207" y="7222"/>
                  </a:cubicBezTo>
                  <a:cubicBezTo>
                    <a:pt x="4263" y="7222"/>
                    <a:pt x="4263" y="7222"/>
                    <a:pt x="4263" y="7222"/>
                  </a:cubicBezTo>
                  <a:cubicBezTo>
                    <a:pt x="4319" y="7222"/>
                    <a:pt x="4319" y="7222"/>
                    <a:pt x="4319" y="7222"/>
                  </a:cubicBezTo>
                  <a:cubicBezTo>
                    <a:pt x="4319" y="7222"/>
                    <a:pt x="4319" y="7222"/>
                    <a:pt x="4319" y="7222"/>
                  </a:cubicBezTo>
                  <a:cubicBezTo>
                    <a:pt x="4376" y="7222"/>
                    <a:pt x="4376" y="7222"/>
                    <a:pt x="4376" y="7222"/>
                  </a:cubicBezTo>
                  <a:cubicBezTo>
                    <a:pt x="4376" y="7222"/>
                    <a:pt x="4376" y="7222"/>
                    <a:pt x="4376" y="7222"/>
                  </a:cubicBezTo>
                  <a:cubicBezTo>
                    <a:pt x="4432" y="7155"/>
                    <a:pt x="4432" y="7155"/>
                    <a:pt x="4432" y="7155"/>
                  </a:cubicBezTo>
                  <a:cubicBezTo>
                    <a:pt x="4488" y="7088"/>
                    <a:pt x="4488" y="7088"/>
                    <a:pt x="4488" y="7088"/>
                  </a:cubicBezTo>
                  <a:cubicBezTo>
                    <a:pt x="4488" y="7088"/>
                    <a:pt x="4488" y="7088"/>
                    <a:pt x="4488" y="7088"/>
                  </a:cubicBezTo>
                  <a:cubicBezTo>
                    <a:pt x="4544" y="7088"/>
                    <a:pt x="4544" y="7088"/>
                    <a:pt x="4544" y="7088"/>
                  </a:cubicBezTo>
                  <a:cubicBezTo>
                    <a:pt x="4544" y="7088"/>
                    <a:pt x="4544" y="7088"/>
                    <a:pt x="4544" y="7088"/>
                  </a:cubicBezTo>
                  <a:cubicBezTo>
                    <a:pt x="4544" y="7088"/>
                    <a:pt x="4544" y="7088"/>
                    <a:pt x="4544" y="7088"/>
                  </a:cubicBezTo>
                  <a:cubicBezTo>
                    <a:pt x="4600" y="7021"/>
                    <a:pt x="4600" y="7021"/>
                    <a:pt x="4600" y="7021"/>
                  </a:cubicBezTo>
                  <a:cubicBezTo>
                    <a:pt x="4600" y="7088"/>
                    <a:pt x="4600" y="7088"/>
                    <a:pt x="4600" y="7088"/>
                  </a:cubicBezTo>
                  <a:cubicBezTo>
                    <a:pt x="4768" y="7088"/>
                    <a:pt x="4768" y="7088"/>
                    <a:pt x="4768" y="7088"/>
                  </a:cubicBezTo>
                  <a:cubicBezTo>
                    <a:pt x="4881" y="7021"/>
                    <a:pt x="4881" y="7021"/>
                    <a:pt x="4881" y="7021"/>
                  </a:cubicBezTo>
                  <a:cubicBezTo>
                    <a:pt x="4937" y="7021"/>
                    <a:pt x="4937" y="7021"/>
                    <a:pt x="4937" y="7021"/>
                  </a:cubicBezTo>
                  <a:cubicBezTo>
                    <a:pt x="4937" y="7021"/>
                    <a:pt x="4937" y="7021"/>
                    <a:pt x="4937" y="7021"/>
                  </a:cubicBezTo>
                  <a:cubicBezTo>
                    <a:pt x="4993" y="7021"/>
                    <a:pt x="4993" y="7021"/>
                    <a:pt x="4993" y="7021"/>
                  </a:cubicBezTo>
                  <a:cubicBezTo>
                    <a:pt x="4993" y="7021"/>
                    <a:pt x="4993" y="7021"/>
                    <a:pt x="4993" y="7021"/>
                  </a:cubicBezTo>
                  <a:cubicBezTo>
                    <a:pt x="4993" y="6954"/>
                    <a:pt x="4993" y="6954"/>
                    <a:pt x="4993" y="6954"/>
                  </a:cubicBezTo>
                  <a:cubicBezTo>
                    <a:pt x="5105" y="6954"/>
                    <a:pt x="5105" y="6954"/>
                    <a:pt x="5105" y="6954"/>
                  </a:cubicBezTo>
                  <a:cubicBezTo>
                    <a:pt x="5161" y="6954"/>
                    <a:pt x="5161" y="6954"/>
                    <a:pt x="5161" y="6954"/>
                  </a:cubicBezTo>
                  <a:cubicBezTo>
                    <a:pt x="5161" y="6954"/>
                    <a:pt x="5161" y="6954"/>
                    <a:pt x="5161" y="6954"/>
                  </a:cubicBezTo>
                  <a:cubicBezTo>
                    <a:pt x="5217" y="6954"/>
                    <a:pt x="5217" y="6954"/>
                    <a:pt x="5217" y="6954"/>
                  </a:cubicBezTo>
                  <a:cubicBezTo>
                    <a:pt x="5217" y="6954"/>
                    <a:pt x="5217" y="6954"/>
                    <a:pt x="5217" y="6954"/>
                  </a:cubicBezTo>
                  <a:cubicBezTo>
                    <a:pt x="5273" y="6954"/>
                    <a:pt x="5273" y="6954"/>
                    <a:pt x="5273" y="6954"/>
                  </a:cubicBezTo>
                  <a:cubicBezTo>
                    <a:pt x="5273" y="6954"/>
                    <a:pt x="5273" y="6954"/>
                    <a:pt x="5273" y="6954"/>
                  </a:cubicBezTo>
                  <a:cubicBezTo>
                    <a:pt x="5273" y="6887"/>
                    <a:pt x="5273" y="6887"/>
                    <a:pt x="5273" y="6887"/>
                  </a:cubicBezTo>
                  <a:cubicBezTo>
                    <a:pt x="5273" y="6954"/>
                    <a:pt x="5273" y="6954"/>
                    <a:pt x="5273" y="6954"/>
                  </a:cubicBezTo>
                  <a:cubicBezTo>
                    <a:pt x="5273" y="6954"/>
                    <a:pt x="5273" y="6954"/>
                    <a:pt x="5273" y="6954"/>
                  </a:cubicBezTo>
                  <a:cubicBezTo>
                    <a:pt x="5329" y="7021"/>
                    <a:pt x="5329" y="7021"/>
                    <a:pt x="5329" y="7021"/>
                  </a:cubicBezTo>
                  <a:cubicBezTo>
                    <a:pt x="5329" y="7021"/>
                    <a:pt x="5329" y="7021"/>
                    <a:pt x="5329" y="7021"/>
                  </a:cubicBezTo>
                  <a:cubicBezTo>
                    <a:pt x="5273" y="7021"/>
                    <a:pt x="5273" y="7021"/>
                    <a:pt x="5273" y="7021"/>
                  </a:cubicBezTo>
                  <a:cubicBezTo>
                    <a:pt x="5273" y="7088"/>
                    <a:pt x="5273" y="7088"/>
                    <a:pt x="5273" y="7088"/>
                  </a:cubicBezTo>
                  <a:cubicBezTo>
                    <a:pt x="5161" y="7088"/>
                    <a:pt x="5161" y="7088"/>
                    <a:pt x="5161" y="7088"/>
                  </a:cubicBezTo>
                  <a:cubicBezTo>
                    <a:pt x="5049" y="7155"/>
                    <a:pt x="5049" y="7155"/>
                    <a:pt x="5049" y="7155"/>
                  </a:cubicBezTo>
                  <a:cubicBezTo>
                    <a:pt x="5049" y="7155"/>
                    <a:pt x="5049" y="7155"/>
                    <a:pt x="5049" y="7155"/>
                  </a:cubicBezTo>
                  <a:cubicBezTo>
                    <a:pt x="4993" y="7222"/>
                    <a:pt x="4993" y="7222"/>
                    <a:pt x="4993" y="7222"/>
                  </a:cubicBezTo>
                  <a:cubicBezTo>
                    <a:pt x="4937" y="7222"/>
                    <a:pt x="4937" y="7222"/>
                    <a:pt x="4937" y="7222"/>
                  </a:cubicBezTo>
                  <a:cubicBezTo>
                    <a:pt x="4881" y="7222"/>
                    <a:pt x="4881" y="7222"/>
                    <a:pt x="4881" y="7222"/>
                  </a:cubicBezTo>
                  <a:cubicBezTo>
                    <a:pt x="4881" y="7222"/>
                    <a:pt x="4881" y="7222"/>
                    <a:pt x="4881" y="7222"/>
                  </a:cubicBezTo>
                  <a:cubicBezTo>
                    <a:pt x="4881" y="7222"/>
                    <a:pt x="4881" y="7222"/>
                    <a:pt x="4881" y="7222"/>
                  </a:cubicBezTo>
                  <a:cubicBezTo>
                    <a:pt x="4768" y="7222"/>
                    <a:pt x="4768" y="7222"/>
                    <a:pt x="4768" y="7222"/>
                  </a:cubicBezTo>
                  <a:cubicBezTo>
                    <a:pt x="4712" y="7222"/>
                    <a:pt x="4712" y="7222"/>
                    <a:pt x="4712" y="7222"/>
                  </a:cubicBezTo>
                  <a:cubicBezTo>
                    <a:pt x="4712" y="7222"/>
                    <a:pt x="4712" y="7222"/>
                    <a:pt x="4712" y="7222"/>
                  </a:cubicBezTo>
                  <a:cubicBezTo>
                    <a:pt x="4600" y="7222"/>
                    <a:pt x="4600" y="7222"/>
                    <a:pt x="4600" y="7222"/>
                  </a:cubicBezTo>
                  <a:cubicBezTo>
                    <a:pt x="4544" y="7289"/>
                    <a:pt x="4544" y="7289"/>
                    <a:pt x="4544" y="7289"/>
                  </a:cubicBezTo>
                  <a:cubicBezTo>
                    <a:pt x="4488" y="7356"/>
                    <a:pt x="4488" y="7356"/>
                    <a:pt x="4488" y="7356"/>
                  </a:cubicBezTo>
                  <a:cubicBezTo>
                    <a:pt x="4376" y="7356"/>
                    <a:pt x="4376" y="7356"/>
                    <a:pt x="4376" y="7356"/>
                  </a:cubicBezTo>
                  <a:cubicBezTo>
                    <a:pt x="4376" y="7356"/>
                    <a:pt x="4376" y="7356"/>
                    <a:pt x="4376" y="7356"/>
                  </a:cubicBezTo>
                  <a:cubicBezTo>
                    <a:pt x="4319" y="7422"/>
                    <a:pt x="4319" y="7422"/>
                    <a:pt x="4319" y="7422"/>
                  </a:cubicBezTo>
                  <a:cubicBezTo>
                    <a:pt x="4319" y="7422"/>
                    <a:pt x="4319" y="7422"/>
                    <a:pt x="4319" y="7422"/>
                  </a:cubicBezTo>
                  <a:cubicBezTo>
                    <a:pt x="4263" y="7489"/>
                    <a:pt x="4263" y="7489"/>
                    <a:pt x="4263" y="7489"/>
                  </a:cubicBezTo>
                  <a:cubicBezTo>
                    <a:pt x="4263" y="7422"/>
                    <a:pt x="4263" y="7422"/>
                    <a:pt x="4263" y="7422"/>
                  </a:cubicBezTo>
                  <a:cubicBezTo>
                    <a:pt x="4207" y="7489"/>
                    <a:pt x="4207" y="7489"/>
                    <a:pt x="4207" y="7489"/>
                  </a:cubicBezTo>
                  <a:cubicBezTo>
                    <a:pt x="4151" y="7556"/>
                    <a:pt x="4151" y="7556"/>
                    <a:pt x="4151" y="7556"/>
                  </a:cubicBezTo>
                  <a:cubicBezTo>
                    <a:pt x="4151" y="7556"/>
                    <a:pt x="4151" y="7556"/>
                    <a:pt x="4151" y="7556"/>
                  </a:cubicBezTo>
                  <a:cubicBezTo>
                    <a:pt x="4095" y="7556"/>
                    <a:pt x="4095" y="7556"/>
                    <a:pt x="4095" y="7556"/>
                  </a:cubicBezTo>
                  <a:cubicBezTo>
                    <a:pt x="4151" y="7623"/>
                    <a:pt x="4151" y="7623"/>
                    <a:pt x="4151" y="7623"/>
                  </a:cubicBezTo>
                  <a:cubicBezTo>
                    <a:pt x="4207" y="7690"/>
                    <a:pt x="4207" y="7690"/>
                    <a:pt x="4207" y="7690"/>
                  </a:cubicBezTo>
                  <a:cubicBezTo>
                    <a:pt x="4151" y="7623"/>
                    <a:pt x="4151" y="7623"/>
                    <a:pt x="4151" y="7623"/>
                  </a:cubicBezTo>
                  <a:cubicBezTo>
                    <a:pt x="4151" y="7556"/>
                    <a:pt x="4151" y="7556"/>
                    <a:pt x="4151" y="7556"/>
                  </a:cubicBezTo>
                  <a:cubicBezTo>
                    <a:pt x="4207" y="7623"/>
                    <a:pt x="4207" y="7623"/>
                    <a:pt x="4207" y="7623"/>
                  </a:cubicBezTo>
                  <a:cubicBezTo>
                    <a:pt x="4263" y="7556"/>
                    <a:pt x="4263" y="7556"/>
                    <a:pt x="4263" y="7556"/>
                  </a:cubicBezTo>
                  <a:cubicBezTo>
                    <a:pt x="4263" y="7556"/>
                    <a:pt x="4263" y="7556"/>
                    <a:pt x="4263" y="7556"/>
                  </a:cubicBezTo>
                  <a:cubicBezTo>
                    <a:pt x="4263" y="7556"/>
                    <a:pt x="4263" y="7556"/>
                    <a:pt x="4263" y="7556"/>
                  </a:cubicBezTo>
                  <a:cubicBezTo>
                    <a:pt x="4319" y="7489"/>
                    <a:pt x="4319" y="7489"/>
                    <a:pt x="4319" y="7489"/>
                  </a:cubicBezTo>
                  <a:cubicBezTo>
                    <a:pt x="4432" y="7422"/>
                    <a:pt x="4432" y="7422"/>
                    <a:pt x="4432" y="7422"/>
                  </a:cubicBezTo>
                  <a:cubicBezTo>
                    <a:pt x="4432" y="7422"/>
                    <a:pt x="4432" y="7422"/>
                    <a:pt x="4432" y="7422"/>
                  </a:cubicBezTo>
                  <a:cubicBezTo>
                    <a:pt x="4600" y="7356"/>
                    <a:pt x="4600" y="7356"/>
                    <a:pt x="4600" y="7356"/>
                  </a:cubicBezTo>
                  <a:cubicBezTo>
                    <a:pt x="4600" y="7289"/>
                    <a:pt x="4600" y="7289"/>
                    <a:pt x="4600" y="7289"/>
                  </a:cubicBezTo>
                  <a:cubicBezTo>
                    <a:pt x="4656" y="7289"/>
                    <a:pt x="4656" y="7289"/>
                    <a:pt x="4656" y="7289"/>
                  </a:cubicBezTo>
                  <a:cubicBezTo>
                    <a:pt x="4656" y="7356"/>
                    <a:pt x="4656" y="7356"/>
                    <a:pt x="4656" y="7356"/>
                  </a:cubicBezTo>
                  <a:cubicBezTo>
                    <a:pt x="4712" y="7289"/>
                    <a:pt x="4712" y="7289"/>
                    <a:pt x="4712" y="7289"/>
                  </a:cubicBezTo>
                  <a:cubicBezTo>
                    <a:pt x="4712" y="7289"/>
                    <a:pt x="4712" y="7289"/>
                    <a:pt x="4712" y="7289"/>
                  </a:cubicBezTo>
                  <a:cubicBezTo>
                    <a:pt x="4768" y="7356"/>
                    <a:pt x="4768" y="7356"/>
                    <a:pt x="4768" y="7356"/>
                  </a:cubicBezTo>
                  <a:cubicBezTo>
                    <a:pt x="4824" y="7289"/>
                    <a:pt x="4824" y="7289"/>
                    <a:pt x="4824" y="7289"/>
                  </a:cubicBezTo>
                  <a:cubicBezTo>
                    <a:pt x="4824" y="7289"/>
                    <a:pt x="4824" y="7289"/>
                    <a:pt x="4824" y="7289"/>
                  </a:cubicBezTo>
                  <a:cubicBezTo>
                    <a:pt x="4768" y="7422"/>
                    <a:pt x="4768" y="7422"/>
                    <a:pt x="4768" y="7422"/>
                  </a:cubicBezTo>
                  <a:cubicBezTo>
                    <a:pt x="4768" y="7422"/>
                    <a:pt x="4768" y="7422"/>
                    <a:pt x="4768" y="7422"/>
                  </a:cubicBezTo>
                  <a:cubicBezTo>
                    <a:pt x="4824" y="7356"/>
                    <a:pt x="4824" y="7356"/>
                    <a:pt x="4824" y="7356"/>
                  </a:cubicBezTo>
                  <a:cubicBezTo>
                    <a:pt x="4937" y="7356"/>
                    <a:pt x="4937" y="7356"/>
                    <a:pt x="4937" y="7356"/>
                  </a:cubicBezTo>
                  <a:cubicBezTo>
                    <a:pt x="5049" y="7222"/>
                    <a:pt x="5049" y="7222"/>
                    <a:pt x="5049" y="7222"/>
                  </a:cubicBezTo>
                  <a:cubicBezTo>
                    <a:pt x="5105" y="7222"/>
                    <a:pt x="5105" y="7222"/>
                    <a:pt x="5105" y="7222"/>
                  </a:cubicBezTo>
                  <a:cubicBezTo>
                    <a:pt x="5217" y="7155"/>
                    <a:pt x="5217" y="7155"/>
                    <a:pt x="5217" y="7155"/>
                  </a:cubicBezTo>
                  <a:cubicBezTo>
                    <a:pt x="5273" y="7155"/>
                    <a:pt x="5273" y="7155"/>
                    <a:pt x="5273" y="7155"/>
                  </a:cubicBezTo>
                  <a:cubicBezTo>
                    <a:pt x="5329" y="7155"/>
                    <a:pt x="5329" y="7155"/>
                    <a:pt x="5329" y="7155"/>
                  </a:cubicBezTo>
                  <a:cubicBezTo>
                    <a:pt x="5385" y="7155"/>
                    <a:pt x="5385" y="7155"/>
                    <a:pt x="5385" y="7155"/>
                  </a:cubicBezTo>
                  <a:cubicBezTo>
                    <a:pt x="5329" y="7222"/>
                    <a:pt x="5329" y="7222"/>
                    <a:pt x="5329" y="7222"/>
                  </a:cubicBezTo>
                  <a:cubicBezTo>
                    <a:pt x="5273" y="7222"/>
                    <a:pt x="5273" y="7222"/>
                    <a:pt x="5273" y="7222"/>
                  </a:cubicBezTo>
                  <a:cubicBezTo>
                    <a:pt x="5273" y="7289"/>
                    <a:pt x="5273" y="7289"/>
                    <a:pt x="5273" y="7289"/>
                  </a:cubicBezTo>
                  <a:cubicBezTo>
                    <a:pt x="5329" y="7289"/>
                    <a:pt x="5329" y="7289"/>
                    <a:pt x="5329" y="7289"/>
                  </a:cubicBezTo>
                  <a:cubicBezTo>
                    <a:pt x="5385" y="7222"/>
                    <a:pt x="5385" y="7222"/>
                    <a:pt x="5385" y="7222"/>
                  </a:cubicBezTo>
                  <a:cubicBezTo>
                    <a:pt x="5498" y="7155"/>
                    <a:pt x="5498" y="7155"/>
                    <a:pt x="5498" y="7155"/>
                  </a:cubicBezTo>
                  <a:cubicBezTo>
                    <a:pt x="5554" y="7155"/>
                    <a:pt x="5554" y="7155"/>
                    <a:pt x="5554" y="7155"/>
                  </a:cubicBezTo>
                  <a:cubicBezTo>
                    <a:pt x="5498" y="7155"/>
                    <a:pt x="5498" y="7155"/>
                    <a:pt x="5498" y="7155"/>
                  </a:cubicBezTo>
                  <a:cubicBezTo>
                    <a:pt x="5554" y="7088"/>
                    <a:pt x="5554" y="7088"/>
                    <a:pt x="5554" y="7088"/>
                  </a:cubicBezTo>
                  <a:cubicBezTo>
                    <a:pt x="5610" y="7088"/>
                    <a:pt x="5610" y="7088"/>
                    <a:pt x="5610" y="7088"/>
                  </a:cubicBezTo>
                  <a:cubicBezTo>
                    <a:pt x="5610" y="7088"/>
                    <a:pt x="5610" y="7088"/>
                    <a:pt x="5610" y="7088"/>
                  </a:cubicBezTo>
                  <a:cubicBezTo>
                    <a:pt x="5610" y="7021"/>
                    <a:pt x="5610" y="7021"/>
                    <a:pt x="5610" y="7021"/>
                  </a:cubicBezTo>
                  <a:cubicBezTo>
                    <a:pt x="5666" y="7088"/>
                    <a:pt x="5666" y="7088"/>
                    <a:pt x="5666" y="7088"/>
                  </a:cubicBezTo>
                  <a:cubicBezTo>
                    <a:pt x="5722" y="7088"/>
                    <a:pt x="5722" y="7088"/>
                    <a:pt x="5722" y="7088"/>
                  </a:cubicBezTo>
                  <a:cubicBezTo>
                    <a:pt x="5722" y="7021"/>
                    <a:pt x="5722" y="7021"/>
                    <a:pt x="5722" y="7021"/>
                  </a:cubicBezTo>
                  <a:cubicBezTo>
                    <a:pt x="5666" y="6954"/>
                    <a:pt x="5666" y="6954"/>
                    <a:pt x="5666" y="6954"/>
                  </a:cubicBezTo>
                  <a:cubicBezTo>
                    <a:pt x="5722" y="6887"/>
                    <a:pt x="5722" y="6887"/>
                    <a:pt x="5722" y="6887"/>
                  </a:cubicBezTo>
                  <a:cubicBezTo>
                    <a:pt x="5666" y="6887"/>
                    <a:pt x="5666" y="6887"/>
                    <a:pt x="5666" y="6887"/>
                  </a:cubicBezTo>
                  <a:cubicBezTo>
                    <a:pt x="5722" y="6821"/>
                    <a:pt x="5722" y="6821"/>
                    <a:pt x="5722" y="6821"/>
                  </a:cubicBezTo>
                  <a:cubicBezTo>
                    <a:pt x="5778" y="6754"/>
                    <a:pt x="5778" y="6754"/>
                    <a:pt x="5778" y="6754"/>
                  </a:cubicBezTo>
                  <a:cubicBezTo>
                    <a:pt x="5778" y="6821"/>
                    <a:pt x="5778" y="6821"/>
                    <a:pt x="5778" y="6821"/>
                  </a:cubicBezTo>
                  <a:cubicBezTo>
                    <a:pt x="5834" y="7021"/>
                    <a:pt x="5834" y="7021"/>
                    <a:pt x="5834" y="7021"/>
                  </a:cubicBezTo>
                  <a:cubicBezTo>
                    <a:pt x="5778" y="7088"/>
                    <a:pt x="5778" y="7088"/>
                    <a:pt x="5778" y="7088"/>
                  </a:cubicBezTo>
                  <a:cubicBezTo>
                    <a:pt x="5778" y="7289"/>
                    <a:pt x="5778" y="7289"/>
                    <a:pt x="5778" y="7289"/>
                  </a:cubicBezTo>
                  <a:cubicBezTo>
                    <a:pt x="5722" y="7356"/>
                    <a:pt x="5722" y="7356"/>
                    <a:pt x="5722" y="7356"/>
                  </a:cubicBezTo>
                  <a:cubicBezTo>
                    <a:pt x="5722" y="7623"/>
                    <a:pt x="5722" y="7623"/>
                    <a:pt x="5722" y="7623"/>
                  </a:cubicBezTo>
                  <a:cubicBezTo>
                    <a:pt x="5778" y="7690"/>
                    <a:pt x="5778" y="7690"/>
                    <a:pt x="5778" y="7690"/>
                  </a:cubicBezTo>
                  <a:cubicBezTo>
                    <a:pt x="5834" y="7690"/>
                    <a:pt x="5834" y="7690"/>
                    <a:pt x="5834" y="7690"/>
                  </a:cubicBezTo>
                  <a:cubicBezTo>
                    <a:pt x="5834" y="7757"/>
                    <a:pt x="5834" y="7757"/>
                    <a:pt x="5834" y="7757"/>
                  </a:cubicBezTo>
                  <a:cubicBezTo>
                    <a:pt x="5947" y="7757"/>
                    <a:pt x="5947" y="7757"/>
                    <a:pt x="5947" y="7757"/>
                  </a:cubicBezTo>
                  <a:cubicBezTo>
                    <a:pt x="5890" y="7690"/>
                    <a:pt x="5890" y="7690"/>
                    <a:pt x="5890" y="7690"/>
                  </a:cubicBezTo>
                  <a:cubicBezTo>
                    <a:pt x="5834" y="7690"/>
                    <a:pt x="5834" y="7690"/>
                    <a:pt x="5834" y="7690"/>
                  </a:cubicBezTo>
                  <a:cubicBezTo>
                    <a:pt x="5834" y="7623"/>
                    <a:pt x="5834" y="7623"/>
                    <a:pt x="5834" y="7623"/>
                  </a:cubicBezTo>
                  <a:cubicBezTo>
                    <a:pt x="5890" y="7623"/>
                    <a:pt x="5890" y="7623"/>
                    <a:pt x="5890" y="7623"/>
                  </a:cubicBezTo>
                  <a:cubicBezTo>
                    <a:pt x="5947" y="7623"/>
                    <a:pt x="5947" y="7623"/>
                    <a:pt x="5947" y="7623"/>
                  </a:cubicBezTo>
                  <a:cubicBezTo>
                    <a:pt x="5947" y="7556"/>
                    <a:pt x="5947" y="7556"/>
                    <a:pt x="5947" y="7556"/>
                  </a:cubicBezTo>
                  <a:cubicBezTo>
                    <a:pt x="5947" y="7556"/>
                    <a:pt x="5947" y="7556"/>
                    <a:pt x="5947" y="7556"/>
                  </a:cubicBezTo>
                  <a:cubicBezTo>
                    <a:pt x="6003" y="7556"/>
                    <a:pt x="6003" y="7556"/>
                    <a:pt x="6003" y="7556"/>
                  </a:cubicBezTo>
                  <a:cubicBezTo>
                    <a:pt x="6059" y="7556"/>
                    <a:pt x="6059" y="7556"/>
                    <a:pt x="6059" y="7556"/>
                  </a:cubicBezTo>
                  <a:cubicBezTo>
                    <a:pt x="6059" y="7556"/>
                    <a:pt x="6059" y="7556"/>
                    <a:pt x="6059" y="7556"/>
                  </a:cubicBezTo>
                  <a:cubicBezTo>
                    <a:pt x="6059" y="7556"/>
                    <a:pt x="6059" y="7556"/>
                    <a:pt x="6059" y="7556"/>
                  </a:cubicBezTo>
                  <a:cubicBezTo>
                    <a:pt x="6059" y="7422"/>
                    <a:pt x="6059" y="7422"/>
                    <a:pt x="6059" y="7422"/>
                  </a:cubicBezTo>
                  <a:cubicBezTo>
                    <a:pt x="6059" y="7422"/>
                    <a:pt x="6059" y="7422"/>
                    <a:pt x="6059" y="7422"/>
                  </a:cubicBezTo>
                  <a:cubicBezTo>
                    <a:pt x="6171" y="7356"/>
                    <a:pt x="6171" y="7356"/>
                    <a:pt x="6171" y="7356"/>
                  </a:cubicBezTo>
                  <a:cubicBezTo>
                    <a:pt x="6171" y="7356"/>
                    <a:pt x="6171" y="7356"/>
                    <a:pt x="6171" y="7356"/>
                  </a:cubicBezTo>
                  <a:cubicBezTo>
                    <a:pt x="6227" y="7356"/>
                    <a:pt x="6227" y="7356"/>
                    <a:pt x="6227" y="7356"/>
                  </a:cubicBezTo>
                  <a:cubicBezTo>
                    <a:pt x="6227" y="7356"/>
                    <a:pt x="6227" y="7356"/>
                    <a:pt x="6227" y="7356"/>
                  </a:cubicBezTo>
                  <a:cubicBezTo>
                    <a:pt x="6227" y="7422"/>
                    <a:pt x="6227" y="7422"/>
                    <a:pt x="6227" y="7422"/>
                  </a:cubicBezTo>
                  <a:cubicBezTo>
                    <a:pt x="6171" y="7489"/>
                    <a:pt x="6171" y="7489"/>
                    <a:pt x="6171" y="7489"/>
                  </a:cubicBezTo>
                  <a:cubicBezTo>
                    <a:pt x="6227" y="7489"/>
                    <a:pt x="6227" y="7489"/>
                    <a:pt x="6227" y="7489"/>
                  </a:cubicBezTo>
                  <a:cubicBezTo>
                    <a:pt x="6171" y="7556"/>
                    <a:pt x="6171" y="7556"/>
                    <a:pt x="6171" y="7556"/>
                  </a:cubicBezTo>
                  <a:cubicBezTo>
                    <a:pt x="6171" y="7556"/>
                    <a:pt x="6171" y="7556"/>
                    <a:pt x="6171" y="7556"/>
                  </a:cubicBezTo>
                  <a:cubicBezTo>
                    <a:pt x="6171" y="7623"/>
                    <a:pt x="6171" y="7623"/>
                    <a:pt x="6171" y="7623"/>
                  </a:cubicBezTo>
                  <a:cubicBezTo>
                    <a:pt x="6227" y="7556"/>
                    <a:pt x="6227" y="7556"/>
                    <a:pt x="6227" y="7556"/>
                  </a:cubicBezTo>
                  <a:cubicBezTo>
                    <a:pt x="6227" y="7623"/>
                    <a:pt x="6227" y="7623"/>
                    <a:pt x="6227" y="7623"/>
                  </a:cubicBezTo>
                  <a:cubicBezTo>
                    <a:pt x="6227" y="7623"/>
                    <a:pt x="6227" y="7623"/>
                    <a:pt x="6227" y="7623"/>
                  </a:cubicBezTo>
                  <a:cubicBezTo>
                    <a:pt x="6171" y="7623"/>
                    <a:pt x="6171" y="7623"/>
                    <a:pt x="6171" y="7623"/>
                  </a:cubicBezTo>
                  <a:cubicBezTo>
                    <a:pt x="6115" y="7690"/>
                    <a:pt x="6115" y="7690"/>
                    <a:pt x="6115" y="7690"/>
                  </a:cubicBezTo>
                  <a:cubicBezTo>
                    <a:pt x="6115" y="7690"/>
                    <a:pt x="6115" y="7690"/>
                    <a:pt x="6115" y="7690"/>
                  </a:cubicBezTo>
                  <a:cubicBezTo>
                    <a:pt x="6059" y="7757"/>
                    <a:pt x="6059" y="7757"/>
                    <a:pt x="6059" y="7757"/>
                  </a:cubicBezTo>
                  <a:cubicBezTo>
                    <a:pt x="6059" y="7757"/>
                    <a:pt x="6059" y="7757"/>
                    <a:pt x="6059" y="7757"/>
                  </a:cubicBezTo>
                  <a:cubicBezTo>
                    <a:pt x="6059" y="7824"/>
                    <a:pt x="6059" y="7824"/>
                    <a:pt x="6059" y="7824"/>
                  </a:cubicBezTo>
                  <a:cubicBezTo>
                    <a:pt x="6115" y="7824"/>
                    <a:pt x="6115" y="7824"/>
                    <a:pt x="6115" y="7824"/>
                  </a:cubicBezTo>
                  <a:cubicBezTo>
                    <a:pt x="6171" y="7824"/>
                    <a:pt x="6171" y="7824"/>
                    <a:pt x="6171" y="7824"/>
                  </a:cubicBezTo>
                  <a:cubicBezTo>
                    <a:pt x="6227" y="7824"/>
                    <a:pt x="6227" y="7824"/>
                    <a:pt x="6227" y="7824"/>
                  </a:cubicBezTo>
                  <a:cubicBezTo>
                    <a:pt x="6283" y="7824"/>
                    <a:pt x="6283" y="7824"/>
                    <a:pt x="6283" y="7824"/>
                  </a:cubicBezTo>
                  <a:cubicBezTo>
                    <a:pt x="6339" y="7824"/>
                    <a:pt x="6339" y="7824"/>
                    <a:pt x="6339" y="7824"/>
                  </a:cubicBezTo>
                  <a:cubicBezTo>
                    <a:pt x="6395" y="7690"/>
                    <a:pt x="6395" y="7690"/>
                    <a:pt x="6395" y="7690"/>
                  </a:cubicBezTo>
                  <a:cubicBezTo>
                    <a:pt x="6451" y="7623"/>
                    <a:pt x="6451" y="7623"/>
                    <a:pt x="6451" y="7623"/>
                  </a:cubicBezTo>
                  <a:cubicBezTo>
                    <a:pt x="6508" y="7623"/>
                    <a:pt x="6508" y="7623"/>
                    <a:pt x="6508" y="7623"/>
                  </a:cubicBezTo>
                  <a:cubicBezTo>
                    <a:pt x="6508" y="7623"/>
                    <a:pt x="6508" y="7623"/>
                    <a:pt x="6508" y="7623"/>
                  </a:cubicBezTo>
                  <a:cubicBezTo>
                    <a:pt x="6564" y="7623"/>
                    <a:pt x="6564" y="7623"/>
                    <a:pt x="6564" y="7623"/>
                  </a:cubicBezTo>
                  <a:cubicBezTo>
                    <a:pt x="6620" y="7690"/>
                    <a:pt x="6620" y="7690"/>
                    <a:pt x="6620" y="7690"/>
                  </a:cubicBezTo>
                  <a:cubicBezTo>
                    <a:pt x="6620" y="7690"/>
                    <a:pt x="6620" y="7690"/>
                    <a:pt x="6620" y="7690"/>
                  </a:cubicBezTo>
                  <a:cubicBezTo>
                    <a:pt x="6732" y="7757"/>
                    <a:pt x="6732" y="7757"/>
                    <a:pt x="6732" y="7757"/>
                  </a:cubicBezTo>
                  <a:cubicBezTo>
                    <a:pt x="6732" y="7757"/>
                    <a:pt x="6732" y="7757"/>
                    <a:pt x="6732" y="7757"/>
                  </a:cubicBezTo>
                  <a:cubicBezTo>
                    <a:pt x="6732" y="7824"/>
                    <a:pt x="6732" y="7824"/>
                    <a:pt x="6732" y="7824"/>
                  </a:cubicBezTo>
                  <a:cubicBezTo>
                    <a:pt x="6788" y="7891"/>
                    <a:pt x="6788" y="7891"/>
                    <a:pt x="6788" y="7891"/>
                  </a:cubicBezTo>
                  <a:cubicBezTo>
                    <a:pt x="6788" y="7957"/>
                    <a:pt x="6788" y="7957"/>
                    <a:pt x="6788" y="7957"/>
                  </a:cubicBezTo>
                  <a:cubicBezTo>
                    <a:pt x="6844" y="8091"/>
                    <a:pt x="6844" y="8091"/>
                    <a:pt x="6844" y="8091"/>
                  </a:cubicBezTo>
                  <a:cubicBezTo>
                    <a:pt x="7069" y="8225"/>
                    <a:pt x="7069" y="8225"/>
                    <a:pt x="7069" y="8225"/>
                  </a:cubicBezTo>
                  <a:cubicBezTo>
                    <a:pt x="7069" y="8292"/>
                    <a:pt x="7069" y="8292"/>
                    <a:pt x="7069" y="8292"/>
                  </a:cubicBezTo>
                  <a:cubicBezTo>
                    <a:pt x="7125" y="8292"/>
                    <a:pt x="7125" y="8292"/>
                    <a:pt x="7125" y="8292"/>
                  </a:cubicBezTo>
                  <a:cubicBezTo>
                    <a:pt x="7181" y="8359"/>
                    <a:pt x="7181" y="8359"/>
                    <a:pt x="7181" y="8359"/>
                  </a:cubicBezTo>
                  <a:cubicBezTo>
                    <a:pt x="7237" y="8359"/>
                    <a:pt x="7237" y="8359"/>
                    <a:pt x="7237" y="8359"/>
                  </a:cubicBezTo>
                  <a:cubicBezTo>
                    <a:pt x="7293" y="8426"/>
                    <a:pt x="7293" y="8426"/>
                    <a:pt x="7293" y="8426"/>
                  </a:cubicBezTo>
                  <a:cubicBezTo>
                    <a:pt x="7293" y="8492"/>
                    <a:pt x="7293" y="8492"/>
                    <a:pt x="7293" y="8492"/>
                  </a:cubicBezTo>
                  <a:cubicBezTo>
                    <a:pt x="7349" y="8492"/>
                    <a:pt x="7349" y="8492"/>
                    <a:pt x="7349" y="8492"/>
                  </a:cubicBezTo>
                  <a:cubicBezTo>
                    <a:pt x="7349" y="8492"/>
                    <a:pt x="7349" y="8492"/>
                    <a:pt x="7349" y="8492"/>
                  </a:cubicBezTo>
                  <a:cubicBezTo>
                    <a:pt x="7349" y="8492"/>
                    <a:pt x="7349" y="8492"/>
                    <a:pt x="7349" y="8492"/>
                  </a:cubicBezTo>
                  <a:cubicBezTo>
                    <a:pt x="7461" y="8559"/>
                    <a:pt x="7461" y="8559"/>
                    <a:pt x="7461" y="8559"/>
                  </a:cubicBezTo>
                  <a:cubicBezTo>
                    <a:pt x="7461" y="8559"/>
                    <a:pt x="7461" y="8559"/>
                    <a:pt x="7461" y="8559"/>
                  </a:cubicBezTo>
                  <a:cubicBezTo>
                    <a:pt x="7461" y="8626"/>
                    <a:pt x="7461" y="8626"/>
                    <a:pt x="7461" y="8626"/>
                  </a:cubicBezTo>
                  <a:cubicBezTo>
                    <a:pt x="7517" y="8626"/>
                    <a:pt x="7517" y="8626"/>
                    <a:pt x="7517" y="8626"/>
                  </a:cubicBezTo>
                  <a:cubicBezTo>
                    <a:pt x="7517" y="8626"/>
                    <a:pt x="7517" y="8626"/>
                    <a:pt x="7517" y="8626"/>
                  </a:cubicBezTo>
                  <a:cubicBezTo>
                    <a:pt x="7517" y="8559"/>
                    <a:pt x="7517" y="8559"/>
                    <a:pt x="7517" y="8559"/>
                  </a:cubicBezTo>
                  <a:cubicBezTo>
                    <a:pt x="7517" y="8559"/>
                    <a:pt x="7517" y="8559"/>
                    <a:pt x="7517" y="8559"/>
                  </a:cubicBezTo>
                  <a:cubicBezTo>
                    <a:pt x="7461" y="8492"/>
                    <a:pt x="7461" y="8492"/>
                    <a:pt x="7461" y="8492"/>
                  </a:cubicBezTo>
                  <a:cubicBezTo>
                    <a:pt x="7461" y="8492"/>
                    <a:pt x="7461" y="8492"/>
                    <a:pt x="7461" y="8492"/>
                  </a:cubicBezTo>
                  <a:cubicBezTo>
                    <a:pt x="7574" y="8492"/>
                    <a:pt x="7574" y="8492"/>
                    <a:pt x="7574" y="8492"/>
                  </a:cubicBezTo>
                  <a:cubicBezTo>
                    <a:pt x="7574" y="8559"/>
                    <a:pt x="7574" y="8559"/>
                    <a:pt x="7574" y="8559"/>
                  </a:cubicBezTo>
                  <a:cubicBezTo>
                    <a:pt x="7574" y="8559"/>
                    <a:pt x="7574" y="8559"/>
                    <a:pt x="7574" y="8559"/>
                  </a:cubicBezTo>
                  <a:cubicBezTo>
                    <a:pt x="7630" y="8492"/>
                    <a:pt x="7630" y="8492"/>
                    <a:pt x="7630" y="8492"/>
                  </a:cubicBezTo>
                  <a:cubicBezTo>
                    <a:pt x="7630" y="8492"/>
                    <a:pt x="7630" y="8492"/>
                    <a:pt x="7630" y="8492"/>
                  </a:cubicBezTo>
                  <a:cubicBezTo>
                    <a:pt x="7686" y="8559"/>
                    <a:pt x="7686" y="8559"/>
                    <a:pt x="7686" y="8559"/>
                  </a:cubicBezTo>
                  <a:cubicBezTo>
                    <a:pt x="7686" y="8626"/>
                    <a:pt x="7686" y="8626"/>
                    <a:pt x="7686" y="8626"/>
                  </a:cubicBezTo>
                  <a:cubicBezTo>
                    <a:pt x="7742" y="8626"/>
                    <a:pt x="7742" y="8626"/>
                    <a:pt x="7742" y="8626"/>
                  </a:cubicBezTo>
                  <a:cubicBezTo>
                    <a:pt x="7742" y="8693"/>
                    <a:pt x="7742" y="8693"/>
                    <a:pt x="7742" y="8693"/>
                  </a:cubicBezTo>
                  <a:cubicBezTo>
                    <a:pt x="7798" y="8760"/>
                    <a:pt x="7798" y="8760"/>
                    <a:pt x="7798" y="8760"/>
                  </a:cubicBezTo>
                  <a:cubicBezTo>
                    <a:pt x="7798" y="8827"/>
                    <a:pt x="7798" y="8827"/>
                    <a:pt x="7798" y="8827"/>
                  </a:cubicBezTo>
                  <a:cubicBezTo>
                    <a:pt x="7798" y="8894"/>
                    <a:pt x="7798" y="8894"/>
                    <a:pt x="7798" y="8894"/>
                  </a:cubicBezTo>
                  <a:cubicBezTo>
                    <a:pt x="7798" y="8894"/>
                    <a:pt x="7798" y="8894"/>
                    <a:pt x="7798" y="8894"/>
                  </a:cubicBezTo>
                  <a:cubicBezTo>
                    <a:pt x="7798" y="8960"/>
                    <a:pt x="7798" y="8960"/>
                    <a:pt x="7798" y="8960"/>
                  </a:cubicBezTo>
                  <a:cubicBezTo>
                    <a:pt x="7742" y="9027"/>
                    <a:pt x="7742" y="9027"/>
                    <a:pt x="7742" y="9027"/>
                  </a:cubicBezTo>
                  <a:cubicBezTo>
                    <a:pt x="7630" y="8960"/>
                    <a:pt x="7630" y="8960"/>
                    <a:pt x="7630" y="8960"/>
                  </a:cubicBezTo>
                  <a:cubicBezTo>
                    <a:pt x="7574" y="8960"/>
                    <a:pt x="7574" y="8960"/>
                    <a:pt x="7574" y="8960"/>
                  </a:cubicBezTo>
                  <a:cubicBezTo>
                    <a:pt x="7574" y="9027"/>
                    <a:pt x="7574" y="9027"/>
                    <a:pt x="7574" y="9027"/>
                  </a:cubicBezTo>
                  <a:cubicBezTo>
                    <a:pt x="7574" y="9027"/>
                    <a:pt x="7574" y="9027"/>
                    <a:pt x="7574" y="9027"/>
                  </a:cubicBezTo>
                  <a:cubicBezTo>
                    <a:pt x="7517" y="9027"/>
                    <a:pt x="7517" y="9027"/>
                    <a:pt x="7517" y="9027"/>
                  </a:cubicBezTo>
                  <a:cubicBezTo>
                    <a:pt x="7461" y="9027"/>
                    <a:pt x="7461" y="9027"/>
                    <a:pt x="7461" y="9027"/>
                  </a:cubicBezTo>
                  <a:cubicBezTo>
                    <a:pt x="7461" y="9027"/>
                    <a:pt x="7461" y="9027"/>
                    <a:pt x="7461" y="9027"/>
                  </a:cubicBezTo>
                  <a:cubicBezTo>
                    <a:pt x="7405" y="9094"/>
                    <a:pt x="7405" y="9094"/>
                    <a:pt x="7405" y="9094"/>
                  </a:cubicBezTo>
                  <a:cubicBezTo>
                    <a:pt x="7405" y="9094"/>
                    <a:pt x="7405" y="9094"/>
                    <a:pt x="7405" y="9094"/>
                  </a:cubicBezTo>
                  <a:cubicBezTo>
                    <a:pt x="7349" y="9094"/>
                    <a:pt x="7349" y="9094"/>
                    <a:pt x="7349" y="9094"/>
                  </a:cubicBezTo>
                  <a:cubicBezTo>
                    <a:pt x="7293" y="9161"/>
                    <a:pt x="7293" y="9161"/>
                    <a:pt x="7293" y="9161"/>
                  </a:cubicBezTo>
                  <a:cubicBezTo>
                    <a:pt x="7349" y="9161"/>
                    <a:pt x="7349" y="9161"/>
                    <a:pt x="7349" y="9161"/>
                  </a:cubicBezTo>
                  <a:cubicBezTo>
                    <a:pt x="7405" y="9161"/>
                    <a:pt x="7405" y="9161"/>
                    <a:pt x="7405" y="9161"/>
                  </a:cubicBezTo>
                  <a:cubicBezTo>
                    <a:pt x="7405" y="9228"/>
                    <a:pt x="7405" y="9228"/>
                    <a:pt x="7405" y="9228"/>
                  </a:cubicBezTo>
                  <a:cubicBezTo>
                    <a:pt x="7461" y="9295"/>
                    <a:pt x="7461" y="9295"/>
                    <a:pt x="7461" y="9295"/>
                  </a:cubicBezTo>
                  <a:cubicBezTo>
                    <a:pt x="7461" y="9228"/>
                    <a:pt x="7461" y="9228"/>
                    <a:pt x="7461" y="9228"/>
                  </a:cubicBezTo>
                  <a:cubicBezTo>
                    <a:pt x="7517" y="9295"/>
                    <a:pt x="7517" y="9295"/>
                    <a:pt x="7517" y="9295"/>
                  </a:cubicBezTo>
                  <a:cubicBezTo>
                    <a:pt x="7517" y="9362"/>
                    <a:pt x="7517" y="9362"/>
                    <a:pt x="7517" y="9362"/>
                  </a:cubicBezTo>
                  <a:cubicBezTo>
                    <a:pt x="7574" y="9362"/>
                    <a:pt x="7574" y="9362"/>
                    <a:pt x="7574" y="9362"/>
                  </a:cubicBezTo>
                  <a:cubicBezTo>
                    <a:pt x="7686" y="9429"/>
                    <a:pt x="7686" y="9429"/>
                    <a:pt x="7686" y="9429"/>
                  </a:cubicBezTo>
                  <a:cubicBezTo>
                    <a:pt x="7742" y="9429"/>
                    <a:pt x="7742" y="9429"/>
                    <a:pt x="7742" y="9429"/>
                  </a:cubicBezTo>
                  <a:cubicBezTo>
                    <a:pt x="7854" y="9495"/>
                    <a:pt x="7854" y="9495"/>
                    <a:pt x="7854" y="9495"/>
                  </a:cubicBezTo>
                  <a:cubicBezTo>
                    <a:pt x="7910" y="9495"/>
                    <a:pt x="7910" y="9495"/>
                    <a:pt x="7910" y="9495"/>
                  </a:cubicBezTo>
                  <a:cubicBezTo>
                    <a:pt x="7910" y="9429"/>
                    <a:pt x="7910" y="9429"/>
                    <a:pt x="7910" y="9429"/>
                  </a:cubicBezTo>
                  <a:cubicBezTo>
                    <a:pt x="7966" y="9429"/>
                    <a:pt x="7966" y="9429"/>
                    <a:pt x="7966" y="9429"/>
                  </a:cubicBezTo>
                  <a:cubicBezTo>
                    <a:pt x="8022" y="9429"/>
                    <a:pt x="8022" y="9429"/>
                    <a:pt x="8022" y="9429"/>
                  </a:cubicBezTo>
                  <a:cubicBezTo>
                    <a:pt x="7966" y="9495"/>
                    <a:pt x="7966" y="9495"/>
                    <a:pt x="7966" y="9495"/>
                  </a:cubicBezTo>
                  <a:cubicBezTo>
                    <a:pt x="8078" y="9429"/>
                    <a:pt x="8078" y="9429"/>
                    <a:pt x="8078" y="9429"/>
                  </a:cubicBezTo>
                  <a:cubicBezTo>
                    <a:pt x="8078" y="9495"/>
                    <a:pt x="8078" y="9495"/>
                    <a:pt x="8078" y="9495"/>
                  </a:cubicBezTo>
                  <a:cubicBezTo>
                    <a:pt x="8135" y="9495"/>
                    <a:pt x="8135" y="9495"/>
                    <a:pt x="8135" y="9495"/>
                  </a:cubicBezTo>
                  <a:cubicBezTo>
                    <a:pt x="8135" y="9429"/>
                    <a:pt x="8135" y="9429"/>
                    <a:pt x="8135" y="9429"/>
                  </a:cubicBezTo>
                  <a:cubicBezTo>
                    <a:pt x="8191" y="9429"/>
                    <a:pt x="8191" y="9429"/>
                    <a:pt x="8191" y="9429"/>
                  </a:cubicBezTo>
                  <a:cubicBezTo>
                    <a:pt x="8191" y="9429"/>
                    <a:pt x="8191" y="9429"/>
                    <a:pt x="8191" y="9429"/>
                  </a:cubicBezTo>
                  <a:cubicBezTo>
                    <a:pt x="8191" y="9495"/>
                    <a:pt x="8191" y="9495"/>
                    <a:pt x="8191" y="9495"/>
                  </a:cubicBezTo>
                  <a:cubicBezTo>
                    <a:pt x="8303" y="9429"/>
                    <a:pt x="8303" y="9429"/>
                    <a:pt x="8303" y="9429"/>
                  </a:cubicBezTo>
                  <a:cubicBezTo>
                    <a:pt x="8415" y="9362"/>
                    <a:pt x="8415" y="9362"/>
                    <a:pt x="8415" y="9362"/>
                  </a:cubicBezTo>
                  <a:cubicBezTo>
                    <a:pt x="8471" y="9362"/>
                    <a:pt x="8471" y="9362"/>
                    <a:pt x="8471" y="9362"/>
                  </a:cubicBezTo>
                  <a:cubicBezTo>
                    <a:pt x="8471" y="9429"/>
                    <a:pt x="8471" y="9429"/>
                    <a:pt x="8471" y="9429"/>
                  </a:cubicBezTo>
                  <a:cubicBezTo>
                    <a:pt x="8471" y="9429"/>
                    <a:pt x="8471" y="9429"/>
                    <a:pt x="8471" y="9429"/>
                  </a:cubicBezTo>
                  <a:cubicBezTo>
                    <a:pt x="8471" y="9429"/>
                    <a:pt x="8471" y="9429"/>
                    <a:pt x="8471" y="9429"/>
                  </a:cubicBezTo>
                  <a:cubicBezTo>
                    <a:pt x="8471" y="9429"/>
                    <a:pt x="8471" y="9429"/>
                    <a:pt x="8471" y="9429"/>
                  </a:cubicBezTo>
                  <a:cubicBezTo>
                    <a:pt x="8471" y="9495"/>
                    <a:pt x="8471" y="9495"/>
                    <a:pt x="8471" y="9495"/>
                  </a:cubicBezTo>
                  <a:cubicBezTo>
                    <a:pt x="8471" y="9562"/>
                    <a:pt x="8471" y="9562"/>
                    <a:pt x="8471" y="9562"/>
                  </a:cubicBezTo>
                  <a:cubicBezTo>
                    <a:pt x="8471" y="9562"/>
                    <a:pt x="8471" y="9562"/>
                    <a:pt x="8471" y="9562"/>
                  </a:cubicBezTo>
                  <a:cubicBezTo>
                    <a:pt x="8471" y="9562"/>
                    <a:pt x="8471" y="9562"/>
                    <a:pt x="8471" y="9562"/>
                  </a:cubicBezTo>
                  <a:cubicBezTo>
                    <a:pt x="8527" y="9562"/>
                    <a:pt x="8527" y="9562"/>
                    <a:pt x="8527" y="9562"/>
                  </a:cubicBezTo>
                  <a:cubicBezTo>
                    <a:pt x="8527" y="9562"/>
                    <a:pt x="8527" y="9562"/>
                    <a:pt x="8527" y="9562"/>
                  </a:cubicBezTo>
                  <a:cubicBezTo>
                    <a:pt x="8527" y="9629"/>
                    <a:pt x="8527" y="9629"/>
                    <a:pt x="8527" y="9629"/>
                  </a:cubicBezTo>
                  <a:cubicBezTo>
                    <a:pt x="8527" y="9696"/>
                    <a:pt x="8527" y="9696"/>
                    <a:pt x="8527" y="9696"/>
                  </a:cubicBezTo>
                  <a:cubicBezTo>
                    <a:pt x="8527" y="9763"/>
                    <a:pt x="8527" y="9763"/>
                    <a:pt x="8527" y="9763"/>
                  </a:cubicBezTo>
                  <a:cubicBezTo>
                    <a:pt x="8527" y="9763"/>
                    <a:pt x="8527" y="9763"/>
                    <a:pt x="8527" y="9763"/>
                  </a:cubicBezTo>
                  <a:cubicBezTo>
                    <a:pt x="8583" y="9763"/>
                    <a:pt x="8583" y="9763"/>
                    <a:pt x="8583" y="9763"/>
                  </a:cubicBezTo>
                  <a:cubicBezTo>
                    <a:pt x="8583" y="9696"/>
                    <a:pt x="8583" y="9696"/>
                    <a:pt x="8583" y="9696"/>
                  </a:cubicBezTo>
                  <a:cubicBezTo>
                    <a:pt x="8583" y="9629"/>
                    <a:pt x="8583" y="9629"/>
                    <a:pt x="8583" y="9629"/>
                  </a:cubicBezTo>
                  <a:cubicBezTo>
                    <a:pt x="8639" y="9629"/>
                    <a:pt x="8639" y="9629"/>
                    <a:pt x="8639" y="9629"/>
                  </a:cubicBezTo>
                  <a:cubicBezTo>
                    <a:pt x="8583" y="9696"/>
                    <a:pt x="8583" y="9696"/>
                    <a:pt x="8583" y="9696"/>
                  </a:cubicBezTo>
                  <a:cubicBezTo>
                    <a:pt x="8583" y="9830"/>
                    <a:pt x="8583" y="9830"/>
                    <a:pt x="8583" y="9830"/>
                  </a:cubicBezTo>
                  <a:cubicBezTo>
                    <a:pt x="8527" y="9897"/>
                    <a:pt x="8527" y="9897"/>
                    <a:pt x="8527" y="9897"/>
                  </a:cubicBezTo>
                  <a:cubicBezTo>
                    <a:pt x="8527" y="9964"/>
                    <a:pt x="8527" y="9964"/>
                    <a:pt x="8527" y="9964"/>
                  </a:cubicBezTo>
                  <a:cubicBezTo>
                    <a:pt x="8583" y="10030"/>
                    <a:pt x="8583" y="10030"/>
                    <a:pt x="8583" y="10030"/>
                  </a:cubicBezTo>
                  <a:cubicBezTo>
                    <a:pt x="8583" y="10097"/>
                    <a:pt x="8583" y="10097"/>
                    <a:pt x="8583" y="10097"/>
                  </a:cubicBezTo>
                  <a:cubicBezTo>
                    <a:pt x="8527" y="10164"/>
                    <a:pt x="8527" y="10164"/>
                    <a:pt x="8527" y="10164"/>
                  </a:cubicBezTo>
                  <a:cubicBezTo>
                    <a:pt x="8583" y="10231"/>
                    <a:pt x="8583" y="10231"/>
                    <a:pt x="8583" y="10231"/>
                  </a:cubicBezTo>
                  <a:cubicBezTo>
                    <a:pt x="8583" y="10231"/>
                    <a:pt x="8583" y="10231"/>
                    <a:pt x="8583" y="10231"/>
                  </a:cubicBezTo>
                  <a:cubicBezTo>
                    <a:pt x="8583" y="10298"/>
                    <a:pt x="8583" y="10298"/>
                    <a:pt x="8583" y="10298"/>
                  </a:cubicBezTo>
                  <a:cubicBezTo>
                    <a:pt x="8583" y="10298"/>
                    <a:pt x="8583" y="10298"/>
                    <a:pt x="8583" y="10298"/>
                  </a:cubicBezTo>
                  <a:cubicBezTo>
                    <a:pt x="8639" y="10432"/>
                    <a:pt x="8639" y="10432"/>
                    <a:pt x="8639" y="10432"/>
                  </a:cubicBezTo>
                  <a:cubicBezTo>
                    <a:pt x="8639" y="10565"/>
                    <a:pt x="8639" y="10565"/>
                    <a:pt x="8639" y="10565"/>
                  </a:cubicBezTo>
                  <a:cubicBezTo>
                    <a:pt x="8639" y="10432"/>
                    <a:pt x="8639" y="10432"/>
                    <a:pt x="8639" y="10432"/>
                  </a:cubicBezTo>
                  <a:cubicBezTo>
                    <a:pt x="8639" y="10298"/>
                    <a:pt x="8639" y="10298"/>
                    <a:pt x="8639" y="10298"/>
                  </a:cubicBezTo>
                  <a:cubicBezTo>
                    <a:pt x="8639" y="10164"/>
                    <a:pt x="8639" y="10164"/>
                    <a:pt x="8639" y="10164"/>
                  </a:cubicBezTo>
                  <a:cubicBezTo>
                    <a:pt x="8696" y="10030"/>
                    <a:pt x="8696" y="10030"/>
                    <a:pt x="8696" y="10030"/>
                  </a:cubicBezTo>
                  <a:cubicBezTo>
                    <a:pt x="8696" y="10030"/>
                    <a:pt x="8696" y="10030"/>
                    <a:pt x="8696" y="10030"/>
                  </a:cubicBezTo>
                  <a:cubicBezTo>
                    <a:pt x="8696" y="10097"/>
                    <a:pt x="8696" y="10097"/>
                    <a:pt x="8696" y="10097"/>
                  </a:cubicBezTo>
                  <a:cubicBezTo>
                    <a:pt x="8696" y="10097"/>
                    <a:pt x="8696" y="10097"/>
                    <a:pt x="8696" y="10097"/>
                  </a:cubicBezTo>
                  <a:cubicBezTo>
                    <a:pt x="8696" y="10164"/>
                    <a:pt x="8696" y="10164"/>
                    <a:pt x="8696" y="10164"/>
                  </a:cubicBezTo>
                  <a:cubicBezTo>
                    <a:pt x="8696" y="10164"/>
                    <a:pt x="8696" y="10164"/>
                    <a:pt x="8696" y="10164"/>
                  </a:cubicBezTo>
                  <a:cubicBezTo>
                    <a:pt x="8752" y="10164"/>
                    <a:pt x="8752" y="10164"/>
                    <a:pt x="8752" y="10164"/>
                  </a:cubicBezTo>
                  <a:cubicBezTo>
                    <a:pt x="8752" y="10164"/>
                    <a:pt x="8752" y="10164"/>
                    <a:pt x="8752" y="10164"/>
                  </a:cubicBezTo>
                  <a:cubicBezTo>
                    <a:pt x="8808" y="10097"/>
                    <a:pt x="8808" y="10097"/>
                    <a:pt x="8808" y="10097"/>
                  </a:cubicBezTo>
                  <a:cubicBezTo>
                    <a:pt x="8808" y="10097"/>
                    <a:pt x="8808" y="10097"/>
                    <a:pt x="8808" y="10097"/>
                  </a:cubicBezTo>
                  <a:cubicBezTo>
                    <a:pt x="8752" y="10030"/>
                    <a:pt x="8752" y="10030"/>
                    <a:pt x="8752" y="10030"/>
                  </a:cubicBezTo>
                  <a:cubicBezTo>
                    <a:pt x="8752" y="9964"/>
                    <a:pt x="8752" y="9964"/>
                    <a:pt x="8752" y="9964"/>
                  </a:cubicBezTo>
                  <a:cubicBezTo>
                    <a:pt x="8808" y="9964"/>
                    <a:pt x="8808" y="9964"/>
                    <a:pt x="8808" y="9964"/>
                  </a:cubicBezTo>
                  <a:cubicBezTo>
                    <a:pt x="8808" y="9964"/>
                    <a:pt x="8808" y="9964"/>
                    <a:pt x="8808" y="9964"/>
                  </a:cubicBezTo>
                  <a:cubicBezTo>
                    <a:pt x="8752" y="9897"/>
                    <a:pt x="8752" y="9897"/>
                    <a:pt x="8752" y="9897"/>
                  </a:cubicBezTo>
                  <a:cubicBezTo>
                    <a:pt x="8752" y="9897"/>
                    <a:pt x="8752" y="9897"/>
                    <a:pt x="8752" y="9897"/>
                  </a:cubicBezTo>
                  <a:cubicBezTo>
                    <a:pt x="8808" y="9763"/>
                    <a:pt x="8808" y="9763"/>
                    <a:pt x="8808" y="9763"/>
                  </a:cubicBezTo>
                  <a:cubicBezTo>
                    <a:pt x="8808" y="9629"/>
                    <a:pt x="8808" y="9629"/>
                    <a:pt x="8808" y="9629"/>
                  </a:cubicBezTo>
                  <a:cubicBezTo>
                    <a:pt x="8808" y="9629"/>
                    <a:pt x="8808" y="9629"/>
                    <a:pt x="8808" y="9629"/>
                  </a:cubicBezTo>
                  <a:cubicBezTo>
                    <a:pt x="8808" y="9562"/>
                    <a:pt x="8808" y="9562"/>
                    <a:pt x="8808" y="9562"/>
                  </a:cubicBezTo>
                  <a:cubicBezTo>
                    <a:pt x="8864" y="9562"/>
                    <a:pt x="8864" y="9562"/>
                    <a:pt x="8864" y="9562"/>
                  </a:cubicBezTo>
                  <a:cubicBezTo>
                    <a:pt x="8920" y="9495"/>
                    <a:pt x="8920" y="9495"/>
                    <a:pt x="8920" y="9495"/>
                  </a:cubicBezTo>
                  <a:cubicBezTo>
                    <a:pt x="8920" y="9495"/>
                    <a:pt x="8920" y="9495"/>
                    <a:pt x="8920" y="9495"/>
                  </a:cubicBezTo>
                  <a:cubicBezTo>
                    <a:pt x="8976" y="9495"/>
                    <a:pt x="8976" y="9495"/>
                    <a:pt x="8976" y="9495"/>
                  </a:cubicBezTo>
                  <a:cubicBezTo>
                    <a:pt x="8976" y="9495"/>
                    <a:pt x="8976" y="9495"/>
                    <a:pt x="8976" y="9495"/>
                  </a:cubicBezTo>
                  <a:cubicBezTo>
                    <a:pt x="9032" y="9495"/>
                    <a:pt x="9032" y="9495"/>
                    <a:pt x="9032" y="9495"/>
                  </a:cubicBezTo>
                  <a:cubicBezTo>
                    <a:pt x="9032" y="9495"/>
                    <a:pt x="9032" y="9495"/>
                    <a:pt x="9032" y="9495"/>
                  </a:cubicBezTo>
                  <a:cubicBezTo>
                    <a:pt x="9088" y="9429"/>
                    <a:pt x="9088" y="9429"/>
                    <a:pt x="9088" y="9429"/>
                  </a:cubicBezTo>
                  <a:cubicBezTo>
                    <a:pt x="9088" y="9429"/>
                    <a:pt x="9088" y="9429"/>
                    <a:pt x="9088" y="9429"/>
                  </a:cubicBezTo>
                  <a:cubicBezTo>
                    <a:pt x="9088" y="9495"/>
                    <a:pt x="9088" y="9495"/>
                    <a:pt x="9088" y="9495"/>
                  </a:cubicBezTo>
                  <a:cubicBezTo>
                    <a:pt x="9144" y="9429"/>
                    <a:pt x="9144" y="9429"/>
                    <a:pt x="9144" y="9429"/>
                  </a:cubicBezTo>
                  <a:cubicBezTo>
                    <a:pt x="9201" y="9429"/>
                    <a:pt x="9201" y="9429"/>
                    <a:pt x="9201" y="9429"/>
                  </a:cubicBezTo>
                  <a:cubicBezTo>
                    <a:pt x="9201" y="9362"/>
                    <a:pt x="9201" y="9362"/>
                    <a:pt x="9201" y="9362"/>
                  </a:cubicBezTo>
                  <a:cubicBezTo>
                    <a:pt x="9201" y="9362"/>
                    <a:pt x="9201" y="9362"/>
                    <a:pt x="9201" y="9362"/>
                  </a:cubicBezTo>
                  <a:cubicBezTo>
                    <a:pt x="9257" y="9429"/>
                    <a:pt x="9257" y="9429"/>
                    <a:pt x="9257" y="9429"/>
                  </a:cubicBezTo>
                  <a:cubicBezTo>
                    <a:pt x="9257" y="9429"/>
                    <a:pt x="9257" y="9429"/>
                    <a:pt x="9257" y="9429"/>
                  </a:cubicBezTo>
                  <a:cubicBezTo>
                    <a:pt x="9257" y="9495"/>
                    <a:pt x="9257" y="9495"/>
                    <a:pt x="9257" y="9495"/>
                  </a:cubicBezTo>
                  <a:cubicBezTo>
                    <a:pt x="9257" y="9429"/>
                    <a:pt x="9257" y="9429"/>
                    <a:pt x="9257" y="9429"/>
                  </a:cubicBezTo>
                  <a:cubicBezTo>
                    <a:pt x="9257" y="9362"/>
                    <a:pt x="9257" y="9362"/>
                    <a:pt x="9257" y="9362"/>
                  </a:cubicBezTo>
                  <a:cubicBezTo>
                    <a:pt x="9313" y="9295"/>
                    <a:pt x="9313" y="9295"/>
                    <a:pt x="9313" y="9295"/>
                  </a:cubicBezTo>
                  <a:cubicBezTo>
                    <a:pt x="9313" y="9295"/>
                    <a:pt x="9313" y="9295"/>
                    <a:pt x="9313" y="9295"/>
                  </a:cubicBezTo>
                  <a:cubicBezTo>
                    <a:pt x="9369" y="9295"/>
                    <a:pt x="9369" y="9295"/>
                    <a:pt x="9369" y="9295"/>
                  </a:cubicBezTo>
                  <a:cubicBezTo>
                    <a:pt x="9425" y="9295"/>
                    <a:pt x="9425" y="9295"/>
                    <a:pt x="9425" y="9295"/>
                  </a:cubicBezTo>
                  <a:cubicBezTo>
                    <a:pt x="9425" y="9295"/>
                    <a:pt x="9425" y="9295"/>
                    <a:pt x="9425" y="9295"/>
                  </a:cubicBezTo>
                  <a:cubicBezTo>
                    <a:pt x="9481" y="9295"/>
                    <a:pt x="9481" y="9295"/>
                    <a:pt x="9481" y="9295"/>
                  </a:cubicBezTo>
                  <a:cubicBezTo>
                    <a:pt x="9537" y="9228"/>
                    <a:pt x="9537" y="9228"/>
                    <a:pt x="9537" y="9228"/>
                  </a:cubicBezTo>
                  <a:cubicBezTo>
                    <a:pt x="9481" y="9228"/>
                    <a:pt x="9481" y="9228"/>
                    <a:pt x="9481" y="9228"/>
                  </a:cubicBezTo>
                  <a:cubicBezTo>
                    <a:pt x="9537" y="9161"/>
                    <a:pt x="9537" y="9161"/>
                    <a:pt x="9537" y="9161"/>
                  </a:cubicBezTo>
                  <a:cubicBezTo>
                    <a:pt x="9481" y="9161"/>
                    <a:pt x="9481" y="9161"/>
                    <a:pt x="9481" y="9161"/>
                  </a:cubicBezTo>
                  <a:cubicBezTo>
                    <a:pt x="9481" y="9161"/>
                    <a:pt x="9481" y="9161"/>
                    <a:pt x="9481" y="9161"/>
                  </a:cubicBezTo>
                  <a:cubicBezTo>
                    <a:pt x="9425" y="9161"/>
                    <a:pt x="9425" y="9161"/>
                    <a:pt x="9425" y="9161"/>
                  </a:cubicBezTo>
                  <a:cubicBezTo>
                    <a:pt x="9313" y="9228"/>
                    <a:pt x="9313" y="9228"/>
                    <a:pt x="9313" y="9228"/>
                  </a:cubicBezTo>
                  <a:cubicBezTo>
                    <a:pt x="9313" y="9228"/>
                    <a:pt x="9313" y="9228"/>
                    <a:pt x="9313" y="9228"/>
                  </a:cubicBezTo>
                  <a:cubicBezTo>
                    <a:pt x="9313" y="9228"/>
                    <a:pt x="9313" y="9228"/>
                    <a:pt x="9313" y="9228"/>
                  </a:cubicBezTo>
                  <a:cubicBezTo>
                    <a:pt x="9257" y="9228"/>
                    <a:pt x="9257" y="9228"/>
                    <a:pt x="9257" y="9228"/>
                  </a:cubicBezTo>
                  <a:cubicBezTo>
                    <a:pt x="9257" y="9295"/>
                    <a:pt x="9257" y="9295"/>
                    <a:pt x="9257" y="9295"/>
                  </a:cubicBezTo>
                  <a:cubicBezTo>
                    <a:pt x="9257" y="9295"/>
                    <a:pt x="9257" y="9295"/>
                    <a:pt x="9257" y="9295"/>
                  </a:cubicBezTo>
                  <a:cubicBezTo>
                    <a:pt x="9201" y="9228"/>
                    <a:pt x="9201" y="9228"/>
                    <a:pt x="9201" y="9228"/>
                  </a:cubicBezTo>
                  <a:cubicBezTo>
                    <a:pt x="9201" y="9228"/>
                    <a:pt x="9201" y="9228"/>
                    <a:pt x="9201" y="9228"/>
                  </a:cubicBezTo>
                  <a:cubicBezTo>
                    <a:pt x="9201" y="9228"/>
                    <a:pt x="9201" y="9228"/>
                    <a:pt x="9201" y="9228"/>
                  </a:cubicBezTo>
                  <a:cubicBezTo>
                    <a:pt x="9144" y="9295"/>
                    <a:pt x="9144" y="9295"/>
                    <a:pt x="9144" y="9295"/>
                  </a:cubicBezTo>
                  <a:cubicBezTo>
                    <a:pt x="9144" y="9295"/>
                    <a:pt x="9144" y="9295"/>
                    <a:pt x="9144" y="9295"/>
                  </a:cubicBezTo>
                  <a:cubicBezTo>
                    <a:pt x="9088" y="9228"/>
                    <a:pt x="9088" y="9228"/>
                    <a:pt x="9088" y="9228"/>
                  </a:cubicBezTo>
                  <a:cubicBezTo>
                    <a:pt x="9032" y="9228"/>
                    <a:pt x="9032" y="9228"/>
                    <a:pt x="9032" y="9228"/>
                  </a:cubicBezTo>
                  <a:cubicBezTo>
                    <a:pt x="9032" y="9228"/>
                    <a:pt x="9032" y="9228"/>
                    <a:pt x="9032" y="9228"/>
                  </a:cubicBezTo>
                  <a:cubicBezTo>
                    <a:pt x="9032" y="9228"/>
                    <a:pt x="9032" y="9228"/>
                    <a:pt x="9032" y="9228"/>
                  </a:cubicBezTo>
                  <a:cubicBezTo>
                    <a:pt x="9032" y="9295"/>
                    <a:pt x="9032" y="9295"/>
                    <a:pt x="9032" y="9295"/>
                  </a:cubicBezTo>
                  <a:cubicBezTo>
                    <a:pt x="9032" y="9295"/>
                    <a:pt x="9032" y="9295"/>
                    <a:pt x="9032" y="9295"/>
                  </a:cubicBezTo>
                  <a:cubicBezTo>
                    <a:pt x="9032" y="9362"/>
                    <a:pt x="9032" y="9362"/>
                    <a:pt x="9032" y="9362"/>
                  </a:cubicBezTo>
                  <a:cubicBezTo>
                    <a:pt x="8976" y="9362"/>
                    <a:pt x="8976" y="9362"/>
                    <a:pt x="8976" y="9362"/>
                  </a:cubicBezTo>
                  <a:cubicBezTo>
                    <a:pt x="8976" y="9362"/>
                    <a:pt x="8976" y="9362"/>
                    <a:pt x="8976" y="9362"/>
                  </a:cubicBezTo>
                  <a:cubicBezTo>
                    <a:pt x="8920" y="9295"/>
                    <a:pt x="8920" y="9295"/>
                    <a:pt x="8920" y="9295"/>
                  </a:cubicBezTo>
                  <a:cubicBezTo>
                    <a:pt x="8920" y="9295"/>
                    <a:pt x="8920" y="9295"/>
                    <a:pt x="8920" y="9295"/>
                  </a:cubicBezTo>
                  <a:cubicBezTo>
                    <a:pt x="8920" y="9295"/>
                    <a:pt x="8920" y="9295"/>
                    <a:pt x="8920" y="9295"/>
                  </a:cubicBezTo>
                  <a:cubicBezTo>
                    <a:pt x="8920" y="9228"/>
                    <a:pt x="8920" y="9228"/>
                    <a:pt x="8920" y="9228"/>
                  </a:cubicBezTo>
                  <a:cubicBezTo>
                    <a:pt x="8920" y="9228"/>
                    <a:pt x="8920" y="9228"/>
                    <a:pt x="8920" y="9228"/>
                  </a:cubicBezTo>
                  <a:cubicBezTo>
                    <a:pt x="8920" y="9228"/>
                    <a:pt x="8920" y="9228"/>
                    <a:pt x="8920" y="9228"/>
                  </a:cubicBezTo>
                  <a:cubicBezTo>
                    <a:pt x="8864" y="9228"/>
                    <a:pt x="8864" y="9228"/>
                    <a:pt x="8864" y="9228"/>
                  </a:cubicBezTo>
                  <a:cubicBezTo>
                    <a:pt x="8864" y="9161"/>
                    <a:pt x="8864" y="9161"/>
                    <a:pt x="8864" y="9161"/>
                  </a:cubicBezTo>
                  <a:cubicBezTo>
                    <a:pt x="8920" y="9161"/>
                    <a:pt x="8920" y="9161"/>
                    <a:pt x="8920" y="9161"/>
                  </a:cubicBezTo>
                  <a:cubicBezTo>
                    <a:pt x="8976" y="9027"/>
                    <a:pt x="8976" y="9027"/>
                    <a:pt x="8976" y="9027"/>
                  </a:cubicBezTo>
                  <a:cubicBezTo>
                    <a:pt x="9032" y="9027"/>
                    <a:pt x="9032" y="9027"/>
                    <a:pt x="9032" y="9027"/>
                  </a:cubicBezTo>
                  <a:cubicBezTo>
                    <a:pt x="9088" y="9094"/>
                    <a:pt x="9088" y="9094"/>
                    <a:pt x="9088" y="9094"/>
                  </a:cubicBezTo>
                  <a:cubicBezTo>
                    <a:pt x="9257" y="9027"/>
                    <a:pt x="9257" y="9027"/>
                    <a:pt x="9257" y="9027"/>
                  </a:cubicBezTo>
                  <a:cubicBezTo>
                    <a:pt x="9369" y="9027"/>
                    <a:pt x="9369" y="9027"/>
                    <a:pt x="9369" y="9027"/>
                  </a:cubicBezTo>
                  <a:cubicBezTo>
                    <a:pt x="9425" y="9027"/>
                    <a:pt x="9425" y="9027"/>
                    <a:pt x="9425" y="9027"/>
                  </a:cubicBezTo>
                  <a:cubicBezTo>
                    <a:pt x="9481" y="9027"/>
                    <a:pt x="9481" y="9027"/>
                    <a:pt x="9481" y="9027"/>
                  </a:cubicBezTo>
                  <a:cubicBezTo>
                    <a:pt x="9537" y="9027"/>
                    <a:pt x="9537" y="9027"/>
                    <a:pt x="9537" y="9027"/>
                  </a:cubicBezTo>
                  <a:cubicBezTo>
                    <a:pt x="9537" y="9094"/>
                    <a:pt x="9537" y="9094"/>
                    <a:pt x="9537" y="9094"/>
                  </a:cubicBezTo>
                  <a:cubicBezTo>
                    <a:pt x="9537" y="9094"/>
                    <a:pt x="9537" y="9094"/>
                    <a:pt x="9537" y="9094"/>
                  </a:cubicBezTo>
                  <a:cubicBezTo>
                    <a:pt x="9593" y="9094"/>
                    <a:pt x="9593" y="9094"/>
                    <a:pt x="9593" y="9094"/>
                  </a:cubicBezTo>
                  <a:cubicBezTo>
                    <a:pt x="9593" y="9228"/>
                    <a:pt x="9593" y="9228"/>
                    <a:pt x="9593" y="9228"/>
                  </a:cubicBezTo>
                  <a:cubicBezTo>
                    <a:pt x="9537" y="9228"/>
                    <a:pt x="9537" y="9228"/>
                    <a:pt x="9537" y="9228"/>
                  </a:cubicBezTo>
                  <a:cubicBezTo>
                    <a:pt x="9593" y="9295"/>
                    <a:pt x="9593" y="9295"/>
                    <a:pt x="9593" y="9295"/>
                  </a:cubicBezTo>
                  <a:cubicBezTo>
                    <a:pt x="9593" y="9295"/>
                    <a:pt x="9593" y="9295"/>
                    <a:pt x="9593" y="9295"/>
                  </a:cubicBezTo>
                  <a:cubicBezTo>
                    <a:pt x="9537" y="9295"/>
                    <a:pt x="9537" y="9295"/>
                    <a:pt x="9537" y="9295"/>
                  </a:cubicBezTo>
                  <a:cubicBezTo>
                    <a:pt x="9537" y="9362"/>
                    <a:pt x="9537" y="9362"/>
                    <a:pt x="9537" y="9362"/>
                  </a:cubicBezTo>
                  <a:cubicBezTo>
                    <a:pt x="9537" y="9362"/>
                    <a:pt x="9537" y="9362"/>
                    <a:pt x="9537" y="9362"/>
                  </a:cubicBezTo>
                  <a:cubicBezTo>
                    <a:pt x="9593" y="9429"/>
                    <a:pt x="9593" y="9429"/>
                    <a:pt x="9593" y="9429"/>
                  </a:cubicBezTo>
                  <a:cubicBezTo>
                    <a:pt x="9593" y="9429"/>
                    <a:pt x="9593" y="9429"/>
                    <a:pt x="9593" y="9429"/>
                  </a:cubicBezTo>
                  <a:cubicBezTo>
                    <a:pt x="9649" y="9495"/>
                    <a:pt x="9649" y="9495"/>
                    <a:pt x="9649" y="9495"/>
                  </a:cubicBezTo>
                  <a:cubicBezTo>
                    <a:pt x="9649" y="9495"/>
                    <a:pt x="9649" y="9495"/>
                    <a:pt x="9649" y="9495"/>
                  </a:cubicBezTo>
                  <a:cubicBezTo>
                    <a:pt x="9593" y="9562"/>
                    <a:pt x="9593" y="9562"/>
                    <a:pt x="9593" y="9562"/>
                  </a:cubicBezTo>
                  <a:cubicBezTo>
                    <a:pt x="9593" y="9562"/>
                    <a:pt x="9593" y="9562"/>
                    <a:pt x="9593" y="9562"/>
                  </a:cubicBezTo>
                  <a:cubicBezTo>
                    <a:pt x="9593" y="9629"/>
                    <a:pt x="9593" y="9629"/>
                    <a:pt x="9593" y="9629"/>
                  </a:cubicBezTo>
                  <a:cubicBezTo>
                    <a:pt x="9649" y="9629"/>
                    <a:pt x="9649" y="9629"/>
                    <a:pt x="9649" y="9629"/>
                  </a:cubicBezTo>
                  <a:cubicBezTo>
                    <a:pt x="9649" y="9629"/>
                    <a:pt x="9649" y="9629"/>
                    <a:pt x="9649" y="9629"/>
                  </a:cubicBezTo>
                  <a:cubicBezTo>
                    <a:pt x="9649" y="9629"/>
                    <a:pt x="9649" y="9629"/>
                    <a:pt x="9649" y="9629"/>
                  </a:cubicBezTo>
                  <a:cubicBezTo>
                    <a:pt x="9705" y="9629"/>
                    <a:pt x="9705" y="9629"/>
                    <a:pt x="9705" y="9629"/>
                  </a:cubicBezTo>
                  <a:cubicBezTo>
                    <a:pt x="9705" y="9696"/>
                    <a:pt x="9705" y="9696"/>
                    <a:pt x="9705" y="9696"/>
                  </a:cubicBezTo>
                  <a:cubicBezTo>
                    <a:pt x="9762" y="9696"/>
                    <a:pt x="9762" y="9696"/>
                    <a:pt x="9762" y="9696"/>
                  </a:cubicBezTo>
                  <a:cubicBezTo>
                    <a:pt x="9818" y="9629"/>
                    <a:pt x="9818" y="9629"/>
                    <a:pt x="9818" y="9629"/>
                  </a:cubicBezTo>
                  <a:cubicBezTo>
                    <a:pt x="9818" y="9696"/>
                    <a:pt x="9818" y="9696"/>
                    <a:pt x="9818" y="9696"/>
                  </a:cubicBezTo>
                  <a:cubicBezTo>
                    <a:pt x="9818" y="9696"/>
                    <a:pt x="9818" y="9696"/>
                    <a:pt x="9818" y="9696"/>
                  </a:cubicBezTo>
                  <a:cubicBezTo>
                    <a:pt x="9874" y="9696"/>
                    <a:pt x="9874" y="9696"/>
                    <a:pt x="9874" y="9696"/>
                  </a:cubicBezTo>
                  <a:cubicBezTo>
                    <a:pt x="9874" y="9696"/>
                    <a:pt x="9874" y="9696"/>
                    <a:pt x="9874" y="9696"/>
                  </a:cubicBezTo>
                  <a:cubicBezTo>
                    <a:pt x="9874" y="9763"/>
                    <a:pt x="9874" y="9763"/>
                    <a:pt x="9874" y="9763"/>
                  </a:cubicBezTo>
                  <a:cubicBezTo>
                    <a:pt x="9874" y="9763"/>
                    <a:pt x="9874" y="9763"/>
                    <a:pt x="9874" y="9763"/>
                  </a:cubicBezTo>
                  <a:cubicBezTo>
                    <a:pt x="9874" y="9830"/>
                    <a:pt x="9874" y="9830"/>
                    <a:pt x="9874" y="9830"/>
                  </a:cubicBezTo>
                  <a:cubicBezTo>
                    <a:pt x="9930" y="9830"/>
                    <a:pt x="9930" y="9830"/>
                    <a:pt x="9930" y="9830"/>
                  </a:cubicBezTo>
                  <a:cubicBezTo>
                    <a:pt x="9930" y="9830"/>
                    <a:pt x="9930" y="9830"/>
                    <a:pt x="9930" y="9830"/>
                  </a:cubicBezTo>
                  <a:cubicBezTo>
                    <a:pt x="9986" y="9897"/>
                    <a:pt x="9986" y="9897"/>
                    <a:pt x="9986" y="9897"/>
                  </a:cubicBezTo>
                  <a:cubicBezTo>
                    <a:pt x="9986" y="9964"/>
                    <a:pt x="9986" y="9964"/>
                    <a:pt x="9986" y="9964"/>
                  </a:cubicBezTo>
                  <a:cubicBezTo>
                    <a:pt x="10042" y="9897"/>
                    <a:pt x="10042" y="9897"/>
                    <a:pt x="10042" y="9897"/>
                  </a:cubicBezTo>
                  <a:cubicBezTo>
                    <a:pt x="10042" y="9897"/>
                    <a:pt x="10042" y="9897"/>
                    <a:pt x="10042" y="9897"/>
                  </a:cubicBezTo>
                  <a:cubicBezTo>
                    <a:pt x="10042" y="9964"/>
                    <a:pt x="10042" y="9964"/>
                    <a:pt x="10042" y="9964"/>
                  </a:cubicBezTo>
                  <a:cubicBezTo>
                    <a:pt x="10098" y="9964"/>
                    <a:pt x="10098" y="9964"/>
                    <a:pt x="10098" y="9964"/>
                  </a:cubicBezTo>
                  <a:cubicBezTo>
                    <a:pt x="10154" y="10030"/>
                    <a:pt x="10154" y="10030"/>
                    <a:pt x="10154" y="10030"/>
                  </a:cubicBezTo>
                  <a:cubicBezTo>
                    <a:pt x="10210" y="9964"/>
                    <a:pt x="10210" y="9964"/>
                    <a:pt x="10210" y="9964"/>
                  </a:cubicBezTo>
                  <a:cubicBezTo>
                    <a:pt x="10267" y="10030"/>
                    <a:pt x="10267" y="10030"/>
                    <a:pt x="10267" y="10030"/>
                  </a:cubicBezTo>
                  <a:cubicBezTo>
                    <a:pt x="10267" y="9964"/>
                    <a:pt x="10267" y="9964"/>
                    <a:pt x="10267" y="9964"/>
                  </a:cubicBezTo>
                  <a:cubicBezTo>
                    <a:pt x="10379" y="9897"/>
                    <a:pt x="10379" y="9897"/>
                    <a:pt x="10379" y="9897"/>
                  </a:cubicBezTo>
                  <a:cubicBezTo>
                    <a:pt x="10379" y="9897"/>
                    <a:pt x="10379" y="9897"/>
                    <a:pt x="10379" y="9897"/>
                  </a:cubicBezTo>
                  <a:cubicBezTo>
                    <a:pt x="10379" y="9964"/>
                    <a:pt x="10379" y="9964"/>
                    <a:pt x="10379" y="9964"/>
                  </a:cubicBezTo>
                  <a:cubicBezTo>
                    <a:pt x="10491" y="9964"/>
                    <a:pt x="10491" y="9964"/>
                    <a:pt x="10491" y="9964"/>
                  </a:cubicBezTo>
                  <a:cubicBezTo>
                    <a:pt x="10547" y="10030"/>
                    <a:pt x="10547" y="10030"/>
                    <a:pt x="10547" y="10030"/>
                  </a:cubicBezTo>
                  <a:cubicBezTo>
                    <a:pt x="10603" y="10030"/>
                    <a:pt x="10603" y="10030"/>
                    <a:pt x="10603" y="10030"/>
                  </a:cubicBezTo>
                  <a:cubicBezTo>
                    <a:pt x="10659" y="10030"/>
                    <a:pt x="10659" y="10030"/>
                    <a:pt x="10659" y="10030"/>
                  </a:cubicBezTo>
                  <a:cubicBezTo>
                    <a:pt x="10659" y="10030"/>
                    <a:pt x="10659" y="10030"/>
                    <a:pt x="10659" y="10030"/>
                  </a:cubicBezTo>
                  <a:cubicBezTo>
                    <a:pt x="10771" y="10030"/>
                    <a:pt x="10771" y="10030"/>
                    <a:pt x="10771" y="10030"/>
                  </a:cubicBezTo>
                  <a:cubicBezTo>
                    <a:pt x="10771" y="10097"/>
                    <a:pt x="10771" y="10097"/>
                    <a:pt x="10771" y="10097"/>
                  </a:cubicBezTo>
                  <a:cubicBezTo>
                    <a:pt x="10828" y="10030"/>
                    <a:pt x="10828" y="10030"/>
                    <a:pt x="10828" y="10030"/>
                  </a:cubicBezTo>
                  <a:cubicBezTo>
                    <a:pt x="10828" y="9964"/>
                    <a:pt x="10828" y="9964"/>
                    <a:pt x="10828" y="9964"/>
                  </a:cubicBezTo>
                  <a:cubicBezTo>
                    <a:pt x="10771" y="9964"/>
                    <a:pt x="10771" y="9964"/>
                    <a:pt x="10771" y="9964"/>
                  </a:cubicBezTo>
                  <a:cubicBezTo>
                    <a:pt x="10771" y="9897"/>
                    <a:pt x="10771" y="9897"/>
                    <a:pt x="10771" y="9897"/>
                  </a:cubicBezTo>
                  <a:cubicBezTo>
                    <a:pt x="10771" y="9830"/>
                    <a:pt x="10771" y="9830"/>
                    <a:pt x="10771" y="9830"/>
                  </a:cubicBezTo>
                  <a:cubicBezTo>
                    <a:pt x="10771" y="9830"/>
                    <a:pt x="10771" y="9830"/>
                    <a:pt x="10771" y="9830"/>
                  </a:cubicBezTo>
                  <a:cubicBezTo>
                    <a:pt x="10828" y="9964"/>
                    <a:pt x="10828" y="9964"/>
                    <a:pt x="10828" y="9964"/>
                  </a:cubicBezTo>
                  <a:cubicBezTo>
                    <a:pt x="10828" y="10030"/>
                    <a:pt x="10828" y="10030"/>
                    <a:pt x="10828" y="10030"/>
                  </a:cubicBezTo>
                  <a:cubicBezTo>
                    <a:pt x="10884" y="10097"/>
                    <a:pt x="10884" y="10097"/>
                    <a:pt x="10884" y="10097"/>
                  </a:cubicBezTo>
                  <a:cubicBezTo>
                    <a:pt x="10940" y="10097"/>
                    <a:pt x="10940" y="10097"/>
                    <a:pt x="10940" y="10097"/>
                  </a:cubicBezTo>
                  <a:cubicBezTo>
                    <a:pt x="10940" y="10164"/>
                    <a:pt x="10940" y="10164"/>
                    <a:pt x="10940" y="10164"/>
                  </a:cubicBezTo>
                  <a:cubicBezTo>
                    <a:pt x="10940" y="10097"/>
                    <a:pt x="10940" y="10097"/>
                    <a:pt x="10940" y="10097"/>
                  </a:cubicBezTo>
                  <a:cubicBezTo>
                    <a:pt x="10940" y="10030"/>
                    <a:pt x="10940" y="10030"/>
                    <a:pt x="10940" y="10030"/>
                  </a:cubicBezTo>
                  <a:cubicBezTo>
                    <a:pt x="10884" y="10030"/>
                    <a:pt x="10884" y="10030"/>
                    <a:pt x="10884" y="10030"/>
                  </a:cubicBezTo>
                  <a:cubicBezTo>
                    <a:pt x="10828" y="9964"/>
                    <a:pt x="10828" y="9964"/>
                    <a:pt x="10828" y="9964"/>
                  </a:cubicBezTo>
                  <a:cubicBezTo>
                    <a:pt x="10828" y="9830"/>
                    <a:pt x="10828" y="9830"/>
                    <a:pt x="10828" y="9830"/>
                  </a:cubicBezTo>
                  <a:cubicBezTo>
                    <a:pt x="10828" y="9763"/>
                    <a:pt x="10828" y="9763"/>
                    <a:pt x="10828" y="9763"/>
                  </a:cubicBezTo>
                  <a:cubicBezTo>
                    <a:pt x="10884" y="9830"/>
                    <a:pt x="10884" y="9830"/>
                    <a:pt x="10884" y="9830"/>
                  </a:cubicBezTo>
                  <a:cubicBezTo>
                    <a:pt x="10884" y="9830"/>
                    <a:pt x="10884" y="9830"/>
                    <a:pt x="10884" y="9830"/>
                  </a:cubicBezTo>
                  <a:cubicBezTo>
                    <a:pt x="10884" y="9830"/>
                    <a:pt x="10884" y="9830"/>
                    <a:pt x="10884" y="9830"/>
                  </a:cubicBezTo>
                  <a:cubicBezTo>
                    <a:pt x="10884" y="9830"/>
                    <a:pt x="10884" y="9830"/>
                    <a:pt x="10884" y="9830"/>
                  </a:cubicBezTo>
                  <a:cubicBezTo>
                    <a:pt x="10884" y="9763"/>
                    <a:pt x="10884" y="9763"/>
                    <a:pt x="10884" y="9763"/>
                  </a:cubicBezTo>
                  <a:cubicBezTo>
                    <a:pt x="10884" y="9763"/>
                    <a:pt x="10884" y="9763"/>
                    <a:pt x="10884" y="9763"/>
                  </a:cubicBezTo>
                  <a:cubicBezTo>
                    <a:pt x="10884" y="9696"/>
                    <a:pt x="10884" y="9696"/>
                    <a:pt x="10884" y="9696"/>
                  </a:cubicBezTo>
                  <a:cubicBezTo>
                    <a:pt x="10884" y="9696"/>
                    <a:pt x="10884" y="9696"/>
                    <a:pt x="10884" y="9696"/>
                  </a:cubicBezTo>
                  <a:cubicBezTo>
                    <a:pt x="10884" y="9629"/>
                    <a:pt x="10884" y="9629"/>
                    <a:pt x="10884" y="9629"/>
                  </a:cubicBezTo>
                  <a:cubicBezTo>
                    <a:pt x="10940" y="9629"/>
                    <a:pt x="10940" y="9629"/>
                    <a:pt x="10940" y="9629"/>
                  </a:cubicBezTo>
                  <a:cubicBezTo>
                    <a:pt x="10940" y="9696"/>
                    <a:pt x="10940" y="9696"/>
                    <a:pt x="10940" y="9696"/>
                  </a:cubicBezTo>
                  <a:cubicBezTo>
                    <a:pt x="10940" y="9763"/>
                    <a:pt x="10940" y="9763"/>
                    <a:pt x="10940" y="9763"/>
                  </a:cubicBezTo>
                  <a:cubicBezTo>
                    <a:pt x="10996" y="9763"/>
                    <a:pt x="10996" y="9763"/>
                    <a:pt x="10996" y="9763"/>
                  </a:cubicBezTo>
                  <a:cubicBezTo>
                    <a:pt x="10996" y="9696"/>
                    <a:pt x="10996" y="9696"/>
                    <a:pt x="10996" y="9696"/>
                  </a:cubicBezTo>
                  <a:cubicBezTo>
                    <a:pt x="11052" y="9696"/>
                    <a:pt x="11052" y="9696"/>
                    <a:pt x="11052" y="9696"/>
                  </a:cubicBezTo>
                  <a:cubicBezTo>
                    <a:pt x="11052" y="9629"/>
                    <a:pt x="11052" y="9629"/>
                    <a:pt x="11052" y="9629"/>
                  </a:cubicBezTo>
                  <a:cubicBezTo>
                    <a:pt x="11108" y="9629"/>
                    <a:pt x="11108" y="9629"/>
                    <a:pt x="11108" y="9629"/>
                  </a:cubicBezTo>
                  <a:cubicBezTo>
                    <a:pt x="11108" y="9696"/>
                    <a:pt x="11108" y="9696"/>
                    <a:pt x="11108" y="9696"/>
                  </a:cubicBezTo>
                  <a:cubicBezTo>
                    <a:pt x="11108" y="9696"/>
                    <a:pt x="11108" y="9696"/>
                    <a:pt x="11108" y="9696"/>
                  </a:cubicBezTo>
                  <a:cubicBezTo>
                    <a:pt x="11108" y="9763"/>
                    <a:pt x="11108" y="9763"/>
                    <a:pt x="11108" y="9763"/>
                  </a:cubicBezTo>
                  <a:cubicBezTo>
                    <a:pt x="11108" y="9696"/>
                    <a:pt x="11108" y="9696"/>
                    <a:pt x="11108" y="9696"/>
                  </a:cubicBezTo>
                  <a:cubicBezTo>
                    <a:pt x="11164" y="9696"/>
                    <a:pt x="11164" y="9696"/>
                    <a:pt x="11164" y="9696"/>
                  </a:cubicBezTo>
                  <a:cubicBezTo>
                    <a:pt x="11164" y="9763"/>
                    <a:pt x="11164" y="9763"/>
                    <a:pt x="11164" y="9763"/>
                  </a:cubicBezTo>
                  <a:cubicBezTo>
                    <a:pt x="11164" y="9830"/>
                    <a:pt x="11164" y="9830"/>
                    <a:pt x="11164" y="9830"/>
                  </a:cubicBezTo>
                  <a:cubicBezTo>
                    <a:pt x="11164" y="9830"/>
                    <a:pt x="11164" y="9830"/>
                    <a:pt x="11164" y="9830"/>
                  </a:cubicBezTo>
                  <a:cubicBezTo>
                    <a:pt x="11164" y="9897"/>
                    <a:pt x="11164" y="9897"/>
                    <a:pt x="11164" y="9897"/>
                  </a:cubicBezTo>
                  <a:cubicBezTo>
                    <a:pt x="11220" y="9830"/>
                    <a:pt x="11220" y="9830"/>
                    <a:pt x="11220" y="9830"/>
                  </a:cubicBezTo>
                  <a:cubicBezTo>
                    <a:pt x="11276" y="9897"/>
                    <a:pt x="11276" y="9897"/>
                    <a:pt x="11276" y="9897"/>
                  </a:cubicBezTo>
                  <a:cubicBezTo>
                    <a:pt x="11220" y="9897"/>
                    <a:pt x="11220" y="9897"/>
                    <a:pt x="11220" y="9897"/>
                  </a:cubicBezTo>
                  <a:cubicBezTo>
                    <a:pt x="11164" y="9964"/>
                    <a:pt x="11164" y="9964"/>
                    <a:pt x="11164" y="9964"/>
                  </a:cubicBezTo>
                  <a:cubicBezTo>
                    <a:pt x="11164" y="9964"/>
                    <a:pt x="11164" y="9964"/>
                    <a:pt x="11164" y="9964"/>
                  </a:cubicBezTo>
                  <a:cubicBezTo>
                    <a:pt x="11220" y="9964"/>
                    <a:pt x="11220" y="9964"/>
                    <a:pt x="11220" y="9964"/>
                  </a:cubicBezTo>
                  <a:cubicBezTo>
                    <a:pt x="11276" y="9964"/>
                    <a:pt x="11276" y="9964"/>
                    <a:pt x="11276" y="9964"/>
                  </a:cubicBezTo>
                  <a:cubicBezTo>
                    <a:pt x="11276" y="9897"/>
                    <a:pt x="11276" y="9897"/>
                    <a:pt x="11276" y="9897"/>
                  </a:cubicBezTo>
                  <a:cubicBezTo>
                    <a:pt x="11389" y="9897"/>
                    <a:pt x="11389" y="9897"/>
                    <a:pt x="11389" y="9897"/>
                  </a:cubicBezTo>
                  <a:cubicBezTo>
                    <a:pt x="11389" y="9897"/>
                    <a:pt x="11389" y="9897"/>
                    <a:pt x="11389" y="9897"/>
                  </a:cubicBezTo>
                  <a:cubicBezTo>
                    <a:pt x="11389" y="9897"/>
                    <a:pt x="11389" y="9897"/>
                    <a:pt x="11389" y="9897"/>
                  </a:cubicBezTo>
                  <a:cubicBezTo>
                    <a:pt x="11389" y="9897"/>
                    <a:pt x="11389" y="9897"/>
                    <a:pt x="11389" y="9897"/>
                  </a:cubicBezTo>
                  <a:cubicBezTo>
                    <a:pt x="11332" y="9964"/>
                    <a:pt x="11332" y="9964"/>
                    <a:pt x="11332" y="9964"/>
                  </a:cubicBezTo>
                  <a:cubicBezTo>
                    <a:pt x="11332" y="10030"/>
                    <a:pt x="11332" y="10030"/>
                    <a:pt x="11332" y="10030"/>
                  </a:cubicBezTo>
                  <a:cubicBezTo>
                    <a:pt x="11276" y="10030"/>
                    <a:pt x="11276" y="10030"/>
                    <a:pt x="11276" y="10030"/>
                  </a:cubicBezTo>
                  <a:cubicBezTo>
                    <a:pt x="11276" y="10097"/>
                    <a:pt x="11276" y="10097"/>
                    <a:pt x="11276" y="10097"/>
                  </a:cubicBezTo>
                  <a:cubicBezTo>
                    <a:pt x="11164" y="10164"/>
                    <a:pt x="11164" y="10164"/>
                    <a:pt x="11164" y="10164"/>
                  </a:cubicBezTo>
                  <a:cubicBezTo>
                    <a:pt x="11164" y="10164"/>
                    <a:pt x="11164" y="10164"/>
                    <a:pt x="11164" y="10164"/>
                  </a:cubicBezTo>
                  <a:cubicBezTo>
                    <a:pt x="11164" y="10231"/>
                    <a:pt x="11164" y="10231"/>
                    <a:pt x="11164" y="10231"/>
                  </a:cubicBezTo>
                  <a:cubicBezTo>
                    <a:pt x="11164" y="10164"/>
                    <a:pt x="11164" y="10164"/>
                    <a:pt x="11164" y="10164"/>
                  </a:cubicBezTo>
                  <a:cubicBezTo>
                    <a:pt x="11108" y="10231"/>
                    <a:pt x="11108" y="10231"/>
                    <a:pt x="11108" y="10231"/>
                  </a:cubicBezTo>
                  <a:cubicBezTo>
                    <a:pt x="11108" y="10298"/>
                    <a:pt x="11108" y="10298"/>
                    <a:pt x="11108" y="10298"/>
                  </a:cubicBezTo>
                  <a:cubicBezTo>
                    <a:pt x="11108" y="10365"/>
                    <a:pt x="11108" y="10365"/>
                    <a:pt x="11108" y="10365"/>
                  </a:cubicBezTo>
                  <a:cubicBezTo>
                    <a:pt x="11164" y="10298"/>
                    <a:pt x="11164" y="10298"/>
                    <a:pt x="11164" y="10298"/>
                  </a:cubicBezTo>
                  <a:cubicBezTo>
                    <a:pt x="11164" y="10298"/>
                    <a:pt x="11164" y="10298"/>
                    <a:pt x="11164" y="10298"/>
                  </a:cubicBezTo>
                  <a:cubicBezTo>
                    <a:pt x="11164" y="10365"/>
                    <a:pt x="11164" y="10365"/>
                    <a:pt x="11164" y="10365"/>
                  </a:cubicBezTo>
                  <a:cubicBezTo>
                    <a:pt x="11108" y="10432"/>
                    <a:pt x="11108" y="10432"/>
                    <a:pt x="11108" y="10432"/>
                  </a:cubicBezTo>
                  <a:cubicBezTo>
                    <a:pt x="11108" y="10432"/>
                    <a:pt x="11108" y="10432"/>
                    <a:pt x="11108" y="10432"/>
                  </a:cubicBezTo>
                  <a:cubicBezTo>
                    <a:pt x="11164" y="10432"/>
                    <a:pt x="11164" y="10432"/>
                    <a:pt x="11164" y="10432"/>
                  </a:cubicBezTo>
                  <a:cubicBezTo>
                    <a:pt x="11220" y="10365"/>
                    <a:pt x="11220" y="10365"/>
                    <a:pt x="11220" y="10365"/>
                  </a:cubicBezTo>
                  <a:cubicBezTo>
                    <a:pt x="11276" y="10365"/>
                    <a:pt x="11276" y="10365"/>
                    <a:pt x="11276" y="10365"/>
                  </a:cubicBezTo>
                  <a:cubicBezTo>
                    <a:pt x="11220" y="10432"/>
                    <a:pt x="11220" y="10432"/>
                    <a:pt x="11220" y="10432"/>
                  </a:cubicBezTo>
                  <a:cubicBezTo>
                    <a:pt x="11220" y="10499"/>
                    <a:pt x="11220" y="10499"/>
                    <a:pt x="11220" y="10499"/>
                  </a:cubicBezTo>
                  <a:cubicBezTo>
                    <a:pt x="11220" y="10499"/>
                    <a:pt x="11220" y="10499"/>
                    <a:pt x="11220" y="10499"/>
                  </a:cubicBezTo>
                  <a:cubicBezTo>
                    <a:pt x="11276" y="10432"/>
                    <a:pt x="11276" y="10432"/>
                    <a:pt x="11276" y="10432"/>
                  </a:cubicBezTo>
                  <a:cubicBezTo>
                    <a:pt x="11220" y="10499"/>
                    <a:pt x="11220" y="10499"/>
                    <a:pt x="11220" y="10499"/>
                  </a:cubicBezTo>
                  <a:cubicBezTo>
                    <a:pt x="11220" y="10565"/>
                    <a:pt x="11220" y="10565"/>
                    <a:pt x="11220" y="10565"/>
                  </a:cubicBezTo>
                  <a:cubicBezTo>
                    <a:pt x="11220" y="10632"/>
                    <a:pt x="11220" y="10632"/>
                    <a:pt x="11220" y="10632"/>
                  </a:cubicBezTo>
                  <a:cubicBezTo>
                    <a:pt x="11164" y="10565"/>
                    <a:pt x="11164" y="10565"/>
                    <a:pt x="11164" y="10565"/>
                  </a:cubicBezTo>
                  <a:cubicBezTo>
                    <a:pt x="11108" y="10499"/>
                    <a:pt x="11108" y="10499"/>
                    <a:pt x="11108" y="10499"/>
                  </a:cubicBezTo>
                  <a:cubicBezTo>
                    <a:pt x="11052" y="10565"/>
                    <a:pt x="11052" y="10565"/>
                    <a:pt x="11052" y="10565"/>
                  </a:cubicBezTo>
                  <a:cubicBezTo>
                    <a:pt x="11052" y="10499"/>
                    <a:pt x="11052" y="10499"/>
                    <a:pt x="11052" y="10499"/>
                  </a:cubicBezTo>
                  <a:cubicBezTo>
                    <a:pt x="11052" y="10499"/>
                    <a:pt x="11052" y="10499"/>
                    <a:pt x="11052" y="10499"/>
                  </a:cubicBezTo>
                  <a:cubicBezTo>
                    <a:pt x="10996" y="10565"/>
                    <a:pt x="10996" y="10565"/>
                    <a:pt x="10996" y="10565"/>
                  </a:cubicBezTo>
                  <a:cubicBezTo>
                    <a:pt x="11052" y="10632"/>
                    <a:pt x="11052" y="10632"/>
                    <a:pt x="11052" y="10632"/>
                  </a:cubicBezTo>
                  <a:cubicBezTo>
                    <a:pt x="11052" y="10699"/>
                    <a:pt x="11052" y="10699"/>
                    <a:pt x="11052" y="10699"/>
                  </a:cubicBezTo>
                  <a:cubicBezTo>
                    <a:pt x="11052" y="10833"/>
                    <a:pt x="11052" y="10833"/>
                    <a:pt x="11052" y="10833"/>
                  </a:cubicBezTo>
                  <a:cubicBezTo>
                    <a:pt x="11108" y="10699"/>
                    <a:pt x="11108" y="10699"/>
                    <a:pt x="11108" y="10699"/>
                  </a:cubicBezTo>
                  <a:cubicBezTo>
                    <a:pt x="11052" y="10632"/>
                    <a:pt x="11052" y="10632"/>
                    <a:pt x="11052" y="10632"/>
                  </a:cubicBezTo>
                  <a:cubicBezTo>
                    <a:pt x="11108" y="10565"/>
                    <a:pt x="11108" y="10565"/>
                    <a:pt x="11108" y="10565"/>
                  </a:cubicBezTo>
                  <a:cubicBezTo>
                    <a:pt x="11108" y="10632"/>
                    <a:pt x="11108" y="10632"/>
                    <a:pt x="11108" y="10632"/>
                  </a:cubicBezTo>
                  <a:cubicBezTo>
                    <a:pt x="11164" y="10632"/>
                    <a:pt x="11164" y="10632"/>
                    <a:pt x="11164" y="10632"/>
                  </a:cubicBezTo>
                  <a:cubicBezTo>
                    <a:pt x="11220" y="10632"/>
                    <a:pt x="11220" y="10632"/>
                    <a:pt x="11220" y="10632"/>
                  </a:cubicBezTo>
                  <a:cubicBezTo>
                    <a:pt x="11276" y="10632"/>
                    <a:pt x="11276" y="10632"/>
                    <a:pt x="11276" y="10632"/>
                  </a:cubicBezTo>
                  <a:cubicBezTo>
                    <a:pt x="11276" y="10565"/>
                    <a:pt x="11276" y="10565"/>
                    <a:pt x="11276" y="10565"/>
                  </a:cubicBezTo>
                  <a:cubicBezTo>
                    <a:pt x="11332" y="10565"/>
                    <a:pt x="11332" y="10565"/>
                    <a:pt x="11332" y="10565"/>
                  </a:cubicBezTo>
                  <a:cubicBezTo>
                    <a:pt x="11389" y="10499"/>
                    <a:pt x="11389" y="10499"/>
                    <a:pt x="11389" y="10499"/>
                  </a:cubicBezTo>
                  <a:cubicBezTo>
                    <a:pt x="11445" y="10499"/>
                    <a:pt x="11445" y="10499"/>
                    <a:pt x="11445" y="10499"/>
                  </a:cubicBezTo>
                  <a:cubicBezTo>
                    <a:pt x="11445" y="10432"/>
                    <a:pt x="11445" y="10432"/>
                    <a:pt x="11445" y="10432"/>
                  </a:cubicBezTo>
                  <a:cubicBezTo>
                    <a:pt x="11389" y="10499"/>
                    <a:pt x="11389" y="10499"/>
                    <a:pt x="11389" y="10499"/>
                  </a:cubicBezTo>
                  <a:cubicBezTo>
                    <a:pt x="11389" y="10432"/>
                    <a:pt x="11389" y="10432"/>
                    <a:pt x="11389" y="10432"/>
                  </a:cubicBezTo>
                  <a:cubicBezTo>
                    <a:pt x="11332" y="10499"/>
                    <a:pt x="11332" y="10499"/>
                    <a:pt x="11332" y="10499"/>
                  </a:cubicBezTo>
                  <a:cubicBezTo>
                    <a:pt x="11332" y="10499"/>
                    <a:pt x="11332" y="10499"/>
                    <a:pt x="11332" y="10499"/>
                  </a:cubicBezTo>
                  <a:cubicBezTo>
                    <a:pt x="11276" y="10499"/>
                    <a:pt x="11276" y="10499"/>
                    <a:pt x="11276" y="10499"/>
                  </a:cubicBezTo>
                  <a:cubicBezTo>
                    <a:pt x="11332" y="10432"/>
                    <a:pt x="11332" y="10432"/>
                    <a:pt x="11332" y="10432"/>
                  </a:cubicBezTo>
                  <a:cubicBezTo>
                    <a:pt x="11332" y="10432"/>
                    <a:pt x="11332" y="10432"/>
                    <a:pt x="11332" y="10432"/>
                  </a:cubicBezTo>
                  <a:cubicBezTo>
                    <a:pt x="11332" y="10365"/>
                    <a:pt x="11332" y="10365"/>
                    <a:pt x="11332" y="10365"/>
                  </a:cubicBezTo>
                  <a:cubicBezTo>
                    <a:pt x="11332" y="10365"/>
                    <a:pt x="11332" y="10365"/>
                    <a:pt x="11332" y="10365"/>
                  </a:cubicBezTo>
                  <a:cubicBezTo>
                    <a:pt x="11389" y="10298"/>
                    <a:pt x="11389" y="10298"/>
                    <a:pt x="11389" y="10298"/>
                  </a:cubicBezTo>
                  <a:cubicBezTo>
                    <a:pt x="11332" y="10231"/>
                    <a:pt x="11332" y="10231"/>
                    <a:pt x="11332" y="10231"/>
                  </a:cubicBezTo>
                  <a:cubicBezTo>
                    <a:pt x="11332" y="10231"/>
                    <a:pt x="11332" y="10231"/>
                    <a:pt x="11332" y="10231"/>
                  </a:cubicBezTo>
                  <a:cubicBezTo>
                    <a:pt x="11332" y="10164"/>
                    <a:pt x="11332" y="10164"/>
                    <a:pt x="11332" y="10164"/>
                  </a:cubicBezTo>
                  <a:cubicBezTo>
                    <a:pt x="11389" y="10097"/>
                    <a:pt x="11389" y="10097"/>
                    <a:pt x="11389" y="10097"/>
                  </a:cubicBezTo>
                  <a:cubicBezTo>
                    <a:pt x="11389" y="10030"/>
                    <a:pt x="11389" y="10030"/>
                    <a:pt x="11389" y="10030"/>
                  </a:cubicBezTo>
                  <a:cubicBezTo>
                    <a:pt x="11445" y="10030"/>
                    <a:pt x="11445" y="10030"/>
                    <a:pt x="11445" y="10030"/>
                  </a:cubicBezTo>
                  <a:cubicBezTo>
                    <a:pt x="11501" y="10030"/>
                    <a:pt x="11501" y="10030"/>
                    <a:pt x="11501" y="10030"/>
                  </a:cubicBezTo>
                  <a:cubicBezTo>
                    <a:pt x="11445" y="10030"/>
                    <a:pt x="11445" y="10030"/>
                    <a:pt x="11445" y="10030"/>
                  </a:cubicBezTo>
                  <a:cubicBezTo>
                    <a:pt x="11501" y="10030"/>
                    <a:pt x="11501" y="10030"/>
                    <a:pt x="11501" y="10030"/>
                  </a:cubicBezTo>
                  <a:cubicBezTo>
                    <a:pt x="11501" y="10030"/>
                    <a:pt x="11501" y="10030"/>
                    <a:pt x="11501" y="10030"/>
                  </a:cubicBezTo>
                  <a:cubicBezTo>
                    <a:pt x="11557" y="10030"/>
                    <a:pt x="11557" y="10030"/>
                    <a:pt x="11557" y="10030"/>
                  </a:cubicBezTo>
                  <a:cubicBezTo>
                    <a:pt x="11557" y="10030"/>
                    <a:pt x="11557" y="10030"/>
                    <a:pt x="11557" y="10030"/>
                  </a:cubicBezTo>
                  <a:cubicBezTo>
                    <a:pt x="11557" y="10030"/>
                    <a:pt x="11557" y="10030"/>
                    <a:pt x="11557" y="10030"/>
                  </a:cubicBezTo>
                  <a:cubicBezTo>
                    <a:pt x="11613" y="10030"/>
                    <a:pt x="11613" y="10030"/>
                    <a:pt x="11613" y="10030"/>
                  </a:cubicBezTo>
                  <a:cubicBezTo>
                    <a:pt x="11613" y="10030"/>
                    <a:pt x="11613" y="10030"/>
                    <a:pt x="11613" y="10030"/>
                  </a:cubicBezTo>
                  <a:cubicBezTo>
                    <a:pt x="11725" y="9964"/>
                    <a:pt x="11725" y="9964"/>
                    <a:pt x="11725" y="9964"/>
                  </a:cubicBezTo>
                  <a:cubicBezTo>
                    <a:pt x="11781" y="9897"/>
                    <a:pt x="11781" y="9897"/>
                    <a:pt x="11781" y="9897"/>
                  </a:cubicBezTo>
                  <a:cubicBezTo>
                    <a:pt x="11781" y="9897"/>
                    <a:pt x="11781" y="9897"/>
                    <a:pt x="11781" y="9897"/>
                  </a:cubicBezTo>
                  <a:cubicBezTo>
                    <a:pt x="11781" y="9897"/>
                    <a:pt x="11781" y="9897"/>
                    <a:pt x="11781" y="9897"/>
                  </a:cubicBezTo>
                  <a:cubicBezTo>
                    <a:pt x="11837" y="9830"/>
                    <a:pt x="11837" y="9830"/>
                    <a:pt x="11837" y="9830"/>
                  </a:cubicBezTo>
                  <a:cubicBezTo>
                    <a:pt x="11894" y="9830"/>
                    <a:pt x="11894" y="9830"/>
                    <a:pt x="11894" y="9830"/>
                  </a:cubicBezTo>
                  <a:cubicBezTo>
                    <a:pt x="11950" y="9763"/>
                    <a:pt x="11950" y="9763"/>
                    <a:pt x="11950" y="9763"/>
                  </a:cubicBezTo>
                  <a:cubicBezTo>
                    <a:pt x="11950" y="9763"/>
                    <a:pt x="11950" y="9763"/>
                    <a:pt x="11950" y="9763"/>
                  </a:cubicBezTo>
                  <a:cubicBezTo>
                    <a:pt x="11950" y="9629"/>
                    <a:pt x="11950" y="9629"/>
                    <a:pt x="11950" y="9629"/>
                  </a:cubicBezTo>
                  <a:cubicBezTo>
                    <a:pt x="12006" y="9629"/>
                    <a:pt x="12006" y="9629"/>
                    <a:pt x="12006" y="9629"/>
                  </a:cubicBezTo>
                  <a:cubicBezTo>
                    <a:pt x="12006" y="9562"/>
                    <a:pt x="12006" y="9562"/>
                    <a:pt x="12006" y="9562"/>
                  </a:cubicBezTo>
                  <a:cubicBezTo>
                    <a:pt x="12006" y="9495"/>
                    <a:pt x="12006" y="9495"/>
                    <a:pt x="12006" y="9495"/>
                  </a:cubicBezTo>
                  <a:cubicBezTo>
                    <a:pt x="11950" y="9562"/>
                    <a:pt x="11950" y="9562"/>
                    <a:pt x="11950" y="9562"/>
                  </a:cubicBezTo>
                  <a:cubicBezTo>
                    <a:pt x="11894" y="9562"/>
                    <a:pt x="11894" y="9562"/>
                    <a:pt x="11894" y="9562"/>
                  </a:cubicBezTo>
                  <a:cubicBezTo>
                    <a:pt x="11950" y="9562"/>
                    <a:pt x="11950" y="9562"/>
                    <a:pt x="11950" y="9562"/>
                  </a:cubicBezTo>
                  <a:cubicBezTo>
                    <a:pt x="11894" y="9629"/>
                    <a:pt x="11894" y="9629"/>
                    <a:pt x="11894" y="9629"/>
                  </a:cubicBezTo>
                  <a:cubicBezTo>
                    <a:pt x="11837" y="9629"/>
                    <a:pt x="11837" y="9629"/>
                    <a:pt x="11837" y="9629"/>
                  </a:cubicBezTo>
                  <a:cubicBezTo>
                    <a:pt x="11837" y="9629"/>
                    <a:pt x="11837" y="9629"/>
                    <a:pt x="11837" y="9629"/>
                  </a:cubicBezTo>
                  <a:cubicBezTo>
                    <a:pt x="11781" y="9629"/>
                    <a:pt x="11781" y="9629"/>
                    <a:pt x="11781" y="9629"/>
                  </a:cubicBezTo>
                  <a:cubicBezTo>
                    <a:pt x="11781" y="9562"/>
                    <a:pt x="11781" y="9562"/>
                    <a:pt x="11781" y="9562"/>
                  </a:cubicBezTo>
                  <a:cubicBezTo>
                    <a:pt x="11837" y="9495"/>
                    <a:pt x="11837" y="9495"/>
                    <a:pt x="11837" y="9495"/>
                  </a:cubicBezTo>
                  <a:cubicBezTo>
                    <a:pt x="11837" y="9495"/>
                    <a:pt x="11837" y="9495"/>
                    <a:pt x="11837" y="9495"/>
                  </a:cubicBezTo>
                  <a:cubicBezTo>
                    <a:pt x="11894" y="9495"/>
                    <a:pt x="11894" y="9495"/>
                    <a:pt x="11894" y="9495"/>
                  </a:cubicBezTo>
                  <a:cubicBezTo>
                    <a:pt x="11950" y="9429"/>
                    <a:pt x="11950" y="9429"/>
                    <a:pt x="11950" y="9429"/>
                  </a:cubicBezTo>
                  <a:cubicBezTo>
                    <a:pt x="11950" y="9429"/>
                    <a:pt x="11950" y="9429"/>
                    <a:pt x="11950" y="9429"/>
                  </a:cubicBezTo>
                  <a:cubicBezTo>
                    <a:pt x="11950" y="9362"/>
                    <a:pt x="11950" y="9362"/>
                    <a:pt x="11950" y="9362"/>
                  </a:cubicBezTo>
                  <a:cubicBezTo>
                    <a:pt x="11950" y="9362"/>
                    <a:pt x="11950" y="9362"/>
                    <a:pt x="11950" y="9362"/>
                  </a:cubicBezTo>
                  <a:cubicBezTo>
                    <a:pt x="12006" y="9295"/>
                    <a:pt x="12006" y="9295"/>
                    <a:pt x="12006" y="9295"/>
                  </a:cubicBezTo>
                  <a:cubicBezTo>
                    <a:pt x="12062" y="9362"/>
                    <a:pt x="12062" y="9362"/>
                    <a:pt x="12062" y="9362"/>
                  </a:cubicBezTo>
                  <a:cubicBezTo>
                    <a:pt x="12062" y="9362"/>
                    <a:pt x="12062" y="9362"/>
                    <a:pt x="12062" y="9362"/>
                  </a:cubicBezTo>
                  <a:cubicBezTo>
                    <a:pt x="12006" y="9429"/>
                    <a:pt x="12006" y="9429"/>
                    <a:pt x="12006" y="9429"/>
                  </a:cubicBezTo>
                  <a:cubicBezTo>
                    <a:pt x="12062" y="9429"/>
                    <a:pt x="12062" y="9429"/>
                    <a:pt x="12062" y="9429"/>
                  </a:cubicBezTo>
                  <a:cubicBezTo>
                    <a:pt x="12118" y="9429"/>
                    <a:pt x="12118" y="9429"/>
                    <a:pt x="12118" y="9429"/>
                  </a:cubicBezTo>
                  <a:cubicBezTo>
                    <a:pt x="12118" y="9295"/>
                    <a:pt x="12118" y="9295"/>
                    <a:pt x="12118" y="9295"/>
                  </a:cubicBezTo>
                  <a:cubicBezTo>
                    <a:pt x="12118" y="9295"/>
                    <a:pt x="12118" y="9295"/>
                    <a:pt x="12118" y="9295"/>
                  </a:cubicBezTo>
                  <a:cubicBezTo>
                    <a:pt x="12062" y="9228"/>
                    <a:pt x="12062" y="9228"/>
                    <a:pt x="12062" y="9228"/>
                  </a:cubicBezTo>
                  <a:cubicBezTo>
                    <a:pt x="12062" y="9228"/>
                    <a:pt x="12062" y="9228"/>
                    <a:pt x="12062" y="9228"/>
                  </a:cubicBezTo>
                  <a:cubicBezTo>
                    <a:pt x="12006" y="9228"/>
                    <a:pt x="12006" y="9228"/>
                    <a:pt x="12006" y="9228"/>
                  </a:cubicBezTo>
                  <a:cubicBezTo>
                    <a:pt x="11950" y="9228"/>
                    <a:pt x="11950" y="9228"/>
                    <a:pt x="11950" y="9228"/>
                  </a:cubicBezTo>
                  <a:cubicBezTo>
                    <a:pt x="11894" y="9161"/>
                    <a:pt x="11894" y="9161"/>
                    <a:pt x="11894" y="9161"/>
                  </a:cubicBezTo>
                  <a:cubicBezTo>
                    <a:pt x="11950" y="9094"/>
                    <a:pt x="11950" y="9094"/>
                    <a:pt x="11950" y="9094"/>
                  </a:cubicBezTo>
                  <a:cubicBezTo>
                    <a:pt x="11894" y="9161"/>
                    <a:pt x="11894" y="9161"/>
                    <a:pt x="11894" y="9161"/>
                  </a:cubicBezTo>
                  <a:cubicBezTo>
                    <a:pt x="11894" y="9161"/>
                    <a:pt x="11894" y="9161"/>
                    <a:pt x="11894" y="9161"/>
                  </a:cubicBezTo>
                  <a:cubicBezTo>
                    <a:pt x="11837" y="9094"/>
                    <a:pt x="11837" y="9094"/>
                    <a:pt x="11837" y="9094"/>
                  </a:cubicBezTo>
                  <a:cubicBezTo>
                    <a:pt x="11781" y="9027"/>
                    <a:pt x="11781" y="9027"/>
                    <a:pt x="11781" y="9027"/>
                  </a:cubicBezTo>
                  <a:cubicBezTo>
                    <a:pt x="11781" y="8960"/>
                    <a:pt x="11781" y="8960"/>
                    <a:pt x="11781" y="8960"/>
                  </a:cubicBezTo>
                  <a:cubicBezTo>
                    <a:pt x="11781" y="8960"/>
                    <a:pt x="11781" y="8960"/>
                    <a:pt x="11781" y="8960"/>
                  </a:cubicBezTo>
                  <a:cubicBezTo>
                    <a:pt x="11725" y="8960"/>
                    <a:pt x="11725" y="8960"/>
                    <a:pt x="11725" y="8960"/>
                  </a:cubicBezTo>
                  <a:cubicBezTo>
                    <a:pt x="11725" y="8960"/>
                    <a:pt x="11725" y="8960"/>
                    <a:pt x="11725" y="8960"/>
                  </a:cubicBezTo>
                  <a:cubicBezTo>
                    <a:pt x="11725" y="8894"/>
                    <a:pt x="11725" y="8894"/>
                    <a:pt x="11725" y="8894"/>
                  </a:cubicBezTo>
                  <a:cubicBezTo>
                    <a:pt x="11725" y="8894"/>
                    <a:pt x="11725" y="8894"/>
                    <a:pt x="11725" y="8894"/>
                  </a:cubicBezTo>
                  <a:cubicBezTo>
                    <a:pt x="11725" y="8827"/>
                    <a:pt x="11725" y="8827"/>
                    <a:pt x="11725" y="8827"/>
                  </a:cubicBezTo>
                  <a:cubicBezTo>
                    <a:pt x="11725" y="8760"/>
                    <a:pt x="11725" y="8760"/>
                    <a:pt x="11725" y="8760"/>
                  </a:cubicBezTo>
                  <a:cubicBezTo>
                    <a:pt x="11725" y="8626"/>
                    <a:pt x="11725" y="8626"/>
                    <a:pt x="11725" y="8626"/>
                  </a:cubicBezTo>
                  <a:cubicBezTo>
                    <a:pt x="11725" y="8626"/>
                    <a:pt x="11725" y="8626"/>
                    <a:pt x="11725" y="8626"/>
                  </a:cubicBezTo>
                  <a:cubicBezTo>
                    <a:pt x="11837" y="8559"/>
                    <a:pt x="11837" y="8559"/>
                    <a:pt x="11837" y="8559"/>
                  </a:cubicBezTo>
                  <a:cubicBezTo>
                    <a:pt x="11894" y="8492"/>
                    <a:pt x="11894" y="8492"/>
                    <a:pt x="11894" y="8492"/>
                  </a:cubicBezTo>
                  <a:cubicBezTo>
                    <a:pt x="11894" y="8492"/>
                    <a:pt x="11894" y="8492"/>
                    <a:pt x="11894" y="8492"/>
                  </a:cubicBezTo>
                  <a:cubicBezTo>
                    <a:pt x="11894" y="8492"/>
                    <a:pt x="11894" y="8492"/>
                    <a:pt x="11894" y="8492"/>
                  </a:cubicBezTo>
                  <a:cubicBezTo>
                    <a:pt x="11950" y="8492"/>
                    <a:pt x="11950" y="8492"/>
                    <a:pt x="11950" y="8492"/>
                  </a:cubicBezTo>
                  <a:cubicBezTo>
                    <a:pt x="11950" y="8426"/>
                    <a:pt x="11950" y="8426"/>
                    <a:pt x="11950" y="8426"/>
                  </a:cubicBezTo>
                  <a:cubicBezTo>
                    <a:pt x="11950" y="8426"/>
                    <a:pt x="11950" y="8426"/>
                    <a:pt x="11950" y="8426"/>
                  </a:cubicBezTo>
                  <a:cubicBezTo>
                    <a:pt x="11894" y="8426"/>
                    <a:pt x="11894" y="8426"/>
                    <a:pt x="11894" y="8426"/>
                  </a:cubicBezTo>
                  <a:cubicBezTo>
                    <a:pt x="11894" y="8426"/>
                    <a:pt x="11894" y="8426"/>
                    <a:pt x="11894" y="8426"/>
                  </a:cubicBezTo>
                  <a:cubicBezTo>
                    <a:pt x="11894" y="8426"/>
                    <a:pt x="11894" y="8426"/>
                    <a:pt x="11894" y="8426"/>
                  </a:cubicBezTo>
                  <a:cubicBezTo>
                    <a:pt x="11837" y="8359"/>
                    <a:pt x="11837" y="8359"/>
                    <a:pt x="11837" y="8359"/>
                  </a:cubicBezTo>
                  <a:cubicBezTo>
                    <a:pt x="11837" y="8292"/>
                    <a:pt x="11837" y="8292"/>
                    <a:pt x="11837" y="8292"/>
                  </a:cubicBezTo>
                  <a:cubicBezTo>
                    <a:pt x="11950" y="8225"/>
                    <a:pt x="11950" y="8225"/>
                    <a:pt x="11950" y="8225"/>
                  </a:cubicBezTo>
                  <a:cubicBezTo>
                    <a:pt x="11950" y="8158"/>
                    <a:pt x="11950" y="8158"/>
                    <a:pt x="11950" y="8158"/>
                  </a:cubicBezTo>
                  <a:cubicBezTo>
                    <a:pt x="12006" y="8091"/>
                    <a:pt x="12006" y="8091"/>
                    <a:pt x="12006" y="8091"/>
                  </a:cubicBezTo>
                  <a:cubicBezTo>
                    <a:pt x="12006" y="8024"/>
                    <a:pt x="12006" y="8024"/>
                    <a:pt x="12006" y="8024"/>
                  </a:cubicBezTo>
                  <a:cubicBezTo>
                    <a:pt x="12062" y="8024"/>
                    <a:pt x="12062" y="8024"/>
                    <a:pt x="12062" y="8024"/>
                  </a:cubicBezTo>
                  <a:cubicBezTo>
                    <a:pt x="12118" y="7957"/>
                    <a:pt x="12118" y="7957"/>
                    <a:pt x="12118" y="7957"/>
                  </a:cubicBezTo>
                  <a:cubicBezTo>
                    <a:pt x="12174" y="7957"/>
                    <a:pt x="12174" y="7957"/>
                    <a:pt x="12174" y="7957"/>
                  </a:cubicBezTo>
                  <a:cubicBezTo>
                    <a:pt x="12174" y="7957"/>
                    <a:pt x="12174" y="7957"/>
                    <a:pt x="12174" y="7957"/>
                  </a:cubicBezTo>
                  <a:cubicBezTo>
                    <a:pt x="12174" y="8024"/>
                    <a:pt x="12174" y="8024"/>
                    <a:pt x="12174" y="8024"/>
                  </a:cubicBezTo>
                  <a:cubicBezTo>
                    <a:pt x="12174" y="8091"/>
                    <a:pt x="12174" y="8091"/>
                    <a:pt x="12174" y="8091"/>
                  </a:cubicBezTo>
                  <a:cubicBezTo>
                    <a:pt x="12174" y="8091"/>
                    <a:pt x="12174" y="8091"/>
                    <a:pt x="12174" y="8091"/>
                  </a:cubicBezTo>
                  <a:cubicBezTo>
                    <a:pt x="12230" y="8091"/>
                    <a:pt x="12230" y="8091"/>
                    <a:pt x="12230" y="8091"/>
                  </a:cubicBezTo>
                  <a:cubicBezTo>
                    <a:pt x="12230" y="8024"/>
                    <a:pt x="12230" y="8024"/>
                    <a:pt x="12230" y="8024"/>
                  </a:cubicBezTo>
                  <a:cubicBezTo>
                    <a:pt x="12286" y="7957"/>
                    <a:pt x="12286" y="7957"/>
                    <a:pt x="12286" y="7957"/>
                  </a:cubicBezTo>
                  <a:cubicBezTo>
                    <a:pt x="12286" y="7957"/>
                    <a:pt x="12286" y="7957"/>
                    <a:pt x="12286" y="7957"/>
                  </a:cubicBezTo>
                  <a:cubicBezTo>
                    <a:pt x="12286" y="7957"/>
                    <a:pt x="12286" y="7957"/>
                    <a:pt x="12286" y="7957"/>
                  </a:cubicBezTo>
                  <a:cubicBezTo>
                    <a:pt x="12230" y="7891"/>
                    <a:pt x="12230" y="7891"/>
                    <a:pt x="12230" y="7891"/>
                  </a:cubicBezTo>
                  <a:cubicBezTo>
                    <a:pt x="12174" y="7891"/>
                    <a:pt x="12174" y="7891"/>
                    <a:pt x="12174" y="7891"/>
                  </a:cubicBezTo>
                  <a:cubicBezTo>
                    <a:pt x="12230" y="7824"/>
                    <a:pt x="12230" y="7824"/>
                    <a:pt x="12230" y="7824"/>
                  </a:cubicBezTo>
                  <a:cubicBezTo>
                    <a:pt x="12286" y="7824"/>
                    <a:pt x="12286" y="7824"/>
                    <a:pt x="12286" y="7824"/>
                  </a:cubicBezTo>
                  <a:cubicBezTo>
                    <a:pt x="12342" y="7757"/>
                    <a:pt x="12342" y="7757"/>
                    <a:pt x="12342" y="7757"/>
                  </a:cubicBezTo>
                  <a:cubicBezTo>
                    <a:pt x="12398" y="7757"/>
                    <a:pt x="12398" y="7757"/>
                    <a:pt x="12398" y="7757"/>
                  </a:cubicBezTo>
                  <a:cubicBezTo>
                    <a:pt x="12398" y="7690"/>
                    <a:pt x="12398" y="7690"/>
                    <a:pt x="12398" y="7690"/>
                  </a:cubicBezTo>
                  <a:cubicBezTo>
                    <a:pt x="12398" y="7690"/>
                    <a:pt x="12398" y="7690"/>
                    <a:pt x="12398" y="7690"/>
                  </a:cubicBezTo>
                  <a:cubicBezTo>
                    <a:pt x="12455" y="7690"/>
                    <a:pt x="12455" y="7690"/>
                    <a:pt x="12455" y="7690"/>
                  </a:cubicBezTo>
                  <a:cubicBezTo>
                    <a:pt x="12567" y="7690"/>
                    <a:pt x="12567" y="7690"/>
                    <a:pt x="12567" y="7690"/>
                  </a:cubicBezTo>
                  <a:cubicBezTo>
                    <a:pt x="12567" y="7757"/>
                    <a:pt x="12567" y="7757"/>
                    <a:pt x="12567" y="7757"/>
                  </a:cubicBezTo>
                  <a:cubicBezTo>
                    <a:pt x="12567" y="7757"/>
                    <a:pt x="12567" y="7757"/>
                    <a:pt x="12567" y="7757"/>
                  </a:cubicBezTo>
                  <a:cubicBezTo>
                    <a:pt x="12567" y="7824"/>
                    <a:pt x="12567" y="7824"/>
                    <a:pt x="12567" y="7824"/>
                  </a:cubicBezTo>
                  <a:cubicBezTo>
                    <a:pt x="12623" y="7824"/>
                    <a:pt x="12623" y="7824"/>
                    <a:pt x="12623" y="7824"/>
                  </a:cubicBezTo>
                  <a:cubicBezTo>
                    <a:pt x="12679" y="7891"/>
                    <a:pt x="12679" y="7891"/>
                    <a:pt x="12679" y="7891"/>
                  </a:cubicBezTo>
                  <a:cubicBezTo>
                    <a:pt x="12623" y="7891"/>
                    <a:pt x="12623" y="7891"/>
                    <a:pt x="12623" y="7891"/>
                  </a:cubicBezTo>
                  <a:cubicBezTo>
                    <a:pt x="12623" y="7957"/>
                    <a:pt x="12623" y="7957"/>
                    <a:pt x="12623" y="7957"/>
                  </a:cubicBezTo>
                  <a:cubicBezTo>
                    <a:pt x="12623" y="7957"/>
                    <a:pt x="12623" y="7957"/>
                    <a:pt x="12623" y="7957"/>
                  </a:cubicBezTo>
                  <a:cubicBezTo>
                    <a:pt x="12623" y="8024"/>
                    <a:pt x="12623" y="8024"/>
                    <a:pt x="12623" y="8024"/>
                  </a:cubicBezTo>
                  <a:cubicBezTo>
                    <a:pt x="12679" y="8091"/>
                    <a:pt x="12679" y="8091"/>
                    <a:pt x="12679" y="8091"/>
                  </a:cubicBezTo>
                  <a:cubicBezTo>
                    <a:pt x="12679" y="8091"/>
                    <a:pt x="12679" y="8091"/>
                    <a:pt x="12679" y="8091"/>
                  </a:cubicBezTo>
                  <a:cubicBezTo>
                    <a:pt x="12679" y="8225"/>
                    <a:pt x="12679" y="8225"/>
                    <a:pt x="12679" y="8225"/>
                  </a:cubicBezTo>
                  <a:cubicBezTo>
                    <a:pt x="12679" y="8225"/>
                    <a:pt x="12679" y="8225"/>
                    <a:pt x="12679" y="8225"/>
                  </a:cubicBezTo>
                  <a:cubicBezTo>
                    <a:pt x="12679" y="8225"/>
                    <a:pt x="12679" y="8225"/>
                    <a:pt x="12679" y="8225"/>
                  </a:cubicBezTo>
                  <a:cubicBezTo>
                    <a:pt x="12679" y="8292"/>
                    <a:pt x="12679" y="8292"/>
                    <a:pt x="12679" y="8292"/>
                  </a:cubicBezTo>
                  <a:cubicBezTo>
                    <a:pt x="12679" y="8359"/>
                    <a:pt x="12679" y="8359"/>
                    <a:pt x="12679" y="8359"/>
                  </a:cubicBezTo>
                  <a:cubicBezTo>
                    <a:pt x="12623" y="8426"/>
                    <a:pt x="12623" y="8426"/>
                    <a:pt x="12623" y="8426"/>
                  </a:cubicBezTo>
                  <a:cubicBezTo>
                    <a:pt x="12623" y="8492"/>
                    <a:pt x="12623" y="8492"/>
                    <a:pt x="12623" y="8492"/>
                  </a:cubicBezTo>
                  <a:cubicBezTo>
                    <a:pt x="12567" y="8492"/>
                    <a:pt x="12567" y="8492"/>
                    <a:pt x="12567" y="8492"/>
                  </a:cubicBezTo>
                  <a:cubicBezTo>
                    <a:pt x="12623" y="8559"/>
                    <a:pt x="12623" y="8559"/>
                    <a:pt x="12623" y="8559"/>
                  </a:cubicBezTo>
                  <a:cubicBezTo>
                    <a:pt x="12623" y="8559"/>
                    <a:pt x="12623" y="8559"/>
                    <a:pt x="12623" y="8559"/>
                  </a:cubicBezTo>
                  <a:cubicBezTo>
                    <a:pt x="12623" y="8626"/>
                    <a:pt x="12623" y="8626"/>
                    <a:pt x="12623" y="8626"/>
                  </a:cubicBezTo>
                  <a:cubicBezTo>
                    <a:pt x="12623" y="8693"/>
                    <a:pt x="12623" y="8693"/>
                    <a:pt x="12623" y="8693"/>
                  </a:cubicBezTo>
                  <a:cubicBezTo>
                    <a:pt x="12623" y="8693"/>
                    <a:pt x="12623" y="8693"/>
                    <a:pt x="12623" y="8693"/>
                  </a:cubicBezTo>
                  <a:cubicBezTo>
                    <a:pt x="12623" y="8760"/>
                    <a:pt x="12623" y="8760"/>
                    <a:pt x="12623" y="8760"/>
                  </a:cubicBezTo>
                  <a:cubicBezTo>
                    <a:pt x="12623" y="8827"/>
                    <a:pt x="12623" y="8827"/>
                    <a:pt x="12623" y="8827"/>
                  </a:cubicBezTo>
                  <a:cubicBezTo>
                    <a:pt x="12623" y="8827"/>
                    <a:pt x="12623" y="8827"/>
                    <a:pt x="12623" y="8827"/>
                  </a:cubicBezTo>
                  <a:cubicBezTo>
                    <a:pt x="12679" y="8827"/>
                    <a:pt x="12679" y="8827"/>
                    <a:pt x="12679" y="8827"/>
                  </a:cubicBezTo>
                  <a:cubicBezTo>
                    <a:pt x="12679" y="8894"/>
                    <a:pt x="12679" y="8894"/>
                    <a:pt x="12679" y="8894"/>
                  </a:cubicBezTo>
                  <a:cubicBezTo>
                    <a:pt x="12679" y="8960"/>
                    <a:pt x="12679" y="8960"/>
                    <a:pt x="12679" y="8960"/>
                  </a:cubicBezTo>
                  <a:cubicBezTo>
                    <a:pt x="12679" y="8960"/>
                    <a:pt x="12679" y="8960"/>
                    <a:pt x="12679" y="8960"/>
                  </a:cubicBezTo>
                  <a:cubicBezTo>
                    <a:pt x="12623" y="8960"/>
                    <a:pt x="12623" y="8960"/>
                    <a:pt x="12623" y="8960"/>
                  </a:cubicBezTo>
                  <a:cubicBezTo>
                    <a:pt x="12567" y="8960"/>
                    <a:pt x="12567" y="8960"/>
                    <a:pt x="12567" y="8960"/>
                  </a:cubicBezTo>
                  <a:cubicBezTo>
                    <a:pt x="12567" y="8894"/>
                    <a:pt x="12567" y="8894"/>
                    <a:pt x="12567" y="8894"/>
                  </a:cubicBezTo>
                  <a:cubicBezTo>
                    <a:pt x="12567" y="8894"/>
                    <a:pt x="12567" y="8894"/>
                    <a:pt x="12567" y="8894"/>
                  </a:cubicBezTo>
                  <a:cubicBezTo>
                    <a:pt x="12511" y="8894"/>
                    <a:pt x="12511" y="8894"/>
                    <a:pt x="12511" y="8894"/>
                  </a:cubicBezTo>
                  <a:cubicBezTo>
                    <a:pt x="12511" y="8960"/>
                    <a:pt x="12511" y="8960"/>
                    <a:pt x="12511" y="8960"/>
                  </a:cubicBezTo>
                  <a:cubicBezTo>
                    <a:pt x="12455" y="8960"/>
                    <a:pt x="12455" y="8960"/>
                    <a:pt x="12455" y="8960"/>
                  </a:cubicBezTo>
                  <a:cubicBezTo>
                    <a:pt x="12455" y="8960"/>
                    <a:pt x="12455" y="8960"/>
                    <a:pt x="12455" y="8960"/>
                  </a:cubicBezTo>
                  <a:cubicBezTo>
                    <a:pt x="12511" y="8960"/>
                    <a:pt x="12511" y="8960"/>
                    <a:pt x="12511" y="8960"/>
                  </a:cubicBezTo>
                  <a:cubicBezTo>
                    <a:pt x="12567" y="9027"/>
                    <a:pt x="12567" y="9027"/>
                    <a:pt x="12567" y="9027"/>
                  </a:cubicBezTo>
                  <a:cubicBezTo>
                    <a:pt x="12567" y="9027"/>
                    <a:pt x="12567" y="9027"/>
                    <a:pt x="12567" y="9027"/>
                  </a:cubicBezTo>
                  <a:cubicBezTo>
                    <a:pt x="12398" y="9161"/>
                    <a:pt x="12398" y="9161"/>
                    <a:pt x="12398" y="9161"/>
                  </a:cubicBezTo>
                  <a:cubicBezTo>
                    <a:pt x="12398" y="9161"/>
                    <a:pt x="12398" y="9161"/>
                    <a:pt x="12398" y="9161"/>
                  </a:cubicBezTo>
                  <a:cubicBezTo>
                    <a:pt x="12342" y="9161"/>
                    <a:pt x="12342" y="9161"/>
                    <a:pt x="12342" y="9161"/>
                  </a:cubicBezTo>
                  <a:cubicBezTo>
                    <a:pt x="12342" y="9161"/>
                    <a:pt x="12342" y="9161"/>
                    <a:pt x="12342" y="9161"/>
                  </a:cubicBezTo>
                  <a:cubicBezTo>
                    <a:pt x="12342" y="9228"/>
                    <a:pt x="12342" y="9228"/>
                    <a:pt x="12342" y="9228"/>
                  </a:cubicBezTo>
                  <a:cubicBezTo>
                    <a:pt x="12342" y="9295"/>
                    <a:pt x="12342" y="9295"/>
                    <a:pt x="12342" y="9295"/>
                  </a:cubicBezTo>
                  <a:cubicBezTo>
                    <a:pt x="12398" y="9228"/>
                    <a:pt x="12398" y="9228"/>
                    <a:pt x="12398" y="9228"/>
                  </a:cubicBezTo>
                  <a:cubicBezTo>
                    <a:pt x="12455" y="9295"/>
                    <a:pt x="12455" y="9295"/>
                    <a:pt x="12455" y="9295"/>
                  </a:cubicBezTo>
                  <a:cubicBezTo>
                    <a:pt x="12455" y="9295"/>
                    <a:pt x="12455" y="9295"/>
                    <a:pt x="12455" y="9295"/>
                  </a:cubicBezTo>
                  <a:cubicBezTo>
                    <a:pt x="12455" y="9362"/>
                    <a:pt x="12455" y="9362"/>
                    <a:pt x="12455" y="9362"/>
                  </a:cubicBezTo>
                  <a:cubicBezTo>
                    <a:pt x="12567" y="9362"/>
                    <a:pt x="12567" y="9362"/>
                    <a:pt x="12567" y="9362"/>
                  </a:cubicBezTo>
                  <a:cubicBezTo>
                    <a:pt x="12567" y="9295"/>
                    <a:pt x="12567" y="9295"/>
                    <a:pt x="12567" y="9295"/>
                  </a:cubicBezTo>
                  <a:cubicBezTo>
                    <a:pt x="12567" y="9295"/>
                    <a:pt x="12567" y="9295"/>
                    <a:pt x="12567" y="9295"/>
                  </a:cubicBezTo>
                  <a:cubicBezTo>
                    <a:pt x="12623" y="9295"/>
                    <a:pt x="12623" y="9295"/>
                    <a:pt x="12623" y="9295"/>
                  </a:cubicBezTo>
                  <a:cubicBezTo>
                    <a:pt x="12567" y="9362"/>
                    <a:pt x="12567" y="9362"/>
                    <a:pt x="12567" y="9362"/>
                  </a:cubicBezTo>
                  <a:cubicBezTo>
                    <a:pt x="12567" y="9362"/>
                    <a:pt x="12567" y="9362"/>
                    <a:pt x="12567" y="9362"/>
                  </a:cubicBezTo>
                  <a:cubicBezTo>
                    <a:pt x="12623" y="9362"/>
                    <a:pt x="12623" y="9362"/>
                    <a:pt x="12623" y="9362"/>
                  </a:cubicBezTo>
                  <a:cubicBezTo>
                    <a:pt x="12679" y="9429"/>
                    <a:pt x="12679" y="9429"/>
                    <a:pt x="12679" y="9429"/>
                  </a:cubicBezTo>
                  <a:cubicBezTo>
                    <a:pt x="12679" y="9362"/>
                    <a:pt x="12679" y="9362"/>
                    <a:pt x="12679" y="9362"/>
                  </a:cubicBezTo>
                  <a:cubicBezTo>
                    <a:pt x="12735" y="9362"/>
                    <a:pt x="12735" y="9362"/>
                    <a:pt x="12735" y="9362"/>
                  </a:cubicBezTo>
                  <a:cubicBezTo>
                    <a:pt x="12679" y="9429"/>
                    <a:pt x="12679" y="9429"/>
                    <a:pt x="12679" y="9429"/>
                  </a:cubicBezTo>
                  <a:cubicBezTo>
                    <a:pt x="12679" y="9429"/>
                    <a:pt x="12679" y="9429"/>
                    <a:pt x="12679" y="9429"/>
                  </a:cubicBezTo>
                  <a:cubicBezTo>
                    <a:pt x="12623" y="9495"/>
                    <a:pt x="12623" y="9495"/>
                    <a:pt x="12623" y="9495"/>
                  </a:cubicBezTo>
                  <a:cubicBezTo>
                    <a:pt x="12567" y="9495"/>
                    <a:pt x="12567" y="9495"/>
                    <a:pt x="12567" y="9495"/>
                  </a:cubicBezTo>
                  <a:cubicBezTo>
                    <a:pt x="12567" y="9429"/>
                    <a:pt x="12567" y="9429"/>
                    <a:pt x="12567" y="9429"/>
                  </a:cubicBezTo>
                  <a:cubicBezTo>
                    <a:pt x="12567" y="9429"/>
                    <a:pt x="12567" y="9429"/>
                    <a:pt x="12567" y="9429"/>
                  </a:cubicBezTo>
                  <a:cubicBezTo>
                    <a:pt x="12511" y="9429"/>
                    <a:pt x="12511" y="9429"/>
                    <a:pt x="12511" y="9429"/>
                  </a:cubicBezTo>
                  <a:cubicBezTo>
                    <a:pt x="12511" y="9429"/>
                    <a:pt x="12511" y="9429"/>
                    <a:pt x="12511" y="9429"/>
                  </a:cubicBezTo>
                  <a:cubicBezTo>
                    <a:pt x="12567" y="9495"/>
                    <a:pt x="12567" y="9495"/>
                    <a:pt x="12567" y="9495"/>
                  </a:cubicBezTo>
                  <a:cubicBezTo>
                    <a:pt x="12567" y="9562"/>
                    <a:pt x="12567" y="9562"/>
                    <a:pt x="12567" y="9562"/>
                  </a:cubicBezTo>
                  <a:cubicBezTo>
                    <a:pt x="12623" y="9629"/>
                    <a:pt x="12623" y="9629"/>
                    <a:pt x="12623" y="9629"/>
                  </a:cubicBezTo>
                  <a:cubicBezTo>
                    <a:pt x="12623" y="9696"/>
                    <a:pt x="12623" y="9696"/>
                    <a:pt x="12623" y="9696"/>
                  </a:cubicBezTo>
                  <a:cubicBezTo>
                    <a:pt x="12623" y="9696"/>
                    <a:pt x="12623" y="9696"/>
                    <a:pt x="12623" y="9696"/>
                  </a:cubicBezTo>
                  <a:cubicBezTo>
                    <a:pt x="12623" y="9763"/>
                    <a:pt x="12623" y="9763"/>
                    <a:pt x="12623" y="9763"/>
                  </a:cubicBezTo>
                  <a:cubicBezTo>
                    <a:pt x="12567" y="9763"/>
                    <a:pt x="12567" y="9763"/>
                    <a:pt x="12567" y="9763"/>
                  </a:cubicBezTo>
                  <a:cubicBezTo>
                    <a:pt x="12567" y="9830"/>
                    <a:pt x="12567" y="9830"/>
                    <a:pt x="12567" y="9830"/>
                  </a:cubicBezTo>
                  <a:cubicBezTo>
                    <a:pt x="12567" y="9897"/>
                    <a:pt x="12567" y="9897"/>
                    <a:pt x="12567" y="9897"/>
                  </a:cubicBezTo>
                  <a:cubicBezTo>
                    <a:pt x="12511" y="9964"/>
                    <a:pt x="12511" y="9964"/>
                    <a:pt x="12511" y="9964"/>
                  </a:cubicBezTo>
                  <a:cubicBezTo>
                    <a:pt x="12511" y="9964"/>
                    <a:pt x="12511" y="9964"/>
                    <a:pt x="12511" y="9964"/>
                  </a:cubicBezTo>
                  <a:cubicBezTo>
                    <a:pt x="12511" y="10030"/>
                    <a:pt x="12511" y="10030"/>
                    <a:pt x="12511" y="10030"/>
                  </a:cubicBezTo>
                  <a:cubicBezTo>
                    <a:pt x="12511" y="10030"/>
                    <a:pt x="12511" y="10030"/>
                    <a:pt x="12511" y="10030"/>
                  </a:cubicBezTo>
                  <a:cubicBezTo>
                    <a:pt x="12511" y="10097"/>
                    <a:pt x="12511" y="10097"/>
                    <a:pt x="12511" y="10097"/>
                  </a:cubicBezTo>
                  <a:cubicBezTo>
                    <a:pt x="12511" y="10097"/>
                    <a:pt x="12511" y="10097"/>
                    <a:pt x="12511" y="10097"/>
                  </a:cubicBezTo>
                  <a:cubicBezTo>
                    <a:pt x="12567" y="10030"/>
                    <a:pt x="12567" y="10030"/>
                    <a:pt x="12567" y="10030"/>
                  </a:cubicBezTo>
                  <a:cubicBezTo>
                    <a:pt x="12567" y="10030"/>
                    <a:pt x="12567" y="10030"/>
                    <a:pt x="12567" y="10030"/>
                  </a:cubicBezTo>
                  <a:cubicBezTo>
                    <a:pt x="12623" y="9964"/>
                    <a:pt x="12623" y="9964"/>
                    <a:pt x="12623" y="9964"/>
                  </a:cubicBezTo>
                  <a:cubicBezTo>
                    <a:pt x="12679" y="9964"/>
                    <a:pt x="12679" y="9964"/>
                    <a:pt x="12679" y="9964"/>
                  </a:cubicBezTo>
                  <a:cubicBezTo>
                    <a:pt x="12623" y="9897"/>
                    <a:pt x="12623" y="9897"/>
                    <a:pt x="12623" y="9897"/>
                  </a:cubicBezTo>
                  <a:cubicBezTo>
                    <a:pt x="12679" y="9897"/>
                    <a:pt x="12679" y="9897"/>
                    <a:pt x="12679" y="9897"/>
                  </a:cubicBezTo>
                  <a:cubicBezTo>
                    <a:pt x="12679" y="9897"/>
                    <a:pt x="12679" y="9897"/>
                    <a:pt x="12679" y="9897"/>
                  </a:cubicBezTo>
                  <a:cubicBezTo>
                    <a:pt x="12735" y="9897"/>
                    <a:pt x="12735" y="9897"/>
                    <a:pt x="12735" y="9897"/>
                  </a:cubicBezTo>
                  <a:cubicBezTo>
                    <a:pt x="12735" y="9830"/>
                    <a:pt x="12735" y="9830"/>
                    <a:pt x="12735" y="9830"/>
                  </a:cubicBezTo>
                  <a:cubicBezTo>
                    <a:pt x="12735" y="9763"/>
                    <a:pt x="12735" y="9763"/>
                    <a:pt x="12735" y="9763"/>
                  </a:cubicBezTo>
                  <a:cubicBezTo>
                    <a:pt x="12791" y="9696"/>
                    <a:pt x="12791" y="9696"/>
                    <a:pt x="12791" y="9696"/>
                  </a:cubicBezTo>
                  <a:cubicBezTo>
                    <a:pt x="12847" y="9562"/>
                    <a:pt x="12847" y="9562"/>
                    <a:pt x="12847" y="9562"/>
                  </a:cubicBezTo>
                  <a:cubicBezTo>
                    <a:pt x="12903" y="9562"/>
                    <a:pt x="12903" y="9562"/>
                    <a:pt x="12903" y="9562"/>
                  </a:cubicBezTo>
                  <a:cubicBezTo>
                    <a:pt x="12903" y="9562"/>
                    <a:pt x="12903" y="9562"/>
                    <a:pt x="12903" y="9562"/>
                  </a:cubicBezTo>
                  <a:cubicBezTo>
                    <a:pt x="12903" y="9562"/>
                    <a:pt x="12903" y="9562"/>
                    <a:pt x="12903" y="9562"/>
                  </a:cubicBezTo>
                  <a:cubicBezTo>
                    <a:pt x="12903" y="9629"/>
                    <a:pt x="12903" y="9629"/>
                    <a:pt x="12903" y="9629"/>
                  </a:cubicBezTo>
                  <a:cubicBezTo>
                    <a:pt x="12959" y="9696"/>
                    <a:pt x="12959" y="9696"/>
                    <a:pt x="12959" y="9696"/>
                  </a:cubicBezTo>
                  <a:cubicBezTo>
                    <a:pt x="12959" y="9763"/>
                    <a:pt x="12959" y="9763"/>
                    <a:pt x="12959" y="9763"/>
                  </a:cubicBezTo>
                  <a:cubicBezTo>
                    <a:pt x="13016" y="9830"/>
                    <a:pt x="13016" y="9830"/>
                    <a:pt x="13016" y="9830"/>
                  </a:cubicBezTo>
                  <a:cubicBezTo>
                    <a:pt x="13016" y="9897"/>
                    <a:pt x="13016" y="9897"/>
                    <a:pt x="13016" y="9897"/>
                  </a:cubicBezTo>
                  <a:cubicBezTo>
                    <a:pt x="13016" y="9964"/>
                    <a:pt x="13016" y="9964"/>
                    <a:pt x="13016" y="9964"/>
                  </a:cubicBezTo>
                  <a:cubicBezTo>
                    <a:pt x="13016" y="10030"/>
                    <a:pt x="13016" y="10030"/>
                    <a:pt x="13016" y="10030"/>
                  </a:cubicBezTo>
                  <a:cubicBezTo>
                    <a:pt x="13016" y="10097"/>
                    <a:pt x="13016" y="10097"/>
                    <a:pt x="13016" y="10097"/>
                  </a:cubicBezTo>
                  <a:cubicBezTo>
                    <a:pt x="12959" y="10097"/>
                    <a:pt x="12959" y="10097"/>
                    <a:pt x="12959" y="10097"/>
                  </a:cubicBezTo>
                  <a:cubicBezTo>
                    <a:pt x="12903" y="10097"/>
                    <a:pt x="12903" y="10097"/>
                    <a:pt x="12903" y="10097"/>
                  </a:cubicBezTo>
                  <a:cubicBezTo>
                    <a:pt x="12903" y="10097"/>
                    <a:pt x="12903" y="10097"/>
                    <a:pt x="12903" y="10097"/>
                  </a:cubicBezTo>
                  <a:cubicBezTo>
                    <a:pt x="12903" y="10164"/>
                    <a:pt x="12903" y="10164"/>
                    <a:pt x="12903" y="10164"/>
                  </a:cubicBezTo>
                  <a:cubicBezTo>
                    <a:pt x="12903" y="10231"/>
                    <a:pt x="12903" y="10231"/>
                    <a:pt x="12903" y="10231"/>
                  </a:cubicBezTo>
                  <a:cubicBezTo>
                    <a:pt x="12847" y="10298"/>
                    <a:pt x="12847" y="10298"/>
                    <a:pt x="12847" y="10298"/>
                  </a:cubicBezTo>
                  <a:cubicBezTo>
                    <a:pt x="12847" y="10365"/>
                    <a:pt x="12847" y="10365"/>
                    <a:pt x="12847" y="10365"/>
                  </a:cubicBezTo>
                  <a:cubicBezTo>
                    <a:pt x="12847" y="10365"/>
                    <a:pt x="12847" y="10365"/>
                    <a:pt x="12847" y="10365"/>
                  </a:cubicBezTo>
                  <a:cubicBezTo>
                    <a:pt x="12847" y="10432"/>
                    <a:pt x="12847" y="10432"/>
                    <a:pt x="12847" y="10432"/>
                  </a:cubicBezTo>
                  <a:cubicBezTo>
                    <a:pt x="12903" y="10632"/>
                    <a:pt x="12903" y="10632"/>
                    <a:pt x="12903" y="10632"/>
                  </a:cubicBezTo>
                  <a:cubicBezTo>
                    <a:pt x="12903" y="10699"/>
                    <a:pt x="12903" y="10699"/>
                    <a:pt x="12903" y="10699"/>
                  </a:cubicBezTo>
                  <a:cubicBezTo>
                    <a:pt x="12903" y="10766"/>
                    <a:pt x="12903" y="10766"/>
                    <a:pt x="12903" y="10766"/>
                  </a:cubicBezTo>
                  <a:cubicBezTo>
                    <a:pt x="12959" y="10833"/>
                    <a:pt x="12959" y="10833"/>
                    <a:pt x="12959" y="10833"/>
                  </a:cubicBezTo>
                  <a:cubicBezTo>
                    <a:pt x="12959" y="10833"/>
                    <a:pt x="12959" y="10833"/>
                    <a:pt x="12959" y="10833"/>
                  </a:cubicBezTo>
                  <a:cubicBezTo>
                    <a:pt x="12959" y="10766"/>
                    <a:pt x="12959" y="10766"/>
                    <a:pt x="12959" y="10766"/>
                  </a:cubicBezTo>
                  <a:cubicBezTo>
                    <a:pt x="12959" y="10699"/>
                    <a:pt x="12959" y="10699"/>
                    <a:pt x="12959" y="10699"/>
                  </a:cubicBezTo>
                  <a:cubicBezTo>
                    <a:pt x="13016" y="10699"/>
                    <a:pt x="13016" y="10699"/>
                    <a:pt x="13016" y="10699"/>
                  </a:cubicBezTo>
                  <a:cubicBezTo>
                    <a:pt x="13016" y="10699"/>
                    <a:pt x="13016" y="10699"/>
                    <a:pt x="13016" y="10699"/>
                  </a:cubicBezTo>
                  <a:cubicBezTo>
                    <a:pt x="13072" y="10766"/>
                    <a:pt x="13072" y="10766"/>
                    <a:pt x="13072" y="10766"/>
                  </a:cubicBezTo>
                  <a:cubicBezTo>
                    <a:pt x="13072" y="10766"/>
                    <a:pt x="13072" y="10766"/>
                    <a:pt x="13072" y="10766"/>
                  </a:cubicBezTo>
                  <a:cubicBezTo>
                    <a:pt x="13072" y="10699"/>
                    <a:pt x="13072" y="10699"/>
                    <a:pt x="13072" y="10699"/>
                  </a:cubicBezTo>
                  <a:cubicBezTo>
                    <a:pt x="13128" y="10632"/>
                    <a:pt x="13128" y="10632"/>
                    <a:pt x="13128" y="10632"/>
                  </a:cubicBezTo>
                  <a:cubicBezTo>
                    <a:pt x="13128" y="10565"/>
                    <a:pt x="13128" y="10565"/>
                    <a:pt x="13128" y="10565"/>
                  </a:cubicBezTo>
                  <a:cubicBezTo>
                    <a:pt x="13184" y="10565"/>
                    <a:pt x="13184" y="10565"/>
                    <a:pt x="13184" y="10565"/>
                  </a:cubicBezTo>
                  <a:cubicBezTo>
                    <a:pt x="13240" y="10499"/>
                    <a:pt x="13240" y="10499"/>
                    <a:pt x="13240" y="10499"/>
                  </a:cubicBezTo>
                  <a:cubicBezTo>
                    <a:pt x="13240" y="10432"/>
                    <a:pt x="13240" y="10432"/>
                    <a:pt x="13240" y="10432"/>
                  </a:cubicBezTo>
                  <a:cubicBezTo>
                    <a:pt x="13240" y="10432"/>
                    <a:pt x="13240" y="10432"/>
                    <a:pt x="13240" y="10432"/>
                  </a:cubicBezTo>
                  <a:cubicBezTo>
                    <a:pt x="13352" y="10365"/>
                    <a:pt x="13352" y="10365"/>
                    <a:pt x="13352" y="10365"/>
                  </a:cubicBezTo>
                  <a:cubicBezTo>
                    <a:pt x="13408" y="10231"/>
                    <a:pt x="13408" y="10231"/>
                    <a:pt x="13408" y="10231"/>
                  </a:cubicBezTo>
                  <a:cubicBezTo>
                    <a:pt x="13464" y="10097"/>
                    <a:pt x="13464" y="10097"/>
                    <a:pt x="13464" y="10097"/>
                  </a:cubicBezTo>
                  <a:cubicBezTo>
                    <a:pt x="13464" y="10030"/>
                    <a:pt x="13464" y="10030"/>
                    <a:pt x="13464" y="10030"/>
                  </a:cubicBezTo>
                  <a:cubicBezTo>
                    <a:pt x="13521" y="9964"/>
                    <a:pt x="13521" y="9964"/>
                    <a:pt x="13521" y="9964"/>
                  </a:cubicBezTo>
                  <a:cubicBezTo>
                    <a:pt x="13577" y="10030"/>
                    <a:pt x="13577" y="10030"/>
                    <a:pt x="13577" y="10030"/>
                  </a:cubicBezTo>
                  <a:cubicBezTo>
                    <a:pt x="13633" y="10030"/>
                    <a:pt x="13633" y="10030"/>
                    <a:pt x="13633" y="10030"/>
                  </a:cubicBezTo>
                  <a:cubicBezTo>
                    <a:pt x="13633" y="10030"/>
                    <a:pt x="13633" y="10030"/>
                    <a:pt x="13633" y="10030"/>
                  </a:cubicBezTo>
                  <a:cubicBezTo>
                    <a:pt x="13689" y="10030"/>
                    <a:pt x="13689" y="10030"/>
                    <a:pt x="13689" y="10030"/>
                  </a:cubicBezTo>
                  <a:cubicBezTo>
                    <a:pt x="13689" y="10030"/>
                    <a:pt x="13689" y="10030"/>
                    <a:pt x="13689" y="10030"/>
                  </a:cubicBezTo>
                  <a:cubicBezTo>
                    <a:pt x="13633" y="10030"/>
                    <a:pt x="13633" y="10030"/>
                    <a:pt x="13633" y="10030"/>
                  </a:cubicBezTo>
                  <a:cubicBezTo>
                    <a:pt x="13633" y="9964"/>
                    <a:pt x="13633" y="9964"/>
                    <a:pt x="13633" y="9964"/>
                  </a:cubicBezTo>
                  <a:cubicBezTo>
                    <a:pt x="13633" y="9897"/>
                    <a:pt x="13633" y="9897"/>
                    <a:pt x="13633" y="9897"/>
                  </a:cubicBezTo>
                  <a:cubicBezTo>
                    <a:pt x="13689" y="9897"/>
                    <a:pt x="13689" y="9897"/>
                    <a:pt x="13689" y="9897"/>
                  </a:cubicBezTo>
                  <a:cubicBezTo>
                    <a:pt x="13689" y="9964"/>
                    <a:pt x="13689" y="9964"/>
                    <a:pt x="13689" y="9964"/>
                  </a:cubicBezTo>
                  <a:cubicBezTo>
                    <a:pt x="13745" y="9897"/>
                    <a:pt x="13745" y="9897"/>
                    <a:pt x="13745" y="9897"/>
                  </a:cubicBezTo>
                  <a:cubicBezTo>
                    <a:pt x="13745" y="9897"/>
                    <a:pt x="13745" y="9897"/>
                    <a:pt x="13745" y="9897"/>
                  </a:cubicBezTo>
                  <a:cubicBezTo>
                    <a:pt x="13801" y="9897"/>
                    <a:pt x="13801" y="9897"/>
                    <a:pt x="13801" y="9897"/>
                  </a:cubicBezTo>
                  <a:cubicBezTo>
                    <a:pt x="13745" y="9830"/>
                    <a:pt x="13745" y="9830"/>
                    <a:pt x="13745" y="9830"/>
                  </a:cubicBezTo>
                  <a:cubicBezTo>
                    <a:pt x="13745" y="9830"/>
                    <a:pt x="13745" y="9830"/>
                    <a:pt x="13745" y="9830"/>
                  </a:cubicBezTo>
                  <a:cubicBezTo>
                    <a:pt x="13745" y="9830"/>
                    <a:pt x="13745" y="9830"/>
                    <a:pt x="13745" y="9830"/>
                  </a:cubicBezTo>
                  <a:cubicBezTo>
                    <a:pt x="13689" y="9830"/>
                    <a:pt x="13689" y="9830"/>
                    <a:pt x="13689" y="9830"/>
                  </a:cubicBezTo>
                  <a:cubicBezTo>
                    <a:pt x="13689" y="9696"/>
                    <a:pt x="13689" y="9696"/>
                    <a:pt x="13689" y="9696"/>
                  </a:cubicBezTo>
                  <a:cubicBezTo>
                    <a:pt x="13745" y="9696"/>
                    <a:pt x="13745" y="9696"/>
                    <a:pt x="13745" y="9696"/>
                  </a:cubicBezTo>
                  <a:cubicBezTo>
                    <a:pt x="13745" y="9629"/>
                    <a:pt x="13745" y="9629"/>
                    <a:pt x="13745" y="9629"/>
                  </a:cubicBezTo>
                  <a:cubicBezTo>
                    <a:pt x="13745" y="9629"/>
                    <a:pt x="13745" y="9629"/>
                    <a:pt x="13745" y="9629"/>
                  </a:cubicBezTo>
                  <a:cubicBezTo>
                    <a:pt x="13745" y="9629"/>
                    <a:pt x="13745" y="9629"/>
                    <a:pt x="13745" y="9629"/>
                  </a:cubicBezTo>
                  <a:cubicBezTo>
                    <a:pt x="13745" y="9562"/>
                    <a:pt x="13745" y="9562"/>
                    <a:pt x="13745" y="9562"/>
                  </a:cubicBezTo>
                  <a:cubicBezTo>
                    <a:pt x="13801" y="9495"/>
                    <a:pt x="13801" y="9495"/>
                    <a:pt x="13801" y="9495"/>
                  </a:cubicBezTo>
                  <a:cubicBezTo>
                    <a:pt x="13745" y="9495"/>
                    <a:pt x="13745" y="9495"/>
                    <a:pt x="13745" y="9495"/>
                  </a:cubicBezTo>
                  <a:cubicBezTo>
                    <a:pt x="13745" y="9495"/>
                    <a:pt x="13745" y="9495"/>
                    <a:pt x="13745" y="9495"/>
                  </a:cubicBezTo>
                  <a:cubicBezTo>
                    <a:pt x="13801" y="9495"/>
                    <a:pt x="13801" y="9495"/>
                    <a:pt x="13801" y="9495"/>
                  </a:cubicBezTo>
                  <a:cubicBezTo>
                    <a:pt x="13801" y="9429"/>
                    <a:pt x="13801" y="9429"/>
                    <a:pt x="13801" y="9429"/>
                  </a:cubicBezTo>
                  <a:cubicBezTo>
                    <a:pt x="13801" y="9429"/>
                    <a:pt x="13801" y="9429"/>
                    <a:pt x="13801" y="9429"/>
                  </a:cubicBezTo>
                  <a:cubicBezTo>
                    <a:pt x="13801" y="9362"/>
                    <a:pt x="13801" y="9362"/>
                    <a:pt x="13801" y="9362"/>
                  </a:cubicBezTo>
                  <a:cubicBezTo>
                    <a:pt x="13801" y="9429"/>
                    <a:pt x="13801" y="9429"/>
                    <a:pt x="13801" y="9429"/>
                  </a:cubicBezTo>
                  <a:cubicBezTo>
                    <a:pt x="13857" y="9429"/>
                    <a:pt x="13857" y="9429"/>
                    <a:pt x="13857" y="9429"/>
                  </a:cubicBezTo>
                  <a:cubicBezTo>
                    <a:pt x="13857" y="9429"/>
                    <a:pt x="13857" y="9429"/>
                    <a:pt x="13857" y="9429"/>
                  </a:cubicBezTo>
                  <a:cubicBezTo>
                    <a:pt x="13913" y="9429"/>
                    <a:pt x="13913" y="9429"/>
                    <a:pt x="13913" y="9429"/>
                  </a:cubicBezTo>
                  <a:cubicBezTo>
                    <a:pt x="13969" y="9429"/>
                    <a:pt x="13969" y="9429"/>
                    <a:pt x="13969" y="9429"/>
                  </a:cubicBezTo>
                  <a:cubicBezTo>
                    <a:pt x="14082" y="9495"/>
                    <a:pt x="14082" y="9495"/>
                    <a:pt x="14082" y="9495"/>
                  </a:cubicBezTo>
                  <a:cubicBezTo>
                    <a:pt x="14082" y="9495"/>
                    <a:pt x="14082" y="9495"/>
                    <a:pt x="14082" y="9495"/>
                  </a:cubicBezTo>
                  <a:cubicBezTo>
                    <a:pt x="14082" y="9562"/>
                    <a:pt x="14082" y="9562"/>
                    <a:pt x="14082" y="9562"/>
                  </a:cubicBezTo>
                  <a:cubicBezTo>
                    <a:pt x="14194" y="9562"/>
                    <a:pt x="14194" y="9562"/>
                    <a:pt x="14194" y="9562"/>
                  </a:cubicBezTo>
                  <a:cubicBezTo>
                    <a:pt x="14250" y="9562"/>
                    <a:pt x="14250" y="9562"/>
                    <a:pt x="14250" y="9562"/>
                  </a:cubicBezTo>
                  <a:cubicBezTo>
                    <a:pt x="14250" y="9562"/>
                    <a:pt x="14250" y="9562"/>
                    <a:pt x="14250" y="9562"/>
                  </a:cubicBezTo>
                  <a:cubicBezTo>
                    <a:pt x="14306" y="9629"/>
                    <a:pt x="14306" y="9629"/>
                    <a:pt x="14306" y="9629"/>
                  </a:cubicBezTo>
                  <a:cubicBezTo>
                    <a:pt x="14306" y="9629"/>
                    <a:pt x="14306" y="9629"/>
                    <a:pt x="14306" y="9629"/>
                  </a:cubicBezTo>
                  <a:cubicBezTo>
                    <a:pt x="14306" y="9696"/>
                    <a:pt x="14306" y="9696"/>
                    <a:pt x="14306" y="9696"/>
                  </a:cubicBezTo>
                  <a:cubicBezTo>
                    <a:pt x="14362" y="9696"/>
                    <a:pt x="14362" y="9696"/>
                    <a:pt x="14362" y="9696"/>
                  </a:cubicBezTo>
                  <a:cubicBezTo>
                    <a:pt x="14306" y="9696"/>
                    <a:pt x="14306" y="9696"/>
                    <a:pt x="14306" y="9696"/>
                  </a:cubicBezTo>
                  <a:cubicBezTo>
                    <a:pt x="14250" y="9696"/>
                    <a:pt x="14250" y="9696"/>
                    <a:pt x="14250" y="9696"/>
                  </a:cubicBezTo>
                  <a:cubicBezTo>
                    <a:pt x="14250" y="9696"/>
                    <a:pt x="14250" y="9696"/>
                    <a:pt x="14250" y="9696"/>
                  </a:cubicBezTo>
                  <a:cubicBezTo>
                    <a:pt x="14250" y="9696"/>
                    <a:pt x="14250" y="9696"/>
                    <a:pt x="14250" y="9696"/>
                  </a:cubicBezTo>
                  <a:cubicBezTo>
                    <a:pt x="14362" y="9763"/>
                    <a:pt x="14362" y="9763"/>
                    <a:pt x="14362" y="9763"/>
                  </a:cubicBezTo>
                  <a:cubicBezTo>
                    <a:pt x="14362" y="9830"/>
                    <a:pt x="14362" y="9830"/>
                    <a:pt x="14362" y="9830"/>
                  </a:cubicBezTo>
                  <a:cubicBezTo>
                    <a:pt x="14306" y="9830"/>
                    <a:pt x="14306" y="9830"/>
                    <a:pt x="14306" y="9830"/>
                  </a:cubicBezTo>
                  <a:cubicBezTo>
                    <a:pt x="14362" y="9897"/>
                    <a:pt x="14362" y="9897"/>
                    <a:pt x="14362" y="9897"/>
                  </a:cubicBezTo>
                  <a:cubicBezTo>
                    <a:pt x="14362" y="9830"/>
                    <a:pt x="14362" y="9830"/>
                    <a:pt x="14362" y="9830"/>
                  </a:cubicBezTo>
                  <a:cubicBezTo>
                    <a:pt x="14474" y="9897"/>
                    <a:pt x="14474" y="9897"/>
                    <a:pt x="14474" y="9897"/>
                  </a:cubicBezTo>
                  <a:cubicBezTo>
                    <a:pt x="14474" y="9897"/>
                    <a:pt x="14474" y="9897"/>
                    <a:pt x="14474" y="9897"/>
                  </a:cubicBezTo>
                  <a:cubicBezTo>
                    <a:pt x="14474" y="9897"/>
                    <a:pt x="14474" y="9897"/>
                    <a:pt x="14474" y="9897"/>
                  </a:cubicBezTo>
                  <a:cubicBezTo>
                    <a:pt x="14530" y="9964"/>
                    <a:pt x="14530" y="9964"/>
                    <a:pt x="14530" y="9964"/>
                  </a:cubicBezTo>
                  <a:cubicBezTo>
                    <a:pt x="14474" y="9964"/>
                    <a:pt x="14474" y="9964"/>
                    <a:pt x="14474" y="9964"/>
                  </a:cubicBezTo>
                  <a:cubicBezTo>
                    <a:pt x="14418" y="10030"/>
                    <a:pt x="14418" y="10030"/>
                    <a:pt x="14418" y="10030"/>
                  </a:cubicBezTo>
                  <a:cubicBezTo>
                    <a:pt x="14362" y="10097"/>
                    <a:pt x="14362" y="10097"/>
                    <a:pt x="14362" y="10097"/>
                  </a:cubicBezTo>
                  <a:cubicBezTo>
                    <a:pt x="14306" y="10097"/>
                    <a:pt x="14306" y="10097"/>
                    <a:pt x="14306" y="10097"/>
                  </a:cubicBezTo>
                  <a:cubicBezTo>
                    <a:pt x="14362" y="10097"/>
                    <a:pt x="14362" y="10097"/>
                    <a:pt x="14362" y="10097"/>
                  </a:cubicBezTo>
                  <a:cubicBezTo>
                    <a:pt x="14418" y="10097"/>
                    <a:pt x="14418" y="10097"/>
                    <a:pt x="14418" y="10097"/>
                  </a:cubicBezTo>
                  <a:cubicBezTo>
                    <a:pt x="14418" y="10164"/>
                    <a:pt x="14418" y="10164"/>
                    <a:pt x="14418" y="10164"/>
                  </a:cubicBezTo>
                  <a:cubicBezTo>
                    <a:pt x="14418" y="10164"/>
                    <a:pt x="14418" y="10164"/>
                    <a:pt x="14418" y="10164"/>
                  </a:cubicBezTo>
                  <a:cubicBezTo>
                    <a:pt x="14474" y="10164"/>
                    <a:pt x="14474" y="10164"/>
                    <a:pt x="14474" y="10164"/>
                  </a:cubicBezTo>
                  <a:cubicBezTo>
                    <a:pt x="14418" y="10231"/>
                    <a:pt x="14418" y="10231"/>
                    <a:pt x="14418" y="10231"/>
                  </a:cubicBezTo>
                  <a:cubicBezTo>
                    <a:pt x="14418" y="10231"/>
                    <a:pt x="14418" y="10231"/>
                    <a:pt x="14418" y="10231"/>
                  </a:cubicBezTo>
                  <a:cubicBezTo>
                    <a:pt x="14362" y="10298"/>
                    <a:pt x="14362" y="10298"/>
                    <a:pt x="14362" y="10298"/>
                  </a:cubicBezTo>
                  <a:cubicBezTo>
                    <a:pt x="14306" y="10298"/>
                    <a:pt x="14306" y="10298"/>
                    <a:pt x="14306" y="10298"/>
                  </a:cubicBezTo>
                  <a:cubicBezTo>
                    <a:pt x="14250" y="10298"/>
                    <a:pt x="14250" y="10298"/>
                    <a:pt x="14250" y="10298"/>
                  </a:cubicBezTo>
                  <a:cubicBezTo>
                    <a:pt x="14250" y="10298"/>
                    <a:pt x="14250" y="10298"/>
                    <a:pt x="14250" y="10298"/>
                  </a:cubicBezTo>
                  <a:cubicBezTo>
                    <a:pt x="14194" y="10298"/>
                    <a:pt x="14194" y="10298"/>
                    <a:pt x="14194" y="10298"/>
                  </a:cubicBezTo>
                  <a:cubicBezTo>
                    <a:pt x="14194" y="10231"/>
                    <a:pt x="14194" y="10231"/>
                    <a:pt x="14194" y="10231"/>
                  </a:cubicBezTo>
                  <a:cubicBezTo>
                    <a:pt x="14138" y="10231"/>
                    <a:pt x="14138" y="10231"/>
                    <a:pt x="14138" y="10231"/>
                  </a:cubicBezTo>
                  <a:cubicBezTo>
                    <a:pt x="14138" y="10231"/>
                    <a:pt x="14138" y="10231"/>
                    <a:pt x="14138" y="10231"/>
                  </a:cubicBezTo>
                  <a:cubicBezTo>
                    <a:pt x="14082" y="10231"/>
                    <a:pt x="14082" y="10231"/>
                    <a:pt x="14082" y="10231"/>
                  </a:cubicBezTo>
                  <a:cubicBezTo>
                    <a:pt x="14082" y="10298"/>
                    <a:pt x="14082" y="10298"/>
                    <a:pt x="14082" y="10298"/>
                  </a:cubicBezTo>
                  <a:cubicBezTo>
                    <a:pt x="14082" y="10298"/>
                    <a:pt x="14082" y="10298"/>
                    <a:pt x="14082" y="10298"/>
                  </a:cubicBezTo>
                  <a:cubicBezTo>
                    <a:pt x="14082" y="10298"/>
                    <a:pt x="14082" y="10298"/>
                    <a:pt x="14082" y="10298"/>
                  </a:cubicBezTo>
                  <a:cubicBezTo>
                    <a:pt x="14138" y="10298"/>
                    <a:pt x="14138" y="10298"/>
                    <a:pt x="14138" y="10298"/>
                  </a:cubicBezTo>
                  <a:cubicBezTo>
                    <a:pt x="14138" y="10365"/>
                    <a:pt x="14138" y="10365"/>
                    <a:pt x="14138" y="10365"/>
                  </a:cubicBezTo>
                  <a:cubicBezTo>
                    <a:pt x="14082" y="10365"/>
                    <a:pt x="14082" y="10365"/>
                    <a:pt x="14082" y="10365"/>
                  </a:cubicBezTo>
                  <a:cubicBezTo>
                    <a:pt x="14138" y="10432"/>
                    <a:pt x="14138" y="10432"/>
                    <a:pt x="14138" y="10432"/>
                  </a:cubicBezTo>
                  <a:cubicBezTo>
                    <a:pt x="14082" y="10432"/>
                    <a:pt x="14082" y="10432"/>
                    <a:pt x="14082" y="10432"/>
                  </a:cubicBezTo>
                  <a:cubicBezTo>
                    <a:pt x="14082" y="10499"/>
                    <a:pt x="14082" y="10499"/>
                    <a:pt x="14082" y="10499"/>
                  </a:cubicBezTo>
                  <a:cubicBezTo>
                    <a:pt x="14138" y="10499"/>
                    <a:pt x="14138" y="10499"/>
                    <a:pt x="14138" y="10499"/>
                  </a:cubicBezTo>
                  <a:cubicBezTo>
                    <a:pt x="14138" y="10432"/>
                    <a:pt x="14138" y="10432"/>
                    <a:pt x="14138" y="10432"/>
                  </a:cubicBezTo>
                  <a:cubicBezTo>
                    <a:pt x="14138" y="10432"/>
                    <a:pt x="14138" y="10432"/>
                    <a:pt x="14138" y="10432"/>
                  </a:cubicBezTo>
                  <a:cubicBezTo>
                    <a:pt x="14138" y="10499"/>
                    <a:pt x="14138" y="10499"/>
                    <a:pt x="14138" y="10499"/>
                  </a:cubicBezTo>
                  <a:cubicBezTo>
                    <a:pt x="14082" y="10499"/>
                    <a:pt x="14082" y="10499"/>
                    <a:pt x="14082" y="10499"/>
                  </a:cubicBezTo>
                  <a:cubicBezTo>
                    <a:pt x="14082" y="10565"/>
                    <a:pt x="14082" y="10565"/>
                    <a:pt x="14082" y="10565"/>
                  </a:cubicBezTo>
                  <a:cubicBezTo>
                    <a:pt x="14082" y="10632"/>
                    <a:pt x="14082" y="10632"/>
                    <a:pt x="14082" y="10632"/>
                  </a:cubicBezTo>
                  <a:cubicBezTo>
                    <a:pt x="14138" y="10699"/>
                    <a:pt x="14138" y="10699"/>
                    <a:pt x="14138" y="10699"/>
                  </a:cubicBezTo>
                  <a:cubicBezTo>
                    <a:pt x="14138" y="10699"/>
                    <a:pt x="14138" y="10699"/>
                    <a:pt x="14138" y="10699"/>
                  </a:cubicBezTo>
                  <a:cubicBezTo>
                    <a:pt x="14194" y="10833"/>
                    <a:pt x="14194" y="10833"/>
                    <a:pt x="14194" y="10833"/>
                  </a:cubicBezTo>
                  <a:cubicBezTo>
                    <a:pt x="14194" y="10900"/>
                    <a:pt x="14194" y="10900"/>
                    <a:pt x="14194" y="10900"/>
                  </a:cubicBezTo>
                  <a:cubicBezTo>
                    <a:pt x="14138" y="10900"/>
                    <a:pt x="14138" y="10900"/>
                    <a:pt x="14138" y="10900"/>
                  </a:cubicBezTo>
                  <a:cubicBezTo>
                    <a:pt x="14138" y="10967"/>
                    <a:pt x="14138" y="10967"/>
                    <a:pt x="14138" y="10967"/>
                  </a:cubicBezTo>
                  <a:cubicBezTo>
                    <a:pt x="14082" y="10967"/>
                    <a:pt x="14082" y="10967"/>
                    <a:pt x="14082" y="10967"/>
                  </a:cubicBezTo>
                  <a:cubicBezTo>
                    <a:pt x="14082" y="11034"/>
                    <a:pt x="14082" y="11034"/>
                    <a:pt x="14082" y="11034"/>
                  </a:cubicBezTo>
                  <a:cubicBezTo>
                    <a:pt x="14082" y="11100"/>
                    <a:pt x="14082" y="11100"/>
                    <a:pt x="14082" y="11100"/>
                  </a:cubicBezTo>
                  <a:cubicBezTo>
                    <a:pt x="14025" y="11034"/>
                    <a:pt x="14025" y="11034"/>
                    <a:pt x="14025" y="11034"/>
                  </a:cubicBezTo>
                  <a:cubicBezTo>
                    <a:pt x="13969" y="11034"/>
                    <a:pt x="13969" y="11034"/>
                    <a:pt x="13969" y="11034"/>
                  </a:cubicBezTo>
                  <a:cubicBezTo>
                    <a:pt x="13913" y="11100"/>
                    <a:pt x="13913" y="11100"/>
                    <a:pt x="13913" y="11100"/>
                  </a:cubicBezTo>
                  <a:cubicBezTo>
                    <a:pt x="13913" y="11167"/>
                    <a:pt x="13913" y="11167"/>
                    <a:pt x="13913" y="11167"/>
                  </a:cubicBezTo>
                  <a:cubicBezTo>
                    <a:pt x="13857" y="11167"/>
                    <a:pt x="13857" y="11167"/>
                    <a:pt x="13857" y="11167"/>
                  </a:cubicBezTo>
                  <a:cubicBezTo>
                    <a:pt x="13857" y="11234"/>
                    <a:pt x="13857" y="11234"/>
                    <a:pt x="13857" y="11234"/>
                  </a:cubicBezTo>
                  <a:cubicBezTo>
                    <a:pt x="13801" y="11234"/>
                    <a:pt x="13801" y="11234"/>
                    <a:pt x="13801" y="11234"/>
                  </a:cubicBezTo>
                  <a:cubicBezTo>
                    <a:pt x="13745" y="11301"/>
                    <a:pt x="13745" y="11301"/>
                    <a:pt x="13745" y="11301"/>
                  </a:cubicBezTo>
                  <a:cubicBezTo>
                    <a:pt x="13689" y="11301"/>
                    <a:pt x="13689" y="11301"/>
                    <a:pt x="13689" y="11301"/>
                  </a:cubicBezTo>
                  <a:cubicBezTo>
                    <a:pt x="13633" y="11301"/>
                    <a:pt x="13633" y="11301"/>
                    <a:pt x="13633" y="11301"/>
                  </a:cubicBezTo>
                  <a:cubicBezTo>
                    <a:pt x="13633" y="11368"/>
                    <a:pt x="13633" y="11368"/>
                    <a:pt x="13633" y="11368"/>
                  </a:cubicBezTo>
                  <a:cubicBezTo>
                    <a:pt x="13521" y="11368"/>
                    <a:pt x="13521" y="11368"/>
                    <a:pt x="13521" y="11368"/>
                  </a:cubicBezTo>
                  <a:cubicBezTo>
                    <a:pt x="13464" y="11368"/>
                    <a:pt x="13464" y="11368"/>
                    <a:pt x="13464" y="11368"/>
                  </a:cubicBezTo>
                  <a:cubicBezTo>
                    <a:pt x="13521" y="11301"/>
                    <a:pt x="13521" y="11301"/>
                    <a:pt x="13521" y="11301"/>
                  </a:cubicBezTo>
                  <a:cubicBezTo>
                    <a:pt x="13521" y="11234"/>
                    <a:pt x="13521" y="11234"/>
                    <a:pt x="13521" y="11234"/>
                  </a:cubicBezTo>
                  <a:cubicBezTo>
                    <a:pt x="13464" y="11234"/>
                    <a:pt x="13464" y="11234"/>
                    <a:pt x="13464" y="11234"/>
                  </a:cubicBezTo>
                  <a:cubicBezTo>
                    <a:pt x="13464" y="11167"/>
                    <a:pt x="13464" y="11167"/>
                    <a:pt x="13464" y="11167"/>
                  </a:cubicBezTo>
                  <a:cubicBezTo>
                    <a:pt x="13464" y="11167"/>
                    <a:pt x="13464" y="11167"/>
                    <a:pt x="13464" y="11167"/>
                  </a:cubicBezTo>
                  <a:cubicBezTo>
                    <a:pt x="13464" y="11167"/>
                    <a:pt x="13464" y="11167"/>
                    <a:pt x="13464" y="11167"/>
                  </a:cubicBezTo>
                  <a:cubicBezTo>
                    <a:pt x="13521" y="11034"/>
                    <a:pt x="13521" y="11034"/>
                    <a:pt x="13521" y="11034"/>
                  </a:cubicBezTo>
                  <a:cubicBezTo>
                    <a:pt x="13464" y="11100"/>
                    <a:pt x="13464" y="11100"/>
                    <a:pt x="13464" y="11100"/>
                  </a:cubicBezTo>
                  <a:cubicBezTo>
                    <a:pt x="13464" y="11100"/>
                    <a:pt x="13464" y="11100"/>
                    <a:pt x="13464" y="11100"/>
                  </a:cubicBezTo>
                  <a:cubicBezTo>
                    <a:pt x="13464" y="11034"/>
                    <a:pt x="13464" y="11034"/>
                    <a:pt x="13464" y="11034"/>
                  </a:cubicBezTo>
                  <a:cubicBezTo>
                    <a:pt x="13408" y="11034"/>
                    <a:pt x="13408" y="11034"/>
                    <a:pt x="13408" y="11034"/>
                  </a:cubicBezTo>
                  <a:cubicBezTo>
                    <a:pt x="13408" y="10967"/>
                    <a:pt x="13408" y="10967"/>
                    <a:pt x="13408" y="10967"/>
                  </a:cubicBezTo>
                  <a:cubicBezTo>
                    <a:pt x="13352" y="10967"/>
                    <a:pt x="13352" y="10967"/>
                    <a:pt x="13352" y="10967"/>
                  </a:cubicBezTo>
                  <a:cubicBezTo>
                    <a:pt x="13352" y="10967"/>
                    <a:pt x="13352" y="10967"/>
                    <a:pt x="13352" y="10967"/>
                  </a:cubicBezTo>
                  <a:cubicBezTo>
                    <a:pt x="13296" y="10967"/>
                    <a:pt x="13296" y="10967"/>
                    <a:pt x="13296" y="10967"/>
                  </a:cubicBezTo>
                  <a:cubicBezTo>
                    <a:pt x="13240" y="11034"/>
                    <a:pt x="13240" y="11034"/>
                    <a:pt x="13240" y="11034"/>
                  </a:cubicBezTo>
                  <a:cubicBezTo>
                    <a:pt x="13296" y="11034"/>
                    <a:pt x="13296" y="11034"/>
                    <a:pt x="13296" y="11034"/>
                  </a:cubicBezTo>
                  <a:cubicBezTo>
                    <a:pt x="13352" y="11034"/>
                    <a:pt x="13352" y="11034"/>
                    <a:pt x="13352" y="11034"/>
                  </a:cubicBezTo>
                  <a:cubicBezTo>
                    <a:pt x="13352" y="11034"/>
                    <a:pt x="13352" y="11034"/>
                    <a:pt x="13352" y="11034"/>
                  </a:cubicBezTo>
                  <a:cubicBezTo>
                    <a:pt x="13352" y="11034"/>
                    <a:pt x="13352" y="11034"/>
                    <a:pt x="13352" y="11034"/>
                  </a:cubicBezTo>
                  <a:cubicBezTo>
                    <a:pt x="13408" y="11100"/>
                    <a:pt x="13408" y="11100"/>
                    <a:pt x="13408" y="11100"/>
                  </a:cubicBezTo>
                  <a:cubicBezTo>
                    <a:pt x="13408" y="11167"/>
                    <a:pt x="13408" y="11167"/>
                    <a:pt x="13408" y="11167"/>
                  </a:cubicBezTo>
                  <a:cubicBezTo>
                    <a:pt x="13408" y="11234"/>
                    <a:pt x="13408" y="11234"/>
                    <a:pt x="13408" y="11234"/>
                  </a:cubicBezTo>
                  <a:cubicBezTo>
                    <a:pt x="13464" y="11234"/>
                    <a:pt x="13464" y="11234"/>
                    <a:pt x="13464" y="11234"/>
                  </a:cubicBezTo>
                  <a:cubicBezTo>
                    <a:pt x="13464" y="11301"/>
                    <a:pt x="13464" y="11301"/>
                    <a:pt x="13464" y="11301"/>
                  </a:cubicBezTo>
                  <a:cubicBezTo>
                    <a:pt x="13408" y="11368"/>
                    <a:pt x="13408" y="11368"/>
                    <a:pt x="13408" y="11368"/>
                  </a:cubicBezTo>
                  <a:cubicBezTo>
                    <a:pt x="13464" y="11368"/>
                    <a:pt x="13464" y="11368"/>
                    <a:pt x="13464" y="11368"/>
                  </a:cubicBezTo>
                  <a:cubicBezTo>
                    <a:pt x="13464" y="11435"/>
                    <a:pt x="13464" y="11435"/>
                    <a:pt x="13464" y="11435"/>
                  </a:cubicBezTo>
                  <a:cubicBezTo>
                    <a:pt x="13408" y="11435"/>
                    <a:pt x="13408" y="11435"/>
                    <a:pt x="13408" y="11435"/>
                  </a:cubicBezTo>
                  <a:cubicBezTo>
                    <a:pt x="13352" y="11368"/>
                    <a:pt x="13352" y="11368"/>
                    <a:pt x="13352" y="11368"/>
                  </a:cubicBezTo>
                  <a:cubicBezTo>
                    <a:pt x="13352" y="11301"/>
                    <a:pt x="13352" y="11301"/>
                    <a:pt x="13352" y="11301"/>
                  </a:cubicBezTo>
                  <a:cubicBezTo>
                    <a:pt x="13296" y="11301"/>
                    <a:pt x="13296" y="11301"/>
                    <a:pt x="13296" y="11301"/>
                  </a:cubicBezTo>
                  <a:cubicBezTo>
                    <a:pt x="13296" y="11234"/>
                    <a:pt x="13296" y="11234"/>
                    <a:pt x="13296" y="11234"/>
                  </a:cubicBezTo>
                  <a:cubicBezTo>
                    <a:pt x="13240" y="11301"/>
                    <a:pt x="13240" y="11301"/>
                    <a:pt x="13240" y="11301"/>
                  </a:cubicBezTo>
                  <a:cubicBezTo>
                    <a:pt x="13296" y="11368"/>
                    <a:pt x="13296" y="11368"/>
                    <a:pt x="13296" y="11368"/>
                  </a:cubicBezTo>
                  <a:cubicBezTo>
                    <a:pt x="13296" y="11368"/>
                    <a:pt x="13296" y="11368"/>
                    <a:pt x="13296" y="11368"/>
                  </a:cubicBezTo>
                  <a:cubicBezTo>
                    <a:pt x="13240" y="11368"/>
                    <a:pt x="13240" y="11368"/>
                    <a:pt x="13240" y="11368"/>
                  </a:cubicBezTo>
                  <a:cubicBezTo>
                    <a:pt x="13184" y="11368"/>
                    <a:pt x="13184" y="11368"/>
                    <a:pt x="13184" y="11368"/>
                  </a:cubicBezTo>
                  <a:cubicBezTo>
                    <a:pt x="13184" y="11301"/>
                    <a:pt x="13184" y="11301"/>
                    <a:pt x="13184" y="11301"/>
                  </a:cubicBezTo>
                  <a:cubicBezTo>
                    <a:pt x="13184" y="11368"/>
                    <a:pt x="13184" y="11368"/>
                    <a:pt x="13184" y="11368"/>
                  </a:cubicBezTo>
                  <a:cubicBezTo>
                    <a:pt x="13184" y="11301"/>
                    <a:pt x="13184" y="11301"/>
                    <a:pt x="13184" y="11301"/>
                  </a:cubicBezTo>
                  <a:cubicBezTo>
                    <a:pt x="13184" y="11234"/>
                    <a:pt x="13184" y="11234"/>
                    <a:pt x="13184" y="11234"/>
                  </a:cubicBezTo>
                  <a:cubicBezTo>
                    <a:pt x="13184" y="11234"/>
                    <a:pt x="13184" y="11234"/>
                    <a:pt x="13184" y="11234"/>
                  </a:cubicBezTo>
                  <a:cubicBezTo>
                    <a:pt x="13184" y="11167"/>
                    <a:pt x="13184" y="11167"/>
                    <a:pt x="13184" y="11167"/>
                  </a:cubicBezTo>
                  <a:cubicBezTo>
                    <a:pt x="13184" y="11167"/>
                    <a:pt x="13184" y="11167"/>
                    <a:pt x="13184" y="11167"/>
                  </a:cubicBezTo>
                  <a:cubicBezTo>
                    <a:pt x="13072" y="11167"/>
                    <a:pt x="13072" y="11167"/>
                    <a:pt x="13072" y="11167"/>
                  </a:cubicBezTo>
                  <a:cubicBezTo>
                    <a:pt x="13016" y="11167"/>
                    <a:pt x="13016" y="11167"/>
                    <a:pt x="13016" y="11167"/>
                  </a:cubicBezTo>
                  <a:cubicBezTo>
                    <a:pt x="13016" y="11167"/>
                    <a:pt x="13016" y="11167"/>
                    <a:pt x="13016" y="11167"/>
                  </a:cubicBezTo>
                  <a:cubicBezTo>
                    <a:pt x="12959" y="11167"/>
                    <a:pt x="12959" y="11167"/>
                    <a:pt x="12959" y="11167"/>
                  </a:cubicBezTo>
                  <a:cubicBezTo>
                    <a:pt x="12903" y="11167"/>
                    <a:pt x="12903" y="11167"/>
                    <a:pt x="12903" y="11167"/>
                  </a:cubicBezTo>
                  <a:cubicBezTo>
                    <a:pt x="12903" y="11167"/>
                    <a:pt x="12903" y="11167"/>
                    <a:pt x="12903" y="11167"/>
                  </a:cubicBezTo>
                  <a:cubicBezTo>
                    <a:pt x="12903" y="11234"/>
                    <a:pt x="12903" y="11234"/>
                    <a:pt x="12903" y="11234"/>
                  </a:cubicBezTo>
                  <a:cubicBezTo>
                    <a:pt x="12903" y="11234"/>
                    <a:pt x="12903" y="11234"/>
                    <a:pt x="12903" y="11234"/>
                  </a:cubicBezTo>
                  <a:cubicBezTo>
                    <a:pt x="12903" y="11301"/>
                    <a:pt x="12903" y="11301"/>
                    <a:pt x="12903" y="11301"/>
                  </a:cubicBezTo>
                  <a:cubicBezTo>
                    <a:pt x="12903" y="11301"/>
                    <a:pt x="12903" y="11301"/>
                    <a:pt x="12903" y="11301"/>
                  </a:cubicBezTo>
                  <a:cubicBezTo>
                    <a:pt x="12959" y="11301"/>
                    <a:pt x="12959" y="11301"/>
                    <a:pt x="12959" y="11301"/>
                  </a:cubicBezTo>
                  <a:cubicBezTo>
                    <a:pt x="13016" y="11368"/>
                    <a:pt x="13016" y="11368"/>
                    <a:pt x="13016" y="11368"/>
                  </a:cubicBezTo>
                  <a:cubicBezTo>
                    <a:pt x="12959" y="11435"/>
                    <a:pt x="12959" y="11435"/>
                    <a:pt x="12959" y="11435"/>
                  </a:cubicBezTo>
                  <a:cubicBezTo>
                    <a:pt x="12903" y="11435"/>
                    <a:pt x="12903" y="11435"/>
                    <a:pt x="12903" y="11435"/>
                  </a:cubicBezTo>
                  <a:cubicBezTo>
                    <a:pt x="12791" y="11569"/>
                    <a:pt x="12791" y="11569"/>
                    <a:pt x="12791" y="11569"/>
                  </a:cubicBezTo>
                  <a:cubicBezTo>
                    <a:pt x="12735" y="11635"/>
                    <a:pt x="12735" y="11635"/>
                    <a:pt x="12735" y="11635"/>
                  </a:cubicBezTo>
                  <a:cubicBezTo>
                    <a:pt x="12679" y="11702"/>
                    <a:pt x="12679" y="11702"/>
                    <a:pt x="12679" y="11702"/>
                  </a:cubicBezTo>
                  <a:cubicBezTo>
                    <a:pt x="12679" y="11702"/>
                    <a:pt x="12679" y="11702"/>
                    <a:pt x="12679" y="11702"/>
                  </a:cubicBezTo>
                  <a:cubicBezTo>
                    <a:pt x="12623" y="11702"/>
                    <a:pt x="12623" y="11702"/>
                    <a:pt x="12623" y="11702"/>
                  </a:cubicBezTo>
                  <a:cubicBezTo>
                    <a:pt x="12623" y="11769"/>
                    <a:pt x="12623" y="11769"/>
                    <a:pt x="12623" y="11769"/>
                  </a:cubicBezTo>
                  <a:cubicBezTo>
                    <a:pt x="12567" y="11769"/>
                    <a:pt x="12567" y="11769"/>
                    <a:pt x="12567" y="11769"/>
                  </a:cubicBezTo>
                  <a:cubicBezTo>
                    <a:pt x="12398" y="11769"/>
                    <a:pt x="12398" y="11769"/>
                    <a:pt x="12398" y="11769"/>
                  </a:cubicBezTo>
                  <a:cubicBezTo>
                    <a:pt x="12398" y="11702"/>
                    <a:pt x="12398" y="11702"/>
                    <a:pt x="12398" y="11702"/>
                  </a:cubicBezTo>
                  <a:cubicBezTo>
                    <a:pt x="12342" y="11635"/>
                    <a:pt x="12342" y="11635"/>
                    <a:pt x="12342" y="11635"/>
                  </a:cubicBezTo>
                  <a:cubicBezTo>
                    <a:pt x="12286" y="11635"/>
                    <a:pt x="12286" y="11635"/>
                    <a:pt x="12286" y="11635"/>
                  </a:cubicBezTo>
                  <a:cubicBezTo>
                    <a:pt x="12286" y="11569"/>
                    <a:pt x="12286" y="11569"/>
                    <a:pt x="12286" y="11569"/>
                  </a:cubicBezTo>
                  <a:cubicBezTo>
                    <a:pt x="12286" y="11569"/>
                    <a:pt x="12286" y="11569"/>
                    <a:pt x="12286" y="11569"/>
                  </a:cubicBezTo>
                  <a:cubicBezTo>
                    <a:pt x="12342" y="11569"/>
                    <a:pt x="12342" y="11569"/>
                    <a:pt x="12342" y="11569"/>
                  </a:cubicBezTo>
                  <a:cubicBezTo>
                    <a:pt x="12286" y="11569"/>
                    <a:pt x="12286" y="11569"/>
                    <a:pt x="12286" y="11569"/>
                  </a:cubicBezTo>
                  <a:cubicBezTo>
                    <a:pt x="12230" y="11502"/>
                    <a:pt x="12230" y="11502"/>
                    <a:pt x="12230" y="11502"/>
                  </a:cubicBezTo>
                  <a:cubicBezTo>
                    <a:pt x="12174" y="11435"/>
                    <a:pt x="12174" y="11435"/>
                    <a:pt x="12174" y="11435"/>
                  </a:cubicBezTo>
                  <a:cubicBezTo>
                    <a:pt x="12118" y="11368"/>
                    <a:pt x="12118" y="11368"/>
                    <a:pt x="12118" y="11368"/>
                  </a:cubicBezTo>
                  <a:cubicBezTo>
                    <a:pt x="12062" y="11368"/>
                    <a:pt x="12062" y="11368"/>
                    <a:pt x="12062" y="11368"/>
                  </a:cubicBezTo>
                  <a:cubicBezTo>
                    <a:pt x="11950" y="11301"/>
                    <a:pt x="11950" y="11301"/>
                    <a:pt x="11950" y="11301"/>
                  </a:cubicBezTo>
                  <a:cubicBezTo>
                    <a:pt x="11837" y="11301"/>
                    <a:pt x="11837" y="11301"/>
                    <a:pt x="11837" y="11301"/>
                  </a:cubicBezTo>
                  <a:cubicBezTo>
                    <a:pt x="11781" y="11301"/>
                    <a:pt x="11781" y="11301"/>
                    <a:pt x="11781" y="11301"/>
                  </a:cubicBezTo>
                  <a:cubicBezTo>
                    <a:pt x="11781" y="11301"/>
                    <a:pt x="11781" y="11301"/>
                    <a:pt x="11781" y="11301"/>
                  </a:cubicBezTo>
                  <a:cubicBezTo>
                    <a:pt x="11837" y="11368"/>
                    <a:pt x="11837" y="11368"/>
                    <a:pt x="11837" y="11368"/>
                  </a:cubicBezTo>
                  <a:cubicBezTo>
                    <a:pt x="11837" y="11368"/>
                    <a:pt x="11837" y="11368"/>
                    <a:pt x="11837" y="11368"/>
                  </a:cubicBezTo>
                  <a:cubicBezTo>
                    <a:pt x="11894" y="11368"/>
                    <a:pt x="11894" y="11368"/>
                    <a:pt x="11894" y="11368"/>
                  </a:cubicBezTo>
                  <a:cubicBezTo>
                    <a:pt x="12006" y="11368"/>
                    <a:pt x="12006" y="11368"/>
                    <a:pt x="12006" y="11368"/>
                  </a:cubicBezTo>
                  <a:cubicBezTo>
                    <a:pt x="12118" y="11368"/>
                    <a:pt x="12118" y="11368"/>
                    <a:pt x="12118" y="11368"/>
                  </a:cubicBezTo>
                  <a:cubicBezTo>
                    <a:pt x="12118" y="11435"/>
                    <a:pt x="12118" y="11435"/>
                    <a:pt x="12118" y="11435"/>
                  </a:cubicBezTo>
                  <a:cubicBezTo>
                    <a:pt x="12118" y="11435"/>
                    <a:pt x="12118" y="11435"/>
                    <a:pt x="12118" y="11435"/>
                  </a:cubicBezTo>
                  <a:cubicBezTo>
                    <a:pt x="12118" y="11435"/>
                    <a:pt x="12118" y="11435"/>
                    <a:pt x="12118" y="11435"/>
                  </a:cubicBezTo>
                  <a:cubicBezTo>
                    <a:pt x="12062" y="11435"/>
                    <a:pt x="12062" y="11435"/>
                    <a:pt x="12062" y="11435"/>
                  </a:cubicBezTo>
                  <a:cubicBezTo>
                    <a:pt x="12118" y="11502"/>
                    <a:pt x="12118" y="11502"/>
                    <a:pt x="12118" y="11502"/>
                  </a:cubicBezTo>
                  <a:cubicBezTo>
                    <a:pt x="12118" y="11569"/>
                    <a:pt x="12118" y="11569"/>
                    <a:pt x="12118" y="11569"/>
                  </a:cubicBezTo>
                  <a:cubicBezTo>
                    <a:pt x="12118" y="11569"/>
                    <a:pt x="12118" y="11569"/>
                    <a:pt x="12118" y="11569"/>
                  </a:cubicBezTo>
                  <a:cubicBezTo>
                    <a:pt x="12174" y="11702"/>
                    <a:pt x="12174" y="11702"/>
                    <a:pt x="12174" y="11702"/>
                  </a:cubicBezTo>
                  <a:cubicBezTo>
                    <a:pt x="12230" y="11769"/>
                    <a:pt x="12230" y="11769"/>
                    <a:pt x="12230" y="11769"/>
                  </a:cubicBezTo>
                  <a:cubicBezTo>
                    <a:pt x="12286" y="11769"/>
                    <a:pt x="12286" y="11769"/>
                    <a:pt x="12286" y="11769"/>
                  </a:cubicBezTo>
                  <a:cubicBezTo>
                    <a:pt x="12398" y="11836"/>
                    <a:pt x="12398" y="11836"/>
                    <a:pt x="12398" y="11836"/>
                  </a:cubicBezTo>
                  <a:cubicBezTo>
                    <a:pt x="12567" y="11836"/>
                    <a:pt x="12567" y="11836"/>
                    <a:pt x="12567" y="11836"/>
                  </a:cubicBezTo>
                  <a:cubicBezTo>
                    <a:pt x="12567" y="11903"/>
                    <a:pt x="12567" y="11903"/>
                    <a:pt x="12567" y="11903"/>
                  </a:cubicBezTo>
                  <a:cubicBezTo>
                    <a:pt x="12567" y="11970"/>
                    <a:pt x="12567" y="11970"/>
                    <a:pt x="12567" y="11970"/>
                  </a:cubicBezTo>
                  <a:cubicBezTo>
                    <a:pt x="12511" y="11970"/>
                    <a:pt x="12511" y="11970"/>
                    <a:pt x="12511" y="11970"/>
                  </a:cubicBezTo>
                  <a:cubicBezTo>
                    <a:pt x="12455" y="12037"/>
                    <a:pt x="12455" y="12037"/>
                    <a:pt x="12455" y="12037"/>
                  </a:cubicBezTo>
                  <a:cubicBezTo>
                    <a:pt x="12398" y="12104"/>
                    <a:pt x="12398" y="12104"/>
                    <a:pt x="12398" y="12104"/>
                  </a:cubicBezTo>
                  <a:cubicBezTo>
                    <a:pt x="12398" y="12104"/>
                    <a:pt x="12398" y="12104"/>
                    <a:pt x="12398" y="12104"/>
                  </a:cubicBezTo>
                  <a:cubicBezTo>
                    <a:pt x="12342" y="12104"/>
                    <a:pt x="12342" y="12104"/>
                    <a:pt x="12342" y="12104"/>
                  </a:cubicBezTo>
                  <a:cubicBezTo>
                    <a:pt x="12342" y="12170"/>
                    <a:pt x="12342" y="12170"/>
                    <a:pt x="12342" y="12170"/>
                  </a:cubicBezTo>
                  <a:cubicBezTo>
                    <a:pt x="12174" y="12304"/>
                    <a:pt x="12174" y="12304"/>
                    <a:pt x="12174" y="12304"/>
                  </a:cubicBezTo>
                  <a:cubicBezTo>
                    <a:pt x="12118" y="12371"/>
                    <a:pt x="12118" y="12371"/>
                    <a:pt x="12118" y="12371"/>
                  </a:cubicBezTo>
                  <a:cubicBezTo>
                    <a:pt x="12062" y="12438"/>
                    <a:pt x="12062" y="12438"/>
                    <a:pt x="12062" y="12438"/>
                  </a:cubicBezTo>
                  <a:cubicBezTo>
                    <a:pt x="12062" y="12438"/>
                    <a:pt x="12062" y="12438"/>
                    <a:pt x="12062" y="12438"/>
                  </a:cubicBezTo>
                  <a:cubicBezTo>
                    <a:pt x="12006" y="12438"/>
                    <a:pt x="12006" y="12438"/>
                    <a:pt x="12006" y="12438"/>
                  </a:cubicBezTo>
                  <a:cubicBezTo>
                    <a:pt x="12006" y="12438"/>
                    <a:pt x="12006" y="12438"/>
                    <a:pt x="12006" y="12438"/>
                  </a:cubicBezTo>
                  <a:cubicBezTo>
                    <a:pt x="12006" y="12438"/>
                    <a:pt x="12006" y="12438"/>
                    <a:pt x="12006" y="12438"/>
                  </a:cubicBezTo>
                  <a:cubicBezTo>
                    <a:pt x="11894" y="12371"/>
                    <a:pt x="11894" y="12371"/>
                    <a:pt x="11894" y="12371"/>
                  </a:cubicBezTo>
                  <a:cubicBezTo>
                    <a:pt x="11894" y="12371"/>
                    <a:pt x="11894" y="12371"/>
                    <a:pt x="11894" y="12371"/>
                  </a:cubicBezTo>
                  <a:cubicBezTo>
                    <a:pt x="11837" y="12371"/>
                    <a:pt x="11837" y="12371"/>
                    <a:pt x="11837" y="12371"/>
                  </a:cubicBezTo>
                  <a:cubicBezTo>
                    <a:pt x="11837" y="12371"/>
                    <a:pt x="11837" y="12371"/>
                    <a:pt x="11837" y="12371"/>
                  </a:cubicBezTo>
                  <a:cubicBezTo>
                    <a:pt x="11837" y="12371"/>
                    <a:pt x="11837" y="12371"/>
                    <a:pt x="11837" y="12371"/>
                  </a:cubicBezTo>
                  <a:cubicBezTo>
                    <a:pt x="11837" y="12304"/>
                    <a:pt x="11837" y="12304"/>
                    <a:pt x="11837" y="12304"/>
                  </a:cubicBezTo>
                  <a:cubicBezTo>
                    <a:pt x="11837" y="12304"/>
                    <a:pt x="11837" y="12304"/>
                    <a:pt x="11837" y="12304"/>
                  </a:cubicBezTo>
                  <a:cubicBezTo>
                    <a:pt x="11837" y="12237"/>
                    <a:pt x="11837" y="12237"/>
                    <a:pt x="11837" y="12237"/>
                  </a:cubicBezTo>
                  <a:cubicBezTo>
                    <a:pt x="11781" y="12304"/>
                    <a:pt x="11781" y="12304"/>
                    <a:pt x="11781" y="12304"/>
                  </a:cubicBezTo>
                  <a:cubicBezTo>
                    <a:pt x="11725" y="12371"/>
                    <a:pt x="11725" y="12371"/>
                    <a:pt x="11725" y="12371"/>
                  </a:cubicBezTo>
                  <a:cubicBezTo>
                    <a:pt x="11725" y="12371"/>
                    <a:pt x="11725" y="12371"/>
                    <a:pt x="11725" y="12371"/>
                  </a:cubicBezTo>
                  <a:cubicBezTo>
                    <a:pt x="11725" y="12237"/>
                    <a:pt x="11725" y="12237"/>
                    <a:pt x="11725" y="12237"/>
                  </a:cubicBezTo>
                  <a:cubicBezTo>
                    <a:pt x="11669" y="12304"/>
                    <a:pt x="11669" y="12304"/>
                    <a:pt x="11669" y="12304"/>
                  </a:cubicBezTo>
                  <a:cubicBezTo>
                    <a:pt x="11725" y="12371"/>
                    <a:pt x="11725" y="12371"/>
                    <a:pt x="11725" y="12371"/>
                  </a:cubicBezTo>
                  <a:cubicBezTo>
                    <a:pt x="11725" y="12438"/>
                    <a:pt x="11725" y="12438"/>
                    <a:pt x="11725" y="12438"/>
                  </a:cubicBezTo>
                  <a:cubicBezTo>
                    <a:pt x="11669" y="12572"/>
                    <a:pt x="11669" y="12572"/>
                    <a:pt x="11669" y="12572"/>
                  </a:cubicBezTo>
                  <a:cubicBezTo>
                    <a:pt x="11613" y="12572"/>
                    <a:pt x="11613" y="12572"/>
                    <a:pt x="11613" y="12572"/>
                  </a:cubicBezTo>
                  <a:cubicBezTo>
                    <a:pt x="11613" y="12505"/>
                    <a:pt x="11613" y="12505"/>
                    <a:pt x="11613" y="12505"/>
                  </a:cubicBezTo>
                  <a:cubicBezTo>
                    <a:pt x="11557" y="12438"/>
                    <a:pt x="11557" y="12438"/>
                    <a:pt x="11557" y="12438"/>
                  </a:cubicBezTo>
                  <a:cubicBezTo>
                    <a:pt x="11557" y="12505"/>
                    <a:pt x="11557" y="12505"/>
                    <a:pt x="11557" y="12505"/>
                  </a:cubicBezTo>
                  <a:cubicBezTo>
                    <a:pt x="11613" y="12505"/>
                    <a:pt x="11613" y="12505"/>
                    <a:pt x="11613" y="12505"/>
                  </a:cubicBezTo>
                  <a:cubicBezTo>
                    <a:pt x="11557" y="12572"/>
                    <a:pt x="11557" y="12572"/>
                    <a:pt x="11557" y="12572"/>
                  </a:cubicBezTo>
                  <a:cubicBezTo>
                    <a:pt x="11557" y="12639"/>
                    <a:pt x="11557" y="12639"/>
                    <a:pt x="11557" y="12639"/>
                  </a:cubicBezTo>
                  <a:cubicBezTo>
                    <a:pt x="11501" y="12572"/>
                    <a:pt x="11501" y="12572"/>
                    <a:pt x="11501" y="12572"/>
                  </a:cubicBezTo>
                  <a:cubicBezTo>
                    <a:pt x="11445" y="12572"/>
                    <a:pt x="11445" y="12572"/>
                    <a:pt x="11445" y="12572"/>
                  </a:cubicBezTo>
                  <a:cubicBezTo>
                    <a:pt x="11445" y="12505"/>
                    <a:pt x="11445" y="12505"/>
                    <a:pt x="11445" y="12505"/>
                  </a:cubicBezTo>
                  <a:cubicBezTo>
                    <a:pt x="11445" y="12505"/>
                    <a:pt x="11445" y="12505"/>
                    <a:pt x="11445" y="12505"/>
                  </a:cubicBezTo>
                  <a:cubicBezTo>
                    <a:pt x="11389" y="12438"/>
                    <a:pt x="11389" y="12438"/>
                    <a:pt x="11389" y="12438"/>
                  </a:cubicBezTo>
                  <a:cubicBezTo>
                    <a:pt x="11276" y="12371"/>
                    <a:pt x="11276" y="12371"/>
                    <a:pt x="11276" y="12371"/>
                  </a:cubicBezTo>
                  <a:cubicBezTo>
                    <a:pt x="11164" y="12304"/>
                    <a:pt x="11164" y="12304"/>
                    <a:pt x="11164" y="12304"/>
                  </a:cubicBezTo>
                  <a:cubicBezTo>
                    <a:pt x="11164" y="12237"/>
                    <a:pt x="11164" y="12237"/>
                    <a:pt x="11164" y="12237"/>
                  </a:cubicBezTo>
                  <a:cubicBezTo>
                    <a:pt x="11108" y="12237"/>
                    <a:pt x="11108" y="12237"/>
                    <a:pt x="11108" y="12237"/>
                  </a:cubicBezTo>
                  <a:cubicBezTo>
                    <a:pt x="11052" y="12170"/>
                    <a:pt x="11052" y="12170"/>
                    <a:pt x="11052" y="12170"/>
                  </a:cubicBezTo>
                  <a:cubicBezTo>
                    <a:pt x="10996" y="12170"/>
                    <a:pt x="10996" y="12170"/>
                    <a:pt x="10996" y="12170"/>
                  </a:cubicBezTo>
                  <a:cubicBezTo>
                    <a:pt x="10996" y="12237"/>
                    <a:pt x="10996" y="12237"/>
                    <a:pt x="10996" y="12237"/>
                  </a:cubicBezTo>
                  <a:cubicBezTo>
                    <a:pt x="10996" y="12237"/>
                    <a:pt x="10996" y="12237"/>
                    <a:pt x="10996" y="12237"/>
                  </a:cubicBezTo>
                  <a:cubicBezTo>
                    <a:pt x="10996" y="12304"/>
                    <a:pt x="10996" y="12304"/>
                    <a:pt x="10996" y="12304"/>
                  </a:cubicBezTo>
                  <a:cubicBezTo>
                    <a:pt x="11052" y="12304"/>
                    <a:pt x="11052" y="12304"/>
                    <a:pt x="11052" y="12304"/>
                  </a:cubicBezTo>
                  <a:cubicBezTo>
                    <a:pt x="11052" y="12304"/>
                    <a:pt x="11052" y="12304"/>
                    <a:pt x="11052" y="12304"/>
                  </a:cubicBezTo>
                  <a:cubicBezTo>
                    <a:pt x="11052" y="12237"/>
                    <a:pt x="11052" y="12237"/>
                    <a:pt x="11052" y="12237"/>
                  </a:cubicBezTo>
                  <a:cubicBezTo>
                    <a:pt x="11052" y="12237"/>
                    <a:pt x="11052" y="12237"/>
                    <a:pt x="11052" y="12237"/>
                  </a:cubicBezTo>
                  <a:cubicBezTo>
                    <a:pt x="11052" y="12237"/>
                    <a:pt x="11052" y="12237"/>
                    <a:pt x="11052" y="12237"/>
                  </a:cubicBezTo>
                  <a:cubicBezTo>
                    <a:pt x="11164" y="12371"/>
                    <a:pt x="11164" y="12371"/>
                    <a:pt x="11164" y="12371"/>
                  </a:cubicBezTo>
                  <a:cubicBezTo>
                    <a:pt x="11276" y="12438"/>
                    <a:pt x="11276" y="12438"/>
                    <a:pt x="11276" y="12438"/>
                  </a:cubicBezTo>
                  <a:cubicBezTo>
                    <a:pt x="11276" y="12438"/>
                    <a:pt x="11276" y="12438"/>
                    <a:pt x="11276" y="12438"/>
                  </a:cubicBezTo>
                  <a:cubicBezTo>
                    <a:pt x="11220" y="12505"/>
                    <a:pt x="11220" y="12505"/>
                    <a:pt x="11220" y="12505"/>
                  </a:cubicBezTo>
                  <a:cubicBezTo>
                    <a:pt x="11164" y="12505"/>
                    <a:pt x="11164" y="12505"/>
                    <a:pt x="11164" y="12505"/>
                  </a:cubicBezTo>
                  <a:cubicBezTo>
                    <a:pt x="11108" y="12505"/>
                    <a:pt x="11108" y="12505"/>
                    <a:pt x="11108" y="12505"/>
                  </a:cubicBezTo>
                  <a:cubicBezTo>
                    <a:pt x="11108" y="12505"/>
                    <a:pt x="11108" y="12505"/>
                    <a:pt x="11108" y="12505"/>
                  </a:cubicBezTo>
                  <a:cubicBezTo>
                    <a:pt x="11108" y="12505"/>
                    <a:pt x="11108" y="12505"/>
                    <a:pt x="11108" y="12505"/>
                  </a:cubicBezTo>
                  <a:cubicBezTo>
                    <a:pt x="11164" y="12505"/>
                    <a:pt x="11164" y="12505"/>
                    <a:pt x="11164" y="12505"/>
                  </a:cubicBezTo>
                  <a:cubicBezTo>
                    <a:pt x="11220" y="12505"/>
                    <a:pt x="11220" y="12505"/>
                    <a:pt x="11220" y="12505"/>
                  </a:cubicBezTo>
                  <a:cubicBezTo>
                    <a:pt x="11276" y="12438"/>
                    <a:pt x="11276" y="12438"/>
                    <a:pt x="11276" y="12438"/>
                  </a:cubicBezTo>
                  <a:cubicBezTo>
                    <a:pt x="11332" y="12438"/>
                    <a:pt x="11332" y="12438"/>
                    <a:pt x="11332" y="12438"/>
                  </a:cubicBezTo>
                  <a:cubicBezTo>
                    <a:pt x="11332" y="12505"/>
                    <a:pt x="11332" y="12505"/>
                    <a:pt x="11332" y="12505"/>
                  </a:cubicBezTo>
                  <a:cubicBezTo>
                    <a:pt x="11389" y="12572"/>
                    <a:pt x="11389" y="12572"/>
                    <a:pt x="11389" y="12572"/>
                  </a:cubicBezTo>
                  <a:cubicBezTo>
                    <a:pt x="11445" y="12705"/>
                    <a:pt x="11445" y="12705"/>
                    <a:pt x="11445" y="12705"/>
                  </a:cubicBezTo>
                  <a:cubicBezTo>
                    <a:pt x="11445" y="12772"/>
                    <a:pt x="11445" y="12772"/>
                    <a:pt x="11445" y="12772"/>
                  </a:cubicBezTo>
                  <a:cubicBezTo>
                    <a:pt x="11389" y="12839"/>
                    <a:pt x="11389" y="12839"/>
                    <a:pt x="11389" y="12839"/>
                  </a:cubicBezTo>
                  <a:cubicBezTo>
                    <a:pt x="11332" y="12906"/>
                    <a:pt x="11332" y="12906"/>
                    <a:pt x="11332" y="12906"/>
                  </a:cubicBezTo>
                  <a:cubicBezTo>
                    <a:pt x="11332" y="12906"/>
                    <a:pt x="11332" y="12906"/>
                    <a:pt x="11332" y="12906"/>
                  </a:cubicBezTo>
                  <a:cubicBezTo>
                    <a:pt x="11276" y="12906"/>
                    <a:pt x="11276" y="12906"/>
                    <a:pt x="11276" y="12906"/>
                  </a:cubicBezTo>
                  <a:cubicBezTo>
                    <a:pt x="11220" y="12839"/>
                    <a:pt x="11220" y="12839"/>
                    <a:pt x="11220" y="12839"/>
                  </a:cubicBezTo>
                  <a:cubicBezTo>
                    <a:pt x="11108" y="12839"/>
                    <a:pt x="11108" y="12839"/>
                    <a:pt x="11108" y="12839"/>
                  </a:cubicBezTo>
                  <a:cubicBezTo>
                    <a:pt x="11052" y="12772"/>
                    <a:pt x="11052" y="12772"/>
                    <a:pt x="11052" y="12772"/>
                  </a:cubicBezTo>
                  <a:cubicBezTo>
                    <a:pt x="10996" y="12639"/>
                    <a:pt x="10996" y="12639"/>
                    <a:pt x="10996" y="12639"/>
                  </a:cubicBezTo>
                  <a:cubicBezTo>
                    <a:pt x="10996" y="12639"/>
                    <a:pt x="10996" y="12639"/>
                    <a:pt x="10996" y="12639"/>
                  </a:cubicBezTo>
                  <a:cubicBezTo>
                    <a:pt x="10940" y="12639"/>
                    <a:pt x="10940" y="12639"/>
                    <a:pt x="10940" y="12639"/>
                  </a:cubicBezTo>
                  <a:cubicBezTo>
                    <a:pt x="10996" y="12705"/>
                    <a:pt x="10996" y="12705"/>
                    <a:pt x="10996" y="12705"/>
                  </a:cubicBezTo>
                  <a:cubicBezTo>
                    <a:pt x="10996" y="12705"/>
                    <a:pt x="10996" y="12705"/>
                    <a:pt x="10996" y="12705"/>
                  </a:cubicBezTo>
                  <a:cubicBezTo>
                    <a:pt x="10996" y="12772"/>
                    <a:pt x="10996" y="12772"/>
                    <a:pt x="10996" y="12772"/>
                  </a:cubicBezTo>
                  <a:cubicBezTo>
                    <a:pt x="11052" y="12906"/>
                    <a:pt x="11052" y="12906"/>
                    <a:pt x="11052" y="12906"/>
                  </a:cubicBezTo>
                  <a:cubicBezTo>
                    <a:pt x="11108" y="12973"/>
                    <a:pt x="11108" y="12973"/>
                    <a:pt x="11108" y="12973"/>
                  </a:cubicBezTo>
                  <a:cubicBezTo>
                    <a:pt x="11052" y="13040"/>
                    <a:pt x="11052" y="13040"/>
                    <a:pt x="11052" y="13040"/>
                  </a:cubicBezTo>
                  <a:cubicBezTo>
                    <a:pt x="11052" y="13040"/>
                    <a:pt x="11052" y="13040"/>
                    <a:pt x="11052" y="13040"/>
                  </a:cubicBezTo>
                  <a:cubicBezTo>
                    <a:pt x="10996" y="13040"/>
                    <a:pt x="10996" y="13040"/>
                    <a:pt x="10996" y="13040"/>
                  </a:cubicBezTo>
                  <a:cubicBezTo>
                    <a:pt x="10996" y="12973"/>
                    <a:pt x="10996" y="12973"/>
                    <a:pt x="10996" y="12973"/>
                  </a:cubicBezTo>
                  <a:cubicBezTo>
                    <a:pt x="10996" y="12973"/>
                    <a:pt x="10996" y="12973"/>
                    <a:pt x="10996" y="12973"/>
                  </a:cubicBezTo>
                  <a:cubicBezTo>
                    <a:pt x="10940" y="12973"/>
                    <a:pt x="10940" y="12973"/>
                    <a:pt x="10940" y="12973"/>
                  </a:cubicBezTo>
                  <a:cubicBezTo>
                    <a:pt x="10996" y="13040"/>
                    <a:pt x="10996" y="13040"/>
                    <a:pt x="10996" y="13040"/>
                  </a:cubicBezTo>
                  <a:cubicBezTo>
                    <a:pt x="10996" y="13040"/>
                    <a:pt x="10996" y="13040"/>
                    <a:pt x="10996" y="13040"/>
                  </a:cubicBezTo>
                  <a:cubicBezTo>
                    <a:pt x="10996" y="13107"/>
                    <a:pt x="10996" y="13107"/>
                    <a:pt x="10996" y="13107"/>
                  </a:cubicBezTo>
                  <a:cubicBezTo>
                    <a:pt x="10940" y="13040"/>
                    <a:pt x="10940" y="13040"/>
                    <a:pt x="10940" y="13040"/>
                  </a:cubicBezTo>
                  <a:cubicBezTo>
                    <a:pt x="10940" y="13040"/>
                    <a:pt x="10940" y="13040"/>
                    <a:pt x="10940" y="13040"/>
                  </a:cubicBezTo>
                  <a:cubicBezTo>
                    <a:pt x="10884" y="13107"/>
                    <a:pt x="10884" y="13107"/>
                    <a:pt x="10884" y="13107"/>
                  </a:cubicBezTo>
                  <a:cubicBezTo>
                    <a:pt x="10940" y="13107"/>
                    <a:pt x="10940" y="13107"/>
                    <a:pt x="10940" y="13107"/>
                  </a:cubicBezTo>
                  <a:cubicBezTo>
                    <a:pt x="10940" y="13173"/>
                    <a:pt x="10940" y="13173"/>
                    <a:pt x="10940" y="13173"/>
                  </a:cubicBezTo>
                  <a:cubicBezTo>
                    <a:pt x="10884" y="13173"/>
                    <a:pt x="10884" y="13173"/>
                    <a:pt x="10884" y="13173"/>
                  </a:cubicBezTo>
                  <a:cubicBezTo>
                    <a:pt x="10884" y="13173"/>
                    <a:pt x="10884" y="13173"/>
                    <a:pt x="10884" y="13173"/>
                  </a:cubicBezTo>
                  <a:cubicBezTo>
                    <a:pt x="10884" y="13107"/>
                    <a:pt x="10884" y="13107"/>
                    <a:pt x="10884" y="13107"/>
                  </a:cubicBezTo>
                  <a:cubicBezTo>
                    <a:pt x="10884" y="13173"/>
                    <a:pt x="10884" y="13173"/>
                    <a:pt x="10884" y="13173"/>
                  </a:cubicBezTo>
                  <a:cubicBezTo>
                    <a:pt x="10884" y="13173"/>
                    <a:pt x="10884" y="13173"/>
                    <a:pt x="10884" y="13173"/>
                  </a:cubicBezTo>
                  <a:cubicBezTo>
                    <a:pt x="10828" y="13173"/>
                    <a:pt x="10828" y="13173"/>
                    <a:pt x="10828" y="13173"/>
                  </a:cubicBezTo>
                  <a:cubicBezTo>
                    <a:pt x="10771" y="13173"/>
                    <a:pt x="10771" y="13173"/>
                    <a:pt x="10771" y="13173"/>
                  </a:cubicBezTo>
                  <a:cubicBezTo>
                    <a:pt x="10771" y="13240"/>
                    <a:pt x="10771" y="13240"/>
                    <a:pt x="10771" y="13240"/>
                  </a:cubicBezTo>
                  <a:cubicBezTo>
                    <a:pt x="10715" y="13240"/>
                    <a:pt x="10715" y="13240"/>
                    <a:pt x="10715" y="13240"/>
                  </a:cubicBezTo>
                  <a:cubicBezTo>
                    <a:pt x="10715" y="13307"/>
                    <a:pt x="10715" y="13307"/>
                    <a:pt x="10715" y="13307"/>
                  </a:cubicBezTo>
                  <a:cubicBezTo>
                    <a:pt x="10771" y="13307"/>
                    <a:pt x="10771" y="13307"/>
                    <a:pt x="10771" y="13307"/>
                  </a:cubicBezTo>
                  <a:cubicBezTo>
                    <a:pt x="10715" y="13307"/>
                    <a:pt x="10715" y="13307"/>
                    <a:pt x="10715" y="13307"/>
                  </a:cubicBezTo>
                  <a:cubicBezTo>
                    <a:pt x="10715" y="13307"/>
                    <a:pt x="10715" y="13307"/>
                    <a:pt x="10715" y="13307"/>
                  </a:cubicBezTo>
                  <a:cubicBezTo>
                    <a:pt x="10659" y="13240"/>
                    <a:pt x="10659" y="13240"/>
                    <a:pt x="10659" y="13240"/>
                  </a:cubicBezTo>
                  <a:cubicBezTo>
                    <a:pt x="10603" y="13240"/>
                    <a:pt x="10603" y="13240"/>
                    <a:pt x="10603" y="13240"/>
                  </a:cubicBezTo>
                  <a:cubicBezTo>
                    <a:pt x="10603" y="13307"/>
                    <a:pt x="10603" y="13307"/>
                    <a:pt x="10603" y="13307"/>
                  </a:cubicBezTo>
                  <a:cubicBezTo>
                    <a:pt x="10603" y="13307"/>
                    <a:pt x="10603" y="13307"/>
                    <a:pt x="10603" y="13307"/>
                  </a:cubicBezTo>
                  <a:cubicBezTo>
                    <a:pt x="10659" y="13374"/>
                    <a:pt x="10659" y="13374"/>
                    <a:pt x="10659" y="13374"/>
                  </a:cubicBezTo>
                  <a:cubicBezTo>
                    <a:pt x="10603" y="13374"/>
                    <a:pt x="10603" y="13374"/>
                    <a:pt x="10603" y="13374"/>
                  </a:cubicBezTo>
                  <a:cubicBezTo>
                    <a:pt x="10603" y="13374"/>
                    <a:pt x="10603" y="13374"/>
                    <a:pt x="10603" y="13374"/>
                  </a:cubicBezTo>
                  <a:cubicBezTo>
                    <a:pt x="10603" y="13374"/>
                    <a:pt x="10603" y="13374"/>
                    <a:pt x="10603" y="13374"/>
                  </a:cubicBezTo>
                  <a:cubicBezTo>
                    <a:pt x="10547" y="13441"/>
                    <a:pt x="10547" y="13441"/>
                    <a:pt x="10547" y="13441"/>
                  </a:cubicBezTo>
                  <a:cubicBezTo>
                    <a:pt x="10491" y="13508"/>
                    <a:pt x="10491" y="13508"/>
                    <a:pt x="10491" y="13508"/>
                  </a:cubicBezTo>
                  <a:cubicBezTo>
                    <a:pt x="10491" y="13508"/>
                    <a:pt x="10491" y="13508"/>
                    <a:pt x="10491" y="13508"/>
                  </a:cubicBezTo>
                  <a:cubicBezTo>
                    <a:pt x="10491" y="13575"/>
                    <a:pt x="10491" y="13575"/>
                    <a:pt x="10491" y="13575"/>
                  </a:cubicBezTo>
                  <a:cubicBezTo>
                    <a:pt x="10435" y="13575"/>
                    <a:pt x="10435" y="13575"/>
                    <a:pt x="10435" y="13575"/>
                  </a:cubicBezTo>
                  <a:cubicBezTo>
                    <a:pt x="10435" y="13642"/>
                    <a:pt x="10435" y="13642"/>
                    <a:pt x="10435" y="13642"/>
                  </a:cubicBezTo>
                  <a:cubicBezTo>
                    <a:pt x="10435" y="13642"/>
                    <a:pt x="10435" y="13642"/>
                    <a:pt x="10435" y="13642"/>
                  </a:cubicBezTo>
                  <a:cubicBezTo>
                    <a:pt x="10379" y="13642"/>
                    <a:pt x="10379" y="13642"/>
                    <a:pt x="10379" y="13642"/>
                  </a:cubicBezTo>
                  <a:cubicBezTo>
                    <a:pt x="10323" y="13775"/>
                    <a:pt x="10323" y="13775"/>
                    <a:pt x="10323" y="13775"/>
                  </a:cubicBezTo>
                  <a:cubicBezTo>
                    <a:pt x="10267" y="13775"/>
                    <a:pt x="10267" y="13775"/>
                    <a:pt x="10267" y="13775"/>
                  </a:cubicBezTo>
                  <a:cubicBezTo>
                    <a:pt x="10267" y="13842"/>
                    <a:pt x="10267" y="13842"/>
                    <a:pt x="10267" y="13842"/>
                  </a:cubicBezTo>
                  <a:cubicBezTo>
                    <a:pt x="10210" y="13842"/>
                    <a:pt x="10210" y="13842"/>
                    <a:pt x="10210" y="13842"/>
                  </a:cubicBezTo>
                  <a:cubicBezTo>
                    <a:pt x="10154" y="13842"/>
                    <a:pt x="10154" y="13842"/>
                    <a:pt x="10154" y="13842"/>
                  </a:cubicBezTo>
                  <a:cubicBezTo>
                    <a:pt x="10154" y="13842"/>
                    <a:pt x="10154" y="13842"/>
                    <a:pt x="10154" y="13842"/>
                  </a:cubicBezTo>
                  <a:cubicBezTo>
                    <a:pt x="10210" y="13909"/>
                    <a:pt x="10210" y="13909"/>
                    <a:pt x="10210" y="13909"/>
                  </a:cubicBezTo>
                  <a:cubicBezTo>
                    <a:pt x="10154" y="13976"/>
                    <a:pt x="10154" y="13976"/>
                    <a:pt x="10154" y="13976"/>
                  </a:cubicBezTo>
                  <a:cubicBezTo>
                    <a:pt x="10098" y="14043"/>
                    <a:pt x="10098" y="14043"/>
                    <a:pt x="10098" y="14043"/>
                  </a:cubicBezTo>
                  <a:cubicBezTo>
                    <a:pt x="10098" y="14110"/>
                    <a:pt x="10098" y="14110"/>
                    <a:pt x="10098" y="14110"/>
                  </a:cubicBezTo>
                  <a:cubicBezTo>
                    <a:pt x="10098" y="14177"/>
                    <a:pt x="10098" y="14177"/>
                    <a:pt x="10098" y="14177"/>
                  </a:cubicBezTo>
                  <a:cubicBezTo>
                    <a:pt x="10042" y="14243"/>
                    <a:pt x="10042" y="14243"/>
                    <a:pt x="10042" y="14243"/>
                  </a:cubicBezTo>
                  <a:cubicBezTo>
                    <a:pt x="9986" y="14310"/>
                    <a:pt x="9986" y="14310"/>
                    <a:pt x="9986" y="14310"/>
                  </a:cubicBezTo>
                  <a:cubicBezTo>
                    <a:pt x="10042" y="14377"/>
                    <a:pt x="10042" y="14377"/>
                    <a:pt x="10042" y="14377"/>
                  </a:cubicBezTo>
                  <a:cubicBezTo>
                    <a:pt x="10042" y="14444"/>
                    <a:pt x="10042" y="14444"/>
                    <a:pt x="10042" y="14444"/>
                  </a:cubicBezTo>
                  <a:cubicBezTo>
                    <a:pt x="9986" y="14511"/>
                    <a:pt x="9986" y="14511"/>
                    <a:pt x="9986" y="14511"/>
                  </a:cubicBezTo>
                  <a:cubicBezTo>
                    <a:pt x="9930" y="14578"/>
                    <a:pt x="9930" y="14578"/>
                    <a:pt x="9930" y="14578"/>
                  </a:cubicBezTo>
                  <a:cubicBezTo>
                    <a:pt x="9930" y="14578"/>
                    <a:pt x="9930" y="14578"/>
                    <a:pt x="9930" y="14578"/>
                  </a:cubicBezTo>
                  <a:cubicBezTo>
                    <a:pt x="9874" y="14578"/>
                    <a:pt x="9874" y="14578"/>
                    <a:pt x="9874" y="14578"/>
                  </a:cubicBezTo>
                  <a:cubicBezTo>
                    <a:pt x="9930" y="14578"/>
                    <a:pt x="9930" y="14578"/>
                    <a:pt x="9930" y="14578"/>
                  </a:cubicBezTo>
                  <a:cubicBezTo>
                    <a:pt x="9930" y="14645"/>
                    <a:pt x="9930" y="14645"/>
                    <a:pt x="9930" y="14645"/>
                  </a:cubicBezTo>
                  <a:cubicBezTo>
                    <a:pt x="9930" y="14712"/>
                    <a:pt x="9930" y="14712"/>
                    <a:pt x="9930" y="14712"/>
                  </a:cubicBezTo>
                  <a:cubicBezTo>
                    <a:pt x="9986" y="14712"/>
                    <a:pt x="9986" y="14712"/>
                    <a:pt x="9986" y="14712"/>
                  </a:cubicBezTo>
                  <a:cubicBezTo>
                    <a:pt x="9986" y="14778"/>
                    <a:pt x="9986" y="14778"/>
                    <a:pt x="9986" y="14778"/>
                  </a:cubicBezTo>
                  <a:cubicBezTo>
                    <a:pt x="9986" y="14845"/>
                    <a:pt x="9986" y="14845"/>
                    <a:pt x="9986" y="14845"/>
                  </a:cubicBezTo>
                  <a:cubicBezTo>
                    <a:pt x="9930" y="14912"/>
                    <a:pt x="9930" y="14912"/>
                    <a:pt x="9930" y="14912"/>
                  </a:cubicBezTo>
                  <a:cubicBezTo>
                    <a:pt x="9874" y="14979"/>
                    <a:pt x="9874" y="14979"/>
                    <a:pt x="9874" y="14979"/>
                  </a:cubicBezTo>
                  <a:cubicBezTo>
                    <a:pt x="9762" y="15046"/>
                    <a:pt x="9762" y="15046"/>
                    <a:pt x="9762" y="15046"/>
                  </a:cubicBezTo>
                  <a:cubicBezTo>
                    <a:pt x="9705" y="15113"/>
                    <a:pt x="9705" y="15113"/>
                    <a:pt x="9705" y="15113"/>
                  </a:cubicBezTo>
                  <a:cubicBezTo>
                    <a:pt x="9762" y="15046"/>
                    <a:pt x="9762" y="15046"/>
                    <a:pt x="9762" y="15046"/>
                  </a:cubicBezTo>
                  <a:cubicBezTo>
                    <a:pt x="9874" y="15046"/>
                    <a:pt x="9874" y="15046"/>
                    <a:pt x="9874" y="15046"/>
                  </a:cubicBezTo>
                  <a:cubicBezTo>
                    <a:pt x="9986" y="14912"/>
                    <a:pt x="9986" y="14912"/>
                    <a:pt x="9986" y="14912"/>
                  </a:cubicBezTo>
                  <a:cubicBezTo>
                    <a:pt x="10042" y="14778"/>
                    <a:pt x="10042" y="14778"/>
                    <a:pt x="10042" y="14778"/>
                  </a:cubicBezTo>
                  <a:cubicBezTo>
                    <a:pt x="10210" y="14778"/>
                    <a:pt x="10210" y="14778"/>
                    <a:pt x="10210" y="14778"/>
                  </a:cubicBezTo>
                  <a:cubicBezTo>
                    <a:pt x="10210" y="14778"/>
                    <a:pt x="10210" y="14778"/>
                    <a:pt x="10210" y="14778"/>
                  </a:cubicBezTo>
                  <a:cubicBezTo>
                    <a:pt x="10210" y="14845"/>
                    <a:pt x="10210" y="14845"/>
                    <a:pt x="10210" y="14845"/>
                  </a:cubicBezTo>
                  <a:cubicBezTo>
                    <a:pt x="10210" y="14912"/>
                    <a:pt x="10210" y="14912"/>
                    <a:pt x="10210" y="14912"/>
                  </a:cubicBezTo>
                  <a:cubicBezTo>
                    <a:pt x="10210" y="14979"/>
                    <a:pt x="10210" y="14979"/>
                    <a:pt x="10210" y="14979"/>
                  </a:cubicBezTo>
                  <a:cubicBezTo>
                    <a:pt x="10267" y="15046"/>
                    <a:pt x="10267" y="15046"/>
                    <a:pt x="10267" y="15046"/>
                  </a:cubicBezTo>
                  <a:cubicBezTo>
                    <a:pt x="10267" y="15113"/>
                    <a:pt x="10267" y="15113"/>
                    <a:pt x="10267" y="15113"/>
                  </a:cubicBezTo>
                  <a:cubicBezTo>
                    <a:pt x="10210" y="15247"/>
                    <a:pt x="10210" y="15247"/>
                    <a:pt x="10210" y="15247"/>
                  </a:cubicBezTo>
                  <a:cubicBezTo>
                    <a:pt x="10210" y="15313"/>
                    <a:pt x="10210" y="15313"/>
                    <a:pt x="10210" y="15313"/>
                  </a:cubicBezTo>
                  <a:cubicBezTo>
                    <a:pt x="10267" y="15380"/>
                    <a:pt x="10267" y="15380"/>
                    <a:pt x="10267" y="15380"/>
                  </a:cubicBezTo>
                  <a:cubicBezTo>
                    <a:pt x="10210" y="15447"/>
                    <a:pt x="10210" y="15447"/>
                    <a:pt x="10210" y="15447"/>
                  </a:cubicBezTo>
                  <a:cubicBezTo>
                    <a:pt x="10098" y="15581"/>
                    <a:pt x="10098" y="15581"/>
                    <a:pt x="10098" y="15581"/>
                  </a:cubicBezTo>
                  <a:cubicBezTo>
                    <a:pt x="9986" y="15648"/>
                    <a:pt x="9986" y="15648"/>
                    <a:pt x="9986" y="15648"/>
                  </a:cubicBezTo>
                  <a:cubicBezTo>
                    <a:pt x="9930" y="15648"/>
                    <a:pt x="9930" y="15648"/>
                    <a:pt x="9930" y="15648"/>
                  </a:cubicBezTo>
                  <a:cubicBezTo>
                    <a:pt x="9986" y="15648"/>
                    <a:pt x="9986" y="15648"/>
                    <a:pt x="9986" y="15648"/>
                  </a:cubicBezTo>
                  <a:cubicBezTo>
                    <a:pt x="10098" y="15648"/>
                    <a:pt x="10098" y="15648"/>
                    <a:pt x="10098" y="15648"/>
                  </a:cubicBezTo>
                  <a:cubicBezTo>
                    <a:pt x="10267" y="15581"/>
                    <a:pt x="10267" y="15581"/>
                    <a:pt x="10267" y="15581"/>
                  </a:cubicBezTo>
                  <a:cubicBezTo>
                    <a:pt x="10435" y="15514"/>
                    <a:pt x="10435" y="15514"/>
                    <a:pt x="10435" y="15514"/>
                  </a:cubicBezTo>
                  <a:cubicBezTo>
                    <a:pt x="10547" y="15514"/>
                    <a:pt x="10547" y="15514"/>
                    <a:pt x="10547" y="15514"/>
                  </a:cubicBezTo>
                  <a:cubicBezTo>
                    <a:pt x="10659" y="15581"/>
                    <a:pt x="10659" y="15581"/>
                    <a:pt x="10659" y="15581"/>
                  </a:cubicBezTo>
                  <a:cubicBezTo>
                    <a:pt x="10715" y="15648"/>
                    <a:pt x="10715" y="15648"/>
                    <a:pt x="10715" y="15648"/>
                  </a:cubicBezTo>
                  <a:cubicBezTo>
                    <a:pt x="10828" y="15715"/>
                    <a:pt x="10828" y="15715"/>
                    <a:pt x="10828" y="15715"/>
                  </a:cubicBezTo>
                  <a:cubicBezTo>
                    <a:pt x="10828" y="15715"/>
                    <a:pt x="10828" y="15715"/>
                    <a:pt x="10828" y="15715"/>
                  </a:cubicBezTo>
                  <a:cubicBezTo>
                    <a:pt x="10884" y="15715"/>
                    <a:pt x="10884" y="15715"/>
                    <a:pt x="10884" y="15715"/>
                  </a:cubicBezTo>
                  <a:cubicBezTo>
                    <a:pt x="10996" y="15848"/>
                    <a:pt x="10996" y="15848"/>
                    <a:pt x="10996" y="15848"/>
                  </a:cubicBezTo>
                  <a:cubicBezTo>
                    <a:pt x="10996" y="15848"/>
                    <a:pt x="10996" y="15848"/>
                    <a:pt x="10996" y="15848"/>
                  </a:cubicBezTo>
                  <a:cubicBezTo>
                    <a:pt x="11052" y="15915"/>
                    <a:pt x="11052" y="15915"/>
                    <a:pt x="11052" y="15915"/>
                  </a:cubicBezTo>
                  <a:cubicBezTo>
                    <a:pt x="11108" y="15982"/>
                    <a:pt x="11108" y="15982"/>
                    <a:pt x="11108" y="15982"/>
                  </a:cubicBezTo>
                  <a:cubicBezTo>
                    <a:pt x="11108" y="15982"/>
                    <a:pt x="11108" y="15982"/>
                    <a:pt x="11108" y="15982"/>
                  </a:cubicBezTo>
                  <a:cubicBezTo>
                    <a:pt x="11108" y="16049"/>
                    <a:pt x="11108" y="16049"/>
                    <a:pt x="11108" y="16049"/>
                  </a:cubicBezTo>
                  <a:cubicBezTo>
                    <a:pt x="11164" y="16116"/>
                    <a:pt x="11164" y="16116"/>
                    <a:pt x="11164" y="16116"/>
                  </a:cubicBezTo>
                  <a:cubicBezTo>
                    <a:pt x="11164" y="16183"/>
                    <a:pt x="11164" y="16183"/>
                    <a:pt x="11164" y="16183"/>
                  </a:cubicBezTo>
                  <a:cubicBezTo>
                    <a:pt x="11220" y="16116"/>
                    <a:pt x="11220" y="16116"/>
                    <a:pt x="11220" y="16116"/>
                  </a:cubicBezTo>
                  <a:cubicBezTo>
                    <a:pt x="11220" y="16183"/>
                    <a:pt x="11220" y="16183"/>
                    <a:pt x="11220" y="16183"/>
                  </a:cubicBezTo>
                  <a:cubicBezTo>
                    <a:pt x="11332" y="16250"/>
                    <a:pt x="11332" y="16250"/>
                    <a:pt x="11332" y="16250"/>
                  </a:cubicBezTo>
                  <a:cubicBezTo>
                    <a:pt x="11332" y="16250"/>
                    <a:pt x="11332" y="16250"/>
                    <a:pt x="11332" y="16250"/>
                  </a:cubicBezTo>
                  <a:cubicBezTo>
                    <a:pt x="11445" y="16317"/>
                    <a:pt x="11445" y="16317"/>
                    <a:pt x="11445" y="16317"/>
                  </a:cubicBezTo>
                  <a:cubicBezTo>
                    <a:pt x="11445" y="16317"/>
                    <a:pt x="11445" y="16317"/>
                    <a:pt x="11445" y="16317"/>
                  </a:cubicBezTo>
                  <a:cubicBezTo>
                    <a:pt x="11557" y="16383"/>
                    <a:pt x="11557" y="16383"/>
                    <a:pt x="11557" y="16383"/>
                  </a:cubicBezTo>
                  <a:cubicBezTo>
                    <a:pt x="11557" y="16450"/>
                    <a:pt x="11557" y="16450"/>
                    <a:pt x="11557" y="16450"/>
                  </a:cubicBezTo>
                  <a:cubicBezTo>
                    <a:pt x="11613" y="16517"/>
                    <a:pt x="11613" y="16517"/>
                    <a:pt x="11613" y="16517"/>
                  </a:cubicBezTo>
                  <a:cubicBezTo>
                    <a:pt x="11613" y="16517"/>
                    <a:pt x="11613" y="16517"/>
                    <a:pt x="11613" y="16517"/>
                  </a:cubicBezTo>
                  <a:cubicBezTo>
                    <a:pt x="11613" y="16517"/>
                    <a:pt x="11613" y="16517"/>
                    <a:pt x="11613" y="16517"/>
                  </a:cubicBezTo>
                  <a:cubicBezTo>
                    <a:pt x="11725" y="16517"/>
                    <a:pt x="11725" y="16517"/>
                    <a:pt x="11725" y="16517"/>
                  </a:cubicBezTo>
                  <a:cubicBezTo>
                    <a:pt x="11725" y="16584"/>
                    <a:pt x="11725" y="16584"/>
                    <a:pt x="11725" y="16584"/>
                  </a:cubicBezTo>
                  <a:cubicBezTo>
                    <a:pt x="11781" y="16517"/>
                    <a:pt x="11781" y="16517"/>
                    <a:pt x="11781" y="16517"/>
                  </a:cubicBezTo>
                  <a:cubicBezTo>
                    <a:pt x="11894" y="16517"/>
                    <a:pt x="11894" y="16517"/>
                    <a:pt x="11894" y="16517"/>
                  </a:cubicBezTo>
                  <a:cubicBezTo>
                    <a:pt x="11894" y="16584"/>
                    <a:pt x="11894" y="16584"/>
                    <a:pt x="11894" y="16584"/>
                  </a:cubicBezTo>
                  <a:cubicBezTo>
                    <a:pt x="11950" y="16584"/>
                    <a:pt x="11950" y="16584"/>
                    <a:pt x="11950" y="16584"/>
                  </a:cubicBezTo>
                  <a:cubicBezTo>
                    <a:pt x="12006" y="16584"/>
                    <a:pt x="12006" y="16584"/>
                    <a:pt x="12006" y="16584"/>
                  </a:cubicBezTo>
                  <a:cubicBezTo>
                    <a:pt x="12118" y="16584"/>
                    <a:pt x="12118" y="16584"/>
                    <a:pt x="12118" y="16584"/>
                  </a:cubicBezTo>
                  <a:cubicBezTo>
                    <a:pt x="12174" y="16584"/>
                    <a:pt x="12174" y="16584"/>
                    <a:pt x="12174" y="16584"/>
                  </a:cubicBezTo>
                  <a:cubicBezTo>
                    <a:pt x="12174" y="16584"/>
                    <a:pt x="12174" y="16584"/>
                    <a:pt x="12174" y="16584"/>
                  </a:cubicBezTo>
                  <a:cubicBezTo>
                    <a:pt x="12174" y="16584"/>
                    <a:pt x="12174" y="16584"/>
                    <a:pt x="12174" y="16584"/>
                  </a:cubicBezTo>
                  <a:cubicBezTo>
                    <a:pt x="12230" y="16584"/>
                    <a:pt x="12230" y="16584"/>
                    <a:pt x="12230" y="16584"/>
                  </a:cubicBezTo>
                  <a:cubicBezTo>
                    <a:pt x="12230" y="16584"/>
                    <a:pt x="12230" y="16584"/>
                    <a:pt x="12230" y="16584"/>
                  </a:cubicBezTo>
                  <a:cubicBezTo>
                    <a:pt x="12230" y="16651"/>
                    <a:pt x="12230" y="16651"/>
                    <a:pt x="12230" y="16651"/>
                  </a:cubicBezTo>
                  <a:cubicBezTo>
                    <a:pt x="12174" y="16785"/>
                    <a:pt x="12174" y="16785"/>
                    <a:pt x="12174" y="16785"/>
                  </a:cubicBezTo>
                  <a:cubicBezTo>
                    <a:pt x="12174" y="16852"/>
                    <a:pt x="12174" y="16852"/>
                    <a:pt x="12174" y="16852"/>
                  </a:cubicBezTo>
                  <a:cubicBezTo>
                    <a:pt x="12118" y="16918"/>
                    <a:pt x="12118" y="16918"/>
                    <a:pt x="12118" y="16918"/>
                  </a:cubicBezTo>
                  <a:cubicBezTo>
                    <a:pt x="12118" y="16985"/>
                    <a:pt x="12118" y="16985"/>
                    <a:pt x="12118" y="16985"/>
                  </a:cubicBezTo>
                  <a:cubicBezTo>
                    <a:pt x="12118" y="17052"/>
                    <a:pt x="12118" y="17052"/>
                    <a:pt x="12118" y="17052"/>
                  </a:cubicBezTo>
                  <a:cubicBezTo>
                    <a:pt x="12118" y="17052"/>
                    <a:pt x="12118" y="17052"/>
                    <a:pt x="12118" y="17052"/>
                  </a:cubicBezTo>
                  <a:cubicBezTo>
                    <a:pt x="12118" y="17186"/>
                    <a:pt x="12118" y="17186"/>
                    <a:pt x="12118" y="17186"/>
                  </a:cubicBezTo>
                  <a:cubicBezTo>
                    <a:pt x="12062" y="17253"/>
                    <a:pt x="12062" y="17253"/>
                    <a:pt x="12062" y="17253"/>
                  </a:cubicBezTo>
                  <a:cubicBezTo>
                    <a:pt x="12062" y="17320"/>
                    <a:pt x="12062" y="17320"/>
                    <a:pt x="12062" y="17320"/>
                  </a:cubicBezTo>
                  <a:cubicBezTo>
                    <a:pt x="12062" y="17386"/>
                    <a:pt x="12062" y="17386"/>
                    <a:pt x="12062" y="17386"/>
                  </a:cubicBezTo>
                  <a:cubicBezTo>
                    <a:pt x="12006" y="17453"/>
                    <a:pt x="12006" y="17453"/>
                    <a:pt x="12006" y="17453"/>
                  </a:cubicBezTo>
                  <a:cubicBezTo>
                    <a:pt x="11950" y="17520"/>
                    <a:pt x="11950" y="17520"/>
                    <a:pt x="11950" y="17520"/>
                  </a:cubicBezTo>
                  <a:cubicBezTo>
                    <a:pt x="12006" y="17587"/>
                    <a:pt x="12006" y="17587"/>
                    <a:pt x="12006" y="17587"/>
                  </a:cubicBezTo>
                  <a:cubicBezTo>
                    <a:pt x="12062" y="17654"/>
                    <a:pt x="12062" y="17654"/>
                    <a:pt x="12062" y="17654"/>
                  </a:cubicBezTo>
                  <a:cubicBezTo>
                    <a:pt x="12062" y="17721"/>
                    <a:pt x="12062" y="17721"/>
                    <a:pt x="12062" y="17721"/>
                  </a:cubicBezTo>
                  <a:cubicBezTo>
                    <a:pt x="12062" y="17721"/>
                    <a:pt x="12062" y="17721"/>
                    <a:pt x="12062" y="17721"/>
                  </a:cubicBezTo>
                  <a:cubicBezTo>
                    <a:pt x="12118" y="17788"/>
                    <a:pt x="12118" y="17788"/>
                    <a:pt x="12118" y="17788"/>
                  </a:cubicBezTo>
                  <a:cubicBezTo>
                    <a:pt x="12118" y="17788"/>
                    <a:pt x="12118" y="17788"/>
                    <a:pt x="12118" y="17788"/>
                  </a:cubicBezTo>
                  <a:cubicBezTo>
                    <a:pt x="12118" y="17855"/>
                    <a:pt x="12118" y="17855"/>
                    <a:pt x="12118" y="17855"/>
                  </a:cubicBezTo>
                  <a:cubicBezTo>
                    <a:pt x="12118" y="17855"/>
                    <a:pt x="12118" y="17855"/>
                    <a:pt x="12118" y="17855"/>
                  </a:cubicBezTo>
                  <a:cubicBezTo>
                    <a:pt x="12174" y="17921"/>
                    <a:pt x="12174" y="17921"/>
                    <a:pt x="12174" y="17921"/>
                  </a:cubicBezTo>
                  <a:cubicBezTo>
                    <a:pt x="12230" y="17921"/>
                    <a:pt x="12230" y="17921"/>
                    <a:pt x="12230" y="17921"/>
                  </a:cubicBezTo>
                  <a:cubicBezTo>
                    <a:pt x="12230" y="17921"/>
                    <a:pt x="12230" y="17921"/>
                    <a:pt x="12230" y="17921"/>
                  </a:cubicBezTo>
                  <a:cubicBezTo>
                    <a:pt x="12230" y="17988"/>
                    <a:pt x="12230" y="17988"/>
                    <a:pt x="12230" y="17988"/>
                  </a:cubicBezTo>
                  <a:cubicBezTo>
                    <a:pt x="12286" y="17988"/>
                    <a:pt x="12286" y="17988"/>
                    <a:pt x="12286" y="17988"/>
                  </a:cubicBezTo>
                  <a:cubicBezTo>
                    <a:pt x="12286" y="18122"/>
                    <a:pt x="12286" y="18122"/>
                    <a:pt x="12286" y="18122"/>
                  </a:cubicBezTo>
                  <a:cubicBezTo>
                    <a:pt x="12286" y="18122"/>
                    <a:pt x="12286" y="18122"/>
                    <a:pt x="12286" y="18122"/>
                  </a:cubicBezTo>
                  <a:cubicBezTo>
                    <a:pt x="12286" y="18189"/>
                    <a:pt x="12286" y="18189"/>
                    <a:pt x="12286" y="18189"/>
                  </a:cubicBezTo>
                  <a:cubicBezTo>
                    <a:pt x="12174" y="18323"/>
                    <a:pt x="12174" y="18323"/>
                    <a:pt x="12174" y="18323"/>
                  </a:cubicBezTo>
                  <a:cubicBezTo>
                    <a:pt x="12230" y="18256"/>
                    <a:pt x="12230" y="18256"/>
                    <a:pt x="12230" y="18256"/>
                  </a:cubicBezTo>
                  <a:cubicBezTo>
                    <a:pt x="12286" y="18189"/>
                    <a:pt x="12286" y="18189"/>
                    <a:pt x="12286" y="18189"/>
                  </a:cubicBezTo>
                  <a:cubicBezTo>
                    <a:pt x="12342" y="18256"/>
                    <a:pt x="12342" y="18256"/>
                    <a:pt x="12342" y="18256"/>
                  </a:cubicBezTo>
                  <a:cubicBezTo>
                    <a:pt x="12398" y="18256"/>
                    <a:pt x="12398" y="18256"/>
                    <a:pt x="12398" y="18256"/>
                  </a:cubicBezTo>
                  <a:cubicBezTo>
                    <a:pt x="12455" y="18256"/>
                    <a:pt x="12455" y="18256"/>
                    <a:pt x="12455" y="18256"/>
                  </a:cubicBezTo>
                  <a:cubicBezTo>
                    <a:pt x="12455" y="18256"/>
                    <a:pt x="12455" y="18256"/>
                    <a:pt x="12455" y="18256"/>
                  </a:cubicBezTo>
                  <a:cubicBezTo>
                    <a:pt x="12455" y="18189"/>
                    <a:pt x="12455" y="18189"/>
                    <a:pt x="12455" y="18189"/>
                  </a:cubicBezTo>
                  <a:cubicBezTo>
                    <a:pt x="12567" y="18055"/>
                    <a:pt x="12567" y="18055"/>
                    <a:pt x="12567" y="18055"/>
                  </a:cubicBezTo>
                  <a:cubicBezTo>
                    <a:pt x="12567" y="18055"/>
                    <a:pt x="12567" y="18055"/>
                    <a:pt x="12567" y="18055"/>
                  </a:cubicBezTo>
                  <a:cubicBezTo>
                    <a:pt x="12567" y="18122"/>
                    <a:pt x="12567" y="18122"/>
                    <a:pt x="12567" y="18122"/>
                  </a:cubicBezTo>
                  <a:cubicBezTo>
                    <a:pt x="12567" y="18122"/>
                    <a:pt x="12567" y="18122"/>
                    <a:pt x="12567" y="18122"/>
                  </a:cubicBezTo>
                  <a:cubicBezTo>
                    <a:pt x="12623" y="18122"/>
                    <a:pt x="12623" y="18122"/>
                    <a:pt x="12623" y="18122"/>
                  </a:cubicBezTo>
                  <a:cubicBezTo>
                    <a:pt x="12623" y="18256"/>
                    <a:pt x="12623" y="18256"/>
                    <a:pt x="12623" y="18256"/>
                  </a:cubicBezTo>
                  <a:cubicBezTo>
                    <a:pt x="12623" y="18323"/>
                    <a:pt x="12623" y="18323"/>
                    <a:pt x="12623" y="18323"/>
                  </a:cubicBezTo>
                  <a:cubicBezTo>
                    <a:pt x="12679" y="18390"/>
                    <a:pt x="12679" y="18390"/>
                    <a:pt x="12679" y="18390"/>
                  </a:cubicBezTo>
                  <a:cubicBezTo>
                    <a:pt x="12735" y="18390"/>
                    <a:pt x="12735" y="18390"/>
                    <a:pt x="12735" y="18390"/>
                  </a:cubicBezTo>
                  <a:cubicBezTo>
                    <a:pt x="12679" y="18323"/>
                    <a:pt x="12679" y="18323"/>
                    <a:pt x="12679" y="18323"/>
                  </a:cubicBezTo>
                  <a:cubicBezTo>
                    <a:pt x="12679" y="18323"/>
                    <a:pt x="12679" y="18323"/>
                    <a:pt x="12679" y="18323"/>
                  </a:cubicBezTo>
                  <a:cubicBezTo>
                    <a:pt x="12623" y="18256"/>
                    <a:pt x="12623" y="18256"/>
                    <a:pt x="12623" y="18256"/>
                  </a:cubicBezTo>
                  <a:cubicBezTo>
                    <a:pt x="12679" y="18122"/>
                    <a:pt x="12679" y="18122"/>
                    <a:pt x="12679" y="18122"/>
                  </a:cubicBezTo>
                  <a:cubicBezTo>
                    <a:pt x="12679" y="18122"/>
                    <a:pt x="12679" y="18122"/>
                    <a:pt x="12679" y="18122"/>
                  </a:cubicBezTo>
                  <a:cubicBezTo>
                    <a:pt x="12679" y="18055"/>
                    <a:pt x="12679" y="18055"/>
                    <a:pt x="12679" y="18055"/>
                  </a:cubicBezTo>
                  <a:cubicBezTo>
                    <a:pt x="12623" y="18055"/>
                    <a:pt x="12623" y="18055"/>
                    <a:pt x="12623" y="18055"/>
                  </a:cubicBezTo>
                  <a:cubicBezTo>
                    <a:pt x="12679" y="18055"/>
                    <a:pt x="12679" y="18055"/>
                    <a:pt x="12679" y="18055"/>
                  </a:cubicBezTo>
                  <a:cubicBezTo>
                    <a:pt x="12679" y="18055"/>
                    <a:pt x="12679" y="18055"/>
                    <a:pt x="12679" y="18055"/>
                  </a:cubicBezTo>
                  <a:cubicBezTo>
                    <a:pt x="12735" y="17921"/>
                    <a:pt x="12735" y="17921"/>
                    <a:pt x="12735" y="17921"/>
                  </a:cubicBezTo>
                  <a:cubicBezTo>
                    <a:pt x="12791" y="17921"/>
                    <a:pt x="12791" y="17921"/>
                    <a:pt x="12791" y="17921"/>
                  </a:cubicBezTo>
                  <a:cubicBezTo>
                    <a:pt x="12735" y="17855"/>
                    <a:pt x="12735" y="17855"/>
                    <a:pt x="12735" y="17855"/>
                  </a:cubicBezTo>
                  <a:cubicBezTo>
                    <a:pt x="12735" y="17788"/>
                    <a:pt x="12735" y="17788"/>
                    <a:pt x="12735" y="17788"/>
                  </a:cubicBezTo>
                  <a:cubicBezTo>
                    <a:pt x="12735" y="17788"/>
                    <a:pt x="12735" y="17788"/>
                    <a:pt x="12735" y="17788"/>
                  </a:cubicBezTo>
                  <a:cubicBezTo>
                    <a:pt x="12735" y="17721"/>
                    <a:pt x="12735" y="17721"/>
                    <a:pt x="12735" y="17721"/>
                  </a:cubicBezTo>
                  <a:cubicBezTo>
                    <a:pt x="12791" y="17654"/>
                    <a:pt x="12791" y="17654"/>
                    <a:pt x="12791" y="17654"/>
                  </a:cubicBezTo>
                  <a:cubicBezTo>
                    <a:pt x="12735" y="17654"/>
                    <a:pt x="12735" y="17654"/>
                    <a:pt x="12735" y="17654"/>
                  </a:cubicBezTo>
                  <a:cubicBezTo>
                    <a:pt x="12735" y="17587"/>
                    <a:pt x="12735" y="17587"/>
                    <a:pt x="12735" y="17587"/>
                  </a:cubicBezTo>
                  <a:cubicBezTo>
                    <a:pt x="12735" y="17587"/>
                    <a:pt x="12735" y="17587"/>
                    <a:pt x="12735" y="17587"/>
                  </a:cubicBezTo>
                  <a:cubicBezTo>
                    <a:pt x="12735" y="17520"/>
                    <a:pt x="12735" y="17520"/>
                    <a:pt x="12735" y="17520"/>
                  </a:cubicBezTo>
                  <a:cubicBezTo>
                    <a:pt x="12735" y="17453"/>
                    <a:pt x="12735" y="17453"/>
                    <a:pt x="12735" y="17453"/>
                  </a:cubicBezTo>
                  <a:cubicBezTo>
                    <a:pt x="12735" y="17386"/>
                    <a:pt x="12735" y="17386"/>
                    <a:pt x="12735" y="17386"/>
                  </a:cubicBezTo>
                  <a:cubicBezTo>
                    <a:pt x="12735" y="17253"/>
                    <a:pt x="12735" y="17253"/>
                    <a:pt x="12735" y="17253"/>
                  </a:cubicBezTo>
                  <a:cubicBezTo>
                    <a:pt x="12791" y="17253"/>
                    <a:pt x="12791" y="17253"/>
                    <a:pt x="12791" y="17253"/>
                  </a:cubicBezTo>
                  <a:cubicBezTo>
                    <a:pt x="12791" y="17186"/>
                    <a:pt x="12791" y="17186"/>
                    <a:pt x="12791" y="17186"/>
                  </a:cubicBezTo>
                  <a:cubicBezTo>
                    <a:pt x="12791" y="17186"/>
                    <a:pt x="12791" y="17186"/>
                    <a:pt x="12791" y="17186"/>
                  </a:cubicBezTo>
                  <a:cubicBezTo>
                    <a:pt x="12791" y="17119"/>
                    <a:pt x="12791" y="17119"/>
                    <a:pt x="12791" y="17119"/>
                  </a:cubicBezTo>
                  <a:cubicBezTo>
                    <a:pt x="12791" y="17119"/>
                    <a:pt x="12791" y="17119"/>
                    <a:pt x="12791" y="17119"/>
                  </a:cubicBezTo>
                  <a:cubicBezTo>
                    <a:pt x="12791" y="17119"/>
                    <a:pt x="12791" y="17119"/>
                    <a:pt x="12791" y="17119"/>
                  </a:cubicBezTo>
                  <a:cubicBezTo>
                    <a:pt x="12791" y="17052"/>
                    <a:pt x="12791" y="17052"/>
                    <a:pt x="12791" y="17052"/>
                  </a:cubicBezTo>
                  <a:cubicBezTo>
                    <a:pt x="12791" y="17052"/>
                    <a:pt x="12791" y="17052"/>
                    <a:pt x="12791" y="17052"/>
                  </a:cubicBezTo>
                  <a:cubicBezTo>
                    <a:pt x="12791" y="16985"/>
                    <a:pt x="12791" y="16985"/>
                    <a:pt x="12791" y="16985"/>
                  </a:cubicBezTo>
                  <a:cubicBezTo>
                    <a:pt x="12791" y="16985"/>
                    <a:pt x="12791" y="16985"/>
                    <a:pt x="12791" y="16985"/>
                  </a:cubicBezTo>
                  <a:cubicBezTo>
                    <a:pt x="12735" y="16918"/>
                    <a:pt x="12735" y="16918"/>
                    <a:pt x="12735" y="16918"/>
                  </a:cubicBezTo>
                  <a:cubicBezTo>
                    <a:pt x="12735" y="16852"/>
                    <a:pt x="12735" y="16852"/>
                    <a:pt x="12735" y="16852"/>
                  </a:cubicBezTo>
                  <a:cubicBezTo>
                    <a:pt x="12735" y="16852"/>
                    <a:pt x="12735" y="16852"/>
                    <a:pt x="12735" y="16852"/>
                  </a:cubicBezTo>
                  <a:cubicBezTo>
                    <a:pt x="12791" y="16785"/>
                    <a:pt x="12791" y="16785"/>
                    <a:pt x="12791" y="16785"/>
                  </a:cubicBezTo>
                  <a:cubicBezTo>
                    <a:pt x="12903" y="16785"/>
                    <a:pt x="12903" y="16785"/>
                    <a:pt x="12903" y="16785"/>
                  </a:cubicBezTo>
                  <a:cubicBezTo>
                    <a:pt x="12959" y="16785"/>
                    <a:pt x="12959" y="16785"/>
                    <a:pt x="12959" y="16785"/>
                  </a:cubicBezTo>
                  <a:cubicBezTo>
                    <a:pt x="13016" y="16785"/>
                    <a:pt x="13016" y="16785"/>
                    <a:pt x="13016" y="16785"/>
                  </a:cubicBezTo>
                  <a:cubicBezTo>
                    <a:pt x="13016" y="16718"/>
                    <a:pt x="13016" y="16718"/>
                    <a:pt x="13016" y="16718"/>
                  </a:cubicBezTo>
                  <a:cubicBezTo>
                    <a:pt x="13128" y="16651"/>
                    <a:pt x="13128" y="16651"/>
                    <a:pt x="13128" y="16651"/>
                  </a:cubicBezTo>
                  <a:cubicBezTo>
                    <a:pt x="13296" y="16651"/>
                    <a:pt x="13296" y="16651"/>
                    <a:pt x="13296" y="16651"/>
                  </a:cubicBezTo>
                  <a:cubicBezTo>
                    <a:pt x="13296" y="16584"/>
                    <a:pt x="13296" y="16584"/>
                    <a:pt x="13296" y="16584"/>
                  </a:cubicBezTo>
                  <a:cubicBezTo>
                    <a:pt x="13296" y="16584"/>
                    <a:pt x="13296" y="16584"/>
                    <a:pt x="13296" y="16584"/>
                  </a:cubicBezTo>
                  <a:cubicBezTo>
                    <a:pt x="13408" y="16517"/>
                    <a:pt x="13408" y="16517"/>
                    <a:pt x="13408" y="16517"/>
                  </a:cubicBezTo>
                  <a:cubicBezTo>
                    <a:pt x="13464" y="16450"/>
                    <a:pt x="13464" y="16450"/>
                    <a:pt x="13464" y="16450"/>
                  </a:cubicBezTo>
                  <a:cubicBezTo>
                    <a:pt x="13521" y="16450"/>
                    <a:pt x="13521" y="16450"/>
                    <a:pt x="13521" y="16450"/>
                  </a:cubicBezTo>
                  <a:cubicBezTo>
                    <a:pt x="13577" y="16317"/>
                    <a:pt x="13577" y="16317"/>
                    <a:pt x="13577" y="16317"/>
                  </a:cubicBezTo>
                  <a:cubicBezTo>
                    <a:pt x="13577" y="16317"/>
                    <a:pt x="13577" y="16317"/>
                    <a:pt x="13577" y="16317"/>
                  </a:cubicBezTo>
                  <a:cubicBezTo>
                    <a:pt x="13633" y="16317"/>
                    <a:pt x="13633" y="16317"/>
                    <a:pt x="13633" y="16317"/>
                  </a:cubicBezTo>
                  <a:cubicBezTo>
                    <a:pt x="13689" y="16317"/>
                    <a:pt x="13689" y="16317"/>
                    <a:pt x="13689" y="16317"/>
                  </a:cubicBezTo>
                  <a:cubicBezTo>
                    <a:pt x="13689" y="16317"/>
                    <a:pt x="13689" y="16317"/>
                    <a:pt x="13689" y="16317"/>
                  </a:cubicBezTo>
                  <a:cubicBezTo>
                    <a:pt x="13689" y="16250"/>
                    <a:pt x="13689" y="16250"/>
                    <a:pt x="13689" y="16250"/>
                  </a:cubicBezTo>
                  <a:cubicBezTo>
                    <a:pt x="13633" y="16183"/>
                    <a:pt x="13633" y="16183"/>
                    <a:pt x="13633" y="16183"/>
                  </a:cubicBezTo>
                  <a:cubicBezTo>
                    <a:pt x="13633" y="16183"/>
                    <a:pt x="13633" y="16183"/>
                    <a:pt x="13633" y="16183"/>
                  </a:cubicBezTo>
                  <a:cubicBezTo>
                    <a:pt x="13633" y="16250"/>
                    <a:pt x="13633" y="16250"/>
                    <a:pt x="13633" y="16250"/>
                  </a:cubicBezTo>
                  <a:cubicBezTo>
                    <a:pt x="13577" y="16250"/>
                    <a:pt x="13577" y="16250"/>
                    <a:pt x="13577" y="16250"/>
                  </a:cubicBezTo>
                  <a:cubicBezTo>
                    <a:pt x="13633" y="16183"/>
                    <a:pt x="13633" y="16183"/>
                    <a:pt x="13633" y="16183"/>
                  </a:cubicBezTo>
                  <a:cubicBezTo>
                    <a:pt x="13633" y="16049"/>
                    <a:pt x="13633" y="16049"/>
                    <a:pt x="13633" y="16049"/>
                  </a:cubicBezTo>
                  <a:cubicBezTo>
                    <a:pt x="13689" y="16049"/>
                    <a:pt x="13689" y="16049"/>
                    <a:pt x="13689" y="16049"/>
                  </a:cubicBezTo>
                  <a:cubicBezTo>
                    <a:pt x="13689" y="15915"/>
                    <a:pt x="13689" y="15915"/>
                    <a:pt x="13689" y="15915"/>
                  </a:cubicBezTo>
                  <a:cubicBezTo>
                    <a:pt x="13689" y="15848"/>
                    <a:pt x="13689" y="15848"/>
                    <a:pt x="13689" y="15848"/>
                  </a:cubicBezTo>
                  <a:cubicBezTo>
                    <a:pt x="13633" y="15782"/>
                    <a:pt x="13633" y="15782"/>
                    <a:pt x="13633" y="15782"/>
                  </a:cubicBezTo>
                  <a:cubicBezTo>
                    <a:pt x="13633" y="15648"/>
                    <a:pt x="13633" y="15648"/>
                    <a:pt x="13633" y="15648"/>
                  </a:cubicBezTo>
                  <a:cubicBezTo>
                    <a:pt x="13633" y="15514"/>
                    <a:pt x="13633" y="15514"/>
                    <a:pt x="13633" y="15514"/>
                  </a:cubicBezTo>
                  <a:cubicBezTo>
                    <a:pt x="13577" y="15380"/>
                    <a:pt x="13577" y="15380"/>
                    <a:pt x="13577" y="15380"/>
                  </a:cubicBezTo>
                  <a:cubicBezTo>
                    <a:pt x="13521" y="15313"/>
                    <a:pt x="13521" y="15313"/>
                    <a:pt x="13521" y="15313"/>
                  </a:cubicBezTo>
                  <a:cubicBezTo>
                    <a:pt x="13464" y="15247"/>
                    <a:pt x="13464" y="15247"/>
                    <a:pt x="13464" y="15247"/>
                  </a:cubicBezTo>
                  <a:cubicBezTo>
                    <a:pt x="13464" y="15247"/>
                    <a:pt x="13464" y="15247"/>
                    <a:pt x="13464" y="15247"/>
                  </a:cubicBezTo>
                  <a:cubicBezTo>
                    <a:pt x="13408" y="15247"/>
                    <a:pt x="13408" y="15247"/>
                    <a:pt x="13408" y="15247"/>
                  </a:cubicBezTo>
                  <a:cubicBezTo>
                    <a:pt x="13464" y="15113"/>
                    <a:pt x="13464" y="15113"/>
                    <a:pt x="13464" y="15113"/>
                  </a:cubicBezTo>
                  <a:cubicBezTo>
                    <a:pt x="13521" y="15113"/>
                    <a:pt x="13521" y="15113"/>
                    <a:pt x="13521" y="15113"/>
                  </a:cubicBezTo>
                  <a:cubicBezTo>
                    <a:pt x="13633" y="14912"/>
                    <a:pt x="13633" y="14912"/>
                    <a:pt x="13633" y="14912"/>
                  </a:cubicBezTo>
                  <a:cubicBezTo>
                    <a:pt x="13689" y="14912"/>
                    <a:pt x="13689" y="14912"/>
                    <a:pt x="13689" y="14912"/>
                  </a:cubicBezTo>
                  <a:cubicBezTo>
                    <a:pt x="13689" y="14912"/>
                    <a:pt x="13689" y="14912"/>
                    <a:pt x="13689" y="14912"/>
                  </a:cubicBezTo>
                  <a:cubicBezTo>
                    <a:pt x="13689" y="14845"/>
                    <a:pt x="13689" y="14845"/>
                    <a:pt x="13689" y="14845"/>
                  </a:cubicBezTo>
                  <a:cubicBezTo>
                    <a:pt x="13689" y="14845"/>
                    <a:pt x="13689" y="14845"/>
                    <a:pt x="13689" y="14845"/>
                  </a:cubicBezTo>
                  <a:cubicBezTo>
                    <a:pt x="13689" y="14845"/>
                    <a:pt x="13689" y="14845"/>
                    <a:pt x="13689" y="14845"/>
                  </a:cubicBezTo>
                  <a:cubicBezTo>
                    <a:pt x="13745" y="14778"/>
                    <a:pt x="13745" y="14778"/>
                    <a:pt x="13745" y="14778"/>
                  </a:cubicBezTo>
                  <a:cubicBezTo>
                    <a:pt x="13745" y="14778"/>
                    <a:pt x="13745" y="14778"/>
                    <a:pt x="13745" y="14778"/>
                  </a:cubicBezTo>
                  <a:cubicBezTo>
                    <a:pt x="13801" y="14845"/>
                    <a:pt x="13801" y="14845"/>
                    <a:pt x="13801" y="14845"/>
                  </a:cubicBezTo>
                  <a:cubicBezTo>
                    <a:pt x="13801" y="14845"/>
                    <a:pt x="13801" y="14845"/>
                    <a:pt x="13801" y="14845"/>
                  </a:cubicBezTo>
                  <a:cubicBezTo>
                    <a:pt x="13801" y="14778"/>
                    <a:pt x="13801" y="14778"/>
                    <a:pt x="13801" y="14778"/>
                  </a:cubicBezTo>
                  <a:cubicBezTo>
                    <a:pt x="13801" y="14712"/>
                    <a:pt x="13801" y="14712"/>
                    <a:pt x="13801" y="14712"/>
                  </a:cubicBezTo>
                  <a:cubicBezTo>
                    <a:pt x="13857" y="14712"/>
                    <a:pt x="13857" y="14712"/>
                    <a:pt x="13857" y="14712"/>
                  </a:cubicBezTo>
                  <a:cubicBezTo>
                    <a:pt x="13913" y="14645"/>
                    <a:pt x="13913" y="14645"/>
                    <a:pt x="13913" y="14645"/>
                  </a:cubicBezTo>
                  <a:cubicBezTo>
                    <a:pt x="13913" y="14578"/>
                    <a:pt x="13913" y="14578"/>
                    <a:pt x="13913" y="14578"/>
                  </a:cubicBezTo>
                  <a:cubicBezTo>
                    <a:pt x="13857" y="14578"/>
                    <a:pt x="13857" y="14578"/>
                    <a:pt x="13857" y="14578"/>
                  </a:cubicBezTo>
                  <a:cubicBezTo>
                    <a:pt x="13857" y="14578"/>
                    <a:pt x="13857" y="14578"/>
                    <a:pt x="13857" y="14578"/>
                  </a:cubicBezTo>
                  <a:cubicBezTo>
                    <a:pt x="13857" y="14511"/>
                    <a:pt x="13857" y="14511"/>
                    <a:pt x="13857" y="14511"/>
                  </a:cubicBezTo>
                  <a:cubicBezTo>
                    <a:pt x="13857" y="14444"/>
                    <a:pt x="13857" y="14444"/>
                    <a:pt x="13857" y="14444"/>
                  </a:cubicBezTo>
                  <a:cubicBezTo>
                    <a:pt x="13857" y="14444"/>
                    <a:pt x="13857" y="14444"/>
                    <a:pt x="13857" y="14444"/>
                  </a:cubicBezTo>
                  <a:cubicBezTo>
                    <a:pt x="13857" y="14377"/>
                    <a:pt x="13857" y="14377"/>
                    <a:pt x="13857" y="14377"/>
                  </a:cubicBezTo>
                  <a:cubicBezTo>
                    <a:pt x="13913" y="14377"/>
                    <a:pt x="13913" y="14377"/>
                    <a:pt x="13913" y="14377"/>
                  </a:cubicBezTo>
                  <a:cubicBezTo>
                    <a:pt x="13857" y="14377"/>
                    <a:pt x="13857" y="14377"/>
                    <a:pt x="13857" y="14377"/>
                  </a:cubicBezTo>
                  <a:cubicBezTo>
                    <a:pt x="13857" y="14310"/>
                    <a:pt x="13857" y="14310"/>
                    <a:pt x="13857" y="14310"/>
                  </a:cubicBezTo>
                  <a:cubicBezTo>
                    <a:pt x="13913" y="14243"/>
                    <a:pt x="13913" y="14243"/>
                    <a:pt x="13913" y="14243"/>
                  </a:cubicBezTo>
                  <a:cubicBezTo>
                    <a:pt x="13913" y="14243"/>
                    <a:pt x="13913" y="14243"/>
                    <a:pt x="13913" y="14243"/>
                  </a:cubicBezTo>
                  <a:cubicBezTo>
                    <a:pt x="13913" y="14243"/>
                    <a:pt x="13913" y="14243"/>
                    <a:pt x="13913" y="14243"/>
                  </a:cubicBezTo>
                  <a:cubicBezTo>
                    <a:pt x="13801" y="14243"/>
                    <a:pt x="13801" y="14243"/>
                    <a:pt x="13801" y="14243"/>
                  </a:cubicBezTo>
                  <a:cubicBezTo>
                    <a:pt x="13801" y="14243"/>
                    <a:pt x="13801" y="14243"/>
                    <a:pt x="13801" y="14243"/>
                  </a:cubicBezTo>
                  <a:cubicBezTo>
                    <a:pt x="13801" y="14177"/>
                    <a:pt x="13801" y="14177"/>
                    <a:pt x="13801" y="14177"/>
                  </a:cubicBezTo>
                  <a:cubicBezTo>
                    <a:pt x="13913" y="14110"/>
                    <a:pt x="13913" y="14110"/>
                    <a:pt x="13913" y="14110"/>
                  </a:cubicBezTo>
                  <a:cubicBezTo>
                    <a:pt x="13969" y="13976"/>
                    <a:pt x="13969" y="13976"/>
                    <a:pt x="13969" y="13976"/>
                  </a:cubicBezTo>
                  <a:cubicBezTo>
                    <a:pt x="13969" y="13909"/>
                    <a:pt x="13969" y="13909"/>
                    <a:pt x="13969" y="13909"/>
                  </a:cubicBezTo>
                  <a:cubicBezTo>
                    <a:pt x="14025" y="13909"/>
                    <a:pt x="14025" y="13909"/>
                    <a:pt x="14025" y="13909"/>
                  </a:cubicBezTo>
                  <a:cubicBezTo>
                    <a:pt x="14025" y="13909"/>
                    <a:pt x="14025" y="13909"/>
                    <a:pt x="14025" y="13909"/>
                  </a:cubicBezTo>
                  <a:cubicBezTo>
                    <a:pt x="14025" y="13842"/>
                    <a:pt x="14025" y="13842"/>
                    <a:pt x="14025" y="13842"/>
                  </a:cubicBezTo>
                  <a:cubicBezTo>
                    <a:pt x="14025" y="13842"/>
                    <a:pt x="14025" y="13842"/>
                    <a:pt x="14025" y="13842"/>
                  </a:cubicBezTo>
                  <a:cubicBezTo>
                    <a:pt x="14025" y="13842"/>
                    <a:pt x="14025" y="13842"/>
                    <a:pt x="14025" y="13842"/>
                  </a:cubicBezTo>
                  <a:cubicBezTo>
                    <a:pt x="13969" y="13775"/>
                    <a:pt x="13969" y="13775"/>
                    <a:pt x="13969" y="13775"/>
                  </a:cubicBezTo>
                  <a:cubicBezTo>
                    <a:pt x="13969" y="13775"/>
                    <a:pt x="13969" y="13775"/>
                    <a:pt x="13969" y="13775"/>
                  </a:cubicBezTo>
                  <a:cubicBezTo>
                    <a:pt x="13969" y="13642"/>
                    <a:pt x="13969" y="13642"/>
                    <a:pt x="13969" y="13642"/>
                  </a:cubicBezTo>
                  <a:cubicBezTo>
                    <a:pt x="13969" y="13575"/>
                    <a:pt x="13969" y="13575"/>
                    <a:pt x="13969" y="13575"/>
                  </a:cubicBezTo>
                  <a:cubicBezTo>
                    <a:pt x="13969" y="13508"/>
                    <a:pt x="13969" y="13508"/>
                    <a:pt x="13969" y="13508"/>
                  </a:cubicBezTo>
                  <a:cubicBezTo>
                    <a:pt x="14025" y="13508"/>
                    <a:pt x="14025" y="13508"/>
                    <a:pt x="14025" y="13508"/>
                  </a:cubicBezTo>
                  <a:cubicBezTo>
                    <a:pt x="14025" y="13508"/>
                    <a:pt x="14025" y="13508"/>
                    <a:pt x="14025" y="13508"/>
                  </a:cubicBezTo>
                  <a:cubicBezTo>
                    <a:pt x="14082" y="13508"/>
                    <a:pt x="14082" y="13508"/>
                    <a:pt x="14082" y="13508"/>
                  </a:cubicBezTo>
                  <a:cubicBezTo>
                    <a:pt x="14082" y="13441"/>
                    <a:pt x="14082" y="13441"/>
                    <a:pt x="14082" y="13441"/>
                  </a:cubicBezTo>
                  <a:cubicBezTo>
                    <a:pt x="14082" y="13441"/>
                    <a:pt x="14082" y="13441"/>
                    <a:pt x="14082" y="13441"/>
                  </a:cubicBezTo>
                  <a:cubicBezTo>
                    <a:pt x="14138" y="13441"/>
                    <a:pt x="14138" y="13441"/>
                    <a:pt x="14138" y="13441"/>
                  </a:cubicBezTo>
                  <a:cubicBezTo>
                    <a:pt x="14138" y="13441"/>
                    <a:pt x="14138" y="13441"/>
                    <a:pt x="14138" y="13441"/>
                  </a:cubicBezTo>
                  <a:cubicBezTo>
                    <a:pt x="14194" y="13441"/>
                    <a:pt x="14194" y="13441"/>
                    <a:pt x="14194" y="13441"/>
                  </a:cubicBezTo>
                  <a:cubicBezTo>
                    <a:pt x="14250" y="13441"/>
                    <a:pt x="14250" y="13441"/>
                    <a:pt x="14250" y="13441"/>
                  </a:cubicBezTo>
                  <a:cubicBezTo>
                    <a:pt x="14362" y="13508"/>
                    <a:pt x="14362" y="13508"/>
                    <a:pt x="14362" y="13508"/>
                  </a:cubicBezTo>
                  <a:cubicBezTo>
                    <a:pt x="14474" y="13575"/>
                    <a:pt x="14474" y="13575"/>
                    <a:pt x="14474" y="13575"/>
                  </a:cubicBezTo>
                  <a:cubicBezTo>
                    <a:pt x="14530" y="13575"/>
                    <a:pt x="14530" y="13575"/>
                    <a:pt x="14530" y="13575"/>
                  </a:cubicBezTo>
                  <a:cubicBezTo>
                    <a:pt x="14530" y="13575"/>
                    <a:pt x="14530" y="13575"/>
                    <a:pt x="14530" y="13575"/>
                  </a:cubicBezTo>
                  <a:cubicBezTo>
                    <a:pt x="14474" y="13642"/>
                    <a:pt x="14474" y="13642"/>
                    <a:pt x="14474" y="13642"/>
                  </a:cubicBezTo>
                  <a:cubicBezTo>
                    <a:pt x="14530" y="13642"/>
                    <a:pt x="14530" y="13642"/>
                    <a:pt x="14530" y="13642"/>
                  </a:cubicBezTo>
                  <a:cubicBezTo>
                    <a:pt x="14587" y="13575"/>
                    <a:pt x="14587" y="13575"/>
                    <a:pt x="14587" y="13575"/>
                  </a:cubicBezTo>
                  <a:cubicBezTo>
                    <a:pt x="14643" y="13575"/>
                    <a:pt x="14643" y="13575"/>
                    <a:pt x="14643" y="13575"/>
                  </a:cubicBezTo>
                  <a:cubicBezTo>
                    <a:pt x="14699" y="13575"/>
                    <a:pt x="14699" y="13575"/>
                    <a:pt x="14699" y="13575"/>
                  </a:cubicBezTo>
                  <a:cubicBezTo>
                    <a:pt x="14699" y="13575"/>
                    <a:pt x="14699" y="13575"/>
                    <a:pt x="14699" y="13575"/>
                  </a:cubicBezTo>
                  <a:cubicBezTo>
                    <a:pt x="14755" y="13642"/>
                    <a:pt x="14755" y="13642"/>
                    <a:pt x="14755" y="13642"/>
                  </a:cubicBezTo>
                  <a:cubicBezTo>
                    <a:pt x="14755" y="13575"/>
                    <a:pt x="14755" y="13575"/>
                    <a:pt x="14755" y="13575"/>
                  </a:cubicBezTo>
                  <a:cubicBezTo>
                    <a:pt x="14811" y="13642"/>
                    <a:pt x="14811" y="13642"/>
                    <a:pt x="14811" y="13642"/>
                  </a:cubicBezTo>
                  <a:cubicBezTo>
                    <a:pt x="14811" y="13575"/>
                    <a:pt x="14811" y="13575"/>
                    <a:pt x="14811" y="13575"/>
                  </a:cubicBezTo>
                  <a:cubicBezTo>
                    <a:pt x="14867" y="13575"/>
                    <a:pt x="14867" y="13575"/>
                    <a:pt x="14867" y="13575"/>
                  </a:cubicBezTo>
                  <a:cubicBezTo>
                    <a:pt x="14923" y="13575"/>
                    <a:pt x="14923" y="13575"/>
                    <a:pt x="14923" y="13575"/>
                  </a:cubicBezTo>
                  <a:cubicBezTo>
                    <a:pt x="15035" y="13642"/>
                    <a:pt x="15035" y="13642"/>
                    <a:pt x="15035" y="13642"/>
                  </a:cubicBezTo>
                  <a:cubicBezTo>
                    <a:pt x="15035" y="13708"/>
                    <a:pt x="15035" y="13708"/>
                    <a:pt x="15035" y="13708"/>
                  </a:cubicBezTo>
                  <a:cubicBezTo>
                    <a:pt x="15091" y="13708"/>
                    <a:pt x="15091" y="13708"/>
                    <a:pt x="15091" y="13708"/>
                  </a:cubicBezTo>
                  <a:cubicBezTo>
                    <a:pt x="15148" y="13708"/>
                    <a:pt x="15148" y="13708"/>
                    <a:pt x="15148" y="13708"/>
                  </a:cubicBezTo>
                  <a:cubicBezTo>
                    <a:pt x="15148" y="13842"/>
                    <a:pt x="15148" y="13842"/>
                    <a:pt x="15148" y="13842"/>
                  </a:cubicBezTo>
                  <a:cubicBezTo>
                    <a:pt x="15091" y="13842"/>
                    <a:pt x="15091" y="13842"/>
                    <a:pt x="15091" y="13842"/>
                  </a:cubicBezTo>
                  <a:cubicBezTo>
                    <a:pt x="15091" y="13909"/>
                    <a:pt x="15091" y="13909"/>
                    <a:pt x="15091" y="13909"/>
                  </a:cubicBezTo>
                  <a:cubicBezTo>
                    <a:pt x="15148" y="13842"/>
                    <a:pt x="15148" y="13842"/>
                    <a:pt x="15148" y="13842"/>
                  </a:cubicBezTo>
                  <a:cubicBezTo>
                    <a:pt x="15204" y="13909"/>
                    <a:pt x="15204" y="13909"/>
                    <a:pt x="15204" y="13909"/>
                  </a:cubicBezTo>
                  <a:cubicBezTo>
                    <a:pt x="15204" y="13976"/>
                    <a:pt x="15204" y="13976"/>
                    <a:pt x="15204" y="13976"/>
                  </a:cubicBezTo>
                  <a:cubicBezTo>
                    <a:pt x="15148" y="13976"/>
                    <a:pt x="15148" y="13976"/>
                    <a:pt x="15148" y="13976"/>
                  </a:cubicBezTo>
                  <a:cubicBezTo>
                    <a:pt x="15204" y="14043"/>
                    <a:pt x="15204" y="14043"/>
                    <a:pt x="15204" y="14043"/>
                  </a:cubicBezTo>
                  <a:cubicBezTo>
                    <a:pt x="15260" y="13976"/>
                    <a:pt x="15260" y="13976"/>
                    <a:pt x="15260" y="13976"/>
                  </a:cubicBezTo>
                  <a:cubicBezTo>
                    <a:pt x="15260" y="14043"/>
                    <a:pt x="15260" y="14043"/>
                    <a:pt x="15260" y="14043"/>
                  </a:cubicBezTo>
                  <a:cubicBezTo>
                    <a:pt x="15260" y="14110"/>
                    <a:pt x="15260" y="14110"/>
                    <a:pt x="15260" y="14110"/>
                  </a:cubicBezTo>
                  <a:cubicBezTo>
                    <a:pt x="15260" y="14043"/>
                    <a:pt x="15260" y="14043"/>
                    <a:pt x="15260" y="14043"/>
                  </a:cubicBezTo>
                  <a:cubicBezTo>
                    <a:pt x="15204" y="14110"/>
                    <a:pt x="15204" y="14110"/>
                    <a:pt x="15204" y="14110"/>
                  </a:cubicBezTo>
                  <a:cubicBezTo>
                    <a:pt x="15148" y="14110"/>
                    <a:pt x="15148" y="14110"/>
                    <a:pt x="15148" y="14110"/>
                  </a:cubicBezTo>
                  <a:cubicBezTo>
                    <a:pt x="15260" y="14177"/>
                    <a:pt x="15260" y="14177"/>
                    <a:pt x="15260" y="14177"/>
                  </a:cubicBezTo>
                  <a:cubicBezTo>
                    <a:pt x="15260" y="14243"/>
                    <a:pt x="15260" y="14243"/>
                    <a:pt x="15260" y="14243"/>
                  </a:cubicBezTo>
                  <a:cubicBezTo>
                    <a:pt x="15260" y="14177"/>
                    <a:pt x="15260" y="14177"/>
                    <a:pt x="15260" y="14177"/>
                  </a:cubicBezTo>
                  <a:cubicBezTo>
                    <a:pt x="15260" y="14243"/>
                    <a:pt x="15260" y="14243"/>
                    <a:pt x="15260" y="14243"/>
                  </a:cubicBezTo>
                  <a:cubicBezTo>
                    <a:pt x="15316" y="14177"/>
                    <a:pt x="15316" y="14177"/>
                    <a:pt x="15316" y="14177"/>
                  </a:cubicBezTo>
                  <a:cubicBezTo>
                    <a:pt x="15372" y="14243"/>
                    <a:pt x="15372" y="14243"/>
                    <a:pt x="15372" y="14243"/>
                  </a:cubicBezTo>
                  <a:cubicBezTo>
                    <a:pt x="15428" y="14243"/>
                    <a:pt x="15428" y="14243"/>
                    <a:pt x="15428" y="14243"/>
                  </a:cubicBezTo>
                  <a:cubicBezTo>
                    <a:pt x="15428" y="14310"/>
                    <a:pt x="15428" y="14310"/>
                    <a:pt x="15428" y="14310"/>
                  </a:cubicBezTo>
                  <a:cubicBezTo>
                    <a:pt x="15484" y="14243"/>
                    <a:pt x="15484" y="14243"/>
                    <a:pt x="15484" y="14243"/>
                  </a:cubicBezTo>
                  <a:cubicBezTo>
                    <a:pt x="15540" y="14310"/>
                    <a:pt x="15540" y="14310"/>
                    <a:pt x="15540" y="14310"/>
                  </a:cubicBezTo>
                  <a:cubicBezTo>
                    <a:pt x="15540" y="14377"/>
                    <a:pt x="15540" y="14377"/>
                    <a:pt x="15540" y="14377"/>
                  </a:cubicBezTo>
                  <a:cubicBezTo>
                    <a:pt x="15596" y="14444"/>
                    <a:pt x="15596" y="14444"/>
                    <a:pt x="15596" y="14444"/>
                  </a:cubicBezTo>
                  <a:cubicBezTo>
                    <a:pt x="15652" y="14377"/>
                    <a:pt x="15652" y="14377"/>
                    <a:pt x="15652" y="14377"/>
                  </a:cubicBezTo>
                  <a:cubicBezTo>
                    <a:pt x="15652" y="14310"/>
                    <a:pt x="15652" y="14310"/>
                    <a:pt x="15652" y="14310"/>
                  </a:cubicBezTo>
                  <a:cubicBezTo>
                    <a:pt x="15709" y="14310"/>
                    <a:pt x="15709" y="14310"/>
                    <a:pt x="15709" y="14310"/>
                  </a:cubicBezTo>
                  <a:cubicBezTo>
                    <a:pt x="15709" y="14377"/>
                    <a:pt x="15709" y="14377"/>
                    <a:pt x="15709" y="14377"/>
                  </a:cubicBezTo>
                  <a:cubicBezTo>
                    <a:pt x="15652" y="14444"/>
                    <a:pt x="15652" y="14444"/>
                    <a:pt x="15652" y="14444"/>
                  </a:cubicBezTo>
                  <a:cubicBezTo>
                    <a:pt x="15596" y="14511"/>
                    <a:pt x="15596" y="14511"/>
                    <a:pt x="15596" y="14511"/>
                  </a:cubicBezTo>
                  <a:cubicBezTo>
                    <a:pt x="15540" y="14578"/>
                    <a:pt x="15540" y="14578"/>
                    <a:pt x="15540" y="14578"/>
                  </a:cubicBezTo>
                  <a:cubicBezTo>
                    <a:pt x="15596" y="14712"/>
                    <a:pt x="15596" y="14712"/>
                    <a:pt x="15596" y="14712"/>
                  </a:cubicBezTo>
                  <a:cubicBezTo>
                    <a:pt x="15540" y="14712"/>
                    <a:pt x="15540" y="14712"/>
                    <a:pt x="15540" y="14712"/>
                  </a:cubicBezTo>
                  <a:cubicBezTo>
                    <a:pt x="15540" y="14645"/>
                    <a:pt x="15540" y="14645"/>
                    <a:pt x="15540" y="14645"/>
                  </a:cubicBezTo>
                  <a:cubicBezTo>
                    <a:pt x="15540" y="14712"/>
                    <a:pt x="15540" y="14712"/>
                    <a:pt x="15540" y="14712"/>
                  </a:cubicBezTo>
                  <a:cubicBezTo>
                    <a:pt x="15484" y="14778"/>
                    <a:pt x="15484" y="14778"/>
                    <a:pt x="15484" y="14778"/>
                  </a:cubicBezTo>
                  <a:cubicBezTo>
                    <a:pt x="15372" y="14778"/>
                    <a:pt x="15372" y="14778"/>
                    <a:pt x="15372" y="14778"/>
                  </a:cubicBezTo>
                  <a:cubicBezTo>
                    <a:pt x="15260" y="14712"/>
                    <a:pt x="15260" y="14712"/>
                    <a:pt x="15260" y="14712"/>
                  </a:cubicBezTo>
                  <a:cubicBezTo>
                    <a:pt x="15372" y="14778"/>
                    <a:pt x="15372" y="14778"/>
                    <a:pt x="15372" y="14778"/>
                  </a:cubicBezTo>
                  <a:cubicBezTo>
                    <a:pt x="15484" y="14778"/>
                    <a:pt x="15484" y="14778"/>
                    <a:pt x="15484" y="14778"/>
                  </a:cubicBezTo>
                  <a:cubicBezTo>
                    <a:pt x="15540" y="14845"/>
                    <a:pt x="15540" y="14845"/>
                    <a:pt x="15540" y="14845"/>
                  </a:cubicBezTo>
                  <a:cubicBezTo>
                    <a:pt x="15540" y="14979"/>
                    <a:pt x="15540" y="14979"/>
                    <a:pt x="15540" y="14979"/>
                  </a:cubicBezTo>
                  <a:cubicBezTo>
                    <a:pt x="15484" y="15046"/>
                    <a:pt x="15484" y="15046"/>
                    <a:pt x="15484" y="15046"/>
                  </a:cubicBezTo>
                  <a:cubicBezTo>
                    <a:pt x="15484" y="15046"/>
                    <a:pt x="15484" y="15046"/>
                    <a:pt x="15484" y="15046"/>
                  </a:cubicBezTo>
                  <a:cubicBezTo>
                    <a:pt x="15428" y="15113"/>
                    <a:pt x="15428" y="15113"/>
                    <a:pt x="15428" y="15113"/>
                  </a:cubicBezTo>
                  <a:cubicBezTo>
                    <a:pt x="15428" y="15113"/>
                    <a:pt x="15428" y="15113"/>
                    <a:pt x="15428" y="15113"/>
                  </a:cubicBezTo>
                  <a:cubicBezTo>
                    <a:pt x="15484" y="15247"/>
                    <a:pt x="15484" y="15247"/>
                    <a:pt x="15484" y="15247"/>
                  </a:cubicBezTo>
                  <a:cubicBezTo>
                    <a:pt x="15540" y="15247"/>
                    <a:pt x="15540" y="15247"/>
                    <a:pt x="15540" y="15247"/>
                  </a:cubicBezTo>
                  <a:cubicBezTo>
                    <a:pt x="15540" y="15247"/>
                    <a:pt x="15540" y="15247"/>
                    <a:pt x="15540" y="15247"/>
                  </a:cubicBezTo>
                  <a:cubicBezTo>
                    <a:pt x="15428" y="15247"/>
                    <a:pt x="15428" y="15247"/>
                    <a:pt x="15428" y="15247"/>
                  </a:cubicBezTo>
                  <a:cubicBezTo>
                    <a:pt x="15484" y="15313"/>
                    <a:pt x="15484" y="15313"/>
                    <a:pt x="15484" y="15313"/>
                  </a:cubicBezTo>
                  <a:cubicBezTo>
                    <a:pt x="15540" y="15380"/>
                    <a:pt x="15540" y="15380"/>
                    <a:pt x="15540" y="15380"/>
                  </a:cubicBezTo>
                  <a:cubicBezTo>
                    <a:pt x="15540" y="15380"/>
                    <a:pt x="15540" y="15380"/>
                    <a:pt x="15540" y="15380"/>
                  </a:cubicBezTo>
                  <a:cubicBezTo>
                    <a:pt x="15540" y="15313"/>
                    <a:pt x="15540" y="15313"/>
                    <a:pt x="15540" y="15313"/>
                  </a:cubicBezTo>
                  <a:cubicBezTo>
                    <a:pt x="15596" y="15313"/>
                    <a:pt x="15596" y="15313"/>
                    <a:pt x="15596" y="15313"/>
                  </a:cubicBezTo>
                  <a:cubicBezTo>
                    <a:pt x="15652" y="15313"/>
                    <a:pt x="15652" y="15313"/>
                    <a:pt x="15652" y="15313"/>
                  </a:cubicBezTo>
                  <a:cubicBezTo>
                    <a:pt x="15652" y="15380"/>
                    <a:pt x="15652" y="15380"/>
                    <a:pt x="15652" y="15380"/>
                  </a:cubicBezTo>
                  <a:cubicBezTo>
                    <a:pt x="15652" y="15447"/>
                    <a:pt x="15652" y="15447"/>
                    <a:pt x="15652" y="15447"/>
                  </a:cubicBezTo>
                  <a:cubicBezTo>
                    <a:pt x="15652" y="15514"/>
                    <a:pt x="15652" y="15514"/>
                    <a:pt x="15652" y="15514"/>
                  </a:cubicBezTo>
                  <a:cubicBezTo>
                    <a:pt x="15596" y="15581"/>
                    <a:pt x="15596" y="15581"/>
                    <a:pt x="15596" y="15581"/>
                  </a:cubicBezTo>
                  <a:cubicBezTo>
                    <a:pt x="15596" y="15648"/>
                    <a:pt x="15596" y="15648"/>
                    <a:pt x="15596" y="15648"/>
                  </a:cubicBezTo>
                  <a:cubicBezTo>
                    <a:pt x="15540" y="15715"/>
                    <a:pt x="15540" y="15715"/>
                    <a:pt x="15540" y="15715"/>
                  </a:cubicBezTo>
                  <a:cubicBezTo>
                    <a:pt x="15596" y="15715"/>
                    <a:pt x="15596" y="15715"/>
                    <a:pt x="15596" y="15715"/>
                  </a:cubicBezTo>
                  <a:cubicBezTo>
                    <a:pt x="15652" y="15514"/>
                    <a:pt x="15652" y="15514"/>
                    <a:pt x="15652" y="15514"/>
                  </a:cubicBezTo>
                  <a:cubicBezTo>
                    <a:pt x="15709" y="15447"/>
                    <a:pt x="15709" y="15447"/>
                    <a:pt x="15709" y="15447"/>
                  </a:cubicBezTo>
                  <a:cubicBezTo>
                    <a:pt x="15765" y="15447"/>
                    <a:pt x="15765" y="15447"/>
                    <a:pt x="15765" y="15447"/>
                  </a:cubicBezTo>
                  <a:cubicBezTo>
                    <a:pt x="15765" y="15514"/>
                    <a:pt x="15765" y="15514"/>
                    <a:pt x="15765" y="15514"/>
                  </a:cubicBezTo>
                  <a:cubicBezTo>
                    <a:pt x="15765" y="15648"/>
                    <a:pt x="15765" y="15648"/>
                    <a:pt x="15765" y="15648"/>
                  </a:cubicBezTo>
                  <a:cubicBezTo>
                    <a:pt x="15709" y="15648"/>
                    <a:pt x="15709" y="15648"/>
                    <a:pt x="15709" y="15648"/>
                  </a:cubicBezTo>
                  <a:cubicBezTo>
                    <a:pt x="15765" y="15715"/>
                    <a:pt x="15765" y="15715"/>
                    <a:pt x="15765" y="15715"/>
                  </a:cubicBezTo>
                  <a:cubicBezTo>
                    <a:pt x="15709" y="15782"/>
                    <a:pt x="15709" y="15782"/>
                    <a:pt x="15709" y="15782"/>
                  </a:cubicBezTo>
                  <a:cubicBezTo>
                    <a:pt x="15765" y="15715"/>
                    <a:pt x="15765" y="15715"/>
                    <a:pt x="15765" y="15715"/>
                  </a:cubicBezTo>
                  <a:cubicBezTo>
                    <a:pt x="15765" y="15648"/>
                    <a:pt x="15765" y="15648"/>
                    <a:pt x="15765" y="15648"/>
                  </a:cubicBezTo>
                  <a:cubicBezTo>
                    <a:pt x="15821" y="15581"/>
                    <a:pt x="15821" y="15581"/>
                    <a:pt x="15821" y="15581"/>
                  </a:cubicBezTo>
                  <a:cubicBezTo>
                    <a:pt x="15877" y="15581"/>
                    <a:pt x="15877" y="15581"/>
                    <a:pt x="15877" y="15581"/>
                  </a:cubicBezTo>
                  <a:cubicBezTo>
                    <a:pt x="15933" y="15514"/>
                    <a:pt x="15933" y="15514"/>
                    <a:pt x="15933" y="15514"/>
                  </a:cubicBezTo>
                  <a:cubicBezTo>
                    <a:pt x="15933" y="15514"/>
                    <a:pt x="15933" y="15514"/>
                    <a:pt x="15933" y="15514"/>
                  </a:cubicBezTo>
                  <a:cubicBezTo>
                    <a:pt x="15989" y="15581"/>
                    <a:pt x="15989" y="15581"/>
                    <a:pt x="15989" y="15581"/>
                  </a:cubicBezTo>
                  <a:cubicBezTo>
                    <a:pt x="15989" y="15514"/>
                    <a:pt x="15989" y="15514"/>
                    <a:pt x="15989" y="15514"/>
                  </a:cubicBezTo>
                  <a:cubicBezTo>
                    <a:pt x="16045" y="15514"/>
                    <a:pt x="16045" y="15514"/>
                    <a:pt x="16045" y="15514"/>
                  </a:cubicBezTo>
                  <a:cubicBezTo>
                    <a:pt x="16045" y="15447"/>
                    <a:pt x="16045" y="15447"/>
                    <a:pt x="16045" y="15447"/>
                  </a:cubicBezTo>
                  <a:cubicBezTo>
                    <a:pt x="16045" y="15447"/>
                    <a:pt x="16045" y="15447"/>
                    <a:pt x="16045" y="15447"/>
                  </a:cubicBezTo>
                  <a:cubicBezTo>
                    <a:pt x="16157" y="15380"/>
                    <a:pt x="16157" y="15380"/>
                    <a:pt x="16157" y="15380"/>
                  </a:cubicBezTo>
                  <a:cubicBezTo>
                    <a:pt x="16157" y="15380"/>
                    <a:pt x="16157" y="15380"/>
                    <a:pt x="16157" y="15380"/>
                  </a:cubicBezTo>
                  <a:cubicBezTo>
                    <a:pt x="16157" y="15514"/>
                    <a:pt x="16157" y="15514"/>
                    <a:pt x="16157" y="15514"/>
                  </a:cubicBezTo>
                  <a:cubicBezTo>
                    <a:pt x="16157" y="15581"/>
                    <a:pt x="16157" y="15581"/>
                    <a:pt x="16157" y="15581"/>
                  </a:cubicBezTo>
                  <a:cubicBezTo>
                    <a:pt x="16214" y="15447"/>
                    <a:pt x="16214" y="15447"/>
                    <a:pt x="16214" y="15447"/>
                  </a:cubicBezTo>
                  <a:cubicBezTo>
                    <a:pt x="16214" y="15380"/>
                    <a:pt x="16214" y="15380"/>
                    <a:pt x="16214" y="15380"/>
                  </a:cubicBezTo>
                  <a:cubicBezTo>
                    <a:pt x="16214" y="15380"/>
                    <a:pt x="16214" y="15380"/>
                    <a:pt x="16214" y="15380"/>
                  </a:cubicBezTo>
                  <a:cubicBezTo>
                    <a:pt x="16214" y="15380"/>
                    <a:pt x="16214" y="15380"/>
                    <a:pt x="16214" y="15380"/>
                  </a:cubicBezTo>
                  <a:cubicBezTo>
                    <a:pt x="16270" y="15313"/>
                    <a:pt x="16270" y="15313"/>
                    <a:pt x="16270" y="15313"/>
                  </a:cubicBezTo>
                  <a:cubicBezTo>
                    <a:pt x="16270" y="15313"/>
                    <a:pt x="16270" y="15313"/>
                    <a:pt x="16270" y="15313"/>
                  </a:cubicBezTo>
                  <a:cubicBezTo>
                    <a:pt x="16326" y="15247"/>
                    <a:pt x="16326" y="15247"/>
                    <a:pt x="16326" y="15247"/>
                  </a:cubicBezTo>
                  <a:cubicBezTo>
                    <a:pt x="16326" y="15180"/>
                    <a:pt x="16326" y="15180"/>
                    <a:pt x="16326" y="15180"/>
                  </a:cubicBezTo>
                  <a:cubicBezTo>
                    <a:pt x="16382" y="15180"/>
                    <a:pt x="16382" y="15180"/>
                    <a:pt x="16382" y="15180"/>
                  </a:cubicBezTo>
                  <a:cubicBezTo>
                    <a:pt x="16382" y="15113"/>
                    <a:pt x="16382" y="15113"/>
                    <a:pt x="16382" y="15113"/>
                  </a:cubicBezTo>
                  <a:cubicBezTo>
                    <a:pt x="16438" y="15113"/>
                    <a:pt x="16438" y="15113"/>
                    <a:pt x="16438" y="15113"/>
                  </a:cubicBezTo>
                  <a:cubicBezTo>
                    <a:pt x="16438" y="15180"/>
                    <a:pt x="16438" y="15180"/>
                    <a:pt x="16438" y="15180"/>
                  </a:cubicBezTo>
                  <a:cubicBezTo>
                    <a:pt x="16438" y="15113"/>
                    <a:pt x="16438" y="15113"/>
                    <a:pt x="16438" y="15113"/>
                  </a:cubicBezTo>
                  <a:cubicBezTo>
                    <a:pt x="16438" y="15113"/>
                    <a:pt x="16438" y="15113"/>
                    <a:pt x="16438" y="15113"/>
                  </a:cubicBezTo>
                  <a:cubicBezTo>
                    <a:pt x="16382" y="15113"/>
                    <a:pt x="16382" y="15113"/>
                    <a:pt x="16382" y="15113"/>
                  </a:cubicBezTo>
                  <a:cubicBezTo>
                    <a:pt x="16382" y="15046"/>
                    <a:pt x="16382" y="15046"/>
                    <a:pt x="16382" y="15046"/>
                  </a:cubicBezTo>
                  <a:cubicBezTo>
                    <a:pt x="16438" y="14979"/>
                    <a:pt x="16438" y="14979"/>
                    <a:pt x="16438" y="14979"/>
                  </a:cubicBezTo>
                  <a:cubicBezTo>
                    <a:pt x="16438" y="14979"/>
                    <a:pt x="16438" y="14979"/>
                    <a:pt x="16438" y="14979"/>
                  </a:cubicBezTo>
                  <a:cubicBezTo>
                    <a:pt x="16494" y="14979"/>
                    <a:pt x="16494" y="14979"/>
                    <a:pt x="16494" y="14979"/>
                  </a:cubicBezTo>
                  <a:cubicBezTo>
                    <a:pt x="16494" y="14912"/>
                    <a:pt x="16494" y="14912"/>
                    <a:pt x="16494" y="14912"/>
                  </a:cubicBezTo>
                  <a:cubicBezTo>
                    <a:pt x="16494" y="14912"/>
                    <a:pt x="16494" y="14912"/>
                    <a:pt x="16494" y="14912"/>
                  </a:cubicBezTo>
                  <a:cubicBezTo>
                    <a:pt x="16494" y="14845"/>
                    <a:pt x="16494" y="14845"/>
                    <a:pt x="16494" y="14845"/>
                  </a:cubicBezTo>
                  <a:cubicBezTo>
                    <a:pt x="16550" y="14845"/>
                    <a:pt x="16550" y="14845"/>
                    <a:pt x="16550" y="14845"/>
                  </a:cubicBezTo>
                  <a:cubicBezTo>
                    <a:pt x="16606" y="14778"/>
                    <a:pt x="16606" y="14778"/>
                    <a:pt x="16606" y="14778"/>
                  </a:cubicBezTo>
                  <a:cubicBezTo>
                    <a:pt x="16550" y="14712"/>
                    <a:pt x="16550" y="14712"/>
                    <a:pt x="16550" y="14712"/>
                  </a:cubicBezTo>
                  <a:cubicBezTo>
                    <a:pt x="16606" y="14645"/>
                    <a:pt x="16606" y="14645"/>
                    <a:pt x="16606" y="14645"/>
                  </a:cubicBezTo>
                  <a:cubicBezTo>
                    <a:pt x="16662" y="14645"/>
                    <a:pt x="16662" y="14645"/>
                    <a:pt x="16662" y="14645"/>
                  </a:cubicBezTo>
                  <a:cubicBezTo>
                    <a:pt x="16718" y="14645"/>
                    <a:pt x="16718" y="14645"/>
                    <a:pt x="16718" y="14645"/>
                  </a:cubicBezTo>
                  <a:cubicBezTo>
                    <a:pt x="16662" y="14712"/>
                    <a:pt x="16662" y="14712"/>
                    <a:pt x="16662" y="14712"/>
                  </a:cubicBezTo>
                  <a:cubicBezTo>
                    <a:pt x="16718" y="14712"/>
                    <a:pt x="16718" y="14712"/>
                    <a:pt x="16718" y="14712"/>
                  </a:cubicBezTo>
                  <a:cubicBezTo>
                    <a:pt x="16718" y="14712"/>
                    <a:pt x="16718" y="14712"/>
                    <a:pt x="16718" y="14712"/>
                  </a:cubicBezTo>
                  <a:cubicBezTo>
                    <a:pt x="16662" y="14712"/>
                    <a:pt x="16662" y="14712"/>
                    <a:pt x="16662" y="14712"/>
                  </a:cubicBezTo>
                  <a:cubicBezTo>
                    <a:pt x="16662" y="14778"/>
                    <a:pt x="16662" y="14778"/>
                    <a:pt x="16662" y="14778"/>
                  </a:cubicBezTo>
                  <a:cubicBezTo>
                    <a:pt x="16718" y="14778"/>
                    <a:pt x="16718" y="14778"/>
                    <a:pt x="16718" y="14778"/>
                  </a:cubicBezTo>
                  <a:cubicBezTo>
                    <a:pt x="16662" y="14845"/>
                    <a:pt x="16662" y="14845"/>
                    <a:pt x="16662" y="14845"/>
                  </a:cubicBezTo>
                  <a:cubicBezTo>
                    <a:pt x="16662" y="14845"/>
                    <a:pt x="16662" y="14845"/>
                    <a:pt x="16662" y="14845"/>
                  </a:cubicBezTo>
                  <a:cubicBezTo>
                    <a:pt x="16662" y="14845"/>
                    <a:pt x="16662" y="14845"/>
                    <a:pt x="16662" y="14845"/>
                  </a:cubicBezTo>
                  <a:cubicBezTo>
                    <a:pt x="16662" y="14845"/>
                    <a:pt x="16662" y="14845"/>
                    <a:pt x="16662" y="14845"/>
                  </a:cubicBezTo>
                  <a:cubicBezTo>
                    <a:pt x="16718" y="14845"/>
                    <a:pt x="16718" y="14845"/>
                    <a:pt x="16718" y="14845"/>
                  </a:cubicBezTo>
                  <a:cubicBezTo>
                    <a:pt x="16718" y="14912"/>
                    <a:pt x="16718" y="14912"/>
                    <a:pt x="16718" y="14912"/>
                  </a:cubicBezTo>
                  <a:cubicBezTo>
                    <a:pt x="16662" y="14912"/>
                    <a:pt x="16662" y="14912"/>
                    <a:pt x="16662" y="14912"/>
                  </a:cubicBezTo>
                  <a:cubicBezTo>
                    <a:pt x="16718" y="14912"/>
                    <a:pt x="16718" y="14912"/>
                    <a:pt x="16718" y="14912"/>
                  </a:cubicBezTo>
                  <a:cubicBezTo>
                    <a:pt x="16718" y="14979"/>
                    <a:pt x="16718" y="14979"/>
                    <a:pt x="16718" y="14979"/>
                  </a:cubicBezTo>
                  <a:cubicBezTo>
                    <a:pt x="16662" y="14979"/>
                    <a:pt x="16662" y="14979"/>
                    <a:pt x="16662" y="14979"/>
                  </a:cubicBezTo>
                  <a:cubicBezTo>
                    <a:pt x="16718" y="15046"/>
                    <a:pt x="16718" y="15046"/>
                    <a:pt x="16718" y="15046"/>
                  </a:cubicBezTo>
                  <a:cubicBezTo>
                    <a:pt x="16718" y="15113"/>
                    <a:pt x="16718" y="15113"/>
                    <a:pt x="16718" y="15113"/>
                  </a:cubicBezTo>
                  <a:cubicBezTo>
                    <a:pt x="16775" y="15180"/>
                    <a:pt x="16775" y="15180"/>
                    <a:pt x="16775" y="15180"/>
                  </a:cubicBezTo>
                  <a:cubicBezTo>
                    <a:pt x="16718" y="15180"/>
                    <a:pt x="16718" y="15180"/>
                    <a:pt x="16718" y="15180"/>
                  </a:cubicBezTo>
                  <a:cubicBezTo>
                    <a:pt x="16718" y="15180"/>
                    <a:pt x="16718" y="15180"/>
                    <a:pt x="16718" y="15180"/>
                  </a:cubicBezTo>
                  <a:cubicBezTo>
                    <a:pt x="16662" y="15180"/>
                    <a:pt x="16662" y="15180"/>
                    <a:pt x="16662" y="15180"/>
                  </a:cubicBezTo>
                  <a:cubicBezTo>
                    <a:pt x="16718" y="15247"/>
                    <a:pt x="16718" y="15247"/>
                    <a:pt x="16718" y="15247"/>
                  </a:cubicBezTo>
                  <a:cubicBezTo>
                    <a:pt x="16718" y="15247"/>
                    <a:pt x="16718" y="15247"/>
                    <a:pt x="16718" y="15247"/>
                  </a:cubicBezTo>
                  <a:cubicBezTo>
                    <a:pt x="16718" y="15247"/>
                    <a:pt x="16718" y="15247"/>
                    <a:pt x="16718" y="15247"/>
                  </a:cubicBezTo>
                  <a:cubicBezTo>
                    <a:pt x="16775" y="15180"/>
                    <a:pt x="16775" y="15180"/>
                    <a:pt x="16775" y="15180"/>
                  </a:cubicBezTo>
                  <a:cubicBezTo>
                    <a:pt x="16775" y="15247"/>
                    <a:pt x="16775" y="15247"/>
                    <a:pt x="16775" y="15247"/>
                  </a:cubicBezTo>
                  <a:cubicBezTo>
                    <a:pt x="16831" y="15247"/>
                    <a:pt x="16831" y="15247"/>
                    <a:pt x="16831" y="15247"/>
                  </a:cubicBezTo>
                  <a:cubicBezTo>
                    <a:pt x="16775" y="15313"/>
                    <a:pt x="16775" y="15313"/>
                    <a:pt x="16775" y="15313"/>
                  </a:cubicBezTo>
                  <a:cubicBezTo>
                    <a:pt x="16718" y="15380"/>
                    <a:pt x="16718" y="15380"/>
                    <a:pt x="16718" y="15380"/>
                  </a:cubicBezTo>
                  <a:cubicBezTo>
                    <a:pt x="16662" y="15313"/>
                    <a:pt x="16662" y="15313"/>
                    <a:pt x="16662" y="15313"/>
                  </a:cubicBezTo>
                  <a:cubicBezTo>
                    <a:pt x="16662" y="15380"/>
                    <a:pt x="16662" y="15380"/>
                    <a:pt x="16662" y="15380"/>
                  </a:cubicBezTo>
                  <a:cubicBezTo>
                    <a:pt x="16662" y="15380"/>
                    <a:pt x="16662" y="15380"/>
                    <a:pt x="16662" y="15380"/>
                  </a:cubicBezTo>
                  <a:cubicBezTo>
                    <a:pt x="16775" y="15380"/>
                    <a:pt x="16775" y="15380"/>
                    <a:pt x="16775" y="15380"/>
                  </a:cubicBezTo>
                  <a:cubicBezTo>
                    <a:pt x="16831" y="15380"/>
                    <a:pt x="16831" y="15380"/>
                    <a:pt x="16831" y="15380"/>
                  </a:cubicBezTo>
                  <a:cubicBezTo>
                    <a:pt x="16831" y="15447"/>
                    <a:pt x="16831" y="15447"/>
                    <a:pt x="16831" y="15447"/>
                  </a:cubicBezTo>
                  <a:cubicBezTo>
                    <a:pt x="16775" y="15447"/>
                    <a:pt x="16775" y="15447"/>
                    <a:pt x="16775" y="15447"/>
                  </a:cubicBezTo>
                  <a:cubicBezTo>
                    <a:pt x="16831" y="15514"/>
                    <a:pt x="16831" y="15514"/>
                    <a:pt x="16831" y="15514"/>
                  </a:cubicBezTo>
                  <a:cubicBezTo>
                    <a:pt x="16887" y="15447"/>
                    <a:pt x="16887" y="15447"/>
                    <a:pt x="16887" y="15447"/>
                  </a:cubicBezTo>
                  <a:cubicBezTo>
                    <a:pt x="16887" y="15514"/>
                    <a:pt x="16887" y="15514"/>
                    <a:pt x="16887" y="15514"/>
                  </a:cubicBezTo>
                  <a:cubicBezTo>
                    <a:pt x="16831" y="15581"/>
                    <a:pt x="16831" y="15581"/>
                    <a:pt x="16831" y="15581"/>
                  </a:cubicBezTo>
                  <a:cubicBezTo>
                    <a:pt x="16718" y="15581"/>
                    <a:pt x="16718" y="15581"/>
                    <a:pt x="16718" y="15581"/>
                  </a:cubicBezTo>
                  <a:cubicBezTo>
                    <a:pt x="16718" y="15581"/>
                    <a:pt x="16718" y="15581"/>
                    <a:pt x="16718" y="15581"/>
                  </a:cubicBezTo>
                  <a:cubicBezTo>
                    <a:pt x="16662" y="15581"/>
                    <a:pt x="16662" y="15581"/>
                    <a:pt x="16662" y="15581"/>
                  </a:cubicBezTo>
                  <a:cubicBezTo>
                    <a:pt x="16718" y="15648"/>
                    <a:pt x="16718" y="15648"/>
                    <a:pt x="16718" y="15648"/>
                  </a:cubicBezTo>
                  <a:cubicBezTo>
                    <a:pt x="16662" y="15648"/>
                    <a:pt x="16662" y="15648"/>
                    <a:pt x="16662" y="15648"/>
                  </a:cubicBezTo>
                  <a:cubicBezTo>
                    <a:pt x="16718" y="15648"/>
                    <a:pt x="16718" y="15648"/>
                    <a:pt x="16718" y="15648"/>
                  </a:cubicBezTo>
                  <a:cubicBezTo>
                    <a:pt x="16831" y="15648"/>
                    <a:pt x="16831" y="15648"/>
                    <a:pt x="16831" y="15648"/>
                  </a:cubicBezTo>
                  <a:cubicBezTo>
                    <a:pt x="16887" y="15648"/>
                    <a:pt x="16887" y="15648"/>
                    <a:pt x="16887" y="15648"/>
                  </a:cubicBezTo>
                  <a:cubicBezTo>
                    <a:pt x="16887" y="15648"/>
                    <a:pt x="16887" y="15648"/>
                    <a:pt x="16887" y="15648"/>
                  </a:cubicBezTo>
                  <a:cubicBezTo>
                    <a:pt x="16887" y="15648"/>
                    <a:pt x="16887" y="15648"/>
                    <a:pt x="16887" y="15648"/>
                  </a:cubicBezTo>
                  <a:cubicBezTo>
                    <a:pt x="16887" y="15715"/>
                    <a:pt x="16887" y="15715"/>
                    <a:pt x="16887" y="15715"/>
                  </a:cubicBezTo>
                  <a:cubicBezTo>
                    <a:pt x="16831" y="15715"/>
                    <a:pt x="16831" y="15715"/>
                    <a:pt x="16831" y="15715"/>
                  </a:cubicBezTo>
                  <a:cubicBezTo>
                    <a:pt x="16775" y="15715"/>
                    <a:pt x="16775" y="15715"/>
                    <a:pt x="16775" y="15715"/>
                  </a:cubicBezTo>
                  <a:cubicBezTo>
                    <a:pt x="16718" y="15848"/>
                    <a:pt x="16718" y="15848"/>
                    <a:pt x="16718" y="15848"/>
                  </a:cubicBezTo>
                  <a:cubicBezTo>
                    <a:pt x="16775" y="15782"/>
                    <a:pt x="16775" y="15782"/>
                    <a:pt x="16775" y="15782"/>
                  </a:cubicBezTo>
                  <a:cubicBezTo>
                    <a:pt x="16831" y="15782"/>
                    <a:pt x="16831" y="15782"/>
                    <a:pt x="16831" y="15782"/>
                  </a:cubicBezTo>
                  <a:cubicBezTo>
                    <a:pt x="16887" y="15782"/>
                    <a:pt x="16887" y="15782"/>
                    <a:pt x="16887" y="15782"/>
                  </a:cubicBezTo>
                  <a:cubicBezTo>
                    <a:pt x="16887" y="15782"/>
                    <a:pt x="16887" y="15782"/>
                    <a:pt x="16887" y="15782"/>
                  </a:cubicBezTo>
                  <a:cubicBezTo>
                    <a:pt x="16887" y="15848"/>
                    <a:pt x="16887" y="15848"/>
                    <a:pt x="16887" y="15848"/>
                  </a:cubicBezTo>
                  <a:cubicBezTo>
                    <a:pt x="16887" y="15848"/>
                    <a:pt x="16887" y="15848"/>
                    <a:pt x="16887" y="15848"/>
                  </a:cubicBezTo>
                  <a:cubicBezTo>
                    <a:pt x="16831" y="15848"/>
                    <a:pt x="16831" y="15848"/>
                    <a:pt x="16831" y="15848"/>
                  </a:cubicBezTo>
                  <a:cubicBezTo>
                    <a:pt x="16831" y="15915"/>
                    <a:pt x="16831" y="15915"/>
                    <a:pt x="16831" y="15915"/>
                  </a:cubicBezTo>
                  <a:cubicBezTo>
                    <a:pt x="16831" y="15915"/>
                    <a:pt x="16831" y="15915"/>
                    <a:pt x="16831" y="15915"/>
                  </a:cubicBezTo>
                  <a:cubicBezTo>
                    <a:pt x="16887" y="15915"/>
                    <a:pt x="16887" y="15915"/>
                    <a:pt x="16887" y="15915"/>
                  </a:cubicBezTo>
                  <a:cubicBezTo>
                    <a:pt x="16887" y="15848"/>
                    <a:pt x="16887" y="15848"/>
                    <a:pt x="16887" y="15848"/>
                  </a:cubicBezTo>
                  <a:cubicBezTo>
                    <a:pt x="16943" y="15915"/>
                    <a:pt x="16943" y="15915"/>
                    <a:pt x="16943" y="15915"/>
                  </a:cubicBezTo>
                  <a:cubicBezTo>
                    <a:pt x="16999" y="15982"/>
                    <a:pt x="16999" y="15982"/>
                    <a:pt x="16999" y="15982"/>
                  </a:cubicBezTo>
                  <a:cubicBezTo>
                    <a:pt x="16943" y="16049"/>
                    <a:pt x="16943" y="16049"/>
                    <a:pt x="16943" y="16049"/>
                  </a:cubicBezTo>
                  <a:cubicBezTo>
                    <a:pt x="16887" y="16049"/>
                    <a:pt x="16887" y="16049"/>
                    <a:pt x="16887" y="16049"/>
                  </a:cubicBezTo>
                  <a:cubicBezTo>
                    <a:pt x="16887" y="16049"/>
                    <a:pt x="16887" y="16049"/>
                    <a:pt x="16887" y="16049"/>
                  </a:cubicBezTo>
                  <a:cubicBezTo>
                    <a:pt x="16831" y="16049"/>
                    <a:pt x="16831" y="16049"/>
                    <a:pt x="16831" y="16049"/>
                  </a:cubicBezTo>
                  <a:cubicBezTo>
                    <a:pt x="16887" y="16116"/>
                    <a:pt x="16887" y="16116"/>
                    <a:pt x="16887" y="16116"/>
                  </a:cubicBezTo>
                  <a:cubicBezTo>
                    <a:pt x="16887" y="16116"/>
                    <a:pt x="16887" y="16116"/>
                    <a:pt x="16887" y="16116"/>
                  </a:cubicBezTo>
                  <a:cubicBezTo>
                    <a:pt x="16943" y="16116"/>
                    <a:pt x="16943" y="16116"/>
                    <a:pt x="16943" y="16116"/>
                  </a:cubicBezTo>
                  <a:cubicBezTo>
                    <a:pt x="16943" y="16116"/>
                    <a:pt x="16943" y="16116"/>
                    <a:pt x="16943" y="16116"/>
                  </a:cubicBezTo>
                  <a:cubicBezTo>
                    <a:pt x="16999" y="16116"/>
                    <a:pt x="16999" y="16116"/>
                    <a:pt x="16999" y="16116"/>
                  </a:cubicBezTo>
                  <a:cubicBezTo>
                    <a:pt x="16999" y="16183"/>
                    <a:pt x="16999" y="16183"/>
                    <a:pt x="16999" y="16183"/>
                  </a:cubicBezTo>
                  <a:cubicBezTo>
                    <a:pt x="16943" y="16183"/>
                    <a:pt x="16943" y="16183"/>
                    <a:pt x="16943" y="16183"/>
                  </a:cubicBezTo>
                  <a:cubicBezTo>
                    <a:pt x="16999" y="16183"/>
                    <a:pt x="16999" y="16183"/>
                    <a:pt x="16999" y="16183"/>
                  </a:cubicBezTo>
                  <a:cubicBezTo>
                    <a:pt x="16999" y="16183"/>
                    <a:pt x="16999" y="16183"/>
                    <a:pt x="16999" y="16183"/>
                  </a:cubicBezTo>
                  <a:cubicBezTo>
                    <a:pt x="17055" y="16250"/>
                    <a:pt x="17055" y="16250"/>
                    <a:pt x="17055" y="16250"/>
                  </a:cubicBezTo>
                  <a:cubicBezTo>
                    <a:pt x="17055" y="16317"/>
                    <a:pt x="17055" y="16317"/>
                    <a:pt x="17055" y="16317"/>
                  </a:cubicBezTo>
                  <a:cubicBezTo>
                    <a:pt x="16999" y="16317"/>
                    <a:pt x="16999" y="16317"/>
                    <a:pt x="16999" y="16317"/>
                  </a:cubicBezTo>
                  <a:cubicBezTo>
                    <a:pt x="16943" y="16383"/>
                    <a:pt x="16943" y="16383"/>
                    <a:pt x="16943" y="16383"/>
                  </a:cubicBezTo>
                  <a:cubicBezTo>
                    <a:pt x="16943" y="16383"/>
                    <a:pt x="16943" y="16383"/>
                    <a:pt x="16943" y="16383"/>
                  </a:cubicBezTo>
                  <a:cubicBezTo>
                    <a:pt x="16887" y="16383"/>
                    <a:pt x="16887" y="16383"/>
                    <a:pt x="16887" y="16383"/>
                  </a:cubicBezTo>
                  <a:cubicBezTo>
                    <a:pt x="16943" y="16383"/>
                    <a:pt x="16943" y="16383"/>
                    <a:pt x="16943" y="16383"/>
                  </a:cubicBezTo>
                  <a:cubicBezTo>
                    <a:pt x="16943" y="16450"/>
                    <a:pt x="16943" y="16450"/>
                    <a:pt x="16943" y="16450"/>
                  </a:cubicBezTo>
                  <a:cubicBezTo>
                    <a:pt x="16887" y="16450"/>
                    <a:pt x="16887" y="16450"/>
                    <a:pt x="16887" y="16450"/>
                  </a:cubicBezTo>
                  <a:cubicBezTo>
                    <a:pt x="16831" y="16383"/>
                    <a:pt x="16831" y="16383"/>
                    <a:pt x="16831" y="16383"/>
                  </a:cubicBezTo>
                  <a:cubicBezTo>
                    <a:pt x="16775" y="16383"/>
                    <a:pt x="16775" y="16383"/>
                    <a:pt x="16775" y="16383"/>
                  </a:cubicBezTo>
                  <a:cubicBezTo>
                    <a:pt x="16831" y="16450"/>
                    <a:pt x="16831" y="16450"/>
                    <a:pt x="16831" y="16450"/>
                  </a:cubicBezTo>
                  <a:cubicBezTo>
                    <a:pt x="16831" y="16517"/>
                    <a:pt x="16831" y="16517"/>
                    <a:pt x="16831" y="16517"/>
                  </a:cubicBezTo>
                  <a:cubicBezTo>
                    <a:pt x="16887" y="16517"/>
                    <a:pt x="16887" y="16517"/>
                    <a:pt x="16887" y="16517"/>
                  </a:cubicBezTo>
                  <a:cubicBezTo>
                    <a:pt x="16887" y="16584"/>
                    <a:pt x="16887" y="16584"/>
                    <a:pt x="16887" y="16584"/>
                  </a:cubicBezTo>
                  <a:cubicBezTo>
                    <a:pt x="16887" y="16584"/>
                    <a:pt x="16887" y="16584"/>
                    <a:pt x="16887" y="16584"/>
                  </a:cubicBezTo>
                  <a:cubicBezTo>
                    <a:pt x="16831" y="16584"/>
                    <a:pt x="16831" y="16584"/>
                    <a:pt x="16831" y="16584"/>
                  </a:cubicBezTo>
                  <a:cubicBezTo>
                    <a:pt x="16831" y="16651"/>
                    <a:pt x="16831" y="16651"/>
                    <a:pt x="16831" y="16651"/>
                  </a:cubicBezTo>
                  <a:cubicBezTo>
                    <a:pt x="16775" y="16651"/>
                    <a:pt x="16775" y="16651"/>
                    <a:pt x="16775" y="16651"/>
                  </a:cubicBezTo>
                  <a:cubicBezTo>
                    <a:pt x="16831" y="16651"/>
                    <a:pt x="16831" y="16651"/>
                    <a:pt x="16831" y="16651"/>
                  </a:cubicBezTo>
                  <a:cubicBezTo>
                    <a:pt x="16887" y="16651"/>
                    <a:pt x="16887" y="16651"/>
                    <a:pt x="16887" y="16651"/>
                  </a:cubicBezTo>
                  <a:cubicBezTo>
                    <a:pt x="16887" y="16651"/>
                    <a:pt x="16887" y="16651"/>
                    <a:pt x="16887" y="16651"/>
                  </a:cubicBezTo>
                  <a:cubicBezTo>
                    <a:pt x="16943" y="16584"/>
                    <a:pt x="16943" y="16584"/>
                    <a:pt x="16943" y="16584"/>
                  </a:cubicBezTo>
                  <a:cubicBezTo>
                    <a:pt x="16999" y="16584"/>
                    <a:pt x="16999" y="16584"/>
                    <a:pt x="16999" y="16584"/>
                  </a:cubicBezTo>
                  <a:cubicBezTo>
                    <a:pt x="16999" y="16651"/>
                    <a:pt x="16999" y="16651"/>
                    <a:pt x="16999" y="16651"/>
                  </a:cubicBezTo>
                  <a:cubicBezTo>
                    <a:pt x="16999" y="16651"/>
                    <a:pt x="16999" y="16651"/>
                    <a:pt x="16999" y="16651"/>
                  </a:cubicBezTo>
                  <a:cubicBezTo>
                    <a:pt x="16999" y="16718"/>
                    <a:pt x="16999" y="16718"/>
                    <a:pt x="16999" y="16718"/>
                  </a:cubicBezTo>
                  <a:cubicBezTo>
                    <a:pt x="16999" y="16718"/>
                    <a:pt x="16999" y="16718"/>
                    <a:pt x="16999" y="16718"/>
                  </a:cubicBezTo>
                  <a:cubicBezTo>
                    <a:pt x="16999" y="16718"/>
                    <a:pt x="16999" y="16718"/>
                    <a:pt x="16999" y="16718"/>
                  </a:cubicBezTo>
                  <a:cubicBezTo>
                    <a:pt x="16999" y="16785"/>
                    <a:pt x="16999" y="16785"/>
                    <a:pt x="16999" y="16785"/>
                  </a:cubicBezTo>
                  <a:cubicBezTo>
                    <a:pt x="16999" y="16785"/>
                    <a:pt x="16999" y="16785"/>
                    <a:pt x="16999" y="16785"/>
                  </a:cubicBezTo>
                  <a:cubicBezTo>
                    <a:pt x="17055" y="16718"/>
                    <a:pt x="17055" y="16718"/>
                    <a:pt x="17055" y="16718"/>
                  </a:cubicBezTo>
                  <a:cubicBezTo>
                    <a:pt x="17055" y="16785"/>
                    <a:pt x="17055" y="16785"/>
                    <a:pt x="17055" y="16785"/>
                  </a:cubicBezTo>
                  <a:cubicBezTo>
                    <a:pt x="17111" y="16785"/>
                    <a:pt x="17111" y="16785"/>
                    <a:pt x="17111" y="16785"/>
                  </a:cubicBezTo>
                  <a:cubicBezTo>
                    <a:pt x="17111" y="16852"/>
                    <a:pt x="17111" y="16852"/>
                    <a:pt x="17111" y="16852"/>
                  </a:cubicBezTo>
                  <a:cubicBezTo>
                    <a:pt x="17111" y="16852"/>
                    <a:pt x="17111" y="16852"/>
                    <a:pt x="17111" y="16852"/>
                  </a:cubicBezTo>
                  <a:cubicBezTo>
                    <a:pt x="17111" y="16918"/>
                    <a:pt x="17111" y="16918"/>
                    <a:pt x="17111" y="16918"/>
                  </a:cubicBezTo>
                  <a:cubicBezTo>
                    <a:pt x="17111" y="16918"/>
                    <a:pt x="17111" y="16918"/>
                    <a:pt x="17111" y="16918"/>
                  </a:cubicBezTo>
                  <a:cubicBezTo>
                    <a:pt x="17167" y="16785"/>
                    <a:pt x="17167" y="16785"/>
                    <a:pt x="17167" y="16785"/>
                  </a:cubicBezTo>
                  <a:cubicBezTo>
                    <a:pt x="17167" y="16852"/>
                    <a:pt x="17167" y="16852"/>
                    <a:pt x="17167" y="16852"/>
                  </a:cubicBezTo>
                  <a:cubicBezTo>
                    <a:pt x="17167" y="16852"/>
                    <a:pt x="17167" y="16852"/>
                    <a:pt x="17167" y="16852"/>
                  </a:cubicBezTo>
                  <a:cubicBezTo>
                    <a:pt x="17223" y="16918"/>
                    <a:pt x="17223" y="16918"/>
                    <a:pt x="17223" y="16918"/>
                  </a:cubicBezTo>
                  <a:cubicBezTo>
                    <a:pt x="17111" y="16918"/>
                    <a:pt x="17111" y="16918"/>
                    <a:pt x="17111" y="16918"/>
                  </a:cubicBezTo>
                  <a:cubicBezTo>
                    <a:pt x="17055" y="17052"/>
                    <a:pt x="17055" y="17052"/>
                    <a:pt x="17055" y="17052"/>
                  </a:cubicBezTo>
                  <a:cubicBezTo>
                    <a:pt x="16999" y="17052"/>
                    <a:pt x="16999" y="17052"/>
                    <a:pt x="16999" y="17052"/>
                  </a:cubicBezTo>
                  <a:cubicBezTo>
                    <a:pt x="16943" y="17052"/>
                    <a:pt x="16943" y="17052"/>
                    <a:pt x="16943" y="17052"/>
                  </a:cubicBezTo>
                  <a:cubicBezTo>
                    <a:pt x="16999" y="17119"/>
                    <a:pt x="16999" y="17119"/>
                    <a:pt x="16999" y="17119"/>
                  </a:cubicBezTo>
                  <a:cubicBezTo>
                    <a:pt x="17055" y="17119"/>
                    <a:pt x="17055" y="17119"/>
                    <a:pt x="17055" y="17119"/>
                  </a:cubicBezTo>
                  <a:cubicBezTo>
                    <a:pt x="17167" y="16985"/>
                    <a:pt x="17167" y="16985"/>
                    <a:pt x="17167" y="16985"/>
                  </a:cubicBezTo>
                  <a:cubicBezTo>
                    <a:pt x="17167" y="16985"/>
                    <a:pt x="17167" y="16985"/>
                    <a:pt x="17167" y="16985"/>
                  </a:cubicBezTo>
                  <a:cubicBezTo>
                    <a:pt x="17167" y="17052"/>
                    <a:pt x="17167" y="17052"/>
                    <a:pt x="17167" y="17052"/>
                  </a:cubicBezTo>
                  <a:cubicBezTo>
                    <a:pt x="17167" y="17052"/>
                    <a:pt x="17167" y="17052"/>
                    <a:pt x="17167" y="17052"/>
                  </a:cubicBezTo>
                  <a:cubicBezTo>
                    <a:pt x="17111" y="17119"/>
                    <a:pt x="17111" y="17119"/>
                    <a:pt x="17111" y="17119"/>
                  </a:cubicBezTo>
                  <a:cubicBezTo>
                    <a:pt x="17167" y="17119"/>
                    <a:pt x="17167" y="17119"/>
                    <a:pt x="17167" y="17119"/>
                  </a:cubicBezTo>
                  <a:cubicBezTo>
                    <a:pt x="17223" y="17052"/>
                    <a:pt x="17223" y="17052"/>
                    <a:pt x="17223" y="17052"/>
                  </a:cubicBezTo>
                  <a:cubicBezTo>
                    <a:pt x="17223" y="16985"/>
                    <a:pt x="17223" y="16985"/>
                    <a:pt x="17223" y="16985"/>
                  </a:cubicBezTo>
                  <a:cubicBezTo>
                    <a:pt x="17279" y="16985"/>
                    <a:pt x="17279" y="16985"/>
                    <a:pt x="17279" y="16985"/>
                  </a:cubicBezTo>
                  <a:cubicBezTo>
                    <a:pt x="17279" y="16985"/>
                    <a:pt x="17279" y="16985"/>
                    <a:pt x="17279" y="16985"/>
                  </a:cubicBezTo>
                  <a:cubicBezTo>
                    <a:pt x="17279" y="17052"/>
                    <a:pt x="17279" y="17052"/>
                    <a:pt x="17279" y="17052"/>
                  </a:cubicBezTo>
                  <a:cubicBezTo>
                    <a:pt x="17223" y="17052"/>
                    <a:pt x="17223" y="17052"/>
                    <a:pt x="17223" y="17052"/>
                  </a:cubicBezTo>
                  <a:cubicBezTo>
                    <a:pt x="17279" y="17052"/>
                    <a:pt x="17279" y="17052"/>
                    <a:pt x="17279" y="17052"/>
                  </a:cubicBezTo>
                  <a:cubicBezTo>
                    <a:pt x="17336" y="17052"/>
                    <a:pt x="17336" y="17052"/>
                    <a:pt x="17336" y="17052"/>
                  </a:cubicBezTo>
                  <a:cubicBezTo>
                    <a:pt x="17336" y="17052"/>
                    <a:pt x="17336" y="17052"/>
                    <a:pt x="17336" y="17052"/>
                  </a:cubicBezTo>
                  <a:cubicBezTo>
                    <a:pt x="17279" y="17119"/>
                    <a:pt x="17279" y="17119"/>
                    <a:pt x="17279" y="17119"/>
                  </a:cubicBezTo>
                  <a:cubicBezTo>
                    <a:pt x="17223" y="17186"/>
                    <a:pt x="17223" y="17186"/>
                    <a:pt x="17223" y="17186"/>
                  </a:cubicBezTo>
                  <a:cubicBezTo>
                    <a:pt x="17279" y="17186"/>
                    <a:pt x="17279" y="17186"/>
                    <a:pt x="17279" y="17186"/>
                  </a:cubicBezTo>
                  <a:cubicBezTo>
                    <a:pt x="17279" y="17119"/>
                    <a:pt x="17279" y="17119"/>
                    <a:pt x="17279" y="17119"/>
                  </a:cubicBezTo>
                  <a:cubicBezTo>
                    <a:pt x="17392" y="17052"/>
                    <a:pt x="17392" y="17052"/>
                    <a:pt x="17392" y="17052"/>
                  </a:cubicBezTo>
                  <a:cubicBezTo>
                    <a:pt x="17392" y="17052"/>
                    <a:pt x="17392" y="17052"/>
                    <a:pt x="17392" y="17052"/>
                  </a:cubicBezTo>
                  <a:cubicBezTo>
                    <a:pt x="17392" y="17052"/>
                    <a:pt x="17392" y="17052"/>
                    <a:pt x="17392" y="17052"/>
                  </a:cubicBezTo>
                  <a:cubicBezTo>
                    <a:pt x="17392" y="17119"/>
                    <a:pt x="17392" y="17119"/>
                    <a:pt x="17392" y="17119"/>
                  </a:cubicBezTo>
                  <a:cubicBezTo>
                    <a:pt x="17448" y="17052"/>
                    <a:pt x="17448" y="17052"/>
                    <a:pt x="17448" y="17052"/>
                  </a:cubicBezTo>
                  <a:cubicBezTo>
                    <a:pt x="17448" y="17052"/>
                    <a:pt x="17448" y="17052"/>
                    <a:pt x="17448" y="17052"/>
                  </a:cubicBezTo>
                  <a:cubicBezTo>
                    <a:pt x="17448" y="17186"/>
                    <a:pt x="17448" y="17186"/>
                    <a:pt x="17448" y="17186"/>
                  </a:cubicBezTo>
                  <a:cubicBezTo>
                    <a:pt x="17392" y="17186"/>
                    <a:pt x="17392" y="17186"/>
                    <a:pt x="17392" y="17186"/>
                  </a:cubicBezTo>
                  <a:cubicBezTo>
                    <a:pt x="17448" y="17186"/>
                    <a:pt x="17448" y="17186"/>
                    <a:pt x="17448" y="17186"/>
                  </a:cubicBezTo>
                  <a:cubicBezTo>
                    <a:pt x="17448" y="17186"/>
                    <a:pt x="17448" y="17186"/>
                    <a:pt x="17448" y="17186"/>
                  </a:cubicBezTo>
                  <a:cubicBezTo>
                    <a:pt x="17504" y="17253"/>
                    <a:pt x="17504" y="17253"/>
                    <a:pt x="17504" y="17253"/>
                  </a:cubicBezTo>
                  <a:cubicBezTo>
                    <a:pt x="17560" y="17186"/>
                    <a:pt x="17560" y="17186"/>
                    <a:pt x="17560" y="17186"/>
                  </a:cubicBezTo>
                  <a:cubicBezTo>
                    <a:pt x="17616" y="17186"/>
                    <a:pt x="17616" y="17186"/>
                    <a:pt x="17616" y="17186"/>
                  </a:cubicBezTo>
                  <a:cubicBezTo>
                    <a:pt x="17672" y="17186"/>
                    <a:pt x="17672" y="17186"/>
                    <a:pt x="17672" y="17186"/>
                  </a:cubicBezTo>
                  <a:cubicBezTo>
                    <a:pt x="17672" y="17253"/>
                    <a:pt x="17672" y="17253"/>
                    <a:pt x="17672" y="17253"/>
                  </a:cubicBezTo>
                  <a:cubicBezTo>
                    <a:pt x="17616" y="17253"/>
                    <a:pt x="17616" y="17253"/>
                    <a:pt x="17616" y="17253"/>
                  </a:cubicBezTo>
                  <a:cubicBezTo>
                    <a:pt x="17616" y="17253"/>
                    <a:pt x="17616" y="17253"/>
                    <a:pt x="17616" y="17253"/>
                  </a:cubicBezTo>
                  <a:cubicBezTo>
                    <a:pt x="17728" y="17253"/>
                    <a:pt x="17728" y="17253"/>
                    <a:pt x="17728" y="17253"/>
                  </a:cubicBezTo>
                  <a:cubicBezTo>
                    <a:pt x="17784" y="17320"/>
                    <a:pt x="17784" y="17320"/>
                    <a:pt x="17784" y="17320"/>
                  </a:cubicBezTo>
                  <a:cubicBezTo>
                    <a:pt x="17672" y="17320"/>
                    <a:pt x="17672" y="17320"/>
                    <a:pt x="17672" y="17320"/>
                  </a:cubicBezTo>
                  <a:cubicBezTo>
                    <a:pt x="17672" y="17386"/>
                    <a:pt x="17672" y="17386"/>
                    <a:pt x="17672" y="17386"/>
                  </a:cubicBezTo>
                  <a:cubicBezTo>
                    <a:pt x="17560" y="17386"/>
                    <a:pt x="17560" y="17386"/>
                    <a:pt x="17560" y="17386"/>
                  </a:cubicBezTo>
                  <a:cubicBezTo>
                    <a:pt x="17560" y="17386"/>
                    <a:pt x="17560" y="17386"/>
                    <a:pt x="17560" y="17386"/>
                  </a:cubicBezTo>
                  <a:cubicBezTo>
                    <a:pt x="17504" y="17386"/>
                    <a:pt x="17504" y="17386"/>
                    <a:pt x="17504" y="17386"/>
                  </a:cubicBezTo>
                  <a:cubicBezTo>
                    <a:pt x="17448" y="17453"/>
                    <a:pt x="17448" y="17453"/>
                    <a:pt x="17448" y="17453"/>
                  </a:cubicBezTo>
                  <a:cubicBezTo>
                    <a:pt x="17336" y="17453"/>
                    <a:pt x="17336" y="17453"/>
                    <a:pt x="17336" y="17453"/>
                  </a:cubicBezTo>
                  <a:cubicBezTo>
                    <a:pt x="17223" y="17453"/>
                    <a:pt x="17223" y="17453"/>
                    <a:pt x="17223" y="17453"/>
                  </a:cubicBezTo>
                  <a:cubicBezTo>
                    <a:pt x="17223" y="17520"/>
                    <a:pt x="17223" y="17520"/>
                    <a:pt x="17223" y="17520"/>
                  </a:cubicBezTo>
                  <a:cubicBezTo>
                    <a:pt x="17336" y="17453"/>
                    <a:pt x="17336" y="17453"/>
                    <a:pt x="17336" y="17453"/>
                  </a:cubicBezTo>
                  <a:cubicBezTo>
                    <a:pt x="17392" y="17453"/>
                    <a:pt x="17392" y="17453"/>
                    <a:pt x="17392" y="17453"/>
                  </a:cubicBezTo>
                  <a:cubicBezTo>
                    <a:pt x="17448" y="17453"/>
                    <a:pt x="17448" y="17453"/>
                    <a:pt x="17448" y="17453"/>
                  </a:cubicBezTo>
                  <a:cubicBezTo>
                    <a:pt x="17448" y="17453"/>
                    <a:pt x="17448" y="17453"/>
                    <a:pt x="17448" y="17453"/>
                  </a:cubicBezTo>
                  <a:cubicBezTo>
                    <a:pt x="17336" y="17520"/>
                    <a:pt x="17336" y="17520"/>
                    <a:pt x="17336" y="17520"/>
                  </a:cubicBezTo>
                  <a:cubicBezTo>
                    <a:pt x="17279" y="17520"/>
                    <a:pt x="17279" y="17520"/>
                    <a:pt x="17279" y="17520"/>
                  </a:cubicBezTo>
                  <a:cubicBezTo>
                    <a:pt x="17167" y="17587"/>
                    <a:pt x="17167" y="17587"/>
                    <a:pt x="17167" y="17587"/>
                  </a:cubicBezTo>
                  <a:cubicBezTo>
                    <a:pt x="17167" y="17587"/>
                    <a:pt x="17167" y="17587"/>
                    <a:pt x="17167" y="17587"/>
                  </a:cubicBezTo>
                  <a:cubicBezTo>
                    <a:pt x="17111" y="17587"/>
                    <a:pt x="17111" y="17587"/>
                    <a:pt x="17111" y="17587"/>
                  </a:cubicBezTo>
                  <a:cubicBezTo>
                    <a:pt x="17055" y="17654"/>
                    <a:pt x="17055" y="17654"/>
                    <a:pt x="17055" y="17654"/>
                  </a:cubicBezTo>
                  <a:cubicBezTo>
                    <a:pt x="17055" y="17654"/>
                    <a:pt x="17055" y="17654"/>
                    <a:pt x="17055" y="17654"/>
                  </a:cubicBezTo>
                  <a:cubicBezTo>
                    <a:pt x="16999" y="17587"/>
                    <a:pt x="16999" y="17587"/>
                    <a:pt x="16999" y="17587"/>
                  </a:cubicBezTo>
                  <a:cubicBezTo>
                    <a:pt x="16943" y="17520"/>
                    <a:pt x="16943" y="17520"/>
                    <a:pt x="16943" y="17520"/>
                  </a:cubicBezTo>
                  <a:cubicBezTo>
                    <a:pt x="16943" y="17587"/>
                    <a:pt x="16943" y="17587"/>
                    <a:pt x="16943" y="17587"/>
                  </a:cubicBezTo>
                  <a:cubicBezTo>
                    <a:pt x="16887" y="17587"/>
                    <a:pt x="16887" y="17587"/>
                    <a:pt x="16887" y="17587"/>
                  </a:cubicBezTo>
                  <a:cubicBezTo>
                    <a:pt x="16943" y="17587"/>
                    <a:pt x="16943" y="17587"/>
                    <a:pt x="16943" y="17587"/>
                  </a:cubicBezTo>
                  <a:cubicBezTo>
                    <a:pt x="16943" y="17654"/>
                    <a:pt x="16943" y="17654"/>
                    <a:pt x="16943" y="17654"/>
                  </a:cubicBezTo>
                  <a:cubicBezTo>
                    <a:pt x="17055" y="17721"/>
                    <a:pt x="17055" y="17721"/>
                    <a:pt x="17055" y="17721"/>
                  </a:cubicBezTo>
                  <a:cubicBezTo>
                    <a:pt x="17055" y="17721"/>
                    <a:pt x="17055" y="17721"/>
                    <a:pt x="17055" y="17721"/>
                  </a:cubicBezTo>
                  <a:cubicBezTo>
                    <a:pt x="16999" y="17721"/>
                    <a:pt x="16999" y="17721"/>
                    <a:pt x="16999" y="17721"/>
                  </a:cubicBezTo>
                  <a:cubicBezTo>
                    <a:pt x="16999" y="17788"/>
                    <a:pt x="16999" y="17788"/>
                    <a:pt x="16999" y="17788"/>
                  </a:cubicBezTo>
                  <a:cubicBezTo>
                    <a:pt x="16999" y="17788"/>
                    <a:pt x="16999" y="17788"/>
                    <a:pt x="16999" y="17788"/>
                  </a:cubicBezTo>
                  <a:cubicBezTo>
                    <a:pt x="17055" y="17788"/>
                    <a:pt x="17055" y="17788"/>
                    <a:pt x="17055" y="17788"/>
                  </a:cubicBezTo>
                  <a:cubicBezTo>
                    <a:pt x="17055" y="17788"/>
                    <a:pt x="17055" y="17788"/>
                    <a:pt x="17055" y="17788"/>
                  </a:cubicBezTo>
                  <a:cubicBezTo>
                    <a:pt x="17055" y="17788"/>
                    <a:pt x="17055" y="17788"/>
                    <a:pt x="17055" y="17788"/>
                  </a:cubicBezTo>
                  <a:cubicBezTo>
                    <a:pt x="17111" y="17721"/>
                    <a:pt x="17111" y="17721"/>
                    <a:pt x="17111" y="17721"/>
                  </a:cubicBezTo>
                  <a:cubicBezTo>
                    <a:pt x="17167" y="17721"/>
                    <a:pt x="17167" y="17721"/>
                    <a:pt x="17167" y="17721"/>
                  </a:cubicBezTo>
                  <a:cubicBezTo>
                    <a:pt x="17223" y="17654"/>
                    <a:pt x="17223" y="17654"/>
                    <a:pt x="17223" y="17654"/>
                  </a:cubicBezTo>
                  <a:cubicBezTo>
                    <a:pt x="17279" y="17654"/>
                    <a:pt x="17279" y="17654"/>
                    <a:pt x="17279" y="17654"/>
                  </a:cubicBezTo>
                  <a:cubicBezTo>
                    <a:pt x="17279" y="17587"/>
                    <a:pt x="17279" y="17587"/>
                    <a:pt x="17279" y="17587"/>
                  </a:cubicBezTo>
                  <a:cubicBezTo>
                    <a:pt x="17336" y="17520"/>
                    <a:pt x="17336" y="17520"/>
                    <a:pt x="17336" y="17520"/>
                  </a:cubicBezTo>
                  <a:cubicBezTo>
                    <a:pt x="17392" y="17520"/>
                    <a:pt x="17392" y="17520"/>
                    <a:pt x="17392" y="17520"/>
                  </a:cubicBezTo>
                  <a:cubicBezTo>
                    <a:pt x="17504" y="17520"/>
                    <a:pt x="17504" y="17520"/>
                    <a:pt x="17504" y="17520"/>
                  </a:cubicBezTo>
                  <a:cubicBezTo>
                    <a:pt x="17560" y="17520"/>
                    <a:pt x="17560" y="17520"/>
                    <a:pt x="17560" y="17520"/>
                  </a:cubicBezTo>
                  <a:cubicBezTo>
                    <a:pt x="17616" y="17520"/>
                    <a:pt x="17616" y="17520"/>
                    <a:pt x="17616" y="17520"/>
                  </a:cubicBezTo>
                  <a:cubicBezTo>
                    <a:pt x="17560" y="17520"/>
                    <a:pt x="17560" y="17520"/>
                    <a:pt x="17560" y="17520"/>
                  </a:cubicBezTo>
                  <a:cubicBezTo>
                    <a:pt x="17504" y="17520"/>
                    <a:pt x="17504" y="17520"/>
                    <a:pt x="17504" y="17520"/>
                  </a:cubicBezTo>
                  <a:cubicBezTo>
                    <a:pt x="17504" y="17453"/>
                    <a:pt x="17504" y="17453"/>
                    <a:pt x="17504" y="17453"/>
                  </a:cubicBezTo>
                  <a:cubicBezTo>
                    <a:pt x="17560" y="17453"/>
                    <a:pt x="17560" y="17453"/>
                    <a:pt x="17560" y="17453"/>
                  </a:cubicBezTo>
                  <a:cubicBezTo>
                    <a:pt x="17672" y="17453"/>
                    <a:pt x="17672" y="17453"/>
                    <a:pt x="17672" y="17453"/>
                  </a:cubicBezTo>
                  <a:cubicBezTo>
                    <a:pt x="17728" y="17453"/>
                    <a:pt x="17728" y="17453"/>
                    <a:pt x="17728" y="17453"/>
                  </a:cubicBezTo>
                  <a:cubicBezTo>
                    <a:pt x="17784" y="17587"/>
                    <a:pt x="17784" y="17587"/>
                    <a:pt x="17784" y="17587"/>
                  </a:cubicBezTo>
                  <a:cubicBezTo>
                    <a:pt x="17784" y="17587"/>
                    <a:pt x="17784" y="17587"/>
                    <a:pt x="17784" y="17587"/>
                  </a:cubicBezTo>
                  <a:cubicBezTo>
                    <a:pt x="17728" y="17654"/>
                    <a:pt x="17728" y="17654"/>
                    <a:pt x="17728" y="17654"/>
                  </a:cubicBezTo>
                  <a:cubicBezTo>
                    <a:pt x="17672" y="17654"/>
                    <a:pt x="17672" y="17654"/>
                    <a:pt x="17672" y="17654"/>
                  </a:cubicBezTo>
                  <a:cubicBezTo>
                    <a:pt x="17616" y="17721"/>
                    <a:pt x="17616" y="17721"/>
                    <a:pt x="17616" y="17721"/>
                  </a:cubicBezTo>
                  <a:cubicBezTo>
                    <a:pt x="17728" y="17721"/>
                    <a:pt x="17728" y="17721"/>
                    <a:pt x="17728" y="17721"/>
                  </a:cubicBezTo>
                  <a:cubicBezTo>
                    <a:pt x="17728" y="17721"/>
                    <a:pt x="17728" y="17721"/>
                    <a:pt x="17728" y="17721"/>
                  </a:cubicBezTo>
                  <a:cubicBezTo>
                    <a:pt x="17728" y="17721"/>
                    <a:pt x="17728" y="17721"/>
                    <a:pt x="17728" y="17721"/>
                  </a:cubicBezTo>
                  <a:cubicBezTo>
                    <a:pt x="17784" y="17654"/>
                    <a:pt x="17784" y="17654"/>
                    <a:pt x="17784" y="17654"/>
                  </a:cubicBezTo>
                  <a:cubicBezTo>
                    <a:pt x="17841" y="17654"/>
                    <a:pt x="17841" y="17654"/>
                    <a:pt x="17841" y="17654"/>
                  </a:cubicBezTo>
                  <a:cubicBezTo>
                    <a:pt x="17897" y="17654"/>
                    <a:pt x="17897" y="17654"/>
                    <a:pt x="17897" y="17654"/>
                  </a:cubicBezTo>
                  <a:cubicBezTo>
                    <a:pt x="17897" y="17654"/>
                    <a:pt x="17897" y="17654"/>
                    <a:pt x="17897" y="17654"/>
                  </a:cubicBezTo>
                  <a:cubicBezTo>
                    <a:pt x="17897" y="17654"/>
                    <a:pt x="17897" y="17654"/>
                    <a:pt x="17897" y="17654"/>
                  </a:cubicBezTo>
                  <a:cubicBezTo>
                    <a:pt x="17897" y="17721"/>
                    <a:pt x="17897" y="17721"/>
                    <a:pt x="17897" y="17721"/>
                  </a:cubicBezTo>
                  <a:cubicBezTo>
                    <a:pt x="17953" y="17721"/>
                    <a:pt x="17953" y="17721"/>
                    <a:pt x="17953" y="17721"/>
                  </a:cubicBezTo>
                  <a:cubicBezTo>
                    <a:pt x="18009" y="17721"/>
                    <a:pt x="18009" y="17721"/>
                    <a:pt x="18009" y="17721"/>
                  </a:cubicBezTo>
                  <a:cubicBezTo>
                    <a:pt x="18009" y="17788"/>
                    <a:pt x="18009" y="17788"/>
                    <a:pt x="18009" y="17788"/>
                  </a:cubicBezTo>
                  <a:cubicBezTo>
                    <a:pt x="17953" y="17721"/>
                    <a:pt x="17953" y="17721"/>
                    <a:pt x="17953" y="17721"/>
                  </a:cubicBezTo>
                  <a:cubicBezTo>
                    <a:pt x="17953" y="17721"/>
                    <a:pt x="17953" y="17721"/>
                    <a:pt x="17953" y="17721"/>
                  </a:cubicBezTo>
                  <a:cubicBezTo>
                    <a:pt x="17953" y="17788"/>
                    <a:pt x="17953" y="17788"/>
                    <a:pt x="17953" y="17788"/>
                  </a:cubicBezTo>
                  <a:cubicBezTo>
                    <a:pt x="18009" y="17855"/>
                    <a:pt x="18009" y="17855"/>
                    <a:pt x="18009" y="17855"/>
                  </a:cubicBezTo>
                  <a:cubicBezTo>
                    <a:pt x="18065" y="17855"/>
                    <a:pt x="18065" y="17855"/>
                    <a:pt x="18065" y="17855"/>
                  </a:cubicBezTo>
                  <a:cubicBezTo>
                    <a:pt x="18009" y="17921"/>
                    <a:pt x="18009" y="17921"/>
                    <a:pt x="18009" y="17921"/>
                  </a:cubicBezTo>
                  <a:cubicBezTo>
                    <a:pt x="17953" y="17921"/>
                    <a:pt x="17953" y="17921"/>
                    <a:pt x="17953" y="17921"/>
                  </a:cubicBezTo>
                  <a:cubicBezTo>
                    <a:pt x="17897" y="17921"/>
                    <a:pt x="17897" y="17921"/>
                    <a:pt x="17897" y="17921"/>
                  </a:cubicBezTo>
                  <a:cubicBezTo>
                    <a:pt x="18009" y="17921"/>
                    <a:pt x="18009" y="17921"/>
                    <a:pt x="18009" y="17921"/>
                  </a:cubicBezTo>
                  <a:cubicBezTo>
                    <a:pt x="17953" y="17988"/>
                    <a:pt x="17953" y="17988"/>
                    <a:pt x="17953" y="17988"/>
                  </a:cubicBezTo>
                  <a:cubicBezTo>
                    <a:pt x="17953" y="17988"/>
                    <a:pt x="17953" y="17988"/>
                    <a:pt x="17953" y="17988"/>
                  </a:cubicBezTo>
                  <a:cubicBezTo>
                    <a:pt x="17953" y="18055"/>
                    <a:pt x="17953" y="18055"/>
                    <a:pt x="17953" y="18055"/>
                  </a:cubicBezTo>
                  <a:cubicBezTo>
                    <a:pt x="17897" y="18055"/>
                    <a:pt x="17897" y="18055"/>
                    <a:pt x="17897" y="18055"/>
                  </a:cubicBezTo>
                  <a:cubicBezTo>
                    <a:pt x="17841" y="18055"/>
                    <a:pt x="17841" y="18055"/>
                    <a:pt x="17841" y="18055"/>
                  </a:cubicBezTo>
                  <a:cubicBezTo>
                    <a:pt x="17841" y="18055"/>
                    <a:pt x="17841" y="18055"/>
                    <a:pt x="17841" y="18055"/>
                  </a:cubicBezTo>
                  <a:cubicBezTo>
                    <a:pt x="17897" y="18122"/>
                    <a:pt x="17897" y="18122"/>
                    <a:pt x="17897" y="18122"/>
                  </a:cubicBezTo>
                  <a:cubicBezTo>
                    <a:pt x="17953" y="18122"/>
                    <a:pt x="17953" y="18122"/>
                    <a:pt x="17953" y="18122"/>
                  </a:cubicBezTo>
                  <a:cubicBezTo>
                    <a:pt x="18009" y="18122"/>
                    <a:pt x="18009" y="18122"/>
                    <a:pt x="18009" y="18122"/>
                  </a:cubicBezTo>
                  <a:cubicBezTo>
                    <a:pt x="17953" y="18189"/>
                    <a:pt x="17953" y="18189"/>
                    <a:pt x="17953" y="18189"/>
                  </a:cubicBezTo>
                  <a:cubicBezTo>
                    <a:pt x="17897" y="18189"/>
                    <a:pt x="17897" y="18189"/>
                    <a:pt x="17897" y="18189"/>
                  </a:cubicBezTo>
                  <a:cubicBezTo>
                    <a:pt x="17897" y="18189"/>
                    <a:pt x="17897" y="18189"/>
                    <a:pt x="17897" y="18189"/>
                  </a:cubicBezTo>
                  <a:cubicBezTo>
                    <a:pt x="17953" y="18189"/>
                    <a:pt x="17953" y="18189"/>
                    <a:pt x="17953" y="18189"/>
                  </a:cubicBezTo>
                  <a:cubicBezTo>
                    <a:pt x="17953" y="18189"/>
                    <a:pt x="17953" y="18189"/>
                    <a:pt x="17953" y="18189"/>
                  </a:cubicBezTo>
                  <a:cubicBezTo>
                    <a:pt x="18009" y="18189"/>
                    <a:pt x="18009" y="18189"/>
                    <a:pt x="18009" y="18189"/>
                  </a:cubicBezTo>
                  <a:cubicBezTo>
                    <a:pt x="17953" y="18256"/>
                    <a:pt x="17953" y="18256"/>
                    <a:pt x="17953" y="18256"/>
                  </a:cubicBezTo>
                  <a:cubicBezTo>
                    <a:pt x="17953" y="18323"/>
                    <a:pt x="17953" y="18323"/>
                    <a:pt x="17953" y="18323"/>
                  </a:cubicBezTo>
                  <a:cubicBezTo>
                    <a:pt x="17953" y="18323"/>
                    <a:pt x="17953" y="18323"/>
                    <a:pt x="17953" y="18323"/>
                  </a:cubicBezTo>
                  <a:cubicBezTo>
                    <a:pt x="17897" y="18323"/>
                    <a:pt x="17897" y="18323"/>
                    <a:pt x="17897" y="18323"/>
                  </a:cubicBezTo>
                  <a:cubicBezTo>
                    <a:pt x="17841" y="18390"/>
                    <a:pt x="17841" y="18390"/>
                    <a:pt x="17841" y="18390"/>
                  </a:cubicBezTo>
                  <a:cubicBezTo>
                    <a:pt x="17784" y="18390"/>
                    <a:pt x="17784" y="18390"/>
                    <a:pt x="17784" y="18390"/>
                  </a:cubicBezTo>
                  <a:cubicBezTo>
                    <a:pt x="17728" y="18456"/>
                    <a:pt x="17728" y="18456"/>
                    <a:pt x="17728" y="18456"/>
                  </a:cubicBezTo>
                  <a:cubicBezTo>
                    <a:pt x="17728" y="18456"/>
                    <a:pt x="17728" y="18456"/>
                    <a:pt x="17728" y="18456"/>
                  </a:cubicBezTo>
                  <a:cubicBezTo>
                    <a:pt x="17672" y="18456"/>
                    <a:pt x="17672" y="18456"/>
                    <a:pt x="17672" y="18456"/>
                  </a:cubicBezTo>
                  <a:cubicBezTo>
                    <a:pt x="17672" y="18456"/>
                    <a:pt x="17672" y="18456"/>
                    <a:pt x="17672" y="18456"/>
                  </a:cubicBezTo>
                  <a:cubicBezTo>
                    <a:pt x="17616" y="18523"/>
                    <a:pt x="17616" y="18523"/>
                    <a:pt x="17616" y="18523"/>
                  </a:cubicBezTo>
                  <a:cubicBezTo>
                    <a:pt x="17616" y="18523"/>
                    <a:pt x="17616" y="18523"/>
                    <a:pt x="17616" y="18523"/>
                  </a:cubicBezTo>
                  <a:cubicBezTo>
                    <a:pt x="17560" y="18523"/>
                    <a:pt x="17560" y="18523"/>
                    <a:pt x="17560" y="18523"/>
                  </a:cubicBezTo>
                  <a:cubicBezTo>
                    <a:pt x="17560" y="18523"/>
                    <a:pt x="17560" y="18523"/>
                    <a:pt x="17560" y="18523"/>
                  </a:cubicBezTo>
                  <a:cubicBezTo>
                    <a:pt x="17504" y="18523"/>
                    <a:pt x="17504" y="18523"/>
                    <a:pt x="17504" y="18523"/>
                  </a:cubicBezTo>
                  <a:cubicBezTo>
                    <a:pt x="17504" y="18523"/>
                    <a:pt x="17504" y="18523"/>
                    <a:pt x="17504" y="18523"/>
                  </a:cubicBezTo>
                  <a:cubicBezTo>
                    <a:pt x="17448" y="18523"/>
                    <a:pt x="17448" y="18523"/>
                    <a:pt x="17448" y="18523"/>
                  </a:cubicBezTo>
                  <a:cubicBezTo>
                    <a:pt x="17392" y="18523"/>
                    <a:pt x="17392" y="18523"/>
                    <a:pt x="17392" y="18523"/>
                  </a:cubicBezTo>
                  <a:cubicBezTo>
                    <a:pt x="17336" y="18456"/>
                    <a:pt x="17336" y="18456"/>
                    <a:pt x="17336" y="18456"/>
                  </a:cubicBezTo>
                  <a:cubicBezTo>
                    <a:pt x="17336" y="18523"/>
                    <a:pt x="17336" y="18523"/>
                    <a:pt x="17336" y="18523"/>
                  </a:cubicBezTo>
                  <a:cubicBezTo>
                    <a:pt x="17336" y="18523"/>
                    <a:pt x="17336" y="18523"/>
                    <a:pt x="17336" y="18523"/>
                  </a:cubicBezTo>
                  <a:cubicBezTo>
                    <a:pt x="17279" y="18523"/>
                    <a:pt x="17279" y="18523"/>
                    <a:pt x="17279" y="18523"/>
                  </a:cubicBezTo>
                  <a:cubicBezTo>
                    <a:pt x="17223" y="18523"/>
                    <a:pt x="17223" y="18523"/>
                    <a:pt x="17223" y="18523"/>
                  </a:cubicBezTo>
                  <a:cubicBezTo>
                    <a:pt x="17223" y="18590"/>
                    <a:pt x="17223" y="18590"/>
                    <a:pt x="17223" y="18590"/>
                  </a:cubicBezTo>
                  <a:cubicBezTo>
                    <a:pt x="17223" y="18590"/>
                    <a:pt x="17223" y="18590"/>
                    <a:pt x="17223" y="18590"/>
                  </a:cubicBezTo>
                  <a:cubicBezTo>
                    <a:pt x="17223" y="18590"/>
                    <a:pt x="17223" y="18590"/>
                    <a:pt x="17223" y="18590"/>
                  </a:cubicBezTo>
                  <a:cubicBezTo>
                    <a:pt x="17223" y="18657"/>
                    <a:pt x="17223" y="18657"/>
                    <a:pt x="17223" y="18657"/>
                  </a:cubicBezTo>
                  <a:cubicBezTo>
                    <a:pt x="17167" y="18657"/>
                    <a:pt x="17167" y="18657"/>
                    <a:pt x="17167" y="18657"/>
                  </a:cubicBezTo>
                  <a:cubicBezTo>
                    <a:pt x="17167" y="18657"/>
                    <a:pt x="17167" y="18657"/>
                    <a:pt x="17167" y="18657"/>
                  </a:cubicBezTo>
                  <a:cubicBezTo>
                    <a:pt x="17167" y="18724"/>
                    <a:pt x="17167" y="18724"/>
                    <a:pt x="17167" y="18724"/>
                  </a:cubicBezTo>
                  <a:cubicBezTo>
                    <a:pt x="17111" y="18724"/>
                    <a:pt x="17111" y="18724"/>
                    <a:pt x="17111" y="18724"/>
                  </a:cubicBezTo>
                  <a:cubicBezTo>
                    <a:pt x="17111" y="18791"/>
                    <a:pt x="17111" y="18791"/>
                    <a:pt x="17111" y="18791"/>
                  </a:cubicBezTo>
                  <a:cubicBezTo>
                    <a:pt x="17055" y="18791"/>
                    <a:pt x="17055" y="18791"/>
                    <a:pt x="17055" y="18791"/>
                  </a:cubicBezTo>
                  <a:cubicBezTo>
                    <a:pt x="16999" y="18858"/>
                    <a:pt x="16999" y="18858"/>
                    <a:pt x="16999" y="18858"/>
                  </a:cubicBezTo>
                  <a:cubicBezTo>
                    <a:pt x="16999" y="18858"/>
                    <a:pt x="16999" y="18858"/>
                    <a:pt x="16999" y="18858"/>
                  </a:cubicBezTo>
                  <a:cubicBezTo>
                    <a:pt x="16943" y="18858"/>
                    <a:pt x="16943" y="18858"/>
                    <a:pt x="16943" y="18858"/>
                  </a:cubicBezTo>
                  <a:cubicBezTo>
                    <a:pt x="16887" y="18858"/>
                    <a:pt x="16887" y="18858"/>
                    <a:pt x="16887" y="18858"/>
                  </a:cubicBezTo>
                  <a:cubicBezTo>
                    <a:pt x="16887" y="18925"/>
                    <a:pt x="16887" y="18925"/>
                    <a:pt x="16887" y="18925"/>
                  </a:cubicBezTo>
                  <a:cubicBezTo>
                    <a:pt x="16831" y="18925"/>
                    <a:pt x="16831" y="18925"/>
                    <a:pt x="16831" y="18925"/>
                  </a:cubicBezTo>
                  <a:cubicBezTo>
                    <a:pt x="16831" y="18925"/>
                    <a:pt x="16831" y="18925"/>
                    <a:pt x="16831" y="18925"/>
                  </a:cubicBezTo>
                  <a:cubicBezTo>
                    <a:pt x="16718" y="18858"/>
                    <a:pt x="16718" y="18858"/>
                    <a:pt x="16718" y="18858"/>
                  </a:cubicBezTo>
                  <a:cubicBezTo>
                    <a:pt x="16718" y="18858"/>
                    <a:pt x="16718" y="18858"/>
                    <a:pt x="16718" y="18858"/>
                  </a:cubicBezTo>
                  <a:cubicBezTo>
                    <a:pt x="16662" y="18925"/>
                    <a:pt x="16662" y="18925"/>
                    <a:pt x="16662" y="18925"/>
                  </a:cubicBezTo>
                  <a:cubicBezTo>
                    <a:pt x="16662" y="18858"/>
                    <a:pt x="16662" y="18858"/>
                    <a:pt x="16662" y="18858"/>
                  </a:cubicBezTo>
                  <a:cubicBezTo>
                    <a:pt x="16550" y="18925"/>
                    <a:pt x="16550" y="18925"/>
                    <a:pt x="16550" y="18925"/>
                  </a:cubicBezTo>
                  <a:cubicBezTo>
                    <a:pt x="16494" y="18925"/>
                    <a:pt x="16494" y="18925"/>
                    <a:pt x="16494" y="18925"/>
                  </a:cubicBezTo>
                  <a:cubicBezTo>
                    <a:pt x="16494" y="18858"/>
                    <a:pt x="16494" y="18858"/>
                    <a:pt x="16494" y="18858"/>
                  </a:cubicBezTo>
                  <a:cubicBezTo>
                    <a:pt x="16438" y="18858"/>
                    <a:pt x="16438" y="18858"/>
                    <a:pt x="16438" y="18858"/>
                  </a:cubicBezTo>
                  <a:cubicBezTo>
                    <a:pt x="16438" y="18925"/>
                    <a:pt x="16438" y="18925"/>
                    <a:pt x="16438" y="18925"/>
                  </a:cubicBezTo>
                  <a:cubicBezTo>
                    <a:pt x="16382" y="18925"/>
                    <a:pt x="16382" y="18925"/>
                    <a:pt x="16382" y="18925"/>
                  </a:cubicBezTo>
                  <a:cubicBezTo>
                    <a:pt x="16326" y="18858"/>
                    <a:pt x="16326" y="18858"/>
                    <a:pt x="16326" y="18858"/>
                  </a:cubicBezTo>
                  <a:cubicBezTo>
                    <a:pt x="16270" y="18858"/>
                    <a:pt x="16270" y="18858"/>
                    <a:pt x="16270" y="18858"/>
                  </a:cubicBezTo>
                  <a:cubicBezTo>
                    <a:pt x="16214" y="18858"/>
                    <a:pt x="16214" y="18858"/>
                    <a:pt x="16214" y="18858"/>
                  </a:cubicBezTo>
                  <a:cubicBezTo>
                    <a:pt x="16157" y="18858"/>
                    <a:pt x="16157" y="18858"/>
                    <a:pt x="16157" y="18858"/>
                  </a:cubicBezTo>
                  <a:cubicBezTo>
                    <a:pt x="16157" y="18858"/>
                    <a:pt x="16157" y="18858"/>
                    <a:pt x="16157" y="18858"/>
                  </a:cubicBezTo>
                  <a:cubicBezTo>
                    <a:pt x="16101" y="18858"/>
                    <a:pt x="16101" y="18858"/>
                    <a:pt x="16101" y="18858"/>
                  </a:cubicBezTo>
                  <a:cubicBezTo>
                    <a:pt x="16045" y="18858"/>
                    <a:pt x="16045" y="18858"/>
                    <a:pt x="16045" y="18858"/>
                  </a:cubicBezTo>
                  <a:cubicBezTo>
                    <a:pt x="15989" y="18791"/>
                    <a:pt x="15989" y="18791"/>
                    <a:pt x="15989" y="18791"/>
                  </a:cubicBezTo>
                  <a:cubicBezTo>
                    <a:pt x="15933" y="18858"/>
                    <a:pt x="15933" y="18858"/>
                    <a:pt x="15933" y="18858"/>
                  </a:cubicBezTo>
                  <a:cubicBezTo>
                    <a:pt x="15933" y="18858"/>
                    <a:pt x="15933" y="18858"/>
                    <a:pt x="15933" y="18858"/>
                  </a:cubicBezTo>
                  <a:cubicBezTo>
                    <a:pt x="15877" y="18791"/>
                    <a:pt x="15877" y="18791"/>
                    <a:pt x="15877" y="18791"/>
                  </a:cubicBezTo>
                  <a:cubicBezTo>
                    <a:pt x="15821" y="18858"/>
                    <a:pt x="15821" y="18858"/>
                    <a:pt x="15821" y="18858"/>
                  </a:cubicBezTo>
                  <a:cubicBezTo>
                    <a:pt x="15765" y="18858"/>
                    <a:pt x="15765" y="18858"/>
                    <a:pt x="15765" y="18858"/>
                  </a:cubicBezTo>
                  <a:cubicBezTo>
                    <a:pt x="15765" y="18858"/>
                    <a:pt x="15765" y="18858"/>
                    <a:pt x="15765" y="18858"/>
                  </a:cubicBezTo>
                  <a:cubicBezTo>
                    <a:pt x="15652" y="18791"/>
                    <a:pt x="15652" y="18791"/>
                    <a:pt x="15652" y="18791"/>
                  </a:cubicBezTo>
                  <a:cubicBezTo>
                    <a:pt x="15596" y="18791"/>
                    <a:pt x="15596" y="18791"/>
                    <a:pt x="15596" y="18791"/>
                  </a:cubicBezTo>
                  <a:cubicBezTo>
                    <a:pt x="15540" y="18791"/>
                    <a:pt x="15540" y="18791"/>
                    <a:pt x="15540" y="18791"/>
                  </a:cubicBezTo>
                  <a:cubicBezTo>
                    <a:pt x="15484" y="18724"/>
                    <a:pt x="15484" y="18724"/>
                    <a:pt x="15484" y="18724"/>
                  </a:cubicBezTo>
                  <a:cubicBezTo>
                    <a:pt x="15428" y="18791"/>
                    <a:pt x="15428" y="18791"/>
                    <a:pt x="15428" y="18791"/>
                  </a:cubicBezTo>
                  <a:cubicBezTo>
                    <a:pt x="15428" y="18791"/>
                    <a:pt x="15428" y="18791"/>
                    <a:pt x="15428" y="18791"/>
                  </a:cubicBezTo>
                  <a:cubicBezTo>
                    <a:pt x="15428" y="18858"/>
                    <a:pt x="15428" y="18858"/>
                    <a:pt x="15428" y="18858"/>
                  </a:cubicBezTo>
                  <a:cubicBezTo>
                    <a:pt x="15428" y="18858"/>
                    <a:pt x="15428" y="18858"/>
                    <a:pt x="15428" y="18858"/>
                  </a:cubicBezTo>
                  <a:cubicBezTo>
                    <a:pt x="15372" y="18858"/>
                    <a:pt x="15372" y="18858"/>
                    <a:pt x="15372" y="18858"/>
                  </a:cubicBezTo>
                  <a:cubicBezTo>
                    <a:pt x="15260" y="18925"/>
                    <a:pt x="15260" y="18925"/>
                    <a:pt x="15260" y="18925"/>
                  </a:cubicBezTo>
                  <a:cubicBezTo>
                    <a:pt x="15204" y="18991"/>
                    <a:pt x="15204" y="18991"/>
                    <a:pt x="15204" y="18991"/>
                  </a:cubicBezTo>
                  <a:cubicBezTo>
                    <a:pt x="15204" y="18991"/>
                    <a:pt x="15204" y="18991"/>
                    <a:pt x="15204" y="18991"/>
                  </a:cubicBezTo>
                  <a:cubicBezTo>
                    <a:pt x="15204" y="19058"/>
                    <a:pt x="15204" y="19058"/>
                    <a:pt x="15204" y="19058"/>
                  </a:cubicBezTo>
                  <a:cubicBezTo>
                    <a:pt x="15204" y="19125"/>
                    <a:pt x="15204" y="19125"/>
                    <a:pt x="15204" y="19125"/>
                  </a:cubicBezTo>
                  <a:cubicBezTo>
                    <a:pt x="15148" y="19192"/>
                    <a:pt x="15148" y="19192"/>
                    <a:pt x="15148" y="19192"/>
                  </a:cubicBezTo>
                  <a:cubicBezTo>
                    <a:pt x="15091" y="19192"/>
                    <a:pt x="15091" y="19192"/>
                    <a:pt x="15091" y="19192"/>
                  </a:cubicBezTo>
                  <a:cubicBezTo>
                    <a:pt x="15035" y="19192"/>
                    <a:pt x="15035" y="19192"/>
                    <a:pt x="15035" y="19192"/>
                  </a:cubicBezTo>
                  <a:cubicBezTo>
                    <a:pt x="14979" y="19192"/>
                    <a:pt x="14979" y="19192"/>
                    <a:pt x="14979" y="19192"/>
                  </a:cubicBezTo>
                  <a:cubicBezTo>
                    <a:pt x="14923" y="19259"/>
                    <a:pt x="14923" y="19259"/>
                    <a:pt x="14923" y="19259"/>
                  </a:cubicBezTo>
                  <a:cubicBezTo>
                    <a:pt x="14867" y="19259"/>
                    <a:pt x="14867" y="19259"/>
                    <a:pt x="14867" y="19259"/>
                  </a:cubicBezTo>
                  <a:cubicBezTo>
                    <a:pt x="14867" y="19259"/>
                    <a:pt x="14867" y="19259"/>
                    <a:pt x="14867" y="19259"/>
                  </a:cubicBezTo>
                  <a:cubicBezTo>
                    <a:pt x="14811" y="19259"/>
                    <a:pt x="14811" y="19259"/>
                    <a:pt x="14811" y="19259"/>
                  </a:cubicBezTo>
                  <a:cubicBezTo>
                    <a:pt x="14811" y="19326"/>
                    <a:pt x="14811" y="19326"/>
                    <a:pt x="14811" y="19326"/>
                  </a:cubicBezTo>
                  <a:cubicBezTo>
                    <a:pt x="14755" y="19326"/>
                    <a:pt x="14755" y="19326"/>
                    <a:pt x="14755" y="19326"/>
                  </a:cubicBezTo>
                  <a:cubicBezTo>
                    <a:pt x="14699" y="19393"/>
                    <a:pt x="14699" y="19393"/>
                    <a:pt x="14699" y="19393"/>
                  </a:cubicBezTo>
                  <a:cubicBezTo>
                    <a:pt x="14699" y="19393"/>
                    <a:pt x="14699" y="19393"/>
                    <a:pt x="14699" y="19393"/>
                  </a:cubicBezTo>
                  <a:cubicBezTo>
                    <a:pt x="14643" y="19393"/>
                    <a:pt x="14643" y="19393"/>
                    <a:pt x="14643" y="19393"/>
                  </a:cubicBezTo>
                  <a:cubicBezTo>
                    <a:pt x="14587" y="19526"/>
                    <a:pt x="14587" y="19526"/>
                    <a:pt x="14587" y="19526"/>
                  </a:cubicBezTo>
                  <a:cubicBezTo>
                    <a:pt x="14530" y="19526"/>
                    <a:pt x="14530" y="19526"/>
                    <a:pt x="14530" y="19526"/>
                  </a:cubicBezTo>
                  <a:cubicBezTo>
                    <a:pt x="14474" y="19660"/>
                    <a:pt x="14474" y="19660"/>
                    <a:pt x="14474" y="19660"/>
                  </a:cubicBezTo>
                  <a:cubicBezTo>
                    <a:pt x="14418" y="19660"/>
                    <a:pt x="14418" y="19660"/>
                    <a:pt x="14418" y="19660"/>
                  </a:cubicBezTo>
                  <a:cubicBezTo>
                    <a:pt x="14362" y="19727"/>
                    <a:pt x="14362" y="19727"/>
                    <a:pt x="14362" y="19727"/>
                  </a:cubicBezTo>
                  <a:cubicBezTo>
                    <a:pt x="14306" y="19794"/>
                    <a:pt x="14306" y="19794"/>
                    <a:pt x="14306" y="19794"/>
                  </a:cubicBezTo>
                  <a:cubicBezTo>
                    <a:pt x="14306" y="19861"/>
                    <a:pt x="14306" y="19861"/>
                    <a:pt x="14306" y="19861"/>
                  </a:cubicBezTo>
                  <a:cubicBezTo>
                    <a:pt x="14250" y="19861"/>
                    <a:pt x="14250" y="19861"/>
                    <a:pt x="14250" y="19861"/>
                  </a:cubicBezTo>
                  <a:cubicBezTo>
                    <a:pt x="14138" y="19928"/>
                    <a:pt x="14138" y="19928"/>
                    <a:pt x="14138" y="19928"/>
                  </a:cubicBezTo>
                  <a:cubicBezTo>
                    <a:pt x="14138" y="19995"/>
                    <a:pt x="14138" y="19995"/>
                    <a:pt x="14138" y="19995"/>
                  </a:cubicBezTo>
                  <a:cubicBezTo>
                    <a:pt x="14025" y="20061"/>
                    <a:pt x="14025" y="20061"/>
                    <a:pt x="14025" y="20061"/>
                  </a:cubicBezTo>
                  <a:cubicBezTo>
                    <a:pt x="13913" y="20061"/>
                    <a:pt x="13913" y="20061"/>
                    <a:pt x="13913" y="20061"/>
                  </a:cubicBezTo>
                  <a:cubicBezTo>
                    <a:pt x="13969" y="20061"/>
                    <a:pt x="13969" y="20061"/>
                    <a:pt x="13969" y="20061"/>
                  </a:cubicBezTo>
                  <a:cubicBezTo>
                    <a:pt x="14138" y="19995"/>
                    <a:pt x="14138" y="19995"/>
                    <a:pt x="14138" y="19995"/>
                  </a:cubicBezTo>
                  <a:cubicBezTo>
                    <a:pt x="14250" y="19995"/>
                    <a:pt x="14250" y="19995"/>
                    <a:pt x="14250" y="19995"/>
                  </a:cubicBezTo>
                  <a:cubicBezTo>
                    <a:pt x="14306" y="19928"/>
                    <a:pt x="14306" y="19928"/>
                    <a:pt x="14306" y="19928"/>
                  </a:cubicBezTo>
                  <a:cubicBezTo>
                    <a:pt x="14362" y="19794"/>
                    <a:pt x="14362" y="19794"/>
                    <a:pt x="14362" y="19794"/>
                  </a:cubicBezTo>
                  <a:cubicBezTo>
                    <a:pt x="14418" y="19727"/>
                    <a:pt x="14418" y="19727"/>
                    <a:pt x="14418" y="19727"/>
                  </a:cubicBezTo>
                  <a:cubicBezTo>
                    <a:pt x="14474" y="19727"/>
                    <a:pt x="14474" y="19727"/>
                    <a:pt x="14474" y="19727"/>
                  </a:cubicBezTo>
                  <a:cubicBezTo>
                    <a:pt x="14587" y="19593"/>
                    <a:pt x="14587" y="19593"/>
                    <a:pt x="14587" y="19593"/>
                  </a:cubicBezTo>
                  <a:cubicBezTo>
                    <a:pt x="14755" y="19460"/>
                    <a:pt x="14755" y="19460"/>
                    <a:pt x="14755" y="19460"/>
                  </a:cubicBezTo>
                  <a:cubicBezTo>
                    <a:pt x="14867" y="19393"/>
                    <a:pt x="14867" y="19393"/>
                    <a:pt x="14867" y="19393"/>
                  </a:cubicBezTo>
                  <a:cubicBezTo>
                    <a:pt x="14923" y="19393"/>
                    <a:pt x="14923" y="19393"/>
                    <a:pt x="14923" y="19393"/>
                  </a:cubicBezTo>
                  <a:cubicBezTo>
                    <a:pt x="15035" y="19326"/>
                    <a:pt x="15035" y="19326"/>
                    <a:pt x="15035" y="19326"/>
                  </a:cubicBezTo>
                  <a:cubicBezTo>
                    <a:pt x="15148" y="19326"/>
                    <a:pt x="15148" y="19326"/>
                    <a:pt x="15148" y="19326"/>
                  </a:cubicBezTo>
                  <a:cubicBezTo>
                    <a:pt x="15316" y="19259"/>
                    <a:pt x="15316" y="19259"/>
                    <a:pt x="15316" y="19259"/>
                  </a:cubicBezTo>
                  <a:cubicBezTo>
                    <a:pt x="15372" y="19259"/>
                    <a:pt x="15372" y="19259"/>
                    <a:pt x="15372" y="19259"/>
                  </a:cubicBezTo>
                  <a:cubicBezTo>
                    <a:pt x="15372" y="19259"/>
                    <a:pt x="15372" y="19259"/>
                    <a:pt x="15372" y="19259"/>
                  </a:cubicBezTo>
                  <a:cubicBezTo>
                    <a:pt x="15540" y="19259"/>
                    <a:pt x="15540" y="19259"/>
                    <a:pt x="15540" y="19259"/>
                  </a:cubicBezTo>
                  <a:cubicBezTo>
                    <a:pt x="15652" y="19259"/>
                    <a:pt x="15652" y="19259"/>
                    <a:pt x="15652" y="19259"/>
                  </a:cubicBezTo>
                  <a:cubicBezTo>
                    <a:pt x="15765" y="19326"/>
                    <a:pt x="15765" y="19326"/>
                    <a:pt x="15765" y="19326"/>
                  </a:cubicBezTo>
                  <a:cubicBezTo>
                    <a:pt x="15765" y="19393"/>
                    <a:pt x="15765" y="19393"/>
                    <a:pt x="15765" y="19393"/>
                  </a:cubicBezTo>
                  <a:cubicBezTo>
                    <a:pt x="15652" y="19326"/>
                    <a:pt x="15652" y="19326"/>
                    <a:pt x="15652" y="19326"/>
                  </a:cubicBezTo>
                  <a:cubicBezTo>
                    <a:pt x="15709" y="19393"/>
                    <a:pt x="15709" y="19393"/>
                    <a:pt x="15709" y="19393"/>
                  </a:cubicBezTo>
                  <a:cubicBezTo>
                    <a:pt x="15652" y="19393"/>
                    <a:pt x="15652" y="19393"/>
                    <a:pt x="15652" y="19393"/>
                  </a:cubicBezTo>
                  <a:cubicBezTo>
                    <a:pt x="15709" y="19393"/>
                    <a:pt x="15709" y="19393"/>
                    <a:pt x="15709" y="19393"/>
                  </a:cubicBezTo>
                  <a:cubicBezTo>
                    <a:pt x="15765" y="19393"/>
                    <a:pt x="15765" y="19393"/>
                    <a:pt x="15765" y="19393"/>
                  </a:cubicBezTo>
                  <a:cubicBezTo>
                    <a:pt x="15765" y="19460"/>
                    <a:pt x="15765" y="19460"/>
                    <a:pt x="15765" y="19460"/>
                  </a:cubicBezTo>
                  <a:cubicBezTo>
                    <a:pt x="15765" y="19460"/>
                    <a:pt x="15765" y="19460"/>
                    <a:pt x="15765" y="19460"/>
                  </a:cubicBezTo>
                  <a:cubicBezTo>
                    <a:pt x="15765" y="19460"/>
                    <a:pt x="15765" y="19460"/>
                    <a:pt x="15765" y="19460"/>
                  </a:cubicBezTo>
                  <a:cubicBezTo>
                    <a:pt x="15765" y="19593"/>
                    <a:pt x="15765" y="19593"/>
                    <a:pt x="15765" y="19593"/>
                  </a:cubicBezTo>
                  <a:cubicBezTo>
                    <a:pt x="15709" y="19593"/>
                    <a:pt x="15709" y="19593"/>
                    <a:pt x="15709" y="19593"/>
                  </a:cubicBezTo>
                  <a:cubicBezTo>
                    <a:pt x="15652" y="19593"/>
                    <a:pt x="15652" y="19593"/>
                    <a:pt x="15652" y="19593"/>
                  </a:cubicBezTo>
                  <a:cubicBezTo>
                    <a:pt x="15596" y="19593"/>
                    <a:pt x="15596" y="19593"/>
                    <a:pt x="15596" y="19593"/>
                  </a:cubicBezTo>
                  <a:cubicBezTo>
                    <a:pt x="15540" y="19660"/>
                    <a:pt x="15540" y="19660"/>
                    <a:pt x="15540" y="19660"/>
                  </a:cubicBezTo>
                  <a:cubicBezTo>
                    <a:pt x="15484" y="19660"/>
                    <a:pt x="15484" y="19660"/>
                    <a:pt x="15484" y="19660"/>
                  </a:cubicBezTo>
                  <a:cubicBezTo>
                    <a:pt x="15428" y="19660"/>
                    <a:pt x="15428" y="19660"/>
                    <a:pt x="15428" y="19660"/>
                  </a:cubicBezTo>
                  <a:cubicBezTo>
                    <a:pt x="15372" y="19593"/>
                    <a:pt x="15372" y="19593"/>
                    <a:pt x="15372" y="19593"/>
                  </a:cubicBezTo>
                  <a:cubicBezTo>
                    <a:pt x="15372" y="19660"/>
                    <a:pt x="15372" y="19660"/>
                    <a:pt x="15372" y="19660"/>
                  </a:cubicBezTo>
                  <a:cubicBezTo>
                    <a:pt x="15316" y="19660"/>
                    <a:pt x="15316" y="19660"/>
                    <a:pt x="15316" y="19660"/>
                  </a:cubicBezTo>
                  <a:cubicBezTo>
                    <a:pt x="15260" y="19660"/>
                    <a:pt x="15260" y="19660"/>
                    <a:pt x="15260" y="19660"/>
                  </a:cubicBezTo>
                  <a:cubicBezTo>
                    <a:pt x="15204" y="19660"/>
                    <a:pt x="15204" y="19660"/>
                    <a:pt x="15204" y="19660"/>
                  </a:cubicBezTo>
                  <a:cubicBezTo>
                    <a:pt x="15260" y="19660"/>
                    <a:pt x="15260" y="19660"/>
                    <a:pt x="15260" y="19660"/>
                  </a:cubicBezTo>
                  <a:cubicBezTo>
                    <a:pt x="15316" y="19660"/>
                    <a:pt x="15316" y="19660"/>
                    <a:pt x="15316" y="19660"/>
                  </a:cubicBezTo>
                  <a:cubicBezTo>
                    <a:pt x="15428" y="19727"/>
                    <a:pt x="15428" y="19727"/>
                    <a:pt x="15428" y="19727"/>
                  </a:cubicBezTo>
                  <a:cubicBezTo>
                    <a:pt x="15428" y="19727"/>
                    <a:pt x="15428" y="19727"/>
                    <a:pt x="15428" y="19727"/>
                  </a:cubicBezTo>
                  <a:cubicBezTo>
                    <a:pt x="15428" y="19794"/>
                    <a:pt x="15428" y="19794"/>
                    <a:pt x="15428" y="19794"/>
                  </a:cubicBezTo>
                  <a:cubicBezTo>
                    <a:pt x="15484" y="19794"/>
                    <a:pt x="15484" y="19794"/>
                    <a:pt x="15484" y="19794"/>
                  </a:cubicBezTo>
                  <a:cubicBezTo>
                    <a:pt x="15540" y="19727"/>
                    <a:pt x="15540" y="19727"/>
                    <a:pt x="15540" y="19727"/>
                  </a:cubicBezTo>
                  <a:cubicBezTo>
                    <a:pt x="15596" y="19727"/>
                    <a:pt x="15596" y="19727"/>
                    <a:pt x="15596" y="19727"/>
                  </a:cubicBezTo>
                  <a:cubicBezTo>
                    <a:pt x="15596" y="19727"/>
                    <a:pt x="15596" y="19727"/>
                    <a:pt x="15596" y="19727"/>
                  </a:cubicBezTo>
                  <a:cubicBezTo>
                    <a:pt x="15652" y="19727"/>
                    <a:pt x="15652" y="19727"/>
                    <a:pt x="15652" y="19727"/>
                  </a:cubicBezTo>
                  <a:cubicBezTo>
                    <a:pt x="15652" y="19794"/>
                    <a:pt x="15652" y="19794"/>
                    <a:pt x="15652" y="19794"/>
                  </a:cubicBezTo>
                  <a:cubicBezTo>
                    <a:pt x="15596" y="19794"/>
                    <a:pt x="15596" y="19794"/>
                    <a:pt x="15596" y="19794"/>
                  </a:cubicBezTo>
                  <a:cubicBezTo>
                    <a:pt x="15540" y="19928"/>
                    <a:pt x="15540" y="19928"/>
                    <a:pt x="15540" y="19928"/>
                  </a:cubicBezTo>
                  <a:cubicBezTo>
                    <a:pt x="15540" y="19995"/>
                    <a:pt x="15540" y="19995"/>
                    <a:pt x="15540" y="19995"/>
                  </a:cubicBezTo>
                  <a:cubicBezTo>
                    <a:pt x="15484" y="19995"/>
                    <a:pt x="15484" y="19995"/>
                    <a:pt x="15484" y="19995"/>
                  </a:cubicBezTo>
                  <a:cubicBezTo>
                    <a:pt x="15596" y="19995"/>
                    <a:pt x="15596" y="19995"/>
                    <a:pt x="15596" y="19995"/>
                  </a:cubicBezTo>
                  <a:cubicBezTo>
                    <a:pt x="15596" y="19995"/>
                    <a:pt x="15596" y="19995"/>
                    <a:pt x="15596" y="19995"/>
                  </a:cubicBezTo>
                  <a:cubicBezTo>
                    <a:pt x="15540" y="20061"/>
                    <a:pt x="15540" y="20061"/>
                    <a:pt x="15540" y="20061"/>
                  </a:cubicBezTo>
                  <a:cubicBezTo>
                    <a:pt x="15596" y="20128"/>
                    <a:pt x="15596" y="20128"/>
                    <a:pt x="15596" y="20128"/>
                  </a:cubicBezTo>
                  <a:cubicBezTo>
                    <a:pt x="15596" y="20128"/>
                    <a:pt x="15596" y="20128"/>
                    <a:pt x="15596" y="20128"/>
                  </a:cubicBezTo>
                  <a:cubicBezTo>
                    <a:pt x="15596" y="20262"/>
                    <a:pt x="15596" y="20262"/>
                    <a:pt x="15596" y="20262"/>
                  </a:cubicBezTo>
                  <a:cubicBezTo>
                    <a:pt x="15596" y="20262"/>
                    <a:pt x="15596" y="20262"/>
                    <a:pt x="15596" y="20262"/>
                  </a:cubicBezTo>
                  <a:cubicBezTo>
                    <a:pt x="15652" y="20329"/>
                    <a:pt x="15652" y="20329"/>
                    <a:pt x="15652" y="20329"/>
                  </a:cubicBezTo>
                  <a:cubicBezTo>
                    <a:pt x="15709" y="20329"/>
                    <a:pt x="15709" y="20329"/>
                    <a:pt x="15709" y="20329"/>
                  </a:cubicBezTo>
                  <a:cubicBezTo>
                    <a:pt x="15709" y="20329"/>
                    <a:pt x="15709" y="20329"/>
                    <a:pt x="15709" y="20329"/>
                  </a:cubicBezTo>
                  <a:cubicBezTo>
                    <a:pt x="15765" y="20329"/>
                    <a:pt x="15765" y="20329"/>
                    <a:pt x="15765" y="20329"/>
                  </a:cubicBezTo>
                  <a:cubicBezTo>
                    <a:pt x="15765" y="20396"/>
                    <a:pt x="15765" y="20396"/>
                    <a:pt x="15765" y="20396"/>
                  </a:cubicBezTo>
                  <a:cubicBezTo>
                    <a:pt x="15709" y="20396"/>
                    <a:pt x="15709" y="20396"/>
                    <a:pt x="15709" y="20396"/>
                  </a:cubicBezTo>
                  <a:cubicBezTo>
                    <a:pt x="15765" y="20463"/>
                    <a:pt x="15765" y="20463"/>
                    <a:pt x="15765" y="20463"/>
                  </a:cubicBezTo>
                  <a:cubicBezTo>
                    <a:pt x="15877" y="20463"/>
                    <a:pt x="15877" y="20463"/>
                    <a:pt x="15877" y="20463"/>
                  </a:cubicBezTo>
                  <a:cubicBezTo>
                    <a:pt x="15877" y="20463"/>
                    <a:pt x="15877" y="20463"/>
                    <a:pt x="15877" y="20463"/>
                  </a:cubicBezTo>
                  <a:cubicBezTo>
                    <a:pt x="15933" y="20463"/>
                    <a:pt x="15933" y="20463"/>
                    <a:pt x="15933" y="20463"/>
                  </a:cubicBezTo>
                  <a:cubicBezTo>
                    <a:pt x="15989" y="20463"/>
                    <a:pt x="15989" y="20463"/>
                    <a:pt x="15989" y="20463"/>
                  </a:cubicBezTo>
                  <a:cubicBezTo>
                    <a:pt x="15989" y="20530"/>
                    <a:pt x="15989" y="20530"/>
                    <a:pt x="15989" y="20530"/>
                  </a:cubicBezTo>
                  <a:cubicBezTo>
                    <a:pt x="16101" y="20530"/>
                    <a:pt x="16101" y="20530"/>
                    <a:pt x="16101" y="20530"/>
                  </a:cubicBezTo>
                  <a:cubicBezTo>
                    <a:pt x="16101" y="20530"/>
                    <a:pt x="16101" y="20530"/>
                    <a:pt x="16101" y="20530"/>
                  </a:cubicBezTo>
                  <a:cubicBezTo>
                    <a:pt x="16157" y="20463"/>
                    <a:pt x="16157" y="20463"/>
                    <a:pt x="16157" y="20463"/>
                  </a:cubicBezTo>
                  <a:cubicBezTo>
                    <a:pt x="16157" y="20463"/>
                    <a:pt x="16157" y="20463"/>
                    <a:pt x="16157" y="20463"/>
                  </a:cubicBezTo>
                  <a:cubicBezTo>
                    <a:pt x="16157" y="20530"/>
                    <a:pt x="16157" y="20530"/>
                    <a:pt x="16157" y="20530"/>
                  </a:cubicBezTo>
                  <a:cubicBezTo>
                    <a:pt x="16214" y="20530"/>
                    <a:pt x="16214" y="20530"/>
                    <a:pt x="16214" y="20530"/>
                  </a:cubicBezTo>
                  <a:cubicBezTo>
                    <a:pt x="16326" y="20596"/>
                    <a:pt x="16326" y="20596"/>
                    <a:pt x="16326" y="20596"/>
                  </a:cubicBezTo>
                  <a:cubicBezTo>
                    <a:pt x="16326" y="20596"/>
                    <a:pt x="16326" y="20596"/>
                    <a:pt x="16326" y="20596"/>
                  </a:cubicBezTo>
                  <a:cubicBezTo>
                    <a:pt x="16270" y="20596"/>
                    <a:pt x="16270" y="20596"/>
                    <a:pt x="16270" y="20596"/>
                  </a:cubicBezTo>
                  <a:cubicBezTo>
                    <a:pt x="16270" y="20596"/>
                    <a:pt x="16270" y="20596"/>
                    <a:pt x="16270" y="20596"/>
                  </a:cubicBezTo>
                  <a:cubicBezTo>
                    <a:pt x="16326" y="20663"/>
                    <a:pt x="16326" y="20663"/>
                    <a:pt x="16326" y="20663"/>
                  </a:cubicBezTo>
                  <a:cubicBezTo>
                    <a:pt x="16382" y="20663"/>
                    <a:pt x="16382" y="20663"/>
                    <a:pt x="16382" y="20663"/>
                  </a:cubicBezTo>
                  <a:cubicBezTo>
                    <a:pt x="16382" y="20663"/>
                    <a:pt x="16382" y="20663"/>
                    <a:pt x="16382" y="20663"/>
                  </a:cubicBezTo>
                  <a:cubicBezTo>
                    <a:pt x="16326" y="20663"/>
                    <a:pt x="16326" y="20663"/>
                    <a:pt x="16326" y="20663"/>
                  </a:cubicBezTo>
                  <a:cubicBezTo>
                    <a:pt x="16326" y="20663"/>
                    <a:pt x="16326" y="20663"/>
                    <a:pt x="16326" y="20663"/>
                  </a:cubicBezTo>
                  <a:cubicBezTo>
                    <a:pt x="16270" y="20663"/>
                    <a:pt x="16270" y="20663"/>
                    <a:pt x="16270" y="20663"/>
                  </a:cubicBezTo>
                  <a:cubicBezTo>
                    <a:pt x="16214" y="20730"/>
                    <a:pt x="16214" y="20730"/>
                    <a:pt x="16214" y="20730"/>
                  </a:cubicBezTo>
                  <a:cubicBezTo>
                    <a:pt x="16101" y="20797"/>
                    <a:pt x="16101" y="20797"/>
                    <a:pt x="16101" y="20797"/>
                  </a:cubicBezTo>
                  <a:cubicBezTo>
                    <a:pt x="16045" y="20797"/>
                    <a:pt x="16045" y="20797"/>
                    <a:pt x="16045" y="20797"/>
                  </a:cubicBezTo>
                  <a:cubicBezTo>
                    <a:pt x="15933" y="20797"/>
                    <a:pt x="15933" y="20797"/>
                    <a:pt x="15933" y="20797"/>
                  </a:cubicBezTo>
                  <a:cubicBezTo>
                    <a:pt x="15877" y="20797"/>
                    <a:pt x="15877" y="20797"/>
                    <a:pt x="15877" y="20797"/>
                  </a:cubicBezTo>
                  <a:cubicBezTo>
                    <a:pt x="15821" y="20864"/>
                    <a:pt x="15821" y="20864"/>
                    <a:pt x="15821" y="20864"/>
                  </a:cubicBezTo>
                  <a:cubicBezTo>
                    <a:pt x="15765" y="20864"/>
                    <a:pt x="15765" y="20864"/>
                    <a:pt x="15765" y="20864"/>
                  </a:cubicBezTo>
                  <a:cubicBezTo>
                    <a:pt x="15765" y="20864"/>
                    <a:pt x="15765" y="20864"/>
                    <a:pt x="15765" y="20864"/>
                  </a:cubicBezTo>
                  <a:cubicBezTo>
                    <a:pt x="15709" y="20864"/>
                    <a:pt x="15709" y="20864"/>
                    <a:pt x="15709" y="20864"/>
                  </a:cubicBezTo>
                  <a:cubicBezTo>
                    <a:pt x="15652" y="20797"/>
                    <a:pt x="15652" y="20797"/>
                    <a:pt x="15652" y="20797"/>
                  </a:cubicBezTo>
                  <a:cubicBezTo>
                    <a:pt x="15652" y="20797"/>
                    <a:pt x="15652" y="20797"/>
                    <a:pt x="15652" y="20797"/>
                  </a:cubicBezTo>
                  <a:cubicBezTo>
                    <a:pt x="15652" y="20864"/>
                    <a:pt x="15652" y="20864"/>
                    <a:pt x="15652" y="20864"/>
                  </a:cubicBezTo>
                  <a:cubicBezTo>
                    <a:pt x="15596" y="20864"/>
                    <a:pt x="15596" y="20864"/>
                    <a:pt x="15596" y="20864"/>
                  </a:cubicBezTo>
                  <a:cubicBezTo>
                    <a:pt x="15540" y="20931"/>
                    <a:pt x="15540" y="20931"/>
                    <a:pt x="15540" y="20931"/>
                  </a:cubicBezTo>
                  <a:cubicBezTo>
                    <a:pt x="15596" y="20931"/>
                    <a:pt x="15596" y="20931"/>
                    <a:pt x="15596" y="20931"/>
                  </a:cubicBezTo>
                  <a:cubicBezTo>
                    <a:pt x="15484" y="20998"/>
                    <a:pt x="15484" y="20998"/>
                    <a:pt x="15484" y="20998"/>
                  </a:cubicBezTo>
                  <a:cubicBezTo>
                    <a:pt x="15428" y="21065"/>
                    <a:pt x="15428" y="21065"/>
                    <a:pt x="15428" y="21065"/>
                  </a:cubicBezTo>
                  <a:cubicBezTo>
                    <a:pt x="15372" y="21131"/>
                    <a:pt x="15372" y="21131"/>
                    <a:pt x="15372" y="21131"/>
                  </a:cubicBezTo>
                  <a:cubicBezTo>
                    <a:pt x="15316" y="21131"/>
                    <a:pt x="15316" y="21131"/>
                    <a:pt x="15316" y="21131"/>
                  </a:cubicBezTo>
                  <a:cubicBezTo>
                    <a:pt x="15316" y="21131"/>
                    <a:pt x="15316" y="21131"/>
                    <a:pt x="15316" y="21131"/>
                  </a:cubicBezTo>
                  <a:cubicBezTo>
                    <a:pt x="15260" y="21131"/>
                    <a:pt x="15260" y="21131"/>
                    <a:pt x="15260" y="21131"/>
                  </a:cubicBezTo>
                  <a:cubicBezTo>
                    <a:pt x="15260" y="21198"/>
                    <a:pt x="15260" y="21198"/>
                    <a:pt x="15260" y="21198"/>
                  </a:cubicBezTo>
                  <a:cubicBezTo>
                    <a:pt x="15260" y="21198"/>
                    <a:pt x="15260" y="21198"/>
                    <a:pt x="15260" y="21198"/>
                  </a:cubicBezTo>
                  <a:cubicBezTo>
                    <a:pt x="15260" y="21198"/>
                    <a:pt x="15260" y="21198"/>
                    <a:pt x="15260" y="21198"/>
                  </a:cubicBezTo>
                  <a:cubicBezTo>
                    <a:pt x="15204" y="21198"/>
                    <a:pt x="15204" y="21198"/>
                    <a:pt x="15204" y="21198"/>
                  </a:cubicBezTo>
                  <a:cubicBezTo>
                    <a:pt x="15148" y="21198"/>
                    <a:pt x="15148" y="21198"/>
                    <a:pt x="15148" y="21198"/>
                  </a:cubicBezTo>
                  <a:cubicBezTo>
                    <a:pt x="15148" y="21131"/>
                    <a:pt x="15148" y="21131"/>
                    <a:pt x="15148" y="21131"/>
                  </a:cubicBezTo>
                  <a:cubicBezTo>
                    <a:pt x="15148" y="21131"/>
                    <a:pt x="15148" y="21131"/>
                    <a:pt x="15148" y="21131"/>
                  </a:cubicBezTo>
                  <a:cubicBezTo>
                    <a:pt x="15091" y="21131"/>
                    <a:pt x="15091" y="21131"/>
                    <a:pt x="15091" y="21131"/>
                  </a:cubicBezTo>
                  <a:cubicBezTo>
                    <a:pt x="15091" y="21065"/>
                    <a:pt x="15091" y="21065"/>
                    <a:pt x="15091" y="21065"/>
                  </a:cubicBezTo>
                  <a:cubicBezTo>
                    <a:pt x="15091" y="20998"/>
                    <a:pt x="15091" y="20998"/>
                    <a:pt x="15091" y="20998"/>
                  </a:cubicBezTo>
                  <a:cubicBezTo>
                    <a:pt x="15091" y="20998"/>
                    <a:pt x="15091" y="20998"/>
                    <a:pt x="15091" y="20998"/>
                  </a:cubicBezTo>
                  <a:cubicBezTo>
                    <a:pt x="15148" y="20864"/>
                    <a:pt x="15148" y="20864"/>
                    <a:pt x="15148" y="20864"/>
                  </a:cubicBezTo>
                  <a:cubicBezTo>
                    <a:pt x="15204" y="20864"/>
                    <a:pt x="15204" y="20864"/>
                    <a:pt x="15204" y="20864"/>
                  </a:cubicBezTo>
                  <a:cubicBezTo>
                    <a:pt x="15204" y="20797"/>
                    <a:pt x="15204" y="20797"/>
                    <a:pt x="15204" y="20797"/>
                  </a:cubicBezTo>
                  <a:cubicBezTo>
                    <a:pt x="15316" y="20730"/>
                    <a:pt x="15316" y="20730"/>
                    <a:pt x="15316" y="20730"/>
                  </a:cubicBezTo>
                  <a:cubicBezTo>
                    <a:pt x="15372" y="20730"/>
                    <a:pt x="15372" y="20730"/>
                    <a:pt x="15372" y="20730"/>
                  </a:cubicBezTo>
                  <a:cubicBezTo>
                    <a:pt x="15484" y="20663"/>
                    <a:pt x="15484" y="20663"/>
                    <a:pt x="15484" y="20663"/>
                  </a:cubicBezTo>
                  <a:cubicBezTo>
                    <a:pt x="15540" y="20596"/>
                    <a:pt x="15540" y="20596"/>
                    <a:pt x="15540" y="20596"/>
                  </a:cubicBezTo>
                  <a:cubicBezTo>
                    <a:pt x="15596" y="20663"/>
                    <a:pt x="15596" y="20663"/>
                    <a:pt x="15596" y="20663"/>
                  </a:cubicBezTo>
                  <a:cubicBezTo>
                    <a:pt x="15596" y="20663"/>
                    <a:pt x="15596" y="20663"/>
                    <a:pt x="15596" y="20663"/>
                  </a:cubicBezTo>
                  <a:cubicBezTo>
                    <a:pt x="15652" y="20730"/>
                    <a:pt x="15652" y="20730"/>
                    <a:pt x="15652" y="20730"/>
                  </a:cubicBezTo>
                  <a:cubicBezTo>
                    <a:pt x="15652" y="20663"/>
                    <a:pt x="15652" y="20663"/>
                    <a:pt x="15652" y="20663"/>
                  </a:cubicBezTo>
                  <a:cubicBezTo>
                    <a:pt x="15652" y="20663"/>
                    <a:pt x="15652" y="20663"/>
                    <a:pt x="15652" y="20663"/>
                  </a:cubicBezTo>
                  <a:cubicBezTo>
                    <a:pt x="15709" y="20663"/>
                    <a:pt x="15709" y="20663"/>
                    <a:pt x="15709" y="20663"/>
                  </a:cubicBezTo>
                  <a:cubicBezTo>
                    <a:pt x="15765" y="20663"/>
                    <a:pt x="15765" y="20663"/>
                    <a:pt x="15765" y="20663"/>
                  </a:cubicBezTo>
                  <a:cubicBezTo>
                    <a:pt x="15821" y="20596"/>
                    <a:pt x="15821" y="20596"/>
                    <a:pt x="15821" y="20596"/>
                  </a:cubicBezTo>
                  <a:cubicBezTo>
                    <a:pt x="15709" y="20596"/>
                    <a:pt x="15709" y="20596"/>
                    <a:pt x="15709" y="20596"/>
                  </a:cubicBezTo>
                  <a:cubicBezTo>
                    <a:pt x="15596" y="20596"/>
                    <a:pt x="15596" y="20596"/>
                    <a:pt x="15596" y="20596"/>
                  </a:cubicBezTo>
                  <a:cubicBezTo>
                    <a:pt x="15596" y="20596"/>
                    <a:pt x="15596" y="20596"/>
                    <a:pt x="15596" y="20596"/>
                  </a:cubicBezTo>
                  <a:cubicBezTo>
                    <a:pt x="15540" y="20596"/>
                    <a:pt x="15540" y="20596"/>
                    <a:pt x="15540" y="20596"/>
                  </a:cubicBezTo>
                  <a:cubicBezTo>
                    <a:pt x="15484" y="20596"/>
                    <a:pt x="15484" y="20596"/>
                    <a:pt x="15484" y="20596"/>
                  </a:cubicBezTo>
                  <a:cubicBezTo>
                    <a:pt x="15428" y="20596"/>
                    <a:pt x="15428" y="20596"/>
                    <a:pt x="15428" y="20596"/>
                  </a:cubicBezTo>
                  <a:cubicBezTo>
                    <a:pt x="15484" y="20530"/>
                    <a:pt x="15484" y="20530"/>
                    <a:pt x="15484" y="20530"/>
                  </a:cubicBezTo>
                  <a:cubicBezTo>
                    <a:pt x="15540" y="20530"/>
                    <a:pt x="15540" y="20530"/>
                    <a:pt x="15540" y="20530"/>
                  </a:cubicBezTo>
                  <a:cubicBezTo>
                    <a:pt x="15596" y="20463"/>
                    <a:pt x="15596" y="20463"/>
                    <a:pt x="15596" y="20463"/>
                  </a:cubicBezTo>
                  <a:cubicBezTo>
                    <a:pt x="15596" y="20463"/>
                    <a:pt x="15596" y="20463"/>
                    <a:pt x="15596" y="20463"/>
                  </a:cubicBezTo>
                  <a:cubicBezTo>
                    <a:pt x="15596" y="20463"/>
                    <a:pt x="15596" y="20463"/>
                    <a:pt x="15596" y="20463"/>
                  </a:cubicBezTo>
                  <a:cubicBezTo>
                    <a:pt x="15540" y="20396"/>
                    <a:pt x="15540" y="20396"/>
                    <a:pt x="15540" y="20396"/>
                  </a:cubicBezTo>
                  <a:cubicBezTo>
                    <a:pt x="15540" y="20530"/>
                    <a:pt x="15540" y="20530"/>
                    <a:pt x="15540" y="20530"/>
                  </a:cubicBezTo>
                  <a:cubicBezTo>
                    <a:pt x="15484" y="20530"/>
                    <a:pt x="15484" y="20530"/>
                    <a:pt x="15484" y="20530"/>
                  </a:cubicBezTo>
                  <a:cubicBezTo>
                    <a:pt x="15428" y="20596"/>
                    <a:pt x="15428" y="20596"/>
                    <a:pt x="15428" y="20596"/>
                  </a:cubicBezTo>
                  <a:cubicBezTo>
                    <a:pt x="15372" y="20596"/>
                    <a:pt x="15372" y="20596"/>
                    <a:pt x="15372" y="20596"/>
                  </a:cubicBezTo>
                  <a:cubicBezTo>
                    <a:pt x="15316" y="20596"/>
                    <a:pt x="15316" y="20596"/>
                    <a:pt x="15316" y="20596"/>
                  </a:cubicBezTo>
                  <a:cubicBezTo>
                    <a:pt x="15204" y="20663"/>
                    <a:pt x="15204" y="20663"/>
                    <a:pt x="15204" y="20663"/>
                  </a:cubicBezTo>
                  <a:cubicBezTo>
                    <a:pt x="15204" y="20663"/>
                    <a:pt x="15204" y="20663"/>
                    <a:pt x="15204" y="20663"/>
                  </a:cubicBezTo>
                  <a:cubicBezTo>
                    <a:pt x="15204" y="20596"/>
                    <a:pt x="15204" y="20596"/>
                    <a:pt x="15204" y="20596"/>
                  </a:cubicBezTo>
                  <a:cubicBezTo>
                    <a:pt x="15204" y="20596"/>
                    <a:pt x="15204" y="20596"/>
                    <a:pt x="15204" y="20596"/>
                  </a:cubicBezTo>
                  <a:cubicBezTo>
                    <a:pt x="15260" y="20530"/>
                    <a:pt x="15260" y="20530"/>
                    <a:pt x="15260" y="20530"/>
                  </a:cubicBezTo>
                  <a:cubicBezTo>
                    <a:pt x="15204" y="20596"/>
                    <a:pt x="15204" y="20596"/>
                    <a:pt x="15204" y="20596"/>
                  </a:cubicBezTo>
                  <a:cubicBezTo>
                    <a:pt x="15148" y="20663"/>
                    <a:pt x="15148" y="20663"/>
                    <a:pt x="15148" y="20663"/>
                  </a:cubicBezTo>
                  <a:cubicBezTo>
                    <a:pt x="15091" y="20663"/>
                    <a:pt x="15091" y="20663"/>
                    <a:pt x="15091" y="20663"/>
                  </a:cubicBezTo>
                  <a:cubicBezTo>
                    <a:pt x="15091" y="20663"/>
                    <a:pt x="15091" y="20663"/>
                    <a:pt x="15091" y="20663"/>
                  </a:cubicBezTo>
                  <a:cubicBezTo>
                    <a:pt x="15035" y="20663"/>
                    <a:pt x="15035" y="20663"/>
                    <a:pt x="15035" y="20663"/>
                  </a:cubicBezTo>
                  <a:cubicBezTo>
                    <a:pt x="15035" y="20663"/>
                    <a:pt x="15035" y="20663"/>
                    <a:pt x="15035" y="20663"/>
                  </a:cubicBezTo>
                  <a:cubicBezTo>
                    <a:pt x="14979" y="20663"/>
                    <a:pt x="14979" y="20663"/>
                    <a:pt x="14979" y="20663"/>
                  </a:cubicBezTo>
                  <a:cubicBezTo>
                    <a:pt x="14923" y="20663"/>
                    <a:pt x="14923" y="20663"/>
                    <a:pt x="14923" y="20663"/>
                  </a:cubicBezTo>
                  <a:cubicBezTo>
                    <a:pt x="14867" y="20596"/>
                    <a:pt x="14867" y="20596"/>
                    <a:pt x="14867" y="20596"/>
                  </a:cubicBezTo>
                  <a:cubicBezTo>
                    <a:pt x="14867" y="20596"/>
                    <a:pt x="14867" y="20596"/>
                    <a:pt x="14867" y="20596"/>
                  </a:cubicBezTo>
                  <a:cubicBezTo>
                    <a:pt x="14867" y="20596"/>
                    <a:pt x="14867" y="20596"/>
                    <a:pt x="14867" y="20596"/>
                  </a:cubicBezTo>
                  <a:cubicBezTo>
                    <a:pt x="14867" y="20596"/>
                    <a:pt x="14867" y="20596"/>
                    <a:pt x="14867" y="20596"/>
                  </a:cubicBezTo>
                  <a:cubicBezTo>
                    <a:pt x="14867" y="20530"/>
                    <a:pt x="14867" y="20530"/>
                    <a:pt x="14867" y="20530"/>
                  </a:cubicBezTo>
                  <a:cubicBezTo>
                    <a:pt x="14867" y="20530"/>
                    <a:pt x="14867" y="20530"/>
                    <a:pt x="14867" y="20530"/>
                  </a:cubicBezTo>
                  <a:cubicBezTo>
                    <a:pt x="14867" y="20463"/>
                    <a:pt x="14867" y="20463"/>
                    <a:pt x="14867" y="20463"/>
                  </a:cubicBezTo>
                  <a:cubicBezTo>
                    <a:pt x="14867" y="20463"/>
                    <a:pt x="14867" y="20463"/>
                    <a:pt x="14867" y="20463"/>
                  </a:cubicBezTo>
                  <a:cubicBezTo>
                    <a:pt x="14811" y="20396"/>
                    <a:pt x="14811" y="20396"/>
                    <a:pt x="14811" y="20396"/>
                  </a:cubicBezTo>
                  <a:cubicBezTo>
                    <a:pt x="14811" y="20396"/>
                    <a:pt x="14811" y="20396"/>
                    <a:pt x="14811" y="20396"/>
                  </a:cubicBezTo>
                  <a:cubicBezTo>
                    <a:pt x="14811" y="20396"/>
                    <a:pt x="14811" y="20396"/>
                    <a:pt x="14811" y="20396"/>
                  </a:cubicBezTo>
                  <a:cubicBezTo>
                    <a:pt x="14867" y="20061"/>
                    <a:pt x="14867" y="20061"/>
                    <a:pt x="14867" y="20061"/>
                  </a:cubicBezTo>
                  <a:cubicBezTo>
                    <a:pt x="14867" y="19928"/>
                    <a:pt x="14867" y="19928"/>
                    <a:pt x="14867" y="19928"/>
                  </a:cubicBezTo>
                  <a:cubicBezTo>
                    <a:pt x="14811" y="19861"/>
                    <a:pt x="14811" y="19861"/>
                    <a:pt x="14811" y="19861"/>
                  </a:cubicBezTo>
                  <a:cubicBezTo>
                    <a:pt x="14755" y="19861"/>
                    <a:pt x="14755" y="19861"/>
                    <a:pt x="14755" y="19861"/>
                  </a:cubicBezTo>
                  <a:cubicBezTo>
                    <a:pt x="14699" y="19861"/>
                    <a:pt x="14699" y="19861"/>
                    <a:pt x="14699" y="19861"/>
                  </a:cubicBezTo>
                  <a:cubicBezTo>
                    <a:pt x="14643" y="19861"/>
                    <a:pt x="14643" y="19861"/>
                    <a:pt x="14643" y="19861"/>
                  </a:cubicBezTo>
                  <a:cubicBezTo>
                    <a:pt x="14587" y="19861"/>
                    <a:pt x="14587" y="19861"/>
                    <a:pt x="14587" y="19861"/>
                  </a:cubicBezTo>
                  <a:cubicBezTo>
                    <a:pt x="14587" y="19794"/>
                    <a:pt x="14587" y="19794"/>
                    <a:pt x="14587" y="19794"/>
                  </a:cubicBezTo>
                  <a:cubicBezTo>
                    <a:pt x="14587" y="19794"/>
                    <a:pt x="14587" y="19794"/>
                    <a:pt x="14587" y="19794"/>
                  </a:cubicBezTo>
                  <a:cubicBezTo>
                    <a:pt x="14530" y="19861"/>
                    <a:pt x="14530" y="19861"/>
                    <a:pt x="14530" y="19861"/>
                  </a:cubicBezTo>
                  <a:cubicBezTo>
                    <a:pt x="14474" y="19928"/>
                    <a:pt x="14474" y="19928"/>
                    <a:pt x="14474" y="19928"/>
                  </a:cubicBezTo>
                  <a:cubicBezTo>
                    <a:pt x="14418" y="19995"/>
                    <a:pt x="14418" y="19995"/>
                    <a:pt x="14418" y="19995"/>
                  </a:cubicBezTo>
                  <a:cubicBezTo>
                    <a:pt x="14362" y="20061"/>
                    <a:pt x="14362" y="20061"/>
                    <a:pt x="14362" y="20061"/>
                  </a:cubicBezTo>
                  <a:cubicBezTo>
                    <a:pt x="14362" y="20128"/>
                    <a:pt x="14362" y="20128"/>
                    <a:pt x="14362" y="20128"/>
                  </a:cubicBezTo>
                  <a:cubicBezTo>
                    <a:pt x="14306" y="20128"/>
                    <a:pt x="14306" y="20128"/>
                    <a:pt x="14306" y="20128"/>
                  </a:cubicBezTo>
                  <a:cubicBezTo>
                    <a:pt x="14306" y="20195"/>
                    <a:pt x="14306" y="20195"/>
                    <a:pt x="14306" y="20195"/>
                  </a:cubicBezTo>
                  <a:cubicBezTo>
                    <a:pt x="14306" y="20262"/>
                    <a:pt x="14306" y="20262"/>
                    <a:pt x="14306" y="20262"/>
                  </a:cubicBezTo>
                  <a:cubicBezTo>
                    <a:pt x="14194" y="20329"/>
                    <a:pt x="14194" y="20329"/>
                    <a:pt x="14194" y="20329"/>
                  </a:cubicBezTo>
                  <a:cubicBezTo>
                    <a:pt x="14194" y="20396"/>
                    <a:pt x="14194" y="20396"/>
                    <a:pt x="14194" y="20396"/>
                  </a:cubicBezTo>
                  <a:cubicBezTo>
                    <a:pt x="14082" y="20463"/>
                    <a:pt x="14082" y="20463"/>
                    <a:pt x="14082" y="20463"/>
                  </a:cubicBezTo>
                  <a:cubicBezTo>
                    <a:pt x="14082" y="20530"/>
                    <a:pt x="14082" y="20530"/>
                    <a:pt x="14082" y="20530"/>
                  </a:cubicBezTo>
                  <a:cubicBezTo>
                    <a:pt x="14082" y="20530"/>
                    <a:pt x="14082" y="20530"/>
                    <a:pt x="14082" y="20530"/>
                  </a:cubicBezTo>
                  <a:cubicBezTo>
                    <a:pt x="14025" y="20530"/>
                    <a:pt x="14025" y="20530"/>
                    <a:pt x="14025" y="20530"/>
                  </a:cubicBezTo>
                  <a:cubicBezTo>
                    <a:pt x="13969" y="20530"/>
                    <a:pt x="13969" y="20530"/>
                    <a:pt x="13969" y="20530"/>
                  </a:cubicBezTo>
                  <a:cubicBezTo>
                    <a:pt x="13969" y="20530"/>
                    <a:pt x="13969" y="20530"/>
                    <a:pt x="13969" y="20530"/>
                  </a:cubicBezTo>
                  <a:cubicBezTo>
                    <a:pt x="13969" y="20530"/>
                    <a:pt x="13969" y="20530"/>
                    <a:pt x="13969" y="20530"/>
                  </a:cubicBezTo>
                  <a:cubicBezTo>
                    <a:pt x="13913" y="20596"/>
                    <a:pt x="13913" y="20596"/>
                    <a:pt x="13913" y="20596"/>
                  </a:cubicBezTo>
                  <a:cubicBezTo>
                    <a:pt x="13184" y="20596"/>
                    <a:pt x="13184" y="20596"/>
                    <a:pt x="13184" y="20596"/>
                  </a:cubicBezTo>
                  <a:cubicBezTo>
                    <a:pt x="13072" y="20596"/>
                    <a:pt x="13072" y="20596"/>
                    <a:pt x="13072" y="20596"/>
                  </a:cubicBezTo>
                  <a:cubicBezTo>
                    <a:pt x="13016" y="20663"/>
                    <a:pt x="13016" y="20663"/>
                    <a:pt x="13016" y="20663"/>
                  </a:cubicBezTo>
                  <a:cubicBezTo>
                    <a:pt x="12959" y="20663"/>
                    <a:pt x="12959" y="20663"/>
                    <a:pt x="12959" y="20663"/>
                  </a:cubicBezTo>
                  <a:cubicBezTo>
                    <a:pt x="12903" y="20730"/>
                    <a:pt x="12903" y="20730"/>
                    <a:pt x="12903" y="20730"/>
                  </a:cubicBezTo>
                  <a:cubicBezTo>
                    <a:pt x="12791" y="20797"/>
                    <a:pt x="12791" y="20797"/>
                    <a:pt x="12791" y="20797"/>
                  </a:cubicBezTo>
                  <a:cubicBezTo>
                    <a:pt x="12735" y="20864"/>
                    <a:pt x="12735" y="20864"/>
                    <a:pt x="12735" y="20864"/>
                  </a:cubicBezTo>
                  <a:cubicBezTo>
                    <a:pt x="12679" y="20864"/>
                    <a:pt x="12679" y="20864"/>
                    <a:pt x="12679" y="20864"/>
                  </a:cubicBezTo>
                  <a:cubicBezTo>
                    <a:pt x="12511" y="21065"/>
                    <a:pt x="12511" y="21065"/>
                    <a:pt x="12511" y="21065"/>
                  </a:cubicBezTo>
                  <a:cubicBezTo>
                    <a:pt x="12006" y="21198"/>
                    <a:pt x="12006" y="21198"/>
                    <a:pt x="12006" y="21198"/>
                  </a:cubicBezTo>
                  <a:cubicBezTo>
                    <a:pt x="12006" y="21332"/>
                    <a:pt x="12006" y="21332"/>
                    <a:pt x="12006" y="21332"/>
                  </a:cubicBezTo>
                  <a:cubicBezTo>
                    <a:pt x="11894" y="21332"/>
                    <a:pt x="11894" y="21332"/>
                    <a:pt x="11894" y="21332"/>
                  </a:cubicBezTo>
                  <a:cubicBezTo>
                    <a:pt x="11052" y="21600"/>
                    <a:pt x="11052" y="21600"/>
                    <a:pt x="11052" y="21600"/>
                  </a:cubicBezTo>
                  <a:cubicBezTo>
                    <a:pt x="10996" y="21533"/>
                    <a:pt x="10996" y="21533"/>
                    <a:pt x="10996" y="21533"/>
                  </a:cubicBezTo>
                  <a:cubicBezTo>
                    <a:pt x="11052" y="21466"/>
                    <a:pt x="11052" y="21466"/>
                    <a:pt x="11052" y="21466"/>
                  </a:cubicBezTo>
                  <a:cubicBezTo>
                    <a:pt x="11164" y="21399"/>
                    <a:pt x="11164" y="21399"/>
                    <a:pt x="11164" y="21399"/>
                  </a:cubicBezTo>
                  <a:cubicBezTo>
                    <a:pt x="11164" y="21332"/>
                    <a:pt x="11164" y="21332"/>
                    <a:pt x="11164" y="21332"/>
                  </a:cubicBezTo>
                  <a:cubicBezTo>
                    <a:pt x="11220" y="21265"/>
                    <a:pt x="11220" y="21265"/>
                    <a:pt x="11220" y="21265"/>
                  </a:cubicBezTo>
                  <a:cubicBezTo>
                    <a:pt x="11220" y="21265"/>
                    <a:pt x="11220" y="21265"/>
                    <a:pt x="11220" y="21265"/>
                  </a:cubicBezTo>
                  <a:cubicBezTo>
                    <a:pt x="11276" y="20864"/>
                    <a:pt x="11276" y="20864"/>
                    <a:pt x="11276" y="20864"/>
                  </a:cubicBezTo>
                  <a:cubicBezTo>
                    <a:pt x="11108" y="20061"/>
                    <a:pt x="11108" y="20061"/>
                    <a:pt x="11108" y="20061"/>
                  </a:cubicBezTo>
                  <a:cubicBezTo>
                    <a:pt x="10940" y="19928"/>
                    <a:pt x="10940" y="19928"/>
                    <a:pt x="10940" y="19928"/>
                  </a:cubicBezTo>
                  <a:cubicBezTo>
                    <a:pt x="10884" y="19861"/>
                    <a:pt x="10884" y="19861"/>
                    <a:pt x="10884" y="19861"/>
                  </a:cubicBezTo>
                  <a:cubicBezTo>
                    <a:pt x="9874" y="19326"/>
                    <a:pt x="9874" y="19326"/>
                    <a:pt x="9874" y="19326"/>
                  </a:cubicBezTo>
                  <a:cubicBezTo>
                    <a:pt x="9818" y="19326"/>
                    <a:pt x="9818" y="19326"/>
                    <a:pt x="9818" y="19326"/>
                  </a:cubicBezTo>
                  <a:cubicBezTo>
                    <a:pt x="9762" y="19259"/>
                    <a:pt x="9762" y="19259"/>
                    <a:pt x="9762" y="19259"/>
                  </a:cubicBezTo>
                  <a:cubicBezTo>
                    <a:pt x="9762" y="19259"/>
                    <a:pt x="9762" y="19259"/>
                    <a:pt x="9762" y="19259"/>
                  </a:cubicBezTo>
                  <a:cubicBezTo>
                    <a:pt x="9649" y="19259"/>
                    <a:pt x="9649" y="19259"/>
                    <a:pt x="9649" y="19259"/>
                  </a:cubicBezTo>
                  <a:cubicBezTo>
                    <a:pt x="9593" y="19192"/>
                    <a:pt x="9593" y="19192"/>
                    <a:pt x="9593" y="19192"/>
                  </a:cubicBezTo>
                  <a:cubicBezTo>
                    <a:pt x="9593" y="19192"/>
                    <a:pt x="9593" y="19192"/>
                    <a:pt x="9593" y="19192"/>
                  </a:cubicBezTo>
                  <a:cubicBezTo>
                    <a:pt x="9537" y="19192"/>
                    <a:pt x="9537" y="19192"/>
                    <a:pt x="9537" y="19192"/>
                  </a:cubicBezTo>
                  <a:cubicBezTo>
                    <a:pt x="9481" y="19192"/>
                    <a:pt x="9481" y="19192"/>
                    <a:pt x="9481" y="19192"/>
                  </a:cubicBezTo>
                  <a:cubicBezTo>
                    <a:pt x="9425" y="19192"/>
                    <a:pt x="9425" y="19192"/>
                    <a:pt x="9425" y="19192"/>
                  </a:cubicBezTo>
                  <a:cubicBezTo>
                    <a:pt x="9425" y="19125"/>
                    <a:pt x="9425" y="19125"/>
                    <a:pt x="9425" y="19125"/>
                  </a:cubicBezTo>
                  <a:cubicBezTo>
                    <a:pt x="9369" y="19125"/>
                    <a:pt x="9369" y="19125"/>
                    <a:pt x="9369" y="19125"/>
                  </a:cubicBezTo>
                  <a:cubicBezTo>
                    <a:pt x="9257" y="19125"/>
                    <a:pt x="9257" y="19125"/>
                    <a:pt x="9257" y="19125"/>
                  </a:cubicBezTo>
                  <a:cubicBezTo>
                    <a:pt x="9257" y="19058"/>
                    <a:pt x="9257" y="19058"/>
                    <a:pt x="9257" y="19058"/>
                  </a:cubicBezTo>
                  <a:cubicBezTo>
                    <a:pt x="9201" y="19058"/>
                    <a:pt x="9201" y="19058"/>
                    <a:pt x="9201" y="19058"/>
                  </a:cubicBezTo>
                  <a:cubicBezTo>
                    <a:pt x="9144" y="18991"/>
                    <a:pt x="9144" y="18991"/>
                    <a:pt x="9144" y="18991"/>
                  </a:cubicBezTo>
                  <a:cubicBezTo>
                    <a:pt x="9088" y="18991"/>
                    <a:pt x="9088" y="18991"/>
                    <a:pt x="9088" y="18991"/>
                  </a:cubicBezTo>
                  <a:cubicBezTo>
                    <a:pt x="9088" y="18991"/>
                    <a:pt x="9088" y="18991"/>
                    <a:pt x="9088" y="18991"/>
                  </a:cubicBezTo>
                  <a:cubicBezTo>
                    <a:pt x="9032" y="18991"/>
                    <a:pt x="9032" y="18991"/>
                    <a:pt x="9032" y="18991"/>
                  </a:cubicBezTo>
                  <a:cubicBezTo>
                    <a:pt x="8976" y="18991"/>
                    <a:pt x="8976" y="18991"/>
                    <a:pt x="8976" y="18991"/>
                  </a:cubicBezTo>
                  <a:cubicBezTo>
                    <a:pt x="8976" y="18991"/>
                    <a:pt x="8976" y="18991"/>
                    <a:pt x="8976" y="18991"/>
                  </a:cubicBezTo>
                  <a:cubicBezTo>
                    <a:pt x="8920" y="18991"/>
                    <a:pt x="8920" y="18991"/>
                    <a:pt x="8920" y="18991"/>
                  </a:cubicBezTo>
                  <a:cubicBezTo>
                    <a:pt x="8920" y="18925"/>
                    <a:pt x="8920" y="18925"/>
                    <a:pt x="8920" y="18925"/>
                  </a:cubicBezTo>
                  <a:cubicBezTo>
                    <a:pt x="8864" y="18925"/>
                    <a:pt x="8864" y="18925"/>
                    <a:pt x="8864" y="18925"/>
                  </a:cubicBezTo>
                  <a:cubicBezTo>
                    <a:pt x="8864" y="18925"/>
                    <a:pt x="8864" y="18925"/>
                    <a:pt x="8864" y="18925"/>
                  </a:cubicBezTo>
                  <a:cubicBezTo>
                    <a:pt x="8808" y="18858"/>
                    <a:pt x="8808" y="18858"/>
                    <a:pt x="8808" y="18858"/>
                  </a:cubicBezTo>
                  <a:cubicBezTo>
                    <a:pt x="8808" y="18858"/>
                    <a:pt x="8808" y="18858"/>
                    <a:pt x="8808" y="18858"/>
                  </a:cubicBezTo>
                  <a:cubicBezTo>
                    <a:pt x="8752" y="18791"/>
                    <a:pt x="8752" y="18791"/>
                    <a:pt x="8752" y="18791"/>
                  </a:cubicBezTo>
                  <a:cubicBezTo>
                    <a:pt x="8696" y="18791"/>
                    <a:pt x="8696" y="18791"/>
                    <a:pt x="8696" y="18791"/>
                  </a:cubicBezTo>
                  <a:cubicBezTo>
                    <a:pt x="8639" y="18791"/>
                    <a:pt x="8639" y="18791"/>
                    <a:pt x="8639" y="18791"/>
                  </a:cubicBezTo>
                  <a:lnTo>
                    <a:pt x="2188" y="18122"/>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9" name="AutoShape 11"/>
            <p:cNvSpPr>
              <a:spLocks/>
            </p:cNvSpPr>
            <p:nvPr/>
          </p:nvSpPr>
          <p:spPr bwMode="auto">
            <a:xfrm>
              <a:off x="0" y="930159"/>
              <a:ext cx="3550387" cy="2401935"/>
            </a:xfrm>
            <a:custGeom>
              <a:avLst/>
              <a:gdLst>
                <a:gd name="T0" fmla="*/ 1775194 w 21600"/>
                <a:gd name="T1" fmla="*/ 1200968 h 21600"/>
                <a:gd name="T2" fmla="*/ 1775194 w 21600"/>
                <a:gd name="T3" fmla="*/ 1200968 h 21600"/>
                <a:gd name="T4" fmla="*/ 1775194 w 21600"/>
                <a:gd name="T5" fmla="*/ 1200968 h 21600"/>
                <a:gd name="T6" fmla="*/ 1775194 w 21600"/>
                <a:gd name="T7" fmla="*/ 1200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12" y="20683"/>
                  </a:moveTo>
                  <a:cubicBezTo>
                    <a:pt x="19512" y="20552"/>
                    <a:pt x="19512" y="20552"/>
                    <a:pt x="19512" y="20552"/>
                  </a:cubicBezTo>
                  <a:cubicBezTo>
                    <a:pt x="19512" y="20552"/>
                    <a:pt x="19512" y="20552"/>
                    <a:pt x="19512" y="20552"/>
                  </a:cubicBezTo>
                  <a:cubicBezTo>
                    <a:pt x="19512" y="20552"/>
                    <a:pt x="19512" y="20552"/>
                    <a:pt x="19512" y="20552"/>
                  </a:cubicBezTo>
                  <a:cubicBezTo>
                    <a:pt x="19512" y="20421"/>
                    <a:pt x="19512" y="20421"/>
                    <a:pt x="19512" y="20421"/>
                  </a:cubicBezTo>
                  <a:cubicBezTo>
                    <a:pt x="19512" y="20421"/>
                    <a:pt x="19512" y="20421"/>
                    <a:pt x="19512" y="20421"/>
                  </a:cubicBezTo>
                  <a:cubicBezTo>
                    <a:pt x="19512" y="20421"/>
                    <a:pt x="19512" y="20421"/>
                    <a:pt x="19512" y="20421"/>
                  </a:cubicBezTo>
                  <a:cubicBezTo>
                    <a:pt x="19421" y="20290"/>
                    <a:pt x="19421" y="20290"/>
                    <a:pt x="19421" y="20290"/>
                  </a:cubicBezTo>
                  <a:cubicBezTo>
                    <a:pt x="19421" y="20290"/>
                    <a:pt x="19421" y="20290"/>
                    <a:pt x="19421" y="20290"/>
                  </a:cubicBezTo>
                  <a:cubicBezTo>
                    <a:pt x="19421" y="20159"/>
                    <a:pt x="19421" y="20159"/>
                    <a:pt x="19421" y="20159"/>
                  </a:cubicBezTo>
                  <a:cubicBezTo>
                    <a:pt x="19331" y="20029"/>
                    <a:pt x="19331" y="20029"/>
                    <a:pt x="19331" y="20029"/>
                  </a:cubicBezTo>
                  <a:cubicBezTo>
                    <a:pt x="19240" y="20029"/>
                    <a:pt x="19240" y="20029"/>
                    <a:pt x="19240" y="20029"/>
                  </a:cubicBezTo>
                  <a:cubicBezTo>
                    <a:pt x="19240" y="19898"/>
                    <a:pt x="19240" y="19898"/>
                    <a:pt x="19240" y="19898"/>
                  </a:cubicBezTo>
                  <a:cubicBezTo>
                    <a:pt x="19149" y="19767"/>
                    <a:pt x="19149" y="19767"/>
                    <a:pt x="19149" y="19767"/>
                  </a:cubicBezTo>
                  <a:cubicBezTo>
                    <a:pt x="19149" y="19767"/>
                    <a:pt x="19149" y="19767"/>
                    <a:pt x="19149" y="19767"/>
                  </a:cubicBezTo>
                  <a:cubicBezTo>
                    <a:pt x="19058" y="19767"/>
                    <a:pt x="19058" y="19767"/>
                    <a:pt x="19058" y="19767"/>
                  </a:cubicBezTo>
                  <a:cubicBezTo>
                    <a:pt x="19058" y="19767"/>
                    <a:pt x="19058" y="19767"/>
                    <a:pt x="19058" y="19767"/>
                  </a:cubicBezTo>
                  <a:cubicBezTo>
                    <a:pt x="19058" y="19636"/>
                    <a:pt x="19058" y="19636"/>
                    <a:pt x="19058" y="19636"/>
                  </a:cubicBezTo>
                  <a:cubicBezTo>
                    <a:pt x="19058" y="19636"/>
                    <a:pt x="19058" y="19636"/>
                    <a:pt x="19058" y="19636"/>
                  </a:cubicBezTo>
                  <a:cubicBezTo>
                    <a:pt x="19058" y="19505"/>
                    <a:pt x="19058" y="19505"/>
                    <a:pt x="19058" y="19505"/>
                  </a:cubicBezTo>
                  <a:cubicBezTo>
                    <a:pt x="19058" y="19505"/>
                    <a:pt x="19058" y="19505"/>
                    <a:pt x="19058" y="19505"/>
                  </a:cubicBezTo>
                  <a:cubicBezTo>
                    <a:pt x="19058" y="19505"/>
                    <a:pt x="19058" y="19505"/>
                    <a:pt x="19058" y="19505"/>
                  </a:cubicBezTo>
                  <a:cubicBezTo>
                    <a:pt x="19058" y="19374"/>
                    <a:pt x="19058" y="19374"/>
                    <a:pt x="19058" y="19374"/>
                  </a:cubicBezTo>
                  <a:cubicBezTo>
                    <a:pt x="19058" y="19374"/>
                    <a:pt x="19058" y="19374"/>
                    <a:pt x="19058" y="19374"/>
                  </a:cubicBezTo>
                  <a:cubicBezTo>
                    <a:pt x="19058" y="19374"/>
                    <a:pt x="19058" y="19374"/>
                    <a:pt x="19058" y="19374"/>
                  </a:cubicBezTo>
                  <a:cubicBezTo>
                    <a:pt x="18968" y="19374"/>
                    <a:pt x="18968" y="19374"/>
                    <a:pt x="18968" y="19374"/>
                  </a:cubicBezTo>
                  <a:cubicBezTo>
                    <a:pt x="18968" y="19243"/>
                    <a:pt x="18968" y="19243"/>
                    <a:pt x="18968" y="19243"/>
                  </a:cubicBezTo>
                  <a:cubicBezTo>
                    <a:pt x="19058" y="19243"/>
                    <a:pt x="19058" y="19243"/>
                    <a:pt x="19058" y="19243"/>
                  </a:cubicBezTo>
                  <a:cubicBezTo>
                    <a:pt x="19058" y="18850"/>
                    <a:pt x="19058" y="18850"/>
                    <a:pt x="19058" y="18850"/>
                  </a:cubicBezTo>
                  <a:cubicBezTo>
                    <a:pt x="19058" y="18458"/>
                    <a:pt x="19058" y="18458"/>
                    <a:pt x="19058" y="18458"/>
                  </a:cubicBezTo>
                  <a:cubicBezTo>
                    <a:pt x="19058" y="18196"/>
                    <a:pt x="19058" y="18196"/>
                    <a:pt x="19058" y="18196"/>
                  </a:cubicBezTo>
                  <a:cubicBezTo>
                    <a:pt x="19058" y="18065"/>
                    <a:pt x="19058" y="18065"/>
                    <a:pt x="19058" y="18065"/>
                  </a:cubicBezTo>
                  <a:cubicBezTo>
                    <a:pt x="19058" y="17934"/>
                    <a:pt x="19058" y="17934"/>
                    <a:pt x="19058" y="17934"/>
                  </a:cubicBezTo>
                  <a:cubicBezTo>
                    <a:pt x="19058" y="17934"/>
                    <a:pt x="19058" y="17934"/>
                    <a:pt x="19058" y="17934"/>
                  </a:cubicBezTo>
                  <a:cubicBezTo>
                    <a:pt x="19058" y="17803"/>
                    <a:pt x="19058" y="17803"/>
                    <a:pt x="19058" y="17803"/>
                  </a:cubicBezTo>
                  <a:cubicBezTo>
                    <a:pt x="19058" y="17672"/>
                    <a:pt x="19058" y="17672"/>
                    <a:pt x="19058" y="17672"/>
                  </a:cubicBezTo>
                  <a:cubicBezTo>
                    <a:pt x="19058" y="17541"/>
                    <a:pt x="19058" y="17541"/>
                    <a:pt x="19058" y="17541"/>
                  </a:cubicBezTo>
                  <a:cubicBezTo>
                    <a:pt x="18968" y="17410"/>
                    <a:pt x="18968" y="17410"/>
                    <a:pt x="18968" y="17410"/>
                  </a:cubicBezTo>
                  <a:cubicBezTo>
                    <a:pt x="18877" y="17149"/>
                    <a:pt x="18877" y="17149"/>
                    <a:pt x="18877" y="17149"/>
                  </a:cubicBezTo>
                  <a:cubicBezTo>
                    <a:pt x="18877" y="17149"/>
                    <a:pt x="18877" y="17149"/>
                    <a:pt x="18877" y="17149"/>
                  </a:cubicBezTo>
                  <a:cubicBezTo>
                    <a:pt x="18877" y="16756"/>
                    <a:pt x="18877" y="16756"/>
                    <a:pt x="18877" y="16756"/>
                  </a:cubicBezTo>
                  <a:cubicBezTo>
                    <a:pt x="18877" y="16756"/>
                    <a:pt x="18877" y="16756"/>
                    <a:pt x="18877" y="16756"/>
                  </a:cubicBezTo>
                  <a:cubicBezTo>
                    <a:pt x="18877" y="16625"/>
                    <a:pt x="18877" y="16625"/>
                    <a:pt x="18877" y="16625"/>
                  </a:cubicBezTo>
                  <a:cubicBezTo>
                    <a:pt x="18877" y="16494"/>
                    <a:pt x="18877" y="16494"/>
                    <a:pt x="18877" y="16494"/>
                  </a:cubicBezTo>
                  <a:cubicBezTo>
                    <a:pt x="18877" y="16363"/>
                    <a:pt x="18877" y="16363"/>
                    <a:pt x="18877" y="16363"/>
                  </a:cubicBezTo>
                  <a:cubicBezTo>
                    <a:pt x="18786" y="16363"/>
                    <a:pt x="18786" y="16363"/>
                    <a:pt x="18786" y="16363"/>
                  </a:cubicBezTo>
                  <a:cubicBezTo>
                    <a:pt x="18695" y="16363"/>
                    <a:pt x="18695" y="16363"/>
                    <a:pt x="18695" y="16363"/>
                  </a:cubicBezTo>
                  <a:cubicBezTo>
                    <a:pt x="18514" y="16363"/>
                    <a:pt x="18514" y="16363"/>
                    <a:pt x="18514" y="16363"/>
                  </a:cubicBezTo>
                  <a:cubicBezTo>
                    <a:pt x="18514" y="16363"/>
                    <a:pt x="18514" y="16363"/>
                    <a:pt x="18514" y="16363"/>
                  </a:cubicBezTo>
                  <a:cubicBezTo>
                    <a:pt x="18332" y="16494"/>
                    <a:pt x="18332" y="16494"/>
                    <a:pt x="18332" y="16494"/>
                  </a:cubicBezTo>
                  <a:cubicBezTo>
                    <a:pt x="18242" y="16625"/>
                    <a:pt x="18242" y="16625"/>
                    <a:pt x="18242" y="16625"/>
                  </a:cubicBezTo>
                  <a:cubicBezTo>
                    <a:pt x="18151" y="16756"/>
                    <a:pt x="18151" y="16756"/>
                    <a:pt x="18151" y="16756"/>
                  </a:cubicBezTo>
                  <a:cubicBezTo>
                    <a:pt x="18060" y="16887"/>
                    <a:pt x="18060" y="16887"/>
                    <a:pt x="18060" y="16887"/>
                  </a:cubicBezTo>
                  <a:cubicBezTo>
                    <a:pt x="17969" y="16887"/>
                    <a:pt x="17969" y="16887"/>
                    <a:pt x="17969" y="16887"/>
                  </a:cubicBezTo>
                  <a:cubicBezTo>
                    <a:pt x="17788" y="16887"/>
                    <a:pt x="17788" y="16887"/>
                    <a:pt x="17788" y="16887"/>
                  </a:cubicBezTo>
                  <a:cubicBezTo>
                    <a:pt x="17788" y="16887"/>
                    <a:pt x="17788" y="16887"/>
                    <a:pt x="17788" y="16887"/>
                  </a:cubicBezTo>
                  <a:cubicBezTo>
                    <a:pt x="17788" y="16887"/>
                    <a:pt x="17788" y="16887"/>
                    <a:pt x="17788" y="16887"/>
                  </a:cubicBezTo>
                  <a:cubicBezTo>
                    <a:pt x="17788" y="16756"/>
                    <a:pt x="17788" y="16756"/>
                    <a:pt x="17788" y="16756"/>
                  </a:cubicBezTo>
                  <a:cubicBezTo>
                    <a:pt x="17788" y="16625"/>
                    <a:pt x="17788" y="16625"/>
                    <a:pt x="17788" y="16625"/>
                  </a:cubicBezTo>
                  <a:cubicBezTo>
                    <a:pt x="17697" y="15970"/>
                    <a:pt x="17697" y="15970"/>
                    <a:pt x="17697" y="15970"/>
                  </a:cubicBezTo>
                  <a:cubicBezTo>
                    <a:pt x="17606" y="15709"/>
                    <a:pt x="17606" y="15709"/>
                    <a:pt x="17606" y="15709"/>
                  </a:cubicBezTo>
                  <a:cubicBezTo>
                    <a:pt x="17606" y="15578"/>
                    <a:pt x="17606" y="15578"/>
                    <a:pt x="17606" y="15578"/>
                  </a:cubicBezTo>
                  <a:cubicBezTo>
                    <a:pt x="17697" y="15316"/>
                    <a:pt x="17697" y="15316"/>
                    <a:pt x="17697" y="15316"/>
                  </a:cubicBezTo>
                  <a:cubicBezTo>
                    <a:pt x="17425" y="15316"/>
                    <a:pt x="17425" y="15316"/>
                    <a:pt x="17425" y="15316"/>
                  </a:cubicBezTo>
                  <a:cubicBezTo>
                    <a:pt x="17334" y="15447"/>
                    <a:pt x="17334" y="15447"/>
                    <a:pt x="17334" y="15447"/>
                  </a:cubicBezTo>
                  <a:cubicBezTo>
                    <a:pt x="17243" y="15316"/>
                    <a:pt x="17243" y="15316"/>
                    <a:pt x="17243" y="15316"/>
                  </a:cubicBezTo>
                  <a:cubicBezTo>
                    <a:pt x="16971" y="15316"/>
                    <a:pt x="16971" y="15316"/>
                    <a:pt x="16971" y="15316"/>
                  </a:cubicBezTo>
                  <a:cubicBezTo>
                    <a:pt x="21600" y="4319"/>
                    <a:pt x="21600" y="4319"/>
                    <a:pt x="21600" y="4319"/>
                  </a:cubicBezTo>
                  <a:cubicBezTo>
                    <a:pt x="21600" y="4189"/>
                    <a:pt x="21600" y="4189"/>
                    <a:pt x="21600" y="4189"/>
                  </a:cubicBezTo>
                  <a:cubicBezTo>
                    <a:pt x="21509" y="4189"/>
                    <a:pt x="21509" y="4189"/>
                    <a:pt x="21509" y="4189"/>
                  </a:cubicBezTo>
                  <a:cubicBezTo>
                    <a:pt x="21418" y="4189"/>
                    <a:pt x="21418" y="4189"/>
                    <a:pt x="21418" y="4189"/>
                  </a:cubicBezTo>
                  <a:cubicBezTo>
                    <a:pt x="21418" y="4189"/>
                    <a:pt x="21418" y="4189"/>
                    <a:pt x="21418" y="4189"/>
                  </a:cubicBezTo>
                  <a:cubicBezTo>
                    <a:pt x="21418" y="3927"/>
                    <a:pt x="21418" y="3927"/>
                    <a:pt x="21418" y="3927"/>
                  </a:cubicBezTo>
                  <a:cubicBezTo>
                    <a:pt x="21327" y="3796"/>
                    <a:pt x="21327" y="3796"/>
                    <a:pt x="21327" y="3796"/>
                  </a:cubicBezTo>
                  <a:cubicBezTo>
                    <a:pt x="21327" y="3796"/>
                    <a:pt x="21327" y="3796"/>
                    <a:pt x="21327" y="3796"/>
                  </a:cubicBezTo>
                  <a:cubicBezTo>
                    <a:pt x="21236" y="3665"/>
                    <a:pt x="21236" y="3665"/>
                    <a:pt x="21236" y="3665"/>
                  </a:cubicBezTo>
                  <a:cubicBezTo>
                    <a:pt x="21236" y="3534"/>
                    <a:pt x="21236" y="3534"/>
                    <a:pt x="21236" y="3534"/>
                  </a:cubicBezTo>
                  <a:cubicBezTo>
                    <a:pt x="21146" y="3534"/>
                    <a:pt x="21146" y="3534"/>
                    <a:pt x="21146" y="3534"/>
                  </a:cubicBezTo>
                  <a:cubicBezTo>
                    <a:pt x="21055" y="3534"/>
                    <a:pt x="21055" y="3534"/>
                    <a:pt x="21055" y="3534"/>
                  </a:cubicBezTo>
                  <a:cubicBezTo>
                    <a:pt x="21055" y="3534"/>
                    <a:pt x="21055" y="3534"/>
                    <a:pt x="21055" y="3534"/>
                  </a:cubicBezTo>
                  <a:cubicBezTo>
                    <a:pt x="20873" y="3534"/>
                    <a:pt x="20873" y="3534"/>
                    <a:pt x="20873" y="3534"/>
                  </a:cubicBezTo>
                  <a:cubicBezTo>
                    <a:pt x="20783" y="3534"/>
                    <a:pt x="20783" y="3534"/>
                    <a:pt x="20783" y="3534"/>
                  </a:cubicBezTo>
                  <a:cubicBezTo>
                    <a:pt x="20783" y="3534"/>
                    <a:pt x="20783" y="3534"/>
                    <a:pt x="20783" y="3534"/>
                  </a:cubicBezTo>
                  <a:cubicBezTo>
                    <a:pt x="20692" y="3534"/>
                    <a:pt x="20692" y="3534"/>
                    <a:pt x="20692" y="3534"/>
                  </a:cubicBezTo>
                  <a:cubicBezTo>
                    <a:pt x="20692" y="3534"/>
                    <a:pt x="20692" y="3534"/>
                    <a:pt x="20692" y="3534"/>
                  </a:cubicBezTo>
                  <a:cubicBezTo>
                    <a:pt x="20692" y="3534"/>
                    <a:pt x="20692" y="3534"/>
                    <a:pt x="20692" y="3534"/>
                  </a:cubicBezTo>
                  <a:cubicBezTo>
                    <a:pt x="20601" y="3534"/>
                    <a:pt x="20601" y="3534"/>
                    <a:pt x="20601" y="3534"/>
                  </a:cubicBezTo>
                  <a:cubicBezTo>
                    <a:pt x="20601" y="3403"/>
                    <a:pt x="20601" y="3403"/>
                    <a:pt x="20601" y="3403"/>
                  </a:cubicBezTo>
                  <a:cubicBezTo>
                    <a:pt x="20601" y="3403"/>
                    <a:pt x="20601" y="3403"/>
                    <a:pt x="20601" y="3403"/>
                  </a:cubicBezTo>
                  <a:cubicBezTo>
                    <a:pt x="20692" y="3403"/>
                    <a:pt x="20692" y="3403"/>
                    <a:pt x="20692" y="3403"/>
                  </a:cubicBezTo>
                  <a:cubicBezTo>
                    <a:pt x="20601" y="3403"/>
                    <a:pt x="20601" y="3403"/>
                    <a:pt x="20601" y="3403"/>
                  </a:cubicBezTo>
                  <a:cubicBezTo>
                    <a:pt x="20510" y="3403"/>
                    <a:pt x="20510" y="3403"/>
                    <a:pt x="20510" y="3403"/>
                  </a:cubicBezTo>
                  <a:cubicBezTo>
                    <a:pt x="20510" y="3403"/>
                    <a:pt x="20510" y="3403"/>
                    <a:pt x="20510" y="3403"/>
                  </a:cubicBezTo>
                  <a:cubicBezTo>
                    <a:pt x="20510" y="3272"/>
                    <a:pt x="20510" y="3272"/>
                    <a:pt x="20510" y="3272"/>
                  </a:cubicBezTo>
                  <a:cubicBezTo>
                    <a:pt x="20510" y="3272"/>
                    <a:pt x="20510" y="3272"/>
                    <a:pt x="20510" y="3272"/>
                  </a:cubicBezTo>
                  <a:cubicBezTo>
                    <a:pt x="20510" y="3272"/>
                    <a:pt x="20510" y="3272"/>
                    <a:pt x="20510" y="3272"/>
                  </a:cubicBezTo>
                  <a:cubicBezTo>
                    <a:pt x="20420" y="3272"/>
                    <a:pt x="20420" y="3272"/>
                    <a:pt x="20420" y="3272"/>
                  </a:cubicBezTo>
                  <a:cubicBezTo>
                    <a:pt x="20420" y="3272"/>
                    <a:pt x="20420" y="3272"/>
                    <a:pt x="20420" y="3272"/>
                  </a:cubicBezTo>
                  <a:cubicBezTo>
                    <a:pt x="20420" y="3141"/>
                    <a:pt x="20420" y="3141"/>
                    <a:pt x="20420" y="3141"/>
                  </a:cubicBezTo>
                  <a:cubicBezTo>
                    <a:pt x="20329" y="3141"/>
                    <a:pt x="20329" y="3141"/>
                    <a:pt x="20329" y="3141"/>
                  </a:cubicBezTo>
                  <a:cubicBezTo>
                    <a:pt x="20238" y="3010"/>
                    <a:pt x="20238" y="3010"/>
                    <a:pt x="20238" y="3010"/>
                  </a:cubicBezTo>
                  <a:cubicBezTo>
                    <a:pt x="20238" y="3010"/>
                    <a:pt x="20238" y="3010"/>
                    <a:pt x="20238" y="3010"/>
                  </a:cubicBezTo>
                  <a:cubicBezTo>
                    <a:pt x="20147" y="3010"/>
                    <a:pt x="20147" y="3010"/>
                    <a:pt x="20147" y="3010"/>
                  </a:cubicBezTo>
                  <a:cubicBezTo>
                    <a:pt x="20147" y="3010"/>
                    <a:pt x="20147" y="3010"/>
                    <a:pt x="20147" y="3010"/>
                  </a:cubicBezTo>
                  <a:cubicBezTo>
                    <a:pt x="20057" y="3010"/>
                    <a:pt x="20057" y="3010"/>
                    <a:pt x="20057" y="3010"/>
                  </a:cubicBezTo>
                  <a:cubicBezTo>
                    <a:pt x="20057" y="3010"/>
                    <a:pt x="20057" y="3010"/>
                    <a:pt x="20057" y="3010"/>
                  </a:cubicBezTo>
                  <a:cubicBezTo>
                    <a:pt x="20057" y="2879"/>
                    <a:pt x="20057" y="2879"/>
                    <a:pt x="20057" y="2879"/>
                  </a:cubicBezTo>
                  <a:cubicBezTo>
                    <a:pt x="20057" y="2879"/>
                    <a:pt x="20057" y="2879"/>
                    <a:pt x="20057" y="2879"/>
                  </a:cubicBezTo>
                  <a:cubicBezTo>
                    <a:pt x="19966" y="3010"/>
                    <a:pt x="19966" y="3010"/>
                    <a:pt x="19966" y="3010"/>
                  </a:cubicBezTo>
                  <a:cubicBezTo>
                    <a:pt x="19966" y="3010"/>
                    <a:pt x="19966" y="3010"/>
                    <a:pt x="19966" y="3010"/>
                  </a:cubicBezTo>
                  <a:cubicBezTo>
                    <a:pt x="19966" y="2879"/>
                    <a:pt x="19966" y="2879"/>
                    <a:pt x="19966" y="2879"/>
                  </a:cubicBezTo>
                  <a:cubicBezTo>
                    <a:pt x="19966" y="2879"/>
                    <a:pt x="19966" y="2879"/>
                    <a:pt x="19966" y="2879"/>
                  </a:cubicBezTo>
                  <a:cubicBezTo>
                    <a:pt x="19966" y="2879"/>
                    <a:pt x="19966" y="2879"/>
                    <a:pt x="19966" y="2879"/>
                  </a:cubicBezTo>
                  <a:cubicBezTo>
                    <a:pt x="19875" y="2749"/>
                    <a:pt x="19875" y="2749"/>
                    <a:pt x="19875" y="2749"/>
                  </a:cubicBezTo>
                  <a:cubicBezTo>
                    <a:pt x="19784" y="2749"/>
                    <a:pt x="19784" y="2749"/>
                    <a:pt x="19784" y="2749"/>
                  </a:cubicBezTo>
                  <a:cubicBezTo>
                    <a:pt x="19875" y="2749"/>
                    <a:pt x="19875" y="2749"/>
                    <a:pt x="19875" y="2749"/>
                  </a:cubicBezTo>
                  <a:cubicBezTo>
                    <a:pt x="19875" y="2749"/>
                    <a:pt x="19875" y="2749"/>
                    <a:pt x="19875" y="2749"/>
                  </a:cubicBezTo>
                  <a:cubicBezTo>
                    <a:pt x="19784" y="2618"/>
                    <a:pt x="19784" y="2618"/>
                    <a:pt x="19784" y="2618"/>
                  </a:cubicBezTo>
                  <a:cubicBezTo>
                    <a:pt x="19694" y="2618"/>
                    <a:pt x="19694" y="2618"/>
                    <a:pt x="19694" y="2618"/>
                  </a:cubicBezTo>
                  <a:cubicBezTo>
                    <a:pt x="19694" y="2487"/>
                    <a:pt x="19694" y="2487"/>
                    <a:pt x="19694" y="2487"/>
                  </a:cubicBezTo>
                  <a:cubicBezTo>
                    <a:pt x="19694" y="2487"/>
                    <a:pt x="19694" y="2487"/>
                    <a:pt x="19694" y="2487"/>
                  </a:cubicBezTo>
                  <a:cubicBezTo>
                    <a:pt x="19694" y="2487"/>
                    <a:pt x="19694" y="2487"/>
                    <a:pt x="19694" y="2487"/>
                  </a:cubicBezTo>
                  <a:cubicBezTo>
                    <a:pt x="19603" y="2487"/>
                    <a:pt x="19603" y="2487"/>
                    <a:pt x="19603" y="2487"/>
                  </a:cubicBezTo>
                  <a:cubicBezTo>
                    <a:pt x="19421" y="2749"/>
                    <a:pt x="19421" y="2749"/>
                    <a:pt x="19421" y="2749"/>
                  </a:cubicBezTo>
                  <a:cubicBezTo>
                    <a:pt x="19331" y="2879"/>
                    <a:pt x="19331" y="2879"/>
                    <a:pt x="19331" y="2879"/>
                  </a:cubicBezTo>
                  <a:cubicBezTo>
                    <a:pt x="19421" y="2749"/>
                    <a:pt x="19421" y="2749"/>
                    <a:pt x="19421" y="2749"/>
                  </a:cubicBezTo>
                  <a:cubicBezTo>
                    <a:pt x="19512" y="2487"/>
                    <a:pt x="19512" y="2487"/>
                    <a:pt x="19512" y="2487"/>
                  </a:cubicBezTo>
                  <a:cubicBezTo>
                    <a:pt x="19603" y="2356"/>
                    <a:pt x="19603" y="2356"/>
                    <a:pt x="19603" y="2356"/>
                  </a:cubicBezTo>
                  <a:cubicBezTo>
                    <a:pt x="19603" y="2225"/>
                    <a:pt x="19603" y="2225"/>
                    <a:pt x="19603" y="2225"/>
                  </a:cubicBezTo>
                  <a:cubicBezTo>
                    <a:pt x="19603" y="2225"/>
                    <a:pt x="19603" y="2225"/>
                    <a:pt x="19603" y="2225"/>
                  </a:cubicBezTo>
                  <a:cubicBezTo>
                    <a:pt x="19512" y="2094"/>
                    <a:pt x="19512" y="2094"/>
                    <a:pt x="19512" y="2094"/>
                  </a:cubicBezTo>
                  <a:cubicBezTo>
                    <a:pt x="19421" y="2094"/>
                    <a:pt x="19421" y="2094"/>
                    <a:pt x="19421" y="2094"/>
                  </a:cubicBezTo>
                  <a:cubicBezTo>
                    <a:pt x="19331" y="2225"/>
                    <a:pt x="19331" y="2225"/>
                    <a:pt x="19331" y="2225"/>
                  </a:cubicBezTo>
                  <a:cubicBezTo>
                    <a:pt x="19240" y="2225"/>
                    <a:pt x="19240" y="2225"/>
                    <a:pt x="19240" y="2225"/>
                  </a:cubicBezTo>
                  <a:cubicBezTo>
                    <a:pt x="19149" y="2225"/>
                    <a:pt x="19149" y="2225"/>
                    <a:pt x="19149" y="2225"/>
                  </a:cubicBezTo>
                  <a:cubicBezTo>
                    <a:pt x="19058" y="2225"/>
                    <a:pt x="19058" y="2225"/>
                    <a:pt x="19058" y="2225"/>
                  </a:cubicBezTo>
                  <a:cubicBezTo>
                    <a:pt x="18968" y="2356"/>
                    <a:pt x="18968" y="2356"/>
                    <a:pt x="18968" y="2356"/>
                  </a:cubicBezTo>
                  <a:cubicBezTo>
                    <a:pt x="18877" y="2487"/>
                    <a:pt x="18877" y="2487"/>
                    <a:pt x="18877" y="2487"/>
                  </a:cubicBezTo>
                  <a:cubicBezTo>
                    <a:pt x="18968" y="2356"/>
                    <a:pt x="18968" y="2356"/>
                    <a:pt x="18968" y="2356"/>
                  </a:cubicBezTo>
                  <a:cubicBezTo>
                    <a:pt x="18968" y="2225"/>
                    <a:pt x="18968" y="2225"/>
                    <a:pt x="18968" y="2225"/>
                  </a:cubicBezTo>
                  <a:cubicBezTo>
                    <a:pt x="18968" y="2094"/>
                    <a:pt x="18968" y="2094"/>
                    <a:pt x="18968" y="2094"/>
                  </a:cubicBezTo>
                  <a:cubicBezTo>
                    <a:pt x="18968" y="1963"/>
                    <a:pt x="18968" y="1963"/>
                    <a:pt x="18968" y="1963"/>
                  </a:cubicBezTo>
                  <a:cubicBezTo>
                    <a:pt x="18786" y="1963"/>
                    <a:pt x="18786" y="1963"/>
                    <a:pt x="18786" y="1963"/>
                  </a:cubicBezTo>
                  <a:cubicBezTo>
                    <a:pt x="18786" y="1832"/>
                    <a:pt x="18786" y="1832"/>
                    <a:pt x="18786" y="1832"/>
                  </a:cubicBezTo>
                  <a:cubicBezTo>
                    <a:pt x="18877" y="1832"/>
                    <a:pt x="18877" y="1832"/>
                    <a:pt x="18877" y="1832"/>
                  </a:cubicBezTo>
                  <a:cubicBezTo>
                    <a:pt x="18968" y="1832"/>
                    <a:pt x="18968" y="1832"/>
                    <a:pt x="18968" y="1832"/>
                  </a:cubicBezTo>
                  <a:cubicBezTo>
                    <a:pt x="18968" y="1832"/>
                    <a:pt x="18968" y="1832"/>
                    <a:pt x="18968" y="1832"/>
                  </a:cubicBezTo>
                  <a:cubicBezTo>
                    <a:pt x="18786" y="1701"/>
                    <a:pt x="18786" y="1701"/>
                    <a:pt x="18786" y="1701"/>
                  </a:cubicBezTo>
                  <a:cubicBezTo>
                    <a:pt x="18786" y="1570"/>
                    <a:pt x="18786" y="1570"/>
                    <a:pt x="18786" y="1570"/>
                  </a:cubicBezTo>
                  <a:cubicBezTo>
                    <a:pt x="18786" y="1439"/>
                    <a:pt x="18786" y="1439"/>
                    <a:pt x="18786" y="1439"/>
                  </a:cubicBezTo>
                  <a:cubicBezTo>
                    <a:pt x="18877" y="1439"/>
                    <a:pt x="18877" y="1439"/>
                    <a:pt x="18877" y="1439"/>
                  </a:cubicBezTo>
                  <a:cubicBezTo>
                    <a:pt x="18968" y="1309"/>
                    <a:pt x="18968" y="1309"/>
                    <a:pt x="18968" y="1309"/>
                  </a:cubicBezTo>
                  <a:cubicBezTo>
                    <a:pt x="18877" y="1309"/>
                    <a:pt x="18877" y="1309"/>
                    <a:pt x="18877" y="1309"/>
                  </a:cubicBezTo>
                  <a:cubicBezTo>
                    <a:pt x="18877" y="1178"/>
                    <a:pt x="18877" y="1178"/>
                    <a:pt x="18877" y="1178"/>
                  </a:cubicBezTo>
                  <a:cubicBezTo>
                    <a:pt x="18786" y="1178"/>
                    <a:pt x="18786" y="1178"/>
                    <a:pt x="18786" y="1178"/>
                  </a:cubicBezTo>
                  <a:cubicBezTo>
                    <a:pt x="18786" y="1178"/>
                    <a:pt x="18786" y="1178"/>
                    <a:pt x="18786" y="1178"/>
                  </a:cubicBezTo>
                  <a:cubicBezTo>
                    <a:pt x="18786" y="1178"/>
                    <a:pt x="18786" y="1178"/>
                    <a:pt x="18786" y="1178"/>
                  </a:cubicBezTo>
                  <a:cubicBezTo>
                    <a:pt x="18695" y="1047"/>
                    <a:pt x="18695" y="1047"/>
                    <a:pt x="18695" y="1047"/>
                  </a:cubicBezTo>
                  <a:cubicBezTo>
                    <a:pt x="18605" y="1047"/>
                    <a:pt x="18605" y="1047"/>
                    <a:pt x="18605" y="1047"/>
                  </a:cubicBezTo>
                  <a:cubicBezTo>
                    <a:pt x="18514" y="1047"/>
                    <a:pt x="18514" y="1047"/>
                    <a:pt x="18514" y="1047"/>
                  </a:cubicBezTo>
                  <a:cubicBezTo>
                    <a:pt x="18514" y="1047"/>
                    <a:pt x="18514" y="1047"/>
                    <a:pt x="18514" y="1047"/>
                  </a:cubicBezTo>
                  <a:cubicBezTo>
                    <a:pt x="18423" y="1047"/>
                    <a:pt x="18423" y="1047"/>
                    <a:pt x="18423" y="1047"/>
                  </a:cubicBezTo>
                  <a:cubicBezTo>
                    <a:pt x="18332" y="1047"/>
                    <a:pt x="18332" y="1047"/>
                    <a:pt x="18332" y="1047"/>
                  </a:cubicBezTo>
                  <a:cubicBezTo>
                    <a:pt x="18332" y="1178"/>
                    <a:pt x="18332" y="1178"/>
                    <a:pt x="18332" y="1178"/>
                  </a:cubicBezTo>
                  <a:cubicBezTo>
                    <a:pt x="18332" y="1178"/>
                    <a:pt x="18332" y="1178"/>
                    <a:pt x="18332" y="1178"/>
                  </a:cubicBezTo>
                  <a:cubicBezTo>
                    <a:pt x="18242" y="1047"/>
                    <a:pt x="18242" y="1047"/>
                    <a:pt x="18242" y="1047"/>
                  </a:cubicBezTo>
                  <a:cubicBezTo>
                    <a:pt x="18242" y="1047"/>
                    <a:pt x="18242" y="1047"/>
                    <a:pt x="18242" y="1047"/>
                  </a:cubicBezTo>
                  <a:cubicBezTo>
                    <a:pt x="18332" y="1047"/>
                    <a:pt x="18332" y="1047"/>
                    <a:pt x="18332" y="1047"/>
                  </a:cubicBezTo>
                  <a:cubicBezTo>
                    <a:pt x="18332" y="916"/>
                    <a:pt x="18332" y="916"/>
                    <a:pt x="18332" y="916"/>
                  </a:cubicBezTo>
                  <a:cubicBezTo>
                    <a:pt x="18332" y="785"/>
                    <a:pt x="18332" y="785"/>
                    <a:pt x="18332" y="785"/>
                  </a:cubicBezTo>
                  <a:cubicBezTo>
                    <a:pt x="18332" y="785"/>
                    <a:pt x="18332" y="785"/>
                    <a:pt x="18332" y="785"/>
                  </a:cubicBezTo>
                  <a:cubicBezTo>
                    <a:pt x="18332" y="654"/>
                    <a:pt x="18332" y="654"/>
                    <a:pt x="18332" y="654"/>
                  </a:cubicBezTo>
                  <a:cubicBezTo>
                    <a:pt x="18423" y="654"/>
                    <a:pt x="18423" y="654"/>
                    <a:pt x="18423" y="654"/>
                  </a:cubicBezTo>
                  <a:cubicBezTo>
                    <a:pt x="18332" y="523"/>
                    <a:pt x="18332" y="523"/>
                    <a:pt x="18332" y="523"/>
                  </a:cubicBezTo>
                  <a:cubicBezTo>
                    <a:pt x="18332" y="523"/>
                    <a:pt x="18332" y="523"/>
                    <a:pt x="18332" y="523"/>
                  </a:cubicBezTo>
                  <a:cubicBezTo>
                    <a:pt x="18242" y="654"/>
                    <a:pt x="18242" y="654"/>
                    <a:pt x="18242" y="654"/>
                  </a:cubicBezTo>
                  <a:cubicBezTo>
                    <a:pt x="18242" y="785"/>
                    <a:pt x="18242" y="785"/>
                    <a:pt x="18242" y="785"/>
                  </a:cubicBezTo>
                  <a:cubicBezTo>
                    <a:pt x="18242" y="785"/>
                    <a:pt x="18242" y="785"/>
                    <a:pt x="18242" y="785"/>
                  </a:cubicBezTo>
                  <a:cubicBezTo>
                    <a:pt x="18151" y="654"/>
                    <a:pt x="18151" y="654"/>
                    <a:pt x="18151" y="654"/>
                  </a:cubicBezTo>
                  <a:cubicBezTo>
                    <a:pt x="18060" y="785"/>
                    <a:pt x="18060" y="785"/>
                    <a:pt x="18060" y="785"/>
                  </a:cubicBezTo>
                  <a:cubicBezTo>
                    <a:pt x="18060" y="785"/>
                    <a:pt x="18060" y="785"/>
                    <a:pt x="18060" y="785"/>
                  </a:cubicBezTo>
                  <a:cubicBezTo>
                    <a:pt x="18060" y="916"/>
                    <a:pt x="18060" y="916"/>
                    <a:pt x="18060" y="916"/>
                  </a:cubicBezTo>
                  <a:cubicBezTo>
                    <a:pt x="18060" y="916"/>
                    <a:pt x="18060" y="916"/>
                    <a:pt x="18060" y="916"/>
                  </a:cubicBezTo>
                  <a:cubicBezTo>
                    <a:pt x="17969" y="1047"/>
                    <a:pt x="17969" y="1047"/>
                    <a:pt x="17969" y="1047"/>
                  </a:cubicBezTo>
                  <a:cubicBezTo>
                    <a:pt x="17969" y="916"/>
                    <a:pt x="17969" y="916"/>
                    <a:pt x="17969" y="916"/>
                  </a:cubicBezTo>
                  <a:cubicBezTo>
                    <a:pt x="17969" y="1047"/>
                    <a:pt x="17969" y="1047"/>
                    <a:pt x="17969" y="1047"/>
                  </a:cubicBezTo>
                  <a:cubicBezTo>
                    <a:pt x="17878" y="1178"/>
                    <a:pt x="17878" y="1178"/>
                    <a:pt x="17878" y="1178"/>
                  </a:cubicBezTo>
                  <a:cubicBezTo>
                    <a:pt x="17878" y="1047"/>
                    <a:pt x="17878" y="1047"/>
                    <a:pt x="17878" y="1047"/>
                  </a:cubicBezTo>
                  <a:cubicBezTo>
                    <a:pt x="17878" y="916"/>
                    <a:pt x="17878" y="916"/>
                    <a:pt x="17878" y="916"/>
                  </a:cubicBezTo>
                  <a:cubicBezTo>
                    <a:pt x="17969" y="916"/>
                    <a:pt x="17969" y="916"/>
                    <a:pt x="17969" y="916"/>
                  </a:cubicBezTo>
                  <a:cubicBezTo>
                    <a:pt x="17878" y="916"/>
                    <a:pt x="17878" y="916"/>
                    <a:pt x="17878" y="916"/>
                  </a:cubicBezTo>
                  <a:cubicBezTo>
                    <a:pt x="17878" y="916"/>
                    <a:pt x="17878" y="916"/>
                    <a:pt x="17878" y="916"/>
                  </a:cubicBezTo>
                  <a:cubicBezTo>
                    <a:pt x="17788" y="1047"/>
                    <a:pt x="17788" y="1047"/>
                    <a:pt x="17788" y="1047"/>
                  </a:cubicBezTo>
                  <a:cubicBezTo>
                    <a:pt x="17788" y="1047"/>
                    <a:pt x="17788" y="1047"/>
                    <a:pt x="17788" y="1047"/>
                  </a:cubicBezTo>
                  <a:cubicBezTo>
                    <a:pt x="17788" y="916"/>
                    <a:pt x="17788" y="916"/>
                    <a:pt x="17788" y="916"/>
                  </a:cubicBezTo>
                  <a:cubicBezTo>
                    <a:pt x="17788" y="785"/>
                    <a:pt x="17788" y="785"/>
                    <a:pt x="17788" y="785"/>
                  </a:cubicBezTo>
                  <a:cubicBezTo>
                    <a:pt x="17697" y="785"/>
                    <a:pt x="17697" y="785"/>
                    <a:pt x="17697" y="785"/>
                  </a:cubicBezTo>
                  <a:cubicBezTo>
                    <a:pt x="17697" y="654"/>
                    <a:pt x="17697" y="654"/>
                    <a:pt x="17697" y="654"/>
                  </a:cubicBezTo>
                  <a:cubicBezTo>
                    <a:pt x="17788" y="654"/>
                    <a:pt x="17788" y="654"/>
                    <a:pt x="17788" y="654"/>
                  </a:cubicBezTo>
                  <a:cubicBezTo>
                    <a:pt x="17878" y="654"/>
                    <a:pt x="17878" y="654"/>
                    <a:pt x="17878" y="654"/>
                  </a:cubicBezTo>
                  <a:cubicBezTo>
                    <a:pt x="17969" y="654"/>
                    <a:pt x="17969" y="654"/>
                    <a:pt x="17969" y="654"/>
                  </a:cubicBezTo>
                  <a:cubicBezTo>
                    <a:pt x="18060" y="654"/>
                    <a:pt x="18060" y="654"/>
                    <a:pt x="18060" y="654"/>
                  </a:cubicBezTo>
                  <a:cubicBezTo>
                    <a:pt x="18151" y="654"/>
                    <a:pt x="18151" y="654"/>
                    <a:pt x="18151" y="654"/>
                  </a:cubicBezTo>
                  <a:cubicBezTo>
                    <a:pt x="18242" y="523"/>
                    <a:pt x="18242" y="523"/>
                    <a:pt x="18242" y="523"/>
                  </a:cubicBezTo>
                  <a:cubicBezTo>
                    <a:pt x="18242" y="392"/>
                    <a:pt x="18242" y="392"/>
                    <a:pt x="18242" y="392"/>
                  </a:cubicBezTo>
                  <a:cubicBezTo>
                    <a:pt x="18242" y="392"/>
                    <a:pt x="18242" y="392"/>
                    <a:pt x="18242" y="392"/>
                  </a:cubicBezTo>
                  <a:cubicBezTo>
                    <a:pt x="18242" y="392"/>
                    <a:pt x="18242" y="392"/>
                    <a:pt x="18242" y="392"/>
                  </a:cubicBezTo>
                  <a:cubicBezTo>
                    <a:pt x="18151" y="261"/>
                    <a:pt x="18151" y="261"/>
                    <a:pt x="18151" y="261"/>
                  </a:cubicBezTo>
                  <a:cubicBezTo>
                    <a:pt x="18151" y="261"/>
                    <a:pt x="18151" y="261"/>
                    <a:pt x="18151" y="261"/>
                  </a:cubicBezTo>
                  <a:cubicBezTo>
                    <a:pt x="18060" y="261"/>
                    <a:pt x="18060" y="261"/>
                    <a:pt x="18060" y="261"/>
                  </a:cubicBezTo>
                  <a:cubicBezTo>
                    <a:pt x="18060" y="130"/>
                    <a:pt x="18060" y="130"/>
                    <a:pt x="18060" y="130"/>
                  </a:cubicBezTo>
                  <a:cubicBezTo>
                    <a:pt x="18060" y="130"/>
                    <a:pt x="18060" y="130"/>
                    <a:pt x="18060" y="130"/>
                  </a:cubicBezTo>
                  <a:cubicBezTo>
                    <a:pt x="18060" y="130"/>
                    <a:pt x="18060" y="130"/>
                    <a:pt x="18060" y="130"/>
                  </a:cubicBezTo>
                  <a:cubicBezTo>
                    <a:pt x="18060" y="130"/>
                    <a:pt x="18060" y="130"/>
                    <a:pt x="18060" y="130"/>
                  </a:cubicBezTo>
                  <a:cubicBezTo>
                    <a:pt x="18151" y="0"/>
                    <a:pt x="18151" y="0"/>
                    <a:pt x="18151" y="0"/>
                  </a:cubicBezTo>
                  <a:cubicBezTo>
                    <a:pt x="18060" y="0"/>
                    <a:pt x="18060" y="0"/>
                    <a:pt x="18060" y="0"/>
                  </a:cubicBezTo>
                  <a:cubicBezTo>
                    <a:pt x="17969" y="130"/>
                    <a:pt x="17969" y="130"/>
                    <a:pt x="17969" y="130"/>
                  </a:cubicBezTo>
                  <a:cubicBezTo>
                    <a:pt x="17878" y="130"/>
                    <a:pt x="17878" y="130"/>
                    <a:pt x="17878" y="130"/>
                  </a:cubicBezTo>
                  <a:cubicBezTo>
                    <a:pt x="17788" y="130"/>
                    <a:pt x="17788" y="130"/>
                    <a:pt x="17788" y="130"/>
                  </a:cubicBezTo>
                  <a:cubicBezTo>
                    <a:pt x="17697" y="261"/>
                    <a:pt x="17697" y="261"/>
                    <a:pt x="17697" y="261"/>
                  </a:cubicBezTo>
                  <a:cubicBezTo>
                    <a:pt x="17515" y="392"/>
                    <a:pt x="17515" y="392"/>
                    <a:pt x="17515" y="392"/>
                  </a:cubicBezTo>
                  <a:cubicBezTo>
                    <a:pt x="17425" y="523"/>
                    <a:pt x="17425" y="523"/>
                    <a:pt x="17425" y="523"/>
                  </a:cubicBezTo>
                  <a:cubicBezTo>
                    <a:pt x="17243" y="523"/>
                    <a:pt x="17243" y="523"/>
                    <a:pt x="17243" y="523"/>
                  </a:cubicBezTo>
                  <a:cubicBezTo>
                    <a:pt x="17152" y="392"/>
                    <a:pt x="17152" y="392"/>
                    <a:pt x="17152" y="392"/>
                  </a:cubicBezTo>
                  <a:cubicBezTo>
                    <a:pt x="17062" y="392"/>
                    <a:pt x="17062" y="392"/>
                    <a:pt x="17062" y="392"/>
                  </a:cubicBezTo>
                  <a:cubicBezTo>
                    <a:pt x="17062" y="392"/>
                    <a:pt x="17062" y="392"/>
                    <a:pt x="17062" y="392"/>
                  </a:cubicBezTo>
                  <a:cubicBezTo>
                    <a:pt x="17062" y="392"/>
                    <a:pt x="17062" y="392"/>
                    <a:pt x="17062" y="392"/>
                  </a:cubicBezTo>
                  <a:cubicBezTo>
                    <a:pt x="16971" y="261"/>
                    <a:pt x="16971" y="261"/>
                    <a:pt x="16971" y="261"/>
                  </a:cubicBezTo>
                  <a:cubicBezTo>
                    <a:pt x="16880" y="392"/>
                    <a:pt x="16880" y="392"/>
                    <a:pt x="16880" y="392"/>
                  </a:cubicBezTo>
                  <a:cubicBezTo>
                    <a:pt x="16880" y="392"/>
                    <a:pt x="16880" y="392"/>
                    <a:pt x="16880" y="392"/>
                  </a:cubicBezTo>
                  <a:cubicBezTo>
                    <a:pt x="16789" y="392"/>
                    <a:pt x="16789" y="392"/>
                    <a:pt x="16789" y="392"/>
                  </a:cubicBezTo>
                  <a:cubicBezTo>
                    <a:pt x="16789" y="392"/>
                    <a:pt x="16789" y="392"/>
                    <a:pt x="16789" y="392"/>
                  </a:cubicBezTo>
                  <a:cubicBezTo>
                    <a:pt x="16789" y="261"/>
                    <a:pt x="16789" y="261"/>
                    <a:pt x="16789" y="261"/>
                  </a:cubicBezTo>
                  <a:cubicBezTo>
                    <a:pt x="16880" y="261"/>
                    <a:pt x="16880" y="261"/>
                    <a:pt x="16880" y="261"/>
                  </a:cubicBezTo>
                  <a:cubicBezTo>
                    <a:pt x="16880" y="261"/>
                    <a:pt x="16880" y="261"/>
                    <a:pt x="16880" y="261"/>
                  </a:cubicBezTo>
                  <a:cubicBezTo>
                    <a:pt x="16789" y="261"/>
                    <a:pt x="16789" y="261"/>
                    <a:pt x="16789" y="261"/>
                  </a:cubicBezTo>
                  <a:cubicBezTo>
                    <a:pt x="16608" y="392"/>
                    <a:pt x="16608" y="392"/>
                    <a:pt x="16608" y="392"/>
                  </a:cubicBezTo>
                  <a:cubicBezTo>
                    <a:pt x="16517" y="392"/>
                    <a:pt x="16517" y="392"/>
                    <a:pt x="16517" y="392"/>
                  </a:cubicBezTo>
                  <a:cubicBezTo>
                    <a:pt x="16426" y="523"/>
                    <a:pt x="16426" y="523"/>
                    <a:pt x="16426" y="523"/>
                  </a:cubicBezTo>
                  <a:cubicBezTo>
                    <a:pt x="16426" y="654"/>
                    <a:pt x="16426" y="654"/>
                    <a:pt x="16426" y="654"/>
                  </a:cubicBezTo>
                  <a:cubicBezTo>
                    <a:pt x="16517" y="654"/>
                    <a:pt x="16517" y="654"/>
                    <a:pt x="16517" y="654"/>
                  </a:cubicBezTo>
                  <a:cubicBezTo>
                    <a:pt x="16517" y="785"/>
                    <a:pt x="16517" y="785"/>
                    <a:pt x="16517" y="785"/>
                  </a:cubicBezTo>
                  <a:cubicBezTo>
                    <a:pt x="16426" y="785"/>
                    <a:pt x="16426" y="785"/>
                    <a:pt x="16426" y="785"/>
                  </a:cubicBezTo>
                  <a:cubicBezTo>
                    <a:pt x="16336" y="785"/>
                    <a:pt x="16336" y="785"/>
                    <a:pt x="16336" y="785"/>
                  </a:cubicBezTo>
                  <a:cubicBezTo>
                    <a:pt x="16245" y="1047"/>
                    <a:pt x="16245" y="1047"/>
                    <a:pt x="16245" y="1047"/>
                  </a:cubicBezTo>
                  <a:cubicBezTo>
                    <a:pt x="16154" y="1309"/>
                    <a:pt x="16154" y="1309"/>
                    <a:pt x="16154" y="1309"/>
                  </a:cubicBezTo>
                  <a:cubicBezTo>
                    <a:pt x="16154" y="1309"/>
                    <a:pt x="16154" y="1309"/>
                    <a:pt x="16154" y="1309"/>
                  </a:cubicBezTo>
                  <a:cubicBezTo>
                    <a:pt x="16154" y="1178"/>
                    <a:pt x="16154" y="1178"/>
                    <a:pt x="16154" y="1178"/>
                  </a:cubicBezTo>
                  <a:cubicBezTo>
                    <a:pt x="16154" y="1047"/>
                    <a:pt x="16154" y="1047"/>
                    <a:pt x="16154" y="1047"/>
                  </a:cubicBezTo>
                  <a:cubicBezTo>
                    <a:pt x="16245" y="785"/>
                    <a:pt x="16245" y="785"/>
                    <a:pt x="16245" y="785"/>
                  </a:cubicBezTo>
                  <a:cubicBezTo>
                    <a:pt x="16245" y="785"/>
                    <a:pt x="16245" y="785"/>
                    <a:pt x="16245" y="785"/>
                  </a:cubicBezTo>
                  <a:cubicBezTo>
                    <a:pt x="16245" y="785"/>
                    <a:pt x="16245" y="785"/>
                    <a:pt x="16245" y="785"/>
                  </a:cubicBezTo>
                  <a:cubicBezTo>
                    <a:pt x="16063" y="916"/>
                    <a:pt x="16063" y="916"/>
                    <a:pt x="16063" y="916"/>
                  </a:cubicBezTo>
                  <a:cubicBezTo>
                    <a:pt x="15973" y="916"/>
                    <a:pt x="15973" y="916"/>
                    <a:pt x="15973" y="916"/>
                  </a:cubicBezTo>
                  <a:cubicBezTo>
                    <a:pt x="15882" y="785"/>
                    <a:pt x="15882" y="785"/>
                    <a:pt x="15882" y="785"/>
                  </a:cubicBezTo>
                  <a:cubicBezTo>
                    <a:pt x="15791" y="654"/>
                    <a:pt x="15791" y="654"/>
                    <a:pt x="15791" y="654"/>
                  </a:cubicBezTo>
                  <a:cubicBezTo>
                    <a:pt x="15700" y="654"/>
                    <a:pt x="15700" y="654"/>
                    <a:pt x="15700" y="654"/>
                  </a:cubicBezTo>
                  <a:cubicBezTo>
                    <a:pt x="15700" y="654"/>
                    <a:pt x="15700" y="654"/>
                    <a:pt x="15700" y="654"/>
                  </a:cubicBezTo>
                  <a:cubicBezTo>
                    <a:pt x="15700" y="785"/>
                    <a:pt x="15700" y="785"/>
                    <a:pt x="15700" y="785"/>
                  </a:cubicBezTo>
                  <a:cubicBezTo>
                    <a:pt x="15791" y="785"/>
                    <a:pt x="15791" y="785"/>
                    <a:pt x="15791" y="785"/>
                  </a:cubicBezTo>
                  <a:cubicBezTo>
                    <a:pt x="15882" y="916"/>
                    <a:pt x="15882" y="916"/>
                    <a:pt x="15882" y="916"/>
                  </a:cubicBezTo>
                  <a:cubicBezTo>
                    <a:pt x="15791" y="916"/>
                    <a:pt x="15791" y="916"/>
                    <a:pt x="15791" y="916"/>
                  </a:cubicBezTo>
                  <a:cubicBezTo>
                    <a:pt x="15700" y="916"/>
                    <a:pt x="15700" y="916"/>
                    <a:pt x="15700" y="916"/>
                  </a:cubicBezTo>
                  <a:cubicBezTo>
                    <a:pt x="15610" y="785"/>
                    <a:pt x="15610" y="785"/>
                    <a:pt x="15610" y="785"/>
                  </a:cubicBezTo>
                  <a:cubicBezTo>
                    <a:pt x="15428" y="916"/>
                    <a:pt x="15428" y="916"/>
                    <a:pt x="15428" y="916"/>
                  </a:cubicBezTo>
                  <a:cubicBezTo>
                    <a:pt x="15156" y="1178"/>
                    <a:pt x="15156" y="1178"/>
                    <a:pt x="15156" y="1178"/>
                  </a:cubicBezTo>
                  <a:cubicBezTo>
                    <a:pt x="14974" y="1309"/>
                    <a:pt x="14974" y="1309"/>
                    <a:pt x="14974" y="1309"/>
                  </a:cubicBezTo>
                  <a:cubicBezTo>
                    <a:pt x="14793" y="1439"/>
                    <a:pt x="14793" y="1439"/>
                    <a:pt x="14793" y="1439"/>
                  </a:cubicBezTo>
                  <a:cubicBezTo>
                    <a:pt x="14611" y="1701"/>
                    <a:pt x="14611" y="1701"/>
                    <a:pt x="14611" y="1701"/>
                  </a:cubicBezTo>
                  <a:cubicBezTo>
                    <a:pt x="14430" y="1832"/>
                    <a:pt x="14430" y="1832"/>
                    <a:pt x="14430" y="1832"/>
                  </a:cubicBezTo>
                  <a:cubicBezTo>
                    <a:pt x="14339" y="1963"/>
                    <a:pt x="14339" y="1963"/>
                    <a:pt x="14339" y="1963"/>
                  </a:cubicBezTo>
                  <a:cubicBezTo>
                    <a:pt x="14248" y="1963"/>
                    <a:pt x="14248" y="1963"/>
                    <a:pt x="14248" y="1963"/>
                  </a:cubicBezTo>
                  <a:cubicBezTo>
                    <a:pt x="14157" y="2094"/>
                    <a:pt x="14157" y="2094"/>
                    <a:pt x="14157" y="2094"/>
                  </a:cubicBezTo>
                  <a:cubicBezTo>
                    <a:pt x="14067" y="2094"/>
                    <a:pt x="14067" y="2094"/>
                    <a:pt x="14067" y="2094"/>
                  </a:cubicBezTo>
                  <a:cubicBezTo>
                    <a:pt x="13885" y="2225"/>
                    <a:pt x="13885" y="2225"/>
                    <a:pt x="13885" y="2225"/>
                  </a:cubicBezTo>
                  <a:cubicBezTo>
                    <a:pt x="13794" y="2225"/>
                    <a:pt x="13794" y="2225"/>
                    <a:pt x="13794" y="2225"/>
                  </a:cubicBezTo>
                  <a:cubicBezTo>
                    <a:pt x="13704" y="2094"/>
                    <a:pt x="13704" y="2094"/>
                    <a:pt x="13704" y="2094"/>
                  </a:cubicBezTo>
                  <a:cubicBezTo>
                    <a:pt x="13613" y="2094"/>
                    <a:pt x="13613" y="2094"/>
                    <a:pt x="13613" y="2094"/>
                  </a:cubicBezTo>
                  <a:cubicBezTo>
                    <a:pt x="13522" y="1963"/>
                    <a:pt x="13522" y="1963"/>
                    <a:pt x="13522" y="1963"/>
                  </a:cubicBezTo>
                  <a:cubicBezTo>
                    <a:pt x="13431" y="1963"/>
                    <a:pt x="13431" y="1963"/>
                    <a:pt x="13431" y="1963"/>
                  </a:cubicBezTo>
                  <a:cubicBezTo>
                    <a:pt x="13250" y="1832"/>
                    <a:pt x="13250" y="1832"/>
                    <a:pt x="13250" y="1832"/>
                  </a:cubicBezTo>
                  <a:cubicBezTo>
                    <a:pt x="13250" y="1963"/>
                    <a:pt x="13250" y="1963"/>
                    <a:pt x="13250" y="1963"/>
                  </a:cubicBezTo>
                  <a:cubicBezTo>
                    <a:pt x="13159" y="1963"/>
                    <a:pt x="13159" y="1963"/>
                    <a:pt x="13159" y="1963"/>
                  </a:cubicBezTo>
                  <a:cubicBezTo>
                    <a:pt x="12978" y="2225"/>
                    <a:pt x="12978" y="2225"/>
                    <a:pt x="12978" y="2225"/>
                  </a:cubicBezTo>
                  <a:cubicBezTo>
                    <a:pt x="12978" y="2356"/>
                    <a:pt x="12978" y="2356"/>
                    <a:pt x="12978" y="2356"/>
                  </a:cubicBezTo>
                  <a:cubicBezTo>
                    <a:pt x="12887" y="2487"/>
                    <a:pt x="12887" y="2487"/>
                    <a:pt x="12887" y="2487"/>
                  </a:cubicBezTo>
                  <a:cubicBezTo>
                    <a:pt x="12796" y="2618"/>
                    <a:pt x="12796" y="2618"/>
                    <a:pt x="12796" y="2618"/>
                  </a:cubicBezTo>
                  <a:cubicBezTo>
                    <a:pt x="12796" y="2618"/>
                    <a:pt x="12796" y="2618"/>
                    <a:pt x="12796" y="2618"/>
                  </a:cubicBezTo>
                  <a:cubicBezTo>
                    <a:pt x="12705" y="2487"/>
                    <a:pt x="12705" y="2487"/>
                    <a:pt x="12705" y="2487"/>
                  </a:cubicBezTo>
                  <a:cubicBezTo>
                    <a:pt x="12705" y="2618"/>
                    <a:pt x="12705" y="2618"/>
                    <a:pt x="12705" y="2618"/>
                  </a:cubicBezTo>
                  <a:cubicBezTo>
                    <a:pt x="12705" y="2749"/>
                    <a:pt x="12705" y="2749"/>
                    <a:pt x="12705" y="2749"/>
                  </a:cubicBezTo>
                  <a:cubicBezTo>
                    <a:pt x="12887" y="3272"/>
                    <a:pt x="12887" y="3272"/>
                    <a:pt x="12887" y="3272"/>
                  </a:cubicBezTo>
                  <a:cubicBezTo>
                    <a:pt x="12978" y="3534"/>
                    <a:pt x="12978" y="3534"/>
                    <a:pt x="12978" y="3534"/>
                  </a:cubicBezTo>
                  <a:cubicBezTo>
                    <a:pt x="12978" y="3927"/>
                    <a:pt x="12978" y="3927"/>
                    <a:pt x="12978" y="3927"/>
                  </a:cubicBezTo>
                  <a:cubicBezTo>
                    <a:pt x="12978" y="4189"/>
                    <a:pt x="12978" y="4189"/>
                    <a:pt x="12978" y="4189"/>
                  </a:cubicBezTo>
                  <a:cubicBezTo>
                    <a:pt x="12887" y="4450"/>
                    <a:pt x="12887" y="4450"/>
                    <a:pt x="12887" y="4450"/>
                  </a:cubicBezTo>
                  <a:cubicBezTo>
                    <a:pt x="12796" y="4581"/>
                    <a:pt x="12796" y="4581"/>
                    <a:pt x="12796" y="4581"/>
                  </a:cubicBezTo>
                  <a:cubicBezTo>
                    <a:pt x="12796" y="4581"/>
                    <a:pt x="12796" y="4581"/>
                    <a:pt x="12796" y="4581"/>
                  </a:cubicBezTo>
                  <a:cubicBezTo>
                    <a:pt x="12978" y="4843"/>
                    <a:pt x="12978" y="4843"/>
                    <a:pt x="12978" y="4843"/>
                  </a:cubicBezTo>
                  <a:cubicBezTo>
                    <a:pt x="13068" y="4843"/>
                    <a:pt x="13068" y="4843"/>
                    <a:pt x="13068" y="4843"/>
                  </a:cubicBezTo>
                  <a:cubicBezTo>
                    <a:pt x="13068" y="4843"/>
                    <a:pt x="13068" y="4843"/>
                    <a:pt x="13068" y="4843"/>
                  </a:cubicBezTo>
                  <a:cubicBezTo>
                    <a:pt x="13068" y="4843"/>
                    <a:pt x="13068" y="4843"/>
                    <a:pt x="13068" y="4843"/>
                  </a:cubicBezTo>
                  <a:cubicBezTo>
                    <a:pt x="13159" y="4843"/>
                    <a:pt x="13159" y="4843"/>
                    <a:pt x="13159" y="4843"/>
                  </a:cubicBezTo>
                  <a:cubicBezTo>
                    <a:pt x="13159" y="4843"/>
                    <a:pt x="13159" y="4843"/>
                    <a:pt x="13159" y="4843"/>
                  </a:cubicBezTo>
                  <a:cubicBezTo>
                    <a:pt x="13159" y="4843"/>
                    <a:pt x="13159" y="4843"/>
                    <a:pt x="13159" y="4843"/>
                  </a:cubicBezTo>
                  <a:cubicBezTo>
                    <a:pt x="13159" y="4974"/>
                    <a:pt x="13159" y="4974"/>
                    <a:pt x="13159" y="4974"/>
                  </a:cubicBezTo>
                  <a:cubicBezTo>
                    <a:pt x="13341" y="5105"/>
                    <a:pt x="13341" y="5105"/>
                    <a:pt x="13341" y="5105"/>
                  </a:cubicBezTo>
                  <a:cubicBezTo>
                    <a:pt x="13250" y="5105"/>
                    <a:pt x="13250" y="5105"/>
                    <a:pt x="13250" y="5105"/>
                  </a:cubicBezTo>
                  <a:cubicBezTo>
                    <a:pt x="13159" y="5105"/>
                    <a:pt x="13159" y="5105"/>
                    <a:pt x="13159" y="5105"/>
                  </a:cubicBezTo>
                  <a:cubicBezTo>
                    <a:pt x="13159" y="5236"/>
                    <a:pt x="13159" y="5236"/>
                    <a:pt x="13159" y="5236"/>
                  </a:cubicBezTo>
                  <a:cubicBezTo>
                    <a:pt x="13159" y="5498"/>
                    <a:pt x="13159" y="5498"/>
                    <a:pt x="13159" y="5498"/>
                  </a:cubicBezTo>
                  <a:cubicBezTo>
                    <a:pt x="13159" y="5629"/>
                    <a:pt x="13159" y="5629"/>
                    <a:pt x="13159" y="5629"/>
                  </a:cubicBezTo>
                  <a:cubicBezTo>
                    <a:pt x="13250" y="5629"/>
                    <a:pt x="13250" y="5629"/>
                    <a:pt x="13250" y="5629"/>
                  </a:cubicBezTo>
                  <a:cubicBezTo>
                    <a:pt x="13250" y="5629"/>
                    <a:pt x="13250" y="5629"/>
                    <a:pt x="13250" y="5629"/>
                  </a:cubicBezTo>
                  <a:cubicBezTo>
                    <a:pt x="13341" y="5498"/>
                    <a:pt x="13341" y="5498"/>
                    <a:pt x="13341" y="5498"/>
                  </a:cubicBezTo>
                  <a:cubicBezTo>
                    <a:pt x="13431" y="5629"/>
                    <a:pt x="13431" y="5629"/>
                    <a:pt x="13431" y="5629"/>
                  </a:cubicBezTo>
                  <a:cubicBezTo>
                    <a:pt x="13431" y="5629"/>
                    <a:pt x="13431" y="5629"/>
                    <a:pt x="13431" y="5629"/>
                  </a:cubicBezTo>
                  <a:cubicBezTo>
                    <a:pt x="13522" y="5629"/>
                    <a:pt x="13522" y="5629"/>
                    <a:pt x="13522" y="5629"/>
                  </a:cubicBezTo>
                  <a:cubicBezTo>
                    <a:pt x="13704" y="5629"/>
                    <a:pt x="13704" y="5629"/>
                    <a:pt x="13704" y="5629"/>
                  </a:cubicBezTo>
                  <a:cubicBezTo>
                    <a:pt x="13794" y="5759"/>
                    <a:pt x="13794" y="5759"/>
                    <a:pt x="13794" y="5759"/>
                  </a:cubicBezTo>
                  <a:cubicBezTo>
                    <a:pt x="13704" y="5759"/>
                    <a:pt x="13704" y="5759"/>
                    <a:pt x="13704" y="5759"/>
                  </a:cubicBezTo>
                  <a:cubicBezTo>
                    <a:pt x="13704" y="5890"/>
                    <a:pt x="13704" y="5890"/>
                    <a:pt x="13704" y="5890"/>
                  </a:cubicBezTo>
                  <a:cubicBezTo>
                    <a:pt x="13704" y="6021"/>
                    <a:pt x="13704" y="6021"/>
                    <a:pt x="13704" y="6021"/>
                  </a:cubicBezTo>
                  <a:cubicBezTo>
                    <a:pt x="13522" y="6021"/>
                    <a:pt x="13522" y="6021"/>
                    <a:pt x="13522" y="6021"/>
                  </a:cubicBezTo>
                  <a:cubicBezTo>
                    <a:pt x="13522" y="6021"/>
                    <a:pt x="13522" y="6021"/>
                    <a:pt x="13522" y="6021"/>
                  </a:cubicBezTo>
                  <a:cubicBezTo>
                    <a:pt x="13522" y="5890"/>
                    <a:pt x="13522" y="5890"/>
                    <a:pt x="13522" y="5890"/>
                  </a:cubicBezTo>
                  <a:cubicBezTo>
                    <a:pt x="13431" y="6021"/>
                    <a:pt x="13431" y="6021"/>
                    <a:pt x="13431" y="6021"/>
                  </a:cubicBezTo>
                  <a:cubicBezTo>
                    <a:pt x="13341" y="5890"/>
                    <a:pt x="13341" y="5890"/>
                    <a:pt x="13341" y="5890"/>
                  </a:cubicBezTo>
                  <a:cubicBezTo>
                    <a:pt x="13250" y="5890"/>
                    <a:pt x="13250" y="5890"/>
                    <a:pt x="13250" y="5890"/>
                  </a:cubicBezTo>
                  <a:cubicBezTo>
                    <a:pt x="13250" y="5759"/>
                    <a:pt x="13250" y="5759"/>
                    <a:pt x="13250" y="5759"/>
                  </a:cubicBezTo>
                  <a:cubicBezTo>
                    <a:pt x="13159" y="5759"/>
                    <a:pt x="13159" y="5759"/>
                    <a:pt x="13159" y="5759"/>
                  </a:cubicBezTo>
                  <a:cubicBezTo>
                    <a:pt x="13159" y="5759"/>
                    <a:pt x="13159" y="5759"/>
                    <a:pt x="13159" y="5759"/>
                  </a:cubicBezTo>
                  <a:cubicBezTo>
                    <a:pt x="13068" y="5629"/>
                    <a:pt x="13068" y="5629"/>
                    <a:pt x="13068" y="5629"/>
                  </a:cubicBezTo>
                  <a:cubicBezTo>
                    <a:pt x="13068" y="5498"/>
                    <a:pt x="13068" y="5498"/>
                    <a:pt x="13068" y="5498"/>
                  </a:cubicBezTo>
                  <a:cubicBezTo>
                    <a:pt x="13159" y="5105"/>
                    <a:pt x="13159" y="5105"/>
                    <a:pt x="13159" y="5105"/>
                  </a:cubicBezTo>
                  <a:cubicBezTo>
                    <a:pt x="13159" y="5105"/>
                    <a:pt x="13159" y="5105"/>
                    <a:pt x="13159" y="5105"/>
                  </a:cubicBezTo>
                  <a:cubicBezTo>
                    <a:pt x="13068" y="5105"/>
                    <a:pt x="13068" y="5105"/>
                    <a:pt x="13068" y="5105"/>
                  </a:cubicBezTo>
                  <a:cubicBezTo>
                    <a:pt x="13068" y="5105"/>
                    <a:pt x="13068" y="5105"/>
                    <a:pt x="13068" y="5105"/>
                  </a:cubicBezTo>
                  <a:cubicBezTo>
                    <a:pt x="12978" y="5498"/>
                    <a:pt x="12978" y="5498"/>
                    <a:pt x="12978" y="5498"/>
                  </a:cubicBezTo>
                  <a:cubicBezTo>
                    <a:pt x="12978" y="5629"/>
                    <a:pt x="12978" y="5629"/>
                    <a:pt x="12978" y="5629"/>
                  </a:cubicBezTo>
                  <a:cubicBezTo>
                    <a:pt x="12887" y="5759"/>
                    <a:pt x="12887" y="5759"/>
                    <a:pt x="12887" y="5759"/>
                  </a:cubicBezTo>
                  <a:cubicBezTo>
                    <a:pt x="12887" y="5890"/>
                    <a:pt x="12887" y="5890"/>
                    <a:pt x="12887" y="5890"/>
                  </a:cubicBezTo>
                  <a:cubicBezTo>
                    <a:pt x="12978" y="5759"/>
                    <a:pt x="12978" y="5759"/>
                    <a:pt x="12978" y="5759"/>
                  </a:cubicBezTo>
                  <a:cubicBezTo>
                    <a:pt x="12978" y="5759"/>
                    <a:pt x="12978" y="5759"/>
                    <a:pt x="12978" y="5759"/>
                  </a:cubicBezTo>
                  <a:cubicBezTo>
                    <a:pt x="13068" y="5759"/>
                    <a:pt x="13068" y="5759"/>
                    <a:pt x="13068" y="5759"/>
                  </a:cubicBezTo>
                  <a:cubicBezTo>
                    <a:pt x="13159" y="5759"/>
                    <a:pt x="13159" y="5759"/>
                    <a:pt x="13159" y="5759"/>
                  </a:cubicBezTo>
                  <a:cubicBezTo>
                    <a:pt x="13159" y="5890"/>
                    <a:pt x="13159" y="5890"/>
                    <a:pt x="13159" y="5890"/>
                  </a:cubicBezTo>
                  <a:cubicBezTo>
                    <a:pt x="13159" y="6021"/>
                    <a:pt x="13159" y="6021"/>
                    <a:pt x="13159" y="6021"/>
                  </a:cubicBezTo>
                  <a:cubicBezTo>
                    <a:pt x="13068" y="6152"/>
                    <a:pt x="13068" y="6152"/>
                    <a:pt x="13068" y="6152"/>
                  </a:cubicBezTo>
                  <a:cubicBezTo>
                    <a:pt x="12978" y="6283"/>
                    <a:pt x="12978" y="6283"/>
                    <a:pt x="12978" y="6283"/>
                  </a:cubicBezTo>
                  <a:cubicBezTo>
                    <a:pt x="13068" y="6021"/>
                    <a:pt x="13068" y="6021"/>
                    <a:pt x="13068" y="6021"/>
                  </a:cubicBezTo>
                  <a:cubicBezTo>
                    <a:pt x="13068" y="6021"/>
                    <a:pt x="13068" y="6021"/>
                    <a:pt x="13068" y="6021"/>
                  </a:cubicBezTo>
                  <a:cubicBezTo>
                    <a:pt x="13068" y="6021"/>
                    <a:pt x="13068" y="6021"/>
                    <a:pt x="13068" y="6021"/>
                  </a:cubicBezTo>
                  <a:cubicBezTo>
                    <a:pt x="12978" y="5890"/>
                    <a:pt x="12978" y="5890"/>
                    <a:pt x="12978" y="5890"/>
                  </a:cubicBezTo>
                  <a:cubicBezTo>
                    <a:pt x="12978" y="6021"/>
                    <a:pt x="12978" y="6021"/>
                    <a:pt x="12978" y="6021"/>
                  </a:cubicBezTo>
                  <a:cubicBezTo>
                    <a:pt x="12796" y="6152"/>
                    <a:pt x="12796" y="6152"/>
                    <a:pt x="12796" y="6152"/>
                  </a:cubicBezTo>
                  <a:cubicBezTo>
                    <a:pt x="12796" y="6283"/>
                    <a:pt x="12796" y="6283"/>
                    <a:pt x="12796" y="6283"/>
                  </a:cubicBezTo>
                  <a:cubicBezTo>
                    <a:pt x="12796" y="6283"/>
                    <a:pt x="12796" y="6283"/>
                    <a:pt x="12796" y="6283"/>
                  </a:cubicBezTo>
                  <a:cubicBezTo>
                    <a:pt x="12705" y="6283"/>
                    <a:pt x="12705" y="6283"/>
                    <a:pt x="12705" y="6283"/>
                  </a:cubicBezTo>
                  <a:cubicBezTo>
                    <a:pt x="12705" y="6152"/>
                    <a:pt x="12705" y="6152"/>
                    <a:pt x="12705" y="6152"/>
                  </a:cubicBezTo>
                  <a:cubicBezTo>
                    <a:pt x="12615" y="6152"/>
                    <a:pt x="12615" y="6152"/>
                    <a:pt x="12615" y="6152"/>
                  </a:cubicBezTo>
                  <a:cubicBezTo>
                    <a:pt x="12524" y="6152"/>
                    <a:pt x="12524" y="6152"/>
                    <a:pt x="12524" y="6152"/>
                  </a:cubicBezTo>
                  <a:cubicBezTo>
                    <a:pt x="12433" y="6152"/>
                    <a:pt x="12433" y="6152"/>
                    <a:pt x="12433" y="6152"/>
                  </a:cubicBezTo>
                  <a:cubicBezTo>
                    <a:pt x="12433" y="6021"/>
                    <a:pt x="12433" y="6021"/>
                    <a:pt x="12433" y="6021"/>
                  </a:cubicBezTo>
                  <a:cubicBezTo>
                    <a:pt x="12433" y="6021"/>
                    <a:pt x="12433" y="6021"/>
                    <a:pt x="12433" y="6021"/>
                  </a:cubicBezTo>
                  <a:cubicBezTo>
                    <a:pt x="12342" y="6021"/>
                    <a:pt x="12342" y="6021"/>
                    <a:pt x="12342" y="6021"/>
                  </a:cubicBezTo>
                  <a:cubicBezTo>
                    <a:pt x="12342" y="6021"/>
                    <a:pt x="12342" y="6021"/>
                    <a:pt x="12342" y="6021"/>
                  </a:cubicBezTo>
                  <a:cubicBezTo>
                    <a:pt x="12252" y="6021"/>
                    <a:pt x="12252" y="6021"/>
                    <a:pt x="12252" y="6021"/>
                  </a:cubicBezTo>
                  <a:cubicBezTo>
                    <a:pt x="12252" y="5890"/>
                    <a:pt x="12252" y="5890"/>
                    <a:pt x="12252" y="5890"/>
                  </a:cubicBezTo>
                  <a:cubicBezTo>
                    <a:pt x="12161" y="6021"/>
                    <a:pt x="12161" y="6021"/>
                    <a:pt x="12161" y="6021"/>
                  </a:cubicBezTo>
                  <a:cubicBezTo>
                    <a:pt x="12161" y="5890"/>
                    <a:pt x="12161" y="5890"/>
                    <a:pt x="12161" y="5890"/>
                  </a:cubicBezTo>
                  <a:cubicBezTo>
                    <a:pt x="12161" y="5890"/>
                    <a:pt x="12161" y="5890"/>
                    <a:pt x="12161" y="5890"/>
                  </a:cubicBezTo>
                  <a:cubicBezTo>
                    <a:pt x="12070" y="5759"/>
                    <a:pt x="12070" y="5759"/>
                    <a:pt x="12070" y="5759"/>
                  </a:cubicBezTo>
                  <a:cubicBezTo>
                    <a:pt x="12070" y="5629"/>
                    <a:pt x="12070" y="5629"/>
                    <a:pt x="12070" y="5629"/>
                  </a:cubicBezTo>
                  <a:cubicBezTo>
                    <a:pt x="12161" y="5629"/>
                    <a:pt x="12161" y="5629"/>
                    <a:pt x="12161" y="5629"/>
                  </a:cubicBezTo>
                  <a:cubicBezTo>
                    <a:pt x="12252" y="5498"/>
                    <a:pt x="12252" y="5498"/>
                    <a:pt x="12252" y="5498"/>
                  </a:cubicBezTo>
                  <a:cubicBezTo>
                    <a:pt x="12342" y="5498"/>
                    <a:pt x="12342" y="5498"/>
                    <a:pt x="12342" y="5498"/>
                  </a:cubicBezTo>
                  <a:cubicBezTo>
                    <a:pt x="12342" y="5367"/>
                    <a:pt x="12342" y="5367"/>
                    <a:pt x="12342" y="5367"/>
                  </a:cubicBezTo>
                  <a:cubicBezTo>
                    <a:pt x="12342" y="5367"/>
                    <a:pt x="12342" y="5367"/>
                    <a:pt x="12342" y="5367"/>
                  </a:cubicBezTo>
                  <a:cubicBezTo>
                    <a:pt x="12252" y="5236"/>
                    <a:pt x="12252" y="5236"/>
                    <a:pt x="12252" y="5236"/>
                  </a:cubicBezTo>
                  <a:cubicBezTo>
                    <a:pt x="12161" y="5105"/>
                    <a:pt x="12161" y="5105"/>
                    <a:pt x="12161" y="5105"/>
                  </a:cubicBezTo>
                  <a:cubicBezTo>
                    <a:pt x="12070" y="5105"/>
                    <a:pt x="12070" y="5105"/>
                    <a:pt x="12070" y="5105"/>
                  </a:cubicBezTo>
                  <a:cubicBezTo>
                    <a:pt x="11979" y="5236"/>
                    <a:pt x="11979" y="5236"/>
                    <a:pt x="11979" y="5236"/>
                  </a:cubicBezTo>
                  <a:cubicBezTo>
                    <a:pt x="11889" y="5236"/>
                    <a:pt x="11889" y="5236"/>
                    <a:pt x="11889" y="5236"/>
                  </a:cubicBezTo>
                  <a:cubicBezTo>
                    <a:pt x="11889" y="5236"/>
                    <a:pt x="11889" y="5236"/>
                    <a:pt x="11889" y="5236"/>
                  </a:cubicBezTo>
                  <a:cubicBezTo>
                    <a:pt x="11798" y="5236"/>
                    <a:pt x="11798" y="5236"/>
                    <a:pt x="11798" y="5236"/>
                  </a:cubicBezTo>
                  <a:cubicBezTo>
                    <a:pt x="11526" y="5367"/>
                    <a:pt x="11526" y="5367"/>
                    <a:pt x="11526" y="5367"/>
                  </a:cubicBezTo>
                  <a:cubicBezTo>
                    <a:pt x="11526" y="5367"/>
                    <a:pt x="11526" y="5367"/>
                    <a:pt x="11526" y="5367"/>
                  </a:cubicBezTo>
                  <a:cubicBezTo>
                    <a:pt x="11526" y="5498"/>
                    <a:pt x="11526" y="5498"/>
                    <a:pt x="11526" y="5498"/>
                  </a:cubicBezTo>
                  <a:cubicBezTo>
                    <a:pt x="11616" y="5498"/>
                    <a:pt x="11616" y="5498"/>
                    <a:pt x="11616" y="5498"/>
                  </a:cubicBezTo>
                  <a:cubicBezTo>
                    <a:pt x="11616" y="5629"/>
                    <a:pt x="11616" y="5629"/>
                    <a:pt x="11616" y="5629"/>
                  </a:cubicBezTo>
                  <a:cubicBezTo>
                    <a:pt x="11526" y="5498"/>
                    <a:pt x="11526" y="5498"/>
                    <a:pt x="11526" y="5498"/>
                  </a:cubicBezTo>
                  <a:cubicBezTo>
                    <a:pt x="11526" y="5498"/>
                    <a:pt x="11526" y="5498"/>
                    <a:pt x="11526" y="5498"/>
                  </a:cubicBezTo>
                  <a:cubicBezTo>
                    <a:pt x="11435" y="5498"/>
                    <a:pt x="11435" y="5498"/>
                    <a:pt x="11435" y="5498"/>
                  </a:cubicBezTo>
                  <a:cubicBezTo>
                    <a:pt x="11344" y="5498"/>
                    <a:pt x="11344" y="5498"/>
                    <a:pt x="11344" y="5498"/>
                  </a:cubicBezTo>
                  <a:cubicBezTo>
                    <a:pt x="11253" y="5498"/>
                    <a:pt x="11253" y="5498"/>
                    <a:pt x="11253" y="5498"/>
                  </a:cubicBezTo>
                  <a:cubicBezTo>
                    <a:pt x="11072" y="5498"/>
                    <a:pt x="11072" y="5498"/>
                    <a:pt x="11072" y="5498"/>
                  </a:cubicBezTo>
                  <a:cubicBezTo>
                    <a:pt x="11072" y="5498"/>
                    <a:pt x="11072" y="5498"/>
                    <a:pt x="11072" y="5498"/>
                  </a:cubicBezTo>
                  <a:cubicBezTo>
                    <a:pt x="11072" y="5629"/>
                    <a:pt x="11072" y="5629"/>
                    <a:pt x="11072" y="5629"/>
                  </a:cubicBezTo>
                  <a:cubicBezTo>
                    <a:pt x="10981" y="5629"/>
                    <a:pt x="10981" y="5629"/>
                    <a:pt x="10981" y="5629"/>
                  </a:cubicBezTo>
                  <a:cubicBezTo>
                    <a:pt x="10890" y="5498"/>
                    <a:pt x="10890" y="5498"/>
                    <a:pt x="10890" y="5498"/>
                  </a:cubicBezTo>
                  <a:cubicBezTo>
                    <a:pt x="10890" y="5498"/>
                    <a:pt x="10890" y="5498"/>
                    <a:pt x="10890" y="5498"/>
                  </a:cubicBezTo>
                  <a:cubicBezTo>
                    <a:pt x="10800" y="5629"/>
                    <a:pt x="10800" y="5629"/>
                    <a:pt x="10800" y="5629"/>
                  </a:cubicBezTo>
                  <a:cubicBezTo>
                    <a:pt x="10800" y="5759"/>
                    <a:pt x="10800" y="5759"/>
                    <a:pt x="10800" y="5759"/>
                  </a:cubicBezTo>
                  <a:cubicBezTo>
                    <a:pt x="10709" y="5759"/>
                    <a:pt x="10709" y="5759"/>
                    <a:pt x="10709" y="5759"/>
                  </a:cubicBezTo>
                  <a:cubicBezTo>
                    <a:pt x="10618" y="5759"/>
                    <a:pt x="10618" y="5759"/>
                    <a:pt x="10618" y="5759"/>
                  </a:cubicBezTo>
                  <a:cubicBezTo>
                    <a:pt x="10527" y="5890"/>
                    <a:pt x="10527" y="5890"/>
                    <a:pt x="10527" y="5890"/>
                  </a:cubicBezTo>
                  <a:cubicBezTo>
                    <a:pt x="10436" y="5890"/>
                    <a:pt x="10436" y="5890"/>
                    <a:pt x="10436" y="5890"/>
                  </a:cubicBezTo>
                  <a:cubicBezTo>
                    <a:pt x="10436" y="5890"/>
                    <a:pt x="10436" y="5890"/>
                    <a:pt x="10436" y="5890"/>
                  </a:cubicBezTo>
                  <a:cubicBezTo>
                    <a:pt x="10527" y="5759"/>
                    <a:pt x="10527" y="5759"/>
                    <a:pt x="10527" y="5759"/>
                  </a:cubicBezTo>
                  <a:cubicBezTo>
                    <a:pt x="10436" y="5759"/>
                    <a:pt x="10436" y="5759"/>
                    <a:pt x="10436" y="5759"/>
                  </a:cubicBezTo>
                  <a:cubicBezTo>
                    <a:pt x="10346" y="5890"/>
                    <a:pt x="10346" y="5890"/>
                    <a:pt x="10346" y="5890"/>
                  </a:cubicBezTo>
                  <a:cubicBezTo>
                    <a:pt x="10346" y="6021"/>
                    <a:pt x="10346" y="6021"/>
                    <a:pt x="10346" y="6021"/>
                  </a:cubicBezTo>
                  <a:cubicBezTo>
                    <a:pt x="10436" y="6152"/>
                    <a:pt x="10436" y="6152"/>
                    <a:pt x="10436" y="6152"/>
                  </a:cubicBezTo>
                  <a:cubicBezTo>
                    <a:pt x="10527" y="6414"/>
                    <a:pt x="10527" y="6414"/>
                    <a:pt x="10527" y="6414"/>
                  </a:cubicBezTo>
                  <a:cubicBezTo>
                    <a:pt x="10709" y="6414"/>
                    <a:pt x="10709" y="6414"/>
                    <a:pt x="10709" y="6414"/>
                  </a:cubicBezTo>
                  <a:cubicBezTo>
                    <a:pt x="10800" y="6545"/>
                    <a:pt x="10800" y="6545"/>
                    <a:pt x="10800" y="6545"/>
                  </a:cubicBezTo>
                  <a:cubicBezTo>
                    <a:pt x="10890" y="6676"/>
                    <a:pt x="10890" y="6676"/>
                    <a:pt x="10890" y="6676"/>
                  </a:cubicBezTo>
                  <a:cubicBezTo>
                    <a:pt x="10890" y="6807"/>
                    <a:pt x="10890" y="6807"/>
                    <a:pt x="10890" y="6807"/>
                  </a:cubicBezTo>
                  <a:cubicBezTo>
                    <a:pt x="10981" y="6807"/>
                    <a:pt x="10981" y="6807"/>
                    <a:pt x="10981" y="6807"/>
                  </a:cubicBezTo>
                  <a:cubicBezTo>
                    <a:pt x="11072" y="6807"/>
                    <a:pt x="11072" y="6807"/>
                    <a:pt x="11072" y="6807"/>
                  </a:cubicBezTo>
                  <a:cubicBezTo>
                    <a:pt x="11072" y="6807"/>
                    <a:pt x="11072" y="6807"/>
                    <a:pt x="11072" y="6807"/>
                  </a:cubicBezTo>
                  <a:cubicBezTo>
                    <a:pt x="10890" y="6807"/>
                    <a:pt x="10890" y="6807"/>
                    <a:pt x="10890" y="6807"/>
                  </a:cubicBezTo>
                  <a:cubicBezTo>
                    <a:pt x="10890" y="6807"/>
                    <a:pt x="10890" y="6807"/>
                    <a:pt x="10890" y="6807"/>
                  </a:cubicBezTo>
                  <a:cubicBezTo>
                    <a:pt x="10800" y="6676"/>
                    <a:pt x="10800" y="6676"/>
                    <a:pt x="10800" y="6676"/>
                  </a:cubicBezTo>
                  <a:cubicBezTo>
                    <a:pt x="10709" y="6676"/>
                    <a:pt x="10709" y="6676"/>
                    <a:pt x="10709" y="6676"/>
                  </a:cubicBezTo>
                  <a:cubicBezTo>
                    <a:pt x="10709" y="6676"/>
                    <a:pt x="10709" y="6676"/>
                    <a:pt x="10709" y="6676"/>
                  </a:cubicBezTo>
                  <a:cubicBezTo>
                    <a:pt x="10618" y="6807"/>
                    <a:pt x="10618" y="6807"/>
                    <a:pt x="10618" y="6807"/>
                  </a:cubicBezTo>
                  <a:cubicBezTo>
                    <a:pt x="10527" y="6807"/>
                    <a:pt x="10527" y="6807"/>
                    <a:pt x="10527" y="6807"/>
                  </a:cubicBezTo>
                  <a:cubicBezTo>
                    <a:pt x="10527" y="6676"/>
                    <a:pt x="10527" y="6676"/>
                    <a:pt x="10527" y="6676"/>
                  </a:cubicBezTo>
                  <a:cubicBezTo>
                    <a:pt x="10527" y="6545"/>
                    <a:pt x="10527" y="6545"/>
                    <a:pt x="10527" y="6545"/>
                  </a:cubicBezTo>
                  <a:cubicBezTo>
                    <a:pt x="10527" y="6545"/>
                    <a:pt x="10527" y="6545"/>
                    <a:pt x="10527" y="6545"/>
                  </a:cubicBezTo>
                  <a:cubicBezTo>
                    <a:pt x="10527" y="6545"/>
                    <a:pt x="10527" y="6545"/>
                    <a:pt x="10527" y="6545"/>
                  </a:cubicBezTo>
                  <a:cubicBezTo>
                    <a:pt x="10436" y="6676"/>
                    <a:pt x="10436" y="6676"/>
                    <a:pt x="10436" y="6676"/>
                  </a:cubicBezTo>
                  <a:cubicBezTo>
                    <a:pt x="10436" y="6807"/>
                    <a:pt x="10436" y="6807"/>
                    <a:pt x="10436" y="6807"/>
                  </a:cubicBezTo>
                  <a:cubicBezTo>
                    <a:pt x="10527" y="6938"/>
                    <a:pt x="10527" y="6938"/>
                    <a:pt x="10527" y="6938"/>
                  </a:cubicBezTo>
                  <a:cubicBezTo>
                    <a:pt x="10527" y="6938"/>
                    <a:pt x="10527" y="6938"/>
                    <a:pt x="10527" y="6938"/>
                  </a:cubicBezTo>
                  <a:cubicBezTo>
                    <a:pt x="10436" y="7069"/>
                    <a:pt x="10436" y="7069"/>
                    <a:pt x="10436" y="7069"/>
                  </a:cubicBezTo>
                  <a:cubicBezTo>
                    <a:pt x="10346" y="7199"/>
                    <a:pt x="10346" y="7199"/>
                    <a:pt x="10346" y="7199"/>
                  </a:cubicBezTo>
                  <a:cubicBezTo>
                    <a:pt x="10346" y="7330"/>
                    <a:pt x="10346" y="7330"/>
                    <a:pt x="10346" y="7330"/>
                  </a:cubicBezTo>
                  <a:cubicBezTo>
                    <a:pt x="10346" y="7461"/>
                    <a:pt x="10346" y="7461"/>
                    <a:pt x="10346" y="7461"/>
                  </a:cubicBezTo>
                  <a:cubicBezTo>
                    <a:pt x="10436" y="7723"/>
                    <a:pt x="10436" y="7723"/>
                    <a:pt x="10436" y="7723"/>
                  </a:cubicBezTo>
                  <a:cubicBezTo>
                    <a:pt x="10618" y="7723"/>
                    <a:pt x="10618" y="7723"/>
                    <a:pt x="10618" y="7723"/>
                  </a:cubicBezTo>
                  <a:cubicBezTo>
                    <a:pt x="10709" y="7854"/>
                    <a:pt x="10709" y="7854"/>
                    <a:pt x="10709" y="7854"/>
                  </a:cubicBezTo>
                  <a:cubicBezTo>
                    <a:pt x="10709" y="7854"/>
                    <a:pt x="10709" y="7854"/>
                    <a:pt x="10709" y="7854"/>
                  </a:cubicBezTo>
                  <a:cubicBezTo>
                    <a:pt x="10890" y="7723"/>
                    <a:pt x="10890" y="7723"/>
                    <a:pt x="10890" y="7723"/>
                  </a:cubicBezTo>
                  <a:cubicBezTo>
                    <a:pt x="10981" y="7723"/>
                    <a:pt x="10981" y="7723"/>
                    <a:pt x="10981" y="7723"/>
                  </a:cubicBezTo>
                  <a:cubicBezTo>
                    <a:pt x="11072" y="7854"/>
                    <a:pt x="11072" y="7854"/>
                    <a:pt x="11072" y="7854"/>
                  </a:cubicBezTo>
                  <a:cubicBezTo>
                    <a:pt x="11253" y="7854"/>
                    <a:pt x="11253" y="7854"/>
                    <a:pt x="11253" y="7854"/>
                  </a:cubicBezTo>
                  <a:cubicBezTo>
                    <a:pt x="11253" y="7854"/>
                    <a:pt x="11253" y="7854"/>
                    <a:pt x="11253" y="7854"/>
                  </a:cubicBezTo>
                  <a:cubicBezTo>
                    <a:pt x="11344" y="7985"/>
                    <a:pt x="11344" y="7985"/>
                    <a:pt x="11344" y="7985"/>
                  </a:cubicBezTo>
                  <a:cubicBezTo>
                    <a:pt x="11344" y="7985"/>
                    <a:pt x="11344" y="7985"/>
                    <a:pt x="11344" y="7985"/>
                  </a:cubicBezTo>
                  <a:cubicBezTo>
                    <a:pt x="11435" y="7985"/>
                    <a:pt x="11435" y="7985"/>
                    <a:pt x="11435" y="7985"/>
                  </a:cubicBezTo>
                  <a:cubicBezTo>
                    <a:pt x="11435" y="7854"/>
                    <a:pt x="11435" y="7854"/>
                    <a:pt x="11435" y="7854"/>
                  </a:cubicBezTo>
                  <a:cubicBezTo>
                    <a:pt x="11435" y="7854"/>
                    <a:pt x="11435" y="7854"/>
                    <a:pt x="11435" y="7854"/>
                  </a:cubicBezTo>
                  <a:cubicBezTo>
                    <a:pt x="11526" y="7854"/>
                    <a:pt x="11526" y="7854"/>
                    <a:pt x="11526" y="7854"/>
                  </a:cubicBezTo>
                  <a:cubicBezTo>
                    <a:pt x="11526" y="7854"/>
                    <a:pt x="11526" y="7854"/>
                    <a:pt x="11526" y="7854"/>
                  </a:cubicBezTo>
                  <a:cubicBezTo>
                    <a:pt x="11435" y="7985"/>
                    <a:pt x="11435" y="7985"/>
                    <a:pt x="11435" y="7985"/>
                  </a:cubicBezTo>
                  <a:cubicBezTo>
                    <a:pt x="11435" y="8116"/>
                    <a:pt x="11435" y="8116"/>
                    <a:pt x="11435" y="8116"/>
                  </a:cubicBezTo>
                  <a:cubicBezTo>
                    <a:pt x="11435" y="8116"/>
                    <a:pt x="11435" y="8116"/>
                    <a:pt x="11435" y="8116"/>
                  </a:cubicBezTo>
                  <a:cubicBezTo>
                    <a:pt x="11526" y="7985"/>
                    <a:pt x="11526" y="7985"/>
                    <a:pt x="11526" y="7985"/>
                  </a:cubicBezTo>
                  <a:cubicBezTo>
                    <a:pt x="11616" y="7985"/>
                    <a:pt x="11616" y="7985"/>
                    <a:pt x="11616" y="7985"/>
                  </a:cubicBezTo>
                  <a:cubicBezTo>
                    <a:pt x="11707" y="7854"/>
                    <a:pt x="11707" y="7854"/>
                    <a:pt x="11707" y="7854"/>
                  </a:cubicBezTo>
                  <a:cubicBezTo>
                    <a:pt x="11889" y="7723"/>
                    <a:pt x="11889" y="7723"/>
                    <a:pt x="11889" y="7723"/>
                  </a:cubicBezTo>
                  <a:cubicBezTo>
                    <a:pt x="11979" y="7723"/>
                    <a:pt x="11979" y="7723"/>
                    <a:pt x="11979" y="7723"/>
                  </a:cubicBezTo>
                  <a:cubicBezTo>
                    <a:pt x="12070" y="7723"/>
                    <a:pt x="12070" y="7723"/>
                    <a:pt x="12070" y="7723"/>
                  </a:cubicBezTo>
                  <a:cubicBezTo>
                    <a:pt x="12070" y="7723"/>
                    <a:pt x="12070" y="7723"/>
                    <a:pt x="12070" y="7723"/>
                  </a:cubicBezTo>
                  <a:cubicBezTo>
                    <a:pt x="12070" y="7723"/>
                    <a:pt x="12070" y="7723"/>
                    <a:pt x="12070" y="7723"/>
                  </a:cubicBezTo>
                  <a:cubicBezTo>
                    <a:pt x="12161" y="7723"/>
                    <a:pt x="12161" y="7723"/>
                    <a:pt x="12161" y="7723"/>
                  </a:cubicBezTo>
                  <a:cubicBezTo>
                    <a:pt x="12252" y="7592"/>
                    <a:pt x="12252" y="7592"/>
                    <a:pt x="12252" y="7592"/>
                  </a:cubicBezTo>
                  <a:cubicBezTo>
                    <a:pt x="12433" y="7592"/>
                    <a:pt x="12433" y="7592"/>
                    <a:pt x="12433" y="7592"/>
                  </a:cubicBezTo>
                  <a:cubicBezTo>
                    <a:pt x="12433" y="7592"/>
                    <a:pt x="12433" y="7592"/>
                    <a:pt x="12433" y="7592"/>
                  </a:cubicBezTo>
                  <a:cubicBezTo>
                    <a:pt x="12433" y="7723"/>
                    <a:pt x="12433" y="7723"/>
                    <a:pt x="12433" y="7723"/>
                  </a:cubicBezTo>
                  <a:cubicBezTo>
                    <a:pt x="12342" y="7723"/>
                    <a:pt x="12342" y="7723"/>
                    <a:pt x="12342" y="7723"/>
                  </a:cubicBezTo>
                  <a:cubicBezTo>
                    <a:pt x="12342" y="7854"/>
                    <a:pt x="12342" y="7854"/>
                    <a:pt x="12342" y="7854"/>
                  </a:cubicBezTo>
                  <a:cubicBezTo>
                    <a:pt x="12342" y="7854"/>
                    <a:pt x="12342" y="7854"/>
                    <a:pt x="12342" y="7854"/>
                  </a:cubicBezTo>
                  <a:cubicBezTo>
                    <a:pt x="12252" y="7985"/>
                    <a:pt x="12252" y="7985"/>
                    <a:pt x="12252" y="7985"/>
                  </a:cubicBezTo>
                  <a:cubicBezTo>
                    <a:pt x="12161" y="7985"/>
                    <a:pt x="12161" y="7985"/>
                    <a:pt x="12161" y="7985"/>
                  </a:cubicBezTo>
                  <a:cubicBezTo>
                    <a:pt x="12161" y="7985"/>
                    <a:pt x="12161" y="7985"/>
                    <a:pt x="12161" y="7985"/>
                  </a:cubicBezTo>
                  <a:cubicBezTo>
                    <a:pt x="12070" y="7985"/>
                    <a:pt x="12070" y="7985"/>
                    <a:pt x="12070" y="7985"/>
                  </a:cubicBezTo>
                  <a:cubicBezTo>
                    <a:pt x="11979" y="8116"/>
                    <a:pt x="11979" y="8116"/>
                    <a:pt x="11979" y="8116"/>
                  </a:cubicBezTo>
                  <a:cubicBezTo>
                    <a:pt x="11979" y="8116"/>
                    <a:pt x="11979" y="8116"/>
                    <a:pt x="11979" y="8116"/>
                  </a:cubicBezTo>
                  <a:cubicBezTo>
                    <a:pt x="12070" y="8116"/>
                    <a:pt x="12070" y="8116"/>
                    <a:pt x="12070" y="8116"/>
                  </a:cubicBezTo>
                  <a:cubicBezTo>
                    <a:pt x="12070" y="8247"/>
                    <a:pt x="12070" y="8247"/>
                    <a:pt x="12070" y="8247"/>
                  </a:cubicBezTo>
                  <a:cubicBezTo>
                    <a:pt x="12070" y="8378"/>
                    <a:pt x="12070" y="8378"/>
                    <a:pt x="12070" y="8378"/>
                  </a:cubicBezTo>
                  <a:cubicBezTo>
                    <a:pt x="11979" y="8509"/>
                    <a:pt x="11979" y="8509"/>
                    <a:pt x="11979" y="8509"/>
                  </a:cubicBezTo>
                  <a:cubicBezTo>
                    <a:pt x="11979" y="8639"/>
                    <a:pt x="11979" y="8639"/>
                    <a:pt x="11979" y="8639"/>
                  </a:cubicBezTo>
                  <a:cubicBezTo>
                    <a:pt x="11889" y="8770"/>
                    <a:pt x="11889" y="8770"/>
                    <a:pt x="11889" y="8770"/>
                  </a:cubicBezTo>
                  <a:cubicBezTo>
                    <a:pt x="11889" y="8770"/>
                    <a:pt x="11889" y="8770"/>
                    <a:pt x="11889" y="8770"/>
                  </a:cubicBezTo>
                  <a:cubicBezTo>
                    <a:pt x="11889" y="8770"/>
                    <a:pt x="11889" y="8770"/>
                    <a:pt x="11889" y="8770"/>
                  </a:cubicBezTo>
                  <a:cubicBezTo>
                    <a:pt x="11889" y="8901"/>
                    <a:pt x="11889" y="8901"/>
                    <a:pt x="11889" y="8901"/>
                  </a:cubicBezTo>
                  <a:cubicBezTo>
                    <a:pt x="11889" y="9032"/>
                    <a:pt x="11889" y="9032"/>
                    <a:pt x="11889" y="9032"/>
                  </a:cubicBezTo>
                  <a:cubicBezTo>
                    <a:pt x="11798" y="9163"/>
                    <a:pt x="11798" y="9163"/>
                    <a:pt x="11798" y="9163"/>
                  </a:cubicBezTo>
                  <a:cubicBezTo>
                    <a:pt x="11798" y="9163"/>
                    <a:pt x="11798" y="9163"/>
                    <a:pt x="11798" y="9163"/>
                  </a:cubicBezTo>
                  <a:cubicBezTo>
                    <a:pt x="11707" y="9163"/>
                    <a:pt x="11707" y="9163"/>
                    <a:pt x="11707" y="9163"/>
                  </a:cubicBezTo>
                  <a:cubicBezTo>
                    <a:pt x="11616" y="9294"/>
                    <a:pt x="11616" y="9294"/>
                    <a:pt x="11616" y="9294"/>
                  </a:cubicBezTo>
                  <a:cubicBezTo>
                    <a:pt x="11526" y="9294"/>
                    <a:pt x="11526" y="9294"/>
                    <a:pt x="11526" y="9294"/>
                  </a:cubicBezTo>
                  <a:cubicBezTo>
                    <a:pt x="11526" y="9294"/>
                    <a:pt x="11526" y="9294"/>
                    <a:pt x="11526" y="9294"/>
                  </a:cubicBezTo>
                  <a:cubicBezTo>
                    <a:pt x="11435" y="9294"/>
                    <a:pt x="11435" y="9294"/>
                    <a:pt x="11435" y="9294"/>
                  </a:cubicBezTo>
                  <a:cubicBezTo>
                    <a:pt x="11253" y="9294"/>
                    <a:pt x="11253" y="9294"/>
                    <a:pt x="11253" y="9294"/>
                  </a:cubicBezTo>
                  <a:cubicBezTo>
                    <a:pt x="11253" y="9294"/>
                    <a:pt x="11253" y="9294"/>
                    <a:pt x="11253" y="9294"/>
                  </a:cubicBezTo>
                  <a:cubicBezTo>
                    <a:pt x="11253" y="9163"/>
                    <a:pt x="11253" y="9163"/>
                    <a:pt x="11253" y="9163"/>
                  </a:cubicBezTo>
                  <a:cubicBezTo>
                    <a:pt x="11163" y="9163"/>
                    <a:pt x="11163" y="9163"/>
                    <a:pt x="11163" y="9163"/>
                  </a:cubicBezTo>
                  <a:cubicBezTo>
                    <a:pt x="11163" y="9163"/>
                    <a:pt x="11163" y="9163"/>
                    <a:pt x="11163" y="9163"/>
                  </a:cubicBezTo>
                  <a:cubicBezTo>
                    <a:pt x="11072" y="9294"/>
                    <a:pt x="11072" y="9294"/>
                    <a:pt x="11072" y="9294"/>
                  </a:cubicBezTo>
                  <a:cubicBezTo>
                    <a:pt x="10981" y="9294"/>
                    <a:pt x="10981" y="9294"/>
                    <a:pt x="10981" y="9294"/>
                  </a:cubicBezTo>
                  <a:cubicBezTo>
                    <a:pt x="10890" y="9425"/>
                    <a:pt x="10890" y="9425"/>
                    <a:pt x="10890" y="9425"/>
                  </a:cubicBezTo>
                  <a:cubicBezTo>
                    <a:pt x="10709" y="9556"/>
                    <a:pt x="10709" y="9556"/>
                    <a:pt x="10709" y="9556"/>
                  </a:cubicBezTo>
                  <a:cubicBezTo>
                    <a:pt x="10709" y="9556"/>
                    <a:pt x="10709" y="9556"/>
                    <a:pt x="10709" y="9556"/>
                  </a:cubicBezTo>
                  <a:cubicBezTo>
                    <a:pt x="10618" y="9556"/>
                    <a:pt x="10618" y="9556"/>
                    <a:pt x="10618" y="9556"/>
                  </a:cubicBezTo>
                  <a:cubicBezTo>
                    <a:pt x="10527" y="9556"/>
                    <a:pt x="10527" y="9556"/>
                    <a:pt x="10527" y="9556"/>
                  </a:cubicBezTo>
                  <a:cubicBezTo>
                    <a:pt x="10436" y="9556"/>
                    <a:pt x="10436" y="9556"/>
                    <a:pt x="10436" y="9556"/>
                  </a:cubicBezTo>
                  <a:cubicBezTo>
                    <a:pt x="10346" y="9687"/>
                    <a:pt x="10346" y="9687"/>
                    <a:pt x="10346" y="9687"/>
                  </a:cubicBezTo>
                  <a:cubicBezTo>
                    <a:pt x="10255" y="9687"/>
                    <a:pt x="10255" y="9687"/>
                    <a:pt x="10255" y="9687"/>
                  </a:cubicBezTo>
                  <a:cubicBezTo>
                    <a:pt x="10164" y="9687"/>
                    <a:pt x="10164" y="9687"/>
                    <a:pt x="10164" y="9687"/>
                  </a:cubicBezTo>
                  <a:cubicBezTo>
                    <a:pt x="10164" y="9818"/>
                    <a:pt x="10164" y="9818"/>
                    <a:pt x="10164" y="9818"/>
                  </a:cubicBezTo>
                  <a:cubicBezTo>
                    <a:pt x="10164" y="10079"/>
                    <a:pt x="10164" y="10079"/>
                    <a:pt x="10164" y="10079"/>
                  </a:cubicBezTo>
                  <a:cubicBezTo>
                    <a:pt x="10073" y="10079"/>
                    <a:pt x="10073" y="10079"/>
                    <a:pt x="10073" y="10079"/>
                  </a:cubicBezTo>
                  <a:cubicBezTo>
                    <a:pt x="10073" y="10079"/>
                    <a:pt x="10073" y="10079"/>
                    <a:pt x="10073" y="10079"/>
                  </a:cubicBezTo>
                  <a:cubicBezTo>
                    <a:pt x="9983" y="9949"/>
                    <a:pt x="9983" y="9949"/>
                    <a:pt x="9983" y="9949"/>
                  </a:cubicBezTo>
                  <a:cubicBezTo>
                    <a:pt x="9801" y="9949"/>
                    <a:pt x="9801" y="9949"/>
                    <a:pt x="9801" y="9949"/>
                  </a:cubicBezTo>
                  <a:cubicBezTo>
                    <a:pt x="9801" y="9949"/>
                    <a:pt x="9801" y="9949"/>
                    <a:pt x="9801" y="9949"/>
                  </a:cubicBezTo>
                  <a:cubicBezTo>
                    <a:pt x="9801" y="10079"/>
                    <a:pt x="9801" y="10079"/>
                    <a:pt x="9801" y="10079"/>
                  </a:cubicBezTo>
                  <a:cubicBezTo>
                    <a:pt x="9892" y="10079"/>
                    <a:pt x="9892" y="10079"/>
                    <a:pt x="9892" y="10079"/>
                  </a:cubicBezTo>
                  <a:cubicBezTo>
                    <a:pt x="9801" y="10210"/>
                    <a:pt x="9801" y="10210"/>
                    <a:pt x="9801" y="10210"/>
                  </a:cubicBezTo>
                  <a:cubicBezTo>
                    <a:pt x="9801" y="10210"/>
                    <a:pt x="9801" y="10210"/>
                    <a:pt x="9801" y="10210"/>
                  </a:cubicBezTo>
                  <a:cubicBezTo>
                    <a:pt x="9710" y="10079"/>
                    <a:pt x="9710" y="10079"/>
                    <a:pt x="9710" y="10079"/>
                  </a:cubicBezTo>
                  <a:cubicBezTo>
                    <a:pt x="9710" y="9949"/>
                    <a:pt x="9710" y="9949"/>
                    <a:pt x="9710" y="9949"/>
                  </a:cubicBezTo>
                  <a:cubicBezTo>
                    <a:pt x="9620" y="9949"/>
                    <a:pt x="9620" y="9949"/>
                    <a:pt x="9620" y="9949"/>
                  </a:cubicBezTo>
                  <a:cubicBezTo>
                    <a:pt x="9529" y="10079"/>
                    <a:pt x="9529" y="10079"/>
                    <a:pt x="9529" y="10079"/>
                  </a:cubicBezTo>
                  <a:cubicBezTo>
                    <a:pt x="9529" y="10210"/>
                    <a:pt x="9529" y="10210"/>
                    <a:pt x="9529" y="10210"/>
                  </a:cubicBezTo>
                  <a:cubicBezTo>
                    <a:pt x="9438" y="10210"/>
                    <a:pt x="9438" y="10210"/>
                    <a:pt x="9438" y="10210"/>
                  </a:cubicBezTo>
                  <a:cubicBezTo>
                    <a:pt x="9438" y="10210"/>
                    <a:pt x="9438" y="10210"/>
                    <a:pt x="9438" y="10210"/>
                  </a:cubicBezTo>
                  <a:cubicBezTo>
                    <a:pt x="9257" y="10472"/>
                    <a:pt x="9257" y="10472"/>
                    <a:pt x="9257" y="10472"/>
                  </a:cubicBezTo>
                  <a:cubicBezTo>
                    <a:pt x="9166" y="10603"/>
                    <a:pt x="9166" y="10603"/>
                    <a:pt x="9166" y="10603"/>
                  </a:cubicBezTo>
                  <a:cubicBezTo>
                    <a:pt x="9166" y="10734"/>
                    <a:pt x="9166" y="10734"/>
                    <a:pt x="9166" y="10734"/>
                  </a:cubicBezTo>
                  <a:cubicBezTo>
                    <a:pt x="9075" y="10734"/>
                    <a:pt x="9075" y="10734"/>
                    <a:pt x="9075" y="10734"/>
                  </a:cubicBezTo>
                  <a:cubicBezTo>
                    <a:pt x="8984" y="10603"/>
                    <a:pt x="8984" y="10603"/>
                    <a:pt x="8984" y="10603"/>
                  </a:cubicBezTo>
                  <a:cubicBezTo>
                    <a:pt x="8984" y="10734"/>
                    <a:pt x="8984" y="10734"/>
                    <a:pt x="8984" y="10734"/>
                  </a:cubicBezTo>
                  <a:cubicBezTo>
                    <a:pt x="9075" y="10865"/>
                    <a:pt x="9075" y="10865"/>
                    <a:pt x="9075" y="10865"/>
                  </a:cubicBezTo>
                  <a:cubicBezTo>
                    <a:pt x="9075" y="10865"/>
                    <a:pt x="9075" y="10865"/>
                    <a:pt x="9075" y="10865"/>
                  </a:cubicBezTo>
                  <a:cubicBezTo>
                    <a:pt x="8984" y="10865"/>
                    <a:pt x="8984" y="10865"/>
                    <a:pt x="8984" y="10865"/>
                  </a:cubicBezTo>
                  <a:cubicBezTo>
                    <a:pt x="8984" y="10865"/>
                    <a:pt x="8984" y="10865"/>
                    <a:pt x="8984" y="10865"/>
                  </a:cubicBezTo>
                  <a:cubicBezTo>
                    <a:pt x="8894" y="10865"/>
                    <a:pt x="8894" y="10865"/>
                    <a:pt x="8894" y="10865"/>
                  </a:cubicBezTo>
                  <a:cubicBezTo>
                    <a:pt x="8894" y="10865"/>
                    <a:pt x="8894" y="10865"/>
                    <a:pt x="8894" y="10865"/>
                  </a:cubicBezTo>
                  <a:cubicBezTo>
                    <a:pt x="8803" y="10996"/>
                    <a:pt x="8803" y="10996"/>
                    <a:pt x="8803" y="10996"/>
                  </a:cubicBezTo>
                  <a:cubicBezTo>
                    <a:pt x="8803" y="11127"/>
                    <a:pt x="8803" y="11127"/>
                    <a:pt x="8803" y="11127"/>
                  </a:cubicBezTo>
                  <a:cubicBezTo>
                    <a:pt x="8803" y="11258"/>
                    <a:pt x="8803" y="11258"/>
                    <a:pt x="8803" y="11258"/>
                  </a:cubicBezTo>
                  <a:cubicBezTo>
                    <a:pt x="8894" y="11389"/>
                    <a:pt x="8894" y="11389"/>
                    <a:pt x="8894" y="11389"/>
                  </a:cubicBezTo>
                  <a:cubicBezTo>
                    <a:pt x="8803" y="11519"/>
                    <a:pt x="8803" y="11519"/>
                    <a:pt x="8803" y="11519"/>
                  </a:cubicBezTo>
                  <a:cubicBezTo>
                    <a:pt x="8803" y="11519"/>
                    <a:pt x="8803" y="11519"/>
                    <a:pt x="8803" y="11519"/>
                  </a:cubicBezTo>
                  <a:cubicBezTo>
                    <a:pt x="8803" y="11650"/>
                    <a:pt x="8803" y="11650"/>
                    <a:pt x="8803" y="11650"/>
                  </a:cubicBezTo>
                  <a:cubicBezTo>
                    <a:pt x="8894" y="11650"/>
                    <a:pt x="8894" y="11650"/>
                    <a:pt x="8894" y="11650"/>
                  </a:cubicBezTo>
                  <a:cubicBezTo>
                    <a:pt x="8894" y="11519"/>
                    <a:pt x="8894" y="11519"/>
                    <a:pt x="8894" y="11519"/>
                  </a:cubicBezTo>
                  <a:cubicBezTo>
                    <a:pt x="8894" y="11650"/>
                    <a:pt x="8894" y="11650"/>
                    <a:pt x="8894" y="11650"/>
                  </a:cubicBezTo>
                  <a:cubicBezTo>
                    <a:pt x="8984" y="11781"/>
                    <a:pt x="8984" y="11781"/>
                    <a:pt x="8984" y="11781"/>
                  </a:cubicBezTo>
                  <a:cubicBezTo>
                    <a:pt x="8894" y="11781"/>
                    <a:pt x="8894" y="11781"/>
                    <a:pt x="8894" y="11781"/>
                  </a:cubicBezTo>
                  <a:cubicBezTo>
                    <a:pt x="8894" y="11781"/>
                    <a:pt x="8894" y="11781"/>
                    <a:pt x="8894" y="11781"/>
                  </a:cubicBezTo>
                  <a:cubicBezTo>
                    <a:pt x="8894" y="11912"/>
                    <a:pt x="8894" y="11912"/>
                    <a:pt x="8894" y="11912"/>
                  </a:cubicBezTo>
                  <a:cubicBezTo>
                    <a:pt x="8984" y="11912"/>
                    <a:pt x="8984" y="11912"/>
                    <a:pt x="8984" y="11912"/>
                  </a:cubicBezTo>
                  <a:cubicBezTo>
                    <a:pt x="8984" y="11781"/>
                    <a:pt x="8984" y="11781"/>
                    <a:pt x="8984" y="11781"/>
                  </a:cubicBezTo>
                  <a:cubicBezTo>
                    <a:pt x="9075" y="11781"/>
                    <a:pt x="9075" y="11781"/>
                    <a:pt x="9075" y="11781"/>
                  </a:cubicBezTo>
                  <a:cubicBezTo>
                    <a:pt x="9075" y="11912"/>
                    <a:pt x="9075" y="11912"/>
                    <a:pt x="9075" y="11912"/>
                  </a:cubicBezTo>
                  <a:cubicBezTo>
                    <a:pt x="9075" y="11912"/>
                    <a:pt x="9075" y="11912"/>
                    <a:pt x="9075" y="11912"/>
                  </a:cubicBezTo>
                  <a:cubicBezTo>
                    <a:pt x="9166" y="11912"/>
                    <a:pt x="9166" y="11912"/>
                    <a:pt x="9166" y="11912"/>
                  </a:cubicBezTo>
                  <a:cubicBezTo>
                    <a:pt x="9257" y="12043"/>
                    <a:pt x="9257" y="12043"/>
                    <a:pt x="9257" y="12043"/>
                  </a:cubicBezTo>
                  <a:cubicBezTo>
                    <a:pt x="9347" y="12043"/>
                    <a:pt x="9347" y="12043"/>
                    <a:pt x="9347" y="12043"/>
                  </a:cubicBezTo>
                  <a:cubicBezTo>
                    <a:pt x="9347" y="11912"/>
                    <a:pt x="9347" y="11912"/>
                    <a:pt x="9347" y="11912"/>
                  </a:cubicBezTo>
                  <a:cubicBezTo>
                    <a:pt x="9438" y="11650"/>
                    <a:pt x="9438" y="11650"/>
                    <a:pt x="9438" y="11650"/>
                  </a:cubicBezTo>
                  <a:cubicBezTo>
                    <a:pt x="9438" y="11650"/>
                    <a:pt x="9438" y="11650"/>
                    <a:pt x="9438" y="11650"/>
                  </a:cubicBezTo>
                  <a:cubicBezTo>
                    <a:pt x="9620" y="11650"/>
                    <a:pt x="9620" y="11650"/>
                    <a:pt x="9620" y="11650"/>
                  </a:cubicBezTo>
                  <a:cubicBezTo>
                    <a:pt x="9620" y="11519"/>
                    <a:pt x="9620" y="11519"/>
                    <a:pt x="9620" y="11519"/>
                  </a:cubicBezTo>
                  <a:cubicBezTo>
                    <a:pt x="9620" y="11650"/>
                    <a:pt x="9620" y="11650"/>
                    <a:pt x="9620" y="11650"/>
                  </a:cubicBezTo>
                  <a:cubicBezTo>
                    <a:pt x="9529" y="11650"/>
                    <a:pt x="9529" y="11650"/>
                    <a:pt x="9529" y="11650"/>
                  </a:cubicBezTo>
                  <a:cubicBezTo>
                    <a:pt x="9438" y="11912"/>
                    <a:pt x="9438" y="11912"/>
                    <a:pt x="9438" y="11912"/>
                  </a:cubicBezTo>
                  <a:cubicBezTo>
                    <a:pt x="9347" y="11912"/>
                    <a:pt x="9347" y="11912"/>
                    <a:pt x="9347" y="11912"/>
                  </a:cubicBezTo>
                  <a:cubicBezTo>
                    <a:pt x="9347" y="12043"/>
                    <a:pt x="9347" y="12043"/>
                    <a:pt x="9347" y="12043"/>
                  </a:cubicBezTo>
                  <a:cubicBezTo>
                    <a:pt x="9438" y="12174"/>
                    <a:pt x="9438" y="12174"/>
                    <a:pt x="9438" y="12174"/>
                  </a:cubicBezTo>
                  <a:cubicBezTo>
                    <a:pt x="9438" y="12174"/>
                    <a:pt x="9438" y="12174"/>
                    <a:pt x="9438" y="12174"/>
                  </a:cubicBezTo>
                  <a:cubicBezTo>
                    <a:pt x="9347" y="12305"/>
                    <a:pt x="9347" y="12305"/>
                    <a:pt x="9347" y="12305"/>
                  </a:cubicBezTo>
                  <a:cubicBezTo>
                    <a:pt x="9257" y="12174"/>
                    <a:pt x="9257" y="12174"/>
                    <a:pt x="9257" y="12174"/>
                  </a:cubicBezTo>
                  <a:cubicBezTo>
                    <a:pt x="9257" y="12174"/>
                    <a:pt x="9257" y="12174"/>
                    <a:pt x="9257" y="12174"/>
                  </a:cubicBezTo>
                  <a:cubicBezTo>
                    <a:pt x="9257" y="12043"/>
                    <a:pt x="9257" y="12043"/>
                    <a:pt x="9257" y="12043"/>
                  </a:cubicBezTo>
                  <a:cubicBezTo>
                    <a:pt x="9166" y="12043"/>
                    <a:pt x="9166" y="12043"/>
                    <a:pt x="9166" y="12043"/>
                  </a:cubicBezTo>
                  <a:cubicBezTo>
                    <a:pt x="9166" y="12043"/>
                    <a:pt x="9166" y="12043"/>
                    <a:pt x="9166" y="12043"/>
                  </a:cubicBezTo>
                  <a:cubicBezTo>
                    <a:pt x="8984" y="12043"/>
                    <a:pt x="8984" y="12043"/>
                    <a:pt x="8984" y="12043"/>
                  </a:cubicBezTo>
                  <a:cubicBezTo>
                    <a:pt x="8984" y="11912"/>
                    <a:pt x="8984" y="11912"/>
                    <a:pt x="8984" y="11912"/>
                  </a:cubicBezTo>
                  <a:cubicBezTo>
                    <a:pt x="8894" y="11912"/>
                    <a:pt x="8894" y="11912"/>
                    <a:pt x="8894" y="11912"/>
                  </a:cubicBezTo>
                  <a:cubicBezTo>
                    <a:pt x="8894" y="12043"/>
                    <a:pt x="8894" y="12043"/>
                    <a:pt x="8894" y="12043"/>
                  </a:cubicBezTo>
                  <a:cubicBezTo>
                    <a:pt x="8803" y="12043"/>
                    <a:pt x="8803" y="12043"/>
                    <a:pt x="8803" y="12043"/>
                  </a:cubicBezTo>
                  <a:cubicBezTo>
                    <a:pt x="8803" y="12174"/>
                    <a:pt x="8803" y="12174"/>
                    <a:pt x="8803" y="12174"/>
                  </a:cubicBezTo>
                  <a:cubicBezTo>
                    <a:pt x="8712" y="12043"/>
                    <a:pt x="8712" y="12043"/>
                    <a:pt x="8712" y="12043"/>
                  </a:cubicBezTo>
                  <a:cubicBezTo>
                    <a:pt x="8712" y="12174"/>
                    <a:pt x="8712" y="12174"/>
                    <a:pt x="8712" y="12174"/>
                  </a:cubicBezTo>
                  <a:cubicBezTo>
                    <a:pt x="8712" y="12305"/>
                    <a:pt x="8712" y="12305"/>
                    <a:pt x="8712" y="12305"/>
                  </a:cubicBezTo>
                  <a:cubicBezTo>
                    <a:pt x="8712" y="12305"/>
                    <a:pt x="8712" y="12305"/>
                    <a:pt x="8712" y="12305"/>
                  </a:cubicBezTo>
                  <a:cubicBezTo>
                    <a:pt x="8712" y="12305"/>
                    <a:pt x="8712" y="12305"/>
                    <a:pt x="8712" y="12305"/>
                  </a:cubicBezTo>
                  <a:cubicBezTo>
                    <a:pt x="8712" y="12436"/>
                    <a:pt x="8712" y="12436"/>
                    <a:pt x="8712" y="12436"/>
                  </a:cubicBezTo>
                  <a:cubicBezTo>
                    <a:pt x="8712" y="12567"/>
                    <a:pt x="8712" y="12567"/>
                    <a:pt x="8712" y="12567"/>
                  </a:cubicBezTo>
                  <a:cubicBezTo>
                    <a:pt x="8803" y="12567"/>
                    <a:pt x="8803" y="12567"/>
                    <a:pt x="8803" y="12567"/>
                  </a:cubicBezTo>
                  <a:cubicBezTo>
                    <a:pt x="8803" y="12829"/>
                    <a:pt x="8803" y="12829"/>
                    <a:pt x="8803" y="12829"/>
                  </a:cubicBezTo>
                  <a:cubicBezTo>
                    <a:pt x="8803" y="12829"/>
                    <a:pt x="8803" y="12829"/>
                    <a:pt x="8803" y="12829"/>
                  </a:cubicBezTo>
                  <a:cubicBezTo>
                    <a:pt x="8803" y="12959"/>
                    <a:pt x="8803" y="12959"/>
                    <a:pt x="8803" y="12959"/>
                  </a:cubicBezTo>
                  <a:cubicBezTo>
                    <a:pt x="8894" y="12959"/>
                    <a:pt x="8894" y="12959"/>
                    <a:pt x="8894" y="12959"/>
                  </a:cubicBezTo>
                  <a:cubicBezTo>
                    <a:pt x="8894" y="13090"/>
                    <a:pt x="8894" y="13090"/>
                    <a:pt x="8894" y="13090"/>
                  </a:cubicBezTo>
                  <a:cubicBezTo>
                    <a:pt x="8803" y="13090"/>
                    <a:pt x="8803" y="13090"/>
                    <a:pt x="8803" y="13090"/>
                  </a:cubicBezTo>
                  <a:cubicBezTo>
                    <a:pt x="8712" y="13090"/>
                    <a:pt x="8712" y="13090"/>
                    <a:pt x="8712" y="13090"/>
                  </a:cubicBezTo>
                  <a:cubicBezTo>
                    <a:pt x="8984" y="13221"/>
                    <a:pt x="8984" y="13221"/>
                    <a:pt x="8984" y="13221"/>
                  </a:cubicBezTo>
                  <a:cubicBezTo>
                    <a:pt x="9075" y="13221"/>
                    <a:pt x="9075" y="13221"/>
                    <a:pt x="9075" y="13221"/>
                  </a:cubicBezTo>
                  <a:cubicBezTo>
                    <a:pt x="9257" y="13221"/>
                    <a:pt x="9257" y="13221"/>
                    <a:pt x="9257" y="13221"/>
                  </a:cubicBezTo>
                  <a:cubicBezTo>
                    <a:pt x="9257" y="13221"/>
                    <a:pt x="9257" y="13221"/>
                    <a:pt x="9257" y="13221"/>
                  </a:cubicBezTo>
                  <a:cubicBezTo>
                    <a:pt x="9347" y="13221"/>
                    <a:pt x="9347" y="13221"/>
                    <a:pt x="9347" y="13221"/>
                  </a:cubicBezTo>
                  <a:cubicBezTo>
                    <a:pt x="9347" y="13221"/>
                    <a:pt x="9347" y="13221"/>
                    <a:pt x="9347" y="13221"/>
                  </a:cubicBezTo>
                  <a:cubicBezTo>
                    <a:pt x="9529" y="12959"/>
                    <a:pt x="9529" y="12959"/>
                    <a:pt x="9529" y="12959"/>
                  </a:cubicBezTo>
                  <a:cubicBezTo>
                    <a:pt x="9529" y="12959"/>
                    <a:pt x="9529" y="12959"/>
                    <a:pt x="9529" y="12959"/>
                  </a:cubicBezTo>
                  <a:cubicBezTo>
                    <a:pt x="9438" y="12829"/>
                    <a:pt x="9438" y="12829"/>
                    <a:pt x="9438" y="12829"/>
                  </a:cubicBezTo>
                  <a:cubicBezTo>
                    <a:pt x="9438" y="12829"/>
                    <a:pt x="9438" y="12829"/>
                    <a:pt x="9438" y="12829"/>
                  </a:cubicBezTo>
                  <a:cubicBezTo>
                    <a:pt x="9529" y="12698"/>
                    <a:pt x="9529" y="12698"/>
                    <a:pt x="9529" y="12698"/>
                  </a:cubicBezTo>
                  <a:cubicBezTo>
                    <a:pt x="9710" y="12567"/>
                    <a:pt x="9710" y="12567"/>
                    <a:pt x="9710" y="12567"/>
                  </a:cubicBezTo>
                  <a:cubicBezTo>
                    <a:pt x="9892" y="12436"/>
                    <a:pt x="9892" y="12436"/>
                    <a:pt x="9892" y="12436"/>
                  </a:cubicBezTo>
                  <a:cubicBezTo>
                    <a:pt x="9892" y="12436"/>
                    <a:pt x="9892" y="12436"/>
                    <a:pt x="9892" y="12436"/>
                  </a:cubicBezTo>
                  <a:cubicBezTo>
                    <a:pt x="9892" y="12436"/>
                    <a:pt x="9892" y="12436"/>
                    <a:pt x="9892" y="12436"/>
                  </a:cubicBezTo>
                  <a:cubicBezTo>
                    <a:pt x="9710" y="12698"/>
                    <a:pt x="9710" y="12698"/>
                    <a:pt x="9710" y="12698"/>
                  </a:cubicBezTo>
                  <a:cubicBezTo>
                    <a:pt x="9620" y="12829"/>
                    <a:pt x="9620" y="12829"/>
                    <a:pt x="9620" y="12829"/>
                  </a:cubicBezTo>
                  <a:cubicBezTo>
                    <a:pt x="9620" y="12829"/>
                    <a:pt x="9620" y="12829"/>
                    <a:pt x="9620" y="12829"/>
                  </a:cubicBezTo>
                  <a:cubicBezTo>
                    <a:pt x="9620" y="12959"/>
                    <a:pt x="9620" y="12959"/>
                    <a:pt x="9620" y="12959"/>
                  </a:cubicBezTo>
                  <a:cubicBezTo>
                    <a:pt x="9620" y="12959"/>
                    <a:pt x="9620" y="12959"/>
                    <a:pt x="9620" y="12959"/>
                  </a:cubicBezTo>
                  <a:cubicBezTo>
                    <a:pt x="9620" y="13090"/>
                    <a:pt x="9620" y="13090"/>
                    <a:pt x="9620" y="13090"/>
                  </a:cubicBezTo>
                  <a:cubicBezTo>
                    <a:pt x="9529" y="13221"/>
                    <a:pt x="9529" y="13221"/>
                    <a:pt x="9529" y="13221"/>
                  </a:cubicBezTo>
                  <a:cubicBezTo>
                    <a:pt x="9438" y="13352"/>
                    <a:pt x="9438" y="13352"/>
                    <a:pt x="9438" y="13352"/>
                  </a:cubicBezTo>
                  <a:cubicBezTo>
                    <a:pt x="9529" y="13483"/>
                    <a:pt x="9529" y="13483"/>
                    <a:pt x="9529" y="13483"/>
                  </a:cubicBezTo>
                  <a:cubicBezTo>
                    <a:pt x="9438" y="13483"/>
                    <a:pt x="9438" y="13483"/>
                    <a:pt x="9438" y="13483"/>
                  </a:cubicBezTo>
                  <a:cubicBezTo>
                    <a:pt x="9438" y="13614"/>
                    <a:pt x="9438" y="13614"/>
                    <a:pt x="9438" y="13614"/>
                  </a:cubicBezTo>
                  <a:cubicBezTo>
                    <a:pt x="9438" y="13745"/>
                    <a:pt x="9438" y="13745"/>
                    <a:pt x="9438" y="13745"/>
                  </a:cubicBezTo>
                  <a:cubicBezTo>
                    <a:pt x="9529" y="13745"/>
                    <a:pt x="9529" y="13745"/>
                    <a:pt x="9529" y="13745"/>
                  </a:cubicBezTo>
                  <a:cubicBezTo>
                    <a:pt x="9347" y="13876"/>
                    <a:pt x="9347" y="13876"/>
                    <a:pt x="9347" y="13876"/>
                  </a:cubicBezTo>
                  <a:cubicBezTo>
                    <a:pt x="9347" y="13876"/>
                    <a:pt x="9347" y="13876"/>
                    <a:pt x="9347" y="13876"/>
                  </a:cubicBezTo>
                  <a:cubicBezTo>
                    <a:pt x="9347" y="14007"/>
                    <a:pt x="9347" y="14007"/>
                    <a:pt x="9347" y="14007"/>
                  </a:cubicBezTo>
                  <a:cubicBezTo>
                    <a:pt x="9257" y="14007"/>
                    <a:pt x="9257" y="14007"/>
                    <a:pt x="9257" y="14007"/>
                  </a:cubicBezTo>
                  <a:cubicBezTo>
                    <a:pt x="9257" y="14007"/>
                    <a:pt x="9257" y="14007"/>
                    <a:pt x="9257" y="14007"/>
                  </a:cubicBezTo>
                  <a:cubicBezTo>
                    <a:pt x="9257" y="14138"/>
                    <a:pt x="9257" y="14138"/>
                    <a:pt x="9257" y="14138"/>
                  </a:cubicBezTo>
                  <a:cubicBezTo>
                    <a:pt x="9257" y="14138"/>
                    <a:pt x="9257" y="14138"/>
                    <a:pt x="9257" y="14138"/>
                  </a:cubicBezTo>
                  <a:cubicBezTo>
                    <a:pt x="9347" y="14269"/>
                    <a:pt x="9347" y="14269"/>
                    <a:pt x="9347" y="14269"/>
                  </a:cubicBezTo>
                  <a:cubicBezTo>
                    <a:pt x="9347" y="14138"/>
                    <a:pt x="9347" y="14138"/>
                    <a:pt x="9347" y="14138"/>
                  </a:cubicBezTo>
                  <a:cubicBezTo>
                    <a:pt x="9438" y="14138"/>
                    <a:pt x="9438" y="14138"/>
                    <a:pt x="9438" y="14138"/>
                  </a:cubicBezTo>
                  <a:cubicBezTo>
                    <a:pt x="9438" y="14269"/>
                    <a:pt x="9438" y="14269"/>
                    <a:pt x="9438" y="14269"/>
                  </a:cubicBezTo>
                  <a:cubicBezTo>
                    <a:pt x="9438" y="14269"/>
                    <a:pt x="9438" y="14269"/>
                    <a:pt x="9438" y="14269"/>
                  </a:cubicBezTo>
                  <a:cubicBezTo>
                    <a:pt x="9347" y="14269"/>
                    <a:pt x="9347" y="14269"/>
                    <a:pt x="9347" y="14269"/>
                  </a:cubicBezTo>
                  <a:cubicBezTo>
                    <a:pt x="9257" y="14399"/>
                    <a:pt x="9257" y="14399"/>
                    <a:pt x="9257" y="14399"/>
                  </a:cubicBezTo>
                  <a:cubicBezTo>
                    <a:pt x="9257" y="14399"/>
                    <a:pt x="9257" y="14399"/>
                    <a:pt x="9257" y="14399"/>
                  </a:cubicBezTo>
                  <a:cubicBezTo>
                    <a:pt x="9257" y="14399"/>
                    <a:pt x="9257" y="14399"/>
                    <a:pt x="9257" y="14399"/>
                  </a:cubicBezTo>
                  <a:cubicBezTo>
                    <a:pt x="9347" y="14530"/>
                    <a:pt x="9347" y="14530"/>
                    <a:pt x="9347" y="14530"/>
                  </a:cubicBezTo>
                  <a:cubicBezTo>
                    <a:pt x="9257" y="14530"/>
                    <a:pt x="9257" y="14530"/>
                    <a:pt x="9257" y="14530"/>
                  </a:cubicBezTo>
                  <a:cubicBezTo>
                    <a:pt x="9166" y="14530"/>
                    <a:pt x="9166" y="14530"/>
                    <a:pt x="9166" y="14530"/>
                  </a:cubicBezTo>
                  <a:cubicBezTo>
                    <a:pt x="9166" y="14661"/>
                    <a:pt x="9166" y="14661"/>
                    <a:pt x="9166" y="14661"/>
                  </a:cubicBezTo>
                  <a:cubicBezTo>
                    <a:pt x="9075" y="14661"/>
                    <a:pt x="9075" y="14661"/>
                    <a:pt x="9075" y="14661"/>
                  </a:cubicBezTo>
                  <a:cubicBezTo>
                    <a:pt x="9075" y="14661"/>
                    <a:pt x="9075" y="14661"/>
                    <a:pt x="9075" y="14661"/>
                  </a:cubicBezTo>
                  <a:cubicBezTo>
                    <a:pt x="9075" y="14661"/>
                    <a:pt x="9075" y="14661"/>
                    <a:pt x="9075" y="14661"/>
                  </a:cubicBezTo>
                  <a:cubicBezTo>
                    <a:pt x="9166" y="14661"/>
                    <a:pt x="9166" y="14661"/>
                    <a:pt x="9166" y="14661"/>
                  </a:cubicBezTo>
                  <a:cubicBezTo>
                    <a:pt x="9257" y="14792"/>
                    <a:pt x="9257" y="14792"/>
                    <a:pt x="9257" y="14792"/>
                  </a:cubicBezTo>
                  <a:cubicBezTo>
                    <a:pt x="9347" y="14661"/>
                    <a:pt x="9347" y="14661"/>
                    <a:pt x="9347" y="14661"/>
                  </a:cubicBezTo>
                  <a:cubicBezTo>
                    <a:pt x="9438" y="14530"/>
                    <a:pt x="9438" y="14530"/>
                    <a:pt x="9438" y="14530"/>
                  </a:cubicBezTo>
                  <a:cubicBezTo>
                    <a:pt x="9529" y="14530"/>
                    <a:pt x="9529" y="14530"/>
                    <a:pt x="9529" y="14530"/>
                  </a:cubicBezTo>
                  <a:cubicBezTo>
                    <a:pt x="9529" y="14530"/>
                    <a:pt x="9529" y="14530"/>
                    <a:pt x="9529" y="14530"/>
                  </a:cubicBezTo>
                  <a:cubicBezTo>
                    <a:pt x="9620" y="14399"/>
                    <a:pt x="9620" y="14399"/>
                    <a:pt x="9620" y="14399"/>
                  </a:cubicBezTo>
                  <a:cubicBezTo>
                    <a:pt x="9710" y="14399"/>
                    <a:pt x="9710" y="14399"/>
                    <a:pt x="9710" y="14399"/>
                  </a:cubicBezTo>
                  <a:cubicBezTo>
                    <a:pt x="9710" y="14530"/>
                    <a:pt x="9710" y="14530"/>
                    <a:pt x="9710" y="14530"/>
                  </a:cubicBezTo>
                  <a:cubicBezTo>
                    <a:pt x="9710" y="14530"/>
                    <a:pt x="9710" y="14530"/>
                    <a:pt x="9710" y="14530"/>
                  </a:cubicBezTo>
                  <a:cubicBezTo>
                    <a:pt x="9710" y="14530"/>
                    <a:pt x="9710" y="14530"/>
                    <a:pt x="9710" y="14530"/>
                  </a:cubicBezTo>
                  <a:cubicBezTo>
                    <a:pt x="9710" y="14530"/>
                    <a:pt x="9710" y="14530"/>
                    <a:pt x="9710" y="14530"/>
                  </a:cubicBezTo>
                  <a:cubicBezTo>
                    <a:pt x="9710" y="14661"/>
                    <a:pt x="9710" y="14661"/>
                    <a:pt x="9710" y="14661"/>
                  </a:cubicBezTo>
                  <a:cubicBezTo>
                    <a:pt x="9710" y="14792"/>
                    <a:pt x="9710" y="14792"/>
                    <a:pt x="9710" y="14792"/>
                  </a:cubicBezTo>
                  <a:cubicBezTo>
                    <a:pt x="9801" y="14792"/>
                    <a:pt x="9801" y="14792"/>
                    <a:pt x="9801" y="14792"/>
                  </a:cubicBezTo>
                  <a:cubicBezTo>
                    <a:pt x="9892" y="14661"/>
                    <a:pt x="9892" y="14661"/>
                    <a:pt x="9892" y="14661"/>
                  </a:cubicBezTo>
                  <a:cubicBezTo>
                    <a:pt x="9892" y="14661"/>
                    <a:pt x="9892" y="14661"/>
                    <a:pt x="9892" y="14661"/>
                  </a:cubicBezTo>
                  <a:cubicBezTo>
                    <a:pt x="9892" y="14661"/>
                    <a:pt x="9892" y="14661"/>
                    <a:pt x="9892" y="14661"/>
                  </a:cubicBezTo>
                  <a:cubicBezTo>
                    <a:pt x="9892" y="14792"/>
                    <a:pt x="9892" y="14792"/>
                    <a:pt x="9892" y="14792"/>
                  </a:cubicBezTo>
                  <a:cubicBezTo>
                    <a:pt x="9983" y="14923"/>
                    <a:pt x="9983" y="14923"/>
                    <a:pt x="9983" y="14923"/>
                  </a:cubicBezTo>
                  <a:cubicBezTo>
                    <a:pt x="9983" y="15054"/>
                    <a:pt x="9983" y="15054"/>
                    <a:pt x="9983" y="15054"/>
                  </a:cubicBezTo>
                  <a:cubicBezTo>
                    <a:pt x="9983" y="15185"/>
                    <a:pt x="9983" y="15185"/>
                    <a:pt x="9983" y="15185"/>
                  </a:cubicBezTo>
                  <a:cubicBezTo>
                    <a:pt x="9983" y="15316"/>
                    <a:pt x="9983" y="15316"/>
                    <a:pt x="9983" y="15316"/>
                  </a:cubicBezTo>
                  <a:cubicBezTo>
                    <a:pt x="10073" y="15316"/>
                    <a:pt x="10073" y="15316"/>
                    <a:pt x="10073" y="15316"/>
                  </a:cubicBezTo>
                  <a:cubicBezTo>
                    <a:pt x="10073" y="15185"/>
                    <a:pt x="10073" y="15185"/>
                    <a:pt x="10073" y="15185"/>
                  </a:cubicBezTo>
                  <a:cubicBezTo>
                    <a:pt x="10073" y="15054"/>
                    <a:pt x="10073" y="15054"/>
                    <a:pt x="10073" y="15054"/>
                  </a:cubicBezTo>
                  <a:cubicBezTo>
                    <a:pt x="10164" y="14923"/>
                    <a:pt x="10164" y="14923"/>
                    <a:pt x="10164" y="14923"/>
                  </a:cubicBezTo>
                  <a:cubicBezTo>
                    <a:pt x="10164" y="14792"/>
                    <a:pt x="10164" y="14792"/>
                    <a:pt x="10164" y="14792"/>
                  </a:cubicBezTo>
                  <a:cubicBezTo>
                    <a:pt x="10255" y="14661"/>
                    <a:pt x="10255" y="14661"/>
                    <a:pt x="10255" y="14661"/>
                  </a:cubicBezTo>
                  <a:cubicBezTo>
                    <a:pt x="10255" y="14661"/>
                    <a:pt x="10255" y="14661"/>
                    <a:pt x="10255" y="14661"/>
                  </a:cubicBezTo>
                  <a:cubicBezTo>
                    <a:pt x="10346" y="14661"/>
                    <a:pt x="10346" y="14661"/>
                    <a:pt x="10346" y="14661"/>
                  </a:cubicBezTo>
                  <a:cubicBezTo>
                    <a:pt x="10436" y="14661"/>
                    <a:pt x="10436" y="14661"/>
                    <a:pt x="10436" y="14661"/>
                  </a:cubicBezTo>
                  <a:cubicBezTo>
                    <a:pt x="10346" y="14661"/>
                    <a:pt x="10346" y="14661"/>
                    <a:pt x="10346" y="14661"/>
                  </a:cubicBezTo>
                  <a:cubicBezTo>
                    <a:pt x="10255" y="14792"/>
                    <a:pt x="10255" y="14792"/>
                    <a:pt x="10255" y="14792"/>
                  </a:cubicBezTo>
                  <a:cubicBezTo>
                    <a:pt x="10255" y="14923"/>
                    <a:pt x="10255" y="14923"/>
                    <a:pt x="10255" y="14923"/>
                  </a:cubicBezTo>
                  <a:cubicBezTo>
                    <a:pt x="10346" y="15054"/>
                    <a:pt x="10346" y="15054"/>
                    <a:pt x="10346" y="15054"/>
                  </a:cubicBezTo>
                  <a:cubicBezTo>
                    <a:pt x="10436" y="15054"/>
                    <a:pt x="10436" y="15054"/>
                    <a:pt x="10436" y="15054"/>
                  </a:cubicBezTo>
                  <a:cubicBezTo>
                    <a:pt x="10527" y="14923"/>
                    <a:pt x="10527" y="14923"/>
                    <a:pt x="10527" y="14923"/>
                  </a:cubicBezTo>
                  <a:cubicBezTo>
                    <a:pt x="10709" y="14923"/>
                    <a:pt x="10709" y="14923"/>
                    <a:pt x="10709" y="14923"/>
                  </a:cubicBezTo>
                  <a:cubicBezTo>
                    <a:pt x="10709" y="14923"/>
                    <a:pt x="10709" y="14923"/>
                    <a:pt x="10709" y="14923"/>
                  </a:cubicBezTo>
                  <a:cubicBezTo>
                    <a:pt x="10800" y="14923"/>
                    <a:pt x="10800" y="14923"/>
                    <a:pt x="10800" y="14923"/>
                  </a:cubicBezTo>
                  <a:cubicBezTo>
                    <a:pt x="10981" y="14792"/>
                    <a:pt x="10981" y="14792"/>
                    <a:pt x="10981" y="14792"/>
                  </a:cubicBezTo>
                  <a:cubicBezTo>
                    <a:pt x="10981" y="14792"/>
                    <a:pt x="10981" y="14792"/>
                    <a:pt x="10981" y="14792"/>
                  </a:cubicBezTo>
                  <a:cubicBezTo>
                    <a:pt x="10981" y="14792"/>
                    <a:pt x="10981" y="14792"/>
                    <a:pt x="10981" y="14792"/>
                  </a:cubicBezTo>
                  <a:cubicBezTo>
                    <a:pt x="10890" y="14923"/>
                    <a:pt x="10890" y="14923"/>
                    <a:pt x="10890" y="14923"/>
                  </a:cubicBezTo>
                  <a:cubicBezTo>
                    <a:pt x="10890" y="15054"/>
                    <a:pt x="10890" y="15054"/>
                    <a:pt x="10890" y="15054"/>
                  </a:cubicBezTo>
                  <a:cubicBezTo>
                    <a:pt x="10800" y="15054"/>
                    <a:pt x="10800" y="15054"/>
                    <a:pt x="10800" y="15054"/>
                  </a:cubicBezTo>
                  <a:cubicBezTo>
                    <a:pt x="10618" y="15185"/>
                    <a:pt x="10618" y="15185"/>
                    <a:pt x="10618" y="15185"/>
                  </a:cubicBezTo>
                  <a:cubicBezTo>
                    <a:pt x="10436" y="15316"/>
                    <a:pt x="10436" y="15316"/>
                    <a:pt x="10436" y="15316"/>
                  </a:cubicBezTo>
                  <a:cubicBezTo>
                    <a:pt x="10436" y="15447"/>
                    <a:pt x="10436" y="15447"/>
                    <a:pt x="10436" y="15447"/>
                  </a:cubicBezTo>
                  <a:cubicBezTo>
                    <a:pt x="10436" y="15578"/>
                    <a:pt x="10436" y="15578"/>
                    <a:pt x="10436" y="15578"/>
                  </a:cubicBezTo>
                  <a:cubicBezTo>
                    <a:pt x="10436" y="15709"/>
                    <a:pt x="10436" y="15709"/>
                    <a:pt x="10436" y="15709"/>
                  </a:cubicBezTo>
                  <a:cubicBezTo>
                    <a:pt x="10527" y="15709"/>
                    <a:pt x="10527" y="15709"/>
                    <a:pt x="10527" y="15709"/>
                  </a:cubicBezTo>
                  <a:cubicBezTo>
                    <a:pt x="10346" y="15709"/>
                    <a:pt x="10346" y="15709"/>
                    <a:pt x="10346" y="15709"/>
                  </a:cubicBezTo>
                  <a:cubicBezTo>
                    <a:pt x="10346" y="15709"/>
                    <a:pt x="10346" y="15709"/>
                    <a:pt x="10346" y="15709"/>
                  </a:cubicBezTo>
                  <a:cubicBezTo>
                    <a:pt x="10255" y="15840"/>
                    <a:pt x="10255" y="15840"/>
                    <a:pt x="10255" y="15840"/>
                  </a:cubicBezTo>
                  <a:cubicBezTo>
                    <a:pt x="10255" y="15970"/>
                    <a:pt x="10255" y="15970"/>
                    <a:pt x="10255" y="15970"/>
                  </a:cubicBezTo>
                  <a:cubicBezTo>
                    <a:pt x="10073" y="16101"/>
                    <a:pt x="10073" y="16101"/>
                    <a:pt x="10073" y="16101"/>
                  </a:cubicBezTo>
                  <a:cubicBezTo>
                    <a:pt x="10073" y="16232"/>
                    <a:pt x="10073" y="16232"/>
                    <a:pt x="10073" y="16232"/>
                  </a:cubicBezTo>
                  <a:cubicBezTo>
                    <a:pt x="10073" y="16363"/>
                    <a:pt x="10073" y="16363"/>
                    <a:pt x="10073" y="16363"/>
                  </a:cubicBezTo>
                  <a:cubicBezTo>
                    <a:pt x="10164" y="16363"/>
                    <a:pt x="10164" y="16363"/>
                    <a:pt x="10164" y="16363"/>
                  </a:cubicBezTo>
                  <a:cubicBezTo>
                    <a:pt x="10073" y="16363"/>
                    <a:pt x="10073" y="16363"/>
                    <a:pt x="10073" y="16363"/>
                  </a:cubicBezTo>
                  <a:cubicBezTo>
                    <a:pt x="10073" y="16363"/>
                    <a:pt x="10073" y="16363"/>
                    <a:pt x="10073" y="16363"/>
                  </a:cubicBezTo>
                  <a:cubicBezTo>
                    <a:pt x="10073" y="16363"/>
                    <a:pt x="10073" y="16363"/>
                    <a:pt x="10073" y="16363"/>
                  </a:cubicBezTo>
                  <a:cubicBezTo>
                    <a:pt x="9983" y="16363"/>
                    <a:pt x="9983" y="16363"/>
                    <a:pt x="9983" y="16363"/>
                  </a:cubicBezTo>
                  <a:cubicBezTo>
                    <a:pt x="9892" y="16363"/>
                    <a:pt x="9892" y="16363"/>
                    <a:pt x="9892" y="16363"/>
                  </a:cubicBezTo>
                  <a:cubicBezTo>
                    <a:pt x="9801" y="16494"/>
                    <a:pt x="9801" y="16494"/>
                    <a:pt x="9801" y="16494"/>
                  </a:cubicBezTo>
                  <a:cubicBezTo>
                    <a:pt x="9801" y="16625"/>
                    <a:pt x="9801" y="16625"/>
                    <a:pt x="9801" y="16625"/>
                  </a:cubicBezTo>
                  <a:cubicBezTo>
                    <a:pt x="9801" y="16625"/>
                    <a:pt x="9801" y="16625"/>
                    <a:pt x="9801" y="16625"/>
                  </a:cubicBezTo>
                  <a:cubicBezTo>
                    <a:pt x="9801" y="16625"/>
                    <a:pt x="9801" y="16625"/>
                    <a:pt x="9801" y="16625"/>
                  </a:cubicBezTo>
                  <a:cubicBezTo>
                    <a:pt x="9710" y="16625"/>
                    <a:pt x="9710" y="16625"/>
                    <a:pt x="9710" y="16625"/>
                  </a:cubicBezTo>
                  <a:cubicBezTo>
                    <a:pt x="9710" y="16625"/>
                    <a:pt x="9710" y="16625"/>
                    <a:pt x="9710" y="16625"/>
                  </a:cubicBezTo>
                  <a:cubicBezTo>
                    <a:pt x="9529" y="16756"/>
                    <a:pt x="9529" y="16756"/>
                    <a:pt x="9529" y="16756"/>
                  </a:cubicBezTo>
                  <a:cubicBezTo>
                    <a:pt x="9438" y="16887"/>
                    <a:pt x="9438" y="16887"/>
                    <a:pt x="9438" y="16887"/>
                  </a:cubicBezTo>
                  <a:cubicBezTo>
                    <a:pt x="9438" y="17018"/>
                    <a:pt x="9438" y="17018"/>
                    <a:pt x="9438" y="17018"/>
                  </a:cubicBezTo>
                  <a:cubicBezTo>
                    <a:pt x="9438" y="17018"/>
                    <a:pt x="9438" y="17018"/>
                    <a:pt x="9438" y="17018"/>
                  </a:cubicBezTo>
                  <a:cubicBezTo>
                    <a:pt x="9347" y="17018"/>
                    <a:pt x="9347" y="17018"/>
                    <a:pt x="9347" y="17018"/>
                  </a:cubicBezTo>
                  <a:cubicBezTo>
                    <a:pt x="9347" y="16887"/>
                    <a:pt x="9347" y="16887"/>
                    <a:pt x="9347" y="16887"/>
                  </a:cubicBezTo>
                  <a:cubicBezTo>
                    <a:pt x="9257" y="16887"/>
                    <a:pt x="9257" y="16887"/>
                    <a:pt x="9257" y="16887"/>
                  </a:cubicBezTo>
                  <a:cubicBezTo>
                    <a:pt x="9166" y="17018"/>
                    <a:pt x="9166" y="17018"/>
                    <a:pt x="9166" y="17018"/>
                  </a:cubicBezTo>
                  <a:cubicBezTo>
                    <a:pt x="9075" y="17018"/>
                    <a:pt x="9075" y="17018"/>
                    <a:pt x="9075" y="17018"/>
                  </a:cubicBezTo>
                  <a:cubicBezTo>
                    <a:pt x="9075" y="17149"/>
                    <a:pt x="9075" y="17149"/>
                    <a:pt x="9075" y="17149"/>
                  </a:cubicBezTo>
                  <a:cubicBezTo>
                    <a:pt x="9075" y="17149"/>
                    <a:pt x="9075" y="17149"/>
                    <a:pt x="9075" y="17149"/>
                  </a:cubicBezTo>
                  <a:cubicBezTo>
                    <a:pt x="8894" y="17149"/>
                    <a:pt x="8894" y="17149"/>
                    <a:pt x="8894" y="17149"/>
                  </a:cubicBezTo>
                  <a:cubicBezTo>
                    <a:pt x="8803" y="17279"/>
                    <a:pt x="8803" y="17279"/>
                    <a:pt x="8803" y="17279"/>
                  </a:cubicBezTo>
                  <a:cubicBezTo>
                    <a:pt x="8621" y="17410"/>
                    <a:pt x="8621" y="17410"/>
                    <a:pt x="8621" y="17410"/>
                  </a:cubicBezTo>
                  <a:cubicBezTo>
                    <a:pt x="8531" y="17541"/>
                    <a:pt x="8531" y="17541"/>
                    <a:pt x="8531" y="17541"/>
                  </a:cubicBezTo>
                  <a:cubicBezTo>
                    <a:pt x="8440" y="17672"/>
                    <a:pt x="8440" y="17672"/>
                    <a:pt x="8440" y="17672"/>
                  </a:cubicBezTo>
                  <a:cubicBezTo>
                    <a:pt x="8440" y="17672"/>
                    <a:pt x="8440" y="17672"/>
                    <a:pt x="8440" y="17672"/>
                  </a:cubicBezTo>
                  <a:cubicBezTo>
                    <a:pt x="8440" y="17803"/>
                    <a:pt x="8440" y="17803"/>
                    <a:pt x="8440" y="17803"/>
                  </a:cubicBezTo>
                  <a:cubicBezTo>
                    <a:pt x="8440" y="17934"/>
                    <a:pt x="8440" y="17934"/>
                    <a:pt x="8440" y="17934"/>
                  </a:cubicBezTo>
                  <a:cubicBezTo>
                    <a:pt x="8440" y="17934"/>
                    <a:pt x="8440" y="17934"/>
                    <a:pt x="8440" y="17934"/>
                  </a:cubicBezTo>
                  <a:cubicBezTo>
                    <a:pt x="8440" y="17803"/>
                    <a:pt x="8440" y="17803"/>
                    <a:pt x="8440" y="17803"/>
                  </a:cubicBezTo>
                  <a:cubicBezTo>
                    <a:pt x="8349" y="17803"/>
                    <a:pt x="8349" y="17803"/>
                    <a:pt x="8349" y="17803"/>
                  </a:cubicBezTo>
                  <a:cubicBezTo>
                    <a:pt x="8349" y="17803"/>
                    <a:pt x="8349" y="17803"/>
                    <a:pt x="8349" y="17803"/>
                  </a:cubicBezTo>
                  <a:cubicBezTo>
                    <a:pt x="8349" y="17934"/>
                    <a:pt x="8349" y="17934"/>
                    <a:pt x="8349" y="17934"/>
                  </a:cubicBezTo>
                  <a:cubicBezTo>
                    <a:pt x="8349" y="17934"/>
                    <a:pt x="8349" y="17934"/>
                    <a:pt x="8349" y="17934"/>
                  </a:cubicBezTo>
                  <a:cubicBezTo>
                    <a:pt x="8258" y="17934"/>
                    <a:pt x="8258" y="17934"/>
                    <a:pt x="8258" y="17934"/>
                  </a:cubicBezTo>
                  <a:cubicBezTo>
                    <a:pt x="8258" y="17803"/>
                    <a:pt x="8258" y="17803"/>
                    <a:pt x="8258" y="17803"/>
                  </a:cubicBezTo>
                  <a:cubicBezTo>
                    <a:pt x="8258" y="17672"/>
                    <a:pt x="8258" y="17672"/>
                    <a:pt x="8258" y="17672"/>
                  </a:cubicBezTo>
                  <a:cubicBezTo>
                    <a:pt x="8258" y="17672"/>
                    <a:pt x="8258" y="17672"/>
                    <a:pt x="8258" y="17672"/>
                  </a:cubicBezTo>
                  <a:cubicBezTo>
                    <a:pt x="8168" y="17672"/>
                    <a:pt x="8168" y="17672"/>
                    <a:pt x="8168" y="17672"/>
                  </a:cubicBezTo>
                  <a:cubicBezTo>
                    <a:pt x="8168" y="17672"/>
                    <a:pt x="8168" y="17672"/>
                    <a:pt x="8168" y="17672"/>
                  </a:cubicBezTo>
                  <a:cubicBezTo>
                    <a:pt x="8077" y="17672"/>
                    <a:pt x="8077" y="17672"/>
                    <a:pt x="8077" y="17672"/>
                  </a:cubicBezTo>
                  <a:cubicBezTo>
                    <a:pt x="7895" y="17672"/>
                    <a:pt x="7895" y="17672"/>
                    <a:pt x="7895" y="17672"/>
                  </a:cubicBezTo>
                  <a:cubicBezTo>
                    <a:pt x="7895" y="17803"/>
                    <a:pt x="7895" y="17803"/>
                    <a:pt x="7895" y="17803"/>
                  </a:cubicBezTo>
                  <a:cubicBezTo>
                    <a:pt x="7805" y="17803"/>
                    <a:pt x="7805" y="17803"/>
                    <a:pt x="7805" y="17803"/>
                  </a:cubicBezTo>
                  <a:cubicBezTo>
                    <a:pt x="7714" y="17934"/>
                    <a:pt x="7714" y="17934"/>
                    <a:pt x="7714" y="17934"/>
                  </a:cubicBezTo>
                  <a:cubicBezTo>
                    <a:pt x="7623" y="17934"/>
                    <a:pt x="7623" y="17934"/>
                    <a:pt x="7623" y="17934"/>
                  </a:cubicBezTo>
                  <a:cubicBezTo>
                    <a:pt x="7532" y="18065"/>
                    <a:pt x="7532" y="18065"/>
                    <a:pt x="7532" y="18065"/>
                  </a:cubicBezTo>
                  <a:cubicBezTo>
                    <a:pt x="7532" y="18196"/>
                    <a:pt x="7532" y="18196"/>
                    <a:pt x="7532" y="18196"/>
                  </a:cubicBezTo>
                  <a:cubicBezTo>
                    <a:pt x="7532" y="18196"/>
                    <a:pt x="7532" y="18196"/>
                    <a:pt x="7532" y="18196"/>
                  </a:cubicBezTo>
                  <a:cubicBezTo>
                    <a:pt x="7442" y="18196"/>
                    <a:pt x="7442" y="18196"/>
                    <a:pt x="7442" y="18196"/>
                  </a:cubicBezTo>
                  <a:cubicBezTo>
                    <a:pt x="7351" y="18196"/>
                    <a:pt x="7351" y="18196"/>
                    <a:pt x="7351" y="18196"/>
                  </a:cubicBezTo>
                  <a:cubicBezTo>
                    <a:pt x="7351" y="18327"/>
                    <a:pt x="7351" y="18327"/>
                    <a:pt x="7351" y="18327"/>
                  </a:cubicBezTo>
                  <a:cubicBezTo>
                    <a:pt x="7351" y="18327"/>
                    <a:pt x="7351" y="18327"/>
                    <a:pt x="7351" y="18327"/>
                  </a:cubicBezTo>
                  <a:cubicBezTo>
                    <a:pt x="7260" y="18327"/>
                    <a:pt x="7260" y="18327"/>
                    <a:pt x="7260" y="18327"/>
                  </a:cubicBezTo>
                  <a:cubicBezTo>
                    <a:pt x="7169" y="18327"/>
                    <a:pt x="7169" y="18327"/>
                    <a:pt x="7169" y="18327"/>
                  </a:cubicBezTo>
                  <a:cubicBezTo>
                    <a:pt x="7169" y="18327"/>
                    <a:pt x="7169" y="18327"/>
                    <a:pt x="7169" y="18327"/>
                  </a:cubicBezTo>
                  <a:cubicBezTo>
                    <a:pt x="7078" y="18458"/>
                    <a:pt x="7078" y="18458"/>
                    <a:pt x="7078" y="18458"/>
                  </a:cubicBezTo>
                  <a:cubicBezTo>
                    <a:pt x="7078" y="18589"/>
                    <a:pt x="7078" y="18589"/>
                    <a:pt x="7078" y="18589"/>
                  </a:cubicBezTo>
                  <a:cubicBezTo>
                    <a:pt x="7078" y="18589"/>
                    <a:pt x="7078" y="18589"/>
                    <a:pt x="7078" y="18589"/>
                  </a:cubicBezTo>
                  <a:cubicBezTo>
                    <a:pt x="7169" y="18589"/>
                    <a:pt x="7169" y="18589"/>
                    <a:pt x="7169" y="18589"/>
                  </a:cubicBezTo>
                  <a:cubicBezTo>
                    <a:pt x="7169" y="18589"/>
                    <a:pt x="7169" y="18589"/>
                    <a:pt x="7169" y="18589"/>
                  </a:cubicBezTo>
                  <a:cubicBezTo>
                    <a:pt x="7169" y="18458"/>
                    <a:pt x="7169" y="18458"/>
                    <a:pt x="7169" y="18458"/>
                  </a:cubicBezTo>
                  <a:cubicBezTo>
                    <a:pt x="7260" y="18458"/>
                    <a:pt x="7260" y="18458"/>
                    <a:pt x="7260" y="18458"/>
                  </a:cubicBezTo>
                  <a:cubicBezTo>
                    <a:pt x="7260" y="18458"/>
                    <a:pt x="7260" y="18458"/>
                    <a:pt x="7260" y="18458"/>
                  </a:cubicBezTo>
                  <a:cubicBezTo>
                    <a:pt x="7260" y="18589"/>
                    <a:pt x="7260" y="18589"/>
                    <a:pt x="7260" y="18589"/>
                  </a:cubicBezTo>
                  <a:cubicBezTo>
                    <a:pt x="7260" y="18589"/>
                    <a:pt x="7260" y="18589"/>
                    <a:pt x="7260" y="18589"/>
                  </a:cubicBezTo>
                  <a:cubicBezTo>
                    <a:pt x="7351" y="18589"/>
                    <a:pt x="7351" y="18589"/>
                    <a:pt x="7351" y="18589"/>
                  </a:cubicBezTo>
                  <a:cubicBezTo>
                    <a:pt x="7351" y="18458"/>
                    <a:pt x="7351" y="18458"/>
                    <a:pt x="7351" y="18458"/>
                  </a:cubicBezTo>
                  <a:cubicBezTo>
                    <a:pt x="7442" y="18327"/>
                    <a:pt x="7442" y="18327"/>
                    <a:pt x="7442" y="18327"/>
                  </a:cubicBezTo>
                  <a:cubicBezTo>
                    <a:pt x="7442" y="18458"/>
                    <a:pt x="7442" y="18458"/>
                    <a:pt x="7442" y="18458"/>
                  </a:cubicBezTo>
                  <a:cubicBezTo>
                    <a:pt x="7442" y="18458"/>
                    <a:pt x="7442" y="18458"/>
                    <a:pt x="7442" y="18458"/>
                  </a:cubicBezTo>
                  <a:cubicBezTo>
                    <a:pt x="7442" y="18589"/>
                    <a:pt x="7442" y="18589"/>
                    <a:pt x="7442" y="18589"/>
                  </a:cubicBezTo>
                  <a:cubicBezTo>
                    <a:pt x="7532" y="18589"/>
                    <a:pt x="7532" y="18589"/>
                    <a:pt x="7532" y="18589"/>
                  </a:cubicBezTo>
                  <a:cubicBezTo>
                    <a:pt x="7532" y="18458"/>
                    <a:pt x="7532" y="18458"/>
                    <a:pt x="7532" y="18458"/>
                  </a:cubicBezTo>
                  <a:cubicBezTo>
                    <a:pt x="7532" y="18458"/>
                    <a:pt x="7532" y="18458"/>
                    <a:pt x="7532" y="18458"/>
                  </a:cubicBezTo>
                  <a:cubicBezTo>
                    <a:pt x="7623" y="18458"/>
                    <a:pt x="7623" y="18458"/>
                    <a:pt x="7623" y="18458"/>
                  </a:cubicBezTo>
                  <a:cubicBezTo>
                    <a:pt x="7623" y="18458"/>
                    <a:pt x="7623" y="18458"/>
                    <a:pt x="7623" y="18458"/>
                  </a:cubicBezTo>
                  <a:cubicBezTo>
                    <a:pt x="7623" y="18458"/>
                    <a:pt x="7623" y="18458"/>
                    <a:pt x="7623" y="18458"/>
                  </a:cubicBezTo>
                  <a:cubicBezTo>
                    <a:pt x="7714" y="18458"/>
                    <a:pt x="7714" y="18458"/>
                    <a:pt x="7714" y="18458"/>
                  </a:cubicBezTo>
                  <a:cubicBezTo>
                    <a:pt x="7805" y="18327"/>
                    <a:pt x="7805" y="18327"/>
                    <a:pt x="7805" y="18327"/>
                  </a:cubicBezTo>
                  <a:cubicBezTo>
                    <a:pt x="7895" y="18196"/>
                    <a:pt x="7895" y="18196"/>
                    <a:pt x="7895" y="18196"/>
                  </a:cubicBezTo>
                  <a:cubicBezTo>
                    <a:pt x="7805" y="18196"/>
                    <a:pt x="7805" y="18196"/>
                    <a:pt x="7805" y="18196"/>
                  </a:cubicBezTo>
                  <a:cubicBezTo>
                    <a:pt x="7895" y="18065"/>
                    <a:pt x="7895" y="18065"/>
                    <a:pt x="7895" y="18065"/>
                  </a:cubicBezTo>
                  <a:cubicBezTo>
                    <a:pt x="7986" y="17934"/>
                    <a:pt x="7986" y="17934"/>
                    <a:pt x="7986" y="17934"/>
                  </a:cubicBezTo>
                  <a:cubicBezTo>
                    <a:pt x="7986" y="17934"/>
                    <a:pt x="7986" y="17934"/>
                    <a:pt x="7986" y="17934"/>
                  </a:cubicBezTo>
                  <a:cubicBezTo>
                    <a:pt x="8077" y="18065"/>
                    <a:pt x="8077" y="18065"/>
                    <a:pt x="8077" y="18065"/>
                  </a:cubicBezTo>
                  <a:cubicBezTo>
                    <a:pt x="8077" y="18065"/>
                    <a:pt x="8077" y="18065"/>
                    <a:pt x="8077" y="18065"/>
                  </a:cubicBezTo>
                  <a:cubicBezTo>
                    <a:pt x="7986" y="18196"/>
                    <a:pt x="7986" y="18196"/>
                    <a:pt x="7986" y="18196"/>
                  </a:cubicBezTo>
                  <a:cubicBezTo>
                    <a:pt x="7986" y="18196"/>
                    <a:pt x="7986" y="18196"/>
                    <a:pt x="7986" y="18196"/>
                  </a:cubicBezTo>
                  <a:cubicBezTo>
                    <a:pt x="7986" y="18327"/>
                    <a:pt x="7986" y="18327"/>
                    <a:pt x="7986" y="18327"/>
                  </a:cubicBezTo>
                  <a:cubicBezTo>
                    <a:pt x="7986" y="18327"/>
                    <a:pt x="7986" y="18327"/>
                    <a:pt x="7986" y="18327"/>
                  </a:cubicBezTo>
                  <a:cubicBezTo>
                    <a:pt x="8077" y="18196"/>
                    <a:pt x="8077" y="18196"/>
                    <a:pt x="8077" y="18196"/>
                  </a:cubicBezTo>
                  <a:cubicBezTo>
                    <a:pt x="8168" y="18196"/>
                    <a:pt x="8168" y="18196"/>
                    <a:pt x="8168" y="18196"/>
                  </a:cubicBezTo>
                  <a:cubicBezTo>
                    <a:pt x="8168" y="18196"/>
                    <a:pt x="8168" y="18196"/>
                    <a:pt x="8168" y="18196"/>
                  </a:cubicBezTo>
                  <a:cubicBezTo>
                    <a:pt x="8168" y="18196"/>
                    <a:pt x="8168" y="18196"/>
                    <a:pt x="8168" y="18196"/>
                  </a:cubicBezTo>
                  <a:cubicBezTo>
                    <a:pt x="8168" y="18065"/>
                    <a:pt x="8168" y="18065"/>
                    <a:pt x="8168" y="18065"/>
                  </a:cubicBezTo>
                  <a:cubicBezTo>
                    <a:pt x="8258" y="18065"/>
                    <a:pt x="8258" y="18065"/>
                    <a:pt x="8258" y="18065"/>
                  </a:cubicBezTo>
                  <a:cubicBezTo>
                    <a:pt x="8258" y="18196"/>
                    <a:pt x="8258" y="18196"/>
                    <a:pt x="8258" y="18196"/>
                  </a:cubicBezTo>
                  <a:cubicBezTo>
                    <a:pt x="8258" y="18327"/>
                    <a:pt x="8258" y="18327"/>
                    <a:pt x="8258" y="18327"/>
                  </a:cubicBezTo>
                  <a:cubicBezTo>
                    <a:pt x="8258" y="18327"/>
                    <a:pt x="8258" y="18327"/>
                    <a:pt x="8258" y="18327"/>
                  </a:cubicBezTo>
                  <a:cubicBezTo>
                    <a:pt x="8349" y="18196"/>
                    <a:pt x="8349" y="18196"/>
                    <a:pt x="8349" y="18196"/>
                  </a:cubicBezTo>
                  <a:cubicBezTo>
                    <a:pt x="8349" y="18196"/>
                    <a:pt x="8349" y="18196"/>
                    <a:pt x="8349" y="18196"/>
                  </a:cubicBezTo>
                  <a:cubicBezTo>
                    <a:pt x="8440" y="18065"/>
                    <a:pt x="8440" y="18065"/>
                    <a:pt x="8440" y="18065"/>
                  </a:cubicBezTo>
                  <a:cubicBezTo>
                    <a:pt x="8531" y="18065"/>
                    <a:pt x="8531" y="18065"/>
                    <a:pt x="8531" y="18065"/>
                  </a:cubicBezTo>
                  <a:cubicBezTo>
                    <a:pt x="8621" y="17934"/>
                    <a:pt x="8621" y="17934"/>
                    <a:pt x="8621" y="17934"/>
                  </a:cubicBezTo>
                  <a:cubicBezTo>
                    <a:pt x="8621" y="17934"/>
                    <a:pt x="8621" y="17934"/>
                    <a:pt x="8621" y="17934"/>
                  </a:cubicBezTo>
                  <a:cubicBezTo>
                    <a:pt x="8712" y="17934"/>
                    <a:pt x="8712" y="17934"/>
                    <a:pt x="8712" y="17934"/>
                  </a:cubicBezTo>
                  <a:cubicBezTo>
                    <a:pt x="8712" y="18065"/>
                    <a:pt x="8712" y="18065"/>
                    <a:pt x="8712" y="18065"/>
                  </a:cubicBezTo>
                  <a:cubicBezTo>
                    <a:pt x="8621" y="18065"/>
                    <a:pt x="8621" y="18065"/>
                    <a:pt x="8621" y="18065"/>
                  </a:cubicBezTo>
                  <a:cubicBezTo>
                    <a:pt x="8621" y="18196"/>
                    <a:pt x="8621" y="18196"/>
                    <a:pt x="8621" y="18196"/>
                  </a:cubicBezTo>
                  <a:cubicBezTo>
                    <a:pt x="8621" y="18196"/>
                    <a:pt x="8621" y="18196"/>
                    <a:pt x="8621" y="18196"/>
                  </a:cubicBezTo>
                  <a:cubicBezTo>
                    <a:pt x="8621" y="18196"/>
                    <a:pt x="8621" y="18196"/>
                    <a:pt x="8621" y="18196"/>
                  </a:cubicBezTo>
                  <a:cubicBezTo>
                    <a:pt x="8803" y="18065"/>
                    <a:pt x="8803" y="18065"/>
                    <a:pt x="8803" y="18065"/>
                  </a:cubicBezTo>
                  <a:cubicBezTo>
                    <a:pt x="8803" y="17934"/>
                    <a:pt x="8803" y="17934"/>
                    <a:pt x="8803" y="17934"/>
                  </a:cubicBezTo>
                  <a:cubicBezTo>
                    <a:pt x="8803" y="17934"/>
                    <a:pt x="8803" y="17934"/>
                    <a:pt x="8803" y="17934"/>
                  </a:cubicBezTo>
                  <a:cubicBezTo>
                    <a:pt x="8803" y="17934"/>
                    <a:pt x="8803" y="17934"/>
                    <a:pt x="8803" y="17934"/>
                  </a:cubicBezTo>
                  <a:cubicBezTo>
                    <a:pt x="8894" y="17934"/>
                    <a:pt x="8894" y="17934"/>
                    <a:pt x="8894" y="17934"/>
                  </a:cubicBezTo>
                  <a:cubicBezTo>
                    <a:pt x="8894" y="17934"/>
                    <a:pt x="8894" y="17934"/>
                    <a:pt x="8894" y="17934"/>
                  </a:cubicBezTo>
                  <a:cubicBezTo>
                    <a:pt x="8984" y="17934"/>
                    <a:pt x="8984" y="17934"/>
                    <a:pt x="8984" y="17934"/>
                  </a:cubicBezTo>
                  <a:cubicBezTo>
                    <a:pt x="9075" y="17803"/>
                    <a:pt x="9075" y="17803"/>
                    <a:pt x="9075" y="17803"/>
                  </a:cubicBezTo>
                  <a:cubicBezTo>
                    <a:pt x="9075" y="17803"/>
                    <a:pt x="9075" y="17803"/>
                    <a:pt x="9075" y="17803"/>
                  </a:cubicBezTo>
                  <a:cubicBezTo>
                    <a:pt x="9166" y="17803"/>
                    <a:pt x="9166" y="17803"/>
                    <a:pt x="9166" y="17803"/>
                  </a:cubicBezTo>
                  <a:cubicBezTo>
                    <a:pt x="9166" y="17803"/>
                    <a:pt x="9166" y="17803"/>
                    <a:pt x="9166" y="17803"/>
                  </a:cubicBezTo>
                  <a:cubicBezTo>
                    <a:pt x="9257" y="17672"/>
                    <a:pt x="9257" y="17672"/>
                    <a:pt x="9257" y="17672"/>
                  </a:cubicBezTo>
                  <a:cubicBezTo>
                    <a:pt x="9257" y="17672"/>
                    <a:pt x="9257" y="17672"/>
                    <a:pt x="9257" y="17672"/>
                  </a:cubicBezTo>
                  <a:cubicBezTo>
                    <a:pt x="9257" y="17803"/>
                    <a:pt x="9257" y="17803"/>
                    <a:pt x="9257" y="17803"/>
                  </a:cubicBezTo>
                  <a:cubicBezTo>
                    <a:pt x="9257" y="17934"/>
                    <a:pt x="9257" y="17934"/>
                    <a:pt x="9257" y="17934"/>
                  </a:cubicBezTo>
                  <a:cubicBezTo>
                    <a:pt x="9257" y="17803"/>
                    <a:pt x="9257" y="17803"/>
                    <a:pt x="9257" y="17803"/>
                  </a:cubicBezTo>
                  <a:cubicBezTo>
                    <a:pt x="9347" y="17803"/>
                    <a:pt x="9347" y="17803"/>
                    <a:pt x="9347" y="17803"/>
                  </a:cubicBezTo>
                  <a:cubicBezTo>
                    <a:pt x="9257" y="17803"/>
                    <a:pt x="9257" y="17803"/>
                    <a:pt x="9257" y="17803"/>
                  </a:cubicBezTo>
                  <a:cubicBezTo>
                    <a:pt x="9347" y="17672"/>
                    <a:pt x="9347" y="17672"/>
                    <a:pt x="9347" y="17672"/>
                  </a:cubicBezTo>
                  <a:cubicBezTo>
                    <a:pt x="9347" y="17672"/>
                    <a:pt x="9347" y="17672"/>
                    <a:pt x="9347" y="17672"/>
                  </a:cubicBezTo>
                  <a:cubicBezTo>
                    <a:pt x="9257" y="17672"/>
                    <a:pt x="9257" y="17672"/>
                    <a:pt x="9257" y="17672"/>
                  </a:cubicBezTo>
                  <a:cubicBezTo>
                    <a:pt x="9166" y="17672"/>
                    <a:pt x="9166" y="17672"/>
                    <a:pt x="9166" y="17672"/>
                  </a:cubicBezTo>
                  <a:cubicBezTo>
                    <a:pt x="9257" y="17541"/>
                    <a:pt x="9257" y="17541"/>
                    <a:pt x="9257" y="17541"/>
                  </a:cubicBezTo>
                  <a:cubicBezTo>
                    <a:pt x="9438" y="17541"/>
                    <a:pt x="9438" y="17541"/>
                    <a:pt x="9438" y="17541"/>
                  </a:cubicBezTo>
                  <a:cubicBezTo>
                    <a:pt x="9620" y="17541"/>
                    <a:pt x="9620" y="17541"/>
                    <a:pt x="9620" y="17541"/>
                  </a:cubicBezTo>
                  <a:cubicBezTo>
                    <a:pt x="9620" y="17410"/>
                    <a:pt x="9620" y="17410"/>
                    <a:pt x="9620" y="17410"/>
                  </a:cubicBezTo>
                  <a:cubicBezTo>
                    <a:pt x="9620" y="17410"/>
                    <a:pt x="9620" y="17410"/>
                    <a:pt x="9620" y="17410"/>
                  </a:cubicBezTo>
                  <a:cubicBezTo>
                    <a:pt x="9620" y="17410"/>
                    <a:pt x="9620" y="17410"/>
                    <a:pt x="9620" y="17410"/>
                  </a:cubicBezTo>
                  <a:cubicBezTo>
                    <a:pt x="9620" y="17279"/>
                    <a:pt x="9620" y="17279"/>
                    <a:pt x="9620" y="17279"/>
                  </a:cubicBezTo>
                  <a:cubicBezTo>
                    <a:pt x="9710" y="17279"/>
                    <a:pt x="9710" y="17279"/>
                    <a:pt x="9710" y="17279"/>
                  </a:cubicBezTo>
                  <a:cubicBezTo>
                    <a:pt x="9710" y="17279"/>
                    <a:pt x="9710" y="17279"/>
                    <a:pt x="9710" y="17279"/>
                  </a:cubicBezTo>
                  <a:cubicBezTo>
                    <a:pt x="9801" y="17279"/>
                    <a:pt x="9801" y="17279"/>
                    <a:pt x="9801" y="17279"/>
                  </a:cubicBezTo>
                  <a:cubicBezTo>
                    <a:pt x="9801" y="17410"/>
                    <a:pt x="9801" y="17410"/>
                    <a:pt x="9801" y="17410"/>
                  </a:cubicBezTo>
                  <a:cubicBezTo>
                    <a:pt x="9801" y="17410"/>
                    <a:pt x="9801" y="17410"/>
                    <a:pt x="9801" y="17410"/>
                  </a:cubicBezTo>
                  <a:cubicBezTo>
                    <a:pt x="9892" y="17279"/>
                    <a:pt x="9892" y="17279"/>
                    <a:pt x="9892" y="17279"/>
                  </a:cubicBezTo>
                  <a:cubicBezTo>
                    <a:pt x="9801" y="17279"/>
                    <a:pt x="9801" y="17279"/>
                    <a:pt x="9801" y="17279"/>
                  </a:cubicBezTo>
                  <a:cubicBezTo>
                    <a:pt x="9892" y="17149"/>
                    <a:pt x="9892" y="17149"/>
                    <a:pt x="9892" y="17149"/>
                  </a:cubicBezTo>
                  <a:cubicBezTo>
                    <a:pt x="9892" y="17149"/>
                    <a:pt x="9892" y="17149"/>
                    <a:pt x="9892" y="17149"/>
                  </a:cubicBezTo>
                  <a:cubicBezTo>
                    <a:pt x="9892" y="17018"/>
                    <a:pt x="9892" y="17018"/>
                    <a:pt x="9892" y="17018"/>
                  </a:cubicBezTo>
                  <a:cubicBezTo>
                    <a:pt x="9983" y="17149"/>
                    <a:pt x="9983" y="17149"/>
                    <a:pt x="9983" y="17149"/>
                  </a:cubicBezTo>
                  <a:cubicBezTo>
                    <a:pt x="9983" y="17149"/>
                    <a:pt x="9983" y="17149"/>
                    <a:pt x="9983" y="17149"/>
                  </a:cubicBezTo>
                  <a:cubicBezTo>
                    <a:pt x="9983" y="17279"/>
                    <a:pt x="9983" y="17279"/>
                    <a:pt x="9983" y="17279"/>
                  </a:cubicBezTo>
                  <a:cubicBezTo>
                    <a:pt x="10073" y="17149"/>
                    <a:pt x="10073" y="17149"/>
                    <a:pt x="10073" y="17149"/>
                  </a:cubicBezTo>
                  <a:cubicBezTo>
                    <a:pt x="10164" y="17018"/>
                    <a:pt x="10164" y="17018"/>
                    <a:pt x="10164" y="17018"/>
                  </a:cubicBezTo>
                  <a:cubicBezTo>
                    <a:pt x="10164" y="17018"/>
                    <a:pt x="10164" y="17018"/>
                    <a:pt x="10164" y="17018"/>
                  </a:cubicBezTo>
                  <a:cubicBezTo>
                    <a:pt x="10255" y="17018"/>
                    <a:pt x="10255" y="17018"/>
                    <a:pt x="10255" y="17018"/>
                  </a:cubicBezTo>
                  <a:cubicBezTo>
                    <a:pt x="10255" y="16887"/>
                    <a:pt x="10255" y="16887"/>
                    <a:pt x="10255" y="16887"/>
                  </a:cubicBezTo>
                  <a:cubicBezTo>
                    <a:pt x="10346" y="17018"/>
                    <a:pt x="10346" y="17018"/>
                    <a:pt x="10346" y="17018"/>
                  </a:cubicBezTo>
                  <a:cubicBezTo>
                    <a:pt x="10346" y="17018"/>
                    <a:pt x="10346" y="17018"/>
                    <a:pt x="10346" y="17018"/>
                  </a:cubicBezTo>
                  <a:cubicBezTo>
                    <a:pt x="10436" y="16887"/>
                    <a:pt x="10436" y="16887"/>
                    <a:pt x="10436" y="16887"/>
                  </a:cubicBezTo>
                  <a:cubicBezTo>
                    <a:pt x="10436" y="16756"/>
                    <a:pt x="10436" y="16756"/>
                    <a:pt x="10436" y="16756"/>
                  </a:cubicBezTo>
                  <a:cubicBezTo>
                    <a:pt x="10436" y="16756"/>
                    <a:pt x="10436" y="16756"/>
                    <a:pt x="10436" y="16756"/>
                  </a:cubicBezTo>
                  <a:cubicBezTo>
                    <a:pt x="10346" y="16756"/>
                    <a:pt x="10346" y="16756"/>
                    <a:pt x="10346" y="16756"/>
                  </a:cubicBezTo>
                  <a:cubicBezTo>
                    <a:pt x="10346" y="16756"/>
                    <a:pt x="10346" y="16756"/>
                    <a:pt x="10346" y="16756"/>
                  </a:cubicBezTo>
                  <a:cubicBezTo>
                    <a:pt x="10436" y="16625"/>
                    <a:pt x="10436" y="16625"/>
                    <a:pt x="10436" y="16625"/>
                  </a:cubicBezTo>
                  <a:cubicBezTo>
                    <a:pt x="10527" y="16625"/>
                    <a:pt x="10527" y="16625"/>
                    <a:pt x="10527" y="16625"/>
                  </a:cubicBezTo>
                  <a:cubicBezTo>
                    <a:pt x="10618" y="16494"/>
                    <a:pt x="10618" y="16494"/>
                    <a:pt x="10618" y="16494"/>
                  </a:cubicBezTo>
                  <a:cubicBezTo>
                    <a:pt x="10618" y="16494"/>
                    <a:pt x="10618" y="16494"/>
                    <a:pt x="10618" y="16494"/>
                  </a:cubicBezTo>
                  <a:cubicBezTo>
                    <a:pt x="10618" y="16625"/>
                    <a:pt x="10618" y="16625"/>
                    <a:pt x="10618" y="16625"/>
                  </a:cubicBezTo>
                  <a:cubicBezTo>
                    <a:pt x="10709" y="16494"/>
                    <a:pt x="10709" y="16494"/>
                    <a:pt x="10709" y="16494"/>
                  </a:cubicBezTo>
                  <a:cubicBezTo>
                    <a:pt x="10800" y="16363"/>
                    <a:pt x="10800" y="16363"/>
                    <a:pt x="10800" y="16363"/>
                  </a:cubicBezTo>
                  <a:cubicBezTo>
                    <a:pt x="10800" y="16363"/>
                    <a:pt x="10800" y="16363"/>
                    <a:pt x="10800" y="16363"/>
                  </a:cubicBezTo>
                  <a:cubicBezTo>
                    <a:pt x="10890" y="16363"/>
                    <a:pt x="10890" y="16363"/>
                    <a:pt x="10890" y="16363"/>
                  </a:cubicBezTo>
                  <a:cubicBezTo>
                    <a:pt x="10890" y="16232"/>
                    <a:pt x="10890" y="16232"/>
                    <a:pt x="10890" y="16232"/>
                  </a:cubicBezTo>
                  <a:cubicBezTo>
                    <a:pt x="10981" y="16232"/>
                    <a:pt x="10981" y="16232"/>
                    <a:pt x="10981" y="16232"/>
                  </a:cubicBezTo>
                  <a:cubicBezTo>
                    <a:pt x="10981" y="16363"/>
                    <a:pt x="10981" y="16363"/>
                    <a:pt x="10981" y="16363"/>
                  </a:cubicBezTo>
                  <a:cubicBezTo>
                    <a:pt x="10981" y="16363"/>
                    <a:pt x="10981" y="16363"/>
                    <a:pt x="10981" y="16363"/>
                  </a:cubicBezTo>
                  <a:cubicBezTo>
                    <a:pt x="11072" y="16232"/>
                    <a:pt x="11072" y="16232"/>
                    <a:pt x="11072" y="16232"/>
                  </a:cubicBezTo>
                  <a:cubicBezTo>
                    <a:pt x="11072" y="16232"/>
                    <a:pt x="11072" y="16232"/>
                    <a:pt x="11072" y="16232"/>
                  </a:cubicBezTo>
                  <a:cubicBezTo>
                    <a:pt x="11163" y="16232"/>
                    <a:pt x="11163" y="16232"/>
                    <a:pt x="11163" y="16232"/>
                  </a:cubicBezTo>
                  <a:cubicBezTo>
                    <a:pt x="11163" y="16232"/>
                    <a:pt x="11163" y="16232"/>
                    <a:pt x="11163" y="16232"/>
                  </a:cubicBezTo>
                  <a:cubicBezTo>
                    <a:pt x="11253" y="16101"/>
                    <a:pt x="11253" y="16101"/>
                    <a:pt x="11253" y="16101"/>
                  </a:cubicBezTo>
                  <a:cubicBezTo>
                    <a:pt x="11253" y="16101"/>
                    <a:pt x="11253" y="16101"/>
                    <a:pt x="11253" y="16101"/>
                  </a:cubicBezTo>
                  <a:cubicBezTo>
                    <a:pt x="11253" y="16101"/>
                    <a:pt x="11253" y="16101"/>
                    <a:pt x="11253" y="16101"/>
                  </a:cubicBezTo>
                  <a:cubicBezTo>
                    <a:pt x="11344" y="16101"/>
                    <a:pt x="11344" y="16101"/>
                    <a:pt x="11344" y="16101"/>
                  </a:cubicBezTo>
                  <a:cubicBezTo>
                    <a:pt x="11435" y="16101"/>
                    <a:pt x="11435" y="16101"/>
                    <a:pt x="11435" y="16101"/>
                  </a:cubicBezTo>
                  <a:cubicBezTo>
                    <a:pt x="11435" y="16101"/>
                    <a:pt x="11435" y="16101"/>
                    <a:pt x="11435" y="16101"/>
                  </a:cubicBezTo>
                  <a:cubicBezTo>
                    <a:pt x="11435" y="16101"/>
                    <a:pt x="11435" y="16101"/>
                    <a:pt x="11435" y="16101"/>
                  </a:cubicBezTo>
                  <a:cubicBezTo>
                    <a:pt x="11435" y="16101"/>
                    <a:pt x="11435" y="16101"/>
                    <a:pt x="11435" y="16101"/>
                  </a:cubicBezTo>
                  <a:cubicBezTo>
                    <a:pt x="11526" y="16101"/>
                    <a:pt x="11526" y="16101"/>
                    <a:pt x="11526" y="16101"/>
                  </a:cubicBezTo>
                  <a:cubicBezTo>
                    <a:pt x="11526" y="16101"/>
                    <a:pt x="11526" y="16101"/>
                    <a:pt x="11526" y="16101"/>
                  </a:cubicBezTo>
                  <a:cubicBezTo>
                    <a:pt x="11526" y="16101"/>
                    <a:pt x="11526" y="16101"/>
                    <a:pt x="11526" y="16101"/>
                  </a:cubicBezTo>
                  <a:cubicBezTo>
                    <a:pt x="11616" y="15970"/>
                    <a:pt x="11616" y="15970"/>
                    <a:pt x="11616" y="15970"/>
                  </a:cubicBezTo>
                  <a:cubicBezTo>
                    <a:pt x="11526" y="15970"/>
                    <a:pt x="11526" y="15970"/>
                    <a:pt x="11526" y="15970"/>
                  </a:cubicBezTo>
                  <a:cubicBezTo>
                    <a:pt x="11526" y="15970"/>
                    <a:pt x="11526" y="15970"/>
                    <a:pt x="11526" y="15970"/>
                  </a:cubicBezTo>
                  <a:cubicBezTo>
                    <a:pt x="11526" y="15840"/>
                    <a:pt x="11526" y="15840"/>
                    <a:pt x="11526" y="15840"/>
                  </a:cubicBezTo>
                  <a:cubicBezTo>
                    <a:pt x="11616" y="15840"/>
                    <a:pt x="11616" y="15840"/>
                    <a:pt x="11616" y="15840"/>
                  </a:cubicBezTo>
                  <a:cubicBezTo>
                    <a:pt x="11707" y="15840"/>
                    <a:pt x="11707" y="15840"/>
                    <a:pt x="11707" y="15840"/>
                  </a:cubicBezTo>
                  <a:cubicBezTo>
                    <a:pt x="11707" y="15840"/>
                    <a:pt x="11707" y="15840"/>
                    <a:pt x="11707" y="15840"/>
                  </a:cubicBezTo>
                  <a:cubicBezTo>
                    <a:pt x="11707" y="15840"/>
                    <a:pt x="11707" y="15840"/>
                    <a:pt x="11707" y="15840"/>
                  </a:cubicBezTo>
                  <a:cubicBezTo>
                    <a:pt x="11707" y="15709"/>
                    <a:pt x="11707" y="15709"/>
                    <a:pt x="11707" y="15709"/>
                  </a:cubicBezTo>
                  <a:cubicBezTo>
                    <a:pt x="11616" y="15709"/>
                    <a:pt x="11616" y="15709"/>
                    <a:pt x="11616" y="15709"/>
                  </a:cubicBezTo>
                  <a:cubicBezTo>
                    <a:pt x="11707" y="15709"/>
                    <a:pt x="11707" y="15709"/>
                    <a:pt x="11707" y="15709"/>
                  </a:cubicBezTo>
                  <a:cubicBezTo>
                    <a:pt x="11798" y="15709"/>
                    <a:pt x="11798" y="15709"/>
                    <a:pt x="11798" y="15709"/>
                  </a:cubicBezTo>
                  <a:cubicBezTo>
                    <a:pt x="11798" y="15578"/>
                    <a:pt x="11798" y="15578"/>
                    <a:pt x="11798" y="15578"/>
                  </a:cubicBezTo>
                  <a:cubicBezTo>
                    <a:pt x="11979" y="15578"/>
                    <a:pt x="11979" y="15578"/>
                    <a:pt x="11979" y="15578"/>
                  </a:cubicBezTo>
                  <a:cubicBezTo>
                    <a:pt x="11979" y="15447"/>
                    <a:pt x="11979" y="15447"/>
                    <a:pt x="11979" y="15447"/>
                  </a:cubicBezTo>
                  <a:cubicBezTo>
                    <a:pt x="12070" y="15447"/>
                    <a:pt x="12070" y="15447"/>
                    <a:pt x="12070" y="15447"/>
                  </a:cubicBezTo>
                  <a:cubicBezTo>
                    <a:pt x="12161" y="15316"/>
                    <a:pt x="12161" y="15316"/>
                    <a:pt x="12161" y="15316"/>
                  </a:cubicBezTo>
                  <a:cubicBezTo>
                    <a:pt x="12161" y="15185"/>
                    <a:pt x="12161" y="15185"/>
                    <a:pt x="12161" y="15185"/>
                  </a:cubicBezTo>
                  <a:cubicBezTo>
                    <a:pt x="12161" y="15185"/>
                    <a:pt x="12161" y="15185"/>
                    <a:pt x="12161" y="15185"/>
                  </a:cubicBezTo>
                  <a:cubicBezTo>
                    <a:pt x="12070" y="15185"/>
                    <a:pt x="12070" y="15185"/>
                    <a:pt x="12070" y="15185"/>
                  </a:cubicBezTo>
                  <a:cubicBezTo>
                    <a:pt x="12070" y="15054"/>
                    <a:pt x="12070" y="15054"/>
                    <a:pt x="12070" y="15054"/>
                  </a:cubicBezTo>
                  <a:cubicBezTo>
                    <a:pt x="12070" y="15054"/>
                    <a:pt x="12070" y="15054"/>
                    <a:pt x="12070" y="15054"/>
                  </a:cubicBezTo>
                  <a:cubicBezTo>
                    <a:pt x="11979" y="15054"/>
                    <a:pt x="11979" y="15054"/>
                    <a:pt x="11979" y="15054"/>
                  </a:cubicBezTo>
                  <a:cubicBezTo>
                    <a:pt x="11979" y="14923"/>
                    <a:pt x="11979" y="14923"/>
                    <a:pt x="11979" y="14923"/>
                  </a:cubicBezTo>
                  <a:cubicBezTo>
                    <a:pt x="11979" y="14792"/>
                    <a:pt x="11979" y="14792"/>
                    <a:pt x="11979" y="14792"/>
                  </a:cubicBezTo>
                  <a:cubicBezTo>
                    <a:pt x="12070" y="14792"/>
                    <a:pt x="12070" y="14792"/>
                    <a:pt x="12070" y="14792"/>
                  </a:cubicBezTo>
                  <a:cubicBezTo>
                    <a:pt x="12070" y="14792"/>
                    <a:pt x="12070" y="14792"/>
                    <a:pt x="12070" y="14792"/>
                  </a:cubicBezTo>
                  <a:cubicBezTo>
                    <a:pt x="12161" y="14661"/>
                    <a:pt x="12161" y="14661"/>
                    <a:pt x="12161" y="14661"/>
                  </a:cubicBezTo>
                  <a:cubicBezTo>
                    <a:pt x="12161" y="14661"/>
                    <a:pt x="12161" y="14661"/>
                    <a:pt x="12161" y="14661"/>
                  </a:cubicBezTo>
                  <a:cubicBezTo>
                    <a:pt x="12161" y="14661"/>
                    <a:pt x="12161" y="14661"/>
                    <a:pt x="12161" y="14661"/>
                  </a:cubicBezTo>
                  <a:cubicBezTo>
                    <a:pt x="12161" y="14661"/>
                    <a:pt x="12161" y="14661"/>
                    <a:pt x="12161" y="14661"/>
                  </a:cubicBezTo>
                  <a:cubicBezTo>
                    <a:pt x="12252" y="14661"/>
                    <a:pt x="12252" y="14661"/>
                    <a:pt x="12252" y="14661"/>
                  </a:cubicBezTo>
                  <a:cubicBezTo>
                    <a:pt x="12342" y="14530"/>
                    <a:pt x="12342" y="14530"/>
                    <a:pt x="12342" y="14530"/>
                  </a:cubicBezTo>
                  <a:cubicBezTo>
                    <a:pt x="12433" y="14661"/>
                    <a:pt x="12433" y="14661"/>
                    <a:pt x="12433" y="14661"/>
                  </a:cubicBezTo>
                  <a:cubicBezTo>
                    <a:pt x="12524" y="14530"/>
                    <a:pt x="12524" y="14530"/>
                    <a:pt x="12524" y="14530"/>
                  </a:cubicBezTo>
                  <a:cubicBezTo>
                    <a:pt x="12524" y="14661"/>
                    <a:pt x="12524" y="14661"/>
                    <a:pt x="12524" y="14661"/>
                  </a:cubicBezTo>
                  <a:cubicBezTo>
                    <a:pt x="12524" y="14661"/>
                    <a:pt x="12524" y="14661"/>
                    <a:pt x="12524" y="14661"/>
                  </a:cubicBezTo>
                  <a:cubicBezTo>
                    <a:pt x="12615" y="14661"/>
                    <a:pt x="12615" y="14661"/>
                    <a:pt x="12615" y="14661"/>
                  </a:cubicBezTo>
                  <a:cubicBezTo>
                    <a:pt x="12705" y="14530"/>
                    <a:pt x="12705" y="14530"/>
                    <a:pt x="12705" y="14530"/>
                  </a:cubicBezTo>
                  <a:cubicBezTo>
                    <a:pt x="12615" y="14530"/>
                    <a:pt x="12615" y="14530"/>
                    <a:pt x="12615" y="14530"/>
                  </a:cubicBezTo>
                  <a:cubicBezTo>
                    <a:pt x="12615" y="14530"/>
                    <a:pt x="12615" y="14530"/>
                    <a:pt x="12615" y="14530"/>
                  </a:cubicBezTo>
                  <a:cubicBezTo>
                    <a:pt x="12615" y="14399"/>
                    <a:pt x="12615" y="14399"/>
                    <a:pt x="12615" y="14399"/>
                  </a:cubicBezTo>
                  <a:cubicBezTo>
                    <a:pt x="12615" y="14399"/>
                    <a:pt x="12615" y="14399"/>
                    <a:pt x="12615" y="14399"/>
                  </a:cubicBezTo>
                  <a:cubicBezTo>
                    <a:pt x="12705" y="14399"/>
                    <a:pt x="12705" y="14399"/>
                    <a:pt x="12705" y="14399"/>
                  </a:cubicBezTo>
                  <a:cubicBezTo>
                    <a:pt x="12887" y="14399"/>
                    <a:pt x="12887" y="14399"/>
                    <a:pt x="12887" y="14399"/>
                  </a:cubicBezTo>
                  <a:cubicBezTo>
                    <a:pt x="12887" y="14269"/>
                    <a:pt x="12887" y="14269"/>
                    <a:pt x="12887" y="14269"/>
                  </a:cubicBezTo>
                  <a:cubicBezTo>
                    <a:pt x="12887" y="14138"/>
                    <a:pt x="12887" y="14138"/>
                    <a:pt x="12887" y="14138"/>
                  </a:cubicBezTo>
                  <a:cubicBezTo>
                    <a:pt x="12705" y="14007"/>
                    <a:pt x="12705" y="14007"/>
                    <a:pt x="12705" y="14007"/>
                  </a:cubicBezTo>
                  <a:cubicBezTo>
                    <a:pt x="12705" y="14007"/>
                    <a:pt x="12705" y="14007"/>
                    <a:pt x="12705" y="14007"/>
                  </a:cubicBezTo>
                  <a:cubicBezTo>
                    <a:pt x="12615" y="14138"/>
                    <a:pt x="12615" y="14138"/>
                    <a:pt x="12615" y="14138"/>
                  </a:cubicBezTo>
                  <a:cubicBezTo>
                    <a:pt x="12615" y="14007"/>
                    <a:pt x="12615" y="14007"/>
                    <a:pt x="12615" y="14007"/>
                  </a:cubicBezTo>
                  <a:cubicBezTo>
                    <a:pt x="12705" y="14007"/>
                    <a:pt x="12705" y="14007"/>
                    <a:pt x="12705" y="14007"/>
                  </a:cubicBezTo>
                  <a:cubicBezTo>
                    <a:pt x="12796" y="14007"/>
                    <a:pt x="12796" y="14007"/>
                    <a:pt x="12796" y="14007"/>
                  </a:cubicBezTo>
                  <a:cubicBezTo>
                    <a:pt x="12887" y="14007"/>
                    <a:pt x="12887" y="14007"/>
                    <a:pt x="12887" y="14007"/>
                  </a:cubicBezTo>
                  <a:cubicBezTo>
                    <a:pt x="12978" y="14007"/>
                    <a:pt x="12978" y="14007"/>
                    <a:pt x="12978" y="14007"/>
                  </a:cubicBezTo>
                  <a:cubicBezTo>
                    <a:pt x="13068" y="14007"/>
                    <a:pt x="13068" y="14007"/>
                    <a:pt x="13068" y="14007"/>
                  </a:cubicBezTo>
                  <a:cubicBezTo>
                    <a:pt x="13068" y="13876"/>
                    <a:pt x="13068" y="13876"/>
                    <a:pt x="13068" y="13876"/>
                  </a:cubicBezTo>
                  <a:cubicBezTo>
                    <a:pt x="13250" y="13745"/>
                    <a:pt x="13250" y="13745"/>
                    <a:pt x="13250" y="13745"/>
                  </a:cubicBezTo>
                  <a:cubicBezTo>
                    <a:pt x="13341" y="13614"/>
                    <a:pt x="13341" y="13614"/>
                    <a:pt x="13341" y="13614"/>
                  </a:cubicBezTo>
                  <a:cubicBezTo>
                    <a:pt x="13431" y="13614"/>
                    <a:pt x="13431" y="13614"/>
                    <a:pt x="13431" y="13614"/>
                  </a:cubicBezTo>
                  <a:cubicBezTo>
                    <a:pt x="13431" y="13614"/>
                    <a:pt x="13431" y="13614"/>
                    <a:pt x="13431" y="13614"/>
                  </a:cubicBezTo>
                  <a:cubicBezTo>
                    <a:pt x="13431" y="13483"/>
                    <a:pt x="13431" y="13483"/>
                    <a:pt x="13431" y="13483"/>
                  </a:cubicBezTo>
                  <a:cubicBezTo>
                    <a:pt x="13613" y="13352"/>
                    <a:pt x="13613" y="13352"/>
                    <a:pt x="13613" y="13352"/>
                  </a:cubicBezTo>
                  <a:cubicBezTo>
                    <a:pt x="13794" y="13352"/>
                    <a:pt x="13794" y="13352"/>
                    <a:pt x="13794" y="13352"/>
                  </a:cubicBezTo>
                  <a:cubicBezTo>
                    <a:pt x="13885" y="13221"/>
                    <a:pt x="13885" y="13221"/>
                    <a:pt x="13885" y="13221"/>
                  </a:cubicBezTo>
                  <a:cubicBezTo>
                    <a:pt x="14067" y="13090"/>
                    <a:pt x="14067" y="13090"/>
                    <a:pt x="14067" y="13090"/>
                  </a:cubicBezTo>
                  <a:cubicBezTo>
                    <a:pt x="14157" y="12959"/>
                    <a:pt x="14157" y="12959"/>
                    <a:pt x="14157" y="12959"/>
                  </a:cubicBezTo>
                  <a:cubicBezTo>
                    <a:pt x="14157" y="13090"/>
                    <a:pt x="14157" y="13090"/>
                    <a:pt x="14157" y="13090"/>
                  </a:cubicBezTo>
                  <a:cubicBezTo>
                    <a:pt x="14157" y="13221"/>
                    <a:pt x="14157" y="13221"/>
                    <a:pt x="14157" y="13221"/>
                  </a:cubicBezTo>
                  <a:cubicBezTo>
                    <a:pt x="14157" y="13221"/>
                    <a:pt x="14157" y="13221"/>
                    <a:pt x="14157" y="13221"/>
                  </a:cubicBezTo>
                  <a:cubicBezTo>
                    <a:pt x="14248" y="13221"/>
                    <a:pt x="14248" y="13221"/>
                    <a:pt x="14248" y="13221"/>
                  </a:cubicBezTo>
                  <a:cubicBezTo>
                    <a:pt x="14248" y="13221"/>
                    <a:pt x="14248" y="13221"/>
                    <a:pt x="14248" y="13221"/>
                  </a:cubicBezTo>
                  <a:cubicBezTo>
                    <a:pt x="14339" y="13090"/>
                    <a:pt x="14339" y="13090"/>
                    <a:pt x="14339" y="13090"/>
                  </a:cubicBezTo>
                  <a:cubicBezTo>
                    <a:pt x="14430" y="13090"/>
                    <a:pt x="14430" y="13090"/>
                    <a:pt x="14430" y="13090"/>
                  </a:cubicBezTo>
                  <a:cubicBezTo>
                    <a:pt x="14611" y="12959"/>
                    <a:pt x="14611" y="12959"/>
                    <a:pt x="14611" y="12959"/>
                  </a:cubicBezTo>
                  <a:cubicBezTo>
                    <a:pt x="14611" y="12959"/>
                    <a:pt x="14611" y="12959"/>
                    <a:pt x="14611" y="12959"/>
                  </a:cubicBezTo>
                  <a:cubicBezTo>
                    <a:pt x="14611" y="13090"/>
                    <a:pt x="14611" y="13090"/>
                    <a:pt x="14611" y="13090"/>
                  </a:cubicBezTo>
                  <a:cubicBezTo>
                    <a:pt x="14521" y="13090"/>
                    <a:pt x="14521" y="13090"/>
                    <a:pt x="14521" y="13090"/>
                  </a:cubicBezTo>
                  <a:cubicBezTo>
                    <a:pt x="14430" y="13221"/>
                    <a:pt x="14430" y="13221"/>
                    <a:pt x="14430" y="13221"/>
                  </a:cubicBezTo>
                  <a:cubicBezTo>
                    <a:pt x="14248" y="13352"/>
                    <a:pt x="14248" y="13352"/>
                    <a:pt x="14248" y="13352"/>
                  </a:cubicBezTo>
                  <a:cubicBezTo>
                    <a:pt x="14248" y="13483"/>
                    <a:pt x="14248" y="13483"/>
                    <a:pt x="14248" y="13483"/>
                  </a:cubicBezTo>
                  <a:cubicBezTo>
                    <a:pt x="14339" y="13614"/>
                    <a:pt x="14339" y="13614"/>
                    <a:pt x="14339" y="13614"/>
                  </a:cubicBezTo>
                  <a:cubicBezTo>
                    <a:pt x="14339" y="13745"/>
                    <a:pt x="14339" y="13745"/>
                    <a:pt x="14339" y="13745"/>
                  </a:cubicBezTo>
                  <a:cubicBezTo>
                    <a:pt x="14248" y="13745"/>
                    <a:pt x="14248" y="13745"/>
                    <a:pt x="14248" y="13745"/>
                  </a:cubicBezTo>
                  <a:cubicBezTo>
                    <a:pt x="14157" y="13614"/>
                    <a:pt x="14157" y="13614"/>
                    <a:pt x="14157" y="13614"/>
                  </a:cubicBezTo>
                  <a:cubicBezTo>
                    <a:pt x="14157" y="13745"/>
                    <a:pt x="14157" y="13745"/>
                    <a:pt x="14157" y="13745"/>
                  </a:cubicBezTo>
                  <a:cubicBezTo>
                    <a:pt x="14067" y="13745"/>
                    <a:pt x="14067" y="13745"/>
                    <a:pt x="14067" y="13745"/>
                  </a:cubicBezTo>
                  <a:cubicBezTo>
                    <a:pt x="13976" y="13614"/>
                    <a:pt x="13976" y="13614"/>
                    <a:pt x="13976" y="13614"/>
                  </a:cubicBezTo>
                  <a:cubicBezTo>
                    <a:pt x="13976" y="13483"/>
                    <a:pt x="13976" y="13483"/>
                    <a:pt x="13976" y="13483"/>
                  </a:cubicBezTo>
                  <a:cubicBezTo>
                    <a:pt x="13885" y="13614"/>
                    <a:pt x="13885" y="13614"/>
                    <a:pt x="13885" y="13614"/>
                  </a:cubicBezTo>
                  <a:cubicBezTo>
                    <a:pt x="13794" y="13614"/>
                    <a:pt x="13794" y="13614"/>
                    <a:pt x="13794" y="13614"/>
                  </a:cubicBezTo>
                  <a:cubicBezTo>
                    <a:pt x="13704" y="13745"/>
                    <a:pt x="13704" y="13745"/>
                    <a:pt x="13704" y="13745"/>
                  </a:cubicBezTo>
                  <a:cubicBezTo>
                    <a:pt x="13522" y="13745"/>
                    <a:pt x="13522" y="13745"/>
                    <a:pt x="13522" y="13745"/>
                  </a:cubicBezTo>
                  <a:cubicBezTo>
                    <a:pt x="13522" y="13745"/>
                    <a:pt x="13522" y="13745"/>
                    <a:pt x="13522" y="13745"/>
                  </a:cubicBezTo>
                  <a:cubicBezTo>
                    <a:pt x="13431" y="13876"/>
                    <a:pt x="13431" y="13876"/>
                    <a:pt x="13431" y="13876"/>
                  </a:cubicBezTo>
                  <a:cubicBezTo>
                    <a:pt x="13522" y="13876"/>
                    <a:pt x="13522" y="13876"/>
                    <a:pt x="13522" y="13876"/>
                  </a:cubicBezTo>
                  <a:cubicBezTo>
                    <a:pt x="13431" y="14138"/>
                    <a:pt x="13431" y="14138"/>
                    <a:pt x="13431" y="14138"/>
                  </a:cubicBezTo>
                  <a:cubicBezTo>
                    <a:pt x="13341" y="14138"/>
                    <a:pt x="13341" y="14138"/>
                    <a:pt x="13341" y="14138"/>
                  </a:cubicBezTo>
                  <a:cubicBezTo>
                    <a:pt x="13341" y="14269"/>
                    <a:pt x="13341" y="14269"/>
                    <a:pt x="13341" y="14269"/>
                  </a:cubicBezTo>
                  <a:cubicBezTo>
                    <a:pt x="13068" y="14530"/>
                    <a:pt x="13068" y="14530"/>
                    <a:pt x="13068" y="14530"/>
                  </a:cubicBezTo>
                  <a:cubicBezTo>
                    <a:pt x="12978" y="14661"/>
                    <a:pt x="12978" y="14661"/>
                    <a:pt x="12978" y="14661"/>
                  </a:cubicBezTo>
                  <a:cubicBezTo>
                    <a:pt x="12978" y="14792"/>
                    <a:pt x="12978" y="14792"/>
                    <a:pt x="12978" y="14792"/>
                  </a:cubicBezTo>
                  <a:cubicBezTo>
                    <a:pt x="13068" y="14923"/>
                    <a:pt x="13068" y="14923"/>
                    <a:pt x="13068" y="14923"/>
                  </a:cubicBezTo>
                  <a:cubicBezTo>
                    <a:pt x="13159" y="14792"/>
                    <a:pt x="13159" y="14792"/>
                    <a:pt x="13159" y="14792"/>
                  </a:cubicBezTo>
                  <a:cubicBezTo>
                    <a:pt x="13159" y="14792"/>
                    <a:pt x="13159" y="14792"/>
                    <a:pt x="13159" y="14792"/>
                  </a:cubicBezTo>
                  <a:cubicBezTo>
                    <a:pt x="13250" y="14792"/>
                    <a:pt x="13250" y="14792"/>
                    <a:pt x="13250" y="14792"/>
                  </a:cubicBezTo>
                  <a:cubicBezTo>
                    <a:pt x="13341" y="14792"/>
                    <a:pt x="13341" y="14792"/>
                    <a:pt x="13341" y="14792"/>
                  </a:cubicBezTo>
                  <a:cubicBezTo>
                    <a:pt x="13341" y="14792"/>
                    <a:pt x="13341" y="14792"/>
                    <a:pt x="13341" y="14792"/>
                  </a:cubicBezTo>
                  <a:cubicBezTo>
                    <a:pt x="13159" y="14923"/>
                    <a:pt x="13159" y="14923"/>
                    <a:pt x="13159" y="14923"/>
                  </a:cubicBezTo>
                  <a:cubicBezTo>
                    <a:pt x="13068" y="14923"/>
                    <a:pt x="13068" y="14923"/>
                    <a:pt x="13068" y="14923"/>
                  </a:cubicBezTo>
                  <a:cubicBezTo>
                    <a:pt x="13068" y="15054"/>
                    <a:pt x="13068" y="15054"/>
                    <a:pt x="13068" y="15054"/>
                  </a:cubicBezTo>
                  <a:cubicBezTo>
                    <a:pt x="12978" y="15054"/>
                    <a:pt x="12978" y="15054"/>
                    <a:pt x="12978" y="15054"/>
                  </a:cubicBezTo>
                  <a:cubicBezTo>
                    <a:pt x="12887" y="15054"/>
                    <a:pt x="12887" y="15054"/>
                    <a:pt x="12887" y="15054"/>
                  </a:cubicBezTo>
                  <a:cubicBezTo>
                    <a:pt x="12887" y="15054"/>
                    <a:pt x="12887" y="15054"/>
                    <a:pt x="12887" y="15054"/>
                  </a:cubicBezTo>
                  <a:cubicBezTo>
                    <a:pt x="12887" y="15185"/>
                    <a:pt x="12887" y="15185"/>
                    <a:pt x="12887" y="15185"/>
                  </a:cubicBezTo>
                  <a:cubicBezTo>
                    <a:pt x="12796" y="15185"/>
                    <a:pt x="12796" y="15185"/>
                    <a:pt x="12796" y="15185"/>
                  </a:cubicBezTo>
                  <a:cubicBezTo>
                    <a:pt x="12796" y="15185"/>
                    <a:pt x="12796" y="15185"/>
                    <a:pt x="12796" y="15185"/>
                  </a:cubicBezTo>
                  <a:cubicBezTo>
                    <a:pt x="12796" y="15316"/>
                    <a:pt x="12796" y="15316"/>
                    <a:pt x="12796" y="15316"/>
                  </a:cubicBezTo>
                  <a:cubicBezTo>
                    <a:pt x="12887" y="15447"/>
                    <a:pt x="12887" y="15447"/>
                    <a:pt x="12887" y="15447"/>
                  </a:cubicBezTo>
                  <a:cubicBezTo>
                    <a:pt x="12887" y="15447"/>
                    <a:pt x="12887" y="15447"/>
                    <a:pt x="12887" y="15447"/>
                  </a:cubicBezTo>
                  <a:cubicBezTo>
                    <a:pt x="12978" y="15316"/>
                    <a:pt x="12978" y="15316"/>
                    <a:pt x="12978" y="15316"/>
                  </a:cubicBezTo>
                  <a:cubicBezTo>
                    <a:pt x="12978" y="15447"/>
                    <a:pt x="12978" y="15447"/>
                    <a:pt x="12978" y="15447"/>
                  </a:cubicBezTo>
                  <a:cubicBezTo>
                    <a:pt x="12978" y="15316"/>
                    <a:pt x="12978" y="15316"/>
                    <a:pt x="12978" y="15316"/>
                  </a:cubicBezTo>
                  <a:cubicBezTo>
                    <a:pt x="13068" y="15316"/>
                    <a:pt x="13068" y="15316"/>
                    <a:pt x="13068" y="15316"/>
                  </a:cubicBezTo>
                  <a:cubicBezTo>
                    <a:pt x="13068" y="15316"/>
                    <a:pt x="13068" y="15316"/>
                    <a:pt x="13068" y="15316"/>
                  </a:cubicBezTo>
                  <a:cubicBezTo>
                    <a:pt x="13159" y="15316"/>
                    <a:pt x="13159" y="15316"/>
                    <a:pt x="13159" y="15316"/>
                  </a:cubicBezTo>
                  <a:cubicBezTo>
                    <a:pt x="13159" y="15316"/>
                    <a:pt x="13159" y="15316"/>
                    <a:pt x="13159" y="15316"/>
                  </a:cubicBezTo>
                  <a:cubicBezTo>
                    <a:pt x="13159" y="15185"/>
                    <a:pt x="13159" y="15185"/>
                    <a:pt x="13159" y="15185"/>
                  </a:cubicBezTo>
                  <a:cubicBezTo>
                    <a:pt x="13250" y="15185"/>
                    <a:pt x="13250" y="15185"/>
                    <a:pt x="13250" y="15185"/>
                  </a:cubicBezTo>
                  <a:cubicBezTo>
                    <a:pt x="13250" y="15054"/>
                    <a:pt x="13250" y="15054"/>
                    <a:pt x="13250" y="15054"/>
                  </a:cubicBezTo>
                  <a:cubicBezTo>
                    <a:pt x="13341" y="14923"/>
                    <a:pt x="13341" y="14923"/>
                    <a:pt x="13341" y="14923"/>
                  </a:cubicBezTo>
                  <a:cubicBezTo>
                    <a:pt x="13341" y="15054"/>
                    <a:pt x="13341" y="15054"/>
                    <a:pt x="13341" y="15054"/>
                  </a:cubicBezTo>
                  <a:cubicBezTo>
                    <a:pt x="13341" y="15054"/>
                    <a:pt x="13341" y="15054"/>
                    <a:pt x="13341" y="15054"/>
                  </a:cubicBezTo>
                  <a:cubicBezTo>
                    <a:pt x="13341" y="15185"/>
                    <a:pt x="13341" y="15185"/>
                    <a:pt x="13341" y="15185"/>
                  </a:cubicBezTo>
                  <a:cubicBezTo>
                    <a:pt x="13431" y="15185"/>
                    <a:pt x="13431" y="15185"/>
                    <a:pt x="13431" y="15185"/>
                  </a:cubicBezTo>
                  <a:cubicBezTo>
                    <a:pt x="13522" y="15054"/>
                    <a:pt x="13522" y="15054"/>
                    <a:pt x="13522" y="15054"/>
                  </a:cubicBezTo>
                  <a:cubicBezTo>
                    <a:pt x="13613" y="15054"/>
                    <a:pt x="13613" y="15054"/>
                    <a:pt x="13613" y="15054"/>
                  </a:cubicBezTo>
                  <a:cubicBezTo>
                    <a:pt x="13704" y="15054"/>
                    <a:pt x="13704" y="15054"/>
                    <a:pt x="13704" y="15054"/>
                  </a:cubicBezTo>
                  <a:cubicBezTo>
                    <a:pt x="13704" y="15054"/>
                    <a:pt x="13704" y="15054"/>
                    <a:pt x="13704" y="15054"/>
                  </a:cubicBezTo>
                  <a:cubicBezTo>
                    <a:pt x="13794" y="14792"/>
                    <a:pt x="13794" y="14792"/>
                    <a:pt x="13794" y="14792"/>
                  </a:cubicBezTo>
                  <a:cubicBezTo>
                    <a:pt x="13885" y="14792"/>
                    <a:pt x="13885" y="14792"/>
                    <a:pt x="13885" y="14792"/>
                  </a:cubicBezTo>
                  <a:cubicBezTo>
                    <a:pt x="13885" y="14792"/>
                    <a:pt x="13885" y="14792"/>
                    <a:pt x="13885" y="14792"/>
                  </a:cubicBezTo>
                  <a:cubicBezTo>
                    <a:pt x="13794" y="14923"/>
                    <a:pt x="13794" y="14923"/>
                    <a:pt x="13794" y="14923"/>
                  </a:cubicBezTo>
                  <a:cubicBezTo>
                    <a:pt x="13794" y="14923"/>
                    <a:pt x="13794" y="14923"/>
                    <a:pt x="13794" y="14923"/>
                  </a:cubicBezTo>
                  <a:cubicBezTo>
                    <a:pt x="13794" y="14923"/>
                    <a:pt x="13794" y="14923"/>
                    <a:pt x="13794" y="14923"/>
                  </a:cubicBezTo>
                  <a:cubicBezTo>
                    <a:pt x="13885" y="14792"/>
                    <a:pt x="13885" y="14792"/>
                    <a:pt x="13885" y="14792"/>
                  </a:cubicBezTo>
                  <a:cubicBezTo>
                    <a:pt x="13976" y="14661"/>
                    <a:pt x="13976" y="14661"/>
                    <a:pt x="13976" y="14661"/>
                  </a:cubicBezTo>
                  <a:cubicBezTo>
                    <a:pt x="14067" y="14530"/>
                    <a:pt x="14067" y="14530"/>
                    <a:pt x="14067" y="14530"/>
                  </a:cubicBezTo>
                  <a:cubicBezTo>
                    <a:pt x="14067" y="14661"/>
                    <a:pt x="14067" y="14661"/>
                    <a:pt x="14067" y="14661"/>
                  </a:cubicBezTo>
                  <a:cubicBezTo>
                    <a:pt x="13976" y="14792"/>
                    <a:pt x="13976" y="14792"/>
                    <a:pt x="13976" y="14792"/>
                  </a:cubicBezTo>
                  <a:cubicBezTo>
                    <a:pt x="13976" y="14792"/>
                    <a:pt x="13976" y="14792"/>
                    <a:pt x="13976" y="14792"/>
                  </a:cubicBezTo>
                  <a:cubicBezTo>
                    <a:pt x="14067" y="14661"/>
                    <a:pt x="14067" y="14661"/>
                    <a:pt x="14067" y="14661"/>
                  </a:cubicBezTo>
                  <a:cubicBezTo>
                    <a:pt x="14067" y="14792"/>
                    <a:pt x="14067" y="14792"/>
                    <a:pt x="14067" y="14792"/>
                  </a:cubicBezTo>
                  <a:cubicBezTo>
                    <a:pt x="14067" y="14792"/>
                    <a:pt x="14067" y="14792"/>
                    <a:pt x="14067" y="14792"/>
                  </a:cubicBezTo>
                  <a:cubicBezTo>
                    <a:pt x="14157" y="14792"/>
                    <a:pt x="14157" y="14792"/>
                    <a:pt x="14157" y="14792"/>
                  </a:cubicBezTo>
                  <a:cubicBezTo>
                    <a:pt x="14248" y="14923"/>
                    <a:pt x="14248" y="14923"/>
                    <a:pt x="14248" y="14923"/>
                  </a:cubicBezTo>
                  <a:cubicBezTo>
                    <a:pt x="14248" y="14792"/>
                    <a:pt x="14248" y="14792"/>
                    <a:pt x="14248" y="14792"/>
                  </a:cubicBezTo>
                  <a:cubicBezTo>
                    <a:pt x="14339" y="14661"/>
                    <a:pt x="14339" y="14661"/>
                    <a:pt x="14339" y="14661"/>
                  </a:cubicBezTo>
                  <a:cubicBezTo>
                    <a:pt x="14430" y="14661"/>
                    <a:pt x="14430" y="14661"/>
                    <a:pt x="14430" y="14661"/>
                  </a:cubicBezTo>
                  <a:cubicBezTo>
                    <a:pt x="14521" y="14661"/>
                    <a:pt x="14521" y="14661"/>
                    <a:pt x="14521" y="14661"/>
                  </a:cubicBezTo>
                  <a:cubicBezTo>
                    <a:pt x="14430" y="14530"/>
                    <a:pt x="14430" y="14530"/>
                    <a:pt x="14430" y="14530"/>
                  </a:cubicBezTo>
                  <a:cubicBezTo>
                    <a:pt x="14430" y="14530"/>
                    <a:pt x="14430" y="14530"/>
                    <a:pt x="14430" y="14530"/>
                  </a:cubicBezTo>
                  <a:cubicBezTo>
                    <a:pt x="14611" y="14399"/>
                    <a:pt x="14611" y="14399"/>
                    <a:pt x="14611" y="14399"/>
                  </a:cubicBezTo>
                  <a:cubicBezTo>
                    <a:pt x="14611" y="14269"/>
                    <a:pt x="14611" y="14269"/>
                    <a:pt x="14611" y="14269"/>
                  </a:cubicBezTo>
                  <a:cubicBezTo>
                    <a:pt x="14611" y="14269"/>
                    <a:pt x="14611" y="14269"/>
                    <a:pt x="14611" y="14269"/>
                  </a:cubicBezTo>
                  <a:cubicBezTo>
                    <a:pt x="14611" y="14269"/>
                    <a:pt x="14611" y="14269"/>
                    <a:pt x="14611" y="14269"/>
                  </a:cubicBezTo>
                  <a:cubicBezTo>
                    <a:pt x="14521" y="14138"/>
                    <a:pt x="14521" y="14138"/>
                    <a:pt x="14521" y="14138"/>
                  </a:cubicBezTo>
                  <a:cubicBezTo>
                    <a:pt x="14430" y="14138"/>
                    <a:pt x="14430" y="14138"/>
                    <a:pt x="14430" y="14138"/>
                  </a:cubicBezTo>
                  <a:cubicBezTo>
                    <a:pt x="14430" y="14138"/>
                    <a:pt x="14430" y="14138"/>
                    <a:pt x="14430" y="14138"/>
                  </a:cubicBezTo>
                  <a:cubicBezTo>
                    <a:pt x="14521" y="14138"/>
                    <a:pt x="14521" y="14138"/>
                    <a:pt x="14521" y="14138"/>
                  </a:cubicBezTo>
                  <a:cubicBezTo>
                    <a:pt x="14611" y="14138"/>
                    <a:pt x="14611" y="14138"/>
                    <a:pt x="14611" y="14138"/>
                  </a:cubicBezTo>
                  <a:cubicBezTo>
                    <a:pt x="14611" y="14138"/>
                    <a:pt x="14611" y="14138"/>
                    <a:pt x="14611" y="14138"/>
                  </a:cubicBezTo>
                  <a:cubicBezTo>
                    <a:pt x="14611" y="14007"/>
                    <a:pt x="14611" y="14007"/>
                    <a:pt x="14611" y="14007"/>
                  </a:cubicBezTo>
                  <a:cubicBezTo>
                    <a:pt x="14521" y="14007"/>
                    <a:pt x="14521" y="14007"/>
                    <a:pt x="14521" y="14007"/>
                  </a:cubicBezTo>
                  <a:cubicBezTo>
                    <a:pt x="14521" y="14007"/>
                    <a:pt x="14521" y="14007"/>
                    <a:pt x="14521" y="14007"/>
                  </a:cubicBezTo>
                  <a:cubicBezTo>
                    <a:pt x="14521" y="13876"/>
                    <a:pt x="14521" y="13876"/>
                    <a:pt x="14521" y="13876"/>
                  </a:cubicBezTo>
                  <a:cubicBezTo>
                    <a:pt x="14611" y="13876"/>
                    <a:pt x="14611" y="13876"/>
                    <a:pt x="14611" y="13876"/>
                  </a:cubicBezTo>
                  <a:cubicBezTo>
                    <a:pt x="14611" y="13876"/>
                    <a:pt x="14611" y="13876"/>
                    <a:pt x="14611" y="13876"/>
                  </a:cubicBezTo>
                  <a:cubicBezTo>
                    <a:pt x="14702" y="13876"/>
                    <a:pt x="14702" y="13876"/>
                    <a:pt x="14702" y="13876"/>
                  </a:cubicBezTo>
                  <a:cubicBezTo>
                    <a:pt x="14702" y="13745"/>
                    <a:pt x="14702" y="13745"/>
                    <a:pt x="14702" y="13745"/>
                  </a:cubicBezTo>
                  <a:cubicBezTo>
                    <a:pt x="14611" y="13745"/>
                    <a:pt x="14611" y="13745"/>
                    <a:pt x="14611" y="13745"/>
                  </a:cubicBezTo>
                  <a:cubicBezTo>
                    <a:pt x="14793" y="13614"/>
                    <a:pt x="14793" y="13614"/>
                    <a:pt x="14793" y="13614"/>
                  </a:cubicBezTo>
                  <a:cubicBezTo>
                    <a:pt x="14884" y="13745"/>
                    <a:pt x="14884" y="13745"/>
                    <a:pt x="14884" y="13745"/>
                  </a:cubicBezTo>
                  <a:cubicBezTo>
                    <a:pt x="14884" y="13614"/>
                    <a:pt x="14884" y="13614"/>
                    <a:pt x="14884" y="13614"/>
                  </a:cubicBezTo>
                  <a:cubicBezTo>
                    <a:pt x="14974" y="13614"/>
                    <a:pt x="14974" y="13614"/>
                    <a:pt x="14974" y="13614"/>
                  </a:cubicBezTo>
                  <a:cubicBezTo>
                    <a:pt x="14884" y="13745"/>
                    <a:pt x="14884" y="13745"/>
                    <a:pt x="14884" y="13745"/>
                  </a:cubicBezTo>
                  <a:cubicBezTo>
                    <a:pt x="14884" y="13876"/>
                    <a:pt x="14884" y="13876"/>
                    <a:pt x="14884" y="13876"/>
                  </a:cubicBezTo>
                  <a:cubicBezTo>
                    <a:pt x="14884" y="14007"/>
                    <a:pt x="14884" y="14007"/>
                    <a:pt x="14884" y="14007"/>
                  </a:cubicBezTo>
                  <a:cubicBezTo>
                    <a:pt x="14884" y="14007"/>
                    <a:pt x="14884" y="14007"/>
                    <a:pt x="14884" y="14007"/>
                  </a:cubicBezTo>
                  <a:cubicBezTo>
                    <a:pt x="14974" y="13876"/>
                    <a:pt x="14974" y="13876"/>
                    <a:pt x="14974" y="13876"/>
                  </a:cubicBezTo>
                  <a:cubicBezTo>
                    <a:pt x="15065" y="13745"/>
                    <a:pt x="15065" y="13745"/>
                    <a:pt x="15065" y="13745"/>
                  </a:cubicBezTo>
                  <a:cubicBezTo>
                    <a:pt x="15065" y="13745"/>
                    <a:pt x="15065" y="13745"/>
                    <a:pt x="15065" y="13745"/>
                  </a:cubicBezTo>
                  <a:cubicBezTo>
                    <a:pt x="15065" y="13876"/>
                    <a:pt x="15065" y="13876"/>
                    <a:pt x="15065" y="13876"/>
                  </a:cubicBezTo>
                  <a:cubicBezTo>
                    <a:pt x="14974" y="13876"/>
                    <a:pt x="14974" y="13876"/>
                    <a:pt x="14974" y="13876"/>
                  </a:cubicBezTo>
                  <a:cubicBezTo>
                    <a:pt x="15065" y="14007"/>
                    <a:pt x="15065" y="14007"/>
                    <a:pt x="15065" y="14007"/>
                  </a:cubicBezTo>
                  <a:cubicBezTo>
                    <a:pt x="15156" y="13876"/>
                    <a:pt x="15156" y="13876"/>
                    <a:pt x="15156" y="13876"/>
                  </a:cubicBezTo>
                  <a:cubicBezTo>
                    <a:pt x="15156" y="13876"/>
                    <a:pt x="15156" y="13876"/>
                    <a:pt x="15156" y="13876"/>
                  </a:cubicBezTo>
                  <a:cubicBezTo>
                    <a:pt x="15156" y="13876"/>
                    <a:pt x="15156" y="13876"/>
                    <a:pt x="15156" y="13876"/>
                  </a:cubicBezTo>
                  <a:cubicBezTo>
                    <a:pt x="15247" y="13876"/>
                    <a:pt x="15247" y="13876"/>
                    <a:pt x="15247" y="13876"/>
                  </a:cubicBezTo>
                  <a:cubicBezTo>
                    <a:pt x="15337" y="13876"/>
                    <a:pt x="15337" y="13876"/>
                    <a:pt x="15337" y="13876"/>
                  </a:cubicBezTo>
                  <a:cubicBezTo>
                    <a:pt x="15428" y="13745"/>
                    <a:pt x="15428" y="13745"/>
                    <a:pt x="15428" y="13745"/>
                  </a:cubicBezTo>
                  <a:cubicBezTo>
                    <a:pt x="15519" y="13745"/>
                    <a:pt x="15519" y="13745"/>
                    <a:pt x="15519" y="13745"/>
                  </a:cubicBezTo>
                  <a:cubicBezTo>
                    <a:pt x="15519" y="13745"/>
                    <a:pt x="15519" y="13745"/>
                    <a:pt x="15519" y="13745"/>
                  </a:cubicBezTo>
                  <a:cubicBezTo>
                    <a:pt x="15519" y="13745"/>
                    <a:pt x="15519" y="13745"/>
                    <a:pt x="15519" y="13745"/>
                  </a:cubicBezTo>
                  <a:cubicBezTo>
                    <a:pt x="15428" y="13745"/>
                    <a:pt x="15428" y="13745"/>
                    <a:pt x="15428" y="13745"/>
                  </a:cubicBezTo>
                  <a:cubicBezTo>
                    <a:pt x="15337" y="13876"/>
                    <a:pt x="15337" y="13876"/>
                    <a:pt x="15337" y="13876"/>
                  </a:cubicBezTo>
                  <a:cubicBezTo>
                    <a:pt x="15337" y="13876"/>
                    <a:pt x="15337" y="13876"/>
                    <a:pt x="15337" y="13876"/>
                  </a:cubicBezTo>
                  <a:cubicBezTo>
                    <a:pt x="15247" y="14007"/>
                    <a:pt x="15247" y="14007"/>
                    <a:pt x="15247" y="14007"/>
                  </a:cubicBezTo>
                  <a:cubicBezTo>
                    <a:pt x="15337" y="14007"/>
                    <a:pt x="15337" y="14007"/>
                    <a:pt x="15337" y="14007"/>
                  </a:cubicBezTo>
                  <a:cubicBezTo>
                    <a:pt x="15428" y="14138"/>
                    <a:pt x="15428" y="14138"/>
                    <a:pt x="15428" y="14138"/>
                  </a:cubicBezTo>
                  <a:cubicBezTo>
                    <a:pt x="15519" y="14138"/>
                    <a:pt x="15519" y="14138"/>
                    <a:pt x="15519" y="14138"/>
                  </a:cubicBezTo>
                  <a:cubicBezTo>
                    <a:pt x="15519" y="14269"/>
                    <a:pt x="15519" y="14269"/>
                    <a:pt x="15519" y="14269"/>
                  </a:cubicBezTo>
                  <a:cubicBezTo>
                    <a:pt x="15428" y="14138"/>
                    <a:pt x="15428" y="14138"/>
                    <a:pt x="15428" y="14138"/>
                  </a:cubicBezTo>
                  <a:cubicBezTo>
                    <a:pt x="15337" y="14138"/>
                    <a:pt x="15337" y="14138"/>
                    <a:pt x="15337" y="14138"/>
                  </a:cubicBezTo>
                  <a:cubicBezTo>
                    <a:pt x="15247" y="14138"/>
                    <a:pt x="15247" y="14138"/>
                    <a:pt x="15247" y="14138"/>
                  </a:cubicBezTo>
                  <a:cubicBezTo>
                    <a:pt x="15247" y="14269"/>
                    <a:pt x="15247" y="14269"/>
                    <a:pt x="15247" y="14269"/>
                  </a:cubicBezTo>
                  <a:cubicBezTo>
                    <a:pt x="15247" y="14269"/>
                    <a:pt x="15247" y="14269"/>
                    <a:pt x="15247" y="14269"/>
                  </a:cubicBezTo>
                  <a:cubicBezTo>
                    <a:pt x="15337" y="14269"/>
                    <a:pt x="15337" y="14269"/>
                    <a:pt x="15337" y="14269"/>
                  </a:cubicBezTo>
                  <a:cubicBezTo>
                    <a:pt x="15428" y="14269"/>
                    <a:pt x="15428" y="14269"/>
                    <a:pt x="15428" y="14269"/>
                  </a:cubicBezTo>
                  <a:cubicBezTo>
                    <a:pt x="15337" y="14269"/>
                    <a:pt x="15337" y="14269"/>
                    <a:pt x="15337" y="14269"/>
                  </a:cubicBezTo>
                  <a:cubicBezTo>
                    <a:pt x="15247" y="14269"/>
                    <a:pt x="15247" y="14269"/>
                    <a:pt x="15247" y="14269"/>
                  </a:cubicBezTo>
                  <a:cubicBezTo>
                    <a:pt x="15337" y="14399"/>
                    <a:pt x="15337" y="14399"/>
                    <a:pt x="15337" y="14399"/>
                  </a:cubicBezTo>
                  <a:cubicBezTo>
                    <a:pt x="15428" y="14399"/>
                    <a:pt x="15428" y="14399"/>
                    <a:pt x="15428" y="14399"/>
                  </a:cubicBezTo>
                  <a:cubicBezTo>
                    <a:pt x="15428" y="14530"/>
                    <a:pt x="15428" y="14530"/>
                    <a:pt x="15428" y="14530"/>
                  </a:cubicBezTo>
                  <a:cubicBezTo>
                    <a:pt x="15428" y="14530"/>
                    <a:pt x="15428" y="14530"/>
                    <a:pt x="15428" y="14530"/>
                  </a:cubicBezTo>
                  <a:cubicBezTo>
                    <a:pt x="15337" y="14530"/>
                    <a:pt x="15337" y="14530"/>
                    <a:pt x="15337" y="14530"/>
                  </a:cubicBezTo>
                  <a:cubicBezTo>
                    <a:pt x="15337" y="14530"/>
                    <a:pt x="15337" y="14530"/>
                    <a:pt x="15337" y="14530"/>
                  </a:cubicBezTo>
                  <a:cubicBezTo>
                    <a:pt x="15428" y="14530"/>
                    <a:pt x="15428" y="14530"/>
                    <a:pt x="15428" y="14530"/>
                  </a:cubicBezTo>
                  <a:cubicBezTo>
                    <a:pt x="15519" y="14530"/>
                    <a:pt x="15519" y="14530"/>
                    <a:pt x="15519" y="14530"/>
                  </a:cubicBezTo>
                  <a:cubicBezTo>
                    <a:pt x="15519" y="14661"/>
                    <a:pt x="15519" y="14661"/>
                    <a:pt x="15519" y="14661"/>
                  </a:cubicBezTo>
                  <a:cubicBezTo>
                    <a:pt x="15610" y="14661"/>
                    <a:pt x="15610" y="14661"/>
                    <a:pt x="15610" y="14661"/>
                  </a:cubicBezTo>
                  <a:cubicBezTo>
                    <a:pt x="15700" y="14661"/>
                    <a:pt x="15700" y="14661"/>
                    <a:pt x="15700" y="14661"/>
                  </a:cubicBezTo>
                  <a:cubicBezTo>
                    <a:pt x="15791" y="14661"/>
                    <a:pt x="15791" y="14661"/>
                    <a:pt x="15791" y="14661"/>
                  </a:cubicBezTo>
                  <a:cubicBezTo>
                    <a:pt x="15791" y="14661"/>
                    <a:pt x="15791" y="14661"/>
                    <a:pt x="15791" y="14661"/>
                  </a:cubicBezTo>
                  <a:cubicBezTo>
                    <a:pt x="15700" y="14792"/>
                    <a:pt x="15700" y="14792"/>
                    <a:pt x="15700" y="14792"/>
                  </a:cubicBezTo>
                  <a:cubicBezTo>
                    <a:pt x="15700" y="14792"/>
                    <a:pt x="15700" y="14792"/>
                    <a:pt x="15700" y="14792"/>
                  </a:cubicBezTo>
                  <a:cubicBezTo>
                    <a:pt x="15791" y="14792"/>
                    <a:pt x="15791" y="14792"/>
                    <a:pt x="15791" y="14792"/>
                  </a:cubicBezTo>
                  <a:cubicBezTo>
                    <a:pt x="15791" y="14923"/>
                    <a:pt x="15791" y="14923"/>
                    <a:pt x="15791" y="14923"/>
                  </a:cubicBezTo>
                  <a:cubicBezTo>
                    <a:pt x="15882" y="14923"/>
                    <a:pt x="15882" y="14923"/>
                    <a:pt x="15882" y="14923"/>
                  </a:cubicBezTo>
                  <a:cubicBezTo>
                    <a:pt x="15882" y="14792"/>
                    <a:pt x="15882" y="14792"/>
                    <a:pt x="15882" y="14792"/>
                  </a:cubicBezTo>
                  <a:cubicBezTo>
                    <a:pt x="15882" y="14792"/>
                    <a:pt x="15882" y="14792"/>
                    <a:pt x="15882" y="14792"/>
                  </a:cubicBezTo>
                  <a:cubicBezTo>
                    <a:pt x="15882" y="14792"/>
                    <a:pt x="15882" y="14792"/>
                    <a:pt x="15882" y="14792"/>
                  </a:cubicBezTo>
                  <a:cubicBezTo>
                    <a:pt x="15973" y="14792"/>
                    <a:pt x="15973" y="14792"/>
                    <a:pt x="15973" y="14792"/>
                  </a:cubicBezTo>
                  <a:cubicBezTo>
                    <a:pt x="15973" y="14792"/>
                    <a:pt x="15973" y="14792"/>
                    <a:pt x="15973" y="14792"/>
                  </a:cubicBezTo>
                  <a:cubicBezTo>
                    <a:pt x="15973" y="14923"/>
                    <a:pt x="15973" y="14923"/>
                    <a:pt x="15973" y="14923"/>
                  </a:cubicBezTo>
                  <a:cubicBezTo>
                    <a:pt x="15882" y="15054"/>
                    <a:pt x="15882" y="15054"/>
                    <a:pt x="15882" y="15054"/>
                  </a:cubicBezTo>
                  <a:cubicBezTo>
                    <a:pt x="15882" y="15185"/>
                    <a:pt x="15882" y="15185"/>
                    <a:pt x="15882" y="15185"/>
                  </a:cubicBezTo>
                  <a:cubicBezTo>
                    <a:pt x="15882" y="15185"/>
                    <a:pt x="15882" y="15185"/>
                    <a:pt x="15882" y="15185"/>
                  </a:cubicBezTo>
                  <a:cubicBezTo>
                    <a:pt x="15882" y="15185"/>
                    <a:pt x="15882" y="15185"/>
                    <a:pt x="15882" y="15185"/>
                  </a:cubicBezTo>
                  <a:cubicBezTo>
                    <a:pt x="15791" y="15185"/>
                    <a:pt x="15791" y="15185"/>
                    <a:pt x="15791" y="15185"/>
                  </a:cubicBezTo>
                  <a:cubicBezTo>
                    <a:pt x="15791" y="15185"/>
                    <a:pt x="15791" y="15185"/>
                    <a:pt x="15791" y="15185"/>
                  </a:cubicBezTo>
                  <a:cubicBezTo>
                    <a:pt x="15973" y="15316"/>
                    <a:pt x="15973" y="15316"/>
                    <a:pt x="15973" y="15316"/>
                  </a:cubicBezTo>
                  <a:cubicBezTo>
                    <a:pt x="16063" y="15316"/>
                    <a:pt x="16063" y="15316"/>
                    <a:pt x="16063" y="15316"/>
                  </a:cubicBezTo>
                  <a:cubicBezTo>
                    <a:pt x="16154" y="15316"/>
                    <a:pt x="16154" y="15316"/>
                    <a:pt x="16154" y="15316"/>
                  </a:cubicBezTo>
                  <a:cubicBezTo>
                    <a:pt x="16245" y="15316"/>
                    <a:pt x="16245" y="15316"/>
                    <a:pt x="16245" y="15316"/>
                  </a:cubicBezTo>
                  <a:cubicBezTo>
                    <a:pt x="16336" y="15316"/>
                    <a:pt x="16336" y="15316"/>
                    <a:pt x="16336" y="15316"/>
                  </a:cubicBezTo>
                  <a:cubicBezTo>
                    <a:pt x="16426" y="15185"/>
                    <a:pt x="16426" y="15185"/>
                    <a:pt x="16426" y="15185"/>
                  </a:cubicBezTo>
                  <a:cubicBezTo>
                    <a:pt x="16426" y="15316"/>
                    <a:pt x="16426" y="15316"/>
                    <a:pt x="16426" y="15316"/>
                  </a:cubicBezTo>
                  <a:cubicBezTo>
                    <a:pt x="16426" y="15316"/>
                    <a:pt x="16426" y="15316"/>
                    <a:pt x="16426" y="15316"/>
                  </a:cubicBezTo>
                  <a:cubicBezTo>
                    <a:pt x="16517" y="15316"/>
                    <a:pt x="16517" y="15316"/>
                    <a:pt x="16517" y="15316"/>
                  </a:cubicBezTo>
                  <a:cubicBezTo>
                    <a:pt x="16517" y="15447"/>
                    <a:pt x="16517" y="15447"/>
                    <a:pt x="16517" y="15447"/>
                  </a:cubicBezTo>
                  <a:cubicBezTo>
                    <a:pt x="16608" y="15447"/>
                    <a:pt x="16608" y="15447"/>
                    <a:pt x="16608" y="15447"/>
                  </a:cubicBezTo>
                  <a:cubicBezTo>
                    <a:pt x="16608" y="15578"/>
                    <a:pt x="16608" y="15578"/>
                    <a:pt x="16608" y="15578"/>
                  </a:cubicBezTo>
                  <a:cubicBezTo>
                    <a:pt x="16699" y="15578"/>
                    <a:pt x="16699" y="15578"/>
                    <a:pt x="16699" y="15578"/>
                  </a:cubicBezTo>
                  <a:cubicBezTo>
                    <a:pt x="16789" y="15447"/>
                    <a:pt x="16789" y="15447"/>
                    <a:pt x="16789" y="15447"/>
                  </a:cubicBezTo>
                  <a:cubicBezTo>
                    <a:pt x="16789" y="15447"/>
                    <a:pt x="16789" y="15447"/>
                    <a:pt x="16789" y="15447"/>
                  </a:cubicBezTo>
                  <a:cubicBezTo>
                    <a:pt x="16880" y="15447"/>
                    <a:pt x="16880" y="15447"/>
                    <a:pt x="16880" y="15447"/>
                  </a:cubicBezTo>
                  <a:cubicBezTo>
                    <a:pt x="16880" y="15578"/>
                    <a:pt x="16880" y="15578"/>
                    <a:pt x="16880" y="15578"/>
                  </a:cubicBezTo>
                  <a:cubicBezTo>
                    <a:pt x="16789" y="15578"/>
                    <a:pt x="16789" y="15578"/>
                    <a:pt x="16789" y="15578"/>
                  </a:cubicBezTo>
                  <a:cubicBezTo>
                    <a:pt x="16699" y="15578"/>
                    <a:pt x="16699" y="15578"/>
                    <a:pt x="16699" y="15578"/>
                  </a:cubicBezTo>
                  <a:cubicBezTo>
                    <a:pt x="16699" y="15709"/>
                    <a:pt x="16699" y="15709"/>
                    <a:pt x="16699" y="15709"/>
                  </a:cubicBezTo>
                  <a:cubicBezTo>
                    <a:pt x="16880" y="15709"/>
                    <a:pt x="16880" y="15709"/>
                    <a:pt x="16880" y="15709"/>
                  </a:cubicBezTo>
                  <a:cubicBezTo>
                    <a:pt x="16880" y="15840"/>
                    <a:pt x="16880" y="15840"/>
                    <a:pt x="16880" y="15840"/>
                  </a:cubicBezTo>
                  <a:cubicBezTo>
                    <a:pt x="16880" y="15840"/>
                    <a:pt x="16880" y="15840"/>
                    <a:pt x="16880" y="15840"/>
                  </a:cubicBezTo>
                  <a:cubicBezTo>
                    <a:pt x="17062" y="15970"/>
                    <a:pt x="17062" y="15970"/>
                    <a:pt x="17062" y="15970"/>
                  </a:cubicBezTo>
                  <a:cubicBezTo>
                    <a:pt x="17152" y="15840"/>
                    <a:pt x="17152" y="15840"/>
                    <a:pt x="17152" y="15840"/>
                  </a:cubicBezTo>
                  <a:cubicBezTo>
                    <a:pt x="17243" y="15840"/>
                    <a:pt x="17243" y="15840"/>
                    <a:pt x="17243" y="15840"/>
                  </a:cubicBezTo>
                  <a:cubicBezTo>
                    <a:pt x="17243" y="15840"/>
                    <a:pt x="17243" y="15840"/>
                    <a:pt x="17243" y="15840"/>
                  </a:cubicBezTo>
                  <a:cubicBezTo>
                    <a:pt x="17334" y="15840"/>
                    <a:pt x="17334" y="15840"/>
                    <a:pt x="17334" y="15840"/>
                  </a:cubicBezTo>
                  <a:cubicBezTo>
                    <a:pt x="17425" y="15709"/>
                    <a:pt x="17425" y="15709"/>
                    <a:pt x="17425" y="15709"/>
                  </a:cubicBezTo>
                  <a:cubicBezTo>
                    <a:pt x="17425" y="15709"/>
                    <a:pt x="17425" y="15709"/>
                    <a:pt x="17425" y="15709"/>
                  </a:cubicBezTo>
                  <a:cubicBezTo>
                    <a:pt x="17425" y="15840"/>
                    <a:pt x="17425" y="15840"/>
                    <a:pt x="17425" y="15840"/>
                  </a:cubicBezTo>
                  <a:cubicBezTo>
                    <a:pt x="17334" y="15840"/>
                    <a:pt x="17334" y="15840"/>
                    <a:pt x="17334" y="15840"/>
                  </a:cubicBezTo>
                  <a:cubicBezTo>
                    <a:pt x="17334" y="16101"/>
                    <a:pt x="17334" y="16101"/>
                    <a:pt x="17334" y="16101"/>
                  </a:cubicBezTo>
                  <a:cubicBezTo>
                    <a:pt x="17334" y="16101"/>
                    <a:pt x="17334" y="16101"/>
                    <a:pt x="17334" y="16101"/>
                  </a:cubicBezTo>
                  <a:cubicBezTo>
                    <a:pt x="17243" y="16232"/>
                    <a:pt x="17243" y="16232"/>
                    <a:pt x="17243" y="16232"/>
                  </a:cubicBezTo>
                  <a:cubicBezTo>
                    <a:pt x="17152" y="16101"/>
                    <a:pt x="17152" y="16101"/>
                    <a:pt x="17152" y="16101"/>
                  </a:cubicBezTo>
                  <a:cubicBezTo>
                    <a:pt x="17152" y="16101"/>
                    <a:pt x="17152" y="16101"/>
                    <a:pt x="17152" y="16101"/>
                  </a:cubicBezTo>
                  <a:cubicBezTo>
                    <a:pt x="17152" y="16232"/>
                    <a:pt x="17152" y="16232"/>
                    <a:pt x="17152" y="16232"/>
                  </a:cubicBezTo>
                  <a:cubicBezTo>
                    <a:pt x="17243" y="16363"/>
                    <a:pt x="17243" y="16363"/>
                    <a:pt x="17243" y="16363"/>
                  </a:cubicBezTo>
                  <a:cubicBezTo>
                    <a:pt x="17243" y="16363"/>
                    <a:pt x="17243" y="16363"/>
                    <a:pt x="17243" y="16363"/>
                  </a:cubicBezTo>
                  <a:cubicBezTo>
                    <a:pt x="17334" y="16363"/>
                    <a:pt x="17334" y="16363"/>
                    <a:pt x="17334" y="16363"/>
                  </a:cubicBezTo>
                  <a:cubicBezTo>
                    <a:pt x="17425" y="16363"/>
                    <a:pt x="17425" y="16363"/>
                    <a:pt x="17425" y="16363"/>
                  </a:cubicBezTo>
                  <a:cubicBezTo>
                    <a:pt x="17334" y="16494"/>
                    <a:pt x="17334" y="16494"/>
                    <a:pt x="17334" y="16494"/>
                  </a:cubicBezTo>
                  <a:cubicBezTo>
                    <a:pt x="17334" y="16494"/>
                    <a:pt x="17334" y="16494"/>
                    <a:pt x="17334" y="16494"/>
                  </a:cubicBezTo>
                  <a:cubicBezTo>
                    <a:pt x="17334" y="16494"/>
                    <a:pt x="17334" y="16494"/>
                    <a:pt x="17334" y="16494"/>
                  </a:cubicBezTo>
                  <a:cubicBezTo>
                    <a:pt x="17425" y="16625"/>
                    <a:pt x="17425" y="16625"/>
                    <a:pt x="17425" y="16625"/>
                  </a:cubicBezTo>
                  <a:cubicBezTo>
                    <a:pt x="17425" y="16625"/>
                    <a:pt x="17425" y="16625"/>
                    <a:pt x="17425" y="16625"/>
                  </a:cubicBezTo>
                  <a:cubicBezTo>
                    <a:pt x="17515" y="16625"/>
                    <a:pt x="17515" y="16625"/>
                    <a:pt x="17515" y="16625"/>
                  </a:cubicBezTo>
                  <a:cubicBezTo>
                    <a:pt x="17606" y="16494"/>
                    <a:pt x="17606" y="16494"/>
                    <a:pt x="17606" y="16494"/>
                  </a:cubicBezTo>
                  <a:cubicBezTo>
                    <a:pt x="17697" y="16363"/>
                    <a:pt x="17697" y="16363"/>
                    <a:pt x="17697" y="16363"/>
                  </a:cubicBezTo>
                  <a:cubicBezTo>
                    <a:pt x="17606" y="16494"/>
                    <a:pt x="17606" y="16494"/>
                    <a:pt x="17606" y="16494"/>
                  </a:cubicBezTo>
                  <a:cubicBezTo>
                    <a:pt x="17606" y="16625"/>
                    <a:pt x="17606" y="16625"/>
                    <a:pt x="17606" y="16625"/>
                  </a:cubicBezTo>
                  <a:cubicBezTo>
                    <a:pt x="17606" y="16625"/>
                    <a:pt x="17606" y="16625"/>
                    <a:pt x="17606" y="16625"/>
                  </a:cubicBezTo>
                  <a:cubicBezTo>
                    <a:pt x="17606" y="16756"/>
                    <a:pt x="17606" y="16756"/>
                    <a:pt x="17606" y="16756"/>
                  </a:cubicBezTo>
                  <a:cubicBezTo>
                    <a:pt x="17515" y="16756"/>
                    <a:pt x="17515" y="16756"/>
                    <a:pt x="17515" y="16756"/>
                  </a:cubicBezTo>
                  <a:cubicBezTo>
                    <a:pt x="17515" y="16887"/>
                    <a:pt x="17515" y="16887"/>
                    <a:pt x="17515" y="16887"/>
                  </a:cubicBezTo>
                  <a:cubicBezTo>
                    <a:pt x="17606" y="16887"/>
                    <a:pt x="17606" y="16887"/>
                    <a:pt x="17606" y="16887"/>
                  </a:cubicBezTo>
                  <a:cubicBezTo>
                    <a:pt x="17606" y="17018"/>
                    <a:pt x="17606" y="17018"/>
                    <a:pt x="17606" y="17018"/>
                  </a:cubicBezTo>
                  <a:cubicBezTo>
                    <a:pt x="17606" y="17149"/>
                    <a:pt x="17606" y="17149"/>
                    <a:pt x="17606" y="17149"/>
                  </a:cubicBezTo>
                  <a:cubicBezTo>
                    <a:pt x="17606" y="17279"/>
                    <a:pt x="17606" y="17279"/>
                    <a:pt x="17606" y="17279"/>
                  </a:cubicBezTo>
                  <a:cubicBezTo>
                    <a:pt x="17697" y="17279"/>
                    <a:pt x="17697" y="17279"/>
                    <a:pt x="17697" y="17279"/>
                  </a:cubicBezTo>
                  <a:cubicBezTo>
                    <a:pt x="17606" y="17410"/>
                    <a:pt x="17606" y="17410"/>
                    <a:pt x="17606" y="17410"/>
                  </a:cubicBezTo>
                  <a:cubicBezTo>
                    <a:pt x="17697" y="17410"/>
                    <a:pt x="17697" y="17410"/>
                    <a:pt x="17697" y="17410"/>
                  </a:cubicBezTo>
                  <a:cubicBezTo>
                    <a:pt x="17788" y="17672"/>
                    <a:pt x="17788" y="17672"/>
                    <a:pt x="17788" y="17672"/>
                  </a:cubicBezTo>
                  <a:cubicBezTo>
                    <a:pt x="17788" y="17672"/>
                    <a:pt x="17788" y="17672"/>
                    <a:pt x="17788" y="17672"/>
                  </a:cubicBezTo>
                  <a:cubicBezTo>
                    <a:pt x="17788" y="17672"/>
                    <a:pt x="17788" y="17672"/>
                    <a:pt x="17788" y="17672"/>
                  </a:cubicBezTo>
                  <a:cubicBezTo>
                    <a:pt x="17878" y="17672"/>
                    <a:pt x="17878" y="17672"/>
                    <a:pt x="17878" y="17672"/>
                  </a:cubicBezTo>
                  <a:cubicBezTo>
                    <a:pt x="17878" y="17672"/>
                    <a:pt x="17878" y="17672"/>
                    <a:pt x="17878" y="17672"/>
                  </a:cubicBezTo>
                  <a:cubicBezTo>
                    <a:pt x="17969" y="17672"/>
                    <a:pt x="17969" y="17672"/>
                    <a:pt x="17969" y="17672"/>
                  </a:cubicBezTo>
                  <a:cubicBezTo>
                    <a:pt x="17969" y="17672"/>
                    <a:pt x="17969" y="17672"/>
                    <a:pt x="17969" y="17672"/>
                  </a:cubicBezTo>
                  <a:cubicBezTo>
                    <a:pt x="17969" y="17672"/>
                    <a:pt x="17969" y="17672"/>
                    <a:pt x="17969" y="17672"/>
                  </a:cubicBezTo>
                  <a:cubicBezTo>
                    <a:pt x="17969" y="17672"/>
                    <a:pt x="17969" y="17672"/>
                    <a:pt x="17969" y="17672"/>
                  </a:cubicBezTo>
                  <a:cubicBezTo>
                    <a:pt x="18060" y="17672"/>
                    <a:pt x="18060" y="17672"/>
                    <a:pt x="18060" y="17672"/>
                  </a:cubicBezTo>
                  <a:cubicBezTo>
                    <a:pt x="18060" y="17541"/>
                    <a:pt x="18060" y="17541"/>
                    <a:pt x="18060" y="17541"/>
                  </a:cubicBezTo>
                  <a:cubicBezTo>
                    <a:pt x="18060" y="17410"/>
                    <a:pt x="18060" y="17410"/>
                    <a:pt x="18060" y="17410"/>
                  </a:cubicBezTo>
                  <a:cubicBezTo>
                    <a:pt x="17969" y="17410"/>
                    <a:pt x="17969" y="17410"/>
                    <a:pt x="17969" y="17410"/>
                  </a:cubicBezTo>
                  <a:cubicBezTo>
                    <a:pt x="17969" y="17541"/>
                    <a:pt x="17969" y="17541"/>
                    <a:pt x="17969" y="17541"/>
                  </a:cubicBezTo>
                  <a:cubicBezTo>
                    <a:pt x="17969" y="17410"/>
                    <a:pt x="17969" y="17410"/>
                    <a:pt x="17969" y="17410"/>
                  </a:cubicBezTo>
                  <a:cubicBezTo>
                    <a:pt x="17969" y="17410"/>
                    <a:pt x="17969" y="17410"/>
                    <a:pt x="17969" y="17410"/>
                  </a:cubicBezTo>
                  <a:cubicBezTo>
                    <a:pt x="17969" y="17279"/>
                    <a:pt x="17969" y="17279"/>
                    <a:pt x="17969" y="17279"/>
                  </a:cubicBezTo>
                  <a:cubicBezTo>
                    <a:pt x="17969" y="17149"/>
                    <a:pt x="17969" y="17149"/>
                    <a:pt x="17969" y="17149"/>
                  </a:cubicBezTo>
                  <a:cubicBezTo>
                    <a:pt x="17878" y="17149"/>
                    <a:pt x="17878" y="17149"/>
                    <a:pt x="17878" y="17149"/>
                  </a:cubicBezTo>
                  <a:cubicBezTo>
                    <a:pt x="17878" y="17149"/>
                    <a:pt x="17878" y="17149"/>
                    <a:pt x="17878" y="17149"/>
                  </a:cubicBezTo>
                  <a:cubicBezTo>
                    <a:pt x="17969" y="17018"/>
                    <a:pt x="17969" y="17018"/>
                    <a:pt x="17969" y="17018"/>
                  </a:cubicBezTo>
                  <a:cubicBezTo>
                    <a:pt x="17969" y="17018"/>
                    <a:pt x="17969" y="17018"/>
                    <a:pt x="17969" y="17018"/>
                  </a:cubicBezTo>
                  <a:cubicBezTo>
                    <a:pt x="17969" y="17018"/>
                    <a:pt x="17969" y="17018"/>
                    <a:pt x="17969" y="17018"/>
                  </a:cubicBezTo>
                  <a:cubicBezTo>
                    <a:pt x="17969" y="17018"/>
                    <a:pt x="17969" y="17018"/>
                    <a:pt x="17969" y="17018"/>
                  </a:cubicBezTo>
                  <a:cubicBezTo>
                    <a:pt x="18060" y="17149"/>
                    <a:pt x="18060" y="17149"/>
                    <a:pt x="18060" y="17149"/>
                  </a:cubicBezTo>
                  <a:cubicBezTo>
                    <a:pt x="18060" y="17018"/>
                    <a:pt x="18060" y="17018"/>
                    <a:pt x="18060" y="17018"/>
                  </a:cubicBezTo>
                  <a:cubicBezTo>
                    <a:pt x="18060" y="17149"/>
                    <a:pt x="18060" y="17149"/>
                    <a:pt x="18060" y="17149"/>
                  </a:cubicBezTo>
                  <a:cubicBezTo>
                    <a:pt x="18151" y="17149"/>
                    <a:pt x="18151" y="17149"/>
                    <a:pt x="18151" y="17149"/>
                  </a:cubicBezTo>
                  <a:cubicBezTo>
                    <a:pt x="18060" y="17279"/>
                    <a:pt x="18060" y="17279"/>
                    <a:pt x="18060" y="17279"/>
                  </a:cubicBezTo>
                  <a:cubicBezTo>
                    <a:pt x="18151" y="17410"/>
                    <a:pt x="18151" y="17410"/>
                    <a:pt x="18151" y="17410"/>
                  </a:cubicBezTo>
                  <a:cubicBezTo>
                    <a:pt x="18151" y="17410"/>
                    <a:pt x="18151" y="17410"/>
                    <a:pt x="18151" y="17410"/>
                  </a:cubicBezTo>
                  <a:cubicBezTo>
                    <a:pt x="18242" y="17279"/>
                    <a:pt x="18242" y="17279"/>
                    <a:pt x="18242" y="17279"/>
                  </a:cubicBezTo>
                  <a:cubicBezTo>
                    <a:pt x="18242" y="17279"/>
                    <a:pt x="18242" y="17279"/>
                    <a:pt x="18242" y="17279"/>
                  </a:cubicBezTo>
                  <a:cubicBezTo>
                    <a:pt x="18242" y="17410"/>
                    <a:pt x="18242" y="17410"/>
                    <a:pt x="18242" y="17410"/>
                  </a:cubicBezTo>
                  <a:cubicBezTo>
                    <a:pt x="18151" y="17410"/>
                    <a:pt x="18151" y="17410"/>
                    <a:pt x="18151" y="17410"/>
                  </a:cubicBezTo>
                  <a:cubicBezTo>
                    <a:pt x="18151" y="17541"/>
                    <a:pt x="18151" y="17541"/>
                    <a:pt x="18151" y="17541"/>
                  </a:cubicBezTo>
                  <a:cubicBezTo>
                    <a:pt x="18242" y="17541"/>
                    <a:pt x="18242" y="17541"/>
                    <a:pt x="18242" y="17541"/>
                  </a:cubicBezTo>
                  <a:cubicBezTo>
                    <a:pt x="18151" y="17672"/>
                    <a:pt x="18151" y="17672"/>
                    <a:pt x="18151" y="17672"/>
                  </a:cubicBezTo>
                  <a:cubicBezTo>
                    <a:pt x="18151" y="17803"/>
                    <a:pt x="18151" y="17803"/>
                    <a:pt x="18151" y="17803"/>
                  </a:cubicBezTo>
                  <a:cubicBezTo>
                    <a:pt x="18242" y="17803"/>
                    <a:pt x="18242" y="17803"/>
                    <a:pt x="18242" y="17803"/>
                  </a:cubicBezTo>
                  <a:cubicBezTo>
                    <a:pt x="18332" y="17803"/>
                    <a:pt x="18332" y="17803"/>
                    <a:pt x="18332" y="17803"/>
                  </a:cubicBezTo>
                  <a:cubicBezTo>
                    <a:pt x="18332" y="17672"/>
                    <a:pt x="18332" y="17672"/>
                    <a:pt x="18332" y="17672"/>
                  </a:cubicBezTo>
                  <a:cubicBezTo>
                    <a:pt x="18332" y="17672"/>
                    <a:pt x="18332" y="17672"/>
                    <a:pt x="18332" y="17672"/>
                  </a:cubicBezTo>
                  <a:cubicBezTo>
                    <a:pt x="18332" y="17803"/>
                    <a:pt x="18332" y="17803"/>
                    <a:pt x="18332" y="17803"/>
                  </a:cubicBezTo>
                  <a:cubicBezTo>
                    <a:pt x="18332" y="17934"/>
                    <a:pt x="18332" y="17934"/>
                    <a:pt x="18332" y="17934"/>
                  </a:cubicBezTo>
                  <a:cubicBezTo>
                    <a:pt x="18423" y="17934"/>
                    <a:pt x="18423" y="17934"/>
                    <a:pt x="18423" y="17934"/>
                  </a:cubicBezTo>
                  <a:cubicBezTo>
                    <a:pt x="18423" y="17803"/>
                    <a:pt x="18423" y="17803"/>
                    <a:pt x="18423" y="17803"/>
                  </a:cubicBezTo>
                  <a:cubicBezTo>
                    <a:pt x="18514" y="17672"/>
                    <a:pt x="18514" y="17672"/>
                    <a:pt x="18514" y="17672"/>
                  </a:cubicBezTo>
                  <a:cubicBezTo>
                    <a:pt x="18514" y="17541"/>
                    <a:pt x="18514" y="17541"/>
                    <a:pt x="18514" y="17541"/>
                  </a:cubicBezTo>
                  <a:cubicBezTo>
                    <a:pt x="18514" y="17279"/>
                    <a:pt x="18514" y="17279"/>
                    <a:pt x="18514" y="17279"/>
                  </a:cubicBezTo>
                  <a:cubicBezTo>
                    <a:pt x="18605" y="17149"/>
                    <a:pt x="18605" y="17149"/>
                    <a:pt x="18605" y="17149"/>
                  </a:cubicBezTo>
                  <a:cubicBezTo>
                    <a:pt x="18605" y="16887"/>
                    <a:pt x="18605" y="16887"/>
                    <a:pt x="18605" y="16887"/>
                  </a:cubicBezTo>
                  <a:cubicBezTo>
                    <a:pt x="18514" y="16756"/>
                    <a:pt x="18514" y="16756"/>
                    <a:pt x="18514" y="16756"/>
                  </a:cubicBezTo>
                  <a:cubicBezTo>
                    <a:pt x="18514" y="16625"/>
                    <a:pt x="18514" y="16625"/>
                    <a:pt x="18514" y="16625"/>
                  </a:cubicBezTo>
                  <a:cubicBezTo>
                    <a:pt x="18514" y="16625"/>
                    <a:pt x="18514" y="16625"/>
                    <a:pt x="18514" y="16625"/>
                  </a:cubicBezTo>
                  <a:cubicBezTo>
                    <a:pt x="18605" y="16625"/>
                    <a:pt x="18605" y="16625"/>
                    <a:pt x="18605" y="16625"/>
                  </a:cubicBezTo>
                  <a:cubicBezTo>
                    <a:pt x="18605" y="16756"/>
                    <a:pt x="18605" y="16756"/>
                    <a:pt x="18605" y="16756"/>
                  </a:cubicBezTo>
                  <a:cubicBezTo>
                    <a:pt x="18605" y="16756"/>
                    <a:pt x="18605" y="16756"/>
                    <a:pt x="18605" y="16756"/>
                  </a:cubicBezTo>
                  <a:cubicBezTo>
                    <a:pt x="18695" y="16625"/>
                    <a:pt x="18695" y="16625"/>
                    <a:pt x="18695" y="16625"/>
                  </a:cubicBezTo>
                  <a:cubicBezTo>
                    <a:pt x="18786" y="16625"/>
                    <a:pt x="18786" y="16625"/>
                    <a:pt x="18786" y="16625"/>
                  </a:cubicBezTo>
                  <a:cubicBezTo>
                    <a:pt x="18695" y="16756"/>
                    <a:pt x="18695" y="16756"/>
                    <a:pt x="18695" y="16756"/>
                  </a:cubicBezTo>
                  <a:cubicBezTo>
                    <a:pt x="18695" y="16887"/>
                    <a:pt x="18695" y="16887"/>
                    <a:pt x="18695" y="16887"/>
                  </a:cubicBezTo>
                  <a:cubicBezTo>
                    <a:pt x="18695" y="17018"/>
                    <a:pt x="18695" y="17018"/>
                    <a:pt x="18695" y="17018"/>
                  </a:cubicBezTo>
                  <a:cubicBezTo>
                    <a:pt x="18605" y="17279"/>
                    <a:pt x="18605" y="17279"/>
                    <a:pt x="18605" y="17279"/>
                  </a:cubicBezTo>
                  <a:cubicBezTo>
                    <a:pt x="18605" y="17410"/>
                    <a:pt x="18605" y="17410"/>
                    <a:pt x="18605" y="17410"/>
                  </a:cubicBezTo>
                  <a:cubicBezTo>
                    <a:pt x="18605" y="17410"/>
                    <a:pt x="18605" y="17410"/>
                    <a:pt x="18605" y="17410"/>
                  </a:cubicBezTo>
                  <a:cubicBezTo>
                    <a:pt x="18605" y="17541"/>
                    <a:pt x="18605" y="17541"/>
                    <a:pt x="18605" y="17541"/>
                  </a:cubicBezTo>
                  <a:cubicBezTo>
                    <a:pt x="18605" y="17672"/>
                    <a:pt x="18605" y="17672"/>
                    <a:pt x="18605" y="17672"/>
                  </a:cubicBezTo>
                  <a:cubicBezTo>
                    <a:pt x="18605" y="17803"/>
                    <a:pt x="18605" y="17803"/>
                    <a:pt x="18605" y="17803"/>
                  </a:cubicBezTo>
                  <a:cubicBezTo>
                    <a:pt x="18605" y="17803"/>
                    <a:pt x="18605" y="17803"/>
                    <a:pt x="18605" y="17803"/>
                  </a:cubicBezTo>
                  <a:cubicBezTo>
                    <a:pt x="18695" y="17934"/>
                    <a:pt x="18695" y="17934"/>
                    <a:pt x="18695" y="17934"/>
                  </a:cubicBezTo>
                  <a:cubicBezTo>
                    <a:pt x="18695" y="18065"/>
                    <a:pt x="18695" y="18065"/>
                    <a:pt x="18695" y="18065"/>
                  </a:cubicBezTo>
                  <a:cubicBezTo>
                    <a:pt x="18695" y="18065"/>
                    <a:pt x="18695" y="18065"/>
                    <a:pt x="18695" y="18065"/>
                  </a:cubicBezTo>
                  <a:cubicBezTo>
                    <a:pt x="18786" y="18196"/>
                    <a:pt x="18786" y="18196"/>
                    <a:pt x="18786" y="18196"/>
                  </a:cubicBezTo>
                  <a:cubicBezTo>
                    <a:pt x="18786" y="18196"/>
                    <a:pt x="18786" y="18196"/>
                    <a:pt x="18786" y="18196"/>
                  </a:cubicBezTo>
                  <a:cubicBezTo>
                    <a:pt x="18877" y="18196"/>
                    <a:pt x="18877" y="18196"/>
                    <a:pt x="18877" y="18196"/>
                  </a:cubicBezTo>
                  <a:cubicBezTo>
                    <a:pt x="18877" y="18196"/>
                    <a:pt x="18877" y="18196"/>
                    <a:pt x="18877" y="18196"/>
                  </a:cubicBezTo>
                  <a:cubicBezTo>
                    <a:pt x="18968" y="18196"/>
                    <a:pt x="18968" y="18196"/>
                    <a:pt x="18968" y="18196"/>
                  </a:cubicBezTo>
                  <a:cubicBezTo>
                    <a:pt x="19058" y="18196"/>
                    <a:pt x="19058" y="18196"/>
                    <a:pt x="19058" y="18196"/>
                  </a:cubicBezTo>
                  <a:cubicBezTo>
                    <a:pt x="19058" y="18196"/>
                    <a:pt x="19058" y="18196"/>
                    <a:pt x="19058" y="18196"/>
                  </a:cubicBezTo>
                  <a:cubicBezTo>
                    <a:pt x="18968" y="18327"/>
                    <a:pt x="18968" y="18327"/>
                    <a:pt x="18968" y="18327"/>
                  </a:cubicBezTo>
                  <a:cubicBezTo>
                    <a:pt x="18877" y="18327"/>
                    <a:pt x="18877" y="18327"/>
                    <a:pt x="18877" y="18327"/>
                  </a:cubicBezTo>
                  <a:cubicBezTo>
                    <a:pt x="18877" y="18327"/>
                    <a:pt x="18877" y="18327"/>
                    <a:pt x="18877" y="18327"/>
                  </a:cubicBezTo>
                  <a:cubicBezTo>
                    <a:pt x="18968" y="18458"/>
                    <a:pt x="18968" y="18458"/>
                    <a:pt x="18968" y="18458"/>
                  </a:cubicBezTo>
                  <a:cubicBezTo>
                    <a:pt x="18877" y="18458"/>
                    <a:pt x="18877" y="18458"/>
                    <a:pt x="18877" y="18458"/>
                  </a:cubicBezTo>
                  <a:cubicBezTo>
                    <a:pt x="18877" y="18458"/>
                    <a:pt x="18877" y="18458"/>
                    <a:pt x="18877" y="18458"/>
                  </a:cubicBezTo>
                  <a:cubicBezTo>
                    <a:pt x="18877" y="18589"/>
                    <a:pt x="18877" y="18589"/>
                    <a:pt x="18877" y="18589"/>
                  </a:cubicBezTo>
                  <a:cubicBezTo>
                    <a:pt x="18877" y="18719"/>
                    <a:pt x="18877" y="18719"/>
                    <a:pt x="18877" y="18719"/>
                  </a:cubicBezTo>
                  <a:cubicBezTo>
                    <a:pt x="18877" y="18719"/>
                    <a:pt x="18877" y="18719"/>
                    <a:pt x="18877" y="18719"/>
                  </a:cubicBezTo>
                  <a:cubicBezTo>
                    <a:pt x="18877" y="18719"/>
                    <a:pt x="18877" y="18719"/>
                    <a:pt x="18877" y="18719"/>
                  </a:cubicBezTo>
                  <a:cubicBezTo>
                    <a:pt x="18786" y="18719"/>
                    <a:pt x="18786" y="18719"/>
                    <a:pt x="18786" y="18719"/>
                  </a:cubicBezTo>
                  <a:cubicBezTo>
                    <a:pt x="18786" y="18589"/>
                    <a:pt x="18786" y="18589"/>
                    <a:pt x="18786" y="18589"/>
                  </a:cubicBezTo>
                  <a:cubicBezTo>
                    <a:pt x="18786" y="18719"/>
                    <a:pt x="18786" y="18719"/>
                    <a:pt x="18786" y="18719"/>
                  </a:cubicBezTo>
                  <a:cubicBezTo>
                    <a:pt x="18786" y="18719"/>
                    <a:pt x="18786" y="18719"/>
                    <a:pt x="18786" y="18719"/>
                  </a:cubicBezTo>
                  <a:cubicBezTo>
                    <a:pt x="18786" y="18850"/>
                    <a:pt x="18786" y="18850"/>
                    <a:pt x="18786" y="18850"/>
                  </a:cubicBezTo>
                  <a:cubicBezTo>
                    <a:pt x="18786" y="18981"/>
                    <a:pt x="18786" y="18981"/>
                    <a:pt x="18786" y="18981"/>
                  </a:cubicBezTo>
                  <a:cubicBezTo>
                    <a:pt x="18786" y="18981"/>
                    <a:pt x="18786" y="18981"/>
                    <a:pt x="18786" y="18981"/>
                  </a:cubicBezTo>
                  <a:cubicBezTo>
                    <a:pt x="18786" y="18981"/>
                    <a:pt x="18786" y="18981"/>
                    <a:pt x="18786" y="18981"/>
                  </a:cubicBezTo>
                  <a:cubicBezTo>
                    <a:pt x="18695" y="18981"/>
                    <a:pt x="18695" y="18981"/>
                    <a:pt x="18695" y="18981"/>
                  </a:cubicBezTo>
                  <a:cubicBezTo>
                    <a:pt x="18695" y="19112"/>
                    <a:pt x="18695" y="19112"/>
                    <a:pt x="18695" y="19112"/>
                  </a:cubicBezTo>
                  <a:cubicBezTo>
                    <a:pt x="18695" y="19112"/>
                    <a:pt x="18695" y="19112"/>
                    <a:pt x="18695" y="19112"/>
                  </a:cubicBezTo>
                  <a:cubicBezTo>
                    <a:pt x="18695" y="19112"/>
                    <a:pt x="18695" y="19112"/>
                    <a:pt x="18695" y="19112"/>
                  </a:cubicBezTo>
                  <a:cubicBezTo>
                    <a:pt x="18786" y="19112"/>
                    <a:pt x="18786" y="19112"/>
                    <a:pt x="18786" y="19112"/>
                  </a:cubicBezTo>
                  <a:cubicBezTo>
                    <a:pt x="18786" y="19243"/>
                    <a:pt x="18786" y="19243"/>
                    <a:pt x="18786" y="19243"/>
                  </a:cubicBezTo>
                  <a:cubicBezTo>
                    <a:pt x="18877" y="19243"/>
                    <a:pt x="18877" y="19243"/>
                    <a:pt x="18877" y="19243"/>
                  </a:cubicBezTo>
                  <a:cubicBezTo>
                    <a:pt x="18877" y="19243"/>
                    <a:pt x="18877" y="19243"/>
                    <a:pt x="18877" y="19243"/>
                  </a:cubicBezTo>
                  <a:cubicBezTo>
                    <a:pt x="18968" y="19374"/>
                    <a:pt x="18968" y="19374"/>
                    <a:pt x="18968" y="19374"/>
                  </a:cubicBezTo>
                  <a:cubicBezTo>
                    <a:pt x="18968" y="19374"/>
                    <a:pt x="18968" y="19374"/>
                    <a:pt x="18968" y="19374"/>
                  </a:cubicBezTo>
                  <a:cubicBezTo>
                    <a:pt x="18877" y="19374"/>
                    <a:pt x="18877" y="19374"/>
                    <a:pt x="18877" y="19374"/>
                  </a:cubicBezTo>
                  <a:cubicBezTo>
                    <a:pt x="18877" y="19374"/>
                    <a:pt x="18877" y="19374"/>
                    <a:pt x="18877" y="19374"/>
                  </a:cubicBezTo>
                  <a:cubicBezTo>
                    <a:pt x="18877" y="19505"/>
                    <a:pt x="18877" y="19505"/>
                    <a:pt x="18877" y="19505"/>
                  </a:cubicBezTo>
                  <a:cubicBezTo>
                    <a:pt x="18877" y="19505"/>
                    <a:pt x="18877" y="19505"/>
                    <a:pt x="18877" y="19505"/>
                  </a:cubicBezTo>
                  <a:cubicBezTo>
                    <a:pt x="18968" y="19636"/>
                    <a:pt x="18968" y="19636"/>
                    <a:pt x="18968" y="19636"/>
                  </a:cubicBezTo>
                  <a:cubicBezTo>
                    <a:pt x="18968" y="19636"/>
                    <a:pt x="18968" y="19636"/>
                    <a:pt x="18968" y="19636"/>
                  </a:cubicBezTo>
                  <a:cubicBezTo>
                    <a:pt x="19058" y="19636"/>
                    <a:pt x="19058" y="19636"/>
                    <a:pt x="19058" y="19636"/>
                  </a:cubicBezTo>
                  <a:cubicBezTo>
                    <a:pt x="18968" y="19636"/>
                    <a:pt x="18968" y="19636"/>
                    <a:pt x="18968" y="19636"/>
                  </a:cubicBezTo>
                  <a:cubicBezTo>
                    <a:pt x="18968" y="19636"/>
                    <a:pt x="18968" y="19636"/>
                    <a:pt x="18968" y="19636"/>
                  </a:cubicBezTo>
                  <a:cubicBezTo>
                    <a:pt x="18877" y="19767"/>
                    <a:pt x="18877" y="19767"/>
                    <a:pt x="18877" y="19767"/>
                  </a:cubicBezTo>
                  <a:cubicBezTo>
                    <a:pt x="18877" y="19898"/>
                    <a:pt x="18877" y="19898"/>
                    <a:pt x="18877" y="19898"/>
                  </a:cubicBezTo>
                  <a:cubicBezTo>
                    <a:pt x="18968" y="20029"/>
                    <a:pt x="18968" y="20029"/>
                    <a:pt x="18968" y="20029"/>
                  </a:cubicBezTo>
                  <a:cubicBezTo>
                    <a:pt x="19058" y="20159"/>
                    <a:pt x="19058" y="20159"/>
                    <a:pt x="19058" y="20159"/>
                  </a:cubicBezTo>
                  <a:cubicBezTo>
                    <a:pt x="19149" y="20159"/>
                    <a:pt x="19149" y="20159"/>
                    <a:pt x="19149" y="20159"/>
                  </a:cubicBezTo>
                  <a:cubicBezTo>
                    <a:pt x="19149" y="20159"/>
                    <a:pt x="19149" y="20159"/>
                    <a:pt x="19149" y="20159"/>
                  </a:cubicBezTo>
                  <a:cubicBezTo>
                    <a:pt x="19058" y="20159"/>
                    <a:pt x="19058" y="20159"/>
                    <a:pt x="19058" y="20159"/>
                  </a:cubicBezTo>
                  <a:cubicBezTo>
                    <a:pt x="18968" y="20159"/>
                    <a:pt x="18968" y="20159"/>
                    <a:pt x="18968" y="20159"/>
                  </a:cubicBezTo>
                  <a:cubicBezTo>
                    <a:pt x="18968" y="20159"/>
                    <a:pt x="18968" y="20159"/>
                    <a:pt x="18968" y="20159"/>
                  </a:cubicBezTo>
                  <a:cubicBezTo>
                    <a:pt x="18877" y="20290"/>
                    <a:pt x="18877" y="20290"/>
                    <a:pt x="18877" y="20290"/>
                  </a:cubicBezTo>
                  <a:cubicBezTo>
                    <a:pt x="18786" y="20421"/>
                    <a:pt x="18786" y="20421"/>
                    <a:pt x="18786" y="20421"/>
                  </a:cubicBezTo>
                  <a:cubicBezTo>
                    <a:pt x="18695" y="20552"/>
                    <a:pt x="18695" y="20552"/>
                    <a:pt x="18695" y="20552"/>
                  </a:cubicBezTo>
                  <a:cubicBezTo>
                    <a:pt x="18695" y="20683"/>
                    <a:pt x="18695" y="20683"/>
                    <a:pt x="18695" y="20683"/>
                  </a:cubicBezTo>
                  <a:cubicBezTo>
                    <a:pt x="18695" y="20814"/>
                    <a:pt x="18695" y="20814"/>
                    <a:pt x="18695" y="20814"/>
                  </a:cubicBezTo>
                  <a:cubicBezTo>
                    <a:pt x="18786" y="20683"/>
                    <a:pt x="18786" y="20683"/>
                    <a:pt x="18786" y="20683"/>
                  </a:cubicBezTo>
                  <a:cubicBezTo>
                    <a:pt x="18877" y="20552"/>
                    <a:pt x="18877" y="20552"/>
                    <a:pt x="18877" y="20552"/>
                  </a:cubicBezTo>
                  <a:cubicBezTo>
                    <a:pt x="18877" y="20552"/>
                    <a:pt x="18877" y="20552"/>
                    <a:pt x="18877" y="20552"/>
                  </a:cubicBezTo>
                  <a:cubicBezTo>
                    <a:pt x="18877" y="20421"/>
                    <a:pt x="18877" y="20421"/>
                    <a:pt x="18877" y="20421"/>
                  </a:cubicBezTo>
                  <a:cubicBezTo>
                    <a:pt x="19058" y="20290"/>
                    <a:pt x="19058" y="20290"/>
                    <a:pt x="19058" y="20290"/>
                  </a:cubicBezTo>
                  <a:cubicBezTo>
                    <a:pt x="19058" y="20421"/>
                    <a:pt x="19058" y="20421"/>
                    <a:pt x="19058" y="20421"/>
                  </a:cubicBezTo>
                  <a:cubicBezTo>
                    <a:pt x="19058" y="20421"/>
                    <a:pt x="19058" y="20421"/>
                    <a:pt x="19058" y="20421"/>
                  </a:cubicBezTo>
                  <a:cubicBezTo>
                    <a:pt x="19149" y="20421"/>
                    <a:pt x="19149" y="20421"/>
                    <a:pt x="19149" y="20421"/>
                  </a:cubicBezTo>
                  <a:cubicBezTo>
                    <a:pt x="19149" y="20421"/>
                    <a:pt x="19149" y="20421"/>
                    <a:pt x="19149" y="20421"/>
                  </a:cubicBezTo>
                  <a:cubicBezTo>
                    <a:pt x="19149" y="20552"/>
                    <a:pt x="19149" y="20552"/>
                    <a:pt x="19149" y="20552"/>
                  </a:cubicBezTo>
                  <a:cubicBezTo>
                    <a:pt x="19240" y="20552"/>
                    <a:pt x="19240" y="20552"/>
                    <a:pt x="19240" y="20552"/>
                  </a:cubicBezTo>
                  <a:cubicBezTo>
                    <a:pt x="19240" y="20552"/>
                    <a:pt x="19240" y="20552"/>
                    <a:pt x="19240" y="20552"/>
                  </a:cubicBezTo>
                  <a:cubicBezTo>
                    <a:pt x="19149" y="20683"/>
                    <a:pt x="19149" y="20683"/>
                    <a:pt x="19149" y="20683"/>
                  </a:cubicBezTo>
                  <a:cubicBezTo>
                    <a:pt x="19149" y="20683"/>
                    <a:pt x="19149" y="20683"/>
                    <a:pt x="19149" y="20683"/>
                  </a:cubicBezTo>
                  <a:cubicBezTo>
                    <a:pt x="19149" y="20814"/>
                    <a:pt x="19149" y="20814"/>
                    <a:pt x="19149" y="20814"/>
                  </a:cubicBezTo>
                  <a:cubicBezTo>
                    <a:pt x="19149" y="20945"/>
                    <a:pt x="19149" y="20945"/>
                    <a:pt x="19149" y="20945"/>
                  </a:cubicBezTo>
                  <a:cubicBezTo>
                    <a:pt x="19058" y="20945"/>
                    <a:pt x="19058" y="20945"/>
                    <a:pt x="19058" y="20945"/>
                  </a:cubicBezTo>
                  <a:cubicBezTo>
                    <a:pt x="19149" y="21076"/>
                    <a:pt x="19149" y="21076"/>
                    <a:pt x="19149" y="21076"/>
                  </a:cubicBezTo>
                  <a:cubicBezTo>
                    <a:pt x="19149" y="21076"/>
                    <a:pt x="19149" y="21076"/>
                    <a:pt x="19149" y="21076"/>
                  </a:cubicBezTo>
                  <a:cubicBezTo>
                    <a:pt x="19058" y="21076"/>
                    <a:pt x="19058" y="21076"/>
                    <a:pt x="19058" y="21076"/>
                  </a:cubicBezTo>
                  <a:cubicBezTo>
                    <a:pt x="18968" y="21076"/>
                    <a:pt x="18968" y="21076"/>
                    <a:pt x="18968" y="21076"/>
                  </a:cubicBezTo>
                  <a:cubicBezTo>
                    <a:pt x="18968" y="21207"/>
                    <a:pt x="18968" y="21207"/>
                    <a:pt x="18968" y="21207"/>
                  </a:cubicBezTo>
                  <a:cubicBezTo>
                    <a:pt x="18968" y="21207"/>
                    <a:pt x="18968" y="21207"/>
                    <a:pt x="18968" y="21207"/>
                  </a:cubicBezTo>
                  <a:cubicBezTo>
                    <a:pt x="18968" y="21207"/>
                    <a:pt x="18968" y="21207"/>
                    <a:pt x="18968" y="21207"/>
                  </a:cubicBezTo>
                  <a:cubicBezTo>
                    <a:pt x="19058" y="21207"/>
                    <a:pt x="19058" y="21207"/>
                    <a:pt x="19058" y="21207"/>
                  </a:cubicBezTo>
                  <a:cubicBezTo>
                    <a:pt x="19149" y="21207"/>
                    <a:pt x="19149" y="21207"/>
                    <a:pt x="19149" y="21207"/>
                  </a:cubicBezTo>
                  <a:cubicBezTo>
                    <a:pt x="19149" y="21207"/>
                    <a:pt x="19149" y="21207"/>
                    <a:pt x="19149" y="21207"/>
                  </a:cubicBezTo>
                  <a:cubicBezTo>
                    <a:pt x="19058" y="21338"/>
                    <a:pt x="19058" y="21338"/>
                    <a:pt x="19058" y="21338"/>
                  </a:cubicBezTo>
                  <a:cubicBezTo>
                    <a:pt x="18968" y="21338"/>
                    <a:pt x="18968" y="21338"/>
                    <a:pt x="18968" y="21338"/>
                  </a:cubicBezTo>
                  <a:cubicBezTo>
                    <a:pt x="18968" y="21338"/>
                    <a:pt x="18968" y="21338"/>
                    <a:pt x="18968" y="21338"/>
                  </a:cubicBezTo>
                  <a:cubicBezTo>
                    <a:pt x="18968" y="21338"/>
                    <a:pt x="18968" y="21338"/>
                    <a:pt x="18968" y="21338"/>
                  </a:cubicBezTo>
                  <a:cubicBezTo>
                    <a:pt x="18877" y="21469"/>
                    <a:pt x="18877" y="21469"/>
                    <a:pt x="18877" y="21469"/>
                  </a:cubicBezTo>
                  <a:cubicBezTo>
                    <a:pt x="18968" y="21600"/>
                    <a:pt x="18968" y="21600"/>
                    <a:pt x="18968" y="21600"/>
                  </a:cubicBezTo>
                  <a:cubicBezTo>
                    <a:pt x="18968" y="21600"/>
                    <a:pt x="18968" y="21600"/>
                    <a:pt x="18968" y="21600"/>
                  </a:cubicBezTo>
                  <a:cubicBezTo>
                    <a:pt x="18968" y="21469"/>
                    <a:pt x="18968" y="21469"/>
                    <a:pt x="18968" y="21469"/>
                  </a:cubicBezTo>
                  <a:cubicBezTo>
                    <a:pt x="19058" y="21469"/>
                    <a:pt x="19058" y="21469"/>
                    <a:pt x="19058" y="21469"/>
                  </a:cubicBezTo>
                  <a:cubicBezTo>
                    <a:pt x="19149" y="21469"/>
                    <a:pt x="19149" y="21469"/>
                    <a:pt x="19149" y="21469"/>
                  </a:cubicBezTo>
                  <a:cubicBezTo>
                    <a:pt x="19240" y="21338"/>
                    <a:pt x="19240" y="21338"/>
                    <a:pt x="19240" y="21338"/>
                  </a:cubicBezTo>
                  <a:cubicBezTo>
                    <a:pt x="19331" y="21076"/>
                    <a:pt x="19331" y="21076"/>
                    <a:pt x="19331" y="21076"/>
                  </a:cubicBezTo>
                  <a:cubicBezTo>
                    <a:pt x="19331" y="20945"/>
                    <a:pt x="19331" y="20945"/>
                    <a:pt x="19331" y="20945"/>
                  </a:cubicBezTo>
                  <a:cubicBezTo>
                    <a:pt x="19421" y="20683"/>
                    <a:pt x="19421" y="20683"/>
                    <a:pt x="19421" y="20683"/>
                  </a:cubicBezTo>
                  <a:cubicBezTo>
                    <a:pt x="19512" y="20683"/>
                    <a:pt x="19512" y="20683"/>
                    <a:pt x="19512" y="20683"/>
                  </a:cubicBezTo>
                  <a:cubicBezTo>
                    <a:pt x="19512" y="20683"/>
                    <a:pt x="19512" y="20683"/>
                    <a:pt x="19512" y="20683"/>
                  </a:cubicBezTo>
                  <a:close/>
                  <a:moveTo>
                    <a:pt x="18242" y="21207"/>
                  </a:moveTo>
                  <a:cubicBezTo>
                    <a:pt x="18242" y="21207"/>
                    <a:pt x="18242" y="21207"/>
                    <a:pt x="18242" y="21207"/>
                  </a:cubicBezTo>
                  <a:cubicBezTo>
                    <a:pt x="18242" y="21076"/>
                    <a:pt x="18242" y="21076"/>
                    <a:pt x="18242" y="21076"/>
                  </a:cubicBezTo>
                  <a:cubicBezTo>
                    <a:pt x="18332" y="21207"/>
                    <a:pt x="18332" y="21207"/>
                    <a:pt x="18332" y="21207"/>
                  </a:cubicBezTo>
                  <a:cubicBezTo>
                    <a:pt x="18242" y="21207"/>
                    <a:pt x="18242" y="21207"/>
                    <a:pt x="18242" y="21207"/>
                  </a:cubicBezTo>
                  <a:close/>
                  <a:moveTo>
                    <a:pt x="18695" y="21338"/>
                  </a:moveTo>
                  <a:cubicBezTo>
                    <a:pt x="18786" y="21338"/>
                    <a:pt x="18786" y="21338"/>
                    <a:pt x="18786" y="21338"/>
                  </a:cubicBezTo>
                  <a:cubicBezTo>
                    <a:pt x="18877" y="21338"/>
                    <a:pt x="18877" y="21338"/>
                    <a:pt x="18877" y="21338"/>
                  </a:cubicBezTo>
                  <a:cubicBezTo>
                    <a:pt x="18786" y="21469"/>
                    <a:pt x="18786" y="21469"/>
                    <a:pt x="18786" y="21469"/>
                  </a:cubicBezTo>
                  <a:cubicBezTo>
                    <a:pt x="18695" y="21338"/>
                    <a:pt x="18695" y="21338"/>
                    <a:pt x="18695" y="21338"/>
                  </a:cubicBezTo>
                  <a:close/>
                  <a:moveTo>
                    <a:pt x="18786" y="21076"/>
                  </a:moveTo>
                  <a:cubicBezTo>
                    <a:pt x="18786" y="21076"/>
                    <a:pt x="18786" y="21076"/>
                    <a:pt x="18786" y="21076"/>
                  </a:cubicBezTo>
                  <a:cubicBezTo>
                    <a:pt x="18877" y="21207"/>
                    <a:pt x="18877" y="21207"/>
                    <a:pt x="18877" y="21207"/>
                  </a:cubicBezTo>
                  <a:cubicBezTo>
                    <a:pt x="18786" y="21338"/>
                    <a:pt x="18786" y="21338"/>
                    <a:pt x="18786" y="21338"/>
                  </a:cubicBezTo>
                  <a:cubicBezTo>
                    <a:pt x="18695" y="21207"/>
                    <a:pt x="18695" y="21207"/>
                    <a:pt x="18695" y="21207"/>
                  </a:cubicBezTo>
                  <a:cubicBezTo>
                    <a:pt x="18786" y="21207"/>
                    <a:pt x="18786" y="21207"/>
                    <a:pt x="18786" y="21207"/>
                  </a:cubicBezTo>
                  <a:cubicBezTo>
                    <a:pt x="18786" y="21076"/>
                    <a:pt x="18786" y="21076"/>
                    <a:pt x="18786" y="21076"/>
                  </a:cubicBezTo>
                  <a:close/>
                  <a:moveTo>
                    <a:pt x="18695" y="20945"/>
                  </a:moveTo>
                  <a:cubicBezTo>
                    <a:pt x="18786" y="20945"/>
                    <a:pt x="18786" y="20945"/>
                    <a:pt x="18786" y="20945"/>
                  </a:cubicBezTo>
                  <a:cubicBezTo>
                    <a:pt x="18695" y="21076"/>
                    <a:pt x="18695" y="21076"/>
                    <a:pt x="18695" y="21076"/>
                  </a:cubicBezTo>
                  <a:cubicBezTo>
                    <a:pt x="18695" y="20945"/>
                    <a:pt x="18695" y="20945"/>
                    <a:pt x="18695" y="20945"/>
                  </a:cubicBezTo>
                  <a:cubicBezTo>
                    <a:pt x="18695" y="20945"/>
                    <a:pt x="18695" y="20945"/>
                    <a:pt x="18695" y="20945"/>
                  </a:cubicBezTo>
                  <a:cubicBezTo>
                    <a:pt x="18695" y="20945"/>
                    <a:pt x="18695" y="20945"/>
                    <a:pt x="18695" y="20945"/>
                  </a:cubicBezTo>
                  <a:close/>
                  <a:moveTo>
                    <a:pt x="18786" y="20814"/>
                  </a:moveTo>
                  <a:cubicBezTo>
                    <a:pt x="18877" y="20814"/>
                    <a:pt x="18877" y="20814"/>
                    <a:pt x="18877" y="20814"/>
                  </a:cubicBezTo>
                  <a:cubicBezTo>
                    <a:pt x="18877" y="20683"/>
                    <a:pt x="18877" y="20683"/>
                    <a:pt x="18877" y="20683"/>
                  </a:cubicBezTo>
                  <a:cubicBezTo>
                    <a:pt x="18877" y="20552"/>
                    <a:pt x="18877" y="20552"/>
                    <a:pt x="18877" y="20552"/>
                  </a:cubicBezTo>
                  <a:cubicBezTo>
                    <a:pt x="18968" y="20552"/>
                    <a:pt x="18968" y="20552"/>
                    <a:pt x="18968" y="20552"/>
                  </a:cubicBezTo>
                  <a:cubicBezTo>
                    <a:pt x="18968" y="20552"/>
                    <a:pt x="18968" y="20552"/>
                    <a:pt x="18968" y="20552"/>
                  </a:cubicBezTo>
                  <a:cubicBezTo>
                    <a:pt x="19058" y="20421"/>
                    <a:pt x="19058" y="20421"/>
                    <a:pt x="19058" y="20421"/>
                  </a:cubicBezTo>
                  <a:cubicBezTo>
                    <a:pt x="19149" y="20552"/>
                    <a:pt x="19149" y="20552"/>
                    <a:pt x="19149" y="20552"/>
                  </a:cubicBezTo>
                  <a:cubicBezTo>
                    <a:pt x="19058" y="20683"/>
                    <a:pt x="19058" y="20683"/>
                    <a:pt x="19058" y="20683"/>
                  </a:cubicBezTo>
                  <a:cubicBezTo>
                    <a:pt x="19149" y="20814"/>
                    <a:pt x="19149" y="20814"/>
                    <a:pt x="19149" y="20814"/>
                  </a:cubicBezTo>
                  <a:cubicBezTo>
                    <a:pt x="18968" y="20945"/>
                    <a:pt x="18968" y="20945"/>
                    <a:pt x="18968" y="20945"/>
                  </a:cubicBezTo>
                  <a:cubicBezTo>
                    <a:pt x="18877" y="21076"/>
                    <a:pt x="18877" y="21076"/>
                    <a:pt x="18877" y="21076"/>
                  </a:cubicBezTo>
                  <a:cubicBezTo>
                    <a:pt x="18877" y="21076"/>
                    <a:pt x="18877" y="21076"/>
                    <a:pt x="18877" y="21076"/>
                  </a:cubicBezTo>
                  <a:cubicBezTo>
                    <a:pt x="18877" y="20945"/>
                    <a:pt x="18877" y="20945"/>
                    <a:pt x="18877" y="20945"/>
                  </a:cubicBezTo>
                  <a:cubicBezTo>
                    <a:pt x="18968" y="20814"/>
                    <a:pt x="18968" y="20814"/>
                    <a:pt x="18968" y="20814"/>
                  </a:cubicBezTo>
                  <a:cubicBezTo>
                    <a:pt x="18968" y="20814"/>
                    <a:pt x="18968" y="20814"/>
                    <a:pt x="18968" y="20814"/>
                  </a:cubicBezTo>
                  <a:cubicBezTo>
                    <a:pt x="18877" y="20945"/>
                    <a:pt x="18877" y="20945"/>
                    <a:pt x="18877" y="20945"/>
                  </a:cubicBezTo>
                  <a:cubicBezTo>
                    <a:pt x="18786" y="20814"/>
                    <a:pt x="18786" y="20814"/>
                    <a:pt x="18786" y="20814"/>
                  </a:cubicBezTo>
                  <a:close/>
                  <a:moveTo>
                    <a:pt x="18060" y="21207"/>
                  </a:moveTo>
                  <a:cubicBezTo>
                    <a:pt x="18151" y="21207"/>
                    <a:pt x="18151" y="21207"/>
                    <a:pt x="18151" y="21207"/>
                  </a:cubicBezTo>
                  <a:cubicBezTo>
                    <a:pt x="18151" y="21207"/>
                    <a:pt x="18151" y="21207"/>
                    <a:pt x="18151" y="21207"/>
                  </a:cubicBezTo>
                  <a:cubicBezTo>
                    <a:pt x="18151" y="21338"/>
                    <a:pt x="18151" y="21338"/>
                    <a:pt x="18151" y="21338"/>
                  </a:cubicBezTo>
                  <a:cubicBezTo>
                    <a:pt x="18242" y="21469"/>
                    <a:pt x="18242" y="21469"/>
                    <a:pt x="18242" y="21469"/>
                  </a:cubicBezTo>
                  <a:cubicBezTo>
                    <a:pt x="18151" y="21600"/>
                    <a:pt x="18151" y="21600"/>
                    <a:pt x="18151" y="21600"/>
                  </a:cubicBezTo>
                  <a:cubicBezTo>
                    <a:pt x="18151" y="21469"/>
                    <a:pt x="18151" y="21469"/>
                    <a:pt x="18151" y="21469"/>
                  </a:cubicBezTo>
                  <a:cubicBezTo>
                    <a:pt x="18151" y="21338"/>
                    <a:pt x="18151" y="21338"/>
                    <a:pt x="18151" y="21338"/>
                  </a:cubicBezTo>
                  <a:cubicBezTo>
                    <a:pt x="18060" y="21207"/>
                    <a:pt x="18060" y="21207"/>
                    <a:pt x="18060" y="21207"/>
                  </a:cubicBezTo>
                  <a:cubicBezTo>
                    <a:pt x="18060" y="21207"/>
                    <a:pt x="18060" y="21207"/>
                    <a:pt x="18060" y="21207"/>
                  </a:cubicBezTo>
                  <a:close/>
                  <a:moveTo>
                    <a:pt x="18151" y="21076"/>
                  </a:moveTo>
                  <a:cubicBezTo>
                    <a:pt x="18151" y="21076"/>
                    <a:pt x="18151" y="21076"/>
                    <a:pt x="18151" y="21076"/>
                  </a:cubicBezTo>
                  <a:cubicBezTo>
                    <a:pt x="18151" y="21076"/>
                    <a:pt x="18151" y="21076"/>
                    <a:pt x="18151" y="21076"/>
                  </a:cubicBezTo>
                  <a:cubicBezTo>
                    <a:pt x="18242" y="21076"/>
                    <a:pt x="18242" y="21076"/>
                    <a:pt x="18242" y="21076"/>
                  </a:cubicBezTo>
                  <a:cubicBezTo>
                    <a:pt x="18151" y="21207"/>
                    <a:pt x="18151" y="21207"/>
                    <a:pt x="18151" y="21207"/>
                  </a:cubicBezTo>
                  <a:cubicBezTo>
                    <a:pt x="18151" y="21076"/>
                    <a:pt x="18151" y="21076"/>
                    <a:pt x="18151" y="21076"/>
                  </a:cubicBezTo>
                  <a:close/>
                  <a:moveTo>
                    <a:pt x="18060" y="20945"/>
                  </a:moveTo>
                  <a:cubicBezTo>
                    <a:pt x="18151" y="20814"/>
                    <a:pt x="18151" y="20814"/>
                    <a:pt x="18151" y="20814"/>
                  </a:cubicBezTo>
                  <a:cubicBezTo>
                    <a:pt x="18151" y="20945"/>
                    <a:pt x="18151" y="20945"/>
                    <a:pt x="18151" y="20945"/>
                  </a:cubicBezTo>
                  <a:cubicBezTo>
                    <a:pt x="18060" y="20945"/>
                    <a:pt x="18060" y="20945"/>
                    <a:pt x="18060" y="20945"/>
                  </a:cubicBezTo>
                  <a:close/>
                  <a:moveTo>
                    <a:pt x="18060" y="20814"/>
                  </a:moveTo>
                  <a:cubicBezTo>
                    <a:pt x="18060" y="20814"/>
                    <a:pt x="18060" y="20814"/>
                    <a:pt x="18060" y="20814"/>
                  </a:cubicBezTo>
                  <a:cubicBezTo>
                    <a:pt x="17969" y="20945"/>
                    <a:pt x="17969" y="20945"/>
                    <a:pt x="17969" y="20945"/>
                  </a:cubicBezTo>
                  <a:cubicBezTo>
                    <a:pt x="18060" y="20814"/>
                    <a:pt x="18060" y="20814"/>
                    <a:pt x="18060" y="20814"/>
                  </a:cubicBezTo>
                  <a:close/>
                  <a:moveTo>
                    <a:pt x="17969" y="20290"/>
                  </a:moveTo>
                  <a:cubicBezTo>
                    <a:pt x="17969" y="20159"/>
                    <a:pt x="17969" y="20159"/>
                    <a:pt x="17969" y="20159"/>
                  </a:cubicBezTo>
                  <a:cubicBezTo>
                    <a:pt x="18060" y="20290"/>
                    <a:pt x="18060" y="20290"/>
                    <a:pt x="18060" y="20290"/>
                  </a:cubicBezTo>
                  <a:cubicBezTo>
                    <a:pt x="17969" y="20290"/>
                    <a:pt x="17969" y="20290"/>
                    <a:pt x="17969" y="20290"/>
                  </a:cubicBezTo>
                  <a:close/>
                  <a:moveTo>
                    <a:pt x="18151" y="20421"/>
                  </a:moveTo>
                  <a:cubicBezTo>
                    <a:pt x="18242" y="20421"/>
                    <a:pt x="18242" y="20421"/>
                    <a:pt x="18242" y="20421"/>
                  </a:cubicBezTo>
                  <a:cubicBezTo>
                    <a:pt x="18242" y="20421"/>
                    <a:pt x="18242" y="20421"/>
                    <a:pt x="18242" y="20421"/>
                  </a:cubicBezTo>
                  <a:cubicBezTo>
                    <a:pt x="18242" y="20421"/>
                    <a:pt x="18242" y="20421"/>
                    <a:pt x="18242" y="20421"/>
                  </a:cubicBezTo>
                  <a:cubicBezTo>
                    <a:pt x="18151" y="20421"/>
                    <a:pt x="18151" y="20421"/>
                    <a:pt x="18151" y="20421"/>
                  </a:cubicBezTo>
                  <a:close/>
                  <a:moveTo>
                    <a:pt x="18242" y="20290"/>
                  </a:moveTo>
                  <a:cubicBezTo>
                    <a:pt x="18242" y="20159"/>
                    <a:pt x="18242" y="20159"/>
                    <a:pt x="18242" y="20159"/>
                  </a:cubicBezTo>
                  <a:cubicBezTo>
                    <a:pt x="18332" y="20159"/>
                    <a:pt x="18332" y="20159"/>
                    <a:pt x="18332" y="20159"/>
                  </a:cubicBezTo>
                  <a:cubicBezTo>
                    <a:pt x="18423" y="20159"/>
                    <a:pt x="18423" y="20159"/>
                    <a:pt x="18423" y="20159"/>
                  </a:cubicBezTo>
                  <a:cubicBezTo>
                    <a:pt x="18332" y="20290"/>
                    <a:pt x="18332" y="20290"/>
                    <a:pt x="18332" y="20290"/>
                  </a:cubicBezTo>
                  <a:cubicBezTo>
                    <a:pt x="18332" y="20290"/>
                    <a:pt x="18332" y="20290"/>
                    <a:pt x="18332" y="20290"/>
                  </a:cubicBezTo>
                  <a:cubicBezTo>
                    <a:pt x="18242" y="20290"/>
                    <a:pt x="18242" y="20290"/>
                    <a:pt x="18242" y="20290"/>
                  </a:cubicBezTo>
                  <a:cubicBezTo>
                    <a:pt x="18242" y="20290"/>
                    <a:pt x="18242" y="20290"/>
                    <a:pt x="18242" y="20290"/>
                  </a:cubicBezTo>
                  <a:close/>
                  <a:moveTo>
                    <a:pt x="18423" y="20290"/>
                  </a:moveTo>
                  <a:cubicBezTo>
                    <a:pt x="18423" y="20159"/>
                    <a:pt x="18423" y="20159"/>
                    <a:pt x="18423" y="20159"/>
                  </a:cubicBezTo>
                  <a:cubicBezTo>
                    <a:pt x="18423" y="20159"/>
                    <a:pt x="18423" y="20159"/>
                    <a:pt x="18423" y="20159"/>
                  </a:cubicBezTo>
                  <a:cubicBezTo>
                    <a:pt x="18332" y="20029"/>
                    <a:pt x="18332" y="20029"/>
                    <a:pt x="18332" y="20029"/>
                  </a:cubicBezTo>
                  <a:cubicBezTo>
                    <a:pt x="18423" y="19898"/>
                    <a:pt x="18423" y="19898"/>
                    <a:pt x="18423" y="19898"/>
                  </a:cubicBezTo>
                  <a:cubicBezTo>
                    <a:pt x="18423" y="20029"/>
                    <a:pt x="18423" y="20029"/>
                    <a:pt x="18423" y="20029"/>
                  </a:cubicBezTo>
                  <a:cubicBezTo>
                    <a:pt x="18514" y="20029"/>
                    <a:pt x="18514" y="20029"/>
                    <a:pt x="18514" y="20029"/>
                  </a:cubicBezTo>
                  <a:cubicBezTo>
                    <a:pt x="18423" y="20159"/>
                    <a:pt x="18423" y="20159"/>
                    <a:pt x="18423" y="20159"/>
                  </a:cubicBezTo>
                  <a:cubicBezTo>
                    <a:pt x="18423" y="20290"/>
                    <a:pt x="18423" y="20290"/>
                    <a:pt x="18423" y="20290"/>
                  </a:cubicBezTo>
                  <a:cubicBezTo>
                    <a:pt x="18514" y="20290"/>
                    <a:pt x="18514" y="20290"/>
                    <a:pt x="18514" y="20290"/>
                  </a:cubicBezTo>
                  <a:cubicBezTo>
                    <a:pt x="18514" y="20290"/>
                    <a:pt x="18514" y="20290"/>
                    <a:pt x="18514" y="20290"/>
                  </a:cubicBezTo>
                  <a:cubicBezTo>
                    <a:pt x="18605" y="20421"/>
                    <a:pt x="18605" y="20421"/>
                    <a:pt x="18605" y="20421"/>
                  </a:cubicBezTo>
                  <a:cubicBezTo>
                    <a:pt x="18605" y="20552"/>
                    <a:pt x="18605" y="20552"/>
                    <a:pt x="18605" y="20552"/>
                  </a:cubicBezTo>
                  <a:cubicBezTo>
                    <a:pt x="18514" y="20552"/>
                    <a:pt x="18514" y="20552"/>
                    <a:pt x="18514" y="20552"/>
                  </a:cubicBezTo>
                  <a:cubicBezTo>
                    <a:pt x="18605" y="20683"/>
                    <a:pt x="18605" y="20683"/>
                    <a:pt x="18605" y="20683"/>
                  </a:cubicBezTo>
                  <a:cubicBezTo>
                    <a:pt x="18605" y="20683"/>
                    <a:pt x="18605" y="20683"/>
                    <a:pt x="18605" y="20683"/>
                  </a:cubicBezTo>
                  <a:cubicBezTo>
                    <a:pt x="18514" y="20683"/>
                    <a:pt x="18514" y="20683"/>
                    <a:pt x="18514" y="20683"/>
                  </a:cubicBezTo>
                  <a:cubicBezTo>
                    <a:pt x="18514" y="20683"/>
                    <a:pt x="18514" y="20683"/>
                    <a:pt x="18514" y="20683"/>
                  </a:cubicBezTo>
                  <a:cubicBezTo>
                    <a:pt x="18514" y="20814"/>
                    <a:pt x="18514" y="20814"/>
                    <a:pt x="18514" y="20814"/>
                  </a:cubicBezTo>
                  <a:cubicBezTo>
                    <a:pt x="18605" y="20814"/>
                    <a:pt x="18605" y="20814"/>
                    <a:pt x="18605" y="20814"/>
                  </a:cubicBezTo>
                  <a:cubicBezTo>
                    <a:pt x="18605" y="20945"/>
                    <a:pt x="18605" y="20945"/>
                    <a:pt x="18605" y="20945"/>
                  </a:cubicBezTo>
                  <a:cubicBezTo>
                    <a:pt x="18514" y="21076"/>
                    <a:pt x="18514" y="21076"/>
                    <a:pt x="18514" y="21076"/>
                  </a:cubicBezTo>
                  <a:cubicBezTo>
                    <a:pt x="18514" y="21076"/>
                    <a:pt x="18514" y="21076"/>
                    <a:pt x="18514" y="21076"/>
                  </a:cubicBezTo>
                  <a:cubicBezTo>
                    <a:pt x="18605" y="21076"/>
                    <a:pt x="18605" y="21076"/>
                    <a:pt x="18605" y="21076"/>
                  </a:cubicBezTo>
                  <a:cubicBezTo>
                    <a:pt x="18605" y="21076"/>
                    <a:pt x="18605" y="21076"/>
                    <a:pt x="18605" y="21076"/>
                  </a:cubicBezTo>
                  <a:cubicBezTo>
                    <a:pt x="18605" y="21076"/>
                    <a:pt x="18605" y="21076"/>
                    <a:pt x="18605" y="21076"/>
                  </a:cubicBezTo>
                  <a:cubicBezTo>
                    <a:pt x="18514" y="21207"/>
                    <a:pt x="18514" y="21207"/>
                    <a:pt x="18514" y="21207"/>
                  </a:cubicBezTo>
                  <a:cubicBezTo>
                    <a:pt x="18514" y="21207"/>
                    <a:pt x="18514" y="21207"/>
                    <a:pt x="18514" y="21207"/>
                  </a:cubicBezTo>
                  <a:cubicBezTo>
                    <a:pt x="18514" y="21338"/>
                    <a:pt x="18514" y="21338"/>
                    <a:pt x="18514" y="21338"/>
                  </a:cubicBezTo>
                  <a:cubicBezTo>
                    <a:pt x="18514" y="21338"/>
                    <a:pt x="18514" y="21338"/>
                    <a:pt x="18514" y="21338"/>
                  </a:cubicBezTo>
                  <a:cubicBezTo>
                    <a:pt x="18514" y="21338"/>
                    <a:pt x="18514" y="21338"/>
                    <a:pt x="18514" y="21338"/>
                  </a:cubicBezTo>
                  <a:cubicBezTo>
                    <a:pt x="18514" y="21338"/>
                    <a:pt x="18514" y="21338"/>
                    <a:pt x="18514" y="21338"/>
                  </a:cubicBezTo>
                  <a:cubicBezTo>
                    <a:pt x="18514" y="21469"/>
                    <a:pt x="18514" y="21469"/>
                    <a:pt x="18514" y="21469"/>
                  </a:cubicBezTo>
                  <a:cubicBezTo>
                    <a:pt x="18514" y="21469"/>
                    <a:pt x="18514" y="21469"/>
                    <a:pt x="18514" y="21469"/>
                  </a:cubicBezTo>
                  <a:cubicBezTo>
                    <a:pt x="18423" y="21469"/>
                    <a:pt x="18423" y="21469"/>
                    <a:pt x="18423" y="21469"/>
                  </a:cubicBezTo>
                  <a:cubicBezTo>
                    <a:pt x="18423" y="21469"/>
                    <a:pt x="18423" y="21469"/>
                    <a:pt x="18423" y="21469"/>
                  </a:cubicBezTo>
                  <a:cubicBezTo>
                    <a:pt x="18423" y="21338"/>
                    <a:pt x="18423" y="21338"/>
                    <a:pt x="18423" y="21338"/>
                  </a:cubicBezTo>
                  <a:cubicBezTo>
                    <a:pt x="18332" y="21338"/>
                    <a:pt x="18332" y="21338"/>
                    <a:pt x="18332" y="21338"/>
                  </a:cubicBezTo>
                  <a:cubicBezTo>
                    <a:pt x="18332" y="21207"/>
                    <a:pt x="18332" y="21207"/>
                    <a:pt x="18332" y="21207"/>
                  </a:cubicBezTo>
                  <a:cubicBezTo>
                    <a:pt x="18423" y="21207"/>
                    <a:pt x="18423" y="21207"/>
                    <a:pt x="18423" y="21207"/>
                  </a:cubicBezTo>
                  <a:cubicBezTo>
                    <a:pt x="18332" y="21076"/>
                    <a:pt x="18332" y="21076"/>
                    <a:pt x="18332" y="21076"/>
                  </a:cubicBezTo>
                  <a:cubicBezTo>
                    <a:pt x="18332" y="21076"/>
                    <a:pt x="18332" y="21076"/>
                    <a:pt x="18332" y="21076"/>
                  </a:cubicBezTo>
                  <a:cubicBezTo>
                    <a:pt x="18423" y="21076"/>
                    <a:pt x="18423" y="21076"/>
                    <a:pt x="18423" y="21076"/>
                  </a:cubicBezTo>
                  <a:cubicBezTo>
                    <a:pt x="18423" y="20945"/>
                    <a:pt x="18423" y="20945"/>
                    <a:pt x="18423" y="20945"/>
                  </a:cubicBezTo>
                  <a:cubicBezTo>
                    <a:pt x="18332" y="20945"/>
                    <a:pt x="18332" y="20945"/>
                    <a:pt x="18332" y="20945"/>
                  </a:cubicBezTo>
                  <a:cubicBezTo>
                    <a:pt x="18332" y="21076"/>
                    <a:pt x="18332" y="21076"/>
                    <a:pt x="18332" y="21076"/>
                  </a:cubicBezTo>
                  <a:cubicBezTo>
                    <a:pt x="18332" y="20945"/>
                    <a:pt x="18332" y="20945"/>
                    <a:pt x="18332" y="20945"/>
                  </a:cubicBezTo>
                  <a:cubicBezTo>
                    <a:pt x="18242" y="20945"/>
                    <a:pt x="18242" y="20945"/>
                    <a:pt x="18242" y="20945"/>
                  </a:cubicBezTo>
                  <a:cubicBezTo>
                    <a:pt x="18242" y="20945"/>
                    <a:pt x="18242" y="20945"/>
                    <a:pt x="18242" y="20945"/>
                  </a:cubicBezTo>
                  <a:cubicBezTo>
                    <a:pt x="18242" y="20814"/>
                    <a:pt x="18242" y="20814"/>
                    <a:pt x="18242" y="20814"/>
                  </a:cubicBezTo>
                  <a:cubicBezTo>
                    <a:pt x="18242" y="20814"/>
                    <a:pt x="18242" y="20814"/>
                    <a:pt x="18242" y="20814"/>
                  </a:cubicBezTo>
                  <a:cubicBezTo>
                    <a:pt x="18332" y="20814"/>
                    <a:pt x="18332" y="20814"/>
                    <a:pt x="18332" y="20814"/>
                  </a:cubicBezTo>
                  <a:cubicBezTo>
                    <a:pt x="18332" y="20814"/>
                    <a:pt x="18332" y="20814"/>
                    <a:pt x="18332" y="20814"/>
                  </a:cubicBezTo>
                  <a:cubicBezTo>
                    <a:pt x="18423" y="20683"/>
                    <a:pt x="18423" y="20683"/>
                    <a:pt x="18423" y="20683"/>
                  </a:cubicBezTo>
                  <a:cubicBezTo>
                    <a:pt x="18423" y="20683"/>
                    <a:pt x="18423" y="20683"/>
                    <a:pt x="18423" y="20683"/>
                  </a:cubicBezTo>
                  <a:cubicBezTo>
                    <a:pt x="18332" y="20552"/>
                    <a:pt x="18332" y="20552"/>
                    <a:pt x="18332" y="20552"/>
                  </a:cubicBezTo>
                  <a:cubicBezTo>
                    <a:pt x="18332" y="20683"/>
                    <a:pt x="18332" y="20683"/>
                    <a:pt x="18332" y="20683"/>
                  </a:cubicBezTo>
                  <a:cubicBezTo>
                    <a:pt x="18242" y="20552"/>
                    <a:pt x="18242" y="20552"/>
                    <a:pt x="18242" y="20552"/>
                  </a:cubicBezTo>
                  <a:cubicBezTo>
                    <a:pt x="18332" y="20552"/>
                    <a:pt x="18332" y="20552"/>
                    <a:pt x="18332" y="20552"/>
                  </a:cubicBezTo>
                  <a:cubicBezTo>
                    <a:pt x="18332" y="20552"/>
                    <a:pt x="18332" y="20552"/>
                    <a:pt x="18332" y="20552"/>
                  </a:cubicBezTo>
                  <a:cubicBezTo>
                    <a:pt x="18423" y="20421"/>
                    <a:pt x="18423" y="20421"/>
                    <a:pt x="18423" y="20421"/>
                  </a:cubicBezTo>
                  <a:cubicBezTo>
                    <a:pt x="18423" y="20290"/>
                    <a:pt x="18423" y="20290"/>
                    <a:pt x="18423" y="20290"/>
                  </a:cubicBezTo>
                  <a:close/>
                  <a:moveTo>
                    <a:pt x="18877" y="20290"/>
                  </a:moveTo>
                  <a:cubicBezTo>
                    <a:pt x="18786" y="20159"/>
                    <a:pt x="18786" y="20159"/>
                    <a:pt x="18786" y="20159"/>
                  </a:cubicBezTo>
                  <a:cubicBezTo>
                    <a:pt x="18877" y="20159"/>
                    <a:pt x="18877" y="20159"/>
                    <a:pt x="18877" y="20159"/>
                  </a:cubicBezTo>
                  <a:cubicBezTo>
                    <a:pt x="18877" y="20029"/>
                    <a:pt x="18877" y="20029"/>
                    <a:pt x="18877" y="20029"/>
                  </a:cubicBezTo>
                  <a:cubicBezTo>
                    <a:pt x="18877" y="20029"/>
                    <a:pt x="18877" y="20029"/>
                    <a:pt x="18877" y="20029"/>
                  </a:cubicBezTo>
                  <a:cubicBezTo>
                    <a:pt x="18877" y="20159"/>
                    <a:pt x="18877" y="20159"/>
                    <a:pt x="18877" y="20159"/>
                  </a:cubicBezTo>
                  <a:cubicBezTo>
                    <a:pt x="18877" y="20290"/>
                    <a:pt x="18877" y="20290"/>
                    <a:pt x="18877" y="20290"/>
                  </a:cubicBezTo>
                  <a:close/>
                  <a:moveTo>
                    <a:pt x="18695" y="20421"/>
                  </a:moveTo>
                  <a:cubicBezTo>
                    <a:pt x="18786" y="20159"/>
                    <a:pt x="18786" y="20159"/>
                    <a:pt x="18786" y="20159"/>
                  </a:cubicBezTo>
                  <a:cubicBezTo>
                    <a:pt x="18786" y="20159"/>
                    <a:pt x="18786" y="20159"/>
                    <a:pt x="18786" y="20159"/>
                  </a:cubicBezTo>
                  <a:cubicBezTo>
                    <a:pt x="18786" y="20290"/>
                    <a:pt x="18786" y="20290"/>
                    <a:pt x="18786" y="20290"/>
                  </a:cubicBezTo>
                  <a:cubicBezTo>
                    <a:pt x="18786" y="20421"/>
                    <a:pt x="18786" y="20421"/>
                    <a:pt x="18786" y="20421"/>
                  </a:cubicBezTo>
                  <a:cubicBezTo>
                    <a:pt x="18695" y="20421"/>
                    <a:pt x="18695" y="20421"/>
                    <a:pt x="18695" y="20421"/>
                  </a:cubicBezTo>
                  <a:close/>
                  <a:moveTo>
                    <a:pt x="18695" y="20290"/>
                  </a:moveTo>
                  <a:cubicBezTo>
                    <a:pt x="18695" y="20159"/>
                    <a:pt x="18695" y="20159"/>
                    <a:pt x="18695" y="20159"/>
                  </a:cubicBezTo>
                  <a:cubicBezTo>
                    <a:pt x="18786" y="20029"/>
                    <a:pt x="18786" y="20029"/>
                    <a:pt x="18786" y="20029"/>
                  </a:cubicBezTo>
                  <a:cubicBezTo>
                    <a:pt x="18786" y="20159"/>
                    <a:pt x="18786" y="20159"/>
                    <a:pt x="18786" y="20159"/>
                  </a:cubicBezTo>
                  <a:cubicBezTo>
                    <a:pt x="18786" y="20159"/>
                    <a:pt x="18786" y="20159"/>
                    <a:pt x="18786" y="20159"/>
                  </a:cubicBezTo>
                  <a:cubicBezTo>
                    <a:pt x="18695" y="20290"/>
                    <a:pt x="18695" y="20290"/>
                    <a:pt x="18695" y="20290"/>
                  </a:cubicBezTo>
                  <a:cubicBezTo>
                    <a:pt x="18695" y="20290"/>
                    <a:pt x="18695" y="20290"/>
                    <a:pt x="18695" y="20290"/>
                  </a:cubicBezTo>
                  <a:close/>
                  <a:moveTo>
                    <a:pt x="18605" y="20029"/>
                  </a:moveTo>
                  <a:cubicBezTo>
                    <a:pt x="18605" y="19898"/>
                    <a:pt x="18605" y="19898"/>
                    <a:pt x="18605" y="19898"/>
                  </a:cubicBezTo>
                  <a:cubicBezTo>
                    <a:pt x="18786" y="19898"/>
                    <a:pt x="18786" y="19898"/>
                    <a:pt x="18786" y="19898"/>
                  </a:cubicBezTo>
                  <a:cubicBezTo>
                    <a:pt x="18786" y="20029"/>
                    <a:pt x="18786" y="20029"/>
                    <a:pt x="18786" y="20029"/>
                  </a:cubicBezTo>
                  <a:cubicBezTo>
                    <a:pt x="18695" y="20159"/>
                    <a:pt x="18695" y="20159"/>
                    <a:pt x="18695" y="20159"/>
                  </a:cubicBezTo>
                  <a:cubicBezTo>
                    <a:pt x="18605" y="20029"/>
                    <a:pt x="18605" y="20029"/>
                    <a:pt x="18605" y="20029"/>
                  </a:cubicBezTo>
                  <a:cubicBezTo>
                    <a:pt x="18605" y="20029"/>
                    <a:pt x="18605" y="20029"/>
                    <a:pt x="18605" y="20029"/>
                  </a:cubicBezTo>
                  <a:close/>
                  <a:moveTo>
                    <a:pt x="18695" y="19767"/>
                  </a:moveTo>
                  <a:cubicBezTo>
                    <a:pt x="18786" y="19636"/>
                    <a:pt x="18786" y="19636"/>
                    <a:pt x="18786" y="19636"/>
                  </a:cubicBezTo>
                  <a:cubicBezTo>
                    <a:pt x="18786" y="19505"/>
                    <a:pt x="18786" y="19505"/>
                    <a:pt x="18786" y="19505"/>
                  </a:cubicBezTo>
                  <a:cubicBezTo>
                    <a:pt x="18877" y="19767"/>
                    <a:pt x="18877" y="19767"/>
                    <a:pt x="18877" y="19767"/>
                  </a:cubicBezTo>
                  <a:cubicBezTo>
                    <a:pt x="18786" y="19767"/>
                    <a:pt x="18786" y="19767"/>
                    <a:pt x="18786" y="19767"/>
                  </a:cubicBezTo>
                  <a:cubicBezTo>
                    <a:pt x="18695" y="19898"/>
                    <a:pt x="18695" y="19898"/>
                    <a:pt x="18695" y="19898"/>
                  </a:cubicBezTo>
                  <a:cubicBezTo>
                    <a:pt x="18695" y="19767"/>
                    <a:pt x="18695" y="19767"/>
                    <a:pt x="18695" y="19767"/>
                  </a:cubicBezTo>
                  <a:cubicBezTo>
                    <a:pt x="18695" y="19767"/>
                    <a:pt x="18695" y="19767"/>
                    <a:pt x="18695" y="19767"/>
                  </a:cubicBezTo>
                  <a:close/>
                  <a:moveTo>
                    <a:pt x="18423" y="19898"/>
                  </a:moveTo>
                  <a:cubicBezTo>
                    <a:pt x="18423" y="19767"/>
                    <a:pt x="18423" y="19767"/>
                    <a:pt x="18423" y="19767"/>
                  </a:cubicBezTo>
                  <a:cubicBezTo>
                    <a:pt x="18514" y="19505"/>
                    <a:pt x="18514" y="19505"/>
                    <a:pt x="18514" y="19505"/>
                  </a:cubicBezTo>
                  <a:cubicBezTo>
                    <a:pt x="18514" y="19374"/>
                    <a:pt x="18514" y="19374"/>
                    <a:pt x="18514" y="19374"/>
                  </a:cubicBezTo>
                  <a:cubicBezTo>
                    <a:pt x="18423" y="19374"/>
                    <a:pt x="18423" y="19374"/>
                    <a:pt x="18423" y="19374"/>
                  </a:cubicBezTo>
                  <a:cubicBezTo>
                    <a:pt x="18423" y="19374"/>
                    <a:pt x="18423" y="19374"/>
                    <a:pt x="18423" y="19374"/>
                  </a:cubicBezTo>
                  <a:cubicBezTo>
                    <a:pt x="18423" y="19243"/>
                    <a:pt x="18423" y="19243"/>
                    <a:pt x="18423" y="19243"/>
                  </a:cubicBezTo>
                  <a:cubicBezTo>
                    <a:pt x="18423" y="19243"/>
                    <a:pt x="18423" y="19243"/>
                    <a:pt x="18423" y="19243"/>
                  </a:cubicBezTo>
                  <a:cubicBezTo>
                    <a:pt x="18514" y="19112"/>
                    <a:pt x="18514" y="19112"/>
                    <a:pt x="18514" y="19112"/>
                  </a:cubicBezTo>
                  <a:cubicBezTo>
                    <a:pt x="18605" y="19243"/>
                    <a:pt x="18605" y="19243"/>
                    <a:pt x="18605" y="19243"/>
                  </a:cubicBezTo>
                  <a:cubicBezTo>
                    <a:pt x="18695" y="19243"/>
                    <a:pt x="18695" y="19243"/>
                    <a:pt x="18695" y="19243"/>
                  </a:cubicBezTo>
                  <a:cubicBezTo>
                    <a:pt x="18786" y="19374"/>
                    <a:pt x="18786" y="19374"/>
                    <a:pt x="18786" y="19374"/>
                  </a:cubicBezTo>
                  <a:cubicBezTo>
                    <a:pt x="18786" y="19505"/>
                    <a:pt x="18786" y="19505"/>
                    <a:pt x="18786" y="19505"/>
                  </a:cubicBezTo>
                  <a:cubicBezTo>
                    <a:pt x="18695" y="19636"/>
                    <a:pt x="18695" y="19636"/>
                    <a:pt x="18695" y="19636"/>
                  </a:cubicBezTo>
                  <a:cubicBezTo>
                    <a:pt x="18605" y="19636"/>
                    <a:pt x="18605" y="19636"/>
                    <a:pt x="18605" y="19636"/>
                  </a:cubicBezTo>
                  <a:cubicBezTo>
                    <a:pt x="18605" y="19505"/>
                    <a:pt x="18605" y="19505"/>
                    <a:pt x="18605" y="19505"/>
                  </a:cubicBezTo>
                  <a:cubicBezTo>
                    <a:pt x="18605" y="19505"/>
                    <a:pt x="18605" y="19505"/>
                    <a:pt x="18605" y="19505"/>
                  </a:cubicBezTo>
                  <a:cubicBezTo>
                    <a:pt x="18605" y="19636"/>
                    <a:pt x="18605" y="19636"/>
                    <a:pt x="18605" y="19636"/>
                  </a:cubicBezTo>
                  <a:cubicBezTo>
                    <a:pt x="18514" y="19767"/>
                    <a:pt x="18514" y="19767"/>
                    <a:pt x="18514" y="19767"/>
                  </a:cubicBezTo>
                  <a:cubicBezTo>
                    <a:pt x="18605" y="19767"/>
                    <a:pt x="18605" y="19767"/>
                    <a:pt x="18605" y="19767"/>
                  </a:cubicBezTo>
                  <a:cubicBezTo>
                    <a:pt x="18514" y="19898"/>
                    <a:pt x="18514" y="19898"/>
                    <a:pt x="18514" y="19898"/>
                  </a:cubicBezTo>
                  <a:cubicBezTo>
                    <a:pt x="18514" y="19767"/>
                    <a:pt x="18514" y="19767"/>
                    <a:pt x="18514" y="19767"/>
                  </a:cubicBezTo>
                  <a:cubicBezTo>
                    <a:pt x="18514" y="19898"/>
                    <a:pt x="18514" y="19898"/>
                    <a:pt x="18514" y="19898"/>
                  </a:cubicBezTo>
                  <a:cubicBezTo>
                    <a:pt x="18423" y="19898"/>
                    <a:pt x="18423" y="19898"/>
                    <a:pt x="18423" y="19898"/>
                  </a:cubicBezTo>
                  <a:close/>
                  <a:moveTo>
                    <a:pt x="18242" y="19767"/>
                  </a:moveTo>
                  <a:cubicBezTo>
                    <a:pt x="18151" y="19636"/>
                    <a:pt x="18151" y="19636"/>
                    <a:pt x="18151" y="19636"/>
                  </a:cubicBezTo>
                  <a:cubicBezTo>
                    <a:pt x="18242" y="19505"/>
                    <a:pt x="18242" y="19505"/>
                    <a:pt x="18242" y="19505"/>
                  </a:cubicBezTo>
                  <a:cubicBezTo>
                    <a:pt x="18151" y="19505"/>
                    <a:pt x="18151" y="19505"/>
                    <a:pt x="18151" y="19505"/>
                  </a:cubicBezTo>
                  <a:cubicBezTo>
                    <a:pt x="18151" y="19374"/>
                    <a:pt x="18151" y="19374"/>
                    <a:pt x="18151" y="19374"/>
                  </a:cubicBezTo>
                  <a:cubicBezTo>
                    <a:pt x="18242" y="19374"/>
                    <a:pt x="18242" y="19374"/>
                    <a:pt x="18242" y="19374"/>
                  </a:cubicBezTo>
                  <a:cubicBezTo>
                    <a:pt x="18242" y="19374"/>
                    <a:pt x="18242" y="19374"/>
                    <a:pt x="18242" y="19374"/>
                  </a:cubicBezTo>
                  <a:cubicBezTo>
                    <a:pt x="18242" y="19243"/>
                    <a:pt x="18242" y="19243"/>
                    <a:pt x="18242" y="19243"/>
                  </a:cubicBezTo>
                  <a:cubicBezTo>
                    <a:pt x="18332" y="19243"/>
                    <a:pt x="18332" y="19243"/>
                    <a:pt x="18332" y="19243"/>
                  </a:cubicBezTo>
                  <a:cubicBezTo>
                    <a:pt x="18423" y="19374"/>
                    <a:pt x="18423" y="19374"/>
                    <a:pt x="18423" y="19374"/>
                  </a:cubicBezTo>
                  <a:cubicBezTo>
                    <a:pt x="18332" y="19505"/>
                    <a:pt x="18332" y="19505"/>
                    <a:pt x="18332" y="19505"/>
                  </a:cubicBezTo>
                  <a:cubicBezTo>
                    <a:pt x="18332" y="19505"/>
                    <a:pt x="18332" y="19505"/>
                    <a:pt x="18332" y="19505"/>
                  </a:cubicBezTo>
                  <a:cubicBezTo>
                    <a:pt x="18423" y="19505"/>
                    <a:pt x="18423" y="19505"/>
                    <a:pt x="18423" y="19505"/>
                  </a:cubicBezTo>
                  <a:cubicBezTo>
                    <a:pt x="18423" y="19505"/>
                    <a:pt x="18423" y="19505"/>
                    <a:pt x="18423" y="19505"/>
                  </a:cubicBezTo>
                  <a:cubicBezTo>
                    <a:pt x="18332" y="19767"/>
                    <a:pt x="18332" y="19767"/>
                    <a:pt x="18332" y="19767"/>
                  </a:cubicBezTo>
                  <a:cubicBezTo>
                    <a:pt x="18242" y="19898"/>
                    <a:pt x="18242" y="19898"/>
                    <a:pt x="18242" y="19898"/>
                  </a:cubicBezTo>
                  <a:cubicBezTo>
                    <a:pt x="18242" y="20029"/>
                    <a:pt x="18242" y="20029"/>
                    <a:pt x="18242" y="20029"/>
                  </a:cubicBezTo>
                  <a:cubicBezTo>
                    <a:pt x="18242" y="20029"/>
                    <a:pt x="18242" y="20029"/>
                    <a:pt x="18242" y="20029"/>
                  </a:cubicBezTo>
                  <a:cubicBezTo>
                    <a:pt x="18151" y="20159"/>
                    <a:pt x="18151" y="20159"/>
                    <a:pt x="18151" y="20159"/>
                  </a:cubicBezTo>
                  <a:cubicBezTo>
                    <a:pt x="18151" y="20029"/>
                    <a:pt x="18151" y="20029"/>
                    <a:pt x="18151" y="20029"/>
                  </a:cubicBezTo>
                  <a:cubicBezTo>
                    <a:pt x="18151" y="19898"/>
                    <a:pt x="18151" y="19898"/>
                    <a:pt x="18151" y="19898"/>
                  </a:cubicBezTo>
                  <a:cubicBezTo>
                    <a:pt x="18060" y="20159"/>
                    <a:pt x="18060" y="20159"/>
                    <a:pt x="18060" y="20159"/>
                  </a:cubicBezTo>
                  <a:cubicBezTo>
                    <a:pt x="18060" y="20029"/>
                    <a:pt x="18060" y="20029"/>
                    <a:pt x="18060" y="20029"/>
                  </a:cubicBezTo>
                  <a:cubicBezTo>
                    <a:pt x="18060" y="20029"/>
                    <a:pt x="18060" y="20029"/>
                    <a:pt x="18060" y="20029"/>
                  </a:cubicBezTo>
                  <a:cubicBezTo>
                    <a:pt x="18060" y="19898"/>
                    <a:pt x="18060" y="19898"/>
                    <a:pt x="18060" y="19898"/>
                  </a:cubicBezTo>
                  <a:cubicBezTo>
                    <a:pt x="18060" y="19898"/>
                    <a:pt x="18060" y="19898"/>
                    <a:pt x="18060" y="19898"/>
                  </a:cubicBezTo>
                  <a:cubicBezTo>
                    <a:pt x="18151" y="19767"/>
                    <a:pt x="18151" y="19767"/>
                    <a:pt x="18151" y="19767"/>
                  </a:cubicBezTo>
                  <a:cubicBezTo>
                    <a:pt x="18151" y="19898"/>
                    <a:pt x="18151" y="19898"/>
                    <a:pt x="18151" y="19898"/>
                  </a:cubicBezTo>
                  <a:cubicBezTo>
                    <a:pt x="18242" y="19767"/>
                    <a:pt x="18242" y="19767"/>
                    <a:pt x="18242" y="19767"/>
                  </a:cubicBezTo>
                  <a:cubicBezTo>
                    <a:pt x="18242" y="19767"/>
                    <a:pt x="18242" y="19767"/>
                    <a:pt x="18242" y="19767"/>
                  </a:cubicBezTo>
                  <a:close/>
                  <a:moveTo>
                    <a:pt x="18151" y="18850"/>
                  </a:moveTo>
                  <a:cubicBezTo>
                    <a:pt x="18242" y="18850"/>
                    <a:pt x="18242" y="18850"/>
                    <a:pt x="18242" y="18850"/>
                  </a:cubicBezTo>
                  <a:cubicBezTo>
                    <a:pt x="18242" y="18850"/>
                    <a:pt x="18242" y="18850"/>
                    <a:pt x="18242" y="18850"/>
                  </a:cubicBezTo>
                  <a:cubicBezTo>
                    <a:pt x="18151" y="18850"/>
                    <a:pt x="18151" y="18850"/>
                    <a:pt x="18151" y="18850"/>
                  </a:cubicBezTo>
                  <a:close/>
                  <a:moveTo>
                    <a:pt x="17969" y="18850"/>
                  </a:moveTo>
                  <a:cubicBezTo>
                    <a:pt x="18060" y="18850"/>
                    <a:pt x="18060" y="18850"/>
                    <a:pt x="18060" y="18850"/>
                  </a:cubicBezTo>
                  <a:cubicBezTo>
                    <a:pt x="18060" y="18719"/>
                    <a:pt x="18060" y="18719"/>
                    <a:pt x="18060" y="18719"/>
                  </a:cubicBezTo>
                  <a:cubicBezTo>
                    <a:pt x="18151" y="18719"/>
                    <a:pt x="18151" y="18719"/>
                    <a:pt x="18151" y="18719"/>
                  </a:cubicBezTo>
                  <a:cubicBezTo>
                    <a:pt x="18151" y="18850"/>
                    <a:pt x="18151" y="18850"/>
                    <a:pt x="18151" y="18850"/>
                  </a:cubicBezTo>
                  <a:cubicBezTo>
                    <a:pt x="18151" y="19112"/>
                    <a:pt x="18151" y="19112"/>
                    <a:pt x="18151" y="19112"/>
                  </a:cubicBezTo>
                  <a:cubicBezTo>
                    <a:pt x="18151" y="19243"/>
                    <a:pt x="18151" y="19243"/>
                    <a:pt x="18151" y="19243"/>
                  </a:cubicBezTo>
                  <a:cubicBezTo>
                    <a:pt x="18060" y="19243"/>
                    <a:pt x="18060" y="19243"/>
                    <a:pt x="18060" y="19243"/>
                  </a:cubicBezTo>
                  <a:cubicBezTo>
                    <a:pt x="18060" y="19505"/>
                    <a:pt x="18060" y="19505"/>
                    <a:pt x="18060" y="19505"/>
                  </a:cubicBezTo>
                  <a:cubicBezTo>
                    <a:pt x="18060" y="19505"/>
                    <a:pt x="18060" y="19505"/>
                    <a:pt x="18060" y="19505"/>
                  </a:cubicBezTo>
                  <a:cubicBezTo>
                    <a:pt x="17969" y="19636"/>
                    <a:pt x="17969" y="19636"/>
                    <a:pt x="17969" y="19636"/>
                  </a:cubicBezTo>
                  <a:cubicBezTo>
                    <a:pt x="17969" y="19767"/>
                    <a:pt x="17969" y="19767"/>
                    <a:pt x="17969" y="19767"/>
                  </a:cubicBezTo>
                  <a:cubicBezTo>
                    <a:pt x="17969" y="19898"/>
                    <a:pt x="17969" y="19898"/>
                    <a:pt x="17969" y="19898"/>
                  </a:cubicBezTo>
                  <a:cubicBezTo>
                    <a:pt x="17969" y="19898"/>
                    <a:pt x="17969" y="19898"/>
                    <a:pt x="17969" y="19898"/>
                  </a:cubicBezTo>
                  <a:cubicBezTo>
                    <a:pt x="17969" y="19898"/>
                    <a:pt x="17969" y="19898"/>
                    <a:pt x="17969" y="19898"/>
                  </a:cubicBezTo>
                  <a:cubicBezTo>
                    <a:pt x="17969" y="19767"/>
                    <a:pt x="17969" y="19767"/>
                    <a:pt x="17969" y="19767"/>
                  </a:cubicBezTo>
                  <a:cubicBezTo>
                    <a:pt x="17878" y="19767"/>
                    <a:pt x="17878" y="19767"/>
                    <a:pt x="17878" y="19767"/>
                  </a:cubicBezTo>
                  <a:cubicBezTo>
                    <a:pt x="17878" y="19636"/>
                    <a:pt x="17878" y="19636"/>
                    <a:pt x="17878" y="19636"/>
                  </a:cubicBezTo>
                  <a:cubicBezTo>
                    <a:pt x="17878" y="19505"/>
                    <a:pt x="17878" y="19505"/>
                    <a:pt x="17878" y="19505"/>
                  </a:cubicBezTo>
                  <a:cubicBezTo>
                    <a:pt x="17969" y="19505"/>
                    <a:pt x="17969" y="19505"/>
                    <a:pt x="17969" y="19505"/>
                  </a:cubicBezTo>
                  <a:cubicBezTo>
                    <a:pt x="17969" y="19505"/>
                    <a:pt x="17969" y="19505"/>
                    <a:pt x="17969" y="19505"/>
                  </a:cubicBezTo>
                  <a:cubicBezTo>
                    <a:pt x="17969" y="19374"/>
                    <a:pt x="17969" y="19374"/>
                    <a:pt x="17969" y="19374"/>
                  </a:cubicBezTo>
                  <a:cubicBezTo>
                    <a:pt x="17969" y="19505"/>
                    <a:pt x="17969" y="19505"/>
                    <a:pt x="17969" y="19505"/>
                  </a:cubicBezTo>
                  <a:cubicBezTo>
                    <a:pt x="17878" y="19505"/>
                    <a:pt x="17878" y="19505"/>
                    <a:pt x="17878" y="19505"/>
                  </a:cubicBezTo>
                  <a:cubicBezTo>
                    <a:pt x="17878" y="19374"/>
                    <a:pt x="17878" y="19374"/>
                    <a:pt x="17878" y="19374"/>
                  </a:cubicBezTo>
                  <a:cubicBezTo>
                    <a:pt x="17969" y="19374"/>
                    <a:pt x="17969" y="19374"/>
                    <a:pt x="17969" y="19374"/>
                  </a:cubicBezTo>
                  <a:cubicBezTo>
                    <a:pt x="17969" y="19243"/>
                    <a:pt x="17969" y="19243"/>
                    <a:pt x="17969" y="19243"/>
                  </a:cubicBezTo>
                  <a:cubicBezTo>
                    <a:pt x="17878" y="19243"/>
                    <a:pt x="17878" y="19243"/>
                    <a:pt x="17878" y="19243"/>
                  </a:cubicBezTo>
                  <a:cubicBezTo>
                    <a:pt x="17878" y="19243"/>
                    <a:pt x="17878" y="19243"/>
                    <a:pt x="17878" y="19243"/>
                  </a:cubicBezTo>
                  <a:cubicBezTo>
                    <a:pt x="17969" y="19243"/>
                    <a:pt x="17969" y="19243"/>
                    <a:pt x="17969" y="19243"/>
                  </a:cubicBezTo>
                  <a:cubicBezTo>
                    <a:pt x="17969" y="19112"/>
                    <a:pt x="17969" y="19112"/>
                    <a:pt x="17969" y="19112"/>
                  </a:cubicBezTo>
                  <a:cubicBezTo>
                    <a:pt x="17969" y="18981"/>
                    <a:pt x="17969" y="18981"/>
                    <a:pt x="17969" y="18981"/>
                  </a:cubicBezTo>
                  <a:cubicBezTo>
                    <a:pt x="18060" y="18981"/>
                    <a:pt x="18060" y="18981"/>
                    <a:pt x="18060" y="18981"/>
                  </a:cubicBezTo>
                  <a:cubicBezTo>
                    <a:pt x="17969" y="18850"/>
                    <a:pt x="17969" y="18850"/>
                    <a:pt x="17969" y="18850"/>
                  </a:cubicBezTo>
                  <a:cubicBezTo>
                    <a:pt x="17969" y="18850"/>
                    <a:pt x="17969" y="18850"/>
                    <a:pt x="17969" y="18850"/>
                  </a:cubicBezTo>
                  <a:close/>
                  <a:moveTo>
                    <a:pt x="17788" y="18850"/>
                  </a:moveTo>
                  <a:cubicBezTo>
                    <a:pt x="17878" y="18850"/>
                    <a:pt x="17878" y="18850"/>
                    <a:pt x="17878" y="18850"/>
                  </a:cubicBezTo>
                  <a:cubicBezTo>
                    <a:pt x="17878" y="18850"/>
                    <a:pt x="17878" y="18850"/>
                    <a:pt x="17878" y="18850"/>
                  </a:cubicBezTo>
                  <a:cubicBezTo>
                    <a:pt x="17878" y="18981"/>
                    <a:pt x="17878" y="18981"/>
                    <a:pt x="17878" y="18981"/>
                  </a:cubicBezTo>
                  <a:cubicBezTo>
                    <a:pt x="17878" y="19112"/>
                    <a:pt x="17878" y="19112"/>
                    <a:pt x="17878" y="19112"/>
                  </a:cubicBezTo>
                  <a:cubicBezTo>
                    <a:pt x="17788" y="19112"/>
                    <a:pt x="17788" y="19112"/>
                    <a:pt x="17788" y="19112"/>
                  </a:cubicBezTo>
                  <a:cubicBezTo>
                    <a:pt x="17788" y="18981"/>
                    <a:pt x="17788" y="18981"/>
                    <a:pt x="17788" y="18981"/>
                  </a:cubicBezTo>
                  <a:cubicBezTo>
                    <a:pt x="17788" y="18981"/>
                    <a:pt x="17788" y="18981"/>
                    <a:pt x="17788" y="18981"/>
                  </a:cubicBezTo>
                  <a:cubicBezTo>
                    <a:pt x="17788" y="18981"/>
                    <a:pt x="17788" y="18981"/>
                    <a:pt x="17788" y="18981"/>
                  </a:cubicBezTo>
                  <a:cubicBezTo>
                    <a:pt x="17788" y="18850"/>
                    <a:pt x="17788" y="18850"/>
                    <a:pt x="17788" y="18850"/>
                  </a:cubicBezTo>
                  <a:close/>
                  <a:moveTo>
                    <a:pt x="18242" y="19112"/>
                  </a:moveTo>
                  <a:cubicBezTo>
                    <a:pt x="18242" y="18981"/>
                    <a:pt x="18242" y="18981"/>
                    <a:pt x="18242" y="18981"/>
                  </a:cubicBezTo>
                  <a:cubicBezTo>
                    <a:pt x="18242" y="18850"/>
                    <a:pt x="18242" y="18850"/>
                    <a:pt x="18242" y="18850"/>
                  </a:cubicBezTo>
                  <a:cubicBezTo>
                    <a:pt x="18332" y="18850"/>
                    <a:pt x="18332" y="18850"/>
                    <a:pt x="18332" y="18850"/>
                  </a:cubicBezTo>
                  <a:cubicBezTo>
                    <a:pt x="18423" y="18850"/>
                    <a:pt x="18423" y="18850"/>
                    <a:pt x="18423" y="18850"/>
                  </a:cubicBezTo>
                  <a:cubicBezTo>
                    <a:pt x="18332" y="18719"/>
                    <a:pt x="18332" y="18719"/>
                    <a:pt x="18332" y="18719"/>
                  </a:cubicBezTo>
                  <a:cubicBezTo>
                    <a:pt x="18423" y="18719"/>
                    <a:pt x="18423" y="18719"/>
                    <a:pt x="18423" y="18719"/>
                  </a:cubicBezTo>
                  <a:cubicBezTo>
                    <a:pt x="18332" y="18589"/>
                    <a:pt x="18332" y="18589"/>
                    <a:pt x="18332" y="18589"/>
                  </a:cubicBezTo>
                  <a:cubicBezTo>
                    <a:pt x="18332" y="18458"/>
                    <a:pt x="18332" y="18458"/>
                    <a:pt x="18332" y="18458"/>
                  </a:cubicBezTo>
                  <a:cubicBezTo>
                    <a:pt x="18423" y="18327"/>
                    <a:pt x="18423" y="18327"/>
                    <a:pt x="18423" y="18327"/>
                  </a:cubicBezTo>
                  <a:cubicBezTo>
                    <a:pt x="18423" y="18065"/>
                    <a:pt x="18423" y="18065"/>
                    <a:pt x="18423" y="18065"/>
                  </a:cubicBezTo>
                  <a:cubicBezTo>
                    <a:pt x="18514" y="17803"/>
                    <a:pt x="18514" y="17803"/>
                    <a:pt x="18514" y="17803"/>
                  </a:cubicBezTo>
                  <a:cubicBezTo>
                    <a:pt x="18514" y="17934"/>
                    <a:pt x="18514" y="17934"/>
                    <a:pt x="18514" y="17934"/>
                  </a:cubicBezTo>
                  <a:cubicBezTo>
                    <a:pt x="18514" y="18065"/>
                    <a:pt x="18514" y="18065"/>
                    <a:pt x="18514" y="18065"/>
                  </a:cubicBezTo>
                  <a:cubicBezTo>
                    <a:pt x="18605" y="18065"/>
                    <a:pt x="18605" y="18065"/>
                    <a:pt x="18605" y="18065"/>
                  </a:cubicBezTo>
                  <a:cubicBezTo>
                    <a:pt x="18695" y="18196"/>
                    <a:pt x="18695" y="18196"/>
                    <a:pt x="18695" y="18196"/>
                  </a:cubicBezTo>
                  <a:cubicBezTo>
                    <a:pt x="18695" y="18589"/>
                    <a:pt x="18695" y="18589"/>
                    <a:pt x="18695" y="18589"/>
                  </a:cubicBezTo>
                  <a:cubicBezTo>
                    <a:pt x="18695" y="18719"/>
                    <a:pt x="18695" y="18719"/>
                    <a:pt x="18695" y="18719"/>
                  </a:cubicBezTo>
                  <a:cubicBezTo>
                    <a:pt x="18605" y="18719"/>
                    <a:pt x="18605" y="18719"/>
                    <a:pt x="18605" y="18719"/>
                  </a:cubicBezTo>
                  <a:cubicBezTo>
                    <a:pt x="18605" y="18458"/>
                    <a:pt x="18605" y="18458"/>
                    <a:pt x="18605" y="18458"/>
                  </a:cubicBezTo>
                  <a:cubicBezTo>
                    <a:pt x="18605" y="18196"/>
                    <a:pt x="18605" y="18196"/>
                    <a:pt x="18605" y="18196"/>
                  </a:cubicBezTo>
                  <a:cubicBezTo>
                    <a:pt x="18605" y="18327"/>
                    <a:pt x="18605" y="18327"/>
                    <a:pt x="18605" y="18327"/>
                  </a:cubicBezTo>
                  <a:cubicBezTo>
                    <a:pt x="18605" y="18719"/>
                    <a:pt x="18605" y="18719"/>
                    <a:pt x="18605" y="18719"/>
                  </a:cubicBezTo>
                  <a:cubicBezTo>
                    <a:pt x="18514" y="18719"/>
                    <a:pt x="18514" y="18719"/>
                    <a:pt x="18514" y="18719"/>
                  </a:cubicBezTo>
                  <a:cubicBezTo>
                    <a:pt x="18514" y="18850"/>
                    <a:pt x="18514" y="18850"/>
                    <a:pt x="18514" y="18850"/>
                  </a:cubicBezTo>
                  <a:cubicBezTo>
                    <a:pt x="18514" y="18850"/>
                    <a:pt x="18514" y="18850"/>
                    <a:pt x="18514" y="18850"/>
                  </a:cubicBezTo>
                  <a:cubicBezTo>
                    <a:pt x="18423" y="18850"/>
                    <a:pt x="18423" y="18850"/>
                    <a:pt x="18423" y="18850"/>
                  </a:cubicBezTo>
                  <a:cubicBezTo>
                    <a:pt x="18423" y="18981"/>
                    <a:pt x="18423" y="18981"/>
                    <a:pt x="18423" y="18981"/>
                  </a:cubicBezTo>
                  <a:cubicBezTo>
                    <a:pt x="18332" y="19112"/>
                    <a:pt x="18332" y="19112"/>
                    <a:pt x="18332" y="19112"/>
                  </a:cubicBezTo>
                  <a:cubicBezTo>
                    <a:pt x="18242" y="19243"/>
                    <a:pt x="18242" y="19243"/>
                    <a:pt x="18242" y="19243"/>
                  </a:cubicBezTo>
                  <a:cubicBezTo>
                    <a:pt x="18242" y="19112"/>
                    <a:pt x="18242" y="19112"/>
                    <a:pt x="18242" y="19112"/>
                  </a:cubicBezTo>
                  <a:close/>
                  <a:moveTo>
                    <a:pt x="17969" y="17934"/>
                  </a:moveTo>
                  <a:cubicBezTo>
                    <a:pt x="18151" y="17934"/>
                    <a:pt x="18151" y="17934"/>
                    <a:pt x="18151" y="17934"/>
                  </a:cubicBezTo>
                  <a:cubicBezTo>
                    <a:pt x="18151" y="17934"/>
                    <a:pt x="18151" y="17934"/>
                    <a:pt x="18151" y="17934"/>
                  </a:cubicBezTo>
                  <a:cubicBezTo>
                    <a:pt x="18151" y="18065"/>
                    <a:pt x="18151" y="18065"/>
                    <a:pt x="18151" y="18065"/>
                  </a:cubicBezTo>
                  <a:cubicBezTo>
                    <a:pt x="18151" y="18065"/>
                    <a:pt x="18151" y="18065"/>
                    <a:pt x="18151" y="18065"/>
                  </a:cubicBezTo>
                  <a:cubicBezTo>
                    <a:pt x="18151" y="18196"/>
                    <a:pt x="18151" y="18196"/>
                    <a:pt x="18151" y="18196"/>
                  </a:cubicBezTo>
                  <a:cubicBezTo>
                    <a:pt x="18242" y="18065"/>
                    <a:pt x="18242" y="18065"/>
                    <a:pt x="18242" y="18065"/>
                  </a:cubicBezTo>
                  <a:cubicBezTo>
                    <a:pt x="18242" y="18065"/>
                    <a:pt x="18242" y="18065"/>
                    <a:pt x="18242" y="18065"/>
                  </a:cubicBezTo>
                  <a:cubicBezTo>
                    <a:pt x="18332" y="18196"/>
                    <a:pt x="18332" y="18196"/>
                    <a:pt x="18332" y="18196"/>
                  </a:cubicBezTo>
                  <a:cubicBezTo>
                    <a:pt x="18332" y="18196"/>
                    <a:pt x="18332" y="18196"/>
                    <a:pt x="18332" y="18196"/>
                  </a:cubicBezTo>
                  <a:cubicBezTo>
                    <a:pt x="18332" y="18196"/>
                    <a:pt x="18332" y="18196"/>
                    <a:pt x="18332" y="18196"/>
                  </a:cubicBezTo>
                  <a:cubicBezTo>
                    <a:pt x="18332" y="18327"/>
                    <a:pt x="18332" y="18327"/>
                    <a:pt x="18332" y="18327"/>
                  </a:cubicBezTo>
                  <a:cubicBezTo>
                    <a:pt x="18242" y="18327"/>
                    <a:pt x="18242" y="18327"/>
                    <a:pt x="18242" y="18327"/>
                  </a:cubicBezTo>
                  <a:cubicBezTo>
                    <a:pt x="18242" y="18327"/>
                    <a:pt x="18242" y="18327"/>
                    <a:pt x="18242" y="18327"/>
                  </a:cubicBezTo>
                  <a:cubicBezTo>
                    <a:pt x="18151" y="18196"/>
                    <a:pt x="18151" y="18196"/>
                    <a:pt x="18151" y="18196"/>
                  </a:cubicBezTo>
                  <a:cubicBezTo>
                    <a:pt x="18060" y="18065"/>
                    <a:pt x="18060" y="18065"/>
                    <a:pt x="18060" y="18065"/>
                  </a:cubicBezTo>
                  <a:cubicBezTo>
                    <a:pt x="18060" y="18196"/>
                    <a:pt x="18060" y="18196"/>
                    <a:pt x="18060" y="18196"/>
                  </a:cubicBezTo>
                  <a:cubicBezTo>
                    <a:pt x="18151" y="18327"/>
                    <a:pt x="18151" y="18327"/>
                    <a:pt x="18151" y="18327"/>
                  </a:cubicBezTo>
                  <a:cubicBezTo>
                    <a:pt x="18151" y="18458"/>
                    <a:pt x="18151" y="18458"/>
                    <a:pt x="18151" y="18458"/>
                  </a:cubicBezTo>
                  <a:cubicBezTo>
                    <a:pt x="18242" y="18458"/>
                    <a:pt x="18242" y="18458"/>
                    <a:pt x="18242" y="18458"/>
                  </a:cubicBezTo>
                  <a:cubicBezTo>
                    <a:pt x="18242" y="18589"/>
                    <a:pt x="18242" y="18589"/>
                    <a:pt x="18242" y="18589"/>
                  </a:cubicBezTo>
                  <a:cubicBezTo>
                    <a:pt x="18242" y="18589"/>
                    <a:pt x="18242" y="18589"/>
                    <a:pt x="18242" y="18589"/>
                  </a:cubicBezTo>
                  <a:cubicBezTo>
                    <a:pt x="18242" y="18719"/>
                    <a:pt x="18242" y="18719"/>
                    <a:pt x="18242" y="18719"/>
                  </a:cubicBezTo>
                  <a:cubicBezTo>
                    <a:pt x="18151" y="18719"/>
                    <a:pt x="18151" y="18719"/>
                    <a:pt x="18151" y="18719"/>
                  </a:cubicBezTo>
                  <a:cubicBezTo>
                    <a:pt x="18151" y="18589"/>
                    <a:pt x="18151" y="18589"/>
                    <a:pt x="18151" y="18589"/>
                  </a:cubicBezTo>
                  <a:cubicBezTo>
                    <a:pt x="18060" y="18589"/>
                    <a:pt x="18060" y="18589"/>
                    <a:pt x="18060" y="18589"/>
                  </a:cubicBezTo>
                  <a:cubicBezTo>
                    <a:pt x="17969" y="18327"/>
                    <a:pt x="17969" y="18327"/>
                    <a:pt x="17969" y="18327"/>
                  </a:cubicBezTo>
                  <a:cubicBezTo>
                    <a:pt x="17969" y="18458"/>
                    <a:pt x="17969" y="18458"/>
                    <a:pt x="17969" y="18458"/>
                  </a:cubicBezTo>
                  <a:cubicBezTo>
                    <a:pt x="18060" y="18589"/>
                    <a:pt x="18060" y="18589"/>
                    <a:pt x="18060" y="18589"/>
                  </a:cubicBezTo>
                  <a:cubicBezTo>
                    <a:pt x="18060" y="18719"/>
                    <a:pt x="18060" y="18719"/>
                    <a:pt x="18060" y="18719"/>
                  </a:cubicBezTo>
                  <a:cubicBezTo>
                    <a:pt x="17969" y="18719"/>
                    <a:pt x="17969" y="18719"/>
                    <a:pt x="17969" y="18719"/>
                  </a:cubicBezTo>
                  <a:cubicBezTo>
                    <a:pt x="17878" y="18719"/>
                    <a:pt x="17878" y="18719"/>
                    <a:pt x="17878" y="18719"/>
                  </a:cubicBezTo>
                  <a:cubicBezTo>
                    <a:pt x="17878" y="18589"/>
                    <a:pt x="17878" y="18589"/>
                    <a:pt x="17878" y="18589"/>
                  </a:cubicBezTo>
                  <a:cubicBezTo>
                    <a:pt x="17878" y="18589"/>
                    <a:pt x="17878" y="18589"/>
                    <a:pt x="17878" y="18589"/>
                  </a:cubicBezTo>
                  <a:cubicBezTo>
                    <a:pt x="17878" y="18458"/>
                    <a:pt x="17878" y="18458"/>
                    <a:pt x="17878" y="18458"/>
                  </a:cubicBezTo>
                  <a:cubicBezTo>
                    <a:pt x="17878" y="18458"/>
                    <a:pt x="17878" y="18458"/>
                    <a:pt x="17878" y="18458"/>
                  </a:cubicBezTo>
                  <a:cubicBezTo>
                    <a:pt x="17788" y="18327"/>
                    <a:pt x="17788" y="18327"/>
                    <a:pt x="17788" y="18327"/>
                  </a:cubicBezTo>
                  <a:cubicBezTo>
                    <a:pt x="17878" y="18196"/>
                    <a:pt x="17878" y="18196"/>
                    <a:pt x="17878" y="18196"/>
                  </a:cubicBezTo>
                  <a:cubicBezTo>
                    <a:pt x="17878" y="18196"/>
                    <a:pt x="17878" y="18196"/>
                    <a:pt x="17878" y="18196"/>
                  </a:cubicBezTo>
                  <a:cubicBezTo>
                    <a:pt x="17969" y="18196"/>
                    <a:pt x="17969" y="18196"/>
                    <a:pt x="17969" y="18196"/>
                  </a:cubicBezTo>
                  <a:cubicBezTo>
                    <a:pt x="17878" y="18065"/>
                    <a:pt x="17878" y="18065"/>
                    <a:pt x="17878" y="18065"/>
                  </a:cubicBezTo>
                  <a:cubicBezTo>
                    <a:pt x="17878" y="17934"/>
                    <a:pt x="17878" y="17934"/>
                    <a:pt x="17878" y="17934"/>
                  </a:cubicBezTo>
                  <a:cubicBezTo>
                    <a:pt x="17878" y="17934"/>
                    <a:pt x="17878" y="17934"/>
                    <a:pt x="17878" y="17934"/>
                  </a:cubicBezTo>
                  <a:cubicBezTo>
                    <a:pt x="17969" y="17934"/>
                    <a:pt x="17969" y="17934"/>
                    <a:pt x="17969" y="17934"/>
                  </a:cubicBezTo>
                  <a:cubicBezTo>
                    <a:pt x="17969" y="17934"/>
                    <a:pt x="17969" y="17934"/>
                    <a:pt x="17969" y="17934"/>
                  </a:cubicBezTo>
                  <a:cubicBezTo>
                    <a:pt x="17969" y="17934"/>
                    <a:pt x="17969" y="17934"/>
                    <a:pt x="17969" y="17934"/>
                  </a:cubicBezTo>
                  <a:close/>
                  <a:moveTo>
                    <a:pt x="18060" y="17803"/>
                  </a:moveTo>
                  <a:cubicBezTo>
                    <a:pt x="18060" y="17672"/>
                    <a:pt x="18060" y="17672"/>
                    <a:pt x="18060" y="17672"/>
                  </a:cubicBezTo>
                  <a:cubicBezTo>
                    <a:pt x="18151" y="17803"/>
                    <a:pt x="18151" y="17803"/>
                    <a:pt x="18151" y="17803"/>
                  </a:cubicBezTo>
                  <a:cubicBezTo>
                    <a:pt x="18060" y="17803"/>
                    <a:pt x="18060" y="17803"/>
                    <a:pt x="18060" y="17803"/>
                  </a:cubicBezTo>
                  <a:cubicBezTo>
                    <a:pt x="18060" y="17803"/>
                    <a:pt x="18060" y="17803"/>
                    <a:pt x="18060" y="17803"/>
                  </a:cubicBezTo>
                  <a:close/>
                  <a:moveTo>
                    <a:pt x="5989" y="11258"/>
                  </a:moveTo>
                  <a:cubicBezTo>
                    <a:pt x="5989" y="11258"/>
                    <a:pt x="5989" y="11258"/>
                    <a:pt x="5989" y="11258"/>
                  </a:cubicBezTo>
                  <a:cubicBezTo>
                    <a:pt x="5989" y="11258"/>
                    <a:pt x="5989" y="11258"/>
                    <a:pt x="5989" y="11258"/>
                  </a:cubicBezTo>
                  <a:cubicBezTo>
                    <a:pt x="5989" y="11258"/>
                    <a:pt x="5989" y="11258"/>
                    <a:pt x="5989" y="11258"/>
                  </a:cubicBezTo>
                  <a:cubicBezTo>
                    <a:pt x="5989" y="11258"/>
                    <a:pt x="5989" y="11258"/>
                    <a:pt x="5989" y="11258"/>
                  </a:cubicBezTo>
                  <a:close/>
                  <a:moveTo>
                    <a:pt x="5989" y="11389"/>
                  </a:moveTo>
                  <a:cubicBezTo>
                    <a:pt x="5989" y="11389"/>
                    <a:pt x="5989" y="11389"/>
                    <a:pt x="5989" y="11389"/>
                  </a:cubicBezTo>
                  <a:cubicBezTo>
                    <a:pt x="5989" y="11519"/>
                    <a:pt x="5989" y="11519"/>
                    <a:pt x="5989" y="11519"/>
                  </a:cubicBezTo>
                  <a:cubicBezTo>
                    <a:pt x="6171" y="11650"/>
                    <a:pt x="6171" y="11650"/>
                    <a:pt x="6171" y="11650"/>
                  </a:cubicBezTo>
                  <a:cubicBezTo>
                    <a:pt x="6080" y="11781"/>
                    <a:pt x="6080" y="11781"/>
                    <a:pt x="6080" y="11781"/>
                  </a:cubicBezTo>
                  <a:cubicBezTo>
                    <a:pt x="5989" y="11650"/>
                    <a:pt x="5989" y="11650"/>
                    <a:pt x="5989" y="11650"/>
                  </a:cubicBezTo>
                  <a:cubicBezTo>
                    <a:pt x="5989" y="11519"/>
                    <a:pt x="5989" y="11519"/>
                    <a:pt x="5989" y="11519"/>
                  </a:cubicBezTo>
                  <a:cubicBezTo>
                    <a:pt x="5899" y="11389"/>
                    <a:pt x="5899" y="11389"/>
                    <a:pt x="5899" y="11389"/>
                  </a:cubicBezTo>
                  <a:cubicBezTo>
                    <a:pt x="5899" y="11389"/>
                    <a:pt x="5989" y="11389"/>
                    <a:pt x="5989" y="11389"/>
                  </a:cubicBezTo>
                  <a:close/>
                  <a:moveTo>
                    <a:pt x="10164" y="9556"/>
                  </a:moveTo>
                  <a:cubicBezTo>
                    <a:pt x="10073" y="9687"/>
                    <a:pt x="10073" y="9687"/>
                    <a:pt x="10073" y="9687"/>
                  </a:cubicBezTo>
                  <a:cubicBezTo>
                    <a:pt x="10073" y="9949"/>
                    <a:pt x="10073" y="9949"/>
                    <a:pt x="10073" y="9949"/>
                  </a:cubicBezTo>
                  <a:cubicBezTo>
                    <a:pt x="10073" y="9949"/>
                    <a:pt x="10073" y="9949"/>
                    <a:pt x="10073" y="9949"/>
                  </a:cubicBezTo>
                  <a:cubicBezTo>
                    <a:pt x="10073" y="9818"/>
                    <a:pt x="10073" y="9818"/>
                    <a:pt x="10073" y="9818"/>
                  </a:cubicBezTo>
                  <a:cubicBezTo>
                    <a:pt x="9983" y="9818"/>
                    <a:pt x="9983" y="9818"/>
                    <a:pt x="9983" y="9818"/>
                  </a:cubicBezTo>
                  <a:cubicBezTo>
                    <a:pt x="9892" y="9818"/>
                    <a:pt x="9892" y="9818"/>
                    <a:pt x="9892" y="9818"/>
                  </a:cubicBezTo>
                  <a:cubicBezTo>
                    <a:pt x="9801" y="9818"/>
                    <a:pt x="9801" y="9818"/>
                    <a:pt x="9801" y="9818"/>
                  </a:cubicBezTo>
                  <a:cubicBezTo>
                    <a:pt x="9801" y="9687"/>
                    <a:pt x="9801" y="9687"/>
                    <a:pt x="9801" y="9687"/>
                  </a:cubicBezTo>
                  <a:cubicBezTo>
                    <a:pt x="10073" y="9425"/>
                    <a:pt x="10073" y="9425"/>
                    <a:pt x="10073" y="9425"/>
                  </a:cubicBezTo>
                  <a:cubicBezTo>
                    <a:pt x="10164" y="9425"/>
                    <a:pt x="10164" y="9425"/>
                    <a:pt x="10164" y="9425"/>
                  </a:cubicBezTo>
                  <a:cubicBezTo>
                    <a:pt x="10164" y="9425"/>
                    <a:pt x="10164" y="9425"/>
                    <a:pt x="10164" y="9425"/>
                  </a:cubicBezTo>
                  <a:cubicBezTo>
                    <a:pt x="10164" y="9556"/>
                    <a:pt x="10164" y="9556"/>
                    <a:pt x="10164" y="9556"/>
                  </a:cubicBezTo>
                  <a:close/>
                  <a:moveTo>
                    <a:pt x="10255" y="9556"/>
                  </a:moveTo>
                  <a:cubicBezTo>
                    <a:pt x="10255" y="9556"/>
                    <a:pt x="10255" y="9556"/>
                    <a:pt x="10255" y="9556"/>
                  </a:cubicBezTo>
                  <a:cubicBezTo>
                    <a:pt x="10255" y="9556"/>
                    <a:pt x="10255" y="9556"/>
                    <a:pt x="10255" y="9556"/>
                  </a:cubicBezTo>
                  <a:cubicBezTo>
                    <a:pt x="10255" y="9425"/>
                    <a:pt x="10255" y="9425"/>
                    <a:pt x="10255" y="9425"/>
                  </a:cubicBezTo>
                  <a:cubicBezTo>
                    <a:pt x="10255" y="9294"/>
                    <a:pt x="10255" y="9294"/>
                    <a:pt x="10255" y="9294"/>
                  </a:cubicBezTo>
                  <a:cubicBezTo>
                    <a:pt x="10164" y="9294"/>
                    <a:pt x="10164" y="9294"/>
                    <a:pt x="10164" y="9294"/>
                  </a:cubicBezTo>
                  <a:cubicBezTo>
                    <a:pt x="10255" y="9163"/>
                    <a:pt x="10255" y="9163"/>
                    <a:pt x="10255" y="9163"/>
                  </a:cubicBezTo>
                  <a:cubicBezTo>
                    <a:pt x="10346" y="9163"/>
                    <a:pt x="10346" y="9163"/>
                    <a:pt x="10346" y="9163"/>
                  </a:cubicBezTo>
                  <a:cubicBezTo>
                    <a:pt x="10527" y="9294"/>
                    <a:pt x="10527" y="9294"/>
                    <a:pt x="10527" y="9294"/>
                  </a:cubicBezTo>
                  <a:cubicBezTo>
                    <a:pt x="10527" y="9425"/>
                    <a:pt x="10527" y="9425"/>
                    <a:pt x="10527" y="9425"/>
                  </a:cubicBezTo>
                  <a:cubicBezTo>
                    <a:pt x="10436" y="9425"/>
                    <a:pt x="10436" y="9425"/>
                    <a:pt x="10436" y="9425"/>
                  </a:cubicBezTo>
                  <a:cubicBezTo>
                    <a:pt x="10255" y="9687"/>
                    <a:pt x="10255" y="9687"/>
                    <a:pt x="10255" y="9687"/>
                  </a:cubicBezTo>
                  <a:cubicBezTo>
                    <a:pt x="10255" y="9556"/>
                    <a:pt x="10255" y="9556"/>
                    <a:pt x="10255" y="9556"/>
                  </a:cubicBezTo>
                  <a:close/>
                  <a:moveTo>
                    <a:pt x="10981" y="8901"/>
                  </a:moveTo>
                  <a:cubicBezTo>
                    <a:pt x="11072" y="8901"/>
                    <a:pt x="11072" y="8901"/>
                    <a:pt x="11072" y="8901"/>
                  </a:cubicBezTo>
                  <a:cubicBezTo>
                    <a:pt x="11163" y="8901"/>
                    <a:pt x="11163" y="8901"/>
                    <a:pt x="11163" y="8901"/>
                  </a:cubicBezTo>
                  <a:cubicBezTo>
                    <a:pt x="11163" y="9032"/>
                    <a:pt x="11163" y="9032"/>
                    <a:pt x="11163" y="9032"/>
                  </a:cubicBezTo>
                  <a:cubicBezTo>
                    <a:pt x="11163" y="9032"/>
                    <a:pt x="11163" y="9032"/>
                    <a:pt x="11163" y="9032"/>
                  </a:cubicBezTo>
                  <a:cubicBezTo>
                    <a:pt x="11072" y="9032"/>
                    <a:pt x="11072" y="9032"/>
                    <a:pt x="11072" y="9032"/>
                  </a:cubicBezTo>
                  <a:cubicBezTo>
                    <a:pt x="10981" y="8901"/>
                    <a:pt x="10981" y="8901"/>
                    <a:pt x="10981" y="8901"/>
                  </a:cubicBezTo>
                  <a:close/>
                  <a:moveTo>
                    <a:pt x="15065" y="14007"/>
                  </a:moveTo>
                  <a:cubicBezTo>
                    <a:pt x="15156" y="14007"/>
                    <a:pt x="15156" y="14007"/>
                    <a:pt x="15156" y="14007"/>
                  </a:cubicBezTo>
                  <a:cubicBezTo>
                    <a:pt x="15156" y="14007"/>
                    <a:pt x="15156" y="14007"/>
                    <a:pt x="15156" y="14007"/>
                  </a:cubicBezTo>
                  <a:cubicBezTo>
                    <a:pt x="15156" y="14007"/>
                    <a:pt x="15156" y="14007"/>
                    <a:pt x="15156" y="14007"/>
                  </a:cubicBezTo>
                  <a:cubicBezTo>
                    <a:pt x="15065" y="14007"/>
                    <a:pt x="15065" y="14007"/>
                    <a:pt x="15065" y="14007"/>
                  </a:cubicBezTo>
                  <a:close/>
                  <a:moveTo>
                    <a:pt x="14702" y="15578"/>
                  </a:moveTo>
                  <a:cubicBezTo>
                    <a:pt x="14793" y="15578"/>
                    <a:pt x="14793" y="15578"/>
                    <a:pt x="14793" y="15578"/>
                  </a:cubicBezTo>
                  <a:cubicBezTo>
                    <a:pt x="14793" y="15578"/>
                    <a:pt x="14793" y="15578"/>
                    <a:pt x="14793" y="15578"/>
                  </a:cubicBezTo>
                  <a:cubicBezTo>
                    <a:pt x="14702" y="15578"/>
                    <a:pt x="14702" y="15578"/>
                    <a:pt x="14702" y="15578"/>
                  </a:cubicBezTo>
                  <a:close/>
                  <a:moveTo>
                    <a:pt x="15610" y="15316"/>
                  </a:moveTo>
                  <a:cubicBezTo>
                    <a:pt x="15700" y="15185"/>
                    <a:pt x="15700" y="15185"/>
                    <a:pt x="15700" y="15185"/>
                  </a:cubicBezTo>
                  <a:cubicBezTo>
                    <a:pt x="15700" y="15185"/>
                    <a:pt x="15700" y="15185"/>
                    <a:pt x="15700" y="15185"/>
                  </a:cubicBezTo>
                  <a:cubicBezTo>
                    <a:pt x="15700" y="15316"/>
                    <a:pt x="15700" y="15316"/>
                    <a:pt x="15700" y="15316"/>
                  </a:cubicBezTo>
                  <a:cubicBezTo>
                    <a:pt x="15610" y="15447"/>
                    <a:pt x="15610" y="15447"/>
                    <a:pt x="15610" y="15447"/>
                  </a:cubicBezTo>
                  <a:cubicBezTo>
                    <a:pt x="15610" y="15316"/>
                    <a:pt x="15610" y="15316"/>
                    <a:pt x="15610" y="15316"/>
                  </a:cubicBezTo>
                  <a:close/>
                  <a:moveTo>
                    <a:pt x="14974" y="14269"/>
                  </a:moveTo>
                  <a:cubicBezTo>
                    <a:pt x="14974" y="14138"/>
                    <a:pt x="14974" y="14138"/>
                    <a:pt x="14974" y="14138"/>
                  </a:cubicBezTo>
                  <a:cubicBezTo>
                    <a:pt x="14974" y="14138"/>
                    <a:pt x="14974" y="14138"/>
                    <a:pt x="14974" y="14138"/>
                  </a:cubicBezTo>
                  <a:cubicBezTo>
                    <a:pt x="15065" y="14269"/>
                    <a:pt x="15065" y="14269"/>
                    <a:pt x="15065" y="14269"/>
                  </a:cubicBezTo>
                  <a:cubicBezTo>
                    <a:pt x="14974" y="14269"/>
                    <a:pt x="14974" y="14269"/>
                    <a:pt x="14974" y="14269"/>
                  </a:cubicBezTo>
                  <a:close/>
                  <a:moveTo>
                    <a:pt x="15065" y="14661"/>
                  </a:moveTo>
                  <a:cubicBezTo>
                    <a:pt x="15065" y="14530"/>
                    <a:pt x="15065" y="14530"/>
                    <a:pt x="15065" y="14530"/>
                  </a:cubicBezTo>
                  <a:cubicBezTo>
                    <a:pt x="15065" y="14399"/>
                    <a:pt x="15065" y="14399"/>
                    <a:pt x="15065" y="14399"/>
                  </a:cubicBezTo>
                  <a:cubicBezTo>
                    <a:pt x="15156" y="14399"/>
                    <a:pt x="15156" y="14399"/>
                    <a:pt x="15156" y="14399"/>
                  </a:cubicBezTo>
                  <a:cubicBezTo>
                    <a:pt x="15156" y="14530"/>
                    <a:pt x="15156" y="14530"/>
                    <a:pt x="15156" y="14530"/>
                  </a:cubicBezTo>
                  <a:cubicBezTo>
                    <a:pt x="15247" y="14530"/>
                    <a:pt x="15247" y="14530"/>
                    <a:pt x="15247" y="14530"/>
                  </a:cubicBezTo>
                  <a:cubicBezTo>
                    <a:pt x="15247" y="14661"/>
                    <a:pt x="15247" y="14661"/>
                    <a:pt x="15247" y="14661"/>
                  </a:cubicBezTo>
                  <a:cubicBezTo>
                    <a:pt x="15156" y="14661"/>
                    <a:pt x="15156" y="14661"/>
                    <a:pt x="15156" y="14661"/>
                  </a:cubicBezTo>
                  <a:cubicBezTo>
                    <a:pt x="15065" y="14661"/>
                    <a:pt x="15065" y="14661"/>
                    <a:pt x="15065" y="14661"/>
                  </a:cubicBezTo>
                  <a:close/>
                  <a:moveTo>
                    <a:pt x="14430" y="15054"/>
                  </a:moveTo>
                  <a:cubicBezTo>
                    <a:pt x="14430" y="15054"/>
                    <a:pt x="14430" y="15054"/>
                    <a:pt x="14430" y="15054"/>
                  </a:cubicBezTo>
                  <a:cubicBezTo>
                    <a:pt x="14521" y="15054"/>
                    <a:pt x="14521" y="15054"/>
                    <a:pt x="14521" y="15054"/>
                  </a:cubicBezTo>
                  <a:cubicBezTo>
                    <a:pt x="14521" y="14923"/>
                    <a:pt x="14521" y="14923"/>
                    <a:pt x="14521" y="14923"/>
                  </a:cubicBezTo>
                  <a:cubicBezTo>
                    <a:pt x="14611" y="14792"/>
                    <a:pt x="14611" y="14792"/>
                    <a:pt x="14611" y="14792"/>
                  </a:cubicBezTo>
                  <a:cubicBezTo>
                    <a:pt x="14702" y="14792"/>
                    <a:pt x="14702" y="14792"/>
                    <a:pt x="14702" y="14792"/>
                  </a:cubicBezTo>
                  <a:cubicBezTo>
                    <a:pt x="14793" y="14661"/>
                    <a:pt x="14793" y="14661"/>
                    <a:pt x="14793" y="14661"/>
                  </a:cubicBezTo>
                  <a:cubicBezTo>
                    <a:pt x="14884" y="14661"/>
                    <a:pt x="14884" y="14661"/>
                    <a:pt x="14884" y="14661"/>
                  </a:cubicBezTo>
                  <a:cubicBezTo>
                    <a:pt x="14884" y="14530"/>
                    <a:pt x="14884" y="14530"/>
                    <a:pt x="14884" y="14530"/>
                  </a:cubicBezTo>
                  <a:cubicBezTo>
                    <a:pt x="14974" y="14530"/>
                    <a:pt x="14974" y="14530"/>
                    <a:pt x="14974" y="14530"/>
                  </a:cubicBezTo>
                  <a:cubicBezTo>
                    <a:pt x="14884" y="14661"/>
                    <a:pt x="14884" y="14661"/>
                    <a:pt x="14884" y="14661"/>
                  </a:cubicBezTo>
                  <a:cubicBezTo>
                    <a:pt x="14974" y="14661"/>
                    <a:pt x="14974" y="14661"/>
                    <a:pt x="14974" y="14661"/>
                  </a:cubicBezTo>
                  <a:cubicBezTo>
                    <a:pt x="14884" y="14661"/>
                    <a:pt x="14884" y="14661"/>
                    <a:pt x="14884" y="14661"/>
                  </a:cubicBezTo>
                  <a:cubicBezTo>
                    <a:pt x="14793" y="14792"/>
                    <a:pt x="14793" y="14792"/>
                    <a:pt x="14793" y="14792"/>
                  </a:cubicBezTo>
                  <a:cubicBezTo>
                    <a:pt x="14702" y="14923"/>
                    <a:pt x="14702" y="14923"/>
                    <a:pt x="14702" y="14923"/>
                  </a:cubicBezTo>
                  <a:cubicBezTo>
                    <a:pt x="14611" y="14923"/>
                    <a:pt x="14611" y="14923"/>
                    <a:pt x="14611" y="14923"/>
                  </a:cubicBezTo>
                  <a:cubicBezTo>
                    <a:pt x="14611" y="15054"/>
                    <a:pt x="14611" y="15054"/>
                    <a:pt x="14611" y="15054"/>
                  </a:cubicBezTo>
                  <a:cubicBezTo>
                    <a:pt x="14611" y="15054"/>
                    <a:pt x="14611" y="15054"/>
                    <a:pt x="14611" y="15054"/>
                  </a:cubicBezTo>
                  <a:cubicBezTo>
                    <a:pt x="14521" y="15054"/>
                    <a:pt x="14521" y="15054"/>
                    <a:pt x="14521" y="15054"/>
                  </a:cubicBezTo>
                  <a:cubicBezTo>
                    <a:pt x="14521" y="15054"/>
                    <a:pt x="14521" y="15054"/>
                    <a:pt x="14521" y="15054"/>
                  </a:cubicBezTo>
                  <a:cubicBezTo>
                    <a:pt x="14430" y="15054"/>
                    <a:pt x="14430" y="15054"/>
                    <a:pt x="14430" y="15054"/>
                  </a:cubicBezTo>
                  <a:cubicBezTo>
                    <a:pt x="14430" y="15054"/>
                    <a:pt x="14430" y="15054"/>
                    <a:pt x="14430" y="15054"/>
                  </a:cubicBezTo>
                  <a:close/>
                  <a:moveTo>
                    <a:pt x="14430" y="14923"/>
                  </a:moveTo>
                  <a:cubicBezTo>
                    <a:pt x="14521" y="14792"/>
                    <a:pt x="14521" y="14792"/>
                    <a:pt x="14521" y="14792"/>
                  </a:cubicBezTo>
                  <a:cubicBezTo>
                    <a:pt x="14521" y="14792"/>
                    <a:pt x="14521" y="14792"/>
                    <a:pt x="14521" y="14792"/>
                  </a:cubicBezTo>
                  <a:cubicBezTo>
                    <a:pt x="14430" y="14923"/>
                    <a:pt x="14430" y="14923"/>
                    <a:pt x="14430" y="14923"/>
                  </a:cubicBezTo>
                  <a:cubicBezTo>
                    <a:pt x="14430" y="14923"/>
                    <a:pt x="14430" y="14923"/>
                    <a:pt x="14430" y="14923"/>
                  </a:cubicBezTo>
                  <a:close/>
                  <a:moveTo>
                    <a:pt x="14611" y="14661"/>
                  </a:moveTo>
                  <a:cubicBezTo>
                    <a:pt x="14702" y="14530"/>
                    <a:pt x="14702" y="14530"/>
                    <a:pt x="14702" y="14530"/>
                  </a:cubicBezTo>
                  <a:cubicBezTo>
                    <a:pt x="14702" y="14399"/>
                    <a:pt x="14702" y="14399"/>
                    <a:pt x="14702" y="14399"/>
                  </a:cubicBezTo>
                  <a:cubicBezTo>
                    <a:pt x="14793" y="14269"/>
                    <a:pt x="14793" y="14269"/>
                    <a:pt x="14793" y="14269"/>
                  </a:cubicBezTo>
                  <a:cubicBezTo>
                    <a:pt x="14793" y="14399"/>
                    <a:pt x="14793" y="14399"/>
                    <a:pt x="14793" y="14399"/>
                  </a:cubicBezTo>
                  <a:cubicBezTo>
                    <a:pt x="14793" y="14399"/>
                    <a:pt x="14793" y="14399"/>
                    <a:pt x="14793" y="14399"/>
                  </a:cubicBezTo>
                  <a:cubicBezTo>
                    <a:pt x="14793" y="14399"/>
                    <a:pt x="14793" y="14399"/>
                    <a:pt x="14793" y="14399"/>
                  </a:cubicBezTo>
                  <a:cubicBezTo>
                    <a:pt x="14702" y="14530"/>
                    <a:pt x="14702" y="14530"/>
                    <a:pt x="14702" y="14530"/>
                  </a:cubicBezTo>
                  <a:cubicBezTo>
                    <a:pt x="14702" y="14661"/>
                    <a:pt x="14702" y="14661"/>
                    <a:pt x="14702" y="14661"/>
                  </a:cubicBezTo>
                  <a:cubicBezTo>
                    <a:pt x="14611" y="14661"/>
                    <a:pt x="14611" y="14661"/>
                    <a:pt x="14611" y="14661"/>
                  </a:cubicBezTo>
                  <a:cubicBezTo>
                    <a:pt x="14611" y="14661"/>
                    <a:pt x="14611" y="14661"/>
                    <a:pt x="14611" y="14661"/>
                  </a:cubicBezTo>
                  <a:cubicBezTo>
                    <a:pt x="14611" y="14661"/>
                    <a:pt x="14611" y="14661"/>
                    <a:pt x="14611" y="14661"/>
                  </a:cubicBezTo>
                  <a:close/>
                  <a:moveTo>
                    <a:pt x="14702" y="14007"/>
                  </a:moveTo>
                  <a:cubicBezTo>
                    <a:pt x="14793" y="13876"/>
                    <a:pt x="14793" y="13876"/>
                    <a:pt x="14793" y="13876"/>
                  </a:cubicBezTo>
                  <a:cubicBezTo>
                    <a:pt x="14793" y="13876"/>
                    <a:pt x="14793" y="13876"/>
                    <a:pt x="14793" y="13876"/>
                  </a:cubicBezTo>
                  <a:cubicBezTo>
                    <a:pt x="14793" y="14007"/>
                    <a:pt x="14793" y="14007"/>
                    <a:pt x="14793" y="14007"/>
                  </a:cubicBezTo>
                  <a:cubicBezTo>
                    <a:pt x="14793" y="14007"/>
                    <a:pt x="14793" y="14007"/>
                    <a:pt x="14793" y="14007"/>
                  </a:cubicBezTo>
                  <a:cubicBezTo>
                    <a:pt x="14793" y="14007"/>
                    <a:pt x="14793" y="14007"/>
                    <a:pt x="14793" y="14007"/>
                  </a:cubicBezTo>
                  <a:cubicBezTo>
                    <a:pt x="14702" y="14007"/>
                    <a:pt x="14702" y="14007"/>
                    <a:pt x="14702" y="14007"/>
                  </a:cubicBezTo>
                  <a:close/>
                  <a:moveTo>
                    <a:pt x="9892" y="6676"/>
                  </a:moveTo>
                  <a:cubicBezTo>
                    <a:pt x="9892" y="6676"/>
                    <a:pt x="9892" y="6676"/>
                    <a:pt x="9892" y="6676"/>
                  </a:cubicBezTo>
                  <a:cubicBezTo>
                    <a:pt x="9983" y="6676"/>
                    <a:pt x="9983" y="6676"/>
                    <a:pt x="9983" y="6676"/>
                  </a:cubicBezTo>
                  <a:cubicBezTo>
                    <a:pt x="9892" y="6676"/>
                    <a:pt x="9892" y="6676"/>
                    <a:pt x="9892" y="6676"/>
                  </a:cubicBezTo>
                  <a:cubicBezTo>
                    <a:pt x="9892" y="6676"/>
                    <a:pt x="9892" y="6676"/>
                    <a:pt x="9892" y="6676"/>
                  </a:cubicBezTo>
                  <a:close/>
                  <a:moveTo>
                    <a:pt x="8258" y="8901"/>
                  </a:moveTo>
                  <a:cubicBezTo>
                    <a:pt x="8349" y="8639"/>
                    <a:pt x="8349" y="8639"/>
                    <a:pt x="8349" y="8639"/>
                  </a:cubicBezTo>
                  <a:cubicBezTo>
                    <a:pt x="8349" y="8639"/>
                    <a:pt x="8349" y="8639"/>
                    <a:pt x="8349" y="8639"/>
                  </a:cubicBezTo>
                  <a:cubicBezTo>
                    <a:pt x="8258" y="8509"/>
                    <a:pt x="8258" y="8509"/>
                    <a:pt x="8258" y="8509"/>
                  </a:cubicBezTo>
                  <a:cubicBezTo>
                    <a:pt x="8258" y="8378"/>
                    <a:pt x="8258" y="8378"/>
                    <a:pt x="8258" y="8378"/>
                  </a:cubicBezTo>
                  <a:cubicBezTo>
                    <a:pt x="8258" y="8247"/>
                    <a:pt x="8258" y="8247"/>
                    <a:pt x="8258" y="8247"/>
                  </a:cubicBezTo>
                  <a:cubicBezTo>
                    <a:pt x="8168" y="8116"/>
                    <a:pt x="8168" y="8116"/>
                    <a:pt x="8168" y="8116"/>
                  </a:cubicBezTo>
                  <a:cubicBezTo>
                    <a:pt x="8077" y="8116"/>
                    <a:pt x="8077" y="8116"/>
                    <a:pt x="8077" y="8116"/>
                  </a:cubicBezTo>
                  <a:cubicBezTo>
                    <a:pt x="7986" y="8247"/>
                    <a:pt x="7986" y="8247"/>
                    <a:pt x="7986" y="8247"/>
                  </a:cubicBezTo>
                  <a:cubicBezTo>
                    <a:pt x="7895" y="8247"/>
                    <a:pt x="7895" y="8247"/>
                    <a:pt x="7895" y="8247"/>
                  </a:cubicBezTo>
                  <a:cubicBezTo>
                    <a:pt x="7805" y="8116"/>
                    <a:pt x="7805" y="8116"/>
                    <a:pt x="7805" y="8116"/>
                  </a:cubicBezTo>
                  <a:cubicBezTo>
                    <a:pt x="7805" y="7985"/>
                    <a:pt x="7805" y="7985"/>
                    <a:pt x="7805" y="7985"/>
                  </a:cubicBezTo>
                  <a:cubicBezTo>
                    <a:pt x="7986" y="7723"/>
                    <a:pt x="7986" y="7723"/>
                    <a:pt x="7986" y="7723"/>
                  </a:cubicBezTo>
                  <a:cubicBezTo>
                    <a:pt x="8077" y="7461"/>
                    <a:pt x="8077" y="7461"/>
                    <a:pt x="8077" y="7461"/>
                  </a:cubicBezTo>
                  <a:cubicBezTo>
                    <a:pt x="8168" y="7461"/>
                    <a:pt x="8168" y="7461"/>
                    <a:pt x="8168" y="7461"/>
                  </a:cubicBezTo>
                  <a:cubicBezTo>
                    <a:pt x="8168" y="7723"/>
                    <a:pt x="8168" y="7723"/>
                    <a:pt x="8168" y="7723"/>
                  </a:cubicBezTo>
                  <a:cubicBezTo>
                    <a:pt x="8077" y="7854"/>
                    <a:pt x="8077" y="7854"/>
                    <a:pt x="8077" y="7854"/>
                  </a:cubicBezTo>
                  <a:cubicBezTo>
                    <a:pt x="8168" y="7854"/>
                    <a:pt x="8168" y="7854"/>
                    <a:pt x="8168" y="7854"/>
                  </a:cubicBezTo>
                  <a:cubicBezTo>
                    <a:pt x="8168" y="7854"/>
                    <a:pt x="8168" y="7854"/>
                    <a:pt x="8168" y="7854"/>
                  </a:cubicBezTo>
                  <a:cubicBezTo>
                    <a:pt x="8258" y="7985"/>
                    <a:pt x="8258" y="7985"/>
                    <a:pt x="8258" y="7985"/>
                  </a:cubicBezTo>
                  <a:cubicBezTo>
                    <a:pt x="8349" y="7854"/>
                    <a:pt x="8349" y="7854"/>
                    <a:pt x="8349" y="7854"/>
                  </a:cubicBezTo>
                  <a:cubicBezTo>
                    <a:pt x="8531" y="7854"/>
                    <a:pt x="8531" y="7854"/>
                    <a:pt x="8531" y="7854"/>
                  </a:cubicBezTo>
                  <a:cubicBezTo>
                    <a:pt x="8531" y="7985"/>
                    <a:pt x="8531" y="7985"/>
                    <a:pt x="8531" y="7985"/>
                  </a:cubicBezTo>
                  <a:cubicBezTo>
                    <a:pt x="8531" y="8116"/>
                    <a:pt x="8531" y="8116"/>
                    <a:pt x="8531" y="8116"/>
                  </a:cubicBezTo>
                  <a:cubicBezTo>
                    <a:pt x="8531" y="8116"/>
                    <a:pt x="8531" y="8116"/>
                    <a:pt x="8531" y="8116"/>
                  </a:cubicBezTo>
                  <a:cubicBezTo>
                    <a:pt x="8531" y="8247"/>
                    <a:pt x="8531" y="8247"/>
                    <a:pt x="8531" y="8247"/>
                  </a:cubicBezTo>
                  <a:cubicBezTo>
                    <a:pt x="8621" y="8378"/>
                    <a:pt x="8621" y="8378"/>
                    <a:pt x="8621" y="8378"/>
                  </a:cubicBezTo>
                  <a:cubicBezTo>
                    <a:pt x="8621" y="8378"/>
                    <a:pt x="8621" y="8378"/>
                    <a:pt x="8621" y="8378"/>
                  </a:cubicBezTo>
                  <a:cubicBezTo>
                    <a:pt x="8803" y="8639"/>
                    <a:pt x="8803" y="8639"/>
                    <a:pt x="8803" y="8639"/>
                  </a:cubicBezTo>
                  <a:cubicBezTo>
                    <a:pt x="8803" y="8770"/>
                    <a:pt x="8803" y="8770"/>
                    <a:pt x="8803" y="8770"/>
                  </a:cubicBezTo>
                  <a:cubicBezTo>
                    <a:pt x="8712" y="8770"/>
                    <a:pt x="8712" y="8770"/>
                    <a:pt x="8712" y="8770"/>
                  </a:cubicBezTo>
                  <a:cubicBezTo>
                    <a:pt x="8621" y="8639"/>
                    <a:pt x="8621" y="8639"/>
                    <a:pt x="8621" y="8639"/>
                  </a:cubicBezTo>
                  <a:cubicBezTo>
                    <a:pt x="8621" y="8639"/>
                    <a:pt x="8621" y="8639"/>
                    <a:pt x="8621" y="8639"/>
                  </a:cubicBezTo>
                  <a:cubicBezTo>
                    <a:pt x="8531" y="8770"/>
                    <a:pt x="8531" y="8770"/>
                    <a:pt x="8531" y="8770"/>
                  </a:cubicBezTo>
                  <a:cubicBezTo>
                    <a:pt x="8440" y="8770"/>
                    <a:pt x="8440" y="8770"/>
                    <a:pt x="8440" y="8770"/>
                  </a:cubicBezTo>
                  <a:cubicBezTo>
                    <a:pt x="8349" y="8901"/>
                    <a:pt x="8349" y="8901"/>
                    <a:pt x="8349" y="8901"/>
                  </a:cubicBezTo>
                  <a:cubicBezTo>
                    <a:pt x="8258" y="8901"/>
                    <a:pt x="8258" y="8901"/>
                    <a:pt x="8258" y="8901"/>
                  </a:cubicBezTo>
                  <a:close/>
                  <a:moveTo>
                    <a:pt x="7805" y="12436"/>
                  </a:moveTo>
                  <a:cubicBezTo>
                    <a:pt x="7895" y="12436"/>
                    <a:pt x="7895" y="12436"/>
                    <a:pt x="7895" y="12436"/>
                  </a:cubicBezTo>
                  <a:cubicBezTo>
                    <a:pt x="7986" y="12436"/>
                    <a:pt x="7986" y="12436"/>
                    <a:pt x="7986" y="12436"/>
                  </a:cubicBezTo>
                  <a:cubicBezTo>
                    <a:pt x="8077" y="12436"/>
                    <a:pt x="8077" y="12436"/>
                    <a:pt x="8077" y="12436"/>
                  </a:cubicBezTo>
                  <a:cubicBezTo>
                    <a:pt x="8077" y="12436"/>
                    <a:pt x="8077" y="12436"/>
                    <a:pt x="8077" y="12436"/>
                  </a:cubicBezTo>
                  <a:cubicBezTo>
                    <a:pt x="8168" y="12305"/>
                    <a:pt x="8168" y="12305"/>
                    <a:pt x="8168" y="12305"/>
                  </a:cubicBezTo>
                  <a:cubicBezTo>
                    <a:pt x="8258" y="12305"/>
                    <a:pt x="8258" y="12305"/>
                    <a:pt x="8258" y="12305"/>
                  </a:cubicBezTo>
                  <a:cubicBezTo>
                    <a:pt x="8258" y="12436"/>
                    <a:pt x="8258" y="12436"/>
                    <a:pt x="8258" y="12436"/>
                  </a:cubicBezTo>
                  <a:cubicBezTo>
                    <a:pt x="8349" y="12436"/>
                    <a:pt x="8349" y="12436"/>
                    <a:pt x="8349" y="12436"/>
                  </a:cubicBezTo>
                  <a:cubicBezTo>
                    <a:pt x="8440" y="12567"/>
                    <a:pt x="8440" y="12567"/>
                    <a:pt x="8440" y="12567"/>
                  </a:cubicBezTo>
                  <a:cubicBezTo>
                    <a:pt x="8349" y="12698"/>
                    <a:pt x="8349" y="12698"/>
                    <a:pt x="8349" y="12698"/>
                  </a:cubicBezTo>
                  <a:cubicBezTo>
                    <a:pt x="8258" y="12829"/>
                    <a:pt x="8258" y="12829"/>
                    <a:pt x="8258" y="12829"/>
                  </a:cubicBezTo>
                  <a:cubicBezTo>
                    <a:pt x="8168" y="12829"/>
                    <a:pt x="8168" y="12829"/>
                    <a:pt x="8168" y="12829"/>
                  </a:cubicBezTo>
                  <a:cubicBezTo>
                    <a:pt x="8077" y="12829"/>
                    <a:pt x="8077" y="12829"/>
                    <a:pt x="8077" y="12829"/>
                  </a:cubicBezTo>
                  <a:cubicBezTo>
                    <a:pt x="8077" y="12829"/>
                    <a:pt x="8077" y="12829"/>
                    <a:pt x="8077" y="12829"/>
                  </a:cubicBezTo>
                  <a:cubicBezTo>
                    <a:pt x="7986" y="12829"/>
                    <a:pt x="7986" y="12829"/>
                    <a:pt x="7986" y="12829"/>
                  </a:cubicBezTo>
                  <a:cubicBezTo>
                    <a:pt x="7895" y="12829"/>
                    <a:pt x="7895" y="12829"/>
                    <a:pt x="7895" y="12829"/>
                  </a:cubicBezTo>
                  <a:cubicBezTo>
                    <a:pt x="7805" y="12567"/>
                    <a:pt x="7805" y="12567"/>
                    <a:pt x="7805" y="12567"/>
                  </a:cubicBezTo>
                  <a:cubicBezTo>
                    <a:pt x="7805" y="12436"/>
                    <a:pt x="7805" y="12436"/>
                    <a:pt x="7805" y="12436"/>
                  </a:cubicBezTo>
                  <a:close/>
                  <a:moveTo>
                    <a:pt x="13068" y="14007"/>
                  </a:moveTo>
                  <a:cubicBezTo>
                    <a:pt x="13250" y="13876"/>
                    <a:pt x="13250" y="13876"/>
                    <a:pt x="13250" y="13876"/>
                  </a:cubicBezTo>
                  <a:cubicBezTo>
                    <a:pt x="13250" y="13876"/>
                    <a:pt x="13250" y="13876"/>
                    <a:pt x="13250" y="13876"/>
                  </a:cubicBezTo>
                  <a:cubicBezTo>
                    <a:pt x="13250" y="13876"/>
                    <a:pt x="13250" y="13876"/>
                    <a:pt x="13250" y="13876"/>
                  </a:cubicBezTo>
                  <a:cubicBezTo>
                    <a:pt x="13159" y="14007"/>
                    <a:pt x="13159" y="14007"/>
                    <a:pt x="13159" y="14007"/>
                  </a:cubicBezTo>
                  <a:cubicBezTo>
                    <a:pt x="13068" y="14007"/>
                    <a:pt x="13068" y="14007"/>
                    <a:pt x="13068" y="14007"/>
                  </a:cubicBezTo>
                  <a:close/>
                  <a:moveTo>
                    <a:pt x="12252" y="14792"/>
                  </a:moveTo>
                  <a:cubicBezTo>
                    <a:pt x="12342" y="14792"/>
                    <a:pt x="12342" y="14792"/>
                    <a:pt x="12342" y="14792"/>
                  </a:cubicBezTo>
                  <a:cubicBezTo>
                    <a:pt x="12342" y="14792"/>
                    <a:pt x="12342" y="14792"/>
                    <a:pt x="12342" y="14792"/>
                  </a:cubicBezTo>
                  <a:cubicBezTo>
                    <a:pt x="12342" y="14792"/>
                    <a:pt x="12342" y="14792"/>
                    <a:pt x="12342" y="14792"/>
                  </a:cubicBezTo>
                  <a:cubicBezTo>
                    <a:pt x="12252" y="14792"/>
                    <a:pt x="12252" y="14792"/>
                    <a:pt x="12252" y="14792"/>
                  </a:cubicBezTo>
                  <a:close/>
                  <a:moveTo>
                    <a:pt x="12252" y="15709"/>
                  </a:moveTo>
                  <a:cubicBezTo>
                    <a:pt x="12342" y="15578"/>
                    <a:pt x="12342" y="15578"/>
                    <a:pt x="12342" y="15578"/>
                  </a:cubicBezTo>
                  <a:cubicBezTo>
                    <a:pt x="12342" y="15709"/>
                    <a:pt x="12342" y="15709"/>
                    <a:pt x="12342" y="15709"/>
                  </a:cubicBezTo>
                  <a:cubicBezTo>
                    <a:pt x="12342" y="15709"/>
                    <a:pt x="12342" y="15709"/>
                    <a:pt x="12342" y="15709"/>
                  </a:cubicBezTo>
                  <a:cubicBezTo>
                    <a:pt x="12252" y="15840"/>
                    <a:pt x="12252" y="15840"/>
                    <a:pt x="12252" y="15840"/>
                  </a:cubicBezTo>
                  <a:cubicBezTo>
                    <a:pt x="12252" y="15709"/>
                    <a:pt x="12252" y="15709"/>
                    <a:pt x="12252" y="15709"/>
                  </a:cubicBezTo>
                  <a:cubicBezTo>
                    <a:pt x="12252" y="15709"/>
                    <a:pt x="12252" y="15709"/>
                    <a:pt x="12252" y="15709"/>
                  </a:cubicBezTo>
                  <a:close/>
                  <a:moveTo>
                    <a:pt x="11979" y="16101"/>
                  </a:moveTo>
                  <a:cubicBezTo>
                    <a:pt x="11889" y="16101"/>
                    <a:pt x="11889" y="16101"/>
                    <a:pt x="11889" y="16101"/>
                  </a:cubicBezTo>
                  <a:cubicBezTo>
                    <a:pt x="11979" y="16101"/>
                    <a:pt x="11979" y="16101"/>
                    <a:pt x="11979" y="16101"/>
                  </a:cubicBezTo>
                  <a:cubicBezTo>
                    <a:pt x="11979" y="16101"/>
                    <a:pt x="11979" y="16101"/>
                    <a:pt x="11979" y="16101"/>
                  </a:cubicBezTo>
                  <a:cubicBezTo>
                    <a:pt x="12070" y="16101"/>
                    <a:pt x="12070" y="16101"/>
                    <a:pt x="12070" y="16101"/>
                  </a:cubicBezTo>
                  <a:cubicBezTo>
                    <a:pt x="12070" y="16101"/>
                    <a:pt x="12070" y="16101"/>
                    <a:pt x="12070" y="16101"/>
                  </a:cubicBezTo>
                  <a:cubicBezTo>
                    <a:pt x="12161" y="15970"/>
                    <a:pt x="12161" y="15970"/>
                    <a:pt x="12161" y="15970"/>
                  </a:cubicBezTo>
                  <a:cubicBezTo>
                    <a:pt x="12070" y="15970"/>
                    <a:pt x="12070" y="15970"/>
                    <a:pt x="12070" y="15970"/>
                  </a:cubicBezTo>
                  <a:cubicBezTo>
                    <a:pt x="12161" y="15840"/>
                    <a:pt x="12161" y="15840"/>
                    <a:pt x="12161" y="15840"/>
                  </a:cubicBezTo>
                  <a:cubicBezTo>
                    <a:pt x="12252" y="15840"/>
                    <a:pt x="12252" y="15840"/>
                    <a:pt x="12252" y="15840"/>
                  </a:cubicBezTo>
                  <a:cubicBezTo>
                    <a:pt x="12252" y="15840"/>
                    <a:pt x="12252" y="15840"/>
                    <a:pt x="12252" y="15840"/>
                  </a:cubicBezTo>
                  <a:cubicBezTo>
                    <a:pt x="12252" y="15970"/>
                    <a:pt x="12252" y="15970"/>
                    <a:pt x="12252" y="15970"/>
                  </a:cubicBezTo>
                  <a:cubicBezTo>
                    <a:pt x="12252" y="15970"/>
                    <a:pt x="12252" y="15970"/>
                    <a:pt x="12252" y="15970"/>
                  </a:cubicBezTo>
                  <a:cubicBezTo>
                    <a:pt x="12252" y="15970"/>
                    <a:pt x="12252" y="15970"/>
                    <a:pt x="12252" y="15970"/>
                  </a:cubicBezTo>
                  <a:cubicBezTo>
                    <a:pt x="12342" y="15840"/>
                    <a:pt x="12342" y="15840"/>
                    <a:pt x="12342" y="15840"/>
                  </a:cubicBezTo>
                  <a:cubicBezTo>
                    <a:pt x="12342" y="15970"/>
                    <a:pt x="12342" y="15970"/>
                    <a:pt x="12342" y="15970"/>
                  </a:cubicBezTo>
                  <a:cubicBezTo>
                    <a:pt x="12342" y="15970"/>
                    <a:pt x="12342" y="15970"/>
                    <a:pt x="12342" y="15970"/>
                  </a:cubicBezTo>
                  <a:cubicBezTo>
                    <a:pt x="12342" y="16101"/>
                    <a:pt x="12342" y="16101"/>
                    <a:pt x="12342" y="16101"/>
                  </a:cubicBezTo>
                  <a:cubicBezTo>
                    <a:pt x="12342" y="16101"/>
                    <a:pt x="12342" y="16101"/>
                    <a:pt x="12342" y="16101"/>
                  </a:cubicBezTo>
                  <a:cubicBezTo>
                    <a:pt x="12342" y="16232"/>
                    <a:pt x="12342" y="16232"/>
                    <a:pt x="12342" y="16232"/>
                  </a:cubicBezTo>
                  <a:cubicBezTo>
                    <a:pt x="12342" y="16232"/>
                    <a:pt x="12342" y="16232"/>
                    <a:pt x="12342" y="16232"/>
                  </a:cubicBezTo>
                  <a:cubicBezTo>
                    <a:pt x="12252" y="16101"/>
                    <a:pt x="12252" y="16101"/>
                    <a:pt x="12252" y="16101"/>
                  </a:cubicBezTo>
                  <a:cubicBezTo>
                    <a:pt x="12252" y="16232"/>
                    <a:pt x="12252" y="16232"/>
                    <a:pt x="12252" y="16232"/>
                  </a:cubicBezTo>
                  <a:cubicBezTo>
                    <a:pt x="12161" y="16232"/>
                    <a:pt x="12161" y="16232"/>
                    <a:pt x="12161" y="16232"/>
                  </a:cubicBezTo>
                  <a:cubicBezTo>
                    <a:pt x="12161" y="16232"/>
                    <a:pt x="12161" y="16232"/>
                    <a:pt x="12161" y="16232"/>
                  </a:cubicBezTo>
                  <a:cubicBezTo>
                    <a:pt x="12070" y="16232"/>
                    <a:pt x="12070" y="16232"/>
                    <a:pt x="12070" y="16232"/>
                  </a:cubicBezTo>
                  <a:cubicBezTo>
                    <a:pt x="11979" y="16232"/>
                    <a:pt x="11979" y="16232"/>
                    <a:pt x="11979" y="16232"/>
                  </a:cubicBezTo>
                  <a:cubicBezTo>
                    <a:pt x="11979" y="16101"/>
                    <a:pt x="11979" y="16101"/>
                    <a:pt x="11979" y="16101"/>
                  </a:cubicBezTo>
                  <a:close/>
                  <a:moveTo>
                    <a:pt x="11072" y="17279"/>
                  </a:moveTo>
                  <a:cubicBezTo>
                    <a:pt x="11072" y="17279"/>
                    <a:pt x="11072" y="17279"/>
                    <a:pt x="11072" y="17279"/>
                  </a:cubicBezTo>
                  <a:cubicBezTo>
                    <a:pt x="11072" y="17279"/>
                    <a:pt x="11072" y="17279"/>
                    <a:pt x="11072" y="17279"/>
                  </a:cubicBezTo>
                  <a:cubicBezTo>
                    <a:pt x="10981" y="17279"/>
                    <a:pt x="10981" y="17279"/>
                    <a:pt x="10981" y="17279"/>
                  </a:cubicBezTo>
                  <a:cubicBezTo>
                    <a:pt x="10981" y="17149"/>
                    <a:pt x="10981" y="17149"/>
                    <a:pt x="10981" y="17149"/>
                  </a:cubicBezTo>
                  <a:cubicBezTo>
                    <a:pt x="10981" y="17149"/>
                    <a:pt x="10981" y="17149"/>
                    <a:pt x="10981" y="17149"/>
                  </a:cubicBezTo>
                  <a:cubicBezTo>
                    <a:pt x="11072" y="17018"/>
                    <a:pt x="11072" y="17018"/>
                    <a:pt x="11072" y="17018"/>
                  </a:cubicBezTo>
                  <a:cubicBezTo>
                    <a:pt x="10981" y="16887"/>
                    <a:pt x="10981" y="16887"/>
                    <a:pt x="10981" y="16887"/>
                  </a:cubicBezTo>
                  <a:cubicBezTo>
                    <a:pt x="10981" y="16887"/>
                    <a:pt x="10981" y="16887"/>
                    <a:pt x="10981" y="16887"/>
                  </a:cubicBezTo>
                  <a:cubicBezTo>
                    <a:pt x="10981" y="16756"/>
                    <a:pt x="10981" y="16756"/>
                    <a:pt x="10981" y="16756"/>
                  </a:cubicBezTo>
                  <a:cubicBezTo>
                    <a:pt x="11163" y="16625"/>
                    <a:pt x="11163" y="16625"/>
                    <a:pt x="11163" y="16625"/>
                  </a:cubicBezTo>
                  <a:cubicBezTo>
                    <a:pt x="11344" y="16494"/>
                    <a:pt x="11344" y="16494"/>
                    <a:pt x="11344" y="16494"/>
                  </a:cubicBezTo>
                  <a:cubicBezTo>
                    <a:pt x="11435" y="16494"/>
                    <a:pt x="11435" y="16494"/>
                    <a:pt x="11435" y="16494"/>
                  </a:cubicBezTo>
                  <a:cubicBezTo>
                    <a:pt x="11435" y="16494"/>
                    <a:pt x="11435" y="16494"/>
                    <a:pt x="11435" y="16494"/>
                  </a:cubicBezTo>
                  <a:cubicBezTo>
                    <a:pt x="11435" y="16756"/>
                    <a:pt x="11435" y="16756"/>
                    <a:pt x="11435" y="16756"/>
                  </a:cubicBezTo>
                  <a:cubicBezTo>
                    <a:pt x="11435" y="16756"/>
                    <a:pt x="11435" y="16756"/>
                    <a:pt x="11435" y="16756"/>
                  </a:cubicBezTo>
                  <a:cubicBezTo>
                    <a:pt x="11526" y="16625"/>
                    <a:pt x="11526" y="16625"/>
                    <a:pt x="11526" y="16625"/>
                  </a:cubicBezTo>
                  <a:cubicBezTo>
                    <a:pt x="11526" y="16625"/>
                    <a:pt x="11526" y="16625"/>
                    <a:pt x="11526" y="16625"/>
                  </a:cubicBezTo>
                  <a:cubicBezTo>
                    <a:pt x="11526" y="16494"/>
                    <a:pt x="11526" y="16494"/>
                    <a:pt x="11526" y="16494"/>
                  </a:cubicBezTo>
                  <a:cubicBezTo>
                    <a:pt x="11616" y="16625"/>
                    <a:pt x="11616" y="16625"/>
                    <a:pt x="11616" y="16625"/>
                  </a:cubicBezTo>
                  <a:cubicBezTo>
                    <a:pt x="11616" y="16494"/>
                    <a:pt x="11616" y="16494"/>
                    <a:pt x="11616" y="16494"/>
                  </a:cubicBezTo>
                  <a:cubicBezTo>
                    <a:pt x="11526" y="16494"/>
                    <a:pt x="11526" y="16494"/>
                    <a:pt x="11526" y="16494"/>
                  </a:cubicBezTo>
                  <a:cubicBezTo>
                    <a:pt x="11526" y="16363"/>
                    <a:pt x="11526" y="16363"/>
                    <a:pt x="11526" y="16363"/>
                  </a:cubicBezTo>
                  <a:cubicBezTo>
                    <a:pt x="11616" y="16363"/>
                    <a:pt x="11616" y="16363"/>
                    <a:pt x="11616" y="16363"/>
                  </a:cubicBezTo>
                  <a:cubicBezTo>
                    <a:pt x="11616" y="16232"/>
                    <a:pt x="11616" y="16232"/>
                    <a:pt x="11616" y="16232"/>
                  </a:cubicBezTo>
                  <a:cubicBezTo>
                    <a:pt x="11707" y="16363"/>
                    <a:pt x="11707" y="16363"/>
                    <a:pt x="11707" y="16363"/>
                  </a:cubicBezTo>
                  <a:cubicBezTo>
                    <a:pt x="11707" y="16494"/>
                    <a:pt x="11707" y="16494"/>
                    <a:pt x="11707" y="16494"/>
                  </a:cubicBezTo>
                  <a:cubicBezTo>
                    <a:pt x="11707" y="16494"/>
                    <a:pt x="11707" y="16494"/>
                    <a:pt x="11707" y="16494"/>
                  </a:cubicBezTo>
                  <a:cubicBezTo>
                    <a:pt x="11707" y="16625"/>
                    <a:pt x="11707" y="16625"/>
                    <a:pt x="11707" y="16625"/>
                  </a:cubicBezTo>
                  <a:cubicBezTo>
                    <a:pt x="11707" y="16494"/>
                    <a:pt x="11707" y="16494"/>
                    <a:pt x="11707" y="16494"/>
                  </a:cubicBezTo>
                  <a:cubicBezTo>
                    <a:pt x="11707" y="16494"/>
                    <a:pt x="11707" y="16494"/>
                    <a:pt x="11707" y="16494"/>
                  </a:cubicBezTo>
                  <a:cubicBezTo>
                    <a:pt x="11798" y="16494"/>
                    <a:pt x="11798" y="16494"/>
                    <a:pt x="11798" y="16494"/>
                  </a:cubicBezTo>
                  <a:cubicBezTo>
                    <a:pt x="11798" y="16494"/>
                    <a:pt x="11798" y="16494"/>
                    <a:pt x="11798" y="16494"/>
                  </a:cubicBezTo>
                  <a:cubicBezTo>
                    <a:pt x="11798" y="16363"/>
                    <a:pt x="11798" y="16363"/>
                    <a:pt x="11798" y="16363"/>
                  </a:cubicBezTo>
                  <a:cubicBezTo>
                    <a:pt x="11798" y="16363"/>
                    <a:pt x="11798" y="16363"/>
                    <a:pt x="11798" y="16363"/>
                  </a:cubicBezTo>
                  <a:cubicBezTo>
                    <a:pt x="11889" y="16232"/>
                    <a:pt x="11889" y="16232"/>
                    <a:pt x="11889" y="16232"/>
                  </a:cubicBezTo>
                  <a:cubicBezTo>
                    <a:pt x="11889" y="16363"/>
                    <a:pt x="11889" y="16363"/>
                    <a:pt x="11889" y="16363"/>
                  </a:cubicBezTo>
                  <a:cubicBezTo>
                    <a:pt x="11889" y="16363"/>
                    <a:pt x="11889" y="16363"/>
                    <a:pt x="11889" y="16363"/>
                  </a:cubicBezTo>
                  <a:cubicBezTo>
                    <a:pt x="11889" y="16494"/>
                    <a:pt x="11889" y="16494"/>
                    <a:pt x="11889" y="16494"/>
                  </a:cubicBezTo>
                  <a:cubicBezTo>
                    <a:pt x="11889" y="16494"/>
                    <a:pt x="11889" y="16494"/>
                    <a:pt x="11889" y="16494"/>
                  </a:cubicBezTo>
                  <a:cubicBezTo>
                    <a:pt x="11889" y="16494"/>
                    <a:pt x="11889" y="16494"/>
                    <a:pt x="11889" y="16494"/>
                  </a:cubicBezTo>
                  <a:cubicBezTo>
                    <a:pt x="11979" y="16363"/>
                    <a:pt x="11979" y="16363"/>
                    <a:pt x="11979" y="16363"/>
                  </a:cubicBezTo>
                  <a:cubicBezTo>
                    <a:pt x="12070" y="16363"/>
                    <a:pt x="12070" y="16363"/>
                    <a:pt x="12070" y="16363"/>
                  </a:cubicBezTo>
                  <a:cubicBezTo>
                    <a:pt x="12161" y="16363"/>
                    <a:pt x="12161" y="16363"/>
                    <a:pt x="12161" y="16363"/>
                  </a:cubicBezTo>
                  <a:cubicBezTo>
                    <a:pt x="12161" y="16494"/>
                    <a:pt x="12161" y="16494"/>
                    <a:pt x="12161" y="16494"/>
                  </a:cubicBezTo>
                  <a:cubicBezTo>
                    <a:pt x="12070" y="16494"/>
                    <a:pt x="12070" y="16494"/>
                    <a:pt x="12070" y="16494"/>
                  </a:cubicBezTo>
                  <a:cubicBezTo>
                    <a:pt x="11979" y="16494"/>
                    <a:pt x="11979" y="16494"/>
                    <a:pt x="11979" y="16494"/>
                  </a:cubicBezTo>
                  <a:cubicBezTo>
                    <a:pt x="11979" y="16625"/>
                    <a:pt x="11979" y="16625"/>
                    <a:pt x="11979" y="16625"/>
                  </a:cubicBezTo>
                  <a:cubicBezTo>
                    <a:pt x="12070" y="16625"/>
                    <a:pt x="12070" y="16625"/>
                    <a:pt x="12070" y="16625"/>
                  </a:cubicBezTo>
                  <a:cubicBezTo>
                    <a:pt x="12070" y="16756"/>
                    <a:pt x="12070" y="16756"/>
                    <a:pt x="12070" y="16756"/>
                  </a:cubicBezTo>
                  <a:cubicBezTo>
                    <a:pt x="11979" y="16756"/>
                    <a:pt x="11979" y="16756"/>
                    <a:pt x="11979" y="16756"/>
                  </a:cubicBezTo>
                  <a:cubicBezTo>
                    <a:pt x="11979" y="16756"/>
                    <a:pt x="11979" y="16756"/>
                    <a:pt x="11979" y="16756"/>
                  </a:cubicBezTo>
                  <a:cubicBezTo>
                    <a:pt x="11979" y="16756"/>
                    <a:pt x="11979" y="16756"/>
                    <a:pt x="11979" y="16756"/>
                  </a:cubicBezTo>
                  <a:cubicBezTo>
                    <a:pt x="11889" y="16756"/>
                    <a:pt x="11889" y="16756"/>
                    <a:pt x="11889" y="16756"/>
                  </a:cubicBezTo>
                  <a:cubicBezTo>
                    <a:pt x="11798" y="16756"/>
                    <a:pt x="11798" y="16756"/>
                    <a:pt x="11798" y="16756"/>
                  </a:cubicBezTo>
                  <a:cubicBezTo>
                    <a:pt x="11798" y="16756"/>
                    <a:pt x="11798" y="16756"/>
                    <a:pt x="11798" y="16756"/>
                  </a:cubicBezTo>
                  <a:cubicBezTo>
                    <a:pt x="11707" y="16756"/>
                    <a:pt x="11707" y="16756"/>
                    <a:pt x="11707" y="16756"/>
                  </a:cubicBezTo>
                  <a:cubicBezTo>
                    <a:pt x="11798" y="16887"/>
                    <a:pt x="11798" y="16887"/>
                    <a:pt x="11798" y="16887"/>
                  </a:cubicBezTo>
                  <a:cubicBezTo>
                    <a:pt x="11889" y="16887"/>
                    <a:pt x="11889" y="16887"/>
                    <a:pt x="11889" y="16887"/>
                  </a:cubicBezTo>
                  <a:cubicBezTo>
                    <a:pt x="11798" y="17018"/>
                    <a:pt x="11798" y="17018"/>
                    <a:pt x="11798" y="17018"/>
                  </a:cubicBezTo>
                  <a:cubicBezTo>
                    <a:pt x="11707" y="17018"/>
                    <a:pt x="11707" y="17018"/>
                    <a:pt x="11707" y="17018"/>
                  </a:cubicBezTo>
                  <a:cubicBezTo>
                    <a:pt x="11707" y="16887"/>
                    <a:pt x="11707" y="16887"/>
                    <a:pt x="11707" y="16887"/>
                  </a:cubicBezTo>
                  <a:cubicBezTo>
                    <a:pt x="11616" y="16887"/>
                    <a:pt x="11616" y="16887"/>
                    <a:pt x="11616" y="16887"/>
                  </a:cubicBezTo>
                  <a:cubicBezTo>
                    <a:pt x="11526" y="16887"/>
                    <a:pt x="11526" y="16887"/>
                    <a:pt x="11526" y="16887"/>
                  </a:cubicBezTo>
                  <a:cubicBezTo>
                    <a:pt x="11616" y="17018"/>
                    <a:pt x="11616" y="17018"/>
                    <a:pt x="11616" y="17018"/>
                  </a:cubicBezTo>
                  <a:cubicBezTo>
                    <a:pt x="11616" y="17018"/>
                    <a:pt x="11616" y="17018"/>
                    <a:pt x="11616" y="17018"/>
                  </a:cubicBezTo>
                  <a:cubicBezTo>
                    <a:pt x="11616" y="17149"/>
                    <a:pt x="11616" y="17149"/>
                    <a:pt x="11616" y="17149"/>
                  </a:cubicBezTo>
                  <a:cubicBezTo>
                    <a:pt x="11526" y="17018"/>
                    <a:pt x="11526" y="17018"/>
                    <a:pt x="11526" y="17018"/>
                  </a:cubicBezTo>
                  <a:cubicBezTo>
                    <a:pt x="11435" y="17149"/>
                    <a:pt x="11435" y="17149"/>
                    <a:pt x="11435" y="17149"/>
                  </a:cubicBezTo>
                  <a:cubicBezTo>
                    <a:pt x="11435" y="17149"/>
                    <a:pt x="11435" y="17149"/>
                    <a:pt x="11435" y="17149"/>
                  </a:cubicBezTo>
                  <a:cubicBezTo>
                    <a:pt x="11344" y="17149"/>
                    <a:pt x="11344" y="17149"/>
                    <a:pt x="11344" y="17149"/>
                  </a:cubicBezTo>
                  <a:cubicBezTo>
                    <a:pt x="11344" y="17149"/>
                    <a:pt x="11344" y="17149"/>
                    <a:pt x="11344" y="17149"/>
                  </a:cubicBezTo>
                  <a:cubicBezTo>
                    <a:pt x="11344" y="17279"/>
                    <a:pt x="11344" y="17279"/>
                    <a:pt x="11344" y="17279"/>
                  </a:cubicBezTo>
                  <a:cubicBezTo>
                    <a:pt x="11344" y="17279"/>
                    <a:pt x="11344" y="17279"/>
                    <a:pt x="11344" y="17279"/>
                  </a:cubicBezTo>
                  <a:cubicBezTo>
                    <a:pt x="11253" y="17410"/>
                    <a:pt x="11253" y="17410"/>
                    <a:pt x="11253" y="17410"/>
                  </a:cubicBezTo>
                  <a:cubicBezTo>
                    <a:pt x="11253" y="17410"/>
                    <a:pt x="11253" y="17410"/>
                    <a:pt x="11253" y="17410"/>
                  </a:cubicBezTo>
                  <a:cubicBezTo>
                    <a:pt x="11163" y="17541"/>
                    <a:pt x="11163" y="17541"/>
                    <a:pt x="11163" y="17541"/>
                  </a:cubicBezTo>
                  <a:cubicBezTo>
                    <a:pt x="11163" y="17541"/>
                    <a:pt x="11163" y="17541"/>
                    <a:pt x="11163" y="17541"/>
                  </a:cubicBezTo>
                  <a:cubicBezTo>
                    <a:pt x="11072" y="17541"/>
                    <a:pt x="11072" y="17541"/>
                    <a:pt x="11072" y="17541"/>
                  </a:cubicBezTo>
                  <a:cubicBezTo>
                    <a:pt x="11072" y="17410"/>
                    <a:pt x="11072" y="17410"/>
                    <a:pt x="11072" y="17410"/>
                  </a:cubicBezTo>
                  <a:cubicBezTo>
                    <a:pt x="11253" y="17279"/>
                    <a:pt x="11253" y="17279"/>
                    <a:pt x="11253" y="17279"/>
                  </a:cubicBezTo>
                  <a:cubicBezTo>
                    <a:pt x="11253" y="17279"/>
                    <a:pt x="11253" y="17279"/>
                    <a:pt x="11253" y="17279"/>
                  </a:cubicBezTo>
                  <a:cubicBezTo>
                    <a:pt x="11253" y="17149"/>
                    <a:pt x="11253" y="17149"/>
                    <a:pt x="11253" y="17149"/>
                  </a:cubicBezTo>
                  <a:cubicBezTo>
                    <a:pt x="11253" y="17149"/>
                    <a:pt x="11253" y="17149"/>
                    <a:pt x="11253" y="17149"/>
                  </a:cubicBezTo>
                  <a:cubicBezTo>
                    <a:pt x="11163" y="17279"/>
                    <a:pt x="11163" y="17279"/>
                    <a:pt x="11163" y="17279"/>
                  </a:cubicBezTo>
                  <a:cubicBezTo>
                    <a:pt x="11163" y="17149"/>
                    <a:pt x="11163" y="17149"/>
                    <a:pt x="11163" y="17149"/>
                  </a:cubicBezTo>
                  <a:cubicBezTo>
                    <a:pt x="11163" y="17149"/>
                    <a:pt x="11163" y="17149"/>
                    <a:pt x="11163" y="17149"/>
                  </a:cubicBezTo>
                  <a:cubicBezTo>
                    <a:pt x="11072" y="17149"/>
                    <a:pt x="11072" y="17149"/>
                    <a:pt x="11072" y="17149"/>
                  </a:cubicBezTo>
                  <a:cubicBezTo>
                    <a:pt x="11072" y="17149"/>
                    <a:pt x="11072" y="17149"/>
                    <a:pt x="11072" y="17149"/>
                  </a:cubicBezTo>
                  <a:cubicBezTo>
                    <a:pt x="11072" y="17149"/>
                    <a:pt x="11072" y="17149"/>
                    <a:pt x="11072" y="17149"/>
                  </a:cubicBezTo>
                  <a:cubicBezTo>
                    <a:pt x="11072" y="17279"/>
                    <a:pt x="11072" y="17279"/>
                    <a:pt x="11072" y="17279"/>
                  </a:cubicBezTo>
                  <a:close/>
                  <a:moveTo>
                    <a:pt x="10981" y="17672"/>
                  </a:moveTo>
                  <a:cubicBezTo>
                    <a:pt x="10981" y="17672"/>
                    <a:pt x="10981" y="17672"/>
                    <a:pt x="10981" y="17672"/>
                  </a:cubicBezTo>
                  <a:cubicBezTo>
                    <a:pt x="10981" y="17672"/>
                    <a:pt x="10981" y="17672"/>
                    <a:pt x="10981" y="17672"/>
                  </a:cubicBezTo>
                  <a:cubicBezTo>
                    <a:pt x="10981" y="17672"/>
                    <a:pt x="10981" y="17672"/>
                    <a:pt x="10981" y="17672"/>
                  </a:cubicBezTo>
                  <a:close/>
                  <a:moveTo>
                    <a:pt x="10709" y="17803"/>
                  </a:moveTo>
                  <a:cubicBezTo>
                    <a:pt x="10800" y="17672"/>
                    <a:pt x="10800" y="17672"/>
                    <a:pt x="10800" y="17672"/>
                  </a:cubicBezTo>
                  <a:cubicBezTo>
                    <a:pt x="10890" y="17541"/>
                    <a:pt x="10890" y="17541"/>
                    <a:pt x="10890" y="17541"/>
                  </a:cubicBezTo>
                  <a:cubicBezTo>
                    <a:pt x="10800" y="17803"/>
                    <a:pt x="10800" y="17803"/>
                    <a:pt x="10800" y="17803"/>
                  </a:cubicBezTo>
                  <a:cubicBezTo>
                    <a:pt x="10709" y="17803"/>
                    <a:pt x="10709" y="17803"/>
                    <a:pt x="10709" y="17803"/>
                  </a:cubicBezTo>
                  <a:close/>
                  <a:moveTo>
                    <a:pt x="10164" y="18327"/>
                  </a:moveTo>
                  <a:cubicBezTo>
                    <a:pt x="10164" y="18327"/>
                    <a:pt x="10164" y="18327"/>
                    <a:pt x="10164" y="18327"/>
                  </a:cubicBezTo>
                  <a:cubicBezTo>
                    <a:pt x="10164" y="18327"/>
                    <a:pt x="10164" y="18327"/>
                    <a:pt x="10164" y="18327"/>
                  </a:cubicBezTo>
                  <a:cubicBezTo>
                    <a:pt x="10255" y="18196"/>
                    <a:pt x="10255" y="18196"/>
                    <a:pt x="10255" y="18196"/>
                  </a:cubicBezTo>
                  <a:cubicBezTo>
                    <a:pt x="10255" y="18327"/>
                    <a:pt x="10255" y="18327"/>
                    <a:pt x="10255" y="18327"/>
                  </a:cubicBezTo>
                  <a:cubicBezTo>
                    <a:pt x="10164" y="18327"/>
                    <a:pt x="10164" y="18327"/>
                    <a:pt x="10164" y="18327"/>
                  </a:cubicBezTo>
                  <a:close/>
                  <a:moveTo>
                    <a:pt x="9892" y="17410"/>
                  </a:moveTo>
                  <a:cubicBezTo>
                    <a:pt x="9983" y="17410"/>
                    <a:pt x="9983" y="17410"/>
                    <a:pt x="9983" y="17410"/>
                  </a:cubicBezTo>
                  <a:cubicBezTo>
                    <a:pt x="9983" y="17541"/>
                    <a:pt x="9983" y="17541"/>
                    <a:pt x="9983" y="17541"/>
                  </a:cubicBezTo>
                  <a:cubicBezTo>
                    <a:pt x="9892" y="17541"/>
                    <a:pt x="9892" y="17541"/>
                    <a:pt x="9892" y="17541"/>
                  </a:cubicBezTo>
                  <a:cubicBezTo>
                    <a:pt x="9892" y="17410"/>
                    <a:pt x="9892" y="17410"/>
                    <a:pt x="9892" y="17410"/>
                  </a:cubicBezTo>
                  <a:close/>
                  <a:moveTo>
                    <a:pt x="8349" y="18327"/>
                  </a:moveTo>
                  <a:cubicBezTo>
                    <a:pt x="8258" y="18327"/>
                    <a:pt x="8349" y="18327"/>
                    <a:pt x="8349" y="18327"/>
                  </a:cubicBezTo>
                  <a:cubicBezTo>
                    <a:pt x="8349" y="18327"/>
                    <a:pt x="8349" y="18327"/>
                    <a:pt x="8349" y="18327"/>
                  </a:cubicBezTo>
                  <a:cubicBezTo>
                    <a:pt x="8349" y="18327"/>
                    <a:pt x="8349" y="18327"/>
                    <a:pt x="8349" y="18327"/>
                  </a:cubicBezTo>
                  <a:close/>
                  <a:moveTo>
                    <a:pt x="8168" y="18327"/>
                  </a:moveTo>
                  <a:cubicBezTo>
                    <a:pt x="8258" y="18458"/>
                    <a:pt x="8258" y="18458"/>
                    <a:pt x="8258" y="18458"/>
                  </a:cubicBezTo>
                  <a:cubicBezTo>
                    <a:pt x="8258" y="18458"/>
                    <a:pt x="8258" y="18458"/>
                    <a:pt x="8258" y="18458"/>
                  </a:cubicBezTo>
                  <a:cubicBezTo>
                    <a:pt x="8168" y="18327"/>
                    <a:pt x="8168" y="18327"/>
                    <a:pt x="8168" y="18327"/>
                  </a:cubicBezTo>
                  <a:close/>
                  <a:moveTo>
                    <a:pt x="8531" y="18719"/>
                  </a:moveTo>
                  <a:cubicBezTo>
                    <a:pt x="8621" y="18850"/>
                    <a:pt x="8621" y="18850"/>
                    <a:pt x="8621" y="18850"/>
                  </a:cubicBezTo>
                  <a:cubicBezTo>
                    <a:pt x="8531" y="18850"/>
                    <a:pt x="8531" y="18850"/>
                    <a:pt x="8531" y="18850"/>
                  </a:cubicBezTo>
                  <a:cubicBezTo>
                    <a:pt x="8531" y="18850"/>
                    <a:pt x="8531" y="18850"/>
                    <a:pt x="8531" y="18850"/>
                  </a:cubicBezTo>
                  <a:cubicBezTo>
                    <a:pt x="8531" y="18719"/>
                    <a:pt x="8531" y="18719"/>
                    <a:pt x="8531" y="18719"/>
                  </a:cubicBezTo>
                  <a:close/>
                  <a:moveTo>
                    <a:pt x="8531" y="18719"/>
                  </a:moveTo>
                  <a:cubicBezTo>
                    <a:pt x="8531" y="18589"/>
                    <a:pt x="8531" y="18589"/>
                    <a:pt x="8531" y="18589"/>
                  </a:cubicBezTo>
                  <a:cubicBezTo>
                    <a:pt x="8531" y="18719"/>
                    <a:pt x="8531" y="18719"/>
                    <a:pt x="8531" y="18719"/>
                  </a:cubicBezTo>
                  <a:cubicBezTo>
                    <a:pt x="8531" y="18719"/>
                    <a:pt x="8531" y="18719"/>
                    <a:pt x="8531" y="18719"/>
                  </a:cubicBezTo>
                  <a:close/>
                  <a:moveTo>
                    <a:pt x="8168" y="18850"/>
                  </a:moveTo>
                  <a:cubicBezTo>
                    <a:pt x="8258" y="18719"/>
                    <a:pt x="8258" y="18719"/>
                    <a:pt x="8258" y="18719"/>
                  </a:cubicBezTo>
                  <a:cubicBezTo>
                    <a:pt x="8258" y="18589"/>
                    <a:pt x="8258" y="18589"/>
                    <a:pt x="8258" y="18589"/>
                  </a:cubicBezTo>
                  <a:cubicBezTo>
                    <a:pt x="8349" y="18589"/>
                    <a:pt x="8349" y="18589"/>
                    <a:pt x="8349" y="18589"/>
                  </a:cubicBezTo>
                  <a:cubicBezTo>
                    <a:pt x="8440" y="18589"/>
                    <a:pt x="8440" y="18589"/>
                    <a:pt x="8440" y="18589"/>
                  </a:cubicBezTo>
                  <a:cubicBezTo>
                    <a:pt x="8349" y="18589"/>
                    <a:pt x="8349" y="18589"/>
                    <a:pt x="8349" y="18589"/>
                  </a:cubicBezTo>
                  <a:cubicBezTo>
                    <a:pt x="8349" y="18719"/>
                    <a:pt x="8349" y="18719"/>
                    <a:pt x="8349" y="18719"/>
                  </a:cubicBezTo>
                  <a:cubicBezTo>
                    <a:pt x="8258" y="18850"/>
                    <a:pt x="8258" y="18850"/>
                    <a:pt x="8258" y="18850"/>
                  </a:cubicBezTo>
                  <a:cubicBezTo>
                    <a:pt x="8168" y="18850"/>
                    <a:pt x="8168" y="18850"/>
                    <a:pt x="8168" y="18850"/>
                  </a:cubicBezTo>
                  <a:close/>
                  <a:moveTo>
                    <a:pt x="8077" y="18589"/>
                  </a:moveTo>
                  <a:cubicBezTo>
                    <a:pt x="7986" y="18458"/>
                    <a:pt x="7986" y="18458"/>
                    <a:pt x="7986" y="18458"/>
                  </a:cubicBezTo>
                  <a:cubicBezTo>
                    <a:pt x="8077" y="18327"/>
                    <a:pt x="8077" y="18327"/>
                    <a:pt x="8077" y="18327"/>
                  </a:cubicBezTo>
                  <a:cubicBezTo>
                    <a:pt x="8077" y="18327"/>
                    <a:pt x="8077" y="18327"/>
                    <a:pt x="8077" y="18327"/>
                  </a:cubicBezTo>
                  <a:cubicBezTo>
                    <a:pt x="8168" y="18458"/>
                    <a:pt x="8168" y="18458"/>
                    <a:pt x="8168" y="18458"/>
                  </a:cubicBezTo>
                  <a:cubicBezTo>
                    <a:pt x="8168" y="18458"/>
                    <a:pt x="8168" y="18458"/>
                    <a:pt x="8168" y="18458"/>
                  </a:cubicBezTo>
                  <a:cubicBezTo>
                    <a:pt x="8077" y="18589"/>
                    <a:pt x="8077" y="18589"/>
                    <a:pt x="8077" y="18589"/>
                  </a:cubicBezTo>
                  <a:cubicBezTo>
                    <a:pt x="8077" y="18589"/>
                    <a:pt x="8077" y="18589"/>
                    <a:pt x="8077" y="18589"/>
                  </a:cubicBezTo>
                  <a:close/>
                  <a:moveTo>
                    <a:pt x="7623" y="18458"/>
                  </a:moveTo>
                  <a:cubicBezTo>
                    <a:pt x="7714" y="18458"/>
                    <a:pt x="7714" y="18458"/>
                    <a:pt x="7714" y="18458"/>
                  </a:cubicBezTo>
                  <a:cubicBezTo>
                    <a:pt x="7714" y="18589"/>
                    <a:pt x="7714" y="18589"/>
                    <a:pt x="7714" y="18589"/>
                  </a:cubicBezTo>
                  <a:cubicBezTo>
                    <a:pt x="7714" y="18589"/>
                    <a:pt x="7714" y="18589"/>
                    <a:pt x="7714" y="18589"/>
                  </a:cubicBezTo>
                  <a:cubicBezTo>
                    <a:pt x="7623" y="18458"/>
                    <a:pt x="7623" y="18458"/>
                    <a:pt x="7623" y="18458"/>
                  </a:cubicBezTo>
                  <a:close/>
                  <a:moveTo>
                    <a:pt x="7442" y="18719"/>
                  </a:moveTo>
                  <a:cubicBezTo>
                    <a:pt x="7351" y="18719"/>
                    <a:pt x="7351" y="18719"/>
                    <a:pt x="7351" y="18719"/>
                  </a:cubicBezTo>
                  <a:cubicBezTo>
                    <a:pt x="7442" y="18589"/>
                    <a:pt x="7442" y="18589"/>
                    <a:pt x="7442" y="18589"/>
                  </a:cubicBezTo>
                  <a:cubicBezTo>
                    <a:pt x="7442" y="18719"/>
                    <a:pt x="7442" y="18719"/>
                    <a:pt x="7442" y="18719"/>
                  </a:cubicBezTo>
                  <a:cubicBezTo>
                    <a:pt x="7442" y="18719"/>
                    <a:pt x="7442" y="18719"/>
                    <a:pt x="7442" y="18719"/>
                  </a:cubicBezTo>
                  <a:close/>
                  <a:moveTo>
                    <a:pt x="7078" y="18981"/>
                  </a:moveTo>
                  <a:cubicBezTo>
                    <a:pt x="7169" y="19112"/>
                    <a:pt x="7169" y="19112"/>
                    <a:pt x="7169" y="19112"/>
                  </a:cubicBezTo>
                  <a:cubicBezTo>
                    <a:pt x="7169" y="19112"/>
                    <a:pt x="7169" y="19112"/>
                    <a:pt x="7169" y="19112"/>
                  </a:cubicBezTo>
                  <a:cubicBezTo>
                    <a:pt x="7078" y="19112"/>
                    <a:pt x="7078" y="19112"/>
                    <a:pt x="7078" y="19112"/>
                  </a:cubicBezTo>
                  <a:cubicBezTo>
                    <a:pt x="7078" y="18981"/>
                    <a:pt x="7078" y="18981"/>
                    <a:pt x="7078" y="18981"/>
                  </a:cubicBezTo>
                  <a:close/>
                  <a:moveTo>
                    <a:pt x="0" y="20814"/>
                  </a:moveTo>
                  <a:cubicBezTo>
                    <a:pt x="0" y="20945"/>
                    <a:pt x="0" y="20945"/>
                    <a:pt x="0" y="20945"/>
                  </a:cubicBezTo>
                  <a:cubicBezTo>
                    <a:pt x="90" y="20814"/>
                    <a:pt x="90" y="20814"/>
                    <a:pt x="90" y="20814"/>
                  </a:cubicBezTo>
                  <a:cubicBezTo>
                    <a:pt x="0" y="20814"/>
                    <a:pt x="0" y="20814"/>
                    <a:pt x="0" y="20814"/>
                  </a:cubicBezTo>
                  <a:close/>
                  <a:moveTo>
                    <a:pt x="90" y="20552"/>
                  </a:moveTo>
                  <a:cubicBezTo>
                    <a:pt x="0" y="20683"/>
                    <a:pt x="0" y="20683"/>
                    <a:pt x="0" y="20683"/>
                  </a:cubicBezTo>
                  <a:cubicBezTo>
                    <a:pt x="90" y="20683"/>
                    <a:pt x="90" y="20683"/>
                    <a:pt x="90" y="20683"/>
                  </a:cubicBezTo>
                  <a:cubicBezTo>
                    <a:pt x="181" y="20552"/>
                    <a:pt x="181" y="20552"/>
                    <a:pt x="181" y="20552"/>
                  </a:cubicBezTo>
                  <a:cubicBezTo>
                    <a:pt x="90" y="20552"/>
                    <a:pt x="90" y="20552"/>
                    <a:pt x="90" y="20552"/>
                  </a:cubicBezTo>
                  <a:close/>
                  <a:moveTo>
                    <a:pt x="181" y="20290"/>
                  </a:moveTo>
                  <a:cubicBezTo>
                    <a:pt x="272" y="20421"/>
                    <a:pt x="272" y="20421"/>
                    <a:pt x="272" y="20421"/>
                  </a:cubicBezTo>
                  <a:cubicBezTo>
                    <a:pt x="272" y="20290"/>
                    <a:pt x="272" y="20290"/>
                    <a:pt x="272" y="20290"/>
                  </a:cubicBezTo>
                  <a:cubicBezTo>
                    <a:pt x="181" y="20290"/>
                    <a:pt x="181" y="20290"/>
                    <a:pt x="181" y="20290"/>
                  </a:cubicBezTo>
                  <a:close/>
                  <a:moveTo>
                    <a:pt x="726" y="20421"/>
                  </a:moveTo>
                  <a:cubicBezTo>
                    <a:pt x="635" y="20290"/>
                    <a:pt x="635" y="20290"/>
                    <a:pt x="635" y="20290"/>
                  </a:cubicBezTo>
                  <a:cubicBezTo>
                    <a:pt x="544" y="20290"/>
                    <a:pt x="544" y="20290"/>
                    <a:pt x="544" y="20290"/>
                  </a:cubicBezTo>
                  <a:cubicBezTo>
                    <a:pt x="453" y="20290"/>
                    <a:pt x="453" y="20290"/>
                    <a:pt x="453" y="20290"/>
                  </a:cubicBezTo>
                  <a:cubicBezTo>
                    <a:pt x="453" y="20421"/>
                    <a:pt x="453" y="20421"/>
                    <a:pt x="453" y="20421"/>
                  </a:cubicBezTo>
                  <a:cubicBezTo>
                    <a:pt x="544" y="20421"/>
                    <a:pt x="544" y="20421"/>
                    <a:pt x="544" y="20421"/>
                  </a:cubicBezTo>
                  <a:cubicBezTo>
                    <a:pt x="544" y="20421"/>
                    <a:pt x="544" y="20421"/>
                    <a:pt x="544" y="20421"/>
                  </a:cubicBezTo>
                  <a:cubicBezTo>
                    <a:pt x="544" y="20552"/>
                    <a:pt x="544" y="20552"/>
                    <a:pt x="544" y="20552"/>
                  </a:cubicBezTo>
                  <a:cubicBezTo>
                    <a:pt x="544" y="20552"/>
                    <a:pt x="544" y="20552"/>
                    <a:pt x="544" y="20552"/>
                  </a:cubicBezTo>
                  <a:cubicBezTo>
                    <a:pt x="635" y="20421"/>
                    <a:pt x="635" y="20421"/>
                    <a:pt x="635" y="20421"/>
                  </a:cubicBezTo>
                  <a:cubicBezTo>
                    <a:pt x="726" y="20421"/>
                    <a:pt x="726" y="20421"/>
                    <a:pt x="726" y="20421"/>
                  </a:cubicBezTo>
                  <a:close/>
                  <a:moveTo>
                    <a:pt x="726" y="20552"/>
                  </a:moveTo>
                  <a:cubicBezTo>
                    <a:pt x="816" y="20683"/>
                    <a:pt x="816" y="20683"/>
                    <a:pt x="816" y="20683"/>
                  </a:cubicBezTo>
                  <a:cubicBezTo>
                    <a:pt x="907" y="20552"/>
                    <a:pt x="907" y="20552"/>
                    <a:pt x="907" y="20552"/>
                  </a:cubicBezTo>
                  <a:cubicBezTo>
                    <a:pt x="907" y="20421"/>
                    <a:pt x="907" y="20421"/>
                    <a:pt x="907" y="20421"/>
                  </a:cubicBezTo>
                  <a:cubicBezTo>
                    <a:pt x="907" y="20421"/>
                    <a:pt x="907" y="20421"/>
                    <a:pt x="907" y="20421"/>
                  </a:cubicBezTo>
                  <a:cubicBezTo>
                    <a:pt x="907" y="20421"/>
                    <a:pt x="907" y="20421"/>
                    <a:pt x="907" y="20421"/>
                  </a:cubicBezTo>
                  <a:cubicBezTo>
                    <a:pt x="816" y="20421"/>
                    <a:pt x="816" y="20421"/>
                    <a:pt x="816" y="20421"/>
                  </a:cubicBezTo>
                  <a:cubicBezTo>
                    <a:pt x="816" y="20552"/>
                    <a:pt x="816" y="20552"/>
                    <a:pt x="816" y="20552"/>
                  </a:cubicBezTo>
                  <a:cubicBezTo>
                    <a:pt x="726" y="20552"/>
                    <a:pt x="726" y="20552"/>
                    <a:pt x="726" y="20552"/>
                  </a:cubicBezTo>
                  <a:close/>
                  <a:moveTo>
                    <a:pt x="1179" y="20552"/>
                  </a:moveTo>
                  <a:cubicBezTo>
                    <a:pt x="1089" y="20421"/>
                    <a:pt x="1089" y="20421"/>
                    <a:pt x="1089" y="20421"/>
                  </a:cubicBezTo>
                  <a:cubicBezTo>
                    <a:pt x="1089" y="20421"/>
                    <a:pt x="1089" y="20421"/>
                    <a:pt x="1089" y="20421"/>
                  </a:cubicBezTo>
                  <a:cubicBezTo>
                    <a:pt x="1089" y="20552"/>
                    <a:pt x="1089" y="20552"/>
                    <a:pt x="1089" y="20552"/>
                  </a:cubicBezTo>
                  <a:cubicBezTo>
                    <a:pt x="998" y="20552"/>
                    <a:pt x="998" y="20552"/>
                    <a:pt x="998" y="20552"/>
                  </a:cubicBezTo>
                  <a:cubicBezTo>
                    <a:pt x="998" y="20683"/>
                    <a:pt x="998" y="20683"/>
                    <a:pt x="998" y="20683"/>
                  </a:cubicBezTo>
                  <a:cubicBezTo>
                    <a:pt x="1089" y="20683"/>
                    <a:pt x="1089" y="20683"/>
                    <a:pt x="1089" y="20683"/>
                  </a:cubicBezTo>
                  <a:cubicBezTo>
                    <a:pt x="1179" y="20552"/>
                    <a:pt x="1179" y="20552"/>
                    <a:pt x="1179" y="20552"/>
                  </a:cubicBezTo>
                  <a:close/>
                  <a:moveTo>
                    <a:pt x="2087" y="20552"/>
                  </a:moveTo>
                  <a:cubicBezTo>
                    <a:pt x="2087" y="20421"/>
                    <a:pt x="2087" y="20421"/>
                    <a:pt x="2087" y="20421"/>
                  </a:cubicBezTo>
                  <a:cubicBezTo>
                    <a:pt x="2178" y="20290"/>
                    <a:pt x="2178" y="20290"/>
                    <a:pt x="2178" y="20290"/>
                  </a:cubicBezTo>
                  <a:cubicBezTo>
                    <a:pt x="2178" y="20290"/>
                    <a:pt x="2178" y="20290"/>
                    <a:pt x="2178" y="20290"/>
                  </a:cubicBezTo>
                  <a:cubicBezTo>
                    <a:pt x="2087" y="20159"/>
                    <a:pt x="2087" y="20159"/>
                    <a:pt x="2087" y="20159"/>
                  </a:cubicBezTo>
                  <a:cubicBezTo>
                    <a:pt x="1996" y="20290"/>
                    <a:pt x="1996" y="20290"/>
                    <a:pt x="1996" y="20290"/>
                  </a:cubicBezTo>
                  <a:cubicBezTo>
                    <a:pt x="1996" y="20421"/>
                    <a:pt x="1996" y="20421"/>
                    <a:pt x="1996" y="20421"/>
                  </a:cubicBezTo>
                  <a:cubicBezTo>
                    <a:pt x="1996" y="20421"/>
                    <a:pt x="1996" y="20421"/>
                    <a:pt x="1996" y="20421"/>
                  </a:cubicBezTo>
                  <a:cubicBezTo>
                    <a:pt x="1905" y="20421"/>
                    <a:pt x="1905" y="20421"/>
                    <a:pt x="1905" y="20421"/>
                  </a:cubicBezTo>
                  <a:cubicBezTo>
                    <a:pt x="1905" y="20421"/>
                    <a:pt x="1905" y="20421"/>
                    <a:pt x="1905" y="20421"/>
                  </a:cubicBezTo>
                  <a:cubicBezTo>
                    <a:pt x="1815" y="20421"/>
                    <a:pt x="1815" y="20421"/>
                    <a:pt x="1815" y="20421"/>
                  </a:cubicBezTo>
                  <a:cubicBezTo>
                    <a:pt x="1724" y="20421"/>
                    <a:pt x="1724" y="20421"/>
                    <a:pt x="1724" y="20421"/>
                  </a:cubicBezTo>
                  <a:cubicBezTo>
                    <a:pt x="1724" y="20421"/>
                    <a:pt x="1724" y="20421"/>
                    <a:pt x="1724" y="20421"/>
                  </a:cubicBezTo>
                  <a:cubicBezTo>
                    <a:pt x="1815" y="20552"/>
                    <a:pt x="1815" y="20552"/>
                    <a:pt x="1815" y="20552"/>
                  </a:cubicBezTo>
                  <a:cubicBezTo>
                    <a:pt x="1815" y="20552"/>
                    <a:pt x="1815" y="20552"/>
                    <a:pt x="1815" y="20552"/>
                  </a:cubicBezTo>
                  <a:cubicBezTo>
                    <a:pt x="1905" y="20552"/>
                    <a:pt x="1905" y="20552"/>
                    <a:pt x="1905" y="20552"/>
                  </a:cubicBezTo>
                  <a:cubicBezTo>
                    <a:pt x="1996" y="20421"/>
                    <a:pt x="1996" y="20421"/>
                    <a:pt x="1996" y="20421"/>
                  </a:cubicBezTo>
                  <a:cubicBezTo>
                    <a:pt x="2087" y="20552"/>
                    <a:pt x="2087" y="20552"/>
                    <a:pt x="2087" y="20552"/>
                  </a:cubicBezTo>
                  <a:close/>
                  <a:moveTo>
                    <a:pt x="2268" y="20552"/>
                  </a:moveTo>
                  <a:cubicBezTo>
                    <a:pt x="2450" y="20552"/>
                    <a:pt x="2450" y="20552"/>
                    <a:pt x="2450" y="20552"/>
                  </a:cubicBezTo>
                  <a:cubicBezTo>
                    <a:pt x="2541" y="20552"/>
                    <a:pt x="2541" y="20552"/>
                    <a:pt x="2541" y="20552"/>
                  </a:cubicBezTo>
                  <a:cubicBezTo>
                    <a:pt x="2541" y="20683"/>
                    <a:pt x="2541" y="20683"/>
                    <a:pt x="2541" y="20683"/>
                  </a:cubicBezTo>
                  <a:cubicBezTo>
                    <a:pt x="2450" y="20683"/>
                    <a:pt x="2450" y="20683"/>
                    <a:pt x="2450" y="20683"/>
                  </a:cubicBezTo>
                  <a:cubicBezTo>
                    <a:pt x="2268" y="20552"/>
                    <a:pt x="2268" y="20552"/>
                    <a:pt x="2268" y="20552"/>
                  </a:cubicBezTo>
                  <a:cubicBezTo>
                    <a:pt x="2178" y="20552"/>
                    <a:pt x="2178" y="20552"/>
                    <a:pt x="2178" y="20552"/>
                  </a:cubicBezTo>
                  <a:cubicBezTo>
                    <a:pt x="2178" y="20552"/>
                    <a:pt x="2178" y="20552"/>
                    <a:pt x="2178" y="20552"/>
                  </a:cubicBezTo>
                  <a:cubicBezTo>
                    <a:pt x="2178" y="20552"/>
                    <a:pt x="2268" y="20552"/>
                    <a:pt x="2268" y="20552"/>
                  </a:cubicBezTo>
                  <a:close/>
                  <a:moveTo>
                    <a:pt x="2904" y="20421"/>
                  </a:moveTo>
                  <a:cubicBezTo>
                    <a:pt x="2813" y="20290"/>
                    <a:pt x="2813" y="20290"/>
                    <a:pt x="2813" y="20290"/>
                  </a:cubicBezTo>
                  <a:cubicBezTo>
                    <a:pt x="2722" y="20290"/>
                    <a:pt x="2722" y="20290"/>
                    <a:pt x="2722" y="20290"/>
                  </a:cubicBezTo>
                  <a:cubicBezTo>
                    <a:pt x="2722" y="20421"/>
                    <a:pt x="2722" y="20421"/>
                    <a:pt x="2722" y="20421"/>
                  </a:cubicBezTo>
                  <a:cubicBezTo>
                    <a:pt x="2813" y="20421"/>
                    <a:pt x="2813" y="20421"/>
                    <a:pt x="2813" y="20421"/>
                  </a:cubicBezTo>
                  <a:cubicBezTo>
                    <a:pt x="2904" y="20421"/>
                    <a:pt x="2904" y="20421"/>
                    <a:pt x="2904" y="20421"/>
                  </a:cubicBezTo>
                  <a:close/>
                  <a:moveTo>
                    <a:pt x="3357" y="20421"/>
                  </a:moveTo>
                  <a:cubicBezTo>
                    <a:pt x="3357" y="20290"/>
                    <a:pt x="3357" y="20290"/>
                    <a:pt x="3357" y="20290"/>
                  </a:cubicBezTo>
                  <a:cubicBezTo>
                    <a:pt x="3267" y="20290"/>
                    <a:pt x="3267" y="20290"/>
                    <a:pt x="3267" y="20290"/>
                  </a:cubicBezTo>
                  <a:cubicBezTo>
                    <a:pt x="3357" y="20421"/>
                    <a:pt x="3357" y="20421"/>
                    <a:pt x="3357" y="20421"/>
                  </a:cubicBezTo>
                  <a:close/>
                  <a:moveTo>
                    <a:pt x="3630" y="20159"/>
                  </a:moveTo>
                  <a:cubicBezTo>
                    <a:pt x="3539" y="20159"/>
                    <a:pt x="3539" y="20159"/>
                    <a:pt x="3539" y="20159"/>
                  </a:cubicBezTo>
                  <a:cubicBezTo>
                    <a:pt x="3539" y="20159"/>
                    <a:pt x="3539" y="20159"/>
                    <a:pt x="3539" y="20159"/>
                  </a:cubicBezTo>
                  <a:cubicBezTo>
                    <a:pt x="3539" y="20290"/>
                    <a:pt x="3539" y="20290"/>
                    <a:pt x="3539" y="20290"/>
                  </a:cubicBezTo>
                  <a:cubicBezTo>
                    <a:pt x="3630" y="20159"/>
                    <a:pt x="3630" y="20159"/>
                    <a:pt x="3630" y="20159"/>
                  </a:cubicBezTo>
                  <a:cubicBezTo>
                    <a:pt x="3630" y="20159"/>
                    <a:pt x="3630" y="20159"/>
                    <a:pt x="3630" y="20159"/>
                  </a:cubicBezTo>
                  <a:close/>
                  <a:moveTo>
                    <a:pt x="3902" y="20159"/>
                  </a:moveTo>
                  <a:cubicBezTo>
                    <a:pt x="3811" y="20159"/>
                    <a:pt x="3811" y="20159"/>
                    <a:pt x="3811" y="20159"/>
                  </a:cubicBezTo>
                  <a:cubicBezTo>
                    <a:pt x="3721" y="20159"/>
                    <a:pt x="3721" y="20159"/>
                    <a:pt x="3721" y="20159"/>
                  </a:cubicBezTo>
                  <a:cubicBezTo>
                    <a:pt x="3811" y="20159"/>
                    <a:pt x="3811" y="20159"/>
                    <a:pt x="3811" y="20159"/>
                  </a:cubicBezTo>
                  <a:cubicBezTo>
                    <a:pt x="3902" y="20159"/>
                    <a:pt x="3902" y="20159"/>
                    <a:pt x="3902" y="20159"/>
                  </a:cubicBezTo>
                  <a:close/>
                  <a:moveTo>
                    <a:pt x="3902" y="20029"/>
                  </a:moveTo>
                  <a:cubicBezTo>
                    <a:pt x="3902" y="19898"/>
                    <a:pt x="3902" y="19898"/>
                    <a:pt x="3902" y="19898"/>
                  </a:cubicBezTo>
                  <a:cubicBezTo>
                    <a:pt x="3811" y="20029"/>
                    <a:pt x="3811" y="20029"/>
                    <a:pt x="3811" y="20029"/>
                  </a:cubicBezTo>
                  <a:cubicBezTo>
                    <a:pt x="3902" y="20029"/>
                    <a:pt x="3902" y="20029"/>
                    <a:pt x="3902" y="20029"/>
                  </a:cubicBezTo>
                  <a:close/>
                  <a:moveTo>
                    <a:pt x="3902" y="20029"/>
                  </a:moveTo>
                  <a:cubicBezTo>
                    <a:pt x="3993" y="20159"/>
                    <a:pt x="3993" y="20159"/>
                    <a:pt x="3993" y="20159"/>
                  </a:cubicBezTo>
                  <a:cubicBezTo>
                    <a:pt x="3993" y="20029"/>
                    <a:pt x="3993" y="20029"/>
                    <a:pt x="3993" y="20029"/>
                  </a:cubicBezTo>
                  <a:cubicBezTo>
                    <a:pt x="3993" y="20029"/>
                    <a:pt x="3993" y="20029"/>
                    <a:pt x="3993" y="20029"/>
                  </a:cubicBezTo>
                  <a:cubicBezTo>
                    <a:pt x="3902" y="20029"/>
                    <a:pt x="3902" y="20029"/>
                    <a:pt x="3902" y="20029"/>
                  </a:cubicBezTo>
                  <a:close/>
                  <a:moveTo>
                    <a:pt x="4810" y="19505"/>
                  </a:moveTo>
                  <a:cubicBezTo>
                    <a:pt x="4900" y="19636"/>
                    <a:pt x="4900" y="19636"/>
                    <a:pt x="4900" y="19636"/>
                  </a:cubicBezTo>
                  <a:cubicBezTo>
                    <a:pt x="4900" y="19636"/>
                    <a:pt x="4900" y="19636"/>
                    <a:pt x="4900" y="19636"/>
                  </a:cubicBezTo>
                  <a:cubicBezTo>
                    <a:pt x="4810" y="19636"/>
                    <a:pt x="4810" y="19636"/>
                    <a:pt x="4810" y="19636"/>
                  </a:cubicBezTo>
                  <a:cubicBezTo>
                    <a:pt x="4810" y="19767"/>
                    <a:pt x="4810" y="19767"/>
                    <a:pt x="4810" y="19767"/>
                  </a:cubicBezTo>
                  <a:cubicBezTo>
                    <a:pt x="4719" y="19898"/>
                    <a:pt x="4719" y="19898"/>
                    <a:pt x="4719" y="19898"/>
                  </a:cubicBezTo>
                  <a:cubicBezTo>
                    <a:pt x="4537" y="20029"/>
                    <a:pt x="4537" y="20029"/>
                    <a:pt x="4537" y="20029"/>
                  </a:cubicBezTo>
                  <a:cubicBezTo>
                    <a:pt x="4447" y="20029"/>
                    <a:pt x="4447" y="20029"/>
                    <a:pt x="4447" y="20029"/>
                  </a:cubicBezTo>
                  <a:cubicBezTo>
                    <a:pt x="4356" y="20159"/>
                    <a:pt x="4356" y="20159"/>
                    <a:pt x="4356" y="20159"/>
                  </a:cubicBezTo>
                  <a:cubicBezTo>
                    <a:pt x="4174" y="20159"/>
                    <a:pt x="4174" y="20159"/>
                    <a:pt x="4174" y="20159"/>
                  </a:cubicBezTo>
                  <a:cubicBezTo>
                    <a:pt x="4265" y="20029"/>
                    <a:pt x="4265" y="20029"/>
                    <a:pt x="4265" y="20029"/>
                  </a:cubicBezTo>
                  <a:cubicBezTo>
                    <a:pt x="4356" y="20029"/>
                    <a:pt x="4356" y="20029"/>
                    <a:pt x="4356" y="20029"/>
                  </a:cubicBezTo>
                  <a:cubicBezTo>
                    <a:pt x="4356" y="19898"/>
                    <a:pt x="4356" y="19898"/>
                    <a:pt x="4356" y="19898"/>
                  </a:cubicBezTo>
                  <a:cubicBezTo>
                    <a:pt x="4447" y="19898"/>
                    <a:pt x="4447" y="19898"/>
                    <a:pt x="4447" y="19898"/>
                  </a:cubicBezTo>
                  <a:cubicBezTo>
                    <a:pt x="4447" y="19898"/>
                    <a:pt x="4447" y="19898"/>
                    <a:pt x="4447" y="19898"/>
                  </a:cubicBezTo>
                  <a:cubicBezTo>
                    <a:pt x="4537" y="19767"/>
                    <a:pt x="4537" y="19767"/>
                    <a:pt x="4537" y="19767"/>
                  </a:cubicBezTo>
                  <a:cubicBezTo>
                    <a:pt x="4628" y="19767"/>
                    <a:pt x="4628" y="19767"/>
                    <a:pt x="4628" y="19767"/>
                  </a:cubicBezTo>
                  <a:cubicBezTo>
                    <a:pt x="4628" y="19636"/>
                    <a:pt x="4628" y="19636"/>
                    <a:pt x="4628" y="19636"/>
                  </a:cubicBezTo>
                  <a:cubicBezTo>
                    <a:pt x="4628" y="19636"/>
                    <a:pt x="4628" y="19636"/>
                    <a:pt x="4628" y="19636"/>
                  </a:cubicBezTo>
                  <a:cubicBezTo>
                    <a:pt x="4719" y="19505"/>
                    <a:pt x="4719" y="19505"/>
                    <a:pt x="4719" y="19505"/>
                  </a:cubicBezTo>
                  <a:cubicBezTo>
                    <a:pt x="4719" y="19505"/>
                    <a:pt x="4810" y="19505"/>
                    <a:pt x="4810" y="19505"/>
                  </a:cubicBezTo>
                  <a:close/>
                  <a:moveTo>
                    <a:pt x="5536" y="19112"/>
                  </a:moveTo>
                  <a:cubicBezTo>
                    <a:pt x="5445" y="19112"/>
                    <a:pt x="5445" y="19112"/>
                    <a:pt x="5445" y="19112"/>
                  </a:cubicBezTo>
                  <a:cubicBezTo>
                    <a:pt x="5354" y="19243"/>
                    <a:pt x="5354" y="19243"/>
                    <a:pt x="5354" y="19243"/>
                  </a:cubicBezTo>
                  <a:cubicBezTo>
                    <a:pt x="5354" y="19374"/>
                    <a:pt x="5354" y="19374"/>
                    <a:pt x="5354" y="19374"/>
                  </a:cubicBezTo>
                  <a:cubicBezTo>
                    <a:pt x="5445" y="19374"/>
                    <a:pt x="5445" y="19374"/>
                    <a:pt x="5445" y="19374"/>
                  </a:cubicBezTo>
                  <a:cubicBezTo>
                    <a:pt x="5354" y="19505"/>
                    <a:pt x="5354" y="19505"/>
                    <a:pt x="5354" y="19505"/>
                  </a:cubicBezTo>
                  <a:cubicBezTo>
                    <a:pt x="5354" y="19374"/>
                    <a:pt x="5354" y="19374"/>
                    <a:pt x="5354" y="19374"/>
                  </a:cubicBezTo>
                  <a:cubicBezTo>
                    <a:pt x="5263" y="19505"/>
                    <a:pt x="5263" y="19505"/>
                    <a:pt x="5263" y="19505"/>
                  </a:cubicBezTo>
                  <a:cubicBezTo>
                    <a:pt x="5263" y="19505"/>
                    <a:pt x="5263" y="19505"/>
                    <a:pt x="5263" y="19505"/>
                  </a:cubicBezTo>
                  <a:cubicBezTo>
                    <a:pt x="5173" y="19505"/>
                    <a:pt x="5173" y="19505"/>
                    <a:pt x="5173" y="19505"/>
                  </a:cubicBezTo>
                  <a:cubicBezTo>
                    <a:pt x="5173" y="19636"/>
                    <a:pt x="5173" y="19636"/>
                    <a:pt x="5173" y="19636"/>
                  </a:cubicBezTo>
                  <a:cubicBezTo>
                    <a:pt x="5082" y="19636"/>
                    <a:pt x="5082" y="19636"/>
                    <a:pt x="5082" y="19636"/>
                  </a:cubicBezTo>
                  <a:cubicBezTo>
                    <a:pt x="4991" y="19767"/>
                    <a:pt x="4991" y="19767"/>
                    <a:pt x="4991" y="19767"/>
                  </a:cubicBezTo>
                  <a:cubicBezTo>
                    <a:pt x="4900" y="19767"/>
                    <a:pt x="4900" y="19767"/>
                    <a:pt x="4900" y="19767"/>
                  </a:cubicBezTo>
                  <a:cubicBezTo>
                    <a:pt x="4900" y="19767"/>
                    <a:pt x="4900" y="19767"/>
                    <a:pt x="4900" y="19767"/>
                  </a:cubicBezTo>
                  <a:cubicBezTo>
                    <a:pt x="4900" y="19898"/>
                    <a:pt x="4900" y="19898"/>
                    <a:pt x="4900" y="19898"/>
                  </a:cubicBezTo>
                  <a:cubicBezTo>
                    <a:pt x="5082" y="19898"/>
                    <a:pt x="5082" y="19898"/>
                    <a:pt x="5082" y="19898"/>
                  </a:cubicBezTo>
                  <a:cubicBezTo>
                    <a:pt x="5173" y="19767"/>
                    <a:pt x="5173" y="19767"/>
                    <a:pt x="5173" y="19767"/>
                  </a:cubicBezTo>
                  <a:cubicBezTo>
                    <a:pt x="5263" y="19636"/>
                    <a:pt x="5263" y="19636"/>
                    <a:pt x="5263" y="19636"/>
                  </a:cubicBezTo>
                  <a:cubicBezTo>
                    <a:pt x="5263" y="19767"/>
                    <a:pt x="5263" y="19767"/>
                    <a:pt x="5263" y="19767"/>
                  </a:cubicBezTo>
                  <a:cubicBezTo>
                    <a:pt x="5263" y="19767"/>
                    <a:pt x="5263" y="19767"/>
                    <a:pt x="5263" y="19767"/>
                  </a:cubicBezTo>
                  <a:cubicBezTo>
                    <a:pt x="5354" y="19636"/>
                    <a:pt x="5354" y="19636"/>
                    <a:pt x="5354" y="19636"/>
                  </a:cubicBezTo>
                  <a:cubicBezTo>
                    <a:pt x="5354" y="19636"/>
                    <a:pt x="5354" y="19636"/>
                    <a:pt x="5354" y="19636"/>
                  </a:cubicBezTo>
                  <a:cubicBezTo>
                    <a:pt x="5445" y="19636"/>
                    <a:pt x="5445" y="19636"/>
                    <a:pt x="5445" y="19636"/>
                  </a:cubicBezTo>
                  <a:cubicBezTo>
                    <a:pt x="5445" y="19636"/>
                    <a:pt x="5445" y="19636"/>
                    <a:pt x="5445" y="19636"/>
                  </a:cubicBezTo>
                  <a:cubicBezTo>
                    <a:pt x="5445" y="19636"/>
                    <a:pt x="5445" y="19636"/>
                    <a:pt x="5445" y="19636"/>
                  </a:cubicBezTo>
                  <a:cubicBezTo>
                    <a:pt x="5536" y="19505"/>
                    <a:pt x="5536" y="19505"/>
                    <a:pt x="5536" y="19505"/>
                  </a:cubicBezTo>
                  <a:cubicBezTo>
                    <a:pt x="5626" y="19505"/>
                    <a:pt x="5626" y="19505"/>
                    <a:pt x="5626" y="19505"/>
                  </a:cubicBezTo>
                  <a:cubicBezTo>
                    <a:pt x="5626" y="19505"/>
                    <a:pt x="5626" y="19505"/>
                    <a:pt x="5626" y="19505"/>
                  </a:cubicBezTo>
                  <a:cubicBezTo>
                    <a:pt x="5536" y="19374"/>
                    <a:pt x="5536" y="19374"/>
                    <a:pt x="5536" y="19374"/>
                  </a:cubicBezTo>
                  <a:cubicBezTo>
                    <a:pt x="5626" y="19374"/>
                    <a:pt x="5626" y="19374"/>
                    <a:pt x="5626" y="19374"/>
                  </a:cubicBezTo>
                  <a:cubicBezTo>
                    <a:pt x="5626" y="19243"/>
                    <a:pt x="5626" y="19243"/>
                    <a:pt x="5626" y="19243"/>
                  </a:cubicBezTo>
                  <a:cubicBezTo>
                    <a:pt x="5536" y="19243"/>
                    <a:pt x="5536" y="19243"/>
                    <a:pt x="5536" y="19243"/>
                  </a:cubicBezTo>
                  <a:cubicBezTo>
                    <a:pt x="5536" y="19112"/>
                    <a:pt x="5536" y="19112"/>
                    <a:pt x="5536" y="19112"/>
                  </a:cubicBezTo>
                  <a:close/>
                  <a:moveTo>
                    <a:pt x="5808" y="19374"/>
                  </a:moveTo>
                  <a:cubicBezTo>
                    <a:pt x="5717" y="19243"/>
                    <a:pt x="5717" y="19243"/>
                    <a:pt x="5717" y="19243"/>
                  </a:cubicBezTo>
                  <a:cubicBezTo>
                    <a:pt x="5717" y="19243"/>
                    <a:pt x="5717" y="19243"/>
                    <a:pt x="5717" y="19243"/>
                  </a:cubicBezTo>
                  <a:cubicBezTo>
                    <a:pt x="5717" y="19243"/>
                    <a:pt x="5717" y="19243"/>
                    <a:pt x="5717" y="19243"/>
                  </a:cubicBezTo>
                  <a:cubicBezTo>
                    <a:pt x="5808" y="19374"/>
                    <a:pt x="5808" y="19374"/>
                    <a:pt x="5808" y="19374"/>
                  </a:cubicBezTo>
                  <a:close/>
                  <a:moveTo>
                    <a:pt x="6171" y="19243"/>
                  </a:moveTo>
                  <a:cubicBezTo>
                    <a:pt x="6171" y="19243"/>
                    <a:pt x="6171" y="19243"/>
                    <a:pt x="6171" y="19243"/>
                  </a:cubicBezTo>
                  <a:cubicBezTo>
                    <a:pt x="6262" y="19243"/>
                    <a:pt x="6262" y="19243"/>
                    <a:pt x="6262" y="19243"/>
                  </a:cubicBezTo>
                  <a:cubicBezTo>
                    <a:pt x="6262" y="19243"/>
                    <a:pt x="6262" y="19243"/>
                    <a:pt x="6262" y="19243"/>
                  </a:cubicBezTo>
                  <a:cubicBezTo>
                    <a:pt x="6171" y="19243"/>
                    <a:pt x="6171" y="19243"/>
                    <a:pt x="6171" y="19243"/>
                  </a:cubicBezTo>
                  <a:cubicBezTo>
                    <a:pt x="6171" y="19243"/>
                    <a:pt x="6171" y="19243"/>
                    <a:pt x="6171" y="19243"/>
                  </a:cubicBezTo>
                  <a:close/>
                  <a:moveTo>
                    <a:pt x="5989" y="19243"/>
                  </a:moveTo>
                  <a:cubicBezTo>
                    <a:pt x="6080" y="19243"/>
                    <a:pt x="6080" y="19243"/>
                    <a:pt x="6080" y="19243"/>
                  </a:cubicBezTo>
                  <a:cubicBezTo>
                    <a:pt x="6080" y="19243"/>
                    <a:pt x="6080" y="19243"/>
                    <a:pt x="6080" y="19243"/>
                  </a:cubicBezTo>
                  <a:cubicBezTo>
                    <a:pt x="5989" y="19243"/>
                    <a:pt x="5989" y="19243"/>
                    <a:pt x="5989" y="19243"/>
                  </a:cubicBezTo>
                  <a:close/>
                  <a:moveTo>
                    <a:pt x="5989" y="19112"/>
                  </a:moveTo>
                  <a:cubicBezTo>
                    <a:pt x="5989" y="19112"/>
                    <a:pt x="5989" y="19112"/>
                    <a:pt x="5989" y="19112"/>
                  </a:cubicBezTo>
                  <a:cubicBezTo>
                    <a:pt x="5989" y="18981"/>
                    <a:pt x="5989" y="18981"/>
                    <a:pt x="5989" y="18981"/>
                  </a:cubicBezTo>
                  <a:cubicBezTo>
                    <a:pt x="5989" y="18981"/>
                    <a:pt x="5989" y="18981"/>
                    <a:pt x="5989" y="18981"/>
                  </a:cubicBezTo>
                  <a:cubicBezTo>
                    <a:pt x="6080" y="19112"/>
                    <a:pt x="6080" y="19112"/>
                    <a:pt x="6080" y="19112"/>
                  </a:cubicBezTo>
                  <a:cubicBezTo>
                    <a:pt x="5989" y="19112"/>
                    <a:pt x="5989" y="19112"/>
                    <a:pt x="5989" y="19112"/>
                  </a:cubicBezTo>
                  <a:close/>
                  <a:moveTo>
                    <a:pt x="5899" y="19112"/>
                  </a:moveTo>
                  <a:cubicBezTo>
                    <a:pt x="5808" y="19112"/>
                    <a:pt x="5808" y="19112"/>
                    <a:pt x="5808" y="19112"/>
                  </a:cubicBezTo>
                  <a:cubicBezTo>
                    <a:pt x="5808" y="19112"/>
                    <a:pt x="5808" y="19112"/>
                    <a:pt x="5808" y="19112"/>
                  </a:cubicBezTo>
                  <a:cubicBezTo>
                    <a:pt x="5808" y="19243"/>
                    <a:pt x="5808" y="19243"/>
                    <a:pt x="5808" y="19243"/>
                  </a:cubicBezTo>
                  <a:cubicBezTo>
                    <a:pt x="5899" y="19243"/>
                    <a:pt x="5899" y="19243"/>
                    <a:pt x="5899" y="19243"/>
                  </a:cubicBezTo>
                  <a:cubicBezTo>
                    <a:pt x="5899" y="19112"/>
                    <a:pt x="5899" y="19112"/>
                    <a:pt x="5899" y="19112"/>
                  </a:cubicBezTo>
                  <a:cubicBezTo>
                    <a:pt x="5899" y="19112"/>
                    <a:pt x="5899" y="19112"/>
                    <a:pt x="5899" y="19112"/>
                  </a:cubicBezTo>
                  <a:cubicBezTo>
                    <a:pt x="5899" y="19112"/>
                    <a:pt x="5899" y="19112"/>
                    <a:pt x="5899" y="19112"/>
                  </a:cubicBezTo>
                  <a:close/>
                  <a:moveTo>
                    <a:pt x="9529" y="14792"/>
                  </a:moveTo>
                  <a:cubicBezTo>
                    <a:pt x="9529" y="14792"/>
                    <a:pt x="9529" y="14792"/>
                    <a:pt x="9529" y="14792"/>
                  </a:cubicBezTo>
                  <a:cubicBezTo>
                    <a:pt x="9620" y="14661"/>
                    <a:pt x="9620" y="14661"/>
                    <a:pt x="9620" y="14661"/>
                  </a:cubicBezTo>
                  <a:cubicBezTo>
                    <a:pt x="9620" y="14792"/>
                    <a:pt x="9620" y="14792"/>
                    <a:pt x="9620" y="14792"/>
                  </a:cubicBezTo>
                  <a:cubicBezTo>
                    <a:pt x="9529" y="14792"/>
                    <a:pt x="9529" y="14792"/>
                    <a:pt x="9529" y="14792"/>
                  </a:cubicBezTo>
                  <a:close/>
                  <a:moveTo>
                    <a:pt x="9438" y="14792"/>
                  </a:moveTo>
                  <a:cubicBezTo>
                    <a:pt x="9347" y="14792"/>
                    <a:pt x="9347" y="14792"/>
                    <a:pt x="9347" y="14792"/>
                  </a:cubicBezTo>
                  <a:cubicBezTo>
                    <a:pt x="9347" y="14661"/>
                    <a:pt x="9347" y="14661"/>
                    <a:pt x="9347" y="14661"/>
                  </a:cubicBezTo>
                  <a:cubicBezTo>
                    <a:pt x="9438" y="14661"/>
                    <a:pt x="9438" y="14661"/>
                    <a:pt x="9438" y="14661"/>
                  </a:cubicBezTo>
                  <a:cubicBezTo>
                    <a:pt x="9529" y="14530"/>
                    <a:pt x="9529" y="14530"/>
                    <a:pt x="9529" y="14530"/>
                  </a:cubicBezTo>
                  <a:cubicBezTo>
                    <a:pt x="9529" y="14661"/>
                    <a:pt x="9529" y="14661"/>
                    <a:pt x="9529" y="14661"/>
                  </a:cubicBezTo>
                  <a:cubicBezTo>
                    <a:pt x="9438" y="14792"/>
                    <a:pt x="9438" y="14792"/>
                    <a:pt x="9438" y="14792"/>
                  </a:cubicBezTo>
                  <a:cubicBezTo>
                    <a:pt x="9438" y="14792"/>
                    <a:pt x="9438" y="14792"/>
                    <a:pt x="9438" y="14792"/>
                  </a:cubicBezTo>
                  <a:close/>
                  <a:moveTo>
                    <a:pt x="6352" y="18850"/>
                  </a:moveTo>
                  <a:cubicBezTo>
                    <a:pt x="6352" y="18719"/>
                    <a:pt x="6352" y="18719"/>
                    <a:pt x="6352" y="18719"/>
                  </a:cubicBezTo>
                  <a:cubicBezTo>
                    <a:pt x="6352" y="18719"/>
                    <a:pt x="6352" y="18719"/>
                    <a:pt x="6352" y="18719"/>
                  </a:cubicBezTo>
                  <a:cubicBezTo>
                    <a:pt x="6443" y="18719"/>
                    <a:pt x="6443" y="18719"/>
                    <a:pt x="6443" y="18719"/>
                  </a:cubicBezTo>
                  <a:cubicBezTo>
                    <a:pt x="6534" y="18589"/>
                    <a:pt x="6534" y="18589"/>
                    <a:pt x="6534" y="18589"/>
                  </a:cubicBezTo>
                  <a:cubicBezTo>
                    <a:pt x="6534" y="18589"/>
                    <a:pt x="6534" y="18589"/>
                    <a:pt x="6534" y="18589"/>
                  </a:cubicBezTo>
                  <a:cubicBezTo>
                    <a:pt x="6625" y="18458"/>
                    <a:pt x="6625" y="18458"/>
                    <a:pt x="6625" y="18458"/>
                  </a:cubicBezTo>
                  <a:cubicBezTo>
                    <a:pt x="6625" y="18458"/>
                    <a:pt x="6625" y="18458"/>
                    <a:pt x="6625" y="18458"/>
                  </a:cubicBezTo>
                  <a:cubicBezTo>
                    <a:pt x="6715" y="18458"/>
                    <a:pt x="6715" y="18458"/>
                    <a:pt x="6715" y="18458"/>
                  </a:cubicBezTo>
                  <a:cubicBezTo>
                    <a:pt x="6715" y="18458"/>
                    <a:pt x="6715" y="18458"/>
                    <a:pt x="6715" y="18458"/>
                  </a:cubicBezTo>
                  <a:cubicBezTo>
                    <a:pt x="6806" y="18458"/>
                    <a:pt x="6806" y="18458"/>
                    <a:pt x="6806" y="18458"/>
                  </a:cubicBezTo>
                  <a:cubicBezTo>
                    <a:pt x="6897" y="18458"/>
                    <a:pt x="6897" y="18458"/>
                    <a:pt x="6897" y="18458"/>
                  </a:cubicBezTo>
                  <a:cubicBezTo>
                    <a:pt x="6897" y="18458"/>
                    <a:pt x="6897" y="18458"/>
                    <a:pt x="6897" y="18458"/>
                  </a:cubicBezTo>
                  <a:cubicBezTo>
                    <a:pt x="6988" y="18458"/>
                    <a:pt x="6988" y="18458"/>
                    <a:pt x="6988" y="18458"/>
                  </a:cubicBezTo>
                  <a:cubicBezTo>
                    <a:pt x="7078" y="18458"/>
                    <a:pt x="7078" y="18458"/>
                    <a:pt x="7078" y="18458"/>
                  </a:cubicBezTo>
                  <a:cubicBezTo>
                    <a:pt x="6988" y="18589"/>
                    <a:pt x="6988" y="18589"/>
                    <a:pt x="6988" y="18589"/>
                  </a:cubicBezTo>
                  <a:cubicBezTo>
                    <a:pt x="7078" y="18719"/>
                    <a:pt x="7078" y="18719"/>
                    <a:pt x="7078" y="18719"/>
                  </a:cubicBezTo>
                  <a:cubicBezTo>
                    <a:pt x="7078" y="18719"/>
                    <a:pt x="7078" y="18719"/>
                    <a:pt x="7078" y="18719"/>
                  </a:cubicBezTo>
                  <a:cubicBezTo>
                    <a:pt x="6988" y="18719"/>
                    <a:pt x="6988" y="18719"/>
                    <a:pt x="6988" y="18719"/>
                  </a:cubicBezTo>
                  <a:cubicBezTo>
                    <a:pt x="6988" y="18850"/>
                    <a:pt x="6988" y="18850"/>
                    <a:pt x="6988" y="18850"/>
                  </a:cubicBezTo>
                  <a:cubicBezTo>
                    <a:pt x="6806" y="18850"/>
                    <a:pt x="6806" y="18850"/>
                    <a:pt x="6806" y="18850"/>
                  </a:cubicBezTo>
                  <a:cubicBezTo>
                    <a:pt x="6715" y="18850"/>
                    <a:pt x="6715" y="18850"/>
                    <a:pt x="6715" y="18850"/>
                  </a:cubicBezTo>
                  <a:cubicBezTo>
                    <a:pt x="6625" y="18850"/>
                    <a:pt x="6625" y="18850"/>
                    <a:pt x="6625" y="18850"/>
                  </a:cubicBezTo>
                  <a:cubicBezTo>
                    <a:pt x="6534" y="18981"/>
                    <a:pt x="6534" y="18981"/>
                    <a:pt x="6534" y="18981"/>
                  </a:cubicBezTo>
                  <a:cubicBezTo>
                    <a:pt x="6443" y="18981"/>
                    <a:pt x="6443" y="18981"/>
                    <a:pt x="6443" y="18981"/>
                  </a:cubicBezTo>
                  <a:cubicBezTo>
                    <a:pt x="6443" y="18981"/>
                    <a:pt x="6443" y="18981"/>
                    <a:pt x="6443" y="18981"/>
                  </a:cubicBezTo>
                  <a:cubicBezTo>
                    <a:pt x="6352" y="18850"/>
                    <a:pt x="6352" y="18850"/>
                    <a:pt x="6352" y="18850"/>
                  </a:cubicBez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0" name="AutoShape 12"/>
            <p:cNvSpPr>
              <a:spLocks/>
            </p:cNvSpPr>
            <p:nvPr/>
          </p:nvSpPr>
          <p:spPr bwMode="auto">
            <a:xfrm>
              <a:off x="5597294" y="6259481"/>
              <a:ext cx="12712" cy="12704"/>
            </a:xfrm>
            <a:custGeom>
              <a:avLst/>
              <a:gdLst>
                <a:gd name="T0" fmla="*/ 6356 w 21600"/>
                <a:gd name="T1" fmla="*/ 6352 h 21600"/>
                <a:gd name="T2" fmla="*/ 6356 w 21600"/>
                <a:gd name="T3" fmla="*/ 6352 h 21600"/>
                <a:gd name="T4" fmla="*/ 6356 w 21600"/>
                <a:gd name="T5" fmla="*/ 6352 h 21600"/>
                <a:gd name="T6" fmla="*/ 6356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1" name="AutoShape 13"/>
            <p:cNvSpPr>
              <a:spLocks/>
            </p:cNvSpPr>
            <p:nvPr/>
          </p:nvSpPr>
          <p:spPr bwMode="auto">
            <a:xfrm>
              <a:off x="5791038" y="6314888"/>
              <a:ext cx="149111" cy="58874"/>
            </a:xfrm>
            <a:custGeom>
              <a:avLst/>
              <a:gdLst>
                <a:gd name="T0" fmla="*/ 74556 w 21600"/>
                <a:gd name="T1" fmla="*/ 29437 h 21600"/>
                <a:gd name="T2" fmla="*/ 74556 w 21600"/>
                <a:gd name="T3" fmla="*/ 29437 h 21600"/>
                <a:gd name="T4" fmla="*/ 74556 w 21600"/>
                <a:gd name="T5" fmla="*/ 29437 h 21600"/>
                <a:gd name="T6" fmla="*/ 74556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0"/>
                  </a:moveTo>
                  <a:lnTo>
                    <a:pt x="15178" y="0"/>
                  </a:lnTo>
                  <a:lnTo>
                    <a:pt x="16929" y="5759"/>
                  </a:lnTo>
                  <a:lnTo>
                    <a:pt x="19264" y="11519"/>
                  </a:lnTo>
                  <a:lnTo>
                    <a:pt x="21599" y="11519"/>
                  </a:lnTo>
                  <a:lnTo>
                    <a:pt x="21599" y="17279"/>
                  </a:lnTo>
                  <a:lnTo>
                    <a:pt x="16929" y="17279"/>
                  </a:lnTo>
                  <a:lnTo>
                    <a:pt x="16929" y="11519"/>
                  </a:lnTo>
                  <a:lnTo>
                    <a:pt x="15178" y="17279"/>
                  </a:lnTo>
                  <a:lnTo>
                    <a:pt x="12843" y="17279"/>
                  </a:lnTo>
                  <a:lnTo>
                    <a:pt x="12843" y="21600"/>
                  </a:lnTo>
                  <a:lnTo>
                    <a:pt x="10508" y="21600"/>
                  </a:lnTo>
                  <a:lnTo>
                    <a:pt x="8172" y="17279"/>
                  </a:lnTo>
                  <a:lnTo>
                    <a:pt x="4086" y="17279"/>
                  </a:lnTo>
                  <a:lnTo>
                    <a:pt x="4086" y="11519"/>
                  </a:lnTo>
                  <a:lnTo>
                    <a:pt x="1751" y="5759"/>
                  </a:lnTo>
                  <a:lnTo>
                    <a:pt x="1751" y="11519"/>
                  </a:lnTo>
                  <a:lnTo>
                    <a:pt x="0" y="5759"/>
                  </a:lnTo>
                  <a:lnTo>
                    <a:pt x="0" y="0"/>
                  </a:lnTo>
                  <a:lnTo>
                    <a:pt x="1751"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2" name="AutoShape 14"/>
            <p:cNvSpPr>
              <a:spLocks/>
            </p:cNvSpPr>
            <p:nvPr/>
          </p:nvSpPr>
          <p:spPr bwMode="auto">
            <a:xfrm>
              <a:off x="6044922" y="6212847"/>
              <a:ext cx="193438" cy="133440"/>
            </a:xfrm>
            <a:custGeom>
              <a:avLst/>
              <a:gdLst>
                <a:gd name="T0" fmla="*/ 96719 w 21600"/>
                <a:gd name="T1" fmla="*/ 66720 h 21600"/>
                <a:gd name="T2" fmla="*/ 96719 w 21600"/>
                <a:gd name="T3" fmla="*/ 66720 h 21600"/>
                <a:gd name="T4" fmla="*/ 96719 w 21600"/>
                <a:gd name="T5" fmla="*/ 66720 h 21600"/>
                <a:gd name="T6" fmla="*/ 96719 w 21600"/>
                <a:gd name="T7" fmla="*/ 667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21600"/>
                  </a:moveTo>
                  <a:cubicBezTo>
                    <a:pt x="18276" y="19199"/>
                    <a:pt x="18276" y="19199"/>
                    <a:pt x="18276" y="19199"/>
                  </a:cubicBezTo>
                  <a:cubicBezTo>
                    <a:pt x="19938" y="16800"/>
                    <a:pt x="19938" y="16800"/>
                    <a:pt x="19938" y="16800"/>
                  </a:cubicBezTo>
                  <a:cubicBezTo>
                    <a:pt x="19938" y="16800"/>
                    <a:pt x="19938" y="16800"/>
                    <a:pt x="19938" y="16800"/>
                  </a:cubicBezTo>
                  <a:cubicBezTo>
                    <a:pt x="19938" y="14399"/>
                    <a:pt x="19938" y="14399"/>
                    <a:pt x="19938" y="14399"/>
                  </a:cubicBezTo>
                  <a:cubicBezTo>
                    <a:pt x="19938" y="11999"/>
                    <a:pt x="19938" y="11999"/>
                    <a:pt x="19938" y="11999"/>
                  </a:cubicBezTo>
                  <a:cubicBezTo>
                    <a:pt x="19938" y="11999"/>
                    <a:pt x="19938" y="11999"/>
                    <a:pt x="19938" y="11999"/>
                  </a:cubicBezTo>
                  <a:cubicBezTo>
                    <a:pt x="21600" y="11999"/>
                    <a:pt x="21600" y="11999"/>
                    <a:pt x="21600" y="11999"/>
                  </a:cubicBezTo>
                  <a:cubicBezTo>
                    <a:pt x="21600" y="9599"/>
                    <a:pt x="21600" y="9599"/>
                    <a:pt x="21600" y="9599"/>
                  </a:cubicBezTo>
                  <a:cubicBezTo>
                    <a:pt x="19938" y="7199"/>
                    <a:pt x="19938" y="7199"/>
                    <a:pt x="19938" y="7199"/>
                  </a:cubicBezTo>
                  <a:cubicBezTo>
                    <a:pt x="21600" y="4799"/>
                    <a:pt x="21600" y="4799"/>
                    <a:pt x="21600" y="4799"/>
                  </a:cubicBezTo>
                  <a:cubicBezTo>
                    <a:pt x="21600" y="4799"/>
                    <a:pt x="21600" y="4799"/>
                    <a:pt x="21600" y="4799"/>
                  </a:cubicBezTo>
                  <a:cubicBezTo>
                    <a:pt x="21600" y="4799"/>
                    <a:pt x="21600" y="4799"/>
                    <a:pt x="21600" y="4799"/>
                  </a:cubicBezTo>
                  <a:cubicBezTo>
                    <a:pt x="19938" y="4799"/>
                    <a:pt x="19938" y="4799"/>
                    <a:pt x="19938" y="4799"/>
                  </a:cubicBezTo>
                  <a:cubicBezTo>
                    <a:pt x="18276" y="4799"/>
                    <a:pt x="18276" y="4799"/>
                    <a:pt x="18276" y="4799"/>
                  </a:cubicBezTo>
                  <a:cubicBezTo>
                    <a:pt x="16615" y="2399"/>
                    <a:pt x="16615" y="2399"/>
                    <a:pt x="16615" y="2399"/>
                  </a:cubicBezTo>
                  <a:cubicBezTo>
                    <a:pt x="14953" y="2399"/>
                    <a:pt x="14953" y="2399"/>
                    <a:pt x="14953" y="2399"/>
                  </a:cubicBezTo>
                  <a:cubicBezTo>
                    <a:pt x="13292" y="2399"/>
                    <a:pt x="13292" y="2399"/>
                    <a:pt x="13292" y="2399"/>
                  </a:cubicBezTo>
                  <a:cubicBezTo>
                    <a:pt x="11630" y="2399"/>
                    <a:pt x="11630" y="2399"/>
                    <a:pt x="11630" y="2399"/>
                  </a:cubicBezTo>
                  <a:cubicBezTo>
                    <a:pt x="9969" y="2399"/>
                    <a:pt x="9969" y="2399"/>
                    <a:pt x="9969" y="2399"/>
                  </a:cubicBezTo>
                  <a:cubicBezTo>
                    <a:pt x="8307" y="2399"/>
                    <a:pt x="8307" y="2399"/>
                    <a:pt x="8307" y="2399"/>
                  </a:cubicBezTo>
                  <a:cubicBezTo>
                    <a:pt x="8307" y="2399"/>
                    <a:pt x="9969" y="4799"/>
                    <a:pt x="9969" y="4799"/>
                  </a:cubicBezTo>
                  <a:cubicBezTo>
                    <a:pt x="14953" y="7199"/>
                    <a:pt x="14953" y="7199"/>
                    <a:pt x="14953" y="7199"/>
                  </a:cubicBezTo>
                  <a:cubicBezTo>
                    <a:pt x="13292" y="7199"/>
                    <a:pt x="13292" y="7199"/>
                    <a:pt x="13292" y="7199"/>
                  </a:cubicBezTo>
                  <a:cubicBezTo>
                    <a:pt x="14953" y="9599"/>
                    <a:pt x="14953" y="9599"/>
                    <a:pt x="14953" y="9599"/>
                  </a:cubicBezTo>
                  <a:cubicBezTo>
                    <a:pt x="13292" y="11999"/>
                    <a:pt x="13292" y="11999"/>
                    <a:pt x="13292" y="11999"/>
                  </a:cubicBezTo>
                  <a:cubicBezTo>
                    <a:pt x="14953" y="11999"/>
                    <a:pt x="14953" y="11999"/>
                    <a:pt x="14953" y="11999"/>
                  </a:cubicBezTo>
                  <a:cubicBezTo>
                    <a:pt x="16615" y="14399"/>
                    <a:pt x="16615" y="14399"/>
                    <a:pt x="16615" y="14399"/>
                  </a:cubicBezTo>
                  <a:cubicBezTo>
                    <a:pt x="18276" y="14399"/>
                    <a:pt x="18276" y="14399"/>
                    <a:pt x="18276" y="14399"/>
                  </a:cubicBezTo>
                  <a:cubicBezTo>
                    <a:pt x="16615" y="16800"/>
                    <a:pt x="16615" y="16800"/>
                    <a:pt x="16615" y="16800"/>
                  </a:cubicBezTo>
                  <a:cubicBezTo>
                    <a:pt x="13292" y="16800"/>
                    <a:pt x="13292" y="16800"/>
                    <a:pt x="13292" y="16800"/>
                  </a:cubicBezTo>
                  <a:cubicBezTo>
                    <a:pt x="13292" y="16800"/>
                    <a:pt x="13292" y="16800"/>
                    <a:pt x="13292" y="16800"/>
                  </a:cubicBezTo>
                  <a:cubicBezTo>
                    <a:pt x="11630" y="16800"/>
                    <a:pt x="11630" y="16800"/>
                    <a:pt x="11630" y="16800"/>
                  </a:cubicBezTo>
                  <a:cubicBezTo>
                    <a:pt x="9969" y="16800"/>
                    <a:pt x="9969" y="16800"/>
                    <a:pt x="9969" y="16800"/>
                  </a:cubicBezTo>
                  <a:cubicBezTo>
                    <a:pt x="8307" y="16800"/>
                    <a:pt x="8307" y="16800"/>
                    <a:pt x="8307" y="16800"/>
                  </a:cubicBezTo>
                  <a:cubicBezTo>
                    <a:pt x="6646" y="16800"/>
                    <a:pt x="6646" y="16800"/>
                    <a:pt x="6646" y="16800"/>
                  </a:cubicBezTo>
                  <a:cubicBezTo>
                    <a:pt x="6646" y="16800"/>
                    <a:pt x="6646" y="16800"/>
                    <a:pt x="6646" y="16800"/>
                  </a:cubicBezTo>
                  <a:cubicBezTo>
                    <a:pt x="6646" y="14399"/>
                    <a:pt x="6646" y="14399"/>
                    <a:pt x="6646" y="14399"/>
                  </a:cubicBezTo>
                  <a:cubicBezTo>
                    <a:pt x="3323" y="16800"/>
                    <a:pt x="3323" y="16800"/>
                    <a:pt x="3323" y="16800"/>
                  </a:cubicBezTo>
                  <a:cubicBezTo>
                    <a:pt x="3323" y="14399"/>
                    <a:pt x="3323" y="14399"/>
                    <a:pt x="3323" y="14399"/>
                  </a:cubicBezTo>
                  <a:cubicBezTo>
                    <a:pt x="1661" y="16800"/>
                    <a:pt x="1661" y="16800"/>
                    <a:pt x="1661" y="16800"/>
                  </a:cubicBezTo>
                  <a:cubicBezTo>
                    <a:pt x="0" y="16800"/>
                    <a:pt x="0" y="16800"/>
                    <a:pt x="0" y="16800"/>
                  </a:cubicBezTo>
                  <a:cubicBezTo>
                    <a:pt x="1661" y="19199"/>
                    <a:pt x="1661" y="19199"/>
                    <a:pt x="1661" y="19199"/>
                  </a:cubicBezTo>
                  <a:cubicBezTo>
                    <a:pt x="3323" y="19199"/>
                    <a:pt x="3323" y="19199"/>
                    <a:pt x="3323" y="19199"/>
                  </a:cubicBezTo>
                  <a:cubicBezTo>
                    <a:pt x="4984" y="21600"/>
                    <a:pt x="4984" y="21600"/>
                    <a:pt x="4984" y="21600"/>
                  </a:cubicBezTo>
                  <a:cubicBezTo>
                    <a:pt x="4984" y="21600"/>
                    <a:pt x="4984" y="21600"/>
                    <a:pt x="4984" y="21600"/>
                  </a:cubicBezTo>
                  <a:cubicBezTo>
                    <a:pt x="6646" y="19199"/>
                    <a:pt x="6646" y="19199"/>
                    <a:pt x="6646" y="19199"/>
                  </a:cubicBezTo>
                  <a:cubicBezTo>
                    <a:pt x="6646" y="19199"/>
                    <a:pt x="6646" y="19199"/>
                    <a:pt x="6646" y="19199"/>
                  </a:cubicBezTo>
                  <a:cubicBezTo>
                    <a:pt x="9969" y="19199"/>
                    <a:pt x="9969" y="19199"/>
                    <a:pt x="9969" y="19199"/>
                  </a:cubicBezTo>
                  <a:cubicBezTo>
                    <a:pt x="11630" y="19199"/>
                    <a:pt x="11630" y="19199"/>
                    <a:pt x="11630" y="19199"/>
                  </a:cubicBezTo>
                  <a:cubicBezTo>
                    <a:pt x="14953" y="21600"/>
                    <a:pt x="14953" y="21600"/>
                    <a:pt x="14953" y="21600"/>
                  </a:cubicBezTo>
                  <a:cubicBezTo>
                    <a:pt x="16615" y="19199"/>
                    <a:pt x="16615" y="19199"/>
                    <a:pt x="16615" y="19199"/>
                  </a:cubicBezTo>
                  <a:cubicBezTo>
                    <a:pt x="16615" y="21600"/>
                    <a:pt x="16615" y="21600"/>
                    <a:pt x="16615" y="21600"/>
                  </a:cubicBezTo>
                  <a:cubicBezTo>
                    <a:pt x="18276" y="21600"/>
                    <a:pt x="18276" y="21600"/>
                    <a:pt x="18276" y="21600"/>
                  </a:cubicBezTo>
                  <a:close/>
                  <a:moveTo>
                    <a:pt x="13292" y="0"/>
                  </a:moveTo>
                  <a:cubicBezTo>
                    <a:pt x="13292" y="0"/>
                    <a:pt x="13292" y="0"/>
                    <a:pt x="13292" y="0"/>
                  </a:cubicBezTo>
                  <a:cubicBezTo>
                    <a:pt x="16615" y="2399"/>
                    <a:pt x="16615" y="2399"/>
                    <a:pt x="16615" y="2399"/>
                  </a:cubicBezTo>
                  <a:cubicBezTo>
                    <a:pt x="13292" y="2399"/>
                    <a:pt x="13292" y="2399"/>
                    <a:pt x="13292" y="2399"/>
                  </a:cubicBezTo>
                  <a:cubicBezTo>
                    <a:pt x="13292" y="0"/>
                    <a:pt x="13292" y="0"/>
                    <a:pt x="13292" y="0"/>
                  </a:cubicBezTo>
                  <a:close/>
                  <a:moveTo>
                    <a:pt x="9969" y="11999"/>
                  </a:moveTo>
                  <a:cubicBezTo>
                    <a:pt x="11630" y="11999"/>
                    <a:pt x="11630" y="11999"/>
                    <a:pt x="11630" y="11999"/>
                  </a:cubicBezTo>
                  <a:cubicBezTo>
                    <a:pt x="13292" y="11999"/>
                    <a:pt x="13292" y="11999"/>
                    <a:pt x="13292" y="11999"/>
                  </a:cubicBezTo>
                  <a:cubicBezTo>
                    <a:pt x="13292" y="14399"/>
                    <a:pt x="13292" y="14399"/>
                    <a:pt x="13292" y="14399"/>
                  </a:cubicBezTo>
                  <a:cubicBezTo>
                    <a:pt x="11630" y="14399"/>
                    <a:pt x="11630" y="14399"/>
                    <a:pt x="11630" y="14399"/>
                  </a:cubicBezTo>
                  <a:lnTo>
                    <a:pt x="9969" y="119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3" name="AutoShape 15"/>
            <p:cNvSpPr>
              <a:spLocks/>
            </p:cNvSpPr>
            <p:nvPr/>
          </p:nvSpPr>
          <p:spPr bwMode="auto">
            <a:xfrm>
              <a:off x="5371929" y="6012684"/>
              <a:ext cx="701212" cy="231562"/>
            </a:xfrm>
            <a:custGeom>
              <a:avLst/>
              <a:gdLst>
                <a:gd name="T0" fmla="*/ 350606 w 21600"/>
                <a:gd name="T1" fmla="*/ 115781 h 21600"/>
                <a:gd name="T2" fmla="*/ 350606 w 21600"/>
                <a:gd name="T3" fmla="*/ 115781 h 21600"/>
                <a:gd name="T4" fmla="*/ 350606 w 21600"/>
                <a:gd name="T5" fmla="*/ 115781 h 21600"/>
                <a:gd name="T6" fmla="*/ 350606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96" y="9518"/>
                  </a:moveTo>
                  <a:lnTo>
                    <a:pt x="4096" y="8054"/>
                  </a:lnTo>
                  <a:lnTo>
                    <a:pt x="4593" y="8054"/>
                  </a:lnTo>
                  <a:lnTo>
                    <a:pt x="5089" y="9518"/>
                  </a:lnTo>
                  <a:lnTo>
                    <a:pt x="5089" y="10616"/>
                  </a:lnTo>
                  <a:lnTo>
                    <a:pt x="3724" y="10616"/>
                  </a:lnTo>
                  <a:lnTo>
                    <a:pt x="3724" y="9518"/>
                  </a:lnTo>
                  <a:lnTo>
                    <a:pt x="4096" y="10616"/>
                  </a:lnTo>
                  <a:lnTo>
                    <a:pt x="4593" y="9518"/>
                  </a:lnTo>
                  <a:lnTo>
                    <a:pt x="4096" y="9518"/>
                  </a:lnTo>
                  <a:close/>
                  <a:moveTo>
                    <a:pt x="1365" y="6589"/>
                  </a:moveTo>
                  <a:lnTo>
                    <a:pt x="1365" y="8054"/>
                  </a:lnTo>
                  <a:lnTo>
                    <a:pt x="868" y="6589"/>
                  </a:lnTo>
                  <a:lnTo>
                    <a:pt x="496" y="8054"/>
                  </a:lnTo>
                  <a:lnTo>
                    <a:pt x="0" y="8054"/>
                  </a:lnTo>
                  <a:lnTo>
                    <a:pt x="496" y="9518"/>
                  </a:lnTo>
                  <a:lnTo>
                    <a:pt x="868" y="8054"/>
                  </a:lnTo>
                  <a:lnTo>
                    <a:pt x="868" y="9518"/>
                  </a:lnTo>
                  <a:lnTo>
                    <a:pt x="1365" y="8054"/>
                  </a:lnTo>
                  <a:lnTo>
                    <a:pt x="1862" y="8054"/>
                  </a:lnTo>
                  <a:lnTo>
                    <a:pt x="2358" y="6589"/>
                  </a:lnTo>
                  <a:lnTo>
                    <a:pt x="3724" y="6589"/>
                  </a:lnTo>
                  <a:lnTo>
                    <a:pt x="4096" y="4027"/>
                  </a:lnTo>
                  <a:lnTo>
                    <a:pt x="6455" y="4027"/>
                  </a:lnTo>
                  <a:lnTo>
                    <a:pt x="6951" y="5125"/>
                  </a:lnTo>
                  <a:lnTo>
                    <a:pt x="5958" y="5125"/>
                  </a:lnTo>
                  <a:lnTo>
                    <a:pt x="5958" y="6589"/>
                  </a:lnTo>
                  <a:lnTo>
                    <a:pt x="8317" y="6589"/>
                  </a:lnTo>
                  <a:lnTo>
                    <a:pt x="8689" y="8054"/>
                  </a:lnTo>
                  <a:lnTo>
                    <a:pt x="9186" y="8054"/>
                  </a:lnTo>
                  <a:lnTo>
                    <a:pt x="9186" y="6589"/>
                  </a:lnTo>
                  <a:lnTo>
                    <a:pt x="9682" y="8054"/>
                  </a:lnTo>
                  <a:lnTo>
                    <a:pt x="10055" y="9518"/>
                  </a:lnTo>
                  <a:lnTo>
                    <a:pt x="11917" y="9518"/>
                  </a:lnTo>
                  <a:lnTo>
                    <a:pt x="11917" y="10616"/>
                  </a:lnTo>
                  <a:lnTo>
                    <a:pt x="12910" y="9518"/>
                  </a:lnTo>
                  <a:lnTo>
                    <a:pt x="13282" y="13545"/>
                  </a:lnTo>
                  <a:lnTo>
                    <a:pt x="13779" y="14644"/>
                  </a:lnTo>
                  <a:lnTo>
                    <a:pt x="14275" y="14644"/>
                  </a:lnTo>
                  <a:lnTo>
                    <a:pt x="14648" y="16108"/>
                  </a:lnTo>
                  <a:lnTo>
                    <a:pt x="16137" y="16108"/>
                  </a:lnTo>
                  <a:lnTo>
                    <a:pt x="16137" y="17572"/>
                  </a:lnTo>
                  <a:lnTo>
                    <a:pt x="15641" y="17572"/>
                  </a:lnTo>
                  <a:lnTo>
                    <a:pt x="14648" y="20135"/>
                  </a:lnTo>
                  <a:lnTo>
                    <a:pt x="17875" y="20135"/>
                  </a:lnTo>
                  <a:lnTo>
                    <a:pt x="18372" y="21600"/>
                  </a:lnTo>
                  <a:lnTo>
                    <a:pt x="19737" y="20135"/>
                  </a:lnTo>
                  <a:lnTo>
                    <a:pt x="20234" y="18671"/>
                  </a:lnTo>
                  <a:lnTo>
                    <a:pt x="21600" y="18671"/>
                  </a:lnTo>
                  <a:lnTo>
                    <a:pt x="21600" y="17572"/>
                  </a:lnTo>
                  <a:lnTo>
                    <a:pt x="21103" y="17572"/>
                  </a:lnTo>
                  <a:lnTo>
                    <a:pt x="20731" y="16108"/>
                  </a:lnTo>
                  <a:lnTo>
                    <a:pt x="19737" y="14644"/>
                  </a:lnTo>
                  <a:lnTo>
                    <a:pt x="18868" y="14644"/>
                  </a:lnTo>
                  <a:lnTo>
                    <a:pt x="18868" y="12081"/>
                  </a:lnTo>
                  <a:lnTo>
                    <a:pt x="18372" y="13545"/>
                  </a:lnTo>
                  <a:lnTo>
                    <a:pt x="17875" y="13545"/>
                  </a:lnTo>
                  <a:lnTo>
                    <a:pt x="17503" y="10616"/>
                  </a:lnTo>
                  <a:lnTo>
                    <a:pt x="17006" y="12081"/>
                  </a:lnTo>
                  <a:lnTo>
                    <a:pt x="17006" y="10616"/>
                  </a:lnTo>
                  <a:lnTo>
                    <a:pt x="16137" y="9518"/>
                  </a:lnTo>
                  <a:lnTo>
                    <a:pt x="16137" y="10616"/>
                  </a:lnTo>
                  <a:lnTo>
                    <a:pt x="15641" y="10616"/>
                  </a:lnTo>
                  <a:lnTo>
                    <a:pt x="15641" y="9518"/>
                  </a:lnTo>
                  <a:lnTo>
                    <a:pt x="15641" y="10616"/>
                  </a:lnTo>
                  <a:lnTo>
                    <a:pt x="15144" y="9518"/>
                  </a:lnTo>
                  <a:lnTo>
                    <a:pt x="14275" y="9518"/>
                  </a:lnTo>
                  <a:lnTo>
                    <a:pt x="13282" y="6589"/>
                  </a:lnTo>
                  <a:lnTo>
                    <a:pt x="12910" y="5125"/>
                  </a:lnTo>
                  <a:lnTo>
                    <a:pt x="11544" y="5125"/>
                  </a:lnTo>
                  <a:lnTo>
                    <a:pt x="11544" y="4027"/>
                  </a:lnTo>
                  <a:lnTo>
                    <a:pt x="11048" y="2562"/>
                  </a:lnTo>
                  <a:lnTo>
                    <a:pt x="10055" y="2562"/>
                  </a:lnTo>
                  <a:lnTo>
                    <a:pt x="8689" y="1098"/>
                  </a:lnTo>
                  <a:lnTo>
                    <a:pt x="8317" y="2562"/>
                  </a:lnTo>
                  <a:lnTo>
                    <a:pt x="7820" y="1098"/>
                  </a:lnTo>
                  <a:lnTo>
                    <a:pt x="7324" y="1098"/>
                  </a:lnTo>
                  <a:lnTo>
                    <a:pt x="6455" y="0"/>
                  </a:lnTo>
                  <a:lnTo>
                    <a:pt x="5462" y="0"/>
                  </a:lnTo>
                  <a:lnTo>
                    <a:pt x="5089" y="1098"/>
                  </a:lnTo>
                  <a:lnTo>
                    <a:pt x="4096" y="1098"/>
                  </a:lnTo>
                  <a:lnTo>
                    <a:pt x="3227" y="2562"/>
                  </a:lnTo>
                  <a:lnTo>
                    <a:pt x="2731" y="2562"/>
                  </a:lnTo>
                  <a:lnTo>
                    <a:pt x="1862" y="4027"/>
                  </a:lnTo>
                  <a:lnTo>
                    <a:pt x="1365" y="5125"/>
                  </a:lnTo>
                  <a:lnTo>
                    <a:pt x="1365" y="658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4" name="AutoShape 16"/>
            <p:cNvSpPr>
              <a:spLocks/>
            </p:cNvSpPr>
            <p:nvPr/>
          </p:nvSpPr>
          <p:spPr bwMode="auto">
            <a:xfrm>
              <a:off x="5803128" y="5777200"/>
              <a:ext cx="374787" cy="392473"/>
            </a:xfrm>
            <a:custGeom>
              <a:avLst/>
              <a:gdLst>
                <a:gd name="T0" fmla="*/ 187394 w 21600"/>
                <a:gd name="T1" fmla="*/ 196237 h 21600"/>
                <a:gd name="T2" fmla="*/ 187394 w 21600"/>
                <a:gd name="T3" fmla="*/ 196237 h 21600"/>
                <a:gd name="T4" fmla="*/ 187394 w 21600"/>
                <a:gd name="T5" fmla="*/ 196237 h 21600"/>
                <a:gd name="T6" fmla="*/ 187394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70" y="19223"/>
                  </a:moveTo>
                  <a:close/>
                  <a:moveTo>
                    <a:pt x="18116" y="21600"/>
                  </a:moveTo>
                  <a:lnTo>
                    <a:pt x="19974" y="21600"/>
                  </a:lnTo>
                  <a:lnTo>
                    <a:pt x="20670" y="20952"/>
                  </a:lnTo>
                  <a:lnTo>
                    <a:pt x="20670" y="20087"/>
                  </a:lnTo>
                  <a:lnTo>
                    <a:pt x="19974" y="20087"/>
                  </a:lnTo>
                  <a:lnTo>
                    <a:pt x="19974" y="20952"/>
                  </a:lnTo>
                  <a:lnTo>
                    <a:pt x="19045" y="20087"/>
                  </a:lnTo>
                  <a:lnTo>
                    <a:pt x="18116" y="20952"/>
                  </a:lnTo>
                  <a:lnTo>
                    <a:pt x="18116" y="21600"/>
                  </a:lnTo>
                  <a:close/>
                  <a:moveTo>
                    <a:pt x="19974" y="15983"/>
                  </a:moveTo>
                  <a:lnTo>
                    <a:pt x="20670" y="15983"/>
                  </a:lnTo>
                  <a:lnTo>
                    <a:pt x="21600" y="16848"/>
                  </a:lnTo>
                  <a:lnTo>
                    <a:pt x="19974" y="16848"/>
                  </a:lnTo>
                  <a:lnTo>
                    <a:pt x="19974" y="15983"/>
                  </a:lnTo>
                  <a:close/>
                  <a:moveTo>
                    <a:pt x="18116" y="14471"/>
                  </a:moveTo>
                  <a:lnTo>
                    <a:pt x="17187" y="14471"/>
                  </a:lnTo>
                  <a:lnTo>
                    <a:pt x="17187" y="15335"/>
                  </a:lnTo>
                  <a:lnTo>
                    <a:pt x="16490" y="15983"/>
                  </a:lnTo>
                  <a:lnTo>
                    <a:pt x="15561" y="15983"/>
                  </a:lnTo>
                  <a:lnTo>
                    <a:pt x="15561" y="16848"/>
                  </a:lnTo>
                  <a:lnTo>
                    <a:pt x="16490" y="16848"/>
                  </a:lnTo>
                  <a:lnTo>
                    <a:pt x="18116" y="15983"/>
                  </a:lnTo>
                  <a:lnTo>
                    <a:pt x="18116" y="14471"/>
                  </a:lnTo>
                  <a:close/>
                  <a:moveTo>
                    <a:pt x="15561" y="14471"/>
                  </a:moveTo>
                  <a:lnTo>
                    <a:pt x="16490" y="14471"/>
                  </a:lnTo>
                  <a:lnTo>
                    <a:pt x="16490" y="15335"/>
                  </a:lnTo>
                  <a:lnTo>
                    <a:pt x="15561" y="14471"/>
                  </a:lnTo>
                  <a:close/>
                  <a:moveTo>
                    <a:pt x="13006" y="11231"/>
                  </a:moveTo>
                  <a:lnTo>
                    <a:pt x="13006" y="12960"/>
                  </a:lnTo>
                  <a:lnTo>
                    <a:pt x="13935" y="13608"/>
                  </a:lnTo>
                  <a:lnTo>
                    <a:pt x="13935" y="14471"/>
                  </a:lnTo>
                  <a:lnTo>
                    <a:pt x="13006" y="13608"/>
                  </a:lnTo>
                  <a:lnTo>
                    <a:pt x="13006" y="11231"/>
                  </a:lnTo>
                  <a:close/>
                  <a:moveTo>
                    <a:pt x="9522" y="11231"/>
                  </a:moveTo>
                  <a:lnTo>
                    <a:pt x="9522" y="12095"/>
                  </a:lnTo>
                  <a:lnTo>
                    <a:pt x="10451" y="12095"/>
                  </a:lnTo>
                  <a:lnTo>
                    <a:pt x="9522" y="11231"/>
                  </a:lnTo>
                  <a:close/>
                  <a:moveTo>
                    <a:pt x="15561" y="9719"/>
                  </a:moveTo>
                  <a:lnTo>
                    <a:pt x="15561" y="11231"/>
                  </a:lnTo>
                  <a:lnTo>
                    <a:pt x="16490" y="10367"/>
                  </a:lnTo>
                  <a:lnTo>
                    <a:pt x="15561" y="9719"/>
                  </a:lnTo>
                  <a:close/>
                  <a:moveTo>
                    <a:pt x="12077" y="7991"/>
                  </a:moveTo>
                  <a:lnTo>
                    <a:pt x="11380" y="8855"/>
                  </a:lnTo>
                  <a:lnTo>
                    <a:pt x="12077" y="8855"/>
                  </a:lnTo>
                  <a:lnTo>
                    <a:pt x="12077" y="10367"/>
                  </a:lnTo>
                  <a:lnTo>
                    <a:pt x="13006" y="10367"/>
                  </a:lnTo>
                  <a:lnTo>
                    <a:pt x="13006" y="9719"/>
                  </a:lnTo>
                  <a:lnTo>
                    <a:pt x="12077" y="8855"/>
                  </a:lnTo>
                  <a:lnTo>
                    <a:pt x="12077" y="7991"/>
                  </a:lnTo>
                  <a:close/>
                  <a:moveTo>
                    <a:pt x="8593" y="5615"/>
                  </a:moveTo>
                  <a:lnTo>
                    <a:pt x="9522" y="5615"/>
                  </a:lnTo>
                  <a:lnTo>
                    <a:pt x="10451" y="6479"/>
                  </a:lnTo>
                  <a:lnTo>
                    <a:pt x="10451" y="7991"/>
                  </a:lnTo>
                  <a:lnTo>
                    <a:pt x="9522" y="7991"/>
                  </a:lnTo>
                  <a:lnTo>
                    <a:pt x="9522" y="7343"/>
                  </a:lnTo>
                  <a:lnTo>
                    <a:pt x="10451" y="7343"/>
                  </a:lnTo>
                  <a:lnTo>
                    <a:pt x="8593" y="5615"/>
                  </a:lnTo>
                  <a:close/>
                  <a:moveTo>
                    <a:pt x="4412" y="0"/>
                  </a:moveTo>
                  <a:lnTo>
                    <a:pt x="6038" y="0"/>
                  </a:lnTo>
                  <a:lnTo>
                    <a:pt x="7896" y="1727"/>
                  </a:lnTo>
                  <a:lnTo>
                    <a:pt x="7896" y="2375"/>
                  </a:lnTo>
                  <a:lnTo>
                    <a:pt x="6967" y="2375"/>
                  </a:lnTo>
                  <a:lnTo>
                    <a:pt x="6967" y="3239"/>
                  </a:lnTo>
                  <a:lnTo>
                    <a:pt x="6038" y="4103"/>
                  </a:lnTo>
                  <a:lnTo>
                    <a:pt x="6967" y="2375"/>
                  </a:lnTo>
                  <a:lnTo>
                    <a:pt x="6038" y="2375"/>
                  </a:lnTo>
                  <a:lnTo>
                    <a:pt x="6967" y="1727"/>
                  </a:lnTo>
                  <a:lnTo>
                    <a:pt x="6038" y="863"/>
                  </a:lnTo>
                  <a:lnTo>
                    <a:pt x="6038" y="0"/>
                  </a:lnTo>
                  <a:lnTo>
                    <a:pt x="4412" y="0"/>
                  </a:lnTo>
                  <a:close/>
                  <a:moveTo>
                    <a:pt x="0" y="863"/>
                  </a:moveTo>
                  <a:lnTo>
                    <a:pt x="1858" y="863"/>
                  </a:lnTo>
                  <a:lnTo>
                    <a:pt x="2554" y="0"/>
                  </a:lnTo>
                  <a:lnTo>
                    <a:pt x="3483" y="0"/>
                  </a:lnTo>
                  <a:lnTo>
                    <a:pt x="4412" y="863"/>
                  </a:lnTo>
                  <a:lnTo>
                    <a:pt x="3483" y="863"/>
                  </a:lnTo>
                  <a:lnTo>
                    <a:pt x="1858" y="1727"/>
                  </a:lnTo>
                  <a:lnTo>
                    <a:pt x="929" y="1727"/>
                  </a:lnTo>
                  <a:lnTo>
                    <a:pt x="0" y="863"/>
                  </a:lnTo>
                  <a:close/>
                  <a:moveTo>
                    <a:pt x="4412" y="6479"/>
                  </a:moveTo>
                  <a:lnTo>
                    <a:pt x="6967" y="6479"/>
                  </a:lnTo>
                  <a:lnTo>
                    <a:pt x="6038" y="7343"/>
                  </a:lnTo>
                  <a:lnTo>
                    <a:pt x="5341" y="7343"/>
                  </a:lnTo>
                  <a:lnTo>
                    <a:pt x="4412" y="6479"/>
                  </a:lnTo>
                  <a:close/>
                  <a:moveTo>
                    <a:pt x="3483" y="9719"/>
                  </a:moveTo>
                  <a:lnTo>
                    <a:pt x="4412" y="9719"/>
                  </a:lnTo>
                  <a:lnTo>
                    <a:pt x="3483" y="9719"/>
                  </a:lnTo>
                  <a:close/>
                  <a:moveTo>
                    <a:pt x="2554" y="9719"/>
                  </a:moveTo>
                  <a:lnTo>
                    <a:pt x="3483" y="9719"/>
                  </a:lnTo>
                  <a:lnTo>
                    <a:pt x="3483" y="10367"/>
                  </a:lnTo>
                  <a:lnTo>
                    <a:pt x="2554" y="9719"/>
                  </a:lnTo>
                  <a:close/>
                  <a:moveTo>
                    <a:pt x="3483" y="8855"/>
                  </a:moveTo>
                  <a:lnTo>
                    <a:pt x="4412" y="8855"/>
                  </a:lnTo>
                  <a:lnTo>
                    <a:pt x="3483" y="7343"/>
                  </a:lnTo>
                  <a:lnTo>
                    <a:pt x="3483" y="6479"/>
                  </a:lnTo>
                  <a:lnTo>
                    <a:pt x="2554" y="6479"/>
                  </a:lnTo>
                  <a:lnTo>
                    <a:pt x="2554" y="7343"/>
                  </a:lnTo>
                  <a:lnTo>
                    <a:pt x="1858" y="7991"/>
                  </a:lnTo>
                  <a:lnTo>
                    <a:pt x="2554" y="8855"/>
                  </a:lnTo>
                  <a:lnTo>
                    <a:pt x="2554" y="7991"/>
                  </a:lnTo>
                  <a:lnTo>
                    <a:pt x="3483" y="8855"/>
                  </a:lnTo>
                  <a:close/>
                  <a:moveTo>
                    <a:pt x="4412" y="9719"/>
                  </a:moveTo>
                  <a:lnTo>
                    <a:pt x="3483" y="10367"/>
                  </a:lnTo>
                  <a:lnTo>
                    <a:pt x="3483" y="12095"/>
                  </a:lnTo>
                  <a:lnTo>
                    <a:pt x="4412" y="11231"/>
                  </a:lnTo>
                  <a:lnTo>
                    <a:pt x="4412" y="971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5" name="AutoShape 17"/>
            <p:cNvSpPr>
              <a:spLocks/>
            </p:cNvSpPr>
            <p:nvPr/>
          </p:nvSpPr>
          <p:spPr bwMode="auto">
            <a:xfrm>
              <a:off x="5460582" y="6856502"/>
              <a:ext cx="374787" cy="145218"/>
            </a:xfrm>
            <a:custGeom>
              <a:avLst/>
              <a:gdLst>
                <a:gd name="T0" fmla="*/ 187394 w 21600"/>
                <a:gd name="T1" fmla="*/ 72609 h 21600"/>
                <a:gd name="T2" fmla="*/ 187394 w 21600"/>
                <a:gd name="T3" fmla="*/ 72609 h 21600"/>
                <a:gd name="T4" fmla="*/ 187394 w 21600"/>
                <a:gd name="T5" fmla="*/ 72609 h 21600"/>
                <a:gd name="T6" fmla="*/ 187394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045" y="21599"/>
                  </a:moveTo>
                  <a:lnTo>
                    <a:pt x="19045" y="19264"/>
                  </a:lnTo>
                  <a:lnTo>
                    <a:pt x="18116" y="16929"/>
                  </a:lnTo>
                  <a:lnTo>
                    <a:pt x="17187" y="15178"/>
                  </a:lnTo>
                  <a:lnTo>
                    <a:pt x="18116" y="12843"/>
                  </a:lnTo>
                  <a:lnTo>
                    <a:pt x="18116" y="10508"/>
                  </a:lnTo>
                  <a:lnTo>
                    <a:pt x="19045" y="10508"/>
                  </a:lnTo>
                  <a:lnTo>
                    <a:pt x="19045" y="8756"/>
                  </a:lnTo>
                  <a:lnTo>
                    <a:pt x="18116" y="8756"/>
                  </a:lnTo>
                  <a:lnTo>
                    <a:pt x="18116" y="10508"/>
                  </a:lnTo>
                  <a:lnTo>
                    <a:pt x="17187" y="10508"/>
                  </a:lnTo>
                  <a:lnTo>
                    <a:pt x="17187" y="8756"/>
                  </a:lnTo>
                  <a:lnTo>
                    <a:pt x="16490" y="6421"/>
                  </a:lnTo>
                  <a:lnTo>
                    <a:pt x="15561" y="6421"/>
                  </a:lnTo>
                  <a:lnTo>
                    <a:pt x="15561" y="4086"/>
                  </a:lnTo>
                  <a:lnTo>
                    <a:pt x="13703" y="4086"/>
                  </a:lnTo>
                  <a:lnTo>
                    <a:pt x="13006" y="6421"/>
                  </a:lnTo>
                  <a:lnTo>
                    <a:pt x="13006" y="8756"/>
                  </a:lnTo>
                  <a:lnTo>
                    <a:pt x="12077" y="10508"/>
                  </a:lnTo>
                  <a:lnTo>
                    <a:pt x="10451" y="10508"/>
                  </a:lnTo>
                  <a:lnTo>
                    <a:pt x="9522" y="12843"/>
                  </a:lnTo>
                  <a:lnTo>
                    <a:pt x="11148" y="16929"/>
                  </a:lnTo>
                  <a:lnTo>
                    <a:pt x="11148" y="19264"/>
                  </a:lnTo>
                  <a:lnTo>
                    <a:pt x="9522" y="19264"/>
                  </a:lnTo>
                  <a:lnTo>
                    <a:pt x="9522" y="21599"/>
                  </a:lnTo>
                  <a:lnTo>
                    <a:pt x="7896" y="21599"/>
                  </a:lnTo>
                  <a:lnTo>
                    <a:pt x="7896" y="15178"/>
                  </a:lnTo>
                  <a:lnTo>
                    <a:pt x="6967" y="15178"/>
                  </a:lnTo>
                  <a:lnTo>
                    <a:pt x="6967" y="16929"/>
                  </a:lnTo>
                  <a:lnTo>
                    <a:pt x="6038" y="16929"/>
                  </a:lnTo>
                  <a:lnTo>
                    <a:pt x="5109" y="15178"/>
                  </a:lnTo>
                  <a:lnTo>
                    <a:pt x="5109" y="12843"/>
                  </a:lnTo>
                  <a:lnTo>
                    <a:pt x="3483" y="12843"/>
                  </a:lnTo>
                  <a:lnTo>
                    <a:pt x="3483" y="10508"/>
                  </a:lnTo>
                  <a:lnTo>
                    <a:pt x="929" y="10508"/>
                  </a:lnTo>
                  <a:lnTo>
                    <a:pt x="929" y="6421"/>
                  </a:lnTo>
                  <a:lnTo>
                    <a:pt x="0" y="6421"/>
                  </a:lnTo>
                  <a:lnTo>
                    <a:pt x="0" y="4086"/>
                  </a:lnTo>
                  <a:lnTo>
                    <a:pt x="929" y="1751"/>
                  </a:lnTo>
                  <a:lnTo>
                    <a:pt x="929" y="0"/>
                  </a:lnTo>
                  <a:lnTo>
                    <a:pt x="1858" y="0"/>
                  </a:lnTo>
                  <a:lnTo>
                    <a:pt x="1858" y="1751"/>
                  </a:lnTo>
                  <a:lnTo>
                    <a:pt x="2554" y="1751"/>
                  </a:lnTo>
                  <a:lnTo>
                    <a:pt x="2554" y="4086"/>
                  </a:lnTo>
                  <a:lnTo>
                    <a:pt x="3483" y="4086"/>
                  </a:lnTo>
                  <a:lnTo>
                    <a:pt x="3483" y="6421"/>
                  </a:lnTo>
                  <a:lnTo>
                    <a:pt x="4412" y="6421"/>
                  </a:lnTo>
                  <a:lnTo>
                    <a:pt x="4412" y="4086"/>
                  </a:lnTo>
                  <a:lnTo>
                    <a:pt x="5109" y="4086"/>
                  </a:lnTo>
                  <a:lnTo>
                    <a:pt x="6038" y="6421"/>
                  </a:lnTo>
                  <a:lnTo>
                    <a:pt x="8593" y="6421"/>
                  </a:lnTo>
                  <a:lnTo>
                    <a:pt x="8593" y="4086"/>
                  </a:lnTo>
                  <a:lnTo>
                    <a:pt x="11148" y="1751"/>
                  </a:lnTo>
                  <a:lnTo>
                    <a:pt x="13006" y="1751"/>
                  </a:lnTo>
                  <a:lnTo>
                    <a:pt x="13703" y="0"/>
                  </a:lnTo>
                  <a:lnTo>
                    <a:pt x="14632" y="0"/>
                  </a:lnTo>
                  <a:lnTo>
                    <a:pt x="14632" y="1751"/>
                  </a:lnTo>
                  <a:lnTo>
                    <a:pt x="18116" y="1751"/>
                  </a:lnTo>
                  <a:lnTo>
                    <a:pt x="19741" y="4086"/>
                  </a:lnTo>
                  <a:lnTo>
                    <a:pt x="19741" y="6421"/>
                  </a:lnTo>
                  <a:lnTo>
                    <a:pt x="20670" y="6421"/>
                  </a:lnTo>
                  <a:lnTo>
                    <a:pt x="21600" y="8756"/>
                  </a:lnTo>
                  <a:lnTo>
                    <a:pt x="20670" y="8756"/>
                  </a:lnTo>
                  <a:lnTo>
                    <a:pt x="21600" y="10508"/>
                  </a:lnTo>
                  <a:lnTo>
                    <a:pt x="21600" y="12843"/>
                  </a:lnTo>
                  <a:lnTo>
                    <a:pt x="20670" y="15178"/>
                  </a:lnTo>
                  <a:lnTo>
                    <a:pt x="20670" y="16929"/>
                  </a:lnTo>
                  <a:lnTo>
                    <a:pt x="19741" y="16929"/>
                  </a:lnTo>
                  <a:lnTo>
                    <a:pt x="19045" y="2159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6" name="AutoShape 18"/>
            <p:cNvSpPr>
              <a:spLocks/>
            </p:cNvSpPr>
            <p:nvPr/>
          </p:nvSpPr>
          <p:spPr bwMode="auto">
            <a:xfrm>
              <a:off x="5267145" y="6754456"/>
              <a:ext cx="225677" cy="188387"/>
            </a:xfrm>
            <a:custGeom>
              <a:avLst/>
              <a:gdLst>
                <a:gd name="T0" fmla="*/ 112838 w 21600"/>
                <a:gd name="T1" fmla="*/ 94194 h 21600"/>
                <a:gd name="T2" fmla="*/ 112838 w 21600"/>
                <a:gd name="T3" fmla="*/ 94194 h 21600"/>
                <a:gd name="T4" fmla="*/ 112838 w 21600"/>
                <a:gd name="T5" fmla="*/ 94194 h 21600"/>
                <a:gd name="T6" fmla="*/ 112838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57" y="19799"/>
                  </a:moveTo>
                  <a:lnTo>
                    <a:pt x="20057" y="21599"/>
                  </a:lnTo>
                  <a:lnTo>
                    <a:pt x="17357" y="21599"/>
                  </a:lnTo>
                  <a:lnTo>
                    <a:pt x="17357" y="19799"/>
                  </a:lnTo>
                  <a:lnTo>
                    <a:pt x="15814" y="18450"/>
                  </a:lnTo>
                  <a:lnTo>
                    <a:pt x="17357" y="19799"/>
                  </a:lnTo>
                  <a:lnTo>
                    <a:pt x="17357" y="21599"/>
                  </a:lnTo>
                  <a:lnTo>
                    <a:pt x="15814" y="21599"/>
                  </a:lnTo>
                  <a:lnTo>
                    <a:pt x="15814" y="19799"/>
                  </a:lnTo>
                  <a:lnTo>
                    <a:pt x="14271" y="19799"/>
                  </a:lnTo>
                  <a:lnTo>
                    <a:pt x="12728" y="18450"/>
                  </a:lnTo>
                  <a:lnTo>
                    <a:pt x="14271" y="16650"/>
                  </a:lnTo>
                  <a:lnTo>
                    <a:pt x="12728" y="14850"/>
                  </a:lnTo>
                  <a:lnTo>
                    <a:pt x="11571" y="14850"/>
                  </a:lnTo>
                  <a:lnTo>
                    <a:pt x="10028" y="13050"/>
                  </a:lnTo>
                  <a:lnTo>
                    <a:pt x="8485" y="11699"/>
                  </a:lnTo>
                  <a:lnTo>
                    <a:pt x="7328" y="9899"/>
                  </a:lnTo>
                  <a:lnTo>
                    <a:pt x="7328" y="8100"/>
                  </a:lnTo>
                  <a:lnTo>
                    <a:pt x="5785" y="8100"/>
                  </a:lnTo>
                  <a:lnTo>
                    <a:pt x="5785" y="6749"/>
                  </a:lnTo>
                  <a:lnTo>
                    <a:pt x="4242" y="8100"/>
                  </a:lnTo>
                  <a:lnTo>
                    <a:pt x="7328" y="9899"/>
                  </a:lnTo>
                  <a:lnTo>
                    <a:pt x="7328" y="11699"/>
                  </a:lnTo>
                  <a:lnTo>
                    <a:pt x="5785" y="11699"/>
                  </a:lnTo>
                  <a:lnTo>
                    <a:pt x="4242" y="9899"/>
                  </a:lnTo>
                  <a:lnTo>
                    <a:pt x="2700" y="9899"/>
                  </a:lnTo>
                  <a:lnTo>
                    <a:pt x="0" y="8100"/>
                  </a:lnTo>
                  <a:lnTo>
                    <a:pt x="1542" y="6749"/>
                  </a:lnTo>
                  <a:lnTo>
                    <a:pt x="1542" y="3149"/>
                  </a:lnTo>
                  <a:lnTo>
                    <a:pt x="0" y="3149"/>
                  </a:lnTo>
                  <a:lnTo>
                    <a:pt x="1542" y="3149"/>
                  </a:lnTo>
                  <a:lnTo>
                    <a:pt x="1542" y="1350"/>
                  </a:lnTo>
                  <a:lnTo>
                    <a:pt x="4242" y="0"/>
                  </a:lnTo>
                  <a:lnTo>
                    <a:pt x="7328" y="1350"/>
                  </a:lnTo>
                  <a:lnTo>
                    <a:pt x="10028" y="1350"/>
                  </a:lnTo>
                  <a:lnTo>
                    <a:pt x="11571" y="3149"/>
                  </a:lnTo>
                  <a:lnTo>
                    <a:pt x="12728" y="4949"/>
                  </a:lnTo>
                  <a:lnTo>
                    <a:pt x="12728" y="3149"/>
                  </a:lnTo>
                  <a:lnTo>
                    <a:pt x="14271" y="3149"/>
                  </a:lnTo>
                  <a:lnTo>
                    <a:pt x="14271" y="4949"/>
                  </a:lnTo>
                  <a:lnTo>
                    <a:pt x="15814" y="4949"/>
                  </a:lnTo>
                  <a:lnTo>
                    <a:pt x="15814" y="3149"/>
                  </a:lnTo>
                  <a:lnTo>
                    <a:pt x="15814" y="4949"/>
                  </a:lnTo>
                  <a:lnTo>
                    <a:pt x="17357" y="6749"/>
                  </a:lnTo>
                  <a:lnTo>
                    <a:pt x="17357" y="8100"/>
                  </a:lnTo>
                  <a:lnTo>
                    <a:pt x="18514" y="8100"/>
                  </a:lnTo>
                  <a:lnTo>
                    <a:pt x="18514" y="9899"/>
                  </a:lnTo>
                  <a:lnTo>
                    <a:pt x="20057" y="11699"/>
                  </a:lnTo>
                  <a:lnTo>
                    <a:pt x="21599" y="11699"/>
                  </a:lnTo>
                  <a:lnTo>
                    <a:pt x="20057" y="11699"/>
                  </a:lnTo>
                  <a:lnTo>
                    <a:pt x="20057" y="13050"/>
                  </a:lnTo>
                  <a:lnTo>
                    <a:pt x="18514" y="14850"/>
                  </a:lnTo>
                  <a:lnTo>
                    <a:pt x="18514" y="16650"/>
                  </a:lnTo>
                  <a:lnTo>
                    <a:pt x="20057" y="16650"/>
                  </a:lnTo>
                  <a:lnTo>
                    <a:pt x="20057" y="197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7" name="AutoShape 19"/>
            <p:cNvSpPr>
              <a:spLocks/>
            </p:cNvSpPr>
            <p:nvPr/>
          </p:nvSpPr>
          <p:spPr bwMode="auto">
            <a:xfrm>
              <a:off x="5162371" y="6534677"/>
              <a:ext cx="314337" cy="262960"/>
            </a:xfrm>
            <a:custGeom>
              <a:avLst/>
              <a:gdLst>
                <a:gd name="T0" fmla="*/ 157169 w 21600"/>
                <a:gd name="T1" fmla="*/ 131480 h 21600"/>
                <a:gd name="T2" fmla="*/ 157169 w 21600"/>
                <a:gd name="T3" fmla="*/ 131480 h 21600"/>
                <a:gd name="T4" fmla="*/ 157169 w 21600"/>
                <a:gd name="T5" fmla="*/ 131480 h 21600"/>
                <a:gd name="T6" fmla="*/ 157169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228" y="19199"/>
                  </a:moveTo>
                  <a:cubicBezTo>
                    <a:pt x="8228" y="19199"/>
                    <a:pt x="8228" y="19199"/>
                    <a:pt x="8228" y="19199"/>
                  </a:cubicBezTo>
                  <a:cubicBezTo>
                    <a:pt x="8228" y="19199"/>
                    <a:pt x="8228" y="19199"/>
                    <a:pt x="8228" y="19199"/>
                  </a:cubicBezTo>
                  <a:cubicBezTo>
                    <a:pt x="10285" y="18000"/>
                    <a:pt x="10285" y="18000"/>
                    <a:pt x="10285" y="18000"/>
                  </a:cubicBezTo>
                  <a:cubicBezTo>
                    <a:pt x="12342" y="19199"/>
                    <a:pt x="12342" y="19199"/>
                    <a:pt x="12342" y="19199"/>
                  </a:cubicBezTo>
                  <a:cubicBezTo>
                    <a:pt x="13371" y="19199"/>
                    <a:pt x="13371" y="19199"/>
                    <a:pt x="13371" y="19199"/>
                  </a:cubicBezTo>
                  <a:cubicBezTo>
                    <a:pt x="14399" y="19199"/>
                    <a:pt x="14399" y="19199"/>
                    <a:pt x="14399" y="19199"/>
                  </a:cubicBezTo>
                  <a:cubicBezTo>
                    <a:pt x="14399" y="19199"/>
                    <a:pt x="14399" y="19199"/>
                    <a:pt x="14399" y="19199"/>
                  </a:cubicBezTo>
                  <a:cubicBezTo>
                    <a:pt x="15428" y="20400"/>
                    <a:pt x="15428" y="20400"/>
                    <a:pt x="15428" y="20400"/>
                  </a:cubicBezTo>
                  <a:cubicBezTo>
                    <a:pt x="15428" y="20400"/>
                    <a:pt x="15428" y="20400"/>
                    <a:pt x="15428" y="20400"/>
                  </a:cubicBezTo>
                  <a:cubicBezTo>
                    <a:pt x="16457" y="21600"/>
                    <a:pt x="16457" y="21600"/>
                    <a:pt x="16457" y="21600"/>
                  </a:cubicBezTo>
                  <a:cubicBezTo>
                    <a:pt x="16457" y="20400"/>
                    <a:pt x="16457" y="20400"/>
                    <a:pt x="16457" y="20400"/>
                  </a:cubicBezTo>
                  <a:cubicBezTo>
                    <a:pt x="17485" y="20400"/>
                    <a:pt x="17485" y="20400"/>
                    <a:pt x="17485" y="20400"/>
                  </a:cubicBezTo>
                  <a:cubicBezTo>
                    <a:pt x="17485" y="20400"/>
                    <a:pt x="17485" y="20400"/>
                    <a:pt x="17485" y="20400"/>
                  </a:cubicBezTo>
                  <a:cubicBezTo>
                    <a:pt x="17485" y="20400"/>
                    <a:pt x="17485" y="20400"/>
                    <a:pt x="17485" y="20400"/>
                  </a:cubicBezTo>
                  <a:cubicBezTo>
                    <a:pt x="17485" y="20400"/>
                    <a:pt x="17485" y="20400"/>
                    <a:pt x="17485" y="20400"/>
                  </a:cubicBezTo>
                  <a:cubicBezTo>
                    <a:pt x="17485" y="19199"/>
                    <a:pt x="17485" y="19199"/>
                    <a:pt x="17485" y="19199"/>
                  </a:cubicBezTo>
                  <a:cubicBezTo>
                    <a:pt x="17485" y="18000"/>
                    <a:pt x="17485" y="18000"/>
                    <a:pt x="17485" y="180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4400"/>
                    <a:pt x="17485" y="14400"/>
                    <a:pt x="17485" y="14400"/>
                  </a:cubicBezTo>
                  <a:cubicBezTo>
                    <a:pt x="17485" y="13199"/>
                    <a:pt x="17485" y="13199"/>
                    <a:pt x="17485" y="13199"/>
                  </a:cubicBezTo>
                  <a:cubicBezTo>
                    <a:pt x="17485" y="13199"/>
                    <a:pt x="17485" y="13199"/>
                    <a:pt x="17485" y="13199"/>
                  </a:cubicBezTo>
                  <a:cubicBezTo>
                    <a:pt x="18514" y="10800"/>
                    <a:pt x="18514" y="10800"/>
                    <a:pt x="18514" y="10800"/>
                  </a:cubicBezTo>
                  <a:cubicBezTo>
                    <a:pt x="18514" y="12000"/>
                    <a:pt x="18514" y="12000"/>
                    <a:pt x="18514" y="12000"/>
                  </a:cubicBezTo>
                  <a:cubicBezTo>
                    <a:pt x="18514" y="12000"/>
                    <a:pt x="18514" y="12000"/>
                    <a:pt x="18514" y="12000"/>
                  </a:cubicBezTo>
                  <a:cubicBezTo>
                    <a:pt x="18514" y="12000"/>
                    <a:pt x="18514" y="12000"/>
                    <a:pt x="18514" y="13199"/>
                  </a:cubicBezTo>
                  <a:cubicBezTo>
                    <a:pt x="18514" y="13199"/>
                    <a:pt x="18514" y="13199"/>
                    <a:pt x="18514" y="13199"/>
                  </a:cubicBezTo>
                  <a:cubicBezTo>
                    <a:pt x="18514" y="13199"/>
                    <a:pt x="18514" y="13199"/>
                    <a:pt x="18514" y="13199"/>
                  </a:cubicBezTo>
                  <a:cubicBezTo>
                    <a:pt x="18514" y="13199"/>
                    <a:pt x="18514" y="13199"/>
                    <a:pt x="18514" y="13199"/>
                  </a:cubicBezTo>
                  <a:cubicBezTo>
                    <a:pt x="19542" y="10800"/>
                    <a:pt x="19542" y="10800"/>
                    <a:pt x="19542" y="10800"/>
                  </a:cubicBezTo>
                  <a:cubicBezTo>
                    <a:pt x="19542" y="8400"/>
                    <a:pt x="19542" y="8400"/>
                    <a:pt x="19542" y="8400"/>
                  </a:cubicBezTo>
                  <a:cubicBezTo>
                    <a:pt x="19542" y="8400"/>
                    <a:pt x="19542" y="8400"/>
                    <a:pt x="19542" y="8400"/>
                  </a:cubicBezTo>
                  <a:cubicBezTo>
                    <a:pt x="18514" y="8400"/>
                    <a:pt x="18514" y="8400"/>
                    <a:pt x="18514" y="8400"/>
                  </a:cubicBezTo>
                  <a:cubicBezTo>
                    <a:pt x="18514" y="7199"/>
                    <a:pt x="18514" y="7199"/>
                    <a:pt x="18514" y="7199"/>
                  </a:cubicBezTo>
                  <a:cubicBezTo>
                    <a:pt x="18514" y="7199"/>
                    <a:pt x="18514" y="7199"/>
                    <a:pt x="18514" y="7199"/>
                  </a:cubicBezTo>
                  <a:cubicBezTo>
                    <a:pt x="18514" y="7199"/>
                    <a:pt x="18514" y="7199"/>
                    <a:pt x="18514" y="7199"/>
                  </a:cubicBezTo>
                  <a:cubicBezTo>
                    <a:pt x="19542" y="7199"/>
                    <a:pt x="19542" y="7199"/>
                    <a:pt x="19542" y="7199"/>
                  </a:cubicBezTo>
                  <a:cubicBezTo>
                    <a:pt x="19542" y="7199"/>
                    <a:pt x="19542" y="7199"/>
                    <a:pt x="19542" y="7199"/>
                  </a:cubicBezTo>
                  <a:cubicBezTo>
                    <a:pt x="19542" y="6000"/>
                    <a:pt x="19542" y="6000"/>
                    <a:pt x="19542" y="6000"/>
                  </a:cubicBezTo>
                  <a:cubicBezTo>
                    <a:pt x="20571" y="4799"/>
                    <a:pt x="20571" y="4799"/>
                    <a:pt x="20571" y="4799"/>
                  </a:cubicBezTo>
                  <a:cubicBezTo>
                    <a:pt x="20571" y="4799"/>
                    <a:pt x="20571" y="4799"/>
                    <a:pt x="20571" y="4799"/>
                  </a:cubicBezTo>
                  <a:cubicBezTo>
                    <a:pt x="20571" y="3599"/>
                    <a:pt x="20571" y="3599"/>
                    <a:pt x="20571" y="3599"/>
                  </a:cubicBezTo>
                  <a:cubicBezTo>
                    <a:pt x="20571" y="3599"/>
                    <a:pt x="20571" y="3599"/>
                    <a:pt x="20571" y="3599"/>
                  </a:cubicBezTo>
                  <a:cubicBezTo>
                    <a:pt x="20571" y="3599"/>
                    <a:pt x="20571" y="3599"/>
                    <a:pt x="20571" y="3599"/>
                  </a:cubicBezTo>
                  <a:cubicBezTo>
                    <a:pt x="20571" y="2399"/>
                    <a:pt x="20571" y="2399"/>
                    <a:pt x="20571" y="2399"/>
                  </a:cubicBezTo>
                  <a:cubicBezTo>
                    <a:pt x="20571" y="2399"/>
                    <a:pt x="20571" y="2399"/>
                    <a:pt x="20571" y="2399"/>
                  </a:cubicBezTo>
                  <a:cubicBezTo>
                    <a:pt x="20571" y="0"/>
                    <a:pt x="20571" y="0"/>
                    <a:pt x="20571" y="0"/>
                  </a:cubicBezTo>
                  <a:cubicBezTo>
                    <a:pt x="20571" y="0"/>
                    <a:pt x="20571" y="0"/>
                    <a:pt x="20571" y="0"/>
                  </a:cubicBezTo>
                  <a:cubicBezTo>
                    <a:pt x="21600" y="0"/>
                    <a:pt x="21600" y="0"/>
                    <a:pt x="21600" y="0"/>
                  </a:cubicBezTo>
                  <a:cubicBezTo>
                    <a:pt x="20571" y="0"/>
                    <a:pt x="20571" y="0"/>
                    <a:pt x="20571" y="0"/>
                  </a:cubicBezTo>
                  <a:cubicBezTo>
                    <a:pt x="19542" y="0"/>
                    <a:pt x="19542" y="0"/>
                    <a:pt x="19542" y="0"/>
                  </a:cubicBezTo>
                  <a:cubicBezTo>
                    <a:pt x="19542" y="0"/>
                    <a:pt x="19542" y="0"/>
                    <a:pt x="19542" y="0"/>
                  </a:cubicBezTo>
                  <a:cubicBezTo>
                    <a:pt x="19542" y="0"/>
                    <a:pt x="19542" y="0"/>
                    <a:pt x="19542" y="0"/>
                  </a:cubicBezTo>
                  <a:cubicBezTo>
                    <a:pt x="18514" y="0"/>
                    <a:pt x="18514" y="0"/>
                    <a:pt x="18514" y="0"/>
                  </a:cubicBezTo>
                  <a:cubicBezTo>
                    <a:pt x="18514" y="0"/>
                    <a:pt x="18514" y="0"/>
                    <a:pt x="18514" y="0"/>
                  </a:cubicBezTo>
                  <a:cubicBezTo>
                    <a:pt x="18514" y="1199"/>
                    <a:pt x="18514" y="1199"/>
                    <a:pt x="18514" y="1199"/>
                  </a:cubicBezTo>
                  <a:cubicBezTo>
                    <a:pt x="17485" y="1199"/>
                    <a:pt x="17485" y="1199"/>
                    <a:pt x="17485" y="1199"/>
                  </a:cubicBezTo>
                  <a:cubicBezTo>
                    <a:pt x="16457" y="1199"/>
                    <a:pt x="16457" y="1199"/>
                    <a:pt x="16457" y="1199"/>
                  </a:cubicBezTo>
                  <a:cubicBezTo>
                    <a:pt x="16457" y="2399"/>
                    <a:pt x="16457" y="2399"/>
                    <a:pt x="16457" y="2399"/>
                  </a:cubicBezTo>
                  <a:cubicBezTo>
                    <a:pt x="15428" y="1199"/>
                    <a:pt x="15428" y="1199"/>
                    <a:pt x="15428" y="1199"/>
                  </a:cubicBezTo>
                  <a:cubicBezTo>
                    <a:pt x="14399" y="2399"/>
                    <a:pt x="14399" y="2399"/>
                    <a:pt x="14399" y="2399"/>
                  </a:cubicBezTo>
                  <a:cubicBezTo>
                    <a:pt x="14399" y="1199"/>
                    <a:pt x="14399" y="1199"/>
                    <a:pt x="14399" y="1199"/>
                  </a:cubicBezTo>
                  <a:cubicBezTo>
                    <a:pt x="14399" y="1199"/>
                    <a:pt x="14399" y="1199"/>
                    <a:pt x="14399" y="1199"/>
                  </a:cubicBezTo>
                  <a:cubicBezTo>
                    <a:pt x="13371" y="1199"/>
                    <a:pt x="13371" y="1199"/>
                    <a:pt x="13371" y="1199"/>
                  </a:cubicBezTo>
                  <a:cubicBezTo>
                    <a:pt x="13371" y="2399"/>
                    <a:pt x="13371" y="2399"/>
                    <a:pt x="13371" y="2399"/>
                  </a:cubicBezTo>
                  <a:cubicBezTo>
                    <a:pt x="12342" y="2399"/>
                    <a:pt x="12342" y="2399"/>
                    <a:pt x="12342" y="2399"/>
                  </a:cubicBezTo>
                  <a:cubicBezTo>
                    <a:pt x="12342" y="3599"/>
                    <a:pt x="12342" y="3599"/>
                    <a:pt x="12342" y="3599"/>
                  </a:cubicBezTo>
                  <a:cubicBezTo>
                    <a:pt x="12342" y="3599"/>
                    <a:pt x="12342" y="3599"/>
                    <a:pt x="12342" y="3599"/>
                  </a:cubicBezTo>
                  <a:cubicBezTo>
                    <a:pt x="11314" y="3599"/>
                    <a:pt x="11314" y="3599"/>
                    <a:pt x="11314" y="3599"/>
                  </a:cubicBezTo>
                  <a:cubicBezTo>
                    <a:pt x="10285" y="4799"/>
                    <a:pt x="10285" y="4799"/>
                    <a:pt x="10285" y="4799"/>
                  </a:cubicBezTo>
                  <a:cubicBezTo>
                    <a:pt x="9257" y="4799"/>
                    <a:pt x="9257" y="4799"/>
                    <a:pt x="9257" y="4799"/>
                  </a:cubicBezTo>
                  <a:cubicBezTo>
                    <a:pt x="9257" y="6000"/>
                    <a:pt x="9257" y="6000"/>
                    <a:pt x="9257" y="6000"/>
                  </a:cubicBezTo>
                  <a:cubicBezTo>
                    <a:pt x="8228" y="6000"/>
                    <a:pt x="8228" y="6000"/>
                    <a:pt x="8228" y="6000"/>
                  </a:cubicBezTo>
                  <a:cubicBezTo>
                    <a:pt x="8228" y="6000"/>
                    <a:pt x="8228" y="6000"/>
                    <a:pt x="8228" y="6000"/>
                  </a:cubicBezTo>
                  <a:cubicBezTo>
                    <a:pt x="8228" y="4799"/>
                    <a:pt x="8228" y="4799"/>
                    <a:pt x="8228" y="4799"/>
                  </a:cubicBezTo>
                  <a:cubicBezTo>
                    <a:pt x="6171" y="4799"/>
                    <a:pt x="6171" y="4799"/>
                    <a:pt x="6171" y="4799"/>
                  </a:cubicBezTo>
                  <a:cubicBezTo>
                    <a:pt x="5142" y="6000"/>
                    <a:pt x="5142" y="6000"/>
                    <a:pt x="5142" y="6000"/>
                  </a:cubicBezTo>
                  <a:cubicBezTo>
                    <a:pt x="4114" y="6000"/>
                    <a:pt x="4114" y="6000"/>
                    <a:pt x="4114" y="6000"/>
                  </a:cubicBezTo>
                  <a:cubicBezTo>
                    <a:pt x="4114" y="7199"/>
                    <a:pt x="4114" y="7199"/>
                    <a:pt x="4114" y="7199"/>
                  </a:cubicBezTo>
                  <a:cubicBezTo>
                    <a:pt x="4114" y="7199"/>
                    <a:pt x="4114" y="7199"/>
                    <a:pt x="4114" y="7199"/>
                  </a:cubicBezTo>
                  <a:cubicBezTo>
                    <a:pt x="4114" y="8400"/>
                    <a:pt x="4114" y="8400"/>
                    <a:pt x="4114" y="8400"/>
                  </a:cubicBezTo>
                  <a:cubicBezTo>
                    <a:pt x="3085" y="9599"/>
                    <a:pt x="3085" y="9599"/>
                    <a:pt x="3085" y="9599"/>
                  </a:cubicBezTo>
                  <a:cubicBezTo>
                    <a:pt x="2057" y="9599"/>
                    <a:pt x="2057" y="9599"/>
                    <a:pt x="2057" y="9599"/>
                  </a:cubicBezTo>
                  <a:cubicBezTo>
                    <a:pt x="1028" y="9599"/>
                    <a:pt x="1028" y="9599"/>
                    <a:pt x="1028" y="9599"/>
                  </a:cubicBezTo>
                  <a:cubicBezTo>
                    <a:pt x="1028" y="9599"/>
                    <a:pt x="1028" y="9599"/>
                    <a:pt x="1028" y="9599"/>
                  </a:cubicBezTo>
                  <a:cubicBezTo>
                    <a:pt x="1028" y="10800"/>
                    <a:pt x="1028" y="10800"/>
                    <a:pt x="1028" y="10800"/>
                  </a:cubicBezTo>
                  <a:cubicBezTo>
                    <a:pt x="0" y="9599"/>
                    <a:pt x="0" y="9599"/>
                    <a:pt x="0" y="9599"/>
                  </a:cubicBezTo>
                  <a:cubicBezTo>
                    <a:pt x="0" y="10800"/>
                    <a:pt x="0" y="10800"/>
                    <a:pt x="0" y="10800"/>
                  </a:cubicBezTo>
                  <a:cubicBezTo>
                    <a:pt x="2057" y="12000"/>
                    <a:pt x="2057" y="12000"/>
                    <a:pt x="2057" y="12000"/>
                  </a:cubicBezTo>
                  <a:cubicBezTo>
                    <a:pt x="2057" y="13199"/>
                    <a:pt x="2057" y="13199"/>
                    <a:pt x="2057" y="13199"/>
                  </a:cubicBezTo>
                  <a:cubicBezTo>
                    <a:pt x="2057" y="13199"/>
                    <a:pt x="2057" y="13199"/>
                    <a:pt x="2057" y="13199"/>
                  </a:cubicBezTo>
                  <a:cubicBezTo>
                    <a:pt x="4114" y="14400"/>
                    <a:pt x="4114" y="14400"/>
                    <a:pt x="4114" y="14400"/>
                  </a:cubicBezTo>
                  <a:cubicBezTo>
                    <a:pt x="5142" y="16800"/>
                    <a:pt x="5142" y="16800"/>
                    <a:pt x="5142" y="16800"/>
                  </a:cubicBezTo>
                  <a:cubicBezTo>
                    <a:pt x="7199" y="19199"/>
                    <a:pt x="7199" y="19199"/>
                    <a:pt x="7199" y="19199"/>
                  </a:cubicBezTo>
                  <a:cubicBezTo>
                    <a:pt x="7199" y="19199"/>
                    <a:pt x="7199" y="19199"/>
                    <a:pt x="7199" y="19199"/>
                  </a:cubicBezTo>
                  <a:lnTo>
                    <a:pt x="8228" y="191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8" name="AutoShape 20"/>
            <p:cNvSpPr>
              <a:spLocks/>
            </p:cNvSpPr>
            <p:nvPr/>
          </p:nvSpPr>
          <p:spPr bwMode="auto">
            <a:xfrm>
              <a:off x="5029381" y="6464028"/>
              <a:ext cx="447325" cy="188387"/>
            </a:xfrm>
            <a:custGeom>
              <a:avLst/>
              <a:gdLst>
                <a:gd name="T0" fmla="*/ 223663 w 21600"/>
                <a:gd name="T1" fmla="*/ 94194 h 21600"/>
                <a:gd name="T2" fmla="*/ 223663 w 21600"/>
                <a:gd name="T3" fmla="*/ 94194 h 21600"/>
                <a:gd name="T4" fmla="*/ 223663 w 21600"/>
                <a:gd name="T5" fmla="*/ 94194 h 21600"/>
                <a:gd name="T6" fmla="*/ 223663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200" y="21599"/>
                  </a:moveTo>
                  <a:lnTo>
                    <a:pt x="8562" y="21599"/>
                  </a:lnTo>
                  <a:lnTo>
                    <a:pt x="9340" y="19799"/>
                  </a:lnTo>
                  <a:lnTo>
                    <a:pt x="9340" y="16650"/>
                  </a:lnTo>
                  <a:lnTo>
                    <a:pt x="10118" y="16650"/>
                  </a:lnTo>
                  <a:lnTo>
                    <a:pt x="10702" y="14850"/>
                  </a:lnTo>
                  <a:lnTo>
                    <a:pt x="12259" y="14850"/>
                  </a:lnTo>
                  <a:lnTo>
                    <a:pt x="12259" y="16650"/>
                  </a:lnTo>
                  <a:lnTo>
                    <a:pt x="12843" y="16650"/>
                  </a:lnTo>
                  <a:lnTo>
                    <a:pt x="12843" y="14850"/>
                  </a:lnTo>
                  <a:lnTo>
                    <a:pt x="13621" y="14850"/>
                  </a:lnTo>
                  <a:lnTo>
                    <a:pt x="14400" y="13050"/>
                  </a:lnTo>
                  <a:lnTo>
                    <a:pt x="15178" y="13050"/>
                  </a:lnTo>
                  <a:lnTo>
                    <a:pt x="15178" y="11699"/>
                  </a:lnTo>
                  <a:lnTo>
                    <a:pt x="15762" y="11699"/>
                  </a:lnTo>
                  <a:lnTo>
                    <a:pt x="15762" y="9899"/>
                  </a:lnTo>
                  <a:lnTo>
                    <a:pt x="16540" y="9899"/>
                  </a:lnTo>
                  <a:lnTo>
                    <a:pt x="16540" y="11699"/>
                  </a:lnTo>
                  <a:lnTo>
                    <a:pt x="17318" y="9899"/>
                  </a:lnTo>
                  <a:lnTo>
                    <a:pt x="17902" y="11699"/>
                  </a:lnTo>
                  <a:lnTo>
                    <a:pt x="17902" y="9899"/>
                  </a:lnTo>
                  <a:lnTo>
                    <a:pt x="19459" y="9899"/>
                  </a:lnTo>
                  <a:lnTo>
                    <a:pt x="19459" y="8100"/>
                  </a:lnTo>
                  <a:lnTo>
                    <a:pt x="21600" y="8100"/>
                  </a:lnTo>
                  <a:lnTo>
                    <a:pt x="21600" y="6299"/>
                  </a:lnTo>
                  <a:lnTo>
                    <a:pt x="20821" y="4949"/>
                  </a:lnTo>
                  <a:lnTo>
                    <a:pt x="19459" y="4949"/>
                  </a:lnTo>
                  <a:lnTo>
                    <a:pt x="20237" y="6299"/>
                  </a:lnTo>
                  <a:lnTo>
                    <a:pt x="18681" y="6299"/>
                  </a:lnTo>
                  <a:lnTo>
                    <a:pt x="17902" y="4949"/>
                  </a:lnTo>
                  <a:lnTo>
                    <a:pt x="17318" y="4949"/>
                  </a:lnTo>
                  <a:lnTo>
                    <a:pt x="17902" y="4949"/>
                  </a:lnTo>
                  <a:lnTo>
                    <a:pt x="17318" y="3149"/>
                  </a:lnTo>
                  <a:lnTo>
                    <a:pt x="18681" y="3149"/>
                  </a:lnTo>
                  <a:lnTo>
                    <a:pt x="19459" y="4949"/>
                  </a:lnTo>
                  <a:lnTo>
                    <a:pt x="18681" y="3149"/>
                  </a:lnTo>
                  <a:lnTo>
                    <a:pt x="17902" y="3149"/>
                  </a:lnTo>
                  <a:lnTo>
                    <a:pt x="17318" y="1350"/>
                  </a:lnTo>
                  <a:lnTo>
                    <a:pt x="17318" y="3149"/>
                  </a:lnTo>
                  <a:lnTo>
                    <a:pt x="16540" y="1350"/>
                  </a:lnTo>
                  <a:lnTo>
                    <a:pt x="16540" y="3149"/>
                  </a:lnTo>
                  <a:lnTo>
                    <a:pt x="15762" y="3149"/>
                  </a:lnTo>
                  <a:lnTo>
                    <a:pt x="14400" y="1350"/>
                  </a:lnTo>
                  <a:lnTo>
                    <a:pt x="12843" y="1350"/>
                  </a:lnTo>
                  <a:lnTo>
                    <a:pt x="12259" y="0"/>
                  </a:lnTo>
                  <a:lnTo>
                    <a:pt x="11481" y="0"/>
                  </a:lnTo>
                  <a:lnTo>
                    <a:pt x="11481" y="1350"/>
                  </a:lnTo>
                  <a:lnTo>
                    <a:pt x="12259" y="1350"/>
                  </a:lnTo>
                  <a:lnTo>
                    <a:pt x="6421" y="1350"/>
                  </a:lnTo>
                  <a:lnTo>
                    <a:pt x="5643" y="3149"/>
                  </a:lnTo>
                  <a:lnTo>
                    <a:pt x="4281" y="3149"/>
                  </a:lnTo>
                  <a:lnTo>
                    <a:pt x="4281" y="4949"/>
                  </a:lnTo>
                  <a:lnTo>
                    <a:pt x="3502" y="6299"/>
                  </a:lnTo>
                  <a:lnTo>
                    <a:pt x="2918" y="6299"/>
                  </a:lnTo>
                  <a:lnTo>
                    <a:pt x="2140" y="8100"/>
                  </a:lnTo>
                  <a:lnTo>
                    <a:pt x="1362" y="8100"/>
                  </a:lnTo>
                  <a:lnTo>
                    <a:pt x="2140" y="9899"/>
                  </a:lnTo>
                  <a:lnTo>
                    <a:pt x="778" y="13050"/>
                  </a:lnTo>
                  <a:lnTo>
                    <a:pt x="0" y="16650"/>
                  </a:lnTo>
                  <a:lnTo>
                    <a:pt x="778" y="18000"/>
                  </a:lnTo>
                  <a:lnTo>
                    <a:pt x="2140" y="19799"/>
                  </a:lnTo>
                  <a:lnTo>
                    <a:pt x="2918" y="21599"/>
                  </a:lnTo>
                  <a:lnTo>
                    <a:pt x="2918" y="19799"/>
                  </a:lnTo>
                  <a:lnTo>
                    <a:pt x="3502" y="19799"/>
                  </a:lnTo>
                  <a:lnTo>
                    <a:pt x="3502" y="21599"/>
                  </a:lnTo>
                  <a:lnTo>
                    <a:pt x="5643" y="21599"/>
                  </a:lnTo>
                  <a:lnTo>
                    <a:pt x="6421" y="19799"/>
                  </a:lnTo>
                  <a:lnTo>
                    <a:pt x="5643" y="19799"/>
                  </a:lnTo>
                  <a:lnTo>
                    <a:pt x="7200" y="19799"/>
                  </a:lnTo>
                  <a:lnTo>
                    <a:pt x="7200" y="2159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9" name="AutoShape 21"/>
            <p:cNvSpPr>
              <a:spLocks/>
            </p:cNvSpPr>
            <p:nvPr/>
          </p:nvSpPr>
          <p:spPr bwMode="auto">
            <a:xfrm>
              <a:off x="4997136" y="6566073"/>
              <a:ext cx="165230" cy="86346"/>
            </a:xfrm>
            <a:custGeom>
              <a:avLst/>
              <a:gdLst>
                <a:gd name="T0" fmla="*/ 82615 w 21600"/>
                <a:gd name="T1" fmla="*/ 43173 h 21600"/>
                <a:gd name="T2" fmla="*/ 82615 w 21600"/>
                <a:gd name="T3" fmla="*/ 43173 h 21600"/>
                <a:gd name="T4" fmla="*/ 82615 w 21600"/>
                <a:gd name="T5" fmla="*/ 43173 h 21600"/>
                <a:gd name="T6" fmla="*/ 82615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02" y="0"/>
                  </a:moveTo>
                  <a:lnTo>
                    <a:pt x="10009" y="0"/>
                  </a:lnTo>
                  <a:lnTo>
                    <a:pt x="10009" y="2945"/>
                  </a:lnTo>
                  <a:lnTo>
                    <a:pt x="13697" y="2945"/>
                  </a:lnTo>
                  <a:lnTo>
                    <a:pt x="17912" y="10800"/>
                  </a:lnTo>
                  <a:lnTo>
                    <a:pt x="17912" y="6872"/>
                  </a:lnTo>
                  <a:lnTo>
                    <a:pt x="21600" y="6872"/>
                  </a:lnTo>
                  <a:lnTo>
                    <a:pt x="21600" y="13745"/>
                  </a:lnTo>
                  <a:lnTo>
                    <a:pt x="19492" y="13745"/>
                  </a:lnTo>
                  <a:lnTo>
                    <a:pt x="21600" y="17672"/>
                  </a:lnTo>
                  <a:lnTo>
                    <a:pt x="19492" y="17672"/>
                  </a:lnTo>
                  <a:lnTo>
                    <a:pt x="21600" y="17672"/>
                  </a:lnTo>
                  <a:lnTo>
                    <a:pt x="19492" y="21599"/>
                  </a:lnTo>
                  <a:lnTo>
                    <a:pt x="13697" y="21599"/>
                  </a:lnTo>
                  <a:lnTo>
                    <a:pt x="13697" y="17672"/>
                  </a:lnTo>
                  <a:lnTo>
                    <a:pt x="12117" y="17672"/>
                  </a:lnTo>
                  <a:lnTo>
                    <a:pt x="12117" y="21599"/>
                  </a:lnTo>
                  <a:lnTo>
                    <a:pt x="10009" y="17672"/>
                  </a:lnTo>
                  <a:lnTo>
                    <a:pt x="6321" y="13745"/>
                  </a:lnTo>
                  <a:lnTo>
                    <a:pt x="0" y="13745"/>
                  </a:lnTo>
                  <a:lnTo>
                    <a:pt x="0" y="10800"/>
                  </a:lnTo>
                  <a:lnTo>
                    <a:pt x="2107" y="6872"/>
                  </a:lnTo>
                  <a:lnTo>
                    <a:pt x="4214" y="6872"/>
                  </a:lnTo>
                  <a:lnTo>
                    <a:pt x="7902"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0" name="AutoShape 22"/>
            <p:cNvSpPr>
              <a:spLocks/>
            </p:cNvSpPr>
            <p:nvPr/>
          </p:nvSpPr>
          <p:spPr bwMode="auto">
            <a:xfrm>
              <a:off x="5073712" y="6330588"/>
              <a:ext cx="72538" cy="145218"/>
            </a:xfrm>
            <a:custGeom>
              <a:avLst/>
              <a:gdLst>
                <a:gd name="T0" fmla="*/ 36269 w 21600"/>
                <a:gd name="T1" fmla="*/ 72609 h 21600"/>
                <a:gd name="T2" fmla="*/ 36269 w 21600"/>
                <a:gd name="T3" fmla="*/ 72609 h 21600"/>
                <a:gd name="T4" fmla="*/ 36269 w 21600"/>
                <a:gd name="T5" fmla="*/ 72609 h 21600"/>
                <a:gd name="T6" fmla="*/ 36269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670"/>
                  </a:moveTo>
                  <a:lnTo>
                    <a:pt x="0" y="2335"/>
                  </a:lnTo>
                  <a:lnTo>
                    <a:pt x="4799" y="2335"/>
                  </a:lnTo>
                  <a:lnTo>
                    <a:pt x="4799" y="4670"/>
                  </a:lnTo>
                  <a:lnTo>
                    <a:pt x="8400" y="4670"/>
                  </a:lnTo>
                  <a:lnTo>
                    <a:pt x="8400" y="2335"/>
                  </a:lnTo>
                  <a:lnTo>
                    <a:pt x="13200" y="0"/>
                  </a:lnTo>
                  <a:lnTo>
                    <a:pt x="21599" y="0"/>
                  </a:lnTo>
                  <a:lnTo>
                    <a:pt x="21599" y="4670"/>
                  </a:lnTo>
                  <a:lnTo>
                    <a:pt x="18000" y="6421"/>
                  </a:lnTo>
                  <a:lnTo>
                    <a:pt x="18000" y="15178"/>
                  </a:lnTo>
                  <a:lnTo>
                    <a:pt x="13200" y="19848"/>
                  </a:lnTo>
                  <a:lnTo>
                    <a:pt x="8400" y="17513"/>
                  </a:lnTo>
                  <a:lnTo>
                    <a:pt x="4799" y="19848"/>
                  </a:lnTo>
                  <a:lnTo>
                    <a:pt x="4799" y="21599"/>
                  </a:lnTo>
                  <a:lnTo>
                    <a:pt x="0" y="21599"/>
                  </a:lnTo>
                  <a:lnTo>
                    <a:pt x="0" y="467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1" name="AutoShape 23"/>
            <p:cNvSpPr>
              <a:spLocks/>
            </p:cNvSpPr>
            <p:nvPr/>
          </p:nvSpPr>
          <p:spPr bwMode="auto">
            <a:xfrm>
              <a:off x="4864156" y="6361986"/>
              <a:ext cx="270010" cy="247260"/>
            </a:xfrm>
            <a:custGeom>
              <a:avLst/>
              <a:gdLst>
                <a:gd name="T0" fmla="*/ 135005 w 21600"/>
                <a:gd name="T1" fmla="*/ 123630 h 21600"/>
                <a:gd name="T2" fmla="*/ 135005 w 21600"/>
                <a:gd name="T3" fmla="*/ 123630 h 21600"/>
                <a:gd name="T4" fmla="*/ 135005 w 21600"/>
                <a:gd name="T5" fmla="*/ 123630 h 21600"/>
                <a:gd name="T6" fmla="*/ 135005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638" y="21599"/>
                  </a:moveTo>
                  <a:lnTo>
                    <a:pt x="11928" y="20228"/>
                  </a:lnTo>
                  <a:lnTo>
                    <a:pt x="13217" y="20228"/>
                  </a:lnTo>
                  <a:lnTo>
                    <a:pt x="16764" y="16457"/>
                  </a:lnTo>
                  <a:lnTo>
                    <a:pt x="15474" y="15085"/>
                  </a:lnTo>
                  <a:lnTo>
                    <a:pt x="16764" y="15085"/>
                  </a:lnTo>
                  <a:lnTo>
                    <a:pt x="18053" y="13714"/>
                  </a:lnTo>
                  <a:lnTo>
                    <a:pt x="19020" y="13714"/>
                  </a:lnTo>
                  <a:lnTo>
                    <a:pt x="20310" y="12685"/>
                  </a:lnTo>
                  <a:lnTo>
                    <a:pt x="20310" y="11314"/>
                  </a:lnTo>
                  <a:lnTo>
                    <a:pt x="21599" y="11314"/>
                  </a:lnTo>
                  <a:lnTo>
                    <a:pt x="21599" y="9942"/>
                  </a:lnTo>
                  <a:lnTo>
                    <a:pt x="20310" y="9942"/>
                  </a:lnTo>
                  <a:lnTo>
                    <a:pt x="20310" y="11314"/>
                  </a:lnTo>
                  <a:lnTo>
                    <a:pt x="19020" y="9942"/>
                  </a:lnTo>
                  <a:lnTo>
                    <a:pt x="16764" y="9942"/>
                  </a:lnTo>
                  <a:lnTo>
                    <a:pt x="16764" y="0"/>
                  </a:lnTo>
                  <a:lnTo>
                    <a:pt x="7092" y="0"/>
                  </a:lnTo>
                  <a:lnTo>
                    <a:pt x="7092" y="2399"/>
                  </a:lnTo>
                  <a:lnTo>
                    <a:pt x="4835" y="2399"/>
                  </a:lnTo>
                  <a:lnTo>
                    <a:pt x="7092" y="4799"/>
                  </a:lnTo>
                  <a:lnTo>
                    <a:pt x="8382" y="4799"/>
                  </a:lnTo>
                  <a:lnTo>
                    <a:pt x="8382" y="7542"/>
                  </a:lnTo>
                  <a:lnTo>
                    <a:pt x="10638" y="7542"/>
                  </a:lnTo>
                  <a:lnTo>
                    <a:pt x="10638" y="8914"/>
                  </a:lnTo>
                  <a:lnTo>
                    <a:pt x="3546" y="8914"/>
                  </a:lnTo>
                  <a:lnTo>
                    <a:pt x="0" y="13714"/>
                  </a:lnTo>
                  <a:lnTo>
                    <a:pt x="0" y="16457"/>
                  </a:lnTo>
                  <a:lnTo>
                    <a:pt x="1289" y="16457"/>
                  </a:lnTo>
                  <a:lnTo>
                    <a:pt x="0" y="16457"/>
                  </a:lnTo>
                  <a:lnTo>
                    <a:pt x="0" y="18857"/>
                  </a:lnTo>
                  <a:lnTo>
                    <a:pt x="2579" y="18857"/>
                  </a:lnTo>
                  <a:lnTo>
                    <a:pt x="2579" y="20228"/>
                  </a:lnTo>
                  <a:lnTo>
                    <a:pt x="6125" y="21599"/>
                  </a:lnTo>
                  <a:lnTo>
                    <a:pt x="10638" y="2159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2" name="AutoShape 24"/>
            <p:cNvSpPr>
              <a:spLocks/>
            </p:cNvSpPr>
            <p:nvPr/>
          </p:nvSpPr>
          <p:spPr bwMode="auto">
            <a:xfrm>
              <a:off x="3373073" y="5325857"/>
              <a:ext cx="1894079" cy="1240215"/>
            </a:xfrm>
            <a:custGeom>
              <a:avLst/>
              <a:gdLst>
                <a:gd name="T0" fmla="*/ 947040 w 21600"/>
                <a:gd name="T1" fmla="*/ 620108 h 21600"/>
                <a:gd name="T2" fmla="*/ 947040 w 21600"/>
                <a:gd name="T3" fmla="*/ 620108 h 21600"/>
                <a:gd name="T4" fmla="*/ 947040 w 21600"/>
                <a:gd name="T5" fmla="*/ 620108 h 21600"/>
                <a:gd name="T6" fmla="*/ 947040 w 21600"/>
                <a:gd name="T7" fmla="*/ 6201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1884" y="0"/>
                  </a:lnTo>
                  <a:lnTo>
                    <a:pt x="1700" y="273"/>
                  </a:lnTo>
                  <a:lnTo>
                    <a:pt x="4411" y="1777"/>
                  </a:lnTo>
                  <a:lnTo>
                    <a:pt x="6480" y="1777"/>
                  </a:lnTo>
                  <a:lnTo>
                    <a:pt x="6480" y="1503"/>
                  </a:lnTo>
                  <a:lnTo>
                    <a:pt x="7812" y="1503"/>
                  </a:lnTo>
                  <a:lnTo>
                    <a:pt x="7996" y="1777"/>
                  </a:lnTo>
                  <a:lnTo>
                    <a:pt x="7996" y="2050"/>
                  </a:lnTo>
                  <a:lnTo>
                    <a:pt x="8180" y="2050"/>
                  </a:lnTo>
                  <a:lnTo>
                    <a:pt x="8180" y="2324"/>
                  </a:lnTo>
                  <a:lnTo>
                    <a:pt x="8318" y="2324"/>
                  </a:lnTo>
                  <a:lnTo>
                    <a:pt x="8502" y="2529"/>
                  </a:lnTo>
                  <a:lnTo>
                    <a:pt x="8318" y="2529"/>
                  </a:lnTo>
                  <a:lnTo>
                    <a:pt x="8502" y="2802"/>
                  </a:lnTo>
                  <a:lnTo>
                    <a:pt x="8685" y="2802"/>
                  </a:lnTo>
                  <a:lnTo>
                    <a:pt x="8685" y="3281"/>
                  </a:lnTo>
                  <a:lnTo>
                    <a:pt x="8823" y="3281"/>
                  </a:lnTo>
                  <a:lnTo>
                    <a:pt x="8823" y="3554"/>
                  </a:lnTo>
                  <a:lnTo>
                    <a:pt x="8685" y="3554"/>
                  </a:lnTo>
                  <a:lnTo>
                    <a:pt x="8685" y="3827"/>
                  </a:lnTo>
                  <a:lnTo>
                    <a:pt x="8823" y="4101"/>
                  </a:lnTo>
                  <a:lnTo>
                    <a:pt x="9007" y="4101"/>
                  </a:lnTo>
                  <a:lnTo>
                    <a:pt x="9007" y="4306"/>
                  </a:lnTo>
                  <a:lnTo>
                    <a:pt x="9191" y="4306"/>
                  </a:lnTo>
                  <a:lnTo>
                    <a:pt x="9191" y="4579"/>
                  </a:lnTo>
                  <a:lnTo>
                    <a:pt x="9329" y="4579"/>
                  </a:lnTo>
                  <a:lnTo>
                    <a:pt x="9513" y="4853"/>
                  </a:lnTo>
                  <a:lnTo>
                    <a:pt x="9697" y="4853"/>
                  </a:lnTo>
                  <a:lnTo>
                    <a:pt x="9880" y="5058"/>
                  </a:lnTo>
                  <a:lnTo>
                    <a:pt x="10018" y="5058"/>
                  </a:lnTo>
                  <a:lnTo>
                    <a:pt x="10018" y="4853"/>
                  </a:lnTo>
                  <a:lnTo>
                    <a:pt x="10202" y="4853"/>
                  </a:lnTo>
                  <a:lnTo>
                    <a:pt x="10202" y="4579"/>
                  </a:lnTo>
                  <a:lnTo>
                    <a:pt x="10386" y="4579"/>
                  </a:lnTo>
                  <a:lnTo>
                    <a:pt x="10386" y="4306"/>
                  </a:lnTo>
                  <a:lnTo>
                    <a:pt x="10524" y="4101"/>
                  </a:lnTo>
                  <a:lnTo>
                    <a:pt x="11397" y="4101"/>
                  </a:lnTo>
                  <a:lnTo>
                    <a:pt x="11397" y="4306"/>
                  </a:lnTo>
                  <a:lnTo>
                    <a:pt x="11581" y="4306"/>
                  </a:lnTo>
                  <a:lnTo>
                    <a:pt x="11719" y="4579"/>
                  </a:lnTo>
                  <a:lnTo>
                    <a:pt x="11719" y="4853"/>
                  </a:lnTo>
                  <a:lnTo>
                    <a:pt x="11902" y="5058"/>
                  </a:lnTo>
                  <a:lnTo>
                    <a:pt x="11902" y="5605"/>
                  </a:lnTo>
                  <a:lnTo>
                    <a:pt x="12086" y="5605"/>
                  </a:lnTo>
                  <a:lnTo>
                    <a:pt x="12086" y="6083"/>
                  </a:lnTo>
                  <a:lnTo>
                    <a:pt x="12224" y="6083"/>
                  </a:lnTo>
                  <a:lnTo>
                    <a:pt x="12408" y="6356"/>
                  </a:lnTo>
                  <a:lnTo>
                    <a:pt x="12408" y="6630"/>
                  </a:lnTo>
                  <a:lnTo>
                    <a:pt x="12592" y="6835"/>
                  </a:lnTo>
                  <a:lnTo>
                    <a:pt x="12592" y="7382"/>
                  </a:lnTo>
                  <a:lnTo>
                    <a:pt x="12776" y="7860"/>
                  </a:lnTo>
                  <a:lnTo>
                    <a:pt x="12776" y="8407"/>
                  </a:lnTo>
                  <a:lnTo>
                    <a:pt x="13097" y="8407"/>
                  </a:lnTo>
                  <a:lnTo>
                    <a:pt x="13097" y="8612"/>
                  </a:lnTo>
                  <a:lnTo>
                    <a:pt x="13419" y="8612"/>
                  </a:lnTo>
                  <a:lnTo>
                    <a:pt x="13603" y="8886"/>
                  </a:lnTo>
                  <a:lnTo>
                    <a:pt x="13787" y="8886"/>
                  </a:lnTo>
                  <a:lnTo>
                    <a:pt x="13787" y="9159"/>
                  </a:lnTo>
                  <a:lnTo>
                    <a:pt x="13925" y="8886"/>
                  </a:lnTo>
                  <a:lnTo>
                    <a:pt x="13925" y="8612"/>
                  </a:lnTo>
                  <a:lnTo>
                    <a:pt x="14108" y="8612"/>
                  </a:lnTo>
                  <a:lnTo>
                    <a:pt x="13925" y="8886"/>
                  </a:lnTo>
                  <a:lnTo>
                    <a:pt x="13925" y="9364"/>
                  </a:lnTo>
                  <a:lnTo>
                    <a:pt x="13787" y="9364"/>
                  </a:lnTo>
                  <a:lnTo>
                    <a:pt x="13787" y="9637"/>
                  </a:lnTo>
                  <a:lnTo>
                    <a:pt x="13603" y="9637"/>
                  </a:lnTo>
                  <a:lnTo>
                    <a:pt x="13787" y="9637"/>
                  </a:lnTo>
                  <a:lnTo>
                    <a:pt x="13787" y="9364"/>
                  </a:lnTo>
                  <a:lnTo>
                    <a:pt x="13603" y="9364"/>
                  </a:lnTo>
                  <a:lnTo>
                    <a:pt x="13603" y="9637"/>
                  </a:lnTo>
                  <a:lnTo>
                    <a:pt x="13419" y="9911"/>
                  </a:lnTo>
                  <a:lnTo>
                    <a:pt x="13603" y="9911"/>
                  </a:lnTo>
                  <a:lnTo>
                    <a:pt x="13603" y="10389"/>
                  </a:lnTo>
                  <a:lnTo>
                    <a:pt x="13419" y="10389"/>
                  </a:lnTo>
                  <a:lnTo>
                    <a:pt x="13419" y="12440"/>
                  </a:lnTo>
                  <a:lnTo>
                    <a:pt x="13281" y="12440"/>
                  </a:lnTo>
                  <a:lnTo>
                    <a:pt x="13281" y="13192"/>
                  </a:lnTo>
                  <a:lnTo>
                    <a:pt x="13603" y="13739"/>
                  </a:lnTo>
                  <a:lnTo>
                    <a:pt x="13603" y="13944"/>
                  </a:lnTo>
                  <a:lnTo>
                    <a:pt x="13419" y="14217"/>
                  </a:lnTo>
                  <a:lnTo>
                    <a:pt x="13419" y="13739"/>
                  </a:lnTo>
                  <a:lnTo>
                    <a:pt x="13281" y="13465"/>
                  </a:lnTo>
                  <a:lnTo>
                    <a:pt x="13281" y="13739"/>
                  </a:lnTo>
                  <a:lnTo>
                    <a:pt x="13419" y="13739"/>
                  </a:lnTo>
                  <a:lnTo>
                    <a:pt x="13419" y="14491"/>
                  </a:lnTo>
                  <a:lnTo>
                    <a:pt x="13603" y="14696"/>
                  </a:lnTo>
                  <a:lnTo>
                    <a:pt x="13603" y="14969"/>
                  </a:lnTo>
                  <a:lnTo>
                    <a:pt x="14108" y="15721"/>
                  </a:lnTo>
                  <a:lnTo>
                    <a:pt x="14108" y="16268"/>
                  </a:lnTo>
                  <a:lnTo>
                    <a:pt x="14292" y="16268"/>
                  </a:lnTo>
                  <a:lnTo>
                    <a:pt x="14476" y="16746"/>
                  </a:lnTo>
                  <a:lnTo>
                    <a:pt x="14614" y="17020"/>
                  </a:lnTo>
                  <a:lnTo>
                    <a:pt x="15120" y="17020"/>
                  </a:lnTo>
                  <a:lnTo>
                    <a:pt x="15303" y="17498"/>
                  </a:lnTo>
                  <a:lnTo>
                    <a:pt x="15487" y="17772"/>
                  </a:lnTo>
                  <a:lnTo>
                    <a:pt x="15625" y="17498"/>
                  </a:lnTo>
                  <a:lnTo>
                    <a:pt x="15993" y="17498"/>
                  </a:lnTo>
                  <a:lnTo>
                    <a:pt x="16314" y="17225"/>
                  </a:lnTo>
                  <a:lnTo>
                    <a:pt x="16820" y="17225"/>
                  </a:lnTo>
                  <a:lnTo>
                    <a:pt x="17004" y="17020"/>
                  </a:lnTo>
                  <a:lnTo>
                    <a:pt x="17188" y="17020"/>
                  </a:lnTo>
                  <a:lnTo>
                    <a:pt x="17371" y="17225"/>
                  </a:lnTo>
                  <a:lnTo>
                    <a:pt x="17371" y="17020"/>
                  </a:lnTo>
                  <a:lnTo>
                    <a:pt x="17509" y="17020"/>
                  </a:lnTo>
                  <a:lnTo>
                    <a:pt x="17371" y="17225"/>
                  </a:lnTo>
                  <a:lnTo>
                    <a:pt x="17509" y="17498"/>
                  </a:lnTo>
                  <a:lnTo>
                    <a:pt x="17693" y="17498"/>
                  </a:lnTo>
                  <a:lnTo>
                    <a:pt x="17877" y="17225"/>
                  </a:lnTo>
                  <a:lnTo>
                    <a:pt x="17877" y="17020"/>
                  </a:lnTo>
                  <a:lnTo>
                    <a:pt x="18015" y="16746"/>
                  </a:lnTo>
                  <a:lnTo>
                    <a:pt x="17877" y="17020"/>
                  </a:lnTo>
                  <a:lnTo>
                    <a:pt x="17877" y="16746"/>
                  </a:lnTo>
                  <a:lnTo>
                    <a:pt x="18199" y="16473"/>
                  </a:lnTo>
                  <a:lnTo>
                    <a:pt x="18382" y="16268"/>
                  </a:lnTo>
                  <a:lnTo>
                    <a:pt x="18382" y="15994"/>
                  </a:lnTo>
                  <a:lnTo>
                    <a:pt x="18704" y="15448"/>
                  </a:lnTo>
                  <a:lnTo>
                    <a:pt x="18704" y="14969"/>
                  </a:lnTo>
                  <a:lnTo>
                    <a:pt x="18888" y="14491"/>
                  </a:lnTo>
                  <a:lnTo>
                    <a:pt x="18888" y="14217"/>
                  </a:lnTo>
                  <a:lnTo>
                    <a:pt x="19899" y="14217"/>
                  </a:lnTo>
                  <a:lnTo>
                    <a:pt x="20083" y="13944"/>
                  </a:lnTo>
                  <a:lnTo>
                    <a:pt x="20405" y="13944"/>
                  </a:lnTo>
                  <a:lnTo>
                    <a:pt x="20405" y="13739"/>
                  </a:lnTo>
                  <a:lnTo>
                    <a:pt x="20772" y="13739"/>
                  </a:lnTo>
                  <a:lnTo>
                    <a:pt x="21094" y="13944"/>
                  </a:lnTo>
                  <a:lnTo>
                    <a:pt x="21278" y="13944"/>
                  </a:lnTo>
                  <a:lnTo>
                    <a:pt x="21278" y="13739"/>
                  </a:lnTo>
                  <a:lnTo>
                    <a:pt x="21600" y="13944"/>
                  </a:lnTo>
                  <a:lnTo>
                    <a:pt x="21600" y="14217"/>
                  </a:lnTo>
                  <a:lnTo>
                    <a:pt x="21416" y="14491"/>
                  </a:lnTo>
                  <a:lnTo>
                    <a:pt x="21278" y="14969"/>
                  </a:lnTo>
                  <a:lnTo>
                    <a:pt x="20910" y="15243"/>
                  </a:lnTo>
                  <a:lnTo>
                    <a:pt x="20910" y="15721"/>
                  </a:lnTo>
                  <a:lnTo>
                    <a:pt x="20772" y="15994"/>
                  </a:lnTo>
                  <a:lnTo>
                    <a:pt x="20588" y="15994"/>
                  </a:lnTo>
                  <a:lnTo>
                    <a:pt x="20910" y="15994"/>
                  </a:lnTo>
                  <a:lnTo>
                    <a:pt x="20910" y="16268"/>
                  </a:lnTo>
                  <a:lnTo>
                    <a:pt x="20772" y="16473"/>
                  </a:lnTo>
                  <a:lnTo>
                    <a:pt x="20910" y="16473"/>
                  </a:lnTo>
                  <a:lnTo>
                    <a:pt x="20772" y="16746"/>
                  </a:lnTo>
                  <a:lnTo>
                    <a:pt x="20772" y="17225"/>
                  </a:lnTo>
                  <a:lnTo>
                    <a:pt x="20588" y="17498"/>
                  </a:lnTo>
                  <a:lnTo>
                    <a:pt x="20588" y="17772"/>
                  </a:lnTo>
                  <a:lnTo>
                    <a:pt x="20221" y="17225"/>
                  </a:lnTo>
                  <a:lnTo>
                    <a:pt x="20405" y="17225"/>
                  </a:lnTo>
                  <a:lnTo>
                    <a:pt x="20405" y="17020"/>
                  </a:lnTo>
                  <a:lnTo>
                    <a:pt x="20221" y="17020"/>
                  </a:lnTo>
                  <a:lnTo>
                    <a:pt x="20083" y="17225"/>
                  </a:lnTo>
                  <a:lnTo>
                    <a:pt x="20083" y="17498"/>
                  </a:lnTo>
                  <a:lnTo>
                    <a:pt x="19899" y="17498"/>
                  </a:lnTo>
                  <a:lnTo>
                    <a:pt x="19715" y="17772"/>
                  </a:lnTo>
                  <a:lnTo>
                    <a:pt x="19715" y="18045"/>
                  </a:lnTo>
                  <a:lnTo>
                    <a:pt x="19577" y="18045"/>
                  </a:lnTo>
                  <a:lnTo>
                    <a:pt x="19577" y="17772"/>
                  </a:lnTo>
                  <a:lnTo>
                    <a:pt x="19394" y="17772"/>
                  </a:lnTo>
                  <a:lnTo>
                    <a:pt x="19394" y="18045"/>
                  </a:lnTo>
                  <a:lnTo>
                    <a:pt x="18015" y="18045"/>
                  </a:lnTo>
                  <a:lnTo>
                    <a:pt x="18015" y="18524"/>
                  </a:lnTo>
                  <a:lnTo>
                    <a:pt x="17693" y="18524"/>
                  </a:lnTo>
                  <a:lnTo>
                    <a:pt x="18015" y="19002"/>
                  </a:lnTo>
                  <a:lnTo>
                    <a:pt x="18199" y="19002"/>
                  </a:lnTo>
                  <a:lnTo>
                    <a:pt x="18199" y="19549"/>
                  </a:lnTo>
                  <a:lnTo>
                    <a:pt x="18520" y="19549"/>
                  </a:lnTo>
                  <a:lnTo>
                    <a:pt x="18520" y="19822"/>
                  </a:lnTo>
                  <a:lnTo>
                    <a:pt x="17509" y="19822"/>
                  </a:lnTo>
                  <a:lnTo>
                    <a:pt x="17004" y="20779"/>
                  </a:lnTo>
                  <a:lnTo>
                    <a:pt x="17004" y="21326"/>
                  </a:lnTo>
                  <a:lnTo>
                    <a:pt x="17188" y="21326"/>
                  </a:lnTo>
                  <a:lnTo>
                    <a:pt x="17004" y="21326"/>
                  </a:lnTo>
                  <a:lnTo>
                    <a:pt x="17004" y="21599"/>
                  </a:lnTo>
                  <a:lnTo>
                    <a:pt x="16820" y="21326"/>
                  </a:lnTo>
                  <a:lnTo>
                    <a:pt x="16682" y="21053"/>
                  </a:lnTo>
                  <a:lnTo>
                    <a:pt x="16498" y="20779"/>
                  </a:lnTo>
                  <a:lnTo>
                    <a:pt x="15993" y="20301"/>
                  </a:lnTo>
                  <a:lnTo>
                    <a:pt x="15809" y="20301"/>
                  </a:lnTo>
                  <a:lnTo>
                    <a:pt x="15809" y="19822"/>
                  </a:lnTo>
                  <a:lnTo>
                    <a:pt x="15625" y="19822"/>
                  </a:lnTo>
                  <a:lnTo>
                    <a:pt x="15809" y="20027"/>
                  </a:lnTo>
                  <a:lnTo>
                    <a:pt x="15809" y="20301"/>
                  </a:lnTo>
                  <a:lnTo>
                    <a:pt x="15487" y="19822"/>
                  </a:lnTo>
                  <a:lnTo>
                    <a:pt x="15303" y="19822"/>
                  </a:lnTo>
                  <a:lnTo>
                    <a:pt x="15303" y="19549"/>
                  </a:lnTo>
                  <a:lnTo>
                    <a:pt x="15120" y="19549"/>
                  </a:lnTo>
                  <a:lnTo>
                    <a:pt x="15120" y="19822"/>
                  </a:lnTo>
                  <a:lnTo>
                    <a:pt x="15120" y="19549"/>
                  </a:lnTo>
                  <a:lnTo>
                    <a:pt x="14982" y="19549"/>
                  </a:lnTo>
                  <a:lnTo>
                    <a:pt x="14798" y="19822"/>
                  </a:lnTo>
                  <a:lnTo>
                    <a:pt x="15120" y="19822"/>
                  </a:lnTo>
                  <a:lnTo>
                    <a:pt x="14798" y="19822"/>
                  </a:lnTo>
                  <a:lnTo>
                    <a:pt x="14476" y="20027"/>
                  </a:lnTo>
                  <a:lnTo>
                    <a:pt x="14292" y="20027"/>
                  </a:lnTo>
                  <a:lnTo>
                    <a:pt x="13925" y="20301"/>
                  </a:lnTo>
                  <a:lnTo>
                    <a:pt x="13787" y="20301"/>
                  </a:lnTo>
                  <a:lnTo>
                    <a:pt x="13419" y="20027"/>
                  </a:lnTo>
                  <a:lnTo>
                    <a:pt x="12914" y="20027"/>
                  </a:lnTo>
                  <a:lnTo>
                    <a:pt x="12776" y="19822"/>
                  </a:lnTo>
                  <a:lnTo>
                    <a:pt x="12408" y="19822"/>
                  </a:lnTo>
                  <a:lnTo>
                    <a:pt x="12224" y="19549"/>
                  </a:lnTo>
                  <a:lnTo>
                    <a:pt x="12086" y="19549"/>
                  </a:lnTo>
                  <a:lnTo>
                    <a:pt x="12086" y="19275"/>
                  </a:lnTo>
                  <a:lnTo>
                    <a:pt x="11902" y="19549"/>
                  </a:lnTo>
                  <a:lnTo>
                    <a:pt x="11719" y="19275"/>
                  </a:lnTo>
                  <a:lnTo>
                    <a:pt x="11581" y="19275"/>
                  </a:lnTo>
                  <a:lnTo>
                    <a:pt x="11397" y="19002"/>
                  </a:lnTo>
                  <a:lnTo>
                    <a:pt x="11213" y="19002"/>
                  </a:lnTo>
                  <a:lnTo>
                    <a:pt x="10891" y="18797"/>
                  </a:lnTo>
                  <a:lnTo>
                    <a:pt x="10524" y="18797"/>
                  </a:lnTo>
                  <a:lnTo>
                    <a:pt x="10386" y="18524"/>
                  </a:lnTo>
                  <a:lnTo>
                    <a:pt x="10202" y="18250"/>
                  </a:lnTo>
                  <a:lnTo>
                    <a:pt x="9880" y="18045"/>
                  </a:lnTo>
                  <a:lnTo>
                    <a:pt x="9880" y="17772"/>
                  </a:lnTo>
                  <a:lnTo>
                    <a:pt x="9191" y="17772"/>
                  </a:lnTo>
                  <a:lnTo>
                    <a:pt x="9007" y="17498"/>
                  </a:lnTo>
                  <a:lnTo>
                    <a:pt x="9007" y="17772"/>
                  </a:lnTo>
                  <a:lnTo>
                    <a:pt x="8823" y="17498"/>
                  </a:lnTo>
                  <a:lnTo>
                    <a:pt x="8685" y="17225"/>
                  </a:lnTo>
                  <a:lnTo>
                    <a:pt x="8502" y="17020"/>
                  </a:lnTo>
                  <a:lnTo>
                    <a:pt x="8318" y="16746"/>
                  </a:lnTo>
                  <a:lnTo>
                    <a:pt x="8180" y="16746"/>
                  </a:lnTo>
                  <a:lnTo>
                    <a:pt x="8318" y="16473"/>
                  </a:lnTo>
                  <a:lnTo>
                    <a:pt x="7812" y="16473"/>
                  </a:lnTo>
                  <a:lnTo>
                    <a:pt x="7628" y="16268"/>
                  </a:lnTo>
                  <a:lnTo>
                    <a:pt x="7491" y="16268"/>
                  </a:lnTo>
                  <a:lnTo>
                    <a:pt x="7491" y="15994"/>
                  </a:lnTo>
                  <a:lnTo>
                    <a:pt x="7307" y="15721"/>
                  </a:lnTo>
                  <a:lnTo>
                    <a:pt x="7307" y="15448"/>
                  </a:lnTo>
                  <a:lnTo>
                    <a:pt x="7123" y="15243"/>
                  </a:lnTo>
                  <a:lnTo>
                    <a:pt x="7123" y="14969"/>
                  </a:lnTo>
                  <a:lnTo>
                    <a:pt x="7491" y="14969"/>
                  </a:lnTo>
                  <a:lnTo>
                    <a:pt x="7307" y="14696"/>
                  </a:lnTo>
                  <a:lnTo>
                    <a:pt x="7491" y="14491"/>
                  </a:lnTo>
                  <a:lnTo>
                    <a:pt x="7628" y="14217"/>
                  </a:lnTo>
                  <a:lnTo>
                    <a:pt x="7628" y="13944"/>
                  </a:lnTo>
                  <a:lnTo>
                    <a:pt x="7491" y="13465"/>
                  </a:lnTo>
                  <a:lnTo>
                    <a:pt x="7307" y="13192"/>
                  </a:lnTo>
                  <a:lnTo>
                    <a:pt x="7307" y="12713"/>
                  </a:lnTo>
                  <a:lnTo>
                    <a:pt x="6985" y="12167"/>
                  </a:lnTo>
                  <a:lnTo>
                    <a:pt x="6985" y="11962"/>
                  </a:lnTo>
                  <a:lnTo>
                    <a:pt x="6801" y="11688"/>
                  </a:lnTo>
                  <a:lnTo>
                    <a:pt x="6617" y="11141"/>
                  </a:lnTo>
                  <a:lnTo>
                    <a:pt x="6480" y="10936"/>
                  </a:lnTo>
                  <a:lnTo>
                    <a:pt x="6112" y="10663"/>
                  </a:lnTo>
                  <a:lnTo>
                    <a:pt x="6112" y="10389"/>
                  </a:lnTo>
                  <a:lnTo>
                    <a:pt x="5928" y="10184"/>
                  </a:lnTo>
                  <a:lnTo>
                    <a:pt x="5790" y="10184"/>
                  </a:lnTo>
                  <a:lnTo>
                    <a:pt x="5928" y="9911"/>
                  </a:lnTo>
                  <a:lnTo>
                    <a:pt x="5790" y="9637"/>
                  </a:lnTo>
                  <a:lnTo>
                    <a:pt x="5790" y="9364"/>
                  </a:lnTo>
                  <a:lnTo>
                    <a:pt x="5422" y="9364"/>
                  </a:lnTo>
                  <a:lnTo>
                    <a:pt x="5101" y="9159"/>
                  </a:lnTo>
                  <a:lnTo>
                    <a:pt x="5101" y="8886"/>
                  </a:lnTo>
                  <a:lnTo>
                    <a:pt x="4779" y="8886"/>
                  </a:lnTo>
                  <a:lnTo>
                    <a:pt x="4779" y="8612"/>
                  </a:lnTo>
                  <a:lnTo>
                    <a:pt x="4917" y="8407"/>
                  </a:lnTo>
                  <a:lnTo>
                    <a:pt x="4917" y="8134"/>
                  </a:lnTo>
                  <a:lnTo>
                    <a:pt x="5285" y="8134"/>
                  </a:lnTo>
                  <a:lnTo>
                    <a:pt x="5285" y="7860"/>
                  </a:lnTo>
                  <a:lnTo>
                    <a:pt x="5101" y="7860"/>
                  </a:lnTo>
                  <a:lnTo>
                    <a:pt x="4917" y="7587"/>
                  </a:lnTo>
                  <a:lnTo>
                    <a:pt x="4595" y="7587"/>
                  </a:lnTo>
                  <a:lnTo>
                    <a:pt x="4595" y="7108"/>
                  </a:lnTo>
                  <a:lnTo>
                    <a:pt x="4411" y="7108"/>
                  </a:lnTo>
                  <a:lnTo>
                    <a:pt x="4090" y="6835"/>
                  </a:lnTo>
                  <a:lnTo>
                    <a:pt x="4090" y="6630"/>
                  </a:lnTo>
                  <a:lnTo>
                    <a:pt x="4228" y="6356"/>
                  </a:lnTo>
                  <a:lnTo>
                    <a:pt x="4228" y="6083"/>
                  </a:lnTo>
                  <a:lnTo>
                    <a:pt x="3722" y="6083"/>
                  </a:lnTo>
                  <a:lnTo>
                    <a:pt x="3722" y="5605"/>
                  </a:lnTo>
                  <a:lnTo>
                    <a:pt x="3584" y="5331"/>
                  </a:lnTo>
                  <a:lnTo>
                    <a:pt x="3400" y="5331"/>
                  </a:lnTo>
                  <a:lnTo>
                    <a:pt x="3400" y="4853"/>
                  </a:lnTo>
                  <a:lnTo>
                    <a:pt x="3217" y="4853"/>
                  </a:lnTo>
                  <a:lnTo>
                    <a:pt x="3217" y="4579"/>
                  </a:lnTo>
                  <a:lnTo>
                    <a:pt x="3033" y="4306"/>
                  </a:lnTo>
                  <a:lnTo>
                    <a:pt x="3033" y="4101"/>
                  </a:lnTo>
                  <a:lnTo>
                    <a:pt x="2895" y="3827"/>
                  </a:lnTo>
                  <a:lnTo>
                    <a:pt x="2895" y="3281"/>
                  </a:lnTo>
                  <a:lnTo>
                    <a:pt x="2711" y="3075"/>
                  </a:lnTo>
                  <a:lnTo>
                    <a:pt x="2711" y="2050"/>
                  </a:lnTo>
                  <a:lnTo>
                    <a:pt x="2527" y="1777"/>
                  </a:lnTo>
                  <a:lnTo>
                    <a:pt x="2389" y="1777"/>
                  </a:lnTo>
                  <a:lnTo>
                    <a:pt x="2389" y="1503"/>
                  </a:lnTo>
                  <a:lnTo>
                    <a:pt x="2205" y="1777"/>
                  </a:lnTo>
                  <a:lnTo>
                    <a:pt x="2022" y="1777"/>
                  </a:lnTo>
                  <a:lnTo>
                    <a:pt x="2022" y="1503"/>
                  </a:lnTo>
                  <a:lnTo>
                    <a:pt x="1884" y="1298"/>
                  </a:lnTo>
                  <a:lnTo>
                    <a:pt x="1700" y="1298"/>
                  </a:lnTo>
                  <a:lnTo>
                    <a:pt x="1516" y="1025"/>
                  </a:lnTo>
                  <a:lnTo>
                    <a:pt x="1700" y="1298"/>
                  </a:lnTo>
                  <a:lnTo>
                    <a:pt x="1516" y="1777"/>
                  </a:lnTo>
                  <a:lnTo>
                    <a:pt x="1516" y="3281"/>
                  </a:lnTo>
                  <a:lnTo>
                    <a:pt x="1700" y="3554"/>
                  </a:lnTo>
                  <a:lnTo>
                    <a:pt x="1700" y="3827"/>
                  </a:lnTo>
                  <a:lnTo>
                    <a:pt x="1884" y="3827"/>
                  </a:lnTo>
                  <a:lnTo>
                    <a:pt x="1884" y="4101"/>
                  </a:lnTo>
                  <a:lnTo>
                    <a:pt x="2022" y="4306"/>
                  </a:lnTo>
                  <a:lnTo>
                    <a:pt x="2022" y="4853"/>
                  </a:lnTo>
                  <a:lnTo>
                    <a:pt x="2205" y="4853"/>
                  </a:lnTo>
                  <a:lnTo>
                    <a:pt x="2389" y="5058"/>
                  </a:lnTo>
                  <a:lnTo>
                    <a:pt x="2389" y="5331"/>
                  </a:lnTo>
                  <a:lnTo>
                    <a:pt x="2527" y="5331"/>
                  </a:lnTo>
                  <a:lnTo>
                    <a:pt x="2711" y="5605"/>
                  </a:lnTo>
                  <a:lnTo>
                    <a:pt x="2527" y="5878"/>
                  </a:lnTo>
                  <a:lnTo>
                    <a:pt x="2527" y="6083"/>
                  </a:lnTo>
                  <a:lnTo>
                    <a:pt x="2711" y="6356"/>
                  </a:lnTo>
                  <a:lnTo>
                    <a:pt x="2895" y="6356"/>
                  </a:lnTo>
                  <a:lnTo>
                    <a:pt x="2895" y="6630"/>
                  </a:lnTo>
                  <a:lnTo>
                    <a:pt x="3033" y="6835"/>
                  </a:lnTo>
                  <a:lnTo>
                    <a:pt x="3033" y="7382"/>
                  </a:lnTo>
                  <a:lnTo>
                    <a:pt x="3217" y="7587"/>
                  </a:lnTo>
                  <a:lnTo>
                    <a:pt x="3217" y="7382"/>
                  </a:lnTo>
                  <a:lnTo>
                    <a:pt x="3400" y="7587"/>
                  </a:lnTo>
                  <a:lnTo>
                    <a:pt x="3584" y="8134"/>
                  </a:lnTo>
                  <a:lnTo>
                    <a:pt x="3400" y="8407"/>
                  </a:lnTo>
                  <a:lnTo>
                    <a:pt x="3400" y="8612"/>
                  </a:lnTo>
                  <a:lnTo>
                    <a:pt x="3584" y="8612"/>
                  </a:lnTo>
                  <a:lnTo>
                    <a:pt x="3584" y="9159"/>
                  </a:lnTo>
                  <a:lnTo>
                    <a:pt x="3722" y="9159"/>
                  </a:lnTo>
                  <a:lnTo>
                    <a:pt x="3722" y="9364"/>
                  </a:lnTo>
                  <a:lnTo>
                    <a:pt x="3584" y="9364"/>
                  </a:lnTo>
                  <a:lnTo>
                    <a:pt x="3722" y="9637"/>
                  </a:lnTo>
                  <a:lnTo>
                    <a:pt x="3722" y="10184"/>
                  </a:lnTo>
                  <a:lnTo>
                    <a:pt x="3906" y="10389"/>
                  </a:lnTo>
                  <a:lnTo>
                    <a:pt x="3906" y="10663"/>
                  </a:lnTo>
                  <a:lnTo>
                    <a:pt x="4090" y="10663"/>
                  </a:lnTo>
                  <a:lnTo>
                    <a:pt x="4090" y="10389"/>
                  </a:lnTo>
                  <a:lnTo>
                    <a:pt x="4228" y="10663"/>
                  </a:lnTo>
                  <a:lnTo>
                    <a:pt x="4411" y="10936"/>
                  </a:lnTo>
                  <a:lnTo>
                    <a:pt x="4411" y="11141"/>
                  </a:lnTo>
                  <a:lnTo>
                    <a:pt x="4595" y="11415"/>
                  </a:lnTo>
                  <a:lnTo>
                    <a:pt x="4595" y="11688"/>
                  </a:lnTo>
                  <a:lnTo>
                    <a:pt x="4411" y="11962"/>
                  </a:lnTo>
                  <a:lnTo>
                    <a:pt x="4228" y="12167"/>
                  </a:lnTo>
                  <a:lnTo>
                    <a:pt x="4090" y="11962"/>
                  </a:lnTo>
                  <a:lnTo>
                    <a:pt x="4090" y="11688"/>
                  </a:lnTo>
                  <a:lnTo>
                    <a:pt x="3906" y="11415"/>
                  </a:lnTo>
                  <a:lnTo>
                    <a:pt x="3906" y="11141"/>
                  </a:lnTo>
                  <a:lnTo>
                    <a:pt x="3722" y="11141"/>
                  </a:lnTo>
                  <a:lnTo>
                    <a:pt x="3217" y="10389"/>
                  </a:lnTo>
                  <a:lnTo>
                    <a:pt x="3033" y="10184"/>
                  </a:lnTo>
                  <a:lnTo>
                    <a:pt x="2895" y="10184"/>
                  </a:lnTo>
                  <a:lnTo>
                    <a:pt x="2895" y="9911"/>
                  </a:lnTo>
                  <a:lnTo>
                    <a:pt x="2711" y="9911"/>
                  </a:lnTo>
                  <a:lnTo>
                    <a:pt x="2711" y="9364"/>
                  </a:lnTo>
                  <a:lnTo>
                    <a:pt x="2895" y="8886"/>
                  </a:lnTo>
                  <a:lnTo>
                    <a:pt x="2895" y="8612"/>
                  </a:lnTo>
                  <a:lnTo>
                    <a:pt x="2711" y="8134"/>
                  </a:lnTo>
                  <a:lnTo>
                    <a:pt x="2527" y="8134"/>
                  </a:lnTo>
                  <a:lnTo>
                    <a:pt x="2205" y="7587"/>
                  </a:lnTo>
                  <a:lnTo>
                    <a:pt x="2205" y="7108"/>
                  </a:lnTo>
                  <a:lnTo>
                    <a:pt x="2022" y="7382"/>
                  </a:lnTo>
                  <a:lnTo>
                    <a:pt x="1700" y="7382"/>
                  </a:lnTo>
                  <a:lnTo>
                    <a:pt x="1884" y="7108"/>
                  </a:lnTo>
                  <a:lnTo>
                    <a:pt x="1516" y="7108"/>
                  </a:lnTo>
                  <a:lnTo>
                    <a:pt x="827" y="6083"/>
                  </a:lnTo>
                  <a:lnTo>
                    <a:pt x="1516" y="6083"/>
                  </a:lnTo>
                  <a:lnTo>
                    <a:pt x="1516" y="6356"/>
                  </a:lnTo>
                  <a:lnTo>
                    <a:pt x="1516" y="6083"/>
                  </a:lnTo>
                  <a:lnTo>
                    <a:pt x="1700" y="6083"/>
                  </a:lnTo>
                  <a:lnTo>
                    <a:pt x="1516" y="6083"/>
                  </a:lnTo>
                  <a:lnTo>
                    <a:pt x="1516" y="5878"/>
                  </a:lnTo>
                  <a:lnTo>
                    <a:pt x="1700" y="5878"/>
                  </a:lnTo>
                  <a:lnTo>
                    <a:pt x="1700" y="5058"/>
                  </a:lnTo>
                  <a:lnTo>
                    <a:pt x="1516" y="5058"/>
                  </a:lnTo>
                  <a:lnTo>
                    <a:pt x="1516" y="4853"/>
                  </a:lnTo>
                  <a:lnTo>
                    <a:pt x="1332" y="4579"/>
                  </a:lnTo>
                  <a:lnTo>
                    <a:pt x="1332" y="4306"/>
                  </a:lnTo>
                  <a:lnTo>
                    <a:pt x="1011" y="3827"/>
                  </a:lnTo>
                  <a:lnTo>
                    <a:pt x="689" y="3827"/>
                  </a:lnTo>
                  <a:lnTo>
                    <a:pt x="689" y="3075"/>
                  </a:lnTo>
                  <a:lnTo>
                    <a:pt x="505" y="2802"/>
                  </a:lnTo>
                  <a:lnTo>
                    <a:pt x="505" y="2324"/>
                  </a:lnTo>
                  <a:lnTo>
                    <a:pt x="321" y="2324"/>
                  </a:lnTo>
                  <a:lnTo>
                    <a:pt x="321" y="2050"/>
                  </a:lnTo>
                  <a:lnTo>
                    <a:pt x="505" y="1777"/>
                  </a:lnTo>
                  <a:lnTo>
                    <a:pt x="183" y="1503"/>
                  </a:lnTo>
                  <a:lnTo>
                    <a:pt x="183" y="1298"/>
                  </a:lnTo>
                  <a:lnTo>
                    <a:pt x="321" y="1298"/>
                  </a:lnTo>
                  <a:lnTo>
                    <a:pt x="183" y="1025"/>
                  </a:lnTo>
                  <a:lnTo>
                    <a:pt x="183" y="751"/>
                  </a:lnTo>
                  <a:lnTo>
                    <a:pt x="0" y="273"/>
                  </a:lnTo>
                  <a:lnTo>
                    <a:pt x="0" y="0"/>
                  </a:lnTo>
                  <a:close/>
                  <a:moveTo>
                    <a:pt x="3906" y="9911"/>
                  </a:moveTo>
                  <a:lnTo>
                    <a:pt x="3906" y="9364"/>
                  </a:lnTo>
                  <a:lnTo>
                    <a:pt x="3722" y="9364"/>
                  </a:lnTo>
                  <a:lnTo>
                    <a:pt x="3906" y="9637"/>
                  </a:lnTo>
                  <a:lnTo>
                    <a:pt x="3906" y="9911"/>
                  </a:lnTo>
                  <a:close/>
                  <a:moveTo>
                    <a:pt x="4090" y="10184"/>
                  </a:moveTo>
                  <a:lnTo>
                    <a:pt x="4090" y="10389"/>
                  </a:lnTo>
                  <a:lnTo>
                    <a:pt x="4090" y="10184"/>
                  </a:lnTo>
                  <a:close/>
                  <a:moveTo>
                    <a:pt x="13603" y="9911"/>
                  </a:moveTo>
                  <a:lnTo>
                    <a:pt x="13787" y="9911"/>
                  </a:lnTo>
                  <a:lnTo>
                    <a:pt x="13603" y="9911"/>
                  </a:lnTo>
                  <a:close/>
                  <a:moveTo>
                    <a:pt x="13603" y="10184"/>
                  </a:moveTo>
                  <a:close/>
                  <a:moveTo>
                    <a:pt x="13603" y="10663"/>
                  </a:moveTo>
                  <a:lnTo>
                    <a:pt x="13603" y="10389"/>
                  </a:lnTo>
                  <a:lnTo>
                    <a:pt x="13603" y="1066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3" name="AutoShape 25"/>
            <p:cNvSpPr>
              <a:spLocks/>
            </p:cNvSpPr>
            <p:nvPr/>
          </p:nvSpPr>
          <p:spPr bwMode="auto">
            <a:xfrm>
              <a:off x="6057016" y="7115532"/>
              <a:ext cx="2599318" cy="2405861"/>
            </a:xfrm>
            <a:custGeom>
              <a:avLst/>
              <a:gdLst>
                <a:gd name="T0" fmla="*/ 1299659 w 21600"/>
                <a:gd name="T1" fmla="*/ 1202931 h 21600"/>
                <a:gd name="T2" fmla="*/ 1299659 w 21600"/>
                <a:gd name="T3" fmla="*/ 1202931 h 21600"/>
                <a:gd name="T4" fmla="*/ 1299659 w 21600"/>
                <a:gd name="T5" fmla="*/ 1202931 h 21600"/>
                <a:gd name="T6" fmla="*/ 1299659 w 21600"/>
                <a:gd name="T7" fmla="*/ 12029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662" y="3141"/>
                  </a:moveTo>
                  <a:cubicBezTo>
                    <a:pt x="12662" y="3141"/>
                    <a:pt x="12662" y="3141"/>
                    <a:pt x="12662" y="3141"/>
                  </a:cubicBezTo>
                  <a:cubicBezTo>
                    <a:pt x="12786" y="3010"/>
                    <a:pt x="12786" y="3010"/>
                    <a:pt x="12786" y="3010"/>
                  </a:cubicBezTo>
                  <a:cubicBezTo>
                    <a:pt x="12786" y="3141"/>
                    <a:pt x="12786" y="3141"/>
                    <a:pt x="12786" y="3141"/>
                  </a:cubicBezTo>
                  <a:cubicBezTo>
                    <a:pt x="12786" y="3141"/>
                    <a:pt x="12786" y="3141"/>
                    <a:pt x="12786" y="3141"/>
                  </a:cubicBezTo>
                  <a:cubicBezTo>
                    <a:pt x="12662" y="3141"/>
                    <a:pt x="12662" y="3141"/>
                    <a:pt x="12662" y="3141"/>
                  </a:cubicBezTo>
                  <a:cubicBezTo>
                    <a:pt x="12662" y="3141"/>
                    <a:pt x="12662" y="3141"/>
                    <a:pt x="12662" y="3141"/>
                  </a:cubicBezTo>
                  <a:close/>
                  <a:moveTo>
                    <a:pt x="12537" y="3141"/>
                  </a:moveTo>
                  <a:cubicBezTo>
                    <a:pt x="12537" y="3141"/>
                    <a:pt x="12537" y="3141"/>
                    <a:pt x="12537" y="3141"/>
                  </a:cubicBezTo>
                  <a:cubicBezTo>
                    <a:pt x="12537" y="3141"/>
                    <a:pt x="12537" y="3141"/>
                    <a:pt x="12537" y="3141"/>
                  </a:cubicBezTo>
                  <a:cubicBezTo>
                    <a:pt x="12662" y="3010"/>
                    <a:pt x="12662" y="3010"/>
                    <a:pt x="12662" y="3010"/>
                  </a:cubicBezTo>
                  <a:cubicBezTo>
                    <a:pt x="12786" y="3010"/>
                    <a:pt x="12786" y="3010"/>
                    <a:pt x="12786" y="3010"/>
                  </a:cubicBezTo>
                  <a:cubicBezTo>
                    <a:pt x="12786" y="2880"/>
                    <a:pt x="12786" y="2880"/>
                    <a:pt x="12786" y="2880"/>
                  </a:cubicBezTo>
                  <a:cubicBezTo>
                    <a:pt x="12786" y="2880"/>
                    <a:pt x="12786" y="2880"/>
                    <a:pt x="12786" y="2880"/>
                  </a:cubicBezTo>
                  <a:cubicBezTo>
                    <a:pt x="12786" y="2880"/>
                    <a:pt x="12786" y="2880"/>
                    <a:pt x="12786" y="2880"/>
                  </a:cubicBezTo>
                  <a:cubicBezTo>
                    <a:pt x="12786" y="2880"/>
                    <a:pt x="12786" y="2880"/>
                    <a:pt x="12786" y="2880"/>
                  </a:cubicBezTo>
                  <a:cubicBezTo>
                    <a:pt x="12662" y="2880"/>
                    <a:pt x="12662" y="2880"/>
                    <a:pt x="12662" y="2880"/>
                  </a:cubicBezTo>
                  <a:cubicBezTo>
                    <a:pt x="12537" y="3010"/>
                    <a:pt x="12537" y="3010"/>
                    <a:pt x="12537" y="3010"/>
                  </a:cubicBezTo>
                  <a:cubicBezTo>
                    <a:pt x="12537" y="3141"/>
                    <a:pt x="12537" y="3141"/>
                    <a:pt x="12537" y="3141"/>
                  </a:cubicBezTo>
                  <a:close/>
                  <a:moveTo>
                    <a:pt x="13034" y="2749"/>
                  </a:moveTo>
                  <a:cubicBezTo>
                    <a:pt x="12910" y="2749"/>
                    <a:pt x="12910" y="2749"/>
                    <a:pt x="12910" y="2749"/>
                  </a:cubicBezTo>
                  <a:cubicBezTo>
                    <a:pt x="12910" y="2749"/>
                    <a:pt x="12910" y="2749"/>
                    <a:pt x="12910" y="2749"/>
                  </a:cubicBezTo>
                  <a:cubicBezTo>
                    <a:pt x="12910" y="2749"/>
                    <a:pt x="12910" y="2749"/>
                    <a:pt x="12910" y="2749"/>
                  </a:cubicBezTo>
                  <a:cubicBezTo>
                    <a:pt x="12910" y="2880"/>
                    <a:pt x="12910" y="2880"/>
                    <a:pt x="12910" y="2880"/>
                  </a:cubicBezTo>
                  <a:cubicBezTo>
                    <a:pt x="13034" y="2880"/>
                    <a:pt x="13034" y="2880"/>
                    <a:pt x="13034" y="2880"/>
                  </a:cubicBezTo>
                  <a:cubicBezTo>
                    <a:pt x="13034" y="2749"/>
                    <a:pt x="13034" y="2749"/>
                    <a:pt x="13034" y="2749"/>
                  </a:cubicBezTo>
                  <a:close/>
                  <a:moveTo>
                    <a:pt x="13034" y="2749"/>
                  </a:moveTo>
                  <a:cubicBezTo>
                    <a:pt x="12910" y="2618"/>
                    <a:pt x="12910" y="2618"/>
                    <a:pt x="12910" y="2618"/>
                  </a:cubicBezTo>
                  <a:cubicBezTo>
                    <a:pt x="13034" y="2487"/>
                    <a:pt x="13034" y="2487"/>
                    <a:pt x="13034" y="2487"/>
                  </a:cubicBezTo>
                  <a:cubicBezTo>
                    <a:pt x="13034" y="2487"/>
                    <a:pt x="13034" y="2487"/>
                    <a:pt x="13034" y="2487"/>
                  </a:cubicBezTo>
                  <a:cubicBezTo>
                    <a:pt x="13158" y="2487"/>
                    <a:pt x="13158" y="2487"/>
                    <a:pt x="13158" y="2487"/>
                  </a:cubicBezTo>
                  <a:cubicBezTo>
                    <a:pt x="13158" y="2487"/>
                    <a:pt x="13158" y="2487"/>
                    <a:pt x="13158" y="2487"/>
                  </a:cubicBezTo>
                  <a:cubicBezTo>
                    <a:pt x="13158" y="2487"/>
                    <a:pt x="13158" y="2487"/>
                    <a:pt x="13158" y="2487"/>
                  </a:cubicBezTo>
                  <a:cubicBezTo>
                    <a:pt x="13158" y="2487"/>
                    <a:pt x="13158" y="2487"/>
                    <a:pt x="13158" y="2487"/>
                  </a:cubicBezTo>
                  <a:cubicBezTo>
                    <a:pt x="13034" y="2618"/>
                    <a:pt x="13034" y="2618"/>
                    <a:pt x="13034" y="2618"/>
                  </a:cubicBezTo>
                  <a:cubicBezTo>
                    <a:pt x="13034" y="2749"/>
                    <a:pt x="13034" y="2749"/>
                    <a:pt x="13034" y="2749"/>
                  </a:cubicBezTo>
                  <a:close/>
                  <a:moveTo>
                    <a:pt x="13034" y="2749"/>
                  </a:moveTo>
                  <a:cubicBezTo>
                    <a:pt x="13034" y="2749"/>
                    <a:pt x="13034" y="2749"/>
                    <a:pt x="13034" y="2749"/>
                  </a:cubicBezTo>
                  <a:cubicBezTo>
                    <a:pt x="13158" y="2749"/>
                    <a:pt x="13158" y="2749"/>
                    <a:pt x="13158" y="2749"/>
                  </a:cubicBezTo>
                  <a:cubicBezTo>
                    <a:pt x="13282" y="2749"/>
                    <a:pt x="13282" y="2749"/>
                    <a:pt x="13282" y="2749"/>
                  </a:cubicBezTo>
                  <a:cubicBezTo>
                    <a:pt x="13282" y="2749"/>
                    <a:pt x="13282" y="2749"/>
                    <a:pt x="13282" y="2749"/>
                  </a:cubicBezTo>
                  <a:cubicBezTo>
                    <a:pt x="13406" y="2749"/>
                    <a:pt x="13406" y="2749"/>
                    <a:pt x="13406" y="2749"/>
                  </a:cubicBezTo>
                  <a:cubicBezTo>
                    <a:pt x="13282" y="2618"/>
                    <a:pt x="13282" y="2618"/>
                    <a:pt x="13282" y="2618"/>
                  </a:cubicBezTo>
                  <a:cubicBezTo>
                    <a:pt x="13158" y="2749"/>
                    <a:pt x="13158" y="2749"/>
                    <a:pt x="13158" y="2749"/>
                  </a:cubicBezTo>
                  <a:cubicBezTo>
                    <a:pt x="13034" y="2749"/>
                    <a:pt x="13034" y="2749"/>
                    <a:pt x="13034" y="2749"/>
                  </a:cubicBezTo>
                  <a:cubicBezTo>
                    <a:pt x="13034" y="2749"/>
                    <a:pt x="13034" y="2749"/>
                    <a:pt x="13034" y="2749"/>
                  </a:cubicBezTo>
                  <a:close/>
                  <a:moveTo>
                    <a:pt x="13282" y="2880"/>
                  </a:moveTo>
                  <a:cubicBezTo>
                    <a:pt x="13406" y="2880"/>
                    <a:pt x="13406" y="2880"/>
                    <a:pt x="13406" y="2880"/>
                  </a:cubicBezTo>
                  <a:cubicBezTo>
                    <a:pt x="13406" y="2749"/>
                    <a:pt x="13406" y="2749"/>
                    <a:pt x="13406" y="2749"/>
                  </a:cubicBezTo>
                  <a:cubicBezTo>
                    <a:pt x="13531" y="2749"/>
                    <a:pt x="13531" y="2749"/>
                    <a:pt x="13531" y="2749"/>
                  </a:cubicBezTo>
                  <a:cubicBezTo>
                    <a:pt x="13531" y="2880"/>
                    <a:pt x="13531" y="2880"/>
                    <a:pt x="13531" y="2880"/>
                  </a:cubicBezTo>
                  <a:cubicBezTo>
                    <a:pt x="13531" y="2880"/>
                    <a:pt x="13531" y="2880"/>
                    <a:pt x="13531" y="2880"/>
                  </a:cubicBezTo>
                  <a:cubicBezTo>
                    <a:pt x="13406" y="2880"/>
                    <a:pt x="13406" y="2880"/>
                    <a:pt x="13406" y="2880"/>
                  </a:cubicBezTo>
                  <a:cubicBezTo>
                    <a:pt x="13282" y="2880"/>
                    <a:pt x="13282" y="2880"/>
                    <a:pt x="13282" y="2880"/>
                  </a:cubicBezTo>
                  <a:close/>
                  <a:moveTo>
                    <a:pt x="13034" y="1832"/>
                  </a:moveTo>
                  <a:cubicBezTo>
                    <a:pt x="12910" y="1701"/>
                    <a:pt x="12910" y="1701"/>
                    <a:pt x="12910" y="1701"/>
                  </a:cubicBezTo>
                  <a:cubicBezTo>
                    <a:pt x="12910" y="1570"/>
                    <a:pt x="12910" y="1570"/>
                    <a:pt x="12910" y="1570"/>
                  </a:cubicBezTo>
                  <a:cubicBezTo>
                    <a:pt x="12910" y="1570"/>
                    <a:pt x="12910" y="1570"/>
                    <a:pt x="12910" y="1570"/>
                  </a:cubicBezTo>
                  <a:cubicBezTo>
                    <a:pt x="13034" y="1570"/>
                    <a:pt x="13034" y="1570"/>
                    <a:pt x="13034" y="1570"/>
                  </a:cubicBezTo>
                  <a:cubicBezTo>
                    <a:pt x="13034" y="1701"/>
                    <a:pt x="13034" y="1701"/>
                    <a:pt x="13034" y="1701"/>
                  </a:cubicBezTo>
                  <a:cubicBezTo>
                    <a:pt x="13034" y="1832"/>
                    <a:pt x="13034" y="1832"/>
                    <a:pt x="13034" y="1832"/>
                  </a:cubicBezTo>
                  <a:cubicBezTo>
                    <a:pt x="13034" y="1832"/>
                    <a:pt x="13034" y="1832"/>
                    <a:pt x="13034" y="1832"/>
                  </a:cubicBezTo>
                  <a:close/>
                  <a:moveTo>
                    <a:pt x="12537" y="785"/>
                  </a:moveTo>
                  <a:cubicBezTo>
                    <a:pt x="12413" y="654"/>
                    <a:pt x="12413" y="654"/>
                    <a:pt x="12413" y="654"/>
                  </a:cubicBezTo>
                  <a:cubicBezTo>
                    <a:pt x="12413" y="654"/>
                    <a:pt x="12413" y="654"/>
                    <a:pt x="12413" y="654"/>
                  </a:cubicBezTo>
                  <a:cubicBezTo>
                    <a:pt x="12413" y="523"/>
                    <a:pt x="12413" y="523"/>
                    <a:pt x="12413" y="523"/>
                  </a:cubicBezTo>
                  <a:cubicBezTo>
                    <a:pt x="12289" y="523"/>
                    <a:pt x="12289" y="523"/>
                    <a:pt x="12289" y="523"/>
                  </a:cubicBezTo>
                  <a:cubicBezTo>
                    <a:pt x="12413" y="523"/>
                    <a:pt x="12413" y="523"/>
                    <a:pt x="12413" y="523"/>
                  </a:cubicBezTo>
                  <a:cubicBezTo>
                    <a:pt x="12289" y="654"/>
                    <a:pt x="12289" y="654"/>
                    <a:pt x="12289" y="654"/>
                  </a:cubicBezTo>
                  <a:cubicBezTo>
                    <a:pt x="12165" y="785"/>
                    <a:pt x="12165" y="785"/>
                    <a:pt x="12165" y="785"/>
                  </a:cubicBezTo>
                  <a:cubicBezTo>
                    <a:pt x="12165" y="785"/>
                    <a:pt x="12165" y="785"/>
                    <a:pt x="12165" y="785"/>
                  </a:cubicBezTo>
                  <a:cubicBezTo>
                    <a:pt x="12165" y="785"/>
                    <a:pt x="12165" y="785"/>
                    <a:pt x="12165" y="785"/>
                  </a:cubicBezTo>
                  <a:cubicBezTo>
                    <a:pt x="12165" y="785"/>
                    <a:pt x="12165" y="785"/>
                    <a:pt x="12165" y="785"/>
                  </a:cubicBezTo>
                  <a:cubicBezTo>
                    <a:pt x="12041" y="916"/>
                    <a:pt x="12041" y="916"/>
                    <a:pt x="12041" y="916"/>
                  </a:cubicBezTo>
                  <a:cubicBezTo>
                    <a:pt x="11917" y="1178"/>
                    <a:pt x="11917" y="1178"/>
                    <a:pt x="11917" y="1178"/>
                  </a:cubicBezTo>
                  <a:cubicBezTo>
                    <a:pt x="11917" y="1178"/>
                    <a:pt x="11917" y="1178"/>
                    <a:pt x="11917" y="1178"/>
                  </a:cubicBezTo>
                  <a:cubicBezTo>
                    <a:pt x="11793" y="1440"/>
                    <a:pt x="11793" y="1440"/>
                    <a:pt x="11793" y="1440"/>
                  </a:cubicBezTo>
                  <a:cubicBezTo>
                    <a:pt x="11668" y="1570"/>
                    <a:pt x="11668" y="1570"/>
                    <a:pt x="11668" y="1570"/>
                  </a:cubicBezTo>
                  <a:cubicBezTo>
                    <a:pt x="11544" y="1701"/>
                    <a:pt x="11544" y="1701"/>
                    <a:pt x="11544" y="1701"/>
                  </a:cubicBezTo>
                  <a:cubicBezTo>
                    <a:pt x="11544" y="1701"/>
                    <a:pt x="11544" y="1701"/>
                    <a:pt x="11544" y="1701"/>
                  </a:cubicBezTo>
                  <a:cubicBezTo>
                    <a:pt x="11420" y="1701"/>
                    <a:pt x="11420" y="1701"/>
                    <a:pt x="11420" y="1701"/>
                  </a:cubicBezTo>
                  <a:cubicBezTo>
                    <a:pt x="11420" y="1832"/>
                    <a:pt x="11420" y="1832"/>
                    <a:pt x="11420" y="1832"/>
                  </a:cubicBezTo>
                  <a:cubicBezTo>
                    <a:pt x="11296" y="1963"/>
                    <a:pt x="11296" y="1963"/>
                    <a:pt x="11296" y="1963"/>
                  </a:cubicBezTo>
                  <a:cubicBezTo>
                    <a:pt x="11296" y="1832"/>
                    <a:pt x="11296" y="1832"/>
                    <a:pt x="11296" y="1832"/>
                  </a:cubicBezTo>
                  <a:cubicBezTo>
                    <a:pt x="11296" y="1701"/>
                    <a:pt x="11296" y="1701"/>
                    <a:pt x="11296" y="1701"/>
                  </a:cubicBezTo>
                  <a:cubicBezTo>
                    <a:pt x="11172" y="1701"/>
                    <a:pt x="11172" y="1701"/>
                    <a:pt x="11172" y="1701"/>
                  </a:cubicBezTo>
                  <a:cubicBezTo>
                    <a:pt x="11172" y="1701"/>
                    <a:pt x="11172" y="1701"/>
                    <a:pt x="11172" y="1701"/>
                  </a:cubicBezTo>
                  <a:cubicBezTo>
                    <a:pt x="11172" y="1701"/>
                    <a:pt x="11172" y="1701"/>
                    <a:pt x="11172" y="1701"/>
                  </a:cubicBezTo>
                  <a:cubicBezTo>
                    <a:pt x="11048" y="1701"/>
                    <a:pt x="11048" y="1701"/>
                    <a:pt x="11048" y="1701"/>
                  </a:cubicBezTo>
                  <a:cubicBezTo>
                    <a:pt x="11048" y="1832"/>
                    <a:pt x="11048" y="1832"/>
                    <a:pt x="11048" y="1832"/>
                  </a:cubicBezTo>
                  <a:cubicBezTo>
                    <a:pt x="10924" y="1701"/>
                    <a:pt x="10924" y="1701"/>
                    <a:pt x="10924" y="1701"/>
                  </a:cubicBezTo>
                  <a:cubicBezTo>
                    <a:pt x="10800" y="1701"/>
                    <a:pt x="10800" y="1701"/>
                    <a:pt x="10800" y="1701"/>
                  </a:cubicBezTo>
                  <a:cubicBezTo>
                    <a:pt x="10800" y="1570"/>
                    <a:pt x="10800" y="1570"/>
                    <a:pt x="10800" y="1570"/>
                  </a:cubicBezTo>
                  <a:cubicBezTo>
                    <a:pt x="10800" y="1570"/>
                    <a:pt x="10800" y="1570"/>
                    <a:pt x="10800" y="1570"/>
                  </a:cubicBezTo>
                  <a:cubicBezTo>
                    <a:pt x="10800" y="1570"/>
                    <a:pt x="10800" y="1570"/>
                    <a:pt x="10800" y="1570"/>
                  </a:cubicBezTo>
                  <a:cubicBezTo>
                    <a:pt x="10800" y="1440"/>
                    <a:pt x="10800" y="1440"/>
                    <a:pt x="10800" y="1440"/>
                  </a:cubicBezTo>
                  <a:cubicBezTo>
                    <a:pt x="10675" y="1440"/>
                    <a:pt x="10675" y="1440"/>
                    <a:pt x="10675" y="1440"/>
                  </a:cubicBezTo>
                  <a:cubicBezTo>
                    <a:pt x="10551" y="1309"/>
                    <a:pt x="10551" y="1309"/>
                    <a:pt x="10551" y="1309"/>
                  </a:cubicBezTo>
                  <a:cubicBezTo>
                    <a:pt x="10427" y="1309"/>
                    <a:pt x="10427" y="1309"/>
                    <a:pt x="10427" y="1309"/>
                  </a:cubicBezTo>
                  <a:cubicBezTo>
                    <a:pt x="10303" y="1440"/>
                    <a:pt x="10303" y="1440"/>
                    <a:pt x="10303" y="1440"/>
                  </a:cubicBezTo>
                  <a:cubicBezTo>
                    <a:pt x="10055" y="1440"/>
                    <a:pt x="10055" y="1440"/>
                    <a:pt x="10055" y="1440"/>
                  </a:cubicBezTo>
                  <a:cubicBezTo>
                    <a:pt x="9931" y="1440"/>
                    <a:pt x="9931" y="1440"/>
                    <a:pt x="9931" y="1440"/>
                  </a:cubicBezTo>
                  <a:cubicBezTo>
                    <a:pt x="9806" y="1440"/>
                    <a:pt x="9806" y="1440"/>
                    <a:pt x="9806" y="1440"/>
                  </a:cubicBezTo>
                  <a:cubicBezTo>
                    <a:pt x="9806" y="1570"/>
                    <a:pt x="9806" y="1570"/>
                    <a:pt x="9806" y="1570"/>
                  </a:cubicBezTo>
                  <a:cubicBezTo>
                    <a:pt x="9931" y="1701"/>
                    <a:pt x="9931" y="1701"/>
                    <a:pt x="9931" y="1701"/>
                  </a:cubicBezTo>
                  <a:cubicBezTo>
                    <a:pt x="9931" y="1701"/>
                    <a:pt x="9931" y="1701"/>
                    <a:pt x="9931" y="1701"/>
                  </a:cubicBezTo>
                  <a:cubicBezTo>
                    <a:pt x="10055" y="1832"/>
                    <a:pt x="10055" y="1832"/>
                    <a:pt x="10055" y="1832"/>
                  </a:cubicBezTo>
                  <a:cubicBezTo>
                    <a:pt x="10055" y="1832"/>
                    <a:pt x="10055" y="1832"/>
                    <a:pt x="10055" y="1832"/>
                  </a:cubicBezTo>
                  <a:cubicBezTo>
                    <a:pt x="9931" y="1832"/>
                    <a:pt x="9931" y="1832"/>
                    <a:pt x="9931" y="1832"/>
                  </a:cubicBezTo>
                  <a:cubicBezTo>
                    <a:pt x="9806" y="1832"/>
                    <a:pt x="9806" y="1832"/>
                    <a:pt x="9806" y="1832"/>
                  </a:cubicBezTo>
                  <a:cubicBezTo>
                    <a:pt x="9682" y="1832"/>
                    <a:pt x="9682" y="1832"/>
                    <a:pt x="9682" y="1832"/>
                  </a:cubicBezTo>
                  <a:cubicBezTo>
                    <a:pt x="9682" y="1832"/>
                    <a:pt x="9682" y="1832"/>
                    <a:pt x="9682" y="1832"/>
                  </a:cubicBezTo>
                  <a:cubicBezTo>
                    <a:pt x="9682" y="1832"/>
                    <a:pt x="9682" y="1832"/>
                    <a:pt x="9682" y="1832"/>
                  </a:cubicBezTo>
                  <a:cubicBezTo>
                    <a:pt x="9682" y="1832"/>
                    <a:pt x="9682" y="1832"/>
                    <a:pt x="9682" y="1832"/>
                  </a:cubicBezTo>
                  <a:cubicBezTo>
                    <a:pt x="9558" y="1832"/>
                    <a:pt x="9558" y="1832"/>
                    <a:pt x="9558" y="1832"/>
                  </a:cubicBezTo>
                  <a:cubicBezTo>
                    <a:pt x="9434" y="1832"/>
                    <a:pt x="9434" y="1832"/>
                    <a:pt x="9434" y="1832"/>
                  </a:cubicBezTo>
                  <a:cubicBezTo>
                    <a:pt x="9310" y="1701"/>
                    <a:pt x="9310" y="1701"/>
                    <a:pt x="9310" y="1701"/>
                  </a:cubicBezTo>
                  <a:cubicBezTo>
                    <a:pt x="9186" y="1832"/>
                    <a:pt x="9186" y="1832"/>
                    <a:pt x="9186" y="1832"/>
                  </a:cubicBezTo>
                  <a:cubicBezTo>
                    <a:pt x="9062" y="1832"/>
                    <a:pt x="9062" y="1832"/>
                    <a:pt x="9062" y="1832"/>
                  </a:cubicBezTo>
                  <a:cubicBezTo>
                    <a:pt x="9062" y="1963"/>
                    <a:pt x="9062" y="1963"/>
                    <a:pt x="9062" y="1963"/>
                  </a:cubicBezTo>
                  <a:cubicBezTo>
                    <a:pt x="8813" y="1963"/>
                    <a:pt x="8813" y="1963"/>
                    <a:pt x="8813" y="1963"/>
                  </a:cubicBezTo>
                  <a:cubicBezTo>
                    <a:pt x="8689" y="1963"/>
                    <a:pt x="8689" y="1963"/>
                    <a:pt x="8689" y="1963"/>
                  </a:cubicBezTo>
                  <a:cubicBezTo>
                    <a:pt x="8689" y="2094"/>
                    <a:pt x="8689" y="2094"/>
                    <a:pt x="8689" y="2094"/>
                  </a:cubicBezTo>
                  <a:cubicBezTo>
                    <a:pt x="8565" y="2094"/>
                    <a:pt x="8565" y="2094"/>
                    <a:pt x="8565" y="2094"/>
                  </a:cubicBezTo>
                  <a:cubicBezTo>
                    <a:pt x="8441" y="2094"/>
                    <a:pt x="8441" y="2094"/>
                    <a:pt x="8441" y="2094"/>
                  </a:cubicBezTo>
                  <a:cubicBezTo>
                    <a:pt x="8441" y="2094"/>
                    <a:pt x="8441" y="2094"/>
                    <a:pt x="8441" y="2094"/>
                  </a:cubicBezTo>
                  <a:cubicBezTo>
                    <a:pt x="8317" y="2094"/>
                    <a:pt x="8317" y="2094"/>
                    <a:pt x="8317" y="2094"/>
                  </a:cubicBezTo>
                  <a:cubicBezTo>
                    <a:pt x="8317" y="2225"/>
                    <a:pt x="8317" y="2225"/>
                    <a:pt x="8317" y="2225"/>
                  </a:cubicBezTo>
                  <a:cubicBezTo>
                    <a:pt x="8193" y="2225"/>
                    <a:pt x="8193" y="2225"/>
                    <a:pt x="8193" y="2225"/>
                  </a:cubicBezTo>
                  <a:cubicBezTo>
                    <a:pt x="7944" y="1963"/>
                    <a:pt x="7944" y="1963"/>
                    <a:pt x="7944" y="1963"/>
                  </a:cubicBezTo>
                  <a:cubicBezTo>
                    <a:pt x="7944" y="1963"/>
                    <a:pt x="7944" y="1963"/>
                    <a:pt x="7944" y="1963"/>
                  </a:cubicBezTo>
                  <a:cubicBezTo>
                    <a:pt x="7944" y="1832"/>
                    <a:pt x="7944" y="1832"/>
                    <a:pt x="7944" y="1832"/>
                  </a:cubicBezTo>
                  <a:cubicBezTo>
                    <a:pt x="7820" y="1701"/>
                    <a:pt x="7820" y="1701"/>
                    <a:pt x="7820" y="1701"/>
                  </a:cubicBezTo>
                  <a:cubicBezTo>
                    <a:pt x="7696" y="1570"/>
                    <a:pt x="7696" y="1570"/>
                    <a:pt x="7696" y="1570"/>
                  </a:cubicBezTo>
                  <a:cubicBezTo>
                    <a:pt x="7696" y="1570"/>
                    <a:pt x="7696" y="1570"/>
                    <a:pt x="7696" y="1570"/>
                  </a:cubicBezTo>
                  <a:cubicBezTo>
                    <a:pt x="7696" y="1440"/>
                    <a:pt x="7696" y="1440"/>
                    <a:pt x="7696" y="1440"/>
                  </a:cubicBezTo>
                  <a:cubicBezTo>
                    <a:pt x="7696" y="1440"/>
                    <a:pt x="7696" y="1440"/>
                    <a:pt x="7696" y="1440"/>
                  </a:cubicBezTo>
                  <a:cubicBezTo>
                    <a:pt x="7696" y="1309"/>
                    <a:pt x="7696" y="1309"/>
                    <a:pt x="7696" y="1309"/>
                  </a:cubicBezTo>
                  <a:cubicBezTo>
                    <a:pt x="7696" y="1178"/>
                    <a:pt x="7696" y="1178"/>
                    <a:pt x="7696" y="1178"/>
                  </a:cubicBezTo>
                  <a:cubicBezTo>
                    <a:pt x="7696" y="1178"/>
                    <a:pt x="7696" y="1178"/>
                    <a:pt x="7696" y="1178"/>
                  </a:cubicBezTo>
                  <a:cubicBezTo>
                    <a:pt x="7820" y="916"/>
                    <a:pt x="7820" y="916"/>
                    <a:pt x="7820" y="916"/>
                  </a:cubicBezTo>
                  <a:cubicBezTo>
                    <a:pt x="7820" y="785"/>
                    <a:pt x="7820" y="785"/>
                    <a:pt x="7820" y="785"/>
                  </a:cubicBezTo>
                  <a:cubicBezTo>
                    <a:pt x="7944" y="654"/>
                    <a:pt x="7944" y="654"/>
                    <a:pt x="7944" y="654"/>
                  </a:cubicBezTo>
                  <a:cubicBezTo>
                    <a:pt x="7944" y="654"/>
                    <a:pt x="7944" y="654"/>
                    <a:pt x="7944" y="654"/>
                  </a:cubicBezTo>
                  <a:cubicBezTo>
                    <a:pt x="7820" y="654"/>
                    <a:pt x="7820" y="654"/>
                    <a:pt x="7820" y="654"/>
                  </a:cubicBezTo>
                  <a:cubicBezTo>
                    <a:pt x="7820" y="523"/>
                    <a:pt x="7820" y="523"/>
                    <a:pt x="7820" y="523"/>
                  </a:cubicBezTo>
                  <a:cubicBezTo>
                    <a:pt x="7820" y="523"/>
                    <a:pt x="7820" y="523"/>
                    <a:pt x="7820" y="523"/>
                  </a:cubicBezTo>
                  <a:cubicBezTo>
                    <a:pt x="7696" y="523"/>
                    <a:pt x="7696" y="523"/>
                    <a:pt x="7696" y="523"/>
                  </a:cubicBezTo>
                  <a:cubicBezTo>
                    <a:pt x="7572" y="392"/>
                    <a:pt x="7572" y="392"/>
                    <a:pt x="7572" y="392"/>
                  </a:cubicBezTo>
                  <a:cubicBezTo>
                    <a:pt x="7572" y="392"/>
                    <a:pt x="7572" y="392"/>
                    <a:pt x="7572" y="392"/>
                  </a:cubicBezTo>
                  <a:cubicBezTo>
                    <a:pt x="7696" y="261"/>
                    <a:pt x="7696" y="261"/>
                    <a:pt x="7696" y="261"/>
                  </a:cubicBezTo>
                  <a:cubicBezTo>
                    <a:pt x="7696" y="130"/>
                    <a:pt x="7696" y="130"/>
                    <a:pt x="7696" y="130"/>
                  </a:cubicBezTo>
                  <a:cubicBezTo>
                    <a:pt x="7572" y="0"/>
                    <a:pt x="7572" y="0"/>
                    <a:pt x="7572" y="0"/>
                  </a:cubicBezTo>
                  <a:cubicBezTo>
                    <a:pt x="7448" y="0"/>
                    <a:pt x="7448" y="0"/>
                    <a:pt x="7448" y="0"/>
                  </a:cubicBezTo>
                  <a:cubicBezTo>
                    <a:pt x="7448" y="0"/>
                    <a:pt x="7448" y="0"/>
                    <a:pt x="7448" y="0"/>
                  </a:cubicBezTo>
                  <a:cubicBezTo>
                    <a:pt x="7324" y="0"/>
                    <a:pt x="7324" y="0"/>
                    <a:pt x="7324" y="0"/>
                  </a:cubicBezTo>
                  <a:cubicBezTo>
                    <a:pt x="7324" y="0"/>
                    <a:pt x="7324" y="0"/>
                    <a:pt x="7324" y="0"/>
                  </a:cubicBezTo>
                  <a:cubicBezTo>
                    <a:pt x="7324" y="130"/>
                    <a:pt x="7324" y="130"/>
                    <a:pt x="7324" y="130"/>
                  </a:cubicBezTo>
                  <a:cubicBezTo>
                    <a:pt x="7324" y="261"/>
                    <a:pt x="7324" y="261"/>
                    <a:pt x="7324" y="261"/>
                  </a:cubicBezTo>
                  <a:cubicBezTo>
                    <a:pt x="6951" y="392"/>
                    <a:pt x="6951" y="392"/>
                    <a:pt x="6951" y="392"/>
                  </a:cubicBezTo>
                  <a:cubicBezTo>
                    <a:pt x="6827" y="392"/>
                    <a:pt x="6827" y="392"/>
                    <a:pt x="6827" y="392"/>
                  </a:cubicBezTo>
                  <a:cubicBezTo>
                    <a:pt x="6579" y="523"/>
                    <a:pt x="6579" y="523"/>
                    <a:pt x="6579" y="523"/>
                  </a:cubicBezTo>
                  <a:cubicBezTo>
                    <a:pt x="6455" y="523"/>
                    <a:pt x="6455" y="523"/>
                    <a:pt x="6455" y="523"/>
                  </a:cubicBezTo>
                  <a:cubicBezTo>
                    <a:pt x="6331" y="523"/>
                    <a:pt x="6331" y="523"/>
                    <a:pt x="6331" y="523"/>
                  </a:cubicBezTo>
                  <a:cubicBezTo>
                    <a:pt x="6082" y="654"/>
                    <a:pt x="6082" y="654"/>
                    <a:pt x="6082" y="654"/>
                  </a:cubicBezTo>
                  <a:cubicBezTo>
                    <a:pt x="5958" y="654"/>
                    <a:pt x="5958" y="654"/>
                    <a:pt x="5958" y="654"/>
                  </a:cubicBezTo>
                  <a:cubicBezTo>
                    <a:pt x="5958" y="654"/>
                    <a:pt x="5958" y="654"/>
                    <a:pt x="5958" y="654"/>
                  </a:cubicBezTo>
                  <a:cubicBezTo>
                    <a:pt x="5710" y="654"/>
                    <a:pt x="5710" y="654"/>
                    <a:pt x="5710" y="654"/>
                  </a:cubicBezTo>
                  <a:cubicBezTo>
                    <a:pt x="5462" y="785"/>
                    <a:pt x="5462" y="785"/>
                    <a:pt x="5462" y="785"/>
                  </a:cubicBezTo>
                  <a:cubicBezTo>
                    <a:pt x="5337" y="654"/>
                    <a:pt x="5337" y="654"/>
                    <a:pt x="5337" y="654"/>
                  </a:cubicBezTo>
                  <a:cubicBezTo>
                    <a:pt x="5089" y="654"/>
                    <a:pt x="5089" y="654"/>
                    <a:pt x="5089" y="654"/>
                  </a:cubicBezTo>
                  <a:cubicBezTo>
                    <a:pt x="4965" y="523"/>
                    <a:pt x="4965" y="523"/>
                    <a:pt x="4965" y="523"/>
                  </a:cubicBezTo>
                  <a:cubicBezTo>
                    <a:pt x="5089" y="654"/>
                    <a:pt x="5089" y="654"/>
                    <a:pt x="5089" y="654"/>
                  </a:cubicBezTo>
                  <a:cubicBezTo>
                    <a:pt x="5089" y="785"/>
                    <a:pt x="5089" y="785"/>
                    <a:pt x="5089" y="785"/>
                  </a:cubicBezTo>
                  <a:cubicBezTo>
                    <a:pt x="5213" y="785"/>
                    <a:pt x="5213" y="785"/>
                    <a:pt x="5213" y="785"/>
                  </a:cubicBezTo>
                  <a:cubicBezTo>
                    <a:pt x="5337" y="916"/>
                    <a:pt x="5337" y="916"/>
                    <a:pt x="5337" y="916"/>
                  </a:cubicBezTo>
                  <a:cubicBezTo>
                    <a:pt x="5089" y="1178"/>
                    <a:pt x="5089" y="1178"/>
                    <a:pt x="5089" y="1178"/>
                  </a:cubicBezTo>
                  <a:cubicBezTo>
                    <a:pt x="5213" y="1309"/>
                    <a:pt x="5213" y="1309"/>
                    <a:pt x="5213" y="1309"/>
                  </a:cubicBezTo>
                  <a:cubicBezTo>
                    <a:pt x="5213" y="1440"/>
                    <a:pt x="5213" y="1440"/>
                    <a:pt x="5213" y="1440"/>
                  </a:cubicBezTo>
                  <a:cubicBezTo>
                    <a:pt x="5462" y="1570"/>
                    <a:pt x="5462" y="1570"/>
                    <a:pt x="5462" y="1570"/>
                  </a:cubicBezTo>
                  <a:cubicBezTo>
                    <a:pt x="5586" y="1440"/>
                    <a:pt x="5586" y="1440"/>
                    <a:pt x="5586" y="1440"/>
                  </a:cubicBezTo>
                  <a:cubicBezTo>
                    <a:pt x="5834" y="1570"/>
                    <a:pt x="5834" y="1570"/>
                    <a:pt x="5834" y="1570"/>
                  </a:cubicBezTo>
                  <a:cubicBezTo>
                    <a:pt x="5834" y="1701"/>
                    <a:pt x="5834" y="1701"/>
                    <a:pt x="5834" y="1701"/>
                  </a:cubicBezTo>
                  <a:cubicBezTo>
                    <a:pt x="5710" y="1701"/>
                    <a:pt x="5710" y="1701"/>
                    <a:pt x="5710" y="1701"/>
                  </a:cubicBezTo>
                  <a:cubicBezTo>
                    <a:pt x="5462" y="1701"/>
                    <a:pt x="5462" y="1701"/>
                    <a:pt x="5462" y="1701"/>
                  </a:cubicBezTo>
                  <a:cubicBezTo>
                    <a:pt x="5337" y="1832"/>
                    <a:pt x="5337" y="1832"/>
                    <a:pt x="5337" y="1832"/>
                  </a:cubicBezTo>
                  <a:cubicBezTo>
                    <a:pt x="5213" y="1963"/>
                    <a:pt x="5213" y="1963"/>
                    <a:pt x="5213" y="1963"/>
                  </a:cubicBezTo>
                  <a:cubicBezTo>
                    <a:pt x="4965" y="2094"/>
                    <a:pt x="4965" y="2094"/>
                    <a:pt x="4965" y="2094"/>
                  </a:cubicBezTo>
                  <a:cubicBezTo>
                    <a:pt x="4841" y="2225"/>
                    <a:pt x="4841" y="2225"/>
                    <a:pt x="4841" y="2225"/>
                  </a:cubicBezTo>
                  <a:cubicBezTo>
                    <a:pt x="4717" y="2356"/>
                    <a:pt x="4717" y="2356"/>
                    <a:pt x="4717" y="2356"/>
                  </a:cubicBezTo>
                  <a:cubicBezTo>
                    <a:pt x="4593" y="2487"/>
                    <a:pt x="4593" y="2487"/>
                    <a:pt x="4593" y="2487"/>
                  </a:cubicBezTo>
                  <a:cubicBezTo>
                    <a:pt x="4344" y="2487"/>
                    <a:pt x="4344" y="2487"/>
                    <a:pt x="4344" y="2487"/>
                  </a:cubicBezTo>
                  <a:cubicBezTo>
                    <a:pt x="4220" y="2487"/>
                    <a:pt x="4220" y="2487"/>
                    <a:pt x="4220" y="2487"/>
                  </a:cubicBezTo>
                  <a:cubicBezTo>
                    <a:pt x="3972" y="2356"/>
                    <a:pt x="3972" y="2356"/>
                    <a:pt x="3972" y="2356"/>
                  </a:cubicBezTo>
                  <a:cubicBezTo>
                    <a:pt x="3724" y="2225"/>
                    <a:pt x="3724" y="2225"/>
                    <a:pt x="3724" y="2225"/>
                  </a:cubicBezTo>
                  <a:cubicBezTo>
                    <a:pt x="3600" y="2225"/>
                    <a:pt x="3600" y="2225"/>
                    <a:pt x="3600" y="2225"/>
                  </a:cubicBezTo>
                  <a:cubicBezTo>
                    <a:pt x="3600" y="2094"/>
                    <a:pt x="3600" y="2094"/>
                    <a:pt x="3600" y="2094"/>
                  </a:cubicBezTo>
                  <a:cubicBezTo>
                    <a:pt x="3600" y="1963"/>
                    <a:pt x="3600" y="1963"/>
                    <a:pt x="3600" y="1963"/>
                  </a:cubicBezTo>
                  <a:cubicBezTo>
                    <a:pt x="3475" y="1832"/>
                    <a:pt x="3475" y="1832"/>
                    <a:pt x="3475" y="1832"/>
                  </a:cubicBezTo>
                  <a:cubicBezTo>
                    <a:pt x="3475" y="1701"/>
                    <a:pt x="3475" y="1701"/>
                    <a:pt x="3475" y="1701"/>
                  </a:cubicBezTo>
                  <a:cubicBezTo>
                    <a:pt x="3351" y="1832"/>
                    <a:pt x="3351" y="1832"/>
                    <a:pt x="3351" y="1832"/>
                  </a:cubicBezTo>
                  <a:cubicBezTo>
                    <a:pt x="3227" y="1963"/>
                    <a:pt x="3227" y="1963"/>
                    <a:pt x="3227" y="1963"/>
                  </a:cubicBezTo>
                  <a:cubicBezTo>
                    <a:pt x="3227" y="1963"/>
                    <a:pt x="3227" y="1963"/>
                    <a:pt x="3227" y="1963"/>
                  </a:cubicBezTo>
                  <a:cubicBezTo>
                    <a:pt x="3103" y="1832"/>
                    <a:pt x="3103" y="1832"/>
                    <a:pt x="3103" y="1832"/>
                  </a:cubicBezTo>
                  <a:cubicBezTo>
                    <a:pt x="2979" y="1832"/>
                    <a:pt x="2979" y="1832"/>
                    <a:pt x="2979" y="1832"/>
                  </a:cubicBezTo>
                  <a:cubicBezTo>
                    <a:pt x="2979" y="1963"/>
                    <a:pt x="2979" y="1963"/>
                    <a:pt x="2979" y="1963"/>
                  </a:cubicBezTo>
                  <a:cubicBezTo>
                    <a:pt x="2358" y="1963"/>
                    <a:pt x="2358" y="1963"/>
                    <a:pt x="2358" y="1963"/>
                  </a:cubicBezTo>
                  <a:cubicBezTo>
                    <a:pt x="2234" y="2094"/>
                    <a:pt x="2234" y="2094"/>
                    <a:pt x="2234" y="2094"/>
                  </a:cubicBezTo>
                  <a:cubicBezTo>
                    <a:pt x="2358" y="2225"/>
                    <a:pt x="2358" y="2225"/>
                    <a:pt x="2358" y="2225"/>
                  </a:cubicBezTo>
                  <a:cubicBezTo>
                    <a:pt x="2482" y="2225"/>
                    <a:pt x="2482" y="2225"/>
                    <a:pt x="2482" y="2225"/>
                  </a:cubicBezTo>
                  <a:cubicBezTo>
                    <a:pt x="2606" y="2487"/>
                    <a:pt x="2606" y="2487"/>
                    <a:pt x="2606" y="2487"/>
                  </a:cubicBezTo>
                  <a:cubicBezTo>
                    <a:pt x="2606" y="2487"/>
                    <a:pt x="2606" y="2487"/>
                    <a:pt x="2606" y="2487"/>
                  </a:cubicBezTo>
                  <a:cubicBezTo>
                    <a:pt x="2606" y="2487"/>
                    <a:pt x="2606" y="2487"/>
                    <a:pt x="2606" y="2487"/>
                  </a:cubicBezTo>
                  <a:cubicBezTo>
                    <a:pt x="2606" y="2618"/>
                    <a:pt x="2606" y="2618"/>
                    <a:pt x="2606" y="2618"/>
                  </a:cubicBezTo>
                  <a:cubicBezTo>
                    <a:pt x="2482" y="2618"/>
                    <a:pt x="2482" y="2618"/>
                    <a:pt x="2482" y="2618"/>
                  </a:cubicBezTo>
                  <a:cubicBezTo>
                    <a:pt x="2110" y="2618"/>
                    <a:pt x="2110" y="2618"/>
                    <a:pt x="2110" y="2618"/>
                  </a:cubicBezTo>
                  <a:cubicBezTo>
                    <a:pt x="2110" y="3010"/>
                    <a:pt x="2110" y="3010"/>
                    <a:pt x="2110" y="3010"/>
                  </a:cubicBezTo>
                  <a:cubicBezTo>
                    <a:pt x="2234" y="3141"/>
                    <a:pt x="2234" y="3141"/>
                    <a:pt x="2234" y="3141"/>
                  </a:cubicBezTo>
                  <a:cubicBezTo>
                    <a:pt x="2358" y="3272"/>
                    <a:pt x="2358" y="3272"/>
                    <a:pt x="2358" y="3272"/>
                  </a:cubicBezTo>
                  <a:cubicBezTo>
                    <a:pt x="2606" y="3403"/>
                    <a:pt x="2606" y="3403"/>
                    <a:pt x="2606" y="3403"/>
                  </a:cubicBezTo>
                  <a:cubicBezTo>
                    <a:pt x="2482" y="3665"/>
                    <a:pt x="2482" y="3665"/>
                    <a:pt x="2482" y="3665"/>
                  </a:cubicBezTo>
                  <a:cubicBezTo>
                    <a:pt x="2482" y="3665"/>
                    <a:pt x="2482" y="3665"/>
                    <a:pt x="2482" y="3665"/>
                  </a:cubicBezTo>
                  <a:cubicBezTo>
                    <a:pt x="2234" y="4843"/>
                    <a:pt x="2234" y="4843"/>
                    <a:pt x="2234" y="4843"/>
                  </a:cubicBezTo>
                  <a:cubicBezTo>
                    <a:pt x="2110" y="5105"/>
                    <a:pt x="2110" y="5105"/>
                    <a:pt x="2110" y="5105"/>
                  </a:cubicBezTo>
                  <a:cubicBezTo>
                    <a:pt x="2110" y="5105"/>
                    <a:pt x="2110" y="5105"/>
                    <a:pt x="2110" y="5105"/>
                  </a:cubicBezTo>
                  <a:cubicBezTo>
                    <a:pt x="2110" y="5236"/>
                    <a:pt x="2110" y="5236"/>
                    <a:pt x="2110" y="5236"/>
                  </a:cubicBezTo>
                  <a:cubicBezTo>
                    <a:pt x="1986" y="5236"/>
                    <a:pt x="1986" y="5236"/>
                    <a:pt x="1986" y="5236"/>
                  </a:cubicBezTo>
                  <a:cubicBezTo>
                    <a:pt x="1986" y="5105"/>
                    <a:pt x="1986" y="5105"/>
                    <a:pt x="1986" y="5105"/>
                  </a:cubicBezTo>
                  <a:cubicBezTo>
                    <a:pt x="1862" y="5105"/>
                    <a:pt x="1862" y="5105"/>
                    <a:pt x="1862" y="5105"/>
                  </a:cubicBezTo>
                  <a:cubicBezTo>
                    <a:pt x="1862" y="5105"/>
                    <a:pt x="1862" y="5105"/>
                    <a:pt x="1862" y="5105"/>
                  </a:cubicBezTo>
                  <a:cubicBezTo>
                    <a:pt x="1737" y="5105"/>
                    <a:pt x="1737" y="5105"/>
                    <a:pt x="1737" y="5105"/>
                  </a:cubicBezTo>
                  <a:cubicBezTo>
                    <a:pt x="1613" y="5105"/>
                    <a:pt x="1613" y="5105"/>
                    <a:pt x="1613" y="5105"/>
                  </a:cubicBezTo>
                  <a:cubicBezTo>
                    <a:pt x="1613" y="5105"/>
                    <a:pt x="1613" y="5105"/>
                    <a:pt x="1613" y="5105"/>
                  </a:cubicBezTo>
                  <a:cubicBezTo>
                    <a:pt x="1241" y="5236"/>
                    <a:pt x="1241" y="5236"/>
                    <a:pt x="1241" y="5236"/>
                  </a:cubicBezTo>
                  <a:cubicBezTo>
                    <a:pt x="993" y="5367"/>
                    <a:pt x="993" y="5367"/>
                    <a:pt x="993" y="5367"/>
                  </a:cubicBezTo>
                  <a:cubicBezTo>
                    <a:pt x="868" y="5367"/>
                    <a:pt x="868" y="5367"/>
                    <a:pt x="868" y="5367"/>
                  </a:cubicBezTo>
                  <a:cubicBezTo>
                    <a:pt x="868" y="5367"/>
                    <a:pt x="868" y="5367"/>
                    <a:pt x="868" y="5367"/>
                  </a:cubicBezTo>
                  <a:cubicBezTo>
                    <a:pt x="744" y="5498"/>
                    <a:pt x="744" y="5498"/>
                    <a:pt x="744" y="5498"/>
                  </a:cubicBezTo>
                  <a:cubicBezTo>
                    <a:pt x="620" y="5629"/>
                    <a:pt x="620" y="5629"/>
                    <a:pt x="620" y="5629"/>
                  </a:cubicBezTo>
                  <a:cubicBezTo>
                    <a:pt x="496" y="5629"/>
                    <a:pt x="496" y="5629"/>
                    <a:pt x="496" y="5629"/>
                  </a:cubicBezTo>
                  <a:cubicBezTo>
                    <a:pt x="496" y="5759"/>
                    <a:pt x="496" y="5759"/>
                    <a:pt x="496" y="5759"/>
                  </a:cubicBezTo>
                  <a:cubicBezTo>
                    <a:pt x="496" y="5890"/>
                    <a:pt x="496" y="5890"/>
                    <a:pt x="496" y="5890"/>
                  </a:cubicBezTo>
                  <a:cubicBezTo>
                    <a:pt x="496" y="5890"/>
                    <a:pt x="496" y="5890"/>
                    <a:pt x="496" y="5890"/>
                  </a:cubicBezTo>
                  <a:cubicBezTo>
                    <a:pt x="372" y="6152"/>
                    <a:pt x="372" y="6152"/>
                    <a:pt x="372" y="6152"/>
                  </a:cubicBezTo>
                  <a:cubicBezTo>
                    <a:pt x="372" y="6283"/>
                    <a:pt x="372" y="6283"/>
                    <a:pt x="372" y="6283"/>
                  </a:cubicBezTo>
                  <a:cubicBezTo>
                    <a:pt x="372" y="6414"/>
                    <a:pt x="372" y="6414"/>
                    <a:pt x="372" y="6414"/>
                  </a:cubicBezTo>
                  <a:cubicBezTo>
                    <a:pt x="372" y="6414"/>
                    <a:pt x="372" y="6414"/>
                    <a:pt x="372" y="6414"/>
                  </a:cubicBezTo>
                  <a:cubicBezTo>
                    <a:pt x="248" y="6414"/>
                    <a:pt x="248" y="6414"/>
                    <a:pt x="248" y="6414"/>
                  </a:cubicBezTo>
                  <a:cubicBezTo>
                    <a:pt x="124" y="6545"/>
                    <a:pt x="124" y="6545"/>
                    <a:pt x="124" y="6545"/>
                  </a:cubicBezTo>
                  <a:cubicBezTo>
                    <a:pt x="124" y="6676"/>
                    <a:pt x="124" y="6676"/>
                    <a:pt x="124" y="6676"/>
                  </a:cubicBezTo>
                  <a:cubicBezTo>
                    <a:pt x="0" y="6676"/>
                    <a:pt x="0" y="6676"/>
                    <a:pt x="0" y="6676"/>
                  </a:cubicBezTo>
                  <a:cubicBezTo>
                    <a:pt x="124" y="6807"/>
                    <a:pt x="124" y="6807"/>
                    <a:pt x="124" y="6807"/>
                  </a:cubicBezTo>
                  <a:cubicBezTo>
                    <a:pt x="0" y="6938"/>
                    <a:pt x="0" y="6938"/>
                    <a:pt x="0" y="6938"/>
                  </a:cubicBezTo>
                  <a:cubicBezTo>
                    <a:pt x="0" y="6938"/>
                    <a:pt x="0" y="6938"/>
                    <a:pt x="0" y="6938"/>
                  </a:cubicBezTo>
                  <a:cubicBezTo>
                    <a:pt x="0" y="7069"/>
                    <a:pt x="0" y="7069"/>
                    <a:pt x="0" y="7069"/>
                  </a:cubicBezTo>
                  <a:cubicBezTo>
                    <a:pt x="0" y="7199"/>
                    <a:pt x="0" y="7199"/>
                    <a:pt x="0" y="7199"/>
                  </a:cubicBezTo>
                  <a:cubicBezTo>
                    <a:pt x="124" y="7330"/>
                    <a:pt x="124" y="7330"/>
                    <a:pt x="124" y="7330"/>
                  </a:cubicBezTo>
                  <a:cubicBezTo>
                    <a:pt x="496" y="7723"/>
                    <a:pt x="496" y="7723"/>
                    <a:pt x="496" y="7723"/>
                  </a:cubicBezTo>
                  <a:cubicBezTo>
                    <a:pt x="248" y="7854"/>
                    <a:pt x="248" y="7854"/>
                    <a:pt x="248" y="7854"/>
                  </a:cubicBezTo>
                  <a:cubicBezTo>
                    <a:pt x="620" y="7854"/>
                    <a:pt x="620" y="7854"/>
                    <a:pt x="620" y="7854"/>
                  </a:cubicBezTo>
                  <a:cubicBezTo>
                    <a:pt x="868" y="7854"/>
                    <a:pt x="868" y="7854"/>
                    <a:pt x="868" y="7854"/>
                  </a:cubicBezTo>
                  <a:cubicBezTo>
                    <a:pt x="993" y="7985"/>
                    <a:pt x="993" y="7985"/>
                    <a:pt x="993" y="7985"/>
                  </a:cubicBezTo>
                  <a:cubicBezTo>
                    <a:pt x="993" y="8247"/>
                    <a:pt x="993" y="8247"/>
                    <a:pt x="993" y="8247"/>
                  </a:cubicBezTo>
                  <a:cubicBezTo>
                    <a:pt x="1241" y="8247"/>
                    <a:pt x="1241" y="8247"/>
                    <a:pt x="1241" y="8247"/>
                  </a:cubicBezTo>
                  <a:cubicBezTo>
                    <a:pt x="1489" y="8247"/>
                    <a:pt x="1489" y="8247"/>
                    <a:pt x="1489" y="8247"/>
                  </a:cubicBezTo>
                  <a:cubicBezTo>
                    <a:pt x="1737" y="7985"/>
                    <a:pt x="1737" y="7985"/>
                    <a:pt x="1737" y="7985"/>
                  </a:cubicBezTo>
                  <a:cubicBezTo>
                    <a:pt x="1862" y="7854"/>
                    <a:pt x="1862" y="7854"/>
                    <a:pt x="1862" y="7854"/>
                  </a:cubicBezTo>
                  <a:cubicBezTo>
                    <a:pt x="1986" y="7985"/>
                    <a:pt x="1986" y="7985"/>
                    <a:pt x="1986" y="7985"/>
                  </a:cubicBezTo>
                  <a:cubicBezTo>
                    <a:pt x="1986" y="8116"/>
                    <a:pt x="1986" y="8116"/>
                    <a:pt x="1986" y="8116"/>
                  </a:cubicBezTo>
                  <a:cubicBezTo>
                    <a:pt x="1862" y="8116"/>
                    <a:pt x="1862" y="8116"/>
                    <a:pt x="1862" y="8116"/>
                  </a:cubicBezTo>
                  <a:cubicBezTo>
                    <a:pt x="1862" y="8247"/>
                    <a:pt x="1862" y="8247"/>
                    <a:pt x="1862" y="8247"/>
                  </a:cubicBezTo>
                  <a:cubicBezTo>
                    <a:pt x="1986" y="8640"/>
                    <a:pt x="1986" y="8640"/>
                    <a:pt x="1986" y="8640"/>
                  </a:cubicBezTo>
                  <a:cubicBezTo>
                    <a:pt x="1986" y="8770"/>
                    <a:pt x="1986" y="8770"/>
                    <a:pt x="1986" y="8770"/>
                  </a:cubicBezTo>
                  <a:cubicBezTo>
                    <a:pt x="1986" y="8770"/>
                    <a:pt x="1986" y="8770"/>
                    <a:pt x="1986" y="8770"/>
                  </a:cubicBezTo>
                  <a:cubicBezTo>
                    <a:pt x="2110" y="8770"/>
                    <a:pt x="2110" y="8770"/>
                    <a:pt x="2110" y="8770"/>
                  </a:cubicBezTo>
                  <a:cubicBezTo>
                    <a:pt x="2234" y="8770"/>
                    <a:pt x="2234" y="8770"/>
                    <a:pt x="2234" y="8770"/>
                  </a:cubicBezTo>
                  <a:cubicBezTo>
                    <a:pt x="2358" y="8770"/>
                    <a:pt x="2358" y="8770"/>
                    <a:pt x="2358" y="8770"/>
                  </a:cubicBezTo>
                  <a:cubicBezTo>
                    <a:pt x="2358" y="8770"/>
                    <a:pt x="2358" y="8770"/>
                    <a:pt x="2358" y="8770"/>
                  </a:cubicBezTo>
                  <a:cubicBezTo>
                    <a:pt x="2482" y="8770"/>
                    <a:pt x="2482" y="8770"/>
                    <a:pt x="2482" y="8770"/>
                  </a:cubicBezTo>
                  <a:cubicBezTo>
                    <a:pt x="2482" y="8770"/>
                    <a:pt x="2482" y="8770"/>
                    <a:pt x="2482" y="8770"/>
                  </a:cubicBezTo>
                  <a:cubicBezTo>
                    <a:pt x="2482" y="8770"/>
                    <a:pt x="2482" y="8770"/>
                    <a:pt x="2482" y="8770"/>
                  </a:cubicBezTo>
                  <a:cubicBezTo>
                    <a:pt x="2855" y="8770"/>
                    <a:pt x="2855" y="8770"/>
                    <a:pt x="2855" y="8770"/>
                  </a:cubicBezTo>
                  <a:cubicBezTo>
                    <a:pt x="2979" y="8770"/>
                    <a:pt x="2979" y="8770"/>
                    <a:pt x="2979" y="8770"/>
                  </a:cubicBezTo>
                  <a:cubicBezTo>
                    <a:pt x="3103" y="8640"/>
                    <a:pt x="3103" y="8640"/>
                    <a:pt x="3103" y="8640"/>
                  </a:cubicBezTo>
                  <a:cubicBezTo>
                    <a:pt x="3227" y="8640"/>
                    <a:pt x="3227" y="8640"/>
                    <a:pt x="3227" y="8640"/>
                  </a:cubicBezTo>
                  <a:cubicBezTo>
                    <a:pt x="3351" y="8640"/>
                    <a:pt x="3351" y="8640"/>
                    <a:pt x="3351" y="8640"/>
                  </a:cubicBezTo>
                  <a:cubicBezTo>
                    <a:pt x="3475" y="8640"/>
                    <a:pt x="3475" y="8640"/>
                    <a:pt x="3475" y="8640"/>
                  </a:cubicBezTo>
                  <a:cubicBezTo>
                    <a:pt x="3600" y="8509"/>
                    <a:pt x="3600" y="8509"/>
                    <a:pt x="3600" y="8509"/>
                  </a:cubicBezTo>
                  <a:cubicBezTo>
                    <a:pt x="3724" y="8378"/>
                    <a:pt x="3724" y="8378"/>
                    <a:pt x="3724" y="8378"/>
                  </a:cubicBezTo>
                  <a:cubicBezTo>
                    <a:pt x="3972" y="8116"/>
                    <a:pt x="3972" y="8116"/>
                    <a:pt x="3972" y="8116"/>
                  </a:cubicBezTo>
                  <a:cubicBezTo>
                    <a:pt x="4220" y="8116"/>
                    <a:pt x="4220" y="8116"/>
                    <a:pt x="4220" y="8116"/>
                  </a:cubicBezTo>
                  <a:cubicBezTo>
                    <a:pt x="4344" y="7985"/>
                    <a:pt x="4344" y="7985"/>
                    <a:pt x="4344" y="7985"/>
                  </a:cubicBezTo>
                  <a:cubicBezTo>
                    <a:pt x="4468" y="7985"/>
                    <a:pt x="4468" y="7985"/>
                    <a:pt x="4468" y="7985"/>
                  </a:cubicBezTo>
                  <a:cubicBezTo>
                    <a:pt x="4593" y="8116"/>
                    <a:pt x="4593" y="8116"/>
                    <a:pt x="4593" y="8116"/>
                  </a:cubicBezTo>
                  <a:cubicBezTo>
                    <a:pt x="4717" y="7985"/>
                    <a:pt x="4717" y="7985"/>
                    <a:pt x="4717" y="7985"/>
                  </a:cubicBezTo>
                  <a:cubicBezTo>
                    <a:pt x="4717" y="8116"/>
                    <a:pt x="4717" y="8116"/>
                    <a:pt x="4717" y="8116"/>
                  </a:cubicBezTo>
                  <a:cubicBezTo>
                    <a:pt x="4717" y="8247"/>
                    <a:pt x="4717" y="8247"/>
                    <a:pt x="4717" y="8247"/>
                  </a:cubicBezTo>
                  <a:cubicBezTo>
                    <a:pt x="4841" y="8378"/>
                    <a:pt x="4841" y="8378"/>
                    <a:pt x="4841" y="8378"/>
                  </a:cubicBezTo>
                  <a:cubicBezTo>
                    <a:pt x="4717" y="8509"/>
                    <a:pt x="4717" y="8509"/>
                    <a:pt x="4717" y="8509"/>
                  </a:cubicBezTo>
                  <a:cubicBezTo>
                    <a:pt x="4841" y="8770"/>
                    <a:pt x="4841" y="8770"/>
                    <a:pt x="4841" y="8770"/>
                  </a:cubicBezTo>
                  <a:cubicBezTo>
                    <a:pt x="4717" y="8901"/>
                    <a:pt x="4717" y="8901"/>
                    <a:pt x="4717" y="8901"/>
                  </a:cubicBezTo>
                  <a:cubicBezTo>
                    <a:pt x="4841" y="9163"/>
                    <a:pt x="4841" y="9163"/>
                    <a:pt x="4841" y="9163"/>
                  </a:cubicBezTo>
                  <a:cubicBezTo>
                    <a:pt x="4965" y="9163"/>
                    <a:pt x="4965" y="9163"/>
                    <a:pt x="4965" y="9163"/>
                  </a:cubicBezTo>
                  <a:cubicBezTo>
                    <a:pt x="4965" y="9294"/>
                    <a:pt x="4965" y="9294"/>
                    <a:pt x="4965" y="9294"/>
                  </a:cubicBezTo>
                  <a:cubicBezTo>
                    <a:pt x="5089" y="9425"/>
                    <a:pt x="5089" y="9425"/>
                    <a:pt x="5089" y="9425"/>
                  </a:cubicBezTo>
                  <a:cubicBezTo>
                    <a:pt x="5337" y="9425"/>
                    <a:pt x="5337" y="9425"/>
                    <a:pt x="5337" y="9425"/>
                  </a:cubicBezTo>
                  <a:cubicBezTo>
                    <a:pt x="5462" y="9556"/>
                    <a:pt x="5462" y="9556"/>
                    <a:pt x="5462" y="9556"/>
                  </a:cubicBezTo>
                  <a:cubicBezTo>
                    <a:pt x="5462" y="9556"/>
                    <a:pt x="5462" y="9556"/>
                    <a:pt x="5462" y="9556"/>
                  </a:cubicBezTo>
                  <a:cubicBezTo>
                    <a:pt x="5710" y="9425"/>
                    <a:pt x="5710" y="9425"/>
                    <a:pt x="5710" y="9425"/>
                  </a:cubicBezTo>
                  <a:cubicBezTo>
                    <a:pt x="5958" y="9687"/>
                    <a:pt x="5958" y="9687"/>
                    <a:pt x="5958" y="9687"/>
                  </a:cubicBezTo>
                  <a:cubicBezTo>
                    <a:pt x="6082" y="9687"/>
                    <a:pt x="6082" y="9687"/>
                    <a:pt x="6082" y="9687"/>
                  </a:cubicBezTo>
                  <a:cubicBezTo>
                    <a:pt x="6206" y="9818"/>
                    <a:pt x="6206" y="9818"/>
                    <a:pt x="6206" y="9818"/>
                  </a:cubicBezTo>
                  <a:cubicBezTo>
                    <a:pt x="6331" y="9818"/>
                    <a:pt x="6331" y="9818"/>
                    <a:pt x="6331" y="9818"/>
                  </a:cubicBezTo>
                  <a:cubicBezTo>
                    <a:pt x="6579" y="9949"/>
                    <a:pt x="6579" y="9949"/>
                    <a:pt x="6579" y="9949"/>
                  </a:cubicBezTo>
                  <a:cubicBezTo>
                    <a:pt x="6703" y="9949"/>
                    <a:pt x="6703" y="9949"/>
                    <a:pt x="6703" y="9949"/>
                  </a:cubicBezTo>
                  <a:cubicBezTo>
                    <a:pt x="6703" y="10079"/>
                    <a:pt x="6703" y="10079"/>
                    <a:pt x="6703" y="10079"/>
                  </a:cubicBezTo>
                  <a:cubicBezTo>
                    <a:pt x="6827" y="10079"/>
                    <a:pt x="6827" y="10079"/>
                    <a:pt x="6827" y="10079"/>
                  </a:cubicBezTo>
                  <a:cubicBezTo>
                    <a:pt x="6951" y="10210"/>
                    <a:pt x="6951" y="10210"/>
                    <a:pt x="6951" y="10210"/>
                  </a:cubicBezTo>
                  <a:cubicBezTo>
                    <a:pt x="7324" y="10210"/>
                    <a:pt x="7324" y="10210"/>
                    <a:pt x="7324" y="10210"/>
                  </a:cubicBezTo>
                  <a:cubicBezTo>
                    <a:pt x="7572" y="10341"/>
                    <a:pt x="7572" y="10341"/>
                    <a:pt x="7572" y="10341"/>
                  </a:cubicBezTo>
                  <a:cubicBezTo>
                    <a:pt x="7572" y="10341"/>
                    <a:pt x="7572" y="10341"/>
                    <a:pt x="7572" y="10341"/>
                  </a:cubicBezTo>
                  <a:cubicBezTo>
                    <a:pt x="7572" y="10603"/>
                    <a:pt x="7572" y="10603"/>
                    <a:pt x="7572" y="10603"/>
                  </a:cubicBezTo>
                  <a:cubicBezTo>
                    <a:pt x="7572" y="10865"/>
                    <a:pt x="7572" y="10865"/>
                    <a:pt x="7572" y="10865"/>
                  </a:cubicBezTo>
                  <a:cubicBezTo>
                    <a:pt x="7572" y="10996"/>
                    <a:pt x="7572" y="10996"/>
                    <a:pt x="7572" y="10996"/>
                  </a:cubicBezTo>
                  <a:cubicBezTo>
                    <a:pt x="7696" y="11258"/>
                    <a:pt x="7696" y="11258"/>
                    <a:pt x="7696" y="11258"/>
                  </a:cubicBezTo>
                  <a:cubicBezTo>
                    <a:pt x="7696" y="11519"/>
                    <a:pt x="7696" y="11519"/>
                    <a:pt x="7696" y="11519"/>
                  </a:cubicBezTo>
                  <a:cubicBezTo>
                    <a:pt x="8689" y="11519"/>
                    <a:pt x="8689" y="11519"/>
                    <a:pt x="8689" y="11519"/>
                  </a:cubicBezTo>
                  <a:cubicBezTo>
                    <a:pt x="8813" y="11912"/>
                    <a:pt x="8813" y="11912"/>
                    <a:pt x="8813" y="11912"/>
                  </a:cubicBezTo>
                  <a:cubicBezTo>
                    <a:pt x="8689" y="12043"/>
                    <a:pt x="8689" y="12043"/>
                    <a:pt x="8689" y="12043"/>
                  </a:cubicBezTo>
                  <a:cubicBezTo>
                    <a:pt x="9062" y="12174"/>
                    <a:pt x="9062" y="12174"/>
                    <a:pt x="9062" y="12174"/>
                  </a:cubicBezTo>
                  <a:cubicBezTo>
                    <a:pt x="9310" y="12698"/>
                    <a:pt x="9310" y="12698"/>
                    <a:pt x="9310" y="12698"/>
                  </a:cubicBezTo>
                  <a:cubicBezTo>
                    <a:pt x="9310" y="12829"/>
                    <a:pt x="9310" y="12829"/>
                    <a:pt x="9310" y="12829"/>
                  </a:cubicBezTo>
                  <a:cubicBezTo>
                    <a:pt x="9062" y="13352"/>
                    <a:pt x="9062" y="13352"/>
                    <a:pt x="9062" y="13352"/>
                  </a:cubicBezTo>
                  <a:cubicBezTo>
                    <a:pt x="9062" y="13483"/>
                    <a:pt x="9062" y="13483"/>
                    <a:pt x="9062" y="13483"/>
                  </a:cubicBezTo>
                  <a:cubicBezTo>
                    <a:pt x="9062" y="13614"/>
                    <a:pt x="9062" y="13614"/>
                    <a:pt x="9062" y="13614"/>
                  </a:cubicBezTo>
                  <a:cubicBezTo>
                    <a:pt x="9062" y="13614"/>
                    <a:pt x="9062" y="13614"/>
                    <a:pt x="9062" y="13614"/>
                  </a:cubicBezTo>
                  <a:cubicBezTo>
                    <a:pt x="9062" y="13745"/>
                    <a:pt x="9062" y="13745"/>
                    <a:pt x="9062" y="13745"/>
                  </a:cubicBezTo>
                  <a:cubicBezTo>
                    <a:pt x="9186" y="13876"/>
                    <a:pt x="9186" y="13876"/>
                    <a:pt x="9186" y="13876"/>
                  </a:cubicBezTo>
                  <a:cubicBezTo>
                    <a:pt x="9186" y="14007"/>
                    <a:pt x="9186" y="14007"/>
                    <a:pt x="9186" y="14007"/>
                  </a:cubicBezTo>
                  <a:cubicBezTo>
                    <a:pt x="9310" y="14138"/>
                    <a:pt x="9310" y="14138"/>
                    <a:pt x="9310" y="14138"/>
                  </a:cubicBezTo>
                  <a:cubicBezTo>
                    <a:pt x="9186" y="14530"/>
                    <a:pt x="9186" y="14530"/>
                    <a:pt x="9186" y="14530"/>
                  </a:cubicBezTo>
                  <a:cubicBezTo>
                    <a:pt x="9310" y="14661"/>
                    <a:pt x="9310" y="14661"/>
                    <a:pt x="9310" y="14661"/>
                  </a:cubicBezTo>
                  <a:cubicBezTo>
                    <a:pt x="9186" y="14661"/>
                    <a:pt x="9186" y="14661"/>
                    <a:pt x="9186" y="14661"/>
                  </a:cubicBezTo>
                  <a:cubicBezTo>
                    <a:pt x="9310" y="14792"/>
                    <a:pt x="9310" y="14792"/>
                    <a:pt x="9310" y="14792"/>
                  </a:cubicBezTo>
                  <a:cubicBezTo>
                    <a:pt x="9434" y="14792"/>
                    <a:pt x="9434" y="14792"/>
                    <a:pt x="9434" y="14792"/>
                  </a:cubicBezTo>
                  <a:cubicBezTo>
                    <a:pt x="9558" y="14923"/>
                    <a:pt x="9558" y="14923"/>
                    <a:pt x="9558" y="14923"/>
                  </a:cubicBezTo>
                  <a:cubicBezTo>
                    <a:pt x="9806" y="14792"/>
                    <a:pt x="9806" y="14792"/>
                    <a:pt x="9806" y="14792"/>
                  </a:cubicBezTo>
                  <a:cubicBezTo>
                    <a:pt x="9931" y="14923"/>
                    <a:pt x="9931" y="14923"/>
                    <a:pt x="9931" y="14923"/>
                  </a:cubicBezTo>
                  <a:cubicBezTo>
                    <a:pt x="10179" y="14792"/>
                    <a:pt x="10179" y="14792"/>
                    <a:pt x="10179" y="14792"/>
                  </a:cubicBezTo>
                  <a:cubicBezTo>
                    <a:pt x="10303" y="14923"/>
                    <a:pt x="10303" y="14923"/>
                    <a:pt x="10303" y="14923"/>
                  </a:cubicBezTo>
                  <a:cubicBezTo>
                    <a:pt x="10427" y="14923"/>
                    <a:pt x="10427" y="14923"/>
                    <a:pt x="10427" y="14923"/>
                  </a:cubicBezTo>
                  <a:cubicBezTo>
                    <a:pt x="10427" y="15054"/>
                    <a:pt x="10427" y="15054"/>
                    <a:pt x="10427" y="15054"/>
                  </a:cubicBezTo>
                  <a:cubicBezTo>
                    <a:pt x="10675" y="15578"/>
                    <a:pt x="10675" y="15578"/>
                    <a:pt x="10675" y="15578"/>
                  </a:cubicBezTo>
                  <a:cubicBezTo>
                    <a:pt x="10675" y="15840"/>
                    <a:pt x="10675" y="15840"/>
                    <a:pt x="10675" y="15840"/>
                  </a:cubicBezTo>
                  <a:cubicBezTo>
                    <a:pt x="10800" y="15840"/>
                    <a:pt x="10800" y="15840"/>
                    <a:pt x="10800" y="15840"/>
                  </a:cubicBezTo>
                  <a:cubicBezTo>
                    <a:pt x="11048" y="15709"/>
                    <a:pt x="11048" y="15709"/>
                    <a:pt x="11048" y="15709"/>
                  </a:cubicBezTo>
                  <a:cubicBezTo>
                    <a:pt x="11172" y="15709"/>
                    <a:pt x="11172" y="15709"/>
                    <a:pt x="11172" y="15709"/>
                  </a:cubicBezTo>
                  <a:cubicBezTo>
                    <a:pt x="11296" y="15840"/>
                    <a:pt x="11296" y="15840"/>
                    <a:pt x="11296" y="15840"/>
                  </a:cubicBezTo>
                  <a:cubicBezTo>
                    <a:pt x="11296" y="15840"/>
                    <a:pt x="11296" y="15840"/>
                    <a:pt x="11296" y="15840"/>
                  </a:cubicBezTo>
                  <a:cubicBezTo>
                    <a:pt x="11296" y="15970"/>
                    <a:pt x="11296" y="15970"/>
                    <a:pt x="11296" y="15970"/>
                  </a:cubicBezTo>
                  <a:cubicBezTo>
                    <a:pt x="11296" y="16494"/>
                    <a:pt x="11296" y="16494"/>
                    <a:pt x="11296" y="16494"/>
                  </a:cubicBezTo>
                  <a:cubicBezTo>
                    <a:pt x="11296" y="16494"/>
                    <a:pt x="11296" y="16494"/>
                    <a:pt x="11296" y="16494"/>
                  </a:cubicBezTo>
                  <a:cubicBezTo>
                    <a:pt x="11172" y="16494"/>
                    <a:pt x="11172" y="16494"/>
                    <a:pt x="11172" y="16494"/>
                  </a:cubicBezTo>
                  <a:cubicBezTo>
                    <a:pt x="11172" y="16625"/>
                    <a:pt x="11172" y="16625"/>
                    <a:pt x="11172" y="16625"/>
                  </a:cubicBezTo>
                  <a:cubicBezTo>
                    <a:pt x="11172" y="16625"/>
                    <a:pt x="11172" y="16625"/>
                    <a:pt x="11172" y="16625"/>
                  </a:cubicBezTo>
                  <a:cubicBezTo>
                    <a:pt x="11172" y="16756"/>
                    <a:pt x="11172" y="16756"/>
                    <a:pt x="11172" y="16756"/>
                  </a:cubicBezTo>
                  <a:cubicBezTo>
                    <a:pt x="11296" y="16625"/>
                    <a:pt x="11296" y="16625"/>
                    <a:pt x="11296" y="16625"/>
                  </a:cubicBezTo>
                  <a:cubicBezTo>
                    <a:pt x="11544" y="16625"/>
                    <a:pt x="11544" y="16625"/>
                    <a:pt x="11544" y="16625"/>
                  </a:cubicBezTo>
                  <a:cubicBezTo>
                    <a:pt x="11544" y="16756"/>
                    <a:pt x="11544" y="16756"/>
                    <a:pt x="11544" y="16756"/>
                  </a:cubicBezTo>
                  <a:cubicBezTo>
                    <a:pt x="11668" y="17018"/>
                    <a:pt x="11668" y="17018"/>
                    <a:pt x="11668" y="17018"/>
                  </a:cubicBezTo>
                  <a:cubicBezTo>
                    <a:pt x="11668" y="17149"/>
                    <a:pt x="11668" y="17149"/>
                    <a:pt x="11668" y="17149"/>
                  </a:cubicBezTo>
                  <a:cubicBezTo>
                    <a:pt x="11668" y="17410"/>
                    <a:pt x="11668" y="17410"/>
                    <a:pt x="11668" y="17410"/>
                  </a:cubicBezTo>
                  <a:cubicBezTo>
                    <a:pt x="11668" y="17541"/>
                    <a:pt x="11668" y="17541"/>
                    <a:pt x="11668" y="17541"/>
                  </a:cubicBezTo>
                  <a:cubicBezTo>
                    <a:pt x="11668" y="17672"/>
                    <a:pt x="11668" y="17672"/>
                    <a:pt x="11668" y="17672"/>
                  </a:cubicBezTo>
                  <a:cubicBezTo>
                    <a:pt x="11544" y="17672"/>
                    <a:pt x="11544" y="17672"/>
                    <a:pt x="11544" y="17672"/>
                  </a:cubicBezTo>
                  <a:cubicBezTo>
                    <a:pt x="11420" y="17672"/>
                    <a:pt x="11420" y="17672"/>
                    <a:pt x="11420" y="17672"/>
                  </a:cubicBezTo>
                  <a:cubicBezTo>
                    <a:pt x="11420" y="17803"/>
                    <a:pt x="11420" y="17803"/>
                    <a:pt x="11420" y="17803"/>
                  </a:cubicBezTo>
                  <a:cubicBezTo>
                    <a:pt x="11296" y="17803"/>
                    <a:pt x="11296" y="17803"/>
                    <a:pt x="11296" y="17803"/>
                  </a:cubicBezTo>
                  <a:cubicBezTo>
                    <a:pt x="11296" y="17803"/>
                    <a:pt x="11296" y="17803"/>
                    <a:pt x="11296" y="17803"/>
                  </a:cubicBezTo>
                  <a:cubicBezTo>
                    <a:pt x="11048" y="17934"/>
                    <a:pt x="11048" y="17934"/>
                    <a:pt x="11048" y="17934"/>
                  </a:cubicBezTo>
                  <a:cubicBezTo>
                    <a:pt x="11048" y="18065"/>
                    <a:pt x="11048" y="18065"/>
                    <a:pt x="11048" y="18065"/>
                  </a:cubicBezTo>
                  <a:cubicBezTo>
                    <a:pt x="10924" y="18065"/>
                    <a:pt x="10924" y="18065"/>
                    <a:pt x="10924" y="18065"/>
                  </a:cubicBezTo>
                  <a:cubicBezTo>
                    <a:pt x="10675" y="18196"/>
                    <a:pt x="10675" y="18196"/>
                    <a:pt x="10675" y="18196"/>
                  </a:cubicBezTo>
                  <a:cubicBezTo>
                    <a:pt x="10675" y="18196"/>
                    <a:pt x="10675" y="18196"/>
                    <a:pt x="10675" y="18196"/>
                  </a:cubicBezTo>
                  <a:cubicBezTo>
                    <a:pt x="10675" y="18327"/>
                    <a:pt x="10675" y="18327"/>
                    <a:pt x="10675" y="18327"/>
                  </a:cubicBezTo>
                  <a:cubicBezTo>
                    <a:pt x="10551" y="18327"/>
                    <a:pt x="10551" y="18327"/>
                    <a:pt x="10551" y="18327"/>
                  </a:cubicBezTo>
                  <a:cubicBezTo>
                    <a:pt x="10551" y="18327"/>
                    <a:pt x="10551" y="18327"/>
                    <a:pt x="10551" y="18327"/>
                  </a:cubicBezTo>
                  <a:cubicBezTo>
                    <a:pt x="10303" y="18589"/>
                    <a:pt x="10303" y="18589"/>
                    <a:pt x="10303" y="18589"/>
                  </a:cubicBezTo>
                  <a:cubicBezTo>
                    <a:pt x="10303" y="18589"/>
                    <a:pt x="10303" y="18589"/>
                    <a:pt x="10303" y="18589"/>
                  </a:cubicBezTo>
                  <a:cubicBezTo>
                    <a:pt x="10303" y="18719"/>
                    <a:pt x="10303" y="18719"/>
                    <a:pt x="10303" y="18719"/>
                  </a:cubicBezTo>
                  <a:cubicBezTo>
                    <a:pt x="10179" y="18719"/>
                    <a:pt x="10179" y="18719"/>
                    <a:pt x="10179" y="18719"/>
                  </a:cubicBezTo>
                  <a:cubicBezTo>
                    <a:pt x="10179" y="18850"/>
                    <a:pt x="10179" y="18850"/>
                    <a:pt x="10179" y="18850"/>
                  </a:cubicBezTo>
                  <a:cubicBezTo>
                    <a:pt x="10055" y="18981"/>
                    <a:pt x="10055" y="18981"/>
                    <a:pt x="10055" y="18981"/>
                  </a:cubicBezTo>
                  <a:cubicBezTo>
                    <a:pt x="9931" y="19112"/>
                    <a:pt x="9931" y="19112"/>
                    <a:pt x="9931" y="19112"/>
                  </a:cubicBezTo>
                  <a:cubicBezTo>
                    <a:pt x="9931" y="19243"/>
                    <a:pt x="9931" y="19243"/>
                    <a:pt x="9931" y="19243"/>
                  </a:cubicBezTo>
                  <a:cubicBezTo>
                    <a:pt x="9931" y="19374"/>
                    <a:pt x="9931" y="19374"/>
                    <a:pt x="9931" y="19374"/>
                  </a:cubicBezTo>
                  <a:cubicBezTo>
                    <a:pt x="9806" y="19374"/>
                    <a:pt x="9806" y="19374"/>
                    <a:pt x="9806" y="19374"/>
                  </a:cubicBezTo>
                  <a:cubicBezTo>
                    <a:pt x="9806" y="19374"/>
                    <a:pt x="9806" y="19374"/>
                    <a:pt x="9806" y="19374"/>
                  </a:cubicBezTo>
                  <a:cubicBezTo>
                    <a:pt x="9806" y="19374"/>
                    <a:pt x="9806" y="19374"/>
                    <a:pt x="9806" y="19374"/>
                  </a:cubicBezTo>
                  <a:cubicBezTo>
                    <a:pt x="9931" y="19505"/>
                    <a:pt x="9931" y="19505"/>
                    <a:pt x="9931" y="19505"/>
                  </a:cubicBezTo>
                  <a:cubicBezTo>
                    <a:pt x="10179" y="19374"/>
                    <a:pt x="10179" y="19374"/>
                    <a:pt x="10179" y="19374"/>
                  </a:cubicBezTo>
                  <a:cubicBezTo>
                    <a:pt x="10303" y="19505"/>
                    <a:pt x="10303" y="19505"/>
                    <a:pt x="10303" y="19505"/>
                  </a:cubicBezTo>
                  <a:cubicBezTo>
                    <a:pt x="10427" y="19636"/>
                    <a:pt x="10427" y="19636"/>
                    <a:pt x="10427" y="19636"/>
                  </a:cubicBezTo>
                  <a:cubicBezTo>
                    <a:pt x="10551" y="19636"/>
                    <a:pt x="10551" y="19636"/>
                    <a:pt x="10551" y="19636"/>
                  </a:cubicBezTo>
                  <a:cubicBezTo>
                    <a:pt x="10675" y="19767"/>
                    <a:pt x="10675" y="19767"/>
                    <a:pt x="10675" y="19767"/>
                  </a:cubicBezTo>
                  <a:cubicBezTo>
                    <a:pt x="10800" y="20029"/>
                    <a:pt x="10800" y="20029"/>
                    <a:pt x="10800" y="20029"/>
                  </a:cubicBezTo>
                  <a:cubicBezTo>
                    <a:pt x="10800" y="20029"/>
                    <a:pt x="10800" y="20029"/>
                    <a:pt x="10800" y="20029"/>
                  </a:cubicBezTo>
                  <a:cubicBezTo>
                    <a:pt x="10924" y="19898"/>
                    <a:pt x="10924" y="19898"/>
                    <a:pt x="10924" y="19898"/>
                  </a:cubicBezTo>
                  <a:cubicBezTo>
                    <a:pt x="10924" y="19898"/>
                    <a:pt x="10924" y="19898"/>
                    <a:pt x="10924" y="19898"/>
                  </a:cubicBezTo>
                  <a:cubicBezTo>
                    <a:pt x="11048" y="20159"/>
                    <a:pt x="11048" y="20159"/>
                    <a:pt x="11048" y="20159"/>
                  </a:cubicBezTo>
                  <a:cubicBezTo>
                    <a:pt x="11296" y="20159"/>
                    <a:pt x="11296" y="20159"/>
                    <a:pt x="11296" y="20159"/>
                  </a:cubicBezTo>
                  <a:cubicBezTo>
                    <a:pt x="11420" y="20159"/>
                    <a:pt x="11420" y="20159"/>
                    <a:pt x="11420" y="20159"/>
                  </a:cubicBezTo>
                  <a:cubicBezTo>
                    <a:pt x="11544" y="20290"/>
                    <a:pt x="11544" y="20290"/>
                    <a:pt x="11544" y="20290"/>
                  </a:cubicBezTo>
                  <a:cubicBezTo>
                    <a:pt x="11544" y="20421"/>
                    <a:pt x="11544" y="20421"/>
                    <a:pt x="11544" y="20421"/>
                  </a:cubicBezTo>
                  <a:cubicBezTo>
                    <a:pt x="11668" y="20421"/>
                    <a:pt x="11668" y="20421"/>
                    <a:pt x="11668" y="20421"/>
                  </a:cubicBezTo>
                  <a:cubicBezTo>
                    <a:pt x="11793" y="20552"/>
                    <a:pt x="11793" y="20552"/>
                    <a:pt x="11793" y="20552"/>
                  </a:cubicBezTo>
                  <a:cubicBezTo>
                    <a:pt x="11917" y="20683"/>
                    <a:pt x="11917" y="20683"/>
                    <a:pt x="11917" y="20683"/>
                  </a:cubicBezTo>
                  <a:cubicBezTo>
                    <a:pt x="12041" y="20814"/>
                    <a:pt x="12041" y="20814"/>
                    <a:pt x="12041" y="20814"/>
                  </a:cubicBezTo>
                  <a:cubicBezTo>
                    <a:pt x="12165" y="20945"/>
                    <a:pt x="12165" y="20945"/>
                    <a:pt x="12165" y="20945"/>
                  </a:cubicBezTo>
                  <a:cubicBezTo>
                    <a:pt x="12165" y="21076"/>
                    <a:pt x="12165" y="21076"/>
                    <a:pt x="12165" y="21076"/>
                  </a:cubicBezTo>
                  <a:cubicBezTo>
                    <a:pt x="12041" y="21207"/>
                    <a:pt x="12041" y="21207"/>
                    <a:pt x="12041" y="21207"/>
                  </a:cubicBezTo>
                  <a:cubicBezTo>
                    <a:pt x="12165" y="21338"/>
                    <a:pt x="12165" y="21338"/>
                    <a:pt x="12165" y="21338"/>
                  </a:cubicBezTo>
                  <a:cubicBezTo>
                    <a:pt x="12165" y="21469"/>
                    <a:pt x="12165" y="21469"/>
                    <a:pt x="12165" y="21469"/>
                  </a:cubicBezTo>
                  <a:cubicBezTo>
                    <a:pt x="12165" y="21469"/>
                    <a:pt x="12165" y="21469"/>
                    <a:pt x="12165" y="21469"/>
                  </a:cubicBezTo>
                  <a:cubicBezTo>
                    <a:pt x="12289" y="21599"/>
                    <a:pt x="12289" y="21599"/>
                    <a:pt x="12289" y="21599"/>
                  </a:cubicBezTo>
                  <a:cubicBezTo>
                    <a:pt x="12289" y="21599"/>
                    <a:pt x="12289" y="21599"/>
                    <a:pt x="12289" y="21599"/>
                  </a:cubicBezTo>
                  <a:cubicBezTo>
                    <a:pt x="12537" y="21469"/>
                    <a:pt x="12537" y="21469"/>
                    <a:pt x="12537" y="21469"/>
                  </a:cubicBezTo>
                  <a:cubicBezTo>
                    <a:pt x="12537" y="21207"/>
                    <a:pt x="12537" y="21207"/>
                    <a:pt x="12537" y="21207"/>
                  </a:cubicBezTo>
                  <a:cubicBezTo>
                    <a:pt x="12662" y="20814"/>
                    <a:pt x="12662" y="20814"/>
                    <a:pt x="12662" y="20814"/>
                  </a:cubicBezTo>
                  <a:cubicBezTo>
                    <a:pt x="12786" y="20683"/>
                    <a:pt x="12786" y="20683"/>
                    <a:pt x="12786" y="20683"/>
                  </a:cubicBezTo>
                  <a:cubicBezTo>
                    <a:pt x="12786" y="20552"/>
                    <a:pt x="12786" y="20552"/>
                    <a:pt x="12786" y="20552"/>
                  </a:cubicBezTo>
                  <a:cubicBezTo>
                    <a:pt x="12662" y="20552"/>
                    <a:pt x="12662" y="20552"/>
                    <a:pt x="12662" y="20552"/>
                  </a:cubicBezTo>
                  <a:cubicBezTo>
                    <a:pt x="12662" y="20421"/>
                    <a:pt x="12662" y="20421"/>
                    <a:pt x="12662" y="20421"/>
                  </a:cubicBezTo>
                  <a:cubicBezTo>
                    <a:pt x="12662" y="20290"/>
                    <a:pt x="12662" y="20290"/>
                    <a:pt x="12662" y="20290"/>
                  </a:cubicBezTo>
                  <a:cubicBezTo>
                    <a:pt x="12786" y="20290"/>
                    <a:pt x="12786" y="20290"/>
                    <a:pt x="12786" y="20290"/>
                  </a:cubicBezTo>
                  <a:cubicBezTo>
                    <a:pt x="12786" y="20159"/>
                    <a:pt x="12786" y="20159"/>
                    <a:pt x="12786" y="20159"/>
                  </a:cubicBezTo>
                  <a:cubicBezTo>
                    <a:pt x="12910" y="20029"/>
                    <a:pt x="12910" y="20029"/>
                    <a:pt x="12910" y="20029"/>
                  </a:cubicBezTo>
                  <a:cubicBezTo>
                    <a:pt x="12910" y="20029"/>
                    <a:pt x="12910" y="20029"/>
                    <a:pt x="12910" y="20029"/>
                  </a:cubicBezTo>
                  <a:cubicBezTo>
                    <a:pt x="12910" y="20029"/>
                    <a:pt x="12910" y="20029"/>
                    <a:pt x="12910" y="20029"/>
                  </a:cubicBezTo>
                  <a:cubicBezTo>
                    <a:pt x="13034" y="20029"/>
                    <a:pt x="13034" y="20029"/>
                    <a:pt x="13034" y="20029"/>
                  </a:cubicBezTo>
                  <a:cubicBezTo>
                    <a:pt x="13034" y="20029"/>
                    <a:pt x="13034" y="20029"/>
                    <a:pt x="13034" y="20029"/>
                  </a:cubicBezTo>
                  <a:cubicBezTo>
                    <a:pt x="13034" y="19898"/>
                    <a:pt x="13034" y="19898"/>
                    <a:pt x="13034" y="19898"/>
                  </a:cubicBezTo>
                  <a:cubicBezTo>
                    <a:pt x="13158" y="19767"/>
                    <a:pt x="13158" y="19767"/>
                    <a:pt x="13158" y="19767"/>
                  </a:cubicBezTo>
                  <a:cubicBezTo>
                    <a:pt x="13158" y="19767"/>
                    <a:pt x="13158" y="19767"/>
                    <a:pt x="13158" y="19767"/>
                  </a:cubicBezTo>
                  <a:cubicBezTo>
                    <a:pt x="13158" y="19636"/>
                    <a:pt x="13158" y="19636"/>
                    <a:pt x="13158" y="19636"/>
                  </a:cubicBezTo>
                  <a:cubicBezTo>
                    <a:pt x="13282" y="19636"/>
                    <a:pt x="13282" y="19636"/>
                    <a:pt x="13282" y="19636"/>
                  </a:cubicBezTo>
                  <a:cubicBezTo>
                    <a:pt x="13282" y="19505"/>
                    <a:pt x="13282" y="19505"/>
                    <a:pt x="13282" y="19505"/>
                  </a:cubicBezTo>
                  <a:cubicBezTo>
                    <a:pt x="13282" y="19505"/>
                    <a:pt x="13282" y="19505"/>
                    <a:pt x="13282" y="19505"/>
                  </a:cubicBezTo>
                  <a:cubicBezTo>
                    <a:pt x="13158" y="19374"/>
                    <a:pt x="13158" y="19374"/>
                    <a:pt x="13158" y="19374"/>
                  </a:cubicBezTo>
                  <a:cubicBezTo>
                    <a:pt x="13158" y="19243"/>
                    <a:pt x="13158" y="19243"/>
                    <a:pt x="13158" y="19243"/>
                  </a:cubicBezTo>
                  <a:cubicBezTo>
                    <a:pt x="13158" y="19243"/>
                    <a:pt x="13158" y="19243"/>
                    <a:pt x="13158" y="19243"/>
                  </a:cubicBezTo>
                  <a:cubicBezTo>
                    <a:pt x="13158" y="19243"/>
                    <a:pt x="13158" y="19243"/>
                    <a:pt x="13158" y="19243"/>
                  </a:cubicBezTo>
                  <a:cubicBezTo>
                    <a:pt x="13282" y="19374"/>
                    <a:pt x="13282" y="19374"/>
                    <a:pt x="13282" y="19374"/>
                  </a:cubicBezTo>
                  <a:cubicBezTo>
                    <a:pt x="13406" y="19505"/>
                    <a:pt x="13406" y="19505"/>
                    <a:pt x="13406" y="19505"/>
                  </a:cubicBezTo>
                  <a:cubicBezTo>
                    <a:pt x="13406" y="19505"/>
                    <a:pt x="13406" y="19505"/>
                    <a:pt x="13406" y="19505"/>
                  </a:cubicBezTo>
                  <a:cubicBezTo>
                    <a:pt x="13531" y="19505"/>
                    <a:pt x="13531" y="19505"/>
                    <a:pt x="13531" y="19505"/>
                  </a:cubicBezTo>
                  <a:cubicBezTo>
                    <a:pt x="13531" y="19505"/>
                    <a:pt x="13531" y="19505"/>
                    <a:pt x="13531" y="19505"/>
                  </a:cubicBezTo>
                  <a:cubicBezTo>
                    <a:pt x="13531" y="19636"/>
                    <a:pt x="13531" y="19636"/>
                    <a:pt x="13531" y="19636"/>
                  </a:cubicBezTo>
                  <a:cubicBezTo>
                    <a:pt x="13531" y="19636"/>
                    <a:pt x="13531" y="19636"/>
                    <a:pt x="13531" y="19636"/>
                  </a:cubicBezTo>
                  <a:cubicBezTo>
                    <a:pt x="13406" y="19767"/>
                    <a:pt x="13406" y="19767"/>
                    <a:pt x="13406" y="19767"/>
                  </a:cubicBezTo>
                  <a:cubicBezTo>
                    <a:pt x="13282" y="20029"/>
                    <a:pt x="13282" y="20029"/>
                    <a:pt x="13282" y="20029"/>
                  </a:cubicBezTo>
                  <a:cubicBezTo>
                    <a:pt x="13158" y="20029"/>
                    <a:pt x="13158" y="20029"/>
                    <a:pt x="13158" y="20029"/>
                  </a:cubicBezTo>
                  <a:cubicBezTo>
                    <a:pt x="13158" y="20159"/>
                    <a:pt x="13158" y="20159"/>
                    <a:pt x="13158" y="20159"/>
                  </a:cubicBezTo>
                  <a:cubicBezTo>
                    <a:pt x="13158" y="20159"/>
                    <a:pt x="13158" y="20159"/>
                    <a:pt x="13158" y="20159"/>
                  </a:cubicBezTo>
                  <a:cubicBezTo>
                    <a:pt x="13158" y="20159"/>
                    <a:pt x="13158" y="20159"/>
                    <a:pt x="13158" y="20159"/>
                  </a:cubicBezTo>
                  <a:cubicBezTo>
                    <a:pt x="13034" y="20290"/>
                    <a:pt x="13034" y="20290"/>
                    <a:pt x="13034" y="20290"/>
                  </a:cubicBezTo>
                  <a:cubicBezTo>
                    <a:pt x="12910" y="20290"/>
                    <a:pt x="12910" y="20290"/>
                    <a:pt x="12910" y="20290"/>
                  </a:cubicBezTo>
                  <a:cubicBezTo>
                    <a:pt x="12910" y="20421"/>
                    <a:pt x="12910" y="20421"/>
                    <a:pt x="12910" y="20421"/>
                  </a:cubicBezTo>
                  <a:cubicBezTo>
                    <a:pt x="12786" y="20421"/>
                    <a:pt x="12786" y="20421"/>
                    <a:pt x="12786" y="20421"/>
                  </a:cubicBezTo>
                  <a:cubicBezTo>
                    <a:pt x="12786" y="20421"/>
                    <a:pt x="12786" y="20421"/>
                    <a:pt x="12786" y="20421"/>
                  </a:cubicBezTo>
                  <a:cubicBezTo>
                    <a:pt x="12786" y="20421"/>
                    <a:pt x="12786" y="20421"/>
                    <a:pt x="12786" y="20421"/>
                  </a:cubicBezTo>
                  <a:cubicBezTo>
                    <a:pt x="12910" y="20552"/>
                    <a:pt x="12910" y="20552"/>
                    <a:pt x="12910" y="20552"/>
                  </a:cubicBezTo>
                  <a:cubicBezTo>
                    <a:pt x="13282" y="20290"/>
                    <a:pt x="13282" y="20290"/>
                    <a:pt x="13282" y="20290"/>
                  </a:cubicBezTo>
                  <a:cubicBezTo>
                    <a:pt x="13406" y="20029"/>
                    <a:pt x="13406" y="20029"/>
                    <a:pt x="13406" y="20029"/>
                  </a:cubicBezTo>
                  <a:cubicBezTo>
                    <a:pt x="13655" y="19636"/>
                    <a:pt x="13655" y="19636"/>
                    <a:pt x="13655" y="19636"/>
                  </a:cubicBezTo>
                  <a:cubicBezTo>
                    <a:pt x="13779" y="19374"/>
                    <a:pt x="13779" y="19374"/>
                    <a:pt x="13779" y="19374"/>
                  </a:cubicBezTo>
                  <a:cubicBezTo>
                    <a:pt x="13903" y="19112"/>
                    <a:pt x="13903" y="19112"/>
                    <a:pt x="13903" y="19112"/>
                  </a:cubicBezTo>
                  <a:cubicBezTo>
                    <a:pt x="14151" y="18719"/>
                    <a:pt x="14151" y="18719"/>
                    <a:pt x="14151" y="18719"/>
                  </a:cubicBezTo>
                  <a:cubicBezTo>
                    <a:pt x="14399" y="18458"/>
                    <a:pt x="14399" y="18458"/>
                    <a:pt x="14399" y="18458"/>
                  </a:cubicBezTo>
                  <a:cubicBezTo>
                    <a:pt x="14399" y="18327"/>
                    <a:pt x="14399" y="18327"/>
                    <a:pt x="14399" y="18327"/>
                  </a:cubicBezTo>
                  <a:cubicBezTo>
                    <a:pt x="14399" y="18327"/>
                    <a:pt x="14399" y="18327"/>
                    <a:pt x="14399" y="18327"/>
                  </a:cubicBezTo>
                  <a:cubicBezTo>
                    <a:pt x="14399" y="18196"/>
                    <a:pt x="14399" y="18196"/>
                    <a:pt x="14399" y="18196"/>
                  </a:cubicBezTo>
                  <a:cubicBezTo>
                    <a:pt x="14399" y="18196"/>
                    <a:pt x="14399" y="18196"/>
                    <a:pt x="14399" y="18196"/>
                  </a:cubicBezTo>
                  <a:cubicBezTo>
                    <a:pt x="14524" y="18065"/>
                    <a:pt x="14524" y="18065"/>
                    <a:pt x="14524" y="18065"/>
                  </a:cubicBezTo>
                  <a:cubicBezTo>
                    <a:pt x="14524" y="18065"/>
                    <a:pt x="14524" y="18065"/>
                    <a:pt x="14524" y="18065"/>
                  </a:cubicBezTo>
                  <a:cubicBezTo>
                    <a:pt x="14524" y="17934"/>
                    <a:pt x="14524" y="17934"/>
                    <a:pt x="14524" y="17934"/>
                  </a:cubicBezTo>
                  <a:cubicBezTo>
                    <a:pt x="14524" y="17934"/>
                    <a:pt x="14524" y="17934"/>
                    <a:pt x="14524" y="17934"/>
                  </a:cubicBezTo>
                  <a:cubicBezTo>
                    <a:pt x="14524" y="17803"/>
                    <a:pt x="14524" y="17803"/>
                    <a:pt x="14524" y="17803"/>
                  </a:cubicBezTo>
                  <a:cubicBezTo>
                    <a:pt x="14524" y="17803"/>
                    <a:pt x="14524" y="17803"/>
                    <a:pt x="14524" y="17803"/>
                  </a:cubicBezTo>
                  <a:cubicBezTo>
                    <a:pt x="14524" y="17672"/>
                    <a:pt x="14524" y="17672"/>
                    <a:pt x="14524" y="17672"/>
                  </a:cubicBezTo>
                  <a:cubicBezTo>
                    <a:pt x="14399" y="17541"/>
                    <a:pt x="14399" y="17541"/>
                    <a:pt x="14399" y="17541"/>
                  </a:cubicBezTo>
                  <a:cubicBezTo>
                    <a:pt x="14399" y="17541"/>
                    <a:pt x="14399" y="17541"/>
                    <a:pt x="14399" y="17541"/>
                  </a:cubicBezTo>
                  <a:cubicBezTo>
                    <a:pt x="14399" y="17410"/>
                    <a:pt x="14399" y="17410"/>
                    <a:pt x="14399" y="17410"/>
                  </a:cubicBezTo>
                  <a:cubicBezTo>
                    <a:pt x="14399" y="17410"/>
                    <a:pt x="14399" y="17410"/>
                    <a:pt x="14399" y="17410"/>
                  </a:cubicBezTo>
                  <a:cubicBezTo>
                    <a:pt x="14399" y="17279"/>
                    <a:pt x="14399" y="17279"/>
                    <a:pt x="14399" y="17279"/>
                  </a:cubicBezTo>
                  <a:cubicBezTo>
                    <a:pt x="14275" y="17018"/>
                    <a:pt x="14275" y="17018"/>
                    <a:pt x="14275" y="17018"/>
                  </a:cubicBezTo>
                  <a:cubicBezTo>
                    <a:pt x="14399" y="17018"/>
                    <a:pt x="14399" y="17018"/>
                    <a:pt x="14399" y="17018"/>
                  </a:cubicBezTo>
                  <a:cubicBezTo>
                    <a:pt x="14524" y="17018"/>
                    <a:pt x="14524" y="17018"/>
                    <a:pt x="14524" y="17018"/>
                  </a:cubicBezTo>
                  <a:cubicBezTo>
                    <a:pt x="14399" y="16887"/>
                    <a:pt x="14399" y="16887"/>
                    <a:pt x="14399" y="16887"/>
                  </a:cubicBezTo>
                  <a:cubicBezTo>
                    <a:pt x="14399" y="16887"/>
                    <a:pt x="14399" y="16887"/>
                    <a:pt x="14399" y="16887"/>
                  </a:cubicBezTo>
                  <a:cubicBezTo>
                    <a:pt x="14524" y="16887"/>
                    <a:pt x="14524" y="16887"/>
                    <a:pt x="14524" y="16887"/>
                  </a:cubicBezTo>
                  <a:cubicBezTo>
                    <a:pt x="14524" y="16756"/>
                    <a:pt x="14524" y="16756"/>
                    <a:pt x="14524" y="16756"/>
                  </a:cubicBezTo>
                  <a:cubicBezTo>
                    <a:pt x="14399" y="16756"/>
                    <a:pt x="14399" y="16756"/>
                    <a:pt x="14399" y="16756"/>
                  </a:cubicBezTo>
                  <a:cubicBezTo>
                    <a:pt x="14524" y="16625"/>
                    <a:pt x="14524" y="16625"/>
                    <a:pt x="14524" y="16625"/>
                  </a:cubicBezTo>
                  <a:cubicBezTo>
                    <a:pt x="14524" y="16625"/>
                    <a:pt x="14524" y="16625"/>
                    <a:pt x="14524" y="16625"/>
                  </a:cubicBezTo>
                  <a:cubicBezTo>
                    <a:pt x="14648" y="16625"/>
                    <a:pt x="14648" y="16625"/>
                    <a:pt x="14648" y="16625"/>
                  </a:cubicBezTo>
                  <a:cubicBezTo>
                    <a:pt x="14772" y="16494"/>
                    <a:pt x="14772" y="16494"/>
                    <a:pt x="14772" y="16494"/>
                  </a:cubicBezTo>
                  <a:cubicBezTo>
                    <a:pt x="14896" y="16363"/>
                    <a:pt x="14896" y="16363"/>
                    <a:pt x="14896" y="16363"/>
                  </a:cubicBezTo>
                  <a:cubicBezTo>
                    <a:pt x="14896" y="16363"/>
                    <a:pt x="14896" y="16363"/>
                    <a:pt x="14896" y="16363"/>
                  </a:cubicBezTo>
                  <a:cubicBezTo>
                    <a:pt x="15020" y="16232"/>
                    <a:pt x="15020" y="16232"/>
                    <a:pt x="15020" y="16232"/>
                  </a:cubicBezTo>
                  <a:cubicBezTo>
                    <a:pt x="15268" y="16101"/>
                    <a:pt x="15268" y="16101"/>
                    <a:pt x="15268" y="16101"/>
                  </a:cubicBezTo>
                  <a:cubicBezTo>
                    <a:pt x="15393" y="15840"/>
                    <a:pt x="15393" y="15840"/>
                    <a:pt x="15393" y="15840"/>
                  </a:cubicBezTo>
                  <a:cubicBezTo>
                    <a:pt x="15641" y="15840"/>
                    <a:pt x="15641" y="15840"/>
                    <a:pt x="15641" y="15840"/>
                  </a:cubicBezTo>
                  <a:cubicBezTo>
                    <a:pt x="15765" y="15709"/>
                    <a:pt x="15765" y="15709"/>
                    <a:pt x="15765" y="15709"/>
                  </a:cubicBezTo>
                  <a:cubicBezTo>
                    <a:pt x="15889" y="15709"/>
                    <a:pt x="15889" y="15709"/>
                    <a:pt x="15889" y="15709"/>
                  </a:cubicBezTo>
                  <a:cubicBezTo>
                    <a:pt x="16013" y="15709"/>
                    <a:pt x="16013" y="15709"/>
                    <a:pt x="16013" y="15709"/>
                  </a:cubicBezTo>
                  <a:cubicBezTo>
                    <a:pt x="16013" y="15709"/>
                    <a:pt x="16013" y="15709"/>
                    <a:pt x="16013" y="15709"/>
                  </a:cubicBezTo>
                  <a:cubicBezTo>
                    <a:pt x="16137" y="15709"/>
                    <a:pt x="16137" y="15709"/>
                    <a:pt x="16137" y="15709"/>
                  </a:cubicBezTo>
                  <a:cubicBezTo>
                    <a:pt x="16137" y="15709"/>
                    <a:pt x="16137" y="15709"/>
                    <a:pt x="16137" y="15709"/>
                  </a:cubicBezTo>
                  <a:cubicBezTo>
                    <a:pt x="16262" y="15578"/>
                    <a:pt x="16262" y="15578"/>
                    <a:pt x="16262" y="15578"/>
                  </a:cubicBezTo>
                  <a:cubicBezTo>
                    <a:pt x="16386" y="15316"/>
                    <a:pt x="16386" y="15316"/>
                    <a:pt x="16386" y="15316"/>
                  </a:cubicBezTo>
                  <a:cubicBezTo>
                    <a:pt x="16510" y="15316"/>
                    <a:pt x="16510" y="15316"/>
                    <a:pt x="16510" y="15316"/>
                  </a:cubicBezTo>
                  <a:cubicBezTo>
                    <a:pt x="16510" y="15316"/>
                    <a:pt x="16510" y="15316"/>
                    <a:pt x="16510" y="15316"/>
                  </a:cubicBezTo>
                  <a:cubicBezTo>
                    <a:pt x="16510" y="15316"/>
                    <a:pt x="16510" y="15316"/>
                    <a:pt x="16510" y="15316"/>
                  </a:cubicBezTo>
                  <a:cubicBezTo>
                    <a:pt x="16386" y="15316"/>
                    <a:pt x="16386" y="15316"/>
                    <a:pt x="16386" y="15316"/>
                  </a:cubicBezTo>
                  <a:cubicBezTo>
                    <a:pt x="16386" y="15185"/>
                    <a:pt x="16386" y="15185"/>
                    <a:pt x="16386" y="15185"/>
                  </a:cubicBezTo>
                  <a:cubicBezTo>
                    <a:pt x="16510" y="15185"/>
                    <a:pt x="16510" y="15185"/>
                    <a:pt x="16510" y="15185"/>
                  </a:cubicBezTo>
                  <a:cubicBezTo>
                    <a:pt x="16634" y="15054"/>
                    <a:pt x="16634" y="15054"/>
                    <a:pt x="16634" y="15054"/>
                  </a:cubicBezTo>
                  <a:cubicBezTo>
                    <a:pt x="16634" y="15054"/>
                    <a:pt x="16634" y="15054"/>
                    <a:pt x="16634" y="15054"/>
                  </a:cubicBezTo>
                  <a:cubicBezTo>
                    <a:pt x="16758" y="15054"/>
                    <a:pt x="16758" y="15054"/>
                    <a:pt x="16758" y="15054"/>
                  </a:cubicBezTo>
                  <a:cubicBezTo>
                    <a:pt x="16882" y="15054"/>
                    <a:pt x="16882" y="15054"/>
                    <a:pt x="16882" y="15054"/>
                  </a:cubicBezTo>
                  <a:cubicBezTo>
                    <a:pt x="16882" y="15054"/>
                    <a:pt x="16882" y="15054"/>
                    <a:pt x="16882" y="15054"/>
                  </a:cubicBezTo>
                  <a:cubicBezTo>
                    <a:pt x="16882" y="15054"/>
                    <a:pt x="16882" y="15054"/>
                    <a:pt x="16882" y="15054"/>
                  </a:cubicBezTo>
                  <a:cubicBezTo>
                    <a:pt x="16758" y="15185"/>
                    <a:pt x="16758" y="15185"/>
                    <a:pt x="16758" y="15185"/>
                  </a:cubicBezTo>
                  <a:cubicBezTo>
                    <a:pt x="16634" y="15185"/>
                    <a:pt x="16634" y="15185"/>
                    <a:pt x="16634" y="15185"/>
                  </a:cubicBezTo>
                  <a:cubicBezTo>
                    <a:pt x="16634" y="15185"/>
                    <a:pt x="16634" y="15185"/>
                    <a:pt x="16634" y="15185"/>
                  </a:cubicBezTo>
                  <a:cubicBezTo>
                    <a:pt x="16634" y="15316"/>
                    <a:pt x="16634" y="15316"/>
                    <a:pt x="16634" y="15316"/>
                  </a:cubicBezTo>
                  <a:cubicBezTo>
                    <a:pt x="16882" y="15185"/>
                    <a:pt x="16882" y="15185"/>
                    <a:pt x="16882" y="15185"/>
                  </a:cubicBezTo>
                  <a:cubicBezTo>
                    <a:pt x="17131" y="15054"/>
                    <a:pt x="17131" y="15054"/>
                    <a:pt x="17131" y="15054"/>
                  </a:cubicBezTo>
                  <a:cubicBezTo>
                    <a:pt x="17131" y="15054"/>
                    <a:pt x="17131" y="15054"/>
                    <a:pt x="17131" y="15054"/>
                  </a:cubicBezTo>
                  <a:cubicBezTo>
                    <a:pt x="17131" y="15054"/>
                    <a:pt x="17131" y="15054"/>
                    <a:pt x="17131" y="15054"/>
                  </a:cubicBezTo>
                  <a:cubicBezTo>
                    <a:pt x="17255" y="15054"/>
                    <a:pt x="17255" y="15054"/>
                    <a:pt x="17255" y="15054"/>
                  </a:cubicBezTo>
                  <a:cubicBezTo>
                    <a:pt x="17255" y="15054"/>
                    <a:pt x="17255" y="15054"/>
                    <a:pt x="17255" y="15054"/>
                  </a:cubicBezTo>
                  <a:cubicBezTo>
                    <a:pt x="17255" y="15054"/>
                    <a:pt x="17255" y="15185"/>
                    <a:pt x="17255" y="15185"/>
                  </a:cubicBezTo>
                  <a:cubicBezTo>
                    <a:pt x="17255" y="15185"/>
                    <a:pt x="17379" y="15185"/>
                    <a:pt x="17379" y="15185"/>
                  </a:cubicBezTo>
                  <a:cubicBezTo>
                    <a:pt x="17503" y="15185"/>
                    <a:pt x="17503" y="15185"/>
                    <a:pt x="17503" y="15185"/>
                  </a:cubicBezTo>
                  <a:cubicBezTo>
                    <a:pt x="17627" y="15185"/>
                    <a:pt x="17627" y="15185"/>
                    <a:pt x="17627" y="15185"/>
                  </a:cubicBezTo>
                  <a:cubicBezTo>
                    <a:pt x="17875" y="15185"/>
                    <a:pt x="17875" y="15185"/>
                    <a:pt x="17875" y="15185"/>
                  </a:cubicBezTo>
                  <a:cubicBezTo>
                    <a:pt x="17999" y="15054"/>
                    <a:pt x="17999" y="15054"/>
                    <a:pt x="17999" y="15054"/>
                  </a:cubicBezTo>
                  <a:cubicBezTo>
                    <a:pt x="17999" y="15054"/>
                    <a:pt x="17999" y="15054"/>
                    <a:pt x="17999" y="15054"/>
                  </a:cubicBezTo>
                  <a:cubicBezTo>
                    <a:pt x="17875" y="15054"/>
                    <a:pt x="17875" y="15054"/>
                    <a:pt x="17875" y="15054"/>
                  </a:cubicBezTo>
                  <a:cubicBezTo>
                    <a:pt x="17875" y="14923"/>
                    <a:pt x="17875" y="14923"/>
                    <a:pt x="17875" y="14923"/>
                  </a:cubicBezTo>
                  <a:cubicBezTo>
                    <a:pt x="18124" y="14792"/>
                    <a:pt x="18124" y="14792"/>
                    <a:pt x="18124" y="14792"/>
                  </a:cubicBezTo>
                  <a:cubicBezTo>
                    <a:pt x="18372" y="14661"/>
                    <a:pt x="18372" y="14661"/>
                    <a:pt x="18372" y="14661"/>
                  </a:cubicBezTo>
                  <a:cubicBezTo>
                    <a:pt x="18496" y="14661"/>
                    <a:pt x="18496" y="14661"/>
                    <a:pt x="18496" y="14661"/>
                  </a:cubicBezTo>
                  <a:cubicBezTo>
                    <a:pt x="18496" y="14530"/>
                    <a:pt x="18496" y="14530"/>
                    <a:pt x="18496" y="14530"/>
                  </a:cubicBezTo>
                  <a:cubicBezTo>
                    <a:pt x="18496" y="14530"/>
                    <a:pt x="18496" y="14530"/>
                    <a:pt x="18496" y="14530"/>
                  </a:cubicBezTo>
                  <a:cubicBezTo>
                    <a:pt x="18372" y="14399"/>
                    <a:pt x="18372" y="14399"/>
                    <a:pt x="18372" y="14399"/>
                  </a:cubicBezTo>
                  <a:cubicBezTo>
                    <a:pt x="18496" y="14269"/>
                    <a:pt x="18496" y="14269"/>
                    <a:pt x="18496" y="14269"/>
                  </a:cubicBezTo>
                  <a:cubicBezTo>
                    <a:pt x="18496" y="14138"/>
                    <a:pt x="18496" y="14138"/>
                    <a:pt x="18496" y="14138"/>
                  </a:cubicBezTo>
                  <a:cubicBezTo>
                    <a:pt x="18496" y="14007"/>
                    <a:pt x="18496" y="14007"/>
                    <a:pt x="18496" y="14007"/>
                  </a:cubicBezTo>
                  <a:cubicBezTo>
                    <a:pt x="18620" y="14007"/>
                    <a:pt x="18620" y="14007"/>
                    <a:pt x="18620" y="14007"/>
                  </a:cubicBezTo>
                  <a:cubicBezTo>
                    <a:pt x="18744" y="13876"/>
                    <a:pt x="18744" y="13876"/>
                    <a:pt x="18744" y="13876"/>
                  </a:cubicBezTo>
                  <a:cubicBezTo>
                    <a:pt x="18744" y="13876"/>
                    <a:pt x="18744" y="13876"/>
                    <a:pt x="18744" y="13876"/>
                  </a:cubicBezTo>
                  <a:cubicBezTo>
                    <a:pt x="18744" y="13745"/>
                    <a:pt x="18744" y="13745"/>
                    <a:pt x="18744" y="13745"/>
                  </a:cubicBezTo>
                  <a:cubicBezTo>
                    <a:pt x="18868" y="13614"/>
                    <a:pt x="18868" y="13614"/>
                    <a:pt x="18868" y="13614"/>
                  </a:cubicBezTo>
                  <a:cubicBezTo>
                    <a:pt x="19117" y="13352"/>
                    <a:pt x="19117" y="13352"/>
                    <a:pt x="19117" y="13352"/>
                  </a:cubicBezTo>
                  <a:cubicBezTo>
                    <a:pt x="19117" y="13221"/>
                    <a:pt x="19117" y="13221"/>
                    <a:pt x="19117" y="13221"/>
                  </a:cubicBezTo>
                  <a:cubicBezTo>
                    <a:pt x="18993" y="12829"/>
                    <a:pt x="18993" y="12829"/>
                    <a:pt x="18993" y="12829"/>
                  </a:cubicBezTo>
                  <a:cubicBezTo>
                    <a:pt x="18993" y="12829"/>
                    <a:pt x="18993" y="12829"/>
                    <a:pt x="18993" y="12829"/>
                  </a:cubicBezTo>
                  <a:cubicBezTo>
                    <a:pt x="18993" y="12567"/>
                    <a:pt x="18993" y="12567"/>
                    <a:pt x="18993" y="12567"/>
                  </a:cubicBezTo>
                  <a:cubicBezTo>
                    <a:pt x="19117" y="12567"/>
                    <a:pt x="19117" y="12567"/>
                    <a:pt x="19117" y="12567"/>
                  </a:cubicBezTo>
                  <a:cubicBezTo>
                    <a:pt x="19117" y="12436"/>
                    <a:pt x="19117" y="12436"/>
                    <a:pt x="19117" y="12436"/>
                  </a:cubicBezTo>
                  <a:cubicBezTo>
                    <a:pt x="19241" y="12305"/>
                    <a:pt x="19241" y="12305"/>
                    <a:pt x="19241" y="12305"/>
                  </a:cubicBezTo>
                  <a:cubicBezTo>
                    <a:pt x="19241" y="12305"/>
                    <a:pt x="19241" y="12305"/>
                    <a:pt x="19241" y="12305"/>
                  </a:cubicBezTo>
                  <a:cubicBezTo>
                    <a:pt x="19241" y="12043"/>
                    <a:pt x="19241" y="12043"/>
                    <a:pt x="19241" y="12043"/>
                  </a:cubicBezTo>
                  <a:cubicBezTo>
                    <a:pt x="19365" y="11912"/>
                    <a:pt x="19365" y="11912"/>
                    <a:pt x="19365" y="11912"/>
                  </a:cubicBezTo>
                  <a:cubicBezTo>
                    <a:pt x="19365" y="11650"/>
                    <a:pt x="19365" y="11650"/>
                    <a:pt x="19365" y="11650"/>
                  </a:cubicBezTo>
                  <a:cubicBezTo>
                    <a:pt x="19365" y="11519"/>
                    <a:pt x="19365" y="11519"/>
                    <a:pt x="19365" y="11519"/>
                  </a:cubicBezTo>
                  <a:cubicBezTo>
                    <a:pt x="19365" y="11519"/>
                    <a:pt x="19365" y="11519"/>
                    <a:pt x="19365" y="11519"/>
                  </a:cubicBezTo>
                  <a:cubicBezTo>
                    <a:pt x="19365" y="11258"/>
                    <a:pt x="19365" y="11258"/>
                    <a:pt x="19365" y="11258"/>
                  </a:cubicBezTo>
                  <a:cubicBezTo>
                    <a:pt x="19365" y="10603"/>
                    <a:pt x="19365" y="10603"/>
                    <a:pt x="19365" y="10603"/>
                  </a:cubicBezTo>
                  <a:cubicBezTo>
                    <a:pt x="19365" y="10472"/>
                    <a:pt x="19365" y="10472"/>
                    <a:pt x="19365" y="10472"/>
                  </a:cubicBezTo>
                  <a:cubicBezTo>
                    <a:pt x="19365" y="10341"/>
                    <a:pt x="19365" y="10341"/>
                    <a:pt x="19365" y="10341"/>
                  </a:cubicBezTo>
                  <a:cubicBezTo>
                    <a:pt x="19365" y="10210"/>
                    <a:pt x="19365" y="10210"/>
                    <a:pt x="19365" y="10210"/>
                  </a:cubicBezTo>
                  <a:cubicBezTo>
                    <a:pt x="19365" y="10341"/>
                    <a:pt x="19365" y="10341"/>
                    <a:pt x="19365" y="10341"/>
                  </a:cubicBezTo>
                  <a:cubicBezTo>
                    <a:pt x="19241" y="10210"/>
                    <a:pt x="19241" y="10210"/>
                    <a:pt x="19241" y="10210"/>
                  </a:cubicBezTo>
                  <a:cubicBezTo>
                    <a:pt x="19241" y="10210"/>
                    <a:pt x="19241" y="10210"/>
                    <a:pt x="19241" y="10210"/>
                  </a:cubicBezTo>
                  <a:cubicBezTo>
                    <a:pt x="19365" y="10079"/>
                    <a:pt x="19365" y="10079"/>
                    <a:pt x="19365" y="10079"/>
                  </a:cubicBezTo>
                  <a:cubicBezTo>
                    <a:pt x="19365" y="9949"/>
                    <a:pt x="19365" y="9949"/>
                    <a:pt x="19365" y="9949"/>
                  </a:cubicBezTo>
                  <a:cubicBezTo>
                    <a:pt x="19365" y="9818"/>
                    <a:pt x="19365" y="9818"/>
                    <a:pt x="19365" y="9818"/>
                  </a:cubicBezTo>
                  <a:cubicBezTo>
                    <a:pt x="19365" y="9818"/>
                    <a:pt x="19365" y="9818"/>
                    <a:pt x="19365" y="9818"/>
                  </a:cubicBezTo>
                  <a:cubicBezTo>
                    <a:pt x="19365" y="9687"/>
                    <a:pt x="19365" y="9687"/>
                    <a:pt x="19365" y="9687"/>
                  </a:cubicBezTo>
                  <a:cubicBezTo>
                    <a:pt x="19365" y="9556"/>
                    <a:pt x="19365" y="9556"/>
                    <a:pt x="19365" y="9556"/>
                  </a:cubicBezTo>
                  <a:cubicBezTo>
                    <a:pt x="19241" y="9556"/>
                    <a:pt x="19241" y="9556"/>
                    <a:pt x="19241" y="9556"/>
                  </a:cubicBezTo>
                  <a:cubicBezTo>
                    <a:pt x="19241" y="9556"/>
                    <a:pt x="19241" y="9556"/>
                    <a:pt x="19241" y="9556"/>
                  </a:cubicBezTo>
                  <a:cubicBezTo>
                    <a:pt x="19241" y="9425"/>
                    <a:pt x="19241" y="9425"/>
                    <a:pt x="19241" y="9425"/>
                  </a:cubicBezTo>
                  <a:cubicBezTo>
                    <a:pt x="19241" y="9556"/>
                    <a:pt x="19241" y="9556"/>
                    <a:pt x="19241" y="9556"/>
                  </a:cubicBezTo>
                  <a:cubicBezTo>
                    <a:pt x="19365" y="9556"/>
                    <a:pt x="19365" y="9556"/>
                    <a:pt x="19365" y="9556"/>
                  </a:cubicBezTo>
                  <a:cubicBezTo>
                    <a:pt x="19489" y="9556"/>
                    <a:pt x="19489" y="9556"/>
                    <a:pt x="19489" y="9556"/>
                  </a:cubicBezTo>
                  <a:cubicBezTo>
                    <a:pt x="19489" y="9425"/>
                    <a:pt x="19489" y="9425"/>
                    <a:pt x="19489" y="9425"/>
                  </a:cubicBezTo>
                  <a:cubicBezTo>
                    <a:pt x="19489" y="9425"/>
                    <a:pt x="19489" y="9425"/>
                    <a:pt x="19489" y="9425"/>
                  </a:cubicBezTo>
                  <a:cubicBezTo>
                    <a:pt x="19613" y="9556"/>
                    <a:pt x="19613" y="9556"/>
                    <a:pt x="19613" y="9556"/>
                  </a:cubicBezTo>
                  <a:cubicBezTo>
                    <a:pt x="19613" y="9556"/>
                    <a:pt x="19613" y="9556"/>
                    <a:pt x="19613" y="9556"/>
                  </a:cubicBezTo>
                  <a:cubicBezTo>
                    <a:pt x="19613" y="9687"/>
                    <a:pt x="19613" y="9687"/>
                    <a:pt x="19613" y="9687"/>
                  </a:cubicBezTo>
                  <a:cubicBezTo>
                    <a:pt x="19489" y="9687"/>
                    <a:pt x="19489" y="9687"/>
                    <a:pt x="19489" y="9687"/>
                  </a:cubicBezTo>
                  <a:cubicBezTo>
                    <a:pt x="19489" y="9818"/>
                    <a:pt x="19489" y="9818"/>
                    <a:pt x="19489" y="9818"/>
                  </a:cubicBezTo>
                  <a:cubicBezTo>
                    <a:pt x="19489" y="9818"/>
                    <a:pt x="19489" y="9818"/>
                    <a:pt x="19489" y="9818"/>
                  </a:cubicBezTo>
                  <a:cubicBezTo>
                    <a:pt x="19613" y="9687"/>
                    <a:pt x="19613" y="9687"/>
                    <a:pt x="19613" y="9687"/>
                  </a:cubicBezTo>
                  <a:cubicBezTo>
                    <a:pt x="19737" y="9556"/>
                    <a:pt x="19737" y="9556"/>
                    <a:pt x="19737" y="9556"/>
                  </a:cubicBezTo>
                  <a:cubicBezTo>
                    <a:pt x="19986" y="9294"/>
                    <a:pt x="19986" y="9294"/>
                    <a:pt x="19986" y="9294"/>
                  </a:cubicBezTo>
                  <a:cubicBezTo>
                    <a:pt x="20110" y="9163"/>
                    <a:pt x="20110" y="9163"/>
                    <a:pt x="20110" y="9163"/>
                  </a:cubicBezTo>
                  <a:cubicBezTo>
                    <a:pt x="20110" y="9032"/>
                    <a:pt x="20110" y="9032"/>
                    <a:pt x="20110" y="9032"/>
                  </a:cubicBezTo>
                  <a:cubicBezTo>
                    <a:pt x="20110" y="8901"/>
                    <a:pt x="20110" y="8901"/>
                    <a:pt x="20110" y="8901"/>
                  </a:cubicBezTo>
                  <a:cubicBezTo>
                    <a:pt x="20234" y="8770"/>
                    <a:pt x="20234" y="8770"/>
                    <a:pt x="20234" y="8770"/>
                  </a:cubicBezTo>
                  <a:cubicBezTo>
                    <a:pt x="20358" y="8640"/>
                    <a:pt x="20358" y="8640"/>
                    <a:pt x="20358" y="8640"/>
                  </a:cubicBezTo>
                  <a:cubicBezTo>
                    <a:pt x="20606" y="8378"/>
                    <a:pt x="20606" y="8378"/>
                    <a:pt x="20606" y="8378"/>
                  </a:cubicBezTo>
                  <a:cubicBezTo>
                    <a:pt x="20606" y="8378"/>
                    <a:pt x="20606" y="8378"/>
                    <a:pt x="20606" y="8378"/>
                  </a:cubicBezTo>
                  <a:cubicBezTo>
                    <a:pt x="20731" y="8378"/>
                    <a:pt x="20731" y="8378"/>
                    <a:pt x="20731" y="8378"/>
                  </a:cubicBezTo>
                  <a:cubicBezTo>
                    <a:pt x="20731" y="8247"/>
                    <a:pt x="20731" y="8247"/>
                    <a:pt x="20731" y="8247"/>
                  </a:cubicBezTo>
                  <a:cubicBezTo>
                    <a:pt x="20979" y="7985"/>
                    <a:pt x="20979" y="7985"/>
                    <a:pt x="20979" y="7985"/>
                  </a:cubicBezTo>
                  <a:cubicBezTo>
                    <a:pt x="21227" y="7723"/>
                    <a:pt x="21227" y="7723"/>
                    <a:pt x="21227" y="7723"/>
                  </a:cubicBezTo>
                  <a:cubicBezTo>
                    <a:pt x="21351" y="7592"/>
                    <a:pt x="21351" y="7592"/>
                    <a:pt x="21351" y="7592"/>
                  </a:cubicBezTo>
                  <a:cubicBezTo>
                    <a:pt x="21475" y="7330"/>
                    <a:pt x="21475" y="7330"/>
                    <a:pt x="21475" y="7330"/>
                  </a:cubicBezTo>
                  <a:cubicBezTo>
                    <a:pt x="21475" y="7199"/>
                    <a:pt x="21475" y="7199"/>
                    <a:pt x="21475" y="7199"/>
                  </a:cubicBezTo>
                  <a:cubicBezTo>
                    <a:pt x="21599" y="7199"/>
                    <a:pt x="21599" y="7199"/>
                    <a:pt x="21599" y="7199"/>
                  </a:cubicBezTo>
                  <a:cubicBezTo>
                    <a:pt x="21599" y="7069"/>
                    <a:pt x="21599" y="7069"/>
                    <a:pt x="21599" y="7069"/>
                  </a:cubicBezTo>
                  <a:cubicBezTo>
                    <a:pt x="21475" y="6938"/>
                    <a:pt x="21475" y="6938"/>
                    <a:pt x="21475" y="6938"/>
                  </a:cubicBezTo>
                  <a:cubicBezTo>
                    <a:pt x="21475" y="6807"/>
                    <a:pt x="21475" y="6807"/>
                    <a:pt x="21475" y="6807"/>
                  </a:cubicBezTo>
                  <a:cubicBezTo>
                    <a:pt x="21599" y="6807"/>
                    <a:pt x="21599" y="6807"/>
                    <a:pt x="21599" y="6807"/>
                  </a:cubicBezTo>
                  <a:cubicBezTo>
                    <a:pt x="21599" y="6545"/>
                    <a:pt x="21599" y="6545"/>
                    <a:pt x="21599" y="6545"/>
                  </a:cubicBezTo>
                  <a:cubicBezTo>
                    <a:pt x="21475" y="6545"/>
                    <a:pt x="21475" y="6545"/>
                    <a:pt x="21475" y="6545"/>
                  </a:cubicBezTo>
                  <a:cubicBezTo>
                    <a:pt x="21475" y="6414"/>
                    <a:pt x="21475" y="6414"/>
                    <a:pt x="21475" y="6414"/>
                  </a:cubicBezTo>
                  <a:cubicBezTo>
                    <a:pt x="21227" y="6021"/>
                    <a:pt x="21227" y="6021"/>
                    <a:pt x="21227" y="6021"/>
                  </a:cubicBezTo>
                  <a:cubicBezTo>
                    <a:pt x="21227" y="5890"/>
                    <a:pt x="21227" y="5890"/>
                    <a:pt x="21227" y="5890"/>
                  </a:cubicBezTo>
                  <a:cubicBezTo>
                    <a:pt x="21227" y="5629"/>
                    <a:pt x="21227" y="5629"/>
                    <a:pt x="21227" y="5629"/>
                  </a:cubicBezTo>
                  <a:cubicBezTo>
                    <a:pt x="20855" y="5498"/>
                    <a:pt x="20855" y="5498"/>
                    <a:pt x="20855" y="5498"/>
                  </a:cubicBezTo>
                  <a:cubicBezTo>
                    <a:pt x="20731" y="5498"/>
                    <a:pt x="20731" y="5498"/>
                    <a:pt x="20731" y="5498"/>
                  </a:cubicBezTo>
                  <a:cubicBezTo>
                    <a:pt x="20482" y="5629"/>
                    <a:pt x="20482" y="5629"/>
                    <a:pt x="20482" y="5629"/>
                  </a:cubicBezTo>
                  <a:cubicBezTo>
                    <a:pt x="20358" y="5498"/>
                    <a:pt x="20358" y="5498"/>
                    <a:pt x="20358" y="5498"/>
                  </a:cubicBezTo>
                  <a:cubicBezTo>
                    <a:pt x="20358" y="5367"/>
                    <a:pt x="20358" y="5367"/>
                    <a:pt x="20358" y="5367"/>
                  </a:cubicBezTo>
                  <a:cubicBezTo>
                    <a:pt x="20234" y="5236"/>
                    <a:pt x="20234" y="5236"/>
                    <a:pt x="20234" y="5236"/>
                  </a:cubicBezTo>
                  <a:cubicBezTo>
                    <a:pt x="19986" y="5236"/>
                    <a:pt x="19986" y="5236"/>
                    <a:pt x="19986" y="5236"/>
                  </a:cubicBezTo>
                  <a:cubicBezTo>
                    <a:pt x="19862" y="5236"/>
                    <a:pt x="19862" y="5236"/>
                    <a:pt x="19862" y="5236"/>
                  </a:cubicBezTo>
                  <a:cubicBezTo>
                    <a:pt x="19613" y="4974"/>
                    <a:pt x="19613" y="4974"/>
                    <a:pt x="19613" y="4974"/>
                  </a:cubicBezTo>
                  <a:cubicBezTo>
                    <a:pt x="19489" y="4712"/>
                    <a:pt x="19489" y="4712"/>
                    <a:pt x="19489" y="4712"/>
                  </a:cubicBezTo>
                  <a:cubicBezTo>
                    <a:pt x="19365" y="4712"/>
                    <a:pt x="19365" y="4712"/>
                    <a:pt x="19365" y="4712"/>
                  </a:cubicBezTo>
                  <a:cubicBezTo>
                    <a:pt x="19241" y="4581"/>
                    <a:pt x="19241" y="4581"/>
                    <a:pt x="19241" y="4581"/>
                  </a:cubicBezTo>
                  <a:cubicBezTo>
                    <a:pt x="19117" y="4581"/>
                    <a:pt x="19117" y="4581"/>
                    <a:pt x="19117" y="4581"/>
                  </a:cubicBezTo>
                  <a:cubicBezTo>
                    <a:pt x="18744" y="4320"/>
                    <a:pt x="18744" y="4320"/>
                    <a:pt x="18744" y="4320"/>
                  </a:cubicBezTo>
                  <a:cubicBezTo>
                    <a:pt x="18620" y="4320"/>
                    <a:pt x="18620" y="4320"/>
                    <a:pt x="18620" y="4320"/>
                  </a:cubicBezTo>
                  <a:cubicBezTo>
                    <a:pt x="18496" y="4320"/>
                    <a:pt x="18496" y="4320"/>
                    <a:pt x="18496" y="4320"/>
                  </a:cubicBezTo>
                  <a:cubicBezTo>
                    <a:pt x="18372" y="4320"/>
                    <a:pt x="18372" y="4320"/>
                    <a:pt x="18372" y="4320"/>
                  </a:cubicBezTo>
                  <a:cubicBezTo>
                    <a:pt x="18248" y="4320"/>
                    <a:pt x="18248" y="4320"/>
                    <a:pt x="18248" y="4320"/>
                  </a:cubicBezTo>
                  <a:cubicBezTo>
                    <a:pt x="18124" y="4320"/>
                    <a:pt x="18124" y="4320"/>
                    <a:pt x="18124" y="4320"/>
                  </a:cubicBezTo>
                  <a:cubicBezTo>
                    <a:pt x="17999" y="4320"/>
                    <a:pt x="17999" y="4320"/>
                    <a:pt x="17999" y="4320"/>
                  </a:cubicBezTo>
                  <a:cubicBezTo>
                    <a:pt x="17999" y="4320"/>
                    <a:pt x="17999" y="4320"/>
                    <a:pt x="17999" y="4320"/>
                  </a:cubicBezTo>
                  <a:cubicBezTo>
                    <a:pt x="17875" y="4320"/>
                    <a:pt x="17875" y="4320"/>
                    <a:pt x="17875" y="4320"/>
                  </a:cubicBezTo>
                  <a:cubicBezTo>
                    <a:pt x="17751" y="4189"/>
                    <a:pt x="17751" y="4189"/>
                    <a:pt x="17751" y="4189"/>
                  </a:cubicBezTo>
                  <a:cubicBezTo>
                    <a:pt x="17751" y="4320"/>
                    <a:pt x="17751" y="4320"/>
                    <a:pt x="17751" y="4320"/>
                  </a:cubicBezTo>
                  <a:cubicBezTo>
                    <a:pt x="17627" y="4189"/>
                    <a:pt x="17627" y="4189"/>
                    <a:pt x="17627" y="4189"/>
                  </a:cubicBezTo>
                  <a:cubicBezTo>
                    <a:pt x="17627" y="4320"/>
                    <a:pt x="17627" y="4320"/>
                    <a:pt x="17627" y="4320"/>
                  </a:cubicBezTo>
                  <a:cubicBezTo>
                    <a:pt x="17627" y="4320"/>
                    <a:pt x="17627" y="4320"/>
                    <a:pt x="17627" y="4320"/>
                  </a:cubicBezTo>
                  <a:cubicBezTo>
                    <a:pt x="17503" y="4320"/>
                    <a:pt x="17503" y="4320"/>
                    <a:pt x="17503" y="4320"/>
                  </a:cubicBezTo>
                  <a:cubicBezTo>
                    <a:pt x="17503" y="4189"/>
                    <a:pt x="17503" y="4189"/>
                    <a:pt x="17503" y="4189"/>
                  </a:cubicBezTo>
                  <a:cubicBezTo>
                    <a:pt x="17503" y="4189"/>
                    <a:pt x="17503" y="4189"/>
                    <a:pt x="17503" y="4189"/>
                  </a:cubicBezTo>
                  <a:cubicBezTo>
                    <a:pt x="17503" y="4189"/>
                    <a:pt x="17503" y="4189"/>
                    <a:pt x="17503" y="4189"/>
                  </a:cubicBezTo>
                  <a:cubicBezTo>
                    <a:pt x="17503" y="4320"/>
                    <a:pt x="17503" y="4320"/>
                    <a:pt x="17503" y="4320"/>
                  </a:cubicBezTo>
                  <a:cubicBezTo>
                    <a:pt x="17255" y="4189"/>
                    <a:pt x="17255" y="4189"/>
                    <a:pt x="17255" y="4189"/>
                  </a:cubicBezTo>
                  <a:cubicBezTo>
                    <a:pt x="17255" y="4189"/>
                    <a:pt x="17255" y="4189"/>
                    <a:pt x="17255" y="4189"/>
                  </a:cubicBezTo>
                  <a:cubicBezTo>
                    <a:pt x="17131" y="4189"/>
                    <a:pt x="17131" y="4189"/>
                    <a:pt x="17131" y="4189"/>
                  </a:cubicBezTo>
                  <a:cubicBezTo>
                    <a:pt x="16758" y="4058"/>
                    <a:pt x="16758" y="4058"/>
                    <a:pt x="16758" y="4058"/>
                  </a:cubicBezTo>
                  <a:cubicBezTo>
                    <a:pt x="16634" y="4058"/>
                    <a:pt x="16634" y="4058"/>
                    <a:pt x="16634" y="4058"/>
                  </a:cubicBezTo>
                  <a:cubicBezTo>
                    <a:pt x="16634" y="4058"/>
                    <a:pt x="16634" y="4058"/>
                    <a:pt x="16634" y="4058"/>
                  </a:cubicBezTo>
                  <a:cubicBezTo>
                    <a:pt x="16634" y="4189"/>
                    <a:pt x="16634" y="4189"/>
                    <a:pt x="16634" y="4189"/>
                  </a:cubicBezTo>
                  <a:cubicBezTo>
                    <a:pt x="16634" y="4189"/>
                    <a:pt x="16634" y="4189"/>
                    <a:pt x="16634" y="4189"/>
                  </a:cubicBezTo>
                  <a:cubicBezTo>
                    <a:pt x="16634" y="4189"/>
                    <a:pt x="16634" y="4189"/>
                    <a:pt x="16634" y="4189"/>
                  </a:cubicBezTo>
                  <a:cubicBezTo>
                    <a:pt x="16634" y="4189"/>
                    <a:pt x="16634" y="4189"/>
                    <a:pt x="16634" y="4189"/>
                  </a:cubicBezTo>
                  <a:cubicBezTo>
                    <a:pt x="16510" y="4189"/>
                    <a:pt x="16510" y="4189"/>
                    <a:pt x="16510" y="4189"/>
                  </a:cubicBezTo>
                  <a:cubicBezTo>
                    <a:pt x="16510" y="4189"/>
                    <a:pt x="16510" y="4189"/>
                    <a:pt x="16510" y="4189"/>
                  </a:cubicBezTo>
                  <a:cubicBezTo>
                    <a:pt x="16386" y="4320"/>
                    <a:pt x="16386" y="4320"/>
                    <a:pt x="16386" y="4320"/>
                  </a:cubicBezTo>
                  <a:cubicBezTo>
                    <a:pt x="16386" y="4450"/>
                    <a:pt x="16386" y="4450"/>
                    <a:pt x="16386" y="4450"/>
                  </a:cubicBezTo>
                  <a:cubicBezTo>
                    <a:pt x="16386" y="4320"/>
                    <a:pt x="16386" y="4320"/>
                    <a:pt x="16386" y="4320"/>
                  </a:cubicBezTo>
                  <a:cubicBezTo>
                    <a:pt x="16262" y="4320"/>
                    <a:pt x="16262" y="4320"/>
                    <a:pt x="16262" y="4320"/>
                  </a:cubicBezTo>
                  <a:cubicBezTo>
                    <a:pt x="16262" y="4320"/>
                    <a:pt x="16262" y="4320"/>
                    <a:pt x="16262" y="4320"/>
                  </a:cubicBezTo>
                  <a:cubicBezTo>
                    <a:pt x="16262" y="4320"/>
                    <a:pt x="16262" y="4320"/>
                    <a:pt x="16262" y="4320"/>
                  </a:cubicBezTo>
                  <a:cubicBezTo>
                    <a:pt x="16137" y="4581"/>
                    <a:pt x="16137" y="4581"/>
                    <a:pt x="16137" y="4581"/>
                  </a:cubicBezTo>
                  <a:cubicBezTo>
                    <a:pt x="16137" y="4712"/>
                    <a:pt x="16137" y="4712"/>
                    <a:pt x="16137" y="4712"/>
                  </a:cubicBezTo>
                  <a:cubicBezTo>
                    <a:pt x="16137" y="4581"/>
                    <a:pt x="16137" y="4581"/>
                    <a:pt x="16137" y="4581"/>
                  </a:cubicBezTo>
                  <a:cubicBezTo>
                    <a:pt x="16137" y="4450"/>
                    <a:pt x="16137" y="4450"/>
                    <a:pt x="16137" y="4450"/>
                  </a:cubicBezTo>
                  <a:cubicBezTo>
                    <a:pt x="16137" y="4320"/>
                    <a:pt x="16137" y="4320"/>
                    <a:pt x="16137" y="4320"/>
                  </a:cubicBezTo>
                  <a:cubicBezTo>
                    <a:pt x="16262" y="4189"/>
                    <a:pt x="16262" y="4189"/>
                    <a:pt x="16262" y="4189"/>
                  </a:cubicBezTo>
                  <a:cubicBezTo>
                    <a:pt x="16262" y="4058"/>
                    <a:pt x="16262" y="4058"/>
                    <a:pt x="16262" y="4058"/>
                  </a:cubicBezTo>
                  <a:cubicBezTo>
                    <a:pt x="16262" y="4058"/>
                    <a:pt x="16262" y="4058"/>
                    <a:pt x="16262" y="4058"/>
                  </a:cubicBezTo>
                  <a:cubicBezTo>
                    <a:pt x="16137" y="4058"/>
                    <a:pt x="16137" y="4058"/>
                    <a:pt x="16137" y="4058"/>
                  </a:cubicBezTo>
                  <a:cubicBezTo>
                    <a:pt x="16262" y="3927"/>
                    <a:pt x="16262" y="3927"/>
                    <a:pt x="16262" y="3927"/>
                  </a:cubicBezTo>
                  <a:cubicBezTo>
                    <a:pt x="16137" y="3796"/>
                    <a:pt x="16137" y="3796"/>
                    <a:pt x="16137" y="3796"/>
                  </a:cubicBezTo>
                  <a:cubicBezTo>
                    <a:pt x="16013" y="3665"/>
                    <a:pt x="16013" y="3665"/>
                    <a:pt x="16013" y="3665"/>
                  </a:cubicBezTo>
                  <a:cubicBezTo>
                    <a:pt x="15889" y="3665"/>
                    <a:pt x="15889" y="3665"/>
                    <a:pt x="15889" y="3665"/>
                  </a:cubicBezTo>
                  <a:cubicBezTo>
                    <a:pt x="15765" y="3665"/>
                    <a:pt x="15765" y="3665"/>
                    <a:pt x="15765" y="3665"/>
                  </a:cubicBezTo>
                  <a:cubicBezTo>
                    <a:pt x="15765" y="3665"/>
                    <a:pt x="15765" y="3665"/>
                    <a:pt x="15765" y="3665"/>
                  </a:cubicBezTo>
                  <a:cubicBezTo>
                    <a:pt x="15641" y="3796"/>
                    <a:pt x="15641" y="3796"/>
                    <a:pt x="15641" y="3796"/>
                  </a:cubicBezTo>
                  <a:cubicBezTo>
                    <a:pt x="15641" y="3665"/>
                    <a:pt x="15641" y="3665"/>
                    <a:pt x="15641" y="3665"/>
                  </a:cubicBezTo>
                  <a:cubicBezTo>
                    <a:pt x="15517" y="3665"/>
                    <a:pt x="15517" y="3665"/>
                    <a:pt x="15517" y="3665"/>
                  </a:cubicBezTo>
                  <a:cubicBezTo>
                    <a:pt x="15517" y="3534"/>
                    <a:pt x="15517" y="3534"/>
                    <a:pt x="15517" y="3534"/>
                  </a:cubicBezTo>
                  <a:cubicBezTo>
                    <a:pt x="15517" y="3534"/>
                    <a:pt x="15517" y="3534"/>
                    <a:pt x="15517" y="3534"/>
                  </a:cubicBezTo>
                  <a:cubicBezTo>
                    <a:pt x="15393" y="3534"/>
                    <a:pt x="15393" y="3534"/>
                    <a:pt x="15393" y="3534"/>
                  </a:cubicBezTo>
                  <a:cubicBezTo>
                    <a:pt x="15393" y="3534"/>
                    <a:pt x="15393" y="3534"/>
                    <a:pt x="15393" y="3534"/>
                  </a:cubicBezTo>
                  <a:cubicBezTo>
                    <a:pt x="15268" y="3403"/>
                    <a:pt x="15268" y="3403"/>
                    <a:pt x="15268" y="3403"/>
                  </a:cubicBezTo>
                  <a:cubicBezTo>
                    <a:pt x="15268" y="3534"/>
                    <a:pt x="15268" y="3534"/>
                    <a:pt x="15268" y="3534"/>
                  </a:cubicBezTo>
                  <a:cubicBezTo>
                    <a:pt x="15268" y="3403"/>
                    <a:pt x="15268" y="3403"/>
                    <a:pt x="15268" y="3403"/>
                  </a:cubicBezTo>
                  <a:cubicBezTo>
                    <a:pt x="15144" y="3403"/>
                    <a:pt x="15144" y="3403"/>
                    <a:pt x="15144" y="3403"/>
                  </a:cubicBezTo>
                  <a:cubicBezTo>
                    <a:pt x="15144" y="3403"/>
                    <a:pt x="15144" y="3403"/>
                    <a:pt x="15144" y="3403"/>
                  </a:cubicBezTo>
                  <a:cubicBezTo>
                    <a:pt x="15020" y="3403"/>
                    <a:pt x="15020" y="3403"/>
                    <a:pt x="15020" y="3403"/>
                  </a:cubicBezTo>
                  <a:cubicBezTo>
                    <a:pt x="14896" y="3272"/>
                    <a:pt x="14896" y="3272"/>
                    <a:pt x="14896" y="3272"/>
                  </a:cubicBezTo>
                  <a:cubicBezTo>
                    <a:pt x="14772" y="3272"/>
                    <a:pt x="14772" y="3272"/>
                    <a:pt x="14772" y="3272"/>
                  </a:cubicBezTo>
                  <a:cubicBezTo>
                    <a:pt x="14772" y="3272"/>
                    <a:pt x="14772" y="3272"/>
                    <a:pt x="14772" y="3272"/>
                  </a:cubicBezTo>
                  <a:cubicBezTo>
                    <a:pt x="14772" y="3272"/>
                    <a:pt x="14772" y="3272"/>
                    <a:pt x="14772" y="3272"/>
                  </a:cubicBezTo>
                  <a:cubicBezTo>
                    <a:pt x="14648" y="3272"/>
                    <a:pt x="14648" y="3272"/>
                    <a:pt x="14648" y="3272"/>
                  </a:cubicBezTo>
                  <a:cubicBezTo>
                    <a:pt x="14524" y="3272"/>
                    <a:pt x="14524" y="3272"/>
                    <a:pt x="14524" y="3272"/>
                  </a:cubicBezTo>
                  <a:cubicBezTo>
                    <a:pt x="14524" y="3272"/>
                    <a:pt x="14524" y="3272"/>
                    <a:pt x="14524" y="3272"/>
                  </a:cubicBezTo>
                  <a:cubicBezTo>
                    <a:pt x="14524" y="3272"/>
                    <a:pt x="14524" y="3272"/>
                    <a:pt x="14524" y="3272"/>
                  </a:cubicBezTo>
                  <a:cubicBezTo>
                    <a:pt x="14399" y="3272"/>
                    <a:pt x="14399" y="3272"/>
                    <a:pt x="14399" y="3272"/>
                  </a:cubicBezTo>
                  <a:cubicBezTo>
                    <a:pt x="14275" y="3272"/>
                    <a:pt x="14275" y="3272"/>
                    <a:pt x="14275" y="3272"/>
                  </a:cubicBezTo>
                  <a:cubicBezTo>
                    <a:pt x="14275" y="3272"/>
                    <a:pt x="14275" y="3272"/>
                    <a:pt x="14275" y="3272"/>
                  </a:cubicBezTo>
                  <a:cubicBezTo>
                    <a:pt x="14151" y="3403"/>
                    <a:pt x="14151" y="3403"/>
                    <a:pt x="14151" y="3403"/>
                  </a:cubicBezTo>
                  <a:cubicBezTo>
                    <a:pt x="14151" y="3403"/>
                    <a:pt x="14151" y="3403"/>
                    <a:pt x="14151" y="3403"/>
                  </a:cubicBezTo>
                  <a:cubicBezTo>
                    <a:pt x="14027" y="3534"/>
                    <a:pt x="14027" y="3534"/>
                    <a:pt x="14027" y="3534"/>
                  </a:cubicBezTo>
                  <a:cubicBezTo>
                    <a:pt x="13903" y="3665"/>
                    <a:pt x="13903" y="3665"/>
                    <a:pt x="13903" y="3665"/>
                  </a:cubicBezTo>
                  <a:cubicBezTo>
                    <a:pt x="13655" y="3796"/>
                    <a:pt x="13655" y="3796"/>
                    <a:pt x="13655" y="3796"/>
                  </a:cubicBezTo>
                  <a:cubicBezTo>
                    <a:pt x="13655" y="3927"/>
                    <a:pt x="13655" y="3927"/>
                    <a:pt x="13655" y="3927"/>
                  </a:cubicBezTo>
                  <a:cubicBezTo>
                    <a:pt x="13531" y="4058"/>
                    <a:pt x="13531" y="4058"/>
                    <a:pt x="13531" y="4058"/>
                  </a:cubicBezTo>
                  <a:cubicBezTo>
                    <a:pt x="13531" y="4189"/>
                    <a:pt x="13531" y="4189"/>
                    <a:pt x="13531" y="4189"/>
                  </a:cubicBezTo>
                  <a:cubicBezTo>
                    <a:pt x="13406" y="4189"/>
                    <a:pt x="13406" y="4189"/>
                    <a:pt x="13406" y="4189"/>
                  </a:cubicBezTo>
                  <a:cubicBezTo>
                    <a:pt x="13406" y="4320"/>
                    <a:pt x="13406" y="4320"/>
                    <a:pt x="13406" y="4320"/>
                  </a:cubicBezTo>
                  <a:cubicBezTo>
                    <a:pt x="13406" y="4320"/>
                    <a:pt x="13406" y="4320"/>
                    <a:pt x="13406" y="4320"/>
                  </a:cubicBezTo>
                  <a:cubicBezTo>
                    <a:pt x="13406" y="4450"/>
                    <a:pt x="13406" y="4450"/>
                    <a:pt x="13406" y="4450"/>
                  </a:cubicBezTo>
                  <a:cubicBezTo>
                    <a:pt x="13406" y="4712"/>
                    <a:pt x="13406" y="4712"/>
                    <a:pt x="13406" y="4712"/>
                  </a:cubicBezTo>
                  <a:cubicBezTo>
                    <a:pt x="13282" y="4581"/>
                    <a:pt x="13282" y="4581"/>
                    <a:pt x="13282" y="4581"/>
                  </a:cubicBezTo>
                  <a:cubicBezTo>
                    <a:pt x="13282" y="4450"/>
                    <a:pt x="13282" y="4450"/>
                    <a:pt x="13282" y="4450"/>
                  </a:cubicBezTo>
                  <a:cubicBezTo>
                    <a:pt x="13282" y="4320"/>
                    <a:pt x="13282" y="4320"/>
                    <a:pt x="13282" y="4320"/>
                  </a:cubicBezTo>
                  <a:cubicBezTo>
                    <a:pt x="13406" y="4320"/>
                    <a:pt x="13406" y="4320"/>
                    <a:pt x="13406" y="4320"/>
                  </a:cubicBezTo>
                  <a:cubicBezTo>
                    <a:pt x="13406" y="4189"/>
                    <a:pt x="13406" y="4189"/>
                    <a:pt x="13406" y="4189"/>
                  </a:cubicBezTo>
                  <a:cubicBezTo>
                    <a:pt x="13406" y="4058"/>
                    <a:pt x="13406" y="4058"/>
                    <a:pt x="13406" y="4058"/>
                  </a:cubicBezTo>
                  <a:cubicBezTo>
                    <a:pt x="13406" y="3927"/>
                    <a:pt x="13406" y="3927"/>
                    <a:pt x="13406" y="3927"/>
                  </a:cubicBezTo>
                  <a:cubicBezTo>
                    <a:pt x="13406" y="3927"/>
                    <a:pt x="13406" y="3927"/>
                    <a:pt x="13406" y="3927"/>
                  </a:cubicBezTo>
                  <a:cubicBezTo>
                    <a:pt x="13406" y="3927"/>
                    <a:pt x="13406" y="3927"/>
                    <a:pt x="13406" y="3927"/>
                  </a:cubicBezTo>
                  <a:cubicBezTo>
                    <a:pt x="13282" y="3927"/>
                    <a:pt x="13282" y="3927"/>
                    <a:pt x="13282" y="3927"/>
                  </a:cubicBezTo>
                  <a:cubicBezTo>
                    <a:pt x="13158" y="3927"/>
                    <a:pt x="13158" y="3927"/>
                    <a:pt x="13158" y="3927"/>
                  </a:cubicBezTo>
                  <a:cubicBezTo>
                    <a:pt x="13034" y="3927"/>
                    <a:pt x="13034" y="3927"/>
                    <a:pt x="13034" y="3927"/>
                  </a:cubicBezTo>
                  <a:cubicBezTo>
                    <a:pt x="12910" y="3927"/>
                    <a:pt x="12910" y="3927"/>
                    <a:pt x="12910" y="3927"/>
                  </a:cubicBezTo>
                  <a:cubicBezTo>
                    <a:pt x="12786" y="3796"/>
                    <a:pt x="12786" y="3796"/>
                    <a:pt x="12786" y="3796"/>
                  </a:cubicBezTo>
                  <a:cubicBezTo>
                    <a:pt x="12910" y="3796"/>
                    <a:pt x="12910" y="3796"/>
                    <a:pt x="12910" y="3796"/>
                  </a:cubicBezTo>
                  <a:cubicBezTo>
                    <a:pt x="13034" y="3796"/>
                    <a:pt x="13034" y="3796"/>
                    <a:pt x="13034" y="3796"/>
                  </a:cubicBezTo>
                  <a:cubicBezTo>
                    <a:pt x="13158" y="3796"/>
                    <a:pt x="13158" y="3796"/>
                    <a:pt x="13158" y="3796"/>
                  </a:cubicBezTo>
                  <a:cubicBezTo>
                    <a:pt x="13282" y="3796"/>
                    <a:pt x="13282" y="3796"/>
                    <a:pt x="13282" y="3796"/>
                  </a:cubicBezTo>
                  <a:cubicBezTo>
                    <a:pt x="13406" y="3796"/>
                    <a:pt x="13406" y="3796"/>
                    <a:pt x="13406" y="3796"/>
                  </a:cubicBezTo>
                  <a:cubicBezTo>
                    <a:pt x="13406" y="3665"/>
                    <a:pt x="13406" y="3665"/>
                    <a:pt x="13406" y="3665"/>
                  </a:cubicBezTo>
                  <a:cubicBezTo>
                    <a:pt x="13531" y="3665"/>
                    <a:pt x="13531" y="3665"/>
                    <a:pt x="13531" y="3665"/>
                  </a:cubicBezTo>
                  <a:cubicBezTo>
                    <a:pt x="13531" y="3665"/>
                    <a:pt x="13531" y="3665"/>
                    <a:pt x="13531" y="3665"/>
                  </a:cubicBezTo>
                  <a:cubicBezTo>
                    <a:pt x="13531" y="3665"/>
                    <a:pt x="13531" y="3665"/>
                    <a:pt x="13531" y="3665"/>
                  </a:cubicBezTo>
                  <a:cubicBezTo>
                    <a:pt x="13655" y="3665"/>
                    <a:pt x="13655" y="3665"/>
                    <a:pt x="13655" y="3665"/>
                  </a:cubicBezTo>
                  <a:cubicBezTo>
                    <a:pt x="13903" y="3534"/>
                    <a:pt x="13903" y="3534"/>
                    <a:pt x="13903" y="3534"/>
                  </a:cubicBezTo>
                  <a:cubicBezTo>
                    <a:pt x="13903" y="3403"/>
                    <a:pt x="13903" y="3403"/>
                    <a:pt x="13903" y="3403"/>
                  </a:cubicBezTo>
                  <a:cubicBezTo>
                    <a:pt x="14027" y="3272"/>
                    <a:pt x="14027" y="3272"/>
                    <a:pt x="14027" y="3272"/>
                  </a:cubicBezTo>
                  <a:cubicBezTo>
                    <a:pt x="14027" y="3141"/>
                    <a:pt x="14027" y="3141"/>
                    <a:pt x="14027" y="3141"/>
                  </a:cubicBezTo>
                  <a:cubicBezTo>
                    <a:pt x="14027" y="3141"/>
                    <a:pt x="14027" y="3141"/>
                    <a:pt x="14027" y="3141"/>
                  </a:cubicBezTo>
                  <a:cubicBezTo>
                    <a:pt x="14027" y="3010"/>
                    <a:pt x="14027" y="3010"/>
                    <a:pt x="14027" y="3010"/>
                  </a:cubicBezTo>
                  <a:cubicBezTo>
                    <a:pt x="13903" y="3010"/>
                    <a:pt x="13903" y="3010"/>
                    <a:pt x="13903" y="3010"/>
                  </a:cubicBezTo>
                  <a:cubicBezTo>
                    <a:pt x="13779" y="2880"/>
                    <a:pt x="13779" y="2880"/>
                    <a:pt x="13779" y="2880"/>
                  </a:cubicBezTo>
                  <a:cubicBezTo>
                    <a:pt x="13655" y="2880"/>
                    <a:pt x="13655" y="2880"/>
                    <a:pt x="13655" y="2880"/>
                  </a:cubicBezTo>
                  <a:cubicBezTo>
                    <a:pt x="13531" y="3010"/>
                    <a:pt x="13531" y="3010"/>
                    <a:pt x="13531" y="3010"/>
                  </a:cubicBezTo>
                  <a:cubicBezTo>
                    <a:pt x="13406" y="3010"/>
                    <a:pt x="13406" y="3010"/>
                    <a:pt x="13406" y="3010"/>
                  </a:cubicBezTo>
                  <a:cubicBezTo>
                    <a:pt x="13158" y="2880"/>
                    <a:pt x="13158" y="2880"/>
                    <a:pt x="13158" y="2880"/>
                  </a:cubicBezTo>
                  <a:cubicBezTo>
                    <a:pt x="13034" y="2880"/>
                    <a:pt x="13034" y="2880"/>
                    <a:pt x="13034" y="2880"/>
                  </a:cubicBezTo>
                  <a:cubicBezTo>
                    <a:pt x="12786" y="3010"/>
                    <a:pt x="12786" y="3010"/>
                    <a:pt x="12786" y="3010"/>
                  </a:cubicBezTo>
                  <a:cubicBezTo>
                    <a:pt x="12786" y="3141"/>
                    <a:pt x="12786" y="3141"/>
                    <a:pt x="12786" y="3141"/>
                  </a:cubicBezTo>
                  <a:cubicBezTo>
                    <a:pt x="12910" y="3141"/>
                    <a:pt x="12910" y="3141"/>
                    <a:pt x="12910" y="3141"/>
                  </a:cubicBezTo>
                  <a:cubicBezTo>
                    <a:pt x="12910" y="3272"/>
                    <a:pt x="12910" y="3272"/>
                    <a:pt x="12910" y="3272"/>
                  </a:cubicBezTo>
                  <a:cubicBezTo>
                    <a:pt x="12910" y="3272"/>
                    <a:pt x="12910" y="3272"/>
                    <a:pt x="12910" y="3272"/>
                  </a:cubicBezTo>
                  <a:cubicBezTo>
                    <a:pt x="12786" y="3272"/>
                    <a:pt x="12786" y="3272"/>
                    <a:pt x="12786" y="3272"/>
                  </a:cubicBezTo>
                  <a:cubicBezTo>
                    <a:pt x="12786" y="3272"/>
                    <a:pt x="12786" y="3272"/>
                    <a:pt x="12786" y="3272"/>
                  </a:cubicBezTo>
                  <a:cubicBezTo>
                    <a:pt x="12786" y="3272"/>
                    <a:pt x="12786" y="3272"/>
                    <a:pt x="12786" y="3272"/>
                  </a:cubicBezTo>
                  <a:cubicBezTo>
                    <a:pt x="12662" y="3272"/>
                    <a:pt x="12662" y="3272"/>
                    <a:pt x="12662" y="3272"/>
                  </a:cubicBezTo>
                  <a:cubicBezTo>
                    <a:pt x="12537" y="3272"/>
                    <a:pt x="12537" y="3272"/>
                    <a:pt x="12537" y="3272"/>
                  </a:cubicBezTo>
                  <a:cubicBezTo>
                    <a:pt x="12413" y="3403"/>
                    <a:pt x="12413" y="3403"/>
                    <a:pt x="12413" y="3403"/>
                  </a:cubicBezTo>
                  <a:cubicBezTo>
                    <a:pt x="12289" y="3665"/>
                    <a:pt x="12289" y="3665"/>
                    <a:pt x="12289" y="3665"/>
                  </a:cubicBezTo>
                  <a:cubicBezTo>
                    <a:pt x="12413" y="3403"/>
                    <a:pt x="12413" y="3403"/>
                    <a:pt x="12413" y="3403"/>
                  </a:cubicBezTo>
                  <a:cubicBezTo>
                    <a:pt x="12413" y="3403"/>
                    <a:pt x="12413" y="3403"/>
                    <a:pt x="12413" y="3403"/>
                  </a:cubicBezTo>
                  <a:cubicBezTo>
                    <a:pt x="12413" y="3272"/>
                    <a:pt x="12413" y="3272"/>
                    <a:pt x="12413" y="3272"/>
                  </a:cubicBezTo>
                  <a:cubicBezTo>
                    <a:pt x="12413" y="3272"/>
                    <a:pt x="12413" y="3272"/>
                    <a:pt x="12413" y="3272"/>
                  </a:cubicBezTo>
                  <a:cubicBezTo>
                    <a:pt x="12413" y="3272"/>
                    <a:pt x="12413" y="3272"/>
                    <a:pt x="12413" y="3272"/>
                  </a:cubicBezTo>
                  <a:cubicBezTo>
                    <a:pt x="12289" y="3272"/>
                    <a:pt x="12289" y="3272"/>
                    <a:pt x="12289" y="3272"/>
                  </a:cubicBezTo>
                  <a:cubicBezTo>
                    <a:pt x="12165" y="3403"/>
                    <a:pt x="12165" y="3403"/>
                    <a:pt x="12165" y="3403"/>
                  </a:cubicBezTo>
                  <a:cubicBezTo>
                    <a:pt x="12165" y="3534"/>
                    <a:pt x="12165" y="3534"/>
                    <a:pt x="12165" y="3534"/>
                  </a:cubicBezTo>
                  <a:cubicBezTo>
                    <a:pt x="12041" y="3665"/>
                    <a:pt x="12041" y="3665"/>
                    <a:pt x="12041" y="3665"/>
                  </a:cubicBezTo>
                  <a:cubicBezTo>
                    <a:pt x="12165" y="3403"/>
                    <a:pt x="12165" y="3403"/>
                    <a:pt x="12165" y="3403"/>
                  </a:cubicBezTo>
                  <a:cubicBezTo>
                    <a:pt x="12165" y="3272"/>
                    <a:pt x="12165" y="3272"/>
                    <a:pt x="12165" y="3272"/>
                  </a:cubicBezTo>
                  <a:cubicBezTo>
                    <a:pt x="12413" y="3141"/>
                    <a:pt x="12413" y="3141"/>
                    <a:pt x="12413" y="3141"/>
                  </a:cubicBezTo>
                  <a:cubicBezTo>
                    <a:pt x="12413" y="3010"/>
                    <a:pt x="12413" y="3010"/>
                    <a:pt x="12413" y="3010"/>
                  </a:cubicBezTo>
                  <a:cubicBezTo>
                    <a:pt x="12537" y="2880"/>
                    <a:pt x="12537" y="2880"/>
                    <a:pt x="12537" y="2880"/>
                  </a:cubicBezTo>
                  <a:cubicBezTo>
                    <a:pt x="12537" y="2749"/>
                    <a:pt x="12537" y="2749"/>
                    <a:pt x="12537" y="2749"/>
                  </a:cubicBezTo>
                  <a:cubicBezTo>
                    <a:pt x="12662" y="2749"/>
                    <a:pt x="12662" y="2749"/>
                    <a:pt x="12662" y="2749"/>
                  </a:cubicBezTo>
                  <a:cubicBezTo>
                    <a:pt x="12786" y="2749"/>
                    <a:pt x="12786" y="2749"/>
                    <a:pt x="12786" y="2749"/>
                  </a:cubicBezTo>
                  <a:cubicBezTo>
                    <a:pt x="12910" y="2487"/>
                    <a:pt x="12910" y="2487"/>
                    <a:pt x="12910" y="2487"/>
                  </a:cubicBezTo>
                  <a:cubicBezTo>
                    <a:pt x="13158" y="2225"/>
                    <a:pt x="13158" y="2225"/>
                    <a:pt x="13158" y="2225"/>
                  </a:cubicBezTo>
                  <a:cubicBezTo>
                    <a:pt x="13158" y="2225"/>
                    <a:pt x="13158" y="2225"/>
                    <a:pt x="13158" y="2225"/>
                  </a:cubicBezTo>
                  <a:cubicBezTo>
                    <a:pt x="13158" y="2225"/>
                    <a:pt x="13158" y="2225"/>
                    <a:pt x="13158" y="2225"/>
                  </a:cubicBezTo>
                  <a:cubicBezTo>
                    <a:pt x="13158" y="2094"/>
                    <a:pt x="13158" y="2094"/>
                    <a:pt x="13158" y="2094"/>
                  </a:cubicBezTo>
                  <a:cubicBezTo>
                    <a:pt x="13158" y="2094"/>
                    <a:pt x="13158" y="2094"/>
                    <a:pt x="13158" y="2094"/>
                  </a:cubicBezTo>
                  <a:cubicBezTo>
                    <a:pt x="13158" y="1963"/>
                    <a:pt x="13158" y="1963"/>
                    <a:pt x="13158" y="1963"/>
                  </a:cubicBezTo>
                  <a:cubicBezTo>
                    <a:pt x="13158" y="1963"/>
                    <a:pt x="13158" y="1963"/>
                    <a:pt x="13158" y="1963"/>
                  </a:cubicBezTo>
                  <a:cubicBezTo>
                    <a:pt x="13158" y="1832"/>
                    <a:pt x="13158" y="1832"/>
                    <a:pt x="13158" y="1832"/>
                  </a:cubicBezTo>
                  <a:cubicBezTo>
                    <a:pt x="13034" y="1832"/>
                    <a:pt x="13034" y="1832"/>
                    <a:pt x="13034" y="1832"/>
                  </a:cubicBezTo>
                  <a:cubicBezTo>
                    <a:pt x="12910" y="1832"/>
                    <a:pt x="12910" y="1832"/>
                    <a:pt x="12910" y="1832"/>
                  </a:cubicBezTo>
                  <a:cubicBezTo>
                    <a:pt x="12910" y="1832"/>
                    <a:pt x="12910" y="1832"/>
                    <a:pt x="12910" y="1832"/>
                  </a:cubicBezTo>
                  <a:cubicBezTo>
                    <a:pt x="12786" y="1570"/>
                    <a:pt x="12786" y="1570"/>
                    <a:pt x="12786" y="1570"/>
                  </a:cubicBezTo>
                  <a:cubicBezTo>
                    <a:pt x="12662" y="1309"/>
                    <a:pt x="12662" y="1309"/>
                    <a:pt x="12662" y="1309"/>
                  </a:cubicBezTo>
                  <a:cubicBezTo>
                    <a:pt x="12662" y="1178"/>
                    <a:pt x="12662" y="1178"/>
                    <a:pt x="12662" y="1178"/>
                  </a:cubicBezTo>
                  <a:cubicBezTo>
                    <a:pt x="12537" y="916"/>
                    <a:pt x="12537" y="916"/>
                    <a:pt x="12537" y="916"/>
                  </a:cubicBezTo>
                  <a:cubicBezTo>
                    <a:pt x="12537" y="916"/>
                    <a:pt x="12537" y="916"/>
                    <a:pt x="12537" y="916"/>
                  </a:cubicBezTo>
                  <a:lnTo>
                    <a:pt x="12537" y="785"/>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4" name="AutoShape 26"/>
            <p:cNvSpPr>
              <a:spLocks/>
            </p:cNvSpPr>
            <p:nvPr/>
          </p:nvSpPr>
          <p:spPr bwMode="auto">
            <a:xfrm>
              <a:off x="7342568" y="7088060"/>
              <a:ext cx="193437" cy="247260"/>
            </a:xfrm>
            <a:custGeom>
              <a:avLst/>
              <a:gdLst>
                <a:gd name="T0" fmla="*/ 96719 w 21600"/>
                <a:gd name="T1" fmla="*/ 123630 h 21600"/>
                <a:gd name="T2" fmla="*/ 96719 w 21600"/>
                <a:gd name="T3" fmla="*/ 123630 h 21600"/>
                <a:gd name="T4" fmla="*/ 96719 w 21600"/>
                <a:gd name="T5" fmla="*/ 123630 h 21600"/>
                <a:gd name="T6" fmla="*/ 96719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49" y="16457"/>
                  </a:moveTo>
                  <a:lnTo>
                    <a:pt x="1349" y="19199"/>
                  </a:lnTo>
                  <a:lnTo>
                    <a:pt x="3149" y="19199"/>
                  </a:lnTo>
                  <a:lnTo>
                    <a:pt x="4949" y="20228"/>
                  </a:lnTo>
                  <a:lnTo>
                    <a:pt x="4949" y="19199"/>
                  </a:lnTo>
                  <a:lnTo>
                    <a:pt x="8099" y="19199"/>
                  </a:lnTo>
                  <a:lnTo>
                    <a:pt x="8099" y="21599"/>
                  </a:lnTo>
                  <a:lnTo>
                    <a:pt x="9900" y="20228"/>
                  </a:lnTo>
                  <a:lnTo>
                    <a:pt x="9900" y="19199"/>
                  </a:lnTo>
                  <a:lnTo>
                    <a:pt x="11699" y="19199"/>
                  </a:lnTo>
                  <a:lnTo>
                    <a:pt x="13049" y="17828"/>
                  </a:lnTo>
                  <a:lnTo>
                    <a:pt x="14849" y="16457"/>
                  </a:lnTo>
                  <a:lnTo>
                    <a:pt x="16650" y="14057"/>
                  </a:lnTo>
                  <a:lnTo>
                    <a:pt x="17999" y="11314"/>
                  </a:lnTo>
                  <a:lnTo>
                    <a:pt x="19800" y="10285"/>
                  </a:lnTo>
                  <a:lnTo>
                    <a:pt x="21600" y="8914"/>
                  </a:lnTo>
                  <a:lnTo>
                    <a:pt x="21600" y="7542"/>
                  </a:lnTo>
                  <a:lnTo>
                    <a:pt x="19800" y="6514"/>
                  </a:lnTo>
                  <a:lnTo>
                    <a:pt x="17999" y="6514"/>
                  </a:lnTo>
                  <a:lnTo>
                    <a:pt x="17999" y="5142"/>
                  </a:lnTo>
                  <a:lnTo>
                    <a:pt x="14849" y="3771"/>
                  </a:lnTo>
                  <a:lnTo>
                    <a:pt x="14849" y="2399"/>
                  </a:lnTo>
                  <a:lnTo>
                    <a:pt x="13049" y="2399"/>
                  </a:lnTo>
                  <a:lnTo>
                    <a:pt x="9900" y="1371"/>
                  </a:lnTo>
                  <a:lnTo>
                    <a:pt x="6749" y="0"/>
                  </a:lnTo>
                  <a:lnTo>
                    <a:pt x="4949" y="0"/>
                  </a:lnTo>
                  <a:lnTo>
                    <a:pt x="3149" y="1371"/>
                  </a:lnTo>
                  <a:lnTo>
                    <a:pt x="1349" y="1371"/>
                  </a:lnTo>
                  <a:lnTo>
                    <a:pt x="1349" y="2399"/>
                  </a:lnTo>
                  <a:lnTo>
                    <a:pt x="0" y="2399"/>
                  </a:lnTo>
                  <a:lnTo>
                    <a:pt x="1349" y="5142"/>
                  </a:lnTo>
                  <a:lnTo>
                    <a:pt x="1349" y="7542"/>
                  </a:lnTo>
                  <a:lnTo>
                    <a:pt x="3149" y="7542"/>
                  </a:lnTo>
                  <a:lnTo>
                    <a:pt x="3149" y="10285"/>
                  </a:lnTo>
                  <a:lnTo>
                    <a:pt x="4949" y="11314"/>
                  </a:lnTo>
                  <a:lnTo>
                    <a:pt x="4949" y="12685"/>
                  </a:lnTo>
                  <a:lnTo>
                    <a:pt x="3149" y="12685"/>
                  </a:lnTo>
                  <a:lnTo>
                    <a:pt x="3149" y="16457"/>
                  </a:lnTo>
                  <a:lnTo>
                    <a:pt x="1349" y="1645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5" name="AutoShape 27"/>
            <p:cNvSpPr>
              <a:spLocks/>
            </p:cNvSpPr>
            <p:nvPr/>
          </p:nvSpPr>
          <p:spPr bwMode="auto">
            <a:xfrm>
              <a:off x="7116895" y="7072363"/>
              <a:ext cx="270010" cy="247260"/>
            </a:xfrm>
            <a:custGeom>
              <a:avLst/>
              <a:gdLst>
                <a:gd name="T0" fmla="*/ 135005 w 21600"/>
                <a:gd name="T1" fmla="*/ 123630 h 21600"/>
                <a:gd name="T2" fmla="*/ 135005 w 21600"/>
                <a:gd name="T3" fmla="*/ 123630 h 21600"/>
                <a:gd name="T4" fmla="*/ 135005 w 21600"/>
                <a:gd name="T5" fmla="*/ 123630 h 21600"/>
                <a:gd name="T6" fmla="*/ 135005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382" y="21599"/>
                  </a:moveTo>
                  <a:lnTo>
                    <a:pt x="11928" y="21599"/>
                  </a:lnTo>
                  <a:lnTo>
                    <a:pt x="9671" y="19199"/>
                  </a:lnTo>
                  <a:lnTo>
                    <a:pt x="9671" y="17828"/>
                  </a:lnTo>
                  <a:lnTo>
                    <a:pt x="14507" y="17828"/>
                  </a:lnTo>
                  <a:lnTo>
                    <a:pt x="15474" y="16799"/>
                  </a:lnTo>
                  <a:lnTo>
                    <a:pt x="16764" y="16799"/>
                  </a:lnTo>
                  <a:lnTo>
                    <a:pt x="18053" y="17828"/>
                  </a:lnTo>
                  <a:lnTo>
                    <a:pt x="20310" y="17828"/>
                  </a:lnTo>
                  <a:lnTo>
                    <a:pt x="20310" y="14057"/>
                  </a:lnTo>
                  <a:lnTo>
                    <a:pt x="21599" y="14057"/>
                  </a:lnTo>
                  <a:lnTo>
                    <a:pt x="21599" y="12685"/>
                  </a:lnTo>
                  <a:lnTo>
                    <a:pt x="20310" y="11657"/>
                  </a:lnTo>
                  <a:lnTo>
                    <a:pt x="20310" y="8914"/>
                  </a:lnTo>
                  <a:lnTo>
                    <a:pt x="19020" y="8914"/>
                  </a:lnTo>
                  <a:lnTo>
                    <a:pt x="19020" y="6514"/>
                  </a:lnTo>
                  <a:lnTo>
                    <a:pt x="18053" y="3771"/>
                  </a:lnTo>
                  <a:lnTo>
                    <a:pt x="19020" y="3771"/>
                  </a:lnTo>
                  <a:lnTo>
                    <a:pt x="19020" y="2742"/>
                  </a:lnTo>
                  <a:lnTo>
                    <a:pt x="20310" y="2742"/>
                  </a:lnTo>
                  <a:lnTo>
                    <a:pt x="20310" y="1371"/>
                  </a:lnTo>
                  <a:lnTo>
                    <a:pt x="19020" y="0"/>
                  </a:lnTo>
                  <a:lnTo>
                    <a:pt x="4835" y="0"/>
                  </a:lnTo>
                  <a:lnTo>
                    <a:pt x="4835" y="2742"/>
                  </a:lnTo>
                  <a:lnTo>
                    <a:pt x="3546" y="3771"/>
                  </a:lnTo>
                  <a:lnTo>
                    <a:pt x="2579" y="5142"/>
                  </a:lnTo>
                  <a:lnTo>
                    <a:pt x="1289" y="5142"/>
                  </a:lnTo>
                  <a:lnTo>
                    <a:pt x="1289" y="6514"/>
                  </a:lnTo>
                  <a:lnTo>
                    <a:pt x="0" y="8914"/>
                  </a:lnTo>
                  <a:lnTo>
                    <a:pt x="0" y="10285"/>
                  </a:lnTo>
                  <a:lnTo>
                    <a:pt x="1289" y="10285"/>
                  </a:lnTo>
                  <a:lnTo>
                    <a:pt x="1289" y="11657"/>
                  </a:lnTo>
                  <a:lnTo>
                    <a:pt x="2579" y="12685"/>
                  </a:lnTo>
                  <a:lnTo>
                    <a:pt x="3546" y="12685"/>
                  </a:lnTo>
                  <a:lnTo>
                    <a:pt x="3546" y="14057"/>
                  </a:lnTo>
                  <a:lnTo>
                    <a:pt x="4835" y="14057"/>
                  </a:lnTo>
                  <a:lnTo>
                    <a:pt x="4835" y="17828"/>
                  </a:lnTo>
                  <a:lnTo>
                    <a:pt x="6125" y="17828"/>
                  </a:lnTo>
                  <a:lnTo>
                    <a:pt x="6125" y="19199"/>
                  </a:lnTo>
                  <a:lnTo>
                    <a:pt x="7092" y="19199"/>
                  </a:lnTo>
                  <a:lnTo>
                    <a:pt x="7092" y="20571"/>
                  </a:lnTo>
                  <a:lnTo>
                    <a:pt x="8382" y="215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6" name="AutoShape 28"/>
            <p:cNvSpPr>
              <a:spLocks/>
            </p:cNvSpPr>
            <p:nvPr/>
          </p:nvSpPr>
          <p:spPr bwMode="auto">
            <a:xfrm>
              <a:off x="6895244" y="6927149"/>
              <a:ext cx="326429" cy="439571"/>
            </a:xfrm>
            <a:custGeom>
              <a:avLst/>
              <a:gdLst>
                <a:gd name="T0" fmla="*/ 163215 w 21600"/>
                <a:gd name="T1" fmla="*/ 219786 h 21600"/>
                <a:gd name="T2" fmla="*/ 163215 w 21600"/>
                <a:gd name="T3" fmla="*/ 219786 h 21600"/>
                <a:gd name="T4" fmla="*/ 163215 w 21600"/>
                <a:gd name="T5" fmla="*/ 219786 h 21600"/>
                <a:gd name="T6" fmla="*/ 163215 w 21600"/>
                <a:gd name="T7" fmla="*/ 2197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933" y="9257"/>
                  </a:moveTo>
                  <a:lnTo>
                    <a:pt x="4799" y="9257"/>
                  </a:lnTo>
                  <a:lnTo>
                    <a:pt x="5866" y="10028"/>
                  </a:lnTo>
                  <a:lnTo>
                    <a:pt x="5866" y="10800"/>
                  </a:lnTo>
                  <a:lnTo>
                    <a:pt x="4799" y="11571"/>
                  </a:lnTo>
                  <a:lnTo>
                    <a:pt x="5866" y="12150"/>
                  </a:lnTo>
                  <a:lnTo>
                    <a:pt x="6933" y="12150"/>
                  </a:lnTo>
                  <a:lnTo>
                    <a:pt x="6933" y="12921"/>
                  </a:lnTo>
                  <a:lnTo>
                    <a:pt x="7733" y="12921"/>
                  </a:lnTo>
                  <a:lnTo>
                    <a:pt x="6933" y="13692"/>
                  </a:lnTo>
                  <a:lnTo>
                    <a:pt x="6933" y="14271"/>
                  </a:lnTo>
                  <a:lnTo>
                    <a:pt x="5866" y="15814"/>
                  </a:lnTo>
                  <a:lnTo>
                    <a:pt x="5866" y="17935"/>
                  </a:lnTo>
                  <a:lnTo>
                    <a:pt x="7733" y="19285"/>
                  </a:lnTo>
                  <a:lnTo>
                    <a:pt x="7733" y="20057"/>
                  </a:lnTo>
                  <a:lnTo>
                    <a:pt x="9866" y="21599"/>
                  </a:lnTo>
                  <a:lnTo>
                    <a:pt x="10666" y="21599"/>
                  </a:lnTo>
                  <a:lnTo>
                    <a:pt x="10666" y="20828"/>
                  </a:lnTo>
                  <a:lnTo>
                    <a:pt x="13866" y="20828"/>
                  </a:lnTo>
                  <a:lnTo>
                    <a:pt x="13866" y="20057"/>
                  </a:lnTo>
                  <a:lnTo>
                    <a:pt x="16799" y="20057"/>
                  </a:lnTo>
                  <a:lnTo>
                    <a:pt x="16799" y="19285"/>
                  </a:lnTo>
                  <a:lnTo>
                    <a:pt x="17599" y="19285"/>
                  </a:lnTo>
                  <a:lnTo>
                    <a:pt x="18666" y="18707"/>
                  </a:lnTo>
                  <a:lnTo>
                    <a:pt x="19733" y="19285"/>
                  </a:lnTo>
                  <a:lnTo>
                    <a:pt x="21600" y="19285"/>
                  </a:lnTo>
                  <a:lnTo>
                    <a:pt x="20533" y="18707"/>
                  </a:lnTo>
                  <a:lnTo>
                    <a:pt x="20533" y="17935"/>
                  </a:lnTo>
                  <a:lnTo>
                    <a:pt x="19733" y="17935"/>
                  </a:lnTo>
                  <a:lnTo>
                    <a:pt x="19733" y="17164"/>
                  </a:lnTo>
                  <a:lnTo>
                    <a:pt x="18666" y="17164"/>
                  </a:lnTo>
                  <a:lnTo>
                    <a:pt x="18666" y="15042"/>
                  </a:lnTo>
                  <a:lnTo>
                    <a:pt x="17599" y="15042"/>
                  </a:lnTo>
                  <a:lnTo>
                    <a:pt x="17599" y="14271"/>
                  </a:lnTo>
                  <a:lnTo>
                    <a:pt x="16799" y="14271"/>
                  </a:lnTo>
                  <a:lnTo>
                    <a:pt x="15733" y="13692"/>
                  </a:lnTo>
                  <a:lnTo>
                    <a:pt x="15733" y="12921"/>
                  </a:lnTo>
                  <a:lnTo>
                    <a:pt x="14666" y="12921"/>
                  </a:lnTo>
                  <a:lnTo>
                    <a:pt x="14666" y="12150"/>
                  </a:lnTo>
                  <a:lnTo>
                    <a:pt x="15733" y="10800"/>
                  </a:lnTo>
                  <a:lnTo>
                    <a:pt x="15733" y="10028"/>
                  </a:lnTo>
                  <a:lnTo>
                    <a:pt x="16799" y="10028"/>
                  </a:lnTo>
                  <a:lnTo>
                    <a:pt x="17599" y="9257"/>
                  </a:lnTo>
                  <a:lnTo>
                    <a:pt x="18666" y="8678"/>
                  </a:lnTo>
                  <a:lnTo>
                    <a:pt x="18666" y="6557"/>
                  </a:lnTo>
                  <a:lnTo>
                    <a:pt x="17599" y="6557"/>
                  </a:lnTo>
                  <a:lnTo>
                    <a:pt x="16799" y="5785"/>
                  </a:lnTo>
                  <a:lnTo>
                    <a:pt x="14666" y="5014"/>
                  </a:lnTo>
                  <a:lnTo>
                    <a:pt x="13866" y="4435"/>
                  </a:lnTo>
                  <a:lnTo>
                    <a:pt x="13866" y="5014"/>
                  </a:lnTo>
                  <a:lnTo>
                    <a:pt x="11733" y="5014"/>
                  </a:lnTo>
                  <a:lnTo>
                    <a:pt x="11733" y="5785"/>
                  </a:lnTo>
                  <a:lnTo>
                    <a:pt x="11733" y="4435"/>
                  </a:lnTo>
                  <a:lnTo>
                    <a:pt x="12799" y="3664"/>
                  </a:lnTo>
                  <a:lnTo>
                    <a:pt x="10666" y="2121"/>
                  </a:lnTo>
                  <a:lnTo>
                    <a:pt x="9866" y="2121"/>
                  </a:lnTo>
                  <a:lnTo>
                    <a:pt x="8799" y="771"/>
                  </a:lnTo>
                  <a:lnTo>
                    <a:pt x="7733" y="771"/>
                  </a:lnTo>
                  <a:lnTo>
                    <a:pt x="7733" y="0"/>
                  </a:lnTo>
                  <a:lnTo>
                    <a:pt x="5866" y="0"/>
                  </a:lnTo>
                  <a:lnTo>
                    <a:pt x="3733" y="1542"/>
                  </a:lnTo>
                  <a:lnTo>
                    <a:pt x="2933" y="1542"/>
                  </a:lnTo>
                  <a:lnTo>
                    <a:pt x="1866" y="2121"/>
                  </a:lnTo>
                  <a:lnTo>
                    <a:pt x="2933" y="2892"/>
                  </a:lnTo>
                  <a:lnTo>
                    <a:pt x="2933" y="3664"/>
                  </a:lnTo>
                  <a:lnTo>
                    <a:pt x="4799" y="3664"/>
                  </a:lnTo>
                  <a:lnTo>
                    <a:pt x="4799" y="4435"/>
                  </a:lnTo>
                  <a:lnTo>
                    <a:pt x="2933" y="5014"/>
                  </a:lnTo>
                  <a:lnTo>
                    <a:pt x="799" y="5014"/>
                  </a:lnTo>
                  <a:lnTo>
                    <a:pt x="799" y="5785"/>
                  </a:lnTo>
                  <a:lnTo>
                    <a:pt x="0" y="6557"/>
                  </a:lnTo>
                  <a:lnTo>
                    <a:pt x="0" y="7135"/>
                  </a:lnTo>
                  <a:lnTo>
                    <a:pt x="799" y="8678"/>
                  </a:lnTo>
                  <a:lnTo>
                    <a:pt x="2933" y="925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7" name="AutoShape 29"/>
            <p:cNvSpPr>
              <a:spLocks/>
            </p:cNvSpPr>
            <p:nvPr/>
          </p:nvSpPr>
          <p:spPr bwMode="auto">
            <a:xfrm>
              <a:off x="6101348" y="6679889"/>
              <a:ext cx="882563" cy="714303"/>
            </a:xfrm>
            <a:custGeom>
              <a:avLst/>
              <a:gdLst>
                <a:gd name="T0" fmla="*/ 441281 w 21600"/>
                <a:gd name="T1" fmla="*/ 357152 h 21600"/>
                <a:gd name="T2" fmla="*/ 441281 w 21600"/>
                <a:gd name="T3" fmla="*/ 357152 h 21600"/>
                <a:gd name="T4" fmla="*/ 441281 w 21600"/>
                <a:gd name="T5" fmla="*/ 357152 h 21600"/>
                <a:gd name="T6" fmla="*/ 441281 w 21600"/>
                <a:gd name="T7" fmla="*/ 3571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884" y="20718"/>
                  </a:moveTo>
                  <a:cubicBezTo>
                    <a:pt x="10616" y="21159"/>
                    <a:pt x="10616" y="21159"/>
                    <a:pt x="10616" y="21159"/>
                  </a:cubicBezTo>
                  <a:cubicBezTo>
                    <a:pt x="11349" y="21600"/>
                    <a:pt x="11349" y="21600"/>
                    <a:pt x="11349" y="21600"/>
                  </a:cubicBezTo>
                  <a:cubicBezTo>
                    <a:pt x="11715" y="21600"/>
                    <a:pt x="11715" y="21600"/>
                    <a:pt x="11715" y="21600"/>
                  </a:cubicBezTo>
                  <a:cubicBezTo>
                    <a:pt x="12447" y="21600"/>
                    <a:pt x="12447" y="21600"/>
                    <a:pt x="12447" y="21600"/>
                  </a:cubicBezTo>
                  <a:cubicBezTo>
                    <a:pt x="12813" y="21159"/>
                    <a:pt x="12813" y="21159"/>
                    <a:pt x="12813" y="21159"/>
                  </a:cubicBezTo>
                  <a:cubicBezTo>
                    <a:pt x="13179" y="20718"/>
                    <a:pt x="13179" y="20718"/>
                    <a:pt x="13179" y="20718"/>
                  </a:cubicBezTo>
                  <a:cubicBezTo>
                    <a:pt x="13545" y="20277"/>
                    <a:pt x="13545" y="20277"/>
                    <a:pt x="13545" y="20277"/>
                  </a:cubicBezTo>
                  <a:cubicBezTo>
                    <a:pt x="14277" y="19836"/>
                    <a:pt x="14277" y="19836"/>
                    <a:pt x="14277" y="19836"/>
                  </a:cubicBezTo>
                  <a:cubicBezTo>
                    <a:pt x="14644" y="19395"/>
                    <a:pt x="14644" y="19395"/>
                    <a:pt x="14644" y="19395"/>
                  </a:cubicBezTo>
                  <a:cubicBezTo>
                    <a:pt x="15010" y="18955"/>
                    <a:pt x="15010" y="18955"/>
                    <a:pt x="15010" y="18955"/>
                  </a:cubicBezTo>
                  <a:cubicBezTo>
                    <a:pt x="15742" y="18955"/>
                    <a:pt x="15742" y="18955"/>
                    <a:pt x="15742" y="18955"/>
                  </a:cubicBezTo>
                  <a:cubicBezTo>
                    <a:pt x="16108" y="18955"/>
                    <a:pt x="16108" y="18955"/>
                    <a:pt x="16108" y="18955"/>
                  </a:cubicBezTo>
                  <a:cubicBezTo>
                    <a:pt x="16108" y="18514"/>
                    <a:pt x="16108" y="18514"/>
                    <a:pt x="16108" y="18514"/>
                  </a:cubicBezTo>
                  <a:cubicBezTo>
                    <a:pt x="15376" y="18073"/>
                    <a:pt x="15376" y="18073"/>
                    <a:pt x="15376" y="18073"/>
                  </a:cubicBezTo>
                  <a:cubicBezTo>
                    <a:pt x="15010" y="18514"/>
                    <a:pt x="15010" y="18514"/>
                    <a:pt x="15010" y="18514"/>
                  </a:cubicBezTo>
                  <a:cubicBezTo>
                    <a:pt x="14277" y="18073"/>
                    <a:pt x="14277" y="18073"/>
                    <a:pt x="14277" y="18073"/>
                  </a:cubicBezTo>
                  <a:cubicBezTo>
                    <a:pt x="14277" y="17632"/>
                    <a:pt x="14277" y="17632"/>
                    <a:pt x="14277" y="17632"/>
                  </a:cubicBezTo>
                  <a:cubicBezTo>
                    <a:pt x="13911" y="17191"/>
                    <a:pt x="13911" y="17191"/>
                    <a:pt x="13911" y="17191"/>
                  </a:cubicBezTo>
                  <a:cubicBezTo>
                    <a:pt x="14644" y="16310"/>
                    <a:pt x="14644" y="16310"/>
                    <a:pt x="14644" y="16310"/>
                  </a:cubicBezTo>
                  <a:cubicBezTo>
                    <a:pt x="14277" y="15869"/>
                    <a:pt x="14277" y="15869"/>
                    <a:pt x="14277" y="15869"/>
                  </a:cubicBezTo>
                  <a:cubicBezTo>
                    <a:pt x="13911" y="15869"/>
                    <a:pt x="13911" y="15869"/>
                    <a:pt x="13911" y="15869"/>
                  </a:cubicBezTo>
                  <a:cubicBezTo>
                    <a:pt x="13911" y="15428"/>
                    <a:pt x="13911" y="15428"/>
                    <a:pt x="13911" y="15428"/>
                  </a:cubicBezTo>
                  <a:cubicBezTo>
                    <a:pt x="13545" y="14987"/>
                    <a:pt x="13545" y="14987"/>
                    <a:pt x="13545" y="14987"/>
                  </a:cubicBezTo>
                  <a:cubicBezTo>
                    <a:pt x="13911" y="15428"/>
                    <a:pt x="13911" y="15428"/>
                    <a:pt x="13911" y="15428"/>
                  </a:cubicBezTo>
                  <a:cubicBezTo>
                    <a:pt x="14644" y="15428"/>
                    <a:pt x="14644" y="15428"/>
                    <a:pt x="14644" y="15428"/>
                  </a:cubicBezTo>
                  <a:cubicBezTo>
                    <a:pt x="15010" y="15869"/>
                    <a:pt x="15010" y="15869"/>
                    <a:pt x="15010" y="15869"/>
                  </a:cubicBezTo>
                  <a:cubicBezTo>
                    <a:pt x="15742" y="15428"/>
                    <a:pt x="15742" y="15428"/>
                    <a:pt x="15742" y="15428"/>
                  </a:cubicBezTo>
                  <a:cubicBezTo>
                    <a:pt x="16474" y="15428"/>
                    <a:pt x="16474" y="15428"/>
                    <a:pt x="16474" y="15428"/>
                  </a:cubicBezTo>
                  <a:cubicBezTo>
                    <a:pt x="16474" y="15428"/>
                    <a:pt x="16474" y="15428"/>
                    <a:pt x="16474" y="15428"/>
                  </a:cubicBezTo>
                  <a:cubicBezTo>
                    <a:pt x="16840" y="15428"/>
                    <a:pt x="16840" y="15428"/>
                    <a:pt x="16840" y="15428"/>
                  </a:cubicBezTo>
                  <a:cubicBezTo>
                    <a:pt x="17572" y="14987"/>
                    <a:pt x="17572" y="14987"/>
                    <a:pt x="17572" y="14987"/>
                  </a:cubicBezTo>
                  <a:cubicBezTo>
                    <a:pt x="17938" y="14987"/>
                    <a:pt x="17938" y="14987"/>
                    <a:pt x="17938" y="14987"/>
                  </a:cubicBezTo>
                  <a:cubicBezTo>
                    <a:pt x="18305" y="14987"/>
                    <a:pt x="18305" y="14987"/>
                    <a:pt x="18305" y="14987"/>
                  </a:cubicBezTo>
                  <a:cubicBezTo>
                    <a:pt x="19037" y="14546"/>
                    <a:pt x="19037" y="14546"/>
                    <a:pt x="19037" y="14546"/>
                  </a:cubicBezTo>
                  <a:cubicBezTo>
                    <a:pt x="19403" y="14546"/>
                    <a:pt x="19403" y="14546"/>
                    <a:pt x="19403" y="14546"/>
                  </a:cubicBezTo>
                  <a:cubicBezTo>
                    <a:pt x="20501" y="14106"/>
                    <a:pt x="20501" y="14106"/>
                    <a:pt x="20501" y="14106"/>
                  </a:cubicBezTo>
                  <a:cubicBezTo>
                    <a:pt x="20501" y="13665"/>
                    <a:pt x="20501" y="13665"/>
                    <a:pt x="20501" y="13665"/>
                  </a:cubicBezTo>
                  <a:cubicBezTo>
                    <a:pt x="20501" y="13224"/>
                    <a:pt x="20501" y="13224"/>
                    <a:pt x="20501" y="13224"/>
                  </a:cubicBezTo>
                  <a:cubicBezTo>
                    <a:pt x="19769" y="12783"/>
                    <a:pt x="19769" y="12783"/>
                    <a:pt x="19769" y="12783"/>
                  </a:cubicBezTo>
                  <a:cubicBezTo>
                    <a:pt x="19403" y="11902"/>
                    <a:pt x="19403" y="11902"/>
                    <a:pt x="19403" y="11902"/>
                  </a:cubicBezTo>
                  <a:cubicBezTo>
                    <a:pt x="19403" y="11461"/>
                    <a:pt x="19403" y="11461"/>
                    <a:pt x="19403" y="11461"/>
                  </a:cubicBezTo>
                  <a:cubicBezTo>
                    <a:pt x="19769" y="11020"/>
                    <a:pt x="19769" y="11020"/>
                    <a:pt x="19769" y="11020"/>
                  </a:cubicBezTo>
                  <a:cubicBezTo>
                    <a:pt x="19769" y="10579"/>
                    <a:pt x="19769" y="10579"/>
                    <a:pt x="19769" y="10579"/>
                  </a:cubicBezTo>
                  <a:cubicBezTo>
                    <a:pt x="19769" y="10579"/>
                    <a:pt x="19769" y="10579"/>
                    <a:pt x="19769" y="10579"/>
                  </a:cubicBezTo>
                  <a:cubicBezTo>
                    <a:pt x="20135" y="10579"/>
                    <a:pt x="20135" y="10579"/>
                    <a:pt x="20135" y="10579"/>
                  </a:cubicBezTo>
                  <a:cubicBezTo>
                    <a:pt x="20501" y="10579"/>
                    <a:pt x="20501" y="10579"/>
                    <a:pt x="20501" y="10579"/>
                  </a:cubicBezTo>
                  <a:cubicBezTo>
                    <a:pt x="20501" y="10579"/>
                    <a:pt x="20501" y="10579"/>
                    <a:pt x="20501" y="10579"/>
                  </a:cubicBezTo>
                  <a:cubicBezTo>
                    <a:pt x="21233" y="10138"/>
                    <a:pt x="21233" y="10138"/>
                    <a:pt x="21233" y="10138"/>
                  </a:cubicBezTo>
                  <a:cubicBezTo>
                    <a:pt x="21233" y="9697"/>
                    <a:pt x="21233" y="9697"/>
                    <a:pt x="21233" y="9697"/>
                  </a:cubicBezTo>
                  <a:cubicBezTo>
                    <a:pt x="20867" y="9697"/>
                    <a:pt x="20867" y="9697"/>
                    <a:pt x="20867" y="9697"/>
                  </a:cubicBezTo>
                  <a:cubicBezTo>
                    <a:pt x="20501" y="9697"/>
                    <a:pt x="20501" y="9697"/>
                    <a:pt x="20501" y="9697"/>
                  </a:cubicBezTo>
                  <a:cubicBezTo>
                    <a:pt x="20501" y="9257"/>
                    <a:pt x="20501" y="9257"/>
                    <a:pt x="20501" y="9257"/>
                  </a:cubicBezTo>
                  <a:cubicBezTo>
                    <a:pt x="20135" y="8816"/>
                    <a:pt x="20135" y="8816"/>
                    <a:pt x="20135" y="8816"/>
                  </a:cubicBezTo>
                  <a:cubicBezTo>
                    <a:pt x="20501" y="8375"/>
                    <a:pt x="20501" y="8375"/>
                    <a:pt x="20501" y="8375"/>
                  </a:cubicBezTo>
                  <a:cubicBezTo>
                    <a:pt x="20867" y="8375"/>
                    <a:pt x="20867" y="8375"/>
                    <a:pt x="20867" y="8375"/>
                  </a:cubicBezTo>
                  <a:cubicBezTo>
                    <a:pt x="21233" y="7934"/>
                    <a:pt x="21233" y="7934"/>
                    <a:pt x="21233" y="7934"/>
                  </a:cubicBezTo>
                  <a:cubicBezTo>
                    <a:pt x="21599" y="7493"/>
                    <a:pt x="21599" y="7493"/>
                    <a:pt x="21599" y="7493"/>
                  </a:cubicBezTo>
                  <a:cubicBezTo>
                    <a:pt x="21599" y="7493"/>
                    <a:pt x="21599" y="7493"/>
                    <a:pt x="21599" y="7493"/>
                  </a:cubicBezTo>
                  <a:cubicBezTo>
                    <a:pt x="21599" y="7493"/>
                    <a:pt x="21599" y="7493"/>
                    <a:pt x="21599" y="7493"/>
                  </a:cubicBezTo>
                  <a:cubicBezTo>
                    <a:pt x="21233" y="7053"/>
                    <a:pt x="21233" y="7053"/>
                    <a:pt x="21233" y="7053"/>
                  </a:cubicBezTo>
                  <a:cubicBezTo>
                    <a:pt x="20867" y="7053"/>
                    <a:pt x="20867" y="7053"/>
                    <a:pt x="20867" y="7053"/>
                  </a:cubicBezTo>
                  <a:cubicBezTo>
                    <a:pt x="20501" y="7053"/>
                    <a:pt x="20501" y="7053"/>
                    <a:pt x="20501" y="7053"/>
                  </a:cubicBezTo>
                  <a:cubicBezTo>
                    <a:pt x="20135" y="7053"/>
                    <a:pt x="20135" y="7053"/>
                    <a:pt x="20135" y="7053"/>
                  </a:cubicBezTo>
                  <a:cubicBezTo>
                    <a:pt x="20135" y="7053"/>
                    <a:pt x="20135" y="7053"/>
                    <a:pt x="20135" y="7053"/>
                  </a:cubicBezTo>
                  <a:cubicBezTo>
                    <a:pt x="19769" y="7053"/>
                    <a:pt x="19769" y="7053"/>
                    <a:pt x="19769" y="7053"/>
                  </a:cubicBezTo>
                  <a:cubicBezTo>
                    <a:pt x="19403" y="7053"/>
                    <a:pt x="19403" y="7053"/>
                    <a:pt x="19403" y="7053"/>
                  </a:cubicBezTo>
                  <a:cubicBezTo>
                    <a:pt x="19037" y="7053"/>
                    <a:pt x="19037" y="7053"/>
                    <a:pt x="19037" y="7053"/>
                  </a:cubicBezTo>
                  <a:cubicBezTo>
                    <a:pt x="18671" y="7053"/>
                    <a:pt x="18671" y="7053"/>
                    <a:pt x="18671" y="7053"/>
                  </a:cubicBezTo>
                  <a:cubicBezTo>
                    <a:pt x="19037" y="7053"/>
                    <a:pt x="19037" y="7053"/>
                    <a:pt x="19037" y="7053"/>
                  </a:cubicBezTo>
                  <a:cubicBezTo>
                    <a:pt x="19403" y="7053"/>
                    <a:pt x="19403" y="7053"/>
                    <a:pt x="19403" y="7053"/>
                  </a:cubicBezTo>
                  <a:cubicBezTo>
                    <a:pt x="19403" y="7053"/>
                    <a:pt x="19403" y="7053"/>
                    <a:pt x="19403" y="7053"/>
                  </a:cubicBezTo>
                  <a:cubicBezTo>
                    <a:pt x="19769" y="6612"/>
                    <a:pt x="19769" y="6612"/>
                    <a:pt x="19769" y="6612"/>
                  </a:cubicBezTo>
                  <a:cubicBezTo>
                    <a:pt x="20135" y="6171"/>
                    <a:pt x="20135" y="6171"/>
                    <a:pt x="20135" y="6171"/>
                  </a:cubicBezTo>
                  <a:cubicBezTo>
                    <a:pt x="20135" y="6171"/>
                    <a:pt x="20135" y="6171"/>
                    <a:pt x="20135" y="6171"/>
                  </a:cubicBezTo>
                  <a:cubicBezTo>
                    <a:pt x="19769" y="6171"/>
                    <a:pt x="19769" y="6171"/>
                    <a:pt x="19769" y="6171"/>
                  </a:cubicBezTo>
                  <a:cubicBezTo>
                    <a:pt x="19769" y="5730"/>
                    <a:pt x="19769" y="5730"/>
                    <a:pt x="19769" y="5730"/>
                  </a:cubicBezTo>
                  <a:cubicBezTo>
                    <a:pt x="19769" y="5730"/>
                    <a:pt x="19769" y="5730"/>
                    <a:pt x="19769" y="5730"/>
                  </a:cubicBezTo>
                  <a:cubicBezTo>
                    <a:pt x="19403" y="5289"/>
                    <a:pt x="19403" y="5289"/>
                    <a:pt x="19403" y="5289"/>
                  </a:cubicBezTo>
                  <a:cubicBezTo>
                    <a:pt x="18671" y="5289"/>
                    <a:pt x="18671" y="5289"/>
                    <a:pt x="18671" y="5289"/>
                  </a:cubicBezTo>
                  <a:cubicBezTo>
                    <a:pt x="18671" y="4848"/>
                    <a:pt x="18671" y="4848"/>
                    <a:pt x="18671" y="4848"/>
                  </a:cubicBezTo>
                  <a:cubicBezTo>
                    <a:pt x="18305" y="4848"/>
                    <a:pt x="18305" y="4848"/>
                    <a:pt x="18305" y="4848"/>
                  </a:cubicBezTo>
                  <a:cubicBezTo>
                    <a:pt x="18305" y="4848"/>
                    <a:pt x="18305" y="4848"/>
                    <a:pt x="18305" y="4848"/>
                  </a:cubicBezTo>
                  <a:cubicBezTo>
                    <a:pt x="17938" y="4848"/>
                    <a:pt x="17938" y="4848"/>
                    <a:pt x="17938" y="4848"/>
                  </a:cubicBezTo>
                  <a:cubicBezTo>
                    <a:pt x="17572" y="4408"/>
                    <a:pt x="17572" y="4408"/>
                    <a:pt x="17572" y="4408"/>
                  </a:cubicBezTo>
                  <a:cubicBezTo>
                    <a:pt x="17572" y="4408"/>
                    <a:pt x="17572" y="4408"/>
                    <a:pt x="17572" y="4408"/>
                  </a:cubicBezTo>
                  <a:cubicBezTo>
                    <a:pt x="17572" y="4848"/>
                    <a:pt x="17572" y="4848"/>
                    <a:pt x="17572" y="4848"/>
                  </a:cubicBezTo>
                  <a:cubicBezTo>
                    <a:pt x="17206" y="4408"/>
                    <a:pt x="17206" y="4408"/>
                    <a:pt x="17206" y="4408"/>
                  </a:cubicBezTo>
                  <a:cubicBezTo>
                    <a:pt x="17206" y="4408"/>
                    <a:pt x="17206" y="4408"/>
                    <a:pt x="17206" y="4408"/>
                  </a:cubicBezTo>
                  <a:cubicBezTo>
                    <a:pt x="16840" y="3967"/>
                    <a:pt x="16840" y="3967"/>
                    <a:pt x="16840" y="3967"/>
                  </a:cubicBezTo>
                  <a:cubicBezTo>
                    <a:pt x="16840" y="3967"/>
                    <a:pt x="16840" y="3967"/>
                    <a:pt x="16840" y="3967"/>
                  </a:cubicBezTo>
                  <a:cubicBezTo>
                    <a:pt x="16840" y="3526"/>
                    <a:pt x="16840" y="3526"/>
                    <a:pt x="16840" y="3526"/>
                  </a:cubicBezTo>
                  <a:cubicBezTo>
                    <a:pt x="17572" y="3526"/>
                    <a:pt x="17572" y="3526"/>
                    <a:pt x="17572" y="3526"/>
                  </a:cubicBezTo>
                  <a:cubicBezTo>
                    <a:pt x="17938" y="3526"/>
                    <a:pt x="17938" y="3526"/>
                    <a:pt x="17938" y="3526"/>
                  </a:cubicBezTo>
                  <a:cubicBezTo>
                    <a:pt x="18305" y="3526"/>
                    <a:pt x="18305" y="3526"/>
                    <a:pt x="18305" y="3526"/>
                  </a:cubicBezTo>
                  <a:cubicBezTo>
                    <a:pt x="18305" y="3085"/>
                    <a:pt x="18305" y="3085"/>
                    <a:pt x="18305" y="3085"/>
                  </a:cubicBezTo>
                  <a:cubicBezTo>
                    <a:pt x="17938" y="3085"/>
                    <a:pt x="17938" y="3085"/>
                    <a:pt x="17938" y="3085"/>
                  </a:cubicBezTo>
                  <a:cubicBezTo>
                    <a:pt x="17206" y="3085"/>
                    <a:pt x="17206" y="3085"/>
                    <a:pt x="17206" y="3085"/>
                  </a:cubicBezTo>
                  <a:cubicBezTo>
                    <a:pt x="16840" y="3085"/>
                    <a:pt x="16840" y="3085"/>
                    <a:pt x="16840" y="3085"/>
                  </a:cubicBezTo>
                  <a:cubicBezTo>
                    <a:pt x="16474" y="3085"/>
                    <a:pt x="16474" y="3085"/>
                    <a:pt x="16474" y="3085"/>
                  </a:cubicBezTo>
                  <a:cubicBezTo>
                    <a:pt x="15742" y="3526"/>
                    <a:pt x="15742" y="3526"/>
                    <a:pt x="15742" y="3526"/>
                  </a:cubicBezTo>
                  <a:cubicBezTo>
                    <a:pt x="15376" y="3526"/>
                    <a:pt x="15376" y="3526"/>
                    <a:pt x="15376" y="3526"/>
                  </a:cubicBezTo>
                  <a:cubicBezTo>
                    <a:pt x="15010" y="3526"/>
                    <a:pt x="15010" y="3526"/>
                    <a:pt x="15010" y="3526"/>
                  </a:cubicBezTo>
                  <a:cubicBezTo>
                    <a:pt x="14644" y="3967"/>
                    <a:pt x="14644" y="3967"/>
                    <a:pt x="14644" y="3967"/>
                  </a:cubicBezTo>
                  <a:cubicBezTo>
                    <a:pt x="14277" y="3967"/>
                    <a:pt x="14277" y="3967"/>
                    <a:pt x="14277" y="3967"/>
                  </a:cubicBezTo>
                  <a:cubicBezTo>
                    <a:pt x="13911" y="3967"/>
                    <a:pt x="13911" y="3967"/>
                    <a:pt x="13911" y="3967"/>
                  </a:cubicBezTo>
                  <a:cubicBezTo>
                    <a:pt x="13911" y="4408"/>
                    <a:pt x="13911" y="4408"/>
                    <a:pt x="13911" y="4408"/>
                  </a:cubicBezTo>
                  <a:cubicBezTo>
                    <a:pt x="13179" y="4408"/>
                    <a:pt x="13179" y="4408"/>
                    <a:pt x="13179" y="4408"/>
                  </a:cubicBezTo>
                  <a:cubicBezTo>
                    <a:pt x="13179" y="4408"/>
                    <a:pt x="13179" y="4408"/>
                    <a:pt x="13179" y="4408"/>
                  </a:cubicBezTo>
                  <a:cubicBezTo>
                    <a:pt x="12813" y="4408"/>
                    <a:pt x="12813" y="4408"/>
                    <a:pt x="12813" y="4408"/>
                  </a:cubicBezTo>
                  <a:cubicBezTo>
                    <a:pt x="12081" y="3967"/>
                    <a:pt x="12081" y="3967"/>
                    <a:pt x="12081" y="3967"/>
                  </a:cubicBezTo>
                  <a:cubicBezTo>
                    <a:pt x="12081" y="3526"/>
                    <a:pt x="12081" y="3526"/>
                    <a:pt x="12081" y="3526"/>
                  </a:cubicBezTo>
                  <a:cubicBezTo>
                    <a:pt x="11715" y="3526"/>
                    <a:pt x="11715" y="3526"/>
                    <a:pt x="11715" y="3526"/>
                  </a:cubicBezTo>
                  <a:cubicBezTo>
                    <a:pt x="10983" y="3526"/>
                    <a:pt x="10983" y="3526"/>
                    <a:pt x="10983" y="3526"/>
                  </a:cubicBezTo>
                  <a:cubicBezTo>
                    <a:pt x="9518" y="3967"/>
                    <a:pt x="9518" y="3967"/>
                    <a:pt x="9518" y="3967"/>
                  </a:cubicBezTo>
                  <a:cubicBezTo>
                    <a:pt x="8786" y="3967"/>
                    <a:pt x="8786" y="3967"/>
                    <a:pt x="8786" y="3967"/>
                  </a:cubicBezTo>
                  <a:cubicBezTo>
                    <a:pt x="8420" y="3526"/>
                    <a:pt x="8420" y="3526"/>
                    <a:pt x="8420" y="3526"/>
                  </a:cubicBezTo>
                  <a:cubicBezTo>
                    <a:pt x="8420" y="3526"/>
                    <a:pt x="8420" y="3526"/>
                    <a:pt x="8420" y="3526"/>
                  </a:cubicBezTo>
                  <a:cubicBezTo>
                    <a:pt x="8420" y="3085"/>
                    <a:pt x="8420" y="3085"/>
                    <a:pt x="8420" y="3085"/>
                  </a:cubicBezTo>
                  <a:cubicBezTo>
                    <a:pt x="8420" y="3085"/>
                    <a:pt x="8420" y="3085"/>
                    <a:pt x="8420" y="3085"/>
                  </a:cubicBezTo>
                  <a:cubicBezTo>
                    <a:pt x="8420" y="2644"/>
                    <a:pt x="8420" y="2644"/>
                    <a:pt x="8420" y="2644"/>
                  </a:cubicBezTo>
                  <a:cubicBezTo>
                    <a:pt x="8054" y="2204"/>
                    <a:pt x="8054" y="2204"/>
                    <a:pt x="8054" y="2204"/>
                  </a:cubicBezTo>
                  <a:cubicBezTo>
                    <a:pt x="7688" y="2204"/>
                    <a:pt x="7688" y="2204"/>
                    <a:pt x="7688" y="2204"/>
                  </a:cubicBezTo>
                  <a:cubicBezTo>
                    <a:pt x="6955" y="2204"/>
                    <a:pt x="6955" y="2204"/>
                    <a:pt x="6955" y="2204"/>
                  </a:cubicBezTo>
                  <a:cubicBezTo>
                    <a:pt x="6589" y="2204"/>
                    <a:pt x="6589" y="2204"/>
                    <a:pt x="6589" y="2204"/>
                  </a:cubicBezTo>
                  <a:cubicBezTo>
                    <a:pt x="6589" y="2204"/>
                    <a:pt x="6589" y="2204"/>
                    <a:pt x="6589" y="2204"/>
                  </a:cubicBezTo>
                  <a:cubicBezTo>
                    <a:pt x="6223" y="2204"/>
                    <a:pt x="6223" y="2204"/>
                    <a:pt x="6223" y="2204"/>
                  </a:cubicBezTo>
                  <a:cubicBezTo>
                    <a:pt x="5857" y="1763"/>
                    <a:pt x="5857" y="1763"/>
                    <a:pt x="5857" y="1763"/>
                  </a:cubicBezTo>
                  <a:cubicBezTo>
                    <a:pt x="5857" y="1322"/>
                    <a:pt x="5857" y="1322"/>
                    <a:pt x="5857" y="1322"/>
                  </a:cubicBezTo>
                  <a:cubicBezTo>
                    <a:pt x="5857" y="440"/>
                    <a:pt x="5857" y="440"/>
                    <a:pt x="5857" y="440"/>
                  </a:cubicBezTo>
                  <a:cubicBezTo>
                    <a:pt x="5857" y="440"/>
                    <a:pt x="5857" y="440"/>
                    <a:pt x="5857" y="440"/>
                  </a:cubicBezTo>
                  <a:cubicBezTo>
                    <a:pt x="5125" y="881"/>
                    <a:pt x="5125" y="881"/>
                    <a:pt x="5125" y="881"/>
                  </a:cubicBezTo>
                  <a:cubicBezTo>
                    <a:pt x="4759" y="1322"/>
                    <a:pt x="4759" y="1322"/>
                    <a:pt x="4759" y="1322"/>
                  </a:cubicBezTo>
                  <a:cubicBezTo>
                    <a:pt x="4759" y="1763"/>
                    <a:pt x="4759" y="1763"/>
                    <a:pt x="4759" y="1763"/>
                  </a:cubicBezTo>
                  <a:cubicBezTo>
                    <a:pt x="5125" y="1763"/>
                    <a:pt x="5125" y="1763"/>
                    <a:pt x="5125" y="1763"/>
                  </a:cubicBezTo>
                  <a:cubicBezTo>
                    <a:pt x="5491" y="1763"/>
                    <a:pt x="5491" y="1763"/>
                    <a:pt x="5491" y="1763"/>
                  </a:cubicBezTo>
                  <a:cubicBezTo>
                    <a:pt x="5857" y="1763"/>
                    <a:pt x="5857" y="1763"/>
                    <a:pt x="5857" y="1763"/>
                  </a:cubicBezTo>
                  <a:cubicBezTo>
                    <a:pt x="5857" y="1763"/>
                    <a:pt x="5857" y="1763"/>
                    <a:pt x="5857" y="1763"/>
                  </a:cubicBezTo>
                  <a:cubicBezTo>
                    <a:pt x="5857" y="2204"/>
                    <a:pt x="5857" y="2204"/>
                    <a:pt x="5857" y="2204"/>
                  </a:cubicBezTo>
                  <a:cubicBezTo>
                    <a:pt x="5491" y="2204"/>
                    <a:pt x="5491" y="2204"/>
                    <a:pt x="5491" y="2204"/>
                  </a:cubicBezTo>
                  <a:cubicBezTo>
                    <a:pt x="5125" y="2204"/>
                    <a:pt x="5125" y="2204"/>
                    <a:pt x="5125" y="2204"/>
                  </a:cubicBezTo>
                  <a:cubicBezTo>
                    <a:pt x="5125" y="2204"/>
                    <a:pt x="5125" y="2204"/>
                    <a:pt x="5125" y="2204"/>
                  </a:cubicBezTo>
                  <a:cubicBezTo>
                    <a:pt x="5125" y="2204"/>
                    <a:pt x="5125" y="2204"/>
                    <a:pt x="5125" y="2204"/>
                  </a:cubicBezTo>
                  <a:cubicBezTo>
                    <a:pt x="5125" y="2204"/>
                    <a:pt x="5125" y="2204"/>
                    <a:pt x="5125" y="2204"/>
                  </a:cubicBezTo>
                  <a:cubicBezTo>
                    <a:pt x="4759" y="2644"/>
                    <a:pt x="4759" y="2644"/>
                    <a:pt x="4759" y="2644"/>
                  </a:cubicBezTo>
                  <a:cubicBezTo>
                    <a:pt x="4027" y="2644"/>
                    <a:pt x="4027" y="2644"/>
                    <a:pt x="4027" y="2644"/>
                  </a:cubicBezTo>
                  <a:cubicBezTo>
                    <a:pt x="3294" y="3085"/>
                    <a:pt x="3294" y="3085"/>
                    <a:pt x="3294" y="3085"/>
                  </a:cubicBezTo>
                  <a:cubicBezTo>
                    <a:pt x="2928" y="3085"/>
                    <a:pt x="2928" y="3085"/>
                    <a:pt x="2928" y="3085"/>
                  </a:cubicBezTo>
                  <a:cubicBezTo>
                    <a:pt x="2928" y="3526"/>
                    <a:pt x="2928" y="3526"/>
                    <a:pt x="2928" y="3526"/>
                  </a:cubicBezTo>
                  <a:cubicBezTo>
                    <a:pt x="3294" y="3967"/>
                    <a:pt x="3294" y="3967"/>
                    <a:pt x="3294" y="3967"/>
                  </a:cubicBezTo>
                  <a:cubicBezTo>
                    <a:pt x="3294" y="4408"/>
                    <a:pt x="3294" y="4408"/>
                    <a:pt x="3294" y="4408"/>
                  </a:cubicBezTo>
                  <a:cubicBezTo>
                    <a:pt x="3294" y="5289"/>
                    <a:pt x="3294" y="5289"/>
                    <a:pt x="3294" y="5289"/>
                  </a:cubicBezTo>
                  <a:cubicBezTo>
                    <a:pt x="3294" y="5289"/>
                    <a:pt x="3294" y="5289"/>
                    <a:pt x="3294" y="5289"/>
                  </a:cubicBezTo>
                  <a:cubicBezTo>
                    <a:pt x="3294" y="6171"/>
                    <a:pt x="3294" y="6171"/>
                    <a:pt x="3294" y="6171"/>
                  </a:cubicBezTo>
                  <a:cubicBezTo>
                    <a:pt x="2562" y="6171"/>
                    <a:pt x="2562" y="6171"/>
                    <a:pt x="2562" y="6171"/>
                  </a:cubicBezTo>
                  <a:cubicBezTo>
                    <a:pt x="2196" y="6171"/>
                    <a:pt x="2196" y="6171"/>
                    <a:pt x="2196" y="6171"/>
                  </a:cubicBezTo>
                  <a:cubicBezTo>
                    <a:pt x="2196" y="5730"/>
                    <a:pt x="2196" y="5730"/>
                    <a:pt x="2196" y="5730"/>
                  </a:cubicBezTo>
                  <a:cubicBezTo>
                    <a:pt x="1830" y="5289"/>
                    <a:pt x="1830" y="5289"/>
                    <a:pt x="1830" y="5289"/>
                  </a:cubicBezTo>
                  <a:cubicBezTo>
                    <a:pt x="1830" y="4848"/>
                    <a:pt x="1830" y="4848"/>
                    <a:pt x="1830" y="4848"/>
                  </a:cubicBezTo>
                  <a:cubicBezTo>
                    <a:pt x="2196" y="4848"/>
                    <a:pt x="2196" y="4848"/>
                    <a:pt x="2196" y="4848"/>
                  </a:cubicBezTo>
                  <a:cubicBezTo>
                    <a:pt x="2196" y="4408"/>
                    <a:pt x="2196" y="4408"/>
                    <a:pt x="2196" y="4408"/>
                  </a:cubicBezTo>
                  <a:cubicBezTo>
                    <a:pt x="2928" y="3967"/>
                    <a:pt x="2928" y="3967"/>
                    <a:pt x="2928" y="3967"/>
                  </a:cubicBezTo>
                  <a:cubicBezTo>
                    <a:pt x="2928" y="3526"/>
                    <a:pt x="2928" y="3526"/>
                    <a:pt x="2928" y="3526"/>
                  </a:cubicBezTo>
                  <a:cubicBezTo>
                    <a:pt x="2562" y="3085"/>
                    <a:pt x="2562" y="3085"/>
                    <a:pt x="2562" y="3085"/>
                  </a:cubicBezTo>
                  <a:cubicBezTo>
                    <a:pt x="2562" y="2644"/>
                    <a:pt x="2562" y="2644"/>
                    <a:pt x="2562" y="2644"/>
                  </a:cubicBezTo>
                  <a:cubicBezTo>
                    <a:pt x="2562" y="2644"/>
                    <a:pt x="2562" y="2644"/>
                    <a:pt x="2562" y="2644"/>
                  </a:cubicBezTo>
                  <a:cubicBezTo>
                    <a:pt x="2562" y="2204"/>
                    <a:pt x="2562" y="2204"/>
                    <a:pt x="2562" y="2204"/>
                  </a:cubicBezTo>
                  <a:cubicBezTo>
                    <a:pt x="2196" y="2204"/>
                    <a:pt x="2196" y="2204"/>
                    <a:pt x="2196" y="2204"/>
                  </a:cubicBezTo>
                  <a:cubicBezTo>
                    <a:pt x="2196" y="1763"/>
                    <a:pt x="2196" y="1763"/>
                    <a:pt x="2196" y="1763"/>
                  </a:cubicBezTo>
                  <a:cubicBezTo>
                    <a:pt x="2928" y="1763"/>
                    <a:pt x="2928" y="1763"/>
                    <a:pt x="2928" y="1763"/>
                  </a:cubicBezTo>
                  <a:cubicBezTo>
                    <a:pt x="3294" y="1763"/>
                    <a:pt x="3294" y="1763"/>
                    <a:pt x="3294" y="1763"/>
                  </a:cubicBezTo>
                  <a:cubicBezTo>
                    <a:pt x="3294" y="1322"/>
                    <a:pt x="3294" y="1322"/>
                    <a:pt x="3294" y="1322"/>
                  </a:cubicBezTo>
                  <a:cubicBezTo>
                    <a:pt x="3294" y="1322"/>
                    <a:pt x="3294" y="1322"/>
                    <a:pt x="3294" y="1322"/>
                  </a:cubicBezTo>
                  <a:cubicBezTo>
                    <a:pt x="3294" y="1322"/>
                    <a:pt x="3294" y="1322"/>
                    <a:pt x="3294" y="1322"/>
                  </a:cubicBezTo>
                  <a:cubicBezTo>
                    <a:pt x="2562" y="1763"/>
                    <a:pt x="2562" y="1763"/>
                    <a:pt x="2562" y="1763"/>
                  </a:cubicBezTo>
                  <a:cubicBezTo>
                    <a:pt x="1830" y="2204"/>
                    <a:pt x="1830" y="2204"/>
                    <a:pt x="1830" y="2204"/>
                  </a:cubicBezTo>
                  <a:cubicBezTo>
                    <a:pt x="1830" y="2644"/>
                    <a:pt x="1830" y="2644"/>
                    <a:pt x="1830" y="2644"/>
                  </a:cubicBezTo>
                  <a:cubicBezTo>
                    <a:pt x="1464" y="2644"/>
                    <a:pt x="1464" y="2644"/>
                    <a:pt x="1464" y="2644"/>
                  </a:cubicBezTo>
                  <a:cubicBezTo>
                    <a:pt x="1098" y="3085"/>
                    <a:pt x="1098" y="3085"/>
                    <a:pt x="1098" y="3085"/>
                  </a:cubicBezTo>
                  <a:cubicBezTo>
                    <a:pt x="1098" y="3526"/>
                    <a:pt x="1098" y="3526"/>
                    <a:pt x="1098" y="3526"/>
                  </a:cubicBezTo>
                  <a:cubicBezTo>
                    <a:pt x="366" y="3967"/>
                    <a:pt x="366" y="3967"/>
                    <a:pt x="366" y="3967"/>
                  </a:cubicBezTo>
                  <a:cubicBezTo>
                    <a:pt x="366" y="4408"/>
                    <a:pt x="366" y="4408"/>
                    <a:pt x="366" y="4408"/>
                  </a:cubicBezTo>
                  <a:cubicBezTo>
                    <a:pt x="366" y="4848"/>
                    <a:pt x="366" y="4848"/>
                    <a:pt x="366" y="4848"/>
                  </a:cubicBezTo>
                  <a:cubicBezTo>
                    <a:pt x="366" y="5289"/>
                    <a:pt x="366" y="5289"/>
                    <a:pt x="366" y="5289"/>
                  </a:cubicBezTo>
                  <a:cubicBezTo>
                    <a:pt x="0" y="5730"/>
                    <a:pt x="0" y="5730"/>
                    <a:pt x="0" y="5730"/>
                  </a:cubicBezTo>
                  <a:cubicBezTo>
                    <a:pt x="0" y="6171"/>
                    <a:pt x="0" y="6171"/>
                    <a:pt x="0" y="6171"/>
                  </a:cubicBezTo>
                  <a:cubicBezTo>
                    <a:pt x="366" y="6171"/>
                    <a:pt x="366" y="6171"/>
                    <a:pt x="366" y="6171"/>
                  </a:cubicBezTo>
                  <a:cubicBezTo>
                    <a:pt x="732" y="6171"/>
                    <a:pt x="732" y="6171"/>
                    <a:pt x="732" y="6171"/>
                  </a:cubicBezTo>
                  <a:cubicBezTo>
                    <a:pt x="1098" y="7493"/>
                    <a:pt x="1098" y="7493"/>
                    <a:pt x="1098" y="7493"/>
                  </a:cubicBezTo>
                  <a:cubicBezTo>
                    <a:pt x="1464" y="7934"/>
                    <a:pt x="1464" y="7934"/>
                    <a:pt x="1464" y="7934"/>
                  </a:cubicBezTo>
                  <a:cubicBezTo>
                    <a:pt x="1464" y="8375"/>
                    <a:pt x="1464" y="8375"/>
                    <a:pt x="1464" y="8375"/>
                  </a:cubicBezTo>
                  <a:cubicBezTo>
                    <a:pt x="1464" y="8375"/>
                    <a:pt x="1464" y="8375"/>
                    <a:pt x="1464" y="8375"/>
                  </a:cubicBezTo>
                  <a:cubicBezTo>
                    <a:pt x="1464" y="8816"/>
                    <a:pt x="1464" y="8816"/>
                    <a:pt x="1464" y="8816"/>
                  </a:cubicBezTo>
                  <a:cubicBezTo>
                    <a:pt x="1464" y="8816"/>
                    <a:pt x="1464" y="8816"/>
                    <a:pt x="1464" y="8816"/>
                  </a:cubicBezTo>
                  <a:cubicBezTo>
                    <a:pt x="1464" y="9257"/>
                    <a:pt x="1464" y="9257"/>
                    <a:pt x="1464" y="9257"/>
                  </a:cubicBezTo>
                  <a:cubicBezTo>
                    <a:pt x="1830" y="9697"/>
                    <a:pt x="1830" y="9697"/>
                    <a:pt x="1830" y="9697"/>
                  </a:cubicBezTo>
                  <a:cubicBezTo>
                    <a:pt x="2196" y="9697"/>
                    <a:pt x="2196" y="9697"/>
                    <a:pt x="2196" y="9697"/>
                  </a:cubicBezTo>
                  <a:cubicBezTo>
                    <a:pt x="2562" y="9697"/>
                    <a:pt x="2562" y="9697"/>
                    <a:pt x="2562" y="9697"/>
                  </a:cubicBezTo>
                  <a:cubicBezTo>
                    <a:pt x="2928" y="10138"/>
                    <a:pt x="2928" y="10138"/>
                    <a:pt x="2928" y="10138"/>
                  </a:cubicBezTo>
                  <a:cubicBezTo>
                    <a:pt x="2928" y="9697"/>
                    <a:pt x="2928" y="9697"/>
                    <a:pt x="2928" y="9697"/>
                  </a:cubicBezTo>
                  <a:cubicBezTo>
                    <a:pt x="3661" y="9697"/>
                    <a:pt x="3661" y="9697"/>
                    <a:pt x="3661" y="9697"/>
                  </a:cubicBezTo>
                  <a:cubicBezTo>
                    <a:pt x="4027" y="10138"/>
                    <a:pt x="4027" y="10138"/>
                    <a:pt x="4027" y="10138"/>
                  </a:cubicBezTo>
                  <a:cubicBezTo>
                    <a:pt x="4027" y="10138"/>
                    <a:pt x="4027" y="10138"/>
                    <a:pt x="4027" y="10138"/>
                  </a:cubicBezTo>
                  <a:cubicBezTo>
                    <a:pt x="4393" y="9697"/>
                    <a:pt x="4393" y="9697"/>
                    <a:pt x="4393" y="9697"/>
                  </a:cubicBezTo>
                  <a:cubicBezTo>
                    <a:pt x="5125" y="10138"/>
                    <a:pt x="5125" y="10138"/>
                    <a:pt x="5125" y="10138"/>
                  </a:cubicBezTo>
                  <a:cubicBezTo>
                    <a:pt x="5125" y="10138"/>
                    <a:pt x="5125" y="10138"/>
                    <a:pt x="5125" y="10138"/>
                  </a:cubicBezTo>
                  <a:cubicBezTo>
                    <a:pt x="6589" y="11461"/>
                    <a:pt x="6589" y="11461"/>
                    <a:pt x="6589" y="11461"/>
                  </a:cubicBezTo>
                  <a:cubicBezTo>
                    <a:pt x="6955" y="11461"/>
                    <a:pt x="6955" y="11461"/>
                    <a:pt x="6955" y="11461"/>
                  </a:cubicBezTo>
                  <a:cubicBezTo>
                    <a:pt x="6955" y="11461"/>
                    <a:pt x="6955" y="11461"/>
                    <a:pt x="6955" y="11461"/>
                  </a:cubicBezTo>
                  <a:cubicBezTo>
                    <a:pt x="7322" y="11461"/>
                    <a:pt x="7322" y="11461"/>
                    <a:pt x="7322" y="11461"/>
                  </a:cubicBezTo>
                  <a:cubicBezTo>
                    <a:pt x="7688" y="11461"/>
                    <a:pt x="7688" y="11461"/>
                    <a:pt x="7688" y="11461"/>
                  </a:cubicBezTo>
                  <a:cubicBezTo>
                    <a:pt x="7688" y="11461"/>
                    <a:pt x="7688" y="11461"/>
                    <a:pt x="7688" y="11461"/>
                  </a:cubicBezTo>
                  <a:cubicBezTo>
                    <a:pt x="8054" y="11461"/>
                    <a:pt x="8054" y="11461"/>
                    <a:pt x="8054" y="11461"/>
                  </a:cubicBezTo>
                  <a:cubicBezTo>
                    <a:pt x="8420" y="11461"/>
                    <a:pt x="8420" y="11461"/>
                    <a:pt x="8420" y="11461"/>
                  </a:cubicBezTo>
                  <a:cubicBezTo>
                    <a:pt x="8786" y="11461"/>
                    <a:pt x="8786" y="11461"/>
                    <a:pt x="8786" y="11461"/>
                  </a:cubicBezTo>
                  <a:cubicBezTo>
                    <a:pt x="8786" y="11461"/>
                    <a:pt x="8786" y="11461"/>
                    <a:pt x="8786" y="11461"/>
                  </a:cubicBezTo>
                  <a:cubicBezTo>
                    <a:pt x="9152" y="11461"/>
                    <a:pt x="9152" y="11461"/>
                    <a:pt x="9152" y="11461"/>
                  </a:cubicBezTo>
                  <a:cubicBezTo>
                    <a:pt x="9518" y="11461"/>
                    <a:pt x="9518" y="11461"/>
                    <a:pt x="9518" y="11461"/>
                  </a:cubicBezTo>
                  <a:cubicBezTo>
                    <a:pt x="9518" y="12342"/>
                    <a:pt x="9518" y="12342"/>
                    <a:pt x="9518" y="12342"/>
                  </a:cubicBezTo>
                  <a:cubicBezTo>
                    <a:pt x="9518" y="12342"/>
                    <a:pt x="9518" y="12342"/>
                    <a:pt x="9518" y="12342"/>
                  </a:cubicBezTo>
                  <a:cubicBezTo>
                    <a:pt x="9518" y="12783"/>
                    <a:pt x="9518" y="12783"/>
                    <a:pt x="9518" y="12783"/>
                  </a:cubicBezTo>
                  <a:cubicBezTo>
                    <a:pt x="9152" y="12783"/>
                    <a:pt x="9152" y="12783"/>
                    <a:pt x="9152" y="12783"/>
                  </a:cubicBezTo>
                  <a:cubicBezTo>
                    <a:pt x="8786" y="13224"/>
                    <a:pt x="8786" y="13224"/>
                    <a:pt x="8786" y="13224"/>
                  </a:cubicBezTo>
                  <a:cubicBezTo>
                    <a:pt x="8786" y="13224"/>
                    <a:pt x="8786" y="13224"/>
                    <a:pt x="8786" y="13224"/>
                  </a:cubicBezTo>
                  <a:cubicBezTo>
                    <a:pt x="8786" y="14106"/>
                    <a:pt x="8786" y="14106"/>
                    <a:pt x="8786" y="14106"/>
                  </a:cubicBezTo>
                  <a:cubicBezTo>
                    <a:pt x="8786" y="14106"/>
                    <a:pt x="8786" y="14106"/>
                    <a:pt x="8786" y="14106"/>
                  </a:cubicBezTo>
                  <a:cubicBezTo>
                    <a:pt x="8786" y="14546"/>
                    <a:pt x="8786" y="14546"/>
                    <a:pt x="8786" y="14546"/>
                  </a:cubicBezTo>
                  <a:cubicBezTo>
                    <a:pt x="8786" y="14987"/>
                    <a:pt x="8786" y="14987"/>
                    <a:pt x="8786" y="14987"/>
                  </a:cubicBezTo>
                  <a:cubicBezTo>
                    <a:pt x="8786" y="15428"/>
                    <a:pt x="8786" y="15428"/>
                    <a:pt x="8786" y="15428"/>
                  </a:cubicBezTo>
                  <a:cubicBezTo>
                    <a:pt x="8786" y="15869"/>
                    <a:pt x="8786" y="15869"/>
                    <a:pt x="8786" y="15869"/>
                  </a:cubicBezTo>
                  <a:cubicBezTo>
                    <a:pt x="9152" y="16751"/>
                    <a:pt x="9152" y="16751"/>
                    <a:pt x="9152" y="16751"/>
                  </a:cubicBezTo>
                  <a:cubicBezTo>
                    <a:pt x="8786" y="17632"/>
                    <a:pt x="8786" y="17632"/>
                    <a:pt x="8786" y="17632"/>
                  </a:cubicBezTo>
                  <a:cubicBezTo>
                    <a:pt x="8786" y="18073"/>
                    <a:pt x="8786" y="18073"/>
                    <a:pt x="8786" y="18073"/>
                  </a:cubicBezTo>
                  <a:cubicBezTo>
                    <a:pt x="9152" y="18073"/>
                    <a:pt x="9152" y="18073"/>
                    <a:pt x="9152" y="18073"/>
                  </a:cubicBezTo>
                  <a:cubicBezTo>
                    <a:pt x="9152" y="18073"/>
                    <a:pt x="9152" y="18073"/>
                    <a:pt x="9152" y="18073"/>
                  </a:cubicBezTo>
                  <a:cubicBezTo>
                    <a:pt x="9152" y="18073"/>
                    <a:pt x="9152" y="18073"/>
                    <a:pt x="9152" y="18073"/>
                  </a:cubicBezTo>
                  <a:cubicBezTo>
                    <a:pt x="9152" y="18073"/>
                    <a:pt x="9152" y="18073"/>
                    <a:pt x="9152" y="18073"/>
                  </a:cubicBezTo>
                  <a:cubicBezTo>
                    <a:pt x="9518" y="18514"/>
                    <a:pt x="9518" y="18514"/>
                    <a:pt x="9518" y="18514"/>
                  </a:cubicBezTo>
                  <a:cubicBezTo>
                    <a:pt x="9518" y="18514"/>
                    <a:pt x="9518" y="18514"/>
                    <a:pt x="9518" y="18514"/>
                  </a:cubicBezTo>
                  <a:cubicBezTo>
                    <a:pt x="9518" y="18955"/>
                    <a:pt x="9518" y="18955"/>
                    <a:pt x="9518" y="18955"/>
                  </a:cubicBezTo>
                  <a:cubicBezTo>
                    <a:pt x="9884" y="19395"/>
                    <a:pt x="9884" y="19395"/>
                    <a:pt x="9884" y="19395"/>
                  </a:cubicBezTo>
                  <a:cubicBezTo>
                    <a:pt x="9884" y="20277"/>
                    <a:pt x="9884" y="20277"/>
                    <a:pt x="9884" y="20277"/>
                  </a:cubicBezTo>
                  <a:cubicBezTo>
                    <a:pt x="10250" y="20718"/>
                    <a:pt x="10250" y="20718"/>
                    <a:pt x="10250" y="20718"/>
                  </a:cubicBezTo>
                  <a:cubicBezTo>
                    <a:pt x="9884" y="20718"/>
                    <a:pt x="9884" y="20718"/>
                    <a:pt x="9884" y="20718"/>
                  </a:cubicBezTo>
                  <a:close/>
                  <a:moveTo>
                    <a:pt x="8054" y="440"/>
                  </a:moveTo>
                  <a:cubicBezTo>
                    <a:pt x="8054" y="440"/>
                    <a:pt x="8054" y="440"/>
                    <a:pt x="8054" y="440"/>
                  </a:cubicBezTo>
                  <a:cubicBezTo>
                    <a:pt x="8420" y="881"/>
                    <a:pt x="8420" y="881"/>
                    <a:pt x="8420" y="881"/>
                  </a:cubicBezTo>
                  <a:cubicBezTo>
                    <a:pt x="8420" y="881"/>
                    <a:pt x="8420" y="881"/>
                    <a:pt x="8420" y="881"/>
                  </a:cubicBezTo>
                  <a:cubicBezTo>
                    <a:pt x="8420" y="881"/>
                    <a:pt x="8420" y="881"/>
                    <a:pt x="8420" y="881"/>
                  </a:cubicBezTo>
                  <a:cubicBezTo>
                    <a:pt x="8054" y="881"/>
                    <a:pt x="8054" y="881"/>
                    <a:pt x="8054" y="881"/>
                  </a:cubicBezTo>
                  <a:cubicBezTo>
                    <a:pt x="8054" y="440"/>
                    <a:pt x="8054" y="440"/>
                    <a:pt x="8054" y="440"/>
                  </a:cubicBezTo>
                  <a:close/>
                  <a:moveTo>
                    <a:pt x="6955" y="440"/>
                  </a:moveTo>
                  <a:cubicBezTo>
                    <a:pt x="7322" y="440"/>
                    <a:pt x="7322" y="440"/>
                    <a:pt x="7322" y="440"/>
                  </a:cubicBezTo>
                  <a:cubicBezTo>
                    <a:pt x="7322" y="881"/>
                    <a:pt x="7322" y="881"/>
                    <a:pt x="7322" y="881"/>
                  </a:cubicBezTo>
                  <a:cubicBezTo>
                    <a:pt x="7322" y="881"/>
                    <a:pt x="7322" y="881"/>
                    <a:pt x="7322" y="881"/>
                  </a:cubicBezTo>
                  <a:cubicBezTo>
                    <a:pt x="6955" y="881"/>
                    <a:pt x="6955" y="881"/>
                    <a:pt x="6955" y="881"/>
                  </a:cubicBezTo>
                  <a:cubicBezTo>
                    <a:pt x="6589" y="440"/>
                    <a:pt x="6589" y="440"/>
                    <a:pt x="6589" y="440"/>
                  </a:cubicBezTo>
                  <a:cubicBezTo>
                    <a:pt x="6955" y="440"/>
                    <a:pt x="6955" y="440"/>
                    <a:pt x="6955" y="440"/>
                  </a:cubicBezTo>
                  <a:close/>
                  <a:moveTo>
                    <a:pt x="5125" y="0"/>
                  </a:moveTo>
                  <a:cubicBezTo>
                    <a:pt x="5491" y="0"/>
                    <a:pt x="5491" y="0"/>
                    <a:pt x="5491" y="0"/>
                  </a:cubicBezTo>
                  <a:cubicBezTo>
                    <a:pt x="5857" y="0"/>
                    <a:pt x="5857" y="0"/>
                    <a:pt x="5857" y="0"/>
                  </a:cubicBezTo>
                  <a:cubicBezTo>
                    <a:pt x="5491" y="0"/>
                    <a:pt x="5491" y="0"/>
                    <a:pt x="5491" y="0"/>
                  </a:cubicBezTo>
                  <a:cubicBezTo>
                    <a:pt x="5125" y="0"/>
                    <a:pt x="5125" y="0"/>
                    <a:pt x="5125" y="0"/>
                  </a:cubicBezTo>
                  <a:close/>
                  <a:moveTo>
                    <a:pt x="14277" y="3085"/>
                  </a:moveTo>
                  <a:cubicBezTo>
                    <a:pt x="14644" y="2644"/>
                    <a:pt x="14644" y="2644"/>
                    <a:pt x="14644" y="2644"/>
                  </a:cubicBezTo>
                  <a:cubicBezTo>
                    <a:pt x="15010" y="2644"/>
                    <a:pt x="15010" y="2644"/>
                    <a:pt x="15010" y="2644"/>
                  </a:cubicBezTo>
                  <a:cubicBezTo>
                    <a:pt x="15376" y="2644"/>
                    <a:pt x="15376" y="2644"/>
                    <a:pt x="15376" y="2644"/>
                  </a:cubicBezTo>
                  <a:cubicBezTo>
                    <a:pt x="15376" y="2644"/>
                    <a:pt x="15376" y="2644"/>
                    <a:pt x="15376" y="2644"/>
                  </a:cubicBezTo>
                  <a:cubicBezTo>
                    <a:pt x="15376" y="3085"/>
                    <a:pt x="15376" y="3085"/>
                    <a:pt x="15376" y="3085"/>
                  </a:cubicBezTo>
                  <a:cubicBezTo>
                    <a:pt x="15010" y="3085"/>
                    <a:pt x="15010" y="3085"/>
                    <a:pt x="15010" y="3085"/>
                  </a:cubicBezTo>
                  <a:cubicBezTo>
                    <a:pt x="14644" y="3085"/>
                    <a:pt x="14644" y="3085"/>
                    <a:pt x="14644" y="3085"/>
                  </a:cubicBezTo>
                  <a:cubicBezTo>
                    <a:pt x="14644" y="3085"/>
                    <a:pt x="14277" y="3085"/>
                    <a:pt x="14277" y="3085"/>
                  </a:cubicBez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8" name="AutoShape 30"/>
            <p:cNvSpPr>
              <a:spLocks/>
            </p:cNvSpPr>
            <p:nvPr/>
          </p:nvSpPr>
          <p:spPr bwMode="auto">
            <a:xfrm>
              <a:off x="5714469" y="6679886"/>
              <a:ext cx="805991" cy="1004731"/>
            </a:xfrm>
            <a:custGeom>
              <a:avLst/>
              <a:gdLst>
                <a:gd name="T0" fmla="*/ 402996 w 21600"/>
                <a:gd name="T1" fmla="*/ 502366 h 21600"/>
                <a:gd name="T2" fmla="*/ 402996 w 21600"/>
                <a:gd name="T3" fmla="*/ 502366 h 21600"/>
                <a:gd name="T4" fmla="*/ 402996 w 21600"/>
                <a:gd name="T5" fmla="*/ 502366 h 21600"/>
                <a:gd name="T6" fmla="*/ 402996 w 21600"/>
                <a:gd name="T7" fmla="*/ 5023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83" y="21600"/>
                  </a:moveTo>
                  <a:lnTo>
                    <a:pt x="16416" y="21009"/>
                  </a:lnTo>
                  <a:lnTo>
                    <a:pt x="17172" y="18140"/>
                  </a:lnTo>
                  <a:lnTo>
                    <a:pt x="17604" y="17550"/>
                  </a:lnTo>
                  <a:lnTo>
                    <a:pt x="16848" y="17212"/>
                  </a:lnTo>
                  <a:lnTo>
                    <a:pt x="16416" y="16959"/>
                  </a:lnTo>
                  <a:lnTo>
                    <a:pt x="15983" y="16621"/>
                  </a:lnTo>
                  <a:lnTo>
                    <a:pt x="15983" y="15693"/>
                  </a:lnTo>
                  <a:lnTo>
                    <a:pt x="17604" y="15693"/>
                  </a:lnTo>
                  <a:lnTo>
                    <a:pt x="17604" y="15356"/>
                  </a:lnTo>
                  <a:lnTo>
                    <a:pt x="17172" y="14765"/>
                  </a:lnTo>
                  <a:lnTo>
                    <a:pt x="16848" y="14765"/>
                  </a:lnTo>
                  <a:lnTo>
                    <a:pt x="16416" y="14428"/>
                  </a:lnTo>
                  <a:lnTo>
                    <a:pt x="16848" y="14090"/>
                  </a:lnTo>
                  <a:lnTo>
                    <a:pt x="18791" y="14090"/>
                  </a:lnTo>
                  <a:lnTo>
                    <a:pt x="18791" y="13753"/>
                  </a:lnTo>
                  <a:lnTo>
                    <a:pt x="19224" y="13753"/>
                  </a:lnTo>
                  <a:lnTo>
                    <a:pt x="19656" y="14090"/>
                  </a:lnTo>
                  <a:lnTo>
                    <a:pt x="19980" y="13753"/>
                  </a:lnTo>
                  <a:lnTo>
                    <a:pt x="20412" y="13500"/>
                  </a:lnTo>
                  <a:lnTo>
                    <a:pt x="20412" y="13753"/>
                  </a:lnTo>
                  <a:lnTo>
                    <a:pt x="20844" y="14090"/>
                  </a:lnTo>
                  <a:lnTo>
                    <a:pt x="20844" y="14765"/>
                  </a:lnTo>
                  <a:lnTo>
                    <a:pt x="21600" y="14765"/>
                  </a:lnTo>
                  <a:lnTo>
                    <a:pt x="21168" y="14428"/>
                  </a:lnTo>
                  <a:lnTo>
                    <a:pt x="21168" y="13753"/>
                  </a:lnTo>
                  <a:lnTo>
                    <a:pt x="20844" y="13500"/>
                  </a:lnTo>
                  <a:lnTo>
                    <a:pt x="20844" y="13162"/>
                  </a:lnTo>
                  <a:lnTo>
                    <a:pt x="20412" y="12825"/>
                  </a:lnTo>
                  <a:lnTo>
                    <a:pt x="19980" y="12825"/>
                  </a:lnTo>
                  <a:lnTo>
                    <a:pt x="19980" y="12571"/>
                  </a:lnTo>
                  <a:lnTo>
                    <a:pt x="20412" y="11896"/>
                  </a:lnTo>
                  <a:lnTo>
                    <a:pt x="19980" y="11306"/>
                  </a:lnTo>
                  <a:lnTo>
                    <a:pt x="19980" y="9365"/>
                  </a:lnTo>
                  <a:lnTo>
                    <a:pt x="20412" y="9112"/>
                  </a:lnTo>
                  <a:lnTo>
                    <a:pt x="20844" y="9112"/>
                  </a:lnTo>
                  <a:lnTo>
                    <a:pt x="20844" y="8184"/>
                  </a:lnTo>
                  <a:lnTo>
                    <a:pt x="17604" y="8184"/>
                  </a:lnTo>
                  <a:lnTo>
                    <a:pt x="15983" y="7256"/>
                  </a:lnTo>
                  <a:lnTo>
                    <a:pt x="15227" y="6918"/>
                  </a:lnTo>
                  <a:lnTo>
                    <a:pt x="14795" y="7256"/>
                  </a:lnTo>
                  <a:lnTo>
                    <a:pt x="14364" y="6918"/>
                  </a:lnTo>
                  <a:lnTo>
                    <a:pt x="13608" y="6918"/>
                  </a:lnTo>
                  <a:lnTo>
                    <a:pt x="13608" y="7256"/>
                  </a:lnTo>
                  <a:lnTo>
                    <a:pt x="13176" y="6918"/>
                  </a:lnTo>
                  <a:lnTo>
                    <a:pt x="12420" y="6918"/>
                  </a:lnTo>
                  <a:lnTo>
                    <a:pt x="11987" y="6581"/>
                  </a:lnTo>
                  <a:lnTo>
                    <a:pt x="11987" y="5653"/>
                  </a:lnTo>
                  <a:lnTo>
                    <a:pt x="11663" y="5315"/>
                  </a:lnTo>
                  <a:lnTo>
                    <a:pt x="11231" y="4387"/>
                  </a:lnTo>
                  <a:lnTo>
                    <a:pt x="10368" y="4387"/>
                  </a:lnTo>
                  <a:lnTo>
                    <a:pt x="10368" y="4049"/>
                  </a:lnTo>
                  <a:lnTo>
                    <a:pt x="10800" y="3796"/>
                  </a:lnTo>
                  <a:lnTo>
                    <a:pt x="10800" y="2868"/>
                  </a:lnTo>
                  <a:lnTo>
                    <a:pt x="11663" y="2531"/>
                  </a:lnTo>
                  <a:lnTo>
                    <a:pt x="11663" y="2193"/>
                  </a:lnTo>
                  <a:lnTo>
                    <a:pt x="11987" y="1856"/>
                  </a:lnTo>
                  <a:lnTo>
                    <a:pt x="12420" y="1856"/>
                  </a:lnTo>
                  <a:lnTo>
                    <a:pt x="12420" y="1603"/>
                  </a:lnTo>
                  <a:lnTo>
                    <a:pt x="13176" y="1265"/>
                  </a:lnTo>
                  <a:lnTo>
                    <a:pt x="14039" y="928"/>
                  </a:lnTo>
                  <a:lnTo>
                    <a:pt x="14364" y="928"/>
                  </a:lnTo>
                  <a:lnTo>
                    <a:pt x="14364" y="337"/>
                  </a:lnTo>
                  <a:lnTo>
                    <a:pt x="13608" y="0"/>
                  </a:lnTo>
                  <a:lnTo>
                    <a:pt x="13176" y="337"/>
                  </a:lnTo>
                  <a:lnTo>
                    <a:pt x="12420" y="337"/>
                  </a:lnTo>
                  <a:lnTo>
                    <a:pt x="12420" y="928"/>
                  </a:lnTo>
                  <a:lnTo>
                    <a:pt x="11663" y="928"/>
                  </a:lnTo>
                  <a:lnTo>
                    <a:pt x="10800" y="1603"/>
                  </a:lnTo>
                  <a:lnTo>
                    <a:pt x="8856" y="1603"/>
                  </a:lnTo>
                  <a:lnTo>
                    <a:pt x="8856" y="2531"/>
                  </a:lnTo>
                  <a:lnTo>
                    <a:pt x="8424" y="2193"/>
                  </a:lnTo>
                  <a:lnTo>
                    <a:pt x="8856" y="1856"/>
                  </a:lnTo>
                  <a:lnTo>
                    <a:pt x="7667" y="1856"/>
                  </a:lnTo>
                  <a:lnTo>
                    <a:pt x="7235" y="2193"/>
                  </a:lnTo>
                  <a:lnTo>
                    <a:pt x="6804" y="2193"/>
                  </a:lnTo>
                  <a:lnTo>
                    <a:pt x="6804" y="2531"/>
                  </a:lnTo>
                  <a:lnTo>
                    <a:pt x="6047" y="3121"/>
                  </a:lnTo>
                  <a:lnTo>
                    <a:pt x="6047" y="3459"/>
                  </a:lnTo>
                  <a:lnTo>
                    <a:pt x="6371" y="3459"/>
                  </a:lnTo>
                  <a:lnTo>
                    <a:pt x="6371" y="3796"/>
                  </a:lnTo>
                  <a:lnTo>
                    <a:pt x="6047" y="4049"/>
                  </a:lnTo>
                  <a:lnTo>
                    <a:pt x="5615" y="4049"/>
                  </a:lnTo>
                  <a:lnTo>
                    <a:pt x="4859" y="4387"/>
                  </a:lnTo>
                  <a:lnTo>
                    <a:pt x="4427" y="4724"/>
                  </a:lnTo>
                  <a:lnTo>
                    <a:pt x="4427" y="5062"/>
                  </a:lnTo>
                  <a:lnTo>
                    <a:pt x="3995" y="5062"/>
                  </a:lnTo>
                  <a:lnTo>
                    <a:pt x="4427" y="5315"/>
                  </a:lnTo>
                  <a:lnTo>
                    <a:pt x="4427" y="5653"/>
                  </a:lnTo>
                  <a:lnTo>
                    <a:pt x="3995" y="5990"/>
                  </a:lnTo>
                  <a:lnTo>
                    <a:pt x="3563" y="5653"/>
                  </a:lnTo>
                  <a:lnTo>
                    <a:pt x="3995" y="5653"/>
                  </a:lnTo>
                  <a:lnTo>
                    <a:pt x="3239" y="5062"/>
                  </a:lnTo>
                  <a:lnTo>
                    <a:pt x="2807" y="5062"/>
                  </a:lnTo>
                  <a:lnTo>
                    <a:pt x="3239" y="5315"/>
                  </a:lnTo>
                  <a:lnTo>
                    <a:pt x="3239" y="5653"/>
                  </a:lnTo>
                  <a:lnTo>
                    <a:pt x="2807" y="5990"/>
                  </a:lnTo>
                  <a:lnTo>
                    <a:pt x="2807" y="6243"/>
                  </a:lnTo>
                  <a:lnTo>
                    <a:pt x="2375" y="6243"/>
                  </a:lnTo>
                  <a:lnTo>
                    <a:pt x="2051" y="6918"/>
                  </a:lnTo>
                  <a:lnTo>
                    <a:pt x="2375" y="6918"/>
                  </a:lnTo>
                  <a:lnTo>
                    <a:pt x="2375" y="7509"/>
                  </a:lnTo>
                  <a:lnTo>
                    <a:pt x="2807" y="7846"/>
                  </a:lnTo>
                  <a:lnTo>
                    <a:pt x="3239" y="7509"/>
                  </a:lnTo>
                  <a:lnTo>
                    <a:pt x="3239" y="8184"/>
                  </a:lnTo>
                  <a:lnTo>
                    <a:pt x="2807" y="8184"/>
                  </a:lnTo>
                  <a:lnTo>
                    <a:pt x="2807" y="8437"/>
                  </a:lnTo>
                  <a:lnTo>
                    <a:pt x="3239" y="8437"/>
                  </a:lnTo>
                  <a:lnTo>
                    <a:pt x="3239" y="8775"/>
                  </a:lnTo>
                  <a:lnTo>
                    <a:pt x="2807" y="9112"/>
                  </a:lnTo>
                  <a:lnTo>
                    <a:pt x="3239" y="9365"/>
                  </a:lnTo>
                  <a:lnTo>
                    <a:pt x="3239" y="10378"/>
                  </a:lnTo>
                  <a:lnTo>
                    <a:pt x="2807" y="10631"/>
                  </a:lnTo>
                  <a:lnTo>
                    <a:pt x="2807" y="10968"/>
                  </a:lnTo>
                  <a:lnTo>
                    <a:pt x="3239" y="10968"/>
                  </a:lnTo>
                  <a:lnTo>
                    <a:pt x="3563" y="11306"/>
                  </a:lnTo>
                  <a:lnTo>
                    <a:pt x="3563" y="11559"/>
                  </a:lnTo>
                  <a:lnTo>
                    <a:pt x="3239" y="11896"/>
                  </a:lnTo>
                  <a:lnTo>
                    <a:pt x="2051" y="12825"/>
                  </a:lnTo>
                  <a:lnTo>
                    <a:pt x="1187" y="12825"/>
                  </a:lnTo>
                  <a:lnTo>
                    <a:pt x="863" y="13162"/>
                  </a:lnTo>
                  <a:lnTo>
                    <a:pt x="431" y="13753"/>
                  </a:lnTo>
                  <a:lnTo>
                    <a:pt x="431" y="14090"/>
                  </a:lnTo>
                  <a:lnTo>
                    <a:pt x="0" y="14428"/>
                  </a:lnTo>
                  <a:lnTo>
                    <a:pt x="863" y="14428"/>
                  </a:lnTo>
                  <a:lnTo>
                    <a:pt x="1187" y="14765"/>
                  </a:lnTo>
                  <a:lnTo>
                    <a:pt x="2051" y="15018"/>
                  </a:lnTo>
                  <a:lnTo>
                    <a:pt x="2375" y="15018"/>
                  </a:lnTo>
                  <a:lnTo>
                    <a:pt x="2807" y="15356"/>
                  </a:lnTo>
                  <a:lnTo>
                    <a:pt x="2807" y="15946"/>
                  </a:lnTo>
                  <a:lnTo>
                    <a:pt x="3995" y="15946"/>
                  </a:lnTo>
                  <a:lnTo>
                    <a:pt x="3995" y="16284"/>
                  </a:lnTo>
                  <a:lnTo>
                    <a:pt x="4859" y="16284"/>
                  </a:lnTo>
                  <a:lnTo>
                    <a:pt x="4859" y="15946"/>
                  </a:lnTo>
                  <a:lnTo>
                    <a:pt x="5183" y="15693"/>
                  </a:lnTo>
                  <a:lnTo>
                    <a:pt x="6047" y="15946"/>
                  </a:lnTo>
                  <a:lnTo>
                    <a:pt x="6047" y="16284"/>
                  </a:lnTo>
                  <a:lnTo>
                    <a:pt x="6804" y="16284"/>
                  </a:lnTo>
                  <a:lnTo>
                    <a:pt x="7667" y="16621"/>
                  </a:lnTo>
                  <a:lnTo>
                    <a:pt x="7991" y="16621"/>
                  </a:lnTo>
                  <a:lnTo>
                    <a:pt x="8424" y="16959"/>
                  </a:lnTo>
                  <a:lnTo>
                    <a:pt x="8424" y="17212"/>
                  </a:lnTo>
                  <a:lnTo>
                    <a:pt x="8856" y="17550"/>
                  </a:lnTo>
                  <a:lnTo>
                    <a:pt x="9611" y="17887"/>
                  </a:lnTo>
                  <a:lnTo>
                    <a:pt x="10044" y="18140"/>
                  </a:lnTo>
                  <a:lnTo>
                    <a:pt x="10044" y="18478"/>
                  </a:lnTo>
                  <a:lnTo>
                    <a:pt x="10368" y="18478"/>
                  </a:lnTo>
                  <a:lnTo>
                    <a:pt x="10368" y="18815"/>
                  </a:lnTo>
                  <a:lnTo>
                    <a:pt x="10800" y="19068"/>
                  </a:lnTo>
                  <a:lnTo>
                    <a:pt x="10368" y="19068"/>
                  </a:lnTo>
                  <a:lnTo>
                    <a:pt x="10800" y="19406"/>
                  </a:lnTo>
                  <a:lnTo>
                    <a:pt x="12420" y="19406"/>
                  </a:lnTo>
                  <a:lnTo>
                    <a:pt x="12851" y="19068"/>
                  </a:lnTo>
                  <a:lnTo>
                    <a:pt x="13176" y="19068"/>
                  </a:lnTo>
                  <a:lnTo>
                    <a:pt x="13608" y="19406"/>
                  </a:lnTo>
                  <a:lnTo>
                    <a:pt x="14364" y="19068"/>
                  </a:lnTo>
                  <a:lnTo>
                    <a:pt x="15227" y="19068"/>
                  </a:lnTo>
                  <a:lnTo>
                    <a:pt x="15660" y="19406"/>
                  </a:lnTo>
                  <a:lnTo>
                    <a:pt x="15983" y="19406"/>
                  </a:lnTo>
                  <a:lnTo>
                    <a:pt x="15983" y="19743"/>
                  </a:lnTo>
                  <a:lnTo>
                    <a:pt x="14795" y="21009"/>
                  </a:lnTo>
                  <a:lnTo>
                    <a:pt x="14795" y="21262"/>
                  </a:lnTo>
                  <a:lnTo>
                    <a:pt x="15227" y="21262"/>
                  </a:lnTo>
                  <a:lnTo>
                    <a:pt x="15660" y="21009"/>
                  </a:lnTo>
                  <a:lnTo>
                    <a:pt x="15983" y="21262"/>
                  </a:lnTo>
                  <a:lnTo>
                    <a:pt x="15983"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9" name="AutoShape 31"/>
            <p:cNvSpPr>
              <a:spLocks/>
            </p:cNvSpPr>
            <p:nvPr/>
          </p:nvSpPr>
          <p:spPr bwMode="auto">
            <a:xfrm>
              <a:off x="5581480" y="7351016"/>
              <a:ext cx="386877" cy="376776"/>
            </a:xfrm>
            <a:custGeom>
              <a:avLst/>
              <a:gdLst>
                <a:gd name="T0" fmla="*/ 193439 w 21600"/>
                <a:gd name="T1" fmla="*/ 188388 h 21600"/>
                <a:gd name="T2" fmla="*/ 193439 w 21600"/>
                <a:gd name="T3" fmla="*/ 188388 h 21600"/>
                <a:gd name="T4" fmla="*/ 193439 w 21600"/>
                <a:gd name="T5" fmla="*/ 188388 h 21600"/>
                <a:gd name="T6" fmla="*/ 193439 w 21600"/>
                <a:gd name="T7" fmla="*/ 188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4949"/>
                  </a:moveTo>
                  <a:lnTo>
                    <a:pt x="20025" y="4949"/>
                  </a:lnTo>
                  <a:lnTo>
                    <a:pt x="20025" y="4049"/>
                  </a:lnTo>
                  <a:lnTo>
                    <a:pt x="18224" y="3374"/>
                  </a:lnTo>
                  <a:lnTo>
                    <a:pt x="17550" y="4049"/>
                  </a:lnTo>
                  <a:lnTo>
                    <a:pt x="17550" y="4949"/>
                  </a:lnTo>
                  <a:lnTo>
                    <a:pt x="15749" y="4949"/>
                  </a:lnTo>
                  <a:lnTo>
                    <a:pt x="15749" y="4049"/>
                  </a:lnTo>
                  <a:lnTo>
                    <a:pt x="13275" y="4049"/>
                  </a:lnTo>
                  <a:lnTo>
                    <a:pt x="13275" y="2474"/>
                  </a:lnTo>
                  <a:lnTo>
                    <a:pt x="12374" y="1574"/>
                  </a:lnTo>
                  <a:lnTo>
                    <a:pt x="11699" y="1574"/>
                  </a:lnTo>
                  <a:lnTo>
                    <a:pt x="9900" y="899"/>
                  </a:lnTo>
                  <a:lnTo>
                    <a:pt x="9224" y="0"/>
                  </a:lnTo>
                  <a:lnTo>
                    <a:pt x="7424" y="0"/>
                  </a:lnTo>
                  <a:lnTo>
                    <a:pt x="7424" y="899"/>
                  </a:lnTo>
                  <a:lnTo>
                    <a:pt x="6524" y="899"/>
                  </a:lnTo>
                  <a:lnTo>
                    <a:pt x="4950" y="1574"/>
                  </a:lnTo>
                  <a:lnTo>
                    <a:pt x="4049" y="1574"/>
                  </a:lnTo>
                  <a:lnTo>
                    <a:pt x="2475" y="2474"/>
                  </a:lnTo>
                  <a:lnTo>
                    <a:pt x="3375" y="3374"/>
                  </a:lnTo>
                  <a:lnTo>
                    <a:pt x="3375" y="4949"/>
                  </a:lnTo>
                  <a:lnTo>
                    <a:pt x="2475" y="6750"/>
                  </a:lnTo>
                  <a:lnTo>
                    <a:pt x="1575" y="6750"/>
                  </a:lnTo>
                  <a:lnTo>
                    <a:pt x="2475" y="7424"/>
                  </a:lnTo>
                  <a:lnTo>
                    <a:pt x="1575" y="8324"/>
                  </a:lnTo>
                  <a:lnTo>
                    <a:pt x="900" y="8324"/>
                  </a:lnTo>
                  <a:lnTo>
                    <a:pt x="0" y="9225"/>
                  </a:lnTo>
                  <a:lnTo>
                    <a:pt x="900" y="9900"/>
                  </a:lnTo>
                  <a:lnTo>
                    <a:pt x="900" y="11699"/>
                  </a:lnTo>
                  <a:lnTo>
                    <a:pt x="0" y="12374"/>
                  </a:lnTo>
                  <a:lnTo>
                    <a:pt x="900" y="13274"/>
                  </a:lnTo>
                  <a:lnTo>
                    <a:pt x="1575" y="13274"/>
                  </a:lnTo>
                  <a:lnTo>
                    <a:pt x="1575" y="14175"/>
                  </a:lnTo>
                  <a:lnTo>
                    <a:pt x="2475" y="15075"/>
                  </a:lnTo>
                  <a:lnTo>
                    <a:pt x="2475" y="14175"/>
                  </a:lnTo>
                  <a:lnTo>
                    <a:pt x="3375" y="13274"/>
                  </a:lnTo>
                  <a:lnTo>
                    <a:pt x="4049" y="12374"/>
                  </a:lnTo>
                  <a:lnTo>
                    <a:pt x="4049" y="13274"/>
                  </a:lnTo>
                  <a:lnTo>
                    <a:pt x="4950" y="14175"/>
                  </a:lnTo>
                  <a:lnTo>
                    <a:pt x="4049" y="15075"/>
                  </a:lnTo>
                  <a:lnTo>
                    <a:pt x="4950" y="15750"/>
                  </a:lnTo>
                  <a:lnTo>
                    <a:pt x="4049" y="16649"/>
                  </a:lnTo>
                  <a:lnTo>
                    <a:pt x="3375" y="16649"/>
                  </a:lnTo>
                  <a:lnTo>
                    <a:pt x="3375" y="17550"/>
                  </a:lnTo>
                  <a:lnTo>
                    <a:pt x="4049" y="18224"/>
                  </a:lnTo>
                  <a:lnTo>
                    <a:pt x="3375" y="18224"/>
                  </a:lnTo>
                  <a:lnTo>
                    <a:pt x="2475" y="19125"/>
                  </a:lnTo>
                  <a:lnTo>
                    <a:pt x="2475" y="20025"/>
                  </a:lnTo>
                  <a:lnTo>
                    <a:pt x="3375" y="20025"/>
                  </a:lnTo>
                  <a:lnTo>
                    <a:pt x="4049" y="19125"/>
                  </a:lnTo>
                  <a:lnTo>
                    <a:pt x="4049" y="20025"/>
                  </a:lnTo>
                  <a:lnTo>
                    <a:pt x="6524" y="20025"/>
                  </a:lnTo>
                  <a:lnTo>
                    <a:pt x="7424" y="21600"/>
                  </a:lnTo>
                  <a:lnTo>
                    <a:pt x="8324" y="20925"/>
                  </a:lnTo>
                  <a:lnTo>
                    <a:pt x="11699" y="15750"/>
                  </a:lnTo>
                  <a:lnTo>
                    <a:pt x="11699" y="15075"/>
                  </a:lnTo>
                  <a:lnTo>
                    <a:pt x="15749" y="14175"/>
                  </a:lnTo>
                  <a:lnTo>
                    <a:pt x="17550" y="13274"/>
                  </a:lnTo>
                  <a:lnTo>
                    <a:pt x="20025" y="10800"/>
                  </a:lnTo>
                  <a:lnTo>
                    <a:pt x="20700" y="9225"/>
                  </a:lnTo>
                  <a:lnTo>
                    <a:pt x="21599" y="9225"/>
                  </a:lnTo>
                  <a:lnTo>
                    <a:pt x="21599" y="6750"/>
                  </a:lnTo>
                  <a:lnTo>
                    <a:pt x="20700" y="5849"/>
                  </a:lnTo>
                  <a:lnTo>
                    <a:pt x="20700" y="4949"/>
                  </a:lnTo>
                  <a:close/>
                  <a:moveTo>
                    <a:pt x="2475" y="15750"/>
                  </a:moveTo>
                  <a:lnTo>
                    <a:pt x="3375" y="15075"/>
                  </a:lnTo>
                  <a:lnTo>
                    <a:pt x="3375" y="14175"/>
                  </a:lnTo>
                  <a:lnTo>
                    <a:pt x="3375" y="15750"/>
                  </a:lnTo>
                  <a:lnTo>
                    <a:pt x="2475" y="1575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0" name="AutoShape 32"/>
            <p:cNvSpPr>
              <a:spLocks/>
            </p:cNvSpPr>
            <p:nvPr/>
          </p:nvSpPr>
          <p:spPr bwMode="auto">
            <a:xfrm>
              <a:off x="5565365" y="7437359"/>
              <a:ext cx="850323" cy="1106775"/>
            </a:xfrm>
            <a:custGeom>
              <a:avLst/>
              <a:gdLst>
                <a:gd name="T0" fmla="*/ 425162 w 21600"/>
                <a:gd name="T1" fmla="*/ 553388 h 21600"/>
                <a:gd name="T2" fmla="*/ 425162 w 21600"/>
                <a:gd name="T3" fmla="*/ 553388 h 21600"/>
                <a:gd name="T4" fmla="*/ 425162 w 21600"/>
                <a:gd name="T5" fmla="*/ 553388 h 21600"/>
                <a:gd name="T6" fmla="*/ 425162 w 21600"/>
                <a:gd name="T7" fmla="*/ 553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64" y="12791"/>
                  </a:moveTo>
                  <a:lnTo>
                    <a:pt x="18631" y="12791"/>
                  </a:lnTo>
                  <a:lnTo>
                    <a:pt x="18631" y="12485"/>
                  </a:lnTo>
                  <a:lnTo>
                    <a:pt x="18221" y="11642"/>
                  </a:lnTo>
                  <a:lnTo>
                    <a:pt x="18221" y="11336"/>
                  </a:lnTo>
                  <a:lnTo>
                    <a:pt x="18631" y="11336"/>
                  </a:lnTo>
                  <a:lnTo>
                    <a:pt x="18631" y="11106"/>
                  </a:lnTo>
                  <a:lnTo>
                    <a:pt x="18221" y="10800"/>
                  </a:lnTo>
                  <a:lnTo>
                    <a:pt x="17095" y="11642"/>
                  </a:lnTo>
                  <a:lnTo>
                    <a:pt x="15560" y="11642"/>
                  </a:lnTo>
                  <a:lnTo>
                    <a:pt x="15560" y="11106"/>
                  </a:lnTo>
                  <a:lnTo>
                    <a:pt x="15150" y="10800"/>
                  </a:lnTo>
                  <a:lnTo>
                    <a:pt x="13308" y="10800"/>
                  </a:lnTo>
                  <a:lnTo>
                    <a:pt x="14024" y="10493"/>
                  </a:lnTo>
                  <a:lnTo>
                    <a:pt x="12898" y="9651"/>
                  </a:lnTo>
                  <a:lnTo>
                    <a:pt x="12489" y="9421"/>
                  </a:lnTo>
                  <a:lnTo>
                    <a:pt x="12489" y="8808"/>
                  </a:lnTo>
                  <a:lnTo>
                    <a:pt x="12898" y="8502"/>
                  </a:lnTo>
                  <a:lnTo>
                    <a:pt x="12489" y="8272"/>
                  </a:lnTo>
                  <a:lnTo>
                    <a:pt x="12898" y="8272"/>
                  </a:lnTo>
                  <a:lnTo>
                    <a:pt x="12898" y="7965"/>
                  </a:lnTo>
                  <a:lnTo>
                    <a:pt x="13308" y="7659"/>
                  </a:lnTo>
                  <a:lnTo>
                    <a:pt x="13615" y="7659"/>
                  </a:lnTo>
                  <a:lnTo>
                    <a:pt x="13615" y="7123"/>
                  </a:lnTo>
                  <a:lnTo>
                    <a:pt x="14024" y="6510"/>
                  </a:lnTo>
                  <a:lnTo>
                    <a:pt x="14024" y="5974"/>
                  </a:lnTo>
                  <a:lnTo>
                    <a:pt x="14434" y="5974"/>
                  </a:lnTo>
                  <a:lnTo>
                    <a:pt x="15150" y="5438"/>
                  </a:lnTo>
                  <a:lnTo>
                    <a:pt x="15560" y="5438"/>
                  </a:lnTo>
                  <a:lnTo>
                    <a:pt x="16276" y="5131"/>
                  </a:lnTo>
                  <a:lnTo>
                    <a:pt x="17402" y="4825"/>
                  </a:lnTo>
                  <a:lnTo>
                    <a:pt x="18631" y="4825"/>
                  </a:lnTo>
                  <a:lnTo>
                    <a:pt x="18631" y="5131"/>
                  </a:lnTo>
                  <a:lnTo>
                    <a:pt x="18938" y="5131"/>
                  </a:lnTo>
                  <a:lnTo>
                    <a:pt x="18938" y="4519"/>
                  </a:lnTo>
                  <a:lnTo>
                    <a:pt x="18631" y="4289"/>
                  </a:lnTo>
                  <a:lnTo>
                    <a:pt x="18221" y="4519"/>
                  </a:lnTo>
                  <a:lnTo>
                    <a:pt x="17812" y="4519"/>
                  </a:lnTo>
                  <a:lnTo>
                    <a:pt x="17812" y="4289"/>
                  </a:lnTo>
                  <a:lnTo>
                    <a:pt x="18938" y="3140"/>
                  </a:lnTo>
                  <a:lnTo>
                    <a:pt x="18938" y="2834"/>
                  </a:lnTo>
                  <a:lnTo>
                    <a:pt x="18631" y="2834"/>
                  </a:lnTo>
                  <a:lnTo>
                    <a:pt x="18221" y="2527"/>
                  </a:lnTo>
                  <a:lnTo>
                    <a:pt x="17402" y="2527"/>
                  </a:lnTo>
                  <a:lnTo>
                    <a:pt x="16686" y="2834"/>
                  </a:lnTo>
                  <a:lnTo>
                    <a:pt x="16276" y="2527"/>
                  </a:lnTo>
                  <a:lnTo>
                    <a:pt x="15969" y="2527"/>
                  </a:lnTo>
                  <a:lnTo>
                    <a:pt x="15560" y="2834"/>
                  </a:lnTo>
                  <a:lnTo>
                    <a:pt x="14024" y="2834"/>
                  </a:lnTo>
                  <a:lnTo>
                    <a:pt x="13615" y="2527"/>
                  </a:lnTo>
                  <a:lnTo>
                    <a:pt x="14024" y="2527"/>
                  </a:lnTo>
                  <a:lnTo>
                    <a:pt x="13615" y="2297"/>
                  </a:lnTo>
                  <a:lnTo>
                    <a:pt x="13615" y="1991"/>
                  </a:lnTo>
                  <a:lnTo>
                    <a:pt x="13308" y="1991"/>
                  </a:lnTo>
                  <a:lnTo>
                    <a:pt x="13308" y="1685"/>
                  </a:lnTo>
                  <a:lnTo>
                    <a:pt x="12898" y="1455"/>
                  </a:lnTo>
                  <a:lnTo>
                    <a:pt x="12181" y="1148"/>
                  </a:lnTo>
                  <a:lnTo>
                    <a:pt x="11772" y="842"/>
                  </a:lnTo>
                  <a:lnTo>
                    <a:pt x="11772" y="612"/>
                  </a:lnTo>
                  <a:lnTo>
                    <a:pt x="11363" y="306"/>
                  </a:lnTo>
                  <a:lnTo>
                    <a:pt x="11055" y="306"/>
                  </a:lnTo>
                  <a:lnTo>
                    <a:pt x="10236" y="0"/>
                  </a:lnTo>
                  <a:lnTo>
                    <a:pt x="9827" y="0"/>
                  </a:lnTo>
                  <a:lnTo>
                    <a:pt x="9827" y="306"/>
                  </a:lnTo>
                  <a:lnTo>
                    <a:pt x="10236" y="612"/>
                  </a:lnTo>
                  <a:lnTo>
                    <a:pt x="10236" y="1455"/>
                  </a:lnTo>
                  <a:lnTo>
                    <a:pt x="9827" y="1455"/>
                  </a:lnTo>
                  <a:lnTo>
                    <a:pt x="9520" y="1991"/>
                  </a:lnTo>
                  <a:lnTo>
                    <a:pt x="8394" y="2834"/>
                  </a:lnTo>
                  <a:lnTo>
                    <a:pt x="7575" y="3140"/>
                  </a:lnTo>
                  <a:lnTo>
                    <a:pt x="5732" y="3446"/>
                  </a:lnTo>
                  <a:lnTo>
                    <a:pt x="5732" y="3676"/>
                  </a:lnTo>
                  <a:lnTo>
                    <a:pt x="4197" y="5438"/>
                  </a:lnTo>
                  <a:lnTo>
                    <a:pt x="3787" y="5668"/>
                  </a:lnTo>
                  <a:lnTo>
                    <a:pt x="3378" y="5131"/>
                  </a:lnTo>
                  <a:lnTo>
                    <a:pt x="2252" y="5131"/>
                  </a:lnTo>
                  <a:lnTo>
                    <a:pt x="2252" y="4825"/>
                  </a:lnTo>
                  <a:lnTo>
                    <a:pt x="1945" y="5131"/>
                  </a:lnTo>
                  <a:lnTo>
                    <a:pt x="1535" y="5131"/>
                  </a:lnTo>
                  <a:lnTo>
                    <a:pt x="1535" y="4825"/>
                  </a:lnTo>
                  <a:lnTo>
                    <a:pt x="1945" y="4519"/>
                  </a:lnTo>
                  <a:lnTo>
                    <a:pt x="2252" y="4519"/>
                  </a:lnTo>
                  <a:lnTo>
                    <a:pt x="1945" y="4289"/>
                  </a:lnTo>
                  <a:lnTo>
                    <a:pt x="1945" y="3982"/>
                  </a:lnTo>
                  <a:lnTo>
                    <a:pt x="1126" y="4289"/>
                  </a:lnTo>
                  <a:lnTo>
                    <a:pt x="818" y="4519"/>
                  </a:lnTo>
                  <a:lnTo>
                    <a:pt x="0" y="4825"/>
                  </a:lnTo>
                  <a:lnTo>
                    <a:pt x="0" y="5668"/>
                  </a:lnTo>
                  <a:lnTo>
                    <a:pt x="409" y="5974"/>
                  </a:lnTo>
                  <a:lnTo>
                    <a:pt x="0" y="5974"/>
                  </a:lnTo>
                  <a:lnTo>
                    <a:pt x="409" y="6280"/>
                  </a:lnTo>
                  <a:lnTo>
                    <a:pt x="818" y="6510"/>
                  </a:lnTo>
                  <a:lnTo>
                    <a:pt x="409" y="6817"/>
                  </a:lnTo>
                  <a:lnTo>
                    <a:pt x="0" y="6817"/>
                  </a:lnTo>
                  <a:lnTo>
                    <a:pt x="0" y="7123"/>
                  </a:lnTo>
                  <a:lnTo>
                    <a:pt x="409" y="7429"/>
                  </a:lnTo>
                  <a:lnTo>
                    <a:pt x="1126" y="7659"/>
                  </a:lnTo>
                  <a:lnTo>
                    <a:pt x="1535" y="7659"/>
                  </a:lnTo>
                  <a:lnTo>
                    <a:pt x="2252" y="7965"/>
                  </a:lnTo>
                  <a:lnTo>
                    <a:pt x="2661" y="7965"/>
                  </a:lnTo>
                  <a:lnTo>
                    <a:pt x="2661" y="8272"/>
                  </a:lnTo>
                  <a:lnTo>
                    <a:pt x="3071" y="8502"/>
                  </a:lnTo>
                  <a:lnTo>
                    <a:pt x="3071" y="8808"/>
                  </a:lnTo>
                  <a:lnTo>
                    <a:pt x="3378" y="9114"/>
                  </a:lnTo>
                  <a:lnTo>
                    <a:pt x="3787" y="9421"/>
                  </a:lnTo>
                  <a:lnTo>
                    <a:pt x="4197" y="9651"/>
                  </a:lnTo>
                  <a:lnTo>
                    <a:pt x="4197" y="9957"/>
                  </a:lnTo>
                  <a:lnTo>
                    <a:pt x="4606" y="10263"/>
                  </a:lnTo>
                  <a:lnTo>
                    <a:pt x="4606" y="10493"/>
                  </a:lnTo>
                  <a:lnTo>
                    <a:pt x="4913" y="10800"/>
                  </a:lnTo>
                  <a:lnTo>
                    <a:pt x="4913" y="11106"/>
                  </a:lnTo>
                  <a:lnTo>
                    <a:pt x="5323" y="11336"/>
                  </a:lnTo>
                  <a:lnTo>
                    <a:pt x="5323" y="11642"/>
                  </a:lnTo>
                  <a:lnTo>
                    <a:pt x="5732" y="12255"/>
                  </a:lnTo>
                  <a:lnTo>
                    <a:pt x="6449" y="12791"/>
                  </a:lnTo>
                  <a:lnTo>
                    <a:pt x="6449" y="13097"/>
                  </a:lnTo>
                  <a:lnTo>
                    <a:pt x="7165" y="13634"/>
                  </a:lnTo>
                  <a:lnTo>
                    <a:pt x="7165" y="13940"/>
                  </a:lnTo>
                  <a:lnTo>
                    <a:pt x="7575" y="14246"/>
                  </a:lnTo>
                  <a:lnTo>
                    <a:pt x="7984" y="14246"/>
                  </a:lnTo>
                  <a:lnTo>
                    <a:pt x="7984" y="14476"/>
                  </a:lnTo>
                  <a:lnTo>
                    <a:pt x="8394" y="15089"/>
                  </a:lnTo>
                  <a:lnTo>
                    <a:pt x="8701" y="15319"/>
                  </a:lnTo>
                  <a:lnTo>
                    <a:pt x="9110" y="15931"/>
                  </a:lnTo>
                  <a:lnTo>
                    <a:pt x="9110" y="16238"/>
                  </a:lnTo>
                  <a:lnTo>
                    <a:pt x="8701" y="16238"/>
                  </a:lnTo>
                  <a:lnTo>
                    <a:pt x="8701" y="16468"/>
                  </a:lnTo>
                  <a:lnTo>
                    <a:pt x="9110" y="16468"/>
                  </a:lnTo>
                  <a:lnTo>
                    <a:pt x="9520" y="16774"/>
                  </a:lnTo>
                  <a:lnTo>
                    <a:pt x="9827" y="17080"/>
                  </a:lnTo>
                  <a:lnTo>
                    <a:pt x="10236" y="17310"/>
                  </a:lnTo>
                  <a:lnTo>
                    <a:pt x="10236" y="17617"/>
                  </a:lnTo>
                  <a:lnTo>
                    <a:pt x="11055" y="17617"/>
                  </a:lnTo>
                  <a:lnTo>
                    <a:pt x="11055" y="17923"/>
                  </a:lnTo>
                  <a:lnTo>
                    <a:pt x="11363" y="17923"/>
                  </a:lnTo>
                  <a:lnTo>
                    <a:pt x="11363" y="18153"/>
                  </a:lnTo>
                  <a:lnTo>
                    <a:pt x="12181" y="18153"/>
                  </a:lnTo>
                  <a:lnTo>
                    <a:pt x="12181" y="17923"/>
                  </a:lnTo>
                  <a:lnTo>
                    <a:pt x="12181" y="18459"/>
                  </a:lnTo>
                  <a:lnTo>
                    <a:pt x="12898" y="18459"/>
                  </a:lnTo>
                  <a:lnTo>
                    <a:pt x="13308" y="18765"/>
                  </a:lnTo>
                  <a:lnTo>
                    <a:pt x="13308" y="19072"/>
                  </a:lnTo>
                  <a:lnTo>
                    <a:pt x="14434" y="19072"/>
                  </a:lnTo>
                  <a:lnTo>
                    <a:pt x="14843" y="19302"/>
                  </a:lnTo>
                  <a:lnTo>
                    <a:pt x="15150" y="19608"/>
                  </a:lnTo>
                  <a:lnTo>
                    <a:pt x="15969" y="19608"/>
                  </a:lnTo>
                  <a:lnTo>
                    <a:pt x="16276" y="19914"/>
                  </a:lnTo>
                  <a:lnTo>
                    <a:pt x="16686" y="20144"/>
                  </a:lnTo>
                  <a:lnTo>
                    <a:pt x="17095" y="20144"/>
                  </a:lnTo>
                  <a:lnTo>
                    <a:pt x="17095" y="20451"/>
                  </a:lnTo>
                  <a:lnTo>
                    <a:pt x="17402" y="20451"/>
                  </a:lnTo>
                  <a:lnTo>
                    <a:pt x="17402" y="20757"/>
                  </a:lnTo>
                  <a:lnTo>
                    <a:pt x="17812" y="20757"/>
                  </a:lnTo>
                  <a:lnTo>
                    <a:pt x="18221" y="21063"/>
                  </a:lnTo>
                  <a:lnTo>
                    <a:pt x="18631" y="21293"/>
                  </a:lnTo>
                  <a:lnTo>
                    <a:pt x="18938" y="21600"/>
                  </a:lnTo>
                  <a:lnTo>
                    <a:pt x="19757" y="21600"/>
                  </a:lnTo>
                  <a:lnTo>
                    <a:pt x="20064" y="21293"/>
                  </a:lnTo>
                  <a:lnTo>
                    <a:pt x="20473" y="21293"/>
                  </a:lnTo>
                  <a:lnTo>
                    <a:pt x="20883" y="21063"/>
                  </a:lnTo>
                  <a:lnTo>
                    <a:pt x="20473" y="20757"/>
                  </a:lnTo>
                  <a:lnTo>
                    <a:pt x="20883" y="20451"/>
                  </a:lnTo>
                  <a:lnTo>
                    <a:pt x="20473" y="20144"/>
                  </a:lnTo>
                  <a:lnTo>
                    <a:pt x="20883" y="19914"/>
                  </a:lnTo>
                  <a:lnTo>
                    <a:pt x="21190" y="19608"/>
                  </a:lnTo>
                  <a:lnTo>
                    <a:pt x="21599" y="19302"/>
                  </a:lnTo>
                  <a:lnTo>
                    <a:pt x="21599" y="19072"/>
                  </a:lnTo>
                  <a:lnTo>
                    <a:pt x="21190" y="18459"/>
                  </a:lnTo>
                  <a:lnTo>
                    <a:pt x="21190" y="17617"/>
                  </a:lnTo>
                  <a:lnTo>
                    <a:pt x="20883" y="17617"/>
                  </a:lnTo>
                  <a:lnTo>
                    <a:pt x="21190" y="17310"/>
                  </a:lnTo>
                  <a:lnTo>
                    <a:pt x="21190" y="14782"/>
                  </a:lnTo>
                  <a:lnTo>
                    <a:pt x="21599" y="14476"/>
                  </a:lnTo>
                  <a:lnTo>
                    <a:pt x="21599" y="14246"/>
                  </a:lnTo>
                  <a:lnTo>
                    <a:pt x="20064" y="12791"/>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1" name="AutoShape 33"/>
            <p:cNvSpPr>
              <a:spLocks/>
            </p:cNvSpPr>
            <p:nvPr/>
          </p:nvSpPr>
          <p:spPr bwMode="auto">
            <a:xfrm>
              <a:off x="6355230" y="8006447"/>
              <a:ext cx="822112" cy="812421"/>
            </a:xfrm>
            <a:custGeom>
              <a:avLst/>
              <a:gdLst>
                <a:gd name="T0" fmla="*/ 411056 w 21600"/>
                <a:gd name="T1" fmla="*/ 406211 h 21600"/>
                <a:gd name="T2" fmla="*/ 411056 w 21600"/>
                <a:gd name="T3" fmla="*/ 406211 h 21600"/>
                <a:gd name="T4" fmla="*/ 411056 w 21600"/>
                <a:gd name="T5" fmla="*/ 406211 h 21600"/>
                <a:gd name="T6" fmla="*/ 411056 w 21600"/>
                <a:gd name="T7" fmla="*/ 40621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58" y="16591"/>
                  </a:moveTo>
                  <a:lnTo>
                    <a:pt x="20858" y="15860"/>
                  </a:lnTo>
                  <a:lnTo>
                    <a:pt x="21600" y="14295"/>
                  </a:lnTo>
                  <a:lnTo>
                    <a:pt x="21600" y="13878"/>
                  </a:lnTo>
                  <a:lnTo>
                    <a:pt x="20858" y="12313"/>
                  </a:lnTo>
                  <a:lnTo>
                    <a:pt x="19694" y="11999"/>
                  </a:lnTo>
                  <a:lnTo>
                    <a:pt x="20011" y="11582"/>
                  </a:lnTo>
                  <a:lnTo>
                    <a:pt x="19694" y="10434"/>
                  </a:lnTo>
                  <a:lnTo>
                    <a:pt x="16517" y="10434"/>
                  </a:lnTo>
                  <a:lnTo>
                    <a:pt x="16517" y="9599"/>
                  </a:lnTo>
                  <a:lnTo>
                    <a:pt x="16094" y="8869"/>
                  </a:lnTo>
                  <a:lnTo>
                    <a:pt x="16094" y="6991"/>
                  </a:lnTo>
                  <a:lnTo>
                    <a:pt x="15352" y="6573"/>
                  </a:lnTo>
                  <a:lnTo>
                    <a:pt x="14188" y="6573"/>
                  </a:lnTo>
                  <a:lnTo>
                    <a:pt x="13764" y="6156"/>
                  </a:lnTo>
                  <a:lnTo>
                    <a:pt x="13341" y="6156"/>
                  </a:lnTo>
                  <a:lnTo>
                    <a:pt x="13341" y="5739"/>
                  </a:lnTo>
                  <a:lnTo>
                    <a:pt x="13023" y="5739"/>
                  </a:lnTo>
                  <a:lnTo>
                    <a:pt x="12176" y="5426"/>
                  </a:lnTo>
                  <a:lnTo>
                    <a:pt x="11752" y="5426"/>
                  </a:lnTo>
                  <a:lnTo>
                    <a:pt x="11435" y="5008"/>
                  </a:lnTo>
                  <a:lnTo>
                    <a:pt x="11011" y="5008"/>
                  </a:lnTo>
                  <a:lnTo>
                    <a:pt x="10270" y="4278"/>
                  </a:lnTo>
                  <a:lnTo>
                    <a:pt x="9423" y="4591"/>
                  </a:lnTo>
                  <a:lnTo>
                    <a:pt x="9105" y="4278"/>
                  </a:lnTo>
                  <a:lnTo>
                    <a:pt x="8258" y="4278"/>
                  </a:lnTo>
                  <a:lnTo>
                    <a:pt x="7835" y="3860"/>
                  </a:lnTo>
                  <a:lnTo>
                    <a:pt x="7835" y="3443"/>
                  </a:lnTo>
                  <a:lnTo>
                    <a:pt x="7517" y="3443"/>
                  </a:lnTo>
                  <a:lnTo>
                    <a:pt x="7094" y="2713"/>
                  </a:lnTo>
                  <a:lnTo>
                    <a:pt x="7517" y="2295"/>
                  </a:lnTo>
                  <a:lnTo>
                    <a:pt x="7094" y="1565"/>
                  </a:lnTo>
                  <a:lnTo>
                    <a:pt x="7517" y="1147"/>
                  </a:lnTo>
                  <a:lnTo>
                    <a:pt x="7094" y="730"/>
                  </a:lnTo>
                  <a:lnTo>
                    <a:pt x="7094" y="0"/>
                  </a:lnTo>
                  <a:lnTo>
                    <a:pt x="6670" y="313"/>
                  </a:lnTo>
                  <a:lnTo>
                    <a:pt x="6352" y="0"/>
                  </a:lnTo>
                  <a:lnTo>
                    <a:pt x="5929" y="0"/>
                  </a:lnTo>
                  <a:lnTo>
                    <a:pt x="5505" y="313"/>
                  </a:lnTo>
                  <a:lnTo>
                    <a:pt x="4764" y="313"/>
                  </a:lnTo>
                  <a:lnTo>
                    <a:pt x="3917" y="1147"/>
                  </a:lnTo>
                  <a:lnTo>
                    <a:pt x="3600" y="1565"/>
                  </a:lnTo>
                  <a:lnTo>
                    <a:pt x="3176" y="1878"/>
                  </a:lnTo>
                  <a:lnTo>
                    <a:pt x="2011" y="1878"/>
                  </a:lnTo>
                  <a:lnTo>
                    <a:pt x="1588" y="2295"/>
                  </a:lnTo>
                  <a:lnTo>
                    <a:pt x="0" y="2295"/>
                  </a:lnTo>
                  <a:lnTo>
                    <a:pt x="1588" y="4278"/>
                  </a:lnTo>
                  <a:lnTo>
                    <a:pt x="1588" y="4591"/>
                  </a:lnTo>
                  <a:lnTo>
                    <a:pt x="1164" y="5008"/>
                  </a:lnTo>
                  <a:lnTo>
                    <a:pt x="1164" y="8452"/>
                  </a:lnTo>
                  <a:lnTo>
                    <a:pt x="847" y="8869"/>
                  </a:lnTo>
                  <a:lnTo>
                    <a:pt x="1164" y="8869"/>
                  </a:lnTo>
                  <a:lnTo>
                    <a:pt x="1164" y="10017"/>
                  </a:lnTo>
                  <a:lnTo>
                    <a:pt x="1588" y="10852"/>
                  </a:lnTo>
                  <a:lnTo>
                    <a:pt x="1588" y="11165"/>
                  </a:lnTo>
                  <a:lnTo>
                    <a:pt x="1164" y="11582"/>
                  </a:lnTo>
                  <a:lnTo>
                    <a:pt x="847" y="11999"/>
                  </a:lnTo>
                  <a:lnTo>
                    <a:pt x="423" y="12313"/>
                  </a:lnTo>
                  <a:lnTo>
                    <a:pt x="847" y="12730"/>
                  </a:lnTo>
                  <a:lnTo>
                    <a:pt x="1164" y="13147"/>
                  </a:lnTo>
                  <a:lnTo>
                    <a:pt x="1164" y="13565"/>
                  </a:lnTo>
                  <a:lnTo>
                    <a:pt x="1588" y="13565"/>
                  </a:lnTo>
                  <a:lnTo>
                    <a:pt x="1588" y="15026"/>
                  </a:lnTo>
                  <a:lnTo>
                    <a:pt x="2011" y="15443"/>
                  </a:lnTo>
                  <a:lnTo>
                    <a:pt x="2752" y="15860"/>
                  </a:lnTo>
                  <a:lnTo>
                    <a:pt x="2752" y="17008"/>
                  </a:lnTo>
                  <a:lnTo>
                    <a:pt x="2435" y="17739"/>
                  </a:lnTo>
                  <a:lnTo>
                    <a:pt x="2435" y="18156"/>
                  </a:lnTo>
                  <a:lnTo>
                    <a:pt x="3600" y="18573"/>
                  </a:lnTo>
                  <a:lnTo>
                    <a:pt x="4764" y="21600"/>
                  </a:lnTo>
                  <a:lnTo>
                    <a:pt x="5505" y="21600"/>
                  </a:lnTo>
                  <a:lnTo>
                    <a:pt x="5929" y="21286"/>
                  </a:lnTo>
                  <a:lnTo>
                    <a:pt x="5929" y="20869"/>
                  </a:lnTo>
                  <a:lnTo>
                    <a:pt x="6670" y="20139"/>
                  </a:lnTo>
                  <a:lnTo>
                    <a:pt x="7094" y="20139"/>
                  </a:lnTo>
                  <a:lnTo>
                    <a:pt x="7517" y="20452"/>
                  </a:lnTo>
                  <a:lnTo>
                    <a:pt x="8258" y="20139"/>
                  </a:lnTo>
                  <a:lnTo>
                    <a:pt x="9847" y="20139"/>
                  </a:lnTo>
                  <a:lnTo>
                    <a:pt x="9847" y="20452"/>
                  </a:lnTo>
                  <a:lnTo>
                    <a:pt x="10270" y="21286"/>
                  </a:lnTo>
                  <a:lnTo>
                    <a:pt x="10270" y="20869"/>
                  </a:lnTo>
                  <a:lnTo>
                    <a:pt x="10588" y="20869"/>
                  </a:lnTo>
                  <a:lnTo>
                    <a:pt x="10588" y="20452"/>
                  </a:lnTo>
                  <a:lnTo>
                    <a:pt x="11011" y="20139"/>
                  </a:lnTo>
                  <a:lnTo>
                    <a:pt x="12600" y="20139"/>
                  </a:lnTo>
                  <a:lnTo>
                    <a:pt x="13023" y="20452"/>
                  </a:lnTo>
                  <a:lnTo>
                    <a:pt x="13341" y="19721"/>
                  </a:lnTo>
                  <a:lnTo>
                    <a:pt x="13764" y="18991"/>
                  </a:lnTo>
                  <a:lnTo>
                    <a:pt x="13764" y="18156"/>
                  </a:lnTo>
                  <a:lnTo>
                    <a:pt x="13341" y="17739"/>
                  </a:lnTo>
                  <a:lnTo>
                    <a:pt x="14188" y="17008"/>
                  </a:lnTo>
                  <a:lnTo>
                    <a:pt x="14188" y="16278"/>
                  </a:lnTo>
                  <a:lnTo>
                    <a:pt x="14505" y="16278"/>
                  </a:lnTo>
                  <a:lnTo>
                    <a:pt x="16941" y="15443"/>
                  </a:lnTo>
                  <a:lnTo>
                    <a:pt x="18847" y="15443"/>
                  </a:lnTo>
                  <a:lnTo>
                    <a:pt x="20011" y="16278"/>
                  </a:lnTo>
                  <a:lnTo>
                    <a:pt x="20435" y="16278"/>
                  </a:lnTo>
                  <a:lnTo>
                    <a:pt x="20858" y="16591"/>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2" name="AutoShape 34"/>
            <p:cNvSpPr>
              <a:spLocks/>
            </p:cNvSpPr>
            <p:nvPr/>
          </p:nvSpPr>
          <p:spPr bwMode="auto">
            <a:xfrm>
              <a:off x="6850915" y="8587307"/>
              <a:ext cx="564193" cy="525916"/>
            </a:xfrm>
            <a:custGeom>
              <a:avLst/>
              <a:gdLst>
                <a:gd name="T0" fmla="*/ 282097 w 21600"/>
                <a:gd name="T1" fmla="*/ 262958 h 21600"/>
                <a:gd name="T2" fmla="*/ 282097 w 21600"/>
                <a:gd name="T3" fmla="*/ 262958 h 21600"/>
                <a:gd name="T4" fmla="*/ 282097 w 21600"/>
                <a:gd name="T5" fmla="*/ 262958 h 21600"/>
                <a:gd name="T6" fmla="*/ 282097 w 21600"/>
                <a:gd name="T7" fmla="*/ 2629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737"/>
                  </a:moveTo>
                  <a:lnTo>
                    <a:pt x="462" y="6608"/>
                  </a:lnTo>
                  <a:lnTo>
                    <a:pt x="1080" y="5480"/>
                  </a:lnTo>
                  <a:lnTo>
                    <a:pt x="1080" y="4191"/>
                  </a:lnTo>
                  <a:lnTo>
                    <a:pt x="462" y="3546"/>
                  </a:lnTo>
                  <a:lnTo>
                    <a:pt x="1697" y="2417"/>
                  </a:lnTo>
                  <a:lnTo>
                    <a:pt x="1697" y="1289"/>
                  </a:lnTo>
                  <a:lnTo>
                    <a:pt x="2160" y="1289"/>
                  </a:lnTo>
                  <a:lnTo>
                    <a:pt x="5708" y="0"/>
                  </a:lnTo>
                  <a:lnTo>
                    <a:pt x="8485" y="0"/>
                  </a:lnTo>
                  <a:lnTo>
                    <a:pt x="10182" y="1289"/>
                  </a:lnTo>
                  <a:lnTo>
                    <a:pt x="10800" y="1289"/>
                  </a:lnTo>
                  <a:lnTo>
                    <a:pt x="11417" y="1773"/>
                  </a:lnTo>
                  <a:lnTo>
                    <a:pt x="11417" y="2417"/>
                  </a:lnTo>
                  <a:lnTo>
                    <a:pt x="11880" y="3062"/>
                  </a:lnTo>
                  <a:lnTo>
                    <a:pt x="11880" y="3546"/>
                  </a:lnTo>
                  <a:lnTo>
                    <a:pt x="12497" y="4191"/>
                  </a:lnTo>
                  <a:lnTo>
                    <a:pt x="11880" y="5964"/>
                  </a:lnTo>
                  <a:lnTo>
                    <a:pt x="12497" y="6608"/>
                  </a:lnTo>
                  <a:lnTo>
                    <a:pt x="11880" y="6608"/>
                  </a:lnTo>
                  <a:lnTo>
                    <a:pt x="12497" y="7253"/>
                  </a:lnTo>
                  <a:lnTo>
                    <a:pt x="13114" y="7253"/>
                  </a:lnTo>
                  <a:lnTo>
                    <a:pt x="13577" y="7737"/>
                  </a:lnTo>
                  <a:lnTo>
                    <a:pt x="14811" y="7253"/>
                  </a:lnTo>
                  <a:lnTo>
                    <a:pt x="15428" y="7737"/>
                  </a:lnTo>
                  <a:lnTo>
                    <a:pt x="16508" y="7253"/>
                  </a:lnTo>
                  <a:lnTo>
                    <a:pt x="17125" y="7737"/>
                  </a:lnTo>
                  <a:lnTo>
                    <a:pt x="17588" y="7737"/>
                  </a:lnTo>
                  <a:lnTo>
                    <a:pt x="17588" y="8382"/>
                  </a:lnTo>
                  <a:lnTo>
                    <a:pt x="18822" y="10800"/>
                  </a:lnTo>
                  <a:lnTo>
                    <a:pt x="18822" y="11928"/>
                  </a:lnTo>
                  <a:lnTo>
                    <a:pt x="19285" y="11928"/>
                  </a:lnTo>
                  <a:lnTo>
                    <a:pt x="20520" y="11444"/>
                  </a:lnTo>
                  <a:lnTo>
                    <a:pt x="21137" y="11444"/>
                  </a:lnTo>
                  <a:lnTo>
                    <a:pt x="21599" y="11928"/>
                  </a:lnTo>
                  <a:lnTo>
                    <a:pt x="21599" y="14991"/>
                  </a:lnTo>
                  <a:lnTo>
                    <a:pt x="21137" y="14991"/>
                  </a:lnTo>
                  <a:lnTo>
                    <a:pt x="21137" y="17892"/>
                  </a:lnTo>
                  <a:lnTo>
                    <a:pt x="20520" y="17892"/>
                  </a:lnTo>
                  <a:lnTo>
                    <a:pt x="20520" y="18537"/>
                  </a:lnTo>
                  <a:lnTo>
                    <a:pt x="19902" y="19182"/>
                  </a:lnTo>
                  <a:lnTo>
                    <a:pt x="18822" y="19826"/>
                  </a:lnTo>
                  <a:lnTo>
                    <a:pt x="18822" y="20310"/>
                  </a:lnTo>
                  <a:lnTo>
                    <a:pt x="18205" y="20955"/>
                  </a:lnTo>
                  <a:lnTo>
                    <a:pt x="17588" y="20955"/>
                  </a:lnTo>
                  <a:lnTo>
                    <a:pt x="17125" y="21599"/>
                  </a:lnTo>
                  <a:lnTo>
                    <a:pt x="15891" y="21599"/>
                  </a:lnTo>
                  <a:lnTo>
                    <a:pt x="14811" y="20955"/>
                  </a:lnTo>
                  <a:lnTo>
                    <a:pt x="10800" y="20955"/>
                  </a:lnTo>
                  <a:lnTo>
                    <a:pt x="11880" y="19826"/>
                  </a:lnTo>
                  <a:lnTo>
                    <a:pt x="12497" y="18537"/>
                  </a:lnTo>
                  <a:lnTo>
                    <a:pt x="11880" y="17892"/>
                  </a:lnTo>
                  <a:lnTo>
                    <a:pt x="12497" y="17892"/>
                  </a:lnTo>
                  <a:lnTo>
                    <a:pt x="13114" y="17408"/>
                  </a:lnTo>
                  <a:lnTo>
                    <a:pt x="13114" y="16764"/>
                  </a:lnTo>
                  <a:lnTo>
                    <a:pt x="13577" y="16119"/>
                  </a:lnTo>
                  <a:lnTo>
                    <a:pt x="13114" y="15635"/>
                  </a:lnTo>
                  <a:lnTo>
                    <a:pt x="12497" y="15635"/>
                  </a:lnTo>
                  <a:lnTo>
                    <a:pt x="11880" y="14346"/>
                  </a:lnTo>
                  <a:lnTo>
                    <a:pt x="10182" y="14346"/>
                  </a:lnTo>
                  <a:lnTo>
                    <a:pt x="9102" y="13701"/>
                  </a:lnTo>
                  <a:lnTo>
                    <a:pt x="7868" y="13217"/>
                  </a:lnTo>
                  <a:lnTo>
                    <a:pt x="7405" y="13217"/>
                  </a:lnTo>
                  <a:lnTo>
                    <a:pt x="6788" y="12573"/>
                  </a:lnTo>
                  <a:lnTo>
                    <a:pt x="5091" y="11928"/>
                  </a:lnTo>
                  <a:lnTo>
                    <a:pt x="4474" y="11444"/>
                  </a:lnTo>
                  <a:lnTo>
                    <a:pt x="3857" y="10800"/>
                  </a:lnTo>
                  <a:lnTo>
                    <a:pt x="3394" y="10800"/>
                  </a:lnTo>
                  <a:lnTo>
                    <a:pt x="1697" y="9510"/>
                  </a:lnTo>
                  <a:lnTo>
                    <a:pt x="1080" y="8382"/>
                  </a:lnTo>
                  <a:lnTo>
                    <a:pt x="462" y="8382"/>
                  </a:lnTo>
                  <a:lnTo>
                    <a:pt x="0" y="7737"/>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3" name="AutoShape 35"/>
            <p:cNvSpPr>
              <a:spLocks/>
            </p:cNvSpPr>
            <p:nvPr/>
          </p:nvSpPr>
          <p:spPr bwMode="auto">
            <a:xfrm>
              <a:off x="7193463" y="9270210"/>
              <a:ext cx="342548" cy="337527"/>
            </a:xfrm>
            <a:custGeom>
              <a:avLst/>
              <a:gdLst>
                <a:gd name="T0" fmla="*/ 171274 w 21600"/>
                <a:gd name="T1" fmla="*/ 168764 h 21600"/>
                <a:gd name="T2" fmla="*/ 171274 w 21600"/>
                <a:gd name="T3" fmla="*/ 168764 h 21600"/>
                <a:gd name="T4" fmla="*/ 171274 w 21600"/>
                <a:gd name="T5" fmla="*/ 168764 h 21600"/>
                <a:gd name="T6" fmla="*/ 171274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795" y="0"/>
                  </a:moveTo>
                  <a:lnTo>
                    <a:pt x="3811" y="1004"/>
                  </a:lnTo>
                  <a:lnTo>
                    <a:pt x="5590" y="0"/>
                  </a:lnTo>
                  <a:lnTo>
                    <a:pt x="6607" y="1004"/>
                  </a:lnTo>
                  <a:lnTo>
                    <a:pt x="7369" y="2009"/>
                  </a:lnTo>
                  <a:lnTo>
                    <a:pt x="8385" y="2009"/>
                  </a:lnTo>
                  <a:lnTo>
                    <a:pt x="9402" y="3013"/>
                  </a:lnTo>
                  <a:lnTo>
                    <a:pt x="10164" y="4772"/>
                  </a:lnTo>
                  <a:lnTo>
                    <a:pt x="11181" y="3767"/>
                  </a:lnTo>
                  <a:lnTo>
                    <a:pt x="12197" y="5776"/>
                  </a:lnTo>
                  <a:lnTo>
                    <a:pt x="14992" y="5776"/>
                  </a:lnTo>
                  <a:lnTo>
                    <a:pt x="16009" y="6530"/>
                  </a:lnTo>
                  <a:lnTo>
                    <a:pt x="16009" y="7534"/>
                  </a:lnTo>
                  <a:lnTo>
                    <a:pt x="16771" y="7534"/>
                  </a:lnTo>
                  <a:lnTo>
                    <a:pt x="20583" y="11302"/>
                  </a:lnTo>
                  <a:lnTo>
                    <a:pt x="20583" y="12306"/>
                  </a:lnTo>
                  <a:lnTo>
                    <a:pt x="19567" y="13060"/>
                  </a:lnTo>
                  <a:lnTo>
                    <a:pt x="20583" y="14065"/>
                  </a:lnTo>
                  <a:lnTo>
                    <a:pt x="20583" y="15069"/>
                  </a:lnTo>
                  <a:lnTo>
                    <a:pt x="21599" y="16074"/>
                  </a:lnTo>
                  <a:lnTo>
                    <a:pt x="20583" y="16827"/>
                  </a:lnTo>
                  <a:lnTo>
                    <a:pt x="20583" y="17832"/>
                  </a:lnTo>
                  <a:lnTo>
                    <a:pt x="17788" y="20595"/>
                  </a:lnTo>
                  <a:lnTo>
                    <a:pt x="16009" y="20595"/>
                  </a:lnTo>
                  <a:lnTo>
                    <a:pt x="16009" y="21599"/>
                  </a:lnTo>
                  <a:lnTo>
                    <a:pt x="13214" y="21599"/>
                  </a:lnTo>
                  <a:lnTo>
                    <a:pt x="12197" y="20595"/>
                  </a:lnTo>
                  <a:lnTo>
                    <a:pt x="11181" y="21599"/>
                  </a:lnTo>
                  <a:lnTo>
                    <a:pt x="9402" y="21599"/>
                  </a:lnTo>
                  <a:lnTo>
                    <a:pt x="9402" y="20595"/>
                  </a:lnTo>
                  <a:lnTo>
                    <a:pt x="8385" y="20595"/>
                  </a:lnTo>
                  <a:lnTo>
                    <a:pt x="7369" y="19590"/>
                  </a:lnTo>
                  <a:lnTo>
                    <a:pt x="3811" y="19590"/>
                  </a:lnTo>
                  <a:lnTo>
                    <a:pt x="2795" y="18837"/>
                  </a:lnTo>
                  <a:lnTo>
                    <a:pt x="1778" y="18837"/>
                  </a:lnTo>
                  <a:lnTo>
                    <a:pt x="762" y="16827"/>
                  </a:lnTo>
                  <a:lnTo>
                    <a:pt x="0" y="16074"/>
                  </a:lnTo>
                  <a:lnTo>
                    <a:pt x="0" y="14065"/>
                  </a:lnTo>
                  <a:lnTo>
                    <a:pt x="762" y="14065"/>
                  </a:lnTo>
                  <a:lnTo>
                    <a:pt x="762" y="6530"/>
                  </a:lnTo>
                  <a:lnTo>
                    <a:pt x="1778" y="6530"/>
                  </a:lnTo>
                  <a:lnTo>
                    <a:pt x="1778" y="4772"/>
                  </a:lnTo>
                  <a:lnTo>
                    <a:pt x="762" y="3767"/>
                  </a:lnTo>
                  <a:lnTo>
                    <a:pt x="1778" y="3767"/>
                  </a:lnTo>
                  <a:lnTo>
                    <a:pt x="762" y="2009"/>
                  </a:lnTo>
                  <a:lnTo>
                    <a:pt x="1778" y="2009"/>
                  </a:lnTo>
                  <a:lnTo>
                    <a:pt x="2795" y="1004"/>
                  </a:lnTo>
                  <a:lnTo>
                    <a:pt x="2795"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4" name="AutoShape 36"/>
            <p:cNvSpPr>
              <a:spLocks/>
            </p:cNvSpPr>
            <p:nvPr/>
          </p:nvSpPr>
          <p:spPr bwMode="auto">
            <a:xfrm>
              <a:off x="6399565" y="8763921"/>
              <a:ext cx="1059878" cy="2413710"/>
            </a:xfrm>
            <a:custGeom>
              <a:avLst/>
              <a:gdLst>
                <a:gd name="T0" fmla="*/ 529939 w 21600"/>
                <a:gd name="T1" fmla="*/ 1206855 h 21600"/>
                <a:gd name="T2" fmla="*/ 529939 w 21600"/>
                <a:gd name="T3" fmla="*/ 1206855 h 21600"/>
                <a:gd name="T4" fmla="*/ 529939 w 21600"/>
                <a:gd name="T5" fmla="*/ 1206855 h 21600"/>
                <a:gd name="T6" fmla="*/ 529939 w 21600"/>
                <a:gd name="T7" fmla="*/ 1206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7" y="491"/>
                  </a:moveTo>
                  <a:lnTo>
                    <a:pt x="3695" y="386"/>
                  </a:lnTo>
                  <a:lnTo>
                    <a:pt x="3695" y="245"/>
                  </a:lnTo>
                  <a:lnTo>
                    <a:pt x="4270" y="0"/>
                  </a:lnTo>
                  <a:lnTo>
                    <a:pt x="4599" y="0"/>
                  </a:lnTo>
                  <a:lnTo>
                    <a:pt x="4927" y="105"/>
                  </a:lnTo>
                  <a:lnTo>
                    <a:pt x="5502" y="0"/>
                  </a:lnTo>
                  <a:lnTo>
                    <a:pt x="6734" y="0"/>
                  </a:lnTo>
                  <a:lnTo>
                    <a:pt x="6734" y="105"/>
                  </a:lnTo>
                  <a:lnTo>
                    <a:pt x="7063" y="386"/>
                  </a:lnTo>
                  <a:lnTo>
                    <a:pt x="7063" y="245"/>
                  </a:lnTo>
                  <a:lnTo>
                    <a:pt x="7309" y="245"/>
                  </a:lnTo>
                  <a:lnTo>
                    <a:pt x="7309" y="105"/>
                  </a:lnTo>
                  <a:lnTo>
                    <a:pt x="7638" y="0"/>
                  </a:lnTo>
                  <a:lnTo>
                    <a:pt x="8869" y="0"/>
                  </a:lnTo>
                  <a:lnTo>
                    <a:pt x="9198" y="105"/>
                  </a:lnTo>
                  <a:lnTo>
                    <a:pt x="9444" y="245"/>
                  </a:lnTo>
                  <a:lnTo>
                    <a:pt x="9773" y="245"/>
                  </a:lnTo>
                  <a:lnTo>
                    <a:pt x="10101" y="491"/>
                  </a:lnTo>
                  <a:lnTo>
                    <a:pt x="11005" y="772"/>
                  </a:lnTo>
                  <a:lnTo>
                    <a:pt x="11251" y="772"/>
                  </a:lnTo>
                  <a:lnTo>
                    <a:pt x="11580" y="913"/>
                  </a:lnTo>
                  <a:lnTo>
                    <a:pt x="11908" y="1018"/>
                  </a:lnTo>
                  <a:lnTo>
                    <a:pt x="12812" y="1159"/>
                  </a:lnTo>
                  <a:lnTo>
                    <a:pt x="13140" y="1299"/>
                  </a:lnTo>
                  <a:lnTo>
                    <a:pt x="13387" y="1299"/>
                  </a:lnTo>
                  <a:lnTo>
                    <a:pt x="14044" y="1404"/>
                  </a:lnTo>
                  <a:lnTo>
                    <a:pt x="14619" y="1545"/>
                  </a:lnTo>
                  <a:lnTo>
                    <a:pt x="15522" y="1545"/>
                  </a:lnTo>
                  <a:lnTo>
                    <a:pt x="15850" y="1826"/>
                  </a:lnTo>
                  <a:lnTo>
                    <a:pt x="16179" y="1826"/>
                  </a:lnTo>
                  <a:lnTo>
                    <a:pt x="16425" y="1931"/>
                  </a:lnTo>
                  <a:lnTo>
                    <a:pt x="16179" y="2072"/>
                  </a:lnTo>
                  <a:lnTo>
                    <a:pt x="16179" y="2212"/>
                  </a:lnTo>
                  <a:lnTo>
                    <a:pt x="15850" y="2318"/>
                  </a:lnTo>
                  <a:lnTo>
                    <a:pt x="15522" y="2318"/>
                  </a:lnTo>
                  <a:lnTo>
                    <a:pt x="15850" y="2458"/>
                  </a:lnTo>
                  <a:lnTo>
                    <a:pt x="15522" y="2739"/>
                  </a:lnTo>
                  <a:lnTo>
                    <a:pt x="14947" y="2985"/>
                  </a:lnTo>
                  <a:lnTo>
                    <a:pt x="17082" y="2985"/>
                  </a:lnTo>
                  <a:lnTo>
                    <a:pt x="17657" y="3125"/>
                  </a:lnTo>
                  <a:lnTo>
                    <a:pt x="18314" y="3125"/>
                  </a:lnTo>
                  <a:lnTo>
                    <a:pt x="18561" y="2985"/>
                  </a:lnTo>
                  <a:lnTo>
                    <a:pt x="18889" y="2985"/>
                  </a:lnTo>
                  <a:lnTo>
                    <a:pt x="19218" y="2844"/>
                  </a:lnTo>
                  <a:lnTo>
                    <a:pt x="19218" y="2739"/>
                  </a:lnTo>
                  <a:lnTo>
                    <a:pt x="19793" y="2599"/>
                  </a:lnTo>
                  <a:lnTo>
                    <a:pt x="20121" y="2458"/>
                  </a:lnTo>
                  <a:lnTo>
                    <a:pt x="20121" y="2318"/>
                  </a:lnTo>
                  <a:lnTo>
                    <a:pt x="20450" y="2318"/>
                  </a:lnTo>
                  <a:lnTo>
                    <a:pt x="20450" y="1931"/>
                  </a:lnTo>
                  <a:lnTo>
                    <a:pt x="20696" y="1826"/>
                  </a:lnTo>
                  <a:lnTo>
                    <a:pt x="21353" y="1826"/>
                  </a:lnTo>
                  <a:lnTo>
                    <a:pt x="21353" y="1931"/>
                  </a:lnTo>
                  <a:lnTo>
                    <a:pt x="21599" y="2212"/>
                  </a:lnTo>
                  <a:lnTo>
                    <a:pt x="21599" y="2844"/>
                  </a:lnTo>
                  <a:lnTo>
                    <a:pt x="21025" y="2844"/>
                  </a:lnTo>
                  <a:lnTo>
                    <a:pt x="21025" y="2985"/>
                  </a:lnTo>
                  <a:lnTo>
                    <a:pt x="20696" y="2985"/>
                  </a:lnTo>
                  <a:lnTo>
                    <a:pt x="20121" y="3125"/>
                  </a:lnTo>
                  <a:lnTo>
                    <a:pt x="20121" y="3231"/>
                  </a:lnTo>
                  <a:lnTo>
                    <a:pt x="19793" y="3231"/>
                  </a:lnTo>
                  <a:lnTo>
                    <a:pt x="19218" y="3371"/>
                  </a:lnTo>
                  <a:lnTo>
                    <a:pt x="19218" y="3512"/>
                  </a:lnTo>
                  <a:lnTo>
                    <a:pt x="18889" y="3512"/>
                  </a:lnTo>
                  <a:lnTo>
                    <a:pt x="18314" y="3758"/>
                  </a:lnTo>
                  <a:lnTo>
                    <a:pt x="18314" y="3898"/>
                  </a:lnTo>
                  <a:lnTo>
                    <a:pt x="17986" y="3898"/>
                  </a:lnTo>
                  <a:lnTo>
                    <a:pt x="17986" y="4039"/>
                  </a:lnTo>
                  <a:lnTo>
                    <a:pt x="17657" y="4144"/>
                  </a:lnTo>
                  <a:lnTo>
                    <a:pt x="17411" y="4284"/>
                  </a:lnTo>
                  <a:lnTo>
                    <a:pt x="17411" y="4530"/>
                  </a:lnTo>
                  <a:lnTo>
                    <a:pt x="17082" y="4530"/>
                  </a:lnTo>
                  <a:lnTo>
                    <a:pt x="17082" y="4671"/>
                  </a:lnTo>
                  <a:lnTo>
                    <a:pt x="16754" y="4811"/>
                  </a:lnTo>
                  <a:lnTo>
                    <a:pt x="16425" y="4811"/>
                  </a:lnTo>
                  <a:lnTo>
                    <a:pt x="16754" y="5057"/>
                  </a:lnTo>
                  <a:lnTo>
                    <a:pt x="16425" y="5057"/>
                  </a:lnTo>
                  <a:lnTo>
                    <a:pt x="16754" y="5198"/>
                  </a:lnTo>
                  <a:lnTo>
                    <a:pt x="16754" y="5443"/>
                  </a:lnTo>
                  <a:lnTo>
                    <a:pt x="16425" y="5443"/>
                  </a:lnTo>
                  <a:lnTo>
                    <a:pt x="16425" y="6497"/>
                  </a:lnTo>
                  <a:lnTo>
                    <a:pt x="16179" y="6497"/>
                  </a:lnTo>
                  <a:lnTo>
                    <a:pt x="16179" y="7024"/>
                  </a:lnTo>
                  <a:lnTo>
                    <a:pt x="16425" y="7024"/>
                  </a:lnTo>
                  <a:lnTo>
                    <a:pt x="16425" y="7270"/>
                  </a:lnTo>
                  <a:lnTo>
                    <a:pt x="17082" y="7410"/>
                  </a:lnTo>
                  <a:lnTo>
                    <a:pt x="17657" y="7551"/>
                  </a:lnTo>
                  <a:lnTo>
                    <a:pt x="18314" y="7691"/>
                  </a:lnTo>
                  <a:lnTo>
                    <a:pt x="18561" y="7797"/>
                  </a:lnTo>
                  <a:lnTo>
                    <a:pt x="18561" y="7937"/>
                  </a:lnTo>
                  <a:lnTo>
                    <a:pt x="17986" y="8183"/>
                  </a:lnTo>
                  <a:lnTo>
                    <a:pt x="18314" y="8464"/>
                  </a:lnTo>
                  <a:lnTo>
                    <a:pt x="19218" y="8464"/>
                  </a:lnTo>
                  <a:lnTo>
                    <a:pt x="19218" y="8850"/>
                  </a:lnTo>
                  <a:lnTo>
                    <a:pt x="18889" y="8991"/>
                  </a:lnTo>
                  <a:lnTo>
                    <a:pt x="18889" y="9096"/>
                  </a:lnTo>
                  <a:lnTo>
                    <a:pt x="18561" y="9237"/>
                  </a:lnTo>
                  <a:lnTo>
                    <a:pt x="18561" y="9096"/>
                  </a:lnTo>
                  <a:lnTo>
                    <a:pt x="18561" y="9482"/>
                  </a:lnTo>
                  <a:lnTo>
                    <a:pt x="18314" y="9623"/>
                  </a:lnTo>
                  <a:lnTo>
                    <a:pt x="17657" y="9763"/>
                  </a:lnTo>
                  <a:lnTo>
                    <a:pt x="17082" y="9904"/>
                  </a:lnTo>
                  <a:lnTo>
                    <a:pt x="17082" y="9763"/>
                  </a:lnTo>
                  <a:lnTo>
                    <a:pt x="17082" y="9904"/>
                  </a:lnTo>
                  <a:lnTo>
                    <a:pt x="16179" y="10009"/>
                  </a:lnTo>
                  <a:lnTo>
                    <a:pt x="14372" y="10009"/>
                  </a:lnTo>
                  <a:lnTo>
                    <a:pt x="13715" y="10150"/>
                  </a:lnTo>
                  <a:lnTo>
                    <a:pt x="13387" y="10150"/>
                  </a:lnTo>
                  <a:lnTo>
                    <a:pt x="13140" y="10009"/>
                  </a:lnTo>
                  <a:lnTo>
                    <a:pt x="12483" y="10009"/>
                  </a:lnTo>
                  <a:lnTo>
                    <a:pt x="12483" y="9904"/>
                  </a:lnTo>
                  <a:lnTo>
                    <a:pt x="12483" y="10396"/>
                  </a:lnTo>
                  <a:lnTo>
                    <a:pt x="12812" y="10396"/>
                  </a:lnTo>
                  <a:lnTo>
                    <a:pt x="12812" y="10536"/>
                  </a:lnTo>
                  <a:lnTo>
                    <a:pt x="12483" y="10677"/>
                  </a:lnTo>
                  <a:lnTo>
                    <a:pt x="12483" y="11063"/>
                  </a:lnTo>
                  <a:lnTo>
                    <a:pt x="12812" y="11063"/>
                  </a:lnTo>
                  <a:lnTo>
                    <a:pt x="12812" y="11309"/>
                  </a:lnTo>
                  <a:lnTo>
                    <a:pt x="12483" y="11449"/>
                  </a:lnTo>
                  <a:lnTo>
                    <a:pt x="11908" y="11590"/>
                  </a:lnTo>
                  <a:lnTo>
                    <a:pt x="10676" y="11590"/>
                  </a:lnTo>
                  <a:lnTo>
                    <a:pt x="10348" y="11449"/>
                  </a:lnTo>
                  <a:lnTo>
                    <a:pt x="9773" y="11309"/>
                  </a:lnTo>
                  <a:lnTo>
                    <a:pt x="9444" y="11309"/>
                  </a:lnTo>
                  <a:lnTo>
                    <a:pt x="9198" y="11449"/>
                  </a:lnTo>
                  <a:lnTo>
                    <a:pt x="9198" y="11590"/>
                  </a:lnTo>
                  <a:lnTo>
                    <a:pt x="9444" y="11730"/>
                  </a:lnTo>
                  <a:lnTo>
                    <a:pt x="9444" y="12222"/>
                  </a:lnTo>
                  <a:lnTo>
                    <a:pt x="10348" y="12222"/>
                  </a:lnTo>
                  <a:lnTo>
                    <a:pt x="10348" y="12362"/>
                  </a:lnTo>
                  <a:lnTo>
                    <a:pt x="10101" y="12362"/>
                  </a:lnTo>
                  <a:lnTo>
                    <a:pt x="10676" y="12362"/>
                  </a:lnTo>
                  <a:lnTo>
                    <a:pt x="10676" y="12222"/>
                  </a:lnTo>
                  <a:lnTo>
                    <a:pt x="10348" y="12222"/>
                  </a:lnTo>
                  <a:lnTo>
                    <a:pt x="10676" y="12222"/>
                  </a:lnTo>
                  <a:lnTo>
                    <a:pt x="11005" y="12117"/>
                  </a:lnTo>
                  <a:lnTo>
                    <a:pt x="11251" y="12117"/>
                  </a:lnTo>
                  <a:lnTo>
                    <a:pt x="11580" y="12222"/>
                  </a:lnTo>
                  <a:lnTo>
                    <a:pt x="11251" y="12362"/>
                  </a:lnTo>
                  <a:lnTo>
                    <a:pt x="11580" y="12503"/>
                  </a:lnTo>
                  <a:lnTo>
                    <a:pt x="11580" y="12608"/>
                  </a:lnTo>
                  <a:lnTo>
                    <a:pt x="11005" y="12749"/>
                  </a:lnTo>
                  <a:lnTo>
                    <a:pt x="10676" y="12749"/>
                  </a:lnTo>
                  <a:lnTo>
                    <a:pt x="10676" y="12608"/>
                  </a:lnTo>
                  <a:lnTo>
                    <a:pt x="10348" y="12503"/>
                  </a:lnTo>
                  <a:lnTo>
                    <a:pt x="10101" y="12503"/>
                  </a:lnTo>
                  <a:lnTo>
                    <a:pt x="9773" y="12608"/>
                  </a:lnTo>
                  <a:lnTo>
                    <a:pt x="9773" y="12749"/>
                  </a:lnTo>
                  <a:lnTo>
                    <a:pt x="10676" y="12749"/>
                  </a:lnTo>
                  <a:lnTo>
                    <a:pt x="10676" y="12889"/>
                  </a:lnTo>
                  <a:lnTo>
                    <a:pt x="10348" y="13030"/>
                  </a:lnTo>
                  <a:lnTo>
                    <a:pt x="9773" y="13030"/>
                  </a:lnTo>
                  <a:lnTo>
                    <a:pt x="9773" y="13276"/>
                  </a:lnTo>
                  <a:lnTo>
                    <a:pt x="9444" y="13276"/>
                  </a:lnTo>
                  <a:lnTo>
                    <a:pt x="9444" y="13416"/>
                  </a:lnTo>
                  <a:lnTo>
                    <a:pt x="9773" y="13521"/>
                  </a:lnTo>
                  <a:lnTo>
                    <a:pt x="9773" y="13662"/>
                  </a:lnTo>
                  <a:lnTo>
                    <a:pt x="10101" y="13802"/>
                  </a:lnTo>
                  <a:lnTo>
                    <a:pt x="9773" y="13943"/>
                  </a:lnTo>
                  <a:lnTo>
                    <a:pt x="9444" y="14048"/>
                  </a:lnTo>
                  <a:lnTo>
                    <a:pt x="9444" y="14189"/>
                  </a:lnTo>
                  <a:lnTo>
                    <a:pt x="9773" y="14189"/>
                  </a:lnTo>
                  <a:lnTo>
                    <a:pt x="9773" y="14329"/>
                  </a:lnTo>
                  <a:lnTo>
                    <a:pt x="8869" y="14329"/>
                  </a:lnTo>
                  <a:lnTo>
                    <a:pt x="8541" y="14435"/>
                  </a:lnTo>
                  <a:lnTo>
                    <a:pt x="8212" y="14435"/>
                  </a:lnTo>
                  <a:lnTo>
                    <a:pt x="7966" y="14575"/>
                  </a:lnTo>
                  <a:lnTo>
                    <a:pt x="7638" y="14575"/>
                  </a:lnTo>
                  <a:lnTo>
                    <a:pt x="7638" y="14716"/>
                  </a:lnTo>
                  <a:lnTo>
                    <a:pt x="7309" y="14856"/>
                  </a:lnTo>
                  <a:lnTo>
                    <a:pt x="7309" y="15102"/>
                  </a:lnTo>
                  <a:lnTo>
                    <a:pt x="7638" y="15242"/>
                  </a:lnTo>
                  <a:lnTo>
                    <a:pt x="7966" y="15348"/>
                  </a:lnTo>
                  <a:lnTo>
                    <a:pt x="8212" y="15348"/>
                  </a:lnTo>
                  <a:lnTo>
                    <a:pt x="9198" y="15769"/>
                  </a:lnTo>
                  <a:lnTo>
                    <a:pt x="9773" y="15769"/>
                  </a:lnTo>
                  <a:lnTo>
                    <a:pt x="9773" y="15629"/>
                  </a:lnTo>
                  <a:lnTo>
                    <a:pt x="10101" y="15769"/>
                  </a:lnTo>
                  <a:lnTo>
                    <a:pt x="10101" y="16156"/>
                  </a:lnTo>
                  <a:lnTo>
                    <a:pt x="10348" y="16261"/>
                  </a:lnTo>
                  <a:lnTo>
                    <a:pt x="10101" y="16261"/>
                  </a:lnTo>
                  <a:lnTo>
                    <a:pt x="10101" y="16401"/>
                  </a:lnTo>
                  <a:lnTo>
                    <a:pt x="10348" y="16401"/>
                  </a:lnTo>
                  <a:lnTo>
                    <a:pt x="10101" y="16542"/>
                  </a:lnTo>
                  <a:lnTo>
                    <a:pt x="9773" y="16542"/>
                  </a:lnTo>
                  <a:lnTo>
                    <a:pt x="9773" y="16647"/>
                  </a:lnTo>
                  <a:lnTo>
                    <a:pt x="9444" y="16788"/>
                  </a:lnTo>
                  <a:lnTo>
                    <a:pt x="9198" y="16928"/>
                  </a:lnTo>
                  <a:lnTo>
                    <a:pt x="8869" y="16928"/>
                  </a:lnTo>
                  <a:lnTo>
                    <a:pt x="8869" y="17069"/>
                  </a:lnTo>
                  <a:lnTo>
                    <a:pt x="8541" y="17174"/>
                  </a:lnTo>
                  <a:lnTo>
                    <a:pt x="8212" y="17315"/>
                  </a:lnTo>
                  <a:lnTo>
                    <a:pt x="8541" y="17315"/>
                  </a:lnTo>
                  <a:lnTo>
                    <a:pt x="8869" y="17455"/>
                  </a:lnTo>
                  <a:lnTo>
                    <a:pt x="8541" y="17560"/>
                  </a:lnTo>
                  <a:lnTo>
                    <a:pt x="8541" y="17701"/>
                  </a:lnTo>
                  <a:lnTo>
                    <a:pt x="8212" y="17841"/>
                  </a:lnTo>
                  <a:lnTo>
                    <a:pt x="7966" y="17841"/>
                  </a:lnTo>
                  <a:lnTo>
                    <a:pt x="7638" y="17701"/>
                  </a:lnTo>
                  <a:lnTo>
                    <a:pt x="7638" y="17982"/>
                  </a:lnTo>
                  <a:lnTo>
                    <a:pt x="7309" y="18087"/>
                  </a:lnTo>
                  <a:lnTo>
                    <a:pt x="7063" y="18228"/>
                  </a:lnTo>
                  <a:lnTo>
                    <a:pt x="7309" y="18474"/>
                  </a:lnTo>
                  <a:lnTo>
                    <a:pt x="7309" y="18614"/>
                  </a:lnTo>
                  <a:lnTo>
                    <a:pt x="7638" y="18895"/>
                  </a:lnTo>
                  <a:lnTo>
                    <a:pt x="7638" y="19141"/>
                  </a:lnTo>
                  <a:lnTo>
                    <a:pt x="7966" y="19141"/>
                  </a:lnTo>
                  <a:lnTo>
                    <a:pt x="8212" y="19281"/>
                  </a:lnTo>
                  <a:lnTo>
                    <a:pt x="8541" y="19387"/>
                  </a:lnTo>
                  <a:lnTo>
                    <a:pt x="8869" y="19387"/>
                  </a:lnTo>
                  <a:lnTo>
                    <a:pt x="8869" y="19527"/>
                  </a:lnTo>
                  <a:lnTo>
                    <a:pt x="8541" y="19527"/>
                  </a:lnTo>
                  <a:lnTo>
                    <a:pt x="7966" y="19387"/>
                  </a:lnTo>
                  <a:lnTo>
                    <a:pt x="7638" y="19387"/>
                  </a:lnTo>
                  <a:lnTo>
                    <a:pt x="7638" y="19281"/>
                  </a:lnTo>
                  <a:lnTo>
                    <a:pt x="5831" y="19281"/>
                  </a:lnTo>
                  <a:lnTo>
                    <a:pt x="4927" y="19387"/>
                  </a:lnTo>
                  <a:lnTo>
                    <a:pt x="4599" y="19281"/>
                  </a:lnTo>
                  <a:lnTo>
                    <a:pt x="4024" y="19281"/>
                  </a:lnTo>
                  <a:lnTo>
                    <a:pt x="4024" y="19141"/>
                  </a:lnTo>
                  <a:lnTo>
                    <a:pt x="3695" y="18895"/>
                  </a:lnTo>
                  <a:lnTo>
                    <a:pt x="3367" y="18755"/>
                  </a:lnTo>
                  <a:lnTo>
                    <a:pt x="3367" y="18368"/>
                  </a:lnTo>
                  <a:lnTo>
                    <a:pt x="3120" y="18368"/>
                  </a:lnTo>
                  <a:lnTo>
                    <a:pt x="2792" y="18474"/>
                  </a:lnTo>
                  <a:lnTo>
                    <a:pt x="2135" y="18474"/>
                  </a:lnTo>
                  <a:lnTo>
                    <a:pt x="1560" y="18087"/>
                  </a:lnTo>
                  <a:lnTo>
                    <a:pt x="1560" y="17455"/>
                  </a:lnTo>
                  <a:lnTo>
                    <a:pt x="2463" y="17069"/>
                  </a:lnTo>
                  <a:lnTo>
                    <a:pt x="2463" y="16542"/>
                  </a:lnTo>
                  <a:lnTo>
                    <a:pt x="2135" y="16401"/>
                  </a:lnTo>
                  <a:lnTo>
                    <a:pt x="2463" y="16156"/>
                  </a:lnTo>
                  <a:lnTo>
                    <a:pt x="2463" y="14961"/>
                  </a:lnTo>
                  <a:lnTo>
                    <a:pt x="2135" y="14856"/>
                  </a:lnTo>
                  <a:lnTo>
                    <a:pt x="2463" y="14716"/>
                  </a:lnTo>
                  <a:lnTo>
                    <a:pt x="2463" y="14575"/>
                  </a:lnTo>
                  <a:lnTo>
                    <a:pt x="2135" y="14329"/>
                  </a:lnTo>
                  <a:lnTo>
                    <a:pt x="1888" y="14189"/>
                  </a:lnTo>
                  <a:lnTo>
                    <a:pt x="1560" y="14189"/>
                  </a:lnTo>
                  <a:lnTo>
                    <a:pt x="1560" y="14329"/>
                  </a:lnTo>
                  <a:lnTo>
                    <a:pt x="1231" y="14189"/>
                  </a:lnTo>
                  <a:lnTo>
                    <a:pt x="1231" y="14048"/>
                  </a:lnTo>
                  <a:lnTo>
                    <a:pt x="1888" y="14048"/>
                  </a:lnTo>
                  <a:lnTo>
                    <a:pt x="2135" y="13943"/>
                  </a:lnTo>
                  <a:lnTo>
                    <a:pt x="2135" y="13802"/>
                  </a:lnTo>
                  <a:lnTo>
                    <a:pt x="1888" y="13943"/>
                  </a:lnTo>
                  <a:lnTo>
                    <a:pt x="1560" y="13943"/>
                  </a:lnTo>
                  <a:lnTo>
                    <a:pt x="1560" y="13662"/>
                  </a:lnTo>
                  <a:lnTo>
                    <a:pt x="1231" y="13416"/>
                  </a:lnTo>
                  <a:lnTo>
                    <a:pt x="1231" y="13135"/>
                  </a:lnTo>
                  <a:lnTo>
                    <a:pt x="657" y="12889"/>
                  </a:lnTo>
                  <a:lnTo>
                    <a:pt x="657" y="12503"/>
                  </a:lnTo>
                  <a:lnTo>
                    <a:pt x="985" y="12362"/>
                  </a:lnTo>
                  <a:lnTo>
                    <a:pt x="985" y="12117"/>
                  </a:lnTo>
                  <a:lnTo>
                    <a:pt x="657" y="12117"/>
                  </a:lnTo>
                  <a:lnTo>
                    <a:pt x="657" y="11836"/>
                  </a:lnTo>
                  <a:lnTo>
                    <a:pt x="328" y="11590"/>
                  </a:lnTo>
                  <a:lnTo>
                    <a:pt x="657" y="11203"/>
                  </a:lnTo>
                  <a:lnTo>
                    <a:pt x="328" y="10922"/>
                  </a:lnTo>
                  <a:lnTo>
                    <a:pt x="328" y="10817"/>
                  </a:lnTo>
                  <a:lnTo>
                    <a:pt x="657" y="10536"/>
                  </a:lnTo>
                  <a:lnTo>
                    <a:pt x="985" y="10290"/>
                  </a:lnTo>
                  <a:lnTo>
                    <a:pt x="1231" y="10150"/>
                  </a:lnTo>
                  <a:lnTo>
                    <a:pt x="657" y="9482"/>
                  </a:lnTo>
                  <a:lnTo>
                    <a:pt x="657" y="8710"/>
                  </a:lnTo>
                  <a:lnTo>
                    <a:pt x="1231" y="8464"/>
                  </a:lnTo>
                  <a:lnTo>
                    <a:pt x="1231" y="8183"/>
                  </a:lnTo>
                  <a:lnTo>
                    <a:pt x="657" y="7937"/>
                  </a:lnTo>
                  <a:lnTo>
                    <a:pt x="985" y="7797"/>
                  </a:lnTo>
                  <a:lnTo>
                    <a:pt x="985" y="7691"/>
                  </a:lnTo>
                  <a:lnTo>
                    <a:pt x="1231" y="7410"/>
                  </a:lnTo>
                  <a:lnTo>
                    <a:pt x="1560" y="7410"/>
                  </a:lnTo>
                  <a:lnTo>
                    <a:pt x="1560" y="7164"/>
                  </a:lnTo>
                  <a:lnTo>
                    <a:pt x="1231" y="6778"/>
                  </a:lnTo>
                  <a:lnTo>
                    <a:pt x="1231" y="6638"/>
                  </a:lnTo>
                  <a:lnTo>
                    <a:pt x="985" y="6357"/>
                  </a:lnTo>
                  <a:lnTo>
                    <a:pt x="985" y="6251"/>
                  </a:lnTo>
                  <a:lnTo>
                    <a:pt x="657" y="5970"/>
                  </a:lnTo>
                  <a:lnTo>
                    <a:pt x="328" y="5865"/>
                  </a:lnTo>
                  <a:lnTo>
                    <a:pt x="328" y="5724"/>
                  </a:lnTo>
                  <a:lnTo>
                    <a:pt x="0" y="5443"/>
                  </a:lnTo>
                  <a:lnTo>
                    <a:pt x="0" y="5338"/>
                  </a:lnTo>
                  <a:lnTo>
                    <a:pt x="657" y="5198"/>
                  </a:lnTo>
                  <a:lnTo>
                    <a:pt x="657" y="4425"/>
                  </a:lnTo>
                  <a:lnTo>
                    <a:pt x="328" y="4144"/>
                  </a:lnTo>
                  <a:lnTo>
                    <a:pt x="657" y="4039"/>
                  </a:lnTo>
                  <a:lnTo>
                    <a:pt x="657" y="3652"/>
                  </a:lnTo>
                  <a:lnTo>
                    <a:pt x="985" y="3512"/>
                  </a:lnTo>
                  <a:lnTo>
                    <a:pt x="1231" y="3231"/>
                  </a:lnTo>
                  <a:lnTo>
                    <a:pt x="1888" y="3125"/>
                  </a:lnTo>
                  <a:lnTo>
                    <a:pt x="1888" y="2985"/>
                  </a:lnTo>
                  <a:lnTo>
                    <a:pt x="2135" y="2844"/>
                  </a:lnTo>
                  <a:lnTo>
                    <a:pt x="2135" y="2739"/>
                  </a:lnTo>
                  <a:lnTo>
                    <a:pt x="1888" y="2599"/>
                  </a:lnTo>
                  <a:lnTo>
                    <a:pt x="1888" y="2458"/>
                  </a:lnTo>
                  <a:lnTo>
                    <a:pt x="2135" y="2458"/>
                  </a:lnTo>
                  <a:lnTo>
                    <a:pt x="2135" y="2318"/>
                  </a:lnTo>
                  <a:lnTo>
                    <a:pt x="1888" y="2212"/>
                  </a:lnTo>
                  <a:lnTo>
                    <a:pt x="1888" y="1826"/>
                  </a:lnTo>
                  <a:lnTo>
                    <a:pt x="1560" y="1685"/>
                  </a:lnTo>
                  <a:lnTo>
                    <a:pt x="1560" y="1545"/>
                  </a:lnTo>
                  <a:lnTo>
                    <a:pt x="3367" y="1159"/>
                  </a:lnTo>
                  <a:lnTo>
                    <a:pt x="3695" y="632"/>
                  </a:lnTo>
                  <a:lnTo>
                    <a:pt x="3367" y="491"/>
                  </a:lnTo>
                  <a:close/>
                  <a:moveTo>
                    <a:pt x="14619" y="21354"/>
                  </a:moveTo>
                  <a:lnTo>
                    <a:pt x="15276" y="21354"/>
                  </a:lnTo>
                  <a:lnTo>
                    <a:pt x="15522" y="21213"/>
                  </a:lnTo>
                  <a:lnTo>
                    <a:pt x="14947" y="21213"/>
                  </a:lnTo>
                  <a:lnTo>
                    <a:pt x="14619" y="21354"/>
                  </a:lnTo>
                  <a:close/>
                  <a:moveTo>
                    <a:pt x="8541" y="19668"/>
                  </a:moveTo>
                  <a:lnTo>
                    <a:pt x="8869" y="19808"/>
                  </a:lnTo>
                  <a:lnTo>
                    <a:pt x="9198" y="19914"/>
                  </a:lnTo>
                  <a:lnTo>
                    <a:pt x="9198" y="20195"/>
                  </a:lnTo>
                  <a:lnTo>
                    <a:pt x="8869" y="20195"/>
                  </a:lnTo>
                  <a:lnTo>
                    <a:pt x="8869" y="20300"/>
                  </a:lnTo>
                  <a:lnTo>
                    <a:pt x="8541" y="19668"/>
                  </a:lnTo>
                  <a:close/>
                  <a:moveTo>
                    <a:pt x="8869" y="20300"/>
                  </a:moveTo>
                  <a:lnTo>
                    <a:pt x="9444" y="20300"/>
                  </a:lnTo>
                  <a:lnTo>
                    <a:pt x="9773" y="20440"/>
                  </a:lnTo>
                  <a:lnTo>
                    <a:pt x="9773" y="20581"/>
                  </a:lnTo>
                  <a:lnTo>
                    <a:pt x="10101" y="20581"/>
                  </a:lnTo>
                  <a:lnTo>
                    <a:pt x="10348" y="20686"/>
                  </a:lnTo>
                  <a:lnTo>
                    <a:pt x="10348" y="20827"/>
                  </a:lnTo>
                  <a:lnTo>
                    <a:pt x="10676" y="20827"/>
                  </a:lnTo>
                  <a:lnTo>
                    <a:pt x="11908" y="20967"/>
                  </a:lnTo>
                  <a:lnTo>
                    <a:pt x="11908" y="21108"/>
                  </a:lnTo>
                  <a:lnTo>
                    <a:pt x="12237" y="21108"/>
                  </a:lnTo>
                  <a:lnTo>
                    <a:pt x="12812" y="21213"/>
                  </a:lnTo>
                  <a:lnTo>
                    <a:pt x="13715" y="21213"/>
                  </a:lnTo>
                  <a:lnTo>
                    <a:pt x="13715" y="21354"/>
                  </a:lnTo>
                  <a:lnTo>
                    <a:pt x="13140" y="21354"/>
                  </a:lnTo>
                  <a:lnTo>
                    <a:pt x="12812" y="21494"/>
                  </a:lnTo>
                  <a:lnTo>
                    <a:pt x="12812" y="21600"/>
                  </a:lnTo>
                  <a:lnTo>
                    <a:pt x="12237" y="21600"/>
                  </a:lnTo>
                  <a:lnTo>
                    <a:pt x="11908" y="21494"/>
                  </a:lnTo>
                  <a:lnTo>
                    <a:pt x="9773" y="21494"/>
                  </a:lnTo>
                  <a:lnTo>
                    <a:pt x="9444" y="21354"/>
                  </a:lnTo>
                  <a:lnTo>
                    <a:pt x="10101" y="21354"/>
                  </a:lnTo>
                  <a:lnTo>
                    <a:pt x="10676" y="21213"/>
                  </a:lnTo>
                  <a:lnTo>
                    <a:pt x="9444" y="21213"/>
                  </a:lnTo>
                  <a:lnTo>
                    <a:pt x="8869" y="203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5" name="AutoShape 37"/>
            <p:cNvSpPr>
              <a:spLocks/>
            </p:cNvSpPr>
            <p:nvPr/>
          </p:nvSpPr>
          <p:spPr bwMode="auto">
            <a:xfrm>
              <a:off x="6250452" y="8485265"/>
              <a:ext cx="733452" cy="2766935"/>
            </a:xfrm>
            <a:custGeom>
              <a:avLst/>
              <a:gdLst>
                <a:gd name="T0" fmla="*/ 366726 w 21600"/>
                <a:gd name="T1" fmla="*/ 1383468 h 21600"/>
                <a:gd name="T2" fmla="*/ 366726 w 21600"/>
                <a:gd name="T3" fmla="*/ 1383468 h 21600"/>
                <a:gd name="T4" fmla="*/ 366726 w 21600"/>
                <a:gd name="T5" fmla="*/ 1383468 h 21600"/>
                <a:gd name="T6" fmla="*/ 366726 w 21600"/>
                <a:gd name="T7" fmla="*/ 13834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14" y="20917"/>
                  </a:moveTo>
                  <a:cubicBezTo>
                    <a:pt x="18073" y="20804"/>
                    <a:pt x="18073" y="20804"/>
                    <a:pt x="18073" y="20804"/>
                  </a:cubicBezTo>
                  <a:cubicBezTo>
                    <a:pt x="18073" y="20804"/>
                    <a:pt x="18073" y="20804"/>
                    <a:pt x="18073" y="20804"/>
                  </a:cubicBezTo>
                  <a:cubicBezTo>
                    <a:pt x="17632" y="20690"/>
                    <a:pt x="17632" y="20690"/>
                    <a:pt x="17632" y="20690"/>
                  </a:cubicBezTo>
                  <a:cubicBezTo>
                    <a:pt x="16751" y="20690"/>
                    <a:pt x="16751" y="20690"/>
                    <a:pt x="16751" y="20690"/>
                  </a:cubicBezTo>
                  <a:cubicBezTo>
                    <a:pt x="15869" y="20576"/>
                    <a:pt x="15869" y="20576"/>
                    <a:pt x="15869" y="20576"/>
                  </a:cubicBezTo>
                  <a:cubicBezTo>
                    <a:pt x="15428" y="20576"/>
                    <a:pt x="15428" y="20576"/>
                    <a:pt x="15428" y="20576"/>
                  </a:cubicBezTo>
                  <a:cubicBezTo>
                    <a:pt x="15428" y="20576"/>
                    <a:pt x="15428" y="20576"/>
                    <a:pt x="15428" y="20576"/>
                  </a:cubicBezTo>
                  <a:cubicBezTo>
                    <a:pt x="15428" y="20576"/>
                    <a:pt x="15428" y="20576"/>
                    <a:pt x="15428" y="20576"/>
                  </a:cubicBezTo>
                  <a:cubicBezTo>
                    <a:pt x="15428" y="20690"/>
                    <a:pt x="15428" y="20690"/>
                    <a:pt x="15428" y="20690"/>
                  </a:cubicBezTo>
                  <a:cubicBezTo>
                    <a:pt x="15428" y="20690"/>
                    <a:pt x="15428" y="20690"/>
                    <a:pt x="15428" y="20690"/>
                  </a:cubicBezTo>
                  <a:cubicBezTo>
                    <a:pt x="14546" y="20576"/>
                    <a:pt x="14546" y="20576"/>
                    <a:pt x="14546" y="20576"/>
                  </a:cubicBezTo>
                  <a:cubicBezTo>
                    <a:pt x="14106" y="20576"/>
                    <a:pt x="14106" y="20576"/>
                    <a:pt x="14106" y="20576"/>
                  </a:cubicBezTo>
                  <a:cubicBezTo>
                    <a:pt x="14106" y="20576"/>
                    <a:pt x="14106" y="20576"/>
                    <a:pt x="14106" y="20576"/>
                  </a:cubicBezTo>
                  <a:cubicBezTo>
                    <a:pt x="14106" y="20576"/>
                    <a:pt x="14106" y="20576"/>
                    <a:pt x="14106" y="20576"/>
                  </a:cubicBezTo>
                  <a:cubicBezTo>
                    <a:pt x="14987" y="20690"/>
                    <a:pt x="14987" y="20690"/>
                    <a:pt x="14987" y="20690"/>
                  </a:cubicBezTo>
                  <a:cubicBezTo>
                    <a:pt x="14987" y="20690"/>
                    <a:pt x="14987" y="20690"/>
                    <a:pt x="14987" y="20690"/>
                  </a:cubicBezTo>
                  <a:cubicBezTo>
                    <a:pt x="14987" y="20690"/>
                    <a:pt x="14987" y="20690"/>
                    <a:pt x="14987" y="20690"/>
                  </a:cubicBezTo>
                  <a:cubicBezTo>
                    <a:pt x="14987" y="20690"/>
                    <a:pt x="14987" y="20690"/>
                    <a:pt x="14987" y="20690"/>
                  </a:cubicBezTo>
                  <a:cubicBezTo>
                    <a:pt x="14987" y="20804"/>
                    <a:pt x="14987" y="20804"/>
                    <a:pt x="14987" y="20804"/>
                  </a:cubicBezTo>
                  <a:cubicBezTo>
                    <a:pt x="14546" y="20804"/>
                    <a:pt x="14546" y="20804"/>
                    <a:pt x="14546" y="20804"/>
                  </a:cubicBezTo>
                  <a:cubicBezTo>
                    <a:pt x="14546" y="20690"/>
                    <a:pt x="14546" y="20690"/>
                    <a:pt x="14546" y="20690"/>
                  </a:cubicBezTo>
                  <a:cubicBezTo>
                    <a:pt x="14106" y="20690"/>
                    <a:pt x="14106" y="20690"/>
                    <a:pt x="14106" y="20690"/>
                  </a:cubicBezTo>
                  <a:cubicBezTo>
                    <a:pt x="14106" y="20690"/>
                    <a:pt x="14106" y="20690"/>
                    <a:pt x="14106" y="20690"/>
                  </a:cubicBezTo>
                  <a:cubicBezTo>
                    <a:pt x="14106" y="20804"/>
                    <a:pt x="14106" y="20804"/>
                    <a:pt x="14106" y="20804"/>
                  </a:cubicBezTo>
                  <a:cubicBezTo>
                    <a:pt x="13665" y="20804"/>
                    <a:pt x="13665" y="20804"/>
                    <a:pt x="13665" y="20804"/>
                  </a:cubicBezTo>
                  <a:cubicBezTo>
                    <a:pt x="13224" y="20804"/>
                    <a:pt x="13224" y="20804"/>
                    <a:pt x="13224" y="20804"/>
                  </a:cubicBezTo>
                  <a:cubicBezTo>
                    <a:pt x="13224" y="20804"/>
                    <a:pt x="13224" y="20804"/>
                    <a:pt x="13224" y="20804"/>
                  </a:cubicBezTo>
                  <a:cubicBezTo>
                    <a:pt x="13224" y="20804"/>
                    <a:pt x="13224" y="20804"/>
                    <a:pt x="13224" y="20804"/>
                  </a:cubicBezTo>
                  <a:cubicBezTo>
                    <a:pt x="13224" y="20804"/>
                    <a:pt x="13224" y="20804"/>
                    <a:pt x="13224" y="20804"/>
                  </a:cubicBezTo>
                  <a:cubicBezTo>
                    <a:pt x="12783" y="20804"/>
                    <a:pt x="12783" y="20804"/>
                    <a:pt x="12783" y="20804"/>
                  </a:cubicBezTo>
                  <a:cubicBezTo>
                    <a:pt x="12342" y="20917"/>
                    <a:pt x="12342" y="20917"/>
                    <a:pt x="12342" y="20917"/>
                  </a:cubicBezTo>
                  <a:cubicBezTo>
                    <a:pt x="12342" y="20917"/>
                    <a:pt x="12342" y="20917"/>
                    <a:pt x="12342" y="20917"/>
                  </a:cubicBezTo>
                  <a:cubicBezTo>
                    <a:pt x="12783" y="20917"/>
                    <a:pt x="12783" y="20917"/>
                    <a:pt x="12783" y="20917"/>
                  </a:cubicBezTo>
                  <a:cubicBezTo>
                    <a:pt x="13224" y="20917"/>
                    <a:pt x="13224" y="20917"/>
                    <a:pt x="13224" y="20917"/>
                  </a:cubicBezTo>
                  <a:cubicBezTo>
                    <a:pt x="13224" y="20917"/>
                    <a:pt x="13224" y="20917"/>
                    <a:pt x="13224" y="20917"/>
                  </a:cubicBezTo>
                  <a:cubicBezTo>
                    <a:pt x="13665" y="20917"/>
                    <a:pt x="13665" y="20917"/>
                    <a:pt x="13665" y="20917"/>
                  </a:cubicBezTo>
                  <a:cubicBezTo>
                    <a:pt x="13665" y="20917"/>
                    <a:pt x="13665" y="20917"/>
                    <a:pt x="13665" y="20917"/>
                  </a:cubicBezTo>
                  <a:cubicBezTo>
                    <a:pt x="14106" y="20917"/>
                    <a:pt x="14106" y="20917"/>
                    <a:pt x="14106" y="20917"/>
                  </a:cubicBezTo>
                  <a:cubicBezTo>
                    <a:pt x="14106" y="20917"/>
                    <a:pt x="14106" y="20917"/>
                    <a:pt x="14106" y="20917"/>
                  </a:cubicBezTo>
                  <a:cubicBezTo>
                    <a:pt x="14546" y="20917"/>
                    <a:pt x="14546" y="20917"/>
                    <a:pt x="14546" y="20917"/>
                  </a:cubicBezTo>
                  <a:cubicBezTo>
                    <a:pt x="14546" y="21031"/>
                    <a:pt x="14546" y="21031"/>
                    <a:pt x="14546" y="21031"/>
                  </a:cubicBezTo>
                  <a:cubicBezTo>
                    <a:pt x="14546" y="21031"/>
                    <a:pt x="14546" y="21031"/>
                    <a:pt x="14546" y="21031"/>
                  </a:cubicBezTo>
                  <a:cubicBezTo>
                    <a:pt x="14546" y="21031"/>
                    <a:pt x="14546" y="21031"/>
                    <a:pt x="14546" y="21031"/>
                  </a:cubicBezTo>
                  <a:cubicBezTo>
                    <a:pt x="14106" y="21145"/>
                    <a:pt x="14106" y="21145"/>
                    <a:pt x="14106" y="21145"/>
                  </a:cubicBezTo>
                  <a:cubicBezTo>
                    <a:pt x="14546" y="21258"/>
                    <a:pt x="14546" y="21258"/>
                    <a:pt x="14546" y="21258"/>
                  </a:cubicBezTo>
                  <a:cubicBezTo>
                    <a:pt x="14546" y="21258"/>
                    <a:pt x="14546" y="21258"/>
                    <a:pt x="14546" y="21258"/>
                  </a:cubicBezTo>
                  <a:cubicBezTo>
                    <a:pt x="14987" y="21258"/>
                    <a:pt x="14987" y="21258"/>
                    <a:pt x="14987" y="21258"/>
                  </a:cubicBezTo>
                  <a:cubicBezTo>
                    <a:pt x="15428" y="21372"/>
                    <a:pt x="15428" y="21372"/>
                    <a:pt x="15428" y="21372"/>
                  </a:cubicBezTo>
                  <a:cubicBezTo>
                    <a:pt x="15428" y="21372"/>
                    <a:pt x="15428" y="21372"/>
                    <a:pt x="15428" y="21372"/>
                  </a:cubicBezTo>
                  <a:cubicBezTo>
                    <a:pt x="15428" y="21258"/>
                    <a:pt x="15428" y="21258"/>
                    <a:pt x="15428" y="21258"/>
                  </a:cubicBezTo>
                  <a:cubicBezTo>
                    <a:pt x="15428" y="21258"/>
                    <a:pt x="15428" y="21258"/>
                    <a:pt x="15428" y="21258"/>
                  </a:cubicBezTo>
                  <a:cubicBezTo>
                    <a:pt x="14987" y="21145"/>
                    <a:pt x="14987" y="21145"/>
                    <a:pt x="14987" y="21145"/>
                  </a:cubicBezTo>
                  <a:cubicBezTo>
                    <a:pt x="14987" y="21145"/>
                    <a:pt x="14987" y="21145"/>
                    <a:pt x="14987" y="21145"/>
                  </a:cubicBezTo>
                  <a:cubicBezTo>
                    <a:pt x="14987" y="21145"/>
                    <a:pt x="14987" y="21145"/>
                    <a:pt x="14987" y="21145"/>
                  </a:cubicBezTo>
                  <a:cubicBezTo>
                    <a:pt x="15428" y="21145"/>
                    <a:pt x="15428" y="21145"/>
                    <a:pt x="15428" y="21145"/>
                  </a:cubicBezTo>
                  <a:cubicBezTo>
                    <a:pt x="15428" y="21145"/>
                    <a:pt x="15428" y="21145"/>
                    <a:pt x="15428" y="21145"/>
                  </a:cubicBezTo>
                  <a:cubicBezTo>
                    <a:pt x="15428" y="21145"/>
                    <a:pt x="15428" y="21145"/>
                    <a:pt x="15428" y="21145"/>
                  </a:cubicBezTo>
                  <a:cubicBezTo>
                    <a:pt x="15428" y="21031"/>
                    <a:pt x="15428" y="21031"/>
                    <a:pt x="15428" y="21031"/>
                  </a:cubicBezTo>
                  <a:cubicBezTo>
                    <a:pt x="14987" y="21031"/>
                    <a:pt x="14987" y="21031"/>
                    <a:pt x="14987" y="21031"/>
                  </a:cubicBezTo>
                  <a:cubicBezTo>
                    <a:pt x="15869" y="20917"/>
                    <a:pt x="15869" y="20917"/>
                    <a:pt x="15869" y="20917"/>
                  </a:cubicBezTo>
                  <a:cubicBezTo>
                    <a:pt x="16310" y="20917"/>
                    <a:pt x="16310" y="20917"/>
                    <a:pt x="16310" y="20917"/>
                  </a:cubicBezTo>
                  <a:cubicBezTo>
                    <a:pt x="17632" y="21031"/>
                    <a:pt x="17632" y="21031"/>
                    <a:pt x="17632" y="21031"/>
                  </a:cubicBezTo>
                  <a:cubicBezTo>
                    <a:pt x="18073" y="21031"/>
                    <a:pt x="18073" y="21031"/>
                    <a:pt x="18073" y="21031"/>
                  </a:cubicBezTo>
                  <a:cubicBezTo>
                    <a:pt x="18073" y="20917"/>
                    <a:pt x="18073" y="20917"/>
                    <a:pt x="18073" y="20917"/>
                  </a:cubicBezTo>
                  <a:cubicBezTo>
                    <a:pt x="18514" y="20917"/>
                    <a:pt x="18514" y="20917"/>
                    <a:pt x="18514" y="20917"/>
                  </a:cubicBezTo>
                  <a:close/>
                  <a:moveTo>
                    <a:pt x="18073" y="20690"/>
                  </a:moveTo>
                  <a:cubicBezTo>
                    <a:pt x="17632" y="20690"/>
                    <a:pt x="17632" y="20690"/>
                    <a:pt x="17632" y="20690"/>
                  </a:cubicBezTo>
                  <a:cubicBezTo>
                    <a:pt x="16751" y="20576"/>
                    <a:pt x="16751" y="20576"/>
                    <a:pt x="16751" y="20576"/>
                  </a:cubicBezTo>
                  <a:cubicBezTo>
                    <a:pt x="15869" y="20463"/>
                    <a:pt x="15869" y="20463"/>
                    <a:pt x="15869" y="20463"/>
                  </a:cubicBezTo>
                  <a:cubicBezTo>
                    <a:pt x="15869" y="20463"/>
                    <a:pt x="15869" y="20463"/>
                    <a:pt x="15869" y="20463"/>
                  </a:cubicBezTo>
                  <a:cubicBezTo>
                    <a:pt x="15428" y="20463"/>
                    <a:pt x="15428" y="20463"/>
                    <a:pt x="15428" y="20463"/>
                  </a:cubicBezTo>
                  <a:cubicBezTo>
                    <a:pt x="14987" y="20349"/>
                    <a:pt x="14987" y="20349"/>
                    <a:pt x="14987" y="20349"/>
                  </a:cubicBezTo>
                  <a:cubicBezTo>
                    <a:pt x="14987" y="20349"/>
                    <a:pt x="14987" y="20349"/>
                    <a:pt x="14987" y="20349"/>
                  </a:cubicBezTo>
                  <a:cubicBezTo>
                    <a:pt x="14987" y="20235"/>
                    <a:pt x="14987" y="20235"/>
                    <a:pt x="14987" y="20235"/>
                  </a:cubicBezTo>
                  <a:cubicBezTo>
                    <a:pt x="15428" y="20235"/>
                    <a:pt x="15428" y="20235"/>
                    <a:pt x="15428" y="20235"/>
                  </a:cubicBezTo>
                  <a:cubicBezTo>
                    <a:pt x="15428" y="20122"/>
                    <a:pt x="15428" y="20122"/>
                    <a:pt x="15428" y="20122"/>
                  </a:cubicBezTo>
                  <a:cubicBezTo>
                    <a:pt x="15869" y="20122"/>
                    <a:pt x="15869" y="20122"/>
                    <a:pt x="15869" y="20122"/>
                  </a:cubicBezTo>
                  <a:cubicBezTo>
                    <a:pt x="16310" y="20008"/>
                    <a:pt x="16310" y="20008"/>
                    <a:pt x="16310" y="20008"/>
                  </a:cubicBezTo>
                  <a:cubicBezTo>
                    <a:pt x="16310" y="20008"/>
                    <a:pt x="16310" y="20008"/>
                    <a:pt x="16310" y="20008"/>
                  </a:cubicBezTo>
                  <a:cubicBezTo>
                    <a:pt x="15869" y="20008"/>
                    <a:pt x="15869" y="20008"/>
                    <a:pt x="15869" y="20008"/>
                  </a:cubicBezTo>
                  <a:cubicBezTo>
                    <a:pt x="14987" y="20008"/>
                    <a:pt x="14987" y="20008"/>
                    <a:pt x="14987" y="20008"/>
                  </a:cubicBezTo>
                  <a:cubicBezTo>
                    <a:pt x="14987" y="20122"/>
                    <a:pt x="14987" y="20122"/>
                    <a:pt x="14987" y="20122"/>
                  </a:cubicBezTo>
                  <a:cubicBezTo>
                    <a:pt x="14546" y="20122"/>
                    <a:pt x="14546" y="20122"/>
                    <a:pt x="14546" y="20122"/>
                  </a:cubicBezTo>
                  <a:cubicBezTo>
                    <a:pt x="14106" y="20008"/>
                    <a:pt x="14106" y="20008"/>
                    <a:pt x="14106" y="20008"/>
                  </a:cubicBezTo>
                  <a:cubicBezTo>
                    <a:pt x="14106" y="19894"/>
                    <a:pt x="14106" y="19894"/>
                    <a:pt x="14106" y="19894"/>
                  </a:cubicBezTo>
                  <a:cubicBezTo>
                    <a:pt x="14106" y="19781"/>
                    <a:pt x="14106" y="19781"/>
                    <a:pt x="14106" y="19781"/>
                  </a:cubicBezTo>
                  <a:cubicBezTo>
                    <a:pt x="14546" y="19781"/>
                    <a:pt x="14546" y="19781"/>
                    <a:pt x="14546" y="19781"/>
                  </a:cubicBezTo>
                  <a:cubicBezTo>
                    <a:pt x="14546" y="19667"/>
                    <a:pt x="14546" y="19667"/>
                    <a:pt x="14546" y="19667"/>
                  </a:cubicBezTo>
                  <a:cubicBezTo>
                    <a:pt x="14106" y="19667"/>
                    <a:pt x="14106" y="19667"/>
                    <a:pt x="14106" y="19667"/>
                  </a:cubicBezTo>
                  <a:cubicBezTo>
                    <a:pt x="14106" y="19667"/>
                    <a:pt x="14106" y="19667"/>
                    <a:pt x="14106" y="19667"/>
                  </a:cubicBezTo>
                  <a:cubicBezTo>
                    <a:pt x="14106" y="19553"/>
                    <a:pt x="14106" y="19553"/>
                    <a:pt x="14106" y="19553"/>
                  </a:cubicBezTo>
                  <a:cubicBezTo>
                    <a:pt x="14546" y="19553"/>
                    <a:pt x="14546" y="19553"/>
                    <a:pt x="14546" y="19553"/>
                  </a:cubicBezTo>
                  <a:cubicBezTo>
                    <a:pt x="14987" y="19667"/>
                    <a:pt x="14987" y="19667"/>
                    <a:pt x="14987" y="19667"/>
                  </a:cubicBezTo>
                  <a:cubicBezTo>
                    <a:pt x="14987" y="19667"/>
                    <a:pt x="14987" y="19667"/>
                    <a:pt x="14987" y="19667"/>
                  </a:cubicBezTo>
                  <a:cubicBezTo>
                    <a:pt x="15428" y="19553"/>
                    <a:pt x="15428" y="19553"/>
                    <a:pt x="15428" y="19553"/>
                  </a:cubicBezTo>
                  <a:cubicBezTo>
                    <a:pt x="15428" y="19439"/>
                    <a:pt x="15428" y="19439"/>
                    <a:pt x="15428" y="19439"/>
                  </a:cubicBezTo>
                  <a:cubicBezTo>
                    <a:pt x="14987" y="19439"/>
                    <a:pt x="14987" y="19439"/>
                    <a:pt x="14987" y="19439"/>
                  </a:cubicBezTo>
                  <a:cubicBezTo>
                    <a:pt x="15428" y="19326"/>
                    <a:pt x="15428" y="19326"/>
                    <a:pt x="15428" y="19326"/>
                  </a:cubicBezTo>
                  <a:cubicBezTo>
                    <a:pt x="15428" y="19326"/>
                    <a:pt x="15428" y="19326"/>
                    <a:pt x="15428" y="19326"/>
                  </a:cubicBezTo>
                  <a:cubicBezTo>
                    <a:pt x="15869" y="19439"/>
                    <a:pt x="15869" y="19439"/>
                    <a:pt x="15869" y="19439"/>
                  </a:cubicBezTo>
                  <a:cubicBezTo>
                    <a:pt x="15869" y="19439"/>
                    <a:pt x="15869" y="19439"/>
                    <a:pt x="15869" y="19439"/>
                  </a:cubicBezTo>
                  <a:cubicBezTo>
                    <a:pt x="16751" y="19326"/>
                    <a:pt x="16751" y="19326"/>
                    <a:pt x="16751" y="19326"/>
                  </a:cubicBezTo>
                  <a:cubicBezTo>
                    <a:pt x="17191" y="19894"/>
                    <a:pt x="17191" y="19894"/>
                    <a:pt x="17191" y="19894"/>
                  </a:cubicBezTo>
                  <a:cubicBezTo>
                    <a:pt x="17191" y="19894"/>
                    <a:pt x="17191" y="19894"/>
                    <a:pt x="17191" y="19894"/>
                  </a:cubicBezTo>
                  <a:cubicBezTo>
                    <a:pt x="17191" y="19894"/>
                    <a:pt x="17191" y="19894"/>
                    <a:pt x="17191" y="19894"/>
                  </a:cubicBezTo>
                  <a:cubicBezTo>
                    <a:pt x="18073" y="20690"/>
                    <a:pt x="18073" y="20690"/>
                    <a:pt x="18073" y="20690"/>
                  </a:cubicBezTo>
                  <a:close/>
                  <a:moveTo>
                    <a:pt x="16751" y="19212"/>
                  </a:moveTo>
                  <a:cubicBezTo>
                    <a:pt x="15869" y="19098"/>
                    <a:pt x="15869" y="19098"/>
                    <a:pt x="15869" y="19098"/>
                  </a:cubicBezTo>
                  <a:cubicBezTo>
                    <a:pt x="15428" y="19098"/>
                    <a:pt x="15428" y="19098"/>
                    <a:pt x="15428" y="19098"/>
                  </a:cubicBezTo>
                  <a:cubicBezTo>
                    <a:pt x="15428" y="18985"/>
                    <a:pt x="15428" y="18985"/>
                    <a:pt x="15428" y="18985"/>
                  </a:cubicBezTo>
                  <a:cubicBezTo>
                    <a:pt x="12783" y="18985"/>
                    <a:pt x="12783" y="18985"/>
                    <a:pt x="12783" y="18985"/>
                  </a:cubicBezTo>
                  <a:cubicBezTo>
                    <a:pt x="11461" y="19098"/>
                    <a:pt x="11461" y="19098"/>
                    <a:pt x="11461" y="19098"/>
                  </a:cubicBezTo>
                  <a:cubicBezTo>
                    <a:pt x="11020" y="18985"/>
                    <a:pt x="11020" y="18985"/>
                    <a:pt x="11020" y="18985"/>
                  </a:cubicBezTo>
                  <a:cubicBezTo>
                    <a:pt x="10138" y="18985"/>
                    <a:pt x="10138" y="18985"/>
                    <a:pt x="10138" y="18985"/>
                  </a:cubicBezTo>
                  <a:cubicBezTo>
                    <a:pt x="10138" y="18871"/>
                    <a:pt x="10138" y="18871"/>
                    <a:pt x="10138" y="18871"/>
                  </a:cubicBezTo>
                  <a:cubicBezTo>
                    <a:pt x="9697" y="18644"/>
                    <a:pt x="9697" y="18644"/>
                    <a:pt x="9697" y="18644"/>
                  </a:cubicBezTo>
                  <a:cubicBezTo>
                    <a:pt x="9257" y="18530"/>
                    <a:pt x="9257" y="18530"/>
                    <a:pt x="9257" y="18530"/>
                  </a:cubicBezTo>
                  <a:cubicBezTo>
                    <a:pt x="9257" y="18303"/>
                    <a:pt x="9257" y="18303"/>
                    <a:pt x="9257" y="18303"/>
                  </a:cubicBezTo>
                  <a:cubicBezTo>
                    <a:pt x="9257" y="18189"/>
                    <a:pt x="9257" y="18189"/>
                    <a:pt x="9257" y="18189"/>
                  </a:cubicBezTo>
                  <a:cubicBezTo>
                    <a:pt x="8816" y="18189"/>
                    <a:pt x="8816" y="18189"/>
                    <a:pt x="8816" y="18189"/>
                  </a:cubicBezTo>
                  <a:cubicBezTo>
                    <a:pt x="8375" y="18303"/>
                    <a:pt x="8375" y="18303"/>
                    <a:pt x="8375" y="18303"/>
                  </a:cubicBezTo>
                  <a:cubicBezTo>
                    <a:pt x="7934" y="18303"/>
                    <a:pt x="7934" y="18303"/>
                    <a:pt x="7934" y="18303"/>
                  </a:cubicBezTo>
                  <a:cubicBezTo>
                    <a:pt x="7493" y="18303"/>
                    <a:pt x="7493" y="18303"/>
                    <a:pt x="7493" y="18303"/>
                  </a:cubicBezTo>
                  <a:cubicBezTo>
                    <a:pt x="6612" y="17962"/>
                    <a:pt x="6612" y="17962"/>
                    <a:pt x="6612" y="17962"/>
                  </a:cubicBezTo>
                  <a:cubicBezTo>
                    <a:pt x="6612" y="17848"/>
                    <a:pt x="6612" y="17848"/>
                    <a:pt x="6612" y="17848"/>
                  </a:cubicBezTo>
                  <a:cubicBezTo>
                    <a:pt x="6612" y="17393"/>
                    <a:pt x="6612" y="17393"/>
                    <a:pt x="6612" y="17393"/>
                  </a:cubicBezTo>
                  <a:cubicBezTo>
                    <a:pt x="7053" y="17280"/>
                    <a:pt x="7053" y="17280"/>
                    <a:pt x="7053" y="17280"/>
                  </a:cubicBezTo>
                  <a:cubicBezTo>
                    <a:pt x="7934" y="17052"/>
                    <a:pt x="7934" y="17052"/>
                    <a:pt x="7934" y="17052"/>
                  </a:cubicBezTo>
                  <a:cubicBezTo>
                    <a:pt x="7934" y="16825"/>
                    <a:pt x="7934" y="16825"/>
                    <a:pt x="7934" y="16825"/>
                  </a:cubicBezTo>
                  <a:cubicBezTo>
                    <a:pt x="7934" y="16597"/>
                    <a:pt x="7934" y="16597"/>
                    <a:pt x="7934" y="16597"/>
                  </a:cubicBezTo>
                  <a:cubicBezTo>
                    <a:pt x="7493" y="16484"/>
                    <a:pt x="7493" y="16484"/>
                    <a:pt x="7493" y="16484"/>
                  </a:cubicBezTo>
                  <a:cubicBezTo>
                    <a:pt x="7934" y="16256"/>
                    <a:pt x="7934" y="16256"/>
                    <a:pt x="7934" y="16256"/>
                  </a:cubicBezTo>
                  <a:cubicBezTo>
                    <a:pt x="7934" y="16143"/>
                    <a:pt x="7934" y="16143"/>
                    <a:pt x="7934" y="16143"/>
                  </a:cubicBezTo>
                  <a:cubicBezTo>
                    <a:pt x="7934" y="15915"/>
                    <a:pt x="7934" y="15915"/>
                    <a:pt x="7934" y="15915"/>
                  </a:cubicBezTo>
                  <a:cubicBezTo>
                    <a:pt x="7934" y="15802"/>
                    <a:pt x="7934" y="15802"/>
                    <a:pt x="7934" y="15802"/>
                  </a:cubicBezTo>
                  <a:cubicBezTo>
                    <a:pt x="7934" y="15688"/>
                    <a:pt x="7934" y="15688"/>
                    <a:pt x="7934" y="15688"/>
                  </a:cubicBezTo>
                  <a:cubicBezTo>
                    <a:pt x="7934" y="15574"/>
                    <a:pt x="7934" y="15574"/>
                    <a:pt x="7934" y="15574"/>
                  </a:cubicBezTo>
                  <a:cubicBezTo>
                    <a:pt x="7934" y="15233"/>
                    <a:pt x="7934" y="15233"/>
                    <a:pt x="7934" y="15233"/>
                  </a:cubicBezTo>
                  <a:cubicBezTo>
                    <a:pt x="7493" y="15119"/>
                    <a:pt x="7493" y="15119"/>
                    <a:pt x="7493" y="15119"/>
                  </a:cubicBezTo>
                  <a:cubicBezTo>
                    <a:pt x="7493" y="15119"/>
                    <a:pt x="7493" y="15119"/>
                    <a:pt x="7493" y="15119"/>
                  </a:cubicBezTo>
                  <a:cubicBezTo>
                    <a:pt x="7934" y="15006"/>
                    <a:pt x="7934" y="15006"/>
                    <a:pt x="7934" y="15006"/>
                  </a:cubicBezTo>
                  <a:cubicBezTo>
                    <a:pt x="7934" y="14892"/>
                    <a:pt x="7934" y="14892"/>
                    <a:pt x="7934" y="14892"/>
                  </a:cubicBezTo>
                  <a:cubicBezTo>
                    <a:pt x="7493" y="14665"/>
                    <a:pt x="7493" y="14665"/>
                    <a:pt x="7493" y="14665"/>
                  </a:cubicBezTo>
                  <a:cubicBezTo>
                    <a:pt x="7053" y="14551"/>
                    <a:pt x="7053" y="14551"/>
                    <a:pt x="7053" y="14551"/>
                  </a:cubicBezTo>
                  <a:cubicBezTo>
                    <a:pt x="6612" y="14551"/>
                    <a:pt x="6612" y="14551"/>
                    <a:pt x="6612" y="14551"/>
                  </a:cubicBezTo>
                  <a:cubicBezTo>
                    <a:pt x="6612" y="14665"/>
                    <a:pt x="6612" y="14665"/>
                    <a:pt x="6612" y="14665"/>
                  </a:cubicBezTo>
                  <a:cubicBezTo>
                    <a:pt x="6171" y="14551"/>
                    <a:pt x="6171" y="14551"/>
                    <a:pt x="6171" y="14551"/>
                  </a:cubicBezTo>
                  <a:cubicBezTo>
                    <a:pt x="6171" y="14437"/>
                    <a:pt x="6171" y="14437"/>
                    <a:pt x="6171" y="14437"/>
                  </a:cubicBezTo>
                  <a:cubicBezTo>
                    <a:pt x="7053" y="14437"/>
                    <a:pt x="7053" y="14437"/>
                    <a:pt x="7053" y="14437"/>
                  </a:cubicBezTo>
                  <a:cubicBezTo>
                    <a:pt x="7493" y="14324"/>
                    <a:pt x="7493" y="14324"/>
                    <a:pt x="7493" y="14324"/>
                  </a:cubicBezTo>
                  <a:cubicBezTo>
                    <a:pt x="7493" y="14210"/>
                    <a:pt x="7493" y="14210"/>
                    <a:pt x="7493" y="14210"/>
                  </a:cubicBezTo>
                  <a:cubicBezTo>
                    <a:pt x="7493" y="14210"/>
                    <a:pt x="7493" y="14210"/>
                    <a:pt x="7493" y="14210"/>
                  </a:cubicBezTo>
                  <a:cubicBezTo>
                    <a:pt x="7053" y="14324"/>
                    <a:pt x="7053" y="14324"/>
                    <a:pt x="7053" y="14324"/>
                  </a:cubicBezTo>
                  <a:cubicBezTo>
                    <a:pt x="6612" y="14324"/>
                    <a:pt x="6612" y="14324"/>
                    <a:pt x="6612" y="14324"/>
                  </a:cubicBezTo>
                  <a:cubicBezTo>
                    <a:pt x="6612" y="14096"/>
                    <a:pt x="6612" y="14096"/>
                    <a:pt x="6612" y="14096"/>
                  </a:cubicBezTo>
                  <a:cubicBezTo>
                    <a:pt x="6171" y="13869"/>
                    <a:pt x="6171" y="13869"/>
                    <a:pt x="6171" y="13869"/>
                  </a:cubicBezTo>
                  <a:cubicBezTo>
                    <a:pt x="6171" y="13755"/>
                    <a:pt x="6171" y="13755"/>
                    <a:pt x="6171" y="13755"/>
                  </a:cubicBezTo>
                  <a:cubicBezTo>
                    <a:pt x="6171" y="13642"/>
                    <a:pt x="6171" y="13642"/>
                    <a:pt x="6171" y="13642"/>
                  </a:cubicBezTo>
                  <a:cubicBezTo>
                    <a:pt x="5730" y="13528"/>
                    <a:pt x="5730" y="13528"/>
                    <a:pt x="5730" y="13528"/>
                  </a:cubicBezTo>
                  <a:cubicBezTo>
                    <a:pt x="5289" y="13414"/>
                    <a:pt x="5289" y="13414"/>
                    <a:pt x="5289" y="13414"/>
                  </a:cubicBezTo>
                  <a:cubicBezTo>
                    <a:pt x="5289" y="13073"/>
                    <a:pt x="5289" y="13073"/>
                    <a:pt x="5289" y="13073"/>
                  </a:cubicBezTo>
                  <a:cubicBezTo>
                    <a:pt x="5730" y="12960"/>
                    <a:pt x="5730" y="12960"/>
                    <a:pt x="5730" y="12960"/>
                  </a:cubicBezTo>
                  <a:cubicBezTo>
                    <a:pt x="5730" y="12846"/>
                    <a:pt x="5730" y="12846"/>
                    <a:pt x="5730" y="12846"/>
                  </a:cubicBezTo>
                  <a:cubicBezTo>
                    <a:pt x="5730" y="12732"/>
                    <a:pt x="5730" y="12732"/>
                    <a:pt x="5730" y="12732"/>
                  </a:cubicBezTo>
                  <a:cubicBezTo>
                    <a:pt x="5289" y="12732"/>
                    <a:pt x="5289" y="12732"/>
                    <a:pt x="5289" y="12732"/>
                  </a:cubicBezTo>
                  <a:cubicBezTo>
                    <a:pt x="5289" y="12505"/>
                    <a:pt x="5289" y="12505"/>
                    <a:pt x="5289" y="12505"/>
                  </a:cubicBezTo>
                  <a:cubicBezTo>
                    <a:pt x="4848" y="12277"/>
                    <a:pt x="4848" y="12277"/>
                    <a:pt x="4848" y="12277"/>
                  </a:cubicBezTo>
                  <a:cubicBezTo>
                    <a:pt x="5289" y="11936"/>
                    <a:pt x="5289" y="11936"/>
                    <a:pt x="5289" y="11936"/>
                  </a:cubicBezTo>
                  <a:cubicBezTo>
                    <a:pt x="4848" y="11709"/>
                    <a:pt x="4848" y="11709"/>
                    <a:pt x="4848" y="11709"/>
                  </a:cubicBezTo>
                  <a:cubicBezTo>
                    <a:pt x="4848" y="11595"/>
                    <a:pt x="4848" y="11595"/>
                    <a:pt x="4848" y="11595"/>
                  </a:cubicBezTo>
                  <a:cubicBezTo>
                    <a:pt x="5289" y="11368"/>
                    <a:pt x="5289" y="11368"/>
                    <a:pt x="5289" y="11368"/>
                  </a:cubicBezTo>
                  <a:cubicBezTo>
                    <a:pt x="5730" y="11141"/>
                    <a:pt x="5730" y="11141"/>
                    <a:pt x="5730" y="11141"/>
                  </a:cubicBezTo>
                  <a:cubicBezTo>
                    <a:pt x="6171" y="11027"/>
                    <a:pt x="6171" y="11027"/>
                    <a:pt x="6171" y="11027"/>
                  </a:cubicBezTo>
                  <a:cubicBezTo>
                    <a:pt x="6171" y="11027"/>
                    <a:pt x="6171" y="11027"/>
                    <a:pt x="6171" y="11027"/>
                  </a:cubicBezTo>
                  <a:cubicBezTo>
                    <a:pt x="5289" y="10458"/>
                    <a:pt x="5289" y="10458"/>
                    <a:pt x="5289" y="10458"/>
                  </a:cubicBezTo>
                  <a:cubicBezTo>
                    <a:pt x="5289" y="10231"/>
                    <a:pt x="5289" y="10231"/>
                    <a:pt x="5289" y="10231"/>
                  </a:cubicBezTo>
                  <a:cubicBezTo>
                    <a:pt x="5289" y="10117"/>
                    <a:pt x="5289" y="10117"/>
                    <a:pt x="5289" y="10117"/>
                  </a:cubicBezTo>
                  <a:cubicBezTo>
                    <a:pt x="5289" y="9776"/>
                    <a:pt x="5289" y="9776"/>
                    <a:pt x="5289" y="9776"/>
                  </a:cubicBezTo>
                  <a:cubicBezTo>
                    <a:pt x="5730" y="9663"/>
                    <a:pt x="5730" y="9663"/>
                    <a:pt x="5730" y="9663"/>
                  </a:cubicBezTo>
                  <a:cubicBezTo>
                    <a:pt x="6171" y="9549"/>
                    <a:pt x="6171" y="9549"/>
                    <a:pt x="6171" y="9549"/>
                  </a:cubicBezTo>
                  <a:cubicBezTo>
                    <a:pt x="6171" y="9322"/>
                    <a:pt x="6171" y="9322"/>
                    <a:pt x="6171" y="9322"/>
                  </a:cubicBezTo>
                  <a:cubicBezTo>
                    <a:pt x="5730" y="9208"/>
                    <a:pt x="5730" y="9208"/>
                    <a:pt x="5730" y="9208"/>
                  </a:cubicBezTo>
                  <a:cubicBezTo>
                    <a:pt x="5289" y="9094"/>
                    <a:pt x="5289" y="9094"/>
                    <a:pt x="5289" y="9094"/>
                  </a:cubicBezTo>
                  <a:cubicBezTo>
                    <a:pt x="5730" y="8981"/>
                    <a:pt x="5730" y="8981"/>
                    <a:pt x="5730" y="8981"/>
                  </a:cubicBezTo>
                  <a:cubicBezTo>
                    <a:pt x="5730" y="8867"/>
                    <a:pt x="5730" y="8867"/>
                    <a:pt x="5730" y="8867"/>
                  </a:cubicBezTo>
                  <a:cubicBezTo>
                    <a:pt x="6171" y="8640"/>
                    <a:pt x="6171" y="8640"/>
                    <a:pt x="6171" y="8640"/>
                  </a:cubicBezTo>
                  <a:cubicBezTo>
                    <a:pt x="6612" y="8640"/>
                    <a:pt x="6612" y="8640"/>
                    <a:pt x="6612" y="8640"/>
                  </a:cubicBezTo>
                  <a:cubicBezTo>
                    <a:pt x="6612" y="8412"/>
                    <a:pt x="6612" y="8412"/>
                    <a:pt x="6612" y="8412"/>
                  </a:cubicBezTo>
                  <a:cubicBezTo>
                    <a:pt x="6171" y="8071"/>
                    <a:pt x="6171" y="8071"/>
                    <a:pt x="6171" y="8071"/>
                  </a:cubicBezTo>
                  <a:cubicBezTo>
                    <a:pt x="6171" y="7957"/>
                    <a:pt x="6171" y="7957"/>
                    <a:pt x="6171" y="7957"/>
                  </a:cubicBezTo>
                  <a:cubicBezTo>
                    <a:pt x="5730" y="7730"/>
                    <a:pt x="5730" y="7730"/>
                    <a:pt x="5730" y="7730"/>
                  </a:cubicBezTo>
                  <a:cubicBezTo>
                    <a:pt x="5730" y="7616"/>
                    <a:pt x="5730" y="7616"/>
                    <a:pt x="5730" y="7616"/>
                  </a:cubicBezTo>
                  <a:cubicBezTo>
                    <a:pt x="5289" y="7389"/>
                    <a:pt x="5289" y="7389"/>
                    <a:pt x="5289" y="7389"/>
                  </a:cubicBezTo>
                  <a:cubicBezTo>
                    <a:pt x="4848" y="7275"/>
                    <a:pt x="4848" y="7275"/>
                    <a:pt x="4848" y="7275"/>
                  </a:cubicBezTo>
                  <a:cubicBezTo>
                    <a:pt x="4848" y="7162"/>
                    <a:pt x="4848" y="7162"/>
                    <a:pt x="4848" y="7162"/>
                  </a:cubicBezTo>
                  <a:cubicBezTo>
                    <a:pt x="4408" y="6934"/>
                    <a:pt x="4408" y="6934"/>
                    <a:pt x="4408" y="6934"/>
                  </a:cubicBezTo>
                  <a:cubicBezTo>
                    <a:pt x="4408" y="6821"/>
                    <a:pt x="4408" y="6821"/>
                    <a:pt x="4408" y="6821"/>
                  </a:cubicBezTo>
                  <a:cubicBezTo>
                    <a:pt x="5289" y="6707"/>
                    <a:pt x="5289" y="6707"/>
                    <a:pt x="5289" y="6707"/>
                  </a:cubicBezTo>
                  <a:cubicBezTo>
                    <a:pt x="5289" y="6480"/>
                    <a:pt x="5289" y="6480"/>
                    <a:pt x="5289" y="6480"/>
                  </a:cubicBezTo>
                  <a:cubicBezTo>
                    <a:pt x="5289" y="6480"/>
                    <a:pt x="5289" y="6480"/>
                    <a:pt x="5289" y="6480"/>
                  </a:cubicBezTo>
                  <a:cubicBezTo>
                    <a:pt x="5289" y="6252"/>
                    <a:pt x="5289" y="6252"/>
                    <a:pt x="5289" y="6252"/>
                  </a:cubicBezTo>
                  <a:cubicBezTo>
                    <a:pt x="5289" y="6025"/>
                    <a:pt x="5289" y="6025"/>
                    <a:pt x="5289" y="6025"/>
                  </a:cubicBezTo>
                  <a:cubicBezTo>
                    <a:pt x="4848" y="5797"/>
                    <a:pt x="4848" y="5797"/>
                    <a:pt x="4848" y="5797"/>
                  </a:cubicBezTo>
                  <a:cubicBezTo>
                    <a:pt x="5289" y="5684"/>
                    <a:pt x="5289" y="5684"/>
                    <a:pt x="5289" y="5684"/>
                  </a:cubicBezTo>
                  <a:cubicBezTo>
                    <a:pt x="5289" y="5343"/>
                    <a:pt x="5289" y="5343"/>
                    <a:pt x="5289" y="5343"/>
                  </a:cubicBezTo>
                  <a:cubicBezTo>
                    <a:pt x="5730" y="5229"/>
                    <a:pt x="5730" y="5229"/>
                    <a:pt x="5730" y="5229"/>
                  </a:cubicBezTo>
                  <a:cubicBezTo>
                    <a:pt x="6171" y="5002"/>
                    <a:pt x="6171" y="5002"/>
                    <a:pt x="6171" y="5002"/>
                  </a:cubicBezTo>
                  <a:cubicBezTo>
                    <a:pt x="7053" y="4888"/>
                    <a:pt x="7053" y="4888"/>
                    <a:pt x="7053" y="4888"/>
                  </a:cubicBezTo>
                  <a:cubicBezTo>
                    <a:pt x="7053" y="4774"/>
                    <a:pt x="7053" y="4774"/>
                    <a:pt x="7053" y="4774"/>
                  </a:cubicBezTo>
                  <a:cubicBezTo>
                    <a:pt x="7493" y="4661"/>
                    <a:pt x="7493" y="4661"/>
                    <a:pt x="7493" y="4661"/>
                  </a:cubicBezTo>
                  <a:cubicBezTo>
                    <a:pt x="7493" y="4661"/>
                    <a:pt x="7493" y="4661"/>
                    <a:pt x="7493" y="4661"/>
                  </a:cubicBezTo>
                  <a:cubicBezTo>
                    <a:pt x="7493" y="4547"/>
                    <a:pt x="7493" y="4547"/>
                    <a:pt x="7493" y="4547"/>
                  </a:cubicBezTo>
                  <a:cubicBezTo>
                    <a:pt x="7053" y="4433"/>
                    <a:pt x="7053" y="4433"/>
                    <a:pt x="7053" y="4433"/>
                  </a:cubicBezTo>
                  <a:cubicBezTo>
                    <a:pt x="7053" y="4433"/>
                    <a:pt x="7053" y="4433"/>
                    <a:pt x="7053" y="4433"/>
                  </a:cubicBezTo>
                  <a:cubicBezTo>
                    <a:pt x="7053" y="4320"/>
                    <a:pt x="7053" y="4320"/>
                    <a:pt x="7053" y="4320"/>
                  </a:cubicBezTo>
                  <a:cubicBezTo>
                    <a:pt x="7493" y="4320"/>
                    <a:pt x="7493" y="4320"/>
                    <a:pt x="7493" y="4320"/>
                  </a:cubicBezTo>
                  <a:cubicBezTo>
                    <a:pt x="7493" y="4206"/>
                    <a:pt x="7493" y="4206"/>
                    <a:pt x="7493" y="4206"/>
                  </a:cubicBezTo>
                  <a:cubicBezTo>
                    <a:pt x="7053" y="4092"/>
                    <a:pt x="7053" y="4092"/>
                    <a:pt x="7053" y="4092"/>
                  </a:cubicBezTo>
                  <a:cubicBezTo>
                    <a:pt x="7053" y="3865"/>
                    <a:pt x="7053" y="3865"/>
                    <a:pt x="7053" y="3865"/>
                  </a:cubicBezTo>
                  <a:cubicBezTo>
                    <a:pt x="7053" y="3751"/>
                    <a:pt x="7053" y="3751"/>
                    <a:pt x="7053" y="3751"/>
                  </a:cubicBezTo>
                  <a:cubicBezTo>
                    <a:pt x="7053" y="3751"/>
                    <a:pt x="7053" y="3751"/>
                    <a:pt x="7053" y="3751"/>
                  </a:cubicBezTo>
                  <a:cubicBezTo>
                    <a:pt x="6612" y="3637"/>
                    <a:pt x="6612" y="3637"/>
                    <a:pt x="6612" y="3637"/>
                  </a:cubicBezTo>
                  <a:cubicBezTo>
                    <a:pt x="6612" y="3524"/>
                    <a:pt x="6612" y="3524"/>
                    <a:pt x="6612" y="3524"/>
                  </a:cubicBezTo>
                  <a:cubicBezTo>
                    <a:pt x="9257" y="3183"/>
                    <a:pt x="9257" y="3183"/>
                    <a:pt x="9257" y="3183"/>
                  </a:cubicBezTo>
                  <a:cubicBezTo>
                    <a:pt x="9697" y="2728"/>
                    <a:pt x="9697" y="2728"/>
                    <a:pt x="9697" y="2728"/>
                  </a:cubicBezTo>
                  <a:cubicBezTo>
                    <a:pt x="9257" y="2614"/>
                    <a:pt x="9257" y="2614"/>
                    <a:pt x="9257" y="2614"/>
                  </a:cubicBezTo>
                  <a:cubicBezTo>
                    <a:pt x="8816" y="2614"/>
                    <a:pt x="8816" y="2614"/>
                    <a:pt x="8816" y="2614"/>
                  </a:cubicBezTo>
                  <a:cubicBezTo>
                    <a:pt x="8816" y="2614"/>
                    <a:pt x="8816" y="2614"/>
                    <a:pt x="8816" y="2614"/>
                  </a:cubicBezTo>
                  <a:cubicBezTo>
                    <a:pt x="8375" y="2614"/>
                    <a:pt x="8375" y="2614"/>
                    <a:pt x="8375" y="2614"/>
                  </a:cubicBezTo>
                  <a:cubicBezTo>
                    <a:pt x="7053" y="1705"/>
                    <a:pt x="7053" y="1705"/>
                    <a:pt x="7053" y="1705"/>
                  </a:cubicBezTo>
                  <a:cubicBezTo>
                    <a:pt x="5730" y="1591"/>
                    <a:pt x="5730" y="1591"/>
                    <a:pt x="5730" y="1591"/>
                  </a:cubicBezTo>
                  <a:cubicBezTo>
                    <a:pt x="5730" y="1477"/>
                    <a:pt x="5730" y="1477"/>
                    <a:pt x="5730" y="1477"/>
                  </a:cubicBezTo>
                  <a:cubicBezTo>
                    <a:pt x="6171" y="1250"/>
                    <a:pt x="6171" y="1250"/>
                    <a:pt x="6171" y="1250"/>
                  </a:cubicBezTo>
                  <a:cubicBezTo>
                    <a:pt x="6171" y="1136"/>
                    <a:pt x="6171" y="1136"/>
                    <a:pt x="6171" y="1136"/>
                  </a:cubicBezTo>
                  <a:cubicBezTo>
                    <a:pt x="6171" y="1023"/>
                    <a:pt x="6171" y="1023"/>
                    <a:pt x="6171" y="1023"/>
                  </a:cubicBezTo>
                  <a:cubicBezTo>
                    <a:pt x="6171" y="909"/>
                    <a:pt x="6171" y="909"/>
                    <a:pt x="6171" y="909"/>
                  </a:cubicBezTo>
                  <a:cubicBezTo>
                    <a:pt x="5289" y="795"/>
                    <a:pt x="5289" y="795"/>
                    <a:pt x="5289" y="795"/>
                  </a:cubicBezTo>
                  <a:cubicBezTo>
                    <a:pt x="4848" y="682"/>
                    <a:pt x="4848" y="682"/>
                    <a:pt x="4848" y="682"/>
                  </a:cubicBezTo>
                  <a:cubicBezTo>
                    <a:pt x="4848" y="454"/>
                    <a:pt x="4848" y="454"/>
                    <a:pt x="4848" y="454"/>
                  </a:cubicBezTo>
                  <a:cubicBezTo>
                    <a:pt x="4848" y="454"/>
                    <a:pt x="4848" y="454"/>
                    <a:pt x="4848" y="454"/>
                  </a:cubicBezTo>
                  <a:cubicBezTo>
                    <a:pt x="4848" y="341"/>
                    <a:pt x="4848" y="341"/>
                    <a:pt x="4848" y="341"/>
                  </a:cubicBezTo>
                  <a:cubicBezTo>
                    <a:pt x="4848" y="227"/>
                    <a:pt x="4848" y="227"/>
                    <a:pt x="4848" y="227"/>
                  </a:cubicBezTo>
                  <a:cubicBezTo>
                    <a:pt x="4408" y="227"/>
                    <a:pt x="4408" y="227"/>
                    <a:pt x="4408" y="227"/>
                  </a:cubicBezTo>
                  <a:cubicBezTo>
                    <a:pt x="4408" y="113"/>
                    <a:pt x="4408" y="113"/>
                    <a:pt x="4408" y="113"/>
                  </a:cubicBezTo>
                  <a:cubicBezTo>
                    <a:pt x="3967" y="0"/>
                    <a:pt x="3967" y="0"/>
                    <a:pt x="3967" y="0"/>
                  </a:cubicBezTo>
                  <a:cubicBezTo>
                    <a:pt x="3967" y="0"/>
                    <a:pt x="3967" y="0"/>
                    <a:pt x="3967" y="0"/>
                  </a:cubicBezTo>
                  <a:cubicBezTo>
                    <a:pt x="3526" y="113"/>
                    <a:pt x="3526" y="113"/>
                    <a:pt x="3526" y="113"/>
                  </a:cubicBezTo>
                  <a:cubicBezTo>
                    <a:pt x="3526" y="113"/>
                    <a:pt x="3526" y="113"/>
                    <a:pt x="3526" y="113"/>
                  </a:cubicBezTo>
                  <a:cubicBezTo>
                    <a:pt x="3967" y="227"/>
                    <a:pt x="3967" y="227"/>
                    <a:pt x="3967" y="227"/>
                  </a:cubicBezTo>
                  <a:cubicBezTo>
                    <a:pt x="3526" y="341"/>
                    <a:pt x="3526" y="341"/>
                    <a:pt x="3526" y="341"/>
                  </a:cubicBezTo>
                  <a:cubicBezTo>
                    <a:pt x="3085" y="341"/>
                    <a:pt x="3085" y="341"/>
                    <a:pt x="3085" y="341"/>
                  </a:cubicBezTo>
                  <a:cubicBezTo>
                    <a:pt x="3085" y="341"/>
                    <a:pt x="3085" y="341"/>
                    <a:pt x="3085" y="341"/>
                  </a:cubicBezTo>
                  <a:cubicBezTo>
                    <a:pt x="2644" y="454"/>
                    <a:pt x="2644" y="454"/>
                    <a:pt x="2644" y="454"/>
                  </a:cubicBezTo>
                  <a:cubicBezTo>
                    <a:pt x="2204" y="454"/>
                    <a:pt x="2204" y="454"/>
                    <a:pt x="2204" y="454"/>
                  </a:cubicBezTo>
                  <a:cubicBezTo>
                    <a:pt x="2204" y="454"/>
                    <a:pt x="2204" y="454"/>
                    <a:pt x="2204" y="454"/>
                  </a:cubicBezTo>
                  <a:cubicBezTo>
                    <a:pt x="2204" y="682"/>
                    <a:pt x="2204" y="682"/>
                    <a:pt x="2204" y="682"/>
                  </a:cubicBezTo>
                  <a:cubicBezTo>
                    <a:pt x="2204" y="682"/>
                    <a:pt x="2204" y="682"/>
                    <a:pt x="2204" y="682"/>
                  </a:cubicBezTo>
                  <a:cubicBezTo>
                    <a:pt x="2204" y="909"/>
                    <a:pt x="2204" y="909"/>
                    <a:pt x="2204" y="909"/>
                  </a:cubicBezTo>
                  <a:cubicBezTo>
                    <a:pt x="2644" y="1250"/>
                    <a:pt x="2644" y="1250"/>
                    <a:pt x="2644" y="1250"/>
                  </a:cubicBezTo>
                  <a:cubicBezTo>
                    <a:pt x="2644" y="1364"/>
                    <a:pt x="2644" y="1364"/>
                    <a:pt x="2644" y="1364"/>
                  </a:cubicBezTo>
                  <a:cubicBezTo>
                    <a:pt x="2644" y="1477"/>
                    <a:pt x="2644" y="1477"/>
                    <a:pt x="2644" y="1477"/>
                  </a:cubicBezTo>
                  <a:cubicBezTo>
                    <a:pt x="2204" y="1477"/>
                    <a:pt x="2204" y="1477"/>
                    <a:pt x="2204" y="1477"/>
                  </a:cubicBezTo>
                  <a:cubicBezTo>
                    <a:pt x="2644" y="1705"/>
                    <a:pt x="2644" y="1705"/>
                    <a:pt x="2644" y="1705"/>
                  </a:cubicBezTo>
                  <a:cubicBezTo>
                    <a:pt x="2644" y="1818"/>
                    <a:pt x="2644" y="1818"/>
                    <a:pt x="2644" y="1818"/>
                  </a:cubicBezTo>
                  <a:cubicBezTo>
                    <a:pt x="3085" y="1932"/>
                    <a:pt x="3085" y="1932"/>
                    <a:pt x="3085" y="1932"/>
                  </a:cubicBezTo>
                  <a:cubicBezTo>
                    <a:pt x="3085" y="2160"/>
                    <a:pt x="3085" y="2160"/>
                    <a:pt x="3085" y="2160"/>
                  </a:cubicBezTo>
                  <a:cubicBezTo>
                    <a:pt x="3085" y="2273"/>
                    <a:pt x="3085" y="2273"/>
                    <a:pt x="3085" y="2273"/>
                  </a:cubicBezTo>
                  <a:cubicBezTo>
                    <a:pt x="2644" y="2273"/>
                    <a:pt x="2644" y="2273"/>
                    <a:pt x="2644" y="2273"/>
                  </a:cubicBezTo>
                  <a:cubicBezTo>
                    <a:pt x="3085" y="2614"/>
                    <a:pt x="3085" y="2614"/>
                    <a:pt x="3085" y="2614"/>
                  </a:cubicBezTo>
                  <a:cubicBezTo>
                    <a:pt x="3085" y="2728"/>
                    <a:pt x="3085" y="2728"/>
                    <a:pt x="3085" y="2728"/>
                  </a:cubicBezTo>
                  <a:cubicBezTo>
                    <a:pt x="2644" y="2728"/>
                    <a:pt x="2644" y="2728"/>
                    <a:pt x="2644" y="2728"/>
                  </a:cubicBezTo>
                  <a:cubicBezTo>
                    <a:pt x="2204" y="2842"/>
                    <a:pt x="2204" y="2842"/>
                    <a:pt x="2204" y="2842"/>
                  </a:cubicBezTo>
                  <a:cubicBezTo>
                    <a:pt x="2204" y="2955"/>
                    <a:pt x="2204" y="2955"/>
                    <a:pt x="2204" y="2955"/>
                  </a:cubicBezTo>
                  <a:cubicBezTo>
                    <a:pt x="2644" y="3069"/>
                    <a:pt x="2644" y="3069"/>
                    <a:pt x="2644" y="3069"/>
                  </a:cubicBezTo>
                  <a:cubicBezTo>
                    <a:pt x="2644" y="2955"/>
                    <a:pt x="2644" y="2955"/>
                    <a:pt x="2644" y="2955"/>
                  </a:cubicBezTo>
                  <a:cubicBezTo>
                    <a:pt x="3085" y="2955"/>
                    <a:pt x="3085" y="2955"/>
                    <a:pt x="3085" y="2955"/>
                  </a:cubicBezTo>
                  <a:cubicBezTo>
                    <a:pt x="2644" y="3069"/>
                    <a:pt x="2644" y="3069"/>
                    <a:pt x="2644" y="3069"/>
                  </a:cubicBezTo>
                  <a:cubicBezTo>
                    <a:pt x="2644" y="3524"/>
                    <a:pt x="2644" y="3524"/>
                    <a:pt x="2644" y="3524"/>
                  </a:cubicBezTo>
                  <a:cubicBezTo>
                    <a:pt x="3085" y="3751"/>
                    <a:pt x="3085" y="3751"/>
                    <a:pt x="3085" y="3751"/>
                  </a:cubicBezTo>
                  <a:cubicBezTo>
                    <a:pt x="3085" y="3865"/>
                    <a:pt x="3085" y="3865"/>
                    <a:pt x="3085" y="3865"/>
                  </a:cubicBezTo>
                  <a:cubicBezTo>
                    <a:pt x="3085" y="3978"/>
                    <a:pt x="3085" y="3978"/>
                    <a:pt x="3085" y="3978"/>
                  </a:cubicBezTo>
                  <a:cubicBezTo>
                    <a:pt x="2644" y="4092"/>
                    <a:pt x="2644" y="4092"/>
                    <a:pt x="2644" y="4092"/>
                  </a:cubicBezTo>
                  <a:cubicBezTo>
                    <a:pt x="2644" y="4206"/>
                    <a:pt x="2644" y="4206"/>
                    <a:pt x="2644" y="4206"/>
                  </a:cubicBezTo>
                  <a:cubicBezTo>
                    <a:pt x="3085" y="4320"/>
                    <a:pt x="3085" y="4320"/>
                    <a:pt x="3085" y="4320"/>
                  </a:cubicBezTo>
                  <a:cubicBezTo>
                    <a:pt x="3085" y="4433"/>
                    <a:pt x="3085" y="4433"/>
                    <a:pt x="3085" y="4433"/>
                  </a:cubicBezTo>
                  <a:cubicBezTo>
                    <a:pt x="3085" y="4661"/>
                    <a:pt x="3085" y="4661"/>
                    <a:pt x="3085" y="4661"/>
                  </a:cubicBezTo>
                  <a:cubicBezTo>
                    <a:pt x="2644" y="4774"/>
                    <a:pt x="2644" y="4774"/>
                    <a:pt x="2644" y="4774"/>
                  </a:cubicBezTo>
                  <a:cubicBezTo>
                    <a:pt x="2644" y="4888"/>
                    <a:pt x="2644" y="4888"/>
                    <a:pt x="2644" y="4888"/>
                  </a:cubicBezTo>
                  <a:cubicBezTo>
                    <a:pt x="2644" y="5002"/>
                    <a:pt x="2644" y="5002"/>
                    <a:pt x="2644" y="5002"/>
                  </a:cubicBezTo>
                  <a:cubicBezTo>
                    <a:pt x="2644" y="5002"/>
                    <a:pt x="2644" y="5002"/>
                    <a:pt x="2644" y="5002"/>
                  </a:cubicBezTo>
                  <a:cubicBezTo>
                    <a:pt x="2644" y="5115"/>
                    <a:pt x="2644" y="5115"/>
                    <a:pt x="2644" y="5115"/>
                  </a:cubicBezTo>
                  <a:cubicBezTo>
                    <a:pt x="2204" y="5229"/>
                    <a:pt x="2204" y="5229"/>
                    <a:pt x="2204" y="5229"/>
                  </a:cubicBezTo>
                  <a:cubicBezTo>
                    <a:pt x="2204" y="5343"/>
                    <a:pt x="2204" y="5343"/>
                    <a:pt x="2204" y="5343"/>
                  </a:cubicBezTo>
                  <a:cubicBezTo>
                    <a:pt x="2204" y="5456"/>
                    <a:pt x="2204" y="5456"/>
                    <a:pt x="2204" y="5456"/>
                  </a:cubicBezTo>
                  <a:cubicBezTo>
                    <a:pt x="2204" y="5570"/>
                    <a:pt x="2204" y="5570"/>
                    <a:pt x="2204" y="5570"/>
                  </a:cubicBezTo>
                  <a:cubicBezTo>
                    <a:pt x="1763" y="5684"/>
                    <a:pt x="1763" y="5684"/>
                    <a:pt x="1763" y="5684"/>
                  </a:cubicBezTo>
                  <a:cubicBezTo>
                    <a:pt x="1763" y="5797"/>
                    <a:pt x="1763" y="5797"/>
                    <a:pt x="1763" y="5797"/>
                  </a:cubicBezTo>
                  <a:cubicBezTo>
                    <a:pt x="2204" y="5911"/>
                    <a:pt x="2204" y="5911"/>
                    <a:pt x="2204" y="5911"/>
                  </a:cubicBezTo>
                  <a:cubicBezTo>
                    <a:pt x="2204" y="6025"/>
                    <a:pt x="2204" y="6025"/>
                    <a:pt x="2204" y="6025"/>
                  </a:cubicBezTo>
                  <a:cubicBezTo>
                    <a:pt x="2644" y="6138"/>
                    <a:pt x="2644" y="6138"/>
                    <a:pt x="2644" y="6138"/>
                  </a:cubicBezTo>
                  <a:cubicBezTo>
                    <a:pt x="2204" y="6138"/>
                    <a:pt x="2204" y="6138"/>
                    <a:pt x="2204" y="6138"/>
                  </a:cubicBezTo>
                  <a:cubicBezTo>
                    <a:pt x="2204" y="6252"/>
                    <a:pt x="2204" y="6252"/>
                    <a:pt x="2204" y="6252"/>
                  </a:cubicBezTo>
                  <a:cubicBezTo>
                    <a:pt x="2204" y="6366"/>
                    <a:pt x="2204" y="6366"/>
                    <a:pt x="2204" y="6366"/>
                  </a:cubicBezTo>
                  <a:cubicBezTo>
                    <a:pt x="2204" y="6480"/>
                    <a:pt x="2204" y="6480"/>
                    <a:pt x="2204" y="6480"/>
                  </a:cubicBezTo>
                  <a:cubicBezTo>
                    <a:pt x="1763" y="6480"/>
                    <a:pt x="1763" y="6480"/>
                    <a:pt x="1763" y="6480"/>
                  </a:cubicBezTo>
                  <a:cubicBezTo>
                    <a:pt x="1763" y="6593"/>
                    <a:pt x="1763" y="6593"/>
                    <a:pt x="1763" y="6593"/>
                  </a:cubicBezTo>
                  <a:cubicBezTo>
                    <a:pt x="1763" y="6707"/>
                    <a:pt x="1763" y="6707"/>
                    <a:pt x="1763" y="6707"/>
                  </a:cubicBezTo>
                  <a:cubicBezTo>
                    <a:pt x="1763" y="6821"/>
                    <a:pt x="1763" y="6821"/>
                    <a:pt x="1763" y="6821"/>
                  </a:cubicBezTo>
                  <a:cubicBezTo>
                    <a:pt x="2204" y="7048"/>
                    <a:pt x="2204" y="7048"/>
                    <a:pt x="2204" y="7048"/>
                  </a:cubicBezTo>
                  <a:cubicBezTo>
                    <a:pt x="2204" y="7162"/>
                    <a:pt x="2204" y="7162"/>
                    <a:pt x="2204" y="7162"/>
                  </a:cubicBezTo>
                  <a:cubicBezTo>
                    <a:pt x="2204" y="7275"/>
                    <a:pt x="2204" y="7275"/>
                    <a:pt x="2204" y="7275"/>
                  </a:cubicBezTo>
                  <a:cubicBezTo>
                    <a:pt x="2204" y="7275"/>
                    <a:pt x="2204" y="7275"/>
                    <a:pt x="2204" y="7275"/>
                  </a:cubicBezTo>
                  <a:cubicBezTo>
                    <a:pt x="2644" y="7503"/>
                    <a:pt x="2644" y="7503"/>
                    <a:pt x="2644" y="7503"/>
                  </a:cubicBezTo>
                  <a:cubicBezTo>
                    <a:pt x="2644" y="7616"/>
                    <a:pt x="2644" y="7616"/>
                    <a:pt x="2644" y="7616"/>
                  </a:cubicBezTo>
                  <a:cubicBezTo>
                    <a:pt x="2644" y="7730"/>
                    <a:pt x="2644" y="7730"/>
                    <a:pt x="2644" y="7730"/>
                  </a:cubicBezTo>
                  <a:cubicBezTo>
                    <a:pt x="2644" y="7730"/>
                    <a:pt x="2644" y="7730"/>
                    <a:pt x="2644" y="7730"/>
                  </a:cubicBezTo>
                  <a:cubicBezTo>
                    <a:pt x="2644" y="7844"/>
                    <a:pt x="2644" y="7844"/>
                    <a:pt x="2644" y="7844"/>
                  </a:cubicBezTo>
                  <a:cubicBezTo>
                    <a:pt x="2644" y="7957"/>
                    <a:pt x="2644" y="7957"/>
                    <a:pt x="2644" y="7957"/>
                  </a:cubicBezTo>
                  <a:cubicBezTo>
                    <a:pt x="2644" y="7957"/>
                    <a:pt x="2644" y="7957"/>
                    <a:pt x="2644" y="7957"/>
                  </a:cubicBezTo>
                  <a:cubicBezTo>
                    <a:pt x="2644" y="8071"/>
                    <a:pt x="2644" y="8071"/>
                    <a:pt x="2644" y="8071"/>
                  </a:cubicBezTo>
                  <a:cubicBezTo>
                    <a:pt x="3085" y="8185"/>
                    <a:pt x="3085" y="8185"/>
                    <a:pt x="3085" y="8185"/>
                  </a:cubicBezTo>
                  <a:cubicBezTo>
                    <a:pt x="3085" y="8298"/>
                    <a:pt x="3085" y="8298"/>
                    <a:pt x="3085" y="8298"/>
                  </a:cubicBezTo>
                  <a:cubicBezTo>
                    <a:pt x="3085" y="8412"/>
                    <a:pt x="3085" y="8412"/>
                    <a:pt x="3085" y="8412"/>
                  </a:cubicBezTo>
                  <a:cubicBezTo>
                    <a:pt x="2644" y="8412"/>
                    <a:pt x="2644" y="8412"/>
                    <a:pt x="2644" y="8412"/>
                  </a:cubicBezTo>
                  <a:cubicBezTo>
                    <a:pt x="2204" y="8526"/>
                    <a:pt x="2204" y="8526"/>
                    <a:pt x="2204" y="8526"/>
                  </a:cubicBezTo>
                  <a:cubicBezTo>
                    <a:pt x="2204" y="8526"/>
                    <a:pt x="2204" y="8526"/>
                    <a:pt x="2204" y="8526"/>
                  </a:cubicBezTo>
                  <a:cubicBezTo>
                    <a:pt x="2644" y="8640"/>
                    <a:pt x="2644" y="8640"/>
                    <a:pt x="2644" y="8640"/>
                  </a:cubicBezTo>
                  <a:cubicBezTo>
                    <a:pt x="2204" y="8753"/>
                    <a:pt x="2204" y="8753"/>
                    <a:pt x="2204" y="8753"/>
                  </a:cubicBezTo>
                  <a:cubicBezTo>
                    <a:pt x="2204" y="8753"/>
                    <a:pt x="2204" y="8753"/>
                    <a:pt x="2204" y="8753"/>
                  </a:cubicBezTo>
                  <a:cubicBezTo>
                    <a:pt x="2204" y="8867"/>
                    <a:pt x="2204" y="8867"/>
                    <a:pt x="2204" y="8867"/>
                  </a:cubicBezTo>
                  <a:cubicBezTo>
                    <a:pt x="2204" y="8981"/>
                    <a:pt x="2204" y="8981"/>
                    <a:pt x="2204" y="8981"/>
                  </a:cubicBezTo>
                  <a:cubicBezTo>
                    <a:pt x="1763" y="9094"/>
                    <a:pt x="1763" y="9094"/>
                    <a:pt x="1763" y="9094"/>
                  </a:cubicBezTo>
                  <a:cubicBezTo>
                    <a:pt x="1763" y="9094"/>
                    <a:pt x="1763" y="9094"/>
                    <a:pt x="1763" y="9094"/>
                  </a:cubicBezTo>
                  <a:cubicBezTo>
                    <a:pt x="1763" y="9208"/>
                    <a:pt x="1763" y="9208"/>
                    <a:pt x="1763" y="9208"/>
                  </a:cubicBezTo>
                  <a:cubicBezTo>
                    <a:pt x="1763" y="9322"/>
                    <a:pt x="1763" y="9322"/>
                    <a:pt x="1763" y="9322"/>
                  </a:cubicBezTo>
                  <a:cubicBezTo>
                    <a:pt x="1763" y="9322"/>
                    <a:pt x="1763" y="9322"/>
                    <a:pt x="1763" y="9322"/>
                  </a:cubicBezTo>
                  <a:cubicBezTo>
                    <a:pt x="1763" y="9435"/>
                    <a:pt x="1763" y="9435"/>
                    <a:pt x="1763" y="9435"/>
                  </a:cubicBezTo>
                  <a:cubicBezTo>
                    <a:pt x="1763" y="9435"/>
                    <a:pt x="1763" y="9435"/>
                    <a:pt x="1763" y="9435"/>
                  </a:cubicBezTo>
                  <a:cubicBezTo>
                    <a:pt x="1322" y="9549"/>
                    <a:pt x="1322" y="9549"/>
                    <a:pt x="1322" y="9549"/>
                  </a:cubicBezTo>
                  <a:cubicBezTo>
                    <a:pt x="1322" y="9663"/>
                    <a:pt x="1322" y="9663"/>
                    <a:pt x="1322" y="9663"/>
                  </a:cubicBezTo>
                  <a:cubicBezTo>
                    <a:pt x="1322" y="9776"/>
                    <a:pt x="1322" y="9776"/>
                    <a:pt x="1322" y="9776"/>
                  </a:cubicBezTo>
                  <a:cubicBezTo>
                    <a:pt x="1322" y="9776"/>
                    <a:pt x="1322" y="9776"/>
                    <a:pt x="1322" y="9776"/>
                  </a:cubicBezTo>
                  <a:cubicBezTo>
                    <a:pt x="1322" y="9890"/>
                    <a:pt x="1322" y="9890"/>
                    <a:pt x="1322" y="9890"/>
                  </a:cubicBezTo>
                  <a:cubicBezTo>
                    <a:pt x="881" y="9890"/>
                    <a:pt x="881" y="9890"/>
                    <a:pt x="881" y="9890"/>
                  </a:cubicBezTo>
                  <a:cubicBezTo>
                    <a:pt x="881" y="10004"/>
                    <a:pt x="881" y="10004"/>
                    <a:pt x="881" y="10004"/>
                  </a:cubicBezTo>
                  <a:cubicBezTo>
                    <a:pt x="1322" y="10117"/>
                    <a:pt x="1322" y="10117"/>
                    <a:pt x="1322" y="10117"/>
                  </a:cubicBezTo>
                  <a:cubicBezTo>
                    <a:pt x="1322" y="10117"/>
                    <a:pt x="1322" y="10117"/>
                    <a:pt x="1322" y="10117"/>
                  </a:cubicBezTo>
                  <a:cubicBezTo>
                    <a:pt x="881" y="10231"/>
                    <a:pt x="881" y="10231"/>
                    <a:pt x="881" y="10231"/>
                  </a:cubicBezTo>
                  <a:cubicBezTo>
                    <a:pt x="881" y="10231"/>
                    <a:pt x="881" y="10231"/>
                    <a:pt x="881" y="10231"/>
                  </a:cubicBezTo>
                  <a:cubicBezTo>
                    <a:pt x="440" y="10231"/>
                    <a:pt x="440" y="10231"/>
                    <a:pt x="440" y="10231"/>
                  </a:cubicBezTo>
                  <a:cubicBezTo>
                    <a:pt x="0" y="10231"/>
                    <a:pt x="0" y="10231"/>
                    <a:pt x="0" y="10231"/>
                  </a:cubicBezTo>
                  <a:cubicBezTo>
                    <a:pt x="0" y="10231"/>
                    <a:pt x="0" y="10231"/>
                    <a:pt x="0" y="10231"/>
                  </a:cubicBezTo>
                  <a:cubicBezTo>
                    <a:pt x="440" y="10345"/>
                    <a:pt x="440" y="10345"/>
                    <a:pt x="440" y="10345"/>
                  </a:cubicBezTo>
                  <a:cubicBezTo>
                    <a:pt x="440" y="10458"/>
                    <a:pt x="440" y="10458"/>
                    <a:pt x="440" y="10458"/>
                  </a:cubicBezTo>
                  <a:cubicBezTo>
                    <a:pt x="440" y="10572"/>
                    <a:pt x="440" y="10572"/>
                    <a:pt x="440" y="10572"/>
                  </a:cubicBezTo>
                  <a:cubicBezTo>
                    <a:pt x="881" y="10686"/>
                    <a:pt x="881" y="10686"/>
                    <a:pt x="881" y="10686"/>
                  </a:cubicBezTo>
                  <a:cubicBezTo>
                    <a:pt x="881" y="10800"/>
                    <a:pt x="881" y="10800"/>
                    <a:pt x="881" y="10800"/>
                  </a:cubicBezTo>
                  <a:cubicBezTo>
                    <a:pt x="881" y="10913"/>
                    <a:pt x="881" y="10913"/>
                    <a:pt x="881" y="10913"/>
                  </a:cubicBezTo>
                  <a:cubicBezTo>
                    <a:pt x="1763" y="11141"/>
                    <a:pt x="1763" y="11141"/>
                    <a:pt x="1763" y="11141"/>
                  </a:cubicBezTo>
                  <a:cubicBezTo>
                    <a:pt x="1763" y="11254"/>
                    <a:pt x="1763" y="11254"/>
                    <a:pt x="1763" y="11254"/>
                  </a:cubicBezTo>
                  <a:cubicBezTo>
                    <a:pt x="1763" y="11254"/>
                    <a:pt x="1763" y="11254"/>
                    <a:pt x="1763" y="11254"/>
                  </a:cubicBezTo>
                  <a:cubicBezTo>
                    <a:pt x="1763" y="11368"/>
                    <a:pt x="1763" y="11368"/>
                    <a:pt x="1763" y="11368"/>
                  </a:cubicBezTo>
                  <a:cubicBezTo>
                    <a:pt x="1763" y="11595"/>
                    <a:pt x="1763" y="11595"/>
                    <a:pt x="1763" y="11595"/>
                  </a:cubicBezTo>
                  <a:cubicBezTo>
                    <a:pt x="1763" y="11595"/>
                    <a:pt x="1763" y="11595"/>
                    <a:pt x="1763" y="11595"/>
                  </a:cubicBezTo>
                  <a:cubicBezTo>
                    <a:pt x="1763" y="11709"/>
                    <a:pt x="1763" y="11709"/>
                    <a:pt x="1763" y="11709"/>
                  </a:cubicBezTo>
                  <a:cubicBezTo>
                    <a:pt x="1763" y="11709"/>
                    <a:pt x="1763" y="11709"/>
                    <a:pt x="1763" y="11709"/>
                  </a:cubicBezTo>
                  <a:cubicBezTo>
                    <a:pt x="1322" y="11709"/>
                    <a:pt x="1322" y="11709"/>
                    <a:pt x="1322" y="11709"/>
                  </a:cubicBezTo>
                  <a:cubicBezTo>
                    <a:pt x="1322" y="11709"/>
                    <a:pt x="1322" y="11709"/>
                    <a:pt x="1322" y="11709"/>
                  </a:cubicBezTo>
                  <a:cubicBezTo>
                    <a:pt x="881" y="11823"/>
                    <a:pt x="881" y="11823"/>
                    <a:pt x="881" y="11823"/>
                  </a:cubicBezTo>
                  <a:cubicBezTo>
                    <a:pt x="1322" y="11936"/>
                    <a:pt x="1322" y="11936"/>
                    <a:pt x="1322" y="11936"/>
                  </a:cubicBezTo>
                  <a:cubicBezTo>
                    <a:pt x="1322" y="11936"/>
                    <a:pt x="1322" y="11936"/>
                    <a:pt x="1322" y="11936"/>
                  </a:cubicBezTo>
                  <a:cubicBezTo>
                    <a:pt x="1322" y="12164"/>
                    <a:pt x="1322" y="12164"/>
                    <a:pt x="1322" y="12164"/>
                  </a:cubicBezTo>
                  <a:cubicBezTo>
                    <a:pt x="1322" y="12277"/>
                    <a:pt x="1322" y="12277"/>
                    <a:pt x="1322" y="12277"/>
                  </a:cubicBezTo>
                  <a:cubicBezTo>
                    <a:pt x="1322" y="12277"/>
                    <a:pt x="1322" y="12277"/>
                    <a:pt x="1322" y="12277"/>
                  </a:cubicBezTo>
                  <a:cubicBezTo>
                    <a:pt x="1322" y="12277"/>
                    <a:pt x="1322" y="12277"/>
                    <a:pt x="1322" y="12277"/>
                  </a:cubicBezTo>
                  <a:cubicBezTo>
                    <a:pt x="1322" y="12391"/>
                    <a:pt x="1322" y="12391"/>
                    <a:pt x="1322" y="12391"/>
                  </a:cubicBezTo>
                  <a:cubicBezTo>
                    <a:pt x="1322" y="12391"/>
                    <a:pt x="1322" y="12391"/>
                    <a:pt x="1322" y="12391"/>
                  </a:cubicBezTo>
                  <a:cubicBezTo>
                    <a:pt x="1322" y="12505"/>
                    <a:pt x="1322" y="12505"/>
                    <a:pt x="1322" y="12505"/>
                  </a:cubicBezTo>
                  <a:cubicBezTo>
                    <a:pt x="1763" y="12732"/>
                    <a:pt x="1763" y="12732"/>
                    <a:pt x="1763" y="12732"/>
                  </a:cubicBezTo>
                  <a:cubicBezTo>
                    <a:pt x="2204" y="12732"/>
                    <a:pt x="2204" y="12732"/>
                    <a:pt x="2204" y="12732"/>
                  </a:cubicBezTo>
                  <a:cubicBezTo>
                    <a:pt x="2204" y="12846"/>
                    <a:pt x="2204" y="12846"/>
                    <a:pt x="2204" y="12846"/>
                  </a:cubicBezTo>
                  <a:cubicBezTo>
                    <a:pt x="2644" y="12846"/>
                    <a:pt x="2644" y="12846"/>
                    <a:pt x="2644" y="12846"/>
                  </a:cubicBezTo>
                  <a:cubicBezTo>
                    <a:pt x="3526" y="12846"/>
                    <a:pt x="3526" y="12846"/>
                    <a:pt x="3526" y="12846"/>
                  </a:cubicBezTo>
                  <a:cubicBezTo>
                    <a:pt x="3526" y="12732"/>
                    <a:pt x="3526" y="12732"/>
                    <a:pt x="3526" y="12732"/>
                  </a:cubicBezTo>
                  <a:cubicBezTo>
                    <a:pt x="3526" y="12618"/>
                    <a:pt x="3526" y="12618"/>
                    <a:pt x="3526" y="12618"/>
                  </a:cubicBezTo>
                  <a:cubicBezTo>
                    <a:pt x="3967" y="12618"/>
                    <a:pt x="3967" y="12618"/>
                    <a:pt x="3967" y="12618"/>
                  </a:cubicBezTo>
                  <a:cubicBezTo>
                    <a:pt x="3967" y="12732"/>
                    <a:pt x="3967" y="12732"/>
                    <a:pt x="3967" y="12732"/>
                  </a:cubicBezTo>
                  <a:cubicBezTo>
                    <a:pt x="4408" y="12732"/>
                    <a:pt x="4408" y="12732"/>
                    <a:pt x="4408" y="12732"/>
                  </a:cubicBezTo>
                  <a:cubicBezTo>
                    <a:pt x="4408" y="12732"/>
                    <a:pt x="4408" y="12732"/>
                    <a:pt x="4408" y="12732"/>
                  </a:cubicBezTo>
                  <a:cubicBezTo>
                    <a:pt x="4408" y="12732"/>
                    <a:pt x="4408" y="12732"/>
                    <a:pt x="4408" y="12732"/>
                  </a:cubicBezTo>
                  <a:cubicBezTo>
                    <a:pt x="3967" y="12846"/>
                    <a:pt x="3967" y="12846"/>
                    <a:pt x="3967" y="12846"/>
                  </a:cubicBezTo>
                  <a:cubicBezTo>
                    <a:pt x="3967" y="12960"/>
                    <a:pt x="3967" y="12960"/>
                    <a:pt x="3967" y="12960"/>
                  </a:cubicBezTo>
                  <a:cubicBezTo>
                    <a:pt x="3967" y="12960"/>
                    <a:pt x="3967" y="12960"/>
                    <a:pt x="3967" y="12960"/>
                  </a:cubicBezTo>
                  <a:cubicBezTo>
                    <a:pt x="4408" y="12960"/>
                    <a:pt x="4408" y="12960"/>
                    <a:pt x="4408" y="12960"/>
                  </a:cubicBezTo>
                  <a:cubicBezTo>
                    <a:pt x="4408" y="12960"/>
                    <a:pt x="4408" y="12960"/>
                    <a:pt x="4408" y="12960"/>
                  </a:cubicBezTo>
                  <a:cubicBezTo>
                    <a:pt x="4408" y="13187"/>
                    <a:pt x="4408" y="13187"/>
                    <a:pt x="4408" y="13187"/>
                  </a:cubicBezTo>
                  <a:cubicBezTo>
                    <a:pt x="4848" y="13187"/>
                    <a:pt x="4848" y="13187"/>
                    <a:pt x="4848" y="13187"/>
                  </a:cubicBezTo>
                  <a:cubicBezTo>
                    <a:pt x="4408" y="13187"/>
                    <a:pt x="4408" y="13187"/>
                    <a:pt x="4408" y="13187"/>
                  </a:cubicBezTo>
                  <a:cubicBezTo>
                    <a:pt x="4408" y="13187"/>
                    <a:pt x="4408" y="13187"/>
                    <a:pt x="4408" y="13187"/>
                  </a:cubicBezTo>
                  <a:cubicBezTo>
                    <a:pt x="4408" y="13073"/>
                    <a:pt x="4408" y="13073"/>
                    <a:pt x="4408" y="13073"/>
                  </a:cubicBezTo>
                  <a:cubicBezTo>
                    <a:pt x="3967" y="13073"/>
                    <a:pt x="3967" y="13073"/>
                    <a:pt x="3967" y="13073"/>
                  </a:cubicBezTo>
                  <a:cubicBezTo>
                    <a:pt x="3967" y="13187"/>
                    <a:pt x="3967" y="13187"/>
                    <a:pt x="3967" y="13187"/>
                  </a:cubicBezTo>
                  <a:cubicBezTo>
                    <a:pt x="3967" y="13187"/>
                    <a:pt x="3967" y="13187"/>
                    <a:pt x="3967" y="13187"/>
                  </a:cubicBezTo>
                  <a:cubicBezTo>
                    <a:pt x="4408" y="13301"/>
                    <a:pt x="4408" y="13301"/>
                    <a:pt x="4408" y="13301"/>
                  </a:cubicBezTo>
                  <a:cubicBezTo>
                    <a:pt x="4408" y="13301"/>
                    <a:pt x="4408" y="13301"/>
                    <a:pt x="4408" y="13301"/>
                  </a:cubicBezTo>
                  <a:cubicBezTo>
                    <a:pt x="3967" y="13301"/>
                    <a:pt x="3967" y="13301"/>
                    <a:pt x="3967" y="13301"/>
                  </a:cubicBezTo>
                  <a:cubicBezTo>
                    <a:pt x="3967" y="13301"/>
                    <a:pt x="3967" y="13301"/>
                    <a:pt x="3967" y="13301"/>
                  </a:cubicBezTo>
                  <a:cubicBezTo>
                    <a:pt x="3967" y="13414"/>
                    <a:pt x="3967" y="13414"/>
                    <a:pt x="3967" y="13414"/>
                  </a:cubicBezTo>
                  <a:cubicBezTo>
                    <a:pt x="4408" y="13528"/>
                    <a:pt x="4408" y="13528"/>
                    <a:pt x="4408" y="13528"/>
                  </a:cubicBezTo>
                  <a:cubicBezTo>
                    <a:pt x="3967" y="13642"/>
                    <a:pt x="3967" y="13642"/>
                    <a:pt x="3967" y="13642"/>
                  </a:cubicBezTo>
                  <a:cubicBezTo>
                    <a:pt x="3967" y="13642"/>
                    <a:pt x="3967" y="13642"/>
                    <a:pt x="3967" y="13642"/>
                  </a:cubicBezTo>
                  <a:cubicBezTo>
                    <a:pt x="3967" y="13755"/>
                    <a:pt x="3967" y="13755"/>
                    <a:pt x="3967" y="13755"/>
                  </a:cubicBezTo>
                  <a:cubicBezTo>
                    <a:pt x="3967" y="13755"/>
                    <a:pt x="3967" y="13755"/>
                    <a:pt x="3967" y="13755"/>
                  </a:cubicBezTo>
                  <a:cubicBezTo>
                    <a:pt x="3967" y="13869"/>
                    <a:pt x="3967" y="13869"/>
                    <a:pt x="3967" y="13869"/>
                  </a:cubicBezTo>
                  <a:cubicBezTo>
                    <a:pt x="4408" y="13869"/>
                    <a:pt x="4408" y="13869"/>
                    <a:pt x="4408" y="13869"/>
                  </a:cubicBezTo>
                  <a:cubicBezTo>
                    <a:pt x="3967" y="13983"/>
                    <a:pt x="3967" y="13983"/>
                    <a:pt x="3967" y="13983"/>
                  </a:cubicBezTo>
                  <a:cubicBezTo>
                    <a:pt x="3967" y="14096"/>
                    <a:pt x="3967" y="14096"/>
                    <a:pt x="3967" y="14096"/>
                  </a:cubicBezTo>
                  <a:cubicBezTo>
                    <a:pt x="3967" y="14096"/>
                    <a:pt x="3967" y="14096"/>
                    <a:pt x="3967" y="14096"/>
                  </a:cubicBezTo>
                  <a:cubicBezTo>
                    <a:pt x="3967" y="14210"/>
                    <a:pt x="3967" y="14210"/>
                    <a:pt x="3967" y="14210"/>
                  </a:cubicBezTo>
                  <a:cubicBezTo>
                    <a:pt x="3967" y="14210"/>
                    <a:pt x="3967" y="14210"/>
                    <a:pt x="3967" y="14210"/>
                  </a:cubicBezTo>
                  <a:cubicBezTo>
                    <a:pt x="4408" y="14210"/>
                    <a:pt x="4408" y="14210"/>
                    <a:pt x="4408" y="14210"/>
                  </a:cubicBezTo>
                  <a:cubicBezTo>
                    <a:pt x="4848" y="14324"/>
                    <a:pt x="4848" y="14324"/>
                    <a:pt x="4848" y="14324"/>
                  </a:cubicBezTo>
                  <a:cubicBezTo>
                    <a:pt x="4848" y="14324"/>
                    <a:pt x="4848" y="14324"/>
                    <a:pt x="4848" y="14324"/>
                  </a:cubicBezTo>
                  <a:cubicBezTo>
                    <a:pt x="4848" y="14437"/>
                    <a:pt x="4848" y="14437"/>
                    <a:pt x="4848" y="14437"/>
                  </a:cubicBezTo>
                  <a:cubicBezTo>
                    <a:pt x="5289" y="14437"/>
                    <a:pt x="5289" y="14437"/>
                    <a:pt x="5289" y="14437"/>
                  </a:cubicBezTo>
                  <a:cubicBezTo>
                    <a:pt x="5289" y="14551"/>
                    <a:pt x="5289" y="14551"/>
                    <a:pt x="5289" y="14551"/>
                  </a:cubicBezTo>
                  <a:cubicBezTo>
                    <a:pt x="4848" y="14665"/>
                    <a:pt x="4848" y="14665"/>
                    <a:pt x="4848" y="14665"/>
                  </a:cubicBezTo>
                  <a:cubicBezTo>
                    <a:pt x="4408" y="14778"/>
                    <a:pt x="4408" y="14778"/>
                    <a:pt x="4408" y="14778"/>
                  </a:cubicBezTo>
                  <a:cubicBezTo>
                    <a:pt x="3967" y="14778"/>
                    <a:pt x="3967" y="14778"/>
                    <a:pt x="3967" y="14778"/>
                  </a:cubicBezTo>
                  <a:cubicBezTo>
                    <a:pt x="3967" y="14892"/>
                    <a:pt x="3967" y="14892"/>
                    <a:pt x="3967" y="14892"/>
                  </a:cubicBezTo>
                  <a:cubicBezTo>
                    <a:pt x="4408" y="14892"/>
                    <a:pt x="4408" y="14892"/>
                    <a:pt x="4408" y="14892"/>
                  </a:cubicBezTo>
                  <a:cubicBezTo>
                    <a:pt x="3967" y="15006"/>
                    <a:pt x="3967" y="15006"/>
                    <a:pt x="3967" y="15006"/>
                  </a:cubicBezTo>
                  <a:cubicBezTo>
                    <a:pt x="3967" y="15006"/>
                    <a:pt x="3967" y="15006"/>
                    <a:pt x="3967" y="15006"/>
                  </a:cubicBezTo>
                  <a:cubicBezTo>
                    <a:pt x="4408" y="15119"/>
                    <a:pt x="4408" y="15119"/>
                    <a:pt x="4408" y="15119"/>
                  </a:cubicBezTo>
                  <a:cubicBezTo>
                    <a:pt x="3967" y="15119"/>
                    <a:pt x="3967" y="15119"/>
                    <a:pt x="3967" y="15119"/>
                  </a:cubicBezTo>
                  <a:cubicBezTo>
                    <a:pt x="3967" y="15347"/>
                    <a:pt x="3967" y="15347"/>
                    <a:pt x="3967" y="15347"/>
                  </a:cubicBezTo>
                  <a:cubicBezTo>
                    <a:pt x="3526" y="15347"/>
                    <a:pt x="3526" y="15347"/>
                    <a:pt x="3526" y="15347"/>
                  </a:cubicBezTo>
                  <a:cubicBezTo>
                    <a:pt x="3967" y="15461"/>
                    <a:pt x="3967" y="15461"/>
                    <a:pt x="3967" y="15461"/>
                  </a:cubicBezTo>
                  <a:cubicBezTo>
                    <a:pt x="3967" y="15461"/>
                    <a:pt x="3967" y="15461"/>
                    <a:pt x="3967" y="15461"/>
                  </a:cubicBezTo>
                  <a:cubicBezTo>
                    <a:pt x="3967" y="15688"/>
                    <a:pt x="3967" y="15688"/>
                    <a:pt x="3967" y="15688"/>
                  </a:cubicBezTo>
                  <a:cubicBezTo>
                    <a:pt x="3526" y="15688"/>
                    <a:pt x="3526" y="15688"/>
                    <a:pt x="3526" y="15688"/>
                  </a:cubicBezTo>
                  <a:cubicBezTo>
                    <a:pt x="3526" y="15802"/>
                    <a:pt x="3526" y="15802"/>
                    <a:pt x="3526" y="15802"/>
                  </a:cubicBezTo>
                  <a:cubicBezTo>
                    <a:pt x="3526" y="15688"/>
                    <a:pt x="3526" y="15688"/>
                    <a:pt x="3526" y="15688"/>
                  </a:cubicBezTo>
                  <a:cubicBezTo>
                    <a:pt x="3526" y="15688"/>
                    <a:pt x="3526" y="15688"/>
                    <a:pt x="3526" y="15688"/>
                  </a:cubicBezTo>
                  <a:cubicBezTo>
                    <a:pt x="3526" y="15574"/>
                    <a:pt x="3526" y="15574"/>
                    <a:pt x="3526" y="15574"/>
                  </a:cubicBezTo>
                  <a:cubicBezTo>
                    <a:pt x="3526" y="15461"/>
                    <a:pt x="3526" y="15461"/>
                    <a:pt x="3526" y="15461"/>
                  </a:cubicBezTo>
                  <a:cubicBezTo>
                    <a:pt x="3526" y="15347"/>
                    <a:pt x="3526" y="15347"/>
                    <a:pt x="3526" y="15347"/>
                  </a:cubicBezTo>
                  <a:cubicBezTo>
                    <a:pt x="3526" y="15347"/>
                    <a:pt x="3526" y="15347"/>
                    <a:pt x="3526" y="15347"/>
                  </a:cubicBezTo>
                  <a:cubicBezTo>
                    <a:pt x="3085" y="15461"/>
                    <a:pt x="3085" y="15461"/>
                    <a:pt x="3085" y="15461"/>
                  </a:cubicBezTo>
                  <a:cubicBezTo>
                    <a:pt x="2644" y="15461"/>
                    <a:pt x="2644" y="15461"/>
                    <a:pt x="2644" y="15461"/>
                  </a:cubicBezTo>
                  <a:cubicBezTo>
                    <a:pt x="2204" y="15461"/>
                    <a:pt x="2204" y="15461"/>
                    <a:pt x="2204" y="15461"/>
                  </a:cubicBezTo>
                  <a:cubicBezTo>
                    <a:pt x="2204" y="15461"/>
                    <a:pt x="2204" y="15461"/>
                    <a:pt x="2204" y="15461"/>
                  </a:cubicBezTo>
                  <a:cubicBezTo>
                    <a:pt x="2644" y="15461"/>
                    <a:pt x="2644" y="15461"/>
                    <a:pt x="2644" y="15461"/>
                  </a:cubicBezTo>
                  <a:cubicBezTo>
                    <a:pt x="3085" y="15347"/>
                    <a:pt x="3085" y="15347"/>
                    <a:pt x="3085" y="15347"/>
                  </a:cubicBezTo>
                  <a:cubicBezTo>
                    <a:pt x="3085" y="15233"/>
                    <a:pt x="3085" y="15233"/>
                    <a:pt x="3085" y="15233"/>
                  </a:cubicBezTo>
                  <a:cubicBezTo>
                    <a:pt x="2644" y="15233"/>
                    <a:pt x="2644" y="15233"/>
                    <a:pt x="2644" y="15233"/>
                  </a:cubicBezTo>
                  <a:cubicBezTo>
                    <a:pt x="2204" y="15233"/>
                    <a:pt x="2204" y="15233"/>
                    <a:pt x="2204" y="15233"/>
                  </a:cubicBezTo>
                  <a:cubicBezTo>
                    <a:pt x="1763" y="15233"/>
                    <a:pt x="1763" y="15233"/>
                    <a:pt x="1763" y="15233"/>
                  </a:cubicBezTo>
                  <a:cubicBezTo>
                    <a:pt x="1322" y="15233"/>
                    <a:pt x="1322" y="15233"/>
                    <a:pt x="1322" y="15233"/>
                  </a:cubicBezTo>
                  <a:cubicBezTo>
                    <a:pt x="1322" y="15233"/>
                    <a:pt x="1322" y="15233"/>
                    <a:pt x="1322" y="15233"/>
                  </a:cubicBezTo>
                  <a:cubicBezTo>
                    <a:pt x="1322" y="15347"/>
                    <a:pt x="1322" y="15347"/>
                    <a:pt x="1322" y="15347"/>
                  </a:cubicBezTo>
                  <a:cubicBezTo>
                    <a:pt x="1322" y="15461"/>
                    <a:pt x="1322" y="15461"/>
                    <a:pt x="1322" y="15461"/>
                  </a:cubicBezTo>
                  <a:cubicBezTo>
                    <a:pt x="1763" y="15461"/>
                    <a:pt x="1763" y="15461"/>
                    <a:pt x="1763" y="15461"/>
                  </a:cubicBezTo>
                  <a:cubicBezTo>
                    <a:pt x="1763" y="15461"/>
                    <a:pt x="1763" y="15461"/>
                    <a:pt x="1763" y="15461"/>
                  </a:cubicBezTo>
                  <a:cubicBezTo>
                    <a:pt x="1322" y="15461"/>
                    <a:pt x="1322" y="15461"/>
                    <a:pt x="1322" y="15461"/>
                  </a:cubicBezTo>
                  <a:cubicBezTo>
                    <a:pt x="1322" y="15574"/>
                    <a:pt x="1322" y="15574"/>
                    <a:pt x="1322" y="15574"/>
                  </a:cubicBezTo>
                  <a:cubicBezTo>
                    <a:pt x="881" y="15574"/>
                    <a:pt x="881" y="15574"/>
                    <a:pt x="881" y="15574"/>
                  </a:cubicBezTo>
                  <a:cubicBezTo>
                    <a:pt x="881" y="15688"/>
                    <a:pt x="881" y="15688"/>
                    <a:pt x="881" y="15688"/>
                  </a:cubicBezTo>
                  <a:cubicBezTo>
                    <a:pt x="440" y="15802"/>
                    <a:pt x="440" y="15802"/>
                    <a:pt x="440" y="15802"/>
                  </a:cubicBezTo>
                  <a:cubicBezTo>
                    <a:pt x="440" y="15802"/>
                    <a:pt x="440" y="15802"/>
                    <a:pt x="440" y="15802"/>
                  </a:cubicBezTo>
                  <a:cubicBezTo>
                    <a:pt x="881" y="16029"/>
                    <a:pt x="881" y="16029"/>
                    <a:pt x="881" y="16029"/>
                  </a:cubicBezTo>
                  <a:cubicBezTo>
                    <a:pt x="1322" y="16029"/>
                    <a:pt x="1322" y="16029"/>
                    <a:pt x="1322" y="16029"/>
                  </a:cubicBezTo>
                  <a:cubicBezTo>
                    <a:pt x="1322" y="15915"/>
                    <a:pt x="1322" y="15915"/>
                    <a:pt x="1322" y="15915"/>
                  </a:cubicBezTo>
                  <a:cubicBezTo>
                    <a:pt x="1322" y="15915"/>
                    <a:pt x="1322" y="15915"/>
                    <a:pt x="1322" y="15915"/>
                  </a:cubicBezTo>
                  <a:cubicBezTo>
                    <a:pt x="881" y="15915"/>
                    <a:pt x="881" y="15915"/>
                    <a:pt x="881" y="15915"/>
                  </a:cubicBezTo>
                  <a:cubicBezTo>
                    <a:pt x="881" y="15802"/>
                    <a:pt x="881" y="15802"/>
                    <a:pt x="881" y="15802"/>
                  </a:cubicBezTo>
                  <a:cubicBezTo>
                    <a:pt x="1322" y="15688"/>
                    <a:pt x="1322" y="15688"/>
                    <a:pt x="1322" y="15688"/>
                  </a:cubicBezTo>
                  <a:cubicBezTo>
                    <a:pt x="1763" y="15688"/>
                    <a:pt x="1763" y="15688"/>
                    <a:pt x="1763" y="15688"/>
                  </a:cubicBezTo>
                  <a:cubicBezTo>
                    <a:pt x="1763" y="15688"/>
                    <a:pt x="1763" y="15688"/>
                    <a:pt x="1763" y="15688"/>
                  </a:cubicBezTo>
                  <a:cubicBezTo>
                    <a:pt x="1763" y="15802"/>
                    <a:pt x="1763" y="15802"/>
                    <a:pt x="1763" y="15802"/>
                  </a:cubicBezTo>
                  <a:cubicBezTo>
                    <a:pt x="2204" y="15802"/>
                    <a:pt x="2204" y="15802"/>
                    <a:pt x="2204" y="15802"/>
                  </a:cubicBezTo>
                  <a:cubicBezTo>
                    <a:pt x="2644" y="15802"/>
                    <a:pt x="2644" y="15802"/>
                    <a:pt x="2644" y="15802"/>
                  </a:cubicBezTo>
                  <a:cubicBezTo>
                    <a:pt x="2644" y="15802"/>
                    <a:pt x="2644" y="15802"/>
                    <a:pt x="2644" y="15802"/>
                  </a:cubicBezTo>
                  <a:cubicBezTo>
                    <a:pt x="3085" y="15802"/>
                    <a:pt x="3085" y="15802"/>
                    <a:pt x="3085" y="15802"/>
                  </a:cubicBezTo>
                  <a:cubicBezTo>
                    <a:pt x="3085" y="15915"/>
                    <a:pt x="3085" y="15915"/>
                    <a:pt x="3085" y="15915"/>
                  </a:cubicBezTo>
                  <a:cubicBezTo>
                    <a:pt x="3526" y="15915"/>
                    <a:pt x="3526" y="15915"/>
                    <a:pt x="3526" y="15915"/>
                  </a:cubicBezTo>
                  <a:cubicBezTo>
                    <a:pt x="3967" y="16029"/>
                    <a:pt x="3967" y="16029"/>
                    <a:pt x="3967" y="16029"/>
                  </a:cubicBezTo>
                  <a:cubicBezTo>
                    <a:pt x="3526" y="16029"/>
                    <a:pt x="3526" y="16029"/>
                    <a:pt x="3526" y="16029"/>
                  </a:cubicBezTo>
                  <a:cubicBezTo>
                    <a:pt x="3526" y="16029"/>
                    <a:pt x="3526" y="16029"/>
                    <a:pt x="3526" y="16029"/>
                  </a:cubicBezTo>
                  <a:cubicBezTo>
                    <a:pt x="3526" y="16143"/>
                    <a:pt x="3526" y="16143"/>
                    <a:pt x="3526" y="16143"/>
                  </a:cubicBezTo>
                  <a:cubicBezTo>
                    <a:pt x="3526" y="16143"/>
                    <a:pt x="3526" y="16143"/>
                    <a:pt x="3526" y="16143"/>
                  </a:cubicBezTo>
                  <a:cubicBezTo>
                    <a:pt x="3526" y="16143"/>
                    <a:pt x="3526" y="16143"/>
                    <a:pt x="3526" y="16143"/>
                  </a:cubicBezTo>
                  <a:cubicBezTo>
                    <a:pt x="3526" y="16256"/>
                    <a:pt x="3526" y="16256"/>
                    <a:pt x="3526" y="16256"/>
                  </a:cubicBezTo>
                  <a:cubicBezTo>
                    <a:pt x="3967" y="16256"/>
                    <a:pt x="3967" y="16256"/>
                    <a:pt x="3967" y="16256"/>
                  </a:cubicBezTo>
                  <a:cubicBezTo>
                    <a:pt x="3967" y="16370"/>
                    <a:pt x="3967" y="16370"/>
                    <a:pt x="3967" y="16370"/>
                  </a:cubicBezTo>
                  <a:cubicBezTo>
                    <a:pt x="3526" y="16256"/>
                    <a:pt x="3526" y="16256"/>
                    <a:pt x="3526" y="16256"/>
                  </a:cubicBezTo>
                  <a:cubicBezTo>
                    <a:pt x="3085" y="16256"/>
                    <a:pt x="3085" y="16256"/>
                    <a:pt x="3085" y="16256"/>
                  </a:cubicBezTo>
                  <a:cubicBezTo>
                    <a:pt x="3085" y="16256"/>
                    <a:pt x="3085" y="16256"/>
                    <a:pt x="3085" y="16256"/>
                  </a:cubicBezTo>
                  <a:cubicBezTo>
                    <a:pt x="3085" y="16370"/>
                    <a:pt x="3085" y="16370"/>
                    <a:pt x="3085" y="16370"/>
                  </a:cubicBezTo>
                  <a:cubicBezTo>
                    <a:pt x="3526" y="16370"/>
                    <a:pt x="3526" y="16370"/>
                    <a:pt x="3526" y="16370"/>
                  </a:cubicBezTo>
                  <a:cubicBezTo>
                    <a:pt x="3526" y="16484"/>
                    <a:pt x="3526" y="16484"/>
                    <a:pt x="3526" y="16484"/>
                  </a:cubicBezTo>
                  <a:cubicBezTo>
                    <a:pt x="3967" y="16484"/>
                    <a:pt x="3967" y="16484"/>
                    <a:pt x="3967" y="16484"/>
                  </a:cubicBezTo>
                  <a:cubicBezTo>
                    <a:pt x="4408" y="16370"/>
                    <a:pt x="4408" y="16370"/>
                    <a:pt x="4408" y="16370"/>
                  </a:cubicBezTo>
                  <a:cubicBezTo>
                    <a:pt x="4848" y="16484"/>
                    <a:pt x="4848" y="16484"/>
                    <a:pt x="4848" y="16484"/>
                  </a:cubicBezTo>
                  <a:cubicBezTo>
                    <a:pt x="4848" y="16484"/>
                    <a:pt x="4848" y="16484"/>
                    <a:pt x="4848" y="16484"/>
                  </a:cubicBezTo>
                  <a:cubicBezTo>
                    <a:pt x="5289" y="16370"/>
                    <a:pt x="5289" y="16370"/>
                    <a:pt x="5289" y="16370"/>
                  </a:cubicBezTo>
                  <a:cubicBezTo>
                    <a:pt x="5289" y="16484"/>
                    <a:pt x="5289" y="16484"/>
                    <a:pt x="5289" y="16484"/>
                  </a:cubicBezTo>
                  <a:cubicBezTo>
                    <a:pt x="5289" y="16484"/>
                    <a:pt x="5289" y="16484"/>
                    <a:pt x="5289" y="16484"/>
                  </a:cubicBezTo>
                  <a:cubicBezTo>
                    <a:pt x="4848" y="16484"/>
                    <a:pt x="4848" y="16484"/>
                    <a:pt x="4848" y="16484"/>
                  </a:cubicBezTo>
                  <a:cubicBezTo>
                    <a:pt x="4848" y="16484"/>
                    <a:pt x="4848" y="16484"/>
                    <a:pt x="4848" y="16484"/>
                  </a:cubicBezTo>
                  <a:cubicBezTo>
                    <a:pt x="4408" y="16597"/>
                    <a:pt x="4408" y="16597"/>
                    <a:pt x="4408" y="16597"/>
                  </a:cubicBezTo>
                  <a:cubicBezTo>
                    <a:pt x="4408" y="16484"/>
                    <a:pt x="4408" y="16484"/>
                    <a:pt x="4408" y="16484"/>
                  </a:cubicBezTo>
                  <a:cubicBezTo>
                    <a:pt x="3526" y="16597"/>
                    <a:pt x="3526" y="16597"/>
                    <a:pt x="3526" y="16597"/>
                  </a:cubicBezTo>
                  <a:cubicBezTo>
                    <a:pt x="3526" y="16597"/>
                    <a:pt x="3526" y="16597"/>
                    <a:pt x="3526" y="16597"/>
                  </a:cubicBezTo>
                  <a:cubicBezTo>
                    <a:pt x="3526" y="16711"/>
                    <a:pt x="3526" y="16711"/>
                    <a:pt x="3526" y="16711"/>
                  </a:cubicBezTo>
                  <a:cubicBezTo>
                    <a:pt x="3967" y="16711"/>
                    <a:pt x="3967" y="16711"/>
                    <a:pt x="3967" y="16711"/>
                  </a:cubicBezTo>
                  <a:cubicBezTo>
                    <a:pt x="3967" y="16825"/>
                    <a:pt x="3967" y="16825"/>
                    <a:pt x="3967" y="16825"/>
                  </a:cubicBezTo>
                  <a:cubicBezTo>
                    <a:pt x="4408" y="16825"/>
                    <a:pt x="4408" y="16825"/>
                    <a:pt x="4408" y="16825"/>
                  </a:cubicBezTo>
                  <a:cubicBezTo>
                    <a:pt x="4848" y="16825"/>
                    <a:pt x="4848" y="16825"/>
                    <a:pt x="4848" y="16825"/>
                  </a:cubicBezTo>
                  <a:cubicBezTo>
                    <a:pt x="4848" y="16825"/>
                    <a:pt x="4848" y="16825"/>
                    <a:pt x="4848" y="16825"/>
                  </a:cubicBezTo>
                  <a:cubicBezTo>
                    <a:pt x="4408" y="16938"/>
                    <a:pt x="4408" y="16938"/>
                    <a:pt x="4408" y="16938"/>
                  </a:cubicBezTo>
                  <a:cubicBezTo>
                    <a:pt x="4408" y="16938"/>
                    <a:pt x="4408" y="16938"/>
                    <a:pt x="4408" y="16938"/>
                  </a:cubicBezTo>
                  <a:cubicBezTo>
                    <a:pt x="4408" y="16938"/>
                    <a:pt x="4408" y="16938"/>
                    <a:pt x="4408" y="16938"/>
                  </a:cubicBezTo>
                  <a:cubicBezTo>
                    <a:pt x="4408" y="17052"/>
                    <a:pt x="4408" y="17052"/>
                    <a:pt x="4408" y="17052"/>
                  </a:cubicBezTo>
                  <a:cubicBezTo>
                    <a:pt x="3967" y="17052"/>
                    <a:pt x="3967" y="17052"/>
                    <a:pt x="3967" y="17052"/>
                  </a:cubicBezTo>
                  <a:cubicBezTo>
                    <a:pt x="3967" y="17052"/>
                    <a:pt x="3967" y="17052"/>
                    <a:pt x="3967" y="17052"/>
                  </a:cubicBezTo>
                  <a:cubicBezTo>
                    <a:pt x="4408" y="17280"/>
                    <a:pt x="4408" y="17280"/>
                    <a:pt x="4408" y="17280"/>
                  </a:cubicBezTo>
                  <a:cubicBezTo>
                    <a:pt x="4408" y="17393"/>
                    <a:pt x="4408" y="17393"/>
                    <a:pt x="4408" y="17393"/>
                  </a:cubicBezTo>
                  <a:cubicBezTo>
                    <a:pt x="4408" y="17507"/>
                    <a:pt x="4408" y="17507"/>
                    <a:pt x="4408" y="17507"/>
                  </a:cubicBezTo>
                  <a:cubicBezTo>
                    <a:pt x="4848" y="17621"/>
                    <a:pt x="4848" y="17621"/>
                    <a:pt x="4848" y="17621"/>
                  </a:cubicBezTo>
                  <a:cubicBezTo>
                    <a:pt x="5289" y="17621"/>
                    <a:pt x="5289" y="17621"/>
                    <a:pt x="5289" y="17621"/>
                  </a:cubicBezTo>
                  <a:cubicBezTo>
                    <a:pt x="5289" y="17507"/>
                    <a:pt x="5289" y="17507"/>
                    <a:pt x="5289" y="17507"/>
                  </a:cubicBezTo>
                  <a:cubicBezTo>
                    <a:pt x="5289" y="17280"/>
                    <a:pt x="5289" y="17280"/>
                    <a:pt x="5289" y="17280"/>
                  </a:cubicBezTo>
                  <a:cubicBezTo>
                    <a:pt x="5730" y="17280"/>
                    <a:pt x="5730" y="17280"/>
                    <a:pt x="5730" y="17280"/>
                  </a:cubicBezTo>
                  <a:cubicBezTo>
                    <a:pt x="5730" y="17280"/>
                    <a:pt x="5730" y="17280"/>
                    <a:pt x="5730" y="17280"/>
                  </a:cubicBezTo>
                  <a:cubicBezTo>
                    <a:pt x="5289" y="17280"/>
                    <a:pt x="5289" y="17280"/>
                    <a:pt x="5289" y="17280"/>
                  </a:cubicBezTo>
                  <a:cubicBezTo>
                    <a:pt x="5289" y="17507"/>
                    <a:pt x="5289" y="17507"/>
                    <a:pt x="5289" y="17507"/>
                  </a:cubicBezTo>
                  <a:cubicBezTo>
                    <a:pt x="5289" y="17507"/>
                    <a:pt x="5289" y="17507"/>
                    <a:pt x="5289" y="17507"/>
                  </a:cubicBezTo>
                  <a:cubicBezTo>
                    <a:pt x="5730" y="17621"/>
                    <a:pt x="5730" y="17621"/>
                    <a:pt x="5730" y="17621"/>
                  </a:cubicBezTo>
                  <a:cubicBezTo>
                    <a:pt x="5730" y="17507"/>
                    <a:pt x="5730" y="17507"/>
                    <a:pt x="5730" y="17507"/>
                  </a:cubicBezTo>
                  <a:cubicBezTo>
                    <a:pt x="5730" y="17621"/>
                    <a:pt x="5730" y="17621"/>
                    <a:pt x="5730" y="17621"/>
                  </a:cubicBezTo>
                  <a:cubicBezTo>
                    <a:pt x="5289" y="17621"/>
                    <a:pt x="5289" y="17621"/>
                    <a:pt x="5289" y="17621"/>
                  </a:cubicBezTo>
                  <a:cubicBezTo>
                    <a:pt x="4848" y="17734"/>
                    <a:pt x="4848" y="17734"/>
                    <a:pt x="4848" y="17734"/>
                  </a:cubicBezTo>
                  <a:cubicBezTo>
                    <a:pt x="4848" y="17734"/>
                    <a:pt x="4848" y="17734"/>
                    <a:pt x="4848" y="17734"/>
                  </a:cubicBezTo>
                  <a:cubicBezTo>
                    <a:pt x="4848" y="17848"/>
                    <a:pt x="4848" y="17848"/>
                    <a:pt x="4848" y="17848"/>
                  </a:cubicBezTo>
                  <a:cubicBezTo>
                    <a:pt x="4848" y="17848"/>
                    <a:pt x="4848" y="17848"/>
                    <a:pt x="4848" y="17848"/>
                  </a:cubicBezTo>
                  <a:cubicBezTo>
                    <a:pt x="4848" y="17962"/>
                    <a:pt x="4848" y="17962"/>
                    <a:pt x="4848" y="17962"/>
                  </a:cubicBezTo>
                  <a:cubicBezTo>
                    <a:pt x="4408" y="17962"/>
                    <a:pt x="4408" y="17962"/>
                    <a:pt x="4408" y="17962"/>
                  </a:cubicBezTo>
                  <a:cubicBezTo>
                    <a:pt x="4408" y="18075"/>
                    <a:pt x="4408" y="18075"/>
                    <a:pt x="4408" y="18075"/>
                  </a:cubicBezTo>
                  <a:cubicBezTo>
                    <a:pt x="5289" y="18189"/>
                    <a:pt x="5289" y="18189"/>
                    <a:pt x="5289" y="18189"/>
                  </a:cubicBezTo>
                  <a:cubicBezTo>
                    <a:pt x="5730" y="18189"/>
                    <a:pt x="5730" y="18189"/>
                    <a:pt x="5730" y="18189"/>
                  </a:cubicBezTo>
                  <a:cubicBezTo>
                    <a:pt x="6171" y="18189"/>
                    <a:pt x="6171" y="18189"/>
                    <a:pt x="6171" y="18189"/>
                  </a:cubicBezTo>
                  <a:cubicBezTo>
                    <a:pt x="6171" y="18303"/>
                    <a:pt x="6171" y="18303"/>
                    <a:pt x="6171" y="18303"/>
                  </a:cubicBezTo>
                  <a:cubicBezTo>
                    <a:pt x="5730" y="18303"/>
                    <a:pt x="5730" y="18303"/>
                    <a:pt x="5730" y="18303"/>
                  </a:cubicBezTo>
                  <a:cubicBezTo>
                    <a:pt x="6171" y="18416"/>
                    <a:pt x="6171" y="18416"/>
                    <a:pt x="6171" y="18416"/>
                  </a:cubicBezTo>
                  <a:cubicBezTo>
                    <a:pt x="6171" y="18416"/>
                    <a:pt x="6171" y="18416"/>
                    <a:pt x="6171" y="18416"/>
                  </a:cubicBezTo>
                  <a:cubicBezTo>
                    <a:pt x="6612" y="18303"/>
                    <a:pt x="6612" y="18303"/>
                    <a:pt x="6612" y="18303"/>
                  </a:cubicBezTo>
                  <a:cubicBezTo>
                    <a:pt x="6612" y="18416"/>
                    <a:pt x="6612" y="18416"/>
                    <a:pt x="6612" y="18416"/>
                  </a:cubicBezTo>
                  <a:cubicBezTo>
                    <a:pt x="6171" y="18416"/>
                    <a:pt x="6171" y="18416"/>
                    <a:pt x="6171" y="18416"/>
                  </a:cubicBezTo>
                  <a:cubicBezTo>
                    <a:pt x="6171" y="18530"/>
                    <a:pt x="6171" y="18530"/>
                    <a:pt x="6171" y="18530"/>
                  </a:cubicBezTo>
                  <a:cubicBezTo>
                    <a:pt x="5730" y="18530"/>
                    <a:pt x="5730" y="18530"/>
                    <a:pt x="5730" y="18530"/>
                  </a:cubicBezTo>
                  <a:cubicBezTo>
                    <a:pt x="6171" y="18530"/>
                    <a:pt x="6171" y="18530"/>
                    <a:pt x="6171" y="18530"/>
                  </a:cubicBezTo>
                  <a:cubicBezTo>
                    <a:pt x="6171" y="18530"/>
                    <a:pt x="6171" y="18530"/>
                    <a:pt x="6171" y="18530"/>
                  </a:cubicBezTo>
                  <a:cubicBezTo>
                    <a:pt x="6171" y="18644"/>
                    <a:pt x="6171" y="18644"/>
                    <a:pt x="6171" y="18644"/>
                  </a:cubicBezTo>
                  <a:cubicBezTo>
                    <a:pt x="6612" y="18757"/>
                    <a:pt x="6612" y="18757"/>
                    <a:pt x="6612" y="18757"/>
                  </a:cubicBezTo>
                  <a:cubicBezTo>
                    <a:pt x="6612" y="18757"/>
                    <a:pt x="6612" y="18757"/>
                    <a:pt x="6612" y="18757"/>
                  </a:cubicBezTo>
                  <a:cubicBezTo>
                    <a:pt x="7053" y="18644"/>
                    <a:pt x="7053" y="18644"/>
                    <a:pt x="7053" y="18644"/>
                  </a:cubicBezTo>
                  <a:cubicBezTo>
                    <a:pt x="7053" y="18757"/>
                    <a:pt x="7053" y="18757"/>
                    <a:pt x="7053" y="18757"/>
                  </a:cubicBezTo>
                  <a:cubicBezTo>
                    <a:pt x="7053" y="18871"/>
                    <a:pt x="7053" y="18871"/>
                    <a:pt x="7053" y="18871"/>
                  </a:cubicBezTo>
                  <a:cubicBezTo>
                    <a:pt x="7053" y="18871"/>
                    <a:pt x="7053" y="18871"/>
                    <a:pt x="7053" y="18871"/>
                  </a:cubicBezTo>
                  <a:cubicBezTo>
                    <a:pt x="6612" y="18757"/>
                    <a:pt x="6612" y="18757"/>
                    <a:pt x="6612" y="18757"/>
                  </a:cubicBezTo>
                  <a:cubicBezTo>
                    <a:pt x="6612" y="18871"/>
                    <a:pt x="6612" y="18871"/>
                    <a:pt x="6612" y="18871"/>
                  </a:cubicBezTo>
                  <a:cubicBezTo>
                    <a:pt x="6612" y="18871"/>
                    <a:pt x="6612" y="18871"/>
                    <a:pt x="6612" y="18871"/>
                  </a:cubicBezTo>
                  <a:cubicBezTo>
                    <a:pt x="7053" y="18985"/>
                    <a:pt x="7053" y="18985"/>
                    <a:pt x="7053" y="18985"/>
                  </a:cubicBezTo>
                  <a:cubicBezTo>
                    <a:pt x="7053" y="18985"/>
                    <a:pt x="7053" y="18985"/>
                    <a:pt x="7053" y="18985"/>
                  </a:cubicBezTo>
                  <a:cubicBezTo>
                    <a:pt x="7053" y="19098"/>
                    <a:pt x="7053" y="19098"/>
                    <a:pt x="7053" y="19098"/>
                  </a:cubicBezTo>
                  <a:cubicBezTo>
                    <a:pt x="7053" y="19098"/>
                    <a:pt x="7053" y="19098"/>
                    <a:pt x="7053" y="19098"/>
                  </a:cubicBezTo>
                  <a:cubicBezTo>
                    <a:pt x="7493" y="19212"/>
                    <a:pt x="7493" y="19212"/>
                    <a:pt x="7493" y="19212"/>
                  </a:cubicBezTo>
                  <a:cubicBezTo>
                    <a:pt x="7934" y="19212"/>
                    <a:pt x="7934" y="19212"/>
                    <a:pt x="7934" y="19212"/>
                  </a:cubicBezTo>
                  <a:cubicBezTo>
                    <a:pt x="7493" y="19098"/>
                    <a:pt x="7493" y="19098"/>
                    <a:pt x="7493" y="19098"/>
                  </a:cubicBezTo>
                  <a:cubicBezTo>
                    <a:pt x="7934" y="18985"/>
                    <a:pt x="7934" y="18985"/>
                    <a:pt x="7934" y="18985"/>
                  </a:cubicBezTo>
                  <a:cubicBezTo>
                    <a:pt x="7493" y="18985"/>
                    <a:pt x="7493" y="18985"/>
                    <a:pt x="7493" y="18985"/>
                  </a:cubicBezTo>
                  <a:cubicBezTo>
                    <a:pt x="7934" y="18985"/>
                    <a:pt x="7934" y="18985"/>
                    <a:pt x="7934" y="18985"/>
                  </a:cubicBezTo>
                  <a:cubicBezTo>
                    <a:pt x="7934" y="19098"/>
                    <a:pt x="7934" y="19098"/>
                    <a:pt x="7934" y="19098"/>
                  </a:cubicBezTo>
                  <a:cubicBezTo>
                    <a:pt x="8375" y="19098"/>
                    <a:pt x="8375" y="19098"/>
                    <a:pt x="8375" y="19098"/>
                  </a:cubicBezTo>
                  <a:cubicBezTo>
                    <a:pt x="8375" y="19098"/>
                    <a:pt x="8375" y="19098"/>
                    <a:pt x="8375" y="19098"/>
                  </a:cubicBezTo>
                  <a:cubicBezTo>
                    <a:pt x="8816" y="18985"/>
                    <a:pt x="8816" y="18985"/>
                    <a:pt x="8816" y="18985"/>
                  </a:cubicBezTo>
                  <a:cubicBezTo>
                    <a:pt x="8816" y="18985"/>
                    <a:pt x="8816" y="18985"/>
                    <a:pt x="8816" y="18985"/>
                  </a:cubicBezTo>
                  <a:cubicBezTo>
                    <a:pt x="8375" y="18871"/>
                    <a:pt x="8375" y="18871"/>
                    <a:pt x="8375" y="18871"/>
                  </a:cubicBezTo>
                  <a:cubicBezTo>
                    <a:pt x="7934" y="18871"/>
                    <a:pt x="7934" y="18871"/>
                    <a:pt x="7934" y="18871"/>
                  </a:cubicBezTo>
                  <a:cubicBezTo>
                    <a:pt x="7934" y="18871"/>
                    <a:pt x="7934" y="18871"/>
                    <a:pt x="7934" y="18871"/>
                  </a:cubicBezTo>
                  <a:cubicBezTo>
                    <a:pt x="8375" y="18871"/>
                    <a:pt x="8375" y="18871"/>
                    <a:pt x="8375" y="18871"/>
                  </a:cubicBezTo>
                  <a:cubicBezTo>
                    <a:pt x="8816" y="18871"/>
                    <a:pt x="8816" y="18871"/>
                    <a:pt x="8816" y="18871"/>
                  </a:cubicBezTo>
                  <a:cubicBezTo>
                    <a:pt x="8816" y="18985"/>
                    <a:pt x="8816" y="18985"/>
                    <a:pt x="8816" y="18985"/>
                  </a:cubicBezTo>
                  <a:cubicBezTo>
                    <a:pt x="9257" y="18985"/>
                    <a:pt x="9257" y="18985"/>
                    <a:pt x="9257" y="18985"/>
                  </a:cubicBezTo>
                  <a:cubicBezTo>
                    <a:pt x="9257" y="18871"/>
                    <a:pt x="9257" y="18871"/>
                    <a:pt x="9257" y="18871"/>
                  </a:cubicBezTo>
                  <a:cubicBezTo>
                    <a:pt x="8816" y="18871"/>
                    <a:pt x="8816" y="18871"/>
                    <a:pt x="8816" y="18871"/>
                  </a:cubicBezTo>
                  <a:cubicBezTo>
                    <a:pt x="8375" y="18871"/>
                    <a:pt x="8375" y="18871"/>
                    <a:pt x="8375" y="18871"/>
                  </a:cubicBezTo>
                  <a:cubicBezTo>
                    <a:pt x="7934" y="18757"/>
                    <a:pt x="7934" y="18757"/>
                    <a:pt x="7934" y="18757"/>
                  </a:cubicBezTo>
                  <a:cubicBezTo>
                    <a:pt x="8375" y="18757"/>
                    <a:pt x="8375" y="18757"/>
                    <a:pt x="8375" y="18757"/>
                  </a:cubicBezTo>
                  <a:cubicBezTo>
                    <a:pt x="8816" y="18757"/>
                    <a:pt x="8816" y="18757"/>
                    <a:pt x="8816" y="18757"/>
                  </a:cubicBezTo>
                  <a:cubicBezTo>
                    <a:pt x="9697" y="18871"/>
                    <a:pt x="9697" y="18871"/>
                    <a:pt x="9697" y="18871"/>
                  </a:cubicBezTo>
                  <a:cubicBezTo>
                    <a:pt x="9697" y="18985"/>
                    <a:pt x="9697" y="18985"/>
                    <a:pt x="9697" y="18985"/>
                  </a:cubicBezTo>
                  <a:cubicBezTo>
                    <a:pt x="9257" y="19098"/>
                    <a:pt x="9257" y="19098"/>
                    <a:pt x="9257" y="19098"/>
                  </a:cubicBezTo>
                  <a:cubicBezTo>
                    <a:pt x="9257" y="19098"/>
                    <a:pt x="9257" y="19098"/>
                    <a:pt x="9257" y="19098"/>
                  </a:cubicBezTo>
                  <a:cubicBezTo>
                    <a:pt x="9697" y="19212"/>
                    <a:pt x="9697" y="19212"/>
                    <a:pt x="9697" y="19212"/>
                  </a:cubicBezTo>
                  <a:cubicBezTo>
                    <a:pt x="9697" y="19326"/>
                    <a:pt x="9697" y="19326"/>
                    <a:pt x="9697" y="19326"/>
                  </a:cubicBezTo>
                  <a:cubicBezTo>
                    <a:pt x="9257" y="19326"/>
                    <a:pt x="9257" y="19326"/>
                    <a:pt x="9257" y="19326"/>
                  </a:cubicBezTo>
                  <a:cubicBezTo>
                    <a:pt x="9697" y="19212"/>
                    <a:pt x="9697" y="19212"/>
                    <a:pt x="9697" y="19212"/>
                  </a:cubicBezTo>
                  <a:cubicBezTo>
                    <a:pt x="9257" y="19098"/>
                    <a:pt x="9257" y="19098"/>
                    <a:pt x="9257" y="19098"/>
                  </a:cubicBezTo>
                  <a:cubicBezTo>
                    <a:pt x="8816" y="19098"/>
                    <a:pt x="8816" y="19098"/>
                    <a:pt x="8816" y="19098"/>
                  </a:cubicBezTo>
                  <a:cubicBezTo>
                    <a:pt x="8816" y="19098"/>
                    <a:pt x="8816" y="19098"/>
                    <a:pt x="8816" y="19098"/>
                  </a:cubicBezTo>
                  <a:cubicBezTo>
                    <a:pt x="8816" y="19212"/>
                    <a:pt x="8816" y="19212"/>
                    <a:pt x="8816" y="19212"/>
                  </a:cubicBezTo>
                  <a:cubicBezTo>
                    <a:pt x="8816" y="19212"/>
                    <a:pt x="8816" y="19212"/>
                    <a:pt x="8816" y="19212"/>
                  </a:cubicBezTo>
                  <a:cubicBezTo>
                    <a:pt x="8816" y="19326"/>
                    <a:pt x="8816" y="19326"/>
                    <a:pt x="8816" y="19326"/>
                  </a:cubicBezTo>
                  <a:cubicBezTo>
                    <a:pt x="8816" y="19326"/>
                    <a:pt x="8816" y="19326"/>
                    <a:pt x="8816" y="19326"/>
                  </a:cubicBezTo>
                  <a:cubicBezTo>
                    <a:pt x="8375" y="19212"/>
                    <a:pt x="8375" y="19212"/>
                    <a:pt x="8375" y="19212"/>
                  </a:cubicBezTo>
                  <a:cubicBezTo>
                    <a:pt x="8375" y="19212"/>
                    <a:pt x="8375" y="19212"/>
                    <a:pt x="8375" y="19212"/>
                  </a:cubicBezTo>
                  <a:cubicBezTo>
                    <a:pt x="7934" y="19212"/>
                    <a:pt x="7934" y="19212"/>
                    <a:pt x="7934" y="19212"/>
                  </a:cubicBezTo>
                  <a:cubicBezTo>
                    <a:pt x="7493" y="19212"/>
                    <a:pt x="7493" y="19212"/>
                    <a:pt x="7493" y="19212"/>
                  </a:cubicBezTo>
                  <a:cubicBezTo>
                    <a:pt x="7053" y="19326"/>
                    <a:pt x="7053" y="19326"/>
                    <a:pt x="7053" y="19326"/>
                  </a:cubicBezTo>
                  <a:cubicBezTo>
                    <a:pt x="7493" y="19326"/>
                    <a:pt x="7493" y="19326"/>
                    <a:pt x="7493" y="19326"/>
                  </a:cubicBezTo>
                  <a:cubicBezTo>
                    <a:pt x="7493" y="19439"/>
                    <a:pt x="7493" y="19439"/>
                    <a:pt x="7493" y="19439"/>
                  </a:cubicBezTo>
                  <a:cubicBezTo>
                    <a:pt x="7934" y="19553"/>
                    <a:pt x="7934" y="19553"/>
                    <a:pt x="7934" y="19553"/>
                  </a:cubicBezTo>
                  <a:cubicBezTo>
                    <a:pt x="7934" y="19553"/>
                    <a:pt x="7934" y="19553"/>
                    <a:pt x="7934" y="19553"/>
                  </a:cubicBezTo>
                  <a:cubicBezTo>
                    <a:pt x="7934" y="19667"/>
                    <a:pt x="7934" y="19667"/>
                    <a:pt x="7934" y="19667"/>
                  </a:cubicBezTo>
                  <a:cubicBezTo>
                    <a:pt x="7934" y="19667"/>
                    <a:pt x="7934" y="19667"/>
                    <a:pt x="7934" y="19667"/>
                  </a:cubicBezTo>
                  <a:cubicBezTo>
                    <a:pt x="7934" y="19667"/>
                    <a:pt x="7934" y="19667"/>
                    <a:pt x="7934" y="19667"/>
                  </a:cubicBezTo>
                  <a:cubicBezTo>
                    <a:pt x="8375" y="19553"/>
                    <a:pt x="8375" y="19553"/>
                    <a:pt x="8375" y="19553"/>
                  </a:cubicBezTo>
                  <a:cubicBezTo>
                    <a:pt x="8375" y="19667"/>
                    <a:pt x="8375" y="19667"/>
                    <a:pt x="8375" y="19667"/>
                  </a:cubicBezTo>
                  <a:cubicBezTo>
                    <a:pt x="8816" y="19667"/>
                    <a:pt x="8816" y="19667"/>
                    <a:pt x="8816" y="19667"/>
                  </a:cubicBezTo>
                  <a:cubicBezTo>
                    <a:pt x="8816" y="19667"/>
                    <a:pt x="8816" y="19667"/>
                    <a:pt x="8816" y="19667"/>
                  </a:cubicBezTo>
                  <a:cubicBezTo>
                    <a:pt x="8375" y="19667"/>
                    <a:pt x="8375" y="19667"/>
                    <a:pt x="8375" y="19667"/>
                  </a:cubicBezTo>
                  <a:cubicBezTo>
                    <a:pt x="7934" y="19781"/>
                    <a:pt x="7934" y="19781"/>
                    <a:pt x="7934" y="19781"/>
                  </a:cubicBezTo>
                  <a:cubicBezTo>
                    <a:pt x="8375" y="19781"/>
                    <a:pt x="8375" y="19781"/>
                    <a:pt x="8375" y="19781"/>
                  </a:cubicBezTo>
                  <a:cubicBezTo>
                    <a:pt x="8816" y="19781"/>
                    <a:pt x="8816" y="19781"/>
                    <a:pt x="8816" y="19781"/>
                  </a:cubicBezTo>
                  <a:cubicBezTo>
                    <a:pt x="9257" y="19894"/>
                    <a:pt x="9257" y="19894"/>
                    <a:pt x="9257" y="19894"/>
                  </a:cubicBezTo>
                  <a:cubicBezTo>
                    <a:pt x="9257" y="19894"/>
                    <a:pt x="9257" y="19894"/>
                    <a:pt x="9257" y="19894"/>
                  </a:cubicBezTo>
                  <a:cubicBezTo>
                    <a:pt x="9697" y="19781"/>
                    <a:pt x="9697" y="19781"/>
                    <a:pt x="9697" y="19781"/>
                  </a:cubicBezTo>
                  <a:cubicBezTo>
                    <a:pt x="9257" y="19667"/>
                    <a:pt x="9257" y="19667"/>
                    <a:pt x="9257" y="19667"/>
                  </a:cubicBezTo>
                  <a:cubicBezTo>
                    <a:pt x="9697" y="19667"/>
                    <a:pt x="9697" y="19667"/>
                    <a:pt x="9697" y="19667"/>
                  </a:cubicBezTo>
                  <a:cubicBezTo>
                    <a:pt x="9257" y="19553"/>
                    <a:pt x="9257" y="19553"/>
                    <a:pt x="9257" y="19553"/>
                  </a:cubicBezTo>
                  <a:cubicBezTo>
                    <a:pt x="9257" y="19553"/>
                    <a:pt x="9257" y="19553"/>
                    <a:pt x="9257" y="19553"/>
                  </a:cubicBezTo>
                  <a:cubicBezTo>
                    <a:pt x="8816" y="19553"/>
                    <a:pt x="8816" y="19553"/>
                    <a:pt x="8816" y="19553"/>
                  </a:cubicBezTo>
                  <a:cubicBezTo>
                    <a:pt x="9257" y="19553"/>
                    <a:pt x="9257" y="19553"/>
                    <a:pt x="9257" y="19553"/>
                  </a:cubicBezTo>
                  <a:cubicBezTo>
                    <a:pt x="9257" y="19553"/>
                    <a:pt x="9257" y="19553"/>
                    <a:pt x="9257" y="19553"/>
                  </a:cubicBezTo>
                  <a:cubicBezTo>
                    <a:pt x="9257" y="19439"/>
                    <a:pt x="9257" y="19439"/>
                    <a:pt x="9257" y="19439"/>
                  </a:cubicBezTo>
                  <a:cubicBezTo>
                    <a:pt x="9257" y="19439"/>
                    <a:pt x="9257" y="19439"/>
                    <a:pt x="9257" y="19439"/>
                  </a:cubicBezTo>
                  <a:cubicBezTo>
                    <a:pt x="9697" y="19439"/>
                    <a:pt x="9697" y="19439"/>
                    <a:pt x="9697" y="19439"/>
                  </a:cubicBezTo>
                  <a:cubicBezTo>
                    <a:pt x="10138" y="19439"/>
                    <a:pt x="10138" y="19439"/>
                    <a:pt x="10138" y="19439"/>
                  </a:cubicBezTo>
                  <a:cubicBezTo>
                    <a:pt x="10138" y="19553"/>
                    <a:pt x="10138" y="19553"/>
                    <a:pt x="10138" y="19553"/>
                  </a:cubicBezTo>
                  <a:cubicBezTo>
                    <a:pt x="10138" y="19553"/>
                    <a:pt x="10138" y="19553"/>
                    <a:pt x="10138" y="19553"/>
                  </a:cubicBezTo>
                  <a:cubicBezTo>
                    <a:pt x="10579" y="19439"/>
                    <a:pt x="10579" y="19439"/>
                    <a:pt x="10579" y="19439"/>
                  </a:cubicBezTo>
                  <a:cubicBezTo>
                    <a:pt x="11020" y="19439"/>
                    <a:pt x="11020" y="19439"/>
                    <a:pt x="11020" y="19439"/>
                  </a:cubicBezTo>
                  <a:cubicBezTo>
                    <a:pt x="11020" y="19439"/>
                    <a:pt x="11020" y="19439"/>
                    <a:pt x="11020" y="19439"/>
                  </a:cubicBezTo>
                  <a:cubicBezTo>
                    <a:pt x="11461" y="19439"/>
                    <a:pt x="11461" y="19439"/>
                    <a:pt x="11461" y="19439"/>
                  </a:cubicBezTo>
                  <a:cubicBezTo>
                    <a:pt x="11902" y="19439"/>
                    <a:pt x="11902" y="19439"/>
                    <a:pt x="11902" y="19439"/>
                  </a:cubicBezTo>
                  <a:cubicBezTo>
                    <a:pt x="11902" y="19553"/>
                    <a:pt x="11902" y="19553"/>
                    <a:pt x="11902" y="19553"/>
                  </a:cubicBezTo>
                  <a:cubicBezTo>
                    <a:pt x="11461" y="19553"/>
                    <a:pt x="11461" y="19553"/>
                    <a:pt x="11461" y="19553"/>
                  </a:cubicBezTo>
                  <a:cubicBezTo>
                    <a:pt x="11461" y="19553"/>
                    <a:pt x="11461" y="19553"/>
                    <a:pt x="11461" y="19553"/>
                  </a:cubicBezTo>
                  <a:cubicBezTo>
                    <a:pt x="11461" y="19553"/>
                    <a:pt x="11461" y="19553"/>
                    <a:pt x="11461" y="19553"/>
                  </a:cubicBezTo>
                  <a:cubicBezTo>
                    <a:pt x="11020" y="19553"/>
                    <a:pt x="11020" y="19553"/>
                    <a:pt x="11020" y="19553"/>
                  </a:cubicBezTo>
                  <a:cubicBezTo>
                    <a:pt x="10579" y="19553"/>
                    <a:pt x="10579" y="19553"/>
                    <a:pt x="10579" y="19553"/>
                  </a:cubicBezTo>
                  <a:cubicBezTo>
                    <a:pt x="10138" y="19667"/>
                    <a:pt x="10138" y="19667"/>
                    <a:pt x="10138" y="19667"/>
                  </a:cubicBezTo>
                  <a:cubicBezTo>
                    <a:pt x="10138" y="19667"/>
                    <a:pt x="10138" y="19667"/>
                    <a:pt x="10138" y="19667"/>
                  </a:cubicBezTo>
                  <a:cubicBezTo>
                    <a:pt x="9697" y="19667"/>
                    <a:pt x="9697" y="19667"/>
                    <a:pt x="9697" y="19667"/>
                  </a:cubicBezTo>
                  <a:cubicBezTo>
                    <a:pt x="9697" y="19781"/>
                    <a:pt x="9697" y="19781"/>
                    <a:pt x="9697" y="19781"/>
                  </a:cubicBezTo>
                  <a:cubicBezTo>
                    <a:pt x="9697" y="19781"/>
                    <a:pt x="9697" y="19781"/>
                    <a:pt x="9697" y="19781"/>
                  </a:cubicBezTo>
                  <a:cubicBezTo>
                    <a:pt x="9697" y="19894"/>
                    <a:pt x="9697" y="19894"/>
                    <a:pt x="9697" y="19894"/>
                  </a:cubicBezTo>
                  <a:cubicBezTo>
                    <a:pt x="9257" y="19894"/>
                    <a:pt x="9257" y="19894"/>
                    <a:pt x="9257" y="19894"/>
                  </a:cubicBezTo>
                  <a:cubicBezTo>
                    <a:pt x="9257" y="19894"/>
                    <a:pt x="9257" y="19894"/>
                    <a:pt x="9257" y="19894"/>
                  </a:cubicBezTo>
                  <a:cubicBezTo>
                    <a:pt x="9697" y="19894"/>
                    <a:pt x="9697" y="19894"/>
                    <a:pt x="9697" y="19894"/>
                  </a:cubicBezTo>
                  <a:cubicBezTo>
                    <a:pt x="9697" y="20008"/>
                    <a:pt x="9697" y="20008"/>
                    <a:pt x="9697" y="20008"/>
                  </a:cubicBezTo>
                  <a:cubicBezTo>
                    <a:pt x="9697" y="20008"/>
                    <a:pt x="9697" y="20008"/>
                    <a:pt x="9697" y="20008"/>
                  </a:cubicBezTo>
                  <a:cubicBezTo>
                    <a:pt x="10138" y="20122"/>
                    <a:pt x="10138" y="20122"/>
                    <a:pt x="10138" y="20122"/>
                  </a:cubicBezTo>
                  <a:cubicBezTo>
                    <a:pt x="10579" y="20122"/>
                    <a:pt x="10579" y="20122"/>
                    <a:pt x="10579" y="20122"/>
                  </a:cubicBezTo>
                  <a:cubicBezTo>
                    <a:pt x="10579" y="20122"/>
                    <a:pt x="10579" y="20122"/>
                    <a:pt x="10579" y="20122"/>
                  </a:cubicBezTo>
                  <a:cubicBezTo>
                    <a:pt x="10579" y="20122"/>
                    <a:pt x="10579" y="20122"/>
                    <a:pt x="10579" y="20122"/>
                  </a:cubicBezTo>
                  <a:cubicBezTo>
                    <a:pt x="10579" y="20008"/>
                    <a:pt x="10579" y="20008"/>
                    <a:pt x="10579" y="20008"/>
                  </a:cubicBezTo>
                  <a:cubicBezTo>
                    <a:pt x="11020" y="20008"/>
                    <a:pt x="11020" y="20008"/>
                    <a:pt x="11020" y="20008"/>
                  </a:cubicBezTo>
                  <a:cubicBezTo>
                    <a:pt x="11020" y="20008"/>
                    <a:pt x="11020" y="20008"/>
                    <a:pt x="11020" y="20008"/>
                  </a:cubicBezTo>
                  <a:cubicBezTo>
                    <a:pt x="11020" y="19894"/>
                    <a:pt x="11020" y="19894"/>
                    <a:pt x="11020" y="19894"/>
                  </a:cubicBezTo>
                  <a:cubicBezTo>
                    <a:pt x="11020" y="19894"/>
                    <a:pt x="11020" y="19894"/>
                    <a:pt x="11020" y="19894"/>
                  </a:cubicBezTo>
                  <a:cubicBezTo>
                    <a:pt x="11461" y="19781"/>
                    <a:pt x="11461" y="19781"/>
                    <a:pt x="11461" y="19781"/>
                  </a:cubicBezTo>
                  <a:cubicBezTo>
                    <a:pt x="11461" y="19781"/>
                    <a:pt x="11461" y="19781"/>
                    <a:pt x="11461" y="19781"/>
                  </a:cubicBezTo>
                  <a:cubicBezTo>
                    <a:pt x="11902" y="19667"/>
                    <a:pt x="11902" y="19667"/>
                    <a:pt x="11902" y="19667"/>
                  </a:cubicBezTo>
                  <a:cubicBezTo>
                    <a:pt x="12342" y="19553"/>
                    <a:pt x="12342" y="19553"/>
                    <a:pt x="12342" y="19553"/>
                  </a:cubicBezTo>
                  <a:cubicBezTo>
                    <a:pt x="12342" y="19667"/>
                    <a:pt x="12342" y="19667"/>
                    <a:pt x="12342" y="19667"/>
                  </a:cubicBezTo>
                  <a:cubicBezTo>
                    <a:pt x="12342" y="19667"/>
                    <a:pt x="12342" y="19667"/>
                    <a:pt x="12342" y="19667"/>
                  </a:cubicBezTo>
                  <a:cubicBezTo>
                    <a:pt x="12783" y="19667"/>
                    <a:pt x="12783" y="19667"/>
                    <a:pt x="12783" y="19667"/>
                  </a:cubicBezTo>
                  <a:cubicBezTo>
                    <a:pt x="12783" y="19667"/>
                    <a:pt x="12783" y="19667"/>
                    <a:pt x="12783" y="19667"/>
                  </a:cubicBezTo>
                  <a:cubicBezTo>
                    <a:pt x="12342" y="19667"/>
                    <a:pt x="12342" y="19667"/>
                    <a:pt x="12342" y="19667"/>
                  </a:cubicBezTo>
                  <a:cubicBezTo>
                    <a:pt x="12342" y="19781"/>
                    <a:pt x="12342" y="19781"/>
                    <a:pt x="12342" y="19781"/>
                  </a:cubicBezTo>
                  <a:cubicBezTo>
                    <a:pt x="12342" y="19894"/>
                    <a:pt x="12342" y="19894"/>
                    <a:pt x="12342" y="19894"/>
                  </a:cubicBezTo>
                  <a:cubicBezTo>
                    <a:pt x="11902" y="19894"/>
                    <a:pt x="11902" y="19894"/>
                    <a:pt x="11902" y="19894"/>
                  </a:cubicBezTo>
                  <a:cubicBezTo>
                    <a:pt x="11902" y="20008"/>
                    <a:pt x="11902" y="20008"/>
                    <a:pt x="11902" y="20008"/>
                  </a:cubicBezTo>
                  <a:cubicBezTo>
                    <a:pt x="11902" y="20122"/>
                    <a:pt x="11902" y="20122"/>
                    <a:pt x="11902" y="20122"/>
                  </a:cubicBezTo>
                  <a:cubicBezTo>
                    <a:pt x="11902" y="20122"/>
                    <a:pt x="11902" y="20122"/>
                    <a:pt x="11902" y="20122"/>
                  </a:cubicBezTo>
                  <a:cubicBezTo>
                    <a:pt x="11461" y="20122"/>
                    <a:pt x="11461" y="20122"/>
                    <a:pt x="11461" y="20122"/>
                  </a:cubicBezTo>
                  <a:cubicBezTo>
                    <a:pt x="11461" y="20122"/>
                    <a:pt x="11461" y="20122"/>
                    <a:pt x="11461" y="20122"/>
                  </a:cubicBezTo>
                  <a:cubicBezTo>
                    <a:pt x="11902" y="20122"/>
                    <a:pt x="11902" y="20122"/>
                    <a:pt x="11902" y="20122"/>
                  </a:cubicBezTo>
                  <a:cubicBezTo>
                    <a:pt x="11902" y="20008"/>
                    <a:pt x="11902" y="20008"/>
                    <a:pt x="11902" y="20008"/>
                  </a:cubicBezTo>
                  <a:cubicBezTo>
                    <a:pt x="11461" y="20008"/>
                    <a:pt x="11461" y="20008"/>
                    <a:pt x="11461" y="20008"/>
                  </a:cubicBezTo>
                  <a:cubicBezTo>
                    <a:pt x="11461" y="20008"/>
                    <a:pt x="11461" y="20008"/>
                    <a:pt x="11461" y="20008"/>
                  </a:cubicBezTo>
                  <a:cubicBezTo>
                    <a:pt x="11461" y="20008"/>
                    <a:pt x="11461" y="20008"/>
                    <a:pt x="11461" y="20008"/>
                  </a:cubicBezTo>
                  <a:cubicBezTo>
                    <a:pt x="11020" y="20008"/>
                    <a:pt x="11020" y="20008"/>
                    <a:pt x="11020" y="20008"/>
                  </a:cubicBezTo>
                  <a:cubicBezTo>
                    <a:pt x="11020" y="20008"/>
                    <a:pt x="11020" y="20008"/>
                    <a:pt x="11020" y="20008"/>
                  </a:cubicBezTo>
                  <a:cubicBezTo>
                    <a:pt x="11020" y="20122"/>
                    <a:pt x="11020" y="20122"/>
                    <a:pt x="11020" y="20122"/>
                  </a:cubicBezTo>
                  <a:cubicBezTo>
                    <a:pt x="11020" y="20122"/>
                    <a:pt x="11020" y="20122"/>
                    <a:pt x="11020" y="20122"/>
                  </a:cubicBezTo>
                  <a:cubicBezTo>
                    <a:pt x="11902" y="20349"/>
                    <a:pt x="11902" y="20349"/>
                    <a:pt x="11902" y="20349"/>
                  </a:cubicBezTo>
                  <a:cubicBezTo>
                    <a:pt x="12342" y="20349"/>
                    <a:pt x="12342" y="20349"/>
                    <a:pt x="12342" y="20349"/>
                  </a:cubicBezTo>
                  <a:cubicBezTo>
                    <a:pt x="12783" y="20349"/>
                    <a:pt x="12783" y="20349"/>
                    <a:pt x="12783" y="20349"/>
                  </a:cubicBezTo>
                  <a:cubicBezTo>
                    <a:pt x="12783" y="20349"/>
                    <a:pt x="12783" y="20349"/>
                    <a:pt x="12783" y="20349"/>
                  </a:cubicBezTo>
                  <a:cubicBezTo>
                    <a:pt x="13224" y="20463"/>
                    <a:pt x="13224" y="20463"/>
                    <a:pt x="13224" y="20463"/>
                  </a:cubicBezTo>
                  <a:cubicBezTo>
                    <a:pt x="13224" y="20349"/>
                    <a:pt x="13224" y="20349"/>
                    <a:pt x="13224" y="20349"/>
                  </a:cubicBezTo>
                  <a:cubicBezTo>
                    <a:pt x="13665" y="20235"/>
                    <a:pt x="13665" y="20235"/>
                    <a:pt x="13665" y="20235"/>
                  </a:cubicBezTo>
                  <a:cubicBezTo>
                    <a:pt x="13224" y="20122"/>
                    <a:pt x="13224" y="20122"/>
                    <a:pt x="13224" y="20122"/>
                  </a:cubicBezTo>
                  <a:cubicBezTo>
                    <a:pt x="13224" y="20008"/>
                    <a:pt x="13224" y="20008"/>
                    <a:pt x="13224" y="20008"/>
                  </a:cubicBezTo>
                  <a:cubicBezTo>
                    <a:pt x="13224" y="20008"/>
                    <a:pt x="13224" y="20008"/>
                    <a:pt x="13224" y="20008"/>
                  </a:cubicBezTo>
                  <a:cubicBezTo>
                    <a:pt x="13224" y="19894"/>
                    <a:pt x="13224" y="19894"/>
                    <a:pt x="13224" y="19894"/>
                  </a:cubicBezTo>
                  <a:cubicBezTo>
                    <a:pt x="13224" y="19781"/>
                    <a:pt x="13224" y="19781"/>
                    <a:pt x="13224" y="19781"/>
                  </a:cubicBezTo>
                  <a:cubicBezTo>
                    <a:pt x="13224" y="19667"/>
                    <a:pt x="13224" y="19667"/>
                    <a:pt x="13224" y="19667"/>
                  </a:cubicBezTo>
                  <a:cubicBezTo>
                    <a:pt x="13224" y="19553"/>
                    <a:pt x="13224" y="19553"/>
                    <a:pt x="13224" y="19553"/>
                  </a:cubicBezTo>
                  <a:cubicBezTo>
                    <a:pt x="13665" y="19553"/>
                    <a:pt x="13665" y="19553"/>
                    <a:pt x="13665" y="19553"/>
                  </a:cubicBezTo>
                  <a:cubicBezTo>
                    <a:pt x="14546" y="19439"/>
                    <a:pt x="14546" y="19439"/>
                    <a:pt x="14546" y="19439"/>
                  </a:cubicBezTo>
                  <a:cubicBezTo>
                    <a:pt x="14546" y="19326"/>
                    <a:pt x="14546" y="19326"/>
                    <a:pt x="14546" y="19326"/>
                  </a:cubicBezTo>
                  <a:cubicBezTo>
                    <a:pt x="14987" y="19326"/>
                    <a:pt x="14987" y="19326"/>
                    <a:pt x="14987" y="19326"/>
                  </a:cubicBezTo>
                  <a:cubicBezTo>
                    <a:pt x="14987" y="19326"/>
                    <a:pt x="14987" y="19326"/>
                    <a:pt x="14987" y="19326"/>
                  </a:cubicBezTo>
                  <a:cubicBezTo>
                    <a:pt x="14987" y="19212"/>
                    <a:pt x="14987" y="19212"/>
                    <a:pt x="14987" y="19212"/>
                  </a:cubicBezTo>
                  <a:cubicBezTo>
                    <a:pt x="15428" y="19212"/>
                    <a:pt x="15428" y="19212"/>
                    <a:pt x="15428" y="19212"/>
                  </a:cubicBezTo>
                  <a:cubicBezTo>
                    <a:pt x="15869" y="19098"/>
                    <a:pt x="15869" y="19098"/>
                    <a:pt x="15869" y="19098"/>
                  </a:cubicBezTo>
                  <a:cubicBezTo>
                    <a:pt x="16310" y="19212"/>
                    <a:pt x="16310" y="19212"/>
                    <a:pt x="16310" y="19212"/>
                  </a:cubicBezTo>
                  <a:cubicBezTo>
                    <a:pt x="16310" y="19212"/>
                    <a:pt x="16310" y="19212"/>
                    <a:pt x="16310" y="19212"/>
                  </a:cubicBezTo>
                  <a:cubicBezTo>
                    <a:pt x="16751" y="19212"/>
                    <a:pt x="16751" y="19212"/>
                    <a:pt x="16751" y="19212"/>
                  </a:cubicBezTo>
                  <a:close/>
                  <a:moveTo>
                    <a:pt x="20277" y="21599"/>
                  </a:moveTo>
                  <a:cubicBezTo>
                    <a:pt x="20718" y="21599"/>
                    <a:pt x="20718" y="21599"/>
                    <a:pt x="20718" y="21599"/>
                  </a:cubicBezTo>
                  <a:cubicBezTo>
                    <a:pt x="20718" y="21599"/>
                    <a:pt x="20718" y="21599"/>
                    <a:pt x="20718" y="21599"/>
                  </a:cubicBezTo>
                  <a:cubicBezTo>
                    <a:pt x="20718" y="21599"/>
                    <a:pt x="20718" y="21599"/>
                    <a:pt x="20718" y="21599"/>
                  </a:cubicBezTo>
                  <a:cubicBezTo>
                    <a:pt x="20718" y="21599"/>
                    <a:pt x="20277" y="21599"/>
                    <a:pt x="20277" y="21599"/>
                  </a:cubicBezTo>
                  <a:close/>
                  <a:moveTo>
                    <a:pt x="2644" y="13301"/>
                  </a:moveTo>
                  <a:cubicBezTo>
                    <a:pt x="2204" y="13301"/>
                    <a:pt x="2204" y="13301"/>
                    <a:pt x="2204" y="13301"/>
                  </a:cubicBezTo>
                  <a:cubicBezTo>
                    <a:pt x="2204" y="13301"/>
                    <a:pt x="2204" y="13301"/>
                    <a:pt x="2204" y="13301"/>
                  </a:cubicBezTo>
                  <a:cubicBezTo>
                    <a:pt x="2204" y="13301"/>
                    <a:pt x="2204" y="13301"/>
                    <a:pt x="2204" y="13301"/>
                  </a:cubicBezTo>
                  <a:cubicBezTo>
                    <a:pt x="2644" y="13414"/>
                    <a:pt x="2644" y="13414"/>
                    <a:pt x="2644" y="13414"/>
                  </a:cubicBezTo>
                  <a:cubicBezTo>
                    <a:pt x="2644" y="13528"/>
                    <a:pt x="2644" y="13528"/>
                    <a:pt x="2644" y="13528"/>
                  </a:cubicBezTo>
                  <a:cubicBezTo>
                    <a:pt x="3085" y="13528"/>
                    <a:pt x="3085" y="13528"/>
                    <a:pt x="3085" y="13528"/>
                  </a:cubicBezTo>
                  <a:cubicBezTo>
                    <a:pt x="2644" y="13642"/>
                    <a:pt x="2644" y="13642"/>
                    <a:pt x="2644" y="13642"/>
                  </a:cubicBezTo>
                  <a:cubicBezTo>
                    <a:pt x="2644" y="13528"/>
                    <a:pt x="2644" y="13528"/>
                    <a:pt x="2644" y="13528"/>
                  </a:cubicBezTo>
                  <a:cubicBezTo>
                    <a:pt x="2204" y="13642"/>
                    <a:pt x="2204" y="13642"/>
                    <a:pt x="2204" y="13642"/>
                  </a:cubicBezTo>
                  <a:cubicBezTo>
                    <a:pt x="2204" y="13755"/>
                    <a:pt x="2204" y="13755"/>
                    <a:pt x="2204" y="13755"/>
                  </a:cubicBezTo>
                  <a:cubicBezTo>
                    <a:pt x="2204" y="13755"/>
                    <a:pt x="2204" y="13755"/>
                    <a:pt x="2204" y="13755"/>
                  </a:cubicBezTo>
                  <a:cubicBezTo>
                    <a:pt x="1763" y="13755"/>
                    <a:pt x="1763" y="13755"/>
                    <a:pt x="1763" y="13755"/>
                  </a:cubicBezTo>
                  <a:cubicBezTo>
                    <a:pt x="1322" y="13755"/>
                    <a:pt x="1322" y="13755"/>
                    <a:pt x="1322" y="13755"/>
                  </a:cubicBezTo>
                  <a:cubicBezTo>
                    <a:pt x="1322" y="13642"/>
                    <a:pt x="1322" y="13642"/>
                    <a:pt x="1322" y="13642"/>
                  </a:cubicBezTo>
                  <a:cubicBezTo>
                    <a:pt x="1322" y="13301"/>
                    <a:pt x="1322" y="13301"/>
                    <a:pt x="1322" y="13301"/>
                  </a:cubicBezTo>
                  <a:cubicBezTo>
                    <a:pt x="1322" y="13187"/>
                    <a:pt x="1322" y="13187"/>
                    <a:pt x="1322" y="13187"/>
                  </a:cubicBezTo>
                  <a:cubicBezTo>
                    <a:pt x="881" y="13187"/>
                    <a:pt x="881" y="13187"/>
                    <a:pt x="881" y="13187"/>
                  </a:cubicBezTo>
                  <a:cubicBezTo>
                    <a:pt x="881" y="13187"/>
                    <a:pt x="881" y="13187"/>
                    <a:pt x="881" y="13187"/>
                  </a:cubicBezTo>
                  <a:cubicBezTo>
                    <a:pt x="881" y="13073"/>
                    <a:pt x="881" y="13073"/>
                    <a:pt x="881" y="13073"/>
                  </a:cubicBezTo>
                  <a:cubicBezTo>
                    <a:pt x="1322" y="13073"/>
                    <a:pt x="1322" y="13073"/>
                    <a:pt x="1322" y="13073"/>
                  </a:cubicBezTo>
                  <a:cubicBezTo>
                    <a:pt x="1322" y="12960"/>
                    <a:pt x="1322" y="12960"/>
                    <a:pt x="1322" y="12960"/>
                  </a:cubicBezTo>
                  <a:cubicBezTo>
                    <a:pt x="1322" y="12960"/>
                    <a:pt x="1322" y="12960"/>
                    <a:pt x="1322" y="12960"/>
                  </a:cubicBezTo>
                  <a:cubicBezTo>
                    <a:pt x="1322" y="12846"/>
                    <a:pt x="1322" y="12846"/>
                    <a:pt x="1322" y="12846"/>
                  </a:cubicBezTo>
                  <a:cubicBezTo>
                    <a:pt x="1322" y="12846"/>
                    <a:pt x="1322" y="12846"/>
                    <a:pt x="1322" y="12846"/>
                  </a:cubicBezTo>
                  <a:cubicBezTo>
                    <a:pt x="1763" y="12846"/>
                    <a:pt x="1763" y="12846"/>
                    <a:pt x="1763" y="12846"/>
                  </a:cubicBezTo>
                  <a:cubicBezTo>
                    <a:pt x="2204" y="12846"/>
                    <a:pt x="2204" y="12846"/>
                    <a:pt x="2204" y="12846"/>
                  </a:cubicBezTo>
                  <a:cubicBezTo>
                    <a:pt x="2644" y="12960"/>
                    <a:pt x="2644" y="12960"/>
                    <a:pt x="2644" y="12960"/>
                  </a:cubicBezTo>
                  <a:cubicBezTo>
                    <a:pt x="2644" y="13073"/>
                    <a:pt x="2644" y="13073"/>
                    <a:pt x="2644" y="13073"/>
                  </a:cubicBezTo>
                  <a:cubicBezTo>
                    <a:pt x="2644" y="13187"/>
                    <a:pt x="2644" y="13187"/>
                    <a:pt x="2644" y="13187"/>
                  </a:cubicBezTo>
                  <a:cubicBezTo>
                    <a:pt x="2644" y="13187"/>
                    <a:pt x="2644" y="13187"/>
                    <a:pt x="2644" y="13187"/>
                  </a:cubicBezTo>
                  <a:cubicBezTo>
                    <a:pt x="2204" y="13187"/>
                    <a:pt x="2204" y="13187"/>
                    <a:pt x="2204" y="13187"/>
                  </a:cubicBezTo>
                  <a:cubicBezTo>
                    <a:pt x="2644" y="13301"/>
                    <a:pt x="2644" y="13301"/>
                    <a:pt x="2644" y="13301"/>
                  </a:cubicBezTo>
                  <a:cubicBezTo>
                    <a:pt x="2644" y="13301"/>
                    <a:pt x="2644" y="13301"/>
                    <a:pt x="2644" y="13301"/>
                  </a:cubicBezTo>
                  <a:cubicBezTo>
                    <a:pt x="2644" y="13301"/>
                    <a:pt x="2644" y="13301"/>
                    <a:pt x="2644" y="13301"/>
                  </a:cubicBezTo>
                  <a:close/>
                  <a:moveTo>
                    <a:pt x="3085" y="13073"/>
                  </a:moveTo>
                  <a:cubicBezTo>
                    <a:pt x="3526" y="13073"/>
                    <a:pt x="3526" y="13073"/>
                    <a:pt x="3526" y="13073"/>
                  </a:cubicBezTo>
                  <a:cubicBezTo>
                    <a:pt x="3526" y="13187"/>
                    <a:pt x="3526" y="13187"/>
                    <a:pt x="3526" y="13187"/>
                  </a:cubicBezTo>
                  <a:cubicBezTo>
                    <a:pt x="3526" y="13187"/>
                    <a:pt x="3526" y="13187"/>
                    <a:pt x="3526" y="13187"/>
                  </a:cubicBezTo>
                  <a:cubicBezTo>
                    <a:pt x="3085" y="13073"/>
                    <a:pt x="3085" y="13073"/>
                    <a:pt x="3085" y="13073"/>
                  </a:cubicBezTo>
                  <a:close/>
                  <a:moveTo>
                    <a:pt x="881" y="13983"/>
                  </a:moveTo>
                  <a:cubicBezTo>
                    <a:pt x="881" y="13983"/>
                    <a:pt x="881" y="13983"/>
                    <a:pt x="881" y="13983"/>
                  </a:cubicBezTo>
                  <a:cubicBezTo>
                    <a:pt x="1322" y="13983"/>
                    <a:pt x="1322" y="13983"/>
                    <a:pt x="1322" y="13983"/>
                  </a:cubicBezTo>
                  <a:cubicBezTo>
                    <a:pt x="1322" y="13983"/>
                    <a:pt x="1322" y="13983"/>
                    <a:pt x="1322" y="13983"/>
                  </a:cubicBezTo>
                  <a:cubicBezTo>
                    <a:pt x="881" y="13983"/>
                    <a:pt x="881" y="13983"/>
                    <a:pt x="881" y="13983"/>
                  </a:cubicBezTo>
                  <a:cubicBezTo>
                    <a:pt x="881" y="13983"/>
                    <a:pt x="881" y="13983"/>
                    <a:pt x="881" y="13983"/>
                  </a:cubicBezTo>
                  <a:close/>
                  <a:moveTo>
                    <a:pt x="3526" y="14096"/>
                  </a:moveTo>
                  <a:cubicBezTo>
                    <a:pt x="3967" y="13983"/>
                    <a:pt x="3967" y="13983"/>
                    <a:pt x="3967" y="13983"/>
                  </a:cubicBezTo>
                  <a:cubicBezTo>
                    <a:pt x="3967" y="14096"/>
                    <a:pt x="3967" y="14096"/>
                    <a:pt x="3967" y="14096"/>
                  </a:cubicBezTo>
                  <a:cubicBezTo>
                    <a:pt x="3526" y="14096"/>
                    <a:pt x="3526" y="14096"/>
                    <a:pt x="3526" y="14096"/>
                  </a:cubicBezTo>
                  <a:cubicBezTo>
                    <a:pt x="3526" y="14096"/>
                    <a:pt x="3526" y="14096"/>
                    <a:pt x="3526" y="14096"/>
                  </a:cubicBezTo>
                  <a:close/>
                  <a:moveTo>
                    <a:pt x="3085" y="14096"/>
                  </a:moveTo>
                  <a:cubicBezTo>
                    <a:pt x="3085" y="14096"/>
                    <a:pt x="3085" y="14096"/>
                    <a:pt x="3085" y="14096"/>
                  </a:cubicBezTo>
                  <a:cubicBezTo>
                    <a:pt x="3085" y="14210"/>
                    <a:pt x="3085" y="14210"/>
                    <a:pt x="3085" y="14210"/>
                  </a:cubicBezTo>
                  <a:cubicBezTo>
                    <a:pt x="3085" y="14210"/>
                    <a:pt x="3085" y="14210"/>
                    <a:pt x="3085" y="14210"/>
                  </a:cubicBezTo>
                  <a:cubicBezTo>
                    <a:pt x="3085" y="14096"/>
                    <a:pt x="3085" y="14096"/>
                    <a:pt x="3085" y="14096"/>
                  </a:cubicBezTo>
                  <a:cubicBezTo>
                    <a:pt x="2644" y="14096"/>
                    <a:pt x="2644" y="14096"/>
                    <a:pt x="2644" y="14096"/>
                  </a:cubicBezTo>
                  <a:cubicBezTo>
                    <a:pt x="3085" y="14096"/>
                    <a:pt x="3085" y="14096"/>
                    <a:pt x="3085" y="14096"/>
                  </a:cubicBezTo>
                  <a:close/>
                  <a:moveTo>
                    <a:pt x="2204" y="13983"/>
                  </a:moveTo>
                  <a:cubicBezTo>
                    <a:pt x="2204" y="13983"/>
                    <a:pt x="2204" y="13983"/>
                    <a:pt x="2204" y="13983"/>
                  </a:cubicBezTo>
                  <a:cubicBezTo>
                    <a:pt x="2644" y="13983"/>
                    <a:pt x="2644" y="13983"/>
                    <a:pt x="2644" y="13983"/>
                  </a:cubicBezTo>
                  <a:cubicBezTo>
                    <a:pt x="2204" y="14096"/>
                    <a:pt x="2204" y="14096"/>
                    <a:pt x="2204" y="14096"/>
                  </a:cubicBezTo>
                  <a:cubicBezTo>
                    <a:pt x="2204" y="13983"/>
                    <a:pt x="2204" y="13983"/>
                    <a:pt x="2204" y="13983"/>
                  </a:cubicBezTo>
                  <a:close/>
                  <a:moveTo>
                    <a:pt x="2204" y="14210"/>
                  </a:moveTo>
                  <a:cubicBezTo>
                    <a:pt x="2204" y="14210"/>
                    <a:pt x="2204" y="14210"/>
                    <a:pt x="2204" y="14210"/>
                  </a:cubicBezTo>
                  <a:cubicBezTo>
                    <a:pt x="2204" y="14210"/>
                    <a:pt x="2204" y="14210"/>
                    <a:pt x="2204" y="14210"/>
                  </a:cubicBezTo>
                  <a:cubicBezTo>
                    <a:pt x="2204" y="14210"/>
                    <a:pt x="2204" y="14210"/>
                    <a:pt x="2204" y="14210"/>
                  </a:cubicBezTo>
                  <a:cubicBezTo>
                    <a:pt x="2204" y="14210"/>
                    <a:pt x="2204" y="14210"/>
                    <a:pt x="2204" y="14210"/>
                  </a:cubicBezTo>
                  <a:close/>
                  <a:moveTo>
                    <a:pt x="1763" y="14324"/>
                  </a:moveTo>
                  <a:cubicBezTo>
                    <a:pt x="1763" y="14210"/>
                    <a:pt x="1763" y="14210"/>
                    <a:pt x="1763" y="14210"/>
                  </a:cubicBezTo>
                  <a:cubicBezTo>
                    <a:pt x="2204" y="14210"/>
                    <a:pt x="2204" y="14210"/>
                    <a:pt x="2204" y="14210"/>
                  </a:cubicBezTo>
                  <a:cubicBezTo>
                    <a:pt x="2204" y="14324"/>
                    <a:pt x="2204" y="14324"/>
                    <a:pt x="2204" y="14324"/>
                  </a:cubicBezTo>
                  <a:cubicBezTo>
                    <a:pt x="2204" y="14324"/>
                    <a:pt x="2204" y="14324"/>
                    <a:pt x="2204" y="14324"/>
                  </a:cubicBezTo>
                  <a:cubicBezTo>
                    <a:pt x="1763" y="14324"/>
                    <a:pt x="1763" y="14324"/>
                    <a:pt x="1763" y="14324"/>
                  </a:cubicBezTo>
                  <a:cubicBezTo>
                    <a:pt x="1763" y="14324"/>
                    <a:pt x="1763" y="14324"/>
                    <a:pt x="1763" y="14324"/>
                  </a:cubicBezTo>
                  <a:cubicBezTo>
                    <a:pt x="1763" y="14324"/>
                    <a:pt x="1763" y="14324"/>
                    <a:pt x="1763" y="14324"/>
                  </a:cubicBezTo>
                  <a:close/>
                  <a:moveTo>
                    <a:pt x="1322" y="14437"/>
                  </a:moveTo>
                  <a:cubicBezTo>
                    <a:pt x="1322" y="14551"/>
                    <a:pt x="1322" y="14551"/>
                    <a:pt x="1322" y="14551"/>
                  </a:cubicBezTo>
                  <a:cubicBezTo>
                    <a:pt x="1322" y="14551"/>
                    <a:pt x="1322" y="14551"/>
                    <a:pt x="1322" y="14551"/>
                  </a:cubicBezTo>
                  <a:cubicBezTo>
                    <a:pt x="1322" y="14551"/>
                    <a:pt x="1322" y="14551"/>
                    <a:pt x="1322" y="14551"/>
                  </a:cubicBezTo>
                  <a:cubicBezTo>
                    <a:pt x="1322" y="14437"/>
                    <a:pt x="1322" y="14437"/>
                    <a:pt x="1322" y="14437"/>
                  </a:cubicBezTo>
                  <a:close/>
                  <a:moveTo>
                    <a:pt x="3085" y="14437"/>
                  </a:moveTo>
                  <a:cubicBezTo>
                    <a:pt x="3085" y="14551"/>
                    <a:pt x="3085" y="14551"/>
                    <a:pt x="3085" y="14551"/>
                  </a:cubicBezTo>
                  <a:cubicBezTo>
                    <a:pt x="3085" y="14551"/>
                    <a:pt x="3085" y="14551"/>
                    <a:pt x="3085" y="14551"/>
                  </a:cubicBezTo>
                  <a:cubicBezTo>
                    <a:pt x="3085" y="14437"/>
                    <a:pt x="3085" y="14437"/>
                    <a:pt x="3085" y="14437"/>
                  </a:cubicBezTo>
                  <a:close/>
                  <a:moveTo>
                    <a:pt x="2644" y="14437"/>
                  </a:moveTo>
                  <a:cubicBezTo>
                    <a:pt x="3085" y="14324"/>
                    <a:pt x="3085" y="14324"/>
                    <a:pt x="3085" y="14324"/>
                  </a:cubicBezTo>
                  <a:cubicBezTo>
                    <a:pt x="3085" y="14437"/>
                    <a:pt x="3085" y="14437"/>
                    <a:pt x="3085" y="14437"/>
                  </a:cubicBezTo>
                  <a:cubicBezTo>
                    <a:pt x="2644" y="14437"/>
                    <a:pt x="2644" y="14437"/>
                    <a:pt x="2644" y="14437"/>
                  </a:cubicBezTo>
                  <a:close/>
                  <a:moveTo>
                    <a:pt x="1763" y="15119"/>
                  </a:moveTo>
                  <a:cubicBezTo>
                    <a:pt x="1763" y="15119"/>
                    <a:pt x="1763" y="15119"/>
                    <a:pt x="1763" y="15119"/>
                  </a:cubicBezTo>
                  <a:cubicBezTo>
                    <a:pt x="1763" y="15233"/>
                    <a:pt x="1763" y="15233"/>
                    <a:pt x="1763" y="15233"/>
                  </a:cubicBezTo>
                  <a:cubicBezTo>
                    <a:pt x="1763" y="15233"/>
                    <a:pt x="1763" y="15233"/>
                    <a:pt x="1763" y="15233"/>
                  </a:cubicBezTo>
                  <a:cubicBezTo>
                    <a:pt x="1763" y="15119"/>
                    <a:pt x="1763" y="15119"/>
                    <a:pt x="1763" y="15119"/>
                  </a:cubicBezTo>
                  <a:close/>
                  <a:moveTo>
                    <a:pt x="1763" y="14551"/>
                  </a:moveTo>
                  <a:cubicBezTo>
                    <a:pt x="1763" y="14437"/>
                    <a:pt x="1763" y="14437"/>
                    <a:pt x="1763" y="14437"/>
                  </a:cubicBezTo>
                  <a:cubicBezTo>
                    <a:pt x="1763" y="14437"/>
                    <a:pt x="1763" y="14437"/>
                    <a:pt x="1763" y="14437"/>
                  </a:cubicBezTo>
                  <a:cubicBezTo>
                    <a:pt x="2204" y="14437"/>
                    <a:pt x="2204" y="14437"/>
                    <a:pt x="2204" y="14437"/>
                  </a:cubicBezTo>
                  <a:cubicBezTo>
                    <a:pt x="2204" y="14437"/>
                    <a:pt x="2204" y="14437"/>
                    <a:pt x="2204" y="14437"/>
                  </a:cubicBezTo>
                  <a:cubicBezTo>
                    <a:pt x="1763" y="14551"/>
                    <a:pt x="1763" y="14551"/>
                    <a:pt x="1763" y="14551"/>
                  </a:cubicBezTo>
                  <a:cubicBezTo>
                    <a:pt x="1763" y="14551"/>
                    <a:pt x="1763" y="14551"/>
                    <a:pt x="1763" y="14551"/>
                  </a:cubicBezTo>
                  <a:close/>
                  <a:moveTo>
                    <a:pt x="881" y="14665"/>
                  </a:moveTo>
                  <a:cubicBezTo>
                    <a:pt x="440" y="14665"/>
                    <a:pt x="440" y="14665"/>
                    <a:pt x="440" y="14665"/>
                  </a:cubicBezTo>
                  <a:cubicBezTo>
                    <a:pt x="440" y="14551"/>
                    <a:pt x="440" y="14551"/>
                    <a:pt x="440" y="14551"/>
                  </a:cubicBezTo>
                  <a:cubicBezTo>
                    <a:pt x="881" y="14551"/>
                    <a:pt x="881" y="14551"/>
                    <a:pt x="881" y="14551"/>
                  </a:cubicBezTo>
                  <a:cubicBezTo>
                    <a:pt x="881" y="14665"/>
                    <a:pt x="881" y="14665"/>
                    <a:pt x="881" y="14665"/>
                  </a:cubicBezTo>
                  <a:cubicBezTo>
                    <a:pt x="881" y="14665"/>
                    <a:pt x="881" y="14665"/>
                    <a:pt x="881" y="14665"/>
                  </a:cubicBezTo>
                  <a:close/>
                  <a:moveTo>
                    <a:pt x="2204" y="15006"/>
                  </a:moveTo>
                  <a:cubicBezTo>
                    <a:pt x="2644" y="15006"/>
                    <a:pt x="2644" y="15006"/>
                    <a:pt x="2644" y="15006"/>
                  </a:cubicBezTo>
                  <a:cubicBezTo>
                    <a:pt x="2644" y="15006"/>
                    <a:pt x="2644" y="15006"/>
                    <a:pt x="2644" y="15006"/>
                  </a:cubicBezTo>
                  <a:cubicBezTo>
                    <a:pt x="2204" y="15006"/>
                    <a:pt x="2204" y="15006"/>
                    <a:pt x="2204" y="15006"/>
                  </a:cubicBezTo>
                  <a:close/>
                  <a:moveTo>
                    <a:pt x="2644" y="15119"/>
                  </a:moveTo>
                  <a:cubicBezTo>
                    <a:pt x="3085" y="15119"/>
                    <a:pt x="3085" y="15119"/>
                    <a:pt x="3085" y="15119"/>
                  </a:cubicBezTo>
                  <a:cubicBezTo>
                    <a:pt x="3085" y="15119"/>
                    <a:pt x="3085" y="15119"/>
                    <a:pt x="3085" y="15119"/>
                  </a:cubicBezTo>
                  <a:cubicBezTo>
                    <a:pt x="2644" y="15119"/>
                    <a:pt x="2644" y="15119"/>
                    <a:pt x="2644" y="15119"/>
                  </a:cubicBezTo>
                  <a:close/>
                  <a:moveTo>
                    <a:pt x="3526" y="14324"/>
                  </a:moveTo>
                  <a:cubicBezTo>
                    <a:pt x="3526" y="14210"/>
                    <a:pt x="3526" y="14210"/>
                    <a:pt x="3526" y="14210"/>
                  </a:cubicBezTo>
                  <a:cubicBezTo>
                    <a:pt x="3967" y="14324"/>
                    <a:pt x="3967" y="14324"/>
                    <a:pt x="3967" y="14324"/>
                  </a:cubicBezTo>
                  <a:cubicBezTo>
                    <a:pt x="3526" y="14324"/>
                    <a:pt x="3526" y="14324"/>
                    <a:pt x="3526" y="14324"/>
                  </a:cubicBezTo>
                  <a:cubicBezTo>
                    <a:pt x="3526" y="14324"/>
                    <a:pt x="3526" y="14324"/>
                    <a:pt x="3526" y="14324"/>
                  </a:cubicBezTo>
                  <a:close/>
                  <a:moveTo>
                    <a:pt x="3967" y="14324"/>
                  </a:moveTo>
                  <a:cubicBezTo>
                    <a:pt x="4408" y="14324"/>
                    <a:pt x="4408" y="14324"/>
                    <a:pt x="4408" y="14324"/>
                  </a:cubicBezTo>
                  <a:cubicBezTo>
                    <a:pt x="4408" y="14437"/>
                    <a:pt x="4408" y="14437"/>
                    <a:pt x="4408" y="14437"/>
                  </a:cubicBezTo>
                  <a:cubicBezTo>
                    <a:pt x="4848" y="14551"/>
                    <a:pt x="4848" y="14551"/>
                    <a:pt x="4848" y="14551"/>
                  </a:cubicBezTo>
                  <a:cubicBezTo>
                    <a:pt x="4848" y="14551"/>
                    <a:pt x="4848" y="14551"/>
                    <a:pt x="4848" y="14551"/>
                  </a:cubicBezTo>
                  <a:cubicBezTo>
                    <a:pt x="4408" y="14665"/>
                    <a:pt x="4408" y="14665"/>
                    <a:pt x="4408" y="14665"/>
                  </a:cubicBezTo>
                  <a:cubicBezTo>
                    <a:pt x="4408" y="14665"/>
                    <a:pt x="4408" y="14665"/>
                    <a:pt x="4408" y="14665"/>
                  </a:cubicBezTo>
                  <a:cubicBezTo>
                    <a:pt x="3967" y="14665"/>
                    <a:pt x="3967" y="14665"/>
                    <a:pt x="3967" y="14665"/>
                  </a:cubicBezTo>
                  <a:cubicBezTo>
                    <a:pt x="3967" y="14665"/>
                    <a:pt x="3967" y="14665"/>
                    <a:pt x="3967" y="14665"/>
                  </a:cubicBezTo>
                  <a:cubicBezTo>
                    <a:pt x="3526" y="14665"/>
                    <a:pt x="3526" y="14665"/>
                    <a:pt x="3526" y="14665"/>
                  </a:cubicBezTo>
                  <a:cubicBezTo>
                    <a:pt x="3526" y="14551"/>
                    <a:pt x="3526" y="14551"/>
                    <a:pt x="3526" y="14551"/>
                  </a:cubicBezTo>
                  <a:cubicBezTo>
                    <a:pt x="3526" y="14551"/>
                    <a:pt x="3526" y="14551"/>
                    <a:pt x="3526" y="14551"/>
                  </a:cubicBezTo>
                  <a:cubicBezTo>
                    <a:pt x="3967" y="14437"/>
                    <a:pt x="3967" y="14437"/>
                    <a:pt x="3967" y="14437"/>
                  </a:cubicBezTo>
                  <a:cubicBezTo>
                    <a:pt x="3967" y="14324"/>
                    <a:pt x="3967" y="14324"/>
                    <a:pt x="3967" y="14324"/>
                  </a:cubicBezTo>
                  <a:close/>
                  <a:moveTo>
                    <a:pt x="1763" y="14665"/>
                  </a:moveTo>
                  <a:cubicBezTo>
                    <a:pt x="2204" y="14551"/>
                    <a:pt x="2204" y="14551"/>
                    <a:pt x="2204" y="14551"/>
                  </a:cubicBezTo>
                  <a:cubicBezTo>
                    <a:pt x="3085" y="14551"/>
                    <a:pt x="3085" y="14551"/>
                    <a:pt x="3085" y="14551"/>
                  </a:cubicBezTo>
                  <a:cubicBezTo>
                    <a:pt x="2644" y="14665"/>
                    <a:pt x="2644" y="14665"/>
                    <a:pt x="2644" y="14665"/>
                  </a:cubicBezTo>
                  <a:cubicBezTo>
                    <a:pt x="2204" y="14665"/>
                    <a:pt x="2204" y="14665"/>
                    <a:pt x="2204" y="14665"/>
                  </a:cubicBezTo>
                  <a:cubicBezTo>
                    <a:pt x="2204" y="14665"/>
                    <a:pt x="2204" y="14665"/>
                    <a:pt x="2204" y="14665"/>
                  </a:cubicBezTo>
                  <a:cubicBezTo>
                    <a:pt x="2204" y="14665"/>
                    <a:pt x="1763" y="14665"/>
                    <a:pt x="1763" y="14665"/>
                  </a:cubicBezTo>
                  <a:close/>
                  <a:moveTo>
                    <a:pt x="2204" y="14778"/>
                  </a:moveTo>
                  <a:cubicBezTo>
                    <a:pt x="2204" y="14778"/>
                    <a:pt x="2204" y="14778"/>
                    <a:pt x="2204" y="14778"/>
                  </a:cubicBezTo>
                  <a:cubicBezTo>
                    <a:pt x="2644" y="14778"/>
                    <a:pt x="2644" y="14778"/>
                    <a:pt x="2644" y="14778"/>
                  </a:cubicBezTo>
                  <a:cubicBezTo>
                    <a:pt x="3085" y="14778"/>
                    <a:pt x="3085" y="14778"/>
                    <a:pt x="3085" y="14778"/>
                  </a:cubicBezTo>
                  <a:cubicBezTo>
                    <a:pt x="3085" y="14778"/>
                    <a:pt x="3085" y="14778"/>
                    <a:pt x="3085" y="14778"/>
                  </a:cubicBezTo>
                  <a:cubicBezTo>
                    <a:pt x="2204" y="14778"/>
                    <a:pt x="2204" y="14778"/>
                    <a:pt x="2204" y="14778"/>
                  </a:cubicBezTo>
                  <a:close/>
                  <a:moveTo>
                    <a:pt x="2644" y="14892"/>
                  </a:moveTo>
                  <a:cubicBezTo>
                    <a:pt x="3085" y="14778"/>
                    <a:pt x="3085" y="14778"/>
                    <a:pt x="3085" y="14778"/>
                  </a:cubicBezTo>
                  <a:cubicBezTo>
                    <a:pt x="3526" y="14778"/>
                    <a:pt x="3526" y="14778"/>
                    <a:pt x="3526" y="14778"/>
                  </a:cubicBezTo>
                  <a:cubicBezTo>
                    <a:pt x="3526" y="15006"/>
                    <a:pt x="3526" y="15006"/>
                    <a:pt x="3526" y="15006"/>
                  </a:cubicBezTo>
                  <a:cubicBezTo>
                    <a:pt x="3085" y="15006"/>
                    <a:pt x="3085" y="15006"/>
                    <a:pt x="3085" y="15006"/>
                  </a:cubicBezTo>
                  <a:cubicBezTo>
                    <a:pt x="3085" y="15006"/>
                    <a:pt x="3085" y="15006"/>
                    <a:pt x="3085" y="15006"/>
                  </a:cubicBezTo>
                  <a:cubicBezTo>
                    <a:pt x="2644" y="14892"/>
                    <a:pt x="2644" y="14892"/>
                    <a:pt x="2644" y="14892"/>
                  </a:cubicBezTo>
                  <a:cubicBezTo>
                    <a:pt x="2644" y="14892"/>
                    <a:pt x="2644" y="14892"/>
                    <a:pt x="2644" y="14892"/>
                  </a:cubicBezTo>
                  <a:close/>
                  <a:moveTo>
                    <a:pt x="2204" y="15119"/>
                  </a:moveTo>
                  <a:cubicBezTo>
                    <a:pt x="2204" y="15006"/>
                    <a:pt x="2204" y="15006"/>
                    <a:pt x="2204" y="15006"/>
                  </a:cubicBezTo>
                  <a:cubicBezTo>
                    <a:pt x="2204" y="15119"/>
                    <a:pt x="2204" y="15119"/>
                    <a:pt x="2204" y="15119"/>
                  </a:cubicBezTo>
                  <a:cubicBezTo>
                    <a:pt x="2644" y="15119"/>
                    <a:pt x="2644" y="15119"/>
                    <a:pt x="2644" y="15119"/>
                  </a:cubicBezTo>
                  <a:cubicBezTo>
                    <a:pt x="2644" y="15233"/>
                    <a:pt x="2644" y="15233"/>
                    <a:pt x="2644" y="15233"/>
                  </a:cubicBezTo>
                  <a:cubicBezTo>
                    <a:pt x="2204" y="15233"/>
                    <a:pt x="2204" y="15233"/>
                    <a:pt x="2204" y="15233"/>
                  </a:cubicBezTo>
                  <a:cubicBezTo>
                    <a:pt x="2204" y="15119"/>
                    <a:pt x="2204" y="15119"/>
                    <a:pt x="2204" y="15119"/>
                  </a:cubicBezTo>
                  <a:close/>
                  <a:moveTo>
                    <a:pt x="3085" y="16825"/>
                  </a:moveTo>
                  <a:cubicBezTo>
                    <a:pt x="3085" y="16825"/>
                    <a:pt x="3085" y="16825"/>
                    <a:pt x="3085" y="16825"/>
                  </a:cubicBezTo>
                  <a:cubicBezTo>
                    <a:pt x="3085" y="16825"/>
                    <a:pt x="3085" y="16825"/>
                    <a:pt x="3085" y="16825"/>
                  </a:cubicBezTo>
                  <a:cubicBezTo>
                    <a:pt x="3085" y="16825"/>
                    <a:pt x="3085" y="16825"/>
                    <a:pt x="3085" y="16825"/>
                  </a:cubicBezTo>
                  <a:cubicBezTo>
                    <a:pt x="2644" y="16711"/>
                    <a:pt x="2644" y="16711"/>
                    <a:pt x="2644" y="16711"/>
                  </a:cubicBezTo>
                  <a:cubicBezTo>
                    <a:pt x="2204" y="16597"/>
                    <a:pt x="2204" y="16597"/>
                    <a:pt x="2204" y="16597"/>
                  </a:cubicBezTo>
                  <a:cubicBezTo>
                    <a:pt x="2204" y="16484"/>
                    <a:pt x="2204" y="16484"/>
                    <a:pt x="2204" y="16484"/>
                  </a:cubicBezTo>
                  <a:cubicBezTo>
                    <a:pt x="2644" y="16484"/>
                    <a:pt x="2644" y="16484"/>
                    <a:pt x="2644" y="16484"/>
                  </a:cubicBezTo>
                  <a:cubicBezTo>
                    <a:pt x="3085" y="16484"/>
                    <a:pt x="3085" y="16484"/>
                    <a:pt x="3085" y="16484"/>
                  </a:cubicBezTo>
                  <a:cubicBezTo>
                    <a:pt x="3085" y="16597"/>
                    <a:pt x="3085" y="16597"/>
                    <a:pt x="3085" y="16597"/>
                  </a:cubicBezTo>
                  <a:cubicBezTo>
                    <a:pt x="3526" y="16711"/>
                    <a:pt x="3526" y="16711"/>
                    <a:pt x="3526" y="16711"/>
                  </a:cubicBezTo>
                  <a:cubicBezTo>
                    <a:pt x="3526" y="16711"/>
                    <a:pt x="3526" y="16711"/>
                    <a:pt x="3526" y="16711"/>
                  </a:cubicBezTo>
                  <a:cubicBezTo>
                    <a:pt x="3526" y="16825"/>
                    <a:pt x="3526" y="16825"/>
                    <a:pt x="3526" y="16825"/>
                  </a:cubicBezTo>
                  <a:cubicBezTo>
                    <a:pt x="3967" y="16938"/>
                    <a:pt x="3967" y="16938"/>
                    <a:pt x="3967" y="16938"/>
                  </a:cubicBezTo>
                  <a:cubicBezTo>
                    <a:pt x="3526" y="16938"/>
                    <a:pt x="3526" y="16938"/>
                    <a:pt x="3526" y="16938"/>
                  </a:cubicBezTo>
                  <a:cubicBezTo>
                    <a:pt x="3085" y="16938"/>
                    <a:pt x="3085" y="16938"/>
                    <a:pt x="3085" y="16938"/>
                  </a:cubicBezTo>
                  <a:cubicBezTo>
                    <a:pt x="3085" y="16825"/>
                    <a:pt x="3085" y="16825"/>
                    <a:pt x="3085" y="16825"/>
                  </a:cubicBezTo>
                  <a:close/>
                  <a:moveTo>
                    <a:pt x="1763" y="16711"/>
                  </a:moveTo>
                  <a:cubicBezTo>
                    <a:pt x="1763" y="16597"/>
                    <a:pt x="1763" y="16597"/>
                    <a:pt x="1763" y="16597"/>
                  </a:cubicBezTo>
                  <a:cubicBezTo>
                    <a:pt x="1763" y="16597"/>
                    <a:pt x="1763" y="16597"/>
                    <a:pt x="1763" y="16597"/>
                  </a:cubicBezTo>
                  <a:cubicBezTo>
                    <a:pt x="2204" y="16597"/>
                    <a:pt x="2204" y="16597"/>
                    <a:pt x="2204" y="16597"/>
                  </a:cubicBezTo>
                  <a:cubicBezTo>
                    <a:pt x="2644" y="16825"/>
                    <a:pt x="2644" y="16825"/>
                    <a:pt x="2644" y="16825"/>
                  </a:cubicBezTo>
                  <a:cubicBezTo>
                    <a:pt x="3085" y="16938"/>
                    <a:pt x="3085" y="16938"/>
                    <a:pt x="3085" y="16938"/>
                  </a:cubicBezTo>
                  <a:cubicBezTo>
                    <a:pt x="3085" y="17052"/>
                    <a:pt x="3085" y="17052"/>
                    <a:pt x="3085" y="17052"/>
                  </a:cubicBezTo>
                  <a:cubicBezTo>
                    <a:pt x="2644" y="17052"/>
                    <a:pt x="2644" y="17052"/>
                    <a:pt x="2644" y="17052"/>
                  </a:cubicBezTo>
                  <a:cubicBezTo>
                    <a:pt x="2644" y="17052"/>
                    <a:pt x="2644" y="17052"/>
                    <a:pt x="2644" y="17052"/>
                  </a:cubicBezTo>
                  <a:cubicBezTo>
                    <a:pt x="2204" y="16938"/>
                    <a:pt x="2204" y="16938"/>
                    <a:pt x="2204" y="16938"/>
                  </a:cubicBezTo>
                  <a:cubicBezTo>
                    <a:pt x="2204" y="16825"/>
                    <a:pt x="2204" y="16825"/>
                    <a:pt x="2204" y="16825"/>
                  </a:cubicBezTo>
                  <a:cubicBezTo>
                    <a:pt x="2204" y="16825"/>
                    <a:pt x="2204" y="16825"/>
                    <a:pt x="2204" y="16825"/>
                  </a:cubicBezTo>
                  <a:cubicBezTo>
                    <a:pt x="1763" y="16825"/>
                    <a:pt x="1763" y="16825"/>
                    <a:pt x="1763" y="16825"/>
                  </a:cubicBezTo>
                  <a:cubicBezTo>
                    <a:pt x="1763" y="16711"/>
                    <a:pt x="1763" y="16711"/>
                    <a:pt x="1763" y="16711"/>
                  </a:cubicBezTo>
                  <a:close/>
                  <a:moveTo>
                    <a:pt x="1763" y="16825"/>
                  </a:moveTo>
                  <a:cubicBezTo>
                    <a:pt x="1763" y="16825"/>
                    <a:pt x="1763" y="16825"/>
                    <a:pt x="1763" y="16825"/>
                  </a:cubicBezTo>
                  <a:cubicBezTo>
                    <a:pt x="2204" y="16938"/>
                    <a:pt x="2204" y="16938"/>
                    <a:pt x="2204" y="16938"/>
                  </a:cubicBezTo>
                  <a:cubicBezTo>
                    <a:pt x="2204" y="16938"/>
                    <a:pt x="2204" y="16938"/>
                    <a:pt x="2204" y="16938"/>
                  </a:cubicBezTo>
                  <a:cubicBezTo>
                    <a:pt x="2204" y="17052"/>
                    <a:pt x="2204" y="17052"/>
                    <a:pt x="2204" y="17052"/>
                  </a:cubicBezTo>
                  <a:cubicBezTo>
                    <a:pt x="1763" y="17052"/>
                    <a:pt x="1763" y="17052"/>
                    <a:pt x="1763" y="17052"/>
                  </a:cubicBezTo>
                  <a:cubicBezTo>
                    <a:pt x="1763" y="17052"/>
                    <a:pt x="1763" y="17052"/>
                    <a:pt x="1763" y="17052"/>
                  </a:cubicBezTo>
                  <a:cubicBezTo>
                    <a:pt x="1763" y="16938"/>
                    <a:pt x="1763" y="16938"/>
                    <a:pt x="1763" y="16938"/>
                  </a:cubicBezTo>
                  <a:cubicBezTo>
                    <a:pt x="1763" y="16825"/>
                    <a:pt x="1763" y="16825"/>
                    <a:pt x="1763" y="16825"/>
                  </a:cubicBezTo>
                  <a:close/>
                  <a:moveTo>
                    <a:pt x="2204" y="17393"/>
                  </a:moveTo>
                  <a:cubicBezTo>
                    <a:pt x="2204" y="17393"/>
                    <a:pt x="2204" y="17393"/>
                    <a:pt x="2204" y="17393"/>
                  </a:cubicBezTo>
                  <a:cubicBezTo>
                    <a:pt x="2204" y="17280"/>
                    <a:pt x="2204" y="17280"/>
                    <a:pt x="2204" y="17280"/>
                  </a:cubicBezTo>
                  <a:cubicBezTo>
                    <a:pt x="2204" y="17166"/>
                    <a:pt x="2204" y="17166"/>
                    <a:pt x="2204" y="17166"/>
                  </a:cubicBezTo>
                  <a:cubicBezTo>
                    <a:pt x="2204" y="17052"/>
                    <a:pt x="2204" y="17052"/>
                    <a:pt x="2204" y="17052"/>
                  </a:cubicBezTo>
                  <a:cubicBezTo>
                    <a:pt x="2204" y="17166"/>
                    <a:pt x="2204" y="17166"/>
                    <a:pt x="2204" y="17166"/>
                  </a:cubicBezTo>
                  <a:cubicBezTo>
                    <a:pt x="2644" y="17166"/>
                    <a:pt x="2644" y="17166"/>
                    <a:pt x="2644" y="17166"/>
                  </a:cubicBezTo>
                  <a:cubicBezTo>
                    <a:pt x="3085" y="17280"/>
                    <a:pt x="3085" y="17280"/>
                    <a:pt x="3085" y="17280"/>
                  </a:cubicBezTo>
                  <a:cubicBezTo>
                    <a:pt x="2644" y="17280"/>
                    <a:pt x="2644" y="17280"/>
                    <a:pt x="2644" y="17280"/>
                  </a:cubicBezTo>
                  <a:cubicBezTo>
                    <a:pt x="2204" y="17393"/>
                    <a:pt x="2204" y="17393"/>
                    <a:pt x="2204" y="17393"/>
                  </a:cubicBezTo>
                  <a:close/>
                  <a:moveTo>
                    <a:pt x="3085" y="17734"/>
                  </a:moveTo>
                  <a:cubicBezTo>
                    <a:pt x="2644" y="17734"/>
                    <a:pt x="2644" y="17734"/>
                    <a:pt x="2644" y="17734"/>
                  </a:cubicBezTo>
                  <a:cubicBezTo>
                    <a:pt x="2644" y="17734"/>
                    <a:pt x="2644" y="17734"/>
                    <a:pt x="2644" y="17734"/>
                  </a:cubicBezTo>
                  <a:cubicBezTo>
                    <a:pt x="2644" y="17734"/>
                    <a:pt x="2644" y="17734"/>
                    <a:pt x="2644" y="17734"/>
                  </a:cubicBezTo>
                  <a:cubicBezTo>
                    <a:pt x="2204" y="17621"/>
                    <a:pt x="2204" y="17621"/>
                    <a:pt x="2204" y="17621"/>
                  </a:cubicBezTo>
                  <a:cubicBezTo>
                    <a:pt x="2644" y="17621"/>
                    <a:pt x="2644" y="17621"/>
                    <a:pt x="2644" y="17621"/>
                  </a:cubicBezTo>
                  <a:cubicBezTo>
                    <a:pt x="3085" y="17621"/>
                    <a:pt x="3085" y="17621"/>
                    <a:pt x="3085" y="17621"/>
                  </a:cubicBezTo>
                  <a:cubicBezTo>
                    <a:pt x="3085" y="17734"/>
                    <a:pt x="3085" y="17734"/>
                    <a:pt x="3085" y="17734"/>
                  </a:cubicBezTo>
                  <a:close/>
                  <a:moveTo>
                    <a:pt x="3967" y="17734"/>
                  </a:moveTo>
                  <a:cubicBezTo>
                    <a:pt x="3967" y="17848"/>
                    <a:pt x="3967" y="17848"/>
                    <a:pt x="3967" y="17848"/>
                  </a:cubicBezTo>
                  <a:cubicBezTo>
                    <a:pt x="3526" y="17848"/>
                    <a:pt x="3526" y="17848"/>
                    <a:pt x="3526" y="17848"/>
                  </a:cubicBezTo>
                  <a:cubicBezTo>
                    <a:pt x="3085" y="17734"/>
                    <a:pt x="3085" y="17734"/>
                    <a:pt x="3085" y="17734"/>
                  </a:cubicBezTo>
                  <a:cubicBezTo>
                    <a:pt x="3085" y="17621"/>
                    <a:pt x="3085" y="17621"/>
                    <a:pt x="3085" y="17621"/>
                  </a:cubicBezTo>
                  <a:cubicBezTo>
                    <a:pt x="2644" y="17507"/>
                    <a:pt x="2644" y="17507"/>
                    <a:pt x="2644" y="17507"/>
                  </a:cubicBezTo>
                  <a:cubicBezTo>
                    <a:pt x="3085" y="17393"/>
                    <a:pt x="3085" y="17393"/>
                    <a:pt x="3085" y="17393"/>
                  </a:cubicBezTo>
                  <a:cubicBezTo>
                    <a:pt x="3526" y="17393"/>
                    <a:pt x="3526" y="17393"/>
                    <a:pt x="3526" y="17393"/>
                  </a:cubicBezTo>
                  <a:cubicBezTo>
                    <a:pt x="3526" y="17280"/>
                    <a:pt x="3526" y="17280"/>
                    <a:pt x="3526" y="17280"/>
                  </a:cubicBezTo>
                  <a:cubicBezTo>
                    <a:pt x="3526" y="17393"/>
                    <a:pt x="3526" y="17393"/>
                    <a:pt x="3526" y="17393"/>
                  </a:cubicBezTo>
                  <a:cubicBezTo>
                    <a:pt x="3085" y="17393"/>
                    <a:pt x="3085" y="17393"/>
                    <a:pt x="3085" y="17393"/>
                  </a:cubicBezTo>
                  <a:cubicBezTo>
                    <a:pt x="3085" y="17280"/>
                    <a:pt x="3085" y="17280"/>
                    <a:pt x="3085" y="17280"/>
                  </a:cubicBezTo>
                  <a:cubicBezTo>
                    <a:pt x="3085" y="17280"/>
                    <a:pt x="3085" y="17280"/>
                    <a:pt x="3085" y="17280"/>
                  </a:cubicBezTo>
                  <a:cubicBezTo>
                    <a:pt x="3085" y="17166"/>
                    <a:pt x="3085" y="17166"/>
                    <a:pt x="3085" y="17166"/>
                  </a:cubicBezTo>
                  <a:cubicBezTo>
                    <a:pt x="3085" y="17052"/>
                    <a:pt x="3085" y="17052"/>
                    <a:pt x="3085" y="17052"/>
                  </a:cubicBezTo>
                  <a:cubicBezTo>
                    <a:pt x="3085" y="17052"/>
                    <a:pt x="3085" y="17052"/>
                    <a:pt x="3085" y="17052"/>
                  </a:cubicBezTo>
                  <a:cubicBezTo>
                    <a:pt x="3526" y="17052"/>
                    <a:pt x="3526" y="17052"/>
                    <a:pt x="3526" y="17052"/>
                  </a:cubicBezTo>
                  <a:cubicBezTo>
                    <a:pt x="3967" y="17052"/>
                    <a:pt x="3967" y="17052"/>
                    <a:pt x="3967" y="17052"/>
                  </a:cubicBezTo>
                  <a:cubicBezTo>
                    <a:pt x="3967" y="17280"/>
                    <a:pt x="3967" y="17280"/>
                    <a:pt x="3967" y="17280"/>
                  </a:cubicBezTo>
                  <a:cubicBezTo>
                    <a:pt x="4408" y="17393"/>
                    <a:pt x="4408" y="17393"/>
                    <a:pt x="4408" y="17393"/>
                  </a:cubicBezTo>
                  <a:cubicBezTo>
                    <a:pt x="4408" y="17507"/>
                    <a:pt x="4408" y="17507"/>
                    <a:pt x="4408" y="17507"/>
                  </a:cubicBezTo>
                  <a:cubicBezTo>
                    <a:pt x="4408" y="17621"/>
                    <a:pt x="4408" y="17621"/>
                    <a:pt x="4408" y="17621"/>
                  </a:cubicBezTo>
                  <a:cubicBezTo>
                    <a:pt x="4408" y="17734"/>
                    <a:pt x="4408" y="17734"/>
                    <a:pt x="4408" y="17734"/>
                  </a:cubicBezTo>
                  <a:cubicBezTo>
                    <a:pt x="4408" y="17848"/>
                    <a:pt x="4408" y="17848"/>
                    <a:pt x="4408" y="17848"/>
                  </a:cubicBezTo>
                  <a:cubicBezTo>
                    <a:pt x="4408" y="17962"/>
                    <a:pt x="4408" y="17962"/>
                    <a:pt x="4408" y="17962"/>
                  </a:cubicBezTo>
                  <a:cubicBezTo>
                    <a:pt x="3967" y="17848"/>
                    <a:pt x="3967" y="17848"/>
                    <a:pt x="3967" y="17848"/>
                  </a:cubicBezTo>
                  <a:cubicBezTo>
                    <a:pt x="3967" y="17734"/>
                    <a:pt x="3967" y="17734"/>
                    <a:pt x="3967" y="17734"/>
                  </a:cubicBezTo>
                  <a:cubicBezTo>
                    <a:pt x="3967" y="17734"/>
                    <a:pt x="3967" y="17734"/>
                    <a:pt x="3967" y="17734"/>
                  </a:cubicBezTo>
                  <a:close/>
                  <a:moveTo>
                    <a:pt x="3526" y="18189"/>
                  </a:moveTo>
                  <a:cubicBezTo>
                    <a:pt x="3526" y="18075"/>
                    <a:pt x="3526" y="18075"/>
                    <a:pt x="3526" y="18075"/>
                  </a:cubicBezTo>
                  <a:cubicBezTo>
                    <a:pt x="3085" y="18075"/>
                    <a:pt x="3085" y="18075"/>
                    <a:pt x="3085" y="18075"/>
                  </a:cubicBezTo>
                  <a:cubicBezTo>
                    <a:pt x="3526" y="17962"/>
                    <a:pt x="3526" y="17962"/>
                    <a:pt x="3526" y="17962"/>
                  </a:cubicBezTo>
                  <a:cubicBezTo>
                    <a:pt x="3526" y="17962"/>
                    <a:pt x="3526" y="17962"/>
                    <a:pt x="3526" y="17962"/>
                  </a:cubicBezTo>
                  <a:cubicBezTo>
                    <a:pt x="3526" y="17962"/>
                    <a:pt x="3526" y="17962"/>
                    <a:pt x="3526" y="17962"/>
                  </a:cubicBezTo>
                  <a:cubicBezTo>
                    <a:pt x="3526" y="17962"/>
                    <a:pt x="3526" y="17962"/>
                    <a:pt x="3526" y="17962"/>
                  </a:cubicBezTo>
                  <a:cubicBezTo>
                    <a:pt x="3967" y="17962"/>
                    <a:pt x="3967" y="17962"/>
                    <a:pt x="3967" y="17962"/>
                  </a:cubicBezTo>
                  <a:cubicBezTo>
                    <a:pt x="3967" y="18075"/>
                    <a:pt x="3967" y="18075"/>
                    <a:pt x="3967" y="18075"/>
                  </a:cubicBezTo>
                  <a:cubicBezTo>
                    <a:pt x="3967" y="18075"/>
                    <a:pt x="3967" y="18075"/>
                    <a:pt x="3967" y="18075"/>
                  </a:cubicBezTo>
                  <a:cubicBezTo>
                    <a:pt x="3967" y="18189"/>
                    <a:pt x="3967" y="18189"/>
                    <a:pt x="3967" y="18189"/>
                  </a:cubicBezTo>
                  <a:cubicBezTo>
                    <a:pt x="3526" y="18189"/>
                    <a:pt x="3526" y="18189"/>
                    <a:pt x="3526" y="18189"/>
                  </a:cubicBezTo>
                  <a:close/>
                  <a:moveTo>
                    <a:pt x="3526" y="18303"/>
                  </a:moveTo>
                  <a:cubicBezTo>
                    <a:pt x="3526" y="18189"/>
                    <a:pt x="3526" y="18189"/>
                    <a:pt x="3526" y="18189"/>
                  </a:cubicBezTo>
                  <a:cubicBezTo>
                    <a:pt x="3967" y="18189"/>
                    <a:pt x="3967" y="18189"/>
                    <a:pt x="3967" y="18189"/>
                  </a:cubicBezTo>
                  <a:cubicBezTo>
                    <a:pt x="3526" y="18303"/>
                    <a:pt x="3526" y="18303"/>
                    <a:pt x="3526" y="18303"/>
                  </a:cubicBezTo>
                  <a:cubicBezTo>
                    <a:pt x="3526" y="18303"/>
                    <a:pt x="3526" y="18303"/>
                    <a:pt x="3526" y="18303"/>
                  </a:cubicBezTo>
                  <a:close/>
                  <a:moveTo>
                    <a:pt x="3967" y="18303"/>
                  </a:moveTo>
                  <a:cubicBezTo>
                    <a:pt x="4408" y="18303"/>
                    <a:pt x="4408" y="18303"/>
                    <a:pt x="4408" y="18303"/>
                  </a:cubicBezTo>
                  <a:cubicBezTo>
                    <a:pt x="4408" y="18416"/>
                    <a:pt x="4408" y="18416"/>
                    <a:pt x="4408" y="18416"/>
                  </a:cubicBezTo>
                  <a:cubicBezTo>
                    <a:pt x="3967" y="18416"/>
                    <a:pt x="3967" y="18416"/>
                    <a:pt x="3967" y="18416"/>
                  </a:cubicBezTo>
                  <a:cubicBezTo>
                    <a:pt x="3967" y="18303"/>
                    <a:pt x="3967" y="18303"/>
                    <a:pt x="3967" y="18303"/>
                  </a:cubicBezTo>
                  <a:cubicBezTo>
                    <a:pt x="3967" y="18303"/>
                    <a:pt x="3967" y="18303"/>
                    <a:pt x="3967" y="18303"/>
                  </a:cubicBezTo>
                  <a:close/>
                  <a:moveTo>
                    <a:pt x="4408" y="18189"/>
                  </a:moveTo>
                  <a:cubicBezTo>
                    <a:pt x="4408" y="18189"/>
                    <a:pt x="4408" y="18189"/>
                    <a:pt x="4408" y="18189"/>
                  </a:cubicBezTo>
                  <a:cubicBezTo>
                    <a:pt x="4408" y="18189"/>
                    <a:pt x="4408" y="18189"/>
                    <a:pt x="4408" y="18189"/>
                  </a:cubicBezTo>
                  <a:cubicBezTo>
                    <a:pt x="4848" y="18189"/>
                    <a:pt x="4848" y="18189"/>
                    <a:pt x="4848" y="18189"/>
                  </a:cubicBezTo>
                  <a:cubicBezTo>
                    <a:pt x="5289" y="18189"/>
                    <a:pt x="5289" y="18189"/>
                    <a:pt x="5289" y="18189"/>
                  </a:cubicBezTo>
                  <a:cubicBezTo>
                    <a:pt x="5289" y="18303"/>
                    <a:pt x="5289" y="18303"/>
                    <a:pt x="5289" y="18303"/>
                  </a:cubicBezTo>
                  <a:cubicBezTo>
                    <a:pt x="5730" y="18416"/>
                    <a:pt x="5730" y="18416"/>
                    <a:pt x="5730" y="18416"/>
                  </a:cubicBezTo>
                  <a:cubicBezTo>
                    <a:pt x="5289" y="18303"/>
                    <a:pt x="5289" y="18303"/>
                    <a:pt x="5289" y="18303"/>
                  </a:cubicBezTo>
                  <a:cubicBezTo>
                    <a:pt x="4848" y="18303"/>
                    <a:pt x="4848" y="18303"/>
                    <a:pt x="4848" y="18303"/>
                  </a:cubicBezTo>
                  <a:cubicBezTo>
                    <a:pt x="4408" y="18189"/>
                    <a:pt x="4408" y="18189"/>
                    <a:pt x="4408" y="18189"/>
                  </a:cubicBezTo>
                  <a:close/>
                  <a:moveTo>
                    <a:pt x="4408" y="18303"/>
                  </a:moveTo>
                  <a:cubicBezTo>
                    <a:pt x="4408" y="18303"/>
                    <a:pt x="4408" y="18303"/>
                    <a:pt x="4408" y="18303"/>
                  </a:cubicBezTo>
                  <a:cubicBezTo>
                    <a:pt x="4848" y="18416"/>
                    <a:pt x="4848" y="18416"/>
                    <a:pt x="4848" y="18416"/>
                  </a:cubicBezTo>
                  <a:cubicBezTo>
                    <a:pt x="5289" y="18530"/>
                    <a:pt x="5289" y="18530"/>
                    <a:pt x="5289" y="18530"/>
                  </a:cubicBezTo>
                  <a:cubicBezTo>
                    <a:pt x="5289" y="18644"/>
                    <a:pt x="5289" y="18644"/>
                    <a:pt x="5289" y="18644"/>
                  </a:cubicBezTo>
                  <a:cubicBezTo>
                    <a:pt x="4848" y="18644"/>
                    <a:pt x="4848" y="18644"/>
                    <a:pt x="4848" y="18644"/>
                  </a:cubicBezTo>
                  <a:cubicBezTo>
                    <a:pt x="4408" y="18416"/>
                    <a:pt x="4408" y="18416"/>
                    <a:pt x="4408" y="18416"/>
                  </a:cubicBezTo>
                  <a:cubicBezTo>
                    <a:pt x="4408" y="18303"/>
                    <a:pt x="4408" y="18303"/>
                    <a:pt x="4408" y="18303"/>
                  </a:cubicBezTo>
                  <a:close/>
                  <a:moveTo>
                    <a:pt x="4848" y="18757"/>
                  </a:moveTo>
                  <a:cubicBezTo>
                    <a:pt x="4408" y="18871"/>
                    <a:pt x="4408" y="18871"/>
                    <a:pt x="4408" y="18871"/>
                  </a:cubicBezTo>
                  <a:cubicBezTo>
                    <a:pt x="3967" y="18757"/>
                    <a:pt x="3967" y="18757"/>
                    <a:pt x="3967" y="18757"/>
                  </a:cubicBezTo>
                  <a:cubicBezTo>
                    <a:pt x="4408" y="18757"/>
                    <a:pt x="4408" y="18757"/>
                    <a:pt x="4408" y="18757"/>
                  </a:cubicBezTo>
                  <a:cubicBezTo>
                    <a:pt x="4408" y="18644"/>
                    <a:pt x="4408" y="18644"/>
                    <a:pt x="4408" y="18644"/>
                  </a:cubicBezTo>
                  <a:cubicBezTo>
                    <a:pt x="4408" y="18644"/>
                    <a:pt x="4408" y="18644"/>
                    <a:pt x="4408" y="18644"/>
                  </a:cubicBezTo>
                  <a:cubicBezTo>
                    <a:pt x="4408" y="18530"/>
                    <a:pt x="4408" y="18530"/>
                    <a:pt x="4408" y="18530"/>
                  </a:cubicBezTo>
                  <a:cubicBezTo>
                    <a:pt x="4848" y="18644"/>
                    <a:pt x="4848" y="18644"/>
                    <a:pt x="4848" y="18644"/>
                  </a:cubicBezTo>
                  <a:cubicBezTo>
                    <a:pt x="4848" y="18644"/>
                    <a:pt x="4848" y="18644"/>
                    <a:pt x="4848" y="18644"/>
                  </a:cubicBezTo>
                  <a:cubicBezTo>
                    <a:pt x="5730" y="18757"/>
                    <a:pt x="5730" y="18757"/>
                    <a:pt x="5730" y="18757"/>
                  </a:cubicBezTo>
                  <a:cubicBezTo>
                    <a:pt x="5730" y="18757"/>
                    <a:pt x="5730" y="18757"/>
                    <a:pt x="5730" y="18757"/>
                  </a:cubicBezTo>
                  <a:cubicBezTo>
                    <a:pt x="5289" y="18757"/>
                    <a:pt x="5289" y="18757"/>
                    <a:pt x="5289" y="18757"/>
                  </a:cubicBezTo>
                  <a:cubicBezTo>
                    <a:pt x="5289" y="18757"/>
                    <a:pt x="5289" y="18757"/>
                    <a:pt x="5289" y="18757"/>
                  </a:cubicBezTo>
                  <a:cubicBezTo>
                    <a:pt x="4848" y="18757"/>
                    <a:pt x="4848" y="18757"/>
                    <a:pt x="4848" y="18757"/>
                  </a:cubicBezTo>
                  <a:close/>
                  <a:moveTo>
                    <a:pt x="5289" y="19212"/>
                  </a:moveTo>
                  <a:cubicBezTo>
                    <a:pt x="4848" y="19212"/>
                    <a:pt x="4848" y="19212"/>
                    <a:pt x="4848" y="19212"/>
                  </a:cubicBezTo>
                  <a:cubicBezTo>
                    <a:pt x="4848" y="19098"/>
                    <a:pt x="4848" y="19098"/>
                    <a:pt x="4848" y="19098"/>
                  </a:cubicBezTo>
                  <a:cubicBezTo>
                    <a:pt x="4848" y="19098"/>
                    <a:pt x="4848" y="19098"/>
                    <a:pt x="4848" y="19098"/>
                  </a:cubicBezTo>
                  <a:cubicBezTo>
                    <a:pt x="4848" y="18985"/>
                    <a:pt x="4848" y="18985"/>
                    <a:pt x="4848" y="18985"/>
                  </a:cubicBezTo>
                  <a:cubicBezTo>
                    <a:pt x="4848" y="18985"/>
                    <a:pt x="4848" y="18985"/>
                    <a:pt x="4848" y="18985"/>
                  </a:cubicBezTo>
                  <a:cubicBezTo>
                    <a:pt x="4848" y="18985"/>
                    <a:pt x="4848" y="18985"/>
                    <a:pt x="4848" y="18985"/>
                  </a:cubicBezTo>
                  <a:cubicBezTo>
                    <a:pt x="4848" y="18985"/>
                    <a:pt x="4848" y="18985"/>
                    <a:pt x="4848" y="18985"/>
                  </a:cubicBezTo>
                  <a:cubicBezTo>
                    <a:pt x="5289" y="18985"/>
                    <a:pt x="5289" y="18985"/>
                    <a:pt x="5289" y="18985"/>
                  </a:cubicBezTo>
                  <a:cubicBezTo>
                    <a:pt x="5289" y="18985"/>
                    <a:pt x="5289" y="18985"/>
                    <a:pt x="5289" y="18985"/>
                  </a:cubicBezTo>
                  <a:cubicBezTo>
                    <a:pt x="5289" y="19098"/>
                    <a:pt x="5289" y="19098"/>
                    <a:pt x="5289" y="19098"/>
                  </a:cubicBezTo>
                  <a:cubicBezTo>
                    <a:pt x="4848" y="19098"/>
                    <a:pt x="4848" y="19098"/>
                    <a:pt x="4848" y="19098"/>
                  </a:cubicBezTo>
                  <a:cubicBezTo>
                    <a:pt x="5289" y="19212"/>
                    <a:pt x="5289" y="19212"/>
                    <a:pt x="5289" y="19212"/>
                  </a:cubicBezTo>
                  <a:close/>
                  <a:moveTo>
                    <a:pt x="5289" y="18985"/>
                  </a:moveTo>
                  <a:cubicBezTo>
                    <a:pt x="5289" y="18985"/>
                    <a:pt x="5289" y="18985"/>
                    <a:pt x="5289" y="18985"/>
                  </a:cubicBezTo>
                  <a:cubicBezTo>
                    <a:pt x="5730" y="18985"/>
                    <a:pt x="5730" y="18985"/>
                    <a:pt x="5730" y="18985"/>
                  </a:cubicBezTo>
                  <a:cubicBezTo>
                    <a:pt x="5730" y="18985"/>
                    <a:pt x="5730" y="18985"/>
                    <a:pt x="5730" y="18985"/>
                  </a:cubicBezTo>
                  <a:cubicBezTo>
                    <a:pt x="5730" y="19098"/>
                    <a:pt x="5730" y="19098"/>
                    <a:pt x="5730" y="19098"/>
                  </a:cubicBezTo>
                  <a:cubicBezTo>
                    <a:pt x="5730" y="19098"/>
                    <a:pt x="5730" y="19098"/>
                    <a:pt x="5730" y="19098"/>
                  </a:cubicBezTo>
                  <a:cubicBezTo>
                    <a:pt x="5730" y="19212"/>
                    <a:pt x="5730" y="19212"/>
                    <a:pt x="5730" y="19212"/>
                  </a:cubicBezTo>
                  <a:cubicBezTo>
                    <a:pt x="5730" y="19212"/>
                    <a:pt x="5730" y="19212"/>
                    <a:pt x="5730" y="19212"/>
                  </a:cubicBezTo>
                  <a:cubicBezTo>
                    <a:pt x="5289" y="19098"/>
                    <a:pt x="5289" y="19098"/>
                    <a:pt x="5289" y="19098"/>
                  </a:cubicBezTo>
                  <a:cubicBezTo>
                    <a:pt x="5289" y="19098"/>
                    <a:pt x="5289" y="19098"/>
                    <a:pt x="5289" y="19098"/>
                  </a:cubicBezTo>
                  <a:cubicBezTo>
                    <a:pt x="5289" y="18985"/>
                    <a:pt x="5289" y="18985"/>
                    <a:pt x="5289" y="18985"/>
                  </a:cubicBezTo>
                  <a:close/>
                  <a:moveTo>
                    <a:pt x="6171" y="19098"/>
                  </a:moveTo>
                  <a:cubicBezTo>
                    <a:pt x="6612" y="19098"/>
                    <a:pt x="6612" y="19098"/>
                    <a:pt x="6612" y="19098"/>
                  </a:cubicBezTo>
                  <a:cubicBezTo>
                    <a:pt x="6612" y="19212"/>
                    <a:pt x="6612" y="19212"/>
                    <a:pt x="6612" y="19212"/>
                  </a:cubicBezTo>
                  <a:cubicBezTo>
                    <a:pt x="6171" y="19212"/>
                    <a:pt x="6171" y="19212"/>
                    <a:pt x="6171" y="19212"/>
                  </a:cubicBezTo>
                  <a:cubicBezTo>
                    <a:pt x="6171" y="19098"/>
                    <a:pt x="6171" y="19098"/>
                    <a:pt x="6171" y="19098"/>
                  </a:cubicBezTo>
                  <a:cubicBezTo>
                    <a:pt x="6171" y="19098"/>
                    <a:pt x="6171" y="19098"/>
                    <a:pt x="6171" y="19098"/>
                  </a:cubicBezTo>
                  <a:close/>
                  <a:moveTo>
                    <a:pt x="5730" y="19439"/>
                  </a:moveTo>
                  <a:cubicBezTo>
                    <a:pt x="5730" y="19439"/>
                    <a:pt x="5730" y="19439"/>
                    <a:pt x="5730" y="19439"/>
                  </a:cubicBezTo>
                  <a:cubicBezTo>
                    <a:pt x="5730" y="19326"/>
                    <a:pt x="5730" y="19326"/>
                    <a:pt x="5730" y="19326"/>
                  </a:cubicBezTo>
                  <a:cubicBezTo>
                    <a:pt x="5730" y="19326"/>
                    <a:pt x="5730" y="19326"/>
                    <a:pt x="5730" y="19326"/>
                  </a:cubicBezTo>
                  <a:cubicBezTo>
                    <a:pt x="5730" y="19212"/>
                    <a:pt x="5730" y="19212"/>
                    <a:pt x="5730" y="19212"/>
                  </a:cubicBezTo>
                  <a:cubicBezTo>
                    <a:pt x="5730" y="19212"/>
                    <a:pt x="5730" y="19212"/>
                    <a:pt x="5730" y="19212"/>
                  </a:cubicBezTo>
                  <a:cubicBezTo>
                    <a:pt x="6171" y="19326"/>
                    <a:pt x="6171" y="19326"/>
                    <a:pt x="6171" y="19326"/>
                  </a:cubicBezTo>
                  <a:cubicBezTo>
                    <a:pt x="5730" y="19439"/>
                    <a:pt x="5730" y="19439"/>
                    <a:pt x="5730" y="19439"/>
                  </a:cubicBezTo>
                  <a:close/>
                  <a:moveTo>
                    <a:pt x="7053" y="19098"/>
                  </a:moveTo>
                  <a:cubicBezTo>
                    <a:pt x="6612" y="19098"/>
                    <a:pt x="6612" y="19098"/>
                    <a:pt x="6612" y="19098"/>
                  </a:cubicBezTo>
                  <a:cubicBezTo>
                    <a:pt x="6171" y="19098"/>
                    <a:pt x="6171" y="19098"/>
                    <a:pt x="6171" y="19098"/>
                  </a:cubicBezTo>
                  <a:cubicBezTo>
                    <a:pt x="6171" y="18871"/>
                    <a:pt x="6171" y="18871"/>
                    <a:pt x="6171" y="18871"/>
                  </a:cubicBezTo>
                  <a:cubicBezTo>
                    <a:pt x="6612" y="18871"/>
                    <a:pt x="6612" y="18871"/>
                    <a:pt x="6612" y="18871"/>
                  </a:cubicBezTo>
                  <a:cubicBezTo>
                    <a:pt x="6612" y="18985"/>
                    <a:pt x="6612" y="18985"/>
                    <a:pt x="6612" y="18985"/>
                  </a:cubicBezTo>
                  <a:cubicBezTo>
                    <a:pt x="7053" y="19098"/>
                    <a:pt x="7053" y="19098"/>
                    <a:pt x="7053" y="19098"/>
                  </a:cubicBezTo>
                  <a:cubicBezTo>
                    <a:pt x="7053" y="19098"/>
                    <a:pt x="7053" y="19098"/>
                    <a:pt x="7053" y="19098"/>
                  </a:cubicBezTo>
                  <a:cubicBezTo>
                    <a:pt x="7053" y="19098"/>
                    <a:pt x="7053" y="19098"/>
                    <a:pt x="7053" y="19098"/>
                  </a:cubicBezTo>
                  <a:close/>
                  <a:moveTo>
                    <a:pt x="7053" y="19326"/>
                  </a:moveTo>
                  <a:cubicBezTo>
                    <a:pt x="6612" y="19212"/>
                    <a:pt x="6612" y="19212"/>
                    <a:pt x="6612" y="19212"/>
                  </a:cubicBezTo>
                  <a:cubicBezTo>
                    <a:pt x="6612" y="19212"/>
                    <a:pt x="6612" y="19212"/>
                    <a:pt x="6612" y="19212"/>
                  </a:cubicBezTo>
                  <a:cubicBezTo>
                    <a:pt x="7053" y="19212"/>
                    <a:pt x="7053" y="19212"/>
                    <a:pt x="7053" y="19212"/>
                  </a:cubicBezTo>
                  <a:cubicBezTo>
                    <a:pt x="7053" y="19326"/>
                    <a:pt x="7053" y="19326"/>
                    <a:pt x="7053" y="19326"/>
                  </a:cubicBezTo>
                  <a:cubicBezTo>
                    <a:pt x="7053" y="19326"/>
                    <a:pt x="7053" y="19326"/>
                    <a:pt x="7053" y="19326"/>
                  </a:cubicBezTo>
                  <a:close/>
                  <a:moveTo>
                    <a:pt x="7053" y="19439"/>
                  </a:moveTo>
                  <a:cubicBezTo>
                    <a:pt x="6612" y="19326"/>
                    <a:pt x="6612" y="19326"/>
                    <a:pt x="6612" y="19326"/>
                  </a:cubicBezTo>
                  <a:cubicBezTo>
                    <a:pt x="6612" y="19326"/>
                    <a:pt x="6612" y="19326"/>
                    <a:pt x="6612" y="19326"/>
                  </a:cubicBezTo>
                  <a:cubicBezTo>
                    <a:pt x="6612" y="19212"/>
                    <a:pt x="6612" y="19212"/>
                    <a:pt x="6612" y="19212"/>
                  </a:cubicBezTo>
                  <a:cubicBezTo>
                    <a:pt x="7053" y="19326"/>
                    <a:pt x="7053" y="19326"/>
                    <a:pt x="7053" y="19326"/>
                  </a:cubicBezTo>
                  <a:cubicBezTo>
                    <a:pt x="7053" y="19439"/>
                    <a:pt x="7053" y="19439"/>
                    <a:pt x="7053" y="19439"/>
                  </a:cubicBezTo>
                  <a:cubicBezTo>
                    <a:pt x="7053" y="19439"/>
                    <a:pt x="7053" y="19439"/>
                    <a:pt x="7053" y="19439"/>
                  </a:cubicBezTo>
                  <a:close/>
                  <a:moveTo>
                    <a:pt x="7493" y="19667"/>
                  </a:moveTo>
                  <a:cubicBezTo>
                    <a:pt x="7493" y="19667"/>
                    <a:pt x="7493" y="19667"/>
                    <a:pt x="7493" y="19667"/>
                  </a:cubicBezTo>
                  <a:cubicBezTo>
                    <a:pt x="7053" y="19553"/>
                    <a:pt x="7053" y="19553"/>
                    <a:pt x="7053" y="19553"/>
                  </a:cubicBezTo>
                  <a:cubicBezTo>
                    <a:pt x="7053" y="19553"/>
                    <a:pt x="7053" y="19553"/>
                    <a:pt x="7053" y="19553"/>
                  </a:cubicBezTo>
                  <a:cubicBezTo>
                    <a:pt x="6612" y="19553"/>
                    <a:pt x="6612" y="19553"/>
                    <a:pt x="6612" y="19553"/>
                  </a:cubicBezTo>
                  <a:cubicBezTo>
                    <a:pt x="6612" y="19553"/>
                    <a:pt x="6612" y="19553"/>
                    <a:pt x="6612" y="19553"/>
                  </a:cubicBezTo>
                  <a:cubicBezTo>
                    <a:pt x="7053" y="19553"/>
                    <a:pt x="7053" y="19553"/>
                    <a:pt x="7053" y="19553"/>
                  </a:cubicBezTo>
                  <a:cubicBezTo>
                    <a:pt x="7053" y="19553"/>
                    <a:pt x="7053" y="19553"/>
                    <a:pt x="7053" y="19553"/>
                  </a:cubicBezTo>
                  <a:cubicBezTo>
                    <a:pt x="7493" y="19553"/>
                    <a:pt x="7493" y="19553"/>
                    <a:pt x="7493" y="19553"/>
                  </a:cubicBezTo>
                  <a:cubicBezTo>
                    <a:pt x="7493" y="19553"/>
                    <a:pt x="7493" y="19553"/>
                    <a:pt x="7493" y="19553"/>
                  </a:cubicBezTo>
                  <a:cubicBezTo>
                    <a:pt x="7493" y="19667"/>
                    <a:pt x="7493" y="19667"/>
                    <a:pt x="7493" y="19667"/>
                  </a:cubicBezTo>
                  <a:close/>
                  <a:moveTo>
                    <a:pt x="8816" y="20122"/>
                  </a:moveTo>
                  <a:cubicBezTo>
                    <a:pt x="8375" y="20122"/>
                    <a:pt x="8375" y="20122"/>
                    <a:pt x="8375" y="20122"/>
                  </a:cubicBezTo>
                  <a:cubicBezTo>
                    <a:pt x="7934" y="20122"/>
                    <a:pt x="7934" y="20122"/>
                    <a:pt x="7934" y="20122"/>
                  </a:cubicBezTo>
                  <a:cubicBezTo>
                    <a:pt x="7493" y="20122"/>
                    <a:pt x="7493" y="20122"/>
                    <a:pt x="7493" y="20122"/>
                  </a:cubicBezTo>
                  <a:cubicBezTo>
                    <a:pt x="7493" y="20008"/>
                    <a:pt x="7493" y="20008"/>
                    <a:pt x="7493" y="20008"/>
                  </a:cubicBezTo>
                  <a:cubicBezTo>
                    <a:pt x="7053" y="20008"/>
                    <a:pt x="7053" y="20008"/>
                    <a:pt x="7053" y="20008"/>
                  </a:cubicBezTo>
                  <a:cubicBezTo>
                    <a:pt x="6612" y="20008"/>
                    <a:pt x="6612" y="20008"/>
                    <a:pt x="6612" y="20008"/>
                  </a:cubicBezTo>
                  <a:cubicBezTo>
                    <a:pt x="6171" y="19894"/>
                    <a:pt x="6171" y="19894"/>
                    <a:pt x="6171" y="19894"/>
                  </a:cubicBezTo>
                  <a:cubicBezTo>
                    <a:pt x="6171" y="19781"/>
                    <a:pt x="6171" y="19781"/>
                    <a:pt x="6171" y="19781"/>
                  </a:cubicBezTo>
                  <a:cubicBezTo>
                    <a:pt x="6171" y="19781"/>
                    <a:pt x="6171" y="19781"/>
                    <a:pt x="6171" y="19781"/>
                  </a:cubicBezTo>
                  <a:cubicBezTo>
                    <a:pt x="6612" y="19781"/>
                    <a:pt x="6612" y="19781"/>
                    <a:pt x="6612" y="19781"/>
                  </a:cubicBezTo>
                  <a:cubicBezTo>
                    <a:pt x="7053" y="19894"/>
                    <a:pt x="7053" y="19894"/>
                    <a:pt x="7053" y="19894"/>
                  </a:cubicBezTo>
                  <a:cubicBezTo>
                    <a:pt x="7053" y="19894"/>
                    <a:pt x="7053" y="19894"/>
                    <a:pt x="7053" y="19894"/>
                  </a:cubicBezTo>
                  <a:cubicBezTo>
                    <a:pt x="7493" y="19894"/>
                    <a:pt x="7493" y="19894"/>
                    <a:pt x="7493" y="19894"/>
                  </a:cubicBezTo>
                  <a:cubicBezTo>
                    <a:pt x="7934" y="19894"/>
                    <a:pt x="7934" y="19894"/>
                    <a:pt x="7934" y="19894"/>
                  </a:cubicBezTo>
                  <a:cubicBezTo>
                    <a:pt x="8375" y="20008"/>
                    <a:pt x="8375" y="20008"/>
                    <a:pt x="8375" y="20008"/>
                  </a:cubicBezTo>
                  <a:cubicBezTo>
                    <a:pt x="8816" y="20008"/>
                    <a:pt x="8816" y="20008"/>
                    <a:pt x="8816" y="20008"/>
                  </a:cubicBezTo>
                  <a:cubicBezTo>
                    <a:pt x="8816" y="20008"/>
                    <a:pt x="8816" y="20008"/>
                    <a:pt x="8816" y="20008"/>
                  </a:cubicBezTo>
                  <a:cubicBezTo>
                    <a:pt x="9257" y="20122"/>
                    <a:pt x="9257" y="20122"/>
                    <a:pt x="9257" y="20122"/>
                  </a:cubicBezTo>
                  <a:cubicBezTo>
                    <a:pt x="9257" y="20122"/>
                    <a:pt x="9257" y="20122"/>
                    <a:pt x="9257" y="20122"/>
                  </a:cubicBezTo>
                  <a:cubicBezTo>
                    <a:pt x="9697" y="20122"/>
                    <a:pt x="9697" y="20122"/>
                    <a:pt x="9697" y="20122"/>
                  </a:cubicBezTo>
                  <a:cubicBezTo>
                    <a:pt x="9257" y="20122"/>
                    <a:pt x="9257" y="20122"/>
                    <a:pt x="9257" y="20122"/>
                  </a:cubicBezTo>
                  <a:cubicBezTo>
                    <a:pt x="9257" y="20122"/>
                    <a:pt x="9257" y="20122"/>
                    <a:pt x="9257" y="20122"/>
                  </a:cubicBezTo>
                  <a:cubicBezTo>
                    <a:pt x="8816" y="20122"/>
                    <a:pt x="8816" y="20122"/>
                    <a:pt x="8816" y="20122"/>
                  </a:cubicBezTo>
                  <a:close/>
                  <a:moveTo>
                    <a:pt x="7493" y="20122"/>
                  </a:moveTo>
                  <a:cubicBezTo>
                    <a:pt x="7493" y="20122"/>
                    <a:pt x="7493" y="20235"/>
                    <a:pt x="7493" y="20235"/>
                  </a:cubicBezTo>
                  <a:cubicBezTo>
                    <a:pt x="7053" y="20235"/>
                    <a:pt x="7053" y="20235"/>
                    <a:pt x="7053" y="20235"/>
                  </a:cubicBezTo>
                  <a:cubicBezTo>
                    <a:pt x="7493" y="20122"/>
                    <a:pt x="7493" y="20122"/>
                    <a:pt x="7493" y="20122"/>
                  </a:cubicBezTo>
                  <a:close/>
                  <a:moveTo>
                    <a:pt x="10138" y="20576"/>
                  </a:moveTo>
                  <a:cubicBezTo>
                    <a:pt x="10138" y="20576"/>
                    <a:pt x="10138" y="20576"/>
                    <a:pt x="10138" y="20576"/>
                  </a:cubicBezTo>
                  <a:cubicBezTo>
                    <a:pt x="10579" y="20576"/>
                    <a:pt x="10579" y="20576"/>
                    <a:pt x="10579" y="20576"/>
                  </a:cubicBezTo>
                  <a:cubicBezTo>
                    <a:pt x="10138" y="20576"/>
                    <a:pt x="10138" y="20576"/>
                    <a:pt x="10138" y="20576"/>
                  </a:cubicBezTo>
                  <a:cubicBezTo>
                    <a:pt x="10138" y="20576"/>
                    <a:pt x="10138" y="20576"/>
                    <a:pt x="10138" y="20576"/>
                  </a:cubicBezTo>
                  <a:cubicBezTo>
                    <a:pt x="10138" y="20576"/>
                    <a:pt x="10138" y="20576"/>
                    <a:pt x="10138" y="20576"/>
                  </a:cubicBezTo>
                  <a:close/>
                  <a:moveTo>
                    <a:pt x="11020" y="20576"/>
                  </a:moveTo>
                  <a:cubicBezTo>
                    <a:pt x="11020" y="20690"/>
                    <a:pt x="11020" y="20690"/>
                    <a:pt x="11020" y="20690"/>
                  </a:cubicBezTo>
                  <a:cubicBezTo>
                    <a:pt x="10579" y="20576"/>
                    <a:pt x="10579" y="20576"/>
                    <a:pt x="10579" y="20576"/>
                  </a:cubicBezTo>
                  <a:cubicBezTo>
                    <a:pt x="10579" y="20576"/>
                    <a:pt x="10579" y="20576"/>
                    <a:pt x="10579" y="20576"/>
                  </a:cubicBezTo>
                  <a:cubicBezTo>
                    <a:pt x="10138" y="20463"/>
                    <a:pt x="10138" y="20463"/>
                    <a:pt x="10138" y="20463"/>
                  </a:cubicBezTo>
                  <a:cubicBezTo>
                    <a:pt x="9697" y="20463"/>
                    <a:pt x="9697" y="20463"/>
                    <a:pt x="9697" y="20463"/>
                  </a:cubicBezTo>
                  <a:cubicBezTo>
                    <a:pt x="9697" y="20463"/>
                    <a:pt x="9697" y="20463"/>
                    <a:pt x="9697" y="20463"/>
                  </a:cubicBezTo>
                  <a:cubicBezTo>
                    <a:pt x="9257" y="20349"/>
                    <a:pt x="9257" y="20349"/>
                    <a:pt x="9257" y="20349"/>
                  </a:cubicBezTo>
                  <a:cubicBezTo>
                    <a:pt x="8816" y="20349"/>
                    <a:pt x="8816" y="20349"/>
                    <a:pt x="8816" y="20349"/>
                  </a:cubicBezTo>
                  <a:cubicBezTo>
                    <a:pt x="8816" y="20349"/>
                    <a:pt x="8816" y="20349"/>
                    <a:pt x="8816" y="20349"/>
                  </a:cubicBezTo>
                  <a:cubicBezTo>
                    <a:pt x="8375" y="20235"/>
                    <a:pt x="8375" y="20235"/>
                    <a:pt x="8375" y="20235"/>
                  </a:cubicBezTo>
                  <a:cubicBezTo>
                    <a:pt x="8375" y="20235"/>
                    <a:pt x="8375" y="20235"/>
                    <a:pt x="8375" y="20235"/>
                  </a:cubicBezTo>
                  <a:cubicBezTo>
                    <a:pt x="8375" y="20122"/>
                    <a:pt x="8375" y="20122"/>
                    <a:pt x="8375" y="20122"/>
                  </a:cubicBezTo>
                  <a:cubicBezTo>
                    <a:pt x="8816" y="20122"/>
                    <a:pt x="8816" y="20122"/>
                    <a:pt x="8816" y="20122"/>
                  </a:cubicBezTo>
                  <a:cubicBezTo>
                    <a:pt x="8816" y="20235"/>
                    <a:pt x="8816" y="20235"/>
                    <a:pt x="8816" y="20235"/>
                  </a:cubicBezTo>
                  <a:cubicBezTo>
                    <a:pt x="9257" y="20235"/>
                    <a:pt x="9257" y="20235"/>
                    <a:pt x="9257" y="20235"/>
                  </a:cubicBezTo>
                  <a:cubicBezTo>
                    <a:pt x="9697" y="20235"/>
                    <a:pt x="9697" y="20235"/>
                    <a:pt x="9697" y="20235"/>
                  </a:cubicBezTo>
                  <a:cubicBezTo>
                    <a:pt x="9697" y="20235"/>
                    <a:pt x="9697" y="20235"/>
                    <a:pt x="9697" y="20235"/>
                  </a:cubicBezTo>
                  <a:cubicBezTo>
                    <a:pt x="10579" y="20235"/>
                    <a:pt x="10579" y="20235"/>
                    <a:pt x="10579" y="20235"/>
                  </a:cubicBezTo>
                  <a:cubicBezTo>
                    <a:pt x="10579" y="20349"/>
                    <a:pt x="10579" y="20349"/>
                    <a:pt x="10579" y="20349"/>
                  </a:cubicBezTo>
                  <a:cubicBezTo>
                    <a:pt x="10579" y="20349"/>
                    <a:pt x="10579" y="20349"/>
                    <a:pt x="10579" y="20349"/>
                  </a:cubicBezTo>
                  <a:cubicBezTo>
                    <a:pt x="11020" y="20349"/>
                    <a:pt x="11020" y="20349"/>
                    <a:pt x="11020" y="20349"/>
                  </a:cubicBezTo>
                  <a:cubicBezTo>
                    <a:pt x="11461" y="20349"/>
                    <a:pt x="11461" y="20349"/>
                    <a:pt x="11461" y="20349"/>
                  </a:cubicBezTo>
                  <a:cubicBezTo>
                    <a:pt x="11461" y="20463"/>
                    <a:pt x="11461" y="20463"/>
                    <a:pt x="11461" y="20463"/>
                  </a:cubicBezTo>
                  <a:cubicBezTo>
                    <a:pt x="11461" y="20463"/>
                    <a:pt x="11461" y="20463"/>
                    <a:pt x="11461" y="20463"/>
                  </a:cubicBezTo>
                  <a:cubicBezTo>
                    <a:pt x="11020" y="20463"/>
                    <a:pt x="11020" y="20463"/>
                    <a:pt x="11020" y="20463"/>
                  </a:cubicBezTo>
                  <a:cubicBezTo>
                    <a:pt x="11461" y="20463"/>
                    <a:pt x="11461" y="20463"/>
                    <a:pt x="11461" y="20463"/>
                  </a:cubicBezTo>
                  <a:cubicBezTo>
                    <a:pt x="11461" y="20463"/>
                    <a:pt x="11461" y="20463"/>
                    <a:pt x="11461" y="20463"/>
                  </a:cubicBezTo>
                  <a:cubicBezTo>
                    <a:pt x="11020" y="20576"/>
                    <a:pt x="11020" y="20576"/>
                    <a:pt x="11020" y="20576"/>
                  </a:cubicBezTo>
                  <a:cubicBezTo>
                    <a:pt x="11020" y="20576"/>
                    <a:pt x="11020" y="20576"/>
                    <a:pt x="11020" y="20576"/>
                  </a:cubicBezTo>
                  <a:close/>
                  <a:moveTo>
                    <a:pt x="11461" y="20576"/>
                  </a:moveTo>
                  <a:cubicBezTo>
                    <a:pt x="11461" y="20690"/>
                    <a:pt x="11461" y="20690"/>
                    <a:pt x="11461" y="20690"/>
                  </a:cubicBezTo>
                  <a:cubicBezTo>
                    <a:pt x="11461" y="20690"/>
                    <a:pt x="11461" y="20690"/>
                    <a:pt x="11461" y="20690"/>
                  </a:cubicBezTo>
                  <a:cubicBezTo>
                    <a:pt x="11461" y="20690"/>
                    <a:pt x="11461" y="20690"/>
                    <a:pt x="11461" y="20690"/>
                  </a:cubicBezTo>
                  <a:cubicBezTo>
                    <a:pt x="11902" y="20576"/>
                    <a:pt x="11902" y="20576"/>
                    <a:pt x="11902" y="20576"/>
                  </a:cubicBezTo>
                  <a:cubicBezTo>
                    <a:pt x="11902" y="20576"/>
                    <a:pt x="11902" y="20576"/>
                    <a:pt x="11902" y="20576"/>
                  </a:cubicBezTo>
                  <a:cubicBezTo>
                    <a:pt x="11902" y="20576"/>
                    <a:pt x="11902" y="20576"/>
                    <a:pt x="11902" y="20576"/>
                  </a:cubicBezTo>
                  <a:cubicBezTo>
                    <a:pt x="11461" y="20576"/>
                    <a:pt x="11461" y="20576"/>
                    <a:pt x="11461" y="20576"/>
                  </a:cubicBezTo>
                  <a:close/>
                  <a:moveTo>
                    <a:pt x="13665" y="20463"/>
                  </a:moveTo>
                  <a:cubicBezTo>
                    <a:pt x="13665" y="20576"/>
                    <a:pt x="13665" y="20576"/>
                    <a:pt x="13665" y="20576"/>
                  </a:cubicBezTo>
                  <a:cubicBezTo>
                    <a:pt x="13665" y="20690"/>
                    <a:pt x="13665" y="20690"/>
                    <a:pt x="13665" y="20690"/>
                  </a:cubicBezTo>
                  <a:cubicBezTo>
                    <a:pt x="13665" y="20690"/>
                    <a:pt x="13665" y="20690"/>
                    <a:pt x="13665" y="20690"/>
                  </a:cubicBezTo>
                  <a:cubicBezTo>
                    <a:pt x="13224" y="20690"/>
                    <a:pt x="13224" y="20690"/>
                    <a:pt x="13224" y="20690"/>
                  </a:cubicBezTo>
                  <a:cubicBezTo>
                    <a:pt x="13224" y="20576"/>
                    <a:pt x="13224" y="20576"/>
                    <a:pt x="13224" y="20576"/>
                  </a:cubicBezTo>
                  <a:cubicBezTo>
                    <a:pt x="12783" y="20690"/>
                    <a:pt x="12783" y="20690"/>
                    <a:pt x="12783" y="20690"/>
                  </a:cubicBezTo>
                  <a:cubicBezTo>
                    <a:pt x="12783" y="20576"/>
                    <a:pt x="12783" y="20576"/>
                    <a:pt x="12783" y="20576"/>
                  </a:cubicBezTo>
                  <a:cubicBezTo>
                    <a:pt x="12342" y="20576"/>
                    <a:pt x="12342" y="20576"/>
                    <a:pt x="12342" y="20576"/>
                  </a:cubicBezTo>
                  <a:cubicBezTo>
                    <a:pt x="12342" y="20576"/>
                    <a:pt x="12342" y="20576"/>
                    <a:pt x="12342" y="20576"/>
                  </a:cubicBezTo>
                  <a:cubicBezTo>
                    <a:pt x="11902" y="20576"/>
                    <a:pt x="11902" y="20576"/>
                    <a:pt x="11902" y="20576"/>
                  </a:cubicBezTo>
                  <a:cubicBezTo>
                    <a:pt x="11902" y="20576"/>
                    <a:pt x="11902" y="20576"/>
                    <a:pt x="11902" y="20576"/>
                  </a:cubicBezTo>
                  <a:cubicBezTo>
                    <a:pt x="11902" y="20463"/>
                    <a:pt x="11902" y="20463"/>
                    <a:pt x="11902" y="20463"/>
                  </a:cubicBezTo>
                  <a:cubicBezTo>
                    <a:pt x="12342" y="20463"/>
                    <a:pt x="12342" y="20463"/>
                    <a:pt x="12342" y="20463"/>
                  </a:cubicBezTo>
                  <a:cubicBezTo>
                    <a:pt x="12342" y="20463"/>
                    <a:pt x="12342" y="20463"/>
                    <a:pt x="12342" y="20463"/>
                  </a:cubicBezTo>
                  <a:cubicBezTo>
                    <a:pt x="13224" y="20463"/>
                    <a:pt x="13224" y="20463"/>
                    <a:pt x="13224" y="20463"/>
                  </a:cubicBezTo>
                  <a:cubicBezTo>
                    <a:pt x="13224" y="20576"/>
                    <a:pt x="13224" y="20576"/>
                    <a:pt x="13224" y="20576"/>
                  </a:cubicBezTo>
                  <a:cubicBezTo>
                    <a:pt x="13224" y="20463"/>
                    <a:pt x="13224" y="20463"/>
                    <a:pt x="13224" y="20463"/>
                  </a:cubicBezTo>
                  <a:cubicBezTo>
                    <a:pt x="13665" y="20463"/>
                    <a:pt x="13665" y="20463"/>
                    <a:pt x="13665" y="20463"/>
                  </a:cubicBezTo>
                  <a:cubicBezTo>
                    <a:pt x="13665" y="20463"/>
                    <a:pt x="13665" y="20463"/>
                    <a:pt x="13665" y="20463"/>
                  </a:cubicBezTo>
                  <a:close/>
                  <a:moveTo>
                    <a:pt x="14987" y="20463"/>
                  </a:moveTo>
                  <a:cubicBezTo>
                    <a:pt x="14546" y="20463"/>
                    <a:pt x="14546" y="20463"/>
                    <a:pt x="14546" y="20463"/>
                  </a:cubicBezTo>
                  <a:cubicBezTo>
                    <a:pt x="14546" y="20349"/>
                    <a:pt x="14546" y="20349"/>
                    <a:pt x="14546" y="20349"/>
                  </a:cubicBezTo>
                  <a:cubicBezTo>
                    <a:pt x="14546" y="20349"/>
                    <a:pt x="14546" y="20349"/>
                    <a:pt x="14546" y="20349"/>
                  </a:cubicBezTo>
                  <a:cubicBezTo>
                    <a:pt x="14546" y="20235"/>
                    <a:pt x="14546" y="20235"/>
                    <a:pt x="14546" y="20235"/>
                  </a:cubicBezTo>
                  <a:cubicBezTo>
                    <a:pt x="14106" y="20235"/>
                    <a:pt x="14106" y="20235"/>
                    <a:pt x="14106" y="20235"/>
                  </a:cubicBezTo>
                  <a:cubicBezTo>
                    <a:pt x="14106" y="20122"/>
                    <a:pt x="14106" y="20122"/>
                    <a:pt x="14106" y="20122"/>
                  </a:cubicBezTo>
                  <a:cubicBezTo>
                    <a:pt x="14106" y="20008"/>
                    <a:pt x="14106" y="20008"/>
                    <a:pt x="14106" y="20008"/>
                  </a:cubicBezTo>
                  <a:cubicBezTo>
                    <a:pt x="14106" y="20122"/>
                    <a:pt x="14106" y="20122"/>
                    <a:pt x="14106" y="20122"/>
                  </a:cubicBezTo>
                  <a:cubicBezTo>
                    <a:pt x="13665" y="20235"/>
                    <a:pt x="13665" y="20235"/>
                    <a:pt x="13665" y="20235"/>
                  </a:cubicBezTo>
                  <a:cubicBezTo>
                    <a:pt x="14106" y="20349"/>
                    <a:pt x="14106" y="20349"/>
                    <a:pt x="14106" y="20349"/>
                  </a:cubicBezTo>
                  <a:cubicBezTo>
                    <a:pt x="13665" y="20349"/>
                    <a:pt x="13665" y="20349"/>
                    <a:pt x="13665" y="20349"/>
                  </a:cubicBezTo>
                  <a:cubicBezTo>
                    <a:pt x="13665" y="20463"/>
                    <a:pt x="13665" y="20463"/>
                    <a:pt x="13665" y="20463"/>
                  </a:cubicBezTo>
                  <a:cubicBezTo>
                    <a:pt x="14106" y="20463"/>
                    <a:pt x="14106" y="20463"/>
                    <a:pt x="14106" y="20463"/>
                  </a:cubicBezTo>
                  <a:cubicBezTo>
                    <a:pt x="14546" y="20463"/>
                    <a:pt x="14546" y="20463"/>
                    <a:pt x="14546" y="20463"/>
                  </a:cubicBezTo>
                  <a:cubicBezTo>
                    <a:pt x="14546" y="20576"/>
                    <a:pt x="14546" y="20576"/>
                    <a:pt x="14546" y="20576"/>
                  </a:cubicBezTo>
                  <a:cubicBezTo>
                    <a:pt x="14987" y="20463"/>
                    <a:pt x="14987" y="20463"/>
                    <a:pt x="14987" y="20463"/>
                  </a:cubicBezTo>
                  <a:close/>
                  <a:moveTo>
                    <a:pt x="13224" y="21145"/>
                  </a:moveTo>
                  <a:cubicBezTo>
                    <a:pt x="13665" y="21145"/>
                    <a:pt x="13665" y="21145"/>
                    <a:pt x="13665" y="21145"/>
                  </a:cubicBezTo>
                  <a:cubicBezTo>
                    <a:pt x="13665" y="21145"/>
                    <a:pt x="13665" y="21145"/>
                    <a:pt x="13665" y="21145"/>
                  </a:cubicBezTo>
                  <a:cubicBezTo>
                    <a:pt x="13665" y="21258"/>
                    <a:pt x="13665" y="21258"/>
                    <a:pt x="13665" y="21258"/>
                  </a:cubicBezTo>
                  <a:cubicBezTo>
                    <a:pt x="13224" y="21145"/>
                    <a:pt x="13224" y="21145"/>
                    <a:pt x="13224" y="21145"/>
                  </a:cubicBezTo>
                  <a:close/>
                  <a:moveTo>
                    <a:pt x="13665" y="21031"/>
                  </a:moveTo>
                  <a:cubicBezTo>
                    <a:pt x="13224" y="21031"/>
                    <a:pt x="13224" y="21031"/>
                    <a:pt x="13224" y="21031"/>
                  </a:cubicBezTo>
                  <a:cubicBezTo>
                    <a:pt x="13665" y="21031"/>
                    <a:pt x="13665" y="21031"/>
                    <a:pt x="13665" y="21031"/>
                  </a:cubicBezTo>
                  <a:cubicBezTo>
                    <a:pt x="13665" y="21031"/>
                    <a:pt x="13665" y="21031"/>
                    <a:pt x="13665" y="21031"/>
                  </a:cubicBezTo>
                  <a:cubicBezTo>
                    <a:pt x="13665" y="21031"/>
                    <a:pt x="13665" y="21031"/>
                    <a:pt x="13665" y="21031"/>
                  </a:cubicBezTo>
                  <a:cubicBezTo>
                    <a:pt x="13665" y="21031"/>
                    <a:pt x="13665" y="21031"/>
                    <a:pt x="13665" y="21031"/>
                  </a:cubicBezTo>
                  <a:close/>
                  <a:moveTo>
                    <a:pt x="21159" y="21599"/>
                  </a:moveTo>
                  <a:cubicBezTo>
                    <a:pt x="21159" y="21486"/>
                    <a:pt x="21159" y="21486"/>
                    <a:pt x="21159" y="21486"/>
                  </a:cubicBezTo>
                  <a:cubicBezTo>
                    <a:pt x="21159" y="21486"/>
                    <a:pt x="21159" y="21486"/>
                    <a:pt x="21159" y="21486"/>
                  </a:cubicBezTo>
                  <a:cubicBezTo>
                    <a:pt x="21159" y="21372"/>
                    <a:pt x="21159" y="21372"/>
                    <a:pt x="21159" y="21372"/>
                  </a:cubicBezTo>
                  <a:cubicBezTo>
                    <a:pt x="21159" y="21372"/>
                    <a:pt x="21159" y="21372"/>
                    <a:pt x="21159" y="21372"/>
                  </a:cubicBezTo>
                  <a:cubicBezTo>
                    <a:pt x="21600" y="21486"/>
                    <a:pt x="21600" y="21486"/>
                    <a:pt x="21600" y="21486"/>
                  </a:cubicBezTo>
                  <a:cubicBezTo>
                    <a:pt x="21600" y="21599"/>
                    <a:pt x="21600" y="21599"/>
                    <a:pt x="21600" y="21599"/>
                  </a:cubicBezTo>
                  <a:cubicBezTo>
                    <a:pt x="21159" y="21599"/>
                    <a:pt x="21159" y="21599"/>
                    <a:pt x="21159" y="21599"/>
                  </a:cubicBezTo>
                  <a:close/>
                  <a:moveTo>
                    <a:pt x="16310" y="21145"/>
                  </a:moveTo>
                  <a:cubicBezTo>
                    <a:pt x="16751" y="21031"/>
                    <a:pt x="16751" y="21031"/>
                    <a:pt x="16751" y="21031"/>
                  </a:cubicBezTo>
                  <a:cubicBezTo>
                    <a:pt x="16751" y="21031"/>
                    <a:pt x="16751" y="21031"/>
                    <a:pt x="16751" y="21031"/>
                  </a:cubicBezTo>
                  <a:cubicBezTo>
                    <a:pt x="17191" y="21031"/>
                    <a:pt x="17191" y="21031"/>
                    <a:pt x="17191" y="21031"/>
                  </a:cubicBezTo>
                  <a:cubicBezTo>
                    <a:pt x="17632" y="21031"/>
                    <a:pt x="17632" y="21031"/>
                    <a:pt x="17632" y="21031"/>
                  </a:cubicBezTo>
                  <a:cubicBezTo>
                    <a:pt x="18514" y="21031"/>
                    <a:pt x="18514" y="21031"/>
                    <a:pt x="18514" y="21031"/>
                  </a:cubicBezTo>
                  <a:cubicBezTo>
                    <a:pt x="18955" y="20917"/>
                    <a:pt x="18955" y="20917"/>
                    <a:pt x="18955" y="20917"/>
                  </a:cubicBezTo>
                  <a:cubicBezTo>
                    <a:pt x="19836" y="21031"/>
                    <a:pt x="19836" y="21031"/>
                    <a:pt x="19836" y="21031"/>
                  </a:cubicBezTo>
                  <a:cubicBezTo>
                    <a:pt x="20277" y="21031"/>
                    <a:pt x="20277" y="21031"/>
                    <a:pt x="20277" y="21031"/>
                  </a:cubicBezTo>
                  <a:cubicBezTo>
                    <a:pt x="20718" y="20917"/>
                    <a:pt x="20718" y="20917"/>
                    <a:pt x="20718" y="20917"/>
                  </a:cubicBezTo>
                  <a:cubicBezTo>
                    <a:pt x="21159" y="21031"/>
                    <a:pt x="21159" y="21031"/>
                    <a:pt x="21159" y="21031"/>
                  </a:cubicBezTo>
                  <a:cubicBezTo>
                    <a:pt x="21159" y="21031"/>
                    <a:pt x="21159" y="21031"/>
                    <a:pt x="21159" y="21031"/>
                  </a:cubicBezTo>
                  <a:cubicBezTo>
                    <a:pt x="21159" y="21145"/>
                    <a:pt x="21159" y="21145"/>
                    <a:pt x="21159" y="21145"/>
                  </a:cubicBezTo>
                  <a:cubicBezTo>
                    <a:pt x="21159" y="21145"/>
                    <a:pt x="21159" y="21145"/>
                    <a:pt x="21159" y="21145"/>
                  </a:cubicBezTo>
                  <a:cubicBezTo>
                    <a:pt x="20718" y="21258"/>
                    <a:pt x="20718" y="21258"/>
                    <a:pt x="20718" y="21258"/>
                  </a:cubicBezTo>
                  <a:cubicBezTo>
                    <a:pt x="20718" y="21145"/>
                    <a:pt x="20718" y="21145"/>
                    <a:pt x="20718" y="21145"/>
                  </a:cubicBezTo>
                  <a:cubicBezTo>
                    <a:pt x="20277" y="21145"/>
                    <a:pt x="20277" y="21145"/>
                    <a:pt x="20277" y="21145"/>
                  </a:cubicBezTo>
                  <a:cubicBezTo>
                    <a:pt x="19836" y="21145"/>
                    <a:pt x="19836" y="21145"/>
                    <a:pt x="19836" y="21145"/>
                  </a:cubicBezTo>
                  <a:cubicBezTo>
                    <a:pt x="19395" y="21145"/>
                    <a:pt x="19395" y="21145"/>
                    <a:pt x="19395" y="21145"/>
                  </a:cubicBezTo>
                  <a:cubicBezTo>
                    <a:pt x="19395" y="21145"/>
                    <a:pt x="19395" y="21145"/>
                    <a:pt x="19395" y="21145"/>
                  </a:cubicBezTo>
                  <a:cubicBezTo>
                    <a:pt x="19395" y="21031"/>
                    <a:pt x="19395" y="21031"/>
                    <a:pt x="19395" y="21031"/>
                  </a:cubicBezTo>
                  <a:cubicBezTo>
                    <a:pt x="18955" y="21031"/>
                    <a:pt x="18955" y="21031"/>
                    <a:pt x="18955" y="21031"/>
                  </a:cubicBezTo>
                  <a:cubicBezTo>
                    <a:pt x="18514" y="21145"/>
                    <a:pt x="18514" y="21145"/>
                    <a:pt x="18514" y="21145"/>
                  </a:cubicBezTo>
                  <a:cubicBezTo>
                    <a:pt x="18514" y="21145"/>
                    <a:pt x="18514" y="21145"/>
                    <a:pt x="18514" y="21145"/>
                  </a:cubicBezTo>
                  <a:cubicBezTo>
                    <a:pt x="18073" y="21145"/>
                    <a:pt x="18073" y="21145"/>
                    <a:pt x="18073" y="21145"/>
                  </a:cubicBezTo>
                  <a:cubicBezTo>
                    <a:pt x="18514" y="21258"/>
                    <a:pt x="18514" y="21258"/>
                    <a:pt x="18514" y="21258"/>
                  </a:cubicBezTo>
                  <a:cubicBezTo>
                    <a:pt x="18514" y="21145"/>
                    <a:pt x="18514" y="21145"/>
                    <a:pt x="18514" y="21145"/>
                  </a:cubicBezTo>
                  <a:cubicBezTo>
                    <a:pt x="18955" y="21258"/>
                    <a:pt x="18955" y="21258"/>
                    <a:pt x="18955" y="21258"/>
                  </a:cubicBezTo>
                  <a:cubicBezTo>
                    <a:pt x="18955" y="21258"/>
                    <a:pt x="18955" y="21258"/>
                    <a:pt x="18955" y="21258"/>
                  </a:cubicBezTo>
                  <a:cubicBezTo>
                    <a:pt x="18955" y="21258"/>
                    <a:pt x="18955" y="21258"/>
                    <a:pt x="18955" y="21258"/>
                  </a:cubicBezTo>
                  <a:cubicBezTo>
                    <a:pt x="19395" y="21372"/>
                    <a:pt x="19395" y="21372"/>
                    <a:pt x="19395" y="21372"/>
                  </a:cubicBezTo>
                  <a:cubicBezTo>
                    <a:pt x="19836" y="21372"/>
                    <a:pt x="19836" y="21372"/>
                    <a:pt x="19836" y="21372"/>
                  </a:cubicBezTo>
                  <a:cubicBezTo>
                    <a:pt x="19836" y="21486"/>
                    <a:pt x="19836" y="21486"/>
                    <a:pt x="19836" y="21486"/>
                  </a:cubicBezTo>
                  <a:cubicBezTo>
                    <a:pt x="19395" y="21486"/>
                    <a:pt x="19395" y="21486"/>
                    <a:pt x="19395" y="21486"/>
                  </a:cubicBezTo>
                  <a:cubicBezTo>
                    <a:pt x="18955" y="21372"/>
                    <a:pt x="18955" y="21372"/>
                    <a:pt x="18955" y="21372"/>
                  </a:cubicBezTo>
                  <a:cubicBezTo>
                    <a:pt x="18955" y="21372"/>
                    <a:pt x="18955" y="21372"/>
                    <a:pt x="18955" y="21372"/>
                  </a:cubicBezTo>
                  <a:cubicBezTo>
                    <a:pt x="18514" y="21372"/>
                    <a:pt x="18514" y="21372"/>
                    <a:pt x="18514" y="21372"/>
                  </a:cubicBezTo>
                  <a:cubicBezTo>
                    <a:pt x="18073" y="21372"/>
                    <a:pt x="18073" y="21372"/>
                    <a:pt x="18073" y="21372"/>
                  </a:cubicBezTo>
                  <a:cubicBezTo>
                    <a:pt x="18073" y="21258"/>
                    <a:pt x="18073" y="21258"/>
                    <a:pt x="18073" y="21258"/>
                  </a:cubicBezTo>
                  <a:cubicBezTo>
                    <a:pt x="17632" y="21258"/>
                    <a:pt x="17632" y="21258"/>
                    <a:pt x="17632" y="21258"/>
                  </a:cubicBezTo>
                  <a:cubicBezTo>
                    <a:pt x="17632" y="21372"/>
                    <a:pt x="17632" y="21372"/>
                    <a:pt x="17632" y="21372"/>
                  </a:cubicBezTo>
                  <a:cubicBezTo>
                    <a:pt x="18073" y="21372"/>
                    <a:pt x="18073" y="21372"/>
                    <a:pt x="18073" y="21372"/>
                  </a:cubicBezTo>
                  <a:cubicBezTo>
                    <a:pt x="18073" y="21486"/>
                    <a:pt x="18073" y="21486"/>
                    <a:pt x="18073" y="21486"/>
                  </a:cubicBezTo>
                  <a:cubicBezTo>
                    <a:pt x="17632" y="21486"/>
                    <a:pt x="17632" y="21486"/>
                    <a:pt x="17632" y="21486"/>
                  </a:cubicBezTo>
                  <a:cubicBezTo>
                    <a:pt x="17191" y="21372"/>
                    <a:pt x="17191" y="21372"/>
                    <a:pt x="17191" y="21372"/>
                  </a:cubicBezTo>
                  <a:cubicBezTo>
                    <a:pt x="17191" y="21372"/>
                    <a:pt x="17191" y="21372"/>
                    <a:pt x="17191" y="21372"/>
                  </a:cubicBezTo>
                  <a:cubicBezTo>
                    <a:pt x="16751" y="21372"/>
                    <a:pt x="16751" y="21372"/>
                    <a:pt x="16751" y="21372"/>
                  </a:cubicBezTo>
                  <a:cubicBezTo>
                    <a:pt x="16751" y="21372"/>
                    <a:pt x="16751" y="21372"/>
                    <a:pt x="16751" y="21372"/>
                  </a:cubicBezTo>
                  <a:cubicBezTo>
                    <a:pt x="16751" y="21258"/>
                    <a:pt x="16751" y="21258"/>
                    <a:pt x="16751" y="21258"/>
                  </a:cubicBezTo>
                  <a:cubicBezTo>
                    <a:pt x="16310" y="21372"/>
                    <a:pt x="16310" y="21372"/>
                    <a:pt x="16310" y="21372"/>
                  </a:cubicBezTo>
                  <a:cubicBezTo>
                    <a:pt x="16310" y="21258"/>
                    <a:pt x="16310" y="21258"/>
                    <a:pt x="16310" y="21258"/>
                  </a:cubicBezTo>
                  <a:cubicBezTo>
                    <a:pt x="16310" y="21258"/>
                    <a:pt x="16310" y="21258"/>
                    <a:pt x="16310" y="21258"/>
                  </a:cubicBezTo>
                  <a:cubicBezTo>
                    <a:pt x="16310" y="21258"/>
                    <a:pt x="16310" y="21258"/>
                    <a:pt x="16310" y="21258"/>
                  </a:cubicBezTo>
                  <a:cubicBezTo>
                    <a:pt x="17191" y="21145"/>
                    <a:pt x="17191" y="21145"/>
                    <a:pt x="17191" y="21145"/>
                  </a:cubicBezTo>
                  <a:cubicBezTo>
                    <a:pt x="16751" y="21145"/>
                    <a:pt x="16751" y="21145"/>
                    <a:pt x="16751" y="21145"/>
                  </a:cubicBezTo>
                  <a:cubicBezTo>
                    <a:pt x="16751" y="21145"/>
                    <a:pt x="16751" y="21145"/>
                    <a:pt x="16751" y="21145"/>
                  </a:cubicBezTo>
                  <a:lnTo>
                    <a:pt x="16310" y="21145"/>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6" name="AutoShape 38"/>
            <p:cNvSpPr>
              <a:spLocks/>
            </p:cNvSpPr>
            <p:nvPr/>
          </p:nvSpPr>
          <p:spPr bwMode="auto">
            <a:xfrm>
              <a:off x="6846575" y="6416930"/>
              <a:ext cx="12711" cy="15700"/>
            </a:xfrm>
            <a:custGeom>
              <a:avLst/>
              <a:gdLst>
                <a:gd name="T0" fmla="*/ 6355 w 21600"/>
                <a:gd name="T1" fmla="*/ 7850 h 21600"/>
                <a:gd name="T2" fmla="*/ 6355 w 21600"/>
                <a:gd name="T3" fmla="*/ 7850 h 21600"/>
                <a:gd name="T4" fmla="*/ 6355 w 21600"/>
                <a:gd name="T5" fmla="*/ 7850 h 21600"/>
                <a:gd name="T6" fmla="*/ 6355 w 21600"/>
                <a:gd name="T7" fmla="*/ 7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7" name="AutoShape 39"/>
            <p:cNvSpPr>
              <a:spLocks/>
            </p:cNvSpPr>
            <p:nvPr/>
          </p:nvSpPr>
          <p:spPr bwMode="auto">
            <a:xfrm>
              <a:off x="6879128" y="6432631"/>
              <a:ext cx="44330" cy="43173"/>
            </a:xfrm>
            <a:custGeom>
              <a:avLst/>
              <a:gdLst>
                <a:gd name="T0" fmla="*/ 22165 w 21600"/>
                <a:gd name="T1" fmla="*/ 21587 h 21600"/>
                <a:gd name="T2" fmla="*/ 22165 w 21600"/>
                <a:gd name="T3" fmla="*/ 21587 h 21600"/>
                <a:gd name="T4" fmla="*/ 22165 w 21600"/>
                <a:gd name="T5" fmla="*/ 21587 h 21600"/>
                <a:gd name="T6" fmla="*/ 22165 w 21600"/>
                <a:gd name="T7" fmla="*/ 21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599"/>
                  </a:moveTo>
                  <a:lnTo>
                    <a:pt x="13745" y="21599"/>
                  </a:lnTo>
                  <a:lnTo>
                    <a:pt x="21600" y="21599"/>
                  </a:lnTo>
                  <a:close/>
                  <a:moveTo>
                    <a:pt x="13745" y="0"/>
                  </a:moveTo>
                  <a:lnTo>
                    <a:pt x="7854" y="7854"/>
                  </a:lnTo>
                  <a:lnTo>
                    <a:pt x="13745" y="7854"/>
                  </a:lnTo>
                  <a:lnTo>
                    <a:pt x="21600" y="15709"/>
                  </a:lnTo>
                  <a:lnTo>
                    <a:pt x="13745" y="0"/>
                  </a:lnTo>
                  <a:close/>
                  <a:moveTo>
                    <a:pt x="0" y="7854"/>
                  </a:moveTo>
                  <a:lnTo>
                    <a:pt x="7854" y="15709"/>
                  </a:lnTo>
                  <a:lnTo>
                    <a:pt x="7854" y="21599"/>
                  </a:lnTo>
                  <a:lnTo>
                    <a:pt x="0" y="7854"/>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8" name="AutoShape 40"/>
            <p:cNvSpPr>
              <a:spLocks/>
            </p:cNvSpPr>
            <p:nvPr/>
          </p:nvSpPr>
          <p:spPr bwMode="auto">
            <a:xfrm>
              <a:off x="6894941" y="6491501"/>
              <a:ext cx="12711" cy="27476"/>
            </a:xfrm>
            <a:custGeom>
              <a:avLst/>
              <a:gdLst>
                <a:gd name="T0" fmla="*/ 6355 w 21600"/>
                <a:gd name="T1" fmla="*/ 13738 h 21600"/>
                <a:gd name="T2" fmla="*/ 6355 w 21600"/>
                <a:gd name="T3" fmla="*/ 13738 h 21600"/>
                <a:gd name="T4" fmla="*/ 6355 w 21600"/>
                <a:gd name="T5" fmla="*/ 13738 h 21600"/>
                <a:gd name="T6" fmla="*/ 6355 w 21600"/>
                <a:gd name="T7" fmla="*/ 137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21599" y="10800"/>
                    <a:pt x="21599" y="10800"/>
                    <a:pt x="21599" y="10800"/>
                  </a:cubicBezTo>
                  <a:cubicBezTo>
                    <a:pt x="21599" y="21599"/>
                    <a:pt x="21599" y="21599"/>
                    <a:pt x="21599" y="21599"/>
                  </a:cubicBezTo>
                  <a:cubicBezTo>
                    <a:pt x="0" y="21599"/>
                    <a:pt x="0" y="21599"/>
                    <a:pt x="0" y="21599"/>
                  </a:cubicBezTo>
                  <a:cubicBezTo>
                    <a:pt x="0" y="10800"/>
                    <a:pt x="0" y="10800"/>
                    <a:pt x="0" y="10800"/>
                  </a:cubicBezTo>
                  <a:cubicBezTo>
                    <a:pt x="0" y="10800"/>
                    <a:pt x="21599" y="0"/>
                    <a:pt x="0" y="0"/>
                  </a:cubicBez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9" name="AutoShape 41"/>
            <p:cNvSpPr>
              <a:spLocks/>
            </p:cNvSpPr>
            <p:nvPr/>
          </p:nvSpPr>
          <p:spPr bwMode="auto">
            <a:xfrm>
              <a:off x="6895247" y="6534677"/>
              <a:ext cx="44330" cy="86345"/>
            </a:xfrm>
            <a:custGeom>
              <a:avLst/>
              <a:gdLst>
                <a:gd name="T0" fmla="*/ 22165 w 21600"/>
                <a:gd name="T1" fmla="*/ 43173 h 21600"/>
                <a:gd name="T2" fmla="*/ 22165 w 21600"/>
                <a:gd name="T3" fmla="*/ 43173 h 21600"/>
                <a:gd name="T4" fmla="*/ 22165 w 21600"/>
                <a:gd name="T5" fmla="*/ 43173 h 21600"/>
                <a:gd name="T6" fmla="*/ 22165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14727"/>
                  </a:moveTo>
                  <a:lnTo>
                    <a:pt x="5890" y="18654"/>
                  </a:lnTo>
                  <a:lnTo>
                    <a:pt x="5890" y="21599"/>
                  </a:lnTo>
                  <a:lnTo>
                    <a:pt x="13745" y="21599"/>
                  </a:lnTo>
                  <a:lnTo>
                    <a:pt x="21600" y="18654"/>
                  </a:lnTo>
                  <a:lnTo>
                    <a:pt x="13745" y="14727"/>
                  </a:lnTo>
                  <a:close/>
                  <a:moveTo>
                    <a:pt x="0" y="0"/>
                  </a:moveTo>
                  <a:lnTo>
                    <a:pt x="13745" y="3927"/>
                  </a:lnTo>
                  <a:lnTo>
                    <a:pt x="21600" y="7854"/>
                  </a:lnTo>
                  <a:lnTo>
                    <a:pt x="21600" y="10800"/>
                  </a:lnTo>
                  <a:lnTo>
                    <a:pt x="13745" y="7854"/>
                  </a:lnTo>
                  <a:lnTo>
                    <a:pt x="5890" y="7854"/>
                  </a:lnTo>
                  <a:lnTo>
                    <a:pt x="0" y="3927"/>
                  </a:lnTo>
                  <a:lnTo>
                    <a:pt x="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0" name="AutoShape 42"/>
            <p:cNvSpPr>
              <a:spLocks/>
            </p:cNvSpPr>
            <p:nvPr/>
          </p:nvSpPr>
          <p:spPr bwMode="auto">
            <a:xfrm>
              <a:off x="7012113" y="6636718"/>
              <a:ext cx="16122" cy="15701"/>
            </a:xfrm>
            <a:custGeom>
              <a:avLst/>
              <a:gdLst>
                <a:gd name="T0" fmla="*/ 8061 w 21600"/>
                <a:gd name="T1" fmla="*/ 7851 h 21600"/>
                <a:gd name="T2" fmla="*/ 8061 w 21600"/>
                <a:gd name="T3" fmla="*/ 7851 h 21600"/>
                <a:gd name="T4" fmla="*/ 8061 w 21600"/>
                <a:gd name="T5" fmla="*/ 7851 h 21600"/>
                <a:gd name="T6" fmla="*/ 8061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0"/>
                  </a:lnTo>
                  <a:lnTo>
                    <a:pt x="0" y="21600"/>
                  </a:lnTo>
                  <a:lnTo>
                    <a:pt x="21599" y="21600"/>
                  </a:lnTo>
                  <a:lnTo>
                    <a:pt x="21599"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1" name="AutoShape 43"/>
            <p:cNvSpPr>
              <a:spLocks/>
            </p:cNvSpPr>
            <p:nvPr/>
          </p:nvSpPr>
          <p:spPr bwMode="auto">
            <a:xfrm>
              <a:off x="6863008" y="6621020"/>
              <a:ext cx="44330" cy="90271"/>
            </a:xfrm>
            <a:custGeom>
              <a:avLst/>
              <a:gdLst>
                <a:gd name="T0" fmla="*/ 22165 w 21600"/>
                <a:gd name="T1" fmla="*/ 45136 h 21600"/>
                <a:gd name="T2" fmla="*/ 22165 w 21600"/>
                <a:gd name="T3" fmla="*/ 45136 h 21600"/>
                <a:gd name="T4" fmla="*/ 22165 w 21600"/>
                <a:gd name="T5" fmla="*/ 45136 h 21600"/>
                <a:gd name="T6" fmla="*/ 22165 w 21600"/>
                <a:gd name="T7" fmla="*/ 451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21600"/>
                  </a:moveTo>
                  <a:cubicBezTo>
                    <a:pt x="14400" y="18000"/>
                    <a:pt x="14400" y="18000"/>
                    <a:pt x="14400" y="18000"/>
                  </a:cubicBezTo>
                  <a:cubicBezTo>
                    <a:pt x="7200" y="18000"/>
                    <a:pt x="7200" y="18000"/>
                    <a:pt x="7200" y="18000"/>
                  </a:cubicBezTo>
                  <a:cubicBezTo>
                    <a:pt x="0" y="21600"/>
                    <a:pt x="0" y="21600"/>
                    <a:pt x="0" y="21600"/>
                  </a:cubicBezTo>
                  <a:cubicBezTo>
                    <a:pt x="7200" y="21600"/>
                    <a:pt x="7200" y="21600"/>
                    <a:pt x="7200" y="21600"/>
                  </a:cubicBezTo>
                  <a:cubicBezTo>
                    <a:pt x="14400" y="21600"/>
                    <a:pt x="14400" y="21600"/>
                    <a:pt x="14400" y="21600"/>
                  </a:cubicBezTo>
                  <a:close/>
                  <a:moveTo>
                    <a:pt x="14400" y="14400"/>
                  </a:moveTo>
                  <a:cubicBezTo>
                    <a:pt x="21600" y="18000"/>
                    <a:pt x="21600" y="18000"/>
                    <a:pt x="21600" y="18000"/>
                  </a:cubicBezTo>
                  <a:cubicBezTo>
                    <a:pt x="14400" y="18000"/>
                    <a:pt x="14400" y="18000"/>
                    <a:pt x="14400" y="18000"/>
                  </a:cubicBezTo>
                  <a:cubicBezTo>
                    <a:pt x="14400" y="18000"/>
                    <a:pt x="14400" y="14400"/>
                    <a:pt x="14400" y="14400"/>
                  </a:cubicBezTo>
                  <a:close/>
                  <a:moveTo>
                    <a:pt x="21600" y="0"/>
                  </a:moveTo>
                  <a:cubicBezTo>
                    <a:pt x="21600" y="3599"/>
                    <a:pt x="21600" y="3599"/>
                    <a:pt x="21600" y="3599"/>
                  </a:cubicBezTo>
                  <a:cubicBezTo>
                    <a:pt x="21600" y="7199"/>
                    <a:pt x="21600" y="7199"/>
                    <a:pt x="21600" y="7199"/>
                  </a:cubicBezTo>
                  <a:lnTo>
                    <a:pt x="2160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2" name="AutoShape 44"/>
            <p:cNvSpPr>
              <a:spLocks/>
            </p:cNvSpPr>
            <p:nvPr/>
          </p:nvSpPr>
          <p:spPr bwMode="auto">
            <a:xfrm>
              <a:off x="6850918" y="6766235"/>
              <a:ext cx="88660" cy="74570"/>
            </a:xfrm>
            <a:custGeom>
              <a:avLst/>
              <a:gdLst>
                <a:gd name="T0" fmla="*/ 44330 w 21600"/>
                <a:gd name="T1" fmla="*/ 37285 h 21600"/>
                <a:gd name="T2" fmla="*/ 44330 w 21600"/>
                <a:gd name="T3" fmla="*/ 37285 h 21600"/>
                <a:gd name="T4" fmla="*/ 44330 w 21600"/>
                <a:gd name="T5" fmla="*/ 37285 h 21600"/>
                <a:gd name="T6" fmla="*/ 44330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0"/>
                  </a:moveTo>
                  <a:lnTo>
                    <a:pt x="21600" y="0"/>
                  </a:lnTo>
                  <a:lnTo>
                    <a:pt x="17672" y="0"/>
                  </a:lnTo>
                  <a:close/>
                  <a:moveTo>
                    <a:pt x="17672" y="4547"/>
                  </a:moveTo>
                  <a:lnTo>
                    <a:pt x="6872" y="4547"/>
                  </a:lnTo>
                  <a:lnTo>
                    <a:pt x="2945" y="9094"/>
                  </a:lnTo>
                  <a:lnTo>
                    <a:pt x="6872" y="9094"/>
                  </a:lnTo>
                  <a:lnTo>
                    <a:pt x="6872" y="13642"/>
                  </a:lnTo>
                  <a:lnTo>
                    <a:pt x="2945" y="17052"/>
                  </a:lnTo>
                  <a:lnTo>
                    <a:pt x="0" y="17052"/>
                  </a:lnTo>
                  <a:lnTo>
                    <a:pt x="6872" y="21600"/>
                  </a:lnTo>
                  <a:lnTo>
                    <a:pt x="13745" y="17052"/>
                  </a:lnTo>
                  <a:lnTo>
                    <a:pt x="17672" y="17052"/>
                  </a:lnTo>
                  <a:lnTo>
                    <a:pt x="17672" y="13642"/>
                  </a:lnTo>
                  <a:lnTo>
                    <a:pt x="13745" y="9094"/>
                  </a:lnTo>
                  <a:lnTo>
                    <a:pt x="17672" y="454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3" name="AutoShape 45"/>
            <p:cNvSpPr>
              <a:spLocks/>
            </p:cNvSpPr>
            <p:nvPr/>
          </p:nvSpPr>
          <p:spPr bwMode="auto">
            <a:xfrm>
              <a:off x="3042616" y="3944352"/>
              <a:ext cx="3747855" cy="1950593"/>
            </a:xfrm>
            <a:custGeom>
              <a:avLst/>
              <a:gdLst>
                <a:gd name="T0" fmla="*/ 1873928 w 21600"/>
                <a:gd name="T1" fmla="*/ 975297 h 21600"/>
                <a:gd name="T2" fmla="*/ 1873928 w 21600"/>
                <a:gd name="T3" fmla="*/ 975297 h 21600"/>
                <a:gd name="T4" fmla="*/ 1873928 w 21600"/>
                <a:gd name="T5" fmla="*/ 975297 h 21600"/>
                <a:gd name="T6" fmla="*/ 1873928 w 21600"/>
                <a:gd name="T7" fmla="*/ 9752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3" y="0"/>
                  </a:moveTo>
                  <a:cubicBezTo>
                    <a:pt x="11789" y="1611"/>
                    <a:pt x="11789" y="1611"/>
                    <a:pt x="11789" y="1611"/>
                  </a:cubicBezTo>
                  <a:cubicBezTo>
                    <a:pt x="11875" y="1611"/>
                    <a:pt x="11875" y="1611"/>
                    <a:pt x="11875" y="1611"/>
                  </a:cubicBezTo>
                  <a:cubicBezTo>
                    <a:pt x="11961" y="1611"/>
                    <a:pt x="11961" y="1611"/>
                    <a:pt x="11961" y="1611"/>
                  </a:cubicBezTo>
                  <a:cubicBezTo>
                    <a:pt x="12047" y="1773"/>
                    <a:pt x="12047" y="1773"/>
                    <a:pt x="12047" y="1773"/>
                  </a:cubicBezTo>
                  <a:cubicBezTo>
                    <a:pt x="12047" y="1773"/>
                    <a:pt x="12047" y="1773"/>
                    <a:pt x="12047" y="1773"/>
                  </a:cubicBezTo>
                  <a:cubicBezTo>
                    <a:pt x="12133" y="1934"/>
                    <a:pt x="12133" y="1934"/>
                    <a:pt x="12133" y="1934"/>
                  </a:cubicBezTo>
                  <a:cubicBezTo>
                    <a:pt x="12133" y="1934"/>
                    <a:pt x="12133" y="1934"/>
                    <a:pt x="12133" y="1934"/>
                  </a:cubicBezTo>
                  <a:cubicBezTo>
                    <a:pt x="12219" y="1934"/>
                    <a:pt x="12219" y="1934"/>
                    <a:pt x="12219" y="1934"/>
                  </a:cubicBezTo>
                  <a:cubicBezTo>
                    <a:pt x="12219" y="2095"/>
                    <a:pt x="12219" y="2095"/>
                    <a:pt x="12219" y="2095"/>
                  </a:cubicBezTo>
                  <a:cubicBezTo>
                    <a:pt x="12305" y="2095"/>
                    <a:pt x="12305" y="2095"/>
                    <a:pt x="12305" y="2095"/>
                  </a:cubicBezTo>
                  <a:cubicBezTo>
                    <a:pt x="12305" y="2095"/>
                    <a:pt x="12305" y="2095"/>
                    <a:pt x="12305" y="2095"/>
                  </a:cubicBezTo>
                  <a:cubicBezTo>
                    <a:pt x="12392" y="2095"/>
                    <a:pt x="12392" y="2095"/>
                    <a:pt x="12392" y="2095"/>
                  </a:cubicBezTo>
                  <a:cubicBezTo>
                    <a:pt x="12478" y="2095"/>
                    <a:pt x="12478" y="2095"/>
                    <a:pt x="12478" y="2095"/>
                  </a:cubicBezTo>
                  <a:cubicBezTo>
                    <a:pt x="12478" y="2095"/>
                    <a:pt x="12478" y="2095"/>
                    <a:pt x="12478" y="2095"/>
                  </a:cubicBezTo>
                  <a:cubicBezTo>
                    <a:pt x="12564" y="2095"/>
                    <a:pt x="12564" y="2095"/>
                    <a:pt x="12564" y="2095"/>
                  </a:cubicBezTo>
                  <a:cubicBezTo>
                    <a:pt x="12650" y="2256"/>
                    <a:pt x="12650" y="2256"/>
                    <a:pt x="12650" y="2256"/>
                  </a:cubicBezTo>
                  <a:cubicBezTo>
                    <a:pt x="12736" y="2256"/>
                    <a:pt x="12736" y="2256"/>
                    <a:pt x="12736" y="2256"/>
                  </a:cubicBezTo>
                  <a:cubicBezTo>
                    <a:pt x="12736" y="2417"/>
                    <a:pt x="12736" y="2417"/>
                    <a:pt x="12736" y="2417"/>
                  </a:cubicBezTo>
                  <a:cubicBezTo>
                    <a:pt x="12908" y="2417"/>
                    <a:pt x="12908" y="2417"/>
                    <a:pt x="12908" y="2417"/>
                  </a:cubicBezTo>
                  <a:cubicBezTo>
                    <a:pt x="12994" y="2417"/>
                    <a:pt x="12994" y="2417"/>
                    <a:pt x="12994" y="2417"/>
                  </a:cubicBezTo>
                  <a:cubicBezTo>
                    <a:pt x="12994" y="2579"/>
                    <a:pt x="12994" y="2579"/>
                    <a:pt x="12994" y="2579"/>
                  </a:cubicBezTo>
                  <a:cubicBezTo>
                    <a:pt x="13080" y="2579"/>
                    <a:pt x="13080" y="2579"/>
                    <a:pt x="13080" y="2579"/>
                  </a:cubicBezTo>
                  <a:cubicBezTo>
                    <a:pt x="13166" y="2579"/>
                    <a:pt x="13166" y="2579"/>
                    <a:pt x="13166" y="2579"/>
                  </a:cubicBezTo>
                  <a:cubicBezTo>
                    <a:pt x="13252" y="2579"/>
                    <a:pt x="13252" y="2579"/>
                    <a:pt x="13252" y="2579"/>
                  </a:cubicBezTo>
                  <a:cubicBezTo>
                    <a:pt x="13252" y="2579"/>
                    <a:pt x="13252" y="2579"/>
                    <a:pt x="13252" y="2579"/>
                  </a:cubicBezTo>
                  <a:cubicBezTo>
                    <a:pt x="13338" y="2740"/>
                    <a:pt x="13338" y="2740"/>
                    <a:pt x="13338" y="2740"/>
                  </a:cubicBezTo>
                  <a:cubicBezTo>
                    <a:pt x="13510" y="2740"/>
                    <a:pt x="13510" y="2740"/>
                    <a:pt x="13510" y="2740"/>
                  </a:cubicBezTo>
                  <a:cubicBezTo>
                    <a:pt x="13510" y="2740"/>
                    <a:pt x="13510" y="2740"/>
                    <a:pt x="13510" y="2740"/>
                  </a:cubicBezTo>
                  <a:cubicBezTo>
                    <a:pt x="13596" y="2901"/>
                    <a:pt x="13596" y="2901"/>
                    <a:pt x="13596" y="2901"/>
                  </a:cubicBezTo>
                  <a:cubicBezTo>
                    <a:pt x="13682" y="2901"/>
                    <a:pt x="13682" y="2901"/>
                    <a:pt x="13682" y="2901"/>
                  </a:cubicBezTo>
                  <a:cubicBezTo>
                    <a:pt x="15231" y="4191"/>
                    <a:pt x="15231" y="4191"/>
                    <a:pt x="15231" y="4191"/>
                  </a:cubicBezTo>
                  <a:cubicBezTo>
                    <a:pt x="15317" y="4352"/>
                    <a:pt x="15317" y="4352"/>
                    <a:pt x="15317" y="4352"/>
                  </a:cubicBezTo>
                  <a:cubicBezTo>
                    <a:pt x="15576" y="4674"/>
                    <a:pt x="15576" y="4674"/>
                    <a:pt x="15576" y="4674"/>
                  </a:cubicBezTo>
                  <a:cubicBezTo>
                    <a:pt x="15834" y="6608"/>
                    <a:pt x="15834" y="6608"/>
                    <a:pt x="15834" y="6608"/>
                  </a:cubicBezTo>
                  <a:cubicBezTo>
                    <a:pt x="15748" y="7576"/>
                    <a:pt x="15748" y="7576"/>
                    <a:pt x="15748" y="7576"/>
                  </a:cubicBezTo>
                  <a:cubicBezTo>
                    <a:pt x="15748" y="7576"/>
                    <a:pt x="15748" y="7576"/>
                    <a:pt x="15748" y="7576"/>
                  </a:cubicBezTo>
                  <a:cubicBezTo>
                    <a:pt x="15662" y="7737"/>
                    <a:pt x="15662" y="7737"/>
                    <a:pt x="15662" y="7737"/>
                  </a:cubicBezTo>
                  <a:cubicBezTo>
                    <a:pt x="15662" y="7898"/>
                    <a:pt x="15662" y="7898"/>
                    <a:pt x="15662" y="7898"/>
                  </a:cubicBezTo>
                  <a:cubicBezTo>
                    <a:pt x="15490" y="8059"/>
                    <a:pt x="15490" y="8059"/>
                    <a:pt x="15490" y="8059"/>
                  </a:cubicBezTo>
                  <a:cubicBezTo>
                    <a:pt x="15403" y="8220"/>
                    <a:pt x="15403" y="8220"/>
                    <a:pt x="15403" y="8220"/>
                  </a:cubicBezTo>
                  <a:cubicBezTo>
                    <a:pt x="15490" y="8382"/>
                    <a:pt x="15490" y="8382"/>
                    <a:pt x="15490" y="8382"/>
                  </a:cubicBezTo>
                  <a:cubicBezTo>
                    <a:pt x="16780" y="7737"/>
                    <a:pt x="16780" y="7737"/>
                    <a:pt x="16780" y="7737"/>
                  </a:cubicBezTo>
                  <a:cubicBezTo>
                    <a:pt x="16952" y="7737"/>
                    <a:pt x="16952" y="7737"/>
                    <a:pt x="16952" y="7737"/>
                  </a:cubicBezTo>
                  <a:cubicBezTo>
                    <a:pt x="16952" y="7414"/>
                    <a:pt x="16952" y="7414"/>
                    <a:pt x="16952" y="7414"/>
                  </a:cubicBezTo>
                  <a:cubicBezTo>
                    <a:pt x="17727" y="7092"/>
                    <a:pt x="17727" y="7092"/>
                    <a:pt x="17727" y="7092"/>
                  </a:cubicBezTo>
                  <a:cubicBezTo>
                    <a:pt x="17985" y="6608"/>
                    <a:pt x="17985" y="6608"/>
                    <a:pt x="17985" y="6608"/>
                  </a:cubicBezTo>
                  <a:cubicBezTo>
                    <a:pt x="18071" y="6608"/>
                    <a:pt x="18071" y="6608"/>
                    <a:pt x="18071" y="6608"/>
                  </a:cubicBezTo>
                  <a:cubicBezTo>
                    <a:pt x="18157" y="6447"/>
                    <a:pt x="18157" y="6447"/>
                    <a:pt x="18157" y="6447"/>
                  </a:cubicBezTo>
                  <a:cubicBezTo>
                    <a:pt x="18329" y="6286"/>
                    <a:pt x="18329" y="6286"/>
                    <a:pt x="18329" y="6286"/>
                  </a:cubicBezTo>
                  <a:cubicBezTo>
                    <a:pt x="18415" y="6125"/>
                    <a:pt x="18415" y="6125"/>
                    <a:pt x="18415" y="6125"/>
                  </a:cubicBezTo>
                  <a:cubicBezTo>
                    <a:pt x="18501" y="6125"/>
                    <a:pt x="18501" y="6125"/>
                    <a:pt x="18501" y="6125"/>
                  </a:cubicBezTo>
                  <a:cubicBezTo>
                    <a:pt x="18588" y="5964"/>
                    <a:pt x="18588" y="5964"/>
                    <a:pt x="18588" y="5964"/>
                  </a:cubicBezTo>
                  <a:cubicBezTo>
                    <a:pt x="18760" y="5964"/>
                    <a:pt x="18760" y="5964"/>
                    <a:pt x="18760" y="5964"/>
                  </a:cubicBezTo>
                  <a:cubicBezTo>
                    <a:pt x="19878" y="5964"/>
                    <a:pt x="19878" y="5964"/>
                    <a:pt x="19878" y="5964"/>
                  </a:cubicBezTo>
                  <a:cubicBezTo>
                    <a:pt x="19964" y="5802"/>
                    <a:pt x="19964" y="5802"/>
                    <a:pt x="19964" y="5802"/>
                  </a:cubicBezTo>
                  <a:cubicBezTo>
                    <a:pt x="19964" y="5802"/>
                    <a:pt x="19964" y="5802"/>
                    <a:pt x="19964" y="5802"/>
                  </a:cubicBezTo>
                  <a:cubicBezTo>
                    <a:pt x="19964" y="5802"/>
                    <a:pt x="19964" y="5802"/>
                    <a:pt x="19964" y="5802"/>
                  </a:cubicBezTo>
                  <a:cubicBezTo>
                    <a:pt x="20050" y="5802"/>
                    <a:pt x="20050" y="5802"/>
                    <a:pt x="20050" y="5802"/>
                  </a:cubicBezTo>
                  <a:cubicBezTo>
                    <a:pt x="20137" y="5802"/>
                    <a:pt x="20137" y="5802"/>
                    <a:pt x="20137" y="5802"/>
                  </a:cubicBezTo>
                  <a:cubicBezTo>
                    <a:pt x="20137" y="5802"/>
                    <a:pt x="20137" y="5802"/>
                    <a:pt x="20137" y="5802"/>
                  </a:cubicBezTo>
                  <a:cubicBezTo>
                    <a:pt x="20137" y="5641"/>
                    <a:pt x="20137" y="5641"/>
                    <a:pt x="20137" y="5641"/>
                  </a:cubicBezTo>
                  <a:cubicBezTo>
                    <a:pt x="20309" y="5480"/>
                    <a:pt x="20309" y="5480"/>
                    <a:pt x="20309" y="5480"/>
                  </a:cubicBezTo>
                  <a:cubicBezTo>
                    <a:pt x="20309" y="5319"/>
                    <a:pt x="20309" y="5319"/>
                    <a:pt x="20309" y="5319"/>
                  </a:cubicBezTo>
                  <a:cubicBezTo>
                    <a:pt x="20481" y="5158"/>
                    <a:pt x="20481" y="5158"/>
                    <a:pt x="20481" y="5158"/>
                  </a:cubicBezTo>
                  <a:cubicBezTo>
                    <a:pt x="20481" y="4997"/>
                    <a:pt x="20481" y="4997"/>
                    <a:pt x="20481" y="4997"/>
                  </a:cubicBezTo>
                  <a:cubicBezTo>
                    <a:pt x="20481" y="4835"/>
                    <a:pt x="20481" y="4835"/>
                    <a:pt x="20481" y="4835"/>
                  </a:cubicBezTo>
                  <a:cubicBezTo>
                    <a:pt x="20567" y="4835"/>
                    <a:pt x="20567" y="4835"/>
                    <a:pt x="20567" y="4835"/>
                  </a:cubicBezTo>
                  <a:cubicBezTo>
                    <a:pt x="20567" y="4674"/>
                    <a:pt x="20567" y="4674"/>
                    <a:pt x="20567" y="4674"/>
                  </a:cubicBezTo>
                  <a:cubicBezTo>
                    <a:pt x="20653" y="4513"/>
                    <a:pt x="20653" y="4513"/>
                    <a:pt x="20653" y="4513"/>
                  </a:cubicBezTo>
                  <a:cubicBezTo>
                    <a:pt x="20739" y="4352"/>
                    <a:pt x="20739" y="4352"/>
                    <a:pt x="20739" y="4352"/>
                  </a:cubicBezTo>
                  <a:cubicBezTo>
                    <a:pt x="20825" y="4191"/>
                    <a:pt x="20825" y="4191"/>
                    <a:pt x="20825" y="4191"/>
                  </a:cubicBezTo>
                  <a:cubicBezTo>
                    <a:pt x="20911" y="4029"/>
                    <a:pt x="20911" y="4029"/>
                    <a:pt x="20911" y="4029"/>
                  </a:cubicBezTo>
                  <a:cubicBezTo>
                    <a:pt x="20911" y="4029"/>
                    <a:pt x="20911" y="4029"/>
                    <a:pt x="20911" y="4029"/>
                  </a:cubicBezTo>
                  <a:cubicBezTo>
                    <a:pt x="20911" y="4191"/>
                    <a:pt x="20911" y="4191"/>
                    <a:pt x="20911" y="4191"/>
                  </a:cubicBezTo>
                  <a:cubicBezTo>
                    <a:pt x="20997" y="4191"/>
                    <a:pt x="20997" y="4191"/>
                    <a:pt x="20997" y="4191"/>
                  </a:cubicBezTo>
                  <a:cubicBezTo>
                    <a:pt x="21083" y="4191"/>
                    <a:pt x="21083" y="4191"/>
                    <a:pt x="21083" y="4191"/>
                  </a:cubicBezTo>
                  <a:cubicBezTo>
                    <a:pt x="21169" y="4191"/>
                    <a:pt x="21169" y="4191"/>
                    <a:pt x="21169" y="4191"/>
                  </a:cubicBezTo>
                  <a:cubicBezTo>
                    <a:pt x="21255" y="4191"/>
                    <a:pt x="21255" y="4191"/>
                    <a:pt x="21255" y="4191"/>
                  </a:cubicBezTo>
                  <a:cubicBezTo>
                    <a:pt x="21341" y="4352"/>
                    <a:pt x="21341" y="4352"/>
                    <a:pt x="21341" y="4352"/>
                  </a:cubicBezTo>
                  <a:cubicBezTo>
                    <a:pt x="21341" y="4674"/>
                    <a:pt x="21341" y="4674"/>
                    <a:pt x="21341" y="4674"/>
                  </a:cubicBezTo>
                  <a:cubicBezTo>
                    <a:pt x="21255" y="5480"/>
                    <a:pt x="21255" y="5480"/>
                    <a:pt x="21255" y="5480"/>
                  </a:cubicBezTo>
                  <a:cubicBezTo>
                    <a:pt x="21255" y="5480"/>
                    <a:pt x="21255" y="5480"/>
                    <a:pt x="21255" y="5480"/>
                  </a:cubicBezTo>
                  <a:cubicBezTo>
                    <a:pt x="21255" y="5480"/>
                    <a:pt x="21255" y="5480"/>
                    <a:pt x="21255" y="5480"/>
                  </a:cubicBezTo>
                  <a:cubicBezTo>
                    <a:pt x="21341" y="5641"/>
                    <a:pt x="21341" y="5641"/>
                    <a:pt x="21341" y="5641"/>
                  </a:cubicBezTo>
                  <a:cubicBezTo>
                    <a:pt x="21341" y="5641"/>
                    <a:pt x="21341" y="5641"/>
                    <a:pt x="21341" y="5641"/>
                  </a:cubicBezTo>
                  <a:cubicBezTo>
                    <a:pt x="21341" y="5802"/>
                    <a:pt x="21341" y="5802"/>
                    <a:pt x="21341" y="5802"/>
                  </a:cubicBezTo>
                  <a:cubicBezTo>
                    <a:pt x="21341" y="5802"/>
                    <a:pt x="21341" y="5802"/>
                    <a:pt x="21341" y="5802"/>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513" y="6125"/>
                    <a:pt x="21513" y="6125"/>
                    <a:pt x="21513" y="6125"/>
                  </a:cubicBezTo>
                  <a:cubicBezTo>
                    <a:pt x="21513" y="6286"/>
                    <a:pt x="21513" y="6286"/>
                    <a:pt x="21513" y="6286"/>
                  </a:cubicBezTo>
                  <a:cubicBezTo>
                    <a:pt x="21513" y="6447"/>
                    <a:pt x="21513" y="6447"/>
                    <a:pt x="21513" y="6447"/>
                  </a:cubicBezTo>
                  <a:cubicBezTo>
                    <a:pt x="21513" y="6286"/>
                    <a:pt x="21513" y="6286"/>
                    <a:pt x="21513" y="6286"/>
                  </a:cubicBezTo>
                  <a:cubicBezTo>
                    <a:pt x="21600" y="6447"/>
                    <a:pt x="21600" y="6447"/>
                    <a:pt x="21600" y="6447"/>
                  </a:cubicBezTo>
                  <a:cubicBezTo>
                    <a:pt x="21600" y="6447"/>
                    <a:pt x="21600" y="6447"/>
                    <a:pt x="21600" y="6447"/>
                  </a:cubicBezTo>
                  <a:cubicBezTo>
                    <a:pt x="21513" y="6447"/>
                    <a:pt x="21513" y="6447"/>
                    <a:pt x="21513" y="6447"/>
                  </a:cubicBezTo>
                  <a:cubicBezTo>
                    <a:pt x="21513" y="6447"/>
                    <a:pt x="21513" y="6447"/>
                    <a:pt x="21513" y="6447"/>
                  </a:cubicBezTo>
                  <a:cubicBezTo>
                    <a:pt x="21427" y="6608"/>
                    <a:pt x="21427" y="6608"/>
                    <a:pt x="21427" y="6608"/>
                  </a:cubicBezTo>
                  <a:cubicBezTo>
                    <a:pt x="21341" y="6447"/>
                    <a:pt x="21341" y="6447"/>
                    <a:pt x="21341" y="6447"/>
                  </a:cubicBezTo>
                  <a:cubicBezTo>
                    <a:pt x="21255" y="6608"/>
                    <a:pt x="21255" y="6608"/>
                    <a:pt x="21255" y="6608"/>
                  </a:cubicBezTo>
                  <a:cubicBezTo>
                    <a:pt x="21255" y="6608"/>
                    <a:pt x="21255" y="6608"/>
                    <a:pt x="21255" y="6608"/>
                  </a:cubicBezTo>
                  <a:cubicBezTo>
                    <a:pt x="21169" y="6608"/>
                    <a:pt x="21169" y="6608"/>
                    <a:pt x="21169" y="6608"/>
                  </a:cubicBezTo>
                  <a:cubicBezTo>
                    <a:pt x="21083" y="6770"/>
                    <a:pt x="21083" y="6770"/>
                    <a:pt x="21083" y="6770"/>
                  </a:cubicBezTo>
                  <a:cubicBezTo>
                    <a:pt x="21083" y="6770"/>
                    <a:pt x="21083" y="6770"/>
                    <a:pt x="21083" y="6770"/>
                  </a:cubicBezTo>
                  <a:cubicBezTo>
                    <a:pt x="20997" y="6608"/>
                    <a:pt x="20997" y="6608"/>
                    <a:pt x="20997" y="6608"/>
                  </a:cubicBezTo>
                  <a:cubicBezTo>
                    <a:pt x="20911" y="6608"/>
                    <a:pt x="20911" y="6608"/>
                    <a:pt x="20911" y="6608"/>
                  </a:cubicBezTo>
                  <a:cubicBezTo>
                    <a:pt x="20911" y="6770"/>
                    <a:pt x="20911" y="6770"/>
                    <a:pt x="20911" y="6770"/>
                  </a:cubicBezTo>
                  <a:cubicBezTo>
                    <a:pt x="20825" y="6770"/>
                    <a:pt x="20825" y="6770"/>
                    <a:pt x="20825" y="6770"/>
                  </a:cubicBezTo>
                  <a:cubicBezTo>
                    <a:pt x="20825" y="6608"/>
                    <a:pt x="20825" y="6608"/>
                    <a:pt x="20825" y="6608"/>
                  </a:cubicBezTo>
                  <a:cubicBezTo>
                    <a:pt x="20825" y="6447"/>
                    <a:pt x="20825" y="6447"/>
                    <a:pt x="20825" y="6447"/>
                  </a:cubicBezTo>
                  <a:cubicBezTo>
                    <a:pt x="20739" y="6770"/>
                    <a:pt x="20739" y="6770"/>
                    <a:pt x="20739" y="6770"/>
                  </a:cubicBezTo>
                  <a:cubicBezTo>
                    <a:pt x="20653" y="6931"/>
                    <a:pt x="20653" y="6931"/>
                    <a:pt x="20653" y="6931"/>
                  </a:cubicBezTo>
                  <a:cubicBezTo>
                    <a:pt x="20567" y="6931"/>
                    <a:pt x="20567" y="6931"/>
                    <a:pt x="20567" y="6931"/>
                  </a:cubicBezTo>
                  <a:cubicBezTo>
                    <a:pt x="20567" y="6931"/>
                    <a:pt x="20567" y="6931"/>
                    <a:pt x="20567" y="6931"/>
                  </a:cubicBezTo>
                  <a:cubicBezTo>
                    <a:pt x="20567" y="7092"/>
                    <a:pt x="20567" y="7092"/>
                    <a:pt x="20567" y="7092"/>
                  </a:cubicBezTo>
                  <a:cubicBezTo>
                    <a:pt x="20481" y="7092"/>
                    <a:pt x="20481" y="7092"/>
                    <a:pt x="20481" y="7092"/>
                  </a:cubicBezTo>
                  <a:cubicBezTo>
                    <a:pt x="20481" y="6931"/>
                    <a:pt x="20481" y="6931"/>
                    <a:pt x="20481" y="6931"/>
                  </a:cubicBezTo>
                  <a:cubicBezTo>
                    <a:pt x="20395" y="7092"/>
                    <a:pt x="20395" y="7092"/>
                    <a:pt x="20395" y="7092"/>
                  </a:cubicBezTo>
                  <a:cubicBezTo>
                    <a:pt x="20395" y="7092"/>
                    <a:pt x="20395" y="7092"/>
                    <a:pt x="20395" y="7092"/>
                  </a:cubicBezTo>
                  <a:cubicBezTo>
                    <a:pt x="20309" y="7092"/>
                    <a:pt x="20309" y="7092"/>
                    <a:pt x="20309" y="7092"/>
                  </a:cubicBezTo>
                  <a:cubicBezTo>
                    <a:pt x="20309" y="7092"/>
                    <a:pt x="20309" y="7092"/>
                    <a:pt x="20309" y="7092"/>
                  </a:cubicBezTo>
                  <a:cubicBezTo>
                    <a:pt x="20309" y="7092"/>
                    <a:pt x="20309" y="7092"/>
                    <a:pt x="20309" y="7092"/>
                  </a:cubicBezTo>
                  <a:cubicBezTo>
                    <a:pt x="20223" y="7092"/>
                    <a:pt x="20223" y="7092"/>
                    <a:pt x="20223" y="7092"/>
                  </a:cubicBezTo>
                  <a:cubicBezTo>
                    <a:pt x="20223" y="7253"/>
                    <a:pt x="20223" y="7253"/>
                    <a:pt x="20223" y="7253"/>
                  </a:cubicBezTo>
                  <a:cubicBezTo>
                    <a:pt x="20050" y="7414"/>
                    <a:pt x="20050" y="7414"/>
                    <a:pt x="20050" y="7414"/>
                  </a:cubicBezTo>
                  <a:cubicBezTo>
                    <a:pt x="20050" y="7737"/>
                    <a:pt x="20050" y="7737"/>
                    <a:pt x="20050" y="7737"/>
                  </a:cubicBezTo>
                  <a:cubicBezTo>
                    <a:pt x="19964" y="7898"/>
                    <a:pt x="19964" y="7898"/>
                    <a:pt x="19964" y="7898"/>
                  </a:cubicBezTo>
                  <a:cubicBezTo>
                    <a:pt x="19964" y="7898"/>
                    <a:pt x="19964" y="7898"/>
                    <a:pt x="19964" y="7898"/>
                  </a:cubicBezTo>
                  <a:cubicBezTo>
                    <a:pt x="19878" y="7898"/>
                    <a:pt x="19878" y="7898"/>
                    <a:pt x="19878" y="7898"/>
                  </a:cubicBezTo>
                  <a:cubicBezTo>
                    <a:pt x="19878" y="8059"/>
                    <a:pt x="19878" y="8059"/>
                    <a:pt x="19878" y="8059"/>
                  </a:cubicBezTo>
                  <a:cubicBezTo>
                    <a:pt x="19964" y="8059"/>
                    <a:pt x="19964" y="8059"/>
                    <a:pt x="19964" y="8059"/>
                  </a:cubicBezTo>
                  <a:cubicBezTo>
                    <a:pt x="19964" y="8220"/>
                    <a:pt x="19964" y="8220"/>
                    <a:pt x="19964" y="8220"/>
                  </a:cubicBezTo>
                  <a:cubicBezTo>
                    <a:pt x="19792" y="8382"/>
                    <a:pt x="19792" y="8382"/>
                    <a:pt x="19792" y="8382"/>
                  </a:cubicBezTo>
                  <a:cubicBezTo>
                    <a:pt x="19792" y="8382"/>
                    <a:pt x="19792" y="8382"/>
                    <a:pt x="19792" y="8382"/>
                  </a:cubicBezTo>
                  <a:cubicBezTo>
                    <a:pt x="19964" y="8543"/>
                    <a:pt x="19964" y="8543"/>
                    <a:pt x="19964" y="8543"/>
                  </a:cubicBezTo>
                  <a:cubicBezTo>
                    <a:pt x="19964" y="8704"/>
                    <a:pt x="19964" y="8704"/>
                    <a:pt x="19964" y="8704"/>
                  </a:cubicBezTo>
                  <a:cubicBezTo>
                    <a:pt x="19964" y="8865"/>
                    <a:pt x="19964" y="8865"/>
                    <a:pt x="19964" y="8865"/>
                  </a:cubicBezTo>
                  <a:cubicBezTo>
                    <a:pt x="20050" y="8865"/>
                    <a:pt x="20050" y="8865"/>
                    <a:pt x="20050" y="8865"/>
                  </a:cubicBezTo>
                  <a:cubicBezTo>
                    <a:pt x="20137" y="8704"/>
                    <a:pt x="20137" y="8704"/>
                    <a:pt x="20137" y="8704"/>
                  </a:cubicBezTo>
                  <a:cubicBezTo>
                    <a:pt x="20137" y="8543"/>
                    <a:pt x="20137" y="8543"/>
                    <a:pt x="20137" y="8543"/>
                  </a:cubicBezTo>
                  <a:cubicBezTo>
                    <a:pt x="20137" y="8543"/>
                    <a:pt x="20137" y="8543"/>
                    <a:pt x="20137" y="8543"/>
                  </a:cubicBezTo>
                  <a:cubicBezTo>
                    <a:pt x="20223" y="8704"/>
                    <a:pt x="20223" y="8704"/>
                    <a:pt x="20223" y="8704"/>
                  </a:cubicBezTo>
                  <a:cubicBezTo>
                    <a:pt x="20137" y="8865"/>
                    <a:pt x="20137" y="8865"/>
                    <a:pt x="20137" y="8865"/>
                  </a:cubicBezTo>
                  <a:cubicBezTo>
                    <a:pt x="19964" y="9026"/>
                    <a:pt x="19964" y="9026"/>
                    <a:pt x="19964" y="9026"/>
                  </a:cubicBezTo>
                  <a:cubicBezTo>
                    <a:pt x="19878" y="9026"/>
                    <a:pt x="19878" y="9026"/>
                    <a:pt x="19878" y="9026"/>
                  </a:cubicBezTo>
                  <a:cubicBezTo>
                    <a:pt x="19878" y="8865"/>
                    <a:pt x="19878" y="8865"/>
                    <a:pt x="19878" y="8865"/>
                  </a:cubicBezTo>
                  <a:cubicBezTo>
                    <a:pt x="19878" y="8865"/>
                    <a:pt x="19878" y="8865"/>
                    <a:pt x="19878" y="8865"/>
                  </a:cubicBezTo>
                  <a:cubicBezTo>
                    <a:pt x="19792" y="9026"/>
                    <a:pt x="19792" y="9026"/>
                    <a:pt x="19792" y="9026"/>
                  </a:cubicBezTo>
                  <a:cubicBezTo>
                    <a:pt x="19706" y="9188"/>
                    <a:pt x="19706" y="9188"/>
                    <a:pt x="19706" y="9188"/>
                  </a:cubicBezTo>
                  <a:cubicBezTo>
                    <a:pt x="19706" y="9188"/>
                    <a:pt x="19706" y="9188"/>
                    <a:pt x="19706" y="9188"/>
                  </a:cubicBezTo>
                  <a:cubicBezTo>
                    <a:pt x="19706" y="9026"/>
                    <a:pt x="19706" y="9026"/>
                    <a:pt x="19706" y="9026"/>
                  </a:cubicBezTo>
                  <a:cubicBezTo>
                    <a:pt x="19706" y="8865"/>
                    <a:pt x="19706" y="8865"/>
                    <a:pt x="19706" y="8865"/>
                  </a:cubicBezTo>
                  <a:cubicBezTo>
                    <a:pt x="19620" y="8704"/>
                    <a:pt x="19620" y="8704"/>
                    <a:pt x="19620" y="8704"/>
                  </a:cubicBezTo>
                  <a:cubicBezTo>
                    <a:pt x="19620" y="8865"/>
                    <a:pt x="19620" y="8865"/>
                    <a:pt x="19620" y="8865"/>
                  </a:cubicBezTo>
                  <a:cubicBezTo>
                    <a:pt x="19620" y="9026"/>
                    <a:pt x="19620" y="9026"/>
                    <a:pt x="19620" y="9026"/>
                  </a:cubicBezTo>
                  <a:cubicBezTo>
                    <a:pt x="19620" y="9188"/>
                    <a:pt x="19620" y="9188"/>
                    <a:pt x="19620" y="9188"/>
                  </a:cubicBezTo>
                  <a:cubicBezTo>
                    <a:pt x="19620" y="9188"/>
                    <a:pt x="19620" y="9188"/>
                    <a:pt x="19620" y="9188"/>
                  </a:cubicBezTo>
                  <a:cubicBezTo>
                    <a:pt x="19448" y="9188"/>
                    <a:pt x="19448" y="9188"/>
                    <a:pt x="19448" y="9188"/>
                  </a:cubicBezTo>
                  <a:cubicBezTo>
                    <a:pt x="19362" y="9188"/>
                    <a:pt x="19362" y="9188"/>
                    <a:pt x="19362" y="9188"/>
                  </a:cubicBezTo>
                  <a:cubicBezTo>
                    <a:pt x="19276" y="9188"/>
                    <a:pt x="19276" y="9188"/>
                    <a:pt x="19276" y="9188"/>
                  </a:cubicBezTo>
                  <a:cubicBezTo>
                    <a:pt x="19104" y="9188"/>
                    <a:pt x="19104" y="9188"/>
                    <a:pt x="19104" y="9188"/>
                  </a:cubicBezTo>
                  <a:cubicBezTo>
                    <a:pt x="19104" y="9188"/>
                    <a:pt x="19104" y="9188"/>
                    <a:pt x="19104" y="9188"/>
                  </a:cubicBezTo>
                  <a:cubicBezTo>
                    <a:pt x="19018" y="9188"/>
                    <a:pt x="19018" y="9188"/>
                    <a:pt x="19018" y="9188"/>
                  </a:cubicBezTo>
                  <a:cubicBezTo>
                    <a:pt x="18932" y="9349"/>
                    <a:pt x="18932" y="9349"/>
                    <a:pt x="18932" y="9349"/>
                  </a:cubicBezTo>
                  <a:cubicBezTo>
                    <a:pt x="18846" y="9349"/>
                    <a:pt x="18846" y="9349"/>
                    <a:pt x="18846" y="9349"/>
                  </a:cubicBezTo>
                  <a:cubicBezTo>
                    <a:pt x="18760" y="9510"/>
                    <a:pt x="18760" y="9510"/>
                    <a:pt x="18760" y="9510"/>
                  </a:cubicBezTo>
                  <a:cubicBezTo>
                    <a:pt x="18674" y="9510"/>
                    <a:pt x="18674" y="9510"/>
                    <a:pt x="18674" y="9510"/>
                  </a:cubicBezTo>
                  <a:cubicBezTo>
                    <a:pt x="18588" y="9510"/>
                    <a:pt x="18588" y="9510"/>
                    <a:pt x="18588" y="9510"/>
                  </a:cubicBezTo>
                  <a:cubicBezTo>
                    <a:pt x="18588" y="9671"/>
                    <a:pt x="18588" y="9671"/>
                    <a:pt x="18588" y="9671"/>
                  </a:cubicBezTo>
                  <a:cubicBezTo>
                    <a:pt x="18501" y="9832"/>
                    <a:pt x="18501" y="9832"/>
                    <a:pt x="18501" y="9832"/>
                  </a:cubicBezTo>
                  <a:cubicBezTo>
                    <a:pt x="18501" y="9832"/>
                    <a:pt x="18501" y="9832"/>
                    <a:pt x="18501" y="9832"/>
                  </a:cubicBezTo>
                  <a:cubicBezTo>
                    <a:pt x="18588" y="9832"/>
                    <a:pt x="18588" y="9832"/>
                    <a:pt x="18588" y="9832"/>
                  </a:cubicBezTo>
                  <a:cubicBezTo>
                    <a:pt x="18588" y="9994"/>
                    <a:pt x="18588" y="9994"/>
                    <a:pt x="18588" y="9994"/>
                  </a:cubicBezTo>
                  <a:cubicBezTo>
                    <a:pt x="18501" y="10155"/>
                    <a:pt x="18501" y="10155"/>
                    <a:pt x="18501" y="10155"/>
                  </a:cubicBezTo>
                  <a:cubicBezTo>
                    <a:pt x="18501" y="10155"/>
                    <a:pt x="18501" y="10155"/>
                    <a:pt x="18501" y="10155"/>
                  </a:cubicBezTo>
                  <a:cubicBezTo>
                    <a:pt x="18501" y="10316"/>
                    <a:pt x="18501" y="10316"/>
                    <a:pt x="18501" y="10316"/>
                  </a:cubicBezTo>
                  <a:cubicBezTo>
                    <a:pt x="18501" y="10316"/>
                    <a:pt x="18501" y="10316"/>
                    <a:pt x="18501" y="10316"/>
                  </a:cubicBezTo>
                  <a:cubicBezTo>
                    <a:pt x="18501" y="10316"/>
                    <a:pt x="18501" y="10316"/>
                    <a:pt x="18501" y="10316"/>
                  </a:cubicBezTo>
                  <a:cubicBezTo>
                    <a:pt x="18415" y="10477"/>
                    <a:pt x="18415" y="10477"/>
                    <a:pt x="18415" y="10477"/>
                  </a:cubicBezTo>
                  <a:cubicBezTo>
                    <a:pt x="18415" y="10477"/>
                    <a:pt x="18415" y="10477"/>
                    <a:pt x="18415" y="10477"/>
                  </a:cubicBezTo>
                  <a:cubicBezTo>
                    <a:pt x="18415" y="10638"/>
                    <a:pt x="18415" y="10638"/>
                    <a:pt x="18415" y="10638"/>
                  </a:cubicBezTo>
                  <a:cubicBezTo>
                    <a:pt x="18329" y="10800"/>
                    <a:pt x="18329" y="10800"/>
                    <a:pt x="18329" y="10800"/>
                  </a:cubicBezTo>
                  <a:cubicBezTo>
                    <a:pt x="18329" y="10800"/>
                    <a:pt x="18329" y="10800"/>
                    <a:pt x="18329" y="10800"/>
                  </a:cubicBezTo>
                  <a:cubicBezTo>
                    <a:pt x="18243" y="10961"/>
                    <a:pt x="18243" y="10961"/>
                    <a:pt x="18243" y="10961"/>
                  </a:cubicBezTo>
                  <a:cubicBezTo>
                    <a:pt x="18243" y="10961"/>
                    <a:pt x="18243" y="10961"/>
                    <a:pt x="18243" y="10961"/>
                  </a:cubicBezTo>
                  <a:cubicBezTo>
                    <a:pt x="18243" y="10961"/>
                    <a:pt x="18243" y="10961"/>
                    <a:pt x="18243" y="10961"/>
                  </a:cubicBezTo>
                  <a:cubicBezTo>
                    <a:pt x="18157" y="11122"/>
                    <a:pt x="18157" y="11122"/>
                    <a:pt x="18157" y="11122"/>
                  </a:cubicBezTo>
                  <a:cubicBezTo>
                    <a:pt x="18157" y="11122"/>
                    <a:pt x="18157" y="11122"/>
                    <a:pt x="18157" y="11122"/>
                  </a:cubicBezTo>
                  <a:cubicBezTo>
                    <a:pt x="18071" y="11122"/>
                    <a:pt x="18071" y="11122"/>
                    <a:pt x="18071" y="11122"/>
                  </a:cubicBezTo>
                  <a:cubicBezTo>
                    <a:pt x="18157" y="10961"/>
                    <a:pt x="18157" y="10961"/>
                    <a:pt x="18157" y="10961"/>
                  </a:cubicBezTo>
                  <a:cubicBezTo>
                    <a:pt x="18157" y="10961"/>
                    <a:pt x="18157" y="10961"/>
                    <a:pt x="18157" y="10961"/>
                  </a:cubicBezTo>
                  <a:cubicBezTo>
                    <a:pt x="18071" y="10961"/>
                    <a:pt x="18071" y="10961"/>
                    <a:pt x="18071" y="10961"/>
                  </a:cubicBezTo>
                  <a:cubicBezTo>
                    <a:pt x="17985" y="10800"/>
                    <a:pt x="17985" y="10800"/>
                    <a:pt x="17985" y="10800"/>
                  </a:cubicBezTo>
                  <a:cubicBezTo>
                    <a:pt x="17899" y="10638"/>
                    <a:pt x="17899" y="10638"/>
                    <a:pt x="17899" y="10638"/>
                  </a:cubicBezTo>
                  <a:cubicBezTo>
                    <a:pt x="17985" y="10638"/>
                    <a:pt x="17985" y="10638"/>
                    <a:pt x="17985" y="10638"/>
                  </a:cubicBezTo>
                  <a:cubicBezTo>
                    <a:pt x="18071" y="10316"/>
                    <a:pt x="18071" y="10316"/>
                    <a:pt x="18071" y="10316"/>
                  </a:cubicBezTo>
                  <a:cubicBezTo>
                    <a:pt x="17985" y="10477"/>
                    <a:pt x="17985" y="10477"/>
                    <a:pt x="17985" y="10477"/>
                  </a:cubicBezTo>
                  <a:cubicBezTo>
                    <a:pt x="17899" y="10477"/>
                    <a:pt x="17899" y="10477"/>
                    <a:pt x="17899" y="10477"/>
                  </a:cubicBezTo>
                  <a:cubicBezTo>
                    <a:pt x="17899" y="10638"/>
                    <a:pt x="17899" y="10638"/>
                    <a:pt x="17899" y="10638"/>
                  </a:cubicBezTo>
                  <a:cubicBezTo>
                    <a:pt x="17899" y="10800"/>
                    <a:pt x="17899" y="10800"/>
                    <a:pt x="17899" y="10800"/>
                  </a:cubicBezTo>
                  <a:cubicBezTo>
                    <a:pt x="17985" y="10800"/>
                    <a:pt x="17985" y="10800"/>
                    <a:pt x="17985" y="10800"/>
                  </a:cubicBezTo>
                  <a:cubicBezTo>
                    <a:pt x="17985" y="10961"/>
                    <a:pt x="17985" y="10961"/>
                    <a:pt x="17985" y="10961"/>
                  </a:cubicBezTo>
                  <a:cubicBezTo>
                    <a:pt x="17985" y="11122"/>
                    <a:pt x="17985" y="11122"/>
                    <a:pt x="17985" y="11122"/>
                  </a:cubicBezTo>
                  <a:cubicBezTo>
                    <a:pt x="18071" y="11283"/>
                    <a:pt x="18071" y="11283"/>
                    <a:pt x="18071" y="11283"/>
                  </a:cubicBezTo>
                  <a:cubicBezTo>
                    <a:pt x="18071" y="11444"/>
                    <a:pt x="18071" y="11444"/>
                    <a:pt x="18071" y="11444"/>
                  </a:cubicBezTo>
                  <a:cubicBezTo>
                    <a:pt x="17985" y="11767"/>
                    <a:pt x="17985" y="11767"/>
                    <a:pt x="17985" y="11767"/>
                  </a:cubicBezTo>
                  <a:cubicBezTo>
                    <a:pt x="17899" y="11767"/>
                    <a:pt x="17899" y="11767"/>
                    <a:pt x="17899" y="11767"/>
                  </a:cubicBezTo>
                  <a:cubicBezTo>
                    <a:pt x="17813" y="12089"/>
                    <a:pt x="17813" y="12089"/>
                    <a:pt x="17813" y="12089"/>
                  </a:cubicBezTo>
                  <a:cubicBezTo>
                    <a:pt x="17813" y="12250"/>
                    <a:pt x="17813" y="12250"/>
                    <a:pt x="17813" y="12250"/>
                  </a:cubicBezTo>
                  <a:cubicBezTo>
                    <a:pt x="17813" y="12250"/>
                    <a:pt x="17813" y="12250"/>
                    <a:pt x="17813" y="12250"/>
                  </a:cubicBezTo>
                  <a:cubicBezTo>
                    <a:pt x="17727" y="12250"/>
                    <a:pt x="17727" y="12250"/>
                    <a:pt x="17727" y="12250"/>
                  </a:cubicBezTo>
                  <a:cubicBezTo>
                    <a:pt x="17727" y="12250"/>
                    <a:pt x="17727" y="12250"/>
                    <a:pt x="17727" y="12250"/>
                  </a:cubicBezTo>
                  <a:cubicBezTo>
                    <a:pt x="17727" y="12250"/>
                    <a:pt x="17727" y="12250"/>
                    <a:pt x="17727" y="12250"/>
                  </a:cubicBezTo>
                  <a:cubicBezTo>
                    <a:pt x="17641" y="12411"/>
                    <a:pt x="17641" y="12411"/>
                    <a:pt x="17641" y="12411"/>
                  </a:cubicBezTo>
                  <a:cubicBezTo>
                    <a:pt x="17641" y="12573"/>
                    <a:pt x="17641" y="12573"/>
                    <a:pt x="17641" y="12573"/>
                  </a:cubicBezTo>
                  <a:cubicBezTo>
                    <a:pt x="17641" y="12573"/>
                    <a:pt x="17641" y="12573"/>
                    <a:pt x="17641" y="12573"/>
                  </a:cubicBezTo>
                  <a:cubicBezTo>
                    <a:pt x="17641" y="12411"/>
                    <a:pt x="17641" y="12411"/>
                    <a:pt x="17641" y="12411"/>
                  </a:cubicBezTo>
                  <a:cubicBezTo>
                    <a:pt x="17641" y="12250"/>
                    <a:pt x="17641" y="12250"/>
                    <a:pt x="17641" y="12250"/>
                  </a:cubicBezTo>
                  <a:cubicBezTo>
                    <a:pt x="17727" y="12250"/>
                    <a:pt x="17727" y="12250"/>
                    <a:pt x="17727" y="12250"/>
                  </a:cubicBezTo>
                  <a:cubicBezTo>
                    <a:pt x="17727" y="12089"/>
                    <a:pt x="17727" y="12089"/>
                    <a:pt x="17727" y="12089"/>
                  </a:cubicBezTo>
                  <a:cubicBezTo>
                    <a:pt x="17727" y="11928"/>
                    <a:pt x="17727" y="11928"/>
                    <a:pt x="17727" y="11928"/>
                  </a:cubicBezTo>
                  <a:cubicBezTo>
                    <a:pt x="17727" y="11928"/>
                    <a:pt x="17727" y="11928"/>
                    <a:pt x="17727" y="11928"/>
                  </a:cubicBezTo>
                  <a:cubicBezTo>
                    <a:pt x="17813" y="11928"/>
                    <a:pt x="17813" y="11928"/>
                    <a:pt x="17813" y="11928"/>
                  </a:cubicBezTo>
                  <a:cubicBezTo>
                    <a:pt x="17727" y="11928"/>
                    <a:pt x="17727" y="11928"/>
                    <a:pt x="17727" y="11928"/>
                  </a:cubicBezTo>
                  <a:cubicBezTo>
                    <a:pt x="17641" y="11767"/>
                    <a:pt x="17641" y="11767"/>
                    <a:pt x="17641" y="11767"/>
                  </a:cubicBezTo>
                  <a:cubicBezTo>
                    <a:pt x="17727" y="11767"/>
                    <a:pt x="17727" y="11767"/>
                    <a:pt x="17727" y="11767"/>
                  </a:cubicBezTo>
                  <a:cubicBezTo>
                    <a:pt x="17727" y="11767"/>
                    <a:pt x="17727" y="11767"/>
                    <a:pt x="17727" y="11767"/>
                  </a:cubicBezTo>
                  <a:cubicBezTo>
                    <a:pt x="17641" y="11767"/>
                    <a:pt x="17641" y="11767"/>
                    <a:pt x="17641" y="11767"/>
                  </a:cubicBezTo>
                  <a:cubicBezTo>
                    <a:pt x="17641" y="11605"/>
                    <a:pt x="17641" y="11605"/>
                    <a:pt x="17641" y="11605"/>
                  </a:cubicBezTo>
                  <a:cubicBezTo>
                    <a:pt x="17641" y="11767"/>
                    <a:pt x="17641" y="11767"/>
                    <a:pt x="17641" y="11767"/>
                  </a:cubicBezTo>
                  <a:cubicBezTo>
                    <a:pt x="17555" y="11605"/>
                    <a:pt x="17555" y="11605"/>
                    <a:pt x="17555" y="11605"/>
                  </a:cubicBezTo>
                  <a:cubicBezTo>
                    <a:pt x="17555" y="11444"/>
                    <a:pt x="17555" y="11444"/>
                    <a:pt x="17555" y="11444"/>
                  </a:cubicBezTo>
                  <a:cubicBezTo>
                    <a:pt x="17641" y="11283"/>
                    <a:pt x="17641" y="11283"/>
                    <a:pt x="17641" y="11283"/>
                  </a:cubicBezTo>
                  <a:cubicBezTo>
                    <a:pt x="17641" y="11122"/>
                    <a:pt x="17641" y="11122"/>
                    <a:pt x="17641" y="11122"/>
                  </a:cubicBezTo>
                  <a:cubicBezTo>
                    <a:pt x="17555" y="10961"/>
                    <a:pt x="17555" y="10961"/>
                    <a:pt x="17555" y="10961"/>
                  </a:cubicBezTo>
                  <a:cubicBezTo>
                    <a:pt x="17641" y="10800"/>
                    <a:pt x="17641" y="10800"/>
                    <a:pt x="17641" y="10800"/>
                  </a:cubicBezTo>
                  <a:cubicBezTo>
                    <a:pt x="17641" y="10800"/>
                    <a:pt x="17641" y="10800"/>
                    <a:pt x="17641" y="10800"/>
                  </a:cubicBezTo>
                  <a:cubicBezTo>
                    <a:pt x="17641" y="10800"/>
                    <a:pt x="17641" y="10800"/>
                    <a:pt x="17641" y="10800"/>
                  </a:cubicBezTo>
                  <a:cubicBezTo>
                    <a:pt x="17641" y="10638"/>
                    <a:pt x="17641" y="10638"/>
                    <a:pt x="17641" y="10638"/>
                  </a:cubicBezTo>
                  <a:cubicBezTo>
                    <a:pt x="17641" y="10638"/>
                    <a:pt x="17641" y="10638"/>
                    <a:pt x="17641" y="10638"/>
                  </a:cubicBezTo>
                  <a:cubicBezTo>
                    <a:pt x="17641" y="10638"/>
                    <a:pt x="17641" y="10638"/>
                    <a:pt x="17641" y="10638"/>
                  </a:cubicBezTo>
                  <a:cubicBezTo>
                    <a:pt x="17641" y="10800"/>
                    <a:pt x="17641" y="10800"/>
                    <a:pt x="17641" y="10800"/>
                  </a:cubicBezTo>
                  <a:cubicBezTo>
                    <a:pt x="17555" y="10800"/>
                    <a:pt x="17555" y="10800"/>
                    <a:pt x="17555" y="10800"/>
                  </a:cubicBezTo>
                  <a:cubicBezTo>
                    <a:pt x="17469" y="10961"/>
                    <a:pt x="17469" y="10961"/>
                    <a:pt x="17469" y="10961"/>
                  </a:cubicBezTo>
                  <a:cubicBezTo>
                    <a:pt x="17469" y="10961"/>
                    <a:pt x="17469" y="10961"/>
                    <a:pt x="17469" y="10961"/>
                  </a:cubicBezTo>
                  <a:cubicBezTo>
                    <a:pt x="17555" y="10961"/>
                    <a:pt x="17555" y="10961"/>
                    <a:pt x="17555" y="10961"/>
                  </a:cubicBezTo>
                  <a:cubicBezTo>
                    <a:pt x="17469" y="11122"/>
                    <a:pt x="17469" y="11122"/>
                    <a:pt x="17469" y="11122"/>
                  </a:cubicBezTo>
                  <a:cubicBezTo>
                    <a:pt x="17469" y="11283"/>
                    <a:pt x="17469" y="11283"/>
                    <a:pt x="17469" y="11283"/>
                  </a:cubicBezTo>
                  <a:cubicBezTo>
                    <a:pt x="17469" y="11283"/>
                    <a:pt x="17469" y="11283"/>
                    <a:pt x="17469" y="11283"/>
                  </a:cubicBezTo>
                  <a:cubicBezTo>
                    <a:pt x="17469" y="11444"/>
                    <a:pt x="17469" y="11444"/>
                    <a:pt x="17469" y="11444"/>
                  </a:cubicBezTo>
                  <a:cubicBezTo>
                    <a:pt x="17469" y="11605"/>
                    <a:pt x="17469" y="11605"/>
                    <a:pt x="17469" y="11605"/>
                  </a:cubicBezTo>
                  <a:cubicBezTo>
                    <a:pt x="17469" y="11767"/>
                    <a:pt x="17469" y="11767"/>
                    <a:pt x="17469" y="11767"/>
                  </a:cubicBezTo>
                  <a:cubicBezTo>
                    <a:pt x="17469" y="11767"/>
                    <a:pt x="17469" y="11767"/>
                    <a:pt x="17469" y="11767"/>
                  </a:cubicBezTo>
                  <a:cubicBezTo>
                    <a:pt x="17383" y="11605"/>
                    <a:pt x="17383" y="11605"/>
                    <a:pt x="17383" y="11605"/>
                  </a:cubicBezTo>
                  <a:cubicBezTo>
                    <a:pt x="17297" y="11605"/>
                    <a:pt x="17297" y="11605"/>
                    <a:pt x="17297" y="11605"/>
                  </a:cubicBezTo>
                  <a:cubicBezTo>
                    <a:pt x="17297" y="11444"/>
                    <a:pt x="17297" y="11444"/>
                    <a:pt x="17297" y="11444"/>
                  </a:cubicBezTo>
                  <a:cubicBezTo>
                    <a:pt x="17211" y="11444"/>
                    <a:pt x="17211" y="11444"/>
                    <a:pt x="17211" y="11444"/>
                  </a:cubicBezTo>
                  <a:cubicBezTo>
                    <a:pt x="17211" y="11444"/>
                    <a:pt x="17211" y="11444"/>
                    <a:pt x="17211" y="11444"/>
                  </a:cubicBezTo>
                  <a:cubicBezTo>
                    <a:pt x="17211" y="11283"/>
                    <a:pt x="17211" y="11283"/>
                    <a:pt x="17211" y="11283"/>
                  </a:cubicBezTo>
                  <a:cubicBezTo>
                    <a:pt x="17211" y="11283"/>
                    <a:pt x="17211" y="11283"/>
                    <a:pt x="17211" y="11283"/>
                  </a:cubicBezTo>
                  <a:cubicBezTo>
                    <a:pt x="17211" y="11444"/>
                    <a:pt x="17211" y="11444"/>
                    <a:pt x="17211" y="11444"/>
                  </a:cubicBezTo>
                  <a:cubicBezTo>
                    <a:pt x="17211" y="11444"/>
                    <a:pt x="17211" y="11444"/>
                    <a:pt x="17211" y="11444"/>
                  </a:cubicBezTo>
                  <a:cubicBezTo>
                    <a:pt x="17297" y="11605"/>
                    <a:pt x="17297" y="11605"/>
                    <a:pt x="17297" y="11605"/>
                  </a:cubicBezTo>
                  <a:cubicBezTo>
                    <a:pt x="17383" y="11767"/>
                    <a:pt x="17383" y="11767"/>
                    <a:pt x="17383" y="11767"/>
                  </a:cubicBezTo>
                  <a:cubicBezTo>
                    <a:pt x="17469" y="11928"/>
                    <a:pt x="17469" y="11928"/>
                    <a:pt x="17469" y="11928"/>
                  </a:cubicBezTo>
                  <a:cubicBezTo>
                    <a:pt x="17469" y="11928"/>
                    <a:pt x="17469" y="11928"/>
                    <a:pt x="17469" y="11928"/>
                  </a:cubicBezTo>
                  <a:cubicBezTo>
                    <a:pt x="17555" y="12089"/>
                    <a:pt x="17555" y="12089"/>
                    <a:pt x="17555" y="12089"/>
                  </a:cubicBezTo>
                  <a:cubicBezTo>
                    <a:pt x="17469" y="12250"/>
                    <a:pt x="17469" y="12250"/>
                    <a:pt x="17469" y="12250"/>
                  </a:cubicBezTo>
                  <a:cubicBezTo>
                    <a:pt x="17469" y="12089"/>
                    <a:pt x="17469" y="12089"/>
                    <a:pt x="17469" y="12089"/>
                  </a:cubicBezTo>
                  <a:cubicBezTo>
                    <a:pt x="17383" y="12089"/>
                    <a:pt x="17383" y="12089"/>
                    <a:pt x="17383" y="12089"/>
                  </a:cubicBezTo>
                  <a:cubicBezTo>
                    <a:pt x="17383" y="12089"/>
                    <a:pt x="17383" y="12089"/>
                    <a:pt x="17383" y="12089"/>
                  </a:cubicBezTo>
                  <a:cubicBezTo>
                    <a:pt x="17383" y="12250"/>
                    <a:pt x="17383" y="12250"/>
                    <a:pt x="17383" y="12250"/>
                  </a:cubicBezTo>
                  <a:cubicBezTo>
                    <a:pt x="17469" y="12250"/>
                    <a:pt x="17469" y="12250"/>
                    <a:pt x="17469" y="12250"/>
                  </a:cubicBezTo>
                  <a:cubicBezTo>
                    <a:pt x="17555" y="12411"/>
                    <a:pt x="17555" y="12411"/>
                    <a:pt x="17555" y="12411"/>
                  </a:cubicBezTo>
                  <a:cubicBezTo>
                    <a:pt x="17469" y="12411"/>
                    <a:pt x="17469" y="12411"/>
                    <a:pt x="17469" y="12411"/>
                  </a:cubicBezTo>
                  <a:cubicBezTo>
                    <a:pt x="17469" y="12411"/>
                    <a:pt x="17469" y="12411"/>
                    <a:pt x="17469" y="12411"/>
                  </a:cubicBezTo>
                  <a:cubicBezTo>
                    <a:pt x="17383" y="12411"/>
                    <a:pt x="17383" y="12411"/>
                    <a:pt x="17383" y="12411"/>
                  </a:cubicBezTo>
                  <a:cubicBezTo>
                    <a:pt x="17469" y="12573"/>
                    <a:pt x="17469" y="12573"/>
                    <a:pt x="17469" y="12573"/>
                  </a:cubicBezTo>
                  <a:cubicBezTo>
                    <a:pt x="17469" y="12734"/>
                    <a:pt x="17469" y="12734"/>
                    <a:pt x="17469" y="12734"/>
                  </a:cubicBezTo>
                  <a:cubicBezTo>
                    <a:pt x="17469" y="12573"/>
                    <a:pt x="17469" y="12573"/>
                    <a:pt x="17469" y="12573"/>
                  </a:cubicBezTo>
                  <a:cubicBezTo>
                    <a:pt x="17383" y="12573"/>
                    <a:pt x="17383" y="12573"/>
                    <a:pt x="17383" y="12573"/>
                  </a:cubicBezTo>
                  <a:cubicBezTo>
                    <a:pt x="17297" y="12573"/>
                    <a:pt x="17297" y="12573"/>
                    <a:pt x="17297" y="12573"/>
                  </a:cubicBezTo>
                  <a:cubicBezTo>
                    <a:pt x="17211" y="12411"/>
                    <a:pt x="17211" y="12411"/>
                    <a:pt x="17211" y="12411"/>
                  </a:cubicBezTo>
                  <a:cubicBezTo>
                    <a:pt x="17297" y="12573"/>
                    <a:pt x="17297" y="12573"/>
                    <a:pt x="17297" y="12573"/>
                  </a:cubicBezTo>
                  <a:cubicBezTo>
                    <a:pt x="17383" y="12573"/>
                    <a:pt x="17383" y="12573"/>
                    <a:pt x="17383" y="12573"/>
                  </a:cubicBezTo>
                  <a:cubicBezTo>
                    <a:pt x="17383" y="12573"/>
                    <a:pt x="17383" y="12573"/>
                    <a:pt x="17383" y="12573"/>
                  </a:cubicBezTo>
                  <a:cubicBezTo>
                    <a:pt x="17383" y="12734"/>
                    <a:pt x="17383" y="12734"/>
                    <a:pt x="17383" y="12734"/>
                  </a:cubicBezTo>
                  <a:cubicBezTo>
                    <a:pt x="17469" y="12734"/>
                    <a:pt x="17469" y="12734"/>
                    <a:pt x="17469" y="12734"/>
                  </a:cubicBezTo>
                  <a:cubicBezTo>
                    <a:pt x="17555" y="12734"/>
                    <a:pt x="17555" y="12734"/>
                    <a:pt x="17555" y="12734"/>
                  </a:cubicBezTo>
                  <a:cubicBezTo>
                    <a:pt x="17555" y="12734"/>
                    <a:pt x="17555" y="12734"/>
                    <a:pt x="17555" y="12734"/>
                  </a:cubicBezTo>
                  <a:cubicBezTo>
                    <a:pt x="17641" y="12895"/>
                    <a:pt x="17641" y="12895"/>
                    <a:pt x="17641" y="12895"/>
                  </a:cubicBezTo>
                  <a:cubicBezTo>
                    <a:pt x="17555" y="13056"/>
                    <a:pt x="17555" y="13056"/>
                    <a:pt x="17555" y="13056"/>
                  </a:cubicBezTo>
                  <a:cubicBezTo>
                    <a:pt x="17555" y="13056"/>
                    <a:pt x="17555" y="13056"/>
                    <a:pt x="17555" y="13056"/>
                  </a:cubicBezTo>
                  <a:cubicBezTo>
                    <a:pt x="17555" y="13056"/>
                    <a:pt x="17555" y="13056"/>
                    <a:pt x="17555" y="13056"/>
                  </a:cubicBezTo>
                  <a:cubicBezTo>
                    <a:pt x="17555" y="13056"/>
                    <a:pt x="17555" y="13056"/>
                    <a:pt x="17555" y="13056"/>
                  </a:cubicBezTo>
                  <a:cubicBezTo>
                    <a:pt x="17555" y="13217"/>
                    <a:pt x="17555" y="13217"/>
                    <a:pt x="17555" y="13217"/>
                  </a:cubicBezTo>
                  <a:cubicBezTo>
                    <a:pt x="17555" y="13379"/>
                    <a:pt x="17555" y="13379"/>
                    <a:pt x="17555" y="13379"/>
                  </a:cubicBezTo>
                  <a:cubicBezTo>
                    <a:pt x="17469" y="13379"/>
                    <a:pt x="17469" y="13379"/>
                    <a:pt x="17469" y="13379"/>
                  </a:cubicBezTo>
                  <a:cubicBezTo>
                    <a:pt x="17469" y="13379"/>
                    <a:pt x="17469" y="13379"/>
                    <a:pt x="17469" y="13379"/>
                  </a:cubicBezTo>
                  <a:cubicBezTo>
                    <a:pt x="17383" y="13379"/>
                    <a:pt x="17383" y="13379"/>
                    <a:pt x="17383" y="13379"/>
                  </a:cubicBezTo>
                  <a:cubicBezTo>
                    <a:pt x="17383" y="13540"/>
                    <a:pt x="17383" y="13540"/>
                    <a:pt x="17383" y="13540"/>
                  </a:cubicBezTo>
                  <a:cubicBezTo>
                    <a:pt x="17297" y="13379"/>
                    <a:pt x="17297" y="13379"/>
                    <a:pt x="17297" y="13379"/>
                  </a:cubicBezTo>
                  <a:cubicBezTo>
                    <a:pt x="17297" y="13379"/>
                    <a:pt x="17297" y="13379"/>
                    <a:pt x="17297" y="13379"/>
                  </a:cubicBezTo>
                  <a:cubicBezTo>
                    <a:pt x="17211" y="13379"/>
                    <a:pt x="17211" y="13379"/>
                    <a:pt x="17211" y="13379"/>
                  </a:cubicBezTo>
                  <a:cubicBezTo>
                    <a:pt x="17211" y="13540"/>
                    <a:pt x="17211" y="13540"/>
                    <a:pt x="17211" y="13540"/>
                  </a:cubicBezTo>
                  <a:cubicBezTo>
                    <a:pt x="17211" y="13540"/>
                    <a:pt x="17211" y="13540"/>
                    <a:pt x="17211" y="13540"/>
                  </a:cubicBezTo>
                  <a:cubicBezTo>
                    <a:pt x="17297" y="13540"/>
                    <a:pt x="17297" y="13540"/>
                    <a:pt x="17297" y="13540"/>
                  </a:cubicBezTo>
                  <a:cubicBezTo>
                    <a:pt x="17469" y="13540"/>
                    <a:pt x="17469" y="13540"/>
                    <a:pt x="17469" y="13540"/>
                  </a:cubicBezTo>
                  <a:cubicBezTo>
                    <a:pt x="17469" y="13540"/>
                    <a:pt x="17469" y="13540"/>
                    <a:pt x="17469" y="13540"/>
                  </a:cubicBezTo>
                  <a:cubicBezTo>
                    <a:pt x="17469" y="13701"/>
                    <a:pt x="17469" y="13701"/>
                    <a:pt x="17469" y="13701"/>
                  </a:cubicBezTo>
                  <a:cubicBezTo>
                    <a:pt x="17555" y="13701"/>
                    <a:pt x="17555" y="13701"/>
                    <a:pt x="17555" y="13701"/>
                  </a:cubicBezTo>
                  <a:cubicBezTo>
                    <a:pt x="17555" y="13701"/>
                    <a:pt x="17555" y="13701"/>
                    <a:pt x="17555" y="13701"/>
                  </a:cubicBezTo>
                  <a:cubicBezTo>
                    <a:pt x="17555" y="13540"/>
                    <a:pt x="17555" y="13540"/>
                    <a:pt x="17555" y="13540"/>
                  </a:cubicBezTo>
                  <a:cubicBezTo>
                    <a:pt x="17555" y="13540"/>
                    <a:pt x="17555" y="13540"/>
                    <a:pt x="17555" y="13540"/>
                  </a:cubicBezTo>
                  <a:cubicBezTo>
                    <a:pt x="17641" y="13701"/>
                    <a:pt x="17641" y="13701"/>
                    <a:pt x="17641" y="13701"/>
                  </a:cubicBezTo>
                  <a:cubicBezTo>
                    <a:pt x="17555" y="13862"/>
                    <a:pt x="17555" y="13862"/>
                    <a:pt x="17555" y="13862"/>
                  </a:cubicBezTo>
                  <a:cubicBezTo>
                    <a:pt x="17555" y="13862"/>
                    <a:pt x="17555" y="13862"/>
                    <a:pt x="17555" y="13862"/>
                  </a:cubicBezTo>
                  <a:cubicBezTo>
                    <a:pt x="17469" y="13862"/>
                    <a:pt x="17469" y="13862"/>
                    <a:pt x="17469" y="13862"/>
                  </a:cubicBezTo>
                  <a:cubicBezTo>
                    <a:pt x="17469" y="14023"/>
                    <a:pt x="17469" y="14023"/>
                    <a:pt x="17469" y="14023"/>
                  </a:cubicBezTo>
                  <a:cubicBezTo>
                    <a:pt x="17469" y="14023"/>
                    <a:pt x="17469" y="14023"/>
                    <a:pt x="17469" y="14023"/>
                  </a:cubicBezTo>
                  <a:cubicBezTo>
                    <a:pt x="17383" y="14023"/>
                    <a:pt x="17383" y="14023"/>
                    <a:pt x="17383" y="14023"/>
                  </a:cubicBezTo>
                  <a:cubicBezTo>
                    <a:pt x="17297" y="14023"/>
                    <a:pt x="17297" y="14023"/>
                    <a:pt x="17297" y="14023"/>
                  </a:cubicBezTo>
                  <a:cubicBezTo>
                    <a:pt x="17297" y="13862"/>
                    <a:pt x="17297" y="13862"/>
                    <a:pt x="17297" y="13862"/>
                  </a:cubicBezTo>
                  <a:cubicBezTo>
                    <a:pt x="17297" y="14023"/>
                    <a:pt x="17297" y="14023"/>
                    <a:pt x="17297" y="14023"/>
                  </a:cubicBezTo>
                  <a:cubicBezTo>
                    <a:pt x="17211" y="14023"/>
                    <a:pt x="17211" y="14023"/>
                    <a:pt x="17211" y="14023"/>
                  </a:cubicBezTo>
                  <a:cubicBezTo>
                    <a:pt x="17211" y="14023"/>
                    <a:pt x="17211" y="14023"/>
                    <a:pt x="17211" y="14023"/>
                  </a:cubicBezTo>
                  <a:cubicBezTo>
                    <a:pt x="17125" y="14023"/>
                    <a:pt x="17125" y="14023"/>
                    <a:pt x="17125" y="14023"/>
                  </a:cubicBezTo>
                  <a:cubicBezTo>
                    <a:pt x="17211" y="14023"/>
                    <a:pt x="17211" y="14023"/>
                    <a:pt x="17211" y="14023"/>
                  </a:cubicBezTo>
                  <a:cubicBezTo>
                    <a:pt x="17297" y="14023"/>
                    <a:pt x="17297" y="14023"/>
                    <a:pt x="17297" y="14023"/>
                  </a:cubicBezTo>
                  <a:cubicBezTo>
                    <a:pt x="17297" y="14185"/>
                    <a:pt x="17297" y="14185"/>
                    <a:pt x="17297" y="14185"/>
                  </a:cubicBezTo>
                  <a:cubicBezTo>
                    <a:pt x="17211" y="14185"/>
                    <a:pt x="17211" y="14185"/>
                    <a:pt x="17211" y="14185"/>
                  </a:cubicBezTo>
                  <a:cubicBezTo>
                    <a:pt x="17297" y="14185"/>
                    <a:pt x="17297" y="14185"/>
                    <a:pt x="17297" y="14185"/>
                  </a:cubicBezTo>
                  <a:cubicBezTo>
                    <a:pt x="17125" y="14346"/>
                    <a:pt x="17125" y="14346"/>
                    <a:pt x="17125" y="14346"/>
                  </a:cubicBezTo>
                  <a:cubicBezTo>
                    <a:pt x="17125" y="14346"/>
                    <a:pt x="17125" y="14346"/>
                    <a:pt x="17125" y="14346"/>
                  </a:cubicBezTo>
                  <a:cubicBezTo>
                    <a:pt x="17125" y="14346"/>
                    <a:pt x="17125" y="14346"/>
                    <a:pt x="17125" y="14346"/>
                  </a:cubicBezTo>
                  <a:cubicBezTo>
                    <a:pt x="17211" y="14346"/>
                    <a:pt x="17211" y="14346"/>
                    <a:pt x="17211" y="14346"/>
                  </a:cubicBezTo>
                  <a:cubicBezTo>
                    <a:pt x="17297" y="14346"/>
                    <a:pt x="17297" y="14346"/>
                    <a:pt x="17297" y="14346"/>
                  </a:cubicBezTo>
                  <a:cubicBezTo>
                    <a:pt x="17297" y="14346"/>
                    <a:pt x="17297" y="14346"/>
                    <a:pt x="17297" y="14346"/>
                  </a:cubicBezTo>
                  <a:cubicBezTo>
                    <a:pt x="17383" y="14346"/>
                    <a:pt x="17383" y="14346"/>
                    <a:pt x="17383" y="14346"/>
                  </a:cubicBezTo>
                  <a:cubicBezTo>
                    <a:pt x="17297" y="14507"/>
                    <a:pt x="17297" y="14507"/>
                    <a:pt x="17297" y="14507"/>
                  </a:cubicBezTo>
                  <a:cubicBezTo>
                    <a:pt x="17211" y="14507"/>
                    <a:pt x="17211" y="14507"/>
                    <a:pt x="17211" y="14507"/>
                  </a:cubicBezTo>
                  <a:cubicBezTo>
                    <a:pt x="17211" y="14507"/>
                    <a:pt x="17211" y="14507"/>
                    <a:pt x="17211" y="14507"/>
                  </a:cubicBezTo>
                  <a:cubicBezTo>
                    <a:pt x="17211" y="14507"/>
                    <a:pt x="17211" y="14507"/>
                    <a:pt x="17211" y="14507"/>
                  </a:cubicBezTo>
                  <a:cubicBezTo>
                    <a:pt x="17125" y="14507"/>
                    <a:pt x="17125" y="14507"/>
                    <a:pt x="17125" y="14507"/>
                  </a:cubicBezTo>
                  <a:cubicBezTo>
                    <a:pt x="17039" y="14507"/>
                    <a:pt x="17039" y="14507"/>
                    <a:pt x="17039" y="14507"/>
                  </a:cubicBezTo>
                  <a:cubicBezTo>
                    <a:pt x="16866" y="14668"/>
                    <a:pt x="16866" y="14668"/>
                    <a:pt x="16866" y="14668"/>
                  </a:cubicBezTo>
                  <a:cubicBezTo>
                    <a:pt x="16694" y="14991"/>
                    <a:pt x="16694" y="14991"/>
                    <a:pt x="16694" y="14991"/>
                  </a:cubicBezTo>
                  <a:cubicBezTo>
                    <a:pt x="16608" y="15152"/>
                    <a:pt x="16608" y="15152"/>
                    <a:pt x="16608" y="15152"/>
                  </a:cubicBezTo>
                  <a:cubicBezTo>
                    <a:pt x="16608" y="15152"/>
                    <a:pt x="16608" y="15152"/>
                    <a:pt x="16608" y="15152"/>
                  </a:cubicBezTo>
                  <a:cubicBezTo>
                    <a:pt x="16522" y="15152"/>
                    <a:pt x="16522" y="15152"/>
                    <a:pt x="16522" y="15152"/>
                  </a:cubicBezTo>
                  <a:cubicBezTo>
                    <a:pt x="16436" y="15152"/>
                    <a:pt x="16436" y="15152"/>
                    <a:pt x="16436" y="15152"/>
                  </a:cubicBezTo>
                  <a:cubicBezTo>
                    <a:pt x="16350" y="15313"/>
                    <a:pt x="16350" y="15313"/>
                    <a:pt x="16350" y="15313"/>
                  </a:cubicBezTo>
                  <a:cubicBezTo>
                    <a:pt x="16178" y="15635"/>
                    <a:pt x="16178" y="15635"/>
                    <a:pt x="16178" y="15635"/>
                  </a:cubicBezTo>
                  <a:cubicBezTo>
                    <a:pt x="16178" y="15635"/>
                    <a:pt x="16178" y="15635"/>
                    <a:pt x="16178" y="15635"/>
                  </a:cubicBezTo>
                  <a:cubicBezTo>
                    <a:pt x="16178" y="15797"/>
                    <a:pt x="16178" y="15797"/>
                    <a:pt x="16178" y="15797"/>
                  </a:cubicBezTo>
                  <a:cubicBezTo>
                    <a:pt x="16092" y="15797"/>
                    <a:pt x="16092" y="15797"/>
                    <a:pt x="16092" y="15797"/>
                  </a:cubicBezTo>
                  <a:cubicBezTo>
                    <a:pt x="16092" y="15797"/>
                    <a:pt x="16092" y="15797"/>
                    <a:pt x="16092" y="15797"/>
                  </a:cubicBezTo>
                  <a:cubicBezTo>
                    <a:pt x="16006" y="15958"/>
                    <a:pt x="16006" y="15958"/>
                    <a:pt x="16006" y="15958"/>
                  </a:cubicBezTo>
                  <a:cubicBezTo>
                    <a:pt x="16006" y="15958"/>
                    <a:pt x="16006" y="15958"/>
                    <a:pt x="16006" y="15958"/>
                  </a:cubicBezTo>
                  <a:cubicBezTo>
                    <a:pt x="16006" y="15958"/>
                    <a:pt x="16006" y="15958"/>
                    <a:pt x="16006" y="15958"/>
                  </a:cubicBezTo>
                  <a:cubicBezTo>
                    <a:pt x="15920" y="15958"/>
                    <a:pt x="15920" y="15958"/>
                    <a:pt x="15920" y="15958"/>
                  </a:cubicBezTo>
                  <a:cubicBezTo>
                    <a:pt x="15834" y="15958"/>
                    <a:pt x="15834" y="15958"/>
                    <a:pt x="15834" y="15958"/>
                  </a:cubicBezTo>
                  <a:cubicBezTo>
                    <a:pt x="15834" y="16119"/>
                    <a:pt x="15834" y="16119"/>
                    <a:pt x="15834" y="16119"/>
                  </a:cubicBezTo>
                  <a:cubicBezTo>
                    <a:pt x="15748" y="16119"/>
                    <a:pt x="15748" y="16119"/>
                    <a:pt x="15748" y="16119"/>
                  </a:cubicBezTo>
                  <a:cubicBezTo>
                    <a:pt x="15662" y="16119"/>
                    <a:pt x="15662" y="16119"/>
                    <a:pt x="15662" y="16119"/>
                  </a:cubicBezTo>
                  <a:cubicBezTo>
                    <a:pt x="15576" y="16119"/>
                    <a:pt x="15576" y="16119"/>
                    <a:pt x="15576" y="16119"/>
                  </a:cubicBezTo>
                  <a:cubicBezTo>
                    <a:pt x="15576" y="16280"/>
                    <a:pt x="15576" y="16280"/>
                    <a:pt x="15576" y="16280"/>
                  </a:cubicBezTo>
                  <a:cubicBezTo>
                    <a:pt x="15490" y="16280"/>
                    <a:pt x="15490" y="16280"/>
                    <a:pt x="15490" y="16280"/>
                  </a:cubicBezTo>
                  <a:cubicBezTo>
                    <a:pt x="15490" y="16280"/>
                    <a:pt x="15490" y="16280"/>
                    <a:pt x="15490" y="16280"/>
                  </a:cubicBezTo>
                  <a:cubicBezTo>
                    <a:pt x="15490" y="16280"/>
                    <a:pt x="15490" y="16280"/>
                    <a:pt x="15490" y="16280"/>
                  </a:cubicBezTo>
                  <a:cubicBezTo>
                    <a:pt x="15490" y="16441"/>
                    <a:pt x="15490" y="16441"/>
                    <a:pt x="15490" y="16441"/>
                  </a:cubicBezTo>
                  <a:cubicBezTo>
                    <a:pt x="15490" y="16441"/>
                    <a:pt x="15490" y="16441"/>
                    <a:pt x="15490" y="16441"/>
                  </a:cubicBezTo>
                  <a:cubicBezTo>
                    <a:pt x="15403" y="16602"/>
                    <a:pt x="15403" y="16602"/>
                    <a:pt x="15403" y="16602"/>
                  </a:cubicBezTo>
                  <a:cubicBezTo>
                    <a:pt x="15403" y="16602"/>
                    <a:pt x="15403" y="16602"/>
                    <a:pt x="15403" y="16602"/>
                  </a:cubicBezTo>
                  <a:cubicBezTo>
                    <a:pt x="15317" y="16602"/>
                    <a:pt x="15317" y="16602"/>
                    <a:pt x="15317" y="16602"/>
                  </a:cubicBezTo>
                  <a:cubicBezTo>
                    <a:pt x="15231" y="16764"/>
                    <a:pt x="15231" y="16764"/>
                    <a:pt x="15231" y="16764"/>
                  </a:cubicBezTo>
                  <a:cubicBezTo>
                    <a:pt x="15231" y="16925"/>
                    <a:pt x="15231" y="16925"/>
                    <a:pt x="15231" y="16925"/>
                  </a:cubicBezTo>
                  <a:cubicBezTo>
                    <a:pt x="15231" y="17247"/>
                    <a:pt x="15231" y="17247"/>
                    <a:pt x="15231" y="17247"/>
                  </a:cubicBezTo>
                  <a:cubicBezTo>
                    <a:pt x="15145" y="17570"/>
                    <a:pt x="15145" y="17570"/>
                    <a:pt x="15145" y="17570"/>
                  </a:cubicBezTo>
                  <a:cubicBezTo>
                    <a:pt x="15231" y="17731"/>
                    <a:pt x="15231" y="17731"/>
                    <a:pt x="15231" y="17731"/>
                  </a:cubicBezTo>
                  <a:cubicBezTo>
                    <a:pt x="15145" y="18053"/>
                    <a:pt x="15145" y="18053"/>
                    <a:pt x="15145" y="18053"/>
                  </a:cubicBezTo>
                  <a:cubicBezTo>
                    <a:pt x="15231" y="18214"/>
                    <a:pt x="15231" y="18214"/>
                    <a:pt x="15231" y="18214"/>
                  </a:cubicBezTo>
                  <a:cubicBezTo>
                    <a:pt x="15231" y="18537"/>
                    <a:pt x="15231" y="18537"/>
                    <a:pt x="15231" y="18537"/>
                  </a:cubicBezTo>
                  <a:cubicBezTo>
                    <a:pt x="15231" y="18698"/>
                    <a:pt x="15231" y="18698"/>
                    <a:pt x="15231" y="18698"/>
                  </a:cubicBezTo>
                  <a:cubicBezTo>
                    <a:pt x="15317" y="19020"/>
                    <a:pt x="15317" y="19020"/>
                    <a:pt x="15317" y="19020"/>
                  </a:cubicBezTo>
                  <a:cubicBezTo>
                    <a:pt x="15317" y="19020"/>
                    <a:pt x="15317" y="19020"/>
                    <a:pt x="15317" y="19020"/>
                  </a:cubicBezTo>
                  <a:cubicBezTo>
                    <a:pt x="15403" y="19182"/>
                    <a:pt x="15403" y="19182"/>
                    <a:pt x="15403" y="19182"/>
                  </a:cubicBezTo>
                  <a:cubicBezTo>
                    <a:pt x="15317" y="19343"/>
                    <a:pt x="15317" y="19343"/>
                    <a:pt x="15317" y="19343"/>
                  </a:cubicBezTo>
                  <a:cubicBezTo>
                    <a:pt x="15317" y="19504"/>
                    <a:pt x="15317" y="19504"/>
                    <a:pt x="15317" y="19504"/>
                  </a:cubicBezTo>
                  <a:cubicBezTo>
                    <a:pt x="15403" y="19665"/>
                    <a:pt x="15403" y="19665"/>
                    <a:pt x="15403" y="19665"/>
                  </a:cubicBezTo>
                  <a:cubicBezTo>
                    <a:pt x="15403" y="19988"/>
                    <a:pt x="15403" y="19988"/>
                    <a:pt x="15403" y="19988"/>
                  </a:cubicBezTo>
                  <a:cubicBezTo>
                    <a:pt x="15490" y="20149"/>
                    <a:pt x="15490" y="20149"/>
                    <a:pt x="15490" y="20149"/>
                  </a:cubicBezTo>
                  <a:cubicBezTo>
                    <a:pt x="15490" y="20310"/>
                    <a:pt x="15490" y="20310"/>
                    <a:pt x="15490" y="20310"/>
                  </a:cubicBezTo>
                  <a:cubicBezTo>
                    <a:pt x="15490" y="20310"/>
                    <a:pt x="15490" y="20310"/>
                    <a:pt x="15490" y="20310"/>
                  </a:cubicBezTo>
                  <a:cubicBezTo>
                    <a:pt x="15490" y="20471"/>
                    <a:pt x="15490" y="20471"/>
                    <a:pt x="15490" y="20471"/>
                  </a:cubicBezTo>
                  <a:cubicBezTo>
                    <a:pt x="15490" y="20632"/>
                    <a:pt x="15490" y="20632"/>
                    <a:pt x="15490" y="20632"/>
                  </a:cubicBezTo>
                  <a:cubicBezTo>
                    <a:pt x="15490" y="20632"/>
                    <a:pt x="15490" y="20632"/>
                    <a:pt x="15490" y="20632"/>
                  </a:cubicBezTo>
                  <a:cubicBezTo>
                    <a:pt x="15490" y="20794"/>
                    <a:pt x="15490" y="20794"/>
                    <a:pt x="15490" y="20794"/>
                  </a:cubicBezTo>
                  <a:cubicBezTo>
                    <a:pt x="15403" y="21116"/>
                    <a:pt x="15403" y="21116"/>
                    <a:pt x="15403" y="21116"/>
                  </a:cubicBezTo>
                  <a:cubicBezTo>
                    <a:pt x="15317" y="21277"/>
                    <a:pt x="15317" y="21277"/>
                    <a:pt x="15317" y="21277"/>
                  </a:cubicBezTo>
                  <a:cubicBezTo>
                    <a:pt x="15317" y="21277"/>
                    <a:pt x="15317" y="21277"/>
                    <a:pt x="15317" y="21277"/>
                  </a:cubicBezTo>
                  <a:cubicBezTo>
                    <a:pt x="15317" y="21438"/>
                    <a:pt x="15317" y="21438"/>
                    <a:pt x="15317" y="21438"/>
                  </a:cubicBezTo>
                  <a:cubicBezTo>
                    <a:pt x="15231" y="21438"/>
                    <a:pt x="15231" y="21438"/>
                    <a:pt x="15231" y="21438"/>
                  </a:cubicBezTo>
                  <a:cubicBezTo>
                    <a:pt x="15145" y="21600"/>
                    <a:pt x="15145" y="21600"/>
                    <a:pt x="15145" y="21600"/>
                  </a:cubicBezTo>
                  <a:cubicBezTo>
                    <a:pt x="15059" y="21600"/>
                    <a:pt x="15059" y="21600"/>
                    <a:pt x="15059" y="21600"/>
                  </a:cubicBezTo>
                  <a:cubicBezTo>
                    <a:pt x="15059" y="21438"/>
                    <a:pt x="15059" y="21438"/>
                    <a:pt x="15059" y="21438"/>
                  </a:cubicBezTo>
                  <a:cubicBezTo>
                    <a:pt x="14973" y="21438"/>
                    <a:pt x="14973" y="21438"/>
                    <a:pt x="14973" y="21438"/>
                  </a:cubicBezTo>
                  <a:cubicBezTo>
                    <a:pt x="15059" y="21438"/>
                    <a:pt x="15059" y="21438"/>
                    <a:pt x="15059" y="21438"/>
                  </a:cubicBezTo>
                  <a:cubicBezTo>
                    <a:pt x="14887" y="21277"/>
                    <a:pt x="14887" y="21277"/>
                    <a:pt x="14887" y="21277"/>
                  </a:cubicBezTo>
                  <a:cubicBezTo>
                    <a:pt x="14973" y="21116"/>
                    <a:pt x="14973" y="21116"/>
                    <a:pt x="14973" y="21116"/>
                  </a:cubicBezTo>
                  <a:cubicBezTo>
                    <a:pt x="14887" y="21116"/>
                    <a:pt x="14887" y="21116"/>
                    <a:pt x="14887" y="21116"/>
                  </a:cubicBezTo>
                  <a:cubicBezTo>
                    <a:pt x="14887" y="21116"/>
                    <a:pt x="14887" y="21116"/>
                    <a:pt x="14887" y="21116"/>
                  </a:cubicBezTo>
                  <a:cubicBezTo>
                    <a:pt x="14801" y="20955"/>
                    <a:pt x="14801" y="20955"/>
                    <a:pt x="14801" y="20955"/>
                  </a:cubicBezTo>
                  <a:cubicBezTo>
                    <a:pt x="14801" y="20794"/>
                    <a:pt x="14801" y="20794"/>
                    <a:pt x="14801" y="20794"/>
                  </a:cubicBezTo>
                  <a:cubicBezTo>
                    <a:pt x="14801" y="20632"/>
                    <a:pt x="14801" y="20632"/>
                    <a:pt x="14801" y="20632"/>
                  </a:cubicBezTo>
                  <a:cubicBezTo>
                    <a:pt x="14715" y="20632"/>
                    <a:pt x="14715" y="20632"/>
                    <a:pt x="14715" y="20632"/>
                  </a:cubicBezTo>
                  <a:cubicBezTo>
                    <a:pt x="14715" y="20471"/>
                    <a:pt x="14715" y="20471"/>
                    <a:pt x="14715" y="20471"/>
                  </a:cubicBezTo>
                  <a:cubicBezTo>
                    <a:pt x="14715" y="20471"/>
                    <a:pt x="14715" y="20471"/>
                    <a:pt x="14715" y="20471"/>
                  </a:cubicBezTo>
                  <a:cubicBezTo>
                    <a:pt x="14715" y="20310"/>
                    <a:pt x="14715" y="20310"/>
                    <a:pt x="14715" y="20310"/>
                  </a:cubicBezTo>
                  <a:cubicBezTo>
                    <a:pt x="14801" y="20310"/>
                    <a:pt x="14801" y="20310"/>
                    <a:pt x="14801" y="20310"/>
                  </a:cubicBezTo>
                  <a:cubicBezTo>
                    <a:pt x="14715" y="20310"/>
                    <a:pt x="14715" y="20310"/>
                    <a:pt x="14715" y="20310"/>
                  </a:cubicBezTo>
                  <a:cubicBezTo>
                    <a:pt x="14715" y="20310"/>
                    <a:pt x="14715" y="20310"/>
                    <a:pt x="14715" y="20310"/>
                  </a:cubicBezTo>
                  <a:cubicBezTo>
                    <a:pt x="14715" y="20310"/>
                    <a:pt x="14715" y="20310"/>
                    <a:pt x="14715" y="20310"/>
                  </a:cubicBezTo>
                  <a:cubicBezTo>
                    <a:pt x="14715" y="20310"/>
                    <a:pt x="14715" y="20310"/>
                    <a:pt x="14715" y="20310"/>
                  </a:cubicBezTo>
                  <a:cubicBezTo>
                    <a:pt x="14629" y="20310"/>
                    <a:pt x="14629" y="20310"/>
                    <a:pt x="14629" y="20310"/>
                  </a:cubicBezTo>
                  <a:cubicBezTo>
                    <a:pt x="14629" y="20310"/>
                    <a:pt x="14629" y="20310"/>
                    <a:pt x="14629" y="20310"/>
                  </a:cubicBezTo>
                  <a:cubicBezTo>
                    <a:pt x="14629" y="20149"/>
                    <a:pt x="14629" y="20149"/>
                    <a:pt x="14629" y="20149"/>
                  </a:cubicBezTo>
                  <a:cubicBezTo>
                    <a:pt x="14543" y="20149"/>
                    <a:pt x="14543" y="20149"/>
                    <a:pt x="14543" y="20149"/>
                  </a:cubicBezTo>
                  <a:cubicBezTo>
                    <a:pt x="14543" y="19988"/>
                    <a:pt x="14543" y="19988"/>
                    <a:pt x="14543" y="19988"/>
                  </a:cubicBezTo>
                  <a:cubicBezTo>
                    <a:pt x="14543" y="19826"/>
                    <a:pt x="14543" y="19826"/>
                    <a:pt x="14543" y="19826"/>
                  </a:cubicBezTo>
                  <a:cubicBezTo>
                    <a:pt x="14629" y="19665"/>
                    <a:pt x="14629" y="19665"/>
                    <a:pt x="14629" y="19665"/>
                  </a:cubicBezTo>
                  <a:cubicBezTo>
                    <a:pt x="14629" y="19504"/>
                    <a:pt x="14629" y="19504"/>
                    <a:pt x="14629" y="19504"/>
                  </a:cubicBezTo>
                  <a:cubicBezTo>
                    <a:pt x="14543" y="19504"/>
                    <a:pt x="14543" y="19504"/>
                    <a:pt x="14543" y="19504"/>
                  </a:cubicBezTo>
                  <a:cubicBezTo>
                    <a:pt x="14543" y="19504"/>
                    <a:pt x="14543" y="19504"/>
                    <a:pt x="14543" y="19504"/>
                  </a:cubicBezTo>
                  <a:cubicBezTo>
                    <a:pt x="14543" y="19665"/>
                    <a:pt x="14543" y="19665"/>
                    <a:pt x="14543" y="19665"/>
                  </a:cubicBezTo>
                  <a:cubicBezTo>
                    <a:pt x="14543" y="19665"/>
                    <a:pt x="14543" y="19665"/>
                    <a:pt x="14543" y="19665"/>
                  </a:cubicBezTo>
                  <a:cubicBezTo>
                    <a:pt x="14543" y="19665"/>
                    <a:pt x="14543" y="19665"/>
                    <a:pt x="14543" y="19665"/>
                  </a:cubicBezTo>
                  <a:cubicBezTo>
                    <a:pt x="14457" y="19665"/>
                    <a:pt x="14457" y="19665"/>
                    <a:pt x="14457" y="19665"/>
                  </a:cubicBezTo>
                  <a:cubicBezTo>
                    <a:pt x="14457" y="19504"/>
                    <a:pt x="14457" y="19504"/>
                    <a:pt x="14457" y="19504"/>
                  </a:cubicBezTo>
                  <a:cubicBezTo>
                    <a:pt x="14543" y="19343"/>
                    <a:pt x="14543" y="19343"/>
                    <a:pt x="14543" y="19343"/>
                  </a:cubicBezTo>
                  <a:cubicBezTo>
                    <a:pt x="14543" y="19020"/>
                    <a:pt x="14543" y="19020"/>
                    <a:pt x="14543" y="19020"/>
                  </a:cubicBezTo>
                  <a:cubicBezTo>
                    <a:pt x="14629" y="18859"/>
                    <a:pt x="14629" y="18859"/>
                    <a:pt x="14629" y="18859"/>
                  </a:cubicBezTo>
                  <a:cubicBezTo>
                    <a:pt x="14543" y="18698"/>
                    <a:pt x="14543" y="18698"/>
                    <a:pt x="14543" y="18698"/>
                  </a:cubicBezTo>
                  <a:cubicBezTo>
                    <a:pt x="14457" y="18698"/>
                    <a:pt x="14457" y="18698"/>
                    <a:pt x="14457" y="18698"/>
                  </a:cubicBezTo>
                  <a:cubicBezTo>
                    <a:pt x="14457" y="18537"/>
                    <a:pt x="14457" y="18537"/>
                    <a:pt x="14457" y="18537"/>
                  </a:cubicBezTo>
                  <a:cubicBezTo>
                    <a:pt x="14457" y="18537"/>
                    <a:pt x="14457" y="18537"/>
                    <a:pt x="14457" y="18537"/>
                  </a:cubicBezTo>
                  <a:cubicBezTo>
                    <a:pt x="14457" y="18537"/>
                    <a:pt x="14457" y="18537"/>
                    <a:pt x="14457" y="18537"/>
                  </a:cubicBezTo>
                  <a:cubicBezTo>
                    <a:pt x="14371" y="18376"/>
                    <a:pt x="14371" y="18376"/>
                    <a:pt x="14371" y="18376"/>
                  </a:cubicBezTo>
                  <a:cubicBezTo>
                    <a:pt x="14371" y="18376"/>
                    <a:pt x="14371" y="18376"/>
                    <a:pt x="14371" y="18376"/>
                  </a:cubicBezTo>
                  <a:cubicBezTo>
                    <a:pt x="14371" y="18214"/>
                    <a:pt x="14371" y="18214"/>
                    <a:pt x="14371" y="18214"/>
                  </a:cubicBezTo>
                  <a:cubicBezTo>
                    <a:pt x="14285" y="18214"/>
                    <a:pt x="14285" y="18214"/>
                    <a:pt x="14285" y="18214"/>
                  </a:cubicBezTo>
                  <a:cubicBezTo>
                    <a:pt x="14285" y="18053"/>
                    <a:pt x="14285" y="18053"/>
                    <a:pt x="14285" y="18053"/>
                  </a:cubicBezTo>
                  <a:cubicBezTo>
                    <a:pt x="14199" y="17892"/>
                    <a:pt x="14199" y="17892"/>
                    <a:pt x="14199" y="17892"/>
                  </a:cubicBezTo>
                  <a:cubicBezTo>
                    <a:pt x="14113" y="17892"/>
                    <a:pt x="14113" y="17892"/>
                    <a:pt x="14113" y="17892"/>
                  </a:cubicBezTo>
                  <a:cubicBezTo>
                    <a:pt x="14027" y="17892"/>
                    <a:pt x="14027" y="17892"/>
                    <a:pt x="14027" y="17892"/>
                  </a:cubicBezTo>
                  <a:cubicBezTo>
                    <a:pt x="14027" y="18053"/>
                    <a:pt x="14027" y="18053"/>
                    <a:pt x="14027" y="18053"/>
                  </a:cubicBezTo>
                  <a:cubicBezTo>
                    <a:pt x="14027" y="18053"/>
                    <a:pt x="14027" y="18053"/>
                    <a:pt x="14027" y="18053"/>
                  </a:cubicBezTo>
                  <a:cubicBezTo>
                    <a:pt x="13941" y="18053"/>
                    <a:pt x="13941" y="18053"/>
                    <a:pt x="13941" y="18053"/>
                  </a:cubicBezTo>
                  <a:cubicBezTo>
                    <a:pt x="13941" y="18053"/>
                    <a:pt x="13941" y="18053"/>
                    <a:pt x="13941" y="18053"/>
                  </a:cubicBezTo>
                  <a:cubicBezTo>
                    <a:pt x="13854" y="18214"/>
                    <a:pt x="13854" y="18214"/>
                    <a:pt x="13854" y="18214"/>
                  </a:cubicBezTo>
                  <a:cubicBezTo>
                    <a:pt x="13768" y="18214"/>
                    <a:pt x="13768" y="18214"/>
                    <a:pt x="13768" y="18214"/>
                  </a:cubicBezTo>
                  <a:cubicBezTo>
                    <a:pt x="13682" y="18214"/>
                    <a:pt x="13682" y="18214"/>
                    <a:pt x="13682" y="18214"/>
                  </a:cubicBezTo>
                  <a:cubicBezTo>
                    <a:pt x="13682" y="18214"/>
                    <a:pt x="13682" y="18214"/>
                    <a:pt x="13682" y="18214"/>
                  </a:cubicBezTo>
                  <a:cubicBezTo>
                    <a:pt x="13682" y="18053"/>
                    <a:pt x="13682" y="18053"/>
                    <a:pt x="13682" y="18053"/>
                  </a:cubicBezTo>
                  <a:cubicBezTo>
                    <a:pt x="13682" y="18214"/>
                    <a:pt x="13682" y="18214"/>
                    <a:pt x="13682" y="18214"/>
                  </a:cubicBezTo>
                  <a:cubicBezTo>
                    <a:pt x="13682" y="18214"/>
                    <a:pt x="13682" y="18214"/>
                    <a:pt x="13682" y="18214"/>
                  </a:cubicBezTo>
                  <a:cubicBezTo>
                    <a:pt x="13682" y="18053"/>
                    <a:pt x="13682" y="18053"/>
                    <a:pt x="13682" y="18053"/>
                  </a:cubicBezTo>
                  <a:cubicBezTo>
                    <a:pt x="13596" y="18053"/>
                    <a:pt x="13596" y="18053"/>
                    <a:pt x="13596" y="18053"/>
                  </a:cubicBezTo>
                  <a:cubicBezTo>
                    <a:pt x="13510" y="17892"/>
                    <a:pt x="13510" y="17892"/>
                    <a:pt x="13510" y="17892"/>
                  </a:cubicBezTo>
                  <a:cubicBezTo>
                    <a:pt x="13510" y="17892"/>
                    <a:pt x="13510" y="17892"/>
                    <a:pt x="13510" y="17892"/>
                  </a:cubicBezTo>
                  <a:cubicBezTo>
                    <a:pt x="13596" y="17892"/>
                    <a:pt x="13596" y="17892"/>
                    <a:pt x="13596" y="17892"/>
                  </a:cubicBezTo>
                  <a:cubicBezTo>
                    <a:pt x="13596" y="17892"/>
                    <a:pt x="13596" y="17892"/>
                    <a:pt x="13596" y="17892"/>
                  </a:cubicBezTo>
                  <a:cubicBezTo>
                    <a:pt x="13510" y="17731"/>
                    <a:pt x="13510" y="17731"/>
                    <a:pt x="13510" y="17731"/>
                  </a:cubicBezTo>
                  <a:cubicBezTo>
                    <a:pt x="13510" y="17731"/>
                    <a:pt x="13510" y="17731"/>
                    <a:pt x="13510" y="17731"/>
                  </a:cubicBezTo>
                  <a:cubicBezTo>
                    <a:pt x="13510" y="17731"/>
                    <a:pt x="13510" y="17731"/>
                    <a:pt x="13510" y="17731"/>
                  </a:cubicBezTo>
                  <a:cubicBezTo>
                    <a:pt x="13510" y="17731"/>
                    <a:pt x="13510" y="17731"/>
                    <a:pt x="13510" y="17731"/>
                  </a:cubicBezTo>
                  <a:cubicBezTo>
                    <a:pt x="13510" y="17892"/>
                    <a:pt x="13510" y="17892"/>
                    <a:pt x="13510" y="17892"/>
                  </a:cubicBezTo>
                  <a:cubicBezTo>
                    <a:pt x="13424" y="17731"/>
                    <a:pt x="13424" y="17731"/>
                    <a:pt x="13424" y="17731"/>
                  </a:cubicBezTo>
                  <a:cubicBezTo>
                    <a:pt x="13424" y="17731"/>
                    <a:pt x="13424" y="17731"/>
                    <a:pt x="13424" y="17731"/>
                  </a:cubicBezTo>
                  <a:cubicBezTo>
                    <a:pt x="13338" y="17731"/>
                    <a:pt x="13338" y="17731"/>
                    <a:pt x="13338" y="17731"/>
                  </a:cubicBezTo>
                  <a:cubicBezTo>
                    <a:pt x="13166" y="17731"/>
                    <a:pt x="13166" y="17731"/>
                    <a:pt x="13166" y="17731"/>
                  </a:cubicBezTo>
                  <a:cubicBezTo>
                    <a:pt x="13252" y="17731"/>
                    <a:pt x="13252" y="17731"/>
                    <a:pt x="13252" y="17731"/>
                  </a:cubicBezTo>
                  <a:cubicBezTo>
                    <a:pt x="13338" y="17731"/>
                    <a:pt x="13338" y="17731"/>
                    <a:pt x="13338" y="17731"/>
                  </a:cubicBezTo>
                  <a:cubicBezTo>
                    <a:pt x="13338" y="17731"/>
                    <a:pt x="13338" y="17731"/>
                    <a:pt x="13338" y="17731"/>
                  </a:cubicBezTo>
                  <a:cubicBezTo>
                    <a:pt x="13338" y="17570"/>
                    <a:pt x="13338" y="17570"/>
                    <a:pt x="13338" y="17570"/>
                  </a:cubicBezTo>
                  <a:cubicBezTo>
                    <a:pt x="13252" y="17570"/>
                    <a:pt x="13252" y="17570"/>
                    <a:pt x="13252" y="17570"/>
                  </a:cubicBezTo>
                  <a:cubicBezTo>
                    <a:pt x="13166" y="17731"/>
                    <a:pt x="13166" y="17731"/>
                    <a:pt x="13166" y="17731"/>
                  </a:cubicBezTo>
                  <a:cubicBezTo>
                    <a:pt x="13166" y="17731"/>
                    <a:pt x="13166" y="17731"/>
                    <a:pt x="13166" y="17731"/>
                  </a:cubicBezTo>
                  <a:cubicBezTo>
                    <a:pt x="12994" y="17731"/>
                    <a:pt x="12994" y="17731"/>
                    <a:pt x="12994" y="17731"/>
                  </a:cubicBezTo>
                  <a:cubicBezTo>
                    <a:pt x="12994" y="17570"/>
                    <a:pt x="12994" y="17570"/>
                    <a:pt x="12994" y="17570"/>
                  </a:cubicBezTo>
                  <a:cubicBezTo>
                    <a:pt x="12908" y="17731"/>
                    <a:pt x="12908" y="17731"/>
                    <a:pt x="12908" y="17731"/>
                  </a:cubicBezTo>
                  <a:cubicBezTo>
                    <a:pt x="12822" y="17731"/>
                    <a:pt x="12822" y="17731"/>
                    <a:pt x="12822" y="17731"/>
                  </a:cubicBezTo>
                  <a:cubicBezTo>
                    <a:pt x="12736" y="17731"/>
                    <a:pt x="12736" y="17731"/>
                    <a:pt x="12736" y="17731"/>
                  </a:cubicBezTo>
                  <a:cubicBezTo>
                    <a:pt x="12650" y="17570"/>
                    <a:pt x="12650" y="17570"/>
                    <a:pt x="12650" y="17570"/>
                  </a:cubicBezTo>
                  <a:cubicBezTo>
                    <a:pt x="12650" y="17570"/>
                    <a:pt x="12650" y="17570"/>
                    <a:pt x="12650" y="17570"/>
                  </a:cubicBezTo>
                  <a:cubicBezTo>
                    <a:pt x="12650" y="17408"/>
                    <a:pt x="12650" y="17408"/>
                    <a:pt x="12650" y="17408"/>
                  </a:cubicBezTo>
                  <a:cubicBezTo>
                    <a:pt x="12650" y="17408"/>
                    <a:pt x="12650" y="17408"/>
                    <a:pt x="12650" y="17408"/>
                  </a:cubicBezTo>
                  <a:cubicBezTo>
                    <a:pt x="12650" y="17570"/>
                    <a:pt x="12650" y="17570"/>
                    <a:pt x="12650" y="17570"/>
                  </a:cubicBezTo>
                  <a:cubicBezTo>
                    <a:pt x="12564" y="17731"/>
                    <a:pt x="12564" y="17731"/>
                    <a:pt x="12564" y="17731"/>
                  </a:cubicBezTo>
                  <a:cubicBezTo>
                    <a:pt x="12478" y="17570"/>
                    <a:pt x="12478" y="17570"/>
                    <a:pt x="12478" y="17570"/>
                  </a:cubicBezTo>
                  <a:cubicBezTo>
                    <a:pt x="12478" y="17731"/>
                    <a:pt x="12478" y="17731"/>
                    <a:pt x="12478" y="17731"/>
                  </a:cubicBezTo>
                  <a:cubicBezTo>
                    <a:pt x="12392" y="17570"/>
                    <a:pt x="12392" y="17570"/>
                    <a:pt x="12392" y="17570"/>
                  </a:cubicBezTo>
                  <a:cubicBezTo>
                    <a:pt x="12133" y="17731"/>
                    <a:pt x="12133" y="17731"/>
                    <a:pt x="12133" y="17731"/>
                  </a:cubicBezTo>
                  <a:cubicBezTo>
                    <a:pt x="12133" y="17731"/>
                    <a:pt x="12133" y="17731"/>
                    <a:pt x="12133" y="17731"/>
                  </a:cubicBezTo>
                  <a:cubicBezTo>
                    <a:pt x="11961" y="17892"/>
                    <a:pt x="11961" y="17892"/>
                    <a:pt x="11961" y="17892"/>
                  </a:cubicBezTo>
                  <a:cubicBezTo>
                    <a:pt x="11875" y="18053"/>
                    <a:pt x="11875" y="18053"/>
                    <a:pt x="11875" y="18053"/>
                  </a:cubicBezTo>
                  <a:cubicBezTo>
                    <a:pt x="11875" y="18053"/>
                    <a:pt x="11875" y="18053"/>
                    <a:pt x="11875" y="18053"/>
                  </a:cubicBezTo>
                  <a:cubicBezTo>
                    <a:pt x="11961" y="18053"/>
                    <a:pt x="11961" y="18053"/>
                    <a:pt x="11961" y="18053"/>
                  </a:cubicBezTo>
                  <a:cubicBezTo>
                    <a:pt x="11961" y="18053"/>
                    <a:pt x="11961" y="18053"/>
                    <a:pt x="11961" y="18053"/>
                  </a:cubicBezTo>
                  <a:cubicBezTo>
                    <a:pt x="12047" y="18053"/>
                    <a:pt x="12047" y="18053"/>
                    <a:pt x="12047" y="18053"/>
                  </a:cubicBezTo>
                  <a:cubicBezTo>
                    <a:pt x="12047" y="18053"/>
                    <a:pt x="12047" y="18053"/>
                    <a:pt x="12047" y="18053"/>
                  </a:cubicBezTo>
                  <a:cubicBezTo>
                    <a:pt x="12133" y="18053"/>
                    <a:pt x="12133" y="18053"/>
                    <a:pt x="12133" y="18053"/>
                  </a:cubicBezTo>
                  <a:cubicBezTo>
                    <a:pt x="12047" y="18214"/>
                    <a:pt x="12047" y="18214"/>
                    <a:pt x="12047" y="18214"/>
                  </a:cubicBezTo>
                  <a:cubicBezTo>
                    <a:pt x="11961" y="18214"/>
                    <a:pt x="11961" y="18214"/>
                    <a:pt x="11961" y="18214"/>
                  </a:cubicBezTo>
                  <a:cubicBezTo>
                    <a:pt x="11961" y="18376"/>
                    <a:pt x="11961" y="18376"/>
                    <a:pt x="11961" y="18376"/>
                  </a:cubicBezTo>
                  <a:cubicBezTo>
                    <a:pt x="11961" y="18376"/>
                    <a:pt x="11961" y="18376"/>
                    <a:pt x="11961" y="18376"/>
                  </a:cubicBezTo>
                  <a:cubicBezTo>
                    <a:pt x="12133" y="18537"/>
                    <a:pt x="12133" y="18537"/>
                    <a:pt x="12133" y="18537"/>
                  </a:cubicBezTo>
                  <a:cubicBezTo>
                    <a:pt x="12219" y="18698"/>
                    <a:pt x="12219" y="18698"/>
                    <a:pt x="12219" y="18698"/>
                  </a:cubicBezTo>
                  <a:cubicBezTo>
                    <a:pt x="12219" y="18698"/>
                    <a:pt x="12219" y="18698"/>
                    <a:pt x="12219" y="18698"/>
                  </a:cubicBezTo>
                  <a:cubicBezTo>
                    <a:pt x="12133" y="18698"/>
                    <a:pt x="12133" y="18698"/>
                    <a:pt x="12133" y="18698"/>
                  </a:cubicBezTo>
                  <a:cubicBezTo>
                    <a:pt x="12133" y="18698"/>
                    <a:pt x="12133" y="18698"/>
                    <a:pt x="12133" y="18698"/>
                  </a:cubicBezTo>
                  <a:cubicBezTo>
                    <a:pt x="12133" y="18698"/>
                    <a:pt x="12133" y="18698"/>
                    <a:pt x="12133" y="18698"/>
                  </a:cubicBezTo>
                  <a:cubicBezTo>
                    <a:pt x="12047" y="18537"/>
                    <a:pt x="12047" y="18537"/>
                    <a:pt x="12047" y="18537"/>
                  </a:cubicBezTo>
                  <a:cubicBezTo>
                    <a:pt x="12047" y="18537"/>
                    <a:pt x="12047" y="18537"/>
                    <a:pt x="12047" y="18537"/>
                  </a:cubicBezTo>
                  <a:cubicBezTo>
                    <a:pt x="11961" y="18537"/>
                    <a:pt x="11961" y="18537"/>
                    <a:pt x="11961" y="18537"/>
                  </a:cubicBezTo>
                  <a:cubicBezTo>
                    <a:pt x="11961" y="18537"/>
                    <a:pt x="11961" y="18537"/>
                    <a:pt x="11961" y="18537"/>
                  </a:cubicBezTo>
                  <a:cubicBezTo>
                    <a:pt x="11875" y="18376"/>
                    <a:pt x="11875" y="18376"/>
                    <a:pt x="11875" y="18376"/>
                  </a:cubicBezTo>
                  <a:cubicBezTo>
                    <a:pt x="11789" y="18376"/>
                    <a:pt x="11789" y="18376"/>
                    <a:pt x="11789" y="18376"/>
                  </a:cubicBezTo>
                  <a:cubicBezTo>
                    <a:pt x="11875" y="18537"/>
                    <a:pt x="11875" y="18537"/>
                    <a:pt x="11875" y="18537"/>
                  </a:cubicBezTo>
                  <a:cubicBezTo>
                    <a:pt x="11875" y="18698"/>
                    <a:pt x="11875" y="18698"/>
                    <a:pt x="11875" y="18698"/>
                  </a:cubicBezTo>
                  <a:cubicBezTo>
                    <a:pt x="11789" y="18698"/>
                    <a:pt x="11789" y="18698"/>
                    <a:pt x="11789" y="18698"/>
                  </a:cubicBezTo>
                  <a:cubicBezTo>
                    <a:pt x="11789" y="18537"/>
                    <a:pt x="11789" y="18537"/>
                    <a:pt x="11789" y="18537"/>
                  </a:cubicBezTo>
                  <a:cubicBezTo>
                    <a:pt x="11703" y="18537"/>
                    <a:pt x="11703" y="18537"/>
                    <a:pt x="11703" y="18537"/>
                  </a:cubicBezTo>
                  <a:cubicBezTo>
                    <a:pt x="11617" y="18537"/>
                    <a:pt x="11617" y="18537"/>
                    <a:pt x="11617" y="18537"/>
                  </a:cubicBezTo>
                  <a:cubicBezTo>
                    <a:pt x="11617" y="18698"/>
                    <a:pt x="11617" y="18698"/>
                    <a:pt x="11617" y="18698"/>
                  </a:cubicBezTo>
                  <a:cubicBezTo>
                    <a:pt x="11531" y="18537"/>
                    <a:pt x="11531" y="18537"/>
                    <a:pt x="11531" y="18537"/>
                  </a:cubicBezTo>
                  <a:cubicBezTo>
                    <a:pt x="11445" y="18537"/>
                    <a:pt x="11445" y="18537"/>
                    <a:pt x="11445" y="18537"/>
                  </a:cubicBezTo>
                  <a:cubicBezTo>
                    <a:pt x="11359" y="18537"/>
                    <a:pt x="11359" y="18537"/>
                    <a:pt x="11359" y="18537"/>
                  </a:cubicBezTo>
                  <a:cubicBezTo>
                    <a:pt x="11359" y="18537"/>
                    <a:pt x="11359" y="18537"/>
                    <a:pt x="11359" y="18537"/>
                  </a:cubicBezTo>
                  <a:cubicBezTo>
                    <a:pt x="11359" y="18537"/>
                    <a:pt x="11359" y="18537"/>
                    <a:pt x="11359" y="18537"/>
                  </a:cubicBezTo>
                  <a:cubicBezTo>
                    <a:pt x="11445" y="18376"/>
                    <a:pt x="11445" y="18376"/>
                    <a:pt x="11445" y="18376"/>
                  </a:cubicBezTo>
                  <a:cubicBezTo>
                    <a:pt x="11359" y="18376"/>
                    <a:pt x="11359" y="18376"/>
                    <a:pt x="11359" y="18376"/>
                  </a:cubicBezTo>
                  <a:cubicBezTo>
                    <a:pt x="11359" y="18376"/>
                    <a:pt x="11359" y="18376"/>
                    <a:pt x="11359" y="18376"/>
                  </a:cubicBezTo>
                  <a:cubicBezTo>
                    <a:pt x="11273" y="18376"/>
                    <a:pt x="11273" y="18376"/>
                    <a:pt x="11273" y="18376"/>
                  </a:cubicBezTo>
                  <a:cubicBezTo>
                    <a:pt x="11273" y="18214"/>
                    <a:pt x="11273" y="18214"/>
                    <a:pt x="11273" y="18214"/>
                  </a:cubicBezTo>
                  <a:cubicBezTo>
                    <a:pt x="11273" y="18214"/>
                    <a:pt x="11273" y="18214"/>
                    <a:pt x="11273" y="18214"/>
                  </a:cubicBezTo>
                  <a:cubicBezTo>
                    <a:pt x="11187" y="18214"/>
                    <a:pt x="11187" y="18214"/>
                    <a:pt x="11187" y="18214"/>
                  </a:cubicBezTo>
                  <a:cubicBezTo>
                    <a:pt x="11187" y="18214"/>
                    <a:pt x="11187" y="18214"/>
                    <a:pt x="11187" y="18214"/>
                  </a:cubicBezTo>
                  <a:cubicBezTo>
                    <a:pt x="11187" y="18053"/>
                    <a:pt x="11187" y="18053"/>
                    <a:pt x="11187" y="18053"/>
                  </a:cubicBezTo>
                  <a:cubicBezTo>
                    <a:pt x="11187" y="18053"/>
                    <a:pt x="11187" y="18053"/>
                    <a:pt x="11187" y="18053"/>
                  </a:cubicBezTo>
                  <a:cubicBezTo>
                    <a:pt x="11101" y="18053"/>
                    <a:pt x="11101" y="18053"/>
                    <a:pt x="11101" y="18053"/>
                  </a:cubicBezTo>
                  <a:cubicBezTo>
                    <a:pt x="11101" y="18214"/>
                    <a:pt x="11101" y="18214"/>
                    <a:pt x="11101" y="18214"/>
                  </a:cubicBezTo>
                  <a:cubicBezTo>
                    <a:pt x="11101" y="18214"/>
                    <a:pt x="11101" y="18214"/>
                    <a:pt x="11101" y="18214"/>
                  </a:cubicBezTo>
                  <a:cubicBezTo>
                    <a:pt x="11015" y="18214"/>
                    <a:pt x="11015" y="18214"/>
                    <a:pt x="11015" y="18214"/>
                  </a:cubicBezTo>
                  <a:cubicBezTo>
                    <a:pt x="10843" y="18214"/>
                    <a:pt x="10843" y="18214"/>
                    <a:pt x="10843" y="18214"/>
                  </a:cubicBezTo>
                  <a:cubicBezTo>
                    <a:pt x="10756" y="18214"/>
                    <a:pt x="10756" y="18214"/>
                    <a:pt x="10756" y="18214"/>
                  </a:cubicBezTo>
                  <a:cubicBezTo>
                    <a:pt x="10584" y="18053"/>
                    <a:pt x="10584" y="18053"/>
                    <a:pt x="10584" y="18053"/>
                  </a:cubicBezTo>
                  <a:cubicBezTo>
                    <a:pt x="10498" y="18053"/>
                    <a:pt x="10498" y="18053"/>
                    <a:pt x="10498" y="18053"/>
                  </a:cubicBezTo>
                  <a:cubicBezTo>
                    <a:pt x="10412" y="18214"/>
                    <a:pt x="10412" y="18214"/>
                    <a:pt x="10412" y="18214"/>
                  </a:cubicBezTo>
                  <a:cubicBezTo>
                    <a:pt x="10326" y="18214"/>
                    <a:pt x="10326" y="18214"/>
                    <a:pt x="10326" y="18214"/>
                  </a:cubicBezTo>
                  <a:cubicBezTo>
                    <a:pt x="10240" y="18214"/>
                    <a:pt x="10240" y="18214"/>
                    <a:pt x="10240" y="18214"/>
                  </a:cubicBezTo>
                  <a:cubicBezTo>
                    <a:pt x="10240" y="18376"/>
                    <a:pt x="10240" y="18376"/>
                    <a:pt x="10240" y="18376"/>
                  </a:cubicBezTo>
                  <a:cubicBezTo>
                    <a:pt x="10154" y="18376"/>
                    <a:pt x="10154" y="18376"/>
                    <a:pt x="10154" y="18376"/>
                  </a:cubicBezTo>
                  <a:cubicBezTo>
                    <a:pt x="10154" y="18214"/>
                    <a:pt x="10154" y="18214"/>
                    <a:pt x="10154" y="18214"/>
                  </a:cubicBezTo>
                  <a:cubicBezTo>
                    <a:pt x="10154" y="18214"/>
                    <a:pt x="10154" y="18214"/>
                    <a:pt x="10154" y="18214"/>
                  </a:cubicBezTo>
                  <a:cubicBezTo>
                    <a:pt x="10154" y="18053"/>
                    <a:pt x="10154" y="18053"/>
                    <a:pt x="10154" y="18053"/>
                  </a:cubicBezTo>
                  <a:cubicBezTo>
                    <a:pt x="10154" y="17892"/>
                    <a:pt x="10154" y="17892"/>
                    <a:pt x="10154" y="17892"/>
                  </a:cubicBezTo>
                  <a:cubicBezTo>
                    <a:pt x="10154" y="18053"/>
                    <a:pt x="10154" y="18053"/>
                    <a:pt x="10154" y="18053"/>
                  </a:cubicBezTo>
                  <a:cubicBezTo>
                    <a:pt x="10068" y="18214"/>
                    <a:pt x="10068" y="18214"/>
                    <a:pt x="10068" y="18214"/>
                  </a:cubicBezTo>
                  <a:cubicBezTo>
                    <a:pt x="9982" y="18214"/>
                    <a:pt x="9982" y="18214"/>
                    <a:pt x="9982" y="18214"/>
                  </a:cubicBezTo>
                  <a:cubicBezTo>
                    <a:pt x="9982" y="18053"/>
                    <a:pt x="9982" y="18053"/>
                    <a:pt x="9982" y="18053"/>
                  </a:cubicBezTo>
                  <a:cubicBezTo>
                    <a:pt x="9982" y="18214"/>
                    <a:pt x="9982" y="18214"/>
                    <a:pt x="9982" y="18214"/>
                  </a:cubicBezTo>
                  <a:cubicBezTo>
                    <a:pt x="9982" y="18376"/>
                    <a:pt x="9982" y="18376"/>
                    <a:pt x="9982" y="18376"/>
                  </a:cubicBezTo>
                  <a:cubicBezTo>
                    <a:pt x="10068" y="18537"/>
                    <a:pt x="10068" y="18537"/>
                    <a:pt x="10068" y="18537"/>
                  </a:cubicBezTo>
                  <a:cubicBezTo>
                    <a:pt x="9982" y="18537"/>
                    <a:pt x="9982" y="18537"/>
                    <a:pt x="9982" y="18537"/>
                  </a:cubicBezTo>
                  <a:cubicBezTo>
                    <a:pt x="9896" y="18537"/>
                    <a:pt x="9896" y="18537"/>
                    <a:pt x="9896" y="18537"/>
                  </a:cubicBezTo>
                  <a:cubicBezTo>
                    <a:pt x="9810" y="18698"/>
                    <a:pt x="9810" y="18698"/>
                    <a:pt x="9810" y="18698"/>
                  </a:cubicBezTo>
                  <a:cubicBezTo>
                    <a:pt x="9638" y="18859"/>
                    <a:pt x="9638" y="18859"/>
                    <a:pt x="9638" y="18859"/>
                  </a:cubicBezTo>
                  <a:cubicBezTo>
                    <a:pt x="9638" y="18859"/>
                    <a:pt x="9638" y="18859"/>
                    <a:pt x="9638" y="18859"/>
                  </a:cubicBezTo>
                  <a:cubicBezTo>
                    <a:pt x="9552" y="19020"/>
                    <a:pt x="9552" y="19020"/>
                    <a:pt x="9552" y="19020"/>
                  </a:cubicBezTo>
                  <a:cubicBezTo>
                    <a:pt x="9466" y="19020"/>
                    <a:pt x="9466" y="19020"/>
                    <a:pt x="9466" y="19020"/>
                  </a:cubicBezTo>
                  <a:cubicBezTo>
                    <a:pt x="9552" y="18859"/>
                    <a:pt x="9552" y="18859"/>
                    <a:pt x="9552" y="18859"/>
                  </a:cubicBezTo>
                  <a:cubicBezTo>
                    <a:pt x="9466" y="18859"/>
                    <a:pt x="9466" y="18859"/>
                    <a:pt x="9466" y="18859"/>
                  </a:cubicBezTo>
                  <a:cubicBezTo>
                    <a:pt x="9466" y="18859"/>
                    <a:pt x="9466" y="18859"/>
                    <a:pt x="9466" y="18859"/>
                  </a:cubicBezTo>
                  <a:cubicBezTo>
                    <a:pt x="9380" y="18859"/>
                    <a:pt x="9380" y="18859"/>
                    <a:pt x="9380" y="18859"/>
                  </a:cubicBezTo>
                  <a:cubicBezTo>
                    <a:pt x="9380" y="18859"/>
                    <a:pt x="9380" y="18859"/>
                    <a:pt x="9380" y="18859"/>
                  </a:cubicBezTo>
                  <a:cubicBezTo>
                    <a:pt x="9380" y="19020"/>
                    <a:pt x="9380" y="19020"/>
                    <a:pt x="9380" y="19020"/>
                  </a:cubicBezTo>
                  <a:cubicBezTo>
                    <a:pt x="9294" y="19020"/>
                    <a:pt x="9294" y="19020"/>
                    <a:pt x="9294" y="19020"/>
                  </a:cubicBezTo>
                  <a:cubicBezTo>
                    <a:pt x="9294" y="19020"/>
                    <a:pt x="9294" y="19020"/>
                    <a:pt x="9294" y="19020"/>
                  </a:cubicBezTo>
                  <a:cubicBezTo>
                    <a:pt x="9294" y="19182"/>
                    <a:pt x="9294" y="19182"/>
                    <a:pt x="9294" y="19182"/>
                  </a:cubicBezTo>
                  <a:cubicBezTo>
                    <a:pt x="9207" y="19182"/>
                    <a:pt x="9207" y="19182"/>
                    <a:pt x="9207" y="19182"/>
                  </a:cubicBezTo>
                  <a:cubicBezTo>
                    <a:pt x="9207" y="19182"/>
                    <a:pt x="9207" y="19182"/>
                    <a:pt x="9207" y="19182"/>
                  </a:cubicBezTo>
                  <a:cubicBezTo>
                    <a:pt x="9121" y="19343"/>
                    <a:pt x="9121" y="19343"/>
                    <a:pt x="9121" y="19343"/>
                  </a:cubicBezTo>
                  <a:cubicBezTo>
                    <a:pt x="9121" y="19343"/>
                    <a:pt x="9121" y="19343"/>
                    <a:pt x="9121" y="19343"/>
                  </a:cubicBezTo>
                  <a:cubicBezTo>
                    <a:pt x="9035" y="19504"/>
                    <a:pt x="9035" y="19504"/>
                    <a:pt x="9035" y="19504"/>
                  </a:cubicBezTo>
                  <a:cubicBezTo>
                    <a:pt x="9035" y="19504"/>
                    <a:pt x="9035" y="19504"/>
                    <a:pt x="9035" y="19504"/>
                  </a:cubicBezTo>
                  <a:cubicBezTo>
                    <a:pt x="9035" y="19826"/>
                    <a:pt x="9035" y="19826"/>
                    <a:pt x="9035" y="19826"/>
                  </a:cubicBezTo>
                  <a:cubicBezTo>
                    <a:pt x="8949" y="19826"/>
                    <a:pt x="8949" y="19826"/>
                    <a:pt x="8949" y="19826"/>
                  </a:cubicBezTo>
                  <a:cubicBezTo>
                    <a:pt x="8949" y="19988"/>
                    <a:pt x="8949" y="19988"/>
                    <a:pt x="8949" y="19988"/>
                  </a:cubicBezTo>
                  <a:cubicBezTo>
                    <a:pt x="8863" y="20149"/>
                    <a:pt x="8863" y="20149"/>
                    <a:pt x="8863" y="20149"/>
                  </a:cubicBezTo>
                  <a:cubicBezTo>
                    <a:pt x="8949" y="20310"/>
                    <a:pt x="8949" y="20310"/>
                    <a:pt x="8949" y="20310"/>
                  </a:cubicBezTo>
                  <a:cubicBezTo>
                    <a:pt x="8949" y="20632"/>
                    <a:pt x="8949" y="20632"/>
                    <a:pt x="8949" y="20632"/>
                  </a:cubicBezTo>
                  <a:cubicBezTo>
                    <a:pt x="8949" y="20632"/>
                    <a:pt x="8949" y="20632"/>
                    <a:pt x="8949" y="20632"/>
                  </a:cubicBezTo>
                  <a:cubicBezTo>
                    <a:pt x="8949" y="20794"/>
                    <a:pt x="8949" y="20794"/>
                    <a:pt x="8949" y="20794"/>
                  </a:cubicBezTo>
                  <a:cubicBezTo>
                    <a:pt x="8863" y="20955"/>
                    <a:pt x="8863" y="20955"/>
                    <a:pt x="8863" y="20955"/>
                  </a:cubicBezTo>
                  <a:cubicBezTo>
                    <a:pt x="8863" y="20955"/>
                    <a:pt x="8863" y="20955"/>
                    <a:pt x="8863" y="20955"/>
                  </a:cubicBezTo>
                  <a:cubicBezTo>
                    <a:pt x="8863" y="20955"/>
                    <a:pt x="8863" y="20955"/>
                    <a:pt x="8863" y="20955"/>
                  </a:cubicBezTo>
                  <a:cubicBezTo>
                    <a:pt x="8777" y="20955"/>
                    <a:pt x="8777" y="20955"/>
                    <a:pt x="8777" y="20955"/>
                  </a:cubicBezTo>
                  <a:cubicBezTo>
                    <a:pt x="8691" y="20794"/>
                    <a:pt x="8691" y="20794"/>
                    <a:pt x="8691" y="20794"/>
                  </a:cubicBezTo>
                  <a:cubicBezTo>
                    <a:pt x="8519" y="20794"/>
                    <a:pt x="8519" y="20794"/>
                    <a:pt x="8519" y="20794"/>
                  </a:cubicBezTo>
                  <a:cubicBezTo>
                    <a:pt x="8519" y="20632"/>
                    <a:pt x="8519" y="20632"/>
                    <a:pt x="8519" y="20632"/>
                  </a:cubicBezTo>
                  <a:cubicBezTo>
                    <a:pt x="8433" y="20632"/>
                    <a:pt x="8433" y="20632"/>
                    <a:pt x="8433" y="20632"/>
                  </a:cubicBezTo>
                  <a:cubicBezTo>
                    <a:pt x="8433" y="20632"/>
                    <a:pt x="8433" y="20632"/>
                    <a:pt x="8433" y="20632"/>
                  </a:cubicBezTo>
                  <a:cubicBezTo>
                    <a:pt x="8347" y="20632"/>
                    <a:pt x="8347" y="20632"/>
                    <a:pt x="8347" y="20632"/>
                  </a:cubicBezTo>
                  <a:cubicBezTo>
                    <a:pt x="8347" y="20632"/>
                    <a:pt x="8347" y="20632"/>
                    <a:pt x="8347" y="20632"/>
                  </a:cubicBezTo>
                  <a:cubicBezTo>
                    <a:pt x="8347" y="20471"/>
                    <a:pt x="8347" y="20471"/>
                    <a:pt x="8347" y="20471"/>
                  </a:cubicBezTo>
                  <a:cubicBezTo>
                    <a:pt x="8347" y="20310"/>
                    <a:pt x="8347" y="20310"/>
                    <a:pt x="8347" y="20310"/>
                  </a:cubicBezTo>
                  <a:cubicBezTo>
                    <a:pt x="8261" y="19988"/>
                    <a:pt x="8261" y="19988"/>
                    <a:pt x="8261" y="19988"/>
                  </a:cubicBezTo>
                  <a:cubicBezTo>
                    <a:pt x="8261" y="19988"/>
                    <a:pt x="8261" y="19988"/>
                    <a:pt x="8261" y="19988"/>
                  </a:cubicBezTo>
                  <a:cubicBezTo>
                    <a:pt x="8261" y="19826"/>
                    <a:pt x="8261" y="19826"/>
                    <a:pt x="8261" y="19826"/>
                  </a:cubicBezTo>
                  <a:cubicBezTo>
                    <a:pt x="8261" y="19826"/>
                    <a:pt x="8261" y="19826"/>
                    <a:pt x="8261" y="19826"/>
                  </a:cubicBezTo>
                  <a:cubicBezTo>
                    <a:pt x="8261" y="19665"/>
                    <a:pt x="8261" y="19665"/>
                    <a:pt x="8261" y="19665"/>
                  </a:cubicBezTo>
                  <a:cubicBezTo>
                    <a:pt x="8175" y="19504"/>
                    <a:pt x="8175" y="19504"/>
                    <a:pt x="8175" y="19504"/>
                  </a:cubicBezTo>
                  <a:cubicBezTo>
                    <a:pt x="8175" y="19504"/>
                    <a:pt x="8175" y="19504"/>
                    <a:pt x="8175" y="19504"/>
                  </a:cubicBezTo>
                  <a:cubicBezTo>
                    <a:pt x="8175" y="19343"/>
                    <a:pt x="8175" y="19343"/>
                    <a:pt x="8175" y="19343"/>
                  </a:cubicBezTo>
                  <a:cubicBezTo>
                    <a:pt x="8089" y="19182"/>
                    <a:pt x="8089" y="19182"/>
                    <a:pt x="8089" y="19182"/>
                  </a:cubicBezTo>
                  <a:cubicBezTo>
                    <a:pt x="8089" y="19182"/>
                    <a:pt x="8089" y="19182"/>
                    <a:pt x="8089" y="19182"/>
                  </a:cubicBezTo>
                  <a:cubicBezTo>
                    <a:pt x="8003" y="19182"/>
                    <a:pt x="8003" y="19182"/>
                    <a:pt x="8003" y="19182"/>
                  </a:cubicBezTo>
                  <a:cubicBezTo>
                    <a:pt x="8003" y="18859"/>
                    <a:pt x="8003" y="18859"/>
                    <a:pt x="8003" y="18859"/>
                  </a:cubicBezTo>
                  <a:cubicBezTo>
                    <a:pt x="7917" y="18859"/>
                    <a:pt x="7917" y="18859"/>
                    <a:pt x="7917" y="18859"/>
                  </a:cubicBezTo>
                  <a:cubicBezTo>
                    <a:pt x="7917" y="18698"/>
                    <a:pt x="7917" y="18698"/>
                    <a:pt x="7917" y="18698"/>
                  </a:cubicBezTo>
                  <a:cubicBezTo>
                    <a:pt x="7917" y="18698"/>
                    <a:pt x="7917" y="18698"/>
                    <a:pt x="7917" y="18698"/>
                  </a:cubicBezTo>
                  <a:cubicBezTo>
                    <a:pt x="7917" y="18537"/>
                    <a:pt x="7917" y="18537"/>
                    <a:pt x="7917" y="18537"/>
                  </a:cubicBezTo>
                  <a:cubicBezTo>
                    <a:pt x="7917" y="18537"/>
                    <a:pt x="7917" y="18537"/>
                    <a:pt x="7917" y="18537"/>
                  </a:cubicBezTo>
                  <a:cubicBezTo>
                    <a:pt x="7831" y="18376"/>
                    <a:pt x="7831" y="18376"/>
                    <a:pt x="7831" y="18376"/>
                  </a:cubicBezTo>
                  <a:cubicBezTo>
                    <a:pt x="7831" y="18214"/>
                    <a:pt x="7831" y="18214"/>
                    <a:pt x="7831" y="18214"/>
                  </a:cubicBezTo>
                  <a:cubicBezTo>
                    <a:pt x="7745" y="18053"/>
                    <a:pt x="7745" y="18053"/>
                    <a:pt x="7745" y="18053"/>
                  </a:cubicBezTo>
                  <a:cubicBezTo>
                    <a:pt x="7658" y="18053"/>
                    <a:pt x="7658" y="18053"/>
                    <a:pt x="7658" y="18053"/>
                  </a:cubicBezTo>
                  <a:cubicBezTo>
                    <a:pt x="7658" y="17892"/>
                    <a:pt x="7658" y="17892"/>
                    <a:pt x="7658" y="17892"/>
                  </a:cubicBezTo>
                  <a:cubicBezTo>
                    <a:pt x="7572" y="17892"/>
                    <a:pt x="7572" y="17892"/>
                    <a:pt x="7572" y="17892"/>
                  </a:cubicBezTo>
                  <a:cubicBezTo>
                    <a:pt x="7572" y="17892"/>
                    <a:pt x="7572" y="17892"/>
                    <a:pt x="7572" y="17892"/>
                  </a:cubicBezTo>
                  <a:cubicBezTo>
                    <a:pt x="7572" y="17892"/>
                    <a:pt x="7572" y="17892"/>
                    <a:pt x="7572" y="17892"/>
                  </a:cubicBezTo>
                  <a:cubicBezTo>
                    <a:pt x="7486" y="17892"/>
                    <a:pt x="7486" y="17892"/>
                    <a:pt x="7486" y="17892"/>
                  </a:cubicBezTo>
                  <a:cubicBezTo>
                    <a:pt x="7400" y="17892"/>
                    <a:pt x="7400" y="17892"/>
                    <a:pt x="7400" y="17892"/>
                  </a:cubicBezTo>
                  <a:cubicBezTo>
                    <a:pt x="7314" y="17892"/>
                    <a:pt x="7314" y="17892"/>
                    <a:pt x="7314" y="17892"/>
                  </a:cubicBezTo>
                  <a:cubicBezTo>
                    <a:pt x="7314" y="17892"/>
                    <a:pt x="7314" y="17892"/>
                    <a:pt x="7314" y="17892"/>
                  </a:cubicBezTo>
                  <a:cubicBezTo>
                    <a:pt x="7314" y="17892"/>
                    <a:pt x="7314" y="17892"/>
                    <a:pt x="7314" y="17892"/>
                  </a:cubicBezTo>
                  <a:cubicBezTo>
                    <a:pt x="7314" y="17892"/>
                    <a:pt x="7314" y="17892"/>
                    <a:pt x="7314" y="17892"/>
                  </a:cubicBezTo>
                  <a:cubicBezTo>
                    <a:pt x="7228" y="17892"/>
                    <a:pt x="7228" y="17892"/>
                    <a:pt x="7228" y="17892"/>
                  </a:cubicBezTo>
                  <a:cubicBezTo>
                    <a:pt x="7228" y="17892"/>
                    <a:pt x="7228" y="17892"/>
                    <a:pt x="7228" y="17892"/>
                  </a:cubicBezTo>
                  <a:cubicBezTo>
                    <a:pt x="7142" y="18053"/>
                    <a:pt x="7142" y="18053"/>
                    <a:pt x="7142" y="18053"/>
                  </a:cubicBezTo>
                  <a:cubicBezTo>
                    <a:pt x="7142" y="18214"/>
                    <a:pt x="7142" y="18214"/>
                    <a:pt x="7142" y="18214"/>
                  </a:cubicBezTo>
                  <a:cubicBezTo>
                    <a:pt x="7056" y="18214"/>
                    <a:pt x="7056" y="18214"/>
                    <a:pt x="7056" y="18214"/>
                  </a:cubicBezTo>
                  <a:cubicBezTo>
                    <a:pt x="7056" y="18376"/>
                    <a:pt x="7056" y="18376"/>
                    <a:pt x="7056" y="18376"/>
                  </a:cubicBezTo>
                  <a:cubicBezTo>
                    <a:pt x="7056" y="18376"/>
                    <a:pt x="7056" y="18376"/>
                    <a:pt x="7056" y="18376"/>
                  </a:cubicBezTo>
                  <a:cubicBezTo>
                    <a:pt x="7056" y="18376"/>
                    <a:pt x="7056" y="18376"/>
                    <a:pt x="7056" y="18376"/>
                  </a:cubicBezTo>
                  <a:cubicBezTo>
                    <a:pt x="6970" y="18376"/>
                    <a:pt x="6970" y="18376"/>
                    <a:pt x="6970" y="18376"/>
                  </a:cubicBezTo>
                  <a:cubicBezTo>
                    <a:pt x="6970" y="18537"/>
                    <a:pt x="6970" y="18537"/>
                    <a:pt x="6970" y="18537"/>
                  </a:cubicBezTo>
                  <a:cubicBezTo>
                    <a:pt x="6970" y="18537"/>
                    <a:pt x="6970" y="18537"/>
                    <a:pt x="6970" y="18537"/>
                  </a:cubicBezTo>
                  <a:cubicBezTo>
                    <a:pt x="6884" y="18537"/>
                    <a:pt x="6884" y="18537"/>
                    <a:pt x="6884" y="18537"/>
                  </a:cubicBezTo>
                  <a:cubicBezTo>
                    <a:pt x="6884" y="18537"/>
                    <a:pt x="6884" y="18537"/>
                    <a:pt x="6884" y="18537"/>
                  </a:cubicBezTo>
                  <a:cubicBezTo>
                    <a:pt x="6798" y="18376"/>
                    <a:pt x="6798" y="18376"/>
                    <a:pt x="6798" y="18376"/>
                  </a:cubicBezTo>
                  <a:cubicBezTo>
                    <a:pt x="6712" y="18376"/>
                    <a:pt x="6712" y="18376"/>
                    <a:pt x="6712" y="18376"/>
                  </a:cubicBezTo>
                  <a:cubicBezTo>
                    <a:pt x="6712" y="18376"/>
                    <a:pt x="6712" y="18376"/>
                    <a:pt x="6712" y="18376"/>
                  </a:cubicBezTo>
                  <a:cubicBezTo>
                    <a:pt x="6626" y="18214"/>
                    <a:pt x="6626" y="18214"/>
                    <a:pt x="6626" y="18214"/>
                  </a:cubicBezTo>
                  <a:cubicBezTo>
                    <a:pt x="6626" y="18214"/>
                    <a:pt x="6626" y="18214"/>
                    <a:pt x="6626" y="18214"/>
                  </a:cubicBezTo>
                  <a:cubicBezTo>
                    <a:pt x="6626" y="18214"/>
                    <a:pt x="6626" y="18214"/>
                    <a:pt x="6626" y="18214"/>
                  </a:cubicBezTo>
                  <a:cubicBezTo>
                    <a:pt x="6540" y="18214"/>
                    <a:pt x="6540" y="18214"/>
                    <a:pt x="6540" y="18214"/>
                  </a:cubicBezTo>
                  <a:cubicBezTo>
                    <a:pt x="6540" y="18053"/>
                    <a:pt x="6540" y="18053"/>
                    <a:pt x="6540" y="18053"/>
                  </a:cubicBezTo>
                  <a:cubicBezTo>
                    <a:pt x="6540" y="18053"/>
                    <a:pt x="6540" y="18053"/>
                    <a:pt x="6540" y="18053"/>
                  </a:cubicBezTo>
                  <a:cubicBezTo>
                    <a:pt x="6540" y="18053"/>
                    <a:pt x="6540" y="18053"/>
                    <a:pt x="6540" y="18053"/>
                  </a:cubicBezTo>
                  <a:cubicBezTo>
                    <a:pt x="6454" y="18053"/>
                    <a:pt x="6454" y="18053"/>
                    <a:pt x="6454" y="18053"/>
                  </a:cubicBezTo>
                  <a:cubicBezTo>
                    <a:pt x="6454" y="18053"/>
                    <a:pt x="6454" y="18053"/>
                    <a:pt x="6454" y="18053"/>
                  </a:cubicBezTo>
                  <a:cubicBezTo>
                    <a:pt x="6454" y="18053"/>
                    <a:pt x="6454" y="18053"/>
                    <a:pt x="6454" y="18053"/>
                  </a:cubicBezTo>
                  <a:cubicBezTo>
                    <a:pt x="6454" y="17892"/>
                    <a:pt x="6454" y="17892"/>
                    <a:pt x="6454" y="17892"/>
                  </a:cubicBezTo>
                  <a:cubicBezTo>
                    <a:pt x="6368" y="17892"/>
                    <a:pt x="6368" y="17892"/>
                    <a:pt x="6368" y="17892"/>
                  </a:cubicBezTo>
                  <a:cubicBezTo>
                    <a:pt x="6282" y="17731"/>
                    <a:pt x="6282" y="17731"/>
                    <a:pt x="6282" y="17731"/>
                  </a:cubicBezTo>
                  <a:cubicBezTo>
                    <a:pt x="6282" y="17570"/>
                    <a:pt x="6282" y="17570"/>
                    <a:pt x="6282" y="17570"/>
                  </a:cubicBezTo>
                  <a:cubicBezTo>
                    <a:pt x="6368" y="17570"/>
                    <a:pt x="6368" y="17570"/>
                    <a:pt x="6368" y="17570"/>
                  </a:cubicBezTo>
                  <a:cubicBezTo>
                    <a:pt x="6368" y="17570"/>
                    <a:pt x="6368" y="17570"/>
                    <a:pt x="6368" y="17570"/>
                  </a:cubicBezTo>
                  <a:cubicBezTo>
                    <a:pt x="6368" y="17408"/>
                    <a:pt x="6368" y="17408"/>
                    <a:pt x="6368" y="17408"/>
                  </a:cubicBezTo>
                  <a:cubicBezTo>
                    <a:pt x="6368" y="17408"/>
                    <a:pt x="6368" y="17408"/>
                    <a:pt x="6368" y="17408"/>
                  </a:cubicBezTo>
                  <a:cubicBezTo>
                    <a:pt x="6368" y="17408"/>
                    <a:pt x="6368" y="17408"/>
                    <a:pt x="6368" y="17408"/>
                  </a:cubicBezTo>
                  <a:cubicBezTo>
                    <a:pt x="6282" y="17408"/>
                    <a:pt x="6282" y="17408"/>
                    <a:pt x="6282" y="17408"/>
                  </a:cubicBezTo>
                  <a:cubicBezTo>
                    <a:pt x="6282" y="17247"/>
                    <a:pt x="6282" y="17247"/>
                    <a:pt x="6282" y="17247"/>
                  </a:cubicBezTo>
                  <a:cubicBezTo>
                    <a:pt x="6282" y="17086"/>
                    <a:pt x="6282" y="17086"/>
                    <a:pt x="6282" y="17086"/>
                  </a:cubicBezTo>
                  <a:cubicBezTo>
                    <a:pt x="6196" y="17086"/>
                    <a:pt x="6196" y="17086"/>
                    <a:pt x="6196" y="17086"/>
                  </a:cubicBezTo>
                  <a:cubicBezTo>
                    <a:pt x="6196" y="17086"/>
                    <a:pt x="6196" y="17086"/>
                    <a:pt x="6196" y="17086"/>
                  </a:cubicBezTo>
                  <a:cubicBezTo>
                    <a:pt x="6109" y="16925"/>
                    <a:pt x="6109" y="16925"/>
                    <a:pt x="6109" y="16925"/>
                  </a:cubicBezTo>
                  <a:cubicBezTo>
                    <a:pt x="6196" y="16925"/>
                    <a:pt x="6196" y="16925"/>
                    <a:pt x="6196" y="16925"/>
                  </a:cubicBezTo>
                  <a:cubicBezTo>
                    <a:pt x="6196" y="16925"/>
                    <a:pt x="6196" y="16925"/>
                    <a:pt x="6196" y="16925"/>
                  </a:cubicBezTo>
                  <a:cubicBezTo>
                    <a:pt x="6109" y="16764"/>
                    <a:pt x="6109" y="16764"/>
                    <a:pt x="6109" y="16764"/>
                  </a:cubicBezTo>
                  <a:cubicBezTo>
                    <a:pt x="6023" y="16764"/>
                    <a:pt x="6023" y="16764"/>
                    <a:pt x="6023" y="16764"/>
                  </a:cubicBezTo>
                  <a:cubicBezTo>
                    <a:pt x="6023" y="16764"/>
                    <a:pt x="6023" y="16764"/>
                    <a:pt x="6023" y="16764"/>
                  </a:cubicBezTo>
                  <a:cubicBezTo>
                    <a:pt x="6023" y="16602"/>
                    <a:pt x="6023" y="16602"/>
                    <a:pt x="6023" y="16602"/>
                  </a:cubicBezTo>
                  <a:cubicBezTo>
                    <a:pt x="6023" y="16602"/>
                    <a:pt x="6023" y="16602"/>
                    <a:pt x="6023" y="16602"/>
                  </a:cubicBezTo>
                  <a:cubicBezTo>
                    <a:pt x="5937" y="16602"/>
                    <a:pt x="5937" y="16602"/>
                    <a:pt x="5937" y="16602"/>
                  </a:cubicBezTo>
                  <a:cubicBezTo>
                    <a:pt x="5937" y="16441"/>
                    <a:pt x="5937" y="16441"/>
                    <a:pt x="5937" y="16441"/>
                  </a:cubicBezTo>
                  <a:cubicBezTo>
                    <a:pt x="5851" y="16280"/>
                    <a:pt x="5851" y="16280"/>
                    <a:pt x="5851" y="16280"/>
                  </a:cubicBezTo>
                  <a:cubicBezTo>
                    <a:pt x="5765" y="16280"/>
                    <a:pt x="5765" y="16280"/>
                    <a:pt x="5765" y="16280"/>
                  </a:cubicBezTo>
                  <a:cubicBezTo>
                    <a:pt x="5163" y="16280"/>
                    <a:pt x="5163" y="16280"/>
                    <a:pt x="5163" y="16280"/>
                  </a:cubicBezTo>
                  <a:cubicBezTo>
                    <a:pt x="5163" y="16441"/>
                    <a:pt x="5163" y="16441"/>
                    <a:pt x="5163" y="16441"/>
                  </a:cubicBezTo>
                  <a:cubicBezTo>
                    <a:pt x="4130" y="16441"/>
                    <a:pt x="4130" y="16441"/>
                    <a:pt x="4130" y="16441"/>
                  </a:cubicBezTo>
                  <a:cubicBezTo>
                    <a:pt x="2753" y="15474"/>
                    <a:pt x="2753" y="15474"/>
                    <a:pt x="2753" y="15474"/>
                  </a:cubicBezTo>
                  <a:cubicBezTo>
                    <a:pt x="2839" y="15313"/>
                    <a:pt x="2839" y="15313"/>
                    <a:pt x="2839" y="15313"/>
                  </a:cubicBezTo>
                  <a:cubicBezTo>
                    <a:pt x="2753" y="15313"/>
                    <a:pt x="2753" y="15313"/>
                    <a:pt x="2753" y="15313"/>
                  </a:cubicBezTo>
                  <a:cubicBezTo>
                    <a:pt x="1893" y="15313"/>
                    <a:pt x="1893" y="15313"/>
                    <a:pt x="1893" y="15313"/>
                  </a:cubicBezTo>
                  <a:cubicBezTo>
                    <a:pt x="1893" y="15152"/>
                    <a:pt x="1893" y="15152"/>
                    <a:pt x="1893" y="15152"/>
                  </a:cubicBezTo>
                  <a:cubicBezTo>
                    <a:pt x="1893" y="14991"/>
                    <a:pt x="1893" y="14991"/>
                    <a:pt x="1893" y="14991"/>
                  </a:cubicBezTo>
                  <a:cubicBezTo>
                    <a:pt x="1893" y="14829"/>
                    <a:pt x="1893" y="14829"/>
                    <a:pt x="1893" y="14829"/>
                  </a:cubicBezTo>
                  <a:cubicBezTo>
                    <a:pt x="1721" y="14507"/>
                    <a:pt x="1721" y="14507"/>
                    <a:pt x="1721" y="14507"/>
                  </a:cubicBezTo>
                  <a:cubicBezTo>
                    <a:pt x="1635" y="14346"/>
                    <a:pt x="1635" y="14346"/>
                    <a:pt x="1635" y="14346"/>
                  </a:cubicBezTo>
                  <a:cubicBezTo>
                    <a:pt x="1635" y="14346"/>
                    <a:pt x="1635" y="14346"/>
                    <a:pt x="1635" y="14346"/>
                  </a:cubicBezTo>
                  <a:cubicBezTo>
                    <a:pt x="1549" y="14346"/>
                    <a:pt x="1549" y="14346"/>
                    <a:pt x="1549" y="14346"/>
                  </a:cubicBezTo>
                  <a:cubicBezTo>
                    <a:pt x="1549" y="14346"/>
                    <a:pt x="1549" y="14346"/>
                    <a:pt x="1549" y="14346"/>
                  </a:cubicBezTo>
                  <a:cubicBezTo>
                    <a:pt x="1549" y="14346"/>
                    <a:pt x="1549" y="14346"/>
                    <a:pt x="1549" y="14346"/>
                  </a:cubicBezTo>
                  <a:cubicBezTo>
                    <a:pt x="1549" y="14185"/>
                    <a:pt x="1549" y="14185"/>
                    <a:pt x="1549" y="14185"/>
                  </a:cubicBezTo>
                  <a:cubicBezTo>
                    <a:pt x="1462" y="14185"/>
                    <a:pt x="1462" y="14185"/>
                    <a:pt x="1462" y="14185"/>
                  </a:cubicBezTo>
                  <a:cubicBezTo>
                    <a:pt x="1376" y="14185"/>
                    <a:pt x="1376" y="14185"/>
                    <a:pt x="1376" y="14185"/>
                  </a:cubicBezTo>
                  <a:cubicBezTo>
                    <a:pt x="1290" y="14023"/>
                    <a:pt x="1290" y="14023"/>
                    <a:pt x="1290" y="14023"/>
                  </a:cubicBezTo>
                  <a:cubicBezTo>
                    <a:pt x="1290" y="13862"/>
                    <a:pt x="1290" y="13862"/>
                    <a:pt x="1290" y="13862"/>
                  </a:cubicBezTo>
                  <a:cubicBezTo>
                    <a:pt x="1204" y="13862"/>
                    <a:pt x="1204" y="13862"/>
                    <a:pt x="1204" y="13862"/>
                  </a:cubicBezTo>
                  <a:cubicBezTo>
                    <a:pt x="1118" y="13862"/>
                    <a:pt x="1118" y="13862"/>
                    <a:pt x="1118" y="13862"/>
                  </a:cubicBezTo>
                  <a:cubicBezTo>
                    <a:pt x="1032" y="13862"/>
                    <a:pt x="1032" y="13862"/>
                    <a:pt x="1032" y="13862"/>
                  </a:cubicBezTo>
                  <a:cubicBezTo>
                    <a:pt x="1032" y="13701"/>
                    <a:pt x="1032" y="13701"/>
                    <a:pt x="1032" y="13701"/>
                  </a:cubicBezTo>
                  <a:cubicBezTo>
                    <a:pt x="946" y="13701"/>
                    <a:pt x="946" y="13701"/>
                    <a:pt x="946" y="13701"/>
                  </a:cubicBezTo>
                  <a:cubicBezTo>
                    <a:pt x="774" y="13701"/>
                    <a:pt x="774" y="13701"/>
                    <a:pt x="774" y="13701"/>
                  </a:cubicBezTo>
                  <a:cubicBezTo>
                    <a:pt x="774" y="13701"/>
                    <a:pt x="774" y="13701"/>
                    <a:pt x="774" y="13701"/>
                  </a:cubicBezTo>
                  <a:cubicBezTo>
                    <a:pt x="774" y="13540"/>
                    <a:pt x="774" y="13540"/>
                    <a:pt x="774" y="13540"/>
                  </a:cubicBezTo>
                  <a:cubicBezTo>
                    <a:pt x="774" y="13540"/>
                    <a:pt x="774" y="13540"/>
                    <a:pt x="774" y="13540"/>
                  </a:cubicBezTo>
                  <a:cubicBezTo>
                    <a:pt x="774" y="13379"/>
                    <a:pt x="774" y="13379"/>
                    <a:pt x="774" y="13379"/>
                  </a:cubicBezTo>
                  <a:cubicBezTo>
                    <a:pt x="774" y="13217"/>
                    <a:pt x="774" y="13217"/>
                    <a:pt x="774" y="13217"/>
                  </a:cubicBezTo>
                  <a:cubicBezTo>
                    <a:pt x="774" y="13056"/>
                    <a:pt x="774" y="13056"/>
                    <a:pt x="774" y="13056"/>
                  </a:cubicBezTo>
                  <a:cubicBezTo>
                    <a:pt x="688" y="13056"/>
                    <a:pt x="688" y="13056"/>
                    <a:pt x="688" y="13056"/>
                  </a:cubicBezTo>
                  <a:cubicBezTo>
                    <a:pt x="688" y="12895"/>
                    <a:pt x="688" y="12895"/>
                    <a:pt x="688" y="12895"/>
                  </a:cubicBezTo>
                  <a:cubicBezTo>
                    <a:pt x="688" y="12895"/>
                    <a:pt x="688" y="12895"/>
                    <a:pt x="688" y="12895"/>
                  </a:cubicBezTo>
                  <a:cubicBezTo>
                    <a:pt x="688" y="12895"/>
                    <a:pt x="688" y="12895"/>
                    <a:pt x="688" y="12895"/>
                  </a:cubicBezTo>
                  <a:cubicBezTo>
                    <a:pt x="602" y="12734"/>
                    <a:pt x="602" y="12734"/>
                    <a:pt x="602" y="12734"/>
                  </a:cubicBezTo>
                  <a:cubicBezTo>
                    <a:pt x="516" y="12411"/>
                    <a:pt x="516" y="12411"/>
                    <a:pt x="516" y="12411"/>
                  </a:cubicBezTo>
                  <a:cubicBezTo>
                    <a:pt x="516" y="12250"/>
                    <a:pt x="516" y="12250"/>
                    <a:pt x="516" y="12250"/>
                  </a:cubicBezTo>
                  <a:cubicBezTo>
                    <a:pt x="516" y="12089"/>
                    <a:pt x="516" y="12089"/>
                    <a:pt x="516" y="12089"/>
                  </a:cubicBezTo>
                  <a:cubicBezTo>
                    <a:pt x="430" y="12089"/>
                    <a:pt x="430" y="12089"/>
                    <a:pt x="430" y="12089"/>
                  </a:cubicBezTo>
                  <a:cubicBezTo>
                    <a:pt x="430" y="11928"/>
                    <a:pt x="430" y="11928"/>
                    <a:pt x="430" y="11928"/>
                  </a:cubicBezTo>
                  <a:cubicBezTo>
                    <a:pt x="430" y="11767"/>
                    <a:pt x="430" y="11767"/>
                    <a:pt x="430" y="11767"/>
                  </a:cubicBezTo>
                  <a:cubicBezTo>
                    <a:pt x="430" y="11767"/>
                    <a:pt x="430" y="11767"/>
                    <a:pt x="430" y="11767"/>
                  </a:cubicBezTo>
                  <a:cubicBezTo>
                    <a:pt x="516" y="11767"/>
                    <a:pt x="516" y="11767"/>
                    <a:pt x="516" y="11767"/>
                  </a:cubicBezTo>
                  <a:cubicBezTo>
                    <a:pt x="516" y="11767"/>
                    <a:pt x="516" y="11767"/>
                    <a:pt x="516" y="11767"/>
                  </a:cubicBezTo>
                  <a:cubicBezTo>
                    <a:pt x="516" y="11605"/>
                    <a:pt x="516" y="11605"/>
                    <a:pt x="516" y="11605"/>
                  </a:cubicBezTo>
                  <a:cubicBezTo>
                    <a:pt x="516" y="11444"/>
                    <a:pt x="516" y="11444"/>
                    <a:pt x="516" y="11444"/>
                  </a:cubicBezTo>
                  <a:cubicBezTo>
                    <a:pt x="430" y="11444"/>
                    <a:pt x="430" y="11444"/>
                    <a:pt x="430" y="11444"/>
                  </a:cubicBezTo>
                  <a:cubicBezTo>
                    <a:pt x="430" y="11283"/>
                    <a:pt x="430" y="11283"/>
                    <a:pt x="430" y="11283"/>
                  </a:cubicBezTo>
                  <a:cubicBezTo>
                    <a:pt x="344" y="11283"/>
                    <a:pt x="344" y="11283"/>
                    <a:pt x="344" y="11283"/>
                  </a:cubicBezTo>
                  <a:cubicBezTo>
                    <a:pt x="344" y="11122"/>
                    <a:pt x="344" y="11122"/>
                    <a:pt x="344" y="11122"/>
                  </a:cubicBezTo>
                  <a:cubicBezTo>
                    <a:pt x="430" y="11122"/>
                    <a:pt x="430" y="11122"/>
                    <a:pt x="430" y="11122"/>
                  </a:cubicBezTo>
                  <a:cubicBezTo>
                    <a:pt x="344" y="10961"/>
                    <a:pt x="344" y="10961"/>
                    <a:pt x="344" y="10961"/>
                  </a:cubicBezTo>
                  <a:cubicBezTo>
                    <a:pt x="430" y="10961"/>
                    <a:pt x="430" y="10961"/>
                    <a:pt x="430" y="10961"/>
                  </a:cubicBezTo>
                  <a:cubicBezTo>
                    <a:pt x="430" y="10961"/>
                    <a:pt x="430" y="10961"/>
                    <a:pt x="430" y="10961"/>
                  </a:cubicBezTo>
                  <a:cubicBezTo>
                    <a:pt x="430" y="10800"/>
                    <a:pt x="430" y="10800"/>
                    <a:pt x="430" y="10800"/>
                  </a:cubicBezTo>
                  <a:cubicBezTo>
                    <a:pt x="516" y="10800"/>
                    <a:pt x="516" y="10800"/>
                    <a:pt x="516" y="10800"/>
                  </a:cubicBezTo>
                  <a:cubicBezTo>
                    <a:pt x="516" y="10961"/>
                    <a:pt x="516" y="10961"/>
                    <a:pt x="516" y="10961"/>
                  </a:cubicBezTo>
                  <a:cubicBezTo>
                    <a:pt x="602" y="10961"/>
                    <a:pt x="602" y="10961"/>
                    <a:pt x="602" y="10961"/>
                  </a:cubicBezTo>
                  <a:cubicBezTo>
                    <a:pt x="516" y="10961"/>
                    <a:pt x="516" y="10961"/>
                    <a:pt x="516" y="10961"/>
                  </a:cubicBezTo>
                  <a:cubicBezTo>
                    <a:pt x="516" y="10800"/>
                    <a:pt x="516" y="10800"/>
                    <a:pt x="516" y="10800"/>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602" y="10638"/>
                    <a:pt x="602" y="10638"/>
                    <a:pt x="602" y="10638"/>
                  </a:cubicBezTo>
                  <a:cubicBezTo>
                    <a:pt x="688" y="10638"/>
                    <a:pt x="688" y="10638"/>
                    <a:pt x="688" y="10638"/>
                  </a:cubicBezTo>
                  <a:cubicBezTo>
                    <a:pt x="602" y="10477"/>
                    <a:pt x="602" y="10477"/>
                    <a:pt x="602" y="10477"/>
                  </a:cubicBezTo>
                  <a:cubicBezTo>
                    <a:pt x="602" y="10477"/>
                    <a:pt x="602" y="10477"/>
                    <a:pt x="602" y="10477"/>
                  </a:cubicBezTo>
                  <a:cubicBezTo>
                    <a:pt x="516" y="10477"/>
                    <a:pt x="516" y="10477"/>
                    <a:pt x="516" y="10477"/>
                  </a:cubicBezTo>
                  <a:cubicBezTo>
                    <a:pt x="516" y="10477"/>
                    <a:pt x="516" y="10477"/>
                    <a:pt x="516" y="10477"/>
                  </a:cubicBezTo>
                  <a:cubicBezTo>
                    <a:pt x="516" y="10477"/>
                    <a:pt x="516" y="10477"/>
                    <a:pt x="516" y="10477"/>
                  </a:cubicBezTo>
                  <a:cubicBezTo>
                    <a:pt x="430" y="10477"/>
                    <a:pt x="430" y="10477"/>
                    <a:pt x="430" y="10477"/>
                  </a:cubicBezTo>
                  <a:cubicBezTo>
                    <a:pt x="430" y="10638"/>
                    <a:pt x="430" y="10638"/>
                    <a:pt x="430" y="10638"/>
                  </a:cubicBezTo>
                  <a:cubicBezTo>
                    <a:pt x="430" y="10638"/>
                    <a:pt x="430" y="10638"/>
                    <a:pt x="430" y="10638"/>
                  </a:cubicBezTo>
                  <a:cubicBezTo>
                    <a:pt x="430" y="10638"/>
                    <a:pt x="430" y="10638"/>
                    <a:pt x="430" y="10638"/>
                  </a:cubicBezTo>
                  <a:cubicBezTo>
                    <a:pt x="344" y="10638"/>
                    <a:pt x="344" y="10638"/>
                    <a:pt x="344" y="10638"/>
                  </a:cubicBezTo>
                  <a:cubicBezTo>
                    <a:pt x="344" y="10638"/>
                    <a:pt x="344" y="10638"/>
                    <a:pt x="344" y="10638"/>
                  </a:cubicBezTo>
                  <a:cubicBezTo>
                    <a:pt x="258" y="10477"/>
                    <a:pt x="258" y="10477"/>
                    <a:pt x="258" y="10477"/>
                  </a:cubicBezTo>
                  <a:cubicBezTo>
                    <a:pt x="258" y="10316"/>
                    <a:pt x="258" y="10316"/>
                    <a:pt x="258" y="10316"/>
                  </a:cubicBezTo>
                  <a:cubicBezTo>
                    <a:pt x="258" y="10316"/>
                    <a:pt x="258" y="10316"/>
                    <a:pt x="258" y="10316"/>
                  </a:cubicBezTo>
                  <a:cubicBezTo>
                    <a:pt x="258" y="10155"/>
                    <a:pt x="258" y="10155"/>
                    <a:pt x="258" y="10155"/>
                  </a:cubicBezTo>
                  <a:cubicBezTo>
                    <a:pt x="86" y="9832"/>
                    <a:pt x="86" y="9832"/>
                    <a:pt x="86" y="9832"/>
                  </a:cubicBezTo>
                  <a:cubicBezTo>
                    <a:pt x="86" y="9671"/>
                    <a:pt x="86" y="9671"/>
                    <a:pt x="86" y="9671"/>
                  </a:cubicBezTo>
                  <a:cubicBezTo>
                    <a:pt x="86" y="9671"/>
                    <a:pt x="86" y="9671"/>
                    <a:pt x="86" y="9671"/>
                  </a:cubicBezTo>
                  <a:cubicBezTo>
                    <a:pt x="172" y="9510"/>
                    <a:pt x="172" y="9510"/>
                    <a:pt x="172" y="9510"/>
                  </a:cubicBezTo>
                  <a:cubicBezTo>
                    <a:pt x="86" y="9349"/>
                    <a:pt x="86" y="9349"/>
                    <a:pt x="86" y="9349"/>
                  </a:cubicBezTo>
                  <a:cubicBezTo>
                    <a:pt x="86" y="9349"/>
                    <a:pt x="86" y="9349"/>
                    <a:pt x="86" y="9349"/>
                  </a:cubicBezTo>
                  <a:cubicBezTo>
                    <a:pt x="86" y="9188"/>
                    <a:pt x="86" y="9188"/>
                    <a:pt x="86" y="9188"/>
                  </a:cubicBezTo>
                  <a:cubicBezTo>
                    <a:pt x="172" y="9026"/>
                    <a:pt x="172" y="9026"/>
                    <a:pt x="172" y="9026"/>
                  </a:cubicBezTo>
                  <a:cubicBezTo>
                    <a:pt x="172" y="9026"/>
                    <a:pt x="172" y="9026"/>
                    <a:pt x="172" y="9026"/>
                  </a:cubicBezTo>
                  <a:cubicBezTo>
                    <a:pt x="172" y="8704"/>
                    <a:pt x="172" y="8704"/>
                    <a:pt x="172" y="8704"/>
                  </a:cubicBezTo>
                  <a:cubicBezTo>
                    <a:pt x="86" y="8382"/>
                    <a:pt x="86" y="8382"/>
                    <a:pt x="86" y="8382"/>
                  </a:cubicBezTo>
                  <a:cubicBezTo>
                    <a:pt x="0" y="8220"/>
                    <a:pt x="0" y="8220"/>
                    <a:pt x="0" y="8220"/>
                  </a:cubicBezTo>
                  <a:cubicBezTo>
                    <a:pt x="0" y="8220"/>
                    <a:pt x="0" y="8220"/>
                    <a:pt x="0" y="8220"/>
                  </a:cubicBezTo>
                  <a:cubicBezTo>
                    <a:pt x="86" y="8059"/>
                    <a:pt x="86" y="8059"/>
                    <a:pt x="86" y="8059"/>
                  </a:cubicBezTo>
                  <a:cubicBezTo>
                    <a:pt x="172" y="7898"/>
                    <a:pt x="172" y="7898"/>
                    <a:pt x="172" y="7898"/>
                  </a:cubicBezTo>
                  <a:cubicBezTo>
                    <a:pt x="172" y="7737"/>
                    <a:pt x="172" y="7737"/>
                    <a:pt x="172" y="7737"/>
                  </a:cubicBezTo>
                  <a:cubicBezTo>
                    <a:pt x="172" y="7737"/>
                    <a:pt x="172" y="7737"/>
                    <a:pt x="172" y="7737"/>
                  </a:cubicBezTo>
                  <a:cubicBezTo>
                    <a:pt x="172" y="7576"/>
                    <a:pt x="172" y="7576"/>
                    <a:pt x="172" y="7576"/>
                  </a:cubicBezTo>
                  <a:cubicBezTo>
                    <a:pt x="258" y="7576"/>
                    <a:pt x="258" y="7576"/>
                    <a:pt x="258" y="7576"/>
                  </a:cubicBezTo>
                  <a:cubicBezTo>
                    <a:pt x="258" y="7414"/>
                    <a:pt x="258" y="7414"/>
                    <a:pt x="258" y="7414"/>
                  </a:cubicBezTo>
                  <a:cubicBezTo>
                    <a:pt x="258" y="7092"/>
                    <a:pt x="258" y="7092"/>
                    <a:pt x="258" y="7092"/>
                  </a:cubicBezTo>
                  <a:cubicBezTo>
                    <a:pt x="258" y="6931"/>
                    <a:pt x="258" y="6931"/>
                    <a:pt x="258" y="6931"/>
                  </a:cubicBezTo>
                  <a:cubicBezTo>
                    <a:pt x="258" y="6931"/>
                    <a:pt x="258" y="6931"/>
                    <a:pt x="258" y="6931"/>
                  </a:cubicBezTo>
                  <a:cubicBezTo>
                    <a:pt x="258" y="6770"/>
                    <a:pt x="258" y="6770"/>
                    <a:pt x="258" y="6770"/>
                  </a:cubicBezTo>
                  <a:cubicBezTo>
                    <a:pt x="258" y="6608"/>
                    <a:pt x="258" y="6608"/>
                    <a:pt x="258" y="6608"/>
                  </a:cubicBezTo>
                  <a:cubicBezTo>
                    <a:pt x="258" y="6447"/>
                    <a:pt x="258" y="6447"/>
                    <a:pt x="258" y="6447"/>
                  </a:cubicBezTo>
                  <a:cubicBezTo>
                    <a:pt x="258" y="6286"/>
                    <a:pt x="258" y="6286"/>
                    <a:pt x="258" y="6286"/>
                  </a:cubicBezTo>
                  <a:cubicBezTo>
                    <a:pt x="258" y="5964"/>
                    <a:pt x="258" y="5964"/>
                    <a:pt x="258" y="5964"/>
                  </a:cubicBezTo>
                  <a:cubicBezTo>
                    <a:pt x="258" y="5802"/>
                    <a:pt x="258" y="5802"/>
                    <a:pt x="258" y="5802"/>
                  </a:cubicBezTo>
                  <a:cubicBezTo>
                    <a:pt x="430" y="5641"/>
                    <a:pt x="430" y="5641"/>
                    <a:pt x="430" y="5641"/>
                  </a:cubicBezTo>
                  <a:cubicBezTo>
                    <a:pt x="430" y="5480"/>
                    <a:pt x="430" y="5480"/>
                    <a:pt x="430" y="5480"/>
                  </a:cubicBezTo>
                  <a:cubicBezTo>
                    <a:pt x="430" y="5480"/>
                    <a:pt x="430" y="5480"/>
                    <a:pt x="430" y="5480"/>
                  </a:cubicBezTo>
                  <a:cubicBezTo>
                    <a:pt x="516" y="5158"/>
                    <a:pt x="516" y="5158"/>
                    <a:pt x="516" y="5158"/>
                  </a:cubicBezTo>
                  <a:cubicBezTo>
                    <a:pt x="602" y="5158"/>
                    <a:pt x="602" y="5158"/>
                    <a:pt x="602" y="5158"/>
                  </a:cubicBezTo>
                  <a:cubicBezTo>
                    <a:pt x="602" y="4997"/>
                    <a:pt x="602" y="4997"/>
                    <a:pt x="602" y="4997"/>
                  </a:cubicBezTo>
                  <a:cubicBezTo>
                    <a:pt x="602" y="4513"/>
                    <a:pt x="602" y="4513"/>
                    <a:pt x="602" y="4513"/>
                  </a:cubicBezTo>
                  <a:cubicBezTo>
                    <a:pt x="774" y="4352"/>
                    <a:pt x="774" y="4352"/>
                    <a:pt x="774" y="4352"/>
                  </a:cubicBezTo>
                  <a:cubicBezTo>
                    <a:pt x="774" y="4029"/>
                    <a:pt x="774" y="4029"/>
                    <a:pt x="774" y="4029"/>
                  </a:cubicBezTo>
                  <a:cubicBezTo>
                    <a:pt x="860" y="3546"/>
                    <a:pt x="860" y="3546"/>
                    <a:pt x="860" y="3546"/>
                  </a:cubicBezTo>
                  <a:cubicBezTo>
                    <a:pt x="860" y="3385"/>
                    <a:pt x="860" y="3385"/>
                    <a:pt x="860" y="3385"/>
                  </a:cubicBezTo>
                  <a:cubicBezTo>
                    <a:pt x="946" y="3223"/>
                    <a:pt x="946" y="3223"/>
                    <a:pt x="946" y="3223"/>
                  </a:cubicBezTo>
                  <a:cubicBezTo>
                    <a:pt x="946" y="3223"/>
                    <a:pt x="946" y="3223"/>
                    <a:pt x="946" y="3223"/>
                  </a:cubicBezTo>
                  <a:cubicBezTo>
                    <a:pt x="946" y="3062"/>
                    <a:pt x="946" y="3062"/>
                    <a:pt x="946" y="3062"/>
                  </a:cubicBezTo>
                  <a:cubicBezTo>
                    <a:pt x="1032" y="2901"/>
                    <a:pt x="1032" y="2901"/>
                    <a:pt x="1032" y="2901"/>
                  </a:cubicBezTo>
                  <a:cubicBezTo>
                    <a:pt x="1032" y="2740"/>
                    <a:pt x="1032" y="2740"/>
                    <a:pt x="1032" y="2740"/>
                  </a:cubicBezTo>
                  <a:cubicBezTo>
                    <a:pt x="1032" y="2740"/>
                    <a:pt x="1032" y="2740"/>
                    <a:pt x="1032" y="2740"/>
                  </a:cubicBezTo>
                  <a:cubicBezTo>
                    <a:pt x="1118" y="2901"/>
                    <a:pt x="1118" y="2901"/>
                    <a:pt x="1118" y="2901"/>
                  </a:cubicBezTo>
                  <a:cubicBezTo>
                    <a:pt x="1204" y="2901"/>
                    <a:pt x="1204" y="2901"/>
                    <a:pt x="1204" y="2901"/>
                  </a:cubicBezTo>
                  <a:cubicBezTo>
                    <a:pt x="1290" y="2901"/>
                    <a:pt x="1290" y="2901"/>
                    <a:pt x="1290" y="2901"/>
                  </a:cubicBezTo>
                  <a:cubicBezTo>
                    <a:pt x="1290" y="2901"/>
                    <a:pt x="1290" y="2901"/>
                    <a:pt x="1290" y="2901"/>
                  </a:cubicBezTo>
                  <a:cubicBezTo>
                    <a:pt x="1376" y="2901"/>
                    <a:pt x="1376" y="2901"/>
                    <a:pt x="1376" y="2901"/>
                  </a:cubicBezTo>
                  <a:cubicBezTo>
                    <a:pt x="1462" y="3062"/>
                    <a:pt x="1462" y="3062"/>
                    <a:pt x="1462" y="3062"/>
                  </a:cubicBezTo>
                  <a:cubicBezTo>
                    <a:pt x="1376" y="2901"/>
                    <a:pt x="1376" y="2901"/>
                    <a:pt x="1376" y="2901"/>
                  </a:cubicBezTo>
                  <a:cubicBezTo>
                    <a:pt x="1376" y="2901"/>
                    <a:pt x="1376" y="2901"/>
                    <a:pt x="1376" y="2901"/>
                  </a:cubicBezTo>
                  <a:cubicBezTo>
                    <a:pt x="1290" y="2901"/>
                    <a:pt x="1290" y="2901"/>
                    <a:pt x="1290" y="2901"/>
                  </a:cubicBezTo>
                  <a:cubicBezTo>
                    <a:pt x="1204" y="2740"/>
                    <a:pt x="1204" y="2740"/>
                    <a:pt x="1204" y="2740"/>
                  </a:cubicBezTo>
                  <a:cubicBezTo>
                    <a:pt x="1118" y="2740"/>
                    <a:pt x="1118" y="2740"/>
                    <a:pt x="1118" y="2740"/>
                  </a:cubicBezTo>
                  <a:cubicBezTo>
                    <a:pt x="1032" y="2740"/>
                    <a:pt x="1032" y="2740"/>
                    <a:pt x="1032" y="2740"/>
                  </a:cubicBezTo>
                  <a:cubicBezTo>
                    <a:pt x="1032" y="2579"/>
                    <a:pt x="1032" y="2579"/>
                    <a:pt x="1032" y="2579"/>
                  </a:cubicBezTo>
                  <a:cubicBezTo>
                    <a:pt x="1032" y="2579"/>
                    <a:pt x="1032" y="2579"/>
                    <a:pt x="1032" y="2579"/>
                  </a:cubicBezTo>
                  <a:cubicBezTo>
                    <a:pt x="1032" y="2579"/>
                    <a:pt x="1032" y="2579"/>
                    <a:pt x="1032" y="2579"/>
                  </a:cubicBezTo>
                  <a:cubicBezTo>
                    <a:pt x="1118" y="2579"/>
                    <a:pt x="1118" y="2579"/>
                    <a:pt x="1118" y="2579"/>
                  </a:cubicBezTo>
                  <a:cubicBezTo>
                    <a:pt x="1118" y="2417"/>
                    <a:pt x="1118" y="2417"/>
                    <a:pt x="1118" y="2417"/>
                  </a:cubicBezTo>
                  <a:cubicBezTo>
                    <a:pt x="1118" y="2256"/>
                    <a:pt x="1118" y="2256"/>
                    <a:pt x="1118" y="2256"/>
                  </a:cubicBezTo>
                  <a:cubicBezTo>
                    <a:pt x="1118" y="2256"/>
                    <a:pt x="1118" y="2256"/>
                    <a:pt x="1118" y="2256"/>
                  </a:cubicBezTo>
                  <a:cubicBezTo>
                    <a:pt x="1032" y="2256"/>
                    <a:pt x="1032" y="2256"/>
                    <a:pt x="1032" y="2256"/>
                  </a:cubicBezTo>
                  <a:cubicBezTo>
                    <a:pt x="1032" y="2095"/>
                    <a:pt x="1032" y="2095"/>
                    <a:pt x="1032" y="2095"/>
                  </a:cubicBezTo>
                  <a:cubicBezTo>
                    <a:pt x="1118" y="2095"/>
                    <a:pt x="1118" y="2095"/>
                    <a:pt x="1118" y="2095"/>
                  </a:cubicBezTo>
                  <a:cubicBezTo>
                    <a:pt x="1118" y="1934"/>
                    <a:pt x="1118" y="1934"/>
                    <a:pt x="1118" y="1934"/>
                  </a:cubicBezTo>
                  <a:cubicBezTo>
                    <a:pt x="1118" y="1934"/>
                    <a:pt x="1118" y="1934"/>
                    <a:pt x="1118" y="1934"/>
                  </a:cubicBezTo>
                  <a:cubicBezTo>
                    <a:pt x="1118" y="1934"/>
                    <a:pt x="1118" y="1934"/>
                    <a:pt x="1118" y="1934"/>
                  </a:cubicBezTo>
                  <a:cubicBezTo>
                    <a:pt x="1118" y="1934"/>
                    <a:pt x="1118" y="1934"/>
                    <a:pt x="1118" y="1934"/>
                  </a:cubicBezTo>
                  <a:cubicBezTo>
                    <a:pt x="1118" y="1773"/>
                    <a:pt x="1118" y="1773"/>
                    <a:pt x="1118" y="1773"/>
                  </a:cubicBezTo>
                  <a:cubicBezTo>
                    <a:pt x="1032" y="1450"/>
                    <a:pt x="1032" y="1450"/>
                    <a:pt x="1032" y="1450"/>
                  </a:cubicBezTo>
                  <a:cubicBezTo>
                    <a:pt x="1118" y="1128"/>
                    <a:pt x="1118" y="1128"/>
                    <a:pt x="1118" y="1128"/>
                  </a:cubicBezTo>
                  <a:cubicBezTo>
                    <a:pt x="1032" y="967"/>
                    <a:pt x="1032" y="967"/>
                    <a:pt x="1032" y="967"/>
                  </a:cubicBezTo>
                  <a:cubicBezTo>
                    <a:pt x="1032" y="805"/>
                    <a:pt x="1032" y="805"/>
                    <a:pt x="1032" y="805"/>
                  </a:cubicBezTo>
                  <a:cubicBezTo>
                    <a:pt x="1118" y="644"/>
                    <a:pt x="1118" y="644"/>
                    <a:pt x="1118" y="644"/>
                  </a:cubicBezTo>
                  <a:cubicBezTo>
                    <a:pt x="1118" y="483"/>
                    <a:pt x="1118" y="483"/>
                    <a:pt x="1118" y="483"/>
                  </a:cubicBezTo>
                  <a:cubicBezTo>
                    <a:pt x="1204" y="483"/>
                    <a:pt x="1204" y="483"/>
                    <a:pt x="1204" y="483"/>
                  </a:cubicBezTo>
                  <a:cubicBezTo>
                    <a:pt x="1376" y="805"/>
                    <a:pt x="1376" y="805"/>
                    <a:pt x="1376" y="805"/>
                  </a:cubicBezTo>
                  <a:cubicBezTo>
                    <a:pt x="1462" y="805"/>
                    <a:pt x="1462" y="805"/>
                    <a:pt x="1462" y="805"/>
                  </a:cubicBezTo>
                  <a:cubicBezTo>
                    <a:pt x="1635" y="805"/>
                    <a:pt x="1635" y="805"/>
                    <a:pt x="1635" y="805"/>
                  </a:cubicBezTo>
                  <a:cubicBezTo>
                    <a:pt x="1635" y="967"/>
                    <a:pt x="1635" y="967"/>
                    <a:pt x="1635" y="967"/>
                  </a:cubicBezTo>
                  <a:cubicBezTo>
                    <a:pt x="1721" y="967"/>
                    <a:pt x="1721" y="967"/>
                    <a:pt x="1721" y="967"/>
                  </a:cubicBezTo>
                  <a:cubicBezTo>
                    <a:pt x="1721" y="967"/>
                    <a:pt x="1721" y="967"/>
                    <a:pt x="1721" y="967"/>
                  </a:cubicBezTo>
                  <a:cubicBezTo>
                    <a:pt x="1807" y="967"/>
                    <a:pt x="1807" y="967"/>
                    <a:pt x="1807" y="967"/>
                  </a:cubicBezTo>
                  <a:cubicBezTo>
                    <a:pt x="1807" y="1128"/>
                    <a:pt x="1807" y="1128"/>
                    <a:pt x="1807" y="1128"/>
                  </a:cubicBezTo>
                  <a:cubicBezTo>
                    <a:pt x="1807" y="1128"/>
                    <a:pt x="1807" y="1128"/>
                    <a:pt x="1807" y="1128"/>
                  </a:cubicBezTo>
                  <a:cubicBezTo>
                    <a:pt x="1721" y="1128"/>
                    <a:pt x="1721" y="1128"/>
                    <a:pt x="1721" y="1128"/>
                  </a:cubicBezTo>
                  <a:cubicBezTo>
                    <a:pt x="1635" y="1289"/>
                    <a:pt x="1635" y="1289"/>
                    <a:pt x="1635" y="1289"/>
                  </a:cubicBezTo>
                  <a:cubicBezTo>
                    <a:pt x="1635" y="1450"/>
                    <a:pt x="1635" y="1450"/>
                    <a:pt x="1635" y="1450"/>
                  </a:cubicBezTo>
                  <a:cubicBezTo>
                    <a:pt x="1721" y="1450"/>
                    <a:pt x="1721" y="1450"/>
                    <a:pt x="1721" y="1450"/>
                  </a:cubicBezTo>
                  <a:cubicBezTo>
                    <a:pt x="1721" y="1289"/>
                    <a:pt x="1721" y="1289"/>
                    <a:pt x="1721" y="1289"/>
                  </a:cubicBezTo>
                  <a:cubicBezTo>
                    <a:pt x="1807" y="1128"/>
                    <a:pt x="1807" y="1128"/>
                    <a:pt x="1807" y="1128"/>
                  </a:cubicBezTo>
                  <a:cubicBezTo>
                    <a:pt x="1807" y="1128"/>
                    <a:pt x="1807" y="1128"/>
                    <a:pt x="1807" y="1128"/>
                  </a:cubicBezTo>
                  <a:cubicBezTo>
                    <a:pt x="1807" y="1289"/>
                    <a:pt x="1807" y="1289"/>
                    <a:pt x="1807" y="1289"/>
                  </a:cubicBezTo>
                  <a:cubicBezTo>
                    <a:pt x="1807" y="1289"/>
                    <a:pt x="1807" y="1289"/>
                    <a:pt x="1807" y="1289"/>
                  </a:cubicBezTo>
                  <a:cubicBezTo>
                    <a:pt x="1721" y="1450"/>
                    <a:pt x="1721" y="1450"/>
                    <a:pt x="1721" y="1450"/>
                  </a:cubicBezTo>
                  <a:cubicBezTo>
                    <a:pt x="1721" y="1611"/>
                    <a:pt x="1721" y="1611"/>
                    <a:pt x="1721" y="1611"/>
                  </a:cubicBezTo>
                  <a:cubicBezTo>
                    <a:pt x="1721" y="1773"/>
                    <a:pt x="1721" y="1773"/>
                    <a:pt x="1721" y="1773"/>
                  </a:cubicBezTo>
                  <a:cubicBezTo>
                    <a:pt x="1721" y="1611"/>
                    <a:pt x="1721" y="1611"/>
                    <a:pt x="1721" y="1611"/>
                  </a:cubicBezTo>
                  <a:cubicBezTo>
                    <a:pt x="1635" y="1773"/>
                    <a:pt x="1635" y="1773"/>
                    <a:pt x="1635" y="1773"/>
                  </a:cubicBezTo>
                  <a:cubicBezTo>
                    <a:pt x="1635" y="1611"/>
                    <a:pt x="1635" y="1611"/>
                    <a:pt x="1635" y="1611"/>
                  </a:cubicBezTo>
                  <a:cubicBezTo>
                    <a:pt x="1549" y="1773"/>
                    <a:pt x="1549" y="1773"/>
                    <a:pt x="1549" y="1773"/>
                  </a:cubicBezTo>
                  <a:cubicBezTo>
                    <a:pt x="1635" y="1773"/>
                    <a:pt x="1635" y="1773"/>
                    <a:pt x="1635" y="1773"/>
                  </a:cubicBezTo>
                  <a:cubicBezTo>
                    <a:pt x="1635" y="1934"/>
                    <a:pt x="1635" y="1934"/>
                    <a:pt x="1635" y="1934"/>
                  </a:cubicBezTo>
                  <a:cubicBezTo>
                    <a:pt x="1721" y="1773"/>
                    <a:pt x="1721" y="1773"/>
                    <a:pt x="1721" y="1773"/>
                  </a:cubicBezTo>
                  <a:cubicBezTo>
                    <a:pt x="1807" y="1611"/>
                    <a:pt x="1807" y="1611"/>
                    <a:pt x="1807" y="1611"/>
                  </a:cubicBezTo>
                  <a:cubicBezTo>
                    <a:pt x="1807" y="1611"/>
                    <a:pt x="1807" y="1611"/>
                    <a:pt x="1807" y="1611"/>
                  </a:cubicBezTo>
                  <a:cubicBezTo>
                    <a:pt x="1807" y="1450"/>
                    <a:pt x="1807" y="1450"/>
                    <a:pt x="1807" y="1450"/>
                  </a:cubicBezTo>
                  <a:cubicBezTo>
                    <a:pt x="1893" y="1450"/>
                    <a:pt x="1893" y="1450"/>
                    <a:pt x="1893" y="1450"/>
                  </a:cubicBezTo>
                  <a:cubicBezTo>
                    <a:pt x="1893" y="1289"/>
                    <a:pt x="1893" y="1289"/>
                    <a:pt x="1893" y="1289"/>
                  </a:cubicBezTo>
                  <a:cubicBezTo>
                    <a:pt x="1979" y="1128"/>
                    <a:pt x="1979" y="1128"/>
                    <a:pt x="1979" y="1128"/>
                  </a:cubicBezTo>
                  <a:cubicBezTo>
                    <a:pt x="1979" y="967"/>
                    <a:pt x="1979" y="967"/>
                    <a:pt x="1979" y="967"/>
                  </a:cubicBezTo>
                  <a:cubicBezTo>
                    <a:pt x="1979" y="967"/>
                    <a:pt x="1979" y="967"/>
                    <a:pt x="1979" y="967"/>
                  </a:cubicBezTo>
                  <a:cubicBezTo>
                    <a:pt x="1979" y="805"/>
                    <a:pt x="1979" y="805"/>
                    <a:pt x="1979" y="805"/>
                  </a:cubicBezTo>
                  <a:cubicBezTo>
                    <a:pt x="1979" y="805"/>
                    <a:pt x="1979" y="805"/>
                    <a:pt x="1979" y="805"/>
                  </a:cubicBezTo>
                  <a:cubicBezTo>
                    <a:pt x="1979" y="644"/>
                    <a:pt x="1979" y="644"/>
                    <a:pt x="1979" y="644"/>
                  </a:cubicBezTo>
                  <a:cubicBezTo>
                    <a:pt x="1979" y="644"/>
                    <a:pt x="1979" y="644"/>
                    <a:pt x="1979" y="644"/>
                  </a:cubicBezTo>
                  <a:cubicBezTo>
                    <a:pt x="1979" y="644"/>
                    <a:pt x="1979" y="644"/>
                    <a:pt x="1979" y="644"/>
                  </a:cubicBezTo>
                  <a:cubicBezTo>
                    <a:pt x="1979" y="483"/>
                    <a:pt x="1979" y="483"/>
                    <a:pt x="1979" y="483"/>
                  </a:cubicBezTo>
                  <a:cubicBezTo>
                    <a:pt x="1979" y="483"/>
                    <a:pt x="1979" y="483"/>
                    <a:pt x="1979" y="483"/>
                  </a:cubicBezTo>
                  <a:cubicBezTo>
                    <a:pt x="1979" y="322"/>
                    <a:pt x="1979" y="322"/>
                    <a:pt x="1979" y="322"/>
                  </a:cubicBezTo>
                  <a:cubicBezTo>
                    <a:pt x="1893" y="161"/>
                    <a:pt x="1893" y="161"/>
                    <a:pt x="1893" y="161"/>
                  </a:cubicBezTo>
                  <a:cubicBezTo>
                    <a:pt x="1893" y="0"/>
                    <a:pt x="1893" y="0"/>
                    <a:pt x="1893" y="0"/>
                  </a:cubicBezTo>
                  <a:close/>
                  <a:moveTo>
                    <a:pt x="19878" y="9188"/>
                  </a:moveTo>
                  <a:cubicBezTo>
                    <a:pt x="19878" y="9188"/>
                    <a:pt x="19878" y="9188"/>
                    <a:pt x="19878" y="9188"/>
                  </a:cubicBezTo>
                  <a:cubicBezTo>
                    <a:pt x="19878" y="9188"/>
                    <a:pt x="19878" y="9188"/>
                    <a:pt x="19878" y="9188"/>
                  </a:cubicBezTo>
                  <a:cubicBezTo>
                    <a:pt x="19964" y="9188"/>
                    <a:pt x="19964" y="9188"/>
                    <a:pt x="19964" y="9188"/>
                  </a:cubicBezTo>
                  <a:cubicBezTo>
                    <a:pt x="19964" y="9188"/>
                    <a:pt x="19964" y="9188"/>
                    <a:pt x="19964" y="9188"/>
                  </a:cubicBezTo>
                  <a:cubicBezTo>
                    <a:pt x="19964" y="9026"/>
                    <a:pt x="19964" y="9026"/>
                    <a:pt x="19964" y="9026"/>
                  </a:cubicBezTo>
                  <a:cubicBezTo>
                    <a:pt x="19878" y="9188"/>
                    <a:pt x="19878" y="9188"/>
                    <a:pt x="19878" y="9188"/>
                  </a:cubicBezTo>
                  <a:cubicBezTo>
                    <a:pt x="19878" y="9188"/>
                    <a:pt x="19878" y="9188"/>
                    <a:pt x="19878" y="9188"/>
                  </a:cubicBezTo>
                  <a:cubicBezTo>
                    <a:pt x="19878" y="9188"/>
                    <a:pt x="19878" y="9188"/>
                    <a:pt x="19878" y="9188"/>
                  </a:cubicBezTo>
                  <a:close/>
                  <a:moveTo>
                    <a:pt x="18674" y="9671"/>
                  </a:moveTo>
                  <a:cubicBezTo>
                    <a:pt x="18674" y="9832"/>
                    <a:pt x="18674" y="9832"/>
                    <a:pt x="18674" y="9832"/>
                  </a:cubicBezTo>
                  <a:cubicBezTo>
                    <a:pt x="18674" y="9671"/>
                    <a:pt x="18674" y="9671"/>
                    <a:pt x="18674" y="9671"/>
                  </a:cubicBezTo>
                  <a:cubicBezTo>
                    <a:pt x="18760" y="9671"/>
                    <a:pt x="18760" y="9671"/>
                    <a:pt x="18760" y="9671"/>
                  </a:cubicBezTo>
                  <a:cubicBezTo>
                    <a:pt x="18846" y="9671"/>
                    <a:pt x="18846" y="9671"/>
                    <a:pt x="18846" y="9671"/>
                  </a:cubicBezTo>
                  <a:cubicBezTo>
                    <a:pt x="18932" y="9671"/>
                    <a:pt x="18932" y="9671"/>
                    <a:pt x="18932" y="9671"/>
                  </a:cubicBezTo>
                  <a:cubicBezTo>
                    <a:pt x="19018" y="9671"/>
                    <a:pt x="19018" y="9671"/>
                    <a:pt x="19018" y="9671"/>
                  </a:cubicBezTo>
                  <a:cubicBezTo>
                    <a:pt x="19104" y="9510"/>
                    <a:pt x="19104" y="9510"/>
                    <a:pt x="19104" y="9510"/>
                  </a:cubicBezTo>
                  <a:cubicBezTo>
                    <a:pt x="19190" y="9510"/>
                    <a:pt x="19190" y="9510"/>
                    <a:pt x="19190" y="9510"/>
                  </a:cubicBezTo>
                  <a:cubicBezTo>
                    <a:pt x="19190" y="9510"/>
                    <a:pt x="19190" y="9510"/>
                    <a:pt x="19190" y="9510"/>
                  </a:cubicBezTo>
                  <a:cubicBezTo>
                    <a:pt x="19276" y="9510"/>
                    <a:pt x="19276" y="9510"/>
                    <a:pt x="19276" y="9510"/>
                  </a:cubicBezTo>
                  <a:cubicBezTo>
                    <a:pt x="19362" y="9510"/>
                    <a:pt x="19362" y="9510"/>
                    <a:pt x="19362" y="9510"/>
                  </a:cubicBezTo>
                  <a:cubicBezTo>
                    <a:pt x="19362" y="9510"/>
                    <a:pt x="19362" y="9510"/>
                    <a:pt x="19362" y="9510"/>
                  </a:cubicBezTo>
                  <a:cubicBezTo>
                    <a:pt x="19362" y="9510"/>
                    <a:pt x="19362" y="9510"/>
                    <a:pt x="19362" y="9510"/>
                  </a:cubicBezTo>
                  <a:cubicBezTo>
                    <a:pt x="19276" y="9510"/>
                    <a:pt x="19276" y="9510"/>
                    <a:pt x="19276" y="9510"/>
                  </a:cubicBezTo>
                  <a:cubicBezTo>
                    <a:pt x="19190" y="9510"/>
                    <a:pt x="19190" y="9510"/>
                    <a:pt x="19190" y="9510"/>
                  </a:cubicBezTo>
                  <a:cubicBezTo>
                    <a:pt x="19276" y="9349"/>
                    <a:pt x="19276" y="9349"/>
                    <a:pt x="19276" y="9349"/>
                  </a:cubicBezTo>
                  <a:cubicBezTo>
                    <a:pt x="19276" y="9349"/>
                    <a:pt x="19276" y="9349"/>
                    <a:pt x="19276" y="9349"/>
                  </a:cubicBezTo>
                  <a:cubicBezTo>
                    <a:pt x="19276" y="9349"/>
                    <a:pt x="19276" y="9349"/>
                    <a:pt x="19276" y="9349"/>
                  </a:cubicBezTo>
                  <a:cubicBezTo>
                    <a:pt x="19190" y="9510"/>
                    <a:pt x="19190" y="9510"/>
                    <a:pt x="19190" y="9510"/>
                  </a:cubicBezTo>
                  <a:cubicBezTo>
                    <a:pt x="19018" y="9510"/>
                    <a:pt x="19018" y="9510"/>
                    <a:pt x="19018" y="9510"/>
                  </a:cubicBezTo>
                  <a:cubicBezTo>
                    <a:pt x="18932" y="9510"/>
                    <a:pt x="18932" y="9510"/>
                    <a:pt x="18932" y="9510"/>
                  </a:cubicBezTo>
                  <a:cubicBezTo>
                    <a:pt x="18846" y="9510"/>
                    <a:pt x="18846" y="9510"/>
                    <a:pt x="18846" y="9510"/>
                  </a:cubicBezTo>
                  <a:cubicBezTo>
                    <a:pt x="18760" y="9510"/>
                    <a:pt x="18760" y="9510"/>
                    <a:pt x="18760" y="9510"/>
                  </a:cubicBezTo>
                  <a:cubicBezTo>
                    <a:pt x="18674" y="9510"/>
                    <a:pt x="18674" y="9510"/>
                    <a:pt x="18674" y="9510"/>
                  </a:cubicBezTo>
                  <a:cubicBezTo>
                    <a:pt x="18588" y="9671"/>
                    <a:pt x="18588" y="9671"/>
                    <a:pt x="18588" y="9671"/>
                  </a:cubicBezTo>
                  <a:cubicBezTo>
                    <a:pt x="18674" y="9671"/>
                    <a:pt x="18674" y="9671"/>
                    <a:pt x="18674" y="9671"/>
                  </a:cubicBezTo>
                  <a:cubicBezTo>
                    <a:pt x="18674" y="9671"/>
                    <a:pt x="18674" y="9671"/>
                    <a:pt x="18674" y="9671"/>
                  </a:cubicBezTo>
                  <a:close/>
                  <a:moveTo>
                    <a:pt x="1893" y="644"/>
                  </a:moveTo>
                  <a:cubicBezTo>
                    <a:pt x="1807" y="805"/>
                    <a:pt x="1807" y="805"/>
                    <a:pt x="1807" y="805"/>
                  </a:cubicBezTo>
                  <a:cubicBezTo>
                    <a:pt x="1807" y="967"/>
                    <a:pt x="1807" y="967"/>
                    <a:pt x="1807" y="967"/>
                  </a:cubicBezTo>
                  <a:cubicBezTo>
                    <a:pt x="1893" y="1128"/>
                    <a:pt x="1893" y="1128"/>
                    <a:pt x="1893" y="1128"/>
                  </a:cubicBezTo>
                  <a:cubicBezTo>
                    <a:pt x="1893" y="1128"/>
                    <a:pt x="1893" y="1128"/>
                    <a:pt x="1893" y="1128"/>
                  </a:cubicBezTo>
                  <a:cubicBezTo>
                    <a:pt x="1893" y="805"/>
                    <a:pt x="1893" y="805"/>
                    <a:pt x="1893" y="805"/>
                  </a:cubicBezTo>
                  <a:cubicBezTo>
                    <a:pt x="1893" y="805"/>
                    <a:pt x="1893" y="805"/>
                    <a:pt x="1893" y="805"/>
                  </a:cubicBezTo>
                  <a:cubicBezTo>
                    <a:pt x="1893" y="644"/>
                    <a:pt x="1893" y="644"/>
                    <a:pt x="1893" y="644"/>
                  </a:cubicBezTo>
                  <a:cubicBezTo>
                    <a:pt x="1893" y="644"/>
                    <a:pt x="1893" y="644"/>
                    <a:pt x="1893" y="644"/>
                  </a:cubicBezTo>
                  <a:close/>
                  <a:moveTo>
                    <a:pt x="9121" y="19504"/>
                  </a:moveTo>
                  <a:cubicBezTo>
                    <a:pt x="9207" y="19504"/>
                    <a:pt x="9207" y="19504"/>
                    <a:pt x="9207" y="19504"/>
                  </a:cubicBezTo>
                  <a:cubicBezTo>
                    <a:pt x="9294" y="19343"/>
                    <a:pt x="9294" y="19343"/>
                    <a:pt x="9294" y="19343"/>
                  </a:cubicBezTo>
                  <a:cubicBezTo>
                    <a:pt x="9294" y="19182"/>
                    <a:pt x="9294" y="19182"/>
                    <a:pt x="9294" y="19182"/>
                  </a:cubicBezTo>
                  <a:cubicBezTo>
                    <a:pt x="9207" y="19182"/>
                    <a:pt x="9207" y="19182"/>
                    <a:pt x="9207" y="19182"/>
                  </a:cubicBezTo>
                  <a:cubicBezTo>
                    <a:pt x="9121" y="19504"/>
                    <a:pt x="9121" y="19504"/>
                    <a:pt x="9121" y="19504"/>
                  </a:cubicBezTo>
                  <a:close/>
                  <a:moveTo>
                    <a:pt x="9035" y="19826"/>
                  </a:moveTo>
                  <a:cubicBezTo>
                    <a:pt x="9121" y="19826"/>
                    <a:pt x="9121" y="19826"/>
                    <a:pt x="9121" y="19826"/>
                  </a:cubicBezTo>
                  <a:cubicBezTo>
                    <a:pt x="9121" y="19665"/>
                    <a:pt x="9121" y="19665"/>
                    <a:pt x="9121" y="19665"/>
                  </a:cubicBezTo>
                  <a:cubicBezTo>
                    <a:pt x="9121" y="19504"/>
                    <a:pt x="9121" y="19504"/>
                    <a:pt x="9121" y="19504"/>
                  </a:cubicBezTo>
                  <a:cubicBezTo>
                    <a:pt x="9035" y="19826"/>
                    <a:pt x="9035" y="19826"/>
                    <a:pt x="9035" y="19826"/>
                  </a:cubicBezTo>
                  <a:close/>
                  <a:moveTo>
                    <a:pt x="9035" y="20632"/>
                  </a:moveTo>
                  <a:cubicBezTo>
                    <a:pt x="8949" y="20471"/>
                    <a:pt x="8949" y="20471"/>
                    <a:pt x="8949" y="20471"/>
                  </a:cubicBezTo>
                  <a:cubicBezTo>
                    <a:pt x="9035" y="20149"/>
                    <a:pt x="9035" y="20149"/>
                    <a:pt x="9035" y="20149"/>
                  </a:cubicBezTo>
                  <a:cubicBezTo>
                    <a:pt x="9035" y="19826"/>
                    <a:pt x="9035" y="19826"/>
                    <a:pt x="9035" y="19826"/>
                  </a:cubicBezTo>
                  <a:cubicBezTo>
                    <a:pt x="8949" y="20149"/>
                    <a:pt x="8949" y="20149"/>
                    <a:pt x="8949" y="20149"/>
                  </a:cubicBezTo>
                  <a:cubicBezTo>
                    <a:pt x="8949" y="20471"/>
                    <a:pt x="8949" y="20471"/>
                    <a:pt x="8949" y="20471"/>
                  </a:cubicBezTo>
                  <a:cubicBezTo>
                    <a:pt x="8949" y="20471"/>
                    <a:pt x="9035" y="20632"/>
                    <a:pt x="9035" y="20632"/>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7454" name="AutoShape 46"/>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chemeClr val="bg1">
                    <a:lumMod val="95000"/>
                  </a:schemeClr>
                </a:solidFill>
                <a:latin typeface="Lato" charset="0"/>
                <a:ea typeface="ＭＳ Ｐゴシック" charset="0"/>
                <a:cs typeface="Lato" charset="0"/>
                <a:sym typeface="Lato" charset="0"/>
              </a:rPr>
              <a:t>Continent Comparative Map</a:t>
            </a:r>
            <a:endParaRPr lang="es-ES">
              <a:solidFill>
                <a:schemeClr val="bg1">
                  <a:lumMod val="95000"/>
                </a:schemeClr>
              </a:solidFill>
              <a:ea typeface="ＭＳ Ｐゴシック" charset="0"/>
            </a:endParaRPr>
          </a:p>
        </p:txBody>
      </p:sp>
      <p:sp>
        <p:nvSpPr>
          <p:cNvPr id="17455" name="AutoShape 47"/>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7456" name="AutoShape 48"/>
          <p:cNvSpPr>
            <a:spLocks/>
          </p:cNvSpPr>
          <p:nvPr/>
        </p:nvSpPr>
        <p:spPr bwMode="auto">
          <a:xfrm>
            <a:off x="12890500" y="59817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57" name="AutoShape 49"/>
          <p:cNvSpPr>
            <a:spLocks/>
          </p:cNvSpPr>
          <p:nvPr/>
        </p:nvSpPr>
        <p:spPr bwMode="auto">
          <a:xfrm>
            <a:off x="12865100" y="5905500"/>
            <a:ext cx="5130800" cy="254000"/>
          </a:xfrm>
          <a:custGeom>
            <a:avLst/>
            <a:gdLst>
              <a:gd name="T0" fmla="*/ 2565400 w 21600"/>
              <a:gd name="T1" fmla="*/ 127000 h 21600"/>
              <a:gd name="T2" fmla="*/ 2565400 w 21600"/>
              <a:gd name="T3" fmla="*/ 127000 h 21600"/>
              <a:gd name="T4" fmla="*/ 2565400 w 21600"/>
              <a:gd name="T5" fmla="*/ 127000 h 21600"/>
              <a:gd name="T6" fmla="*/ 25654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58" name="AutoShape 50"/>
          <p:cNvSpPr>
            <a:spLocks/>
          </p:cNvSpPr>
          <p:nvPr/>
        </p:nvSpPr>
        <p:spPr bwMode="auto">
          <a:xfrm>
            <a:off x="12865100" y="54260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7459" name="AutoShape 51"/>
          <p:cNvSpPr>
            <a:spLocks/>
          </p:cNvSpPr>
          <p:nvPr/>
        </p:nvSpPr>
        <p:spPr bwMode="auto">
          <a:xfrm>
            <a:off x="12865100" y="4986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Most Seller Zone</a:t>
            </a:r>
            <a:endParaRPr lang="es-ES">
              <a:ea typeface="ＭＳ Ｐゴシック" charset="0"/>
            </a:endParaRPr>
          </a:p>
        </p:txBody>
      </p:sp>
      <p:sp>
        <p:nvSpPr>
          <p:cNvPr id="17460" name="AutoShape 52"/>
          <p:cNvSpPr>
            <a:spLocks/>
          </p:cNvSpPr>
          <p:nvPr/>
        </p:nvSpPr>
        <p:spPr bwMode="auto">
          <a:xfrm>
            <a:off x="12890500" y="74676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1" name="AutoShape 53"/>
          <p:cNvSpPr>
            <a:spLocks/>
          </p:cNvSpPr>
          <p:nvPr/>
        </p:nvSpPr>
        <p:spPr bwMode="auto">
          <a:xfrm>
            <a:off x="12865100" y="7391400"/>
            <a:ext cx="2197100" cy="254000"/>
          </a:xfrm>
          <a:custGeom>
            <a:avLst/>
            <a:gdLst>
              <a:gd name="T0" fmla="*/ 1098550 w 21600"/>
              <a:gd name="T1" fmla="*/ 127000 h 21600"/>
              <a:gd name="T2" fmla="*/ 1098550 w 21600"/>
              <a:gd name="T3" fmla="*/ 127000 h 21600"/>
              <a:gd name="T4" fmla="*/ 1098550 w 21600"/>
              <a:gd name="T5" fmla="*/ 127000 h 21600"/>
              <a:gd name="T6" fmla="*/ 109855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2" name="AutoShape 54"/>
          <p:cNvSpPr>
            <a:spLocks/>
          </p:cNvSpPr>
          <p:nvPr/>
        </p:nvSpPr>
        <p:spPr bwMode="auto">
          <a:xfrm>
            <a:off x="12865100" y="69119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17463" name="AutoShape 55"/>
          <p:cNvSpPr>
            <a:spLocks/>
          </p:cNvSpPr>
          <p:nvPr/>
        </p:nvSpPr>
        <p:spPr bwMode="auto">
          <a:xfrm>
            <a:off x="12865100" y="64722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Most Reviews Zone</a:t>
            </a:r>
            <a:endParaRPr lang="es-ES">
              <a:ea typeface="ＭＳ Ｐゴシック" charset="0"/>
            </a:endParaRPr>
          </a:p>
        </p:txBody>
      </p:sp>
      <p:sp>
        <p:nvSpPr>
          <p:cNvPr id="17464" name="AutoShape 56"/>
          <p:cNvSpPr>
            <a:spLocks/>
          </p:cNvSpPr>
          <p:nvPr/>
        </p:nvSpPr>
        <p:spPr bwMode="auto">
          <a:xfrm>
            <a:off x="12890500" y="90043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5" name="AutoShape 57"/>
          <p:cNvSpPr>
            <a:spLocks/>
          </p:cNvSpPr>
          <p:nvPr/>
        </p:nvSpPr>
        <p:spPr bwMode="auto">
          <a:xfrm>
            <a:off x="12865100" y="8928100"/>
            <a:ext cx="5892800" cy="254000"/>
          </a:xfrm>
          <a:custGeom>
            <a:avLst/>
            <a:gdLst>
              <a:gd name="T0" fmla="*/ 2946400 w 21600"/>
              <a:gd name="T1" fmla="*/ 127000 h 21600"/>
              <a:gd name="T2" fmla="*/ 2946400 w 21600"/>
              <a:gd name="T3" fmla="*/ 127000 h 21600"/>
              <a:gd name="T4" fmla="*/ 2946400 w 21600"/>
              <a:gd name="T5" fmla="*/ 127000 h 21600"/>
              <a:gd name="T6" fmla="*/ 29464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6" name="AutoShape 58"/>
          <p:cNvSpPr>
            <a:spLocks/>
          </p:cNvSpPr>
          <p:nvPr/>
        </p:nvSpPr>
        <p:spPr bwMode="auto">
          <a:xfrm>
            <a:off x="12865100" y="84486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17467" name="AutoShape 59"/>
          <p:cNvSpPr>
            <a:spLocks/>
          </p:cNvSpPr>
          <p:nvPr/>
        </p:nvSpPr>
        <p:spPr bwMode="auto">
          <a:xfrm>
            <a:off x="12865100" y="80089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Most Followers Zone</a:t>
            </a:r>
            <a:endParaRPr lang="es-ES">
              <a:ea typeface="ＭＳ Ｐゴシック" charset="0"/>
            </a:endParaRPr>
          </a:p>
        </p:txBody>
      </p:sp>
      <p:sp>
        <p:nvSpPr>
          <p:cNvPr id="17468" name="AutoShape 60"/>
          <p:cNvSpPr>
            <a:spLocks/>
          </p:cNvSpPr>
          <p:nvPr/>
        </p:nvSpPr>
        <p:spPr bwMode="auto">
          <a:xfrm>
            <a:off x="12890500" y="105918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9" name="AutoShape 61"/>
          <p:cNvSpPr>
            <a:spLocks/>
          </p:cNvSpPr>
          <p:nvPr/>
        </p:nvSpPr>
        <p:spPr bwMode="auto">
          <a:xfrm>
            <a:off x="12865100" y="10515600"/>
            <a:ext cx="4902200" cy="254000"/>
          </a:xfrm>
          <a:custGeom>
            <a:avLst/>
            <a:gdLst>
              <a:gd name="T0" fmla="*/ 2451100 w 21600"/>
              <a:gd name="T1" fmla="*/ 127000 h 21600"/>
              <a:gd name="T2" fmla="*/ 2451100 w 21600"/>
              <a:gd name="T3" fmla="*/ 127000 h 21600"/>
              <a:gd name="T4" fmla="*/ 2451100 w 21600"/>
              <a:gd name="T5" fmla="*/ 127000 h 21600"/>
              <a:gd name="T6" fmla="*/ 24511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70" name="AutoShape 62"/>
          <p:cNvSpPr>
            <a:spLocks/>
          </p:cNvSpPr>
          <p:nvPr/>
        </p:nvSpPr>
        <p:spPr bwMode="auto">
          <a:xfrm>
            <a:off x="12865100" y="100361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17471" name="AutoShape 63"/>
          <p:cNvSpPr>
            <a:spLocks/>
          </p:cNvSpPr>
          <p:nvPr/>
        </p:nvSpPr>
        <p:spPr bwMode="auto">
          <a:xfrm>
            <a:off x="12865100" y="95964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More Active User Zone</a:t>
            </a:r>
            <a:endParaRPr lang="es-ES">
              <a:ea typeface="ＭＳ Ｐゴシック" charset="0"/>
            </a:endParaRPr>
          </a:p>
        </p:txBody>
      </p:sp>
      <p:sp>
        <p:nvSpPr>
          <p:cNvPr id="17472" name="AutoShape 64"/>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67B0729-6E25-45F5-9D42-24F93D0C42C1}"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15</a:t>
            </a:fld>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7454"/>
                                        </p:tgtEl>
                                        <p:attrNameLst>
                                          <p:attrName>style.visibility</p:attrName>
                                        </p:attrNameLst>
                                      </p:cBhvr>
                                      <p:to>
                                        <p:strVal val="visible"/>
                                      </p:to>
                                    </p:set>
                                    <p:anim calcmode="lin" valueType="num">
                                      <p:cBhvr additive="base">
                                        <p:cTn id="7" dur="500" fill="hold"/>
                                        <p:tgtEl>
                                          <p:spTgt spid="17454"/>
                                        </p:tgtEl>
                                        <p:attrNameLst>
                                          <p:attrName>ppt_x</p:attrName>
                                        </p:attrNameLst>
                                      </p:cBhvr>
                                      <p:tavLst>
                                        <p:tav tm="0">
                                          <p:val>
                                            <p:strVal val="1+#ppt_w/2"/>
                                          </p:val>
                                        </p:tav>
                                        <p:tav tm="100000">
                                          <p:val>
                                            <p:strVal val="#ppt_x"/>
                                          </p:val>
                                        </p:tav>
                                      </p:tavLst>
                                    </p:anim>
                                    <p:anim calcmode="lin" valueType="num">
                                      <p:cBhvr additive="base">
                                        <p:cTn id="8" dur="500" fill="hold"/>
                                        <p:tgtEl>
                                          <p:spTgt spid="1745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7455"/>
                                        </p:tgtEl>
                                        <p:attrNameLst>
                                          <p:attrName>style.visibility</p:attrName>
                                        </p:attrNameLst>
                                      </p:cBhvr>
                                      <p:to>
                                        <p:strVal val="visible"/>
                                      </p:to>
                                    </p:set>
                                    <p:anim calcmode="lin" valueType="num">
                                      <p:cBhvr additive="base">
                                        <p:cTn id="12" dur="500" fill="hold"/>
                                        <p:tgtEl>
                                          <p:spTgt spid="17455"/>
                                        </p:tgtEl>
                                        <p:attrNameLst>
                                          <p:attrName>ppt_x</p:attrName>
                                        </p:attrNameLst>
                                      </p:cBhvr>
                                      <p:tavLst>
                                        <p:tav tm="0">
                                          <p:val>
                                            <p:strVal val="1+#ppt_w/2"/>
                                          </p:val>
                                        </p:tav>
                                        <p:tav tm="100000">
                                          <p:val>
                                            <p:strVal val="#ppt_x"/>
                                          </p:val>
                                        </p:tav>
                                      </p:tavLst>
                                    </p:anim>
                                    <p:anim calcmode="lin" valueType="num">
                                      <p:cBhvr additive="base">
                                        <p:cTn id="13" dur="500" fill="hold"/>
                                        <p:tgtEl>
                                          <p:spTgt spid="1745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17410"/>
                                        </p:tgtEl>
                                        <p:attrNameLst>
                                          <p:attrName>style.visibility</p:attrName>
                                        </p:attrNameLst>
                                      </p:cBhvr>
                                      <p:to>
                                        <p:strVal val="visible"/>
                                      </p:to>
                                    </p:set>
                                    <p:anim calcmode="lin" valueType="num">
                                      <p:cBhvr additive="base">
                                        <p:cTn id="17" dur="500" fill="hold"/>
                                        <p:tgtEl>
                                          <p:spTgt spid="17410"/>
                                        </p:tgtEl>
                                        <p:attrNameLst>
                                          <p:attrName>ppt_x</p:attrName>
                                        </p:attrNameLst>
                                      </p:cBhvr>
                                      <p:tavLst>
                                        <p:tav tm="0">
                                          <p:val>
                                            <p:strVal val="#ppt_x"/>
                                          </p:val>
                                        </p:tav>
                                        <p:tav tm="100000">
                                          <p:val>
                                            <p:strVal val="#ppt_x"/>
                                          </p:val>
                                        </p:tav>
                                      </p:tavLst>
                                    </p:anim>
                                    <p:anim calcmode="lin" valueType="num">
                                      <p:cBhvr additive="base">
                                        <p:cTn id="18" dur="500" fill="hold"/>
                                        <p:tgtEl>
                                          <p:spTgt spid="17410"/>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17458"/>
                                        </p:tgtEl>
                                        <p:attrNameLst>
                                          <p:attrName>style.visibility</p:attrName>
                                        </p:attrNameLst>
                                      </p:cBhvr>
                                      <p:to>
                                        <p:strVal val="visible"/>
                                      </p:to>
                                    </p:set>
                                    <p:animEffect transition="in" filter="wipe(left)">
                                      <p:cBhvr>
                                        <p:cTn id="22" dur="500"/>
                                        <p:tgtEl>
                                          <p:spTgt spid="17458"/>
                                        </p:tgtEl>
                                      </p:cBhvr>
                                    </p:animEffect>
                                  </p:childTnLst>
                                </p:cTn>
                              </p:par>
                            </p:childTnLst>
                          </p:cTn>
                        </p:par>
                        <p:par>
                          <p:cTn id="23" fill="hold" nodeType="afterGroup">
                            <p:stCondLst>
                              <p:cond delay="2000"/>
                            </p:stCondLst>
                            <p:childTnLst>
                              <p:par>
                                <p:cTn id="24" presetID="22" presetClass="entr" presetSubtype="8" fill="hold" nodeType="afterEffect">
                                  <p:stCondLst>
                                    <p:cond delay="0"/>
                                  </p:stCondLst>
                                  <p:childTnLst>
                                    <p:set>
                                      <p:cBhvr>
                                        <p:cTn id="25" dur="1" fill="hold">
                                          <p:stCondLst>
                                            <p:cond delay="0"/>
                                          </p:stCondLst>
                                        </p:cTn>
                                        <p:tgtEl>
                                          <p:spTgt spid="17456"/>
                                        </p:tgtEl>
                                        <p:attrNameLst>
                                          <p:attrName>style.visibility</p:attrName>
                                        </p:attrNameLst>
                                      </p:cBhvr>
                                      <p:to>
                                        <p:strVal val="visible"/>
                                      </p:to>
                                    </p:set>
                                    <p:animEffect transition="in" filter="wipe(left)">
                                      <p:cBhvr>
                                        <p:cTn id="26" dur="500"/>
                                        <p:tgtEl>
                                          <p:spTgt spid="17456"/>
                                        </p:tgtEl>
                                      </p:cBhvr>
                                    </p:animEffect>
                                  </p:childTnLst>
                                </p:cTn>
                              </p:par>
                            </p:childTnLst>
                          </p:cTn>
                        </p:par>
                        <p:par>
                          <p:cTn id="27" fill="hold" nodeType="afterGroup">
                            <p:stCondLst>
                              <p:cond delay="2500"/>
                            </p:stCondLst>
                            <p:childTnLst>
                              <p:par>
                                <p:cTn id="28" presetID="22" presetClass="entr" presetSubtype="8" fill="hold" nodeType="afterEffect">
                                  <p:stCondLst>
                                    <p:cond delay="0"/>
                                  </p:stCondLst>
                                  <p:childTnLst>
                                    <p:set>
                                      <p:cBhvr>
                                        <p:cTn id="29" dur="1" fill="hold">
                                          <p:stCondLst>
                                            <p:cond delay="0"/>
                                          </p:stCondLst>
                                        </p:cTn>
                                        <p:tgtEl>
                                          <p:spTgt spid="17460"/>
                                        </p:tgtEl>
                                        <p:attrNameLst>
                                          <p:attrName>style.visibility</p:attrName>
                                        </p:attrNameLst>
                                      </p:cBhvr>
                                      <p:to>
                                        <p:strVal val="visible"/>
                                      </p:to>
                                    </p:set>
                                    <p:animEffect transition="in" filter="wipe(left)">
                                      <p:cBhvr>
                                        <p:cTn id="30" dur="500"/>
                                        <p:tgtEl>
                                          <p:spTgt spid="17460"/>
                                        </p:tgtEl>
                                      </p:cBhvr>
                                    </p:animEffect>
                                  </p:childTnLst>
                                </p:cTn>
                              </p:par>
                            </p:childTnLst>
                          </p:cTn>
                        </p:par>
                        <p:par>
                          <p:cTn id="31" fill="hold" nodeType="afterGroup">
                            <p:stCondLst>
                              <p:cond delay="3000"/>
                            </p:stCondLst>
                            <p:childTnLst>
                              <p:par>
                                <p:cTn id="32" presetID="22" presetClass="entr" presetSubtype="8" fill="hold" nodeType="afterEffect">
                                  <p:stCondLst>
                                    <p:cond delay="0"/>
                                  </p:stCondLst>
                                  <p:childTnLst>
                                    <p:set>
                                      <p:cBhvr>
                                        <p:cTn id="33" dur="1" fill="hold">
                                          <p:stCondLst>
                                            <p:cond delay="0"/>
                                          </p:stCondLst>
                                        </p:cTn>
                                        <p:tgtEl>
                                          <p:spTgt spid="17464"/>
                                        </p:tgtEl>
                                        <p:attrNameLst>
                                          <p:attrName>style.visibility</p:attrName>
                                        </p:attrNameLst>
                                      </p:cBhvr>
                                      <p:to>
                                        <p:strVal val="visible"/>
                                      </p:to>
                                    </p:set>
                                    <p:animEffect transition="in" filter="wipe(left)">
                                      <p:cBhvr>
                                        <p:cTn id="34" dur="500"/>
                                        <p:tgtEl>
                                          <p:spTgt spid="17464"/>
                                        </p:tgtEl>
                                      </p:cBhvr>
                                    </p:animEffect>
                                  </p:childTnLst>
                                </p:cTn>
                              </p:par>
                            </p:childTnLst>
                          </p:cTn>
                        </p:par>
                        <p:par>
                          <p:cTn id="35" fill="hold" nodeType="afterGroup">
                            <p:stCondLst>
                              <p:cond delay="3500"/>
                            </p:stCondLst>
                            <p:childTnLst>
                              <p:par>
                                <p:cTn id="36" presetID="22" presetClass="entr" presetSubtype="8" fill="hold" nodeType="afterEffect">
                                  <p:stCondLst>
                                    <p:cond delay="0"/>
                                  </p:stCondLst>
                                  <p:childTnLst>
                                    <p:set>
                                      <p:cBhvr>
                                        <p:cTn id="37" dur="1" fill="hold">
                                          <p:stCondLst>
                                            <p:cond delay="0"/>
                                          </p:stCondLst>
                                        </p:cTn>
                                        <p:tgtEl>
                                          <p:spTgt spid="17468"/>
                                        </p:tgtEl>
                                        <p:attrNameLst>
                                          <p:attrName>style.visibility</p:attrName>
                                        </p:attrNameLst>
                                      </p:cBhvr>
                                      <p:to>
                                        <p:strVal val="visible"/>
                                      </p:to>
                                    </p:set>
                                    <p:animEffect transition="in" filter="wipe(left)">
                                      <p:cBhvr>
                                        <p:cTn id="38" dur="500"/>
                                        <p:tgtEl>
                                          <p:spTgt spid="17468"/>
                                        </p:tgtEl>
                                      </p:cBhvr>
                                    </p:animEffect>
                                  </p:childTnLst>
                                </p:cTn>
                              </p:par>
                            </p:childTnLst>
                          </p:cTn>
                        </p:par>
                        <p:par>
                          <p:cTn id="39" fill="hold" nodeType="afterGroup">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17462"/>
                                        </p:tgtEl>
                                        <p:attrNameLst>
                                          <p:attrName>style.visibility</p:attrName>
                                        </p:attrNameLst>
                                      </p:cBhvr>
                                      <p:to>
                                        <p:strVal val="visible"/>
                                      </p:to>
                                    </p:set>
                                    <p:animEffect transition="in" filter="wipe(left)">
                                      <p:cBhvr>
                                        <p:cTn id="42" dur="500"/>
                                        <p:tgtEl>
                                          <p:spTgt spid="17462"/>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7466"/>
                                        </p:tgtEl>
                                        <p:attrNameLst>
                                          <p:attrName>style.visibility</p:attrName>
                                        </p:attrNameLst>
                                      </p:cBhvr>
                                      <p:to>
                                        <p:strVal val="visible"/>
                                      </p:to>
                                    </p:set>
                                    <p:animEffect transition="in" filter="wipe(left)">
                                      <p:cBhvr>
                                        <p:cTn id="46" dur="500"/>
                                        <p:tgtEl>
                                          <p:spTgt spid="17466"/>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17470"/>
                                        </p:tgtEl>
                                        <p:attrNameLst>
                                          <p:attrName>style.visibility</p:attrName>
                                        </p:attrNameLst>
                                      </p:cBhvr>
                                      <p:to>
                                        <p:strVal val="visible"/>
                                      </p:to>
                                    </p:set>
                                    <p:animEffect transition="in" filter="wipe(left)">
                                      <p:cBhvr>
                                        <p:cTn id="50" dur="500"/>
                                        <p:tgtEl>
                                          <p:spTgt spid="17470"/>
                                        </p:tgtEl>
                                      </p:cBhvr>
                                    </p:animEffect>
                                  </p:childTnLst>
                                </p:cTn>
                              </p:par>
                            </p:childTnLst>
                          </p:cTn>
                        </p:par>
                        <p:par>
                          <p:cTn id="51" fill="hold" nodeType="afterGroup">
                            <p:stCondLst>
                              <p:cond delay="5500"/>
                            </p:stCondLst>
                            <p:childTnLst>
                              <p:par>
                                <p:cTn id="52" presetID="22" presetClass="entr" presetSubtype="8" fill="hold" nodeType="afterEffect">
                                  <p:stCondLst>
                                    <p:cond delay="200"/>
                                  </p:stCondLst>
                                  <p:childTnLst>
                                    <p:set>
                                      <p:cBhvr>
                                        <p:cTn id="53" dur="1" fill="hold">
                                          <p:stCondLst>
                                            <p:cond delay="0"/>
                                          </p:stCondLst>
                                        </p:cTn>
                                        <p:tgtEl>
                                          <p:spTgt spid="17457"/>
                                        </p:tgtEl>
                                        <p:attrNameLst>
                                          <p:attrName>style.visibility</p:attrName>
                                        </p:attrNameLst>
                                      </p:cBhvr>
                                      <p:to>
                                        <p:strVal val="visible"/>
                                      </p:to>
                                    </p:set>
                                    <p:animEffect transition="in" filter="wipe(left)">
                                      <p:cBhvr>
                                        <p:cTn id="54" dur="500"/>
                                        <p:tgtEl>
                                          <p:spTgt spid="17457"/>
                                        </p:tgtEl>
                                      </p:cBhvr>
                                    </p:animEffect>
                                  </p:childTnLst>
                                </p:cTn>
                              </p:par>
                            </p:childTnLst>
                          </p:cTn>
                        </p:par>
                        <p:par>
                          <p:cTn id="55" fill="hold" nodeType="afterGroup">
                            <p:stCondLst>
                              <p:cond delay="6200"/>
                            </p:stCondLst>
                            <p:childTnLst>
                              <p:par>
                                <p:cTn id="56" presetID="22" presetClass="entr" presetSubtype="8" fill="hold" grpId="0" nodeType="afterEffect">
                                  <p:stCondLst>
                                    <p:cond delay="0"/>
                                  </p:stCondLst>
                                  <p:childTnLst>
                                    <p:set>
                                      <p:cBhvr>
                                        <p:cTn id="57" dur="1" fill="hold">
                                          <p:stCondLst>
                                            <p:cond delay="0"/>
                                          </p:stCondLst>
                                        </p:cTn>
                                        <p:tgtEl>
                                          <p:spTgt spid="17459"/>
                                        </p:tgtEl>
                                        <p:attrNameLst>
                                          <p:attrName>style.visibility</p:attrName>
                                        </p:attrNameLst>
                                      </p:cBhvr>
                                      <p:to>
                                        <p:strVal val="visible"/>
                                      </p:to>
                                    </p:set>
                                    <p:animEffect transition="in" filter="wipe(left)">
                                      <p:cBhvr>
                                        <p:cTn id="58" dur="500"/>
                                        <p:tgtEl>
                                          <p:spTgt spid="17459"/>
                                        </p:tgtEl>
                                      </p:cBhvr>
                                    </p:animEffect>
                                  </p:childTnLst>
                                </p:cTn>
                              </p:par>
                            </p:childTnLst>
                          </p:cTn>
                        </p:par>
                        <p:par>
                          <p:cTn id="59" fill="hold" nodeType="afterGroup">
                            <p:stCondLst>
                              <p:cond delay="6700"/>
                            </p:stCondLst>
                            <p:childTnLst>
                              <p:par>
                                <p:cTn id="60" presetID="22" presetClass="entr" presetSubtype="8" fill="hold" nodeType="afterEffect">
                                  <p:stCondLst>
                                    <p:cond delay="200"/>
                                  </p:stCondLst>
                                  <p:childTnLst>
                                    <p:set>
                                      <p:cBhvr>
                                        <p:cTn id="61" dur="1" fill="hold">
                                          <p:stCondLst>
                                            <p:cond delay="0"/>
                                          </p:stCondLst>
                                        </p:cTn>
                                        <p:tgtEl>
                                          <p:spTgt spid="17461"/>
                                        </p:tgtEl>
                                        <p:attrNameLst>
                                          <p:attrName>style.visibility</p:attrName>
                                        </p:attrNameLst>
                                      </p:cBhvr>
                                      <p:to>
                                        <p:strVal val="visible"/>
                                      </p:to>
                                    </p:set>
                                    <p:animEffect transition="in" filter="wipe(left)">
                                      <p:cBhvr>
                                        <p:cTn id="62" dur="500"/>
                                        <p:tgtEl>
                                          <p:spTgt spid="17461"/>
                                        </p:tgtEl>
                                      </p:cBhvr>
                                    </p:animEffect>
                                  </p:childTnLst>
                                </p:cTn>
                              </p:par>
                            </p:childTnLst>
                          </p:cTn>
                        </p:par>
                        <p:par>
                          <p:cTn id="63" fill="hold" nodeType="afterGroup">
                            <p:stCondLst>
                              <p:cond delay="7400"/>
                            </p:stCondLst>
                            <p:childTnLst>
                              <p:par>
                                <p:cTn id="64" presetID="22" presetClass="entr" presetSubtype="8" fill="hold" grpId="0" nodeType="afterEffect">
                                  <p:stCondLst>
                                    <p:cond delay="0"/>
                                  </p:stCondLst>
                                  <p:childTnLst>
                                    <p:set>
                                      <p:cBhvr>
                                        <p:cTn id="65" dur="1" fill="hold">
                                          <p:stCondLst>
                                            <p:cond delay="0"/>
                                          </p:stCondLst>
                                        </p:cTn>
                                        <p:tgtEl>
                                          <p:spTgt spid="17463"/>
                                        </p:tgtEl>
                                        <p:attrNameLst>
                                          <p:attrName>style.visibility</p:attrName>
                                        </p:attrNameLst>
                                      </p:cBhvr>
                                      <p:to>
                                        <p:strVal val="visible"/>
                                      </p:to>
                                    </p:set>
                                    <p:animEffect transition="in" filter="wipe(left)">
                                      <p:cBhvr>
                                        <p:cTn id="66" dur="500"/>
                                        <p:tgtEl>
                                          <p:spTgt spid="17463"/>
                                        </p:tgtEl>
                                      </p:cBhvr>
                                    </p:animEffect>
                                  </p:childTnLst>
                                </p:cTn>
                              </p:par>
                            </p:childTnLst>
                          </p:cTn>
                        </p:par>
                        <p:par>
                          <p:cTn id="67" fill="hold" nodeType="afterGroup">
                            <p:stCondLst>
                              <p:cond delay="7900"/>
                            </p:stCondLst>
                            <p:childTnLst>
                              <p:par>
                                <p:cTn id="68" presetID="22" presetClass="entr" presetSubtype="8" fill="hold" nodeType="afterEffect">
                                  <p:stCondLst>
                                    <p:cond delay="200"/>
                                  </p:stCondLst>
                                  <p:childTnLst>
                                    <p:set>
                                      <p:cBhvr>
                                        <p:cTn id="69" dur="1" fill="hold">
                                          <p:stCondLst>
                                            <p:cond delay="0"/>
                                          </p:stCondLst>
                                        </p:cTn>
                                        <p:tgtEl>
                                          <p:spTgt spid="17465"/>
                                        </p:tgtEl>
                                        <p:attrNameLst>
                                          <p:attrName>style.visibility</p:attrName>
                                        </p:attrNameLst>
                                      </p:cBhvr>
                                      <p:to>
                                        <p:strVal val="visible"/>
                                      </p:to>
                                    </p:set>
                                    <p:animEffect transition="in" filter="wipe(left)">
                                      <p:cBhvr>
                                        <p:cTn id="70" dur="500"/>
                                        <p:tgtEl>
                                          <p:spTgt spid="17465"/>
                                        </p:tgtEl>
                                      </p:cBhvr>
                                    </p:animEffect>
                                  </p:childTnLst>
                                </p:cTn>
                              </p:par>
                            </p:childTnLst>
                          </p:cTn>
                        </p:par>
                        <p:par>
                          <p:cTn id="71" fill="hold" nodeType="afterGroup">
                            <p:stCondLst>
                              <p:cond delay="8600"/>
                            </p:stCondLst>
                            <p:childTnLst>
                              <p:par>
                                <p:cTn id="72" presetID="22" presetClass="entr" presetSubtype="8" fill="hold" grpId="0" nodeType="afterEffect">
                                  <p:stCondLst>
                                    <p:cond delay="0"/>
                                  </p:stCondLst>
                                  <p:childTnLst>
                                    <p:set>
                                      <p:cBhvr>
                                        <p:cTn id="73" dur="1" fill="hold">
                                          <p:stCondLst>
                                            <p:cond delay="0"/>
                                          </p:stCondLst>
                                        </p:cTn>
                                        <p:tgtEl>
                                          <p:spTgt spid="17467"/>
                                        </p:tgtEl>
                                        <p:attrNameLst>
                                          <p:attrName>style.visibility</p:attrName>
                                        </p:attrNameLst>
                                      </p:cBhvr>
                                      <p:to>
                                        <p:strVal val="visible"/>
                                      </p:to>
                                    </p:set>
                                    <p:animEffect transition="in" filter="wipe(left)">
                                      <p:cBhvr>
                                        <p:cTn id="74" dur="500"/>
                                        <p:tgtEl>
                                          <p:spTgt spid="17467"/>
                                        </p:tgtEl>
                                      </p:cBhvr>
                                    </p:animEffect>
                                  </p:childTnLst>
                                </p:cTn>
                              </p:par>
                            </p:childTnLst>
                          </p:cTn>
                        </p:par>
                        <p:par>
                          <p:cTn id="75" fill="hold" nodeType="afterGroup">
                            <p:stCondLst>
                              <p:cond delay="9100"/>
                            </p:stCondLst>
                            <p:childTnLst>
                              <p:par>
                                <p:cTn id="76" presetID="22" presetClass="entr" presetSubtype="8" fill="hold" nodeType="afterEffect">
                                  <p:stCondLst>
                                    <p:cond delay="200"/>
                                  </p:stCondLst>
                                  <p:childTnLst>
                                    <p:set>
                                      <p:cBhvr>
                                        <p:cTn id="77" dur="1" fill="hold">
                                          <p:stCondLst>
                                            <p:cond delay="0"/>
                                          </p:stCondLst>
                                        </p:cTn>
                                        <p:tgtEl>
                                          <p:spTgt spid="17469"/>
                                        </p:tgtEl>
                                        <p:attrNameLst>
                                          <p:attrName>style.visibility</p:attrName>
                                        </p:attrNameLst>
                                      </p:cBhvr>
                                      <p:to>
                                        <p:strVal val="visible"/>
                                      </p:to>
                                    </p:set>
                                    <p:animEffect transition="in" filter="wipe(left)">
                                      <p:cBhvr>
                                        <p:cTn id="78" dur="500"/>
                                        <p:tgtEl>
                                          <p:spTgt spid="17469"/>
                                        </p:tgtEl>
                                      </p:cBhvr>
                                    </p:animEffect>
                                  </p:childTnLst>
                                </p:cTn>
                              </p:par>
                            </p:childTnLst>
                          </p:cTn>
                        </p:par>
                        <p:par>
                          <p:cTn id="79" fill="hold" nodeType="afterGroup">
                            <p:stCondLst>
                              <p:cond delay="9800"/>
                            </p:stCondLst>
                            <p:childTnLst>
                              <p:par>
                                <p:cTn id="80" presetID="22" presetClass="entr" presetSubtype="8" fill="hold" grpId="0" nodeType="afterEffect">
                                  <p:stCondLst>
                                    <p:cond delay="0"/>
                                  </p:stCondLst>
                                  <p:childTnLst>
                                    <p:set>
                                      <p:cBhvr>
                                        <p:cTn id="81" dur="1" fill="hold">
                                          <p:stCondLst>
                                            <p:cond delay="0"/>
                                          </p:stCondLst>
                                        </p:cTn>
                                        <p:tgtEl>
                                          <p:spTgt spid="17471"/>
                                        </p:tgtEl>
                                        <p:attrNameLst>
                                          <p:attrName>style.visibility</p:attrName>
                                        </p:attrNameLst>
                                      </p:cBhvr>
                                      <p:to>
                                        <p:strVal val="visible"/>
                                      </p:to>
                                    </p:set>
                                    <p:animEffect transition="in" filter="wipe(left)">
                                      <p:cBhvr>
                                        <p:cTn id="82" dur="500"/>
                                        <p:tgtEl>
                                          <p:spTgt spid="174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54" grpId="0" autoUpdateAnimBg="0"/>
      <p:bldP spid="17455" grpId="0" autoUpdateAnimBg="0"/>
      <p:bldP spid="17458" grpId="0" autoUpdateAnimBg="0"/>
      <p:bldP spid="17459" grpId="0" autoUpdateAnimBg="0"/>
      <p:bldP spid="17462" grpId="0" autoUpdateAnimBg="0"/>
      <p:bldP spid="17463" grpId="0" autoUpdateAnimBg="0"/>
      <p:bldP spid="17466" grpId="0" autoUpdateAnimBg="0"/>
      <p:bldP spid="17467" grpId="0" autoUpdateAnimBg="0"/>
      <p:bldP spid="17470" grpId="0" autoUpdateAnimBg="0"/>
      <p:bldP spid="17471" grpId="0" autoUpdateAnimBg="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18434" name="Group 2"/>
          <p:cNvGrpSpPr>
            <a:grpSpLocks/>
          </p:cNvGrpSpPr>
          <p:nvPr/>
        </p:nvGrpSpPr>
        <p:grpSpPr bwMode="auto">
          <a:xfrm>
            <a:off x="5713413" y="2673350"/>
            <a:ext cx="11811000" cy="10401300"/>
            <a:chOff x="0" y="0"/>
            <a:chExt cx="11811000" cy="10401300"/>
          </a:xfrm>
        </p:grpSpPr>
        <p:sp>
          <p:nvSpPr>
            <p:cNvPr id="18435" name="AutoShape 3"/>
            <p:cNvSpPr>
              <a:spLocks/>
            </p:cNvSpPr>
            <p:nvPr/>
          </p:nvSpPr>
          <p:spPr bwMode="auto">
            <a:xfrm>
              <a:off x="4608380" y="7982573"/>
              <a:ext cx="16116" cy="31413"/>
            </a:xfrm>
            <a:custGeom>
              <a:avLst/>
              <a:gdLst>
                <a:gd name="T0" fmla="*/ 8058 w 21600"/>
                <a:gd name="T1" fmla="*/ 15707 h 21600"/>
                <a:gd name="T2" fmla="*/ 8058 w 21600"/>
                <a:gd name="T3" fmla="*/ 15707 h 21600"/>
                <a:gd name="T4" fmla="*/ 8058 w 21600"/>
                <a:gd name="T5" fmla="*/ 15707 h 21600"/>
                <a:gd name="T6" fmla="*/ 8058 w 21600"/>
                <a:gd name="T7" fmla="*/ 15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0" y="0"/>
                  </a:lnTo>
                  <a:lnTo>
                    <a:pt x="21599" y="0"/>
                  </a:lnTo>
                  <a:lnTo>
                    <a:pt x="21599" y="21599"/>
                  </a:lnTo>
                  <a:lnTo>
                    <a:pt x="0"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6" name="AutoShape 4"/>
            <p:cNvSpPr>
              <a:spLocks/>
            </p:cNvSpPr>
            <p:nvPr/>
          </p:nvSpPr>
          <p:spPr bwMode="auto">
            <a:xfrm>
              <a:off x="4487537" y="7896193"/>
              <a:ext cx="88624" cy="74605"/>
            </a:xfrm>
            <a:custGeom>
              <a:avLst/>
              <a:gdLst>
                <a:gd name="T0" fmla="*/ 44312 w 21600"/>
                <a:gd name="T1" fmla="*/ 37303 h 21600"/>
                <a:gd name="T2" fmla="*/ 44312 w 21600"/>
                <a:gd name="T3" fmla="*/ 37303 h 21600"/>
                <a:gd name="T4" fmla="*/ 44312 w 21600"/>
                <a:gd name="T5" fmla="*/ 37303 h 21600"/>
                <a:gd name="T6" fmla="*/ 44312 w 21600"/>
                <a:gd name="T7" fmla="*/ 3730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27" y="12505"/>
                  </a:moveTo>
                  <a:lnTo>
                    <a:pt x="3927" y="0"/>
                  </a:lnTo>
                  <a:lnTo>
                    <a:pt x="0" y="0"/>
                  </a:lnTo>
                  <a:lnTo>
                    <a:pt x="0" y="12505"/>
                  </a:lnTo>
                  <a:lnTo>
                    <a:pt x="3927" y="12505"/>
                  </a:lnTo>
                  <a:close/>
                  <a:moveTo>
                    <a:pt x="3927" y="17052"/>
                  </a:moveTo>
                  <a:lnTo>
                    <a:pt x="7854" y="17052"/>
                  </a:lnTo>
                  <a:lnTo>
                    <a:pt x="7854" y="21600"/>
                  </a:lnTo>
                  <a:lnTo>
                    <a:pt x="3927" y="21600"/>
                  </a:lnTo>
                  <a:lnTo>
                    <a:pt x="3927" y="17052"/>
                  </a:lnTo>
                  <a:close/>
                  <a:moveTo>
                    <a:pt x="21599" y="21600"/>
                  </a:moveTo>
                  <a:lnTo>
                    <a:pt x="21599" y="17052"/>
                  </a:lnTo>
                  <a:lnTo>
                    <a:pt x="18654" y="17052"/>
                  </a:lnTo>
                  <a:lnTo>
                    <a:pt x="2159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7" name="AutoShape 5"/>
            <p:cNvSpPr>
              <a:spLocks/>
            </p:cNvSpPr>
            <p:nvPr/>
          </p:nvSpPr>
          <p:spPr bwMode="auto">
            <a:xfrm>
              <a:off x="4697003" y="7503540"/>
              <a:ext cx="628416" cy="306267"/>
            </a:xfrm>
            <a:custGeom>
              <a:avLst/>
              <a:gdLst>
                <a:gd name="T0" fmla="*/ 314208 w 21600"/>
                <a:gd name="T1" fmla="*/ 153134 h 21600"/>
                <a:gd name="T2" fmla="*/ 314208 w 21600"/>
                <a:gd name="T3" fmla="*/ 153134 h 21600"/>
                <a:gd name="T4" fmla="*/ 314208 w 21600"/>
                <a:gd name="T5" fmla="*/ 153134 h 21600"/>
                <a:gd name="T6" fmla="*/ 314208 w 21600"/>
                <a:gd name="T7" fmla="*/ 1531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046" y="1107"/>
                  </a:moveTo>
                  <a:lnTo>
                    <a:pt x="21599" y="1107"/>
                  </a:lnTo>
                  <a:lnTo>
                    <a:pt x="21046" y="0"/>
                  </a:lnTo>
                  <a:lnTo>
                    <a:pt x="21046" y="1107"/>
                  </a:lnTo>
                  <a:close/>
                  <a:moveTo>
                    <a:pt x="553" y="21600"/>
                  </a:moveTo>
                  <a:lnTo>
                    <a:pt x="969" y="21600"/>
                  </a:lnTo>
                  <a:lnTo>
                    <a:pt x="553" y="21600"/>
                  </a:lnTo>
                  <a:close/>
                  <a:moveTo>
                    <a:pt x="0" y="19384"/>
                  </a:moveTo>
                  <a:lnTo>
                    <a:pt x="553" y="19384"/>
                  </a:lnTo>
                  <a:lnTo>
                    <a:pt x="553" y="20492"/>
                  </a:lnTo>
                  <a:lnTo>
                    <a:pt x="0" y="193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8" name="AutoShape 6"/>
            <p:cNvSpPr>
              <a:spLocks/>
            </p:cNvSpPr>
            <p:nvPr/>
          </p:nvSpPr>
          <p:spPr bwMode="auto">
            <a:xfrm>
              <a:off x="7738377" y="6411974"/>
              <a:ext cx="149050" cy="420138"/>
            </a:xfrm>
            <a:custGeom>
              <a:avLst/>
              <a:gdLst>
                <a:gd name="T0" fmla="*/ 74525 w 21600"/>
                <a:gd name="T1" fmla="*/ 210069 h 21600"/>
                <a:gd name="T2" fmla="*/ 74525 w 21600"/>
                <a:gd name="T3" fmla="*/ 210069 h 21600"/>
                <a:gd name="T4" fmla="*/ 74525 w 21600"/>
                <a:gd name="T5" fmla="*/ 210069 h 21600"/>
                <a:gd name="T6" fmla="*/ 74525 w 21600"/>
                <a:gd name="T7" fmla="*/ 2100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480" y="3724"/>
                  </a:moveTo>
                  <a:cubicBezTo>
                    <a:pt x="8640" y="3724"/>
                    <a:pt x="8640" y="3724"/>
                    <a:pt x="8640" y="3724"/>
                  </a:cubicBezTo>
                  <a:cubicBezTo>
                    <a:pt x="8640" y="2979"/>
                    <a:pt x="8640" y="2979"/>
                    <a:pt x="8640" y="2979"/>
                  </a:cubicBezTo>
                  <a:cubicBezTo>
                    <a:pt x="8640" y="2234"/>
                    <a:pt x="8640" y="2234"/>
                    <a:pt x="8640" y="2234"/>
                  </a:cubicBezTo>
                  <a:cubicBezTo>
                    <a:pt x="8640" y="1489"/>
                    <a:pt x="8640" y="1489"/>
                    <a:pt x="8640" y="1489"/>
                  </a:cubicBezTo>
                  <a:cubicBezTo>
                    <a:pt x="8640" y="744"/>
                    <a:pt x="8640" y="744"/>
                    <a:pt x="8640" y="744"/>
                  </a:cubicBezTo>
                  <a:cubicBezTo>
                    <a:pt x="8640" y="744"/>
                    <a:pt x="8640" y="744"/>
                    <a:pt x="8640" y="744"/>
                  </a:cubicBezTo>
                  <a:cubicBezTo>
                    <a:pt x="8640" y="0"/>
                    <a:pt x="8640" y="0"/>
                    <a:pt x="8640" y="0"/>
                  </a:cubicBezTo>
                  <a:cubicBezTo>
                    <a:pt x="8640" y="0"/>
                    <a:pt x="8640" y="0"/>
                    <a:pt x="8640" y="0"/>
                  </a:cubicBezTo>
                  <a:cubicBezTo>
                    <a:pt x="6480" y="744"/>
                    <a:pt x="6480" y="744"/>
                    <a:pt x="6480" y="744"/>
                  </a:cubicBezTo>
                  <a:cubicBezTo>
                    <a:pt x="6480" y="1489"/>
                    <a:pt x="6480" y="1489"/>
                    <a:pt x="6480" y="1489"/>
                  </a:cubicBezTo>
                  <a:cubicBezTo>
                    <a:pt x="6480" y="2234"/>
                    <a:pt x="6480" y="2234"/>
                    <a:pt x="6480" y="2234"/>
                  </a:cubicBezTo>
                  <a:cubicBezTo>
                    <a:pt x="6480" y="2234"/>
                    <a:pt x="6480" y="2234"/>
                    <a:pt x="6480" y="2234"/>
                  </a:cubicBezTo>
                  <a:cubicBezTo>
                    <a:pt x="6480" y="3724"/>
                    <a:pt x="6480" y="3724"/>
                    <a:pt x="6480" y="3724"/>
                  </a:cubicBezTo>
                  <a:cubicBezTo>
                    <a:pt x="6480" y="3724"/>
                    <a:pt x="6480" y="3724"/>
                    <a:pt x="6480" y="3724"/>
                  </a:cubicBezTo>
                  <a:close/>
                  <a:moveTo>
                    <a:pt x="6480" y="7448"/>
                  </a:moveTo>
                  <a:cubicBezTo>
                    <a:pt x="6480" y="6703"/>
                    <a:pt x="6480" y="6703"/>
                    <a:pt x="6480" y="6703"/>
                  </a:cubicBezTo>
                  <a:cubicBezTo>
                    <a:pt x="6480" y="5958"/>
                    <a:pt x="6480" y="5958"/>
                    <a:pt x="6480" y="5958"/>
                  </a:cubicBezTo>
                  <a:cubicBezTo>
                    <a:pt x="6480" y="5213"/>
                    <a:pt x="6480" y="5213"/>
                    <a:pt x="6480" y="5213"/>
                  </a:cubicBezTo>
                  <a:cubicBezTo>
                    <a:pt x="6480" y="5213"/>
                    <a:pt x="6480" y="5213"/>
                    <a:pt x="6480" y="5213"/>
                  </a:cubicBezTo>
                  <a:cubicBezTo>
                    <a:pt x="8640" y="4468"/>
                    <a:pt x="8640" y="4468"/>
                    <a:pt x="8640" y="4468"/>
                  </a:cubicBezTo>
                  <a:cubicBezTo>
                    <a:pt x="8640" y="4468"/>
                    <a:pt x="8640" y="4468"/>
                    <a:pt x="8640" y="4468"/>
                  </a:cubicBezTo>
                  <a:cubicBezTo>
                    <a:pt x="6480" y="4468"/>
                    <a:pt x="6480" y="4468"/>
                    <a:pt x="6480" y="4468"/>
                  </a:cubicBezTo>
                  <a:cubicBezTo>
                    <a:pt x="6480" y="5213"/>
                    <a:pt x="6480" y="5213"/>
                    <a:pt x="6480" y="5213"/>
                  </a:cubicBezTo>
                  <a:cubicBezTo>
                    <a:pt x="4320" y="5958"/>
                    <a:pt x="4320" y="5958"/>
                    <a:pt x="4320" y="5958"/>
                  </a:cubicBezTo>
                  <a:cubicBezTo>
                    <a:pt x="6480" y="6703"/>
                    <a:pt x="6480" y="6703"/>
                    <a:pt x="6480" y="6703"/>
                  </a:cubicBezTo>
                  <a:cubicBezTo>
                    <a:pt x="6480" y="6703"/>
                    <a:pt x="6480" y="6703"/>
                    <a:pt x="6480" y="6703"/>
                  </a:cubicBezTo>
                  <a:cubicBezTo>
                    <a:pt x="6480" y="7448"/>
                    <a:pt x="6480" y="7448"/>
                    <a:pt x="6480" y="7448"/>
                  </a:cubicBezTo>
                  <a:close/>
                  <a:moveTo>
                    <a:pt x="0" y="6703"/>
                  </a:moveTo>
                  <a:cubicBezTo>
                    <a:pt x="2160" y="6703"/>
                    <a:pt x="2160" y="6703"/>
                    <a:pt x="2160" y="6703"/>
                  </a:cubicBezTo>
                  <a:cubicBezTo>
                    <a:pt x="2160" y="6703"/>
                    <a:pt x="2160" y="6703"/>
                    <a:pt x="2160" y="6703"/>
                  </a:cubicBezTo>
                  <a:cubicBezTo>
                    <a:pt x="0" y="6703"/>
                    <a:pt x="0" y="6703"/>
                    <a:pt x="0" y="6703"/>
                  </a:cubicBezTo>
                  <a:close/>
                  <a:moveTo>
                    <a:pt x="4320" y="10427"/>
                  </a:moveTo>
                  <a:cubicBezTo>
                    <a:pt x="6480" y="10427"/>
                    <a:pt x="6480" y="10427"/>
                    <a:pt x="6480" y="10427"/>
                  </a:cubicBezTo>
                  <a:cubicBezTo>
                    <a:pt x="6480" y="9682"/>
                    <a:pt x="6480" y="9682"/>
                    <a:pt x="6480" y="9682"/>
                  </a:cubicBezTo>
                  <a:cubicBezTo>
                    <a:pt x="6480" y="8937"/>
                    <a:pt x="6480" y="8937"/>
                    <a:pt x="6480" y="8937"/>
                  </a:cubicBezTo>
                  <a:cubicBezTo>
                    <a:pt x="4320" y="8937"/>
                    <a:pt x="4320" y="8937"/>
                    <a:pt x="4320" y="8937"/>
                  </a:cubicBezTo>
                  <a:cubicBezTo>
                    <a:pt x="4320" y="9682"/>
                    <a:pt x="4320" y="9682"/>
                    <a:pt x="4320" y="9682"/>
                  </a:cubicBezTo>
                  <a:cubicBezTo>
                    <a:pt x="4320" y="9682"/>
                    <a:pt x="4320" y="10427"/>
                    <a:pt x="4320" y="10427"/>
                  </a:cubicBezTo>
                  <a:close/>
                  <a:moveTo>
                    <a:pt x="10800" y="14151"/>
                  </a:moveTo>
                  <a:cubicBezTo>
                    <a:pt x="8640" y="14151"/>
                    <a:pt x="8640" y="14151"/>
                    <a:pt x="8640" y="14151"/>
                  </a:cubicBezTo>
                  <a:cubicBezTo>
                    <a:pt x="8640" y="14151"/>
                    <a:pt x="8640" y="14151"/>
                    <a:pt x="8640" y="14151"/>
                  </a:cubicBezTo>
                  <a:cubicBezTo>
                    <a:pt x="10800" y="14151"/>
                    <a:pt x="10800" y="14151"/>
                    <a:pt x="10800" y="14151"/>
                  </a:cubicBezTo>
                  <a:close/>
                  <a:moveTo>
                    <a:pt x="12959" y="16386"/>
                  </a:moveTo>
                  <a:cubicBezTo>
                    <a:pt x="12959" y="16386"/>
                    <a:pt x="12959" y="16386"/>
                    <a:pt x="12959" y="16386"/>
                  </a:cubicBezTo>
                  <a:cubicBezTo>
                    <a:pt x="15119" y="17131"/>
                    <a:pt x="15119" y="17131"/>
                    <a:pt x="15119" y="17131"/>
                  </a:cubicBezTo>
                  <a:cubicBezTo>
                    <a:pt x="12959" y="16386"/>
                    <a:pt x="12959" y="16386"/>
                    <a:pt x="12959" y="16386"/>
                  </a:cubicBezTo>
                  <a:cubicBezTo>
                    <a:pt x="12959" y="16386"/>
                    <a:pt x="12959" y="16386"/>
                    <a:pt x="12959" y="16386"/>
                  </a:cubicBezTo>
                  <a:close/>
                  <a:moveTo>
                    <a:pt x="17280" y="16386"/>
                  </a:moveTo>
                  <a:cubicBezTo>
                    <a:pt x="17280" y="17131"/>
                    <a:pt x="17280" y="17131"/>
                    <a:pt x="17280" y="17131"/>
                  </a:cubicBezTo>
                  <a:cubicBezTo>
                    <a:pt x="17280" y="17875"/>
                    <a:pt x="17280" y="17875"/>
                    <a:pt x="17280" y="17875"/>
                  </a:cubicBezTo>
                  <a:cubicBezTo>
                    <a:pt x="17280" y="17131"/>
                    <a:pt x="17280" y="17131"/>
                    <a:pt x="17280" y="17131"/>
                  </a:cubicBezTo>
                  <a:cubicBezTo>
                    <a:pt x="17280" y="17131"/>
                    <a:pt x="17280" y="17131"/>
                    <a:pt x="17280" y="17131"/>
                  </a:cubicBezTo>
                  <a:cubicBezTo>
                    <a:pt x="17280" y="16386"/>
                    <a:pt x="17280" y="16386"/>
                    <a:pt x="17280" y="16386"/>
                  </a:cubicBezTo>
                  <a:close/>
                  <a:moveTo>
                    <a:pt x="15119" y="17875"/>
                  </a:moveTo>
                  <a:cubicBezTo>
                    <a:pt x="15119" y="18620"/>
                    <a:pt x="15119" y="18620"/>
                    <a:pt x="15119" y="18620"/>
                  </a:cubicBezTo>
                  <a:cubicBezTo>
                    <a:pt x="17280" y="17875"/>
                    <a:pt x="17280" y="17875"/>
                    <a:pt x="17280" y="17875"/>
                  </a:cubicBezTo>
                  <a:cubicBezTo>
                    <a:pt x="15119" y="17875"/>
                    <a:pt x="15119" y="17875"/>
                    <a:pt x="15119" y="17875"/>
                  </a:cubicBezTo>
                  <a:cubicBezTo>
                    <a:pt x="15119" y="17875"/>
                    <a:pt x="15119" y="17875"/>
                    <a:pt x="15119" y="17875"/>
                  </a:cubicBezTo>
                  <a:cubicBezTo>
                    <a:pt x="15119" y="17875"/>
                    <a:pt x="15119" y="17875"/>
                    <a:pt x="15119" y="17875"/>
                  </a:cubicBezTo>
                  <a:close/>
                  <a:moveTo>
                    <a:pt x="17280" y="19365"/>
                  </a:moveTo>
                  <a:cubicBezTo>
                    <a:pt x="19439" y="19365"/>
                    <a:pt x="19439" y="19365"/>
                    <a:pt x="19439" y="19365"/>
                  </a:cubicBezTo>
                  <a:cubicBezTo>
                    <a:pt x="19439" y="19365"/>
                    <a:pt x="19439" y="19365"/>
                    <a:pt x="19439" y="19365"/>
                  </a:cubicBezTo>
                  <a:cubicBezTo>
                    <a:pt x="17280" y="19365"/>
                    <a:pt x="17280" y="19365"/>
                    <a:pt x="17280" y="19365"/>
                  </a:cubicBezTo>
                  <a:cubicBezTo>
                    <a:pt x="17280" y="19365"/>
                    <a:pt x="17280" y="19365"/>
                    <a:pt x="17280" y="19365"/>
                  </a:cubicBezTo>
                  <a:close/>
                  <a:moveTo>
                    <a:pt x="19439" y="20110"/>
                  </a:moveTo>
                  <a:cubicBezTo>
                    <a:pt x="17280" y="20110"/>
                    <a:pt x="17280" y="20110"/>
                    <a:pt x="17280" y="20110"/>
                  </a:cubicBezTo>
                  <a:cubicBezTo>
                    <a:pt x="19439" y="20855"/>
                    <a:pt x="19439" y="20855"/>
                    <a:pt x="19439" y="20855"/>
                  </a:cubicBezTo>
                  <a:cubicBezTo>
                    <a:pt x="19439" y="20855"/>
                    <a:pt x="19439" y="20855"/>
                    <a:pt x="19439" y="20855"/>
                  </a:cubicBezTo>
                  <a:cubicBezTo>
                    <a:pt x="19439" y="20855"/>
                    <a:pt x="19439" y="21600"/>
                    <a:pt x="19439" y="21600"/>
                  </a:cubicBezTo>
                  <a:cubicBezTo>
                    <a:pt x="21599" y="21600"/>
                    <a:pt x="21599" y="21600"/>
                    <a:pt x="21599" y="21600"/>
                  </a:cubicBezTo>
                  <a:cubicBezTo>
                    <a:pt x="21599" y="20855"/>
                    <a:pt x="21599" y="20855"/>
                    <a:pt x="21599" y="20855"/>
                  </a:cubicBezTo>
                  <a:cubicBezTo>
                    <a:pt x="21599" y="20110"/>
                    <a:pt x="21599" y="20110"/>
                    <a:pt x="21599" y="20110"/>
                  </a:cubicBezTo>
                  <a:lnTo>
                    <a:pt x="19439" y="201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9" name="AutoShape 7"/>
            <p:cNvSpPr>
              <a:spLocks/>
            </p:cNvSpPr>
            <p:nvPr/>
          </p:nvSpPr>
          <p:spPr bwMode="auto">
            <a:xfrm>
              <a:off x="3101798" y="0"/>
              <a:ext cx="8709202" cy="4648977"/>
            </a:xfrm>
            <a:custGeom>
              <a:avLst/>
              <a:gdLst>
                <a:gd name="T0" fmla="*/ 4354601 w 21600"/>
                <a:gd name="T1" fmla="*/ 2324489 h 21600"/>
                <a:gd name="T2" fmla="*/ 4354601 w 21600"/>
                <a:gd name="T3" fmla="*/ 2324489 h 21600"/>
                <a:gd name="T4" fmla="*/ 4354601 w 21600"/>
                <a:gd name="T5" fmla="*/ 2324489 h 21600"/>
                <a:gd name="T6" fmla="*/ 4354601 w 21600"/>
                <a:gd name="T7" fmla="*/ 232448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754" y="19839"/>
                  </a:moveTo>
                  <a:cubicBezTo>
                    <a:pt x="16754" y="19839"/>
                    <a:pt x="16754" y="19839"/>
                    <a:pt x="16754" y="19839"/>
                  </a:cubicBezTo>
                  <a:cubicBezTo>
                    <a:pt x="16717" y="19771"/>
                    <a:pt x="16717" y="19771"/>
                    <a:pt x="16717" y="19771"/>
                  </a:cubicBezTo>
                  <a:cubicBezTo>
                    <a:pt x="16717" y="19771"/>
                    <a:pt x="16717" y="19771"/>
                    <a:pt x="16717" y="19771"/>
                  </a:cubicBezTo>
                  <a:cubicBezTo>
                    <a:pt x="16717" y="19771"/>
                    <a:pt x="16717" y="19771"/>
                    <a:pt x="16717" y="19771"/>
                  </a:cubicBezTo>
                  <a:cubicBezTo>
                    <a:pt x="16717" y="19704"/>
                    <a:pt x="16717" y="19704"/>
                    <a:pt x="16717" y="19704"/>
                  </a:cubicBezTo>
                  <a:cubicBezTo>
                    <a:pt x="16717" y="19704"/>
                    <a:pt x="16717" y="19704"/>
                    <a:pt x="16717" y="19704"/>
                  </a:cubicBezTo>
                  <a:cubicBezTo>
                    <a:pt x="16717" y="19636"/>
                    <a:pt x="16717" y="19636"/>
                    <a:pt x="16717" y="19636"/>
                  </a:cubicBezTo>
                  <a:cubicBezTo>
                    <a:pt x="16717" y="19636"/>
                    <a:pt x="16717" y="19636"/>
                    <a:pt x="16717" y="19636"/>
                  </a:cubicBezTo>
                  <a:cubicBezTo>
                    <a:pt x="16717" y="19636"/>
                    <a:pt x="16717" y="19636"/>
                    <a:pt x="16717" y="19636"/>
                  </a:cubicBezTo>
                  <a:cubicBezTo>
                    <a:pt x="16754" y="19636"/>
                    <a:pt x="16754" y="19636"/>
                    <a:pt x="16754" y="19636"/>
                  </a:cubicBezTo>
                  <a:cubicBezTo>
                    <a:pt x="16791" y="19636"/>
                    <a:pt x="16791" y="19636"/>
                    <a:pt x="16791" y="19636"/>
                  </a:cubicBezTo>
                  <a:cubicBezTo>
                    <a:pt x="16791" y="19568"/>
                    <a:pt x="16791" y="19568"/>
                    <a:pt x="16791" y="19568"/>
                  </a:cubicBezTo>
                  <a:cubicBezTo>
                    <a:pt x="16791" y="19568"/>
                    <a:pt x="16791" y="19568"/>
                    <a:pt x="16791" y="19568"/>
                  </a:cubicBezTo>
                  <a:cubicBezTo>
                    <a:pt x="16791" y="19500"/>
                    <a:pt x="16791" y="19500"/>
                    <a:pt x="16791" y="19500"/>
                  </a:cubicBezTo>
                  <a:cubicBezTo>
                    <a:pt x="16791" y="19500"/>
                    <a:pt x="16791" y="19500"/>
                    <a:pt x="16791" y="19500"/>
                  </a:cubicBezTo>
                  <a:cubicBezTo>
                    <a:pt x="16791" y="19433"/>
                    <a:pt x="16791" y="19433"/>
                    <a:pt x="16791" y="19433"/>
                  </a:cubicBezTo>
                  <a:cubicBezTo>
                    <a:pt x="16791" y="19365"/>
                    <a:pt x="16791" y="19365"/>
                    <a:pt x="16791" y="19365"/>
                  </a:cubicBezTo>
                  <a:cubicBezTo>
                    <a:pt x="16754" y="19365"/>
                    <a:pt x="16754" y="19365"/>
                    <a:pt x="16754" y="19365"/>
                  </a:cubicBezTo>
                  <a:cubicBezTo>
                    <a:pt x="16754" y="19297"/>
                    <a:pt x="16754" y="19297"/>
                    <a:pt x="16754" y="19297"/>
                  </a:cubicBezTo>
                  <a:cubicBezTo>
                    <a:pt x="16754" y="19230"/>
                    <a:pt x="16754" y="19230"/>
                    <a:pt x="16754" y="19230"/>
                  </a:cubicBezTo>
                  <a:cubicBezTo>
                    <a:pt x="16754" y="19162"/>
                    <a:pt x="16754" y="19162"/>
                    <a:pt x="16754" y="19162"/>
                  </a:cubicBezTo>
                  <a:cubicBezTo>
                    <a:pt x="16754" y="19094"/>
                    <a:pt x="16754" y="19094"/>
                    <a:pt x="16754" y="19094"/>
                  </a:cubicBezTo>
                  <a:cubicBezTo>
                    <a:pt x="16717" y="19094"/>
                    <a:pt x="16717" y="19094"/>
                    <a:pt x="16717" y="19094"/>
                  </a:cubicBezTo>
                  <a:cubicBezTo>
                    <a:pt x="16717" y="19026"/>
                    <a:pt x="16717" y="19026"/>
                    <a:pt x="16717" y="19026"/>
                  </a:cubicBezTo>
                  <a:cubicBezTo>
                    <a:pt x="16717" y="18959"/>
                    <a:pt x="16717" y="18959"/>
                    <a:pt x="16717" y="18959"/>
                  </a:cubicBezTo>
                  <a:cubicBezTo>
                    <a:pt x="16680" y="18891"/>
                    <a:pt x="16680" y="18891"/>
                    <a:pt x="16680" y="18891"/>
                  </a:cubicBezTo>
                  <a:cubicBezTo>
                    <a:pt x="16680" y="18823"/>
                    <a:pt x="16680" y="18823"/>
                    <a:pt x="16680" y="18823"/>
                  </a:cubicBezTo>
                  <a:cubicBezTo>
                    <a:pt x="16680" y="18823"/>
                    <a:pt x="16680" y="18823"/>
                    <a:pt x="16680" y="18823"/>
                  </a:cubicBezTo>
                  <a:cubicBezTo>
                    <a:pt x="16680" y="18823"/>
                    <a:pt x="16680" y="18823"/>
                    <a:pt x="16680" y="18823"/>
                  </a:cubicBezTo>
                  <a:cubicBezTo>
                    <a:pt x="16717" y="18823"/>
                    <a:pt x="16717" y="18823"/>
                    <a:pt x="16717" y="18823"/>
                  </a:cubicBezTo>
                  <a:cubicBezTo>
                    <a:pt x="16717" y="18756"/>
                    <a:pt x="16717" y="18756"/>
                    <a:pt x="16717" y="18756"/>
                  </a:cubicBezTo>
                  <a:cubicBezTo>
                    <a:pt x="16717" y="18756"/>
                    <a:pt x="16717" y="18756"/>
                    <a:pt x="16717" y="18756"/>
                  </a:cubicBezTo>
                  <a:cubicBezTo>
                    <a:pt x="16754" y="18620"/>
                    <a:pt x="16754" y="18620"/>
                    <a:pt x="16754" y="18620"/>
                  </a:cubicBezTo>
                  <a:cubicBezTo>
                    <a:pt x="16791" y="18620"/>
                    <a:pt x="16791" y="18620"/>
                    <a:pt x="16791" y="18620"/>
                  </a:cubicBezTo>
                  <a:cubicBezTo>
                    <a:pt x="16791" y="18620"/>
                    <a:pt x="16791" y="18620"/>
                    <a:pt x="16791" y="18620"/>
                  </a:cubicBezTo>
                  <a:cubicBezTo>
                    <a:pt x="16828" y="18688"/>
                    <a:pt x="16828" y="18688"/>
                    <a:pt x="16828" y="18688"/>
                  </a:cubicBezTo>
                  <a:cubicBezTo>
                    <a:pt x="16939" y="18688"/>
                    <a:pt x="16939" y="18688"/>
                    <a:pt x="16939" y="18688"/>
                  </a:cubicBezTo>
                  <a:cubicBezTo>
                    <a:pt x="16939" y="18688"/>
                    <a:pt x="16939" y="18688"/>
                    <a:pt x="16939" y="18688"/>
                  </a:cubicBezTo>
                  <a:cubicBezTo>
                    <a:pt x="16976" y="18688"/>
                    <a:pt x="16976" y="18688"/>
                    <a:pt x="16976" y="18688"/>
                  </a:cubicBezTo>
                  <a:cubicBezTo>
                    <a:pt x="16976" y="18688"/>
                    <a:pt x="16976" y="18688"/>
                    <a:pt x="16976" y="18688"/>
                  </a:cubicBezTo>
                  <a:cubicBezTo>
                    <a:pt x="16976" y="18620"/>
                    <a:pt x="16976" y="18620"/>
                    <a:pt x="16976" y="18620"/>
                  </a:cubicBezTo>
                  <a:cubicBezTo>
                    <a:pt x="16976" y="18620"/>
                    <a:pt x="16976" y="18620"/>
                    <a:pt x="16976" y="18620"/>
                  </a:cubicBezTo>
                  <a:cubicBezTo>
                    <a:pt x="16976" y="18552"/>
                    <a:pt x="16976" y="18552"/>
                    <a:pt x="16976" y="18552"/>
                  </a:cubicBezTo>
                  <a:cubicBezTo>
                    <a:pt x="16976" y="18552"/>
                    <a:pt x="16976" y="18552"/>
                    <a:pt x="16976" y="18552"/>
                  </a:cubicBezTo>
                  <a:cubicBezTo>
                    <a:pt x="16976" y="18552"/>
                    <a:pt x="16976" y="18552"/>
                    <a:pt x="16976" y="18552"/>
                  </a:cubicBezTo>
                  <a:cubicBezTo>
                    <a:pt x="16939" y="18485"/>
                    <a:pt x="16939" y="18485"/>
                    <a:pt x="16939" y="18485"/>
                  </a:cubicBezTo>
                  <a:cubicBezTo>
                    <a:pt x="16976" y="18417"/>
                    <a:pt x="16976" y="18417"/>
                    <a:pt x="16976" y="18417"/>
                  </a:cubicBezTo>
                  <a:cubicBezTo>
                    <a:pt x="16976" y="18417"/>
                    <a:pt x="16976" y="18417"/>
                    <a:pt x="16976" y="18417"/>
                  </a:cubicBezTo>
                  <a:cubicBezTo>
                    <a:pt x="16976" y="18417"/>
                    <a:pt x="16976" y="18417"/>
                    <a:pt x="16976" y="18417"/>
                  </a:cubicBezTo>
                  <a:cubicBezTo>
                    <a:pt x="16976" y="18349"/>
                    <a:pt x="16976" y="18349"/>
                    <a:pt x="16976" y="18349"/>
                  </a:cubicBezTo>
                  <a:cubicBezTo>
                    <a:pt x="16976" y="18349"/>
                    <a:pt x="16976" y="18349"/>
                    <a:pt x="16976" y="18349"/>
                  </a:cubicBezTo>
                  <a:cubicBezTo>
                    <a:pt x="16976" y="18349"/>
                    <a:pt x="16976" y="18349"/>
                    <a:pt x="16976" y="18349"/>
                  </a:cubicBezTo>
                  <a:cubicBezTo>
                    <a:pt x="16976" y="18282"/>
                    <a:pt x="16976" y="18282"/>
                    <a:pt x="16976" y="18282"/>
                  </a:cubicBezTo>
                  <a:cubicBezTo>
                    <a:pt x="16976" y="18282"/>
                    <a:pt x="16976" y="18282"/>
                    <a:pt x="16976" y="18282"/>
                  </a:cubicBezTo>
                  <a:cubicBezTo>
                    <a:pt x="16976" y="18214"/>
                    <a:pt x="16976" y="18214"/>
                    <a:pt x="16976" y="18214"/>
                  </a:cubicBezTo>
                  <a:cubicBezTo>
                    <a:pt x="16976" y="18214"/>
                    <a:pt x="16976" y="18214"/>
                    <a:pt x="16976" y="18214"/>
                  </a:cubicBezTo>
                  <a:cubicBezTo>
                    <a:pt x="16976" y="18214"/>
                    <a:pt x="16976" y="18214"/>
                    <a:pt x="16976" y="18214"/>
                  </a:cubicBezTo>
                  <a:cubicBezTo>
                    <a:pt x="16976" y="18146"/>
                    <a:pt x="16976" y="18146"/>
                    <a:pt x="16976" y="18146"/>
                  </a:cubicBezTo>
                  <a:cubicBezTo>
                    <a:pt x="16976" y="18146"/>
                    <a:pt x="16976" y="18146"/>
                    <a:pt x="16976" y="18146"/>
                  </a:cubicBezTo>
                  <a:cubicBezTo>
                    <a:pt x="16976" y="18078"/>
                    <a:pt x="16976" y="18078"/>
                    <a:pt x="16976" y="18078"/>
                  </a:cubicBezTo>
                  <a:cubicBezTo>
                    <a:pt x="16976" y="18011"/>
                    <a:pt x="16976" y="18011"/>
                    <a:pt x="16976" y="18011"/>
                  </a:cubicBezTo>
                  <a:cubicBezTo>
                    <a:pt x="16976" y="18011"/>
                    <a:pt x="16976" y="18011"/>
                    <a:pt x="16976" y="18011"/>
                  </a:cubicBezTo>
                  <a:cubicBezTo>
                    <a:pt x="16976" y="18011"/>
                    <a:pt x="16976" y="18011"/>
                    <a:pt x="16976" y="18011"/>
                  </a:cubicBezTo>
                  <a:cubicBezTo>
                    <a:pt x="16976" y="17943"/>
                    <a:pt x="16976" y="17943"/>
                    <a:pt x="16976" y="17943"/>
                  </a:cubicBezTo>
                  <a:cubicBezTo>
                    <a:pt x="16976" y="17943"/>
                    <a:pt x="16976" y="17943"/>
                    <a:pt x="16976" y="17943"/>
                  </a:cubicBezTo>
                  <a:cubicBezTo>
                    <a:pt x="16976" y="17943"/>
                    <a:pt x="16976" y="17943"/>
                    <a:pt x="16976" y="17943"/>
                  </a:cubicBezTo>
                  <a:cubicBezTo>
                    <a:pt x="16976" y="17875"/>
                    <a:pt x="16976" y="17875"/>
                    <a:pt x="16976" y="17875"/>
                  </a:cubicBezTo>
                  <a:cubicBezTo>
                    <a:pt x="16939" y="17875"/>
                    <a:pt x="16939" y="17875"/>
                    <a:pt x="16939" y="17875"/>
                  </a:cubicBezTo>
                  <a:cubicBezTo>
                    <a:pt x="16976" y="17875"/>
                    <a:pt x="16976" y="17875"/>
                    <a:pt x="16976" y="17875"/>
                  </a:cubicBezTo>
                  <a:cubicBezTo>
                    <a:pt x="16976" y="17808"/>
                    <a:pt x="16976" y="17808"/>
                    <a:pt x="16976" y="17808"/>
                  </a:cubicBezTo>
                  <a:cubicBezTo>
                    <a:pt x="16976" y="17808"/>
                    <a:pt x="16976" y="17808"/>
                    <a:pt x="16976" y="17808"/>
                  </a:cubicBezTo>
                  <a:cubicBezTo>
                    <a:pt x="16939" y="17740"/>
                    <a:pt x="16939" y="17740"/>
                    <a:pt x="16939" y="17740"/>
                  </a:cubicBezTo>
                  <a:cubicBezTo>
                    <a:pt x="16939" y="17740"/>
                    <a:pt x="16939" y="17740"/>
                    <a:pt x="16939" y="17740"/>
                  </a:cubicBezTo>
                  <a:cubicBezTo>
                    <a:pt x="16976" y="17672"/>
                    <a:pt x="16976" y="17672"/>
                    <a:pt x="16976" y="17672"/>
                  </a:cubicBezTo>
                  <a:cubicBezTo>
                    <a:pt x="16976" y="17672"/>
                    <a:pt x="16976" y="17672"/>
                    <a:pt x="16976" y="17672"/>
                  </a:cubicBezTo>
                  <a:cubicBezTo>
                    <a:pt x="17013" y="17672"/>
                    <a:pt x="17013" y="17672"/>
                    <a:pt x="17013" y="17672"/>
                  </a:cubicBezTo>
                  <a:cubicBezTo>
                    <a:pt x="17013" y="17605"/>
                    <a:pt x="17013" y="17605"/>
                    <a:pt x="17013" y="17605"/>
                  </a:cubicBezTo>
                  <a:cubicBezTo>
                    <a:pt x="17013" y="17537"/>
                    <a:pt x="17013" y="17537"/>
                    <a:pt x="17013" y="17537"/>
                  </a:cubicBezTo>
                  <a:cubicBezTo>
                    <a:pt x="16976" y="17537"/>
                    <a:pt x="16976" y="17537"/>
                    <a:pt x="16976" y="17537"/>
                  </a:cubicBezTo>
                  <a:cubicBezTo>
                    <a:pt x="16976" y="17469"/>
                    <a:pt x="16976" y="17469"/>
                    <a:pt x="16976" y="17469"/>
                  </a:cubicBezTo>
                  <a:cubicBezTo>
                    <a:pt x="16976" y="17469"/>
                    <a:pt x="16976" y="17469"/>
                    <a:pt x="16976" y="17469"/>
                  </a:cubicBezTo>
                  <a:cubicBezTo>
                    <a:pt x="16939" y="17401"/>
                    <a:pt x="16939" y="17401"/>
                    <a:pt x="16939" y="17401"/>
                  </a:cubicBezTo>
                  <a:cubicBezTo>
                    <a:pt x="16939" y="17401"/>
                    <a:pt x="16939" y="17401"/>
                    <a:pt x="16939" y="17401"/>
                  </a:cubicBezTo>
                  <a:cubicBezTo>
                    <a:pt x="16939" y="17334"/>
                    <a:pt x="16939" y="17334"/>
                    <a:pt x="16939" y="17334"/>
                  </a:cubicBezTo>
                  <a:cubicBezTo>
                    <a:pt x="16939" y="17334"/>
                    <a:pt x="16939" y="17334"/>
                    <a:pt x="16939" y="17334"/>
                  </a:cubicBezTo>
                  <a:cubicBezTo>
                    <a:pt x="16939" y="17266"/>
                    <a:pt x="16939" y="17266"/>
                    <a:pt x="16939" y="17266"/>
                  </a:cubicBezTo>
                  <a:cubicBezTo>
                    <a:pt x="16902" y="17266"/>
                    <a:pt x="16902" y="17266"/>
                    <a:pt x="16902" y="17266"/>
                  </a:cubicBezTo>
                  <a:cubicBezTo>
                    <a:pt x="16865" y="17266"/>
                    <a:pt x="16865" y="17266"/>
                    <a:pt x="16865" y="17266"/>
                  </a:cubicBezTo>
                  <a:cubicBezTo>
                    <a:pt x="16865" y="17266"/>
                    <a:pt x="16865" y="17266"/>
                    <a:pt x="16865" y="17266"/>
                  </a:cubicBezTo>
                  <a:cubicBezTo>
                    <a:pt x="16828" y="17266"/>
                    <a:pt x="16828" y="17266"/>
                    <a:pt x="16828" y="17266"/>
                  </a:cubicBezTo>
                  <a:cubicBezTo>
                    <a:pt x="16791" y="17266"/>
                    <a:pt x="16791" y="17266"/>
                    <a:pt x="16791" y="17266"/>
                  </a:cubicBezTo>
                  <a:cubicBezTo>
                    <a:pt x="16791" y="17266"/>
                    <a:pt x="16791" y="17266"/>
                    <a:pt x="16791" y="17266"/>
                  </a:cubicBezTo>
                  <a:cubicBezTo>
                    <a:pt x="16791" y="17334"/>
                    <a:pt x="16791" y="17334"/>
                    <a:pt x="16791" y="17334"/>
                  </a:cubicBezTo>
                  <a:cubicBezTo>
                    <a:pt x="16754" y="17334"/>
                    <a:pt x="16754" y="17334"/>
                    <a:pt x="16754" y="17334"/>
                  </a:cubicBezTo>
                  <a:cubicBezTo>
                    <a:pt x="16754" y="17334"/>
                    <a:pt x="16754" y="17334"/>
                    <a:pt x="16754" y="17334"/>
                  </a:cubicBezTo>
                  <a:cubicBezTo>
                    <a:pt x="16754" y="17401"/>
                    <a:pt x="16754" y="17401"/>
                    <a:pt x="16754" y="17401"/>
                  </a:cubicBezTo>
                  <a:cubicBezTo>
                    <a:pt x="16717" y="17401"/>
                    <a:pt x="16717" y="17401"/>
                    <a:pt x="16717" y="17401"/>
                  </a:cubicBezTo>
                  <a:cubicBezTo>
                    <a:pt x="16680" y="17401"/>
                    <a:pt x="16680" y="17401"/>
                    <a:pt x="16680" y="17401"/>
                  </a:cubicBezTo>
                  <a:cubicBezTo>
                    <a:pt x="16680" y="17469"/>
                    <a:pt x="16680" y="17469"/>
                    <a:pt x="16680" y="17469"/>
                  </a:cubicBezTo>
                  <a:cubicBezTo>
                    <a:pt x="16680" y="17469"/>
                    <a:pt x="16680" y="17469"/>
                    <a:pt x="16680" y="17469"/>
                  </a:cubicBezTo>
                  <a:cubicBezTo>
                    <a:pt x="16643" y="17537"/>
                    <a:pt x="16643" y="17537"/>
                    <a:pt x="16643" y="17537"/>
                  </a:cubicBezTo>
                  <a:cubicBezTo>
                    <a:pt x="16643" y="17537"/>
                    <a:pt x="16643" y="17537"/>
                    <a:pt x="16643" y="17537"/>
                  </a:cubicBezTo>
                  <a:cubicBezTo>
                    <a:pt x="16643" y="17605"/>
                    <a:pt x="16643" y="17605"/>
                    <a:pt x="16643" y="17605"/>
                  </a:cubicBezTo>
                  <a:cubicBezTo>
                    <a:pt x="16643" y="17605"/>
                    <a:pt x="16643" y="17605"/>
                    <a:pt x="16643" y="17605"/>
                  </a:cubicBezTo>
                  <a:cubicBezTo>
                    <a:pt x="16606" y="17605"/>
                    <a:pt x="16606" y="17605"/>
                    <a:pt x="16606" y="17605"/>
                  </a:cubicBezTo>
                  <a:cubicBezTo>
                    <a:pt x="16569" y="17672"/>
                    <a:pt x="16569" y="17672"/>
                    <a:pt x="16569" y="17672"/>
                  </a:cubicBezTo>
                  <a:cubicBezTo>
                    <a:pt x="16569" y="17672"/>
                    <a:pt x="16569" y="17672"/>
                    <a:pt x="16569" y="17672"/>
                  </a:cubicBezTo>
                  <a:cubicBezTo>
                    <a:pt x="16532" y="17672"/>
                    <a:pt x="16532" y="17672"/>
                    <a:pt x="16532" y="17672"/>
                  </a:cubicBezTo>
                  <a:cubicBezTo>
                    <a:pt x="16532" y="17672"/>
                    <a:pt x="16532" y="17672"/>
                    <a:pt x="16532" y="17672"/>
                  </a:cubicBezTo>
                  <a:cubicBezTo>
                    <a:pt x="16495" y="17672"/>
                    <a:pt x="16495" y="17672"/>
                    <a:pt x="16495" y="17672"/>
                  </a:cubicBezTo>
                  <a:cubicBezTo>
                    <a:pt x="16495" y="17672"/>
                    <a:pt x="16495" y="17672"/>
                    <a:pt x="16495" y="17672"/>
                  </a:cubicBezTo>
                  <a:cubicBezTo>
                    <a:pt x="16458" y="17605"/>
                    <a:pt x="16458" y="17605"/>
                    <a:pt x="16458" y="17605"/>
                  </a:cubicBezTo>
                  <a:cubicBezTo>
                    <a:pt x="16458" y="17605"/>
                    <a:pt x="16458" y="17605"/>
                    <a:pt x="16458" y="17605"/>
                  </a:cubicBezTo>
                  <a:cubicBezTo>
                    <a:pt x="16421" y="17672"/>
                    <a:pt x="16421" y="17672"/>
                    <a:pt x="16421" y="17672"/>
                  </a:cubicBezTo>
                  <a:cubicBezTo>
                    <a:pt x="16384" y="17672"/>
                    <a:pt x="16384" y="17672"/>
                    <a:pt x="16384" y="17672"/>
                  </a:cubicBezTo>
                  <a:cubicBezTo>
                    <a:pt x="16384" y="17605"/>
                    <a:pt x="16384" y="17605"/>
                    <a:pt x="16384" y="17605"/>
                  </a:cubicBezTo>
                  <a:cubicBezTo>
                    <a:pt x="16384" y="17605"/>
                    <a:pt x="16384" y="17605"/>
                    <a:pt x="16384" y="17605"/>
                  </a:cubicBezTo>
                  <a:cubicBezTo>
                    <a:pt x="16347" y="17537"/>
                    <a:pt x="16347" y="17537"/>
                    <a:pt x="16347" y="17537"/>
                  </a:cubicBezTo>
                  <a:cubicBezTo>
                    <a:pt x="16310" y="17469"/>
                    <a:pt x="16310" y="17469"/>
                    <a:pt x="16310" y="17469"/>
                  </a:cubicBezTo>
                  <a:cubicBezTo>
                    <a:pt x="16310" y="17469"/>
                    <a:pt x="16310" y="17469"/>
                    <a:pt x="16310" y="17469"/>
                  </a:cubicBezTo>
                  <a:cubicBezTo>
                    <a:pt x="16347" y="17469"/>
                    <a:pt x="16347" y="17469"/>
                    <a:pt x="16347" y="17469"/>
                  </a:cubicBezTo>
                  <a:cubicBezTo>
                    <a:pt x="16347" y="17401"/>
                    <a:pt x="16347" y="17401"/>
                    <a:pt x="16347" y="17401"/>
                  </a:cubicBezTo>
                  <a:cubicBezTo>
                    <a:pt x="16310" y="17334"/>
                    <a:pt x="16310" y="17334"/>
                    <a:pt x="16310" y="17334"/>
                  </a:cubicBezTo>
                  <a:cubicBezTo>
                    <a:pt x="16310" y="17266"/>
                    <a:pt x="16310" y="17266"/>
                    <a:pt x="16310" y="17266"/>
                  </a:cubicBezTo>
                  <a:cubicBezTo>
                    <a:pt x="16310" y="17266"/>
                    <a:pt x="16310" y="17266"/>
                    <a:pt x="16310" y="17266"/>
                  </a:cubicBezTo>
                  <a:cubicBezTo>
                    <a:pt x="16273" y="17266"/>
                    <a:pt x="16273" y="17266"/>
                    <a:pt x="16273" y="17266"/>
                  </a:cubicBezTo>
                  <a:cubicBezTo>
                    <a:pt x="16273" y="17198"/>
                    <a:pt x="16273" y="17198"/>
                    <a:pt x="16273" y="17198"/>
                  </a:cubicBezTo>
                  <a:cubicBezTo>
                    <a:pt x="16310" y="17198"/>
                    <a:pt x="16310" y="17198"/>
                    <a:pt x="16310" y="17198"/>
                  </a:cubicBezTo>
                  <a:cubicBezTo>
                    <a:pt x="16310" y="17131"/>
                    <a:pt x="16310" y="17131"/>
                    <a:pt x="16310" y="17131"/>
                  </a:cubicBezTo>
                  <a:cubicBezTo>
                    <a:pt x="16310" y="17131"/>
                    <a:pt x="16310" y="17131"/>
                    <a:pt x="16310" y="17131"/>
                  </a:cubicBezTo>
                  <a:cubicBezTo>
                    <a:pt x="16273" y="17131"/>
                    <a:pt x="16273" y="17131"/>
                    <a:pt x="16273" y="17131"/>
                  </a:cubicBezTo>
                  <a:cubicBezTo>
                    <a:pt x="16273" y="17198"/>
                    <a:pt x="16273" y="17198"/>
                    <a:pt x="16273" y="17198"/>
                  </a:cubicBezTo>
                  <a:cubicBezTo>
                    <a:pt x="16236" y="17198"/>
                    <a:pt x="16236" y="17198"/>
                    <a:pt x="16236" y="17198"/>
                  </a:cubicBezTo>
                  <a:cubicBezTo>
                    <a:pt x="16236" y="17198"/>
                    <a:pt x="16236" y="17198"/>
                    <a:pt x="16236" y="17198"/>
                  </a:cubicBezTo>
                  <a:cubicBezTo>
                    <a:pt x="16199" y="17198"/>
                    <a:pt x="16199" y="17198"/>
                    <a:pt x="16199" y="17198"/>
                  </a:cubicBezTo>
                  <a:cubicBezTo>
                    <a:pt x="16199" y="17131"/>
                    <a:pt x="16199" y="17131"/>
                    <a:pt x="16199" y="17131"/>
                  </a:cubicBezTo>
                  <a:cubicBezTo>
                    <a:pt x="16163" y="17131"/>
                    <a:pt x="16163" y="17131"/>
                    <a:pt x="16163" y="17131"/>
                  </a:cubicBezTo>
                  <a:cubicBezTo>
                    <a:pt x="16163" y="17131"/>
                    <a:pt x="16163" y="17131"/>
                    <a:pt x="16163" y="17131"/>
                  </a:cubicBezTo>
                  <a:cubicBezTo>
                    <a:pt x="16126" y="17131"/>
                    <a:pt x="16126" y="17131"/>
                    <a:pt x="16126" y="17131"/>
                  </a:cubicBezTo>
                  <a:cubicBezTo>
                    <a:pt x="16126" y="17063"/>
                    <a:pt x="16126" y="17063"/>
                    <a:pt x="16126" y="17063"/>
                  </a:cubicBezTo>
                  <a:cubicBezTo>
                    <a:pt x="16126" y="17063"/>
                    <a:pt x="16126" y="17063"/>
                    <a:pt x="16126" y="17063"/>
                  </a:cubicBezTo>
                  <a:cubicBezTo>
                    <a:pt x="16089" y="17063"/>
                    <a:pt x="16089" y="17063"/>
                    <a:pt x="16089" y="17063"/>
                  </a:cubicBezTo>
                  <a:cubicBezTo>
                    <a:pt x="16089" y="17063"/>
                    <a:pt x="16089" y="17063"/>
                    <a:pt x="16089" y="17063"/>
                  </a:cubicBezTo>
                  <a:cubicBezTo>
                    <a:pt x="16089" y="16995"/>
                    <a:pt x="16089" y="16995"/>
                    <a:pt x="16089" y="16995"/>
                  </a:cubicBezTo>
                  <a:cubicBezTo>
                    <a:pt x="16052" y="16995"/>
                    <a:pt x="16052" y="16995"/>
                    <a:pt x="16052" y="16995"/>
                  </a:cubicBezTo>
                  <a:cubicBezTo>
                    <a:pt x="16052" y="16995"/>
                    <a:pt x="16052" y="16995"/>
                    <a:pt x="16052" y="16995"/>
                  </a:cubicBezTo>
                  <a:cubicBezTo>
                    <a:pt x="16052" y="16927"/>
                    <a:pt x="16052" y="16927"/>
                    <a:pt x="16052" y="16927"/>
                  </a:cubicBezTo>
                  <a:cubicBezTo>
                    <a:pt x="16015" y="16927"/>
                    <a:pt x="16015" y="16927"/>
                    <a:pt x="16015" y="16927"/>
                  </a:cubicBezTo>
                  <a:cubicBezTo>
                    <a:pt x="16015" y="16927"/>
                    <a:pt x="16015" y="16927"/>
                    <a:pt x="16015" y="16927"/>
                  </a:cubicBezTo>
                  <a:cubicBezTo>
                    <a:pt x="16015" y="16995"/>
                    <a:pt x="16015" y="16995"/>
                    <a:pt x="16015" y="16995"/>
                  </a:cubicBezTo>
                  <a:cubicBezTo>
                    <a:pt x="15978" y="16927"/>
                    <a:pt x="15978" y="16927"/>
                    <a:pt x="15978" y="16927"/>
                  </a:cubicBezTo>
                  <a:cubicBezTo>
                    <a:pt x="15978" y="16995"/>
                    <a:pt x="15978" y="16995"/>
                    <a:pt x="15978" y="16995"/>
                  </a:cubicBezTo>
                  <a:cubicBezTo>
                    <a:pt x="15978" y="16995"/>
                    <a:pt x="15978" y="16995"/>
                    <a:pt x="15978" y="16995"/>
                  </a:cubicBezTo>
                  <a:cubicBezTo>
                    <a:pt x="15941" y="16995"/>
                    <a:pt x="15941" y="16995"/>
                    <a:pt x="15941" y="16995"/>
                  </a:cubicBezTo>
                  <a:cubicBezTo>
                    <a:pt x="15941" y="16927"/>
                    <a:pt x="15941" y="16927"/>
                    <a:pt x="15941" y="16927"/>
                  </a:cubicBezTo>
                  <a:cubicBezTo>
                    <a:pt x="15904" y="16927"/>
                    <a:pt x="15904" y="16927"/>
                    <a:pt x="15904" y="16927"/>
                  </a:cubicBezTo>
                  <a:cubicBezTo>
                    <a:pt x="15867" y="16927"/>
                    <a:pt x="15867" y="16927"/>
                    <a:pt x="15867" y="16927"/>
                  </a:cubicBezTo>
                  <a:cubicBezTo>
                    <a:pt x="15867" y="16927"/>
                    <a:pt x="15867" y="16927"/>
                    <a:pt x="15867" y="16927"/>
                  </a:cubicBezTo>
                  <a:cubicBezTo>
                    <a:pt x="15867" y="16860"/>
                    <a:pt x="15867" y="16860"/>
                    <a:pt x="15867" y="16860"/>
                  </a:cubicBezTo>
                  <a:cubicBezTo>
                    <a:pt x="15867" y="16860"/>
                    <a:pt x="15867" y="16860"/>
                    <a:pt x="15867" y="16860"/>
                  </a:cubicBezTo>
                  <a:cubicBezTo>
                    <a:pt x="15867" y="16860"/>
                    <a:pt x="15867" y="16860"/>
                    <a:pt x="15867" y="16860"/>
                  </a:cubicBezTo>
                  <a:cubicBezTo>
                    <a:pt x="15830" y="16927"/>
                    <a:pt x="15830" y="16927"/>
                    <a:pt x="15830" y="16927"/>
                  </a:cubicBezTo>
                  <a:cubicBezTo>
                    <a:pt x="15793" y="16860"/>
                    <a:pt x="15793" y="16860"/>
                    <a:pt x="15793" y="16860"/>
                  </a:cubicBezTo>
                  <a:cubicBezTo>
                    <a:pt x="15793" y="16927"/>
                    <a:pt x="15793" y="16927"/>
                    <a:pt x="15793" y="16927"/>
                  </a:cubicBezTo>
                  <a:cubicBezTo>
                    <a:pt x="15793" y="16860"/>
                    <a:pt x="15793" y="16860"/>
                    <a:pt x="15793" y="16860"/>
                  </a:cubicBezTo>
                  <a:cubicBezTo>
                    <a:pt x="15756" y="16927"/>
                    <a:pt x="15756" y="16927"/>
                    <a:pt x="15756" y="16927"/>
                  </a:cubicBezTo>
                  <a:cubicBezTo>
                    <a:pt x="15756" y="16860"/>
                    <a:pt x="15756" y="16860"/>
                    <a:pt x="15756" y="16860"/>
                  </a:cubicBezTo>
                  <a:cubicBezTo>
                    <a:pt x="15719" y="16860"/>
                    <a:pt x="15719" y="16860"/>
                    <a:pt x="15719" y="16860"/>
                  </a:cubicBezTo>
                  <a:cubicBezTo>
                    <a:pt x="15719" y="16860"/>
                    <a:pt x="15719" y="16860"/>
                    <a:pt x="15719" y="16860"/>
                  </a:cubicBezTo>
                  <a:cubicBezTo>
                    <a:pt x="15682" y="16792"/>
                    <a:pt x="15682" y="16792"/>
                    <a:pt x="15682" y="16792"/>
                  </a:cubicBezTo>
                  <a:cubicBezTo>
                    <a:pt x="15645" y="16724"/>
                    <a:pt x="15645" y="16724"/>
                    <a:pt x="15645" y="16724"/>
                  </a:cubicBezTo>
                  <a:cubicBezTo>
                    <a:pt x="15645" y="16657"/>
                    <a:pt x="15645" y="16657"/>
                    <a:pt x="15645" y="16657"/>
                  </a:cubicBezTo>
                  <a:cubicBezTo>
                    <a:pt x="15645" y="16657"/>
                    <a:pt x="15645" y="16657"/>
                    <a:pt x="15645" y="16657"/>
                  </a:cubicBezTo>
                  <a:cubicBezTo>
                    <a:pt x="15608" y="16657"/>
                    <a:pt x="15608" y="16657"/>
                    <a:pt x="15608" y="16657"/>
                  </a:cubicBezTo>
                  <a:cubicBezTo>
                    <a:pt x="15608" y="16589"/>
                    <a:pt x="15608" y="16589"/>
                    <a:pt x="15608" y="16589"/>
                  </a:cubicBezTo>
                  <a:cubicBezTo>
                    <a:pt x="15608" y="16589"/>
                    <a:pt x="15608" y="16589"/>
                    <a:pt x="15608" y="16589"/>
                  </a:cubicBezTo>
                  <a:cubicBezTo>
                    <a:pt x="15608" y="16521"/>
                    <a:pt x="15608" y="16521"/>
                    <a:pt x="15608" y="16521"/>
                  </a:cubicBezTo>
                  <a:cubicBezTo>
                    <a:pt x="15571" y="16521"/>
                    <a:pt x="15571" y="16521"/>
                    <a:pt x="15571" y="16521"/>
                  </a:cubicBezTo>
                  <a:cubicBezTo>
                    <a:pt x="15571" y="16453"/>
                    <a:pt x="15571" y="16453"/>
                    <a:pt x="15571" y="16453"/>
                  </a:cubicBezTo>
                  <a:cubicBezTo>
                    <a:pt x="15534" y="16386"/>
                    <a:pt x="15534" y="16386"/>
                    <a:pt x="15534" y="16386"/>
                  </a:cubicBezTo>
                  <a:cubicBezTo>
                    <a:pt x="15497" y="16318"/>
                    <a:pt x="15497" y="16318"/>
                    <a:pt x="15497" y="16318"/>
                  </a:cubicBezTo>
                  <a:cubicBezTo>
                    <a:pt x="15497" y="16250"/>
                    <a:pt x="15497" y="16250"/>
                    <a:pt x="15497" y="16250"/>
                  </a:cubicBezTo>
                  <a:cubicBezTo>
                    <a:pt x="15460" y="16250"/>
                    <a:pt x="15460" y="16250"/>
                    <a:pt x="15460" y="16250"/>
                  </a:cubicBezTo>
                  <a:cubicBezTo>
                    <a:pt x="15460" y="16250"/>
                    <a:pt x="15460" y="16250"/>
                    <a:pt x="15460" y="16250"/>
                  </a:cubicBezTo>
                  <a:cubicBezTo>
                    <a:pt x="15423" y="16250"/>
                    <a:pt x="15423" y="16250"/>
                    <a:pt x="15423" y="16250"/>
                  </a:cubicBezTo>
                  <a:cubicBezTo>
                    <a:pt x="15460" y="16183"/>
                    <a:pt x="15460" y="16183"/>
                    <a:pt x="15460" y="16183"/>
                  </a:cubicBezTo>
                  <a:cubicBezTo>
                    <a:pt x="15460" y="16183"/>
                    <a:pt x="15460" y="16183"/>
                    <a:pt x="15460" y="16183"/>
                  </a:cubicBezTo>
                  <a:cubicBezTo>
                    <a:pt x="15423" y="16183"/>
                    <a:pt x="15423" y="16183"/>
                    <a:pt x="15423" y="16183"/>
                  </a:cubicBezTo>
                  <a:cubicBezTo>
                    <a:pt x="15423" y="16115"/>
                    <a:pt x="15423" y="16115"/>
                    <a:pt x="15423" y="16115"/>
                  </a:cubicBezTo>
                  <a:cubicBezTo>
                    <a:pt x="15386" y="16115"/>
                    <a:pt x="15386" y="16115"/>
                    <a:pt x="15386" y="16115"/>
                  </a:cubicBezTo>
                  <a:cubicBezTo>
                    <a:pt x="15386" y="16047"/>
                    <a:pt x="15386" y="16047"/>
                    <a:pt x="15386" y="16047"/>
                  </a:cubicBezTo>
                  <a:cubicBezTo>
                    <a:pt x="15386" y="16047"/>
                    <a:pt x="15386" y="16047"/>
                    <a:pt x="15386" y="16047"/>
                  </a:cubicBezTo>
                  <a:cubicBezTo>
                    <a:pt x="15349" y="15979"/>
                    <a:pt x="15349" y="15979"/>
                    <a:pt x="15349" y="15979"/>
                  </a:cubicBezTo>
                  <a:cubicBezTo>
                    <a:pt x="15312" y="15912"/>
                    <a:pt x="15312" y="15912"/>
                    <a:pt x="15312" y="15912"/>
                  </a:cubicBezTo>
                  <a:cubicBezTo>
                    <a:pt x="15312" y="15912"/>
                    <a:pt x="15312" y="15912"/>
                    <a:pt x="15312" y="15912"/>
                  </a:cubicBezTo>
                  <a:cubicBezTo>
                    <a:pt x="15312" y="15844"/>
                    <a:pt x="15312" y="15844"/>
                    <a:pt x="15312" y="15844"/>
                  </a:cubicBezTo>
                  <a:cubicBezTo>
                    <a:pt x="15312" y="15844"/>
                    <a:pt x="15312" y="15844"/>
                    <a:pt x="15312" y="15844"/>
                  </a:cubicBezTo>
                  <a:cubicBezTo>
                    <a:pt x="15275" y="15844"/>
                    <a:pt x="15275" y="15844"/>
                    <a:pt x="15275" y="15844"/>
                  </a:cubicBezTo>
                  <a:cubicBezTo>
                    <a:pt x="15275" y="15844"/>
                    <a:pt x="15275" y="15844"/>
                    <a:pt x="15275" y="15844"/>
                  </a:cubicBezTo>
                  <a:cubicBezTo>
                    <a:pt x="15275" y="15776"/>
                    <a:pt x="15275" y="15776"/>
                    <a:pt x="15275" y="15776"/>
                  </a:cubicBezTo>
                  <a:cubicBezTo>
                    <a:pt x="15275" y="15776"/>
                    <a:pt x="15275" y="15776"/>
                    <a:pt x="15275" y="15776"/>
                  </a:cubicBezTo>
                  <a:cubicBezTo>
                    <a:pt x="15275" y="15709"/>
                    <a:pt x="15275" y="15709"/>
                    <a:pt x="15275" y="15709"/>
                  </a:cubicBezTo>
                  <a:cubicBezTo>
                    <a:pt x="15238" y="15709"/>
                    <a:pt x="15238" y="15709"/>
                    <a:pt x="15238" y="15709"/>
                  </a:cubicBezTo>
                  <a:cubicBezTo>
                    <a:pt x="15238" y="15641"/>
                    <a:pt x="15238" y="15641"/>
                    <a:pt x="15238" y="15641"/>
                  </a:cubicBezTo>
                  <a:cubicBezTo>
                    <a:pt x="15238" y="15641"/>
                    <a:pt x="15238" y="15641"/>
                    <a:pt x="15238" y="15641"/>
                  </a:cubicBezTo>
                  <a:cubicBezTo>
                    <a:pt x="15238" y="15641"/>
                    <a:pt x="15238" y="15641"/>
                    <a:pt x="15238" y="15641"/>
                  </a:cubicBezTo>
                  <a:cubicBezTo>
                    <a:pt x="15201" y="15641"/>
                    <a:pt x="15201" y="15641"/>
                    <a:pt x="15201" y="15641"/>
                  </a:cubicBezTo>
                  <a:cubicBezTo>
                    <a:pt x="15164" y="15641"/>
                    <a:pt x="15164" y="15641"/>
                    <a:pt x="15164" y="15641"/>
                  </a:cubicBezTo>
                  <a:cubicBezTo>
                    <a:pt x="15164" y="15573"/>
                    <a:pt x="15164" y="15573"/>
                    <a:pt x="15164" y="15573"/>
                  </a:cubicBezTo>
                  <a:cubicBezTo>
                    <a:pt x="15164" y="15573"/>
                    <a:pt x="15164" y="15573"/>
                    <a:pt x="15164" y="15573"/>
                  </a:cubicBezTo>
                  <a:cubicBezTo>
                    <a:pt x="15164" y="15573"/>
                    <a:pt x="15164" y="15573"/>
                    <a:pt x="15164" y="15573"/>
                  </a:cubicBezTo>
                  <a:cubicBezTo>
                    <a:pt x="15164" y="15505"/>
                    <a:pt x="15164" y="15505"/>
                    <a:pt x="15164" y="15505"/>
                  </a:cubicBezTo>
                  <a:cubicBezTo>
                    <a:pt x="15127" y="15573"/>
                    <a:pt x="15127" y="15573"/>
                    <a:pt x="15127" y="15573"/>
                  </a:cubicBezTo>
                  <a:cubicBezTo>
                    <a:pt x="15127" y="15505"/>
                    <a:pt x="15127" y="15505"/>
                    <a:pt x="15127" y="15505"/>
                  </a:cubicBezTo>
                  <a:cubicBezTo>
                    <a:pt x="15127" y="15505"/>
                    <a:pt x="15127" y="15505"/>
                    <a:pt x="15127" y="15505"/>
                  </a:cubicBezTo>
                  <a:cubicBezTo>
                    <a:pt x="15090" y="15505"/>
                    <a:pt x="15090" y="15505"/>
                    <a:pt x="15090" y="15505"/>
                  </a:cubicBezTo>
                  <a:cubicBezTo>
                    <a:pt x="15127" y="15505"/>
                    <a:pt x="15127" y="15505"/>
                    <a:pt x="15127" y="15505"/>
                  </a:cubicBezTo>
                  <a:cubicBezTo>
                    <a:pt x="15090" y="15438"/>
                    <a:pt x="15090" y="15438"/>
                    <a:pt x="15090" y="15438"/>
                  </a:cubicBezTo>
                  <a:cubicBezTo>
                    <a:pt x="15090" y="15438"/>
                    <a:pt x="15090" y="15438"/>
                    <a:pt x="15090" y="15438"/>
                  </a:cubicBezTo>
                  <a:cubicBezTo>
                    <a:pt x="15053" y="15438"/>
                    <a:pt x="15053" y="15438"/>
                    <a:pt x="15053" y="15438"/>
                  </a:cubicBezTo>
                  <a:cubicBezTo>
                    <a:pt x="15053" y="15438"/>
                    <a:pt x="15053" y="15438"/>
                    <a:pt x="15053" y="15438"/>
                  </a:cubicBezTo>
                  <a:cubicBezTo>
                    <a:pt x="15016" y="15438"/>
                    <a:pt x="15016" y="15438"/>
                    <a:pt x="15016" y="15438"/>
                  </a:cubicBezTo>
                  <a:cubicBezTo>
                    <a:pt x="15016" y="15438"/>
                    <a:pt x="15016" y="15438"/>
                    <a:pt x="15016" y="15438"/>
                  </a:cubicBezTo>
                  <a:cubicBezTo>
                    <a:pt x="14979" y="15438"/>
                    <a:pt x="14979" y="15438"/>
                    <a:pt x="14979" y="15438"/>
                  </a:cubicBezTo>
                  <a:cubicBezTo>
                    <a:pt x="14979" y="15438"/>
                    <a:pt x="14979" y="15438"/>
                    <a:pt x="14979" y="15438"/>
                  </a:cubicBezTo>
                  <a:cubicBezTo>
                    <a:pt x="14979" y="15438"/>
                    <a:pt x="14979" y="15438"/>
                    <a:pt x="14979" y="15438"/>
                  </a:cubicBezTo>
                  <a:cubicBezTo>
                    <a:pt x="14979" y="15505"/>
                    <a:pt x="14979" y="15505"/>
                    <a:pt x="14979" y="15505"/>
                  </a:cubicBezTo>
                  <a:cubicBezTo>
                    <a:pt x="14942" y="15438"/>
                    <a:pt x="14942" y="15438"/>
                    <a:pt x="14942" y="15438"/>
                  </a:cubicBezTo>
                  <a:cubicBezTo>
                    <a:pt x="14942" y="15438"/>
                    <a:pt x="14942" y="15438"/>
                    <a:pt x="14942" y="15438"/>
                  </a:cubicBezTo>
                  <a:cubicBezTo>
                    <a:pt x="14905" y="15438"/>
                    <a:pt x="14905" y="15438"/>
                    <a:pt x="14905" y="15438"/>
                  </a:cubicBezTo>
                  <a:cubicBezTo>
                    <a:pt x="14868" y="15438"/>
                    <a:pt x="14868" y="15438"/>
                    <a:pt x="14868" y="15438"/>
                  </a:cubicBezTo>
                  <a:cubicBezTo>
                    <a:pt x="14868" y="15438"/>
                    <a:pt x="14868" y="15438"/>
                    <a:pt x="14868" y="15438"/>
                  </a:cubicBezTo>
                  <a:cubicBezTo>
                    <a:pt x="14831" y="15370"/>
                    <a:pt x="14831" y="15370"/>
                    <a:pt x="14831" y="15370"/>
                  </a:cubicBezTo>
                  <a:cubicBezTo>
                    <a:pt x="14794" y="15370"/>
                    <a:pt x="14794" y="15370"/>
                    <a:pt x="14794" y="15370"/>
                  </a:cubicBezTo>
                  <a:cubicBezTo>
                    <a:pt x="14757" y="15370"/>
                    <a:pt x="14757" y="15370"/>
                    <a:pt x="14757" y="15370"/>
                  </a:cubicBezTo>
                  <a:cubicBezTo>
                    <a:pt x="14757" y="15370"/>
                    <a:pt x="14757" y="15370"/>
                    <a:pt x="14757" y="15370"/>
                  </a:cubicBezTo>
                  <a:cubicBezTo>
                    <a:pt x="14720" y="15370"/>
                    <a:pt x="14720" y="15370"/>
                    <a:pt x="14720" y="15370"/>
                  </a:cubicBezTo>
                  <a:cubicBezTo>
                    <a:pt x="14720" y="15370"/>
                    <a:pt x="14720" y="15370"/>
                    <a:pt x="14720" y="15370"/>
                  </a:cubicBezTo>
                  <a:cubicBezTo>
                    <a:pt x="14683" y="15370"/>
                    <a:pt x="14683" y="15370"/>
                    <a:pt x="14683" y="15370"/>
                  </a:cubicBezTo>
                  <a:cubicBezTo>
                    <a:pt x="14646" y="15370"/>
                    <a:pt x="14646" y="15370"/>
                    <a:pt x="14646" y="15370"/>
                  </a:cubicBezTo>
                  <a:cubicBezTo>
                    <a:pt x="14646" y="15370"/>
                    <a:pt x="14646" y="15370"/>
                    <a:pt x="14646" y="15370"/>
                  </a:cubicBezTo>
                  <a:cubicBezTo>
                    <a:pt x="14646" y="15438"/>
                    <a:pt x="14646" y="15438"/>
                    <a:pt x="14646" y="15438"/>
                  </a:cubicBezTo>
                  <a:cubicBezTo>
                    <a:pt x="14609" y="15438"/>
                    <a:pt x="14609" y="15438"/>
                    <a:pt x="14609" y="15438"/>
                  </a:cubicBezTo>
                  <a:cubicBezTo>
                    <a:pt x="14572" y="15438"/>
                    <a:pt x="14572" y="15438"/>
                    <a:pt x="14572" y="15438"/>
                  </a:cubicBezTo>
                  <a:cubicBezTo>
                    <a:pt x="14535" y="15438"/>
                    <a:pt x="14535" y="15438"/>
                    <a:pt x="14535" y="15438"/>
                  </a:cubicBezTo>
                  <a:cubicBezTo>
                    <a:pt x="14535" y="15438"/>
                    <a:pt x="14535" y="15438"/>
                    <a:pt x="14535" y="15438"/>
                  </a:cubicBezTo>
                  <a:cubicBezTo>
                    <a:pt x="14498" y="15438"/>
                    <a:pt x="14498" y="15438"/>
                    <a:pt x="14498" y="15438"/>
                  </a:cubicBezTo>
                  <a:cubicBezTo>
                    <a:pt x="14498" y="15505"/>
                    <a:pt x="14498" y="15505"/>
                    <a:pt x="14498" y="15505"/>
                  </a:cubicBezTo>
                  <a:cubicBezTo>
                    <a:pt x="14461" y="15505"/>
                    <a:pt x="14461" y="15505"/>
                    <a:pt x="14461" y="15505"/>
                  </a:cubicBezTo>
                  <a:cubicBezTo>
                    <a:pt x="14424" y="15505"/>
                    <a:pt x="14424" y="15505"/>
                    <a:pt x="14424" y="15505"/>
                  </a:cubicBezTo>
                  <a:cubicBezTo>
                    <a:pt x="14424" y="15505"/>
                    <a:pt x="14424" y="15505"/>
                    <a:pt x="14424" y="15505"/>
                  </a:cubicBezTo>
                  <a:cubicBezTo>
                    <a:pt x="14424" y="15505"/>
                    <a:pt x="14424" y="15505"/>
                    <a:pt x="14424" y="15505"/>
                  </a:cubicBezTo>
                  <a:cubicBezTo>
                    <a:pt x="14387" y="15505"/>
                    <a:pt x="14387" y="15505"/>
                    <a:pt x="14387" y="15505"/>
                  </a:cubicBezTo>
                  <a:cubicBezTo>
                    <a:pt x="14350" y="15573"/>
                    <a:pt x="14350" y="15573"/>
                    <a:pt x="14350" y="15573"/>
                  </a:cubicBezTo>
                  <a:cubicBezTo>
                    <a:pt x="14313" y="15573"/>
                    <a:pt x="14313" y="15573"/>
                    <a:pt x="14313" y="15573"/>
                  </a:cubicBezTo>
                  <a:cubicBezTo>
                    <a:pt x="14313" y="15573"/>
                    <a:pt x="14313" y="15573"/>
                    <a:pt x="14313" y="15573"/>
                  </a:cubicBezTo>
                  <a:cubicBezTo>
                    <a:pt x="14313" y="15641"/>
                    <a:pt x="14313" y="15641"/>
                    <a:pt x="14313" y="15641"/>
                  </a:cubicBezTo>
                  <a:cubicBezTo>
                    <a:pt x="14276" y="15709"/>
                    <a:pt x="14276" y="15709"/>
                    <a:pt x="14276" y="15709"/>
                  </a:cubicBezTo>
                  <a:cubicBezTo>
                    <a:pt x="14276" y="15709"/>
                    <a:pt x="14276" y="15709"/>
                    <a:pt x="14276" y="15709"/>
                  </a:cubicBezTo>
                  <a:cubicBezTo>
                    <a:pt x="14276" y="15776"/>
                    <a:pt x="14276" y="15776"/>
                    <a:pt x="14276" y="15776"/>
                  </a:cubicBezTo>
                  <a:cubicBezTo>
                    <a:pt x="14276" y="15776"/>
                    <a:pt x="14276" y="15776"/>
                    <a:pt x="14276" y="15776"/>
                  </a:cubicBezTo>
                  <a:cubicBezTo>
                    <a:pt x="14276" y="15844"/>
                    <a:pt x="14276" y="15844"/>
                    <a:pt x="14276" y="15844"/>
                  </a:cubicBezTo>
                  <a:cubicBezTo>
                    <a:pt x="14276" y="15844"/>
                    <a:pt x="14276" y="15844"/>
                    <a:pt x="14276" y="15844"/>
                  </a:cubicBezTo>
                  <a:cubicBezTo>
                    <a:pt x="14313" y="15844"/>
                    <a:pt x="14313" y="15844"/>
                    <a:pt x="14313" y="15844"/>
                  </a:cubicBezTo>
                  <a:cubicBezTo>
                    <a:pt x="14350" y="15844"/>
                    <a:pt x="14350" y="15844"/>
                    <a:pt x="14350" y="15844"/>
                  </a:cubicBezTo>
                  <a:cubicBezTo>
                    <a:pt x="14350" y="15844"/>
                    <a:pt x="14350" y="15844"/>
                    <a:pt x="14350" y="15844"/>
                  </a:cubicBezTo>
                  <a:cubicBezTo>
                    <a:pt x="14387" y="15844"/>
                    <a:pt x="14387" y="15844"/>
                    <a:pt x="14387" y="15844"/>
                  </a:cubicBezTo>
                  <a:cubicBezTo>
                    <a:pt x="14387" y="15912"/>
                    <a:pt x="14387" y="15912"/>
                    <a:pt x="14387" y="15912"/>
                  </a:cubicBezTo>
                  <a:cubicBezTo>
                    <a:pt x="14424" y="15912"/>
                    <a:pt x="14424" y="15912"/>
                    <a:pt x="14424" y="15912"/>
                  </a:cubicBezTo>
                  <a:cubicBezTo>
                    <a:pt x="14424" y="15979"/>
                    <a:pt x="14424" y="15979"/>
                    <a:pt x="14424" y="15979"/>
                  </a:cubicBezTo>
                  <a:cubicBezTo>
                    <a:pt x="14424" y="15979"/>
                    <a:pt x="14424" y="15979"/>
                    <a:pt x="14424" y="15979"/>
                  </a:cubicBezTo>
                  <a:cubicBezTo>
                    <a:pt x="14461" y="16047"/>
                    <a:pt x="14461" y="16047"/>
                    <a:pt x="14461" y="16047"/>
                  </a:cubicBezTo>
                  <a:cubicBezTo>
                    <a:pt x="14424" y="16115"/>
                    <a:pt x="14424" y="16115"/>
                    <a:pt x="14424" y="16115"/>
                  </a:cubicBezTo>
                  <a:cubicBezTo>
                    <a:pt x="14424" y="16115"/>
                    <a:pt x="14424" y="16115"/>
                    <a:pt x="14424" y="16115"/>
                  </a:cubicBezTo>
                  <a:cubicBezTo>
                    <a:pt x="14387" y="16183"/>
                    <a:pt x="14387" y="16183"/>
                    <a:pt x="14387" y="16183"/>
                  </a:cubicBezTo>
                  <a:cubicBezTo>
                    <a:pt x="14387" y="16250"/>
                    <a:pt x="14387" y="16250"/>
                    <a:pt x="14387" y="16250"/>
                  </a:cubicBezTo>
                  <a:cubicBezTo>
                    <a:pt x="14387" y="16250"/>
                    <a:pt x="14387" y="16250"/>
                    <a:pt x="14387" y="16250"/>
                  </a:cubicBezTo>
                  <a:cubicBezTo>
                    <a:pt x="14350" y="16318"/>
                    <a:pt x="14350" y="16318"/>
                    <a:pt x="14350" y="16318"/>
                  </a:cubicBezTo>
                  <a:cubicBezTo>
                    <a:pt x="14350" y="16386"/>
                    <a:pt x="14350" y="16386"/>
                    <a:pt x="14350" y="16386"/>
                  </a:cubicBezTo>
                  <a:cubicBezTo>
                    <a:pt x="14350" y="16386"/>
                    <a:pt x="14350" y="16386"/>
                    <a:pt x="14350" y="16386"/>
                  </a:cubicBezTo>
                  <a:cubicBezTo>
                    <a:pt x="14350" y="16453"/>
                    <a:pt x="14350" y="16453"/>
                    <a:pt x="14350" y="16453"/>
                  </a:cubicBezTo>
                  <a:cubicBezTo>
                    <a:pt x="14350" y="16521"/>
                    <a:pt x="14350" y="16521"/>
                    <a:pt x="14350" y="16521"/>
                  </a:cubicBezTo>
                  <a:cubicBezTo>
                    <a:pt x="14387" y="16521"/>
                    <a:pt x="14387" y="16521"/>
                    <a:pt x="14387" y="16521"/>
                  </a:cubicBezTo>
                  <a:cubicBezTo>
                    <a:pt x="14387" y="16589"/>
                    <a:pt x="14387" y="16589"/>
                    <a:pt x="14387" y="16589"/>
                  </a:cubicBezTo>
                  <a:cubicBezTo>
                    <a:pt x="14350" y="16589"/>
                    <a:pt x="14350" y="16589"/>
                    <a:pt x="14350" y="16589"/>
                  </a:cubicBezTo>
                  <a:cubicBezTo>
                    <a:pt x="14350" y="16657"/>
                    <a:pt x="14350" y="16657"/>
                    <a:pt x="14350" y="16657"/>
                  </a:cubicBezTo>
                  <a:cubicBezTo>
                    <a:pt x="14387" y="16657"/>
                    <a:pt x="14387" y="16657"/>
                    <a:pt x="14387" y="16657"/>
                  </a:cubicBezTo>
                  <a:cubicBezTo>
                    <a:pt x="14387" y="16792"/>
                    <a:pt x="14387" y="16792"/>
                    <a:pt x="14387" y="16792"/>
                  </a:cubicBezTo>
                  <a:cubicBezTo>
                    <a:pt x="14350" y="16792"/>
                    <a:pt x="14350" y="16792"/>
                    <a:pt x="14350" y="16792"/>
                  </a:cubicBezTo>
                  <a:cubicBezTo>
                    <a:pt x="14350" y="16860"/>
                    <a:pt x="14350" y="16860"/>
                    <a:pt x="14350" y="16860"/>
                  </a:cubicBezTo>
                  <a:cubicBezTo>
                    <a:pt x="14387" y="16860"/>
                    <a:pt x="14387" y="16860"/>
                    <a:pt x="14387" y="16860"/>
                  </a:cubicBezTo>
                  <a:cubicBezTo>
                    <a:pt x="14387" y="16860"/>
                    <a:pt x="14387" y="16860"/>
                    <a:pt x="14387" y="16860"/>
                  </a:cubicBezTo>
                  <a:cubicBezTo>
                    <a:pt x="14387" y="16860"/>
                    <a:pt x="14387" y="16860"/>
                    <a:pt x="14387" y="16860"/>
                  </a:cubicBezTo>
                  <a:cubicBezTo>
                    <a:pt x="14424" y="16860"/>
                    <a:pt x="14424" y="16860"/>
                    <a:pt x="14424" y="16860"/>
                  </a:cubicBezTo>
                  <a:cubicBezTo>
                    <a:pt x="14424" y="16927"/>
                    <a:pt x="14424" y="16927"/>
                    <a:pt x="14424" y="16927"/>
                  </a:cubicBezTo>
                  <a:cubicBezTo>
                    <a:pt x="14424" y="16995"/>
                    <a:pt x="14424" y="16995"/>
                    <a:pt x="14424" y="16995"/>
                  </a:cubicBezTo>
                  <a:cubicBezTo>
                    <a:pt x="14387" y="17063"/>
                    <a:pt x="14387" y="17063"/>
                    <a:pt x="14387" y="17063"/>
                  </a:cubicBezTo>
                  <a:cubicBezTo>
                    <a:pt x="14313" y="17063"/>
                    <a:pt x="14313" y="17063"/>
                    <a:pt x="14313" y="17063"/>
                  </a:cubicBezTo>
                  <a:cubicBezTo>
                    <a:pt x="14276" y="17063"/>
                    <a:pt x="14276" y="17063"/>
                    <a:pt x="14276" y="17063"/>
                  </a:cubicBezTo>
                  <a:cubicBezTo>
                    <a:pt x="14202" y="17198"/>
                    <a:pt x="14202" y="17198"/>
                    <a:pt x="14202" y="17198"/>
                  </a:cubicBezTo>
                  <a:cubicBezTo>
                    <a:pt x="14202" y="17198"/>
                    <a:pt x="14202" y="17198"/>
                    <a:pt x="14202" y="17198"/>
                  </a:cubicBezTo>
                  <a:cubicBezTo>
                    <a:pt x="14165" y="17198"/>
                    <a:pt x="14165" y="17198"/>
                    <a:pt x="14165" y="17198"/>
                  </a:cubicBezTo>
                  <a:cubicBezTo>
                    <a:pt x="14128" y="17198"/>
                    <a:pt x="14128" y="17198"/>
                    <a:pt x="14128" y="17198"/>
                  </a:cubicBezTo>
                  <a:cubicBezTo>
                    <a:pt x="14091" y="17198"/>
                    <a:pt x="14091" y="17198"/>
                    <a:pt x="14091" y="17198"/>
                  </a:cubicBezTo>
                  <a:cubicBezTo>
                    <a:pt x="14091" y="17198"/>
                    <a:pt x="14091" y="17198"/>
                    <a:pt x="14091" y="17198"/>
                  </a:cubicBezTo>
                  <a:cubicBezTo>
                    <a:pt x="14054" y="17131"/>
                    <a:pt x="14054" y="17131"/>
                    <a:pt x="14054" y="17131"/>
                  </a:cubicBezTo>
                  <a:cubicBezTo>
                    <a:pt x="14054" y="17198"/>
                    <a:pt x="14054" y="17198"/>
                    <a:pt x="14054" y="17198"/>
                  </a:cubicBezTo>
                  <a:cubicBezTo>
                    <a:pt x="14017" y="17131"/>
                    <a:pt x="14017" y="17131"/>
                    <a:pt x="14017" y="17131"/>
                  </a:cubicBezTo>
                  <a:cubicBezTo>
                    <a:pt x="13980" y="17131"/>
                    <a:pt x="13980" y="17131"/>
                    <a:pt x="13980" y="17131"/>
                  </a:cubicBezTo>
                  <a:cubicBezTo>
                    <a:pt x="13906" y="17131"/>
                    <a:pt x="13906" y="17131"/>
                    <a:pt x="13906" y="17131"/>
                  </a:cubicBezTo>
                  <a:cubicBezTo>
                    <a:pt x="13906" y="17131"/>
                    <a:pt x="13906" y="17131"/>
                    <a:pt x="13906" y="17131"/>
                  </a:cubicBezTo>
                  <a:cubicBezTo>
                    <a:pt x="13869" y="17198"/>
                    <a:pt x="13869" y="17198"/>
                    <a:pt x="13869" y="17198"/>
                  </a:cubicBezTo>
                  <a:cubicBezTo>
                    <a:pt x="13832" y="17198"/>
                    <a:pt x="13832" y="17198"/>
                    <a:pt x="13832" y="17198"/>
                  </a:cubicBezTo>
                  <a:cubicBezTo>
                    <a:pt x="13832" y="17198"/>
                    <a:pt x="13832" y="17198"/>
                    <a:pt x="13832" y="17198"/>
                  </a:cubicBezTo>
                  <a:cubicBezTo>
                    <a:pt x="13795" y="17198"/>
                    <a:pt x="13795" y="17198"/>
                    <a:pt x="13795" y="17198"/>
                  </a:cubicBezTo>
                  <a:cubicBezTo>
                    <a:pt x="13795" y="17198"/>
                    <a:pt x="13795" y="17198"/>
                    <a:pt x="13795" y="17198"/>
                  </a:cubicBezTo>
                  <a:cubicBezTo>
                    <a:pt x="13758" y="17131"/>
                    <a:pt x="13758" y="17131"/>
                    <a:pt x="13758" y="17131"/>
                  </a:cubicBezTo>
                  <a:cubicBezTo>
                    <a:pt x="13721" y="17063"/>
                    <a:pt x="13721" y="17063"/>
                    <a:pt x="13721" y="17063"/>
                  </a:cubicBezTo>
                  <a:cubicBezTo>
                    <a:pt x="13684" y="17063"/>
                    <a:pt x="13684" y="17063"/>
                    <a:pt x="13684" y="17063"/>
                  </a:cubicBezTo>
                  <a:cubicBezTo>
                    <a:pt x="13647" y="17131"/>
                    <a:pt x="13647" y="17131"/>
                    <a:pt x="13647" y="17131"/>
                  </a:cubicBezTo>
                  <a:cubicBezTo>
                    <a:pt x="13647" y="17063"/>
                    <a:pt x="13647" y="17063"/>
                    <a:pt x="13647" y="17063"/>
                  </a:cubicBezTo>
                  <a:cubicBezTo>
                    <a:pt x="13610" y="17063"/>
                    <a:pt x="13610" y="17063"/>
                    <a:pt x="13610" y="17063"/>
                  </a:cubicBezTo>
                  <a:cubicBezTo>
                    <a:pt x="13573" y="17131"/>
                    <a:pt x="13573" y="17131"/>
                    <a:pt x="13573" y="17131"/>
                  </a:cubicBezTo>
                  <a:cubicBezTo>
                    <a:pt x="13573" y="17198"/>
                    <a:pt x="13573" y="17198"/>
                    <a:pt x="13573" y="17198"/>
                  </a:cubicBezTo>
                  <a:cubicBezTo>
                    <a:pt x="13536" y="17198"/>
                    <a:pt x="13536" y="17198"/>
                    <a:pt x="13536" y="17198"/>
                  </a:cubicBezTo>
                  <a:cubicBezTo>
                    <a:pt x="13499" y="17266"/>
                    <a:pt x="13499" y="17266"/>
                    <a:pt x="13499" y="17266"/>
                  </a:cubicBezTo>
                  <a:cubicBezTo>
                    <a:pt x="13499" y="17334"/>
                    <a:pt x="13499" y="17334"/>
                    <a:pt x="13499" y="17334"/>
                  </a:cubicBezTo>
                  <a:cubicBezTo>
                    <a:pt x="13499" y="17334"/>
                    <a:pt x="13499" y="17334"/>
                    <a:pt x="13499" y="17334"/>
                  </a:cubicBezTo>
                  <a:cubicBezTo>
                    <a:pt x="13463" y="17401"/>
                    <a:pt x="13463" y="17401"/>
                    <a:pt x="13463" y="17401"/>
                  </a:cubicBezTo>
                  <a:cubicBezTo>
                    <a:pt x="13426" y="17401"/>
                    <a:pt x="13426" y="17401"/>
                    <a:pt x="13426" y="17401"/>
                  </a:cubicBezTo>
                  <a:cubicBezTo>
                    <a:pt x="13352" y="17401"/>
                    <a:pt x="13352" y="17401"/>
                    <a:pt x="13352" y="17401"/>
                  </a:cubicBezTo>
                  <a:cubicBezTo>
                    <a:pt x="13352" y="17469"/>
                    <a:pt x="13352" y="17469"/>
                    <a:pt x="13352" y="17469"/>
                  </a:cubicBezTo>
                  <a:cubicBezTo>
                    <a:pt x="13315" y="17469"/>
                    <a:pt x="13315" y="17469"/>
                    <a:pt x="13315" y="17469"/>
                  </a:cubicBezTo>
                  <a:cubicBezTo>
                    <a:pt x="13278" y="17469"/>
                    <a:pt x="13278" y="17469"/>
                    <a:pt x="13278" y="17469"/>
                  </a:cubicBezTo>
                  <a:cubicBezTo>
                    <a:pt x="13204" y="17537"/>
                    <a:pt x="13204" y="17537"/>
                    <a:pt x="13204" y="17537"/>
                  </a:cubicBezTo>
                  <a:cubicBezTo>
                    <a:pt x="13204" y="17605"/>
                    <a:pt x="13204" y="17605"/>
                    <a:pt x="13204" y="17605"/>
                  </a:cubicBezTo>
                  <a:cubicBezTo>
                    <a:pt x="13167" y="17605"/>
                    <a:pt x="13167" y="17605"/>
                    <a:pt x="13167" y="17605"/>
                  </a:cubicBezTo>
                  <a:cubicBezTo>
                    <a:pt x="13130" y="17605"/>
                    <a:pt x="13130" y="17605"/>
                    <a:pt x="13130" y="17605"/>
                  </a:cubicBezTo>
                  <a:cubicBezTo>
                    <a:pt x="13093" y="17605"/>
                    <a:pt x="13093" y="17605"/>
                    <a:pt x="13093" y="17605"/>
                  </a:cubicBezTo>
                  <a:cubicBezTo>
                    <a:pt x="13093" y="17605"/>
                    <a:pt x="13093" y="17605"/>
                    <a:pt x="13093" y="17605"/>
                  </a:cubicBezTo>
                  <a:cubicBezTo>
                    <a:pt x="13056" y="17605"/>
                    <a:pt x="13056" y="17605"/>
                    <a:pt x="13056" y="17605"/>
                  </a:cubicBezTo>
                  <a:cubicBezTo>
                    <a:pt x="12945" y="17605"/>
                    <a:pt x="12945" y="17605"/>
                    <a:pt x="12945" y="17605"/>
                  </a:cubicBezTo>
                  <a:cubicBezTo>
                    <a:pt x="12871" y="17605"/>
                    <a:pt x="12871" y="17605"/>
                    <a:pt x="12871" y="17605"/>
                  </a:cubicBezTo>
                  <a:cubicBezTo>
                    <a:pt x="12797" y="17605"/>
                    <a:pt x="12797" y="17605"/>
                    <a:pt x="12797" y="17605"/>
                  </a:cubicBezTo>
                  <a:cubicBezTo>
                    <a:pt x="12797" y="17605"/>
                    <a:pt x="12797" y="17605"/>
                    <a:pt x="12797" y="17605"/>
                  </a:cubicBezTo>
                  <a:cubicBezTo>
                    <a:pt x="12760" y="17537"/>
                    <a:pt x="12760" y="17537"/>
                    <a:pt x="12760" y="17537"/>
                  </a:cubicBezTo>
                  <a:cubicBezTo>
                    <a:pt x="12723" y="17537"/>
                    <a:pt x="12723" y="17537"/>
                    <a:pt x="12723" y="17537"/>
                  </a:cubicBezTo>
                  <a:cubicBezTo>
                    <a:pt x="12723" y="17537"/>
                    <a:pt x="12723" y="17537"/>
                    <a:pt x="12723" y="17537"/>
                  </a:cubicBezTo>
                  <a:cubicBezTo>
                    <a:pt x="12686" y="17469"/>
                    <a:pt x="12686" y="17469"/>
                    <a:pt x="12686" y="17469"/>
                  </a:cubicBezTo>
                  <a:cubicBezTo>
                    <a:pt x="12649" y="17401"/>
                    <a:pt x="12649" y="17401"/>
                    <a:pt x="12649" y="17401"/>
                  </a:cubicBezTo>
                  <a:cubicBezTo>
                    <a:pt x="12649" y="17401"/>
                    <a:pt x="12649" y="17401"/>
                    <a:pt x="12649" y="17401"/>
                  </a:cubicBezTo>
                  <a:cubicBezTo>
                    <a:pt x="12612" y="17401"/>
                    <a:pt x="12612" y="17401"/>
                    <a:pt x="12612" y="17401"/>
                  </a:cubicBezTo>
                  <a:cubicBezTo>
                    <a:pt x="12575" y="17401"/>
                    <a:pt x="12575" y="17401"/>
                    <a:pt x="12575" y="17401"/>
                  </a:cubicBezTo>
                  <a:cubicBezTo>
                    <a:pt x="12501" y="17334"/>
                    <a:pt x="12501" y="17334"/>
                    <a:pt x="12501" y="17334"/>
                  </a:cubicBezTo>
                  <a:cubicBezTo>
                    <a:pt x="12464" y="17266"/>
                    <a:pt x="12464" y="17266"/>
                    <a:pt x="12464" y="17266"/>
                  </a:cubicBezTo>
                  <a:cubicBezTo>
                    <a:pt x="12427" y="17266"/>
                    <a:pt x="12427" y="17266"/>
                    <a:pt x="12427" y="17266"/>
                  </a:cubicBezTo>
                  <a:cubicBezTo>
                    <a:pt x="12353" y="17266"/>
                    <a:pt x="12353" y="17266"/>
                    <a:pt x="12353" y="17266"/>
                  </a:cubicBezTo>
                  <a:cubicBezTo>
                    <a:pt x="12316" y="17266"/>
                    <a:pt x="12316" y="17266"/>
                    <a:pt x="12316" y="17266"/>
                  </a:cubicBezTo>
                  <a:cubicBezTo>
                    <a:pt x="12279" y="17266"/>
                    <a:pt x="12279" y="17266"/>
                    <a:pt x="12279" y="17266"/>
                  </a:cubicBezTo>
                  <a:cubicBezTo>
                    <a:pt x="12242" y="17266"/>
                    <a:pt x="12242" y="17266"/>
                    <a:pt x="12242" y="17266"/>
                  </a:cubicBezTo>
                  <a:cubicBezTo>
                    <a:pt x="12205" y="17266"/>
                    <a:pt x="12205" y="17266"/>
                    <a:pt x="12205" y="17266"/>
                  </a:cubicBezTo>
                  <a:cubicBezTo>
                    <a:pt x="12131" y="17266"/>
                    <a:pt x="12131" y="17266"/>
                    <a:pt x="12131" y="17266"/>
                  </a:cubicBezTo>
                  <a:cubicBezTo>
                    <a:pt x="12094" y="17334"/>
                    <a:pt x="12094" y="17334"/>
                    <a:pt x="12094" y="17334"/>
                  </a:cubicBezTo>
                  <a:cubicBezTo>
                    <a:pt x="12057" y="17401"/>
                    <a:pt x="12057" y="17401"/>
                    <a:pt x="12057" y="17401"/>
                  </a:cubicBezTo>
                  <a:cubicBezTo>
                    <a:pt x="12057" y="17401"/>
                    <a:pt x="12057" y="17401"/>
                    <a:pt x="12057" y="17401"/>
                  </a:cubicBezTo>
                  <a:cubicBezTo>
                    <a:pt x="12020" y="17401"/>
                    <a:pt x="12020" y="17401"/>
                    <a:pt x="12020" y="17401"/>
                  </a:cubicBezTo>
                  <a:cubicBezTo>
                    <a:pt x="11983" y="17401"/>
                    <a:pt x="11983" y="17401"/>
                    <a:pt x="11983" y="17401"/>
                  </a:cubicBezTo>
                  <a:cubicBezTo>
                    <a:pt x="11983" y="17401"/>
                    <a:pt x="11983" y="17401"/>
                    <a:pt x="11983" y="17401"/>
                  </a:cubicBezTo>
                  <a:cubicBezTo>
                    <a:pt x="11946" y="17401"/>
                    <a:pt x="11946" y="17401"/>
                    <a:pt x="11946" y="17401"/>
                  </a:cubicBezTo>
                  <a:cubicBezTo>
                    <a:pt x="11909" y="17401"/>
                    <a:pt x="11909" y="17401"/>
                    <a:pt x="11909" y="17401"/>
                  </a:cubicBezTo>
                  <a:cubicBezTo>
                    <a:pt x="11909" y="17401"/>
                    <a:pt x="11909" y="17401"/>
                    <a:pt x="11909" y="17401"/>
                  </a:cubicBezTo>
                  <a:cubicBezTo>
                    <a:pt x="11835" y="17334"/>
                    <a:pt x="11835" y="17334"/>
                    <a:pt x="11835" y="17334"/>
                  </a:cubicBezTo>
                  <a:cubicBezTo>
                    <a:pt x="11798" y="17334"/>
                    <a:pt x="11798" y="17334"/>
                    <a:pt x="11798" y="17334"/>
                  </a:cubicBezTo>
                  <a:cubicBezTo>
                    <a:pt x="11798" y="17334"/>
                    <a:pt x="11798" y="17334"/>
                    <a:pt x="11798" y="17334"/>
                  </a:cubicBezTo>
                  <a:cubicBezTo>
                    <a:pt x="11761" y="17266"/>
                    <a:pt x="11761" y="17266"/>
                    <a:pt x="11761" y="17266"/>
                  </a:cubicBezTo>
                  <a:cubicBezTo>
                    <a:pt x="11724" y="17266"/>
                    <a:pt x="11724" y="17266"/>
                    <a:pt x="11724" y="17266"/>
                  </a:cubicBezTo>
                  <a:cubicBezTo>
                    <a:pt x="11724" y="17266"/>
                    <a:pt x="11724" y="17266"/>
                    <a:pt x="11724" y="17266"/>
                  </a:cubicBezTo>
                  <a:cubicBezTo>
                    <a:pt x="11724" y="17198"/>
                    <a:pt x="11724" y="17198"/>
                    <a:pt x="11724" y="17198"/>
                  </a:cubicBezTo>
                  <a:cubicBezTo>
                    <a:pt x="11687" y="17131"/>
                    <a:pt x="11687" y="17131"/>
                    <a:pt x="11687" y="17131"/>
                  </a:cubicBezTo>
                  <a:cubicBezTo>
                    <a:pt x="11687" y="17131"/>
                    <a:pt x="11687" y="17131"/>
                    <a:pt x="11687" y="17131"/>
                  </a:cubicBezTo>
                  <a:cubicBezTo>
                    <a:pt x="11687" y="17063"/>
                    <a:pt x="11687" y="17063"/>
                    <a:pt x="11687" y="17063"/>
                  </a:cubicBezTo>
                  <a:cubicBezTo>
                    <a:pt x="11650" y="16995"/>
                    <a:pt x="11650" y="16995"/>
                    <a:pt x="11650" y="16995"/>
                  </a:cubicBezTo>
                  <a:cubicBezTo>
                    <a:pt x="11650" y="16995"/>
                    <a:pt x="11650" y="16995"/>
                    <a:pt x="11650" y="16995"/>
                  </a:cubicBezTo>
                  <a:cubicBezTo>
                    <a:pt x="11650" y="16927"/>
                    <a:pt x="11650" y="16927"/>
                    <a:pt x="11650" y="16927"/>
                  </a:cubicBezTo>
                  <a:cubicBezTo>
                    <a:pt x="11613" y="16927"/>
                    <a:pt x="11613" y="16927"/>
                    <a:pt x="11613" y="16927"/>
                  </a:cubicBezTo>
                  <a:cubicBezTo>
                    <a:pt x="11576" y="16927"/>
                    <a:pt x="11576" y="16927"/>
                    <a:pt x="11576" y="16927"/>
                  </a:cubicBezTo>
                  <a:cubicBezTo>
                    <a:pt x="11539" y="16927"/>
                    <a:pt x="11539" y="16927"/>
                    <a:pt x="11539" y="16927"/>
                  </a:cubicBezTo>
                  <a:cubicBezTo>
                    <a:pt x="11502" y="16927"/>
                    <a:pt x="11502" y="16927"/>
                    <a:pt x="11502" y="16927"/>
                  </a:cubicBezTo>
                  <a:cubicBezTo>
                    <a:pt x="11465" y="16927"/>
                    <a:pt x="11465" y="16927"/>
                    <a:pt x="11465" y="16927"/>
                  </a:cubicBezTo>
                  <a:cubicBezTo>
                    <a:pt x="11465" y="16860"/>
                    <a:pt x="11465" y="16860"/>
                    <a:pt x="11465" y="16860"/>
                  </a:cubicBezTo>
                  <a:cubicBezTo>
                    <a:pt x="11428" y="16860"/>
                    <a:pt x="11428" y="16860"/>
                    <a:pt x="11428" y="16860"/>
                  </a:cubicBezTo>
                  <a:cubicBezTo>
                    <a:pt x="11354" y="16860"/>
                    <a:pt x="11354" y="16860"/>
                    <a:pt x="11354" y="16860"/>
                  </a:cubicBezTo>
                  <a:cubicBezTo>
                    <a:pt x="11317" y="16860"/>
                    <a:pt x="11317" y="16860"/>
                    <a:pt x="11317" y="16860"/>
                  </a:cubicBezTo>
                  <a:cubicBezTo>
                    <a:pt x="11280" y="16792"/>
                    <a:pt x="11280" y="16792"/>
                    <a:pt x="11280" y="16792"/>
                  </a:cubicBezTo>
                  <a:cubicBezTo>
                    <a:pt x="11280" y="16792"/>
                    <a:pt x="11280" y="16792"/>
                    <a:pt x="11280" y="16792"/>
                  </a:cubicBezTo>
                  <a:cubicBezTo>
                    <a:pt x="11243" y="16792"/>
                    <a:pt x="11243" y="16792"/>
                    <a:pt x="11243" y="16792"/>
                  </a:cubicBezTo>
                  <a:cubicBezTo>
                    <a:pt x="11206" y="16724"/>
                    <a:pt x="11206" y="16724"/>
                    <a:pt x="11206" y="16724"/>
                  </a:cubicBezTo>
                  <a:cubicBezTo>
                    <a:pt x="11169" y="16724"/>
                    <a:pt x="11169" y="16724"/>
                    <a:pt x="11169" y="16724"/>
                  </a:cubicBezTo>
                  <a:cubicBezTo>
                    <a:pt x="11132" y="16724"/>
                    <a:pt x="11132" y="16724"/>
                    <a:pt x="11132" y="16724"/>
                  </a:cubicBezTo>
                  <a:cubicBezTo>
                    <a:pt x="11132" y="16724"/>
                    <a:pt x="11132" y="16724"/>
                    <a:pt x="11132" y="16724"/>
                  </a:cubicBezTo>
                  <a:cubicBezTo>
                    <a:pt x="11132" y="16792"/>
                    <a:pt x="11132" y="16792"/>
                    <a:pt x="11132" y="16792"/>
                  </a:cubicBezTo>
                  <a:cubicBezTo>
                    <a:pt x="11132" y="16860"/>
                    <a:pt x="11132" y="16860"/>
                    <a:pt x="11132" y="16860"/>
                  </a:cubicBezTo>
                  <a:cubicBezTo>
                    <a:pt x="11132" y="16860"/>
                    <a:pt x="11132" y="16860"/>
                    <a:pt x="11132" y="16860"/>
                  </a:cubicBezTo>
                  <a:cubicBezTo>
                    <a:pt x="11095" y="16860"/>
                    <a:pt x="11095" y="16860"/>
                    <a:pt x="11095" y="16860"/>
                  </a:cubicBezTo>
                  <a:cubicBezTo>
                    <a:pt x="11058" y="16860"/>
                    <a:pt x="11058" y="16860"/>
                    <a:pt x="11058" y="16860"/>
                  </a:cubicBezTo>
                  <a:cubicBezTo>
                    <a:pt x="11058" y="16927"/>
                    <a:pt x="11058" y="16927"/>
                    <a:pt x="11058" y="16927"/>
                  </a:cubicBezTo>
                  <a:cubicBezTo>
                    <a:pt x="11058" y="16995"/>
                    <a:pt x="11058" y="16995"/>
                    <a:pt x="11058" y="16995"/>
                  </a:cubicBezTo>
                  <a:cubicBezTo>
                    <a:pt x="11021" y="17063"/>
                    <a:pt x="11021" y="17063"/>
                    <a:pt x="11021" y="17063"/>
                  </a:cubicBezTo>
                  <a:cubicBezTo>
                    <a:pt x="11021" y="17198"/>
                    <a:pt x="11021" y="17198"/>
                    <a:pt x="11021" y="17198"/>
                  </a:cubicBezTo>
                  <a:cubicBezTo>
                    <a:pt x="11021" y="17266"/>
                    <a:pt x="11021" y="17266"/>
                    <a:pt x="11021" y="17266"/>
                  </a:cubicBezTo>
                  <a:cubicBezTo>
                    <a:pt x="11095" y="17266"/>
                    <a:pt x="11095" y="17266"/>
                    <a:pt x="11095" y="17266"/>
                  </a:cubicBezTo>
                  <a:cubicBezTo>
                    <a:pt x="11095" y="17266"/>
                    <a:pt x="11095" y="17266"/>
                    <a:pt x="11095" y="17266"/>
                  </a:cubicBezTo>
                  <a:cubicBezTo>
                    <a:pt x="11132" y="17334"/>
                    <a:pt x="11132" y="17334"/>
                    <a:pt x="11132" y="17334"/>
                  </a:cubicBezTo>
                  <a:cubicBezTo>
                    <a:pt x="11132" y="17334"/>
                    <a:pt x="11132" y="17334"/>
                    <a:pt x="11132" y="17334"/>
                  </a:cubicBezTo>
                  <a:cubicBezTo>
                    <a:pt x="11132" y="17469"/>
                    <a:pt x="11132" y="17469"/>
                    <a:pt x="11132" y="17469"/>
                  </a:cubicBezTo>
                  <a:cubicBezTo>
                    <a:pt x="11132" y="17537"/>
                    <a:pt x="11132" y="17537"/>
                    <a:pt x="11132" y="17537"/>
                  </a:cubicBezTo>
                  <a:cubicBezTo>
                    <a:pt x="11169" y="17537"/>
                    <a:pt x="11169" y="17537"/>
                    <a:pt x="11169" y="17537"/>
                  </a:cubicBezTo>
                  <a:cubicBezTo>
                    <a:pt x="11169" y="17605"/>
                    <a:pt x="11169" y="17605"/>
                    <a:pt x="11169" y="17605"/>
                  </a:cubicBezTo>
                  <a:cubicBezTo>
                    <a:pt x="11132" y="17672"/>
                    <a:pt x="11132" y="17672"/>
                    <a:pt x="11132" y="17672"/>
                  </a:cubicBezTo>
                  <a:cubicBezTo>
                    <a:pt x="11095" y="17672"/>
                    <a:pt x="11095" y="17672"/>
                    <a:pt x="11095" y="17672"/>
                  </a:cubicBezTo>
                  <a:cubicBezTo>
                    <a:pt x="11058" y="17672"/>
                    <a:pt x="11058" y="17672"/>
                    <a:pt x="11058" y="17672"/>
                  </a:cubicBezTo>
                  <a:cubicBezTo>
                    <a:pt x="11058" y="17672"/>
                    <a:pt x="11058" y="17672"/>
                    <a:pt x="11058" y="17672"/>
                  </a:cubicBezTo>
                  <a:cubicBezTo>
                    <a:pt x="11021" y="17672"/>
                    <a:pt x="11021" y="17672"/>
                    <a:pt x="11021" y="17672"/>
                  </a:cubicBezTo>
                  <a:cubicBezTo>
                    <a:pt x="10984" y="17672"/>
                    <a:pt x="10984" y="17672"/>
                    <a:pt x="10984" y="17672"/>
                  </a:cubicBezTo>
                  <a:cubicBezTo>
                    <a:pt x="10910" y="17672"/>
                    <a:pt x="10910" y="17672"/>
                    <a:pt x="10910" y="17672"/>
                  </a:cubicBezTo>
                  <a:cubicBezTo>
                    <a:pt x="10910" y="17672"/>
                    <a:pt x="10910" y="17672"/>
                    <a:pt x="10910" y="17672"/>
                  </a:cubicBezTo>
                  <a:cubicBezTo>
                    <a:pt x="10873" y="17672"/>
                    <a:pt x="10873" y="17672"/>
                    <a:pt x="10873" y="17672"/>
                  </a:cubicBezTo>
                  <a:cubicBezTo>
                    <a:pt x="10836" y="17672"/>
                    <a:pt x="10836" y="17672"/>
                    <a:pt x="10836" y="17672"/>
                  </a:cubicBezTo>
                  <a:cubicBezTo>
                    <a:pt x="10800" y="17672"/>
                    <a:pt x="10800" y="17672"/>
                    <a:pt x="10800" y="17672"/>
                  </a:cubicBezTo>
                  <a:cubicBezTo>
                    <a:pt x="10763" y="17672"/>
                    <a:pt x="10763" y="17672"/>
                    <a:pt x="10763" y="17672"/>
                  </a:cubicBezTo>
                  <a:cubicBezTo>
                    <a:pt x="10726" y="17740"/>
                    <a:pt x="10726" y="17740"/>
                    <a:pt x="10726" y="17740"/>
                  </a:cubicBezTo>
                  <a:cubicBezTo>
                    <a:pt x="10726" y="17740"/>
                    <a:pt x="10726" y="17740"/>
                    <a:pt x="10726" y="17740"/>
                  </a:cubicBezTo>
                  <a:cubicBezTo>
                    <a:pt x="10652" y="17672"/>
                    <a:pt x="10652" y="17672"/>
                    <a:pt x="10652" y="17672"/>
                  </a:cubicBezTo>
                  <a:cubicBezTo>
                    <a:pt x="10615" y="17672"/>
                    <a:pt x="10615" y="17672"/>
                    <a:pt x="10615" y="17672"/>
                  </a:cubicBezTo>
                  <a:cubicBezTo>
                    <a:pt x="10541" y="17537"/>
                    <a:pt x="10541" y="17537"/>
                    <a:pt x="10541" y="17537"/>
                  </a:cubicBezTo>
                  <a:cubicBezTo>
                    <a:pt x="10541" y="17537"/>
                    <a:pt x="10541" y="17537"/>
                    <a:pt x="10541" y="17537"/>
                  </a:cubicBezTo>
                  <a:cubicBezTo>
                    <a:pt x="10541" y="17469"/>
                    <a:pt x="10541" y="17469"/>
                    <a:pt x="10541" y="17469"/>
                  </a:cubicBezTo>
                  <a:cubicBezTo>
                    <a:pt x="10541" y="17469"/>
                    <a:pt x="10541" y="17469"/>
                    <a:pt x="10541" y="17469"/>
                  </a:cubicBezTo>
                  <a:cubicBezTo>
                    <a:pt x="10467" y="17469"/>
                    <a:pt x="10467" y="17469"/>
                    <a:pt x="10467" y="17469"/>
                  </a:cubicBezTo>
                  <a:cubicBezTo>
                    <a:pt x="10467" y="17469"/>
                    <a:pt x="10467" y="17469"/>
                    <a:pt x="10467" y="17469"/>
                  </a:cubicBezTo>
                  <a:cubicBezTo>
                    <a:pt x="10430" y="17469"/>
                    <a:pt x="10430" y="17469"/>
                    <a:pt x="10430" y="17469"/>
                  </a:cubicBezTo>
                  <a:cubicBezTo>
                    <a:pt x="10393" y="17469"/>
                    <a:pt x="10393" y="17469"/>
                    <a:pt x="10393" y="17469"/>
                  </a:cubicBezTo>
                  <a:cubicBezTo>
                    <a:pt x="10356" y="17469"/>
                    <a:pt x="10356" y="17469"/>
                    <a:pt x="10356" y="17469"/>
                  </a:cubicBezTo>
                  <a:cubicBezTo>
                    <a:pt x="10356" y="17469"/>
                    <a:pt x="10356" y="17469"/>
                    <a:pt x="10356" y="17469"/>
                  </a:cubicBezTo>
                  <a:cubicBezTo>
                    <a:pt x="10356" y="17401"/>
                    <a:pt x="10356" y="17401"/>
                    <a:pt x="10356" y="17401"/>
                  </a:cubicBezTo>
                  <a:cubicBezTo>
                    <a:pt x="10319" y="17401"/>
                    <a:pt x="10319" y="17401"/>
                    <a:pt x="10319" y="17401"/>
                  </a:cubicBezTo>
                  <a:cubicBezTo>
                    <a:pt x="10319" y="17401"/>
                    <a:pt x="10319" y="17401"/>
                    <a:pt x="10319" y="17401"/>
                  </a:cubicBezTo>
                  <a:cubicBezTo>
                    <a:pt x="10282" y="17401"/>
                    <a:pt x="10282" y="17401"/>
                    <a:pt x="10282" y="17401"/>
                  </a:cubicBezTo>
                  <a:cubicBezTo>
                    <a:pt x="10245" y="17401"/>
                    <a:pt x="10245" y="17401"/>
                    <a:pt x="10245" y="17401"/>
                  </a:cubicBezTo>
                  <a:cubicBezTo>
                    <a:pt x="10245" y="17401"/>
                    <a:pt x="10245" y="17401"/>
                    <a:pt x="10245" y="17401"/>
                  </a:cubicBezTo>
                  <a:cubicBezTo>
                    <a:pt x="10208" y="17401"/>
                    <a:pt x="10208" y="17401"/>
                    <a:pt x="10208" y="17401"/>
                  </a:cubicBezTo>
                  <a:cubicBezTo>
                    <a:pt x="10134" y="17401"/>
                    <a:pt x="10134" y="17401"/>
                    <a:pt x="10134" y="17401"/>
                  </a:cubicBezTo>
                  <a:cubicBezTo>
                    <a:pt x="10097" y="17469"/>
                    <a:pt x="10097" y="17469"/>
                    <a:pt x="10097" y="17469"/>
                  </a:cubicBezTo>
                  <a:cubicBezTo>
                    <a:pt x="10097" y="17537"/>
                    <a:pt x="10097" y="17537"/>
                    <a:pt x="10097" y="17537"/>
                  </a:cubicBezTo>
                  <a:cubicBezTo>
                    <a:pt x="10060" y="17537"/>
                    <a:pt x="10060" y="17537"/>
                    <a:pt x="10060" y="17537"/>
                  </a:cubicBezTo>
                  <a:cubicBezTo>
                    <a:pt x="10023" y="17537"/>
                    <a:pt x="10023" y="17537"/>
                    <a:pt x="10023" y="17537"/>
                  </a:cubicBezTo>
                  <a:cubicBezTo>
                    <a:pt x="10023" y="17537"/>
                    <a:pt x="10023" y="17537"/>
                    <a:pt x="10023" y="17537"/>
                  </a:cubicBezTo>
                  <a:cubicBezTo>
                    <a:pt x="10023" y="17537"/>
                    <a:pt x="10023" y="17537"/>
                    <a:pt x="10023" y="17537"/>
                  </a:cubicBezTo>
                  <a:cubicBezTo>
                    <a:pt x="10023" y="17605"/>
                    <a:pt x="10023" y="17605"/>
                    <a:pt x="10023" y="17605"/>
                  </a:cubicBezTo>
                  <a:cubicBezTo>
                    <a:pt x="10023" y="17605"/>
                    <a:pt x="10023" y="17605"/>
                    <a:pt x="10023" y="17605"/>
                  </a:cubicBezTo>
                  <a:cubicBezTo>
                    <a:pt x="9986" y="17672"/>
                    <a:pt x="9986" y="17672"/>
                    <a:pt x="9986" y="17672"/>
                  </a:cubicBezTo>
                  <a:cubicBezTo>
                    <a:pt x="9949" y="17672"/>
                    <a:pt x="9949" y="17672"/>
                    <a:pt x="9949" y="17672"/>
                  </a:cubicBezTo>
                  <a:cubicBezTo>
                    <a:pt x="9949" y="17740"/>
                    <a:pt x="9949" y="17740"/>
                    <a:pt x="9949" y="17740"/>
                  </a:cubicBezTo>
                  <a:cubicBezTo>
                    <a:pt x="9949" y="17740"/>
                    <a:pt x="9949" y="17740"/>
                    <a:pt x="9949" y="17740"/>
                  </a:cubicBezTo>
                  <a:cubicBezTo>
                    <a:pt x="9875" y="17808"/>
                    <a:pt x="9875" y="17808"/>
                    <a:pt x="9875" y="17808"/>
                  </a:cubicBezTo>
                  <a:cubicBezTo>
                    <a:pt x="9875" y="17875"/>
                    <a:pt x="9875" y="17875"/>
                    <a:pt x="9875" y="17875"/>
                  </a:cubicBezTo>
                  <a:cubicBezTo>
                    <a:pt x="9875" y="17875"/>
                    <a:pt x="9875" y="17875"/>
                    <a:pt x="9875" y="17875"/>
                  </a:cubicBezTo>
                  <a:cubicBezTo>
                    <a:pt x="9838" y="17943"/>
                    <a:pt x="9838" y="17943"/>
                    <a:pt x="9838" y="17943"/>
                  </a:cubicBezTo>
                  <a:cubicBezTo>
                    <a:pt x="9801" y="18011"/>
                    <a:pt x="9801" y="18011"/>
                    <a:pt x="9801" y="18011"/>
                  </a:cubicBezTo>
                  <a:cubicBezTo>
                    <a:pt x="9801" y="18011"/>
                    <a:pt x="9801" y="18011"/>
                    <a:pt x="9801" y="18011"/>
                  </a:cubicBezTo>
                  <a:cubicBezTo>
                    <a:pt x="9727" y="18011"/>
                    <a:pt x="9727" y="18011"/>
                    <a:pt x="9727" y="18011"/>
                  </a:cubicBezTo>
                  <a:cubicBezTo>
                    <a:pt x="9690" y="18011"/>
                    <a:pt x="9690" y="18011"/>
                    <a:pt x="9690" y="18011"/>
                  </a:cubicBezTo>
                  <a:cubicBezTo>
                    <a:pt x="9653" y="18146"/>
                    <a:pt x="9653" y="18146"/>
                    <a:pt x="9653" y="18146"/>
                  </a:cubicBezTo>
                  <a:cubicBezTo>
                    <a:pt x="9653" y="18146"/>
                    <a:pt x="9653" y="18146"/>
                    <a:pt x="9653" y="18146"/>
                  </a:cubicBezTo>
                  <a:cubicBezTo>
                    <a:pt x="9653" y="18146"/>
                    <a:pt x="9653" y="18146"/>
                    <a:pt x="9653" y="18146"/>
                  </a:cubicBezTo>
                  <a:cubicBezTo>
                    <a:pt x="9616" y="18146"/>
                    <a:pt x="9616" y="18146"/>
                    <a:pt x="9616" y="18146"/>
                  </a:cubicBezTo>
                  <a:cubicBezTo>
                    <a:pt x="9579" y="18146"/>
                    <a:pt x="9579" y="18146"/>
                    <a:pt x="9579" y="18146"/>
                  </a:cubicBezTo>
                  <a:cubicBezTo>
                    <a:pt x="9579" y="18078"/>
                    <a:pt x="9579" y="18078"/>
                    <a:pt x="9579" y="18078"/>
                  </a:cubicBezTo>
                  <a:cubicBezTo>
                    <a:pt x="9542" y="18078"/>
                    <a:pt x="9542" y="18078"/>
                    <a:pt x="9542" y="18078"/>
                  </a:cubicBezTo>
                  <a:cubicBezTo>
                    <a:pt x="9505" y="18011"/>
                    <a:pt x="9505" y="18011"/>
                    <a:pt x="9505" y="18011"/>
                  </a:cubicBezTo>
                  <a:cubicBezTo>
                    <a:pt x="9468" y="18011"/>
                    <a:pt x="9468" y="18011"/>
                    <a:pt x="9468" y="18011"/>
                  </a:cubicBezTo>
                  <a:cubicBezTo>
                    <a:pt x="9468" y="17943"/>
                    <a:pt x="9468" y="17943"/>
                    <a:pt x="9468" y="17943"/>
                  </a:cubicBezTo>
                  <a:cubicBezTo>
                    <a:pt x="9468" y="17875"/>
                    <a:pt x="9468" y="17875"/>
                    <a:pt x="9468" y="17875"/>
                  </a:cubicBezTo>
                  <a:cubicBezTo>
                    <a:pt x="9468" y="17875"/>
                    <a:pt x="9468" y="17875"/>
                    <a:pt x="9468" y="17875"/>
                  </a:cubicBezTo>
                  <a:cubicBezTo>
                    <a:pt x="9431" y="17943"/>
                    <a:pt x="9431" y="17943"/>
                    <a:pt x="9431" y="17943"/>
                  </a:cubicBezTo>
                  <a:cubicBezTo>
                    <a:pt x="9394" y="17943"/>
                    <a:pt x="9394" y="17943"/>
                    <a:pt x="9394" y="17943"/>
                  </a:cubicBezTo>
                  <a:cubicBezTo>
                    <a:pt x="9357" y="17943"/>
                    <a:pt x="9357" y="17943"/>
                    <a:pt x="9357" y="17943"/>
                  </a:cubicBezTo>
                  <a:cubicBezTo>
                    <a:pt x="9283" y="18011"/>
                    <a:pt x="9283" y="18011"/>
                    <a:pt x="9283" y="18011"/>
                  </a:cubicBezTo>
                  <a:cubicBezTo>
                    <a:pt x="9283" y="18011"/>
                    <a:pt x="9283" y="18011"/>
                    <a:pt x="9283" y="18011"/>
                  </a:cubicBezTo>
                  <a:cubicBezTo>
                    <a:pt x="9246" y="18011"/>
                    <a:pt x="9246" y="18011"/>
                    <a:pt x="9246" y="18011"/>
                  </a:cubicBezTo>
                  <a:cubicBezTo>
                    <a:pt x="9246" y="18011"/>
                    <a:pt x="9246" y="18011"/>
                    <a:pt x="9246" y="18011"/>
                  </a:cubicBezTo>
                  <a:cubicBezTo>
                    <a:pt x="9209" y="18011"/>
                    <a:pt x="9209" y="18011"/>
                    <a:pt x="9209" y="18011"/>
                  </a:cubicBezTo>
                  <a:cubicBezTo>
                    <a:pt x="9172" y="18011"/>
                    <a:pt x="9172" y="18011"/>
                    <a:pt x="9172" y="18011"/>
                  </a:cubicBezTo>
                  <a:cubicBezTo>
                    <a:pt x="9172" y="18011"/>
                    <a:pt x="9172" y="18011"/>
                    <a:pt x="9172" y="18011"/>
                  </a:cubicBezTo>
                  <a:cubicBezTo>
                    <a:pt x="9172" y="17943"/>
                    <a:pt x="9172" y="17943"/>
                    <a:pt x="9172" y="17943"/>
                  </a:cubicBezTo>
                  <a:cubicBezTo>
                    <a:pt x="9172" y="17943"/>
                    <a:pt x="9172" y="17943"/>
                    <a:pt x="9172" y="17943"/>
                  </a:cubicBezTo>
                  <a:cubicBezTo>
                    <a:pt x="9172" y="17875"/>
                    <a:pt x="9172" y="17875"/>
                    <a:pt x="9172" y="17875"/>
                  </a:cubicBezTo>
                  <a:cubicBezTo>
                    <a:pt x="9172" y="17875"/>
                    <a:pt x="9172" y="17875"/>
                    <a:pt x="9172" y="17875"/>
                  </a:cubicBezTo>
                  <a:cubicBezTo>
                    <a:pt x="9172" y="17808"/>
                    <a:pt x="9172" y="17808"/>
                    <a:pt x="9172" y="17808"/>
                  </a:cubicBezTo>
                  <a:cubicBezTo>
                    <a:pt x="9135" y="17808"/>
                    <a:pt x="9135" y="17808"/>
                    <a:pt x="9135" y="17808"/>
                  </a:cubicBezTo>
                  <a:cubicBezTo>
                    <a:pt x="9135" y="17808"/>
                    <a:pt x="9135" y="17808"/>
                    <a:pt x="9135" y="17808"/>
                  </a:cubicBezTo>
                  <a:cubicBezTo>
                    <a:pt x="9098" y="17740"/>
                    <a:pt x="9098" y="17740"/>
                    <a:pt x="9098" y="17740"/>
                  </a:cubicBezTo>
                  <a:cubicBezTo>
                    <a:pt x="9061" y="17740"/>
                    <a:pt x="9061" y="17740"/>
                    <a:pt x="9061" y="17740"/>
                  </a:cubicBezTo>
                  <a:cubicBezTo>
                    <a:pt x="9024" y="17740"/>
                    <a:pt x="9024" y="17740"/>
                    <a:pt x="9024" y="17740"/>
                  </a:cubicBezTo>
                  <a:cubicBezTo>
                    <a:pt x="9024" y="17672"/>
                    <a:pt x="9024" y="17672"/>
                    <a:pt x="9024" y="17672"/>
                  </a:cubicBezTo>
                  <a:cubicBezTo>
                    <a:pt x="8987" y="17605"/>
                    <a:pt x="8987" y="17605"/>
                    <a:pt x="8987" y="17605"/>
                  </a:cubicBezTo>
                  <a:cubicBezTo>
                    <a:pt x="8950" y="17537"/>
                    <a:pt x="8950" y="17537"/>
                    <a:pt x="8950" y="17537"/>
                  </a:cubicBezTo>
                  <a:cubicBezTo>
                    <a:pt x="8876" y="17537"/>
                    <a:pt x="8876" y="17537"/>
                    <a:pt x="8876" y="17537"/>
                  </a:cubicBezTo>
                  <a:cubicBezTo>
                    <a:pt x="8839" y="17537"/>
                    <a:pt x="8839" y="17537"/>
                    <a:pt x="8839" y="17537"/>
                  </a:cubicBezTo>
                  <a:cubicBezTo>
                    <a:pt x="8765" y="17537"/>
                    <a:pt x="8765" y="17537"/>
                    <a:pt x="8765" y="17537"/>
                  </a:cubicBezTo>
                  <a:cubicBezTo>
                    <a:pt x="8765" y="17537"/>
                    <a:pt x="8765" y="17537"/>
                    <a:pt x="8765" y="17537"/>
                  </a:cubicBezTo>
                  <a:cubicBezTo>
                    <a:pt x="8802" y="17605"/>
                    <a:pt x="8802" y="17605"/>
                    <a:pt x="8802" y="17605"/>
                  </a:cubicBezTo>
                  <a:cubicBezTo>
                    <a:pt x="8765" y="17605"/>
                    <a:pt x="8765" y="17605"/>
                    <a:pt x="8765" y="17605"/>
                  </a:cubicBezTo>
                  <a:cubicBezTo>
                    <a:pt x="8728" y="17605"/>
                    <a:pt x="8728" y="17605"/>
                    <a:pt x="8728" y="17605"/>
                  </a:cubicBezTo>
                  <a:cubicBezTo>
                    <a:pt x="8728" y="17605"/>
                    <a:pt x="8728" y="17605"/>
                    <a:pt x="8728" y="17605"/>
                  </a:cubicBezTo>
                  <a:cubicBezTo>
                    <a:pt x="8691" y="17672"/>
                    <a:pt x="8691" y="17672"/>
                    <a:pt x="8691" y="17672"/>
                  </a:cubicBezTo>
                  <a:cubicBezTo>
                    <a:pt x="8654" y="17605"/>
                    <a:pt x="8654" y="17605"/>
                    <a:pt x="8654" y="17605"/>
                  </a:cubicBezTo>
                  <a:cubicBezTo>
                    <a:pt x="8617" y="17605"/>
                    <a:pt x="8617" y="17605"/>
                    <a:pt x="8617" y="17605"/>
                  </a:cubicBezTo>
                  <a:cubicBezTo>
                    <a:pt x="8580" y="17672"/>
                    <a:pt x="8580" y="17672"/>
                    <a:pt x="8580" y="17672"/>
                  </a:cubicBezTo>
                  <a:cubicBezTo>
                    <a:pt x="8580" y="17672"/>
                    <a:pt x="8580" y="17672"/>
                    <a:pt x="8580" y="17672"/>
                  </a:cubicBezTo>
                  <a:cubicBezTo>
                    <a:pt x="8543" y="17605"/>
                    <a:pt x="8543" y="17605"/>
                    <a:pt x="8543" y="17605"/>
                  </a:cubicBezTo>
                  <a:cubicBezTo>
                    <a:pt x="8506" y="17605"/>
                    <a:pt x="8506" y="17605"/>
                    <a:pt x="8506" y="17605"/>
                  </a:cubicBezTo>
                  <a:cubicBezTo>
                    <a:pt x="8506" y="17537"/>
                    <a:pt x="8506" y="17537"/>
                    <a:pt x="8506" y="17537"/>
                  </a:cubicBezTo>
                  <a:cubicBezTo>
                    <a:pt x="8506" y="17537"/>
                    <a:pt x="8506" y="17537"/>
                    <a:pt x="8506" y="17537"/>
                  </a:cubicBezTo>
                  <a:cubicBezTo>
                    <a:pt x="8469" y="17469"/>
                    <a:pt x="8469" y="17469"/>
                    <a:pt x="8469" y="17469"/>
                  </a:cubicBezTo>
                  <a:cubicBezTo>
                    <a:pt x="8432" y="17469"/>
                    <a:pt x="8432" y="17469"/>
                    <a:pt x="8432" y="17469"/>
                  </a:cubicBezTo>
                  <a:cubicBezTo>
                    <a:pt x="8432" y="17537"/>
                    <a:pt x="8432" y="17537"/>
                    <a:pt x="8432" y="17537"/>
                  </a:cubicBezTo>
                  <a:cubicBezTo>
                    <a:pt x="8432" y="17537"/>
                    <a:pt x="8432" y="17537"/>
                    <a:pt x="8432" y="17537"/>
                  </a:cubicBezTo>
                  <a:cubicBezTo>
                    <a:pt x="8432" y="17605"/>
                    <a:pt x="8432" y="17605"/>
                    <a:pt x="8432" y="17605"/>
                  </a:cubicBezTo>
                  <a:cubicBezTo>
                    <a:pt x="8395" y="17605"/>
                    <a:pt x="8395" y="17605"/>
                    <a:pt x="8395" y="17605"/>
                  </a:cubicBezTo>
                  <a:cubicBezTo>
                    <a:pt x="8358" y="17605"/>
                    <a:pt x="8358" y="17605"/>
                    <a:pt x="8358" y="17605"/>
                  </a:cubicBezTo>
                  <a:cubicBezTo>
                    <a:pt x="7952" y="16792"/>
                    <a:pt x="7952" y="16792"/>
                    <a:pt x="7952" y="16792"/>
                  </a:cubicBezTo>
                  <a:cubicBezTo>
                    <a:pt x="7656" y="16453"/>
                    <a:pt x="7656" y="16453"/>
                    <a:pt x="7656" y="16453"/>
                  </a:cubicBezTo>
                  <a:cubicBezTo>
                    <a:pt x="7656" y="16386"/>
                    <a:pt x="7656" y="16386"/>
                    <a:pt x="7656" y="16386"/>
                  </a:cubicBezTo>
                  <a:cubicBezTo>
                    <a:pt x="7693" y="16386"/>
                    <a:pt x="7693" y="16386"/>
                    <a:pt x="7693" y="16386"/>
                  </a:cubicBezTo>
                  <a:cubicBezTo>
                    <a:pt x="7693" y="16318"/>
                    <a:pt x="7693" y="16318"/>
                    <a:pt x="7693" y="16318"/>
                  </a:cubicBezTo>
                  <a:cubicBezTo>
                    <a:pt x="7693" y="16318"/>
                    <a:pt x="7693" y="16318"/>
                    <a:pt x="7693" y="16318"/>
                  </a:cubicBezTo>
                  <a:cubicBezTo>
                    <a:pt x="7693" y="16250"/>
                    <a:pt x="7693" y="16250"/>
                    <a:pt x="7693" y="16250"/>
                  </a:cubicBezTo>
                  <a:cubicBezTo>
                    <a:pt x="7656" y="16318"/>
                    <a:pt x="7656" y="16318"/>
                    <a:pt x="7656" y="16318"/>
                  </a:cubicBezTo>
                  <a:cubicBezTo>
                    <a:pt x="7619" y="16318"/>
                    <a:pt x="7619" y="16318"/>
                    <a:pt x="7619" y="16318"/>
                  </a:cubicBezTo>
                  <a:cubicBezTo>
                    <a:pt x="7582" y="16318"/>
                    <a:pt x="7582" y="16318"/>
                    <a:pt x="7582" y="16318"/>
                  </a:cubicBezTo>
                  <a:cubicBezTo>
                    <a:pt x="7582" y="16386"/>
                    <a:pt x="7582" y="16386"/>
                    <a:pt x="7582" y="16386"/>
                  </a:cubicBezTo>
                  <a:cubicBezTo>
                    <a:pt x="7545" y="16453"/>
                    <a:pt x="7545" y="16453"/>
                    <a:pt x="7545" y="16453"/>
                  </a:cubicBezTo>
                  <a:cubicBezTo>
                    <a:pt x="7508" y="16453"/>
                    <a:pt x="7508" y="16453"/>
                    <a:pt x="7508" y="16453"/>
                  </a:cubicBezTo>
                  <a:cubicBezTo>
                    <a:pt x="7508" y="16521"/>
                    <a:pt x="7508" y="16521"/>
                    <a:pt x="7508" y="16521"/>
                  </a:cubicBezTo>
                  <a:cubicBezTo>
                    <a:pt x="7471" y="16521"/>
                    <a:pt x="7471" y="16521"/>
                    <a:pt x="7471" y="16521"/>
                  </a:cubicBezTo>
                  <a:cubicBezTo>
                    <a:pt x="7471" y="16589"/>
                    <a:pt x="7471" y="16589"/>
                    <a:pt x="7471" y="16589"/>
                  </a:cubicBezTo>
                  <a:cubicBezTo>
                    <a:pt x="7397" y="16589"/>
                    <a:pt x="7397" y="16589"/>
                    <a:pt x="7397" y="16589"/>
                  </a:cubicBezTo>
                  <a:cubicBezTo>
                    <a:pt x="7360" y="16589"/>
                    <a:pt x="7360" y="16589"/>
                    <a:pt x="7360" y="16589"/>
                  </a:cubicBezTo>
                  <a:cubicBezTo>
                    <a:pt x="7397" y="16657"/>
                    <a:pt x="7397" y="16657"/>
                    <a:pt x="7397" y="16657"/>
                  </a:cubicBezTo>
                  <a:cubicBezTo>
                    <a:pt x="7360" y="16724"/>
                    <a:pt x="7360" y="16724"/>
                    <a:pt x="7360" y="16724"/>
                  </a:cubicBezTo>
                  <a:cubicBezTo>
                    <a:pt x="7360" y="16657"/>
                    <a:pt x="7360" y="16657"/>
                    <a:pt x="7360" y="16657"/>
                  </a:cubicBezTo>
                  <a:cubicBezTo>
                    <a:pt x="7286" y="16657"/>
                    <a:pt x="7286" y="16657"/>
                    <a:pt x="7286" y="16657"/>
                  </a:cubicBezTo>
                  <a:cubicBezTo>
                    <a:pt x="7249" y="16657"/>
                    <a:pt x="7249" y="16657"/>
                    <a:pt x="7249" y="16657"/>
                  </a:cubicBezTo>
                  <a:cubicBezTo>
                    <a:pt x="7212" y="16724"/>
                    <a:pt x="7212" y="16724"/>
                    <a:pt x="7212" y="16724"/>
                  </a:cubicBezTo>
                  <a:cubicBezTo>
                    <a:pt x="7212" y="16724"/>
                    <a:pt x="7212" y="16724"/>
                    <a:pt x="7212" y="16724"/>
                  </a:cubicBezTo>
                  <a:cubicBezTo>
                    <a:pt x="7175" y="16657"/>
                    <a:pt x="7175" y="16657"/>
                    <a:pt x="7175" y="16657"/>
                  </a:cubicBezTo>
                  <a:cubicBezTo>
                    <a:pt x="7175" y="16589"/>
                    <a:pt x="7175" y="16589"/>
                    <a:pt x="7175" y="16589"/>
                  </a:cubicBezTo>
                  <a:cubicBezTo>
                    <a:pt x="7212" y="16589"/>
                    <a:pt x="7212" y="16589"/>
                    <a:pt x="7212" y="16589"/>
                  </a:cubicBezTo>
                  <a:cubicBezTo>
                    <a:pt x="7212" y="16521"/>
                    <a:pt x="7212" y="16521"/>
                    <a:pt x="7212" y="16521"/>
                  </a:cubicBezTo>
                  <a:cubicBezTo>
                    <a:pt x="7212" y="16521"/>
                    <a:pt x="7212" y="16521"/>
                    <a:pt x="7212" y="16521"/>
                  </a:cubicBezTo>
                  <a:cubicBezTo>
                    <a:pt x="7175" y="16521"/>
                    <a:pt x="7175" y="16521"/>
                    <a:pt x="7175" y="16521"/>
                  </a:cubicBezTo>
                  <a:cubicBezTo>
                    <a:pt x="7138" y="16521"/>
                    <a:pt x="7138" y="16521"/>
                    <a:pt x="7138" y="16521"/>
                  </a:cubicBezTo>
                  <a:cubicBezTo>
                    <a:pt x="7101" y="16453"/>
                    <a:pt x="7101" y="16453"/>
                    <a:pt x="7101" y="16453"/>
                  </a:cubicBezTo>
                  <a:cubicBezTo>
                    <a:pt x="7064" y="16453"/>
                    <a:pt x="7064" y="16453"/>
                    <a:pt x="7064" y="16453"/>
                  </a:cubicBezTo>
                  <a:cubicBezTo>
                    <a:pt x="7064" y="16521"/>
                    <a:pt x="7064" y="16521"/>
                    <a:pt x="7064" y="16521"/>
                  </a:cubicBezTo>
                  <a:cubicBezTo>
                    <a:pt x="7064" y="16521"/>
                    <a:pt x="7064" y="16521"/>
                    <a:pt x="7064" y="16521"/>
                  </a:cubicBezTo>
                  <a:cubicBezTo>
                    <a:pt x="7064" y="16589"/>
                    <a:pt x="7064" y="16589"/>
                    <a:pt x="7064" y="16589"/>
                  </a:cubicBezTo>
                  <a:cubicBezTo>
                    <a:pt x="7027" y="16589"/>
                    <a:pt x="7027" y="16589"/>
                    <a:pt x="7027" y="16589"/>
                  </a:cubicBezTo>
                  <a:cubicBezTo>
                    <a:pt x="7027" y="16521"/>
                    <a:pt x="7027" y="16521"/>
                    <a:pt x="7027" y="16521"/>
                  </a:cubicBezTo>
                  <a:cubicBezTo>
                    <a:pt x="7027" y="16453"/>
                    <a:pt x="7027" y="16453"/>
                    <a:pt x="7027" y="16453"/>
                  </a:cubicBezTo>
                  <a:cubicBezTo>
                    <a:pt x="6953" y="16386"/>
                    <a:pt x="6953" y="16386"/>
                    <a:pt x="6953" y="16386"/>
                  </a:cubicBezTo>
                  <a:cubicBezTo>
                    <a:pt x="6953" y="16386"/>
                    <a:pt x="6953" y="16386"/>
                    <a:pt x="6953" y="16386"/>
                  </a:cubicBezTo>
                  <a:cubicBezTo>
                    <a:pt x="6953" y="16453"/>
                    <a:pt x="6953" y="16453"/>
                    <a:pt x="6953" y="16453"/>
                  </a:cubicBezTo>
                  <a:cubicBezTo>
                    <a:pt x="6953" y="16453"/>
                    <a:pt x="6953" y="16453"/>
                    <a:pt x="6953" y="16453"/>
                  </a:cubicBezTo>
                  <a:cubicBezTo>
                    <a:pt x="6916" y="16453"/>
                    <a:pt x="6916" y="16453"/>
                    <a:pt x="6916" y="16453"/>
                  </a:cubicBezTo>
                  <a:cubicBezTo>
                    <a:pt x="6916" y="16386"/>
                    <a:pt x="6916" y="16386"/>
                    <a:pt x="6916" y="16386"/>
                  </a:cubicBezTo>
                  <a:cubicBezTo>
                    <a:pt x="6916" y="16453"/>
                    <a:pt x="6916" y="16453"/>
                    <a:pt x="6916" y="16453"/>
                  </a:cubicBezTo>
                  <a:cubicBezTo>
                    <a:pt x="6879" y="16453"/>
                    <a:pt x="6879" y="16453"/>
                    <a:pt x="6879" y="16453"/>
                  </a:cubicBezTo>
                  <a:cubicBezTo>
                    <a:pt x="6879" y="16453"/>
                    <a:pt x="6879" y="16453"/>
                    <a:pt x="6879" y="16453"/>
                  </a:cubicBezTo>
                  <a:cubicBezTo>
                    <a:pt x="6842" y="16453"/>
                    <a:pt x="6842" y="16453"/>
                    <a:pt x="6842" y="16453"/>
                  </a:cubicBezTo>
                  <a:cubicBezTo>
                    <a:pt x="6805" y="16453"/>
                    <a:pt x="6805" y="16453"/>
                    <a:pt x="6805" y="16453"/>
                  </a:cubicBezTo>
                  <a:cubicBezTo>
                    <a:pt x="6805" y="16453"/>
                    <a:pt x="6805" y="16453"/>
                    <a:pt x="6805" y="16453"/>
                  </a:cubicBezTo>
                  <a:cubicBezTo>
                    <a:pt x="6768" y="16386"/>
                    <a:pt x="6768" y="16386"/>
                    <a:pt x="6768" y="16386"/>
                  </a:cubicBezTo>
                  <a:cubicBezTo>
                    <a:pt x="6805" y="16386"/>
                    <a:pt x="6805" y="16386"/>
                    <a:pt x="6805" y="16386"/>
                  </a:cubicBezTo>
                  <a:cubicBezTo>
                    <a:pt x="6805" y="16386"/>
                    <a:pt x="6805" y="16386"/>
                    <a:pt x="6805" y="16386"/>
                  </a:cubicBezTo>
                  <a:cubicBezTo>
                    <a:pt x="6805" y="16318"/>
                    <a:pt x="6805" y="16318"/>
                    <a:pt x="6805" y="16318"/>
                  </a:cubicBezTo>
                  <a:cubicBezTo>
                    <a:pt x="6805" y="16250"/>
                    <a:pt x="6805" y="16250"/>
                    <a:pt x="6805" y="16250"/>
                  </a:cubicBezTo>
                  <a:cubicBezTo>
                    <a:pt x="6805" y="16250"/>
                    <a:pt x="6805" y="16250"/>
                    <a:pt x="6805" y="16250"/>
                  </a:cubicBezTo>
                  <a:cubicBezTo>
                    <a:pt x="6768" y="16250"/>
                    <a:pt x="6768" y="16250"/>
                    <a:pt x="6768" y="16250"/>
                  </a:cubicBezTo>
                  <a:cubicBezTo>
                    <a:pt x="6768" y="16183"/>
                    <a:pt x="6768" y="16183"/>
                    <a:pt x="6768" y="16183"/>
                  </a:cubicBezTo>
                  <a:cubicBezTo>
                    <a:pt x="6731" y="16115"/>
                    <a:pt x="6731" y="16115"/>
                    <a:pt x="6731" y="16115"/>
                  </a:cubicBezTo>
                  <a:cubicBezTo>
                    <a:pt x="6731" y="16115"/>
                    <a:pt x="6731" y="16115"/>
                    <a:pt x="6731" y="16115"/>
                  </a:cubicBezTo>
                  <a:cubicBezTo>
                    <a:pt x="6731" y="16047"/>
                    <a:pt x="6731" y="16047"/>
                    <a:pt x="6731" y="16047"/>
                  </a:cubicBezTo>
                  <a:cubicBezTo>
                    <a:pt x="6694" y="16047"/>
                    <a:pt x="6694" y="16047"/>
                    <a:pt x="6694" y="16047"/>
                  </a:cubicBezTo>
                  <a:cubicBezTo>
                    <a:pt x="6657" y="16047"/>
                    <a:pt x="6657" y="16047"/>
                    <a:pt x="6657" y="16047"/>
                  </a:cubicBezTo>
                  <a:cubicBezTo>
                    <a:pt x="6620" y="16047"/>
                    <a:pt x="6620" y="16047"/>
                    <a:pt x="6620" y="16047"/>
                  </a:cubicBezTo>
                  <a:cubicBezTo>
                    <a:pt x="6583" y="16047"/>
                    <a:pt x="6583" y="16047"/>
                    <a:pt x="6583" y="16047"/>
                  </a:cubicBezTo>
                  <a:cubicBezTo>
                    <a:pt x="6546" y="16047"/>
                    <a:pt x="6546" y="16047"/>
                    <a:pt x="6546" y="16047"/>
                  </a:cubicBezTo>
                  <a:cubicBezTo>
                    <a:pt x="6472" y="15979"/>
                    <a:pt x="6472" y="15979"/>
                    <a:pt x="6472" y="15979"/>
                  </a:cubicBezTo>
                  <a:cubicBezTo>
                    <a:pt x="6472" y="16047"/>
                    <a:pt x="6472" y="16047"/>
                    <a:pt x="6472" y="16047"/>
                  </a:cubicBezTo>
                  <a:cubicBezTo>
                    <a:pt x="6435" y="15979"/>
                    <a:pt x="6435" y="15979"/>
                    <a:pt x="6435" y="15979"/>
                  </a:cubicBezTo>
                  <a:cubicBezTo>
                    <a:pt x="6398" y="16047"/>
                    <a:pt x="6398" y="16047"/>
                    <a:pt x="6398" y="16047"/>
                  </a:cubicBezTo>
                  <a:cubicBezTo>
                    <a:pt x="6398" y="16115"/>
                    <a:pt x="6398" y="16115"/>
                    <a:pt x="6398" y="16115"/>
                  </a:cubicBezTo>
                  <a:cubicBezTo>
                    <a:pt x="6361" y="16115"/>
                    <a:pt x="6361" y="16115"/>
                    <a:pt x="6361" y="16115"/>
                  </a:cubicBezTo>
                  <a:cubicBezTo>
                    <a:pt x="6361" y="16115"/>
                    <a:pt x="6361" y="16115"/>
                    <a:pt x="6361" y="16115"/>
                  </a:cubicBezTo>
                  <a:cubicBezTo>
                    <a:pt x="6361" y="16183"/>
                    <a:pt x="6361" y="16183"/>
                    <a:pt x="6361" y="16183"/>
                  </a:cubicBezTo>
                  <a:cubicBezTo>
                    <a:pt x="6361" y="16183"/>
                    <a:pt x="6361" y="16183"/>
                    <a:pt x="6361" y="16183"/>
                  </a:cubicBezTo>
                  <a:cubicBezTo>
                    <a:pt x="6324" y="16183"/>
                    <a:pt x="6324" y="16183"/>
                    <a:pt x="6324" y="16183"/>
                  </a:cubicBezTo>
                  <a:cubicBezTo>
                    <a:pt x="6287" y="16183"/>
                    <a:pt x="6287" y="16183"/>
                    <a:pt x="6287" y="16183"/>
                  </a:cubicBezTo>
                  <a:cubicBezTo>
                    <a:pt x="6287" y="16250"/>
                    <a:pt x="6287" y="16250"/>
                    <a:pt x="6287" y="16250"/>
                  </a:cubicBezTo>
                  <a:cubicBezTo>
                    <a:pt x="6250" y="16250"/>
                    <a:pt x="6250" y="16250"/>
                    <a:pt x="6250" y="16250"/>
                  </a:cubicBezTo>
                  <a:cubicBezTo>
                    <a:pt x="6213" y="16250"/>
                    <a:pt x="6213" y="16250"/>
                    <a:pt x="6213" y="16250"/>
                  </a:cubicBezTo>
                  <a:cubicBezTo>
                    <a:pt x="6213" y="16250"/>
                    <a:pt x="6213" y="16250"/>
                    <a:pt x="6213" y="16250"/>
                  </a:cubicBezTo>
                  <a:cubicBezTo>
                    <a:pt x="6139" y="16386"/>
                    <a:pt x="6139" y="16386"/>
                    <a:pt x="6139" y="16386"/>
                  </a:cubicBezTo>
                  <a:cubicBezTo>
                    <a:pt x="6102" y="16386"/>
                    <a:pt x="6102" y="16386"/>
                    <a:pt x="6102" y="16386"/>
                  </a:cubicBezTo>
                  <a:cubicBezTo>
                    <a:pt x="6065" y="16386"/>
                    <a:pt x="6065" y="16386"/>
                    <a:pt x="6065" y="16386"/>
                  </a:cubicBezTo>
                  <a:cubicBezTo>
                    <a:pt x="6028" y="16386"/>
                    <a:pt x="6028" y="16386"/>
                    <a:pt x="6028" y="16386"/>
                  </a:cubicBezTo>
                  <a:cubicBezTo>
                    <a:pt x="6028" y="16386"/>
                    <a:pt x="6028" y="16386"/>
                    <a:pt x="6028" y="16386"/>
                  </a:cubicBezTo>
                  <a:cubicBezTo>
                    <a:pt x="5991" y="16386"/>
                    <a:pt x="5991" y="16386"/>
                    <a:pt x="5991" y="16386"/>
                  </a:cubicBezTo>
                  <a:cubicBezTo>
                    <a:pt x="5991" y="16453"/>
                    <a:pt x="5991" y="16453"/>
                    <a:pt x="5991" y="16453"/>
                  </a:cubicBezTo>
                  <a:cubicBezTo>
                    <a:pt x="5954" y="16453"/>
                    <a:pt x="5954" y="16453"/>
                    <a:pt x="5954" y="16453"/>
                  </a:cubicBezTo>
                  <a:cubicBezTo>
                    <a:pt x="5954" y="16453"/>
                    <a:pt x="5954" y="16453"/>
                    <a:pt x="5954" y="16453"/>
                  </a:cubicBezTo>
                  <a:cubicBezTo>
                    <a:pt x="5954" y="16521"/>
                    <a:pt x="5954" y="16521"/>
                    <a:pt x="5954" y="16521"/>
                  </a:cubicBezTo>
                  <a:cubicBezTo>
                    <a:pt x="5917" y="16521"/>
                    <a:pt x="5917" y="16521"/>
                    <a:pt x="5917" y="16521"/>
                  </a:cubicBezTo>
                  <a:cubicBezTo>
                    <a:pt x="5917" y="16521"/>
                    <a:pt x="5917" y="16521"/>
                    <a:pt x="5917" y="16521"/>
                  </a:cubicBezTo>
                  <a:cubicBezTo>
                    <a:pt x="5880" y="16521"/>
                    <a:pt x="5880" y="16521"/>
                    <a:pt x="5880" y="16521"/>
                  </a:cubicBezTo>
                  <a:cubicBezTo>
                    <a:pt x="5843" y="16521"/>
                    <a:pt x="5843" y="16521"/>
                    <a:pt x="5843" y="16521"/>
                  </a:cubicBezTo>
                  <a:cubicBezTo>
                    <a:pt x="5806" y="16589"/>
                    <a:pt x="5806" y="16589"/>
                    <a:pt x="5806" y="16589"/>
                  </a:cubicBezTo>
                  <a:cubicBezTo>
                    <a:pt x="5769" y="16589"/>
                    <a:pt x="5769" y="16589"/>
                    <a:pt x="5769" y="16589"/>
                  </a:cubicBezTo>
                  <a:cubicBezTo>
                    <a:pt x="5769" y="16657"/>
                    <a:pt x="5769" y="16657"/>
                    <a:pt x="5769" y="16657"/>
                  </a:cubicBezTo>
                  <a:cubicBezTo>
                    <a:pt x="5732" y="16657"/>
                    <a:pt x="5732" y="16657"/>
                    <a:pt x="5732" y="16657"/>
                  </a:cubicBezTo>
                  <a:cubicBezTo>
                    <a:pt x="5695" y="16657"/>
                    <a:pt x="5695" y="16657"/>
                    <a:pt x="5695" y="16657"/>
                  </a:cubicBezTo>
                  <a:cubicBezTo>
                    <a:pt x="5658" y="16657"/>
                    <a:pt x="5658" y="16657"/>
                    <a:pt x="5658" y="16657"/>
                  </a:cubicBezTo>
                  <a:cubicBezTo>
                    <a:pt x="5584" y="16724"/>
                    <a:pt x="5584" y="16724"/>
                    <a:pt x="5584" y="16724"/>
                  </a:cubicBezTo>
                  <a:cubicBezTo>
                    <a:pt x="5584" y="16724"/>
                    <a:pt x="5584" y="16724"/>
                    <a:pt x="5584" y="16724"/>
                  </a:cubicBezTo>
                  <a:cubicBezTo>
                    <a:pt x="5584" y="16792"/>
                    <a:pt x="5584" y="16792"/>
                    <a:pt x="5584" y="16792"/>
                  </a:cubicBezTo>
                  <a:cubicBezTo>
                    <a:pt x="5547" y="16724"/>
                    <a:pt x="5547" y="16724"/>
                    <a:pt x="5547" y="16724"/>
                  </a:cubicBezTo>
                  <a:cubicBezTo>
                    <a:pt x="5510" y="16724"/>
                    <a:pt x="5510" y="16724"/>
                    <a:pt x="5510" y="16724"/>
                  </a:cubicBezTo>
                  <a:cubicBezTo>
                    <a:pt x="5510" y="16724"/>
                    <a:pt x="5510" y="16724"/>
                    <a:pt x="5510" y="16724"/>
                  </a:cubicBezTo>
                  <a:cubicBezTo>
                    <a:pt x="5510" y="16792"/>
                    <a:pt x="5510" y="16792"/>
                    <a:pt x="5510" y="16792"/>
                  </a:cubicBezTo>
                  <a:cubicBezTo>
                    <a:pt x="5473" y="16792"/>
                    <a:pt x="5473" y="16792"/>
                    <a:pt x="5473" y="16792"/>
                  </a:cubicBezTo>
                  <a:cubicBezTo>
                    <a:pt x="5436" y="16792"/>
                    <a:pt x="5436" y="16792"/>
                    <a:pt x="5436" y="16792"/>
                  </a:cubicBezTo>
                  <a:cubicBezTo>
                    <a:pt x="5400" y="16792"/>
                    <a:pt x="5400" y="16792"/>
                    <a:pt x="5400" y="16792"/>
                  </a:cubicBezTo>
                  <a:cubicBezTo>
                    <a:pt x="5400" y="16724"/>
                    <a:pt x="5400" y="16724"/>
                    <a:pt x="5400" y="16724"/>
                  </a:cubicBezTo>
                  <a:cubicBezTo>
                    <a:pt x="5363" y="16724"/>
                    <a:pt x="5363" y="16724"/>
                    <a:pt x="5363" y="16724"/>
                  </a:cubicBezTo>
                  <a:cubicBezTo>
                    <a:pt x="5363" y="16792"/>
                    <a:pt x="5363" y="16792"/>
                    <a:pt x="5363" y="16792"/>
                  </a:cubicBezTo>
                  <a:cubicBezTo>
                    <a:pt x="5326" y="16792"/>
                    <a:pt x="5326" y="16792"/>
                    <a:pt x="5326" y="16792"/>
                  </a:cubicBezTo>
                  <a:cubicBezTo>
                    <a:pt x="5326" y="16792"/>
                    <a:pt x="5326" y="16792"/>
                    <a:pt x="5326" y="16792"/>
                  </a:cubicBezTo>
                  <a:cubicBezTo>
                    <a:pt x="5326" y="16860"/>
                    <a:pt x="5326" y="16860"/>
                    <a:pt x="5326" y="16860"/>
                  </a:cubicBezTo>
                  <a:cubicBezTo>
                    <a:pt x="5326" y="16927"/>
                    <a:pt x="5326" y="16927"/>
                    <a:pt x="5326" y="16927"/>
                  </a:cubicBezTo>
                  <a:cubicBezTo>
                    <a:pt x="5363" y="16927"/>
                    <a:pt x="5363" y="16927"/>
                    <a:pt x="5363" y="16927"/>
                  </a:cubicBezTo>
                  <a:cubicBezTo>
                    <a:pt x="5400" y="16927"/>
                    <a:pt x="5400" y="16927"/>
                    <a:pt x="5400" y="16927"/>
                  </a:cubicBezTo>
                  <a:cubicBezTo>
                    <a:pt x="5400" y="16995"/>
                    <a:pt x="5400" y="16995"/>
                    <a:pt x="5400" y="16995"/>
                  </a:cubicBezTo>
                  <a:cubicBezTo>
                    <a:pt x="5363" y="16995"/>
                    <a:pt x="5363" y="16995"/>
                    <a:pt x="5363" y="16995"/>
                  </a:cubicBezTo>
                  <a:cubicBezTo>
                    <a:pt x="5326" y="16995"/>
                    <a:pt x="5326" y="16995"/>
                    <a:pt x="5326" y="16995"/>
                  </a:cubicBezTo>
                  <a:cubicBezTo>
                    <a:pt x="5363" y="16995"/>
                    <a:pt x="5363" y="16995"/>
                    <a:pt x="5363" y="16995"/>
                  </a:cubicBezTo>
                  <a:cubicBezTo>
                    <a:pt x="5400" y="16995"/>
                    <a:pt x="5400" y="16995"/>
                    <a:pt x="5400" y="16995"/>
                  </a:cubicBezTo>
                  <a:cubicBezTo>
                    <a:pt x="5436" y="17063"/>
                    <a:pt x="5436" y="17063"/>
                    <a:pt x="5436" y="17063"/>
                  </a:cubicBezTo>
                  <a:cubicBezTo>
                    <a:pt x="5436" y="16995"/>
                    <a:pt x="5436" y="16995"/>
                    <a:pt x="5436" y="16995"/>
                  </a:cubicBezTo>
                  <a:cubicBezTo>
                    <a:pt x="5473" y="16995"/>
                    <a:pt x="5473" y="16995"/>
                    <a:pt x="5473" y="16995"/>
                  </a:cubicBezTo>
                  <a:cubicBezTo>
                    <a:pt x="5510" y="17063"/>
                    <a:pt x="5510" y="17063"/>
                    <a:pt x="5510" y="17063"/>
                  </a:cubicBezTo>
                  <a:cubicBezTo>
                    <a:pt x="5510" y="17063"/>
                    <a:pt x="5510" y="17063"/>
                    <a:pt x="5510" y="17063"/>
                  </a:cubicBezTo>
                  <a:cubicBezTo>
                    <a:pt x="5510" y="17131"/>
                    <a:pt x="5510" y="17131"/>
                    <a:pt x="5510" y="17131"/>
                  </a:cubicBezTo>
                  <a:cubicBezTo>
                    <a:pt x="5510" y="17131"/>
                    <a:pt x="5510" y="17131"/>
                    <a:pt x="5510" y="17131"/>
                  </a:cubicBezTo>
                  <a:cubicBezTo>
                    <a:pt x="5473" y="17131"/>
                    <a:pt x="5473" y="17131"/>
                    <a:pt x="5473" y="17131"/>
                  </a:cubicBezTo>
                  <a:cubicBezTo>
                    <a:pt x="5400" y="17131"/>
                    <a:pt x="5400" y="17131"/>
                    <a:pt x="5400" y="17131"/>
                  </a:cubicBezTo>
                  <a:cubicBezTo>
                    <a:pt x="5363" y="17198"/>
                    <a:pt x="5363" y="17198"/>
                    <a:pt x="5363" y="17198"/>
                  </a:cubicBezTo>
                  <a:cubicBezTo>
                    <a:pt x="5326" y="17266"/>
                    <a:pt x="5326" y="17266"/>
                    <a:pt x="5326" y="17266"/>
                  </a:cubicBezTo>
                  <a:cubicBezTo>
                    <a:pt x="5326" y="17334"/>
                    <a:pt x="5326" y="17334"/>
                    <a:pt x="5326" y="17334"/>
                  </a:cubicBezTo>
                  <a:cubicBezTo>
                    <a:pt x="5363" y="17334"/>
                    <a:pt x="5363" y="17334"/>
                    <a:pt x="5363" y="17334"/>
                  </a:cubicBezTo>
                  <a:cubicBezTo>
                    <a:pt x="5363" y="17401"/>
                    <a:pt x="5363" y="17401"/>
                    <a:pt x="5363" y="17401"/>
                  </a:cubicBezTo>
                  <a:cubicBezTo>
                    <a:pt x="5363" y="17469"/>
                    <a:pt x="5363" y="17469"/>
                    <a:pt x="5363" y="17469"/>
                  </a:cubicBezTo>
                  <a:cubicBezTo>
                    <a:pt x="5326" y="17537"/>
                    <a:pt x="5326" y="17537"/>
                    <a:pt x="5326" y="17537"/>
                  </a:cubicBezTo>
                  <a:cubicBezTo>
                    <a:pt x="5326" y="17537"/>
                    <a:pt x="5326" y="17537"/>
                    <a:pt x="5326" y="17537"/>
                  </a:cubicBezTo>
                  <a:cubicBezTo>
                    <a:pt x="5289" y="17537"/>
                    <a:pt x="5289" y="17537"/>
                    <a:pt x="5289" y="17537"/>
                  </a:cubicBezTo>
                  <a:cubicBezTo>
                    <a:pt x="5326" y="17605"/>
                    <a:pt x="5326" y="17605"/>
                    <a:pt x="5326" y="17605"/>
                  </a:cubicBezTo>
                  <a:cubicBezTo>
                    <a:pt x="5326" y="17605"/>
                    <a:pt x="5326" y="17605"/>
                    <a:pt x="5326" y="17605"/>
                  </a:cubicBezTo>
                  <a:cubicBezTo>
                    <a:pt x="5363" y="17605"/>
                    <a:pt x="5363" y="17605"/>
                    <a:pt x="5363" y="17605"/>
                  </a:cubicBezTo>
                  <a:cubicBezTo>
                    <a:pt x="5363" y="17672"/>
                    <a:pt x="5363" y="17672"/>
                    <a:pt x="5363" y="17672"/>
                  </a:cubicBezTo>
                  <a:cubicBezTo>
                    <a:pt x="5400" y="17672"/>
                    <a:pt x="5400" y="17672"/>
                    <a:pt x="5400" y="17672"/>
                  </a:cubicBezTo>
                  <a:cubicBezTo>
                    <a:pt x="5436" y="17740"/>
                    <a:pt x="5436" y="17740"/>
                    <a:pt x="5436" y="17740"/>
                  </a:cubicBezTo>
                  <a:cubicBezTo>
                    <a:pt x="5436" y="17740"/>
                    <a:pt x="5436" y="17740"/>
                    <a:pt x="5436" y="17740"/>
                  </a:cubicBezTo>
                  <a:cubicBezTo>
                    <a:pt x="5510" y="17740"/>
                    <a:pt x="5510" y="17740"/>
                    <a:pt x="5510" y="17740"/>
                  </a:cubicBezTo>
                  <a:cubicBezTo>
                    <a:pt x="5510" y="17740"/>
                    <a:pt x="5510" y="17740"/>
                    <a:pt x="5510" y="17740"/>
                  </a:cubicBezTo>
                  <a:cubicBezTo>
                    <a:pt x="5510" y="18011"/>
                    <a:pt x="5510" y="18011"/>
                    <a:pt x="5510" y="18011"/>
                  </a:cubicBezTo>
                  <a:cubicBezTo>
                    <a:pt x="5510" y="18011"/>
                    <a:pt x="5510" y="18011"/>
                    <a:pt x="5510" y="18011"/>
                  </a:cubicBezTo>
                  <a:cubicBezTo>
                    <a:pt x="5436" y="18078"/>
                    <a:pt x="5436" y="18078"/>
                    <a:pt x="5436" y="18078"/>
                  </a:cubicBezTo>
                  <a:cubicBezTo>
                    <a:pt x="5400" y="18078"/>
                    <a:pt x="5400" y="18078"/>
                    <a:pt x="5400" y="18078"/>
                  </a:cubicBezTo>
                  <a:cubicBezTo>
                    <a:pt x="5363" y="18011"/>
                    <a:pt x="5363" y="18011"/>
                    <a:pt x="5363" y="18011"/>
                  </a:cubicBezTo>
                  <a:cubicBezTo>
                    <a:pt x="5326" y="18011"/>
                    <a:pt x="5326" y="18011"/>
                    <a:pt x="5326" y="18011"/>
                  </a:cubicBezTo>
                  <a:cubicBezTo>
                    <a:pt x="5326" y="18078"/>
                    <a:pt x="5326" y="18078"/>
                    <a:pt x="5326" y="18078"/>
                  </a:cubicBezTo>
                  <a:cubicBezTo>
                    <a:pt x="5326" y="18146"/>
                    <a:pt x="5326" y="18146"/>
                    <a:pt x="5326" y="18146"/>
                  </a:cubicBezTo>
                  <a:cubicBezTo>
                    <a:pt x="5289" y="18146"/>
                    <a:pt x="5289" y="18146"/>
                    <a:pt x="5289" y="18146"/>
                  </a:cubicBezTo>
                  <a:cubicBezTo>
                    <a:pt x="5215" y="18078"/>
                    <a:pt x="5215" y="18078"/>
                    <a:pt x="5215" y="18078"/>
                  </a:cubicBezTo>
                  <a:cubicBezTo>
                    <a:pt x="5178" y="18078"/>
                    <a:pt x="5178" y="18078"/>
                    <a:pt x="5178" y="18078"/>
                  </a:cubicBezTo>
                  <a:cubicBezTo>
                    <a:pt x="5141" y="18078"/>
                    <a:pt x="5141" y="18078"/>
                    <a:pt x="5141" y="18078"/>
                  </a:cubicBezTo>
                  <a:cubicBezTo>
                    <a:pt x="5141" y="18078"/>
                    <a:pt x="5141" y="18078"/>
                    <a:pt x="5141" y="18078"/>
                  </a:cubicBezTo>
                  <a:cubicBezTo>
                    <a:pt x="5104" y="18078"/>
                    <a:pt x="5104" y="18078"/>
                    <a:pt x="5104" y="18078"/>
                  </a:cubicBezTo>
                  <a:cubicBezTo>
                    <a:pt x="5067" y="18011"/>
                    <a:pt x="5067" y="18011"/>
                    <a:pt x="5067" y="18011"/>
                  </a:cubicBezTo>
                  <a:cubicBezTo>
                    <a:pt x="5104" y="18011"/>
                    <a:pt x="5104" y="18011"/>
                    <a:pt x="5104" y="18011"/>
                  </a:cubicBezTo>
                  <a:cubicBezTo>
                    <a:pt x="5104" y="17943"/>
                    <a:pt x="5104" y="17943"/>
                    <a:pt x="5104" y="17943"/>
                  </a:cubicBezTo>
                  <a:cubicBezTo>
                    <a:pt x="5104" y="17943"/>
                    <a:pt x="5104" y="17943"/>
                    <a:pt x="5104" y="17943"/>
                  </a:cubicBezTo>
                  <a:cubicBezTo>
                    <a:pt x="5067" y="17875"/>
                    <a:pt x="5067" y="17875"/>
                    <a:pt x="5067" y="17875"/>
                  </a:cubicBezTo>
                  <a:cubicBezTo>
                    <a:pt x="5030" y="17943"/>
                    <a:pt x="5030" y="17943"/>
                    <a:pt x="5030" y="17943"/>
                  </a:cubicBezTo>
                  <a:cubicBezTo>
                    <a:pt x="4993" y="17943"/>
                    <a:pt x="4993" y="17943"/>
                    <a:pt x="4993" y="17943"/>
                  </a:cubicBezTo>
                  <a:cubicBezTo>
                    <a:pt x="4956" y="17943"/>
                    <a:pt x="4956" y="17943"/>
                    <a:pt x="4956" y="17943"/>
                  </a:cubicBezTo>
                  <a:cubicBezTo>
                    <a:pt x="4993" y="18011"/>
                    <a:pt x="4993" y="18011"/>
                    <a:pt x="4993" y="18011"/>
                  </a:cubicBezTo>
                  <a:cubicBezTo>
                    <a:pt x="4919" y="18011"/>
                    <a:pt x="4919" y="18011"/>
                    <a:pt x="4919" y="18011"/>
                  </a:cubicBezTo>
                  <a:cubicBezTo>
                    <a:pt x="4919" y="18011"/>
                    <a:pt x="4919" y="18011"/>
                    <a:pt x="4919" y="18011"/>
                  </a:cubicBezTo>
                  <a:cubicBezTo>
                    <a:pt x="4882" y="17943"/>
                    <a:pt x="4882" y="17943"/>
                    <a:pt x="4882" y="17943"/>
                  </a:cubicBezTo>
                  <a:cubicBezTo>
                    <a:pt x="4845" y="17943"/>
                    <a:pt x="4845" y="17943"/>
                    <a:pt x="4845" y="17943"/>
                  </a:cubicBezTo>
                  <a:cubicBezTo>
                    <a:pt x="4808" y="17943"/>
                    <a:pt x="4808" y="17943"/>
                    <a:pt x="4808" y="17943"/>
                  </a:cubicBezTo>
                  <a:cubicBezTo>
                    <a:pt x="4808" y="17943"/>
                    <a:pt x="4808" y="17943"/>
                    <a:pt x="4808" y="17943"/>
                  </a:cubicBezTo>
                  <a:cubicBezTo>
                    <a:pt x="4771" y="17943"/>
                    <a:pt x="4771" y="17943"/>
                    <a:pt x="4771" y="17943"/>
                  </a:cubicBezTo>
                  <a:cubicBezTo>
                    <a:pt x="4771" y="18011"/>
                    <a:pt x="4771" y="18011"/>
                    <a:pt x="4771" y="18011"/>
                  </a:cubicBezTo>
                  <a:cubicBezTo>
                    <a:pt x="4734" y="18011"/>
                    <a:pt x="4734" y="18011"/>
                    <a:pt x="4734" y="18011"/>
                  </a:cubicBezTo>
                  <a:cubicBezTo>
                    <a:pt x="4734" y="18078"/>
                    <a:pt x="4734" y="18078"/>
                    <a:pt x="4734" y="18078"/>
                  </a:cubicBezTo>
                  <a:cubicBezTo>
                    <a:pt x="4697" y="18146"/>
                    <a:pt x="4697" y="18146"/>
                    <a:pt x="4697" y="18146"/>
                  </a:cubicBezTo>
                  <a:cubicBezTo>
                    <a:pt x="4660" y="18146"/>
                    <a:pt x="4660" y="18146"/>
                    <a:pt x="4660" y="18146"/>
                  </a:cubicBezTo>
                  <a:cubicBezTo>
                    <a:pt x="4660" y="18078"/>
                    <a:pt x="4660" y="18078"/>
                    <a:pt x="4660" y="18078"/>
                  </a:cubicBezTo>
                  <a:cubicBezTo>
                    <a:pt x="4586" y="18078"/>
                    <a:pt x="4586" y="18078"/>
                    <a:pt x="4586" y="18078"/>
                  </a:cubicBezTo>
                  <a:cubicBezTo>
                    <a:pt x="4586" y="18011"/>
                    <a:pt x="4586" y="18011"/>
                    <a:pt x="4586" y="18011"/>
                  </a:cubicBezTo>
                  <a:cubicBezTo>
                    <a:pt x="4549" y="18078"/>
                    <a:pt x="4549" y="18078"/>
                    <a:pt x="4549" y="18078"/>
                  </a:cubicBezTo>
                  <a:cubicBezTo>
                    <a:pt x="4549" y="18146"/>
                    <a:pt x="4549" y="18146"/>
                    <a:pt x="4549" y="18146"/>
                  </a:cubicBezTo>
                  <a:cubicBezTo>
                    <a:pt x="4512" y="18146"/>
                    <a:pt x="4512" y="18146"/>
                    <a:pt x="4512" y="18146"/>
                  </a:cubicBezTo>
                  <a:cubicBezTo>
                    <a:pt x="4512" y="18146"/>
                    <a:pt x="4512" y="18146"/>
                    <a:pt x="4512" y="18146"/>
                  </a:cubicBezTo>
                  <a:cubicBezTo>
                    <a:pt x="4512" y="18078"/>
                    <a:pt x="4512" y="18078"/>
                    <a:pt x="4512" y="18078"/>
                  </a:cubicBezTo>
                  <a:cubicBezTo>
                    <a:pt x="4475" y="18078"/>
                    <a:pt x="4475" y="18078"/>
                    <a:pt x="4475" y="18078"/>
                  </a:cubicBezTo>
                  <a:cubicBezTo>
                    <a:pt x="4475" y="18078"/>
                    <a:pt x="4475" y="18078"/>
                    <a:pt x="4475" y="18078"/>
                  </a:cubicBezTo>
                  <a:cubicBezTo>
                    <a:pt x="4401" y="18011"/>
                    <a:pt x="4401" y="18011"/>
                    <a:pt x="4401" y="18011"/>
                  </a:cubicBezTo>
                  <a:cubicBezTo>
                    <a:pt x="4401" y="17943"/>
                    <a:pt x="4401" y="17943"/>
                    <a:pt x="4401" y="17943"/>
                  </a:cubicBezTo>
                  <a:cubicBezTo>
                    <a:pt x="4364" y="17943"/>
                    <a:pt x="4364" y="17943"/>
                    <a:pt x="4364" y="17943"/>
                  </a:cubicBezTo>
                  <a:cubicBezTo>
                    <a:pt x="4327" y="17875"/>
                    <a:pt x="4327" y="17875"/>
                    <a:pt x="4327" y="17875"/>
                  </a:cubicBezTo>
                  <a:cubicBezTo>
                    <a:pt x="4290" y="17875"/>
                    <a:pt x="4290" y="17875"/>
                    <a:pt x="4290" y="17875"/>
                  </a:cubicBezTo>
                  <a:cubicBezTo>
                    <a:pt x="4290" y="17808"/>
                    <a:pt x="4290" y="17808"/>
                    <a:pt x="4290" y="17808"/>
                  </a:cubicBezTo>
                  <a:cubicBezTo>
                    <a:pt x="4253" y="17808"/>
                    <a:pt x="4253" y="17808"/>
                    <a:pt x="4253" y="17808"/>
                  </a:cubicBezTo>
                  <a:cubicBezTo>
                    <a:pt x="4179" y="17875"/>
                    <a:pt x="4179" y="17875"/>
                    <a:pt x="4179" y="17875"/>
                  </a:cubicBezTo>
                  <a:cubicBezTo>
                    <a:pt x="4142" y="17808"/>
                    <a:pt x="4142" y="17808"/>
                    <a:pt x="4142" y="17808"/>
                  </a:cubicBezTo>
                  <a:cubicBezTo>
                    <a:pt x="4142" y="17740"/>
                    <a:pt x="4142" y="17740"/>
                    <a:pt x="4142" y="17740"/>
                  </a:cubicBezTo>
                  <a:cubicBezTo>
                    <a:pt x="4105" y="17740"/>
                    <a:pt x="4105" y="17740"/>
                    <a:pt x="4105" y="17740"/>
                  </a:cubicBezTo>
                  <a:cubicBezTo>
                    <a:pt x="4068" y="17808"/>
                    <a:pt x="4068" y="17808"/>
                    <a:pt x="4068" y="17808"/>
                  </a:cubicBezTo>
                  <a:cubicBezTo>
                    <a:pt x="4031" y="17808"/>
                    <a:pt x="4031" y="17808"/>
                    <a:pt x="4031" y="17808"/>
                  </a:cubicBezTo>
                  <a:cubicBezTo>
                    <a:pt x="4031" y="17808"/>
                    <a:pt x="4031" y="17808"/>
                    <a:pt x="4031" y="17808"/>
                  </a:cubicBezTo>
                  <a:cubicBezTo>
                    <a:pt x="4031" y="17875"/>
                    <a:pt x="4031" y="17875"/>
                    <a:pt x="4031" y="17875"/>
                  </a:cubicBezTo>
                  <a:cubicBezTo>
                    <a:pt x="4031" y="17808"/>
                    <a:pt x="4031" y="17808"/>
                    <a:pt x="4031" y="17808"/>
                  </a:cubicBezTo>
                  <a:cubicBezTo>
                    <a:pt x="3994" y="17808"/>
                    <a:pt x="3994" y="17808"/>
                    <a:pt x="3994" y="17808"/>
                  </a:cubicBezTo>
                  <a:cubicBezTo>
                    <a:pt x="3994" y="17875"/>
                    <a:pt x="3994" y="17875"/>
                    <a:pt x="3994" y="17875"/>
                  </a:cubicBezTo>
                  <a:cubicBezTo>
                    <a:pt x="3957" y="17943"/>
                    <a:pt x="3957" y="17943"/>
                    <a:pt x="3957" y="17943"/>
                  </a:cubicBezTo>
                  <a:cubicBezTo>
                    <a:pt x="3957" y="17875"/>
                    <a:pt x="3957" y="17875"/>
                    <a:pt x="3957" y="17875"/>
                  </a:cubicBezTo>
                  <a:cubicBezTo>
                    <a:pt x="3957" y="17808"/>
                    <a:pt x="3957" y="17808"/>
                    <a:pt x="3957" y="17808"/>
                  </a:cubicBezTo>
                  <a:cubicBezTo>
                    <a:pt x="3957" y="17808"/>
                    <a:pt x="3957" y="17808"/>
                    <a:pt x="3957" y="17808"/>
                  </a:cubicBezTo>
                  <a:cubicBezTo>
                    <a:pt x="3920" y="17808"/>
                    <a:pt x="3920" y="17808"/>
                    <a:pt x="3920" y="17808"/>
                  </a:cubicBezTo>
                  <a:cubicBezTo>
                    <a:pt x="3883" y="17740"/>
                    <a:pt x="3883" y="17740"/>
                    <a:pt x="3883" y="17740"/>
                  </a:cubicBezTo>
                  <a:cubicBezTo>
                    <a:pt x="3883" y="17740"/>
                    <a:pt x="3883" y="17740"/>
                    <a:pt x="3883" y="17740"/>
                  </a:cubicBezTo>
                  <a:cubicBezTo>
                    <a:pt x="3883" y="17808"/>
                    <a:pt x="3883" y="17808"/>
                    <a:pt x="3883" y="17808"/>
                  </a:cubicBezTo>
                  <a:cubicBezTo>
                    <a:pt x="3883" y="17875"/>
                    <a:pt x="3883" y="17875"/>
                    <a:pt x="3883" y="17875"/>
                  </a:cubicBezTo>
                  <a:cubicBezTo>
                    <a:pt x="3846" y="17875"/>
                    <a:pt x="3846" y="17875"/>
                    <a:pt x="3846" y="17875"/>
                  </a:cubicBezTo>
                  <a:cubicBezTo>
                    <a:pt x="3809" y="17875"/>
                    <a:pt x="3809" y="17875"/>
                    <a:pt x="3809" y="17875"/>
                  </a:cubicBezTo>
                  <a:cubicBezTo>
                    <a:pt x="3809" y="17943"/>
                    <a:pt x="3809" y="17943"/>
                    <a:pt x="3809" y="17943"/>
                  </a:cubicBezTo>
                  <a:cubicBezTo>
                    <a:pt x="3772" y="17943"/>
                    <a:pt x="3772" y="17943"/>
                    <a:pt x="3772" y="17943"/>
                  </a:cubicBezTo>
                  <a:cubicBezTo>
                    <a:pt x="3735" y="18011"/>
                    <a:pt x="3735" y="18011"/>
                    <a:pt x="3735" y="18011"/>
                  </a:cubicBezTo>
                  <a:cubicBezTo>
                    <a:pt x="3735" y="18078"/>
                    <a:pt x="3735" y="18078"/>
                    <a:pt x="3735" y="18078"/>
                  </a:cubicBezTo>
                  <a:cubicBezTo>
                    <a:pt x="3735" y="18146"/>
                    <a:pt x="3735" y="18146"/>
                    <a:pt x="3735" y="18146"/>
                  </a:cubicBezTo>
                  <a:cubicBezTo>
                    <a:pt x="3735" y="18146"/>
                    <a:pt x="3735" y="18146"/>
                    <a:pt x="3735" y="18146"/>
                  </a:cubicBezTo>
                  <a:cubicBezTo>
                    <a:pt x="3698" y="18146"/>
                    <a:pt x="3698" y="18146"/>
                    <a:pt x="3698" y="18146"/>
                  </a:cubicBezTo>
                  <a:cubicBezTo>
                    <a:pt x="3624" y="18214"/>
                    <a:pt x="3624" y="18214"/>
                    <a:pt x="3624" y="18214"/>
                  </a:cubicBezTo>
                  <a:cubicBezTo>
                    <a:pt x="3661" y="18417"/>
                    <a:pt x="3661" y="18417"/>
                    <a:pt x="3661" y="18417"/>
                  </a:cubicBezTo>
                  <a:cubicBezTo>
                    <a:pt x="3661" y="18417"/>
                    <a:pt x="3661" y="18417"/>
                    <a:pt x="3661" y="18417"/>
                  </a:cubicBezTo>
                  <a:cubicBezTo>
                    <a:pt x="3661" y="18485"/>
                    <a:pt x="3661" y="18485"/>
                    <a:pt x="3661" y="18485"/>
                  </a:cubicBezTo>
                  <a:cubicBezTo>
                    <a:pt x="3624" y="18552"/>
                    <a:pt x="3624" y="18552"/>
                    <a:pt x="3624" y="18552"/>
                  </a:cubicBezTo>
                  <a:cubicBezTo>
                    <a:pt x="3550" y="18485"/>
                    <a:pt x="3550" y="18485"/>
                    <a:pt x="3550" y="18485"/>
                  </a:cubicBezTo>
                  <a:cubicBezTo>
                    <a:pt x="3550" y="18417"/>
                    <a:pt x="3550" y="18417"/>
                    <a:pt x="3550" y="18417"/>
                  </a:cubicBezTo>
                  <a:cubicBezTo>
                    <a:pt x="3476" y="18282"/>
                    <a:pt x="3476" y="18282"/>
                    <a:pt x="3476" y="18282"/>
                  </a:cubicBezTo>
                  <a:cubicBezTo>
                    <a:pt x="3439" y="18349"/>
                    <a:pt x="3439" y="18349"/>
                    <a:pt x="3439" y="18349"/>
                  </a:cubicBezTo>
                  <a:cubicBezTo>
                    <a:pt x="3439" y="18417"/>
                    <a:pt x="3439" y="18417"/>
                    <a:pt x="3439" y="18417"/>
                  </a:cubicBezTo>
                  <a:cubicBezTo>
                    <a:pt x="3402" y="18485"/>
                    <a:pt x="3402" y="18485"/>
                    <a:pt x="3402" y="18485"/>
                  </a:cubicBezTo>
                  <a:cubicBezTo>
                    <a:pt x="3365" y="18552"/>
                    <a:pt x="3365" y="18552"/>
                    <a:pt x="3365" y="18552"/>
                  </a:cubicBezTo>
                  <a:cubicBezTo>
                    <a:pt x="3365" y="18688"/>
                    <a:pt x="3365" y="18688"/>
                    <a:pt x="3365" y="18688"/>
                  </a:cubicBezTo>
                  <a:cubicBezTo>
                    <a:pt x="3402" y="18688"/>
                    <a:pt x="3402" y="18688"/>
                    <a:pt x="3402" y="18688"/>
                  </a:cubicBezTo>
                  <a:cubicBezTo>
                    <a:pt x="3365" y="18891"/>
                    <a:pt x="3365" y="18891"/>
                    <a:pt x="3365" y="18891"/>
                  </a:cubicBezTo>
                  <a:cubicBezTo>
                    <a:pt x="3365" y="18959"/>
                    <a:pt x="3365" y="18959"/>
                    <a:pt x="3365" y="18959"/>
                  </a:cubicBezTo>
                  <a:cubicBezTo>
                    <a:pt x="3439" y="19026"/>
                    <a:pt x="3439" y="19026"/>
                    <a:pt x="3439" y="19026"/>
                  </a:cubicBezTo>
                  <a:cubicBezTo>
                    <a:pt x="3439" y="19094"/>
                    <a:pt x="3439" y="19094"/>
                    <a:pt x="3439" y="19094"/>
                  </a:cubicBezTo>
                  <a:cubicBezTo>
                    <a:pt x="3439" y="19094"/>
                    <a:pt x="3439" y="19094"/>
                    <a:pt x="3439" y="19094"/>
                  </a:cubicBezTo>
                  <a:cubicBezTo>
                    <a:pt x="3513" y="19230"/>
                    <a:pt x="3513" y="19230"/>
                    <a:pt x="3513" y="19230"/>
                  </a:cubicBezTo>
                  <a:cubicBezTo>
                    <a:pt x="3513" y="19162"/>
                    <a:pt x="3513" y="19162"/>
                    <a:pt x="3513" y="19162"/>
                  </a:cubicBezTo>
                  <a:cubicBezTo>
                    <a:pt x="3624" y="19230"/>
                    <a:pt x="3624" y="19230"/>
                    <a:pt x="3624" y="19230"/>
                  </a:cubicBezTo>
                  <a:cubicBezTo>
                    <a:pt x="3698" y="19297"/>
                    <a:pt x="3698" y="19297"/>
                    <a:pt x="3698" y="19297"/>
                  </a:cubicBezTo>
                  <a:cubicBezTo>
                    <a:pt x="3772" y="19500"/>
                    <a:pt x="3772" y="19500"/>
                    <a:pt x="3772" y="19500"/>
                  </a:cubicBezTo>
                  <a:cubicBezTo>
                    <a:pt x="3698" y="19500"/>
                    <a:pt x="3698" y="19500"/>
                    <a:pt x="3698" y="19500"/>
                  </a:cubicBezTo>
                  <a:cubicBezTo>
                    <a:pt x="3698" y="19568"/>
                    <a:pt x="3698" y="19568"/>
                    <a:pt x="3698" y="19568"/>
                  </a:cubicBezTo>
                  <a:cubicBezTo>
                    <a:pt x="3735" y="19636"/>
                    <a:pt x="3735" y="19636"/>
                    <a:pt x="3735" y="19636"/>
                  </a:cubicBezTo>
                  <a:cubicBezTo>
                    <a:pt x="3809" y="19568"/>
                    <a:pt x="3809" y="19568"/>
                    <a:pt x="3809" y="19568"/>
                  </a:cubicBezTo>
                  <a:cubicBezTo>
                    <a:pt x="3846" y="19636"/>
                    <a:pt x="3846" y="19636"/>
                    <a:pt x="3846" y="19636"/>
                  </a:cubicBezTo>
                  <a:cubicBezTo>
                    <a:pt x="3846" y="19636"/>
                    <a:pt x="3846" y="19636"/>
                    <a:pt x="3846" y="19636"/>
                  </a:cubicBezTo>
                  <a:cubicBezTo>
                    <a:pt x="3846" y="19636"/>
                    <a:pt x="3846" y="19636"/>
                    <a:pt x="3846" y="19636"/>
                  </a:cubicBezTo>
                  <a:cubicBezTo>
                    <a:pt x="3846" y="19636"/>
                    <a:pt x="3846" y="19636"/>
                    <a:pt x="3846" y="19636"/>
                  </a:cubicBezTo>
                  <a:cubicBezTo>
                    <a:pt x="3846" y="19704"/>
                    <a:pt x="3846" y="19704"/>
                    <a:pt x="3846" y="19704"/>
                  </a:cubicBezTo>
                  <a:cubicBezTo>
                    <a:pt x="3809" y="19704"/>
                    <a:pt x="3809" y="19704"/>
                    <a:pt x="3809" y="19704"/>
                  </a:cubicBezTo>
                  <a:cubicBezTo>
                    <a:pt x="3809" y="19704"/>
                    <a:pt x="3809" y="19704"/>
                    <a:pt x="3809" y="19704"/>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772" y="19771"/>
                    <a:pt x="3772" y="19771"/>
                    <a:pt x="3772" y="19771"/>
                  </a:cubicBezTo>
                  <a:cubicBezTo>
                    <a:pt x="3735" y="19771"/>
                    <a:pt x="3735" y="19771"/>
                    <a:pt x="3735" y="19771"/>
                  </a:cubicBezTo>
                  <a:cubicBezTo>
                    <a:pt x="3735" y="19771"/>
                    <a:pt x="3735" y="19771"/>
                    <a:pt x="3735" y="19771"/>
                  </a:cubicBezTo>
                  <a:cubicBezTo>
                    <a:pt x="3772" y="19839"/>
                    <a:pt x="3772" y="19839"/>
                    <a:pt x="3772" y="19839"/>
                  </a:cubicBezTo>
                  <a:cubicBezTo>
                    <a:pt x="3772" y="19839"/>
                    <a:pt x="3772" y="19839"/>
                    <a:pt x="3772" y="19839"/>
                  </a:cubicBezTo>
                  <a:cubicBezTo>
                    <a:pt x="3772" y="19907"/>
                    <a:pt x="3772" y="19907"/>
                    <a:pt x="3772" y="19907"/>
                  </a:cubicBezTo>
                  <a:cubicBezTo>
                    <a:pt x="3772" y="19839"/>
                    <a:pt x="3772" y="19839"/>
                    <a:pt x="3772" y="19839"/>
                  </a:cubicBezTo>
                  <a:cubicBezTo>
                    <a:pt x="3772" y="19839"/>
                    <a:pt x="3735" y="19839"/>
                    <a:pt x="3735" y="19839"/>
                  </a:cubicBezTo>
                  <a:cubicBezTo>
                    <a:pt x="3735" y="19839"/>
                    <a:pt x="3698" y="19839"/>
                    <a:pt x="3698" y="19839"/>
                  </a:cubicBezTo>
                  <a:cubicBezTo>
                    <a:pt x="3698" y="19839"/>
                    <a:pt x="3698" y="19839"/>
                    <a:pt x="3698" y="19839"/>
                  </a:cubicBezTo>
                  <a:cubicBezTo>
                    <a:pt x="3735" y="19839"/>
                    <a:pt x="3735" y="19839"/>
                    <a:pt x="3735" y="19839"/>
                  </a:cubicBezTo>
                  <a:cubicBezTo>
                    <a:pt x="3735" y="19907"/>
                    <a:pt x="3735" y="19907"/>
                    <a:pt x="3735" y="19907"/>
                  </a:cubicBezTo>
                  <a:cubicBezTo>
                    <a:pt x="3698" y="19907"/>
                    <a:pt x="3698" y="19907"/>
                    <a:pt x="3698" y="19907"/>
                  </a:cubicBezTo>
                  <a:cubicBezTo>
                    <a:pt x="3698" y="19907"/>
                    <a:pt x="3698" y="19907"/>
                    <a:pt x="3698" y="19907"/>
                  </a:cubicBezTo>
                  <a:cubicBezTo>
                    <a:pt x="3661" y="19974"/>
                    <a:pt x="3661" y="19974"/>
                    <a:pt x="3661" y="19974"/>
                  </a:cubicBezTo>
                  <a:cubicBezTo>
                    <a:pt x="3661" y="19907"/>
                    <a:pt x="3661" y="19907"/>
                    <a:pt x="3661" y="19907"/>
                  </a:cubicBezTo>
                  <a:cubicBezTo>
                    <a:pt x="3661" y="19974"/>
                    <a:pt x="3661" y="19974"/>
                    <a:pt x="3661" y="19974"/>
                  </a:cubicBezTo>
                  <a:cubicBezTo>
                    <a:pt x="3624" y="19974"/>
                    <a:pt x="3624" y="19974"/>
                    <a:pt x="3624" y="19974"/>
                  </a:cubicBezTo>
                  <a:cubicBezTo>
                    <a:pt x="3624" y="19974"/>
                    <a:pt x="3624" y="19974"/>
                    <a:pt x="3624" y="19974"/>
                  </a:cubicBezTo>
                  <a:cubicBezTo>
                    <a:pt x="3587" y="19907"/>
                    <a:pt x="3587" y="19907"/>
                    <a:pt x="3587" y="19907"/>
                  </a:cubicBezTo>
                  <a:cubicBezTo>
                    <a:pt x="3587" y="19974"/>
                    <a:pt x="3587" y="19974"/>
                    <a:pt x="3587" y="19974"/>
                  </a:cubicBezTo>
                  <a:cubicBezTo>
                    <a:pt x="3587" y="20042"/>
                    <a:pt x="3587" y="20042"/>
                    <a:pt x="3587" y="20042"/>
                  </a:cubicBezTo>
                  <a:cubicBezTo>
                    <a:pt x="3587" y="20042"/>
                    <a:pt x="3587" y="20042"/>
                    <a:pt x="3587" y="20042"/>
                  </a:cubicBezTo>
                  <a:cubicBezTo>
                    <a:pt x="3550" y="20110"/>
                    <a:pt x="3550" y="20110"/>
                    <a:pt x="3550" y="20110"/>
                  </a:cubicBezTo>
                  <a:cubicBezTo>
                    <a:pt x="3550" y="20178"/>
                    <a:pt x="3550" y="20178"/>
                    <a:pt x="3550" y="20178"/>
                  </a:cubicBezTo>
                  <a:cubicBezTo>
                    <a:pt x="3550" y="20178"/>
                    <a:pt x="3550" y="20178"/>
                    <a:pt x="3550" y="20178"/>
                  </a:cubicBezTo>
                  <a:cubicBezTo>
                    <a:pt x="3550" y="20313"/>
                    <a:pt x="3550" y="20313"/>
                    <a:pt x="3550" y="20313"/>
                  </a:cubicBezTo>
                  <a:cubicBezTo>
                    <a:pt x="3513" y="20313"/>
                    <a:pt x="3513" y="20313"/>
                    <a:pt x="3513" y="20313"/>
                  </a:cubicBezTo>
                  <a:cubicBezTo>
                    <a:pt x="3513" y="20381"/>
                    <a:pt x="3513" y="20381"/>
                    <a:pt x="3513" y="20381"/>
                  </a:cubicBezTo>
                  <a:cubicBezTo>
                    <a:pt x="3513" y="20448"/>
                    <a:pt x="3513" y="20448"/>
                    <a:pt x="3513" y="20448"/>
                  </a:cubicBezTo>
                  <a:cubicBezTo>
                    <a:pt x="3550" y="20448"/>
                    <a:pt x="3550" y="20448"/>
                    <a:pt x="3550" y="20448"/>
                  </a:cubicBezTo>
                  <a:cubicBezTo>
                    <a:pt x="3587" y="20448"/>
                    <a:pt x="3587" y="20448"/>
                    <a:pt x="3587" y="20448"/>
                  </a:cubicBezTo>
                  <a:cubicBezTo>
                    <a:pt x="3587" y="20516"/>
                    <a:pt x="3587" y="20516"/>
                    <a:pt x="3587" y="20516"/>
                  </a:cubicBezTo>
                  <a:cubicBezTo>
                    <a:pt x="3624" y="20516"/>
                    <a:pt x="3624" y="20516"/>
                    <a:pt x="3624" y="20516"/>
                  </a:cubicBezTo>
                  <a:cubicBezTo>
                    <a:pt x="3624" y="20584"/>
                    <a:pt x="3624" y="20584"/>
                    <a:pt x="3624" y="20584"/>
                  </a:cubicBezTo>
                  <a:cubicBezTo>
                    <a:pt x="3661" y="20652"/>
                    <a:pt x="3661" y="20652"/>
                    <a:pt x="3661" y="20652"/>
                  </a:cubicBezTo>
                  <a:cubicBezTo>
                    <a:pt x="3661" y="20584"/>
                    <a:pt x="3661" y="20584"/>
                    <a:pt x="3661" y="20584"/>
                  </a:cubicBezTo>
                  <a:cubicBezTo>
                    <a:pt x="3698" y="20584"/>
                    <a:pt x="3698" y="20584"/>
                    <a:pt x="3698" y="20584"/>
                  </a:cubicBezTo>
                  <a:cubicBezTo>
                    <a:pt x="3698" y="20652"/>
                    <a:pt x="3698" y="20652"/>
                    <a:pt x="3698" y="20652"/>
                  </a:cubicBezTo>
                  <a:cubicBezTo>
                    <a:pt x="3661" y="20719"/>
                    <a:pt x="3661" y="20719"/>
                    <a:pt x="3661" y="20719"/>
                  </a:cubicBezTo>
                  <a:cubicBezTo>
                    <a:pt x="3661" y="20719"/>
                    <a:pt x="3661" y="20719"/>
                    <a:pt x="3661" y="20719"/>
                  </a:cubicBezTo>
                  <a:cubicBezTo>
                    <a:pt x="3661" y="20719"/>
                    <a:pt x="3661" y="20719"/>
                    <a:pt x="3661" y="20719"/>
                  </a:cubicBezTo>
                  <a:cubicBezTo>
                    <a:pt x="3661" y="20719"/>
                    <a:pt x="3661" y="20719"/>
                    <a:pt x="3661" y="20719"/>
                  </a:cubicBezTo>
                  <a:cubicBezTo>
                    <a:pt x="3698" y="20787"/>
                    <a:pt x="3698" y="20787"/>
                    <a:pt x="3698" y="20787"/>
                  </a:cubicBezTo>
                  <a:cubicBezTo>
                    <a:pt x="3698" y="20787"/>
                    <a:pt x="3698" y="20787"/>
                    <a:pt x="3698" y="20787"/>
                  </a:cubicBezTo>
                  <a:cubicBezTo>
                    <a:pt x="3698" y="20855"/>
                    <a:pt x="3698" y="20855"/>
                    <a:pt x="3698" y="20855"/>
                  </a:cubicBezTo>
                  <a:cubicBezTo>
                    <a:pt x="3735" y="20922"/>
                    <a:pt x="3735" y="20922"/>
                    <a:pt x="3735" y="20922"/>
                  </a:cubicBezTo>
                  <a:cubicBezTo>
                    <a:pt x="3735" y="20990"/>
                    <a:pt x="3735" y="20990"/>
                    <a:pt x="3735" y="20990"/>
                  </a:cubicBezTo>
                  <a:cubicBezTo>
                    <a:pt x="3809" y="21126"/>
                    <a:pt x="3809" y="21126"/>
                    <a:pt x="3809" y="21126"/>
                  </a:cubicBezTo>
                  <a:cubicBezTo>
                    <a:pt x="3883" y="21261"/>
                    <a:pt x="3883" y="21261"/>
                    <a:pt x="3883" y="21261"/>
                  </a:cubicBezTo>
                  <a:cubicBezTo>
                    <a:pt x="3883" y="21261"/>
                    <a:pt x="3883" y="21261"/>
                    <a:pt x="3883" y="21261"/>
                  </a:cubicBezTo>
                  <a:cubicBezTo>
                    <a:pt x="3883" y="21261"/>
                    <a:pt x="3883" y="21261"/>
                    <a:pt x="3883" y="21261"/>
                  </a:cubicBezTo>
                  <a:cubicBezTo>
                    <a:pt x="3846" y="21396"/>
                    <a:pt x="3846" y="21396"/>
                    <a:pt x="3846" y="21396"/>
                  </a:cubicBezTo>
                  <a:cubicBezTo>
                    <a:pt x="3772" y="21396"/>
                    <a:pt x="3772" y="21396"/>
                    <a:pt x="3772" y="21396"/>
                  </a:cubicBezTo>
                  <a:cubicBezTo>
                    <a:pt x="3772" y="21464"/>
                    <a:pt x="3772" y="21464"/>
                    <a:pt x="3772" y="21464"/>
                  </a:cubicBezTo>
                  <a:cubicBezTo>
                    <a:pt x="3698" y="21464"/>
                    <a:pt x="3698" y="21464"/>
                    <a:pt x="3698" y="21464"/>
                  </a:cubicBezTo>
                  <a:cubicBezTo>
                    <a:pt x="3661" y="21396"/>
                    <a:pt x="3661" y="21396"/>
                    <a:pt x="3661" y="21396"/>
                  </a:cubicBezTo>
                  <a:cubicBezTo>
                    <a:pt x="3587" y="21329"/>
                    <a:pt x="3587" y="21329"/>
                    <a:pt x="3587" y="21329"/>
                  </a:cubicBezTo>
                  <a:cubicBezTo>
                    <a:pt x="3550" y="21261"/>
                    <a:pt x="3550" y="21261"/>
                    <a:pt x="3550" y="21261"/>
                  </a:cubicBezTo>
                  <a:cubicBezTo>
                    <a:pt x="3550" y="21396"/>
                    <a:pt x="3550" y="21396"/>
                    <a:pt x="3550" y="21396"/>
                  </a:cubicBezTo>
                  <a:cubicBezTo>
                    <a:pt x="3587" y="21396"/>
                    <a:pt x="3587" y="21396"/>
                    <a:pt x="3587" y="21396"/>
                  </a:cubicBezTo>
                  <a:cubicBezTo>
                    <a:pt x="3587" y="21464"/>
                    <a:pt x="3587" y="21464"/>
                    <a:pt x="3587" y="21464"/>
                  </a:cubicBezTo>
                  <a:cubicBezTo>
                    <a:pt x="3587" y="21600"/>
                    <a:pt x="3587" y="21600"/>
                    <a:pt x="3587" y="21600"/>
                  </a:cubicBezTo>
                  <a:cubicBezTo>
                    <a:pt x="3550" y="21532"/>
                    <a:pt x="3550" y="21532"/>
                    <a:pt x="3550" y="21532"/>
                  </a:cubicBezTo>
                  <a:cubicBezTo>
                    <a:pt x="3476" y="21532"/>
                    <a:pt x="3476" y="21532"/>
                    <a:pt x="3476" y="21532"/>
                  </a:cubicBezTo>
                  <a:cubicBezTo>
                    <a:pt x="3365" y="21464"/>
                    <a:pt x="3365" y="21464"/>
                    <a:pt x="3365" y="21464"/>
                  </a:cubicBezTo>
                  <a:cubicBezTo>
                    <a:pt x="3328" y="21464"/>
                    <a:pt x="3328" y="21464"/>
                    <a:pt x="3328" y="21464"/>
                  </a:cubicBezTo>
                  <a:cubicBezTo>
                    <a:pt x="3328" y="21532"/>
                    <a:pt x="3328" y="21532"/>
                    <a:pt x="3328" y="21532"/>
                  </a:cubicBezTo>
                  <a:cubicBezTo>
                    <a:pt x="3365" y="21600"/>
                    <a:pt x="3365" y="21600"/>
                    <a:pt x="3365" y="21600"/>
                  </a:cubicBezTo>
                  <a:cubicBezTo>
                    <a:pt x="3328" y="21532"/>
                    <a:pt x="3328" y="21532"/>
                    <a:pt x="3328" y="21532"/>
                  </a:cubicBezTo>
                  <a:cubicBezTo>
                    <a:pt x="3217" y="21532"/>
                    <a:pt x="3217" y="21532"/>
                    <a:pt x="3217" y="21532"/>
                  </a:cubicBezTo>
                  <a:cubicBezTo>
                    <a:pt x="3180" y="21532"/>
                    <a:pt x="3180" y="21532"/>
                    <a:pt x="3180" y="21532"/>
                  </a:cubicBezTo>
                  <a:cubicBezTo>
                    <a:pt x="3106" y="21532"/>
                    <a:pt x="3106" y="21532"/>
                    <a:pt x="3106" y="21532"/>
                  </a:cubicBezTo>
                  <a:cubicBezTo>
                    <a:pt x="3069" y="21532"/>
                    <a:pt x="3069" y="21532"/>
                    <a:pt x="3069" y="21532"/>
                  </a:cubicBezTo>
                  <a:cubicBezTo>
                    <a:pt x="3069" y="21532"/>
                    <a:pt x="3069" y="21532"/>
                    <a:pt x="3069" y="21532"/>
                  </a:cubicBezTo>
                  <a:cubicBezTo>
                    <a:pt x="3032" y="21532"/>
                    <a:pt x="3032" y="21532"/>
                    <a:pt x="3032" y="21532"/>
                  </a:cubicBezTo>
                  <a:cubicBezTo>
                    <a:pt x="2958" y="21464"/>
                    <a:pt x="2958" y="21464"/>
                    <a:pt x="2958" y="21464"/>
                  </a:cubicBezTo>
                  <a:cubicBezTo>
                    <a:pt x="2958" y="21464"/>
                    <a:pt x="2958" y="21464"/>
                    <a:pt x="2958" y="21464"/>
                  </a:cubicBezTo>
                  <a:cubicBezTo>
                    <a:pt x="2921" y="21464"/>
                    <a:pt x="2921" y="21464"/>
                    <a:pt x="2921" y="21464"/>
                  </a:cubicBezTo>
                  <a:cubicBezTo>
                    <a:pt x="2884" y="21464"/>
                    <a:pt x="2884" y="21464"/>
                    <a:pt x="2884" y="21464"/>
                  </a:cubicBezTo>
                  <a:cubicBezTo>
                    <a:pt x="2847" y="21464"/>
                    <a:pt x="2847" y="21464"/>
                    <a:pt x="2847" y="21464"/>
                  </a:cubicBezTo>
                  <a:cubicBezTo>
                    <a:pt x="2847" y="21464"/>
                    <a:pt x="2847" y="21464"/>
                    <a:pt x="2847" y="21464"/>
                  </a:cubicBezTo>
                  <a:cubicBezTo>
                    <a:pt x="2810" y="21464"/>
                    <a:pt x="2810" y="21464"/>
                    <a:pt x="2810" y="21464"/>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29"/>
                    <a:pt x="2810" y="21329"/>
                    <a:pt x="2810" y="21329"/>
                  </a:cubicBezTo>
                  <a:cubicBezTo>
                    <a:pt x="2773" y="21261"/>
                    <a:pt x="2773" y="21261"/>
                    <a:pt x="2773" y="21261"/>
                  </a:cubicBezTo>
                  <a:cubicBezTo>
                    <a:pt x="2773" y="21126"/>
                    <a:pt x="2773" y="21126"/>
                    <a:pt x="2773" y="21126"/>
                  </a:cubicBezTo>
                  <a:cubicBezTo>
                    <a:pt x="2736" y="21126"/>
                    <a:pt x="2736" y="21126"/>
                    <a:pt x="2736" y="21126"/>
                  </a:cubicBezTo>
                  <a:cubicBezTo>
                    <a:pt x="2700" y="20990"/>
                    <a:pt x="2700" y="20990"/>
                    <a:pt x="2700" y="20990"/>
                  </a:cubicBezTo>
                  <a:cubicBezTo>
                    <a:pt x="2663" y="20990"/>
                    <a:pt x="2663" y="20990"/>
                    <a:pt x="2663" y="20990"/>
                  </a:cubicBezTo>
                  <a:cubicBezTo>
                    <a:pt x="2663" y="20990"/>
                    <a:pt x="2663" y="20990"/>
                    <a:pt x="2663" y="20990"/>
                  </a:cubicBezTo>
                  <a:cubicBezTo>
                    <a:pt x="2626" y="20922"/>
                    <a:pt x="2626" y="20922"/>
                    <a:pt x="2626" y="20922"/>
                  </a:cubicBezTo>
                  <a:cubicBezTo>
                    <a:pt x="2626" y="20922"/>
                    <a:pt x="2626" y="20922"/>
                    <a:pt x="2626" y="20922"/>
                  </a:cubicBezTo>
                  <a:cubicBezTo>
                    <a:pt x="2589" y="20922"/>
                    <a:pt x="2589" y="20922"/>
                    <a:pt x="2589" y="20922"/>
                  </a:cubicBezTo>
                  <a:cubicBezTo>
                    <a:pt x="2552" y="20922"/>
                    <a:pt x="2552" y="20922"/>
                    <a:pt x="2552" y="20922"/>
                  </a:cubicBezTo>
                  <a:cubicBezTo>
                    <a:pt x="2552" y="20855"/>
                    <a:pt x="2552" y="20855"/>
                    <a:pt x="2552" y="20855"/>
                  </a:cubicBezTo>
                  <a:cubicBezTo>
                    <a:pt x="2515" y="20855"/>
                    <a:pt x="2515" y="20855"/>
                    <a:pt x="2515" y="20855"/>
                  </a:cubicBezTo>
                  <a:cubicBezTo>
                    <a:pt x="2478" y="20787"/>
                    <a:pt x="2478" y="20787"/>
                    <a:pt x="2478" y="20787"/>
                  </a:cubicBezTo>
                  <a:cubicBezTo>
                    <a:pt x="2478" y="20787"/>
                    <a:pt x="2478" y="20787"/>
                    <a:pt x="2478" y="20787"/>
                  </a:cubicBezTo>
                  <a:cubicBezTo>
                    <a:pt x="2441" y="20787"/>
                    <a:pt x="2441" y="20787"/>
                    <a:pt x="2441" y="20787"/>
                  </a:cubicBezTo>
                  <a:cubicBezTo>
                    <a:pt x="2441" y="20719"/>
                    <a:pt x="2441" y="20719"/>
                    <a:pt x="2441" y="20719"/>
                  </a:cubicBezTo>
                  <a:cubicBezTo>
                    <a:pt x="2404" y="20719"/>
                    <a:pt x="2404" y="20719"/>
                    <a:pt x="2404" y="20719"/>
                  </a:cubicBezTo>
                  <a:cubicBezTo>
                    <a:pt x="2404" y="20719"/>
                    <a:pt x="2404" y="20719"/>
                    <a:pt x="2404" y="20719"/>
                  </a:cubicBezTo>
                  <a:cubicBezTo>
                    <a:pt x="2367" y="20652"/>
                    <a:pt x="2367" y="20652"/>
                    <a:pt x="2367" y="20652"/>
                  </a:cubicBezTo>
                  <a:cubicBezTo>
                    <a:pt x="2256" y="20516"/>
                    <a:pt x="2256" y="20516"/>
                    <a:pt x="2256" y="20516"/>
                  </a:cubicBezTo>
                  <a:cubicBezTo>
                    <a:pt x="2219" y="20448"/>
                    <a:pt x="2219" y="20448"/>
                    <a:pt x="2219" y="20448"/>
                  </a:cubicBezTo>
                  <a:cubicBezTo>
                    <a:pt x="2145" y="20381"/>
                    <a:pt x="2145" y="20381"/>
                    <a:pt x="2145" y="20381"/>
                  </a:cubicBezTo>
                  <a:cubicBezTo>
                    <a:pt x="2108" y="20448"/>
                    <a:pt x="2108" y="20448"/>
                    <a:pt x="2108" y="20448"/>
                  </a:cubicBezTo>
                  <a:cubicBezTo>
                    <a:pt x="2071" y="20381"/>
                    <a:pt x="2071" y="20381"/>
                    <a:pt x="2071" y="20381"/>
                  </a:cubicBezTo>
                  <a:cubicBezTo>
                    <a:pt x="2071" y="20313"/>
                    <a:pt x="2071" y="20313"/>
                    <a:pt x="2071" y="20313"/>
                  </a:cubicBezTo>
                  <a:cubicBezTo>
                    <a:pt x="1997" y="20245"/>
                    <a:pt x="1997" y="20245"/>
                    <a:pt x="1997" y="20245"/>
                  </a:cubicBezTo>
                  <a:cubicBezTo>
                    <a:pt x="1997" y="20245"/>
                    <a:pt x="1997" y="20245"/>
                    <a:pt x="1997" y="20245"/>
                  </a:cubicBezTo>
                  <a:cubicBezTo>
                    <a:pt x="1960" y="20245"/>
                    <a:pt x="1960" y="20245"/>
                    <a:pt x="1960" y="20245"/>
                  </a:cubicBezTo>
                  <a:cubicBezTo>
                    <a:pt x="1960" y="20245"/>
                    <a:pt x="1960" y="20245"/>
                    <a:pt x="1960" y="20245"/>
                  </a:cubicBezTo>
                  <a:cubicBezTo>
                    <a:pt x="1997" y="20178"/>
                    <a:pt x="1997" y="20178"/>
                    <a:pt x="1997" y="20178"/>
                  </a:cubicBezTo>
                  <a:cubicBezTo>
                    <a:pt x="1997" y="20178"/>
                    <a:pt x="1997" y="20178"/>
                    <a:pt x="1997" y="20178"/>
                  </a:cubicBezTo>
                  <a:cubicBezTo>
                    <a:pt x="1997" y="20110"/>
                    <a:pt x="1997" y="20110"/>
                    <a:pt x="1997" y="20110"/>
                  </a:cubicBezTo>
                  <a:cubicBezTo>
                    <a:pt x="2034" y="20178"/>
                    <a:pt x="2034" y="20178"/>
                    <a:pt x="2034" y="20178"/>
                  </a:cubicBezTo>
                  <a:cubicBezTo>
                    <a:pt x="2034" y="20178"/>
                    <a:pt x="2034" y="20178"/>
                    <a:pt x="2034" y="20178"/>
                  </a:cubicBezTo>
                  <a:cubicBezTo>
                    <a:pt x="2071" y="20178"/>
                    <a:pt x="2071" y="20178"/>
                    <a:pt x="2071" y="20178"/>
                  </a:cubicBezTo>
                  <a:cubicBezTo>
                    <a:pt x="2108" y="20178"/>
                    <a:pt x="2108" y="20178"/>
                    <a:pt x="2108" y="20178"/>
                  </a:cubicBezTo>
                  <a:cubicBezTo>
                    <a:pt x="2108" y="20110"/>
                    <a:pt x="2108" y="20110"/>
                    <a:pt x="2108" y="20110"/>
                  </a:cubicBezTo>
                  <a:cubicBezTo>
                    <a:pt x="2071" y="20110"/>
                    <a:pt x="2071" y="20110"/>
                    <a:pt x="2071" y="20110"/>
                  </a:cubicBezTo>
                  <a:cubicBezTo>
                    <a:pt x="2071" y="20042"/>
                    <a:pt x="2071" y="20042"/>
                    <a:pt x="2071" y="20042"/>
                  </a:cubicBezTo>
                  <a:cubicBezTo>
                    <a:pt x="2108" y="19974"/>
                    <a:pt x="2108" y="19974"/>
                    <a:pt x="2108" y="19974"/>
                  </a:cubicBezTo>
                  <a:cubicBezTo>
                    <a:pt x="2108" y="19974"/>
                    <a:pt x="2108" y="19974"/>
                    <a:pt x="2108" y="19974"/>
                  </a:cubicBezTo>
                  <a:cubicBezTo>
                    <a:pt x="2145" y="19907"/>
                    <a:pt x="2145" y="19907"/>
                    <a:pt x="2145" y="19907"/>
                  </a:cubicBezTo>
                  <a:cubicBezTo>
                    <a:pt x="2145" y="19907"/>
                    <a:pt x="2145" y="19907"/>
                    <a:pt x="2145" y="19907"/>
                  </a:cubicBezTo>
                  <a:cubicBezTo>
                    <a:pt x="2182" y="19907"/>
                    <a:pt x="2182" y="19907"/>
                    <a:pt x="2182" y="19907"/>
                  </a:cubicBezTo>
                  <a:cubicBezTo>
                    <a:pt x="2182" y="19907"/>
                    <a:pt x="2182" y="19907"/>
                    <a:pt x="2182" y="19907"/>
                  </a:cubicBezTo>
                  <a:cubicBezTo>
                    <a:pt x="2182" y="19907"/>
                    <a:pt x="2182" y="19907"/>
                    <a:pt x="2182" y="19907"/>
                  </a:cubicBezTo>
                  <a:cubicBezTo>
                    <a:pt x="2145" y="19839"/>
                    <a:pt x="2145" y="19839"/>
                    <a:pt x="2145" y="19839"/>
                  </a:cubicBezTo>
                  <a:cubicBezTo>
                    <a:pt x="2145" y="19839"/>
                    <a:pt x="2145" y="19839"/>
                    <a:pt x="2145" y="19839"/>
                  </a:cubicBezTo>
                  <a:cubicBezTo>
                    <a:pt x="2145" y="19839"/>
                    <a:pt x="2145" y="19839"/>
                    <a:pt x="2145" y="19839"/>
                  </a:cubicBezTo>
                  <a:cubicBezTo>
                    <a:pt x="2108" y="19839"/>
                    <a:pt x="2108" y="19839"/>
                    <a:pt x="2108" y="19839"/>
                  </a:cubicBezTo>
                  <a:cubicBezTo>
                    <a:pt x="2071" y="19704"/>
                    <a:pt x="2071" y="19704"/>
                    <a:pt x="2071" y="19704"/>
                  </a:cubicBezTo>
                  <a:cubicBezTo>
                    <a:pt x="2145" y="19704"/>
                    <a:pt x="2145" y="19704"/>
                    <a:pt x="2145" y="19704"/>
                  </a:cubicBezTo>
                  <a:cubicBezTo>
                    <a:pt x="2182" y="19704"/>
                    <a:pt x="2182" y="19704"/>
                    <a:pt x="2182" y="19704"/>
                  </a:cubicBezTo>
                  <a:cubicBezTo>
                    <a:pt x="2182" y="19704"/>
                    <a:pt x="2182" y="19704"/>
                    <a:pt x="2182" y="19704"/>
                  </a:cubicBezTo>
                  <a:cubicBezTo>
                    <a:pt x="2182" y="19704"/>
                    <a:pt x="2182" y="19704"/>
                    <a:pt x="2182" y="19704"/>
                  </a:cubicBezTo>
                  <a:cubicBezTo>
                    <a:pt x="2145" y="19704"/>
                    <a:pt x="2145" y="19704"/>
                    <a:pt x="2145" y="19704"/>
                  </a:cubicBezTo>
                  <a:cubicBezTo>
                    <a:pt x="2182" y="19636"/>
                    <a:pt x="2182" y="19636"/>
                    <a:pt x="2182" y="19636"/>
                  </a:cubicBezTo>
                  <a:cubicBezTo>
                    <a:pt x="2293" y="19568"/>
                    <a:pt x="2293" y="19568"/>
                    <a:pt x="2293" y="19568"/>
                  </a:cubicBezTo>
                  <a:cubicBezTo>
                    <a:pt x="2293" y="19500"/>
                    <a:pt x="2293" y="19500"/>
                    <a:pt x="2293" y="19500"/>
                  </a:cubicBezTo>
                  <a:cubicBezTo>
                    <a:pt x="2293" y="19500"/>
                    <a:pt x="2293" y="19500"/>
                    <a:pt x="2293" y="19500"/>
                  </a:cubicBezTo>
                  <a:cubicBezTo>
                    <a:pt x="2256" y="19500"/>
                    <a:pt x="2256" y="19500"/>
                    <a:pt x="2256" y="19500"/>
                  </a:cubicBezTo>
                  <a:cubicBezTo>
                    <a:pt x="2219" y="19500"/>
                    <a:pt x="2219" y="19500"/>
                    <a:pt x="2219" y="19500"/>
                  </a:cubicBezTo>
                  <a:cubicBezTo>
                    <a:pt x="2182" y="19500"/>
                    <a:pt x="2182" y="19500"/>
                    <a:pt x="2182" y="19500"/>
                  </a:cubicBezTo>
                  <a:cubicBezTo>
                    <a:pt x="2145" y="19500"/>
                    <a:pt x="2145" y="19500"/>
                    <a:pt x="2145" y="19500"/>
                  </a:cubicBezTo>
                  <a:cubicBezTo>
                    <a:pt x="2145" y="19500"/>
                    <a:pt x="2145" y="19500"/>
                    <a:pt x="2145" y="19500"/>
                  </a:cubicBezTo>
                  <a:cubicBezTo>
                    <a:pt x="2182" y="19433"/>
                    <a:pt x="2182" y="19433"/>
                    <a:pt x="2182" y="19433"/>
                  </a:cubicBezTo>
                  <a:cubicBezTo>
                    <a:pt x="2182" y="19365"/>
                    <a:pt x="2182" y="19365"/>
                    <a:pt x="2182" y="19365"/>
                  </a:cubicBezTo>
                  <a:cubicBezTo>
                    <a:pt x="2219" y="19297"/>
                    <a:pt x="2219" y="19297"/>
                    <a:pt x="2219" y="19297"/>
                  </a:cubicBezTo>
                  <a:cubicBezTo>
                    <a:pt x="2293" y="19297"/>
                    <a:pt x="2293" y="19297"/>
                    <a:pt x="2293" y="19297"/>
                  </a:cubicBezTo>
                  <a:cubicBezTo>
                    <a:pt x="2330" y="19230"/>
                    <a:pt x="2330" y="19230"/>
                    <a:pt x="2330" y="19230"/>
                  </a:cubicBezTo>
                  <a:cubicBezTo>
                    <a:pt x="2330" y="19162"/>
                    <a:pt x="2330" y="19162"/>
                    <a:pt x="2330" y="19162"/>
                  </a:cubicBezTo>
                  <a:cubicBezTo>
                    <a:pt x="2367" y="19094"/>
                    <a:pt x="2367" y="19094"/>
                    <a:pt x="2367" y="19094"/>
                  </a:cubicBezTo>
                  <a:cubicBezTo>
                    <a:pt x="2330" y="19026"/>
                    <a:pt x="2330" y="19026"/>
                    <a:pt x="2330" y="19026"/>
                  </a:cubicBezTo>
                  <a:cubicBezTo>
                    <a:pt x="2293" y="18959"/>
                    <a:pt x="2293" y="18959"/>
                    <a:pt x="2293" y="18959"/>
                  </a:cubicBezTo>
                  <a:cubicBezTo>
                    <a:pt x="2293" y="18823"/>
                    <a:pt x="2293" y="18823"/>
                    <a:pt x="2293" y="18823"/>
                  </a:cubicBezTo>
                  <a:cubicBezTo>
                    <a:pt x="2330" y="18823"/>
                    <a:pt x="2330" y="18823"/>
                    <a:pt x="2330" y="18823"/>
                  </a:cubicBezTo>
                  <a:cubicBezTo>
                    <a:pt x="2367" y="18756"/>
                    <a:pt x="2367" y="18756"/>
                    <a:pt x="2367" y="18756"/>
                  </a:cubicBezTo>
                  <a:cubicBezTo>
                    <a:pt x="2367" y="18688"/>
                    <a:pt x="2367" y="18688"/>
                    <a:pt x="2367" y="18688"/>
                  </a:cubicBezTo>
                  <a:cubicBezTo>
                    <a:pt x="2330" y="18688"/>
                    <a:pt x="2330" y="18688"/>
                    <a:pt x="2330" y="18688"/>
                  </a:cubicBezTo>
                  <a:cubicBezTo>
                    <a:pt x="2330" y="18620"/>
                    <a:pt x="2330" y="18620"/>
                    <a:pt x="2330" y="18620"/>
                  </a:cubicBezTo>
                  <a:cubicBezTo>
                    <a:pt x="2293" y="18620"/>
                    <a:pt x="2293" y="18620"/>
                    <a:pt x="2293" y="18620"/>
                  </a:cubicBezTo>
                  <a:cubicBezTo>
                    <a:pt x="2256" y="18620"/>
                    <a:pt x="2256" y="18620"/>
                    <a:pt x="2256" y="18620"/>
                  </a:cubicBezTo>
                  <a:cubicBezTo>
                    <a:pt x="2219" y="18552"/>
                    <a:pt x="2219" y="18552"/>
                    <a:pt x="2219" y="18552"/>
                  </a:cubicBezTo>
                  <a:cubicBezTo>
                    <a:pt x="2182" y="18620"/>
                    <a:pt x="2182" y="18620"/>
                    <a:pt x="2182" y="18620"/>
                  </a:cubicBezTo>
                  <a:cubicBezTo>
                    <a:pt x="2145" y="18552"/>
                    <a:pt x="2145" y="18552"/>
                    <a:pt x="2145" y="18552"/>
                  </a:cubicBezTo>
                  <a:cubicBezTo>
                    <a:pt x="2108" y="18552"/>
                    <a:pt x="2108" y="18552"/>
                    <a:pt x="2108" y="18552"/>
                  </a:cubicBezTo>
                  <a:cubicBezTo>
                    <a:pt x="2034" y="18552"/>
                    <a:pt x="2034" y="18552"/>
                    <a:pt x="2034" y="18552"/>
                  </a:cubicBezTo>
                  <a:cubicBezTo>
                    <a:pt x="2034" y="18552"/>
                    <a:pt x="2034" y="18552"/>
                    <a:pt x="2034" y="18552"/>
                  </a:cubicBezTo>
                  <a:cubicBezTo>
                    <a:pt x="1997" y="18552"/>
                    <a:pt x="1997" y="18552"/>
                    <a:pt x="1997" y="18552"/>
                  </a:cubicBezTo>
                  <a:cubicBezTo>
                    <a:pt x="1960" y="18485"/>
                    <a:pt x="1960" y="18485"/>
                    <a:pt x="1960" y="18485"/>
                  </a:cubicBezTo>
                  <a:cubicBezTo>
                    <a:pt x="1923" y="18349"/>
                    <a:pt x="1923" y="18349"/>
                    <a:pt x="1923" y="18349"/>
                  </a:cubicBezTo>
                  <a:cubicBezTo>
                    <a:pt x="1886" y="18349"/>
                    <a:pt x="1886" y="18349"/>
                    <a:pt x="1886" y="18349"/>
                  </a:cubicBezTo>
                  <a:cubicBezTo>
                    <a:pt x="1849" y="18417"/>
                    <a:pt x="1849" y="18417"/>
                    <a:pt x="1849" y="18417"/>
                  </a:cubicBezTo>
                  <a:cubicBezTo>
                    <a:pt x="1812" y="18417"/>
                    <a:pt x="1812" y="18417"/>
                    <a:pt x="1812" y="18417"/>
                  </a:cubicBezTo>
                  <a:cubicBezTo>
                    <a:pt x="1775" y="18417"/>
                    <a:pt x="1775" y="18417"/>
                    <a:pt x="1775" y="18417"/>
                  </a:cubicBezTo>
                  <a:cubicBezTo>
                    <a:pt x="1701" y="18349"/>
                    <a:pt x="1701" y="18349"/>
                    <a:pt x="1701" y="18349"/>
                  </a:cubicBezTo>
                  <a:cubicBezTo>
                    <a:pt x="1701" y="18417"/>
                    <a:pt x="1701" y="18417"/>
                    <a:pt x="1701" y="18417"/>
                  </a:cubicBezTo>
                  <a:cubicBezTo>
                    <a:pt x="1627" y="18282"/>
                    <a:pt x="1627" y="18282"/>
                    <a:pt x="1627" y="18282"/>
                  </a:cubicBezTo>
                  <a:cubicBezTo>
                    <a:pt x="1590" y="18214"/>
                    <a:pt x="1590" y="18214"/>
                    <a:pt x="1590" y="18214"/>
                  </a:cubicBezTo>
                  <a:cubicBezTo>
                    <a:pt x="1590" y="18146"/>
                    <a:pt x="1590" y="18146"/>
                    <a:pt x="1590" y="18146"/>
                  </a:cubicBezTo>
                  <a:cubicBezTo>
                    <a:pt x="1553" y="18146"/>
                    <a:pt x="1553" y="18146"/>
                    <a:pt x="1553" y="18146"/>
                  </a:cubicBezTo>
                  <a:cubicBezTo>
                    <a:pt x="1553" y="18078"/>
                    <a:pt x="1553" y="18078"/>
                    <a:pt x="1553" y="18078"/>
                  </a:cubicBezTo>
                  <a:cubicBezTo>
                    <a:pt x="1516" y="18011"/>
                    <a:pt x="1516" y="18011"/>
                    <a:pt x="1516" y="18011"/>
                  </a:cubicBezTo>
                  <a:cubicBezTo>
                    <a:pt x="1442" y="18078"/>
                    <a:pt x="1442" y="18078"/>
                    <a:pt x="1442" y="18078"/>
                  </a:cubicBezTo>
                  <a:cubicBezTo>
                    <a:pt x="1405" y="17943"/>
                    <a:pt x="1405" y="17943"/>
                    <a:pt x="1405" y="17943"/>
                  </a:cubicBezTo>
                  <a:cubicBezTo>
                    <a:pt x="1405" y="17875"/>
                    <a:pt x="1405" y="17875"/>
                    <a:pt x="1405" y="17875"/>
                  </a:cubicBezTo>
                  <a:cubicBezTo>
                    <a:pt x="1368" y="17875"/>
                    <a:pt x="1368" y="17875"/>
                    <a:pt x="1368" y="17875"/>
                  </a:cubicBezTo>
                  <a:cubicBezTo>
                    <a:pt x="1368" y="17740"/>
                    <a:pt x="1368" y="17740"/>
                    <a:pt x="1368" y="17740"/>
                  </a:cubicBezTo>
                  <a:cubicBezTo>
                    <a:pt x="1331" y="17740"/>
                    <a:pt x="1331" y="17740"/>
                    <a:pt x="1331" y="17740"/>
                  </a:cubicBezTo>
                  <a:cubicBezTo>
                    <a:pt x="1257" y="17740"/>
                    <a:pt x="1257" y="17740"/>
                    <a:pt x="1257" y="17740"/>
                  </a:cubicBezTo>
                  <a:cubicBezTo>
                    <a:pt x="1183" y="17740"/>
                    <a:pt x="1183" y="17740"/>
                    <a:pt x="1183" y="17740"/>
                  </a:cubicBezTo>
                  <a:cubicBezTo>
                    <a:pt x="1109" y="17740"/>
                    <a:pt x="1109" y="17740"/>
                    <a:pt x="1109" y="17740"/>
                  </a:cubicBezTo>
                  <a:cubicBezTo>
                    <a:pt x="1072" y="17740"/>
                    <a:pt x="1072" y="17740"/>
                    <a:pt x="1072" y="17740"/>
                  </a:cubicBezTo>
                  <a:cubicBezTo>
                    <a:pt x="1072" y="17808"/>
                    <a:pt x="1072" y="17808"/>
                    <a:pt x="1072" y="17808"/>
                  </a:cubicBezTo>
                  <a:cubicBezTo>
                    <a:pt x="1035" y="17808"/>
                    <a:pt x="1035" y="17808"/>
                    <a:pt x="1035" y="17808"/>
                  </a:cubicBezTo>
                  <a:cubicBezTo>
                    <a:pt x="1035" y="17808"/>
                    <a:pt x="1035" y="17808"/>
                    <a:pt x="1035" y="17808"/>
                  </a:cubicBezTo>
                  <a:cubicBezTo>
                    <a:pt x="1035" y="17740"/>
                    <a:pt x="1035" y="17740"/>
                    <a:pt x="1035" y="17740"/>
                  </a:cubicBezTo>
                  <a:cubicBezTo>
                    <a:pt x="998" y="17672"/>
                    <a:pt x="998" y="17672"/>
                    <a:pt x="998" y="17672"/>
                  </a:cubicBezTo>
                  <a:cubicBezTo>
                    <a:pt x="998" y="17605"/>
                    <a:pt x="998" y="17605"/>
                    <a:pt x="998" y="17605"/>
                  </a:cubicBezTo>
                  <a:cubicBezTo>
                    <a:pt x="961" y="17537"/>
                    <a:pt x="961" y="17537"/>
                    <a:pt x="961" y="17537"/>
                  </a:cubicBezTo>
                  <a:cubicBezTo>
                    <a:pt x="961" y="17469"/>
                    <a:pt x="961" y="17469"/>
                    <a:pt x="961" y="17469"/>
                  </a:cubicBezTo>
                  <a:cubicBezTo>
                    <a:pt x="961" y="17401"/>
                    <a:pt x="961" y="17401"/>
                    <a:pt x="961" y="17401"/>
                  </a:cubicBezTo>
                  <a:cubicBezTo>
                    <a:pt x="998" y="17469"/>
                    <a:pt x="998" y="17469"/>
                    <a:pt x="998" y="17469"/>
                  </a:cubicBezTo>
                  <a:cubicBezTo>
                    <a:pt x="1072" y="17469"/>
                    <a:pt x="1072" y="17469"/>
                    <a:pt x="1072" y="17469"/>
                  </a:cubicBezTo>
                  <a:cubicBezTo>
                    <a:pt x="1109" y="17334"/>
                    <a:pt x="1109" y="17334"/>
                    <a:pt x="1109" y="17334"/>
                  </a:cubicBezTo>
                  <a:cubicBezTo>
                    <a:pt x="1146" y="17334"/>
                    <a:pt x="1146" y="17334"/>
                    <a:pt x="1146" y="17334"/>
                  </a:cubicBezTo>
                  <a:cubicBezTo>
                    <a:pt x="1109" y="17266"/>
                    <a:pt x="1109" y="17266"/>
                    <a:pt x="1109" y="17266"/>
                  </a:cubicBezTo>
                  <a:cubicBezTo>
                    <a:pt x="1109" y="17198"/>
                    <a:pt x="1109" y="17198"/>
                    <a:pt x="1109" y="17198"/>
                  </a:cubicBezTo>
                  <a:cubicBezTo>
                    <a:pt x="1035" y="17131"/>
                    <a:pt x="1035" y="17131"/>
                    <a:pt x="1035" y="17131"/>
                  </a:cubicBezTo>
                  <a:cubicBezTo>
                    <a:pt x="961" y="17131"/>
                    <a:pt x="961" y="17131"/>
                    <a:pt x="961" y="17131"/>
                  </a:cubicBezTo>
                  <a:cubicBezTo>
                    <a:pt x="961" y="16995"/>
                    <a:pt x="961" y="16995"/>
                    <a:pt x="961" y="16995"/>
                  </a:cubicBezTo>
                  <a:cubicBezTo>
                    <a:pt x="924" y="16995"/>
                    <a:pt x="924" y="16995"/>
                    <a:pt x="924" y="16995"/>
                  </a:cubicBezTo>
                  <a:cubicBezTo>
                    <a:pt x="887" y="16860"/>
                    <a:pt x="887" y="16860"/>
                    <a:pt x="887" y="16860"/>
                  </a:cubicBezTo>
                  <a:cubicBezTo>
                    <a:pt x="850" y="16792"/>
                    <a:pt x="850" y="16792"/>
                    <a:pt x="850" y="16792"/>
                  </a:cubicBezTo>
                  <a:cubicBezTo>
                    <a:pt x="813" y="16724"/>
                    <a:pt x="813" y="16724"/>
                    <a:pt x="813" y="16724"/>
                  </a:cubicBezTo>
                  <a:cubicBezTo>
                    <a:pt x="813" y="16657"/>
                    <a:pt x="813" y="16657"/>
                    <a:pt x="813" y="16657"/>
                  </a:cubicBezTo>
                  <a:cubicBezTo>
                    <a:pt x="813" y="16589"/>
                    <a:pt x="813" y="16589"/>
                    <a:pt x="813" y="16589"/>
                  </a:cubicBezTo>
                  <a:cubicBezTo>
                    <a:pt x="813" y="16521"/>
                    <a:pt x="813" y="16521"/>
                    <a:pt x="813" y="16521"/>
                  </a:cubicBezTo>
                  <a:cubicBezTo>
                    <a:pt x="813" y="16453"/>
                    <a:pt x="813" y="16453"/>
                    <a:pt x="813" y="16453"/>
                  </a:cubicBezTo>
                  <a:cubicBezTo>
                    <a:pt x="739" y="16453"/>
                    <a:pt x="739" y="16453"/>
                    <a:pt x="739" y="16453"/>
                  </a:cubicBezTo>
                  <a:cubicBezTo>
                    <a:pt x="702" y="16453"/>
                    <a:pt x="702" y="16453"/>
                    <a:pt x="702" y="16453"/>
                  </a:cubicBezTo>
                  <a:cubicBezTo>
                    <a:pt x="702" y="16386"/>
                    <a:pt x="702" y="16386"/>
                    <a:pt x="702" y="16386"/>
                  </a:cubicBezTo>
                  <a:cubicBezTo>
                    <a:pt x="628" y="16386"/>
                    <a:pt x="628" y="16386"/>
                    <a:pt x="628" y="16386"/>
                  </a:cubicBezTo>
                  <a:cubicBezTo>
                    <a:pt x="591" y="16453"/>
                    <a:pt x="591" y="16453"/>
                    <a:pt x="591" y="16453"/>
                  </a:cubicBezTo>
                  <a:cubicBezTo>
                    <a:pt x="554" y="16386"/>
                    <a:pt x="554" y="16386"/>
                    <a:pt x="554" y="16386"/>
                  </a:cubicBezTo>
                  <a:cubicBezTo>
                    <a:pt x="517" y="16386"/>
                    <a:pt x="517" y="16386"/>
                    <a:pt x="517" y="16386"/>
                  </a:cubicBezTo>
                  <a:cubicBezTo>
                    <a:pt x="480" y="16386"/>
                    <a:pt x="480" y="16386"/>
                    <a:pt x="480" y="16386"/>
                  </a:cubicBezTo>
                  <a:cubicBezTo>
                    <a:pt x="443" y="16318"/>
                    <a:pt x="443" y="16318"/>
                    <a:pt x="443" y="16318"/>
                  </a:cubicBezTo>
                  <a:cubicBezTo>
                    <a:pt x="443" y="16386"/>
                    <a:pt x="443" y="16386"/>
                    <a:pt x="443" y="16386"/>
                  </a:cubicBezTo>
                  <a:cubicBezTo>
                    <a:pt x="406" y="16318"/>
                    <a:pt x="406" y="16318"/>
                    <a:pt x="406" y="16318"/>
                  </a:cubicBezTo>
                  <a:cubicBezTo>
                    <a:pt x="369" y="16318"/>
                    <a:pt x="369" y="16318"/>
                    <a:pt x="369" y="16318"/>
                  </a:cubicBezTo>
                  <a:cubicBezTo>
                    <a:pt x="369" y="16250"/>
                    <a:pt x="369" y="16250"/>
                    <a:pt x="369" y="16250"/>
                  </a:cubicBezTo>
                  <a:cubicBezTo>
                    <a:pt x="369" y="16183"/>
                    <a:pt x="369" y="16183"/>
                    <a:pt x="369" y="16183"/>
                  </a:cubicBezTo>
                  <a:cubicBezTo>
                    <a:pt x="332" y="16115"/>
                    <a:pt x="332" y="16115"/>
                    <a:pt x="332" y="16115"/>
                  </a:cubicBezTo>
                  <a:cubicBezTo>
                    <a:pt x="332" y="16115"/>
                    <a:pt x="332" y="16115"/>
                    <a:pt x="332" y="16115"/>
                  </a:cubicBezTo>
                  <a:cubicBezTo>
                    <a:pt x="295" y="16047"/>
                    <a:pt x="295" y="16047"/>
                    <a:pt x="295" y="16047"/>
                  </a:cubicBezTo>
                  <a:cubicBezTo>
                    <a:pt x="295" y="15979"/>
                    <a:pt x="295" y="15979"/>
                    <a:pt x="295" y="15979"/>
                  </a:cubicBezTo>
                  <a:cubicBezTo>
                    <a:pt x="295" y="15979"/>
                    <a:pt x="295" y="15979"/>
                    <a:pt x="295" y="15979"/>
                  </a:cubicBezTo>
                  <a:cubicBezTo>
                    <a:pt x="295" y="15912"/>
                    <a:pt x="295" y="15912"/>
                    <a:pt x="295" y="15912"/>
                  </a:cubicBezTo>
                  <a:cubicBezTo>
                    <a:pt x="295" y="15912"/>
                    <a:pt x="295" y="15912"/>
                    <a:pt x="295" y="15912"/>
                  </a:cubicBezTo>
                  <a:cubicBezTo>
                    <a:pt x="295" y="15844"/>
                    <a:pt x="295" y="15844"/>
                    <a:pt x="295" y="15844"/>
                  </a:cubicBezTo>
                  <a:cubicBezTo>
                    <a:pt x="258" y="15844"/>
                    <a:pt x="258" y="15844"/>
                    <a:pt x="258" y="15844"/>
                  </a:cubicBezTo>
                  <a:cubicBezTo>
                    <a:pt x="295" y="15776"/>
                    <a:pt x="295" y="15776"/>
                    <a:pt x="295" y="15776"/>
                  </a:cubicBezTo>
                  <a:cubicBezTo>
                    <a:pt x="258" y="15709"/>
                    <a:pt x="258" y="15709"/>
                    <a:pt x="258" y="15709"/>
                  </a:cubicBezTo>
                  <a:cubicBezTo>
                    <a:pt x="295" y="15709"/>
                    <a:pt x="295" y="15709"/>
                    <a:pt x="295" y="15709"/>
                  </a:cubicBezTo>
                  <a:cubicBezTo>
                    <a:pt x="295" y="15641"/>
                    <a:pt x="295" y="15641"/>
                    <a:pt x="295" y="15641"/>
                  </a:cubicBezTo>
                  <a:cubicBezTo>
                    <a:pt x="221" y="15438"/>
                    <a:pt x="221" y="15438"/>
                    <a:pt x="221" y="15438"/>
                  </a:cubicBezTo>
                  <a:cubicBezTo>
                    <a:pt x="221" y="15235"/>
                    <a:pt x="221" y="15235"/>
                    <a:pt x="221" y="15235"/>
                  </a:cubicBezTo>
                  <a:cubicBezTo>
                    <a:pt x="258" y="15167"/>
                    <a:pt x="258" y="15167"/>
                    <a:pt x="258" y="15167"/>
                  </a:cubicBezTo>
                  <a:cubicBezTo>
                    <a:pt x="258" y="15099"/>
                    <a:pt x="258" y="15099"/>
                    <a:pt x="258" y="15099"/>
                  </a:cubicBezTo>
                  <a:cubicBezTo>
                    <a:pt x="295" y="15031"/>
                    <a:pt x="295" y="15031"/>
                    <a:pt x="295" y="15031"/>
                  </a:cubicBezTo>
                  <a:cubicBezTo>
                    <a:pt x="295" y="15031"/>
                    <a:pt x="295" y="15031"/>
                    <a:pt x="295" y="15031"/>
                  </a:cubicBezTo>
                  <a:cubicBezTo>
                    <a:pt x="295" y="15031"/>
                    <a:pt x="295" y="15031"/>
                    <a:pt x="295" y="15031"/>
                  </a:cubicBezTo>
                  <a:cubicBezTo>
                    <a:pt x="295" y="14964"/>
                    <a:pt x="295" y="14964"/>
                    <a:pt x="295" y="14964"/>
                  </a:cubicBezTo>
                  <a:cubicBezTo>
                    <a:pt x="295" y="14964"/>
                    <a:pt x="295" y="14964"/>
                    <a:pt x="295" y="14964"/>
                  </a:cubicBezTo>
                  <a:cubicBezTo>
                    <a:pt x="295" y="14896"/>
                    <a:pt x="295" y="14896"/>
                    <a:pt x="295" y="14896"/>
                  </a:cubicBezTo>
                  <a:cubicBezTo>
                    <a:pt x="258" y="14896"/>
                    <a:pt x="258" y="14896"/>
                    <a:pt x="258" y="14896"/>
                  </a:cubicBezTo>
                  <a:cubicBezTo>
                    <a:pt x="258" y="14828"/>
                    <a:pt x="258" y="14828"/>
                    <a:pt x="258" y="14828"/>
                  </a:cubicBezTo>
                  <a:cubicBezTo>
                    <a:pt x="295" y="14828"/>
                    <a:pt x="295" y="14828"/>
                    <a:pt x="295" y="14828"/>
                  </a:cubicBezTo>
                  <a:cubicBezTo>
                    <a:pt x="295" y="14896"/>
                    <a:pt x="295" y="14896"/>
                    <a:pt x="295" y="14896"/>
                  </a:cubicBezTo>
                  <a:cubicBezTo>
                    <a:pt x="332" y="14896"/>
                    <a:pt x="332" y="14896"/>
                    <a:pt x="332" y="14896"/>
                  </a:cubicBezTo>
                  <a:cubicBezTo>
                    <a:pt x="332" y="14828"/>
                    <a:pt x="332" y="14828"/>
                    <a:pt x="332" y="14828"/>
                  </a:cubicBezTo>
                  <a:cubicBezTo>
                    <a:pt x="369" y="14828"/>
                    <a:pt x="369" y="14828"/>
                    <a:pt x="369" y="14828"/>
                  </a:cubicBezTo>
                  <a:cubicBezTo>
                    <a:pt x="369" y="14828"/>
                    <a:pt x="369" y="14828"/>
                    <a:pt x="369" y="14828"/>
                  </a:cubicBezTo>
                  <a:cubicBezTo>
                    <a:pt x="406" y="14761"/>
                    <a:pt x="406" y="14761"/>
                    <a:pt x="406" y="14761"/>
                  </a:cubicBezTo>
                  <a:cubicBezTo>
                    <a:pt x="443" y="14761"/>
                    <a:pt x="443" y="14761"/>
                    <a:pt x="443" y="14761"/>
                  </a:cubicBezTo>
                  <a:cubicBezTo>
                    <a:pt x="443" y="14693"/>
                    <a:pt x="443" y="14693"/>
                    <a:pt x="443" y="14693"/>
                  </a:cubicBezTo>
                  <a:cubicBezTo>
                    <a:pt x="517" y="14761"/>
                    <a:pt x="517" y="14761"/>
                    <a:pt x="517" y="14761"/>
                  </a:cubicBezTo>
                  <a:cubicBezTo>
                    <a:pt x="517" y="14693"/>
                    <a:pt x="517" y="14693"/>
                    <a:pt x="517" y="14693"/>
                  </a:cubicBezTo>
                  <a:cubicBezTo>
                    <a:pt x="480" y="14625"/>
                    <a:pt x="480" y="14625"/>
                    <a:pt x="480" y="14625"/>
                  </a:cubicBezTo>
                  <a:cubicBezTo>
                    <a:pt x="480" y="14625"/>
                    <a:pt x="480" y="14625"/>
                    <a:pt x="480" y="14625"/>
                  </a:cubicBezTo>
                  <a:cubicBezTo>
                    <a:pt x="443" y="14625"/>
                    <a:pt x="443" y="14625"/>
                    <a:pt x="443" y="14625"/>
                  </a:cubicBezTo>
                  <a:cubicBezTo>
                    <a:pt x="406" y="14625"/>
                    <a:pt x="406" y="14625"/>
                    <a:pt x="406" y="14625"/>
                  </a:cubicBezTo>
                  <a:cubicBezTo>
                    <a:pt x="406" y="14625"/>
                    <a:pt x="406" y="14625"/>
                    <a:pt x="406" y="14625"/>
                  </a:cubicBezTo>
                  <a:cubicBezTo>
                    <a:pt x="369" y="14625"/>
                    <a:pt x="369" y="14625"/>
                    <a:pt x="369" y="14625"/>
                  </a:cubicBezTo>
                  <a:cubicBezTo>
                    <a:pt x="332" y="14557"/>
                    <a:pt x="332" y="14557"/>
                    <a:pt x="332" y="14557"/>
                  </a:cubicBezTo>
                  <a:cubicBezTo>
                    <a:pt x="332" y="14490"/>
                    <a:pt x="332" y="14490"/>
                    <a:pt x="332" y="14490"/>
                  </a:cubicBezTo>
                  <a:cubicBezTo>
                    <a:pt x="369" y="14557"/>
                    <a:pt x="369" y="14557"/>
                    <a:pt x="369" y="14557"/>
                  </a:cubicBezTo>
                  <a:cubicBezTo>
                    <a:pt x="369" y="14490"/>
                    <a:pt x="369" y="14490"/>
                    <a:pt x="369" y="14490"/>
                  </a:cubicBezTo>
                  <a:cubicBezTo>
                    <a:pt x="332" y="14490"/>
                    <a:pt x="332" y="14490"/>
                    <a:pt x="332" y="14490"/>
                  </a:cubicBezTo>
                  <a:cubicBezTo>
                    <a:pt x="369" y="14422"/>
                    <a:pt x="369" y="14422"/>
                    <a:pt x="369" y="14422"/>
                  </a:cubicBezTo>
                  <a:cubicBezTo>
                    <a:pt x="332" y="14422"/>
                    <a:pt x="332" y="14422"/>
                    <a:pt x="332" y="14422"/>
                  </a:cubicBezTo>
                  <a:cubicBezTo>
                    <a:pt x="332" y="14422"/>
                    <a:pt x="295" y="14490"/>
                    <a:pt x="295" y="14490"/>
                  </a:cubicBezTo>
                  <a:cubicBezTo>
                    <a:pt x="295" y="14490"/>
                    <a:pt x="295" y="14490"/>
                    <a:pt x="295" y="14490"/>
                  </a:cubicBezTo>
                  <a:cubicBezTo>
                    <a:pt x="295" y="14490"/>
                    <a:pt x="295" y="14490"/>
                    <a:pt x="295" y="14490"/>
                  </a:cubicBezTo>
                  <a:cubicBezTo>
                    <a:pt x="258" y="14422"/>
                    <a:pt x="258" y="14422"/>
                    <a:pt x="258" y="14422"/>
                  </a:cubicBezTo>
                  <a:cubicBezTo>
                    <a:pt x="332" y="14287"/>
                    <a:pt x="332" y="14287"/>
                    <a:pt x="332" y="14287"/>
                  </a:cubicBezTo>
                  <a:cubicBezTo>
                    <a:pt x="406" y="14287"/>
                    <a:pt x="406" y="14287"/>
                    <a:pt x="406" y="14287"/>
                  </a:cubicBezTo>
                  <a:cubicBezTo>
                    <a:pt x="443" y="14151"/>
                    <a:pt x="443" y="14151"/>
                    <a:pt x="443" y="14151"/>
                  </a:cubicBezTo>
                  <a:cubicBezTo>
                    <a:pt x="480" y="14016"/>
                    <a:pt x="480" y="14016"/>
                    <a:pt x="480" y="14016"/>
                  </a:cubicBezTo>
                  <a:cubicBezTo>
                    <a:pt x="517" y="13880"/>
                    <a:pt x="517" y="13880"/>
                    <a:pt x="517" y="13880"/>
                  </a:cubicBezTo>
                  <a:cubicBezTo>
                    <a:pt x="591" y="13677"/>
                    <a:pt x="591" y="13677"/>
                    <a:pt x="591" y="13677"/>
                  </a:cubicBezTo>
                  <a:cubicBezTo>
                    <a:pt x="628" y="13542"/>
                    <a:pt x="628" y="13542"/>
                    <a:pt x="628" y="13542"/>
                  </a:cubicBezTo>
                  <a:cubicBezTo>
                    <a:pt x="628" y="13406"/>
                    <a:pt x="628" y="13406"/>
                    <a:pt x="628" y="13406"/>
                  </a:cubicBezTo>
                  <a:cubicBezTo>
                    <a:pt x="554" y="13271"/>
                    <a:pt x="554" y="13271"/>
                    <a:pt x="554" y="13271"/>
                  </a:cubicBezTo>
                  <a:cubicBezTo>
                    <a:pt x="517" y="13271"/>
                    <a:pt x="517" y="13271"/>
                    <a:pt x="517" y="13271"/>
                  </a:cubicBezTo>
                  <a:cubicBezTo>
                    <a:pt x="443" y="13068"/>
                    <a:pt x="443" y="13068"/>
                    <a:pt x="443" y="13068"/>
                  </a:cubicBezTo>
                  <a:cubicBezTo>
                    <a:pt x="443" y="13000"/>
                    <a:pt x="443" y="13000"/>
                    <a:pt x="443" y="13000"/>
                  </a:cubicBezTo>
                  <a:cubicBezTo>
                    <a:pt x="480" y="12932"/>
                    <a:pt x="480" y="12932"/>
                    <a:pt x="480" y="12932"/>
                  </a:cubicBezTo>
                  <a:cubicBezTo>
                    <a:pt x="480" y="12865"/>
                    <a:pt x="480" y="12865"/>
                    <a:pt x="480" y="12865"/>
                  </a:cubicBezTo>
                  <a:cubicBezTo>
                    <a:pt x="406" y="12797"/>
                    <a:pt x="406" y="12797"/>
                    <a:pt x="406" y="12797"/>
                  </a:cubicBezTo>
                  <a:cubicBezTo>
                    <a:pt x="406" y="12729"/>
                    <a:pt x="406" y="12729"/>
                    <a:pt x="406" y="12729"/>
                  </a:cubicBezTo>
                  <a:cubicBezTo>
                    <a:pt x="406" y="12662"/>
                    <a:pt x="406" y="12662"/>
                    <a:pt x="406" y="12662"/>
                  </a:cubicBezTo>
                  <a:cubicBezTo>
                    <a:pt x="406" y="12594"/>
                    <a:pt x="406" y="12594"/>
                    <a:pt x="406" y="12594"/>
                  </a:cubicBezTo>
                  <a:cubicBezTo>
                    <a:pt x="406" y="12594"/>
                    <a:pt x="406" y="12594"/>
                    <a:pt x="406" y="12594"/>
                  </a:cubicBezTo>
                  <a:cubicBezTo>
                    <a:pt x="369" y="12526"/>
                    <a:pt x="369" y="12526"/>
                    <a:pt x="369" y="12526"/>
                  </a:cubicBezTo>
                  <a:cubicBezTo>
                    <a:pt x="332" y="12526"/>
                    <a:pt x="332" y="12526"/>
                    <a:pt x="332" y="12526"/>
                  </a:cubicBezTo>
                  <a:cubicBezTo>
                    <a:pt x="332" y="12391"/>
                    <a:pt x="332" y="12391"/>
                    <a:pt x="332" y="12391"/>
                  </a:cubicBezTo>
                  <a:cubicBezTo>
                    <a:pt x="369" y="12391"/>
                    <a:pt x="369" y="12391"/>
                    <a:pt x="369" y="12391"/>
                  </a:cubicBezTo>
                  <a:cubicBezTo>
                    <a:pt x="332" y="12391"/>
                    <a:pt x="332" y="12391"/>
                    <a:pt x="332" y="12391"/>
                  </a:cubicBezTo>
                  <a:cubicBezTo>
                    <a:pt x="332" y="12323"/>
                    <a:pt x="332" y="12323"/>
                    <a:pt x="332" y="12323"/>
                  </a:cubicBezTo>
                  <a:cubicBezTo>
                    <a:pt x="332" y="12120"/>
                    <a:pt x="332" y="12120"/>
                    <a:pt x="332" y="12120"/>
                  </a:cubicBezTo>
                  <a:cubicBezTo>
                    <a:pt x="369" y="12120"/>
                    <a:pt x="369" y="12120"/>
                    <a:pt x="369" y="12120"/>
                  </a:cubicBezTo>
                  <a:cubicBezTo>
                    <a:pt x="295" y="11849"/>
                    <a:pt x="295" y="11849"/>
                    <a:pt x="295" y="11849"/>
                  </a:cubicBezTo>
                  <a:cubicBezTo>
                    <a:pt x="221" y="11646"/>
                    <a:pt x="221" y="11646"/>
                    <a:pt x="221" y="11646"/>
                  </a:cubicBezTo>
                  <a:cubicBezTo>
                    <a:pt x="221" y="11578"/>
                    <a:pt x="221" y="11578"/>
                    <a:pt x="221" y="11578"/>
                  </a:cubicBezTo>
                  <a:cubicBezTo>
                    <a:pt x="184" y="11510"/>
                    <a:pt x="184" y="11510"/>
                    <a:pt x="184" y="11510"/>
                  </a:cubicBezTo>
                  <a:cubicBezTo>
                    <a:pt x="184" y="11375"/>
                    <a:pt x="184" y="11375"/>
                    <a:pt x="184" y="11375"/>
                  </a:cubicBezTo>
                  <a:cubicBezTo>
                    <a:pt x="221" y="11240"/>
                    <a:pt x="221" y="11240"/>
                    <a:pt x="221" y="11240"/>
                  </a:cubicBezTo>
                  <a:cubicBezTo>
                    <a:pt x="258" y="11172"/>
                    <a:pt x="258" y="11172"/>
                    <a:pt x="258" y="11172"/>
                  </a:cubicBezTo>
                  <a:cubicBezTo>
                    <a:pt x="221" y="11172"/>
                    <a:pt x="221" y="11172"/>
                    <a:pt x="221" y="11172"/>
                  </a:cubicBezTo>
                  <a:cubicBezTo>
                    <a:pt x="147" y="11104"/>
                    <a:pt x="147" y="11104"/>
                    <a:pt x="147" y="11104"/>
                  </a:cubicBezTo>
                  <a:cubicBezTo>
                    <a:pt x="147" y="11036"/>
                    <a:pt x="147" y="11036"/>
                    <a:pt x="147" y="11036"/>
                  </a:cubicBezTo>
                  <a:cubicBezTo>
                    <a:pt x="110" y="10969"/>
                    <a:pt x="110" y="10969"/>
                    <a:pt x="110" y="10969"/>
                  </a:cubicBezTo>
                  <a:cubicBezTo>
                    <a:pt x="73" y="10901"/>
                    <a:pt x="73" y="10901"/>
                    <a:pt x="73" y="10901"/>
                  </a:cubicBezTo>
                  <a:cubicBezTo>
                    <a:pt x="36" y="10901"/>
                    <a:pt x="36" y="10901"/>
                    <a:pt x="36" y="10901"/>
                  </a:cubicBezTo>
                  <a:cubicBezTo>
                    <a:pt x="0" y="10766"/>
                    <a:pt x="0" y="10766"/>
                    <a:pt x="0" y="10766"/>
                  </a:cubicBezTo>
                  <a:cubicBezTo>
                    <a:pt x="0" y="10766"/>
                    <a:pt x="0" y="10766"/>
                    <a:pt x="0" y="10766"/>
                  </a:cubicBezTo>
                  <a:cubicBezTo>
                    <a:pt x="0" y="10630"/>
                    <a:pt x="0" y="10630"/>
                    <a:pt x="0" y="10630"/>
                  </a:cubicBezTo>
                  <a:cubicBezTo>
                    <a:pt x="0" y="10563"/>
                    <a:pt x="0" y="10563"/>
                    <a:pt x="0" y="10563"/>
                  </a:cubicBezTo>
                  <a:cubicBezTo>
                    <a:pt x="0" y="10563"/>
                    <a:pt x="0" y="10563"/>
                    <a:pt x="0" y="10563"/>
                  </a:cubicBezTo>
                  <a:cubicBezTo>
                    <a:pt x="0" y="10563"/>
                    <a:pt x="0" y="10563"/>
                    <a:pt x="0" y="10563"/>
                  </a:cubicBezTo>
                  <a:cubicBezTo>
                    <a:pt x="36" y="10495"/>
                    <a:pt x="36" y="10495"/>
                    <a:pt x="36" y="10495"/>
                  </a:cubicBezTo>
                  <a:cubicBezTo>
                    <a:pt x="36" y="10495"/>
                    <a:pt x="36" y="10495"/>
                    <a:pt x="36" y="10495"/>
                  </a:cubicBezTo>
                  <a:cubicBezTo>
                    <a:pt x="73" y="10495"/>
                    <a:pt x="73" y="10495"/>
                    <a:pt x="73" y="10495"/>
                  </a:cubicBezTo>
                  <a:cubicBezTo>
                    <a:pt x="73" y="10427"/>
                    <a:pt x="73" y="10427"/>
                    <a:pt x="73" y="10427"/>
                  </a:cubicBezTo>
                  <a:cubicBezTo>
                    <a:pt x="110" y="10359"/>
                    <a:pt x="110" y="10359"/>
                    <a:pt x="110" y="10359"/>
                  </a:cubicBezTo>
                  <a:cubicBezTo>
                    <a:pt x="147" y="10359"/>
                    <a:pt x="147" y="10359"/>
                    <a:pt x="147" y="10359"/>
                  </a:cubicBezTo>
                  <a:cubicBezTo>
                    <a:pt x="184" y="10292"/>
                    <a:pt x="184" y="10292"/>
                    <a:pt x="184" y="10292"/>
                  </a:cubicBezTo>
                  <a:cubicBezTo>
                    <a:pt x="184" y="10224"/>
                    <a:pt x="184" y="10224"/>
                    <a:pt x="184" y="10224"/>
                  </a:cubicBezTo>
                  <a:cubicBezTo>
                    <a:pt x="221" y="10224"/>
                    <a:pt x="221" y="10224"/>
                    <a:pt x="221" y="10224"/>
                  </a:cubicBezTo>
                  <a:cubicBezTo>
                    <a:pt x="258" y="10224"/>
                    <a:pt x="258" y="10224"/>
                    <a:pt x="258" y="10224"/>
                  </a:cubicBezTo>
                  <a:cubicBezTo>
                    <a:pt x="258" y="10156"/>
                    <a:pt x="258" y="10156"/>
                    <a:pt x="258" y="10156"/>
                  </a:cubicBezTo>
                  <a:cubicBezTo>
                    <a:pt x="258" y="10089"/>
                    <a:pt x="258" y="10089"/>
                    <a:pt x="258" y="10089"/>
                  </a:cubicBezTo>
                  <a:cubicBezTo>
                    <a:pt x="258" y="10089"/>
                    <a:pt x="258" y="10089"/>
                    <a:pt x="258" y="10089"/>
                  </a:cubicBezTo>
                  <a:cubicBezTo>
                    <a:pt x="295" y="10156"/>
                    <a:pt x="295" y="10156"/>
                    <a:pt x="295" y="10156"/>
                  </a:cubicBezTo>
                  <a:cubicBezTo>
                    <a:pt x="295" y="10156"/>
                    <a:pt x="295" y="10156"/>
                    <a:pt x="295" y="10156"/>
                  </a:cubicBezTo>
                  <a:cubicBezTo>
                    <a:pt x="295" y="10224"/>
                    <a:pt x="295" y="10224"/>
                    <a:pt x="295" y="10224"/>
                  </a:cubicBezTo>
                  <a:cubicBezTo>
                    <a:pt x="332" y="10224"/>
                    <a:pt x="332" y="10224"/>
                    <a:pt x="332" y="10224"/>
                  </a:cubicBezTo>
                  <a:cubicBezTo>
                    <a:pt x="332" y="10156"/>
                    <a:pt x="332" y="10156"/>
                    <a:pt x="332" y="10156"/>
                  </a:cubicBezTo>
                  <a:cubicBezTo>
                    <a:pt x="332" y="10156"/>
                    <a:pt x="332" y="10156"/>
                    <a:pt x="332" y="10156"/>
                  </a:cubicBezTo>
                  <a:cubicBezTo>
                    <a:pt x="369" y="10156"/>
                    <a:pt x="369" y="10156"/>
                    <a:pt x="369" y="10156"/>
                  </a:cubicBezTo>
                  <a:cubicBezTo>
                    <a:pt x="369" y="10089"/>
                    <a:pt x="369" y="10089"/>
                    <a:pt x="369" y="10089"/>
                  </a:cubicBezTo>
                  <a:cubicBezTo>
                    <a:pt x="332" y="10089"/>
                    <a:pt x="332" y="10089"/>
                    <a:pt x="332" y="10089"/>
                  </a:cubicBezTo>
                  <a:cubicBezTo>
                    <a:pt x="332" y="10089"/>
                    <a:pt x="332" y="10089"/>
                    <a:pt x="332" y="10089"/>
                  </a:cubicBezTo>
                  <a:cubicBezTo>
                    <a:pt x="369" y="10089"/>
                    <a:pt x="369" y="10089"/>
                    <a:pt x="369" y="10089"/>
                  </a:cubicBezTo>
                  <a:cubicBezTo>
                    <a:pt x="369" y="10089"/>
                    <a:pt x="369" y="10089"/>
                    <a:pt x="369" y="10089"/>
                  </a:cubicBezTo>
                  <a:cubicBezTo>
                    <a:pt x="369" y="10021"/>
                    <a:pt x="369" y="10021"/>
                    <a:pt x="369" y="10021"/>
                  </a:cubicBezTo>
                  <a:cubicBezTo>
                    <a:pt x="369" y="10021"/>
                    <a:pt x="369" y="10021"/>
                    <a:pt x="369" y="10021"/>
                  </a:cubicBezTo>
                  <a:cubicBezTo>
                    <a:pt x="369" y="10021"/>
                    <a:pt x="369" y="10021"/>
                    <a:pt x="369" y="10021"/>
                  </a:cubicBezTo>
                  <a:cubicBezTo>
                    <a:pt x="369" y="10021"/>
                    <a:pt x="369" y="10021"/>
                    <a:pt x="369" y="10021"/>
                  </a:cubicBezTo>
                  <a:cubicBezTo>
                    <a:pt x="406" y="10021"/>
                    <a:pt x="406" y="10021"/>
                    <a:pt x="406" y="10021"/>
                  </a:cubicBezTo>
                  <a:cubicBezTo>
                    <a:pt x="443" y="10021"/>
                    <a:pt x="443" y="10021"/>
                    <a:pt x="443" y="10021"/>
                  </a:cubicBezTo>
                  <a:cubicBezTo>
                    <a:pt x="443" y="10089"/>
                    <a:pt x="443" y="10089"/>
                    <a:pt x="443" y="10089"/>
                  </a:cubicBezTo>
                  <a:cubicBezTo>
                    <a:pt x="480" y="10089"/>
                    <a:pt x="480" y="10089"/>
                    <a:pt x="480" y="10089"/>
                  </a:cubicBezTo>
                  <a:cubicBezTo>
                    <a:pt x="480" y="10089"/>
                    <a:pt x="480" y="10089"/>
                    <a:pt x="480" y="10089"/>
                  </a:cubicBezTo>
                  <a:cubicBezTo>
                    <a:pt x="517" y="10089"/>
                    <a:pt x="517" y="10089"/>
                    <a:pt x="517" y="10089"/>
                  </a:cubicBezTo>
                  <a:cubicBezTo>
                    <a:pt x="517" y="10089"/>
                    <a:pt x="517" y="10089"/>
                    <a:pt x="517" y="10089"/>
                  </a:cubicBezTo>
                  <a:cubicBezTo>
                    <a:pt x="554" y="10156"/>
                    <a:pt x="554" y="10156"/>
                    <a:pt x="554" y="10156"/>
                  </a:cubicBezTo>
                  <a:cubicBezTo>
                    <a:pt x="554" y="10156"/>
                    <a:pt x="554" y="10156"/>
                    <a:pt x="554" y="10156"/>
                  </a:cubicBezTo>
                  <a:cubicBezTo>
                    <a:pt x="517" y="10224"/>
                    <a:pt x="517" y="10224"/>
                    <a:pt x="517" y="10224"/>
                  </a:cubicBezTo>
                  <a:cubicBezTo>
                    <a:pt x="480" y="10156"/>
                    <a:pt x="480" y="10156"/>
                    <a:pt x="480" y="10156"/>
                  </a:cubicBezTo>
                  <a:cubicBezTo>
                    <a:pt x="443" y="10156"/>
                    <a:pt x="443" y="10156"/>
                    <a:pt x="443" y="10156"/>
                  </a:cubicBezTo>
                  <a:cubicBezTo>
                    <a:pt x="406" y="10156"/>
                    <a:pt x="406" y="10156"/>
                    <a:pt x="406" y="10156"/>
                  </a:cubicBezTo>
                  <a:cubicBezTo>
                    <a:pt x="406" y="10089"/>
                    <a:pt x="406" y="10089"/>
                    <a:pt x="406" y="10089"/>
                  </a:cubicBezTo>
                  <a:cubicBezTo>
                    <a:pt x="406" y="10156"/>
                    <a:pt x="406" y="10156"/>
                    <a:pt x="406" y="10156"/>
                  </a:cubicBezTo>
                  <a:cubicBezTo>
                    <a:pt x="406" y="10224"/>
                    <a:pt x="406" y="10224"/>
                    <a:pt x="406" y="10224"/>
                  </a:cubicBezTo>
                  <a:cubicBezTo>
                    <a:pt x="406" y="10224"/>
                    <a:pt x="406" y="10224"/>
                    <a:pt x="406" y="10224"/>
                  </a:cubicBezTo>
                  <a:cubicBezTo>
                    <a:pt x="443" y="10224"/>
                    <a:pt x="443" y="10224"/>
                    <a:pt x="443" y="10224"/>
                  </a:cubicBezTo>
                  <a:cubicBezTo>
                    <a:pt x="443" y="10224"/>
                    <a:pt x="443" y="10224"/>
                    <a:pt x="443" y="10224"/>
                  </a:cubicBezTo>
                  <a:cubicBezTo>
                    <a:pt x="443" y="10292"/>
                    <a:pt x="443" y="10292"/>
                    <a:pt x="443" y="10292"/>
                  </a:cubicBezTo>
                  <a:cubicBezTo>
                    <a:pt x="480" y="10224"/>
                    <a:pt x="480" y="10224"/>
                    <a:pt x="480" y="10224"/>
                  </a:cubicBezTo>
                  <a:cubicBezTo>
                    <a:pt x="517" y="10224"/>
                    <a:pt x="517" y="10224"/>
                    <a:pt x="517" y="10224"/>
                  </a:cubicBezTo>
                  <a:cubicBezTo>
                    <a:pt x="517" y="10292"/>
                    <a:pt x="517" y="10292"/>
                    <a:pt x="517" y="10292"/>
                  </a:cubicBezTo>
                  <a:cubicBezTo>
                    <a:pt x="517" y="10292"/>
                    <a:pt x="517" y="10292"/>
                    <a:pt x="517" y="10292"/>
                  </a:cubicBezTo>
                  <a:cubicBezTo>
                    <a:pt x="517" y="10292"/>
                    <a:pt x="517" y="10292"/>
                    <a:pt x="517" y="10292"/>
                  </a:cubicBezTo>
                  <a:cubicBezTo>
                    <a:pt x="554" y="10292"/>
                    <a:pt x="554" y="10292"/>
                    <a:pt x="554" y="10292"/>
                  </a:cubicBezTo>
                  <a:cubicBezTo>
                    <a:pt x="554" y="10292"/>
                    <a:pt x="554" y="10292"/>
                    <a:pt x="554" y="10292"/>
                  </a:cubicBezTo>
                  <a:cubicBezTo>
                    <a:pt x="554" y="10359"/>
                    <a:pt x="554" y="10359"/>
                    <a:pt x="554" y="10359"/>
                  </a:cubicBezTo>
                  <a:cubicBezTo>
                    <a:pt x="554" y="10292"/>
                    <a:pt x="554" y="10292"/>
                    <a:pt x="554" y="10292"/>
                  </a:cubicBezTo>
                  <a:cubicBezTo>
                    <a:pt x="591" y="10224"/>
                    <a:pt x="591" y="10224"/>
                    <a:pt x="591" y="10224"/>
                  </a:cubicBezTo>
                  <a:cubicBezTo>
                    <a:pt x="591" y="10292"/>
                    <a:pt x="591" y="10292"/>
                    <a:pt x="591" y="10292"/>
                  </a:cubicBezTo>
                  <a:cubicBezTo>
                    <a:pt x="591" y="10292"/>
                    <a:pt x="591" y="10292"/>
                    <a:pt x="591" y="10292"/>
                  </a:cubicBezTo>
                  <a:cubicBezTo>
                    <a:pt x="591" y="10292"/>
                    <a:pt x="591" y="10292"/>
                    <a:pt x="591" y="10292"/>
                  </a:cubicBezTo>
                  <a:cubicBezTo>
                    <a:pt x="591" y="10292"/>
                    <a:pt x="591" y="10292"/>
                    <a:pt x="591" y="10292"/>
                  </a:cubicBezTo>
                  <a:cubicBezTo>
                    <a:pt x="628" y="10359"/>
                    <a:pt x="628" y="10359"/>
                    <a:pt x="628" y="10359"/>
                  </a:cubicBezTo>
                  <a:cubicBezTo>
                    <a:pt x="591" y="10359"/>
                    <a:pt x="591" y="10359"/>
                    <a:pt x="591" y="10359"/>
                  </a:cubicBezTo>
                  <a:cubicBezTo>
                    <a:pt x="591" y="10427"/>
                    <a:pt x="591" y="10427"/>
                    <a:pt x="591" y="10427"/>
                  </a:cubicBezTo>
                  <a:cubicBezTo>
                    <a:pt x="628" y="10427"/>
                    <a:pt x="628" y="10427"/>
                    <a:pt x="628" y="10427"/>
                  </a:cubicBezTo>
                  <a:cubicBezTo>
                    <a:pt x="628" y="10359"/>
                    <a:pt x="628" y="10359"/>
                    <a:pt x="628" y="10359"/>
                  </a:cubicBezTo>
                  <a:cubicBezTo>
                    <a:pt x="628" y="10292"/>
                    <a:pt x="628" y="10292"/>
                    <a:pt x="628" y="10292"/>
                  </a:cubicBezTo>
                  <a:cubicBezTo>
                    <a:pt x="628" y="10292"/>
                    <a:pt x="628" y="10292"/>
                    <a:pt x="628" y="10292"/>
                  </a:cubicBezTo>
                  <a:cubicBezTo>
                    <a:pt x="665" y="10292"/>
                    <a:pt x="665" y="10292"/>
                    <a:pt x="665" y="10292"/>
                  </a:cubicBezTo>
                  <a:cubicBezTo>
                    <a:pt x="702" y="10292"/>
                    <a:pt x="702" y="10292"/>
                    <a:pt x="702" y="10292"/>
                  </a:cubicBezTo>
                  <a:cubicBezTo>
                    <a:pt x="702" y="10292"/>
                    <a:pt x="702" y="10292"/>
                    <a:pt x="702" y="10292"/>
                  </a:cubicBezTo>
                  <a:cubicBezTo>
                    <a:pt x="665" y="10224"/>
                    <a:pt x="665" y="10224"/>
                    <a:pt x="665" y="10224"/>
                  </a:cubicBezTo>
                  <a:cubicBezTo>
                    <a:pt x="665" y="10224"/>
                    <a:pt x="665" y="10224"/>
                    <a:pt x="665" y="10224"/>
                  </a:cubicBezTo>
                  <a:cubicBezTo>
                    <a:pt x="702" y="10224"/>
                    <a:pt x="702" y="10224"/>
                    <a:pt x="702" y="10224"/>
                  </a:cubicBezTo>
                  <a:cubicBezTo>
                    <a:pt x="739" y="10292"/>
                    <a:pt x="739" y="10292"/>
                    <a:pt x="739" y="10292"/>
                  </a:cubicBezTo>
                  <a:cubicBezTo>
                    <a:pt x="776" y="10292"/>
                    <a:pt x="776" y="10292"/>
                    <a:pt x="776" y="10292"/>
                  </a:cubicBezTo>
                  <a:cubicBezTo>
                    <a:pt x="813" y="10292"/>
                    <a:pt x="813" y="10292"/>
                    <a:pt x="813" y="10292"/>
                  </a:cubicBezTo>
                  <a:cubicBezTo>
                    <a:pt x="850" y="10292"/>
                    <a:pt x="850" y="10292"/>
                    <a:pt x="850" y="10292"/>
                  </a:cubicBezTo>
                  <a:cubicBezTo>
                    <a:pt x="850" y="10292"/>
                    <a:pt x="850" y="10292"/>
                    <a:pt x="850" y="10292"/>
                  </a:cubicBezTo>
                  <a:cubicBezTo>
                    <a:pt x="887" y="10292"/>
                    <a:pt x="887" y="10292"/>
                    <a:pt x="887" y="10292"/>
                  </a:cubicBezTo>
                  <a:cubicBezTo>
                    <a:pt x="924" y="10292"/>
                    <a:pt x="924" y="10292"/>
                    <a:pt x="924" y="10292"/>
                  </a:cubicBezTo>
                  <a:cubicBezTo>
                    <a:pt x="924" y="10292"/>
                    <a:pt x="924" y="10292"/>
                    <a:pt x="924" y="10292"/>
                  </a:cubicBezTo>
                  <a:cubicBezTo>
                    <a:pt x="961" y="10292"/>
                    <a:pt x="961" y="10292"/>
                    <a:pt x="961" y="10292"/>
                  </a:cubicBezTo>
                  <a:cubicBezTo>
                    <a:pt x="1109" y="10495"/>
                    <a:pt x="1109" y="10495"/>
                    <a:pt x="1109" y="10495"/>
                  </a:cubicBezTo>
                  <a:cubicBezTo>
                    <a:pt x="1220" y="10563"/>
                    <a:pt x="1220" y="10563"/>
                    <a:pt x="1220" y="10563"/>
                  </a:cubicBezTo>
                  <a:cubicBezTo>
                    <a:pt x="1257" y="10630"/>
                    <a:pt x="1257" y="10630"/>
                    <a:pt x="1257" y="10630"/>
                  </a:cubicBezTo>
                  <a:cubicBezTo>
                    <a:pt x="1294" y="10630"/>
                    <a:pt x="1294" y="10630"/>
                    <a:pt x="1294" y="10630"/>
                  </a:cubicBezTo>
                  <a:cubicBezTo>
                    <a:pt x="1331" y="10766"/>
                    <a:pt x="1331" y="10766"/>
                    <a:pt x="1331" y="10766"/>
                  </a:cubicBezTo>
                  <a:cubicBezTo>
                    <a:pt x="1368" y="10766"/>
                    <a:pt x="1368" y="10766"/>
                    <a:pt x="1368" y="10766"/>
                  </a:cubicBezTo>
                  <a:cubicBezTo>
                    <a:pt x="1331" y="10698"/>
                    <a:pt x="1331" y="10698"/>
                    <a:pt x="1331" y="10698"/>
                  </a:cubicBezTo>
                  <a:cubicBezTo>
                    <a:pt x="1331" y="10698"/>
                    <a:pt x="1331" y="10698"/>
                    <a:pt x="1331" y="10698"/>
                  </a:cubicBezTo>
                  <a:cubicBezTo>
                    <a:pt x="1368" y="10698"/>
                    <a:pt x="1368" y="10698"/>
                    <a:pt x="1368" y="10698"/>
                  </a:cubicBezTo>
                  <a:cubicBezTo>
                    <a:pt x="1405" y="10766"/>
                    <a:pt x="1405" y="10766"/>
                    <a:pt x="1405" y="10766"/>
                  </a:cubicBezTo>
                  <a:cubicBezTo>
                    <a:pt x="1442" y="10766"/>
                    <a:pt x="1442" y="10766"/>
                    <a:pt x="1442" y="10766"/>
                  </a:cubicBezTo>
                  <a:cubicBezTo>
                    <a:pt x="1479" y="10833"/>
                    <a:pt x="1479" y="10833"/>
                    <a:pt x="1479" y="10833"/>
                  </a:cubicBezTo>
                  <a:cubicBezTo>
                    <a:pt x="1516" y="10833"/>
                    <a:pt x="1516" y="10833"/>
                    <a:pt x="1516" y="10833"/>
                  </a:cubicBezTo>
                  <a:cubicBezTo>
                    <a:pt x="1479" y="10766"/>
                    <a:pt x="1479" y="10766"/>
                    <a:pt x="1479" y="10766"/>
                  </a:cubicBezTo>
                  <a:cubicBezTo>
                    <a:pt x="1479" y="10766"/>
                    <a:pt x="1479" y="10766"/>
                    <a:pt x="1479" y="10766"/>
                  </a:cubicBezTo>
                  <a:cubicBezTo>
                    <a:pt x="1479" y="10766"/>
                    <a:pt x="1479" y="10766"/>
                    <a:pt x="1479" y="10766"/>
                  </a:cubicBezTo>
                  <a:cubicBezTo>
                    <a:pt x="1516" y="10766"/>
                    <a:pt x="1516" y="10766"/>
                    <a:pt x="1516" y="10766"/>
                  </a:cubicBezTo>
                  <a:cubicBezTo>
                    <a:pt x="1516" y="10833"/>
                    <a:pt x="1516" y="10833"/>
                    <a:pt x="1516" y="10833"/>
                  </a:cubicBezTo>
                  <a:cubicBezTo>
                    <a:pt x="1590" y="10901"/>
                    <a:pt x="1590" y="10901"/>
                    <a:pt x="1590" y="10901"/>
                  </a:cubicBezTo>
                  <a:cubicBezTo>
                    <a:pt x="1590" y="10969"/>
                    <a:pt x="1590" y="10969"/>
                    <a:pt x="1590" y="10969"/>
                  </a:cubicBezTo>
                  <a:cubicBezTo>
                    <a:pt x="1627" y="10969"/>
                    <a:pt x="1627" y="10969"/>
                    <a:pt x="1627" y="10969"/>
                  </a:cubicBezTo>
                  <a:cubicBezTo>
                    <a:pt x="1627" y="10969"/>
                    <a:pt x="1627" y="10969"/>
                    <a:pt x="1627" y="10969"/>
                  </a:cubicBezTo>
                  <a:cubicBezTo>
                    <a:pt x="1664" y="10969"/>
                    <a:pt x="1664" y="10969"/>
                    <a:pt x="1664" y="10969"/>
                  </a:cubicBezTo>
                  <a:cubicBezTo>
                    <a:pt x="1701" y="11036"/>
                    <a:pt x="1701" y="11036"/>
                    <a:pt x="1701" y="11036"/>
                  </a:cubicBezTo>
                  <a:cubicBezTo>
                    <a:pt x="1701" y="11104"/>
                    <a:pt x="1701" y="11104"/>
                    <a:pt x="1701" y="11104"/>
                  </a:cubicBezTo>
                  <a:cubicBezTo>
                    <a:pt x="1701" y="11104"/>
                    <a:pt x="1701" y="11104"/>
                    <a:pt x="1701" y="11104"/>
                  </a:cubicBezTo>
                  <a:cubicBezTo>
                    <a:pt x="1738" y="11172"/>
                    <a:pt x="1738" y="11172"/>
                    <a:pt x="1738" y="11172"/>
                  </a:cubicBezTo>
                  <a:cubicBezTo>
                    <a:pt x="1738" y="11172"/>
                    <a:pt x="1738" y="11172"/>
                    <a:pt x="1738" y="11172"/>
                  </a:cubicBezTo>
                  <a:cubicBezTo>
                    <a:pt x="1775" y="11172"/>
                    <a:pt x="1775" y="11172"/>
                    <a:pt x="1775" y="11172"/>
                  </a:cubicBezTo>
                  <a:cubicBezTo>
                    <a:pt x="1775" y="11240"/>
                    <a:pt x="1775" y="11240"/>
                    <a:pt x="1775" y="11240"/>
                  </a:cubicBezTo>
                  <a:cubicBezTo>
                    <a:pt x="1775" y="11307"/>
                    <a:pt x="1775" y="11307"/>
                    <a:pt x="1775" y="11307"/>
                  </a:cubicBezTo>
                  <a:cubicBezTo>
                    <a:pt x="1775" y="11443"/>
                    <a:pt x="1775" y="11443"/>
                    <a:pt x="1775" y="11443"/>
                  </a:cubicBezTo>
                  <a:cubicBezTo>
                    <a:pt x="1738" y="11443"/>
                    <a:pt x="1738" y="11443"/>
                    <a:pt x="1738" y="11443"/>
                  </a:cubicBezTo>
                  <a:cubicBezTo>
                    <a:pt x="1738" y="11510"/>
                    <a:pt x="1738" y="11510"/>
                    <a:pt x="1738" y="11510"/>
                  </a:cubicBezTo>
                  <a:cubicBezTo>
                    <a:pt x="1701" y="11578"/>
                    <a:pt x="1701" y="11578"/>
                    <a:pt x="1701" y="11578"/>
                  </a:cubicBezTo>
                  <a:cubicBezTo>
                    <a:pt x="1701" y="11578"/>
                    <a:pt x="1701" y="11578"/>
                    <a:pt x="1701" y="11578"/>
                  </a:cubicBezTo>
                  <a:cubicBezTo>
                    <a:pt x="1664" y="11714"/>
                    <a:pt x="1664" y="11714"/>
                    <a:pt x="1664" y="11714"/>
                  </a:cubicBezTo>
                  <a:cubicBezTo>
                    <a:pt x="1590" y="11781"/>
                    <a:pt x="1590" y="11781"/>
                    <a:pt x="1590" y="11781"/>
                  </a:cubicBezTo>
                  <a:cubicBezTo>
                    <a:pt x="1553" y="11781"/>
                    <a:pt x="1553" y="11781"/>
                    <a:pt x="1553" y="11781"/>
                  </a:cubicBezTo>
                  <a:cubicBezTo>
                    <a:pt x="1516" y="11849"/>
                    <a:pt x="1516" y="11849"/>
                    <a:pt x="1516" y="11849"/>
                  </a:cubicBezTo>
                  <a:cubicBezTo>
                    <a:pt x="1479" y="11849"/>
                    <a:pt x="1479" y="11849"/>
                    <a:pt x="1479" y="11849"/>
                  </a:cubicBezTo>
                  <a:cubicBezTo>
                    <a:pt x="1479" y="11849"/>
                    <a:pt x="1479" y="11849"/>
                    <a:pt x="1479" y="11849"/>
                  </a:cubicBezTo>
                  <a:cubicBezTo>
                    <a:pt x="1405" y="11849"/>
                    <a:pt x="1405" y="11849"/>
                    <a:pt x="1405" y="11849"/>
                  </a:cubicBezTo>
                  <a:cubicBezTo>
                    <a:pt x="1294" y="11849"/>
                    <a:pt x="1294" y="11849"/>
                    <a:pt x="1294" y="11849"/>
                  </a:cubicBezTo>
                  <a:cubicBezTo>
                    <a:pt x="1257" y="11849"/>
                    <a:pt x="1257" y="11849"/>
                    <a:pt x="1257" y="11849"/>
                  </a:cubicBezTo>
                  <a:cubicBezTo>
                    <a:pt x="1220" y="11781"/>
                    <a:pt x="1220" y="11781"/>
                    <a:pt x="1220" y="11781"/>
                  </a:cubicBezTo>
                  <a:cubicBezTo>
                    <a:pt x="1183" y="11781"/>
                    <a:pt x="1183" y="11781"/>
                    <a:pt x="1183" y="11781"/>
                  </a:cubicBezTo>
                  <a:cubicBezTo>
                    <a:pt x="1146" y="11781"/>
                    <a:pt x="1146" y="11781"/>
                    <a:pt x="1146" y="11781"/>
                  </a:cubicBezTo>
                  <a:cubicBezTo>
                    <a:pt x="1109" y="11781"/>
                    <a:pt x="1109" y="11781"/>
                    <a:pt x="1109" y="11781"/>
                  </a:cubicBezTo>
                  <a:cubicBezTo>
                    <a:pt x="1109" y="11781"/>
                    <a:pt x="1109" y="11781"/>
                    <a:pt x="1109" y="11781"/>
                  </a:cubicBezTo>
                  <a:cubicBezTo>
                    <a:pt x="1072" y="11781"/>
                    <a:pt x="1072" y="11781"/>
                    <a:pt x="1072" y="11781"/>
                  </a:cubicBezTo>
                  <a:cubicBezTo>
                    <a:pt x="1035" y="11781"/>
                    <a:pt x="1035" y="11781"/>
                    <a:pt x="1035" y="11781"/>
                  </a:cubicBezTo>
                  <a:cubicBezTo>
                    <a:pt x="998" y="11714"/>
                    <a:pt x="998" y="11714"/>
                    <a:pt x="998" y="11714"/>
                  </a:cubicBezTo>
                  <a:cubicBezTo>
                    <a:pt x="998" y="11714"/>
                    <a:pt x="998" y="11714"/>
                    <a:pt x="998" y="11714"/>
                  </a:cubicBezTo>
                  <a:cubicBezTo>
                    <a:pt x="961" y="11714"/>
                    <a:pt x="961" y="11714"/>
                    <a:pt x="961" y="11714"/>
                  </a:cubicBezTo>
                  <a:cubicBezTo>
                    <a:pt x="961" y="11714"/>
                    <a:pt x="961" y="11714"/>
                    <a:pt x="961" y="11714"/>
                  </a:cubicBezTo>
                  <a:cubicBezTo>
                    <a:pt x="961" y="11646"/>
                    <a:pt x="961" y="11646"/>
                    <a:pt x="961" y="11646"/>
                  </a:cubicBezTo>
                  <a:cubicBezTo>
                    <a:pt x="924" y="11646"/>
                    <a:pt x="924" y="11646"/>
                    <a:pt x="924" y="11646"/>
                  </a:cubicBezTo>
                  <a:cubicBezTo>
                    <a:pt x="887" y="11714"/>
                    <a:pt x="887" y="11714"/>
                    <a:pt x="887" y="11714"/>
                  </a:cubicBezTo>
                  <a:cubicBezTo>
                    <a:pt x="850" y="11714"/>
                    <a:pt x="850" y="11714"/>
                    <a:pt x="850" y="11714"/>
                  </a:cubicBezTo>
                  <a:cubicBezTo>
                    <a:pt x="850" y="11646"/>
                    <a:pt x="850" y="11646"/>
                    <a:pt x="850" y="11646"/>
                  </a:cubicBezTo>
                  <a:cubicBezTo>
                    <a:pt x="850" y="11646"/>
                    <a:pt x="850" y="11646"/>
                    <a:pt x="850" y="11646"/>
                  </a:cubicBezTo>
                  <a:cubicBezTo>
                    <a:pt x="887" y="11646"/>
                    <a:pt x="887" y="11646"/>
                    <a:pt x="887" y="11646"/>
                  </a:cubicBezTo>
                  <a:cubicBezTo>
                    <a:pt x="850" y="11578"/>
                    <a:pt x="850" y="11578"/>
                    <a:pt x="850" y="11578"/>
                  </a:cubicBezTo>
                  <a:cubicBezTo>
                    <a:pt x="850" y="11646"/>
                    <a:pt x="850" y="11646"/>
                    <a:pt x="850" y="11646"/>
                  </a:cubicBezTo>
                  <a:cubicBezTo>
                    <a:pt x="776" y="11646"/>
                    <a:pt x="776" y="11646"/>
                    <a:pt x="776" y="11646"/>
                  </a:cubicBezTo>
                  <a:cubicBezTo>
                    <a:pt x="776" y="11578"/>
                    <a:pt x="776" y="11578"/>
                    <a:pt x="776" y="11578"/>
                  </a:cubicBezTo>
                  <a:cubicBezTo>
                    <a:pt x="739" y="11578"/>
                    <a:pt x="739" y="11578"/>
                    <a:pt x="739" y="11578"/>
                  </a:cubicBezTo>
                  <a:cubicBezTo>
                    <a:pt x="739" y="11578"/>
                    <a:pt x="739" y="11578"/>
                    <a:pt x="739" y="11578"/>
                  </a:cubicBezTo>
                  <a:cubicBezTo>
                    <a:pt x="665" y="11510"/>
                    <a:pt x="665" y="11510"/>
                    <a:pt x="665" y="11510"/>
                  </a:cubicBezTo>
                  <a:cubicBezTo>
                    <a:pt x="665" y="11443"/>
                    <a:pt x="665" y="11443"/>
                    <a:pt x="665" y="11443"/>
                  </a:cubicBezTo>
                  <a:cubicBezTo>
                    <a:pt x="628" y="11443"/>
                    <a:pt x="628" y="11443"/>
                    <a:pt x="628" y="11443"/>
                  </a:cubicBezTo>
                  <a:cubicBezTo>
                    <a:pt x="591" y="11443"/>
                    <a:pt x="591" y="11443"/>
                    <a:pt x="591" y="11443"/>
                  </a:cubicBezTo>
                  <a:cubicBezTo>
                    <a:pt x="554" y="11443"/>
                    <a:pt x="554" y="11443"/>
                    <a:pt x="554" y="11443"/>
                  </a:cubicBezTo>
                  <a:cubicBezTo>
                    <a:pt x="554" y="11443"/>
                    <a:pt x="554" y="11443"/>
                    <a:pt x="554" y="11443"/>
                  </a:cubicBezTo>
                  <a:cubicBezTo>
                    <a:pt x="591" y="11510"/>
                    <a:pt x="591" y="11510"/>
                    <a:pt x="591" y="11510"/>
                  </a:cubicBezTo>
                  <a:cubicBezTo>
                    <a:pt x="591" y="11578"/>
                    <a:pt x="591" y="11578"/>
                    <a:pt x="591" y="11578"/>
                  </a:cubicBezTo>
                  <a:cubicBezTo>
                    <a:pt x="628" y="11578"/>
                    <a:pt x="628" y="11578"/>
                    <a:pt x="628" y="11578"/>
                  </a:cubicBezTo>
                  <a:cubicBezTo>
                    <a:pt x="665" y="11646"/>
                    <a:pt x="665" y="11646"/>
                    <a:pt x="665" y="11646"/>
                  </a:cubicBezTo>
                  <a:cubicBezTo>
                    <a:pt x="702" y="11646"/>
                    <a:pt x="702" y="11646"/>
                    <a:pt x="702" y="11646"/>
                  </a:cubicBezTo>
                  <a:cubicBezTo>
                    <a:pt x="702" y="11646"/>
                    <a:pt x="702" y="11646"/>
                    <a:pt x="702" y="11646"/>
                  </a:cubicBezTo>
                  <a:cubicBezTo>
                    <a:pt x="665" y="11714"/>
                    <a:pt x="665" y="11714"/>
                    <a:pt x="665" y="11714"/>
                  </a:cubicBezTo>
                  <a:cubicBezTo>
                    <a:pt x="665" y="11714"/>
                    <a:pt x="665" y="11714"/>
                    <a:pt x="665" y="11714"/>
                  </a:cubicBezTo>
                  <a:cubicBezTo>
                    <a:pt x="665" y="11781"/>
                    <a:pt x="665" y="11781"/>
                    <a:pt x="665" y="11781"/>
                  </a:cubicBezTo>
                  <a:cubicBezTo>
                    <a:pt x="739" y="11714"/>
                    <a:pt x="739" y="11714"/>
                    <a:pt x="739" y="11714"/>
                  </a:cubicBezTo>
                  <a:cubicBezTo>
                    <a:pt x="739" y="11714"/>
                    <a:pt x="739" y="11714"/>
                    <a:pt x="739" y="11714"/>
                  </a:cubicBezTo>
                  <a:cubicBezTo>
                    <a:pt x="776" y="11714"/>
                    <a:pt x="776" y="11714"/>
                    <a:pt x="776" y="11714"/>
                  </a:cubicBezTo>
                  <a:cubicBezTo>
                    <a:pt x="739" y="11714"/>
                    <a:pt x="739" y="11714"/>
                    <a:pt x="739" y="11714"/>
                  </a:cubicBezTo>
                  <a:cubicBezTo>
                    <a:pt x="739" y="11781"/>
                    <a:pt x="739" y="11781"/>
                    <a:pt x="739" y="11781"/>
                  </a:cubicBezTo>
                  <a:cubicBezTo>
                    <a:pt x="776" y="11781"/>
                    <a:pt x="776" y="11781"/>
                    <a:pt x="776" y="11781"/>
                  </a:cubicBezTo>
                  <a:cubicBezTo>
                    <a:pt x="776" y="11781"/>
                    <a:pt x="776" y="11781"/>
                    <a:pt x="776" y="11781"/>
                  </a:cubicBezTo>
                  <a:cubicBezTo>
                    <a:pt x="739" y="11849"/>
                    <a:pt x="739" y="11849"/>
                    <a:pt x="739" y="11849"/>
                  </a:cubicBezTo>
                  <a:cubicBezTo>
                    <a:pt x="739" y="11849"/>
                    <a:pt x="739" y="11849"/>
                    <a:pt x="739" y="11849"/>
                  </a:cubicBezTo>
                  <a:cubicBezTo>
                    <a:pt x="776" y="11849"/>
                    <a:pt x="776" y="11849"/>
                    <a:pt x="776" y="11849"/>
                  </a:cubicBezTo>
                  <a:cubicBezTo>
                    <a:pt x="776" y="11849"/>
                    <a:pt x="776" y="11849"/>
                    <a:pt x="776" y="11849"/>
                  </a:cubicBezTo>
                  <a:cubicBezTo>
                    <a:pt x="813" y="11849"/>
                    <a:pt x="813" y="11849"/>
                    <a:pt x="813" y="11849"/>
                  </a:cubicBezTo>
                  <a:cubicBezTo>
                    <a:pt x="813" y="11849"/>
                    <a:pt x="813" y="11849"/>
                    <a:pt x="813" y="11849"/>
                  </a:cubicBezTo>
                  <a:cubicBezTo>
                    <a:pt x="850" y="11849"/>
                    <a:pt x="850" y="11849"/>
                    <a:pt x="850" y="11849"/>
                  </a:cubicBezTo>
                  <a:cubicBezTo>
                    <a:pt x="924" y="11917"/>
                    <a:pt x="924" y="11917"/>
                    <a:pt x="924" y="11917"/>
                  </a:cubicBezTo>
                  <a:cubicBezTo>
                    <a:pt x="961" y="11984"/>
                    <a:pt x="961" y="11984"/>
                    <a:pt x="961" y="11984"/>
                  </a:cubicBezTo>
                  <a:cubicBezTo>
                    <a:pt x="961" y="11984"/>
                    <a:pt x="961" y="11984"/>
                    <a:pt x="961" y="11984"/>
                  </a:cubicBezTo>
                  <a:cubicBezTo>
                    <a:pt x="961" y="11984"/>
                    <a:pt x="961" y="11984"/>
                    <a:pt x="961" y="11984"/>
                  </a:cubicBezTo>
                  <a:cubicBezTo>
                    <a:pt x="961" y="12052"/>
                    <a:pt x="961" y="12052"/>
                    <a:pt x="961" y="12052"/>
                  </a:cubicBezTo>
                  <a:cubicBezTo>
                    <a:pt x="961" y="12052"/>
                    <a:pt x="961" y="12052"/>
                    <a:pt x="961" y="12052"/>
                  </a:cubicBezTo>
                  <a:cubicBezTo>
                    <a:pt x="961" y="12120"/>
                    <a:pt x="961" y="12120"/>
                    <a:pt x="961" y="12120"/>
                  </a:cubicBezTo>
                  <a:cubicBezTo>
                    <a:pt x="961" y="12188"/>
                    <a:pt x="961" y="12188"/>
                    <a:pt x="961" y="12188"/>
                  </a:cubicBezTo>
                  <a:cubicBezTo>
                    <a:pt x="924" y="12188"/>
                    <a:pt x="924" y="12188"/>
                    <a:pt x="924" y="12188"/>
                  </a:cubicBezTo>
                  <a:cubicBezTo>
                    <a:pt x="924" y="12255"/>
                    <a:pt x="924" y="12255"/>
                    <a:pt x="924" y="12255"/>
                  </a:cubicBezTo>
                  <a:cubicBezTo>
                    <a:pt x="961" y="12255"/>
                    <a:pt x="961" y="12255"/>
                    <a:pt x="961" y="12255"/>
                  </a:cubicBezTo>
                  <a:cubicBezTo>
                    <a:pt x="961" y="12323"/>
                    <a:pt x="961" y="12323"/>
                    <a:pt x="961" y="12323"/>
                  </a:cubicBezTo>
                  <a:cubicBezTo>
                    <a:pt x="998" y="12391"/>
                    <a:pt x="998" y="12391"/>
                    <a:pt x="998" y="12391"/>
                  </a:cubicBezTo>
                  <a:cubicBezTo>
                    <a:pt x="998" y="12458"/>
                    <a:pt x="998" y="12458"/>
                    <a:pt x="998" y="12458"/>
                  </a:cubicBezTo>
                  <a:cubicBezTo>
                    <a:pt x="1035" y="12458"/>
                    <a:pt x="1035" y="12458"/>
                    <a:pt x="1035" y="12458"/>
                  </a:cubicBezTo>
                  <a:cubicBezTo>
                    <a:pt x="1035" y="12526"/>
                    <a:pt x="1035" y="12526"/>
                    <a:pt x="1035" y="12526"/>
                  </a:cubicBezTo>
                  <a:cubicBezTo>
                    <a:pt x="1035" y="12594"/>
                    <a:pt x="1035" y="12594"/>
                    <a:pt x="1035" y="12594"/>
                  </a:cubicBezTo>
                  <a:cubicBezTo>
                    <a:pt x="1035" y="12662"/>
                    <a:pt x="1035" y="12662"/>
                    <a:pt x="1035" y="12662"/>
                  </a:cubicBezTo>
                  <a:cubicBezTo>
                    <a:pt x="1035" y="12662"/>
                    <a:pt x="1035" y="12662"/>
                    <a:pt x="1035" y="12662"/>
                  </a:cubicBezTo>
                  <a:cubicBezTo>
                    <a:pt x="1072" y="12729"/>
                    <a:pt x="1072" y="12729"/>
                    <a:pt x="1072" y="12729"/>
                  </a:cubicBezTo>
                  <a:cubicBezTo>
                    <a:pt x="1109" y="12729"/>
                    <a:pt x="1109" y="12729"/>
                    <a:pt x="1109" y="12729"/>
                  </a:cubicBezTo>
                  <a:cubicBezTo>
                    <a:pt x="1146" y="12729"/>
                    <a:pt x="1146" y="12729"/>
                    <a:pt x="1146" y="12729"/>
                  </a:cubicBezTo>
                  <a:cubicBezTo>
                    <a:pt x="1183" y="12729"/>
                    <a:pt x="1183" y="12729"/>
                    <a:pt x="1183" y="12729"/>
                  </a:cubicBezTo>
                  <a:cubicBezTo>
                    <a:pt x="1183" y="12797"/>
                    <a:pt x="1183" y="12797"/>
                    <a:pt x="1183" y="12797"/>
                  </a:cubicBezTo>
                  <a:cubicBezTo>
                    <a:pt x="1220" y="12797"/>
                    <a:pt x="1220" y="12797"/>
                    <a:pt x="1220" y="12797"/>
                  </a:cubicBezTo>
                  <a:cubicBezTo>
                    <a:pt x="1220" y="12865"/>
                    <a:pt x="1220" y="12865"/>
                    <a:pt x="1220" y="12865"/>
                  </a:cubicBezTo>
                  <a:cubicBezTo>
                    <a:pt x="1257" y="12865"/>
                    <a:pt x="1257" y="12865"/>
                    <a:pt x="1257" y="12865"/>
                  </a:cubicBezTo>
                  <a:cubicBezTo>
                    <a:pt x="1294" y="12865"/>
                    <a:pt x="1294" y="12865"/>
                    <a:pt x="1294" y="12865"/>
                  </a:cubicBezTo>
                  <a:cubicBezTo>
                    <a:pt x="1294" y="12932"/>
                    <a:pt x="1294" y="12932"/>
                    <a:pt x="1294" y="12932"/>
                  </a:cubicBezTo>
                  <a:cubicBezTo>
                    <a:pt x="1368" y="12932"/>
                    <a:pt x="1368" y="12932"/>
                    <a:pt x="1368" y="12932"/>
                  </a:cubicBezTo>
                  <a:cubicBezTo>
                    <a:pt x="1405" y="12932"/>
                    <a:pt x="1405" y="12932"/>
                    <a:pt x="1405" y="12932"/>
                  </a:cubicBezTo>
                  <a:cubicBezTo>
                    <a:pt x="1405" y="13000"/>
                    <a:pt x="1405" y="13000"/>
                    <a:pt x="1405" y="13000"/>
                  </a:cubicBezTo>
                  <a:cubicBezTo>
                    <a:pt x="1442" y="12932"/>
                    <a:pt x="1442" y="12932"/>
                    <a:pt x="1442" y="12932"/>
                  </a:cubicBezTo>
                  <a:cubicBezTo>
                    <a:pt x="1479" y="12932"/>
                    <a:pt x="1479" y="12932"/>
                    <a:pt x="1479" y="12932"/>
                  </a:cubicBezTo>
                  <a:cubicBezTo>
                    <a:pt x="1479" y="12865"/>
                    <a:pt x="1479" y="12865"/>
                    <a:pt x="1479" y="12865"/>
                  </a:cubicBezTo>
                  <a:cubicBezTo>
                    <a:pt x="1479" y="12797"/>
                    <a:pt x="1479" y="12797"/>
                    <a:pt x="1479" y="12797"/>
                  </a:cubicBezTo>
                  <a:cubicBezTo>
                    <a:pt x="1479" y="12797"/>
                    <a:pt x="1479" y="12797"/>
                    <a:pt x="1479" y="12797"/>
                  </a:cubicBezTo>
                  <a:cubicBezTo>
                    <a:pt x="1479" y="12729"/>
                    <a:pt x="1479" y="12729"/>
                    <a:pt x="1479" y="12729"/>
                  </a:cubicBezTo>
                  <a:cubicBezTo>
                    <a:pt x="1479" y="12729"/>
                    <a:pt x="1479" y="12729"/>
                    <a:pt x="1479" y="12729"/>
                  </a:cubicBezTo>
                  <a:cubicBezTo>
                    <a:pt x="1442" y="12662"/>
                    <a:pt x="1442" y="12662"/>
                    <a:pt x="1442" y="12662"/>
                  </a:cubicBezTo>
                  <a:cubicBezTo>
                    <a:pt x="1442" y="12662"/>
                    <a:pt x="1442" y="12662"/>
                    <a:pt x="1442" y="12662"/>
                  </a:cubicBezTo>
                  <a:cubicBezTo>
                    <a:pt x="1405" y="12662"/>
                    <a:pt x="1405" y="12662"/>
                    <a:pt x="1405" y="12662"/>
                  </a:cubicBezTo>
                  <a:cubicBezTo>
                    <a:pt x="1405" y="12662"/>
                    <a:pt x="1405" y="12662"/>
                    <a:pt x="1405" y="12662"/>
                  </a:cubicBezTo>
                  <a:cubicBezTo>
                    <a:pt x="1368" y="12729"/>
                    <a:pt x="1368" y="12729"/>
                    <a:pt x="1368" y="12729"/>
                  </a:cubicBezTo>
                  <a:cubicBezTo>
                    <a:pt x="1331" y="12662"/>
                    <a:pt x="1331" y="12662"/>
                    <a:pt x="1331" y="12662"/>
                  </a:cubicBezTo>
                  <a:cubicBezTo>
                    <a:pt x="1294" y="12594"/>
                    <a:pt x="1294" y="12594"/>
                    <a:pt x="1294" y="12594"/>
                  </a:cubicBezTo>
                  <a:cubicBezTo>
                    <a:pt x="1257" y="12594"/>
                    <a:pt x="1257" y="12594"/>
                    <a:pt x="1257" y="12594"/>
                  </a:cubicBezTo>
                  <a:cubicBezTo>
                    <a:pt x="1220" y="12526"/>
                    <a:pt x="1220" y="12526"/>
                    <a:pt x="1220" y="12526"/>
                  </a:cubicBezTo>
                  <a:cubicBezTo>
                    <a:pt x="1220" y="12458"/>
                    <a:pt x="1220" y="12458"/>
                    <a:pt x="1220" y="12458"/>
                  </a:cubicBezTo>
                  <a:cubicBezTo>
                    <a:pt x="1257" y="12458"/>
                    <a:pt x="1257" y="12458"/>
                    <a:pt x="1257" y="12458"/>
                  </a:cubicBezTo>
                  <a:cubicBezTo>
                    <a:pt x="1257" y="12391"/>
                    <a:pt x="1257" y="12391"/>
                    <a:pt x="1257" y="12391"/>
                  </a:cubicBezTo>
                  <a:cubicBezTo>
                    <a:pt x="1257" y="12391"/>
                    <a:pt x="1257" y="12391"/>
                    <a:pt x="1257" y="12391"/>
                  </a:cubicBezTo>
                  <a:cubicBezTo>
                    <a:pt x="1257" y="12323"/>
                    <a:pt x="1257" y="12323"/>
                    <a:pt x="1257" y="12323"/>
                  </a:cubicBezTo>
                  <a:cubicBezTo>
                    <a:pt x="1257" y="12323"/>
                    <a:pt x="1257" y="12323"/>
                    <a:pt x="1257" y="12323"/>
                  </a:cubicBezTo>
                  <a:cubicBezTo>
                    <a:pt x="1257" y="12255"/>
                    <a:pt x="1257" y="12255"/>
                    <a:pt x="1257" y="12255"/>
                  </a:cubicBezTo>
                  <a:cubicBezTo>
                    <a:pt x="1294" y="12255"/>
                    <a:pt x="1294" y="12255"/>
                    <a:pt x="1294" y="12255"/>
                  </a:cubicBezTo>
                  <a:cubicBezTo>
                    <a:pt x="1331" y="12323"/>
                    <a:pt x="1331" y="12323"/>
                    <a:pt x="1331" y="12323"/>
                  </a:cubicBezTo>
                  <a:cubicBezTo>
                    <a:pt x="1368" y="12323"/>
                    <a:pt x="1368" y="12323"/>
                    <a:pt x="1368" y="12323"/>
                  </a:cubicBezTo>
                  <a:cubicBezTo>
                    <a:pt x="1405" y="12391"/>
                    <a:pt x="1405" y="12391"/>
                    <a:pt x="1405" y="12391"/>
                  </a:cubicBezTo>
                  <a:cubicBezTo>
                    <a:pt x="1442" y="12458"/>
                    <a:pt x="1442" y="12458"/>
                    <a:pt x="1442" y="12458"/>
                  </a:cubicBezTo>
                  <a:cubicBezTo>
                    <a:pt x="1479" y="12458"/>
                    <a:pt x="1479" y="12458"/>
                    <a:pt x="1479" y="12458"/>
                  </a:cubicBezTo>
                  <a:cubicBezTo>
                    <a:pt x="1516" y="12458"/>
                    <a:pt x="1516" y="12458"/>
                    <a:pt x="1516" y="12458"/>
                  </a:cubicBezTo>
                  <a:cubicBezTo>
                    <a:pt x="1553" y="12458"/>
                    <a:pt x="1553" y="12458"/>
                    <a:pt x="1553" y="12458"/>
                  </a:cubicBezTo>
                  <a:cubicBezTo>
                    <a:pt x="1627" y="12526"/>
                    <a:pt x="1627" y="12526"/>
                    <a:pt x="1627" y="12526"/>
                  </a:cubicBezTo>
                  <a:cubicBezTo>
                    <a:pt x="1701" y="12594"/>
                    <a:pt x="1701" y="12594"/>
                    <a:pt x="1701" y="12594"/>
                  </a:cubicBezTo>
                  <a:cubicBezTo>
                    <a:pt x="1701" y="12594"/>
                    <a:pt x="1701" y="12594"/>
                    <a:pt x="1701" y="12594"/>
                  </a:cubicBezTo>
                  <a:cubicBezTo>
                    <a:pt x="1738" y="12526"/>
                    <a:pt x="1738" y="12526"/>
                    <a:pt x="1738" y="12526"/>
                  </a:cubicBezTo>
                  <a:cubicBezTo>
                    <a:pt x="1738" y="12458"/>
                    <a:pt x="1738" y="12458"/>
                    <a:pt x="1738" y="12458"/>
                  </a:cubicBezTo>
                  <a:cubicBezTo>
                    <a:pt x="1738" y="12458"/>
                    <a:pt x="1738" y="12458"/>
                    <a:pt x="1738" y="12458"/>
                  </a:cubicBezTo>
                  <a:cubicBezTo>
                    <a:pt x="1775" y="12458"/>
                    <a:pt x="1775" y="12458"/>
                    <a:pt x="1775" y="12458"/>
                  </a:cubicBezTo>
                  <a:cubicBezTo>
                    <a:pt x="1738" y="12323"/>
                    <a:pt x="1738" y="12323"/>
                    <a:pt x="1738" y="12323"/>
                  </a:cubicBezTo>
                  <a:cubicBezTo>
                    <a:pt x="1664" y="12188"/>
                    <a:pt x="1664" y="12188"/>
                    <a:pt x="1664" y="12188"/>
                  </a:cubicBezTo>
                  <a:cubicBezTo>
                    <a:pt x="1664" y="12120"/>
                    <a:pt x="1664" y="12120"/>
                    <a:pt x="1664" y="12120"/>
                  </a:cubicBezTo>
                  <a:cubicBezTo>
                    <a:pt x="1664" y="12052"/>
                    <a:pt x="1664" y="12052"/>
                    <a:pt x="1664" y="12052"/>
                  </a:cubicBezTo>
                  <a:cubicBezTo>
                    <a:pt x="1701" y="12052"/>
                    <a:pt x="1701" y="12052"/>
                    <a:pt x="1701" y="12052"/>
                  </a:cubicBezTo>
                  <a:cubicBezTo>
                    <a:pt x="1738" y="11917"/>
                    <a:pt x="1738" y="11917"/>
                    <a:pt x="1738" y="11917"/>
                  </a:cubicBezTo>
                  <a:cubicBezTo>
                    <a:pt x="1738" y="11849"/>
                    <a:pt x="1738" y="11849"/>
                    <a:pt x="1738" y="11849"/>
                  </a:cubicBezTo>
                  <a:cubicBezTo>
                    <a:pt x="1775" y="11849"/>
                    <a:pt x="1775" y="11849"/>
                    <a:pt x="1775" y="11849"/>
                  </a:cubicBezTo>
                  <a:cubicBezTo>
                    <a:pt x="1812" y="11781"/>
                    <a:pt x="1812" y="11781"/>
                    <a:pt x="1812" y="11781"/>
                  </a:cubicBezTo>
                  <a:cubicBezTo>
                    <a:pt x="1849" y="11714"/>
                    <a:pt x="1849" y="11714"/>
                    <a:pt x="1849" y="11714"/>
                  </a:cubicBezTo>
                  <a:cubicBezTo>
                    <a:pt x="1886" y="11578"/>
                    <a:pt x="1886" y="11578"/>
                    <a:pt x="1886" y="11578"/>
                  </a:cubicBezTo>
                  <a:cubicBezTo>
                    <a:pt x="1923" y="11578"/>
                    <a:pt x="1923" y="11578"/>
                    <a:pt x="1923" y="11578"/>
                  </a:cubicBezTo>
                  <a:cubicBezTo>
                    <a:pt x="1960" y="11578"/>
                    <a:pt x="1960" y="11578"/>
                    <a:pt x="1960" y="11578"/>
                  </a:cubicBezTo>
                  <a:cubicBezTo>
                    <a:pt x="1997" y="11646"/>
                    <a:pt x="1997" y="11646"/>
                    <a:pt x="1997" y="11646"/>
                  </a:cubicBezTo>
                  <a:cubicBezTo>
                    <a:pt x="2034" y="11646"/>
                    <a:pt x="2034" y="11646"/>
                    <a:pt x="2034" y="11646"/>
                  </a:cubicBezTo>
                  <a:cubicBezTo>
                    <a:pt x="2108" y="11646"/>
                    <a:pt x="2108" y="11646"/>
                    <a:pt x="2108" y="11646"/>
                  </a:cubicBezTo>
                  <a:cubicBezTo>
                    <a:pt x="2108" y="11646"/>
                    <a:pt x="2108" y="11646"/>
                    <a:pt x="2108" y="11646"/>
                  </a:cubicBezTo>
                  <a:cubicBezTo>
                    <a:pt x="2108" y="11714"/>
                    <a:pt x="2108" y="11714"/>
                    <a:pt x="2108" y="11714"/>
                  </a:cubicBezTo>
                  <a:cubicBezTo>
                    <a:pt x="2145" y="11646"/>
                    <a:pt x="2145" y="11646"/>
                    <a:pt x="2145" y="11646"/>
                  </a:cubicBezTo>
                  <a:cubicBezTo>
                    <a:pt x="2182" y="11714"/>
                    <a:pt x="2182" y="11714"/>
                    <a:pt x="2182" y="11714"/>
                  </a:cubicBezTo>
                  <a:cubicBezTo>
                    <a:pt x="2182" y="11781"/>
                    <a:pt x="2182" y="11781"/>
                    <a:pt x="2182" y="11781"/>
                  </a:cubicBezTo>
                  <a:cubicBezTo>
                    <a:pt x="2219" y="11849"/>
                    <a:pt x="2219" y="11849"/>
                    <a:pt x="2219" y="11849"/>
                  </a:cubicBezTo>
                  <a:cubicBezTo>
                    <a:pt x="2219" y="11714"/>
                    <a:pt x="2219" y="11714"/>
                    <a:pt x="2219" y="11714"/>
                  </a:cubicBezTo>
                  <a:cubicBezTo>
                    <a:pt x="2182" y="11646"/>
                    <a:pt x="2182" y="11646"/>
                    <a:pt x="2182" y="11646"/>
                  </a:cubicBezTo>
                  <a:cubicBezTo>
                    <a:pt x="2219" y="11646"/>
                    <a:pt x="2219" y="11646"/>
                    <a:pt x="2219" y="11646"/>
                  </a:cubicBezTo>
                  <a:cubicBezTo>
                    <a:pt x="2219" y="11510"/>
                    <a:pt x="2219" y="11510"/>
                    <a:pt x="2219" y="11510"/>
                  </a:cubicBezTo>
                  <a:cubicBezTo>
                    <a:pt x="2219" y="11443"/>
                    <a:pt x="2219" y="11443"/>
                    <a:pt x="2219" y="11443"/>
                  </a:cubicBezTo>
                  <a:cubicBezTo>
                    <a:pt x="2182" y="11443"/>
                    <a:pt x="2182" y="11443"/>
                    <a:pt x="2182" y="11443"/>
                  </a:cubicBezTo>
                  <a:cubicBezTo>
                    <a:pt x="2182" y="11375"/>
                    <a:pt x="2182" y="11375"/>
                    <a:pt x="2182" y="11375"/>
                  </a:cubicBezTo>
                  <a:cubicBezTo>
                    <a:pt x="2219" y="11375"/>
                    <a:pt x="2219" y="11375"/>
                    <a:pt x="2219" y="11375"/>
                  </a:cubicBezTo>
                  <a:cubicBezTo>
                    <a:pt x="2182" y="11307"/>
                    <a:pt x="2182" y="11307"/>
                    <a:pt x="2182" y="11307"/>
                  </a:cubicBezTo>
                  <a:cubicBezTo>
                    <a:pt x="2219" y="11307"/>
                    <a:pt x="2219" y="11307"/>
                    <a:pt x="2219" y="11307"/>
                  </a:cubicBezTo>
                  <a:cubicBezTo>
                    <a:pt x="2182" y="11240"/>
                    <a:pt x="2182" y="11240"/>
                    <a:pt x="2182" y="11240"/>
                  </a:cubicBezTo>
                  <a:cubicBezTo>
                    <a:pt x="2145" y="11240"/>
                    <a:pt x="2145" y="11240"/>
                    <a:pt x="2145" y="11240"/>
                  </a:cubicBezTo>
                  <a:cubicBezTo>
                    <a:pt x="2108" y="11240"/>
                    <a:pt x="2108" y="11240"/>
                    <a:pt x="2108" y="11240"/>
                  </a:cubicBezTo>
                  <a:cubicBezTo>
                    <a:pt x="2071" y="11172"/>
                    <a:pt x="2071" y="11172"/>
                    <a:pt x="2071" y="11172"/>
                  </a:cubicBezTo>
                  <a:cubicBezTo>
                    <a:pt x="2108" y="11104"/>
                    <a:pt x="2108" y="11104"/>
                    <a:pt x="2108" y="11104"/>
                  </a:cubicBezTo>
                  <a:cubicBezTo>
                    <a:pt x="2108" y="10969"/>
                    <a:pt x="2108" y="10969"/>
                    <a:pt x="2108" y="10969"/>
                  </a:cubicBezTo>
                  <a:cubicBezTo>
                    <a:pt x="2108" y="10969"/>
                    <a:pt x="2108" y="10969"/>
                    <a:pt x="2108" y="10969"/>
                  </a:cubicBezTo>
                  <a:cubicBezTo>
                    <a:pt x="2108" y="10901"/>
                    <a:pt x="2108" y="10901"/>
                    <a:pt x="2108" y="10901"/>
                  </a:cubicBezTo>
                  <a:cubicBezTo>
                    <a:pt x="2108" y="10901"/>
                    <a:pt x="2108" y="10901"/>
                    <a:pt x="2108" y="10901"/>
                  </a:cubicBezTo>
                  <a:cubicBezTo>
                    <a:pt x="2108" y="10833"/>
                    <a:pt x="2108" y="10833"/>
                    <a:pt x="2108" y="10833"/>
                  </a:cubicBezTo>
                  <a:cubicBezTo>
                    <a:pt x="2108" y="10833"/>
                    <a:pt x="2108" y="10833"/>
                    <a:pt x="2108" y="10833"/>
                  </a:cubicBezTo>
                  <a:cubicBezTo>
                    <a:pt x="2108" y="10766"/>
                    <a:pt x="2108" y="10766"/>
                    <a:pt x="2108" y="10766"/>
                  </a:cubicBezTo>
                  <a:cubicBezTo>
                    <a:pt x="2071" y="10630"/>
                    <a:pt x="2071" y="10630"/>
                    <a:pt x="2071" y="10630"/>
                  </a:cubicBezTo>
                  <a:cubicBezTo>
                    <a:pt x="2034" y="10563"/>
                    <a:pt x="2034" y="10563"/>
                    <a:pt x="2034" y="10563"/>
                  </a:cubicBezTo>
                  <a:cubicBezTo>
                    <a:pt x="1960" y="10495"/>
                    <a:pt x="1960" y="10495"/>
                    <a:pt x="1960" y="10495"/>
                  </a:cubicBezTo>
                  <a:cubicBezTo>
                    <a:pt x="1960" y="10427"/>
                    <a:pt x="1960" y="10427"/>
                    <a:pt x="1960" y="10427"/>
                  </a:cubicBezTo>
                  <a:cubicBezTo>
                    <a:pt x="1997" y="10427"/>
                    <a:pt x="1997" y="10427"/>
                    <a:pt x="1997" y="10427"/>
                  </a:cubicBezTo>
                  <a:cubicBezTo>
                    <a:pt x="2034" y="10495"/>
                    <a:pt x="2034" y="10495"/>
                    <a:pt x="2034" y="10495"/>
                  </a:cubicBezTo>
                  <a:cubicBezTo>
                    <a:pt x="2071" y="10495"/>
                    <a:pt x="2071" y="10495"/>
                    <a:pt x="2071" y="10495"/>
                  </a:cubicBezTo>
                  <a:cubicBezTo>
                    <a:pt x="2108" y="10495"/>
                    <a:pt x="2108" y="10495"/>
                    <a:pt x="2108" y="10495"/>
                  </a:cubicBezTo>
                  <a:cubicBezTo>
                    <a:pt x="2182" y="10495"/>
                    <a:pt x="2182" y="10495"/>
                    <a:pt x="2182" y="10495"/>
                  </a:cubicBezTo>
                  <a:cubicBezTo>
                    <a:pt x="2256" y="10495"/>
                    <a:pt x="2256" y="10495"/>
                    <a:pt x="2256" y="10495"/>
                  </a:cubicBezTo>
                  <a:cubicBezTo>
                    <a:pt x="2293" y="10563"/>
                    <a:pt x="2293" y="10563"/>
                    <a:pt x="2293" y="10563"/>
                  </a:cubicBezTo>
                  <a:cubicBezTo>
                    <a:pt x="2293" y="10563"/>
                    <a:pt x="2293" y="10563"/>
                    <a:pt x="2293" y="10563"/>
                  </a:cubicBezTo>
                  <a:cubicBezTo>
                    <a:pt x="2330" y="10630"/>
                    <a:pt x="2330" y="10630"/>
                    <a:pt x="2330" y="10630"/>
                  </a:cubicBezTo>
                  <a:cubicBezTo>
                    <a:pt x="2367" y="10698"/>
                    <a:pt x="2367" y="10698"/>
                    <a:pt x="2367" y="10698"/>
                  </a:cubicBezTo>
                  <a:cubicBezTo>
                    <a:pt x="2367" y="10698"/>
                    <a:pt x="2367" y="10698"/>
                    <a:pt x="2367" y="10698"/>
                  </a:cubicBezTo>
                  <a:cubicBezTo>
                    <a:pt x="2441" y="10833"/>
                    <a:pt x="2441" y="10833"/>
                    <a:pt x="2441" y="10833"/>
                  </a:cubicBezTo>
                  <a:cubicBezTo>
                    <a:pt x="2404" y="10833"/>
                    <a:pt x="2404" y="10833"/>
                    <a:pt x="2404" y="10833"/>
                  </a:cubicBezTo>
                  <a:cubicBezTo>
                    <a:pt x="2367" y="10833"/>
                    <a:pt x="2367" y="10833"/>
                    <a:pt x="2367" y="10833"/>
                  </a:cubicBezTo>
                  <a:cubicBezTo>
                    <a:pt x="2330" y="10901"/>
                    <a:pt x="2330" y="10901"/>
                    <a:pt x="2330" y="10901"/>
                  </a:cubicBezTo>
                  <a:cubicBezTo>
                    <a:pt x="2293" y="10901"/>
                    <a:pt x="2293" y="10901"/>
                    <a:pt x="2293" y="10901"/>
                  </a:cubicBezTo>
                  <a:cubicBezTo>
                    <a:pt x="2293" y="10901"/>
                    <a:pt x="2293" y="10901"/>
                    <a:pt x="2293" y="10901"/>
                  </a:cubicBezTo>
                  <a:cubicBezTo>
                    <a:pt x="2293" y="10969"/>
                    <a:pt x="2293" y="10969"/>
                    <a:pt x="2293" y="10969"/>
                  </a:cubicBezTo>
                  <a:cubicBezTo>
                    <a:pt x="2256" y="10969"/>
                    <a:pt x="2256" y="10969"/>
                    <a:pt x="2256" y="10969"/>
                  </a:cubicBezTo>
                  <a:cubicBezTo>
                    <a:pt x="2256" y="10969"/>
                    <a:pt x="2256" y="10969"/>
                    <a:pt x="2256" y="10969"/>
                  </a:cubicBezTo>
                  <a:cubicBezTo>
                    <a:pt x="2256" y="10969"/>
                    <a:pt x="2256" y="10969"/>
                    <a:pt x="2256" y="10969"/>
                  </a:cubicBezTo>
                  <a:cubicBezTo>
                    <a:pt x="2256" y="11104"/>
                    <a:pt x="2256" y="11104"/>
                    <a:pt x="2256" y="11104"/>
                  </a:cubicBezTo>
                  <a:cubicBezTo>
                    <a:pt x="2256" y="11104"/>
                    <a:pt x="2256" y="11104"/>
                    <a:pt x="2256" y="11104"/>
                  </a:cubicBezTo>
                  <a:cubicBezTo>
                    <a:pt x="2330" y="11172"/>
                    <a:pt x="2330" y="11172"/>
                    <a:pt x="2330" y="11172"/>
                  </a:cubicBezTo>
                  <a:cubicBezTo>
                    <a:pt x="2404" y="11307"/>
                    <a:pt x="2404" y="11307"/>
                    <a:pt x="2404" y="11307"/>
                  </a:cubicBezTo>
                  <a:cubicBezTo>
                    <a:pt x="2441" y="11307"/>
                    <a:pt x="2441" y="11307"/>
                    <a:pt x="2441" y="11307"/>
                  </a:cubicBezTo>
                  <a:cubicBezTo>
                    <a:pt x="2478" y="11307"/>
                    <a:pt x="2478" y="11307"/>
                    <a:pt x="2478" y="11307"/>
                  </a:cubicBezTo>
                  <a:cubicBezTo>
                    <a:pt x="2478" y="11375"/>
                    <a:pt x="2478" y="11375"/>
                    <a:pt x="2478" y="11375"/>
                  </a:cubicBezTo>
                  <a:cubicBezTo>
                    <a:pt x="2515" y="11307"/>
                    <a:pt x="2515" y="11307"/>
                    <a:pt x="2515" y="11307"/>
                  </a:cubicBezTo>
                  <a:cubicBezTo>
                    <a:pt x="2552" y="11307"/>
                    <a:pt x="2552" y="11307"/>
                    <a:pt x="2552" y="11307"/>
                  </a:cubicBezTo>
                  <a:cubicBezTo>
                    <a:pt x="2552" y="11307"/>
                    <a:pt x="2552" y="11307"/>
                    <a:pt x="2552" y="11307"/>
                  </a:cubicBezTo>
                  <a:cubicBezTo>
                    <a:pt x="2626" y="11240"/>
                    <a:pt x="2626" y="11240"/>
                    <a:pt x="2626" y="11240"/>
                  </a:cubicBezTo>
                  <a:cubicBezTo>
                    <a:pt x="2626" y="11172"/>
                    <a:pt x="2626" y="11172"/>
                    <a:pt x="2626" y="11172"/>
                  </a:cubicBezTo>
                  <a:cubicBezTo>
                    <a:pt x="2589" y="11104"/>
                    <a:pt x="2589" y="11104"/>
                    <a:pt x="2589" y="11104"/>
                  </a:cubicBezTo>
                  <a:cubicBezTo>
                    <a:pt x="2626" y="11036"/>
                    <a:pt x="2626" y="11036"/>
                    <a:pt x="2626" y="11036"/>
                  </a:cubicBezTo>
                  <a:cubicBezTo>
                    <a:pt x="2626" y="10969"/>
                    <a:pt x="2626" y="10969"/>
                    <a:pt x="2626" y="10969"/>
                  </a:cubicBezTo>
                  <a:cubicBezTo>
                    <a:pt x="2589" y="10969"/>
                    <a:pt x="2589" y="10969"/>
                    <a:pt x="2589" y="10969"/>
                  </a:cubicBezTo>
                  <a:cubicBezTo>
                    <a:pt x="2626" y="10901"/>
                    <a:pt x="2626" y="10901"/>
                    <a:pt x="2626" y="10901"/>
                  </a:cubicBezTo>
                  <a:cubicBezTo>
                    <a:pt x="2700" y="10901"/>
                    <a:pt x="2700" y="10901"/>
                    <a:pt x="2700" y="10901"/>
                  </a:cubicBezTo>
                  <a:cubicBezTo>
                    <a:pt x="2736" y="10901"/>
                    <a:pt x="2736" y="10901"/>
                    <a:pt x="2736" y="10901"/>
                  </a:cubicBezTo>
                  <a:cubicBezTo>
                    <a:pt x="2773" y="10901"/>
                    <a:pt x="2773" y="10901"/>
                    <a:pt x="2773" y="10901"/>
                  </a:cubicBezTo>
                  <a:cubicBezTo>
                    <a:pt x="2773" y="10833"/>
                    <a:pt x="2773" y="10833"/>
                    <a:pt x="2773" y="10833"/>
                  </a:cubicBezTo>
                  <a:cubicBezTo>
                    <a:pt x="2736" y="10833"/>
                    <a:pt x="2736" y="10833"/>
                    <a:pt x="2736" y="10833"/>
                  </a:cubicBezTo>
                  <a:cubicBezTo>
                    <a:pt x="2700" y="10766"/>
                    <a:pt x="2700" y="10766"/>
                    <a:pt x="2700" y="10766"/>
                  </a:cubicBezTo>
                  <a:cubicBezTo>
                    <a:pt x="2736" y="10766"/>
                    <a:pt x="2736" y="10766"/>
                    <a:pt x="2736" y="10766"/>
                  </a:cubicBezTo>
                  <a:cubicBezTo>
                    <a:pt x="2736" y="10766"/>
                    <a:pt x="2736" y="10766"/>
                    <a:pt x="2736" y="10766"/>
                  </a:cubicBezTo>
                  <a:cubicBezTo>
                    <a:pt x="2773" y="10766"/>
                    <a:pt x="2773" y="10766"/>
                    <a:pt x="2773" y="10766"/>
                  </a:cubicBezTo>
                  <a:cubicBezTo>
                    <a:pt x="2847" y="10630"/>
                    <a:pt x="2847" y="10630"/>
                    <a:pt x="2847" y="10630"/>
                  </a:cubicBezTo>
                  <a:cubicBezTo>
                    <a:pt x="2847" y="10630"/>
                    <a:pt x="2847" y="10630"/>
                    <a:pt x="2847" y="10630"/>
                  </a:cubicBezTo>
                  <a:cubicBezTo>
                    <a:pt x="2921" y="10495"/>
                    <a:pt x="2921" y="10495"/>
                    <a:pt x="2921" y="10495"/>
                  </a:cubicBezTo>
                  <a:cubicBezTo>
                    <a:pt x="2921" y="10495"/>
                    <a:pt x="2921" y="10495"/>
                    <a:pt x="2921" y="10495"/>
                  </a:cubicBezTo>
                  <a:cubicBezTo>
                    <a:pt x="2958" y="10427"/>
                    <a:pt x="2958" y="10427"/>
                    <a:pt x="2958" y="10427"/>
                  </a:cubicBezTo>
                  <a:cubicBezTo>
                    <a:pt x="2995" y="10495"/>
                    <a:pt x="2995" y="10495"/>
                    <a:pt x="2995" y="10495"/>
                  </a:cubicBezTo>
                  <a:cubicBezTo>
                    <a:pt x="3032" y="10427"/>
                    <a:pt x="3032" y="10427"/>
                    <a:pt x="3032" y="10427"/>
                  </a:cubicBezTo>
                  <a:cubicBezTo>
                    <a:pt x="3032" y="10427"/>
                    <a:pt x="3032" y="10427"/>
                    <a:pt x="3032" y="10427"/>
                  </a:cubicBezTo>
                  <a:cubicBezTo>
                    <a:pt x="3106" y="10359"/>
                    <a:pt x="3106" y="10359"/>
                    <a:pt x="3106" y="10359"/>
                  </a:cubicBezTo>
                  <a:cubicBezTo>
                    <a:pt x="3106" y="10427"/>
                    <a:pt x="3106" y="10427"/>
                    <a:pt x="3106" y="10427"/>
                  </a:cubicBezTo>
                  <a:cubicBezTo>
                    <a:pt x="3106" y="10427"/>
                    <a:pt x="3106" y="10427"/>
                    <a:pt x="3106" y="10427"/>
                  </a:cubicBezTo>
                  <a:cubicBezTo>
                    <a:pt x="3106" y="10427"/>
                    <a:pt x="3106" y="10427"/>
                    <a:pt x="3106" y="10427"/>
                  </a:cubicBezTo>
                  <a:cubicBezTo>
                    <a:pt x="3106" y="10495"/>
                    <a:pt x="3106" y="10495"/>
                    <a:pt x="3106" y="10495"/>
                  </a:cubicBezTo>
                  <a:cubicBezTo>
                    <a:pt x="3106" y="10495"/>
                    <a:pt x="3106" y="10495"/>
                    <a:pt x="3106" y="10495"/>
                  </a:cubicBezTo>
                  <a:cubicBezTo>
                    <a:pt x="3143" y="10427"/>
                    <a:pt x="3143" y="10427"/>
                    <a:pt x="3143" y="10427"/>
                  </a:cubicBezTo>
                  <a:cubicBezTo>
                    <a:pt x="3180" y="10427"/>
                    <a:pt x="3180" y="10427"/>
                    <a:pt x="3180" y="10427"/>
                  </a:cubicBezTo>
                  <a:cubicBezTo>
                    <a:pt x="3143" y="10359"/>
                    <a:pt x="3143" y="10359"/>
                    <a:pt x="3143" y="10359"/>
                  </a:cubicBezTo>
                  <a:cubicBezTo>
                    <a:pt x="3106" y="10359"/>
                    <a:pt x="3106" y="10359"/>
                    <a:pt x="3106" y="10359"/>
                  </a:cubicBezTo>
                  <a:cubicBezTo>
                    <a:pt x="3106" y="10292"/>
                    <a:pt x="3106" y="10292"/>
                    <a:pt x="3106" y="10292"/>
                  </a:cubicBezTo>
                  <a:cubicBezTo>
                    <a:pt x="3180" y="10224"/>
                    <a:pt x="3180" y="10224"/>
                    <a:pt x="3180" y="10224"/>
                  </a:cubicBezTo>
                  <a:cubicBezTo>
                    <a:pt x="3180" y="10224"/>
                    <a:pt x="3180" y="10224"/>
                    <a:pt x="3180" y="10224"/>
                  </a:cubicBezTo>
                  <a:cubicBezTo>
                    <a:pt x="3180" y="10224"/>
                    <a:pt x="3180" y="10224"/>
                    <a:pt x="3180" y="10224"/>
                  </a:cubicBezTo>
                  <a:cubicBezTo>
                    <a:pt x="3180" y="10292"/>
                    <a:pt x="3180" y="10292"/>
                    <a:pt x="3180" y="10292"/>
                  </a:cubicBezTo>
                  <a:cubicBezTo>
                    <a:pt x="3180" y="10292"/>
                    <a:pt x="3180" y="10292"/>
                    <a:pt x="3180" y="10292"/>
                  </a:cubicBezTo>
                  <a:cubicBezTo>
                    <a:pt x="3217" y="10359"/>
                    <a:pt x="3217" y="10359"/>
                    <a:pt x="3217" y="10359"/>
                  </a:cubicBezTo>
                  <a:cubicBezTo>
                    <a:pt x="3217" y="10359"/>
                    <a:pt x="3217" y="10359"/>
                    <a:pt x="3217" y="10359"/>
                  </a:cubicBezTo>
                  <a:cubicBezTo>
                    <a:pt x="3254" y="10292"/>
                    <a:pt x="3254" y="10292"/>
                    <a:pt x="3254" y="10292"/>
                  </a:cubicBezTo>
                  <a:cubicBezTo>
                    <a:pt x="3217" y="10292"/>
                    <a:pt x="3217" y="10292"/>
                    <a:pt x="3217" y="10292"/>
                  </a:cubicBezTo>
                  <a:cubicBezTo>
                    <a:pt x="3217" y="10224"/>
                    <a:pt x="3217" y="10224"/>
                    <a:pt x="3217" y="10224"/>
                  </a:cubicBezTo>
                  <a:cubicBezTo>
                    <a:pt x="3217" y="10156"/>
                    <a:pt x="3217" y="10156"/>
                    <a:pt x="3217" y="10156"/>
                  </a:cubicBezTo>
                  <a:cubicBezTo>
                    <a:pt x="3217" y="10156"/>
                    <a:pt x="3217" y="10156"/>
                    <a:pt x="3217" y="10156"/>
                  </a:cubicBezTo>
                  <a:cubicBezTo>
                    <a:pt x="3328" y="10089"/>
                    <a:pt x="3328" y="10089"/>
                    <a:pt x="3328" y="10089"/>
                  </a:cubicBezTo>
                  <a:cubicBezTo>
                    <a:pt x="3365" y="10089"/>
                    <a:pt x="3365" y="10089"/>
                    <a:pt x="3365" y="10089"/>
                  </a:cubicBezTo>
                  <a:cubicBezTo>
                    <a:pt x="3402" y="10089"/>
                    <a:pt x="3402" y="10089"/>
                    <a:pt x="3402" y="10089"/>
                  </a:cubicBezTo>
                  <a:cubicBezTo>
                    <a:pt x="3365" y="10156"/>
                    <a:pt x="3365" y="10156"/>
                    <a:pt x="3365" y="10156"/>
                  </a:cubicBezTo>
                  <a:cubicBezTo>
                    <a:pt x="3328" y="10156"/>
                    <a:pt x="3328" y="10156"/>
                    <a:pt x="3328" y="10156"/>
                  </a:cubicBezTo>
                  <a:cubicBezTo>
                    <a:pt x="3254" y="10156"/>
                    <a:pt x="3254" y="10156"/>
                    <a:pt x="3254" y="10156"/>
                  </a:cubicBezTo>
                  <a:cubicBezTo>
                    <a:pt x="3291" y="10224"/>
                    <a:pt x="3291" y="10224"/>
                    <a:pt x="3291" y="10224"/>
                  </a:cubicBezTo>
                  <a:cubicBezTo>
                    <a:pt x="3291" y="10224"/>
                    <a:pt x="3291" y="10224"/>
                    <a:pt x="3291" y="10224"/>
                  </a:cubicBezTo>
                  <a:cubicBezTo>
                    <a:pt x="3328" y="10224"/>
                    <a:pt x="3328" y="10224"/>
                    <a:pt x="3328" y="10224"/>
                  </a:cubicBezTo>
                  <a:cubicBezTo>
                    <a:pt x="3365" y="10224"/>
                    <a:pt x="3365" y="10224"/>
                    <a:pt x="3365" y="10224"/>
                  </a:cubicBezTo>
                  <a:cubicBezTo>
                    <a:pt x="3328" y="10292"/>
                    <a:pt x="3328" y="10292"/>
                    <a:pt x="3328" y="10292"/>
                  </a:cubicBezTo>
                  <a:cubicBezTo>
                    <a:pt x="3328" y="10292"/>
                    <a:pt x="3328" y="10292"/>
                    <a:pt x="3328" y="10292"/>
                  </a:cubicBezTo>
                  <a:cubicBezTo>
                    <a:pt x="3365" y="10359"/>
                    <a:pt x="3365" y="10359"/>
                    <a:pt x="3365" y="10359"/>
                  </a:cubicBezTo>
                  <a:cubicBezTo>
                    <a:pt x="3328" y="10359"/>
                    <a:pt x="3328" y="10359"/>
                    <a:pt x="3328" y="10359"/>
                  </a:cubicBezTo>
                  <a:cubicBezTo>
                    <a:pt x="3291" y="10359"/>
                    <a:pt x="3291" y="10359"/>
                    <a:pt x="3291" y="10359"/>
                  </a:cubicBezTo>
                  <a:cubicBezTo>
                    <a:pt x="3254" y="10427"/>
                    <a:pt x="3254" y="10427"/>
                    <a:pt x="3254" y="10427"/>
                  </a:cubicBezTo>
                  <a:cubicBezTo>
                    <a:pt x="3291" y="10495"/>
                    <a:pt x="3291" y="10495"/>
                    <a:pt x="3291" y="10495"/>
                  </a:cubicBezTo>
                  <a:cubicBezTo>
                    <a:pt x="3291" y="10495"/>
                    <a:pt x="3291" y="10495"/>
                    <a:pt x="3291" y="10495"/>
                  </a:cubicBezTo>
                  <a:cubicBezTo>
                    <a:pt x="3328" y="10495"/>
                    <a:pt x="3328" y="10495"/>
                    <a:pt x="3328" y="10495"/>
                  </a:cubicBezTo>
                  <a:cubicBezTo>
                    <a:pt x="3365" y="10495"/>
                    <a:pt x="3365" y="10495"/>
                    <a:pt x="3365" y="10495"/>
                  </a:cubicBezTo>
                  <a:cubicBezTo>
                    <a:pt x="3365" y="10495"/>
                    <a:pt x="3365" y="10495"/>
                    <a:pt x="3365" y="10495"/>
                  </a:cubicBezTo>
                  <a:cubicBezTo>
                    <a:pt x="3402" y="10495"/>
                    <a:pt x="3402" y="10495"/>
                    <a:pt x="3402" y="10495"/>
                  </a:cubicBezTo>
                  <a:cubicBezTo>
                    <a:pt x="3402" y="10563"/>
                    <a:pt x="3402" y="10563"/>
                    <a:pt x="3402" y="10563"/>
                  </a:cubicBezTo>
                  <a:cubicBezTo>
                    <a:pt x="3402" y="10495"/>
                    <a:pt x="3402" y="10495"/>
                    <a:pt x="3402" y="10495"/>
                  </a:cubicBezTo>
                  <a:cubicBezTo>
                    <a:pt x="3439" y="10427"/>
                    <a:pt x="3439" y="10427"/>
                    <a:pt x="3439" y="10427"/>
                  </a:cubicBezTo>
                  <a:cubicBezTo>
                    <a:pt x="3476" y="10427"/>
                    <a:pt x="3476" y="10427"/>
                    <a:pt x="3476" y="10427"/>
                  </a:cubicBezTo>
                  <a:cubicBezTo>
                    <a:pt x="3476" y="10427"/>
                    <a:pt x="3476" y="10427"/>
                    <a:pt x="3476" y="10427"/>
                  </a:cubicBezTo>
                  <a:cubicBezTo>
                    <a:pt x="3513" y="10495"/>
                    <a:pt x="3513" y="10495"/>
                    <a:pt x="3513" y="10495"/>
                  </a:cubicBezTo>
                  <a:cubicBezTo>
                    <a:pt x="3513" y="10495"/>
                    <a:pt x="3513" y="10495"/>
                    <a:pt x="3513" y="10495"/>
                  </a:cubicBezTo>
                  <a:cubicBezTo>
                    <a:pt x="3513" y="10427"/>
                    <a:pt x="3513" y="10427"/>
                    <a:pt x="3513" y="10427"/>
                  </a:cubicBezTo>
                  <a:cubicBezTo>
                    <a:pt x="3513" y="10427"/>
                    <a:pt x="3513" y="10427"/>
                    <a:pt x="3513" y="10427"/>
                  </a:cubicBezTo>
                  <a:cubicBezTo>
                    <a:pt x="3513" y="10359"/>
                    <a:pt x="3513" y="10359"/>
                    <a:pt x="3513" y="10359"/>
                  </a:cubicBezTo>
                  <a:cubicBezTo>
                    <a:pt x="3513" y="10359"/>
                    <a:pt x="3513" y="10359"/>
                    <a:pt x="3513" y="10359"/>
                  </a:cubicBezTo>
                  <a:cubicBezTo>
                    <a:pt x="3513" y="10292"/>
                    <a:pt x="3513" y="10292"/>
                    <a:pt x="3513" y="10292"/>
                  </a:cubicBezTo>
                  <a:cubicBezTo>
                    <a:pt x="3550" y="10292"/>
                    <a:pt x="3550" y="10292"/>
                    <a:pt x="3550" y="10292"/>
                  </a:cubicBezTo>
                  <a:cubicBezTo>
                    <a:pt x="3587" y="10224"/>
                    <a:pt x="3587" y="10224"/>
                    <a:pt x="3587" y="10224"/>
                  </a:cubicBezTo>
                  <a:cubicBezTo>
                    <a:pt x="3624" y="10224"/>
                    <a:pt x="3624" y="10224"/>
                    <a:pt x="3624" y="10224"/>
                  </a:cubicBezTo>
                  <a:cubicBezTo>
                    <a:pt x="3624" y="10224"/>
                    <a:pt x="3624" y="10224"/>
                    <a:pt x="3624" y="10224"/>
                  </a:cubicBezTo>
                  <a:cubicBezTo>
                    <a:pt x="3661" y="10224"/>
                    <a:pt x="3661" y="10224"/>
                    <a:pt x="3661" y="10224"/>
                  </a:cubicBezTo>
                  <a:cubicBezTo>
                    <a:pt x="3661" y="10224"/>
                    <a:pt x="3661" y="10224"/>
                    <a:pt x="3661" y="10224"/>
                  </a:cubicBezTo>
                  <a:cubicBezTo>
                    <a:pt x="3698" y="10224"/>
                    <a:pt x="3698" y="10224"/>
                    <a:pt x="3698" y="10224"/>
                  </a:cubicBezTo>
                  <a:cubicBezTo>
                    <a:pt x="3772" y="10224"/>
                    <a:pt x="3772" y="10224"/>
                    <a:pt x="3772" y="10224"/>
                  </a:cubicBezTo>
                  <a:cubicBezTo>
                    <a:pt x="3772" y="10224"/>
                    <a:pt x="3772" y="10224"/>
                    <a:pt x="3772" y="10224"/>
                  </a:cubicBezTo>
                  <a:cubicBezTo>
                    <a:pt x="3772" y="10156"/>
                    <a:pt x="3772" y="10156"/>
                    <a:pt x="3772" y="10156"/>
                  </a:cubicBezTo>
                  <a:cubicBezTo>
                    <a:pt x="3809" y="10156"/>
                    <a:pt x="3809" y="10156"/>
                    <a:pt x="3809" y="10156"/>
                  </a:cubicBezTo>
                  <a:cubicBezTo>
                    <a:pt x="3846" y="10156"/>
                    <a:pt x="3846" y="10156"/>
                    <a:pt x="3846" y="10156"/>
                  </a:cubicBezTo>
                  <a:cubicBezTo>
                    <a:pt x="3846" y="10089"/>
                    <a:pt x="3846" y="10089"/>
                    <a:pt x="3846" y="10089"/>
                  </a:cubicBezTo>
                  <a:cubicBezTo>
                    <a:pt x="3883" y="10089"/>
                    <a:pt x="3883" y="10089"/>
                    <a:pt x="3883" y="10089"/>
                  </a:cubicBezTo>
                  <a:cubicBezTo>
                    <a:pt x="3920" y="10021"/>
                    <a:pt x="3920" y="10021"/>
                    <a:pt x="3920" y="10021"/>
                  </a:cubicBezTo>
                  <a:cubicBezTo>
                    <a:pt x="3957" y="9953"/>
                    <a:pt x="3957" y="9953"/>
                    <a:pt x="3957" y="9953"/>
                  </a:cubicBezTo>
                  <a:cubicBezTo>
                    <a:pt x="3957" y="9953"/>
                    <a:pt x="3957" y="9953"/>
                    <a:pt x="3957" y="9953"/>
                  </a:cubicBezTo>
                  <a:cubicBezTo>
                    <a:pt x="3994" y="9953"/>
                    <a:pt x="3994" y="9953"/>
                    <a:pt x="3994" y="9953"/>
                  </a:cubicBezTo>
                  <a:cubicBezTo>
                    <a:pt x="3994" y="9953"/>
                    <a:pt x="3994" y="9953"/>
                    <a:pt x="3994" y="9953"/>
                  </a:cubicBezTo>
                  <a:cubicBezTo>
                    <a:pt x="3957" y="10021"/>
                    <a:pt x="3957" y="10021"/>
                    <a:pt x="3957" y="10021"/>
                  </a:cubicBezTo>
                  <a:cubicBezTo>
                    <a:pt x="3994" y="10021"/>
                    <a:pt x="3994" y="10021"/>
                    <a:pt x="3994" y="10021"/>
                  </a:cubicBezTo>
                  <a:cubicBezTo>
                    <a:pt x="4031" y="10089"/>
                    <a:pt x="4031" y="10089"/>
                    <a:pt x="4031" y="10089"/>
                  </a:cubicBezTo>
                  <a:cubicBezTo>
                    <a:pt x="4031" y="10156"/>
                    <a:pt x="4031" y="10156"/>
                    <a:pt x="4031" y="10156"/>
                  </a:cubicBezTo>
                  <a:cubicBezTo>
                    <a:pt x="3994" y="10156"/>
                    <a:pt x="3994" y="10156"/>
                    <a:pt x="3994" y="10156"/>
                  </a:cubicBezTo>
                  <a:cubicBezTo>
                    <a:pt x="4031" y="10224"/>
                    <a:pt x="4031" y="10224"/>
                    <a:pt x="4031" y="10224"/>
                  </a:cubicBezTo>
                  <a:cubicBezTo>
                    <a:pt x="4031" y="10292"/>
                    <a:pt x="4031" y="10292"/>
                    <a:pt x="4031" y="10292"/>
                  </a:cubicBezTo>
                  <a:cubicBezTo>
                    <a:pt x="4031" y="10292"/>
                    <a:pt x="4031" y="10292"/>
                    <a:pt x="4031" y="10292"/>
                  </a:cubicBezTo>
                  <a:cubicBezTo>
                    <a:pt x="4105" y="10292"/>
                    <a:pt x="4105" y="10292"/>
                    <a:pt x="4105" y="10292"/>
                  </a:cubicBezTo>
                  <a:cubicBezTo>
                    <a:pt x="4142" y="10292"/>
                    <a:pt x="4142" y="10292"/>
                    <a:pt x="4142" y="10292"/>
                  </a:cubicBezTo>
                  <a:cubicBezTo>
                    <a:pt x="4142" y="10224"/>
                    <a:pt x="4142" y="10224"/>
                    <a:pt x="4142" y="10224"/>
                  </a:cubicBezTo>
                  <a:cubicBezTo>
                    <a:pt x="4105" y="10224"/>
                    <a:pt x="4105" y="10224"/>
                    <a:pt x="4105" y="10224"/>
                  </a:cubicBezTo>
                  <a:cubicBezTo>
                    <a:pt x="4068" y="10156"/>
                    <a:pt x="4068" y="10156"/>
                    <a:pt x="4068" y="10156"/>
                  </a:cubicBezTo>
                  <a:cubicBezTo>
                    <a:pt x="4105" y="10156"/>
                    <a:pt x="4105" y="10156"/>
                    <a:pt x="4105" y="10156"/>
                  </a:cubicBezTo>
                  <a:cubicBezTo>
                    <a:pt x="4105" y="10089"/>
                    <a:pt x="4105" y="10089"/>
                    <a:pt x="4105" y="10089"/>
                  </a:cubicBezTo>
                  <a:cubicBezTo>
                    <a:pt x="4142" y="10156"/>
                    <a:pt x="4142" y="10156"/>
                    <a:pt x="4142" y="10156"/>
                  </a:cubicBezTo>
                  <a:cubicBezTo>
                    <a:pt x="4179" y="10089"/>
                    <a:pt x="4179" y="10089"/>
                    <a:pt x="4179" y="10089"/>
                  </a:cubicBezTo>
                  <a:cubicBezTo>
                    <a:pt x="4216" y="10021"/>
                    <a:pt x="4216" y="10021"/>
                    <a:pt x="4216" y="10021"/>
                  </a:cubicBezTo>
                  <a:cubicBezTo>
                    <a:pt x="4216" y="10021"/>
                    <a:pt x="4216" y="10021"/>
                    <a:pt x="4216" y="10021"/>
                  </a:cubicBezTo>
                  <a:cubicBezTo>
                    <a:pt x="4253" y="10021"/>
                    <a:pt x="4253" y="10021"/>
                    <a:pt x="4253" y="10021"/>
                  </a:cubicBezTo>
                  <a:cubicBezTo>
                    <a:pt x="4290" y="10021"/>
                    <a:pt x="4290" y="10021"/>
                    <a:pt x="4290" y="10021"/>
                  </a:cubicBezTo>
                  <a:cubicBezTo>
                    <a:pt x="4253" y="9953"/>
                    <a:pt x="4253" y="9953"/>
                    <a:pt x="4253" y="9953"/>
                  </a:cubicBezTo>
                  <a:cubicBezTo>
                    <a:pt x="4216" y="9953"/>
                    <a:pt x="4216" y="9953"/>
                    <a:pt x="4216" y="9953"/>
                  </a:cubicBezTo>
                  <a:cubicBezTo>
                    <a:pt x="4216" y="9885"/>
                    <a:pt x="4216" y="9885"/>
                    <a:pt x="4216" y="9885"/>
                  </a:cubicBezTo>
                  <a:cubicBezTo>
                    <a:pt x="4179" y="9818"/>
                    <a:pt x="4179" y="9818"/>
                    <a:pt x="4179" y="9818"/>
                  </a:cubicBezTo>
                  <a:cubicBezTo>
                    <a:pt x="4142" y="9818"/>
                    <a:pt x="4142" y="9818"/>
                    <a:pt x="4142" y="9818"/>
                  </a:cubicBezTo>
                  <a:cubicBezTo>
                    <a:pt x="4142" y="9818"/>
                    <a:pt x="4142" y="9818"/>
                    <a:pt x="4142" y="9818"/>
                  </a:cubicBezTo>
                  <a:cubicBezTo>
                    <a:pt x="4142" y="9818"/>
                    <a:pt x="4142" y="9818"/>
                    <a:pt x="4142" y="9818"/>
                  </a:cubicBezTo>
                  <a:cubicBezTo>
                    <a:pt x="4105" y="9682"/>
                    <a:pt x="4105" y="9682"/>
                    <a:pt x="4105" y="9682"/>
                  </a:cubicBezTo>
                  <a:cubicBezTo>
                    <a:pt x="4105" y="9682"/>
                    <a:pt x="4105" y="9682"/>
                    <a:pt x="4105" y="9682"/>
                  </a:cubicBezTo>
                  <a:cubicBezTo>
                    <a:pt x="4068" y="9615"/>
                    <a:pt x="4068" y="9615"/>
                    <a:pt x="4068" y="9615"/>
                  </a:cubicBezTo>
                  <a:cubicBezTo>
                    <a:pt x="4068" y="9615"/>
                    <a:pt x="4068" y="9615"/>
                    <a:pt x="4068" y="9615"/>
                  </a:cubicBezTo>
                  <a:cubicBezTo>
                    <a:pt x="4105" y="9547"/>
                    <a:pt x="4105" y="9547"/>
                    <a:pt x="4105" y="9547"/>
                  </a:cubicBezTo>
                  <a:cubicBezTo>
                    <a:pt x="4105" y="9547"/>
                    <a:pt x="4105" y="9547"/>
                    <a:pt x="4105" y="9547"/>
                  </a:cubicBezTo>
                  <a:cubicBezTo>
                    <a:pt x="4068" y="9479"/>
                    <a:pt x="4068" y="9479"/>
                    <a:pt x="4068" y="9479"/>
                  </a:cubicBezTo>
                  <a:cubicBezTo>
                    <a:pt x="4105" y="9411"/>
                    <a:pt x="4105" y="9411"/>
                    <a:pt x="4105" y="9411"/>
                  </a:cubicBezTo>
                  <a:cubicBezTo>
                    <a:pt x="4142" y="9479"/>
                    <a:pt x="4142" y="9479"/>
                    <a:pt x="4142" y="9479"/>
                  </a:cubicBezTo>
                  <a:cubicBezTo>
                    <a:pt x="4142" y="9411"/>
                    <a:pt x="4142" y="9411"/>
                    <a:pt x="4142" y="9411"/>
                  </a:cubicBezTo>
                  <a:cubicBezTo>
                    <a:pt x="4179" y="9479"/>
                    <a:pt x="4179" y="9479"/>
                    <a:pt x="4179" y="9479"/>
                  </a:cubicBezTo>
                  <a:cubicBezTo>
                    <a:pt x="4216" y="9479"/>
                    <a:pt x="4216" y="9479"/>
                    <a:pt x="4216" y="9479"/>
                  </a:cubicBezTo>
                  <a:cubicBezTo>
                    <a:pt x="4253" y="9479"/>
                    <a:pt x="4253" y="9479"/>
                    <a:pt x="4253" y="9479"/>
                  </a:cubicBezTo>
                  <a:cubicBezTo>
                    <a:pt x="4364" y="9479"/>
                    <a:pt x="4364" y="9479"/>
                    <a:pt x="4364" y="9479"/>
                  </a:cubicBezTo>
                  <a:cubicBezTo>
                    <a:pt x="4512" y="9479"/>
                    <a:pt x="4512" y="9479"/>
                    <a:pt x="4512" y="9479"/>
                  </a:cubicBezTo>
                  <a:cubicBezTo>
                    <a:pt x="4549" y="9547"/>
                    <a:pt x="4549" y="9547"/>
                    <a:pt x="4549" y="9547"/>
                  </a:cubicBezTo>
                  <a:cubicBezTo>
                    <a:pt x="4660" y="9547"/>
                    <a:pt x="4660" y="9547"/>
                    <a:pt x="4660" y="9547"/>
                  </a:cubicBezTo>
                  <a:cubicBezTo>
                    <a:pt x="4660" y="9615"/>
                    <a:pt x="4660" y="9615"/>
                    <a:pt x="4660" y="9615"/>
                  </a:cubicBezTo>
                  <a:cubicBezTo>
                    <a:pt x="4660" y="9615"/>
                    <a:pt x="4660" y="9615"/>
                    <a:pt x="4660" y="9615"/>
                  </a:cubicBezTo>
                  <a:cubicBezTo>
                    <a:pt x="4697" y="9682"/>
                    <a:pt x="4697" y="9682"/>
                    <a:pt x="4697" y="9682"/>
                  </a:cubicBezTo>
                  <a:cubicBezTo>
                    <a:pt x="4697" y="9682"/>
                    <a:pt x="4697" y="9682"/>
                    <a:pt x="4697" y="9682"/>
                  </a:cubicBezTo>
                  <a:cubicBezTo>
                    <a:pt x="4771" y="9615"/>
                    <a:pt x="4771" y="9615"/>
                    <a:pt x="4771" y="9615"/>
                  </a:cubicBezTo>
                  <a:cubicBezTo>
                    <a:pt x="4771" y="9682"/>
                    <a:pt x="4771" y="9682"/>
                    <a:pt x="4771" y="9682"/>
                  </a:cubicBezTo>
                  <a:cubicBezTo>
                    <a:pt x="4808" y="9682"/>
                    <a:pt x="4808" y="9682"/>
                    <a:pt x="4808" y="9682"/>
                  </a:cubicBezTo>
                  <a:cubicBezTo>
                    <a:pt x="4808" y="9750"/>
                    <a:pt x="4808" y="9750"/>
                    <a:pt x="4808" y="9750"/>
                  </a:cubicBezTo>
                  <a:cubicBezTo>
                    <a:pt x="4882" y="9750"/>
                    <a:pt x="4882" y="9750"/>
                    <a:pt x="4882" y="9750"/>
                  </a:cubicBezTo>
                  <a:cubicBezTo>
                    <a:pt x="4956" y="9818"/>
                    <a:pt x="4956" y="9818"/>
                    <a:pt x="4956" y="9818"/>
                  </a:cubicBezTo>
                  <a:cubicBezTo>
                    <a:pt x="5067" y="9818"/>
                    <a:pt x="5067" y="9818"/>
                    <a:pt x="5067" y="9818"/>
                  </a:cubicBezTo>
                  <a:cubicBezTo>
                    <a:pt x="5067" y="9885"/>
                    <a:pt x="5067" y="9885"/>
                    <a:pt x="5067" y="9885"/>
                  </a:cubicBezTo>
                  <a:cubicBezTo>
                    <a:pt x="5104" y="9953"/>
                    <a:pt x="5104" y="9953"/>
                    <a:pt x="5104" y="9953"/>
                  </a:cubicBezTo>
                  <a:cubicBezTo>
                    <a:pt x="5141" y="9953"/>
                    <a:pt x="5141" y="9953"/>
                    <a:pt x="5141" y="9953"/>
                  </a:cubicBezTo>
                  <a:cubicBezTo>
                    <a:pt x="5215" y="10021"/>
                    <a:pt x="5215" y="10021"/>
                    <a:pt x="5215" y="10021"/>
                  </a:cubicBezTo>
                  <a:cubicBezTo>
                    <a:pt x="5252" y="10156"/>
                    <a:pt x="5252" y="10156"/>
                    <a:pt x="5252" y="10156"/>
                  </a:cubicBezTo>
                  <a:cubicBezTo>
                    <a:pt x="5289" y="10156"/>
                    <a:pt x="5289" y="10156"/>
                    <a:pt x="5289" y="10156"/>
                  </a:cubicBezTo>
                  <a:cubicBezTo>
                    <a:pt x="5289" y="10156"/>
                    <a:pt x="5289" y="10156"/>
                    <a:pt x="5289" y="10156"/>
                  </a:cubicBezTo>
                  <a:cubicBezTo>
                    <a:pt x="5252" y="10089"/>
                    <a:pt x="5252" y="10089"/>
                    <a:pt x="5252" y="10089"/>
                  </a:cubicBezTo>
                  <a:cubicBezTo>
                    <a:pt x="5289" y="10021"/>
                    <a:pt x="5289" y="10021"/>
                    <a:pt x="5289" y="10021"/>
                  </a:cubicBezTo>
                  <a:cubicBezTo>
                    <a:pt x="5289" y="10021"/>
                    <a:pt x="5289" y="10021"/>
                    <a:pt x="5289" y="10021"/>
                  </a:cubicBezTo>
                  <a:cubicBezTo>
                    <a:pt x="5289" y="9953"/>
                    <a:pt x="5289" y="9953"/>
                    <a:pt x="5289" y="9953"/>
                  </a:cubicBezTo>
                  <a:cubicBezTo>
                    <a:pt x="5289" y="9953"/>
                    <a:pt x="5289" y="9953"/>
                    <a:pt x="5289" y="9953"/>
                  </a:cubicBezTo>
                  <a:cubicBezTo>
                    <a:pt x="5289" y="9750"/>
                    <a:pt x="5289" y="9750"/>
                    <a:pt x="5289" y="9750"/>
                  </a:cubicBezTo>
                  <a:cubicBezTo>
                    <a:pt x="5326" y="9750"/>
                    <a:pt x="5326" y="9750"/>
                    <a:pt x="5326" y="9750"/>
                  </a:cubicBezTo>
                  <a:cubicBezTo>
                    <a:pt x="5289" y="9750"/>
                    <a:pt x="5289" y="9750"/>
                    <a:pt x="5289" y="9750"/>
                  </a:cubicBezTo>
                  <a:cubicBezTo>
                    <a:pt x="5289" y="9750"/>
                    <a:pt x="5289" y="9750"/>
                    <a:pt x="5289" y="9750"/>
                  </a:cubicBezTo>
                  <a:cubicBezTo>
                    <a:pt x="5252" y="9750"/>
                    <a:pt x="5252" y="9750"/>
                    <a:pt x="5252" y="9750"/>
                  </a:cubicBezTo>
                  <a:cubicBezTo>
                    <a:pt x="5215" y="9750"/>
                    <a:pt x="5215" y="9750"/>
                    <a:pt x="5215" y="9750"/>
                  </a:cubicBezTo>
                  <a:cubicBezTo>
                    <a:pt x="5178" y="9750"/>
                    <a:pt x="5178" y="9750"/>
                    <a:pt x="5178" y="9750"/>
                  </a:cubicBezTo>
                  <a:cubicBezTo>
                    <a:pt x="5104" y="9615"/>
                    <a:pt x="5104" y="9615"/>
                    <a:pt x="5104" y="9615"/>
                  </a:cubicBezTo>
                  <a:cubicBezTo>
                    <a:pt x="5104" y="9615"/>
                    <a:pt x="5104" y="9615"/>
                    <a:pt x="5104" y="9615"/>
                  </a:cubicBezTo>
                  <a:cubicBezTo>
                    <a:pt x="5067" y="9547"/>
                    <a:pt x="5067" y="9547"/>
                    <a:pt x="5067" y="9547"/>
                  </a:cubicBezTo>
                  <a:cubicBezTo>
                    <a:pt x="5067" y="9479"/>
                    <a:pt x="5067" y="9479"/>
                    <a:pt x="5067" y="9479"/>
                  </a:cubicBezTo>
                  <a:cubicBezTo>
                    <a:pt x="5067" y="9411"/>
                    <a:pt x="5067" y="9411"/>
                    <a:pt x="5067" y="9411"/>
                  </a:cubicBezTo>
                  <a:cubicBezTo>
                    <a:pt x="5030" y="9479"/>
                    <a:pt x="5030" y="9479"/>
                    <a:pt x="5030" y="9479"/>
                  </a:cubicBezTo>
                  <a:cubicBezTo>
                    <a:pt x="4993" y="9479"/>
                    <a:pt x="4993" y="9479"/>
                    <a:pt x="4993" y="9479"/>
                  </a:cubicBezTo>
                  <a:cubicBezTo>
                    <a:pt x="4956" y="9479"/>
                    <a:pt x="4956" y="9479"/>
                    <a:pt x="4956" y="9479"/>
                  </a:cubicBezTo>
                  <a:cubicBezTo>
                    <a:pt x="4919" y="9411"/>
                    <a:pt x="4919" y="9411"/>
                    <a:pt x="4919" y="9411"/>
                  </a:cubicBezTo>
                  <a:cubicBezTo>
                    <a:pt x="4919" y="9479"/>
                    <a:pt x="4919" y="9479"/>
                    <a:pt x="4919" y="9479"/>
                  </a:cubicBezTo>
                  <a:cubicBezTo>
                    <a:pt x="4882" y="9344"/>
                    <a:pt x="4882" y="9344"/>
                    <a:pt x="4882" y="9344"/>
                  </a:cubicBezTo>
                  <a:cubicBezTo>
                    <a:pt x="4882" y="9344"/>
                    <a:pt x="4882" y="9344"/>
                    <a:pt x="4882" y="9344"/>
                  </a:cubicBezTo>
                  <a:cubicBezTo>
                    <a:pt x="4845" y="9208"/>
                    <a:pt x="4845" y="9208"/>
                    <a:pt x="4845" y="9208"/>
                  </a:cubicBezTo>
                  <a:cubicBezTo>
                    <a:pt x="4845" y="9208"/>
                    <a:pt x="4845" y="9208"/>
                    <a:pt x="4845" y="9208"/>
                  </a:cubicBezTo>
                  <a:cubicBezTo>
                    <a:pt x="4882" y="9208"/>
                    <a:pt x="4882" y="9208"/>
                    <a:pt x="4882" y="9208"/>
                  </a:cubicBezTo>
                  <a:cubicBezTo>
                    <a:pt x="4882" y="9141"/>
                    <a:pt x="4882" y="9141"/>
                    <a:pt x="4882" y="9141"/>
                  </a:cubicBezTo>
                  <a:cubicBezTo>
                    <a:pt x="4882" y="9073"/>
                    <a:pt x="4882" y="9073"/>
                    <a:pt x="4882" y="9073"/>
                  </a:cubicBezTo>
                  <a:cubicBezTo>
                    <a:pt x="4845" y="9073"/>
                    <a:pt x="4845" y="9073"/>
                    <a:pt x="4845" y="9073"/>
                  </a:cubicBezTo>
                  <a:cubicBezTo>
                    <a:pt x="4845" y="9005"/>
                    <a:pt x="4845" y="9005"/>
                    <a:pt x="4845" y="9005"/>
                  </a:cubicBezTo>
                  <a:cubicBezTo>
                    <a:pt x="4882" y="8937"/>
                    <a:pt x="4882" y="8937"/>
                    <a:pt x="4882" y="8937"/>
                  </a:cubicBezTo>
                  <a:cubicBezTo>
                    <a:pt x="4882" y="8937"/>
                    <a:pt x="4882" y="8937"/>
                    <a:pt x="4882" y="8937"/>
                  </a:cubicBezTo>
                  <a:cubicBezTo>
                    <a:pt x="4845" y="8870"/>
                    <a:pt x="4845" y="8870"/>
                    <a:pt x="4845" y="8870"/>
                  </a:cubicBezTo>
                  <a:cubicBezTo>
                    <a:pt x="4808" y="8870"/>
                    <a:pt x="4808" y="8870"/>
                    <a:pt x="4808" y="8870"/>
                  </a:cubicBezTo>
                  <a:cubicBezTo>
                    <a:pt x="4808" y="8802"/>
                    <a:pt x="4808" y="8802"/>
                    <a:pt x="4808" y="8802"/>
                  </a:cubicBezTo>
                  <a:cubicBezTo>
                    <a:pt x="4771" y="8734"/>
                    <a:pt x="4771" y="8734"/>
                    <a:pt x="4771" y="8734"/>
                  </a:cubicBezTo>
                  <a:cubicBezTo>
                    <a:pt x="4771" y="8802"/>
                    <a:pt x="4771" y="8802"/>
                    <a:pt x="4771" y="8802"/>
                  </a:cubicBezTo>
                  <a:cubicBezTo>
                    <a:pt x="4734" y="8734"/>
                    <a:pt x="4734" y="8734"/>
                    <a:pt x="4734" y="8734"/>
                  </a:cubicBezTo>
                  <a:cubicBezTo>
                    <a:pt x="4734" y="8599"/>
                    <a:pt x="4734" y="8599"/>
                    <a:pt x="4734" y="8599"/>
                  </a:cubicBezTo>
                  <a:cubicBezTo>
                    <a:pt x="4734" y="8599"/>
                    <a:pt x="4734" y="8599"/>
                    <a:pt x="4734" y="8599"/>
                  </a:cubicBezTo>
                  <a:cubicBezTo>
                    <a:pt x="4734" y="8531"/>
                    <a:pt x="4734" y="8531"/>
                    <a:pt x="4734" y="8531"/>
                  </a:cubicBezTo>
                  <a:cubicBezTo>
                    <a:pt x="4697" y="8463"/>
                    <a:pt x="4697" y="8463"/>
                    <a:pt x="4697" y="8463"/>
                  </a:cubicBezTo>
                  <a:cubicBezTo>
                    <a:pt x="4734" y="8463"/>
                    <a:pt x="4734" y="8463"/>
                    <a:pt x="4734" y="8463"/>
                  </a:cubicBezTo>
                  <a:cubicBezTo>
                    <a:pt x="4808" y="8328"/>
                    <a:pt x="4808" y="8328"/>
                    <a:pt x="4808" y="8328"/>
                  </a:cubicBezTo>
                  <a:cubicBezTo>
                    <a:pt x="4845" y="8260"/>
                    <a:pt x="4845" y="8260"/>
                    <a:pt x="4845" y="8260"/>
                  </a:cubicBezTo>
                  <a:cubicBezTo>
                    <a:pt x="4845" y="8260"/>
                    <a:pt x="4845" y="8260"/>
                    <a:pt x="4845" y="8260"/>
                  </a:cubicBezTo>
                  <a:cubicBezTo>
                    <a:pt x="4808" y="8193"/>
                    <a:pt x="4808" y="8193"/>
                    <a:pt x="4808" y="8193"/>
                  </a:cubicBezTo>
                  <a:cubicBezTo>
                    <a:pt x="4808" y="8125"/>
                    <a:pt x="4808" y="8125"/>
                    <a:pt x="4808" y="8125"/>
                  </a:cubicBezTo>
                  <a:cubicBezTo>
                    <a:pt x="4845" y="8057"/>
                    <a:pt x="4845" y="8057"/>
                    <a:pt x="4845" y="8057"/>
                  </a:cubicBezTo>
                  <a:cubicBezTo>
                    <a:pt x="4808" y="7989"/>
                    <a:pt x="4808" y="7989"/>
                    <a:pt x="4808" y="7989"/>
                  </a:cubicBezTo>
                  <a:cubicBezTo>
                    <a:pt x="4808" y="7922"/>
                    <a:pt x="4808" y="7922"/>
                    <a:pt x="4808" y="7922"/>
                  </a:cubicBezTo>
                  <a:cubicBezTo>
                    <a:pt x="4808" y="7854"/>
                    <a:pt x="4808" y="7854"/>
                    <a:pt x="4808" y="7854"/>
                  </a:cubicBezTo>
                  <a:cubicBezTo>
                    <a:pt x="4808" y="7786"/>
                    <a:pt x="4808" y="7786"/>
                    <a:pt x="4808" y="7786"/>
                  </a:cubicBezTo>
                  <a:cubicBezTo>
                    <a:pt x="4808" y="7786"/>
                    <a:pt x="4808" y="7786"/>
                    <a:pt x="4808" y="7786"/>
                  </a:cubicBezTo>
                  <a:cubicBezTo>
                    <a:pt x="4808" y="7719"/>
                    <a:pt x="4808" y="7719"/>
                    <a:pt x="4808" y="7719"/>
                  </a:cubicBezTo>
                  <a:cubicBezTo>
                    <a:pt x="4808" y="7651"/>
                    <a:pt x="4808" y="7651"/>
                    <a:pt x="4808" y="7651"/>
                  </a:cubicBezTo>
                  <a:cubicBezTo>
                    <a:pt x="4808" y="7583"/>
                    <a:pt x="4808" y="7583"/>
                    <a:pt x="4808" y="7583"/>
                  </a:cubicBezTo>
                  <a:cubicBezTo>
                    <a:pt x="4808" y="7515"/>
                    <a:pt x="4808" y="7515"/>
                    <a:pt x="4808" y="7515"/>
                  </a:cubicBezTo>
                  <a:cubicBezTo>
                    <a:pt x="4808" y="7448"/>
                    <a:pt x="4808" y="7448"/>
                    <a:pt x="4808" y="7448"/>
                  </a:cubicBezTo>
                  <a:cubicBezTo>
                    <a:pt x="4808" y="7312"/>
                    <a:pt x="4808" y="7312"/>
                    <a:pt x="4808" y="7312"/>
                  </a:cubicBezTo>
                  <a:cubicBezTo>
                    <a:pt x="4808" y="7312"/>
                    <a:pt x="4808" y="7312"/>
                    <a:pt x="4808" y="7312"/>
                  </a:cubicBezTo>
                  <a:cubicBezTo>
                    <a:pt x="4845" y="7312"/>
                    <a:pt x="4845" y="7312"/>
                    <a:pt x="4845" y="7312"/>
                  </a:cubicBezTo>
                  <a:cubicBezTo>
                    <a:pt x="4845" y="7380"/>
                    <a:pt x="4845" y="7380"/>
                    <a:pt x="4845" y="7380"/>
                  </a:cubicBezTo>
                  <a:cubicBezTo>
                    <a:pt x="4845" y="7380"/>
                    <a:pt x="4845" y="7380"/>
                    <a:pt x="4845" y="7380"/>
                  </a:cubicBezTo>
                  <a:cubicBezTo>
                    <a:pt x="4882" y="7380"/>
                    <a:pt x="4882" y="7380"/>
                    <a:pt x="4882" y="7380"/>
                  </a:cubicBezTo>
                  <a:cubicBezTo>
                    <a:pt x="4919" y="7380"/>
                    <a:pt x="4919" y="7380"/>
                    <a:pt x="4919" y="7380"/>
                  </a:cubicBezTo>
                  <a:cubicBezTo>
                    <a:pt x="4993" y="7312"/>
                    <a:pt x="4993" y="7312"/>
                    <a:pt x="4993" y="7312"/>
                  </a:cubicBezTo>
                  <a:cubicBezTo>
                    <a:pt x="4993" y="7312"/>
                    <a:pt x="4993" y="7312"/>
                    <a:pt x="4993" y="7312"/>
                  </a:cubicBezTo>
                  <a:cubicBezTo>
                    <a:pt x="5030" y="7380"/>
                    <a:pt x="5030" y="7380"/>
                    <a:pt x="5030" y="7380"/>
                  </a:cubicBezTo>
                  <a:cubicBezTo>
                    <a:pt x="5067" y="7312"/>
                    <a:pt x="5067" y="7312"/>
                    <a:pt x="5067" y="7312"/>
                  </a:cubicBezTo>
                  <a:cubicBezTo>
                    <a:pt x="5104" y="7312"/>
                    <a:pt x="5104" y="7312"/>
                    <a:pt x="5104" y="7312"/>
                  </a:cubicBezTo>
                  <a:cubicBezTo>
                    <a:pt x="5178" y="7380"/>
                    <a:pt x="5178" y="7380"/>
                    <a:pt x="5178" y="7380"/>
                  </a:cubicBezTo>
                  <a:cubicBezTo>
                    <a:pt x="5252" y="7380"/>
                    <a:pt x="5252" y="7380"/>
                    <a:pt x="5252" y="7380"/>
                  </a:cubicBezTo>
                  <a:cubicBezTo>
                    <a:pt x="5252" y="7380"/>
                    <a:pt x="5252" y="7380"/>
                    <a:pt x="5252" y="7380"/>
                  </a:cubicBezTo>
                  <a:cubicBezTo>
                    <a:pt x="5289" y="7448"/>
                    <a:pt x="5289" y="7448"/>
                    <a:pt x="5289" y="7448"/>
                  </a:cubicBezTo>
                  <a:cubicBezTo>
                    <a:pt x="5252" y="7448"/>
                    <a:pt x="5252" y="7448"/>
                    <a:pt x="5252" y="7448"/>
                  </a:cubicBezTo>
                  <a:cubicBezTo>
                    <a:pt x="5289" y="7515"/>
                    <a:pt x="5289" y="7515"/>
                    <a:pt x="5289" y="7515"/>
                  </a:cubicBezTo>
                  <a:cubicBezTo>
                    <a:pt x="5289" y="7583"/>
                    <a:pt x="5289" y="7583"/>
                    <a:pt x="5289" y="7583"/>
                  </a:cubicBezTo>
                  <a:cubicBezTo>
                    <a:pt x="5289" y="7651"/>
                    <a:pt x="5289" y="7651"/>
                    <a:pt x="5289" y="7651"/>
                  </a:cubicBezTo>
                  <a:cubicBezTo>
                    <a:pt x="5289" y="7719"/>
                    <a:pt x="5289" y="7719"/>
                    <a:pt x="5289" y="7719"/>
                  </a:cubicBezTo>
                  <a:cubicBezTo>
                    <a:pt x="5326" y="7786"/>
                    <a:pt x="5326" y="7786"/>
                    <a:pt x="5326" y="7786"/>
                  </a:cubicBezTo>
                  <a:cubicBezTo>
                    <a:pt x="5289" y="7989"/>
                    <a:pt x="5289" y="7989"/>
                    <a:pt x="5289" y="7989"/>
                  </a:cubicBezTo>
                  <a:cubicBezTo>
                    <a:pt x="5326" y="7989"/>
                    <a:pt x="5326" y="7989"/>
                    <a:pt x="5326" y="7989"/>
                  </a:cubicBezTo>
                  <a:cubicBezTo>
                    <a:pt x="5326" y="8057"/>
                    <a:pt x="5326" y="8057"/>
                    <a:pt x="5326" y="8057"/>
                  </a:cubicBezTo>
                  <a:cubicBezTo>
                    <a:pt x="5326" y="8057"/>
                    <a:pt x="5326" y="8057"/>
                    <a:pt x="5326" y="8057"/>
                  </a:cubicBezTo>
                  <a:cubicBezTo>
                    <a:pt x="5326" y="8125"/>
                    <a:pt x="5326" y="8125"/>
                    <a:pt x="5326" y="8125"/>
                  </a:cubicBezTo>
                  <a:cubicBezTo>
                    <a:pt x="5289" y="8125"/>
                    <a:pt x="5289" y="8125"/>
                    <a:pt x="5289" y="8125"/>
                  </a:cubicBezTo>
                  <a:cubicBezTo>
                    <a:pt x="5326" y="8193"/>
                    <a:pt x="5326" y="8193"/>
                    <a:pt x="5326" y="8193"/>
                  </a:cubicBezTo>
                  <a:cubicBezTo>
                    <a:pt x="5326" y="8260"/>
                    <a:pt x="5326" y="8260"/>
                    <a:pt x="5326" y="8260"/>
                  </a:cubicBezTo>
                  <a:cubicBezTo>
                    <a:pt x="5363" y="8328"/>
                    <a:pt x="5363" y="8328"/>
                    <a:pt x="5363" y="8328"/>
                  </a:cubicBezTo>
                  <a:cubicBezTo>
                    <a:pt x="5400" y="8328"/>
                    <a:pt x="5400" y="8328"/>
                    <a:pt x="5400" y="8328"/>
                  </a:cubicBezTo>
                  <a:cubicBezTo>
                    <a:pt x="5400" y="8396"/>
                    <a:pt x="5400" y="8396"/>
                    <a:pt x="5400" y="8396"/>
                  </a:cubicBezTo>
                  <a:cubicBezTo>
                    <a:pt x="5436" y="8328"/>
                    <a:pt x="5436" y="8328"/>
                    <a:pt x="5436" y="8328"/>
                  </a:cubicBezTo>
                  <a:cubicBezTo>
                    <a:pt x="5436" y="8396"/>
                    <a:pt x="5436" y="8396"/>
                    <a:pt x="5436" y="8396"/>
                  </a:cubicBezTo>
                  <a:cubicBezTo>
                    <a:pt x="5473" y="8463"/>
                    <a:pt x="5473" y="8463"/>
                    <a:pt x="5473" y="8463"/>
                  </a:cubicBezTo>
                  <a:cubicBezTo>
                    <a:pt x="5510" y="8531"/>
                    <a:pt x="5510" y="8531"/>
                    <a:pt x="5510" y="8531"/>
                  </a:cubicBezTo>
                  <a:cubicBezTo>
                    <a:pt x="5510" y="8599"/>
                    <a:pt x="5510" y="8599"/>
                    <a:pt x="5510" y="8599"/>
                  </a:cubicBezTo>
                  <a:cubicBezTo>
                    <a:pt x="5547" y="8734"/>
                    <a:pt x="5547" y="8734"/>
                    <a:pt x="5547" y="8734"/>
                  </a:cubicBezTo>
                  <a:cubicBezTo>
                    <a:pt x="5547" y="8802"/>
                    <a:pt x="5547" y="8802"/>
                    <a:pt x="5547" y="8802"/>
                  </a:cubicBezTo>
                  <a:cubicBezTo>
                    <a:pt x="5547" y="8802"/>
                    <a:pt x="5547" y="8802"/>
                    <a:pt x="5547" y="8802"/>
                  </a:cubicBezTo>
                  <a:cubicBezTo>
                    <a:pt x="5547" y="8870"/>
                    <a:pt x="5547" y="8870"/>
                    <a:pt x="5547" y="8870"/>
                  </a:cubicBezTo>
                  <a:cubicBezTo>
                    <a:pt x="5584" y="8937"/>
                    <a:pt x="5584" y="8937"/>
                    <a:pt x="5584" y="8937"/>
                  </a:cubicBezTo>
                  <a:cubicBezTo>
                    <a:pt x="5584" y="9005"/>
                    <a:pt x="5584" y="9005"/>
                    <a:pt x="5584" y="9005"/>
                  </a:cubicBezTo>
                  <a:cubicBezTo>
                    <a:pt x="5621" y="9141"/>
                    <a:pt x="5621" y="9141"/>
                    <a:pt x="5621" y="9141"/>
                  </a:cubicBezTo>
                  <a:cubicBezTo>
                    <a:pt x="5621" y="9208"/>
                    <a:pt x="5621" y="9208"/>
                    <a:pt x="5621" y="9208"/>
                  </a:cubicBezTo>
                  <a:cubicBezTo>
                    <a:pt x="5658" y="9276"/>
                    <a:pt x="5658" y="9276"/>
                    <a:pt x="5658" y="9276"/>
                  </a:cubicBezTo>
                  <a:cubicBezTo>
                    <a:pt x="5658" y="9276"/>
                    <a:pt x="5658" y="9276"/>
                    <a:pt x="5658" y="9276"/>
                  </a:cubicBezTo>
                  <a:cubicBezTo>
                    <a:pt x="5658" y="9344"/>
                    <a:pt x="5658" y="9344"/>
                    <a:pt x="5658" y="9344"/>
                  </a:cubicBezTo>
                  <a:cubicBezTo>
                    <a:pt x="5695" y="9411"/>
                    <a:pt x="5695" y="9411"/>
                    <a:pt x="5695" y="9411"/>
                  </a:cubicBezTo>
                  <a:cubicBezTo>
                    <a:pt x="5695" y="9479"/>
                    <a:pt x="5695" y="9479"/>
                    <a:pt x="5695" y="9479"/>
                  </a:cubicBezTo>
                  <a:cubicBezTo>
                    <a:pt x="5769" y="9615"/>
                    <a:pt x="5769" y="9615"/>
                    <a:pt x="5769" y="9615"/>
                  </a:cubicBezTo>
                  <a:cubicBezTo>
                    <a:pt x="5806" y="9682"/>
                    <a:pt x="5806" y="9682"/>
                    <a:pt x="5806" y="9682"/>
                  </a:cubicBezTo>
                  <a:cubicBezTo>
                    <a:pt x="5843" y="9682"/>
                    <a:pt x="5843" y="9682"/>
                    <a:pt x="5843" y="9682"/>
                  </a:cubicBezTo>
                  <a:cubicBezTo>
                    <a:pt x="5843" y="9750"/>
                    <a:pt x="5843" y="9750"/>
                    <a:pt x="5843" y="9750"/>
                  </a:cubicBezTo>
                  <a:cubicBezTo>
                    <a:pt x="5917" y="9818"/>
                    <a:pt x="5917" y="9818"/>
                    <a:pt x="5917" y="9818"/>
                  </a:cubicBezTo>
                  <a:cubicBezTo>
                    <a:pt x="5917" y="9818"/>
                    <a:pt x="5917" y="9818"/>
                    <a:pt x="5917" y="9818"/>
                  </a:cubicBezTo>
                  <a:cubicBezTo>
                    <a:pt x="5880" y="9818"/>
                    <a:pt x="5880" y="9818"/>
                    <a:pt x="5880" y="9818"/>
                  </a:cubicBezTo>
                  <a:cubicBezTo>
                    <a:pt x="5880" y="9885"/>
                    <a:pt x="5880" y="9885"/>
                    <a:pt x="5880" y="9885"/>
                  </a:cubicBezTo>
                  <a:cubicBezTo>
                    <a:pt x="5880" y="9953"/>
                    <a:pt x="5880" y="9953"/>
                    <a:pt x="5880" y="9953"/>
                  </a:cubicBezTo>
                  <a:cubicBezTo>
                    <a:pt x="5917" y="10089"/>
                    <a:pt x="5917" y="10089"/>
                    <a:pt x="5917" y="10089"/>
                  </a:cubicBezTo>
                  <a:cubicBezTo>
                    <a:pt x="5954" y="10156"/>
                    <a:pt x="5954" y="10156"/>
                    <a:pt x="5954" y="10156"/>
                  </a:cubicBezTo>
                  <a:cubicBezTo>
                    <a:pt x="5954" y="10224"/>
                    <a:pt x="5954" y="10224"/>
                    <a:pt x="5954" y="10224"/>
                  </a:cubicBezTo>
                  <a:cubicBezTo>
                    <a:pt x="5917" y="10292"/>
                    <a:pt x="5917" y="10292"/>
                    <a:pt x="5917" y="10292"/>
                  </a:cubicBezTo>
                  <a:cubicBezTo>
                    <a:pt x="5917" y="10292"/>
                    <a:pt x="5917" y="10292"/>
                    <a:pt x="5917" y="10292"/>
                  </a:cubicBezTo>
                  <a:cubicBezTo>
                    <a:pt x="5880" y="10359"/>
                    <a:pt x="5880" y="10359"/>
                    <a:pt x="5880" y="10359"/>
                  </a:cubicBezTo>
                  <a:cubicBezTo>
                    <a:pt x="5917" y="10359"/>
                    <a:pt x="5917" y="10359"/>
                    <a:pt x="5917" y="10359"/>
                  </a:cubicBezTo>
                  <a:cubicBezTo>
                    <a:pt x="5917" y="10495"/>
                    <a:pt x="5917" y="10495"/>
                    <a:pt x="5917" y="10495"/>
                  </a:cubicBezTo>
                  <a:cubicBezTo>
                    <a:pt x="5880" y="10495"/>
                    <a:pt x="5880" y="10495"/>
                    <a:pt x="5880" y="10495"/>
                  </a:cubicBezTo>
                  <a:cubicBezTo>
                    <a:pt x="5880" y="10563"/>
                    <a:pt x="5880" y="10563"/>
                    <a:pt x="5880" y="10563"/>
                  </a:cubicBezTo>
                  <a:cubicBezTo>
                    <a:pt x="5917" y="10495"/>
                    <a:pt x="5917" y="10495"/>
                    <a:pt x="5917" y="10495"/>
                  </a:cubicBezTo>
                  <a:cubicBezTo>
                    <a:pt x="5917" y="10563"/>
                    <a:pt x="5917" y="10563"/>
                    <a:pt x="5917" y="10563"/>
                  </a:cubicBezTo>
                  <a:cubicBezTo>
                    <a:pt x="5880" y="10563"/>
                    <a:pt x="5880" y="10563"/>
                    <a:pt x="5880" y="10563"/>
                  </a:cubicBezTo>
                  <a:cubicBezTo>
                    <a:pt x="5880" y="10698"/>
                    <a:pt x="5880" y="10698"/>
                    <a:pt x="5880" y="10698"/>
                  </a:cubicBezTo>
                  <a:cubicBezTo>
                    <a:pt x="5843" y="10766"/>
                    <a:pt x="5843" y="10766"/>
                    <a:pt x="5843" y="10766"/>
                  </a:cubicBezTo>
                  <a:cubicBezTo>
                    <a:pt x="5806" y="10698"/>
                    <a:pt x="5806" y="10698"/>
                    <a:pt x="5806" y="10698"/>
                  </a:cubicBezTo>
                  <a:cubicBezTo>
                    <a:pt x="5806" y="10766"/>
                    <a:pt x="5806" y="10766"/>
                    <a:pt x="5806" y="10766"/>
                  </a:cubicBezTo>
                  <a:cubicBezTo>
                    <a:pt x="5843" y="10833"/>
                    <a:pt x="5843" y="10833"/>
                    <a:pt x="5843" y="10833"/>
                  </a:cubicBezTo>
                  <a:cubicBezTo>
                    <a:pt x="5843" y="10833"/>
                    <a:pt x="5843" y="10833"/>
                    <a:pt x="5843" y="10833"/>
                  </a:cubicBezTo>
                  <a:cubicBezTo>
                    <a:pt x="5806" y="10901"/>
                    <a:pt x="5806" y="10901"/>
                    <a:pt x="5806" y="10901"/>
                  </a:cubicBezTo>
                  <a:cubicBezTo>
                    <a:pt x="5769" y="10901"/>
                    <a:pt x="5769" y="10901"/>
                    <a:pt x="5769" y="10901"/>
                  </a:cubicBezTo>
                  <a:cubicBezTo>
                    <a:pt x="5732" y="10901"/>
                    <a:pt x="5732" y="10901"/>
                    <a:pt x="5732" y="10901"/>
                  </a:cubicBezTo>
                  <a:cubicBezTo>
                    <a:pt x="5695" y="10901"/>
                    <a:pt x="5695" y="10901"/>
                    <a:pt x="5695" y="10901"/>
                  </a:cubicBezTo>
                  <a:cubicBezTo>
                    <a:pt x="5732" y="10833"/>
                    <a:pt x="5732" y="10833"/>
                    <a:pt x="5732" y="10833"/>
                  </a:cubicBezTo>
                  <a:cubicBezTo>
                    <a:pt x="5732" y="10833"/>
                    <a:pt x="5732" y="10833"/>
                    <a:pt x="5732" y="10833"/>
                  </a:cubicBezTo>
                  <a:cubicBezTo>
                    <a:pt x="5695" y="10833"/>
                    <a:pt x="5695" y="10833"/>
                    <a:pt x="5695" y="10833"/>
                  </a:cubicBezTo>
                  <a:cubicBezTo>
                    <a:pt x="5695" y="10833"/>
                    <a:pt x="5695" y="10833"/>
                    <a:pt x="5695" y="10833"/>
                  </a:cubicBezTo>
                  <a:cubicBezTo>
                    <a:pt x="5695" y="10833"/>
                    <a:pt x="5695" y="10833"/>
                    <a:pt x="5695" y="10833"/>
                  </a:cubicBezTo>
                  <a:cubicBezTo>
                    <a:pt x="5621" y="10766"/>
                    <a:pt x="5621" y="10766"/>
                    <a:pt x="5621" y="10766"/>
                  </a:cubicBezTo>
                  <a:cubicBezTo>
                    <a:pt x="5584" y="10833"/>
                    <a:pt x="5584" y="10833"/>
                    <a:pt x="5584" y="10833"/>
                  </a:cubicBezTo>
                  <a:cubicBezTo>
                    <a:pt x="5510" y="10833"/>
                    <a:pt x="5510" y="10833"/>
                    <a:pt x="5510" y="10833"/>
                  </a:cubicBezTo>
                  <a:cubicBezTo>
                    <a:pt x="5436" y="10833"/>
                    <a:pt x="5436" y="10833"/>
                    <a:pt x="5436" y="10833"/>
                  </a:cubicBezTo>
                  <a:cubicBezTo>
                    <a:pt x="5436" y="10901"/>
                    <a:pt x="5436" y="10901"/>
                    <a:pt x="5436" y="10901"/>
                  </a:cubicBezTo>
                  <a:cubicBezTo>
                    <a:pt x="5436" y="10901"/>
                    <a:pt x="5436" y="10901"/>
                    <a:pt x="5436" y="10901"/>
                  </a:cubicBezTo>
                  <a:cubicBezTo>
                    <a:pt x="5473" y="10901"/>
                    <a:pt x="5473" y="10901"/>
                    <a:pt x="5473" y="10901"/>
                  </a:cubicBezTo>
                  <a:cubicBezTo>
                    <a:pt x="5473" y="10901"/>
                    <a:pt x="5473" y="10901"/>
                    <a:pt x="5473" y="10901"/>
                  </a:cubicBezTo>
                  <a:cubicBezTo>
                    <a:pt x="5510" y="10833"/>
                    <a:pt x="5510" y="10833"/>
                    <a:pt x="5510" y="10833"/>
                  </a:cubicBezTo>
                  <a:cubicBezTo>
                    <a:pt x="5547" y="10901"/>
                    <a:pt x="5547" y="10901"/>
                    <a:pt x="5547" y="10901"/>
                  </a:cubicBezTo>
                  <a:cubicBezTo>
                    <a:pt x="5584" y="10969"/>
                    <a:pt x="5584" y="10969"/>
                    <a:pt x="5584" y="10969"/>
                  </a:cubicBezTo>
                  <a:cubicBezTo>
                    <a:pt x="5695" y="11036"/>
                    <a:pt x="5695" y="11036"/>
                    <a:pt x="5695" y="11036"/>
                  </a:cubicBezTo>
                  <a:cubicBezTo>
                    <a:pt x="5769" y="11036"/>
                    <a:pt x="5769" y="11036"/>
                    <a:pt x="5769" y="11036"/>
                  </a:cubicBezTo>
                  <a:cubicBezTo>
                    <a:pt x="5806" y="11036"/>
                    <a:pt x="5806" y="11036"/>
                    <a:pt x="5806" y="11036"/>
                  </a:cubicBezTo>
                  <a:cubicBezTo>
                    <a:pt x="5880" y="11036"/>
                    <a:pt x="5880" y="11036"/>
                    <a:pt x="5880" y="11036"/>
                  </a:cubicBezTo>
                  <a:cubicBezTo>
                    <a:pt x="5880" y="11036"/>
                    <a:pt x="5880" y="11036"/>
                    <a:pt x="5880" y="11036"/>
                  </a:cubicBezTo>
                  <a:cubicBezTo>
                    <a:pt x="5954" y="11104"/>
                    <a:pt x="5954" y="11104"/>
                    <a:pt x="5954" y="11104"/>
                  </a:cubicBezTo>
                  <a:cubicBezTo>
                    <a:pt x="5991" y="11036"/>
                    <a:pt x="5991" y="11036"/>
                    <a:pt x="5991" y="11036"/>
                  </a:cubicBezTo>
                  <a:cubicBezTo>
                    <a:pt x="5991" y="10969"/>
                    <a:pt x="5991" y="10969"/>
                    <a:pt x="5991" y="10969"/>
                  </a:cubicBezTo>
                  <a:cubicBezTo>
                    <a:pt x="5991" y="10969"/>
                    <a:pt x="5991" y="10969"/>
                    <a:pt x="5991" y="10969"/>
                  </a:cubicBezTo>
                  <a:cubicBezTo>
                    <a:pt x="5991" y="10901"/>
                    <a:pt x="5991" y="10901"/>
                    <a:pt x="5991" y="10901"/>
                  </a:cubicBezTo>
                  <a:cubicBezTo>
                    <a:pt x="5991" y="10833"/>
                    <a:pt x="5991" y="10833"/>
                    <a:pt x="5991" y="10833"/>
                  </a:cubicBezTo>
                  <a:cubicBezTo>
                    <a:pt x="6028" y="10766"/>
                    <a:pt x="6028" y="10766"/>
                    <a:pt x="6028" y="10766"/>
                  </a:cubicBezTo>
                  <a:cubicBezTo>
                    <a:pt x="6028" y="10766"/>
                    <a:pt x="6028" y="10766"/>
                    <a:pt x="6028" y="10766"/>
                  </a:cubicBezTo>
                  <a:cubicBezTo>
                    <a:pt x="6065" y="10698"/>
                    <a:pt x="6065" y="10698"/>
                    <a:pt x="6065" y="10698"/>
                  </a:cubicBezTo>
                  <a:cubicBezTo>
                    <a:pt x="6065" y="10630"/>
                    <a:pt x="6065" y="10630"/>
                    <a:pt x="6065" y="10630"/>
                  </a:cubicBezTo>
                  <a:cubicBezTo>
                    <a:pt x="6102" y="10495"/>
                    <a:pt x="6102" y="10495"/>
                    <a:pt x="6102" y="10495"/>
                  </a:cubicBezTo>
                  <a:cubicBezTo>
                    <a:pt x="6065" y="10427"/>
                    <a:pt x="6065" y="10427"/>
                    <a:pt x="6065" y="10427"/>
                  </a:cubicBezTo>
                  <a:cubicBezTo>
                    <a:pt x="6102" y="10359"/>
                    <a:pt x="6102" y="10359"/>
                    <a:pt x="6102" y="10359"/>
                  </a:cubicBezTo>
                  <a:cubicBezTo>
                    <a:pt x="6139" y="10156"/>
                    <a:pt x="6139" y="10156"/>
                    <a:pt x="6139" y="10156"/>
                  </a:cubicBezTo>
                  <a:cubicBezTo>
                    <a:pt x="6139" y="10156"/>
                    <a:pt x="6139" y="10156"/>
                    <a:pt x="6139" y="10156"/>
                  </a:cubicBezTo>
                  <a:cubicBezTo>
                    <a:pt x="6102" y="9953"/>
                    <a:pt x="6102" y="9953"/>
                    <a:pt x="6102" y="9953"/>
                  </a:cubicBezTo>
                  <a:cubicBezTo>
                    <a:pt x="6028" y="9885"/>
                    <a:pt x="6028" y="9885"/>
                    <a:pt x="6028" y="9885"/>
                  </a:cubicBezTo>
                  <a:cubicBezTo>
                    <a:pt x="6028" y="9818"/>
                    <a:pt x="6028" y="9818"/>
                    <a:pt x="6028" y="9818"/>
                  </a:cubicBezTo>
                  <a:cubicBezTo>
                    <a:pt x="5991" y="9682"/>
                    <a:pt x="5991" y="9682"/>
                    <a:pt x="5991" y="9682"/>
                  </a:cubicBezTo>
                  <a:cubicBezTo>
                    <a:pt x="6065" y="9615"/>
                    <a:pt x="6065" y="9615"/>
                    <a:pt x="6065" y="9615"/>
                  </a:cubicBezTo>
                  <a:cubicBezTo>
                    <a:pt x="6065" y="9547"/>
                    <a:pt x="6065" y="9547"/>
                    <a:pt x="6065" y="9547"/>
                  </a:cubicBezTo>
                  <a:cubicBezTo>
                    <a:pt x="6139" y="9547"/>
                    <a:pt x="6139" y="9547"/>
                    <a:pt x="6139" y="9547"/>
                  </a:cubicBezTo>
                  <a:cubicBezTo>
                    <a:pt x="6176" y="9411"/>
                    <a:pt x="6176" y="9411"/>
                    <a:pt x="6176" y="9411"/>
                  </a:cubicBezTo>
                  <a:cubicBezTo>
                    <a:pt x="6250" y="9411"/>
                    <a:pt x="6250" y="9411"/>
                    <a:pt x="6250" y="9411"/>
                  </a:cubicBezTo>
                  <a:cubicBezTo>
                    <a:pt x="6287" y="9479"/>
                    <a:pt x="6287" y="9479"/>
                    <a:pt x="6287" y="9479"/>
                  </a:cubicBezTo>
                  <a:cubicBezTo>
                    <a:pt x="6287" y="9547"/>
                    <a:pt x="6287" y="9547"/>
                    <a:pt x="6287" y="9547"/>
                  </a:cubicBezTo>
                  <a:cubicBezTo>
                    <a:pt x="6324" y="9615"/>
                    <a:pt x="6324" y="9615"/>
                    <a:pt x="6324" y="9615"/>
                  </a:cubicBezTo>
                  <a:cubicBezTo>
                    <a:pt x="6361" y="9682"/>
                    <a:pt x="6361" y="9682"/>
                    <a:pt x="6361" y="9682"/>
                  </a:cubicBezTo>
                  <a:cubicBezTo>
                    <a:pt x="6361" y="9682"/>
                    <a:pt x="6361" y="9682"/>
                    <a:pt x="6361" y="9682"/>
                  </a:cubicBezTo>
                  <a:cubicBezTo>
                    <a:pt x="6398" y="9750"/>
                    <a:pt x="6398" y="9750"/>
                    <a:pt x="6398" y="9750"/>
                  </a:cubicBezTo>
                  <a:cubicBezTo>
                    <a:pt x="6398" y="9818"/>
                    <a:pt x="6398" y="9818"/>
                    <a:pt x="6398" y="9818"/>
                  </a:cubicBezTo>
                  <a:cubicBezTo>
                    <a:pt x="6435" y="9818"/>
                    <a:pt x="6435" y="9818"/>
                    <a:pt x="6435" y="9818"/>
                  </a:cubicBezTo>
                  <a:cubicBezTo>
                    <a:pt x="6435" y="9885"/>
                    <a:pt x="6435" y="9885"/>
                    <a:pt x="6435" y="9885"/>
                  </a:cubicBezTo>
                  <a:cubicBezTo>
                    <a:pt x="6472" y="9953"/>
                    <a:pt x="6472" y="9953"/>
                    <a:pt x="6472" y="9953"/>
                  </a:cubicBezTo>
                  <a:cubicBezTo>
                    <a:pt x="6472" y="10021"/>
                    <a:pt x="6472" y="10021"/>
                    <a:pt x="6472" y="10021"/>
                  </a:cubicBezTo>
                  <a:cubicBezTo>
                    <a:pt x="6472" y="10089"/>
                    <a:pt x="6472" y="10089"/>
                    <a:pt x="6472" y="10089"/>
                  </a:cubicBezTo>
                  <a:cubicBezTo>
                    <a:pt x="6472" y="10089"/>
                    <a:pt x="6472" y="10089"/>
                    <a:pt x="6472" y="10089"/>
                  </a:cubicBezTo>
                  <a:cubicBezTo>
                    <a:pt x="6546" y="10156"/>
                    <a:pt x="6546" y="10156"/>
                    <a:pt x="6546" y="10156"/>
                  </a:cubicBezTo>
                  <a:cubicBezTo>
                    <a:pt x="6583" y="10156"/>
                    <a:pt x="6583" y="10156"/>
                    <a:pt x="6583" y="10156"/>
                  </a:cubicBezTo>
                  <a:cubicBezTo>
                    <a:pt x="6620" y="10156"/>
                    <a:pt x="6620" y="10156"/>
                    <a:pt x="6620" y="10156"/>
                  </a:cubicBezTo>
                  <a:cubicBezTo>
                    <a:pt x="6657" y="10156"/>
                    <a:pt x="6657" y="10156"/>
                    <a:pt x="6657" y="10156"/>
                  </a:cubicBezTo>
                  <a:cubicBezTo>
                    <a:pt x="6694" y="10156"/>
                    <a:pt x="6694" y="10156"/>
                    <a:pt x="6694" y="10156"/>
                  </a:cubicBezTo>
                  <a:cubicBezTo>
                    <a:pt x="6694" y="10089"/>
                    <a:pt x="6694" y="10089"/>
                    <a:pt x="6694" y="10089"/>
                  </a:cubicBezTo>
                  <a:cubicBezTo>
                    <a:pt x="6731" y="10089"/>
                    <a:pt x="6731" y="10089"/>
                    <a:pt x="6731" y="10089"/>
                  </a:cubicBezTo>
                  <a:cubicBezTo>
                    <a:pt x="6694" y="10089"/>
                    <a:pt x="6694" y="10089"/>
                    <a:pt x="6694" y="10089"/>
                  </a:cubicBezTo>
                  <a:cubicBezTo>
                    <a:pt x="6657" y="10089"/>
                    <a:pt x="6657" y="10089"/>
                    <a:pt x="6657" y="10089"/>
                  </a:cubicBezTo>
                  <a:cubicBezTo>
                    <a:pt x="6657" y="10021"/>
                    <a:pt x="6657" y="10021"/>
                    <a:pt x="6657" y="10021"/>
                  </a:cubicBezTo>
                  <a:cubicBezTo>
                    <a:pt x="6620" y="10089"/>
                    <a:pt x="6620" y="10089"/>
                    <a:pt x="6620" y="10089"/>
                  </a:cubicBezTo>
                  <a:cubicBezTo>
                    <a:pt x="6583" y="10089"/>
                    <a:pt x="6583" y="10089"/>
                    <a:pt x="6583" y="10089"/>
                  </a:cubicBezTo>
                  <a:cubicBezTo>
                    <a:pt x="6546" y="10089"/>
                    <a:pt x="6546" y="10089"/>
                    <a:pt x="6546" y="10089"/>
                  </a:cubicBezTo>
                  <a:cubicBezTo>
                    <a:pt x="6509" y="10089"/>
                    <a:pt x="6509" y="10089"/>
                    <a:pt x="6509" y="10089"/>
                  </a:cubicBezTo>
                  <a:cubicBezTo>
                    <a:pt x="6509" y="10021"/>
                    <a:pt x="6509" y="10021"/>
                    <a:pt x="6509" y="10021"/>
                  </a:cubicBezTo>
                  <a:cubicBezTo>
                    <a:pt x="6509" y="9953"/>
                    <a:pt x="6509" y="9953"/>
                    <a:pt x="6509" y="9953"/>
                  </a:cubicBezTo>
                  <a:cubicBezTo>
                    <a:pt x="6509" y="9953"/>
                    <a:pt x="6509" y="9953"/>
                    <a:pt x="6509" y="9953"/>
                  </a:cubicBezTo>
                  <a:cubicBezTo>
                    <a:pt x="6472" y="9885"/>
                    <a:pt x="6472" y="9885"/>
                    <a:pt x="6472" y="9885"/>
                  </a:cubicBezTo>
                  <a:cubicBezTo>
                    <a:pt x="6472" y="9818"/>
                    <a:pt x="6472" y="9818"/>
                    <a:pt x="6472" y="9818"/>
                  </a:cubicBezTo>
                  <a:cubicBezTo>
                    <a:pt x="6509" y="9750"/>
                    <a:pt x="6509" y="9750"/>
                    <a:pt x="6509" y="9750"/>
                  </a:cubicBezTo>
                  <a:cubicBezTo>
                    <a:pt x="6546" y="9750"/>
                    <a:pt x="6546" y="9750"/>
                    <a:pt x="6546" y="9750"/>
                  </a:cubicBezTo>
                  <a:cubicBezTo>
                    <a:pt x="6509" y="9682"/>
                    <a:pt x="6509" y="9682"/>
                    <a:pt x="6509" y="9682"/>
                  </a:cubicBezTo>
                  <a:cubicBezTo>
                    <a:pt x="6509" y="9682"/>
                    <a:pt x="6509" y="9682"/>
                    <a:pt x="6509" y="9682"/>
                  </a:cubicBezTo>
                  <a:cubicBezTo>
                    <a:pt x="6509" y="9682"/>
                    <a:pt x="6509" y="9682"/>
                    <a:pt x="6509" y="9682"/>
                  </a:cubicBezTo>
                  <a:cubicBezTo>
                    <a:pt x="6472" y="9615"/>
                    <a:pt x="6472" y="9615"/>
                    <a:pt x="6472" y="9615"/>
                  </a:cubicBezTo>
                  <a:cubicBezTo>
                    <a:pt x="6435" y="9547"/>
                    <a:pt x="6435" y="9547"/>
                    <a:pt x="6435" y="9547"/>
                  </a:cubicBezTo>
                  <a:cubicBezTo>
                    <a:pt x="6435" y="9547"/>
                    <a:pt x="6435" y="9547"/>
                    <a:pt x="6435" y="9547"/>
                  </a:cubicBezTo>
                  <a:cubicBezTo>
                    <a:pt x="6398" y="9411"/>
                    <a:pt x="6398" y="9411"/>
                    <a:pt x="6398" y="9411"/>
                  </a:cubicBezTo>
                  <a:cubicBezTo>
                    <a:pt x="6324" y="9411"/>
                    <a:pt x="6324" y="9411"/>
                    <a:pt x="6324" y="9411"/>
                  </a:cubicBezTo>
                  <a:cubicBezTo>
                    <a:pt x="6250" y="9411"/>
                    <a:pt x="6250" y="9411"/>
                    <a:pt x="6250" y="9411"/>
                  </a:cubicBezTo>
                  <a:cubicBezTo>
                    <a:pt x="6250" y="9344"/>
                    <a:pt x="6250" y="9344"/>
                    <a:pt x="6250" y="9344"/>
                  </a:cubicBezTo>
                  <a:cubicBezTo>
                    <a:pt x="6213" y="9344"/>
                    <a:pt x="6213" y="9344"/>
                    <a:pt x="6213" y="9344"/>
                  </a:cubicBezTo>
                  <a:cubicBezTo>
                    <a:pt x="6139" y="9276"/>
                    <a:pt x="6139" y="9276"/>
                    <a:pt x="6139" y="9276"/>
                  </a:cubicBezTo>
                  <a:cubicBezTo>
                    <a:pt x="6102" y="9276"/>
                    <a:pt x="6102" y="9276"/>
                    <a:pt x="6102" y="9276"/>
                  </a:cubicBezTo>
                  <a:cubicBezTo>
                    <a:pt x="6065" y="9276"/>
                    <a:pt x="6065" y="9276"/>
                    <a:pt x="6065" y="9276"/>
                  </a:cubicBezTo>
                  <a:cubicBezTo>
                    <a:pt x="6028" y="9344"/>
                    <a:pt x="6028" y="9344"/>
                    <a:pt x="6028" y="9344"/>
                  </a:cubicBezTo>
                  <a:cubicBezTo>
                    <a:pt x="6028" y="9411"/>
                    <a:pt x="6028" y="9411"/>
                    <a:pt x="6028" y="9411"/>
                  </a:cubicBezTo>
                  <a:cubicBezTo>
                    <a:pt x="5991" y="9479"/>
                    <a:pt x="5991" y="9479"/>
                    <a:pt x="5991" y="9479"/>
                  </a:cubicBezTo>
                  <a:cubicBezTo>
                    <a:pt x="5954" y="9411"/>
                    <a:pt x="5954" y="9411"/>
                    <a:pt x="5954" y="9411"/>
                  </a:cubicBezTo>
                  <a:cubicBezTo>
                    <a:pt x="5880" y="9479"/>
                    <a:pt x="5880" y="9479"/>
                    <a:pt x="5880" y="9479"/>
                  </a:cubicBezTo>
                  <a:cubicBezTo>
                    <a:pt x="5843" y="9479"/>
                    <a:pt x="5843" y="9479"/>
                    <a:pt x="5843" y="9479"/>
                  </a:cubicBezTo>
                  <a:cubicBezTo>
                    <a:pt x="5843" y="9411"/>
                    <a:pt x="5843" y="9411"/>
                    <a:pt x="5843" y="9411"/>
                  </a:cubicBezTo>
                  <a:cubicBezTo>
                    <a:pt x="5843" y="9344"/>
                    <a:pt x="5843" y="9344"/>
                    <a:pt x="5843" y="9344"/>
                  </a:cubicBezTo>
                  <a:cubicBezTo>
                    <a:pt x="5843" y="9276"/>
                    <a:pt x="5843" y="9276"/>
                    <a:pt x="5843" y="9276"/>
                  </a:cubicBezTo>
                  <a:cubicBezTo>
                    <a:pt x="5769" y="9208"/>
                    <a:pt x="5769" y="9208"/>
                    <a:pt x="5769" y="9208"/>
                  </a:cubicBezTo>
                  <a:cubicBezTo>
                    <a:pt x="5769" y="9141"/>
                    <a:pt x="5769" y="9141"/>
                    <a:pt x="5769" y="9141"/>
                  </a:cubicBezTo>
                  <a:cubicBezTo>
                    <a:pt x="5769" y="9005"/>
                    <a:pt x="5769" y="9005"/>
                    <a:pt x="5769" y="9005"/>
                  </a:cubicBezTo>
                  <a:cubicBezTo>
                    <a:pt x="5732" y="8870"/>
                    <a:pt x="5732" y="8870"/>
                    <a:pt x="5732" y="8870"/>
                  </a:cubicBezTo>
                  <a:cubicBezTo>
                    <a:pt x="5732" y="8802"/>
                    <a:pt x="5732" y="8802"/>
                    <a:pt x="5732" y="8802"/>
                  </a:cubicBezTo>
                  <a:cubicBezTo>
                    <a:pt x="5732" y="8667"/>
                    <a:pt x="5732" y="8667"/>
                    <a:pt x="5732" y="8667"/>
                  </a:cubicBezTo>
                  <a:cubicBezTo>
                    <a:pt x="5695" y="8531"/>
                    <a:pt x="5695" y="8531"/>
                    <a:pt x="5695" y="8531"/>
                  </a:cubicBezTo>
                  <a:cubicBezTo>
                    <a:pt x="5658" y="8463"/>
                    <a:pt x="5658" y="8463"/>
                    <a:pt x="5658" y="8463"/>
                  </a:cubicBezTo>
                  <a:cubicBezTo>
                    <a:pt x="5621" y="8463"/>
                    <a:pt x="5621" y="8463"/>
                    <a:pt x="5621" y="8463"/>
                  </a:cubicBezTo>
                  <a:cubicBezTo>
                    <a:pt x="5621" y="8396"/>
                    <a:pt x="5621" y="8396"/>
                    <a:pt x="5621" y="8396"/>
                  </a:cubicBezTo>
                  <a:cubicBezTo>
                    <a:pt x="5547" y="8328"/>
                    <a:pt x="5547" y="8328"/>
                    <a:pt x="5547" y="8328"/>
                  </a:cubicBezTo>
                  <a:cubicBezTo>
                    <a:pt x="5473" y="8260"/>
                    <a:pt x="5473" y="8260"/>
                    <a:pt x="5473" y="8260"/>
                  </a:cubicBezTo>
                  <a:cubicBezTo>
                    <a:pt x="5473" y="8193"/>
                    <a:pt x="5473" y="8193"/>
                    <a:pt x="5473" y="8193"/>
                  </a:cubicBezTo>
                  <a:cubicBezTo>
                    <a:pt x="5510" y="8057"/>
                    <a:pt x="5510" y="8057"/>
                    <a:pt x="5510" y="8057"/>
                  </a:cubicBezTo>
                  <a:cubicBezTo>
                    <a:pt x="5473" y="7989"/>
                    <a:pt x="5473" y="7989"/>
                    <a:pt x="5473" y="7989"/>
                  </a:cubicBezTo>
                  <a:cubicBezTo>
                    <a:pt x="5473" y="7922"/>
                    <a:pt x="5473" y="7922"/>
                    <a:pt x="5473" y="7922"/>
                  </a:cubicBezTo>
                  <a:cubicBezTo>
                    <a:pt x="5473" y="7922"/>
                    <a:pt x="5473" y="7922"/>
                    <a:pt x="5473" y="7922"/>
                  </a:cubicBezTo>
                  <a:cubicBezTo>
                    <a:pt x="5510" y="7854"/>
                    <a:pt x="5510" y="7854"/>
                    <a:pt x="5510" y="7854"/>
                  </a:cubicBezTo>
                  <a:cubicBezTo>
                    <a:pt x="5547" y="7719"/>
                    <a:pt x="5547" y="7719"/>
                    <a:pt x="5547" y="7719"/>
                  </a:cubicBezTo>
                  <a:cubicBezTo>
                    <a:pt x="5584" y="7651"/>
                    <a:pt x="5584" y="7651"/>
                    <a:pt x="5584" y="7651"/>
                  </a:cubicBezTo>
                  <a:cubicBezTo>
                    <a:pt x="5547" y="7515"/>
                    <a:pt x="5547" y="7515"/>
                    <a:pt x="5547" y="7515"/>
                  </a:cubicBezTo>
                  <a:cubicBezTo>
                    <a:pt x="5473" y="7245"/>
                    <a:pt x="5473" y="7245"/>
                    <a:pt x="5473" y="7245"/>
                  </a:cubicBezTo>
                  <a:cubicBezTo>
                    <a:pt x="5510" y="7245"/>
                    <a:pt x="5510" y="7245"/>
                    <a:pt x="5510" y="7245"/>
                  </a:cubicBezTo>
                  <a:cubicBezTo>
                    <a:pt x="5547" y="7312"/>
                    <a:pt x="5547" y="7312"/>
                    <a:pt x="5547" y="7312"/>
                  </a:cubicBezTo>
                  <a:cubicBezTo>
                    <a:pt x="5547" y="7380"/>
                    <a:pt x="5547" y="7380"/>
                    <a:pt x="5547" y="7380"/>
                  </a:cubicBezTo>
                  <a:cubicBezTo>
                    <a:pt x="5584" y="7380"/>
                    <a:pt x="5584" y="7380"/>
                    <a:pt x="5584" y="7380"/>
                  </a:cubicBezTo>
                  <a:cubicBezTo>
                    <a:pt x="5584" y="7380"/>
                    <a:pt x="5584" y="7380"/>
                    <a:pt x="5584" y="7380"/>
                  </a:cubicBezTo>
                  <a:cubicBezTo>
                    <a:pt x="5584" y="7515"/>
                    <a:pt x="5584" y="7515"/>
                    <a:pt x="5584" y="7515"/>
                  </a:cubicBezTo>
                  <a:cubicBezTo>
                    <a:pt x="5621" y="7583"/>
                    <a:pt x="5621" y="7583"/>
                    <a:pt x="5621" y="7583"/>
                  </a:cubicBezTo>
                  <a:cubicBezTo>
                    <a:pt x="5621" y="7651"/>
                    <a:pt x="5621" y="7651"/>
                    <a:pt x="5621" y="7651"/>
                  </a:cubicBezTo>
                  <a:cubicBezTo>
                    <a:pt x="5658" y="7719"/>
                    <a:pt x="5658" y="7719"/>
                    <a:pt x="5658" y="7719"/>
                  </a:cubicBezTo>
                  <a:cubicBezTo>
                    <a:pt x="5658" y="7786"/>
                    <a:pt x="5658" y="7786"/>
                    <a:pt x="5658" y="7786"/>
                  </a:cubicBezTo>
                  <a:cubicBezTo>
                    <a:pt x="5658" y="7854"/>
                    <a:pt x="5658" y="7854"/>
                    <a:pt x="5658" y="7854"/>
                  </a:cubicBezTo>
                  <a:cubicBezTo>
                    <a:pt x="5695" y="7922"/>
                    <a:pt x="5695" y="7922"/>
                    <a:pt x="5695" y="7922"/>
                  </a:cubicBezTo>
                  <a:cubicBezTo>
                    <a:pt x="5695" y="7989"/>
                    <a:pt x="5695" y="7989"/>
                    <a:pt x="5695" y="7989"/>
                  </a:cubicBezTo>
                  <a:cubicBezTo>
                    <a:pt x="5732" y="8057"/>
                    <a:pt x="5732" y="8057"/>
                    <a:pt x="5732" y="8057"/>
                  </a:cubicBezTo>
                  <a:cubicBezTo>
                    <a:pt x="5732" y="8057"/>
                    <a:pt x="5732" y="8057"/>
                    <a:pt x="5732" y="8057"/>
                  </a:cubicBezTo>
                  <a:cubicBezTo>
                    <a:pt x="5695" y="8125"/>
                    <a:pt x="5695" y="8125"/>
                    <a:pt x="5695" y="8125"/>
                  </a:cubicBezTo>
                  <a:cubicBezTo>
                    <a:pt x="5732" y="8125"/>
                    <a:pt x="5732" y="8125"/>
                    <a:pt x="5732" y="8125"/>
                  </a:cubicBezTo>
                  <a:cubicBezTo>
                    <a:pt x="5769" y="8125"/>
                    <a:pt x="5769" y="8125"/>
                    <a:pt x="5769" y="8125"/>
                  </a:cubicBezTo>
                  <a:cubicBezTo>
                    <a:pt x="5806" y="8193"/>
                    <a:pt x="5806" y="8193"/>
                    <a:pt x="5806" y="8193"/>
                  </a:cubicBezTo>
                  <a:cubicBezTo>
                    <a:pt x="5880" y="8193"/>
                    <a:pt x="5880" y="8193"/>
                    <a:pt x="5880" y="8193"/>
                  </a:cubicBezTo>
                  <a:cubicBezTo>
                    <a:pt x="5917" y="8125"/>
                    <a:pt x="5917" y="8125"/>
                    <a:pt x="5917" y="8125"/>
                  </a:cubicBezTo>
                  <a:cubicBezTo>
                    <a:pt x="5917" y="8193"/>
                    <a:pt x="5917" y="8193"/>
                    <a:pt x="5917" y="8193"/>
                  </a:cubicBezTo>
                  <a:cubicBezTo>
                    <a:pt x="5954" y="8260"/>
                    <a:pt x="5954" y="8260"/>
                    <a:pt x="5954" y="8260"/>
                  </a:cubicBezTo>
                  <a:cubicBezTo>
                    <a:pt x="5954" y="8193"/>
                    <a:pt x="5954" y="8193"/>
                    <a:pt x="5954" y="8193"/>
                  </a:cubicBezTo>
                  <a:cubicBezTo>
                    <a:pt x="5991" y="8193"/>
                    <a:pt x="5991" y="8193"/>
                    <a:pt x="5991" y="8193"/>
                  </a:cubicBezTo>
                  <a:cubicBezTo>
                    <a:pt x="6028" y="8125"/>
                    <a:pt x="6028" y="8125"/>
                    <a:pt x="6028" y="8125"/>
                  </a:cubicBezTo>
                  <a:cubicBezTo>
                    <a:pt x="6065" y="8125"/>
                    <a:pt x="6065" y="8125"/>
                    <a:pt x="6065" y="8125"/>
                  </a:cubicBezTo>
                  <a:cubicBezTo>
                    <a:pt x="6102" y="8260"/>
                    <a:pt x="6102" y="8260"/>
                    <a:pt x="6102" y="8260"/>
                  </a:cubicBezTo>
                  <a:cubicBezTo>
                    <a:pt x="6139" y="8260"/>
                    <a:pt x="6139" y="8260"/>
                    <a:pt x="6139" y="8260"/>
                  </a:cubicBezTo>
                  <a:cubicBezTo>
                    <a:pt x="6176" y="8260"/>
                    <a:pt x="6176" y="8260"/>
                    <a:pt x="6176" y="8260"/>
                  </a:cubicBezTo>
                  <a:cubicBezTo>
                    <a:pt x="6250" y="8260"/>
                    <a:pt x="6250" y="8260"/>
                    <a:pt x="6250" y="8260"/>
                  </a:cubicBezTo>
                  <a:cubicBezTo>
                    <a:pt x="6287" y="8193"/>
                    <a:pt x="6287" y="8193"/>
                    <a:pt x="6287" y="8193"/>
                  </a:cubicBezTo>
                  <a:cubicBezTo>
                    <a:pt x="6250" y="8260"/>
                    <a:pt x="6250" y="8260"/>
                    <a:pt x="6250" y="8260"/>
                  </a:cubicBezTo>
                  <a:cubicBezTo>
                    <a:pt x="6176" y="8260"/>
                    <a:pt x="6176" y="8260"/>
                    <a:pt x="6176" y="8260"/>
                  </a:cubicBezTo>
                  <a:cubicBezTo>
                    <a:pt x="6176" y="8193"/>
                    <a:pt x="6176" y="8193"/>
                    <a:pt x="6176" y="8193"/>
                  </a:cubicBezTo>
                  <a:cubicBezTo>
                    <a:pt x="6139" y="8193"/>
                    <a:pt x="6139" y="8193"/>
                    <a:pt x="6139" y="8193"/>
                  </a:cubicBezTo>
                  <a:cubicBezTo>
                    <a:pt x="6139" y="8125"/>
                    <a:pt x="6139" y="8125"/>
                    <a:pt x="6139" y="8125"/>
                  </a:cubicBezTo>
                  <a:cubicBezTo>
                    <a:pt x="6065" y="8125"/>
                    <a:pt x="6065" y="8125"/>
                    <a:pt x="6065" y="8125"/>
                  </a:cubicBezTo>
                  <a:cubicBezTo>
                    <a:pt x="6065" y="8057"/>
                    <a:pt x="6065" y="8057"/>
                    <a:pt x="6065" y="8057"/>
                  </a:cubicBezTo>
                  <a:cubicBezTo>
                    <a:pt x="6065" y="8057"/>
                    <a:pt x="6065" y="8057"/>
                    <a:pt x="6065" y="8057"/>
                  </a:cubicBezTo>
                  <a:cubicBezTo>
                    <a:pt x="6028" y="8057"/>
                    <a:pt x="6028" y="8057"/>
                    <a:pt x="6028" y="8057"/>
                  </a:cubicBezTo>
                  <a:cubicBezTo>
                    <a:pt x="5954" y="8057"/>
                    <a:pt x="5954" y="8057"/>
                    <a:pt x="5954" y="8057"/>
                  </a:cubicBezTo>
                  <a:cubicBezTo>
                    <a:pt x="5917" y="8057"/>
                    <a:pt x="5917" y="8057"/>
                    <a:pt x="5917" y="8057"/>
                  </a:cubicBezTo>
                  <a:cubicBezTo>
                    <a:pt x="5880" y="8057"/>
                    <a:pt x="5880" y="8057"/>
                    <a:pt x="5880" y="8057"/>
                  </a:cubicBezTo>
                  <a:cubicBezTo>
                    <a:pt x="5806" y="7922"/>
                    <a:pt x="5806" y="7922"/>
                    <a:pt x="5806" y="7922"/>
                  </a:cubicBezTo>
                  <a:cubicBezTo>
                    <a:pt x="5806" y="7854"/>
                    <a:pt x="5806" y="7854"/>
                    <a:pt x="5806" y="7854"/>
                  </a:cubicBezTo>
                  <a:cubicBezTo>
                    <a:pt x="5769" y="7854"/>
                    <a:pt x="5769" y="7854"/>
                    <a:pt x="5769" y="7854"/>
                  </a:cubicBezTo>
                  <a:cubicBezTo>
                    <a:pt x="5732" y="7719"/>
                    <a:pt x="5732" y="7719"/>
                    <a:pt x="5732" y="7719"/>
                  </a:cubicBezTo>
                  <a:cubicBezTo>
                    <a:pt x="5769" y="7719"/>
                    <a:pt x="5769" y="7719"/>
                    <a:pt x="5769" y="7719"/>
                  </a:cubicBezTo>
                  <a:cubicBezTo>
                    <a:pt x="5769" y="7719"/>
                    <a:pt x="5769" y="7719"/>
                    <a:pt x="5769" y="7719"/>
                  </a:cubicBezTo>
                  <a:cubicBezTo>
                    <a:pt x="5806" y="7651"/>
                    <a:pt x="5806" y="7651"/>
                    <a:pt x="5806" y="7651"/>
                  </a:cubicBezTo>
                  <a:cubicBezTo>
                    <a:pt x="5843" y="7651"/>
                    <a:pt x="5843" y="7651"/>
                    <a:pt x="5843" y="7651"/>
                  </a:cubicBezTo>
                  <a:cubicBezTo>
                    <a:pt x="5880" y="7719"/>
                    <a:pt x="5880" y="7719"/>
                    <a:pt x="5880" y="7719"/>
                  </a:cubicBezTo>
                  <a:cubicBezTo>
                    <a:pt x="5954" y="7786"/>
                    <a:pt x="5954" y="7786"/>
                    <a:pt x="5954" y="7786"/>
                  </a:cubicBezTo>
                  <a:cubicBezTo>
                    <a:pt x="5991" y="7786"/>
                    <a:pt x="5991" y="7786"/>
                    <a:pt x="5991" y="7786"/>
                  </a:cubicBezTo>
                  <a:cubicBezTo>
                    <a:pt x="6028" y="7651"/>
                    <a:pt x="6028" y="7651"/>
                    <a:pt x="6028" y="7651"/>
                  </a:cubicBezTo>
                  <a:cubicBezTo>
                    <a:pt x="6028" y="7583"/>
                    <a:pt x="6028" y="7583"/>
                    <a:pt x="6028" y="7583"/>
                  </a:cubicBezTo>
                  <a:cubicBezTo>
                    <a:pt x="5954" y="7515"/>
                    <a:pt x="5954" y="7515"/>
                    <a:pt x="5954" y="7515"/>
                  </a:cubicBezTo>
                  <a:cubicBezTo>
                    <a:pt x="5880" y="7583"/>
                    <a:pt x="5880" y="7583"/>
                    <a:pt x="5880" y="7583"/>
                  </a:cubicBezTo>
                  <a:cubicBezTo>
                    <a:pt x="5880" y="7583"/>
                    <a:pt x="5880" y="7583"/>
                    <a:pt x="5880" y="7583"/>
                  </a:cubicBezTo>
                  <a:cubicBezTo>
                    <a:pt x="5880" y="7515"/>
                    <a:pt x="5880" y="7515"/>
                    <a:pt x="5880" y="7515"/>
                  </a:cubicBezTo>
                  <a:cubicBezTo>
                    <a:pt x="5917" y="7515"/>
                    <a:pt x="5917" y="7515"/>
                    <a:pt x="5917" y="7515"/>
                  </a:cubicBezTo>
                  <a:cubicBezTo>
                    <a:pt x="5917" y="7515"/>
                    <a:pt x="5917" y="7515"/>
                    <a:pt x="5917" y="7515"/>
                  </a:cubicBezTo>
                  <a:cubicBezTo>
                    <a:pt x="5917" y="7448"/>
                    <a:pt x="5917" y="7448"/>
                    <a:pt x="5917" y="7448"/>
                  </a:cubicBezTo>
                  <a:cubicBezTo>
                    <a:pt x="5954" y="7380"/>
                    <a:pt x="5954" y="7380"/>
                    <a:pt x="5954" y="7380"/>
                  </a:cubicBezTo>
                  <a:cubicBezTo>
                    <a:pt x="5991" y="7312"/>
                    <a:pt x="5991" y="7312"/>
                    <a:pt x="5991" y="7312"/>
                  </a:cubicBezTo>
                  <a:cubicBezTo>
                    <a:pt x="6028" y="7312"/>
                    <a:pt x="6028" y="7312"/>
                    <a:pt x="6028" y="7312"/>
                  </a:cubicBezTo>
                  <a:cubicBezTo>
                    <a:pt x="6139" y="7312"/>
                    <a:pt x="6139" y="7312"/>
                    <a:pt x="6139" y="7312"/>
                  </a:cubicBezTo>
                  <a:cubicBezTo>
                    <a:pt x="6176" y="7380"/>
                    <a:pt x="6176" y="7380"/>
                    <a:pt x="6176" y="7380"/>
                  </a:cubicBezTo>
                  <a:cubicBezTo>
                    <a:pt x="6213" y="7448"/>
                    <a:pt x="6213" y="7448"/>
                    <a:pt x="6213" y="7448"/>
                  </a:cubicBezTo>
                  <a:cubicBezTo>
                    <a:pt x="6324" y="7448"/>
                    <a:pt x="6324" y="7448"/>
                    <a:pt x="6324" y="7448"/>
                  </a:cubicBezTo>
                  <a:cubicBezTo>
                    <a:pt x="6324" y="7515"/>
                    <a:pt x="6324" y="7515"/>
                    <a:pt x="6324" y="7515"/>
                  </a:cubicBezTo>
                  <a:cubicBezTo>
                    <a:pt x="6361" y="7583"/>
                    <a:pt x="6361" y="7583"/>
                    <a:pt x="6361" y="7583"/>
                  </a:cubicBezTo>
                  <a:cubicBezTo>
                    <a:pt x="6435" y="7651"/>
                    <a:pt x="6435" y="7651"/>
                    <a:pt x="6435" y="7651"/>
                  </a:cubicBezTo>
                  <a:cubicBezTo>
                    <a:pt x="6472" y="7651"/>
                    <a:pt x="6472" y="7651"/>
                    <a:pt x="6472" y="7651"/>
                  </a:cubicBezTo>
                  <a:cubicBezTo>
                    <a:pt x="6583" y="7651"/>
                    <a:pt x="6583" y="7651"/>
                    <a:pt x="6583" y="7651"/>
                  </a:cubicBezTo>
                  <a:cubicBezTo>
                    <a:pt x="6657" y="7583"/>
                    <a:pt x="6657" y="7583"/>
                    <a:pt x="6657" y="7583"/>
                  </a:cubicBezTo>
                  <a:cubicBezTo>
                    <a:pt x="6657" y="7651"/>
                    <a:pt x="6657" y="7651"/>
                    <a:pt x="6657" y="7651"/>
                  </a:cubicBezTo>
                  <a:cubicBezTo>
                    <a:pt x="6694" y="7651"/>
                    <a:pt x="6694" y="7651"/>
                    <a:pt x="6694" y="7651"/>
                  </a:cubicBezTo>
                  <a:cubicBezTo>
                    <a:pt x="6731" y="7651"/>
                    <a:pt x="6731" y="7651"/>
                    <a:pt x="6731" y="7651"/>
                  </a:cubicBezTo>
                  <a:cubicBezTo>
                    <a:pt x="6694" y="7719"/>
                    <a:pt x="6694" y="7719"/>
                    <a:pt x="6694" y="7719"/>
                  </a:cubicBezTo>
                  <a:cubicBezTo>
                    <a:pt x="6731" y="7786"/>
                    <a:pt x="6731" y="7786"/>
                    <a:pt x="6731" y="7786"/>
                  </a:cubicBezTo>
                  <a:cubicBezTo>
                    <a:pt x="6694" y="7786"/>
                    <a:pt x="6694" y="7786"/>
                    <a:pt x="6694" y="7786"/>
                  </a:cubicBezTo>
                  <a:cubicBezTo>
                    <a:pt x="6657" y="7854"/>
                    <a:pt x="6657" y="7854"/>
                    <a:pt x="6657" y="7854"/>
                  </a:cubicBezTo>
                  <a:cubicBezTo>
                    <a:pt x="6657" y="7922"/>
                    <a:pt x="6657" y="7922"/>
                    <a:pt x="6657" y="7922"/>
                  </a:cubicBezTo>
                  <a:cubicBezTo>
                    <a:pt x="6694" y="7989"/>
                    <a:pt x="6694" y="7989"/>
                    <a:pt x="6694" y="7989"/>
                  </a:cubicBezTo>
                  <a:cubicBezTo>
                    <a:pt x="6694" y="8057"/>
                    <a:pt x="6694" y="8057"/>
                    <a:pt x="6694" y="8057"/>
                  </a:cubicBezTo>
                  <a:cubicBezTo>
                    <a:pt x="6731" y="8193"/>
                    <a:pt x="6731" y="8193"/>
                    <a:pt x="6731" y="8193"/>
                  </a:cubicBezTo>
                  <a:cubicBezTo>
                    <a:pt x="6731" y="8193"/>
                    <a:pt x="6731" y="8193"/>
                    <a:pt x="6731" y="8193"/>
                  </a:cubicBezTo>
                  <a:cubicBezTo>
                    <a:pt x="6731" y="8260"/>
                    <a:pt x="6731" y="8260"/>
                    <a:pt x="6731" y="8260"/>
                  </a:cubicBezTo>
                  <a:cubicBezTo>
                    <a:pt x="6731" y="8463"/>
                    <a:pt x="6731" y="8463"/>
                    <a:pt x="6731" y="8463"/>
                  </a:cubicBezTo>
                  <a:cubicBezTo>
                    <a:pt x="6768" y="8463"/>
                    <a:pt x="6768" y="8463"/>
                    <a:pt x="6768" y="8463"/>
                  </a:cubicBezTo>
                  <a:cubicBezTo>
                    <a:pt x="6768" y="8396"/>
                    <a:pt x="6768" y="8396"/>
                    <a:pt x="6768" y="8396"/>
                  </a:cubicBezTo>
                  <a:cubicBezTo>
                    <a:pt x="6768" y="8328"/>
                    <a:pt x="6768" y="8328"/>
                    <a:pt x="6768" y="8328"/>
                  </a:cubicBezTo>
                  <a:cubicBezTo>
                    <a:pt x="6768" y="8328"/>
                    <a:pt x="6768" y="8328"/>
                    <a:pt x="6768" y="8328"/>
                  </a:cubicBezTo>
                  <a:cubicBezTo>
                    <a:pt x="6768" y="8260"/>
                    <a:pt x="6768" y="8260"/>
                    <a:pt x="6768" y="8260"/>
                  </a:cubicBezTo>
                  <a:cubicBezTo>
                    <a:pt x="6805" y="8193"/>
                    <a:pt x="6805" y="8193"/>
                    <a:pt x="6805" y="8193"/>
                  </a:cubicBezTo>
                  <a:cubicBezTo>
                    <a:pt x="6805" y="8125"/>
                    <a:pt x="6805" y="8125"/>
                    <a:pt x="6805" y="8125"/>
                  </a:cubicBezTo>
                  <a:cubicBezTo>
                    <a:pt x="6842" y="8193"/>
                    <a:pt x="6842" y="8193"/>
                    <a:pt x="6842" y="8193"/>
                  </a:cubicBezTo>
                  <a:cubicBezTo>
                    <a:pt x="6842" y="8260"/>
                    <a:pt x="6842" y="8260"/>
                    <a:pt x="6842" y="8260"/>
                  </a:cubicBezTo>
                  <a:cubicBezTo>
                    <a:pt x="6879" y="8396"/>
                    <a:pt x="6879" y="8396"/>
                    <a:pt x="6879" y="8396"/>
                  </a:cubicBezTo>
                  <a:cubicBezTo>
                    <a:pt x="6879" y="8396"/>
                    <a:pt x="6879" y="8396"/>
                    <a:pt x="6879" y="8396"/>
                  </a:cubicBezTo>
                  <a:cubicBezTo>
                    <a:pt x="6842" y="8463"/>
                    <a:pt x="6842" y="8463"/>
                    <a:pt x="6842" y="8463"/>
                  </a:cubicBezTo>
                  <a:cubicBezTo>
                    <a:pt x="6842" y="8531"/>
                    <a:pt x="6842" y="8531"/>
                    <a:pt x="6842" y="8531"/>
                  </a:cubicBezTo>
                  <a:cubicBezTo>
                    <a:pt x="6842" y="8531"/>
                    <a:pt x="6842" y="8531"/>
                    <a:pt x="6842" y="8531"/>
                  </a:cubicBezTo>
                  <a:cubicBezTo>
                    <a:pt x="6879" y="8599"/>
                    <a:pt x="6879" y="8599"/>
                    <a:pt x="6879" y="8599"/>
                  </a:cubicBezTo>
                  <a:cubicBezTo>
                    <a:pt x="6953" y="8599"/>
                    <a:pt x="6953" y="8599"/>
                    <a:pt x="6953" y="8599"/>
                  </a:cubicBezTo>
                  <a:cubicBezTo>
                    <a:pt x="6990" y="8599"/>
                    <a:pt x="6990" y="8599"/>
                    <a:pt x="6990" y="8599"/>
                  </a:cubicBezTo>
                  <a:cubicBezTo>
                    <a:pt x="7027" y="8667"/>
                    <a:pt x="7027" y="8667"/>
                    <a:pt x="7027" y="8667"/>
                  </a:cubicBezTo>
                  <a:cubicBezTo>
                    <a:pt x="7027" y="8734"/>
                    <a:pt x="7027" y="8734"/>
                    <a:pt x="7027" y="8734"/>
                  </a:cubicBezTo>
                  <a:cubicBezTo>
                    <a:pt x="7064" y="8802"/>
                    <a:pt x="7064" y="8802"/>
                    <a:pt x="7064" y="8802"/>
                  </a:cubicBezTo>
                  <a:cubicBezTo>
                    <a:pt x="7138" y="8802"/>
                    <a:pt x="7138" y="8802"/>
                    <a:pt x="7138" y="8802"/>
                  </a:cubicBezTo>
                  <a:cubicBezTo>
                    <a:pt x="7212" y="8870"/>
                    <a:pt x="7212" y="8870"/>
                    <a:pt x="7212" y="8870"/>
                  </a:cubicBezTo>
                  <a:cubicBezTo>
                    <a:pt x="7175" y="8870"/>
                    <a:pt x="7175" y="8870"/>
                    <a:pt x="7175" y="8870"/>
                  </a:cubicBezTo>
                  <a:cubicBezTo>
                    <a:pt x="7175" y="8802"/>
                    <a:pt x="7175" y="8802"/>
                    <a:pt x="7175" y="8802"/>
                  </a:cubicBezTo>
                  <a:cubicBezTo>
                    <a:pt x="7249" y="8734"/>
                    <a:pt x="7249" y="8734"/>
                    <a:pt x="7249" y="8734"/>
                  </a:cubicBezTo>
                  <a:cubicBezTo>
                    <a:pt x="7286" y="8667"/>
                    <a:pt x="7286" y="8667"/>
                    <a:pt x="7286" y="8667"/>
                  </a:cubicBezTo>
                  <a:cubicBezTo>
                    <a:pt x="7360" y="8802"/>
                    <a:pt x="7360" y="8802"/>
                    <a:pt x="7360" y="8802"/>
                  </a:cubicBezTo>
                  <a:cubicBezTo>
                    <a:pt x="7397" y="8802"/>
                    <a:pt x="7397" y="8802"/>
                    <a:pt x="7397" y="8802"/>
                  </a:cubicBezTo>
                  <a:cubicBezTo>
                    <a:pt x="7434" y="8870"/>
                    <a:pt x="7434" y="8870"/>
                    <a:pt x="7434" y="8870"/>
                  </a:cubicBezTo>
                  <a:cubicBezTo>
                    <a:pt x="7434" y="8937"/>
                    <a:pt x="7434" y="8937"/>
                    <a:pt x="7434" y="8937"/>
                  </a:cubicBezTo>
                  <a:cubicBezTo>
                    <a:pt x="7434" y="8870"/>
                    <a:pt x="7434" y="8870"/>
                    <a:pt x="7434" y="8870"/>
                  </a:cubicBezTo>
                  <a:cubicBezTo>
                    <a:pt x="7397" y="8734"/>
                    <a:pt x="7397" y="8734"/>
                    <a:pt x="7397" y="8734"/>
                  </a:cubicBezTo>
                  <a:cubicBezTo>
                    <a:pt x="7397" y="8734"/>
                    <a:pt x="7397" y="8734"/>
                    <a:pt x="7397" y="8734"/>
                  </a:cubicBezTo>
                  <a:cubicBezTo>
                    <a:pt x="7323" y="8734"/>
                    <a:pt x="7323" y="8734"/>
                    <a:pt x="7323" y="8734"/>
                  </a:cubicBezTo>
                  <a:cubicBezTo>
                    <a:pt x="7286" y="8667"/>
                    <a:pt x="7286" y="8667"/>
                    <a:pt x="7286" y="8667"/>
                  </a:cubicBezTo>
                  <a:cubicBezTo>
                    <a:pt x="7212" y="8667"/>
                    <a:pt x="7212" y="8667"/>
                    <a:pt x="7212" y="8667"/>
                  </a:cubicBezTo>
                  <a:cubicBezTo>
                    <a:pt x="7175" y="8734"/>
                    <a:pt x="7175" y="8734"/>
                    <a:pt x="7175" y="8734"/>
                  </a:cubicBezTo>
                  <a:cubicBezTo>
                    <a:pt x="7138" y="8734"/>
                    <a:pt x="7138" y="8734"/>
                    <a:pt x="7138" y="8734"/>
                  </a:cubicBezTo>
                  <a:cubicBezTo>
                    <a:pt x="7138" y="8734"/>
                    <a:pt x="7138" y="8734"/>
                    <a:pt x="7138" y="8734"/>
                  </a:cubicBezTo>
                  <a:cubicBezTo>
                    <a:pt x="7064" y="8734"/>
                    <a:pt x="7064" y="8734"/>
                    <a:pt x="7064" y="8734"/>
                  </a:cubicBezTo>
                  <a:cubicBezTo>
                    <a:pt x="7027" y="8599"/>
                    <a:pt x="7027" y="8599"/>
                    <a:pt x="7027" y="8599"/>
                  </a:cubicBezTo>
                  <a:cubicBezTo>
                    <a:pt x="6990" y="8599"/>
                    <a:pt x="6990" y="8599"/>
                    <a:pt x="6990" y="8599"/>
                  </a:cubicBezTo>
                  <a:cubicBezTo>
                    <a:pt x="6916" y="8531"/>
                    <a:pt x="6916" y="8531"/>
                    <a:pt x="6916" y="8531"/>
                  </a:cubicBezTo>
                  <a:cubicBezTo>
                    <a:pt x="6916" y="8463"/>
                    <a:pt x="6916" y="8463"/>
                    <a:pt x="6916" y="8463"/>
                  </a:cubicBezTo>
                  <a:cubicBezTo>
                    <a:pt x="6916" y="8463"/>
                    <a:pt x="6916" y="8463"/>
                    <a:pt x="6916" y="8463"/>
                  </a:cubicBezTo>
                  <a:cubicBezTo>
                    <a:pt x="6953" y="8463"/>
                    <a:pt x="6953" y="8463"/>
                    <a:pt x="6953" y="8463"/>
                  </a:cubicBezTo>
                  <a:cubicBezTo>
                    <a:pt x="6990" y="8396"/>
                    <a:pt x="6990" y="8396"/>
                    <a:pt x="6990" y="8396"/>
                  </a:cubicBezTo>
                  <a:cubicBezTo>
                    <a:pt x="6990" y="8328"/>
                    <a:pt x="6990" y="8328"/>
                    <a:pt x="6990" y="8328"/>
                  </a:cubicBezTo>
                  <a:cubicBezTo>
                    <a:pt x="6916" y="8260"/>
                    <a:pt x="6916" y="8260"/>
                    <a:pt x="6916" y="8260"/>
                  </a:cubicBezTo>
                  <a:cubicBezTo>
                    <a:pt x="6916" y="8125"/>
                    <a:pt x="6916" y="8125"/>
                    <a:pt x="6916" y="8125"/>
                  </a:cubicBezTo>
                  <a:cubicBezTo>
                    <a:pt x="6842" y="7989"/>
                    <a:pt x="6842" y="7989"/>
                    <a:pt x="6842" y="7989"/>
                  </a:cubicBezTo>
                  <a:cubicBezTo>
                    <a:pt x="6805" y="7989"/>
                    <a:pt x="6805" y="7989"/>
                    <a:pt x="6805" y="7989"/>
                  </a:cubicBezTo>
                  <a:cubicBezTo>
                    <a:pt x="6768" y="7922"/>
                    <a:pt x="6768" y="7922"/>
                    <a:pt x="6768" y="7922"/>
                  </a:cubicBezTo>
                  <a:cubicBezTo>
                    <a:pt x="6805" y="7854"/>
                    <a:pt x="6805" y="7854"/>
                    <a:pt x="6805" y="7854"/>
                  </a:cubicBezTo>
                  <a:cubicBezTo>
                    <a:pt x="6768" y="7786"/>
                    <a:pt x="6768" y="7786"/>
                    <a:pt x="6768" y="7786"/>
                  </a:cubicBezTo>
                  <a:cubicBezTo>
                    <a:pt x="6768" y="7651"/>
                    <a:pt x="6768" y="7651"/>
                    <a:pt x="6768" y="7651"/>
                  </a:cubicBezTo>
                  <a:cubicBezTo>
                    <a:pt x="6731" y="7583"/>
                    <a:pt x="6731" y="7583"/>
                    <a:pt x="6731" y="7583"/>
                  </a:cubicBezTo>
                  <a:cubicBezTo>
                    <a:pt x="6731" y="7583"/>
                    <a:pt x="6731" y="7583"/>
                    <a:pt x="6731" y="7583"/>
                  </a:cubicBezTo>
                  <a:cubicBezTo>
                    <a:pt x="6657" y="7515"/>
                    <a:pt x="6657" y="7515"/>
                    <a:pt x="6657" y="7515"/>
                  </a:cubicBezTo>
                  <a:cubicBezTo>
                    <a:pt x="6583" y="7515"/>
                    <a:pt x="6583" y="7515"/>
                    <a:pt x="6583" y="7515"/>
                  </a:cubicBezTo>
                  <a:cubicBezTo>
                    <a:pt x="6546" y="7448"/>
                    <a:pt x="6546" y="7448"/>
                    <a:pt x="6546" y="7448"/>
                  </a:cubicBezTo>
                  <a:cubicBezTo>
                    <a:pt x="6509" y="7380"/>
                    <a:pt x="6509" y="7380"/>
                    <a:pt x="6509" y="7380"/>
                  </a:cubicBezTo>
                  <a:cubicBezTo>
                    <a:pt x="6509" y="7312"/>
                    <a:pt x="6509" y="7312"/>
                    <a:pt x="6509" y="7312"/>
                  </a:cubicBezTo>
                  <a:cubicBezTo>
                    <a:pt x="6472" y="7245"/>
                    <a:pt x="6472" y="7245"/>
                    <a:pt x="6472" y="7245"/>
                  </a:cubicBezTo>
                  <a:cubicBezTo>
                    <a:pt x="6472" y="7245"/>
                    <a:pt x="6472" y="7245"/>
                    <a:pt x="6472" y="7245"/>
                  </a:cubicBezTo>
                  <a:cubicBezTo>
                    <a:pt x="6435" y="7245"/>
                    <a:pt x="6435" y="7245"/>
                    <a:pt x="6435" y="7245"/>
                  </a:cubicBezTo>
                  <a:cubicBezTo>
                    <a:pt x="6324" y="7245"/>
                    <a:pt x="6324" y="7245"/>
                    <a:pt x="6324" y="7245"/>
                  </a:cubicBezTo>
                  <a:cubicBezTo>
                    <a:pt x="6287" y="7245"/>
                    <a:pt x="6287" y="7245"/>
                    <a:pt x="6287" y="7245"/>
                  </a:cubicBezTo>
                  <a:cubicBezTo>
                    <a:pt x="6250" y="7245"/>
                    <a:pt x="6250" y="7245"/>
                    <a:pt x="6250" y="7245"/>
                  </a:cubicBezTo>
                  <a:cubicBezTo>
                    <a:pt x="6250" y="7109"/>
                    <a:pt x="6250" y="7109"/>
                    <a:pt x="6250" y="7109"/>
                  </a:cubicBezTo>
                  <a:cubicBezTo>
                    <a:pt x="6213" y="7109"/>
                    <a:pt x="6213" y="7109"/>
                    <a:pt x="6213" y="7109"/>
                  </a:cubicBezTo>
                  <a:cubicBezTo>
                    <a:pt x="6213" y="7109"/>
                    <a:pt x="6213" y="7109"/>
                    <a:pt x="6213" y="7109"/>
                  </a:cubicBezTo>
                  <a:cubicBezTo>
                    <a:pt x="6213" y="6974"/>
                    <a:pt x="6213" y="6974"/>
                    <a:pt x="6213" y="6974"/>
                  </a:cubicBezTo>
                  <a:cubicBezTo>
                    <a:pt x="6176" y="6906"/>
                    <a:pt x="6176" y="6906"/>
                    <a:pt x="6176" y="6906"/>
                  </a:cubicBezTo>
                  <a:cubicBezTo>
                    <a:pt x="6102" y="6838"/>
                    <a:pt x="6102" y="6838"/>
                    <a:pt x="6102" y="6838"/>
                  </a:cubicBezTo>
                  <a:cubicBezTo>
                    <a:pt x="6139" y="6771"/>
                    <a:pt x="6139" y="6771"/>
                    <a:pt x="6139" y="6771"/>
                  </a:cubicBezTo>
                  <a:cubicBezTo>
                    <a:pt x="6139" y="6771"/>
                    <a:pt x="6139" y="6771"/>
                    <a:pt x="6139" y="6771"/>
                  </a:cubicBezTo>
                  <a:cubicBezTo>
                    <a:pt x="6102" y="6771"/>
                    <a:pt x="6102" y="6771"/>
                    <a:pt x="6102" y="6771"/>
                  </a:cubicBezTo>
                  <a:cubicBezTo>
                    <a:pt x="6065" y="6703"/>
                    <a:pt x="6065" y="6703"/>
                    <a:pt x="6065" y="6703"/>
                  </a:cubicBezTo>
                  <a:cubicBezTo>
                    <a:pt x="6102" y="6635"/>
                    <a:pt x="6102" y="6635"/>
                    <a:pt x="6102" y="6635"/>
                  </a:cubicBezTo>
                  <a:cubicBezTo>
                    <a:pt x="6102" y="6568"/>
                    <a:pt x="6102" y="6568"/>
                    <a:pt x="6102" y="6568"/>
                  </a:cubicBezTo>
                  <a:cubicBezTo>
                    <a:pt x="6065" y="6568"/>
                    <a:pt x="6065" y="6568"/>
                    <a:pt x="6065" y="6568"/>
                  </a:cubicBezTo>
                  <a:cubicBezTo>
                    <a:pt x="6065" y="6500"/>
                    <a:pt x="6065" y="6500"/>
                    <a:pt x="6065" y="6500"/>
                  </a:cubicBezTo>
                  <a:cubicBezTo>
                    <a:pt x="6102" y="6500"/>
                    <a:pt x="6102" y="6500"/>
                    <a:pt x="6102" y="6500"/>
                  </a:cubicBezTo>
                  <a:cubicBezTo>
                    <a:pt x="6176" y="6432"/>
                    <a:pt x="6176" y="6432"/>
                    <a:pt x="6176" y="6432"/>
                  </a:cubicBezTo>
                  <a:cubicBezTo>
                    <a:pt x="6213" y="6432"/>
                    <a:pt x="6213" y="6432"/>
                    <a:pt x="6213" y="6432"/>
                  </a:cubicBezTo>
                  <a:cubicBezTo>
                    <a:pt x="6287" y="6432"/>
                    <a:pt x="6287" y="6432"/>
                    <a:pt x="6287" y="6432"/>
                  </a:cubicBezTo>
                  <a:cubicBezTo>
                    <a:pt x="6398" y="6297"/>
                    <a:pt x="6398" y="6297"/>
                    <a:pt x="6398" y="6297"/>
                  </a:cubicBezTo>
                  <a:cubicBezTo>
                    <a:pt x="6472" y="6229"/>
                    <a:pt x="6472" y="6229"/>
                    <a:pt x="6472" y="6229"/>
                  </a:cubicBezTo>
                  <a:cubicBezTo>
                    <a:pt x="6509" y="6229"/>
                    <a:pt x="6509" y="6229"/>
                    <a:pt x="6509" y="6229"/>
                  </a:cubicBezTo>
                  <a:cubicBezTo>
                    <a:pt x="6546" y="6297"/>
                    <a:pt x="6546" y="6297"/>
                    <a:pt x="6546" y="6297"/>
                  </a:cubicBezTo>
                  <a:cubicBezTo>
                    <a:pt x="6583" y="6229"/>
                    <a:pt x="6583" y="6229"/>
                    <a:pt x="6583" y="6229"/>
                  </a:cubicBezTo>
                  <a:cubicBezTo>
                    <a:pt x="6583" y="6161"/>
                    <a:pt x="6583" y="6161"/>
                    <a:pt x="6583" y="6161"/>
                  </a:cubicBezTo>
                  <a:cubicBezTo>
                    <a:pt x="6657" y="6161"/>
                    <a:pt x="6657" y="6161"/>
                    <a:pt x="6657" y="6161"/>
                  </a:cubicBezTo>
                  <a:cubicBezTo>
                    <a:pt x="6768" y="6026"/>
                    <a:pt x="6768" y="6026"/>
                    <a:pt x="6768" y="6026"/>
                  </a:cubicBezTo>
                  <a:cubicBezTo>
                    <a:pt x="6768" y="6094"/>
                    <a:pt x="6768" y="6094"/>
                    <a:pt x="6768" y="6094"/>
                  </a:cubicBezTo>
                  <a:cubicBezTo>
                    <a:pt x="6768" y="6161"/>
                    <a:pt x="6768" y="6161"/>
                    <a:pt x="6768" y="6161"/>
                  </a:cubicBezTo>
                  <a:cubicBezTo>
                    <a:pt x="6768" y="6161"/>
                    <a:pt x="6768" y="6161"/>
                    <a:pt x="6768" y="6161"/>
                  </a:cubicBezTo>
                  <a:cubicBezTo>
                    <a:pt x="6731" y="6229"/>
                    <a:pt x="6731" y="6229"/>
                    <a:pt x="6731" y="6229"/>
                  </a:cubicBezTo>
                  <a:cubicBezTo>
                    <a:pt x="6694" y="6297"/>
                    <a:pt x="6694" y="6297"/>
                    <a:pt x="6694" y="6297"/>
                  </a:cubicBezTo>
                  <a:cubicBezTo>
                    <a:pt x="6694" y="6364"/>
                    <a:pt x="6694" y="6364"/>
                    <a:pt x="6694" y="6364"/>
                  </a:cubicBezTo>
                  <a:cubicBezTo>
                    <a:pt x="6768" y="6500"/>
                    <a:pt x="6768" y="6500"/>
                    <a:pt x="6768" y="6500"/>
                  </a:cubicBezTo>
                  <a:cubicBezTo>
                    <a:pt x="6842" y="6500"/>
                    <a:pt x="6842" y="6500"/>
                    <a:pt x="6842" y="6500"/>
                  </a:cubicBezTo>
                  <a:cubicBezTo>
                    <a:pt x="6805" y="6432"/>
                    <a:pt x="6805" y="6432"/>
                    <a:pt x="6805" y="6432"/>
                  </a:cubicBezTo>
                  <a:cubicBezTo>
                    <a:pt x="6731" y="6364"/>
                    <a:pt x="6731" y="6364"/>
                    <a:pt x="6731" y="6364"/>
                  </a:cubicBezTo>
                  <a:cubicBezTo>
                    <a:pt x="6731" y="6297"/>
                    <a:pt x="6731" y="6297"/>
                    <a:pt x="6731" y="6297"/>
                  </a:cubicBezTo>
                  <a:cubicBezTo>
                    <a:pt x="6768" y="6229"/>
                    <a:pt x="6768" y="6229"/>
                    <a:pt x="6768" y="6229"/>
                  </a:cubicBezTo>
                  <a:cubicBezTo>
                    <a:pt x="6842" y="6161"/>
                    <a:pt x="6842" y="6161"/>
                    <a:pt x="6842" y="6161"/>
                  </a:cubicBezTo>
                  <a:cubicBezTo>
                    <a:pt x="6842" y="6094"/>
                    <a:pt x="6842" y="6094"/>
                    <a:pt x="6842" y="6094"/>
                  </a:cubicBezTo>
                  <a:cubicBezTo>
                    <a:pt x="6842" y="6026"/>
                    <a:pt x="6842" y="6026"/>
                    <a:pt x="6842" y="6026"/>
                  </a:cubicBezTo>
                  <a:cubicBezTo>
                    <a:pt x="6805" y="6026"/>
                    <a:pt x="6805" y="6026"/>
                    <a:pt x="6805" y="6026"/>
                  </a:cubicBezTo>
                  <a:cubicBezTo>
                    <a:pt x="6731" y="5958"/>
                    <a:pt x="6731" y="5958"/>
                    <a:pt x="6731" y="5958"/>
                  </a:cubicBezTo>
                  <a:cubicBezTo>
                    <a:pt x="6768" y="5890"/>
                    <a:pt x="6768" y="5890"/>
                    <a:pt x="6768" y="5890"/>
                  </a:cubicBezTo>
                  <a:cubicBezTo>
                    <a:pt x="6694" y="5890"/>
                    <a:pt x="6694" y="5890"/>
                    <a:pt x="6694" y="5890"/>
                  </a:cubicBezTo>
                  <a:cubicBezTo>
                    <a:pt x="6694" y="5958"/>
                    <a:pt x="6694" y="5958"/>
                    <a:pt x="6694" y="5958"/>
                  </a:cubicBezTo>
                  <a:cubicBezTo>
                    <a:pt x="6657" y="5890"/>
                    <a:pt x="6657" y="5890"/>
                    <a:pt x="6657" y="5890"/>
                  </a:cubicBezTo>
                  <a:cubicBezTo>
                    <a:pt x="6657" y="5823"/>
                    <a:pt x="6657" y="5823"/>
                    <a:pt x="6657" y="5823"/>
                  </a:cubicBezTo>
                  <a:cubicBezTo>
                    <a:pt x="6583" y="5823"/>
                    <a:pt x="6583" y="5823"/>
                    <a:pt x="6583" y="5823"/>
                  </a:cubicBezTo>
                  <a:cubicBezTo>
                    <a:pt x="6583" y="5890"/>
                    <a:pt x="6583" y="5890"/>
                    <a:pt x="6583" y="5890"/>
                  </a:cubicBezTo>
                  <a:cubicBezTo>
                    <a:pt x="6546" y="5755"/>
                    <a:pt x="6546" y="5755"/>
                    <a:pt x="6546" y="5755"/>
                  </a:cubicBezTo>
                  <a:cubicBezTo>
                    <a:pt x="6546" y="5755"/>
                    <a:pt x="6546" y="5755"/>
                    <a:pt x="6546" y="5755"/>
                  </a:cubicBezTo>
                  <a:cubicBezTo>
                    <a:pt x="6546" y="5687"/>
                    <a:pt x="6546" y="5687"/>
                    <a:pt x="6546" y="5687"/>
                  </a:cubicBezTo>
                  <a:cubicBezTo>
                    <a:pt x="6583" y="5687"/>
                    <a:pt x="6583" y="5687"/>
                    <a:pt x="6583" y="5687"/>
                  </a:cubicBezTo>
                  <a:cubicBezTo>
                    <a:pt x="6620" y="5755"/>
                    <a:pt x="6620" y="5755"/>
                    <a:pt x="6620" y="5755"/>
                  </a:cubicBezTo>
                  <a:cubicBezTo>
                    <a:pt x="6657" y="5755"/>
                    <a:pt x="6657" y="5755"/>
                    <a:pt x="6657" y="5755"/>
                  </a:cubicBezTo>
                  <a:cubicBezTo>
                    <a:pt x="6694" y="5687"/>
                    <a:pt x="6694" y="5687"/>
                    <a:pt x="6694" y="5687"/>
                  </a:cubicBezTo>
                  <a:cubicBezTo>
                    <a:pt x="6657" y="5687"/>
                    <a:pt x="6657" y="5687"/>
                    <a:pt x="6657" y="5687"/>
                  </a:cubicBezTo>
                  <a:cubicBezTo>
                    <a:pt x="6657" y="5687"/>
                    <a:pt x="6657" y="5687"/>
                    <a:pt x="6657" y="5687"/>
                  </a:cubicBezTo>
                  <a:cubicBezTo>
                    <a:pt x="6620" y="5687"/>
                    <a:pt x="6620" y="5687"/>
                    <a:pt x="6620" y="5687"/>
                  </a:cubicBezTo>
                  <a:cubicBezTo>
                    <a:pt x="6583" y="5687"/>
                    <a:pt x="6583" y="5687"/>
                    <a:pt x="6583" y="5687"/>
                  </a:cubicBezTo>
                  <a:cubicBezTo>
                    <a:pt x="6583" y="5620"/>
                    <a:pt x="6583" y="5620"/>
                    <a:pt x="6583" y="5620"/>
                  </a:cubicBezTo>
                  <a:cubicBezTo>
                    <a:pt x="6546" y="5620"/>
                    <a:pt x="6546" y="5620"/>
                    <a:pt x="6546" y="5620"/>
                  </a:cubicBezTo>
                  <a:cubicBezTo>
                    <a:pt x="6472" y="5620"/>
                    <a:pt x="6472" y="5620"/>
                    <a:pt x="6472" y="5620"/>
                  </a:cubicBezTo>
                  <a:cubicBezTo>
                    <a:pt x="6472" y="5620"/>
                    <a:pt x="6472" y="5620"/>
                    <a:pt x="6472" y="5620"/>
                  </a:cubicBezTo>
                  <a:cubicBezTo>
                    <a:pt x="6435" y="5552"/>
                    <a:pt x="6435" y="5552"/>
                    <a:pt x="6435" y="5552"/>
                  </a:cubicBezTo>
                  <a:cubicBezTo>
                    <a:pt x="6472" y="5552"/>
                    <a:pt x="6472" y="5552"/>
                    <a:pt x="6472" y="5552"/>
                  </a:cubicBezTo>
                  <a:cubicBezTo>
                    <a:pt x="6435" y="5484"/>
                    <a:pt x="6435" y="5484"/>
                    <a:pt x="6435" y="5484"/>
                  </a:cubicBezTo>
                  <a:cubicBezTo>
                    <a:pt x="6435" y="5416"/>
                    <a:pt x="6435" y="5416"/>
                    <a:pt x="6435" y="5416"/>
                  </a:cubicBezTo>
                  <a:cubicBezTo>
                    <a:pt x="6435" y="5416"/>
                    <a:pt x="6435" y="5416"/>
                    <a:pt x="6435" y="5416"/>
                  </a:cubicBezTo>
                  <a:cubicBezTo>
                    <a:pt x="6472" y="5416"/>
                    <a:pt x="6472" y="5416"/>
                    <a:pt x="6472" y="5416"/>
                  </a:cubicBezTo>
                  <a:cubicBezTo>
                    <a:pt x="6509" y="5484"/>
                    <a:pt x="6509" y="5484"/>
                    <a:pt x="6509" y="5484"/>
                  </a:cubicBezTo>
                  <a:cubicBezTo>
                    <a:pt x="6509" y="5484"/>
                    <a:pt x="6509" y="5484"/>
                    <a:pt x="6509" y="5484"/>
                  </a:cubicBezTo>
                  <a:cubicBezTo>
                    <a:pt x="6546" y="5552"/>
                    <a:pt x="6546" y="5552"/>
                    <a:pt x="6546" y="5552"/>
                  </a:cubicBezTo>
                  <a:cubicBezTo>
                    <a:pt x="6583" y="5552"/>
                    <a:pt x="6583" y="5552"/>
                    <a:pt x="6583" y="5552"/>
                  </a:cubicBezTo>
                  <a:cubicBezTo>
                    <a:pt x="6546" y="5484"/>
                    <a:pt x="6546" y="5484"/>
                    <a:pt x="6546" y="5484"/>
                  </a:cubicBezTo>
                  <a:cubicBezTo>
                    <a:pt x="6583" y="5484"/>
                    <a:pt x="6583" y="5484"/>
                    <a:pt x="6583" y="5484"/>
                  </a:cubicBezTo>
                  <a:cubicBezTo>
                    <a:pt x="6583" y="5349"/>
                    <a:pt x="6583" y="5349"/>
                    <a:pt x="6583" y="5349"/>
                  </a:cubicBezTo>
                  <a:cubicBezTo>
                    <a:pt x="6583" y="5281"/>
                    <a:pt x="6583" y="5281"/>
                    <a:pt x="6583" y="5281"/>
                  </a:cubicBezTo>
                  <a:cubicBezTo>
                    <a:pt x="6583" y="5281"/>
                    <a:pt x="6583" y="5281"/>
                    <a:pt x="6583" y="5281"/>
                  </a:cubicBezTo>
                  <a:cubicBezTo>
                    <a:pt x="6620" y="5281"/>
                    <a:pt x="6620" y="5281"/>
                    <a:pt x="6620" y="5281"/>
                  </a:cubicBezTo>
                  <a:cubicBezTo>
                    <a:pt x="6620" y="5281"/>
                    <a:pt x="6620" y="5281"/>
                    <a:pt x="6620" y="5281"/>
                  </a:cubicBezTo>
                  <a:cubicBezTo>
                    <a:pt x="6546" y="5213"/>
                    <a:pt x="6546" y="5213"/>
                    <a:pt x="6546" y="5213"/>
                  </a:cubicBezTo>
                  <a:cubicBezTo>
                    <a:pt x="6546" y="5281"/>
                    <a:pt x="6546" y="5281"/>
                    <a:pt x="6546" y="5281"/>
                  </a:cubicBezTo>
                  <a:cubicBezTo>
                    <a:pt x="6509" y="5281"/>
                    <a:pt x="6509" y="5281"/>
                    <a:pt x="6509" y="5281"/>
                  </a:cubicBezTo>
                  <a:cubicBezTo>
                    <a:pt x="6509" y="5213"/>
                    <a:pt x="6509" y="5213"/>
                    <a:pt x="6509" y="5213"/>
                  </a:cubicBezTo>
                  <a:cubicBezTo>
                    <a:pt x="6546" y="5146"/>
                    <a:pt x="6546" y="5146"/>
                    <a:pt x="6546" y="5146"/>
                  </a:cubicBezTo>
                  <a:cubicBezTo>
                    <a:pt x="6620" y="5146"/>
                    <a:pt x="6620" y="5146"/>
                    <a:pt x="6620" y="5146"/>
                  </a:cubicBezTo>
                  <a:cubicBezTo>
                    <a:pt x="6657" y="5146"/>
                    <a:pt x="6657" y="5146"/>
                    <a:pt x="6657" y="5146"/>
                  </a:cubicBezTo>
                  <a:cubicBezTo>
                    <a:pt x="6620" y="5078"/>
                    <a:pt x="6620" y="5078"/>
                    <a:pt x="6620" y="5078"/>
                  </a:cubicBezTo>
                  <a:cubicBezTo>
                    <a:pt x="6657" y="5010"/>
                    <a:pt x="6657" y="5010"/>
                    <a:pt x="6657" y="5010"/>
                  </a:cubicBezTo>
                  <a:cubicBezTo>
                    <a:pt x="6657" y="5010"/>
                    <a:pt x="6657" y="5010"/>
                    <a:pt x="6657" y="5010"/>
                  </a:cubicBezTo>
                  <a:cubicBezTo>
                    <a:pt x="6694" y="4942"/>
                    <a:pt x="6694" y="4942"/>
                    <a:pt x="6694" y="4942"/>
                  </a:cubicBezTo>
                  <a:cubicBezTo>
                    <a:pt x="6694" y="4942"/>
                    <a:pt x="6694" y="4942"/>
                    <a:pt x="6694" y="4942"/>
                  </a:cubicBezTo>
                  <a:cubicBezTo>
                    <a:pt x="6694" y="4875"/>
                    <a:pt x="6694" y="4875"/>
                    <a:pt x="6694" y="4875"/>
                  </a:cubicBezTo>
                  <a:cubicBezTo>
                    <a:pt x="6731" y="4875"/>
                    <a:pt x="6731" y="4875"/>
                    <a:pt x="6731" y="4875"/>
                  </a:cubicBezTo>
                  <a:cubicBezTo>
                    <a:pt x="6731" y="4875"/>
                    <a:pt x="6731" y="4875"/>
                    <a:pt x="6731" y="4875"/>
                  </a:cubicBezTo>
                  <a:cubicBezTo>
                    <a:pt x="6768" y="4875"/>
                    <a:pt x="6768" y="4875"/>
                    <a:pt x="6768" y="4875"/>
                  </a:cubicBezTo>
                  <a:cubicBezTo>
                    <a:pt x="6768" y="4807"/>
                    <a:pt x="6768" y="4807"/>
                    <a:pt x="6768" y="4807"/>
                  </a:cubicBezTo>
                  <a:cubicBezTo>
                    <a:pt x="6768" y="4807"/>
                    <a:pt x="6768" y="4807"/>
                    <a:pt x="6768" y="4807"/>
                  </a:cubicBezTo>
                  <a:cubicBezTo>
                    <a:pt x="6768" y="4807"/>
                    <a:pt x="6768" y="4807"/>
                    <a:pt x="6768" y="4807"/>
                  </a:cubicBezTo>
                  <a:cubicBezTo>
                    <a:pt x="6768" y="4739"/>
                    <a:pt x="6768" y="4739"/>
                    <a:pt x="6768" y="4739"/>
                  </a:cubicBezTo>
                  <a:cubicBezTo>
                    <a:pt x="6805" y="4739"/>
                    <a:pt x="6805" y="4739"/>
                    <a:pt x="6805" y="4739"/>
                  </a:cubicBezTo>
                  <a:cubicBezTo>
                    <a:pt x="6842" y="4739"/>
                    <a:pt x="6842" y="4739"/>
                    <a:pt x="6842" y="4739"/>
                  </a:cubicBezTo>
                  <a:cubicBezTo>
                    <a:pt x="6842" y="4672"/>
                    <a:pt x="6842" y="4672"/>
                    <a:pt x="6842" y="4672"/>
                  </a:cubicBezTo>
                  <a:cubicBezTo>
                    <a:pt x="6842" y="4672"/>
                    <a:pt x="6842" y="4672"/>
                    <a:pt x="6842" y="4672"/>
                  </a:cubicBezTo>
                  <a:cubicBezTo>
                    <a:pt x="6879" y="4672"/>
                    <a:pt x="6879" y="4672"/>
                    <a:pt x="6879" y="4672"/>
                  </a:cubicBezTo>
                  <a:cubicBezTo>
                    <a:pt x="6953" y="4672"/>
                    <a:pt x="6953" y="4672"/>
                    <a:pt x="6953" y="4672"/>
                  </a:cubicBezTo>
                  <a:cubicBezTo>
                    <a:pt x="6916" y="4604"/>
                    <a:pt x="6916" y="4604"/>
                    <a:pt x="6916" y="4604"/>
                  </a:cubicBezTo>
                  <a:cubicBezTo>
                    <a:pt x="6916" y="4604"/>
                    <a:pt x="6916" y="4604"/>
                    <a:pt x="6916" y="4604"/>
                  </a:cubicBezTo>
                  <a:cubicBezTo>
                    <a:pt x="6990" y="4536"/>
                    <a:pt x="6990" y="4536"/>
                    <a:pt x="6990" y="4536"/>
                  </a:cubicBezTo>
                  <a:cubicBezTo>
                    <a:pt x="7027" y="4536"/>
                    <a:pt x="7027" y="4536"/>
                    <a:pt x="7027" y="4536"/>
                  </a:cubicBezTo>
                  <a:cubicBezTo>
                    <a:pt x="7064" y="4468"/>
                    <a:pt x="7064" y="4468"/>
                    <a:pt x="7064" y="4468"/>
                  </a:cubicBezTo>
                  <a:cubicBezTo>
                    <a:pt x="7138" y="4401"/>
                    <a:pt x="7138" y="4401"/>
                    <a:pt x="7138" y="4401"/>
                  </a:cubicBezTo>
                  <a:cubicBezTo>
                    <a:pt x="7175" y="4333"/>
                    <a:pt x="7175" y="4333"/>
                    <a:pt x="7175" y="4333"/>
                  </a:cubicBezTo>
                  <a:cubicBezTo>
                    <a:pt x="7138" y="4333"/>
                    <a:pt x="7138" y="4333"/>
                    <a:pt x="7138" y="4333"/>
                  </a:cubicBezTo>
                  <a:cubicBezTo>
                    <a:pt x="7101" y="4401"/>
                    <a:pt x="7101" y="4401"/>
                    <a:pt x="7101" y="4401"/>
                  </a:cubicBezTo>
                  <a:cubicBezTo>
                    <a:pt x="7064" y="4401"/>
                    <a:pt x="7064" y="4401"/>
                    <a:pt x="7064" y="4401"/>
                  </a:cubicBezTo>
                  <a:cubicBezTo>
                    <a:pt x="7027" y="4401"/>
                    <a:pt x="7027" y="4401"/>
                    <a:pt x="7027" y="4401"/>
                  </a:cubicBezTo>
                  <a:cubicBezTo>
                    <a:pt x="7027" y="4401"/>
                    <a:pt x="7027" y="4401"/>
                    <a:pt x="7027" y="4401"/>
                  </a:cubicBezTo>
                  <a:cubicBezTo>
                    <a:pt x="7027" y="4265"/>
                    <a:pt x="7027" y="4265"/>
                    <a:pt x="7027" y="4265"/>
                  </a:cubicBezTo>
                  <a:cubicBezTo>
                    <a:pt x="7027" y="4265"/>
                    <a:pt x="7027" y="4265"/>
                    <a:pt x="7027" y="4265"/>
                  </a:cubicBezTo>
                  <a:cubicBezTo>
                    <a:pt x="7027" y="4198"/>
                    <a:pt x="7027" y="4198"/>
                    <a:pt x="7027" y="4198"/>
                  </a:cubicBezTo>
                  <a:cubicBezTo>
                    <a:pt x="7064" y="4198"/>
                    <a:pt x="7064" y="4198"/>
                    <a:pt x="7064" y="4198"/>
                  </a:cubicBezTo>
                  <a:cubicBezTo>
                    <a:pt x="7064" y="4265"/>
                    <a:pt x="7064" y="4265"/>
                    <a:pt x="7064" y="4265"/>
                  </a:cubicBezTo>
                  <a:cubicBezTo>
                    <a:pt x="7064" y="4265"/>
                    <a:pt x="7064" y="4265"/>
                    <a:pt x="7064" y="4265"/>
                  </a:cubicBezTo>
                  <a:cubicBezTo>
                    <a:pt x="7101" y="4198"/>
                    <a:pt x="7101" y="4198"/>
                    <a:pt x="7101" y="4198"/>
                  </a:cubicBezTo>
                  <a:cubicBezTo>
                    <a:pt x="7064" y="4130"/>
                    <a:pt x="7064" y="4130"/>
                    <a:pt x="7064" y="4130"/>
                  </a:cubicBezTo>
                  <a:cubicBezTo>
                    <a:pt x="7101" y="4130"/>
                    <a:pt x="7101" y="4130"/>
                    <a:pt x="7101" y="4130"/>
                  </a:cubicBezTo>
                  <a:cubicBezTo>
                    <a:pt x="7138" y="4198"/>
                    <a:pt x="7138" y="4198"/>
                    <a:pt x="7138" y="4198"/>
                  </a:cubicBezTo>
                  <a:cubicBezTo>
                    <a:pt x="7175" y="4198"/>
                    <a:pt x="7175" y="4198"/>
                    <a:pt x="7175" y="4198"/>
                  </a:cubicBezTo>
                  <a:cubicBezTo>
                    <a:pt x="7212" y="4130"/>
                    <a:pt x="7212" y="4130"/>
                    <a:pt x="7212" y="4130"/>
                  </a:cubicBezTo>
                  <a:cubicBezTo>
                    <a:pt x="7249" y="4130"/>
                    <a:pt x="7249" y="4130"/>
                    <a:pt x="7249" y="4130"/>
                  </a:cubicBezTo>
                  <a:cubicBezTo>
                    <a:pt x="7323" y="4130"/>
                    <a:pt x="7323" y="4130"/>
                    <a:pt x="7323" y="4130"/>
                  </a:cubicBezTo>
                  <a:cubicBezTo>
                    <a:pt x="7360" y="4130"/>
                    <a:pt x="7360" y="4130"/>
                    <a:pt x="7360" y="4130"/>
                  </a:cubicBezTo>
                  <a:cubicBezTo>
                    <a:pt x="7360" y="4130"/>
                    <a:pt x="7360" y="4130"/>
                    <a:pt x="7360" y="4130"/>
                  </a:cubicBezTo>
                  <a:cubicBezTo>
                    <a:pt x="7323" y="4265"/>
                    <a:pt x="7323" y="4265"/>
                    <a:pt x="7323" y="4265"/>
                  </a:cubicBezTo>
                  <a:cubicBezTo>
                    <a:pt x="7323" y="4333"/>
                    <a:pt x="7323" y="4333"/>
                    <a:pt x="7323" y="4333"/>
                  </a:cubicBezTo>
                  <a:cubicBezTo>
                    <a:pt x="7360" y="4333"/>
                    <a:pt x="7360" y="4333"/>
                    <a:pt x="7360" y="4333"/>
                  </a:cubicBezTo>
                  <a:cubicBezTo>
                    <a:pt x="7397" y="4265"/>
                    <a:pt x="7397" y="4265"/>
                    <a:pt x="7397" y="4265"/>
                  </a:cubicBezTo>
                  <a:cubicBezTo>
                    <a:pt x="7434" y="4198"/>
                    <a:pt x="7434" y="4198"/>
                    <a:pt x="7434" y="4198"/>
                  </a:cubicBezTo>
                  <a:cubicBezTo>
                    <a:pt x="7397" y="4130"/>
                    <a:pt x="7397" y="4130"/>
                    <a:pt x="7397" y="4130"/>
                  </a:cubicBezTo>
                  <a:cubicBezTo>
                    <a:pt x="7434" y="4130"/>
                    <a:pt x="7434" y="4130"/>
                    <a:pt x="7434" y="4130"/>
                  </a:cubicBezTo>
                  <a:cubicBezTo>
                    <a:pt x="7434" y="4198"/>
                    <a:pt x="7434" y="4198"/>
                    <a:pt x="7434" y="4198"/>
                  </a:cubicBezTo>
                  <a:cubicBezTo>
                    <a:pt x="7434" y="4265"/>
                    <a:pt x="7434" y="4265"/>
                    <a:pt x="7434" y="4265"/>
                  </a:cubicBezTo>
                  <a:cubicBezTo>
                    <a:pt x="7471" y="4265"/>
                    <a:pt x="7471" y="4265"/>
                    <a:pt x="7471" y="4265"/>
                  </a:cubicBezTo>
                  <a:cubicBezTo>
                    <a:pt x="7471" y="4198"/>
                    <a:pt x="7471" y="4198"/>
                    <a:pt x="7471" y="4198"/>
                  </a:cubicBezTo>
                  <a:cubicBezTo>
                    <a:pt x="7471" y="4130"/>
                    <a:pt x="7471" y="4130"/>
                    <a:pt x="7471" y="4130"/>
                  </a:cubicBezTo>
                  <a:cubicBezTo>
                    <a:pt x="7508" y="4130"/>
                    <a:pt x="7508" y="4130"/>
                    <a:pt x="7508" y="4130"/>
                  </a:cubicBezTo>
                  <a:cubicBezTo>
                    <a:pt x="7508" y="4130"/>
                    <a:pt x="7508" y="4130"/>
                    <a:pt x="7508" y="4130"/>
                  </a:cubicBezTo>
                  <a:cubicBezTo>
                    <a:pt x="7508" y="4198"/>
                    <a:pt x="7508" y="4198"/>
                    <a:pt x="7508" y="4198"/>
                  </a:cubicBezTo>
                  <a:cubicBezTo>
                    <a:pt x="7582" y="4130"/>
                    <a:pt x="7582" y="4130"/>
                    <a:pt x="7582" y="4130"/>
                  </a:cubicBezTo>
                  <a:cubicBezTo>
                    <a:pt x="7582" y="4062"/>
                    <a:pt x="7582" y="4062"/>
                    <a:pt x="7582" y="4062"/>
                  </a:cubicBezTo>
                  <a:cubicBezTo>
                    <a:pt x="7545" y="4062"/>
                    <a:pt x="7545" y="4062"/>
                    <a:pt x="7545" y="4062"/>
                  </a:cubicBezTo>
                  <a:cubicBezTo>
                    <a:pt x="7582" y="4062"/>
                    <a:pt x="7582" y="4062"/>
                    <a:pt x="7582" y="4062"/>
                  </a:cubicBezTo>
                  <a:cubicBezTo>
                    <a:pt x="7619" y="3994"/>
                    <a:pt x="7619" y="3994"/>
                    <a:pt x="7619" y="3994"/>
                  </a:cubicBezTo>
                  <a:cubicBezTo>
                    <a:pt x="7582" y="3994"/>
                    <a:pt x="7582" y="3994"/>
                    <a:pt x="7582" y="3994"/>
                  </a:cubicBezTo>
                  <a:cubicBezTo>
                    <a:pt x="7619" y="3927"/>
                    <a:pt x="7619" y="3927"/>
                    <a:pt x="7619" y="3927"/>
                  </a:cubicBezTo>
                  <a:cubicBezTo>
                    <a:pt x="7656" y="3927"/>
                    <a:pt x="7656" y="3927"/>
                    <a:pt x="7656" y="3927"/>
                  </a:cubicBezTo>
                  <a:cubicBezTo>
                    <a:pt x="7693" y="3859"/>
                    <a:pt x="7693" y="3859"/>
                    <a:pt x="7693" y="3859"/>
                  </a:cubicBezTo>
                  <a:cubicBezTo>
                    <a:pt x="7693" y="3927"/>
                    <a:pt x="7693" y="3927"/>
                    <a:pt x="7693" y="3927"/>
                  </a:cubicBezTo>
                  <a:cubicBezTo>
                    <a:pt x="7693" y="3927"/>
                    <a:pt x="7693" y="3927"/>
                    <a:pt x="7693" y="3927"/>
                  </a:cubicBezTo>
                  <a:cubicBezTo>
                    <a:pt x="7730" y="3927"/>
                    <a:pt x="7730" y="3927"/>
                    <a:pt x="7730" y="3927"/>
                  </a:cubicBezTo>
                  <a:cubicBezTo>
                    <a:pt x="7767" y="3927"/>
                    <a:pt x="7767" y="3927"/>
                    <a:pt x="7767" y="3927"/>
                  </a:cubicBezTo>
                  <a:cubicBezTo>
                    <a:pt x="7767" y="4062"/>
                    <a:pt x="7767" y="4062"/>
                    <a:pt x="7767" y="4062"/>
                  </a:cubicBezTo>
                  <a:cubicBezTo>
                    <a:pt x="7767" y="4062"/>
                    <a:pt x="7767" y="4062"/>
                    <a:pt x="7767" y="4062"/>
                  </a:cubicBezTo>
                  <a:cubicBezTo>
                    <a:pt x="7767" y="4198"/>
                    <a:pt x="7767" y="4198"/>
                    <a:pt x="7767" y="4198"/>
                  </a:cubicBezTo>
                  <a:cubicBezTo>
                    <a:pt x="7804" y="4130"/>
                    <a:pt x="7804" y="4130"/>
                    <a:pt x="7804" y="4130"/>
                  </a:cubicBezTo>
                  <a:cubicBezTo>
                    <a:pt x="7841" y="4062"/>
                    <a:pt x="7841" y="4062"/>
                    <a:pt x="7841" y="4062"/>
                  </a:cubicBezTo>
                  <a:cubicBezTo>
                    <a:pt x="7804" y="3927"/>
                    <a:pt x="7804" y="3927"/>
                    <a:pt x="7804" y="3927"/>
                  </a:cubicBezTo>
                  <a:cubicBezTo>
                    <a:pt x="7767" y="3859"/>
                    <a:pt x="7767" y="3859"/>
                    <a:pt x="7767" y="3859"/>
                  </a:cubicBezTo>
                  <a:cubicBezTo>
                    <a:pt x="7730" y="3791"/>
                    <a:pt x="7730" y="3791"/>
                    <a:pt x="7730" y="3791"/>
                  </a:cubicBezTo>
                  <a:cubicBezTo>
                    <a:pt x="7693" y="3859"/>
                    <a:pt x="7693" y="3859"/>
                    <a:pt x="7693" y="3859"/>
                  </a:cubicBezTo>
                  <a:cubicBezTo>
                    <a:pt x="7656" y="3859"/>
                    <a:pt x="7656" y="3859"/>
                    <a:pt x="7656" y="3859"/>
                  </a:cubicBezTo>
                  <a:cubicBezTo>
                    <a:pt x="7619" y="3859"/>
                    <a:pt x="7619" y="3859"/>
                    <a:pt x="7619" y="3859"/>
                  </a:cubicBezTo>
                  <a:cubicBezTo>
                    <a:pt x="7619" y="3791"/>
                    <a:pt x="7619" y="3791"/>
                    <a:pt x="7619" y="3791"/>
                  </a:cubicBezTo>
                  <a:cubicBezTo>
                    <a:pt x="7582" y="3791"/>
                    <a:pt x="7582" y="3791"/>
                    <a:pt x="7582" y="3791"/>
                  </a:cubicBezTo>
                  <a:cubicBezTo>
                    <a:pt x="7582" y="3724"/>
                    <a:pt x="7582" y="3724"/>
                    <a:pt x="7582" y="3724"/>
                  </a:cubicBezTo>
                  <a:cubicBezTo>
                    <a:pt x="7619" y="3724"/>
                    <a:pt x="7619" y="3724"/>
                    <a:pt x="7619" y="3724"/>
                  </a:cubicBezTo>
                  <a:cubicBezTo>
                    <a:pt x="7693" y="3724"/>
                    <a:pt x="7693" y="3724"/>
                    <a:pt x="7693" y="3724"/>
                  </a:cubicBezTo>
                  <a:cubicBezTo>
                    <a:pt x="7693" y="3656"/>
                    <a:pt x="7693" y="3656"/>
                    <a:pt x="7693" y="3656"/>
                  </a:cubicBezTo>
                  <a:cubicBezTo>
                    <a:pt x="7730" y="3656"/>
                    <a:pt x="7730" y="3656"/>
                    <a:pt x="7730" y="3656"/>
                  </a:cubicBezTo>
                  <a:cubicBezTo>
                    <a:pt x="7767" y="3656"/>
                    <a:pt x="7767" y="3656"/>
                    <a:pt x="7767" y="3656"/>
                  </a:cubicBezTo>
                  <a:cubicBezTo>
                    <a:pt x="7804" y="3656"/>
                    <a:pt x="7804" y="3656"/>
                    <a:pt x="7804" y="3656"/>
                  </a:cubicBezTo>
                  <a:cubicBezTo>
                    <a:pt x="7804" y="3656"/>
                    <a:pt x="7804" y="3656"/>
                    <a:pt x="7804" y="3656"/>
                  </a:cubicBezTo>
                  <a:cubicBezTo>
                    <a:pt x="7878" y="3656"/>
                    <a:pt x="7878" y="3656"/>
                    <a:pt x="7878" y="3656"/>
                  </a:cubicBezTo>
                  <a:cubicBezTo>
                    <a:pt x="7915" y="3656"/>
                    <a:pt x="7915" y="3656"/>
                    <a:pt x="7915" y="3656"/>
                  </a:cubicBezTo>
                  <a:cubicBezTo>
                    <a:pt x="7952" y="3656"/>
                    <a:pt x="7952" y="3656"/>
                    <a:pt x="7952" y="3656"/>
                  </a:cubicBezTo>
                  <a:cubicBezTo>
                    <a:pt x="7989" y="3656"/>
                    <a:pt x="7989" y="3656"/>
                    <a:pt x="7989" y="3656"/>
                  </a:cubicBezTo>
                  <a:cubicBezTo>
                    <a:pt x="8026" y="3656"/>
                    <a:pt x="8026" y="3656"/>
                    <a:pt x="8026" y="3656"/>
                  </a:cubicBezTo>
                  <a:cubicBezTo>
                    <a:pt x="7989" y="3588"/>
                    <a:pt x="7989" y="3588"/>
                    <a:pt x="7989" y="3588"/>
                  </a:cubicBezTo>
                  <a:cubicBezTo>
                    <a:pt x="7952" y="3588"/>
                    <a:pt x="7952" y="3588"/>
                    <a:pt x="7952" y="3588"/>
                  </a:cubicBezTo>
                  <a:cubicBezTo>
                    <a:pt x="7878" y="3588"/>
                    <a:pt x="7878" y="3588"/>
                    <a:pt x="7878" y="3588"/>
                  </a:cubicBezTo>
                  <a:cubicBezTo>
                    <a:pt x="7841" y="3588"/>
                    <a:pt x="7841" y="3588"/>
                    <a:pt x="7841" y="3588"/>
                  </a:cubicBezTo>
                  <a:cubicBezTo>
                    <a:pt x="7804" y="3588"/>
                    <a:pt x="7804" y="3588"/>
                    <a:pt x="7804" y="3588"/>
                  </a:cubicBezTo>
                  <a:cubicBezTo>
                    <a:pt x="7804" y="3521"/>
                    <a:pt x="7804" y="3521"/>
                    <a:pt x="7804" y="3521"/>
                  </a:cubicBezTo>
                  <a:cubicBezTo>
                    <a:pt x="7767" y="3453"/>
                    <a:pt x="7767" y="3453"/>
                    <a:pt x="7767" y="3453"/>
                  </a:cubicBezTo>
                  <a:cubicBezTo>
                    <a:pt x="7841" y="3453"/>
                    <a:pt x="7841" y="3453"/>
                    <a:pt x="7841" y="3453"/>
                  </a:cubicBezTo>
                  <a:cubicBezTo>
                    <a:pt x="7767" y="3385"/>
                    <a:pt x="7767" y="3385"/>
                    <a:pt x="7767" y="3385"/>
                  </a:cubicBezTo>
                  <a:cubicBezTo>
                    <a:pt x="7730" y="3317"/>
                    <a:pt x="7730" y="3317"/>
                    <a:pt x="7730" y="3317"/>
                  </a:cubicBezTo>
                  <a:cubicBezTo>
                    <a:pt x="7693" y="3317"/>
                    <a:pt x="7693" y="3317"/>
                    <a:pt x="7693" y="3317"/>
                  </a:cubicBezTo>
                  <a:cubicBezTo>
                    <a:pt x="7693" y="3250"/>
                    <a:pt x="7693" y="3250"/>
                    <a:pt x="7693" y="3250"/>
                  </a:cubicBezTo>
                  <a:cubicBezTo>
                    <a:pt x="7693" y="3182"/>
                    <a:pt x="7693" y="3182"/>
                    <a:pt x="7693" y="3182"/>
                  </a:cubicBezTo>
                  <a:cubicBezTo>
                    <a:pt x="7693" y="3182"/>
                    <a:pt x="7693" y="3182"/>
                    <a:pt x="7693" y="3182"/>
                  </a:cubicBezTo>
                  <a:cubicBezTo>
                    <a:pt x="7693" y="3114"/>
                    <a:pt x="7693" y="3114"/>
                    <a:pt x="7693" y="3114"/>
                  </a:cubicBezTo>
                  <a:cubicBezTo>
                    <a:pt x="7656" y="3047"/>
                    <a:pt x="7656" y="3047"/>
                    <a:pt x="7656" y="3047"/>
                  </a:cubicBezTo>
                  <a:cubicBezTo>
                    <a:pt x="7656" y="2843"/>
                    <a:pt x="7656" y="2843"/>
                    <a:pt x="7656" y="2843"/>
                  </a:cubicBezTo>
                  <a:cubicBezTo>
                    <a:pt x="7693" y="2776"/>
                    <a:pt x="7693" y="2776"/>
                    <a:pt x="7693" y="2776"/>
                  </a:cubicBezTo>
                  <a:cubicBezTo>
                    <a:pt x="7693" y="2708"/>
                    <a:pt x="7693" y="2708"/>
                    <a:pt x="7693" y="2708"/>
                  </a:cubicBezTo>
                  <a:cubicBezTo>
                    <a:pt x="7693" y="2573"/>
                    <a:pt x="7693" y="2573"/>
                    <a:pt x="7693" y="2573"/>
                  </a:cubicBezTo>
                  <a:cubicBezTo>
                    <a:pt x="7730" y="2573"/>
                    <a:pt x="7730" y="2573"/>
                    <a:pt x="7730" y="2573"/>
                  </a:cubicBezTo>
                  <a:cubicBezTo>
                    <a:pt x="7693" y="2505"/>
                    <a:pt x="7693" y="2505"/>
                    <a:pt x="7693" y="2505"/>
                  </a:cubicBezTo>
                  <a:cubicBezTo>
                    <a:pt x="7730" y="2505"/>
                    <a:pt x="7730" y="2505"/>
                    <a:pt x="7730" y="2505"/>
                  </a:cubicBezTo>
                  <a:cubicBezTo>
                    <a:pt x="7730" y="2437"/>
                    <a:pt x="7730" y="2437"/>
                    <a:pt x="7730" y="2437"/>
                  </a:cubicBezTo>
                  <a:cubicBezTo>
                    <a:pt x="7804" y="2369"/>
                    <a:pt x="7804" y="2369"/>
                    <a:pt x="7804" y="2369"/>
                  </a:cubicBezTo>
                  <a:cubicBezTo>
                    <a:pt x="7804" y="2369"/>
                    <a:pt x="7804" y="2369"/>
                    <a:pt x="7804" y="2369"/>
                  </a:cubicBezTo>
                  <a:cubicBezTo>
                    <a:pt x="7841" y="2437"/>
                    <a:pt x="7841" y="2437"/>
                    <a:pt x="7841" y="2437"/>
                  </a:cubicBezTo>
                  <a:cubicBezTo>
                    <a:pt x="7878" y="2369"/>
                    <a:pt x="7878" y="2369"/>
                    <a:pt x="7878" y="2369"/>
                  </a:cubicBezTo>
                  <a:cubicBezTo>
                    <a:pt x="7915" y="2369"/>
                    <a:pt x="7915" y="2369"/>
                    <a:pt x="7915" y="2369"/>
                  </a:cubicBezTo>
                  <a:cubicBezTo>
                    <a:pt x="7915" y="2505"/>
                    <a:pt x="7915" y="2505"/>
                    <a:pt x="7915" y="2505"/>
                  </a:cubicBezTo>
                  <a:cubicBezTo>
                    <a:pt x="7989" y="2505"/>
                    <a:pt x="7989" y="2505"/>
                    <a:pt x="7989" y="2505"/>
                  </a:cubicBezTo>
                  <a:cubicBezTo>
                    <a:pt x="8026" y="2437"/>
                    <a:pt x="8026" y="2437"/>
                    <a:pt x="8026" y="2437"/>
                  </a:cubicBezTo>
                  <a:cubicBezTo>
                    <a:pt x="8026" y="2437"/>
                    <a:pt x="8026" y="2437"/>
                    <a:pt x="8026" y="2437"/>
                  </a:cubicBezTo>
                  <a:cubicBezTo>
                    <a:pt x="8026" y="2505"/>
                    <a:pt x="8026" y="2505"/>
                    <a:pt x="8026" y="2505"/>
                  </a:cubicBezTo>
                  <a:cubicBezTo>
                    <a:pt x="8063" y="2505"/>
                    <a:pt x="8063" y="2505"/>
                    <a:pt x="8063" y="2505"/>
                  </a:cubicBezTo>
                  <a:cubicBezTo>
                    <a:pt x="8099" y="2573"/>
                    <a:pt x="8099" y="2573"/>
                    <a:pt x="8099" y="2573"/>
                  </a:cubicBezTo>
                  <a:cubicBezTo>
                    <a:pt x="8099" y="2573"/>
                    <a:pt x="8099" y="2573"/>
                    <a:pt x="8099" y="2573"/>
                  </a:cubicBezTo>
                  <a:cubicBezTo>
                    <a:pt x="8063" y="2640"/>
                    <a:pt x="8063" y="2640"/>
                    <a:pt x="8063" y="2640"/>
                  </a:cubicBezTo>
                  <a:cubicBezTo>
                    <a:pt x="8063" y="2640"/>
                    <a:pt x="8063" y="2640"/>
                    <a:pt x="8063" y="2640"/>
                  </a:cubicBezTo>
                  <a:cubicBezTo>
                    <a:pt x="8063" y="2708"/>
                    <a:pt x="8063" y="2708"/>
                    <a:pt x="8063" y="2708"/>
                  </a:cubicBezTo>
                  <a:cubicBezTo>
                    <a:pt x="8063" y="2776"/>
                    <a:pt x="8063" y="2776"/>
                    <a:pt x="8063" y="2776"/>
                  </a:cubicBezTo>
                  <a:cubicBezTo>
                    <a:pt x="8026" y="2843"/>
                    <a:pt x="8026" y="2843"/>
                    <a:pt x="8026" y="2843"/>
                  </a:cubicBezTo>
                  <a:cubicBezTo>
                    <a:pt x="7989" y="2843"/>
                    <a:pt x="7989" y="2843"/>
                    <a:pt x="7989" y="2843"/>
                  </a:cubicBezTo>
                  <a:cubicBezTo>
                    <a:pt x="7952" y="2911"/>
                    <a:pt x="7952" y="2911"/>
                    <a:pt x="7952" y="2911"/>
                  </a:cubicBezTo>
                  <a:cubicBezTo>
                    <a:pt x="7989" y="2911"/>
                    <a:pt x="7989" y="2911"/>
                    <a:pt x="7989" y="2911"/>
                  </a:cubicBezTo>
                  <a:cubicBezTo>
                    <a:pt x="8063" y="2911"/>
                    <a:pt x="8063" y="2911"/>
                    <a:pt x="8063" y="2911"/>
                  </a:cubicBezTo>
                  <a:cubicBezTo>
                    <a:pt x="8136" y="2776"/>
                    <a:pt x="8136" y="2776"/>
                    <a:pt x="8136" y="2776"/>
                  </a:cubicBezTo>
                  <a:cubicBezTo>
                    <a:pt x="8136" y="2776"/>
                    <a:pt x="8136" y="2776"/>
                    <a:pt x="8136" y="2776"/>
                  </a:cubicBezTo>
                  <a:cubicBezTo>
                    <a:pt x="8136" y="2776"/>
                    <a:pt x="8136" y="2776"/>
                    <a:pt x="8136" y="2776"/>
                  </a:cubicBezTo>
                  <a:cubicBezTo>
                    <a:pt x="8136" y="2843"/>
                    <a:pt x="8136" y="2843"/>
                    <a:pt x="8136" y="2843"/>
                  </a:cubicBezTo>
                  <a:cubicBezTo>
                    <a:pt x="8136" y="2911"/>
                    <a:pt x="8136" y="2911"/>
                    <a:pt x="8136" y="2911"/>
                  </a:cubicBezTo>
                  <a:cubicBezTo>
                    <a:pt x="8173" y="2911"/>
                    <a:pt x="8173" y="2911"/>
                    <a:pt x="8173" y="2911"/>
                  </a:cubicBezTo>
                  <a:cubicBezTo>
                    <a:pt x="8173" y="2843"/>
                    <a:pt x="8173" y="2843"/>
                    <a:pt x="8173" y="2843"/>
                  </a:cubicBezTo>
                  <a:cubicBezTo>
                    <a:pt x="8210" y="2776"/>
                    <a:pt x="8210" y="2776"/>
                    <a:pt x="8210" y="2776"/>
                  </a:cubicBezTo>
                  <a:cubicBezTo>
                    <a:pt x="8247" y="2843"/>
                    <a:pt x="8247" y="2843"/>
                    <a:pt x="8247" y="2843"/>
                  </a:cubicBezTo>
                  <a:cubicBezTo>
                    <a:pt x="8284" y="2776"/>
                    <a:pt x="8284" y="2776"/>
                    <a:pt x="8284" y="2776"/>
                  </a:cubicBezTo>
                  <a:cubicBezTo>
                    <a:pt x="8284" y="2776"/>
                    <a:pt x="8284" y="2776"/>
                    <a:pt x="8284" y="2776"/>
                  </a:cubicBezTo>
                  <a:cubicBezTo>
                    <a:pt x="8284" y="2708"/>
                    <a:pt x="8284" y="2708"/>
                    <a:pt x="8284" y="2708"/>
                  </a:cubicBezTo>
                  <a:cubicBezTo>
                    <a:pt x="8321" y="2776"/>
                    <a:pt x="8321" y="2776"/>
                    <a:pt x="8321" y="2776"/>
                  </a:cubicBezTo>
                  <a:cubicBezTo>
                    <a:pt x="8358" y="2708"/>
                    <a:pt x="8358" y="2708"/>
                    <a:pt x="8358" y="2708"/>
                  </a:cubicBezTo>
                  <a:cubicBezTo>
                    <a:pt x="8395" y="2843"/>
                    <a:pt x="8395" y="2843"/>
                    <a:pt x="8395" y="2843"/>
                  </a:cubicBezTo>
                  <a:cubicBezTo>
                    <a:pt x="8395" y="2843"/>
                    <a:pt x="8395" y="2843"/>
                    <a:pt x="8395" y="2843"/>
                  </a:cubicBezTo>
                  <a:cubicBezTo>
                    <a:pt x="8395" y="2979"/>
                    <a:pt x="8395" y="2979"/>
                    <a:pt x="8395" y="2979"/>
                  </a:cubicBezTo>
                  <a:cubicBezTo>
                    <a:pt x="8395" y="2979"/>
                    <a:pt x="8395" y="2979"/>
                    <a:pt x="8395" y="2979"/>
                  </a:cubicBezTo>
                  <a:cubicBezTo>
                    <a:pt x="8395" y="3047"/>
                    <a:pt x="8395" y="3047"/>
                    <a:pt x="8395" y="3047"/>
                  </a:cubicBezTo>
                  <a:cubicBezTo>
                    <a:pt x="8358" y="3114"/>
                    <a:pt x="8358" y="3114"/>
                    <a:pt x="8358" y="3114"/>
                  </a:cubicBezTo>
                  <a:cubicBezTo>
                    <a:pt x="8432" y="3250"/>
                    <a:pt x="8432" y="3250"/>
                    <a:pt x="8432" y="3250"/>
                  </a:cubicBezTo>
                  <a:cubicBezTo>
                    <a:pt x="8395" y="3250"/>
                    <a:pt x="8395" y="3250"/>
                    <a:pt x="8395" y="3250"/>
                  </a:cubicBezTo>
                  <a:cubicBezTo>
                    <a:pt x="8395" y="3317"/>
                    <a:pt x="8395" y="3317"/>
                    <a:pt x="8395" y="3317"/>
                  </a:cubicBezTo>
                  <a:cubicBezTo>
                    <a:pt x="8358" y="3317"/>
                    <a:pt x="8358" y="3317"/>
                    <a:pt x="8358" y="3317"/>
                  </a:cubicBezTo>
                  <a:cubicBezTo>
                    <a:pt x="8395" y="3317"/>
                    <a:pt x="8395" y="3317"/>
                    <a:pt x="8395" y="3317"/>
                  </a:cubicBezTo>
                  <a:cubicBezTo>
                    <a:pt x="8432" y="3317"/>
                    <a:pt x="8432" y="3317"/>
                    <a:pt x="8432" y="3317"/>
                  </a:cubicBezTo>
                  <a:cubicBezTo>
                    <a:pt x="8469" y="3250"/>
                    <a:pt x="8469" y="3250"/>
                    <a:pt x="8469" y="3250"/>
                  </a:cubicBezTo>
                  <a:cubicBezTo>
                    <a:pt x="8543" y="3250"/>
                    <a:pt x="8543" y="3250"/>
                    <a:pt x="8543" y="3250"/>
                  </a:cubicBezTo>
                  <a:cubicBezTo>
                    <a:pt x="8543" y="3182"/>
                    <a:pt x="8543" y="3182"/>
                    <a:pt x="8543" y="3182"/>
                  </a:cubicBezTo>
                  <a:cubicBezTo>
                    <a:pt x="8543" y="3047"/>
                    <a:pt x="8543" y="3047"/>
                    <a:pt x="8543" y="3047"/>
                  </a:cubicBezTo>
                  <a:cubicBezTo>
                    <a:pt x="8543" y="2979"/>
                    <a:pt x="8543" y="2979"/>
                    <a:pt x="8543" y="2979"/>
                  </a:cubicBezTo>
                  <a:cubicBezTo>
                    <a:pt x="8506" y="2979"/>
                    <a:pt x="8506" y="2979"/>
                    <a:pt x="8506" y="2979"/>
                  </a:cubicBezTo>
                  <a:cubicBezTo>
                    <a:pt x="8506" y="2979"/>
                    <a:pt x="8506" y="2979"/>
                    <a:pt x="8506" y="2979"/>
                  </a:cubicBezTo>
                  <a:cubicBezTo>
                    <a:pt x="8506" y="2911"/>
                    <a:pt x="8506" y="2911"/>
                    <a:pt x="8506" y="2911"/>
                  </a:cubicBezTo>
                  <a:cubicBezTo>
                    <a:pt x="8506" y="2911"/>
                    <a:pt x="8506" y="2911"/>
                    <a:pt x="8506" y="2911"/>
                  </a:cubicBezTo>
                  <a:cubicBezTo>
                    <a:pt x="8543" y="2911"/>
                    <a:pt x="8543" y="2911"/>
                    <a:pt x="8543" y="2911"/>
                  </a:cubicBezTo>
                  <a:cubicBezTo>
                    <a:pt x="8543" y="2911"/>
                    <a:pt x="8543" y="2911"/>
                    <a:pt x="8543" y="2911"/>
                  </a:cubicBezTo>
                  <a:cubicBezTo>
                    <a:pt x="8580" y="2911"/>
                    <a:pt x="8580" y="2911"/>
                    <a:pt x="8580" y="2911"/>
                  </a:cubicBezTo>
                  <a:cubicBezTo>
                    <a:pt x="8617" y="2911"/>
                    <a:pt x="8617" y="2911"/>
                    <a:pt x="8617" y="2911"/>
                  </a:cubicBezTo>
                  <a:cubicBezTo>
                    <a:pt x="8654" y="2843"/>
                    <a:pt x="8654" y="2843"/>
                    <a:pt x="8654" y="2843"/>
                  </a:cubicBezTo>
                  <a:cubicBezTo>
                    <a:pt x="8691" y="2843"/>
                    <a:pt x="8691" y="2843"/>
                    <a:pt x="8691" y="2843"/>
                  </a:cubicBezTo>
                  <a:cubicBezTo>
                    <a:pt x="8728" y="2843"/>
                    <a:pt x="8728" y="2843"/>
                    <a:pt x="8728" y="2843"/>
                  </a:cubicBezTo>
                  <a:cubicBezTo>
                    <a:pt x="8728" y="2776"/>
                    <a:pt x="8728" y="2776"/>
                    <a:pt x="8728" y="2776"/>
                  </a:cubicBezTo>
                  <a:cubicBezTo>
                    <a:pt x="8765" y="2708"/>
                    <a:pt x="8765" y="2708"/>
                    <a:pt x="8765" y="2708"/>
                  </a:cubicBezTo>
                  <a:cubicBezTo>
                    <a:pt x="8765" y="2776"/>
                    <a:pt x="8765" y="2776"/>
                    <a:pt x="8765" y="2776"/>
                  </a:cubicBezTo>
                  <a:cubicBezTo>
                    <a:pt x="8802" y="2708"/>
                    <a:pt x="8802" y="2708"/>
                    <a:pt x="8802" y="2708"/>
                  </a:cubicBezTo>
                  <a:cubicBezTo>
                    <a:pt x="8839" y="2708"/>
                    <a:pt x="8839" y="2708"/>
                    <a:pt x="8839" y="2708"/>
                  </a:cubicBezTo>
                  <a:cubicBezTo>
                    <a:pt x="8839" y="2708"/>
                    <a:pt x="8839" y="2708"/>
                    <a:pt x="8839" y="2708"/>
                  </a:cubicBezTo>
                  <a:cubicBezTo>
                    <a:pt x="8876" y="2708"/>
                    <a:pt x="8876" y="2708"/>
                    <a:pt x="8876" y="2708"/>
                  </a:cubicBezTo>
                  <a:cubicBezTo>
                    <a:pt x="8876" y="2708"/>
                    <a:pt x="8876" y="2708"/>
                    <a:pt x="8876" y="2708"/>
                  </a:cubicBezTo>
                  <a:cubicBezTo>
                    <a:pt x="8876" y="2776"/>
                    <a:pt x="8876" y="2776"/>
                    <a:pt x="8876" y="2776"/>
                  </a:cubicBezTo>
                  <a:cubicBezTo>
                    <a:pt x="8876" y="2843"/>
                    <a:pt x="8876" y="2843"/>
                    <a:pt x="8876" y="2843"/>
                  </a:cubicBezTo>
                  <a:cubicBezTo>
                    <a:pt x="8950" y="2776"/>
                    <a:pt x="8950" y="2776"/>
                    <a:pt x="8950" y="2776"/>
                  </a:cubicBezTo>
                  <a:cubicBezTo>
                    <a:pt x="8987" y="2843"/>
                    <a:pt x="8987" y="2843"/>
                    <a:pt x="8987" y="2843"/>
                  </a:cubicBezTo>
                  <a:cubicBezTo>
                    <a:pt x="8987" y="2843"/>
                    <a:pt x="8987" y="2843"/>
                    <a:pt x="8987" y="2843"/>
                  </a:cubicBezTo>
                  <a:cubicBezTo>
                    <a:pt x="9135" y="2979"/>
                    <a:pt x="9135" y="2979"/>
                    <a:pt x="9135" y="2979"/>
                  </a:cubicBezTo>
                  <a:cubicBezTo>
                    <a:pt x="9172" y="2979"/>
                    <a:pt x="9172" y="2979"/>
                    <a:pt x="9172" y="2979"/>
                  </a:cubicBezTo>
                  <a:cubicBezTo>
                    <a:pt x="9172" y="3047"/>
                    <a:pt x="9172" y="3047"/>
                    <a:pt x="9172" y="3047"/>
                  </a:cubicBezTo>
                  <a:cubicBezTo>
                    <a:pt x="9172" y="3047"/>
                    <a:pt x="9172" y="3047"/>
                    <a:pt x="9172" y="3047"/>
                  </a:cubicBezTo>
                  <a:cubicBezTo>
                    <a:pt x="9209" y="3182"/>
                    <a:pt x="9209" y="3182"/>
                    <a:pt x="9209" y="3182"/>
                  </a:cubicBezTo>
                  <a:cubicBezTo>
                    <a:pt x="9246" y="3182"/>
                    <a:pt x="9246" y="3182"/>
                    <a:pt x="9246" y="3182"/>
                  </a:cubicBezTo>
                  <a:cubicBezTo>
                    <a:pt x="9246" y="3114"/>
                    <a:pt x="9246" y="3114"/>
                    <a:pt x="9246" y="3114"/>
                  </a:cubicBezTo>
                  <a:cubicBezTo>
                    <a:pt x="9246" y="3114"/>
                    <a:pt x="9246" y="3114"/>
                    <a:pt x="9246" y="3114"/>
                  </a:cubicBezTo>
                  <a:cubicBezTo>
                    <a:pt x="9283" y="3047"/>
                    <a:pt x="9283" y="3047"/>
                    <a:pt x="9283" y="3047"/>
                  </a:cubicBezTo>
                  <a:cubicBezTo>
                    <a:pt x="9246" y="3047"/>
                    <a:pt x="9246" y="3047"/>
                    <a:pt x="9246" y="3047"/>
                  </a:cubicBezTo>
                  <a:cubicBezTo>
                    <a:pt x="9209" y="3047"/>
                    <a:pt x="9209" y="3047"/>
                    <a:pt x="9209" y="3047"/>
                  </a:cubicBezTo>
                  <a:cubicBezTo>
                    <a:pt x="9209" y="2979"/>
                    <a:pt x="9209" y="2979"/>
                    <a:pt x="9209" y="2979"/>
                  </a:cubicBezTo>
                  <a:cubicBezTo>
                    <a:pt x="9246" y="2979"/>
                    <a:pt x="9246" y="2979"/>
                    <a:pt x="9246" y="2979"/>
                  </a:cubicBezTo>
                  <a:cubicBezTo>
                    <a:pt x="9246" y="2979"/>
                    <a:pt x="9246" y="2979"/>
                    <a:pt x="9246" y="2979"/>
                  </a:cubicBezTo>
                  <a:cubicBezTo>
                    <a:pt x="9283" y="2979"/>
                    <a:pt x="9283" y="2979"/>
                    <a:pt x="9283" y="2979"/>
                  </a:cubicBezTo>
                  <a:cubicBezTo>
                    <a:pt x="9320" y="3047"/>
                    <a:pt x="9320" y="3047"/>
                    <a:pt x="9320" y="3047"/>
                  </a:cubicBezTo>
                  <a:cubicBezTo>
                    <a:pt x="9320" y="3114"/>
                    <a:pt x="9320" y="3114"/>
                    <a:pt x="9320" y="3114"/>
                  </a:cubicBezTo>
                  <a:cubicBezTo>
                    <a:pt x="9357" y="3182"/>
                    <a:pt x="9357" y="3182"/>
                    <a:pt x="9357" y="3182"/>
                  </a:cubicBezTo>
                  <a:cubicBezTo>
                    <a:pt x="9357" y="3250"/>
                    <a:pt x="9357" y="3250"/>
                    <a:pt x="9357" y="3250"/>
                  </a:cubicBezTo>
                  <a:cubicBezTo>
                    <a:pt x="9394" y="3250"/>
                    <a:pt x="9394" y="3250"/>
                    <a:pt x="9394" y="3250"/>
                  </a:cubicBezTo>
                  <a:cubicBezTo>
                    <a:pt x="9394" y="3250"/>
                    <a:pt x="9394" y="3250"/>
                    <a:pt x="9394" y="3250"/>
                  </a:cubicBezTo>
                  <a:cubicBezTo>
                    <a:pt x="9394" y="3182"/>
                    <a:pt x="9394" y="3182"/>
                    <a:pt x="9394" y="3182"/>
                  </a:cubicBezTo>
                  <a:cubicBezTo>
                    <a:pt x="9431" y="3250"/>
                    <a:pt x="9431" y="3250"/>
                    <a:pt x="9431" y="3250"/>
                  </a:cubicBezTo>
                  <a:cubicBezTo>
                    <a:pt x="9468" y="3317"/>
                    <a:pt x="9468" y="3317"/>
                    <a:pt x="9468" y="3317"/>
                  </a:cubicBezTo>
                  <a:cubicBezTo>
                    <a:pt x="9468" y="3317"/>
                    <a:pt x="9468" y="3317"/>
                    <a:pt x="9468" y="3317"/>
                  </a:cubicBezTo>
                  <a:cubicBezTo>
                    <a:pt x="9468" y="3385"/>
                    <a:pt x="9468" y="3385"/>
                    <a:pt x="9468" y="3385"/>
                  </a:cubicBezTo>
                  <a:cubicBezTo>
                    <a:pt x="9468" y="3453"/>
                    <a:pt x="9468" y="3453"/>
                    <a:pt x="9468" y="3453"/>
                  </a:cubicBezTo>
                  <a:cubicBezTo>
                    <a:pt x="9468" y="3453"/>
                    <a:pt x="9468" y="3453"/>
                    <a:pt x="9468" y="3453"/>
                  </a:cubicBezTo>
                  <a:cubicBezTo>
                    <a:pt x="9468" y="3385"/>
                    <a:pt x="9468" y="3385"/>
                    <a:pt x="9468" y="3385"/>
                  </a:cubicBezTo>
                  <a:cubicBezTo>
                    <a:pt x="9468" y="3385"/>
                    <a:pt x="9468" y="3385"/>
                    <a:pt x="9468" y="3385"/>
                  </a:cubicBezTo>
                  <a:cubicBezTo>
                    <a:pt x="9431" y="3385"/>
                    <a:pt x="9431" y="3385"/>
                    <a:pt x="9431" y="3385"/>
                  </a:cubicBezTo>
                  <a:cubicBezTo>
                    <a:pt x="9431" y="3385"/>
                    <a:pt x="9431" y="3385"/>
                    <a:pt x="9431" y="3385"/>
                  </a:cubicBezTo>
                  <a:cubicBezTo>
                    <a:pt x="9394" y="3385"/>
                    <a:pt x="9394" y="3385"/>
                    <a:pt x="9394" y="3385"/>
                  </a:cubicBezTo>
                  <a:cubicBezTo>
                    <a:pt x="9357" y="3317"/>
                    <a:pt x="9357" y="3317"/>
                    <a:pt x="9357" y="3317"/>
                  </a:cubicBezTo>
                  <a:cubicBezTo>
                    <a:pt x="9283" y="3317"/>
                    <a:pt x="9283" y="3317"/>
                    <a:pt x="9283" y="3317"/>
                  </a:cubicBezTo>
                  <a:cubicBezTo>
                    <a:pt x="9283" y="3317"/>
                    <a:pt x="9283" y="3317"/>
                    <a:pt x="9283" y="3317"/>
                  </a:cubicBezTo>
                  <a:cubicBezTo>
                    <a:pt x="9320" y="3385"/>
                    <a:pt x="9320" y="3385"/>
                    <a:pt x="9320" y="3385"/>
                  </a:cubicBezTo>
                  <a:cubicBezTo>
                    <a:pt x="9357" y="3385"/>
                    <a:pt x="9357" y="3385"/>
                    <a:pt x="9357" y="3385"/>
                  </a:cubicBezTo>
                  <a:cubicBezTo>
                    <a:pt x="9357" y="3453"/>
                    <a:pt x="9357" y="3453"/>
                    <a:pt x="9357" y="3453"/>
                  </a:cubicBezTo>
                  <a:cubicBezTo>
                    <a:pt x="9357" y="3453"/>
                    <a:pt x="9357" y="3453"/>
                    <a:pt x="9357" y="3453"/>
                  </a:cubicBezTo>
                  <a:cubicBezTo>
                    <a:pt x="9394" y="3521"/>
                    <a:pt x="9394" y="3521"/>
                    <a:pt x="9394" y="3521"/>
                  </a:cubicBezTo>
                  <a:cubicBezTo>
                    <a:pt x="9394" y="3521"/>
                    <a:pt x="9394" y="3521"/>
                    <a:pt x="9394" y="3521"/>
                  </a:cubicBezTo>
                  <a:cubicBezTo>
                    <a:pt x="9431" y="3521"/>
                    <a:pt x="9431" y="3521"/>
                    <a:pt x="9431" y="3521"/>
                  </a:cubicBezTo>
                  <a:cubicBezTo>
                    <a:pt x="9431" y="3453"/>
                    <a:pt x="9431" y="3453"/>
                    <a:pt x="9431" y="3453"/>
                  </a:cubicBezTo>
                  <a:cubicBezTo>
                    <a:pt x="9431" y="3453"/>
                    <a:pt x="9431" y="3453"/>
                    <a:pt x="9431" y="3453"/>
                  </a:cubicBezTo>
                  <a:cubicBezTo>
                    <a:pt x="9468" y="3453"/>
                    <a:pt x="9468" y="3453"/>
                    <a:pt x="9468" y="3453"/>
                  </a:cubicBezTo>
                  <a:cubicBezTo>
                    <a:pt x="9468" y="3521"/>
                    <a:pt x="9468" y="3521"/>
                    <a:pt x="9468" y="3521"/>
                  </a:cubicBezTo>
                  <a:cubicBezTo>
                    <a:pt x="9505" y="3521"/>
                    <a:pt x="9505" y="3521"/>
                    <a:pt x="9505" y="3521"/>
                  </a:cubicBezTo>
                  <a:cubicBezTo>
                    <a:pt x="9505" y="3521"/>
                    <a:pt x="9505" y="3521"/>
                    <a:pt x="9505" y="3521"/>
                  </a:cubicBezTo>
                  <a:cubicBezTo>
                    <a:pt x="9542" y="3521"/>
                    <a:pt x="9542" y="3521"/>
                    <a:pt x="9542" y="3521"/>
                  </a:cubicBezTo>
                  <a:cubicBezTo>
                    <a:pt x="9505" y="3588"/>
                    <a:pt x="9505" y="3588"/>
                    <a:pt x="9505" y="3588"/>
                  </a:cubicBezTo>
                  <a:cubicBezTo>
                    <a:pt x="9542" y="3656"/>
                    <a:pt x="9542" y="3656"/>
                    <a:pt x="9542" y="3656"/>
                  </a:cubicBezTo>
                  <a:cubicBezTo>
                    <a:pt x="9542" y="3724"/>
                    <a:pt x="9542" y="3724"/>
                    <a:pt x="9542" y="3724"/>
                  </a:cubicBezTo>
                  <a:cubicBezTo>
                    <a:pt x="9542" y="3859"/>
                    <a:pt x="9542" y="3859"/>
                    <a:pt x="9542" y="3859"/>
                  </a:cubicBezTo>
                  <a:cubicBezTo>
                    <a:pt x="9542" y="3927"/>
                    <a:pt x="9542" y="3927"/>
                    <a:pt x="9542" y="3927"/>
                  </a:cubicBezTo>
                  <a:cubicBezTo>
                    <a:pt x="9505" y="3927"/>
                    <a:pt x="9505" y="3927"/>
                    <a:pt x="9505" y="3927"/>
                  </a:cubicBezTo>
                  <a:cubicBezTo>
                    <a:pt x="9505" y="3994"/>
                    <a:pt x="9505" y="3994"/>
                    <a:pt x="9505" y="3994"/>
                  </a:cubicBezTo>
                  <a:cubicBezTo>
                    <a:pt x="9505" y="4062"/>
                    <a:pt x="9505" y="4062"/>
                    <a:pt x="9505" y="4062"/>
                  </a:cubicBezTo>
                  <a:cubicBezTo>
                    <a:pt x="9505" y="4130"/>
                    <a:pt x="9505" y="4130"/>
                    <a:pt x="9505" y="4130"/>
                  </a:cubicBezTo>
                  <a:cubicBezTo>
                    <a:pt x="9505" y="4130"/>
                    <a:pt x="9505" y="4130"/>
                    <a:pt x="9505" y="4130"/>
                  </a:cubicBezTo>
                  <a:cubicBezTo>
                    <a:pt x="9505" y="4198"/>
                    <a:pt x="9505" y="4198"/>
                    <a:pt x="9505" y="4198"/>
                  </a:cubicBezTo>
                  <a:cubicBezTo>
                    <a:pt x="9505" y="4198"/>
                    <a:pt x="9505" y="4198"/>
                    <a:pt x="9505" y="4198"/>
                  </a:cubicBezTo>
                  <a:cubicBezTo>
                    <a:pt x="9468" y="4265"/>
                    <a:pt x="9468" y="4265"/>
                    <a:pt x="9468" y="4265"/>
                  </a:cubicBezTo>
                  <a:cubicBezTo>
                    <a:pt x="9468" y="4333"/>
                    <a:pt x="9468" y="4333"/>
                    <a:pt x="9468" y="4333"/>
                  </a:cubicBezTo>
                  <a:cubicBezTo>
                    <a:pt x="9468" y="4333"/>
                    <a:pt x="9468" y="4333"/>
                    <a:pt x="9468" y="4333"/>
                  </a:cubicBezTo>
                  <a:cubicBezTo>
                    <a:pt x="9431" y="4401"/>
                    <a:pt x="9431" y="4401"/>
                    <a:pt x="9431" y="4401"/>
                  </a:cubicBezTo>
                  <a:cubicBezTo>
                    <a:pt x="9431" y="4468"/>
                    <a:pt x="9431" y="4468"/>
                    <a:pt x="9431" y="4468"/>
                  </a:cubicBezTo>
                  <a:cubicBezTo>
                    <a:pt x="9431" y="4468"/>
                    <a:pt x="9431" y="4468"/>
                    <a:pt x="9431" y="4468"/>
                  </a:cubicBezTo>
                  <a:cubicBezTo>
                    <a:pt x="9431" y="4536"/>
                    <a:pt x="9431" y="4536"/>
                    <a:pt x="9431" y="4536"/>
                  </a:cubicBezTo>
                  <a:cubicBezTo>
                    <a:pt x="9394" y="4536"/>
                    <a:pt x="9394" y="4536"/>
                    <a:pt x="9394" y="4536"/>
                  </a:cubicBezTo>
                  <a:cubicBezTo>
                    <a:pt x="9357" y="4604"/>
                    <a:pt x="9357" y="4604"/>
                    <a:pt x="9357" y="4604"/>
                  </a:cubicBezTo>
                  <a:cubicBezTo>
                    <a:pt x="9320" y="4604"/>
                    <a:pt x="9320" y="4604"/>
                    <a:pt x="9320" y="4604"/>
                  </a:cubicBezTo>
                  <a:cubicBezTo>
                    <a:pt x="9357" y="4604"/>
                    <a:pt x="9357" y="4604"/>
                    <a:pt x="9357" y="4604"/>
                  </a:cubicBezTo>
                  <a:cubicBezTo>
                    <a:pt x="9394" y="4604"/>
                    <a:pt x="9394" y="4604"/>
                    <a:pt x="9394" y="4604"/>
                  </a:cubicBezTo>
                  <a:cubicBezTo>
                    <a:pt x="9394" y="4604"/>
                    <a:pt x="9394" y="4604"/>
                    <a:pt x="9394" y="4604"/>
                  </a:cubicBezTo>
                  <a:cubicBezTo>
                    <a:pt x="9394" y="4604"/>
                    <a:pt x="9394" y="4604"/>
                    <a:pt x="9394" y="4604"/>
                  </a:cubicBezTo>
                  <a:cubicBezTo>
                    <a:pt x="9431" y="4672"/>
                    <a:pt x="9431" y="4672"/>
                    <a:pt x="9431" y="4672"/>
                  </a:cubicBezTo>
                  <a:cubicBezTo>
                    <a:pt x="9394" y="4739"/>
                    <a:pt x="9394" y="4739"/>
                    <a:pt x="9394" y="4739"/>
                  </a:cubicBezTo>
                  <a:cubicBezTo>
                    <a:pt x="9357" y="4807"/>
                    <a:pt x="9357" y="4807"/>
                    <a:pt x="9357" y="4807"/>
                  </a:cubicBezTo>
                  <a:cubicBezTo>
                    <a:pt x="9357" y="4942"/>
                    <a:pt x="9357" y="4942"/>
                    <a:pt x="9357" y="4942"/>
                  </a:cubicBezTo>
                  <a:cubicBezTo>
                    <a:pt x="9357" y="5010"/>
                    <a:pt x="9357" y="5010"/>
                    <a:pt x="9357" y="5010"/>
                  </a:cubicBezTo>
                  <a:cubicBezTo>
                    <a:pt x="9357" y="5078"/>
                    <a:pt x="9357" y="5078"/>
                    <a:pt x="9357" y="5078"/>
                  </a:cubicBezTo>
                  <a:cubicBezTo>
                    <a:pt x="9357" y="5146"/>
                    <a:pt x="9357" y="5146"/>
                    <a:pt x="9357" y="5146"/>
                  </a:cubicBezTo>
                  <a:cubicBezTo>
                    <a:pt x="9320" y="5213"/>
                    <a:pt x="9320" y="5213"/>
                    <a:pt x="9320" y="5213"/>
                  </a:cubicBezTo>
                  <a:cubicBezTo>
                    <a:pt x="9283" y="5213"/>
                    <a:pt x="9283" y="5213"/>
                    <a:pt x="9283" y="5213"/>
                  </a:cubicBezTo>
                  <a:cubicBezTo>
                    <a:pt x="9283" y="5213"/>
                    <a:pt x="9283" y="5213"/>
                    <a:pt x="9283" y="5213"/>
                  </a:cubicBezTo>
                  <a:cubicBezTo>
                    <a:pt x="9246" y="5213"/>
                    <a:pt x="9246" y="5213"/>
                    <a:pt x="9246" y="5213"/>
                  </a:cubicBezTo>
                  <a:cubicBezTo>
                    <a:pt x="9283" y="5281"/>
                    <a:pt x="9283" y="5281"/>
                    <a:pt x="9283" y="5281"/>
                  </a:cubicBezTo>
                  <a:cubicBezTo>
                    <a:pt x="9283" y="5349"/>
                    <a:pt x="9283" y="5349"/>
                    <a:pt x="9283" y="5349"/>
                  </a:cubicBezTo>
                  <a:cubicBezTo>
                    <a:pt x="9283" y="5416"/>
                    <a:pt x="9283" y="5416"/>
                    <a:pt x="9283" y="5416"/>
                  </a:cubicBezTo>
                  <a:cubicBezTo>
                    <a:pt x="9246" y="5416"/>
                    <a:pt x="9246" y="5416"/>
                    <a:pt x="9246" y="5416"/>
                  </a:cubicBezTo>
                  <a:cubicBezTo>
                    <a:pt x="9209" y="5552"/>
                    <a:pt x="9209" y="5552"/>
                    <a:pt x="9209" y="5552"/>
                  </a:cubicBezTo>
                  <a:cubicBezTo>
                    <a:pt x="9246" y="5620"/>
                    <a:pt x="9246" y="5620"/>
                    <a:pt x="9246" y="5620"/>
                  </a:cubicBezTo>
                  <a:cubicBezTo>
                    <a:pt x="9246" y="5687"/>
                    <a:pt x="9246" y="5687"/>
                    <a:pt x="9246" y="5687"/>
                  </a:cubicBezTo>
                  <a:cubicBezTo>
                    <a:pt x="9246" y="5687"/>
                    <a:pt x="9246" y="5687"/>
                    <a:pt x="9246" y="5687"/>
                  </a:cubicBezTo>
                  <a:cubicBezTo>
                    <a:pt x="9246" y="5755"/>
                    <a:pt x="9246" y="5755"/>
                    <a:pt x="9246" y="5755"/>
                  </a:cubicBezTo>
                  <a:cubicBezTo>
                    <a:pt x="9246" y="5755"/>
                    <a:pt x="9246" y="5755"/>
                    <a:pt x="9246" y="5755"/>
                  </a:cubicBezTo>
                  <a:cubicBezTo>
                    <a:pt x="9246" y="5890"/>
                    <a:pt x="9246" y="5890"/>
                    <a:pt x="9246" y="5890"/>
                  </a:cubicBezTo>
                  <a:cubicBezTo>
                    <a:pt x="9209" y="5958"/>
                    <a:pt x="9209" y="5958"/>
                    <a:pt x="9209" y="5958"/>
                  </a:cubicBezTo>
                  <a:cubicBezTo>
                    <a:pt x="9209" y="5958"/>
                    <a:pt x="9209" y="5958"/>
                    <a:pt x="9209" y="5958"/>
                  </a:cubicBezTo>
                  <a:cubicBezTo>
                    <a:pt x="9209" y="5958"/>
                    <a:pt x="9209" y="5958"/>
                    <a:pt x="9209" y="5958"/>
                  </a:cubicBezTo>
                  <a:cubicBezTo>
                    <a:pt x="9246" y="5958"/>
                    <a:pt x="9246" y="5958"/>
                    <a:pt x="9246" y="5958"/>
                  </a:cubicBezTo>
                  <a:cubicBezTo>
                    <a:pt x="9283" y="5890"/>
                    <a:pt x="9283" y="5890"/>
                    <a:pt x="9283" y="5890"/>
                  </a:cubicBezTo>
                  <a:cubicBezTo>
                    <a:pt x="9283" y="5823"/>
                    <a:pt x="9283" y="5823"/>
                    <a:pt x="9283" y="5823"/>
                  </a:cubicBezTo>
                  <a:cubicBezTo>
                    <a:pt x="9283" y="5823"/>
                    <a:pt x="9283" y="5823"/>
                    <a:pt x="9283" y="5823"/>
                  </a:cubicBezTo>
                  <a:cubicBezTo>
                    <a:pt x="9283" y="5823"/>
                    <a:pt x="9283" y="5823"/>
                    <a:pt x="9283" y="5823"/>
                  </a:cubicBezTo>
                  <a:cubicBezTo>
                    <a:pt x="9320" y="5755"/>
                    <a:pt x="9320" y="5755"/>
                    <a:pt x="9320" y="5755"/>
                  </a:cubicBezTo>
                  <a:cubicBezTo>
                    <a:pt x="9357" y="5755"/>
                    <a:pt x="9357" y="5755"/>
                    <a:pt x="9357" y="5755"/>
                  </a:cubicBezTo>
                  <a:cubicBezTo>
                    <a:pt x="9320" y="5755"/>
                    <a:pt x="9320" y="5755"/>
                    <a:pt x="9320" y="5755"/>
                  </a:cubicBezTo>
                  <a:cubicBezTo>
                    <a:pt x="9283" y="5687"/>
                    <a:pt x="9283" y="5687"/>
                    <a:pt x="9283" y="5687"/>
                  </a:cubicBezTo>
                  <a:cubicBezTo>
                    <a:pt x="9246" y="5620"/>
                    <a:pt x="9246" y="5620"/>
                    <a:pt x="9246" y="5620"/>
                  </a:cubicBezTo>
                  <a:cubicBezTo>
                    <a:pt x="9283" y="5552"/>
                    <a:pt x="9283" y="5552"/>
                    <a:pt x="9283" y="5552"/>
                  </a:cubicBezTo>
                  <a:cubicBezTo>
                    <a:pt x="9320" y="5552"/>
                    <a:pt x="9320" y="5552"/>
                    <a:pt x="9320" y="5552"/>
                  </a:cubicBezTo>
                  <a:cubicBezTo>
                    <a:pt x="9394" y="5484"/>
                    <a:pt x="9394" y="5484"/>
                    <a:pt x="9394" y="5484"/>
                  </a:cubicBezTo>
                  <a:cubicBezTo>
                    <a:pt x="9431" y="5416"/>
                    <a:pt x="9431" y="5416"/>
                    <a:pt x="9431" y="5416"/>
                  </a:cubicBezTo>
                  <a:cubicBezTo>
                    <a:pt x="9468" y="5416"/>
                    <a:pt x="9468" y="5416"/>
                    <a:pt x="9468" y="5416"/>
                  </a:cubicBezTo>
                  <a:cubicBezTo>
                    <a:pt x="9468" y="5416"/>
                    <a:pt x="9468" y="5416"/>
                    <a:pt x="9468" y="5416"/>
                  </a:cubicBezTo>
                  <a:cubicBezTo>
                    <a:pt x="9468" y="5349"/>
                    <a:pt x="9468" y="5349"/>
                    <a:pt x="9468" y="5349"/>
                  </a:cubicBezTo>
                  <a:cubicBezTo>
                    <a:pt x="9505" y="5281"/>
                    <a:pt x="9505" y="5281"/>
                    <a:pt x="9505" y="5281"/>
                  </a:cubicBezTo>
                  <a:cubicBezTo>
                    <a:pt x="9542" y="5213"/>
                    <a:pt x="9542" y="5213"/>
                    <a:pt x="9542" y="5213"/>
                  </a:cubicBezTo>
                  <a:cubicBezTo>
                    <a:pt x="9505" y="5213"/>
                    <a:pt x="9505" y="5213"/>
                    <a:pt x="9505" y="5213"/>
                  </a:cubicBezTo>
                  <a:cubicBezTo>
                    <a:pt x="9505" y="5146"/>
                    <a:pt x="9505" y="5146"/>
                    <a:pt x="9505" y="5146"/>
                  </a:cubicBezTo>
                  <a:cubicBezTo>
                    <a:pt x="9542" y="5213"/>
                    <a:pt x="9542" y="5213"/>
                    <a:pt x="9542" y="5213"/>
                  </a:cubicBezTo>
                  <a:cubicBezTo>
                    <a:pt x="9579" y="5213"/>
                    <a:pt x="9579" y="5213"/>
                    <a:pt x="9579" y="5213"/>
                  </a:cubicBezTo>
                  <a:cubicBezTo>
                    <a:pt x="9616" y="5146"/>
                    <a:pt x="9616" y="5146"/>
                    <a:pt x="9616" y="5146"/>
                  </a:cubicBezTo>
                  <a:cubicBezTo>
                    <a:pt x="9616" y="5078"/>
                    <a:pt x="9616" y="5078"/>
                    <a:pt x="9616" y="5078"/>
                  </a:cubicBezTo>
                  <a:cubicBezTo>
                    <a:pt x="9653" y="5010"/>
                    <a:pt x="9653" y="5010"/>
                    <a:pt x="9653" y="5010"/>
                  </a:cubicBezTo>
                  <a:cubicBezTo>
                    <a:pt x="9653" y="4942"/>
                    <a:pt x="9653" y="4942"/>
                    <a:pt x="9653" y="4942"/>
                  </a:cubicBezTo>
                  <a:cubicBezTo>
                    <a:pt x="9653" y="4875"/>
                    <a:pt x="9653" y="4875"/>
                    <a:pt x="9653" y="4875"/>
                  </a:cubicBezTo>
                  <a:cubicBezTo>
                    <a:pt x="9579" y="4942"/>
                    <a:pt x="9579" y="4942"/>
                    <a:pt x="9579" y="4942"/>
                  </a:cubicBezTo>
                  <a:cubicBezTo>
                    <a:pt x="9579" y="5010"/>
                    <a:pt x="9579" y="5010"/>
                    <a:pt x="9579" y="5010"/>
                  </a:cubicBezTo>
                  <a:cubicBezTo>
                    <a:pt x="9542" y="5078"/>
                    <a:pt x="9542" y="5078"/>
                    <a:pt x="9542" y="5078"/>
                  </a:cubicBezTo>
                  <a:cubicBezTo>
                    <a:pt x="9505" y="5010"/>
                    <a:pt x="9505" y="5010"/>
                    <a:pt x="9505" y="5010"/>
                  </a:cubicBezTo>
                  <a:cubicBezTo>
                    <a:pt x="9468" y="4942"/>
                    <a:pt x="9468" y="4942"/>
                    <a:pt x="9468" y="4942"/>
                  </a:cubicBezTo>
                  <a:cubicBezTo>
                    <a:pt x="9505" y="4875"/>
                    <a:pt x="9505" y="4875"/>
                    <a:pt x="9505" y="4875"/>
                  </a:cubicBezTo>
                  <a:cubicBezTo>
                    <a:pt x="9505" y="4807"/>
                    <a:pt x="9505" y="4807"/>
                    <a:pt x="9505" y="4807"/>
                  </a:cubicBezTo>
                  <a:cubicBezTo>
                    <a:pt x="9542" y="4739"/>
                    <a:pt x="9542" y="4739"/>
                    <a:pt x="9542" y="4739"/>
                  </a:cubicBezTo>
                  <a:cubicBezTo>
                    <a:pt x="9579" y="4739"/>
                    <a:pt x="9579" y="4739"/>
                    <a:pt x="9579" y="4739"/>
                  </a:cubicBezTo>
                  <a:cubicBezTo>
                    <a:pt x="9616" y="4807"/>
                    <a:pt x="9616" y="4807"/>
                    <a:pt x="9616" y="4807"/>
                  </a:cubicBezTo>
                  <a:cubicBezTo>
                    <a:pt x="9653" y="4807"/>
                    <a:pt x="9653" y="4807"/>
                    <a:pt x="9653" y="4807"/>
                  </a:cubicBezTo>
                  <a:cubicBezTo>
                    <a:pt x="9653" y="4739"/>
                    <a:pt x="9653" y="4739"/>
                    <a:pt x="9653" y="4739"/>
                  </a:cubicBezTo>
                  <a:cubicBezTo>
                    <a:pt x="9690" y="4672"/>
                    <a:pt x="9690" y="4672"/>
                    <a:pt x="9690" y="4672"/>
                  </a:cubicBezTo>
                  <a:cubicBezTo>
                    <a:pt x="9690" y="4739"/>
                    <a:pt x="9690" y="4739"/>
                    <a:pt x="9690" y="4739"/>
                  </a:cubicBezTo>
                  <a:cubicBezTo>
                    <a:pt x="9690" y="4739"/>
                    <a:pt x="9690" y="4739"/>
                    <a:pt x="9690" y="4739"/>
                  </a:cubicBezTo>
                  <a:cubicBezTo>
                    <a:pt x="9690" y="4807"/>
                    <a:pt x="9690" y="4807"/>
                    <a:pt x="9690" y="4807"/>
                  </a:cubicBezTo>
                  <a:cubicBezTo>
                    <a:pt x="9764" y="4942"/>
                    <a:pt x="9764" y="4942"/>
                    <a:pt x="9764" y="4942"/>
                  </a:cubicBezTo>
                  <a:cubicBezTo>
                    <a:pt x="9801" y="4942"/>
                    <a:pt x="9801" y="4942"/>
                    <a:pt x="9801" y="4942"/>
                  </a:cubicBezTo>
                  <a:cubicBezTo>
                    <a:pt x="9838" y="4942"/>
                    <a:pt x="9838" y="4942"/>
                    <a:pt x="9838" y="4942"/>
                  </a:cubicBezTo>
                  <a:cubicBezTo>
                    <a:pt x="9912" y="4875"/>
                    <a:pt x="9912" y="4875"/>
                    <a:pt x="9912" y="4875"/>
                  </a:cubicBezTo>
                  <a:cubicBezTo>
                    <a:pt x="9912" y="4875"/>
                    <a:pt x="9912" y="4875"/>
                    <a:pt x="9912" y="4875"/>
                  </a:cubicBezTo>
                  <a:cubicBezTo>
                    <a:pt x="9912" y="4807"/>
                    <a:pt x="9912" y="4807"/>
                    <a:pt x="9912" y="4807"/>
                  </a:cubicBezTo>
                  <a:cubicBezTo>
                    <a:pt x="9875" y="4672"/>
                    <a:pt x="9875" y="4672"/>
                    <a:pt x="9875" y="4672"/>
                  </a:cubicBezTo>
                  <a:cubicBezTo>
                    <a:pt x="9875" y="4672"/>
                    <a:pt x="9875" y="4672"/>
                    <a:pt x="9875" y="4672"/>
                  </a:cubicBezTo>
                  <a:cubicBezTo>
                    <a:pt x="9875" y="4672"/>
                    <a:pt x="9875" y="4672"/>
                    <a:pt x="9875" y="4672"/>
                  </a:cubicBezTo>
                  <a:cubicBezTo>
                    <a:pt x="9949" y="4739"/>
                    <a:pt x="9949" y="4739"/>
                    <a:pt x="9949" y="4739"/>
                  </a:cubicBezTo>
                  <a:cubicBezTo>
                    <a:pt x="9986" y="4807"/>
                    <a:pt x="9986" y="4807"/>
                    <a:pt x="9986" y="4807"/>
                  </a:cubicBezTo>
                  <a:cubicBezTo>
                    <a:pt x="10023" y="4807"/>
                    <a:pt x="10023" y="4807"/>
                    <a:pt x="10023" y="4807"/>
                  </a:cubicBezTo>
                  <a:cubicBezTo>
                    <a:pt x="9986" y="4875"/>
                    <a:pt x="9986" y="4875"/>
                    <a:pt x="9986" y="4875"/>
                  </a:cubicBezTo>
                  <a:cubicBezTo>
                    <a:pt x="10023" y="4875"/>
                    <a:pt x="10023" y="4875"/>
                    <a:pt x="10023" y="4875"/>
                  </a:cubicBezTo>
                  <a:cubicBezTo>
                    <a:pt x="10060" y="4942"/>
                    <a:pt x="10060" y="4942"/>
                    <a:pt x="10060" y="4942"/>
                  </a:cubicBezTo>
                  <a:cubicBezTo>
                    <a:pt x="10060" y="5078"/>
                    <a:pt x="10060" y="5078"/>
                    <a:pt x="10060" y="5078"/>
                  </a:cubicBezTo>
                  <a:cubicBezTo>
                    <a:pt x="10060" y="5078"/>
                    <a:pt x="10060" y="5078"/>
                    <a:pt x="10060" y="5078"/>
                  </a:cubicBezTo>
                  <a:cubicBezTo>
                    <a:pt x="10060" y="5078"/>
                    <a:pt x="10060" y="5078"/>
                    <a:pt x="10060" y="5078"/>
                  </a:cubicBezTo>
                  <a:cubicBezTo>
                    <a:pt x="10097" y="5010"/>
                    <a:pt x="10097" y="5010"/>
                    <a:pt x="10097" y="5010"/>
                  </a:cubicBezTo>
                  <a:cubicBezTo>
                    <a:pt x="10097" y="5010"/>
                    <a:pt x="10097" y="5010"/>
                    <a:pt x="10097" y="5010"/>
                  </a:cubicBezTo>
                  <a:cubicBezTo>
                    <a:pt x="10134" y="4942"/>
                    <a:pt x="10134" y="4942"/>
                    <a:pt x="10134" y="4942"/>
                  </a:cubicBezTo>
                  <a:cubicBezTo>
                    <a:pt x="10134" y="4942"/>
                    <a:pt x="10134" y="4942"/>
                    <a:pt x="10134" y="4942"/>
                  </a:cubicBezTo>
                  <a:cubicBezTo>
                    <a:pt x="10097" y="4942"/>
                    <a:pt x="10097" y="4942"/>
                    <a:pt x="10097" y="4942"/>
                  </a:cubicBezTo>
                  <a:cubicBezTo>
                    <a:pt x="10060" y="4942"/>
                    <a:pt x="10060" y="4942"/>
                    <a:pt x="10060" y="4942"/>
                  </a:cubicBezTo>
                  <a:cubicBezTo>
                    <a:pt x="10060" y="4875"/>
                    <a:pt x="10060" y="4875"/>
                    <a:pt x="10060" y="4875"/>
                  </a:cubicBezTo>
                  <a:cubicBezTo>
                    <a:pt x="10097" y="4807"/>
                    <a:pt x="10097" y="4807"/>
                    <a:pt x="10097" y="4807"/>
                  </a:cubicBezTo>
                  <a:cubicBezTo>
                    <a:pt x="10134" y="4807"/>
                    <a:pt x="10134" y="4807"/>
                    <a:pt x="10134" y="4807"/>
                  </a:cubicBezTo>
                  <a:cubicBezTo>
                    <a:pt x="10134" y="4739"/>
                    <a:pt x="10134" y="4739"/>
                    <a:pt x="10134" y="4739"/>
                  </a:cubicBezTo>
                  <a:cubicBezTo>
                    <a:pt x="10171" y="4739"/>
                    <a:pt x="10171" y="4739"/>
                    <a:pt x="10171" y="4739"/>
                  </a:cubicBezTo>
                  <a:cubicBezTo>
                    <a:pt x="10171" y="4739"/>
                    <a:pt x="10171" y="4739"/>
                    <a:pt x="10171" y="4739"/>
                  </a:cubicBezTo>
                  <a:cubicBezTo>
                    <a:pt x="10245" y="4672"/>
                    <a:pt x="10245" y="4672"/>
                    <a:pt x="10245" y="4672"/>
                  </a:cubicBezTo>
                  <a:cubicBezTo>
                    <a:pt x="10356" y="4672"/>
                    <a:pt x="10356" y="4672"/>
                    <a:pt x="10356" y="4672"/>
                  </a:cubicBezTo>
                  <a:cubicBezTo>
                    <a:pt x="10467" y="4604"/>
                    <a:pt x="10467" y="4604"/>
                    <a:pt x="10467" y="4604"/>
                  </a:cubicBezTo>
                  <a:cubicBezTo>
                    <a:pt x="10578" y="4536"/>
                    <a:pt x="10578" y="4536"/>
                    <a:pt x="10578" y="4536"/>
                  </a:cubicBezTo>
                  <a:cubicBezTo>
                    <a:pt x="10615" y="4536"/>
                    <a:pt x="10615" y="4536"/>
                    <a:pt x="10615" y="4536"/>
                  </a:cubicBezTo>
                  <a:cubicBezTo>
                    <a:pt x="10689" y="4604"/>
                    <a:pt x="10689" y="4604"/>
                    <a:pt x="10689" y="4604"/>
                  </a:cubicBezTo>
                  <a:cubicBezTo>
                    <a:pt x="10689" y="4604"/>
                    <a:pt x="10689" y="4604"/>
                    <a:pt x="10689" y="4604"/>
                  </a:cubicBezTo>
                  <a:cubicBezTo>
                    <a:pt x="10652" y="4672"/>
                    <a:pt x="10652" y="4672"/>
                    <a:pt x="10652" y="4672"/>
                  </a:cubicBezTo>
                  <a:cubicBezTo>
                    <a:pt x="10652" y="4672"/>
                    <a:pt x="10652" y="4672"/>
                    <a:pt x="10652" y="4672"/>
                  </a:cubicBezTo>
                  <a:cubicBezTo>
                    <a:pt x="10652" y="4807"/>
                    <a:pt x="10652" y="4807"/>
                    <a:pt x="10652" y="4807"/>
                  </a:cubicBezTo>
                  <a:cubicBezTo>
                    <a:pt x="10689" y="4875"/>
                    <a:pt x="10689" y="4875"/>
                    <a:pt x="10689" y="4875"/>
                  </a:cubicBezTo>
                  <a:cubicBezTo>
                    <a:pt x="10836" y="4875"/>
                    <a:pt x="10836" y="4875"/>
                    <a:pt x="10836" y="4875"/>
                  </a:cubicBezTo>
                  <a:cubicBezTo>
                    <a:pt x="10873" y="4875"/>
                    <a:pt x="10873" y="4875"/>
                    <a:pt x="10873" y="4875"/>
                  </a:cubicBezTo>
                  <a:cubicBezTo>
                    <a:pt x="10873" y="4875"/>
                    <a:pt x="10873" y="4875"/>
                    <a:pt x="10873" y="4875"/>
                  </a:cubicBezTo>
                  <a:cubicBezTo>
                    <a:pt x="10947" y="4875"/>
                    <a:pt x="10947" y="4875"/>
                    <a:pt x="10947" y="4875"/>
                  </a:cubicBezTo>
                  <a:cubicBezTo>
                    <a:pt x="10984" y="4875"/>
                    <a:pt x="10984" y="4875"/>
                    <a:pt x="10984" y="4875"/>
                  </a:cubicBezTo>
                  <a:cubicBezTo>
                    <a:pt x="11095" y="4875"/>
                    <a:pt x="11095" y="4875"/>
                    <a:pt x="11095" y="4875"/>
                  </a:cubicBezTo>
                  <a:cubicBezTo>
                    <a:pt x="11169" y="4807"/>
                    <a:pt x="11169" y="4807"/>
                    <a:pt x="11169" y="4807"/>
                  </a:cubicBezTo>
                  <a:cubicBezTo>
                    <a:pt x="11169" y="4807"/>
                    <a:pt x="11169" y="4807"/>
                    <a:pt x="11169" y="4807"/>
                  </a:cubicBezTo>
                  <a:cubicBezTo>
                    <a:pt x="11206" y="4807"/>
                    <a:pt x="11206" y="4807"/>
                    <a:pt x="11206" y="4807"/>
                  </a:cubicBezTo>
                  <a:cubicBezTo>
                    <a:pt x="11243" y="4739"/>
                    <a:pt x="11243" y="4739"/>
                    <a:pt x="11243" y="4739"/>
                  </a:cubicBezTo>
                  <a:cubicBezTo>
                    <a:pt x="11206" y="4739"/>
                    <a:pt x="11206" y="4739"/>
                    <a:pt x="11206" y="4739"/>
                  </a:cubicBezTo>
                  <a:cubicBezTo>
                    <a:pt x="11243" y="4739"/>
                    <a:pt x="11243" y="4739"/>
                    <a:pt x="11243" y="4739"/>
                  </a:cubicBezTo>
                  <a:cubicBezTo>
                    <a:pt x="11280" y="4739"/>
                    <a:pt x="11280" y="4739"/>
                    <a:pt x="11280" y="4739"/>
                  </a:cubicBezTo>
                  <a:cubicBezTo>
                    <a:pt x="11317" y="4739"/>
                    <a:pt x="11317" y="4739"/>
                    <a:pt x="11317" y="4739"/>
                  </a:cubicBezTo>
                  <a:cubicBezTo>
                    <a:pt x="11317" y="4739"/>
                    <a:pt x="11317" y="4739"/>
                    <a:pt x="11317" y="4739"/>
                  </a:cubicBezTo>
                  <a:cubicBezTo>
                    <a:pt x="11354" y="4739"/>
                    <a:pt x="11354" y="4739"/>
                    <a:pt x="11354" y="4739"/>
                  </a:cubicBezTo>
                  <a:cubicBezTo>
                    <a:pt x="11354" y="4672"/>
                    <a:pt x="11354" y="4672"/>
                    <a:pt x="11354" y="4672"/>
                  </a:cubicBezTo>
                  <a:cubicBezTo>
                    <a:pt x="11354" y="4672"/>
                    <a:pt x="11354" y="4672"/>
                    <a:pt x="11354" y="4672"/>
                  </a:cubicBezTo>
                  <a:cubicBezTo>
                    <a:pt x="11317" y="4604"/>
                    <a:pt x="11317" y="4604"/>
                    <a:pt x="11317" y="4604"/>
                  </a:cubicBezTo>
                  <a:cubicBezTo>
                    <a:pt x="11354" y="4536"/>
                    <a:pt x="11354" y="4536"/>
                    <a:pt x="11354" y="4536"/>
                  </a:cubicBezTo>
                  <a:cubicBezTo>
                    <a:pt x="11317" y="4536"/>
                    <a:pt x="11317" y="4536"/>
                    <a:pt x="11317" y="4536"/>
                  </a:cubicBezTo>
                  <a:cubicBezTo>
                    <a:pt x="11280" y="4536"/>
                    <a:pt x="11280" y="4536"/>
                    <a:pt x="11280" y="4536"/>
                  </a:cubicBezTo>
                  <a:cubicBezTo>
                    <a:pt x="11280" y="4468"/>
                    <a:pt x="11280" y="4468"/>
                    <a:pt x="11280" y="4468"/>
                  </a:cubicBezTo>
                  <a:cubicBezTo>
                    <a:pt x="11243" y="4401"/>
                    <a:pt x="11243" y="4401"/>
                    <a:pt x="11243" y="4401"/>
                  </a:cubicBezTo>
                  <a:cubicBezTo>
                    <a:pt x="11243" y="4401"/>
                    <a:pt x="11243" y="4401"/>
                    <a:pt x="11243" y="4401"/>
                  </a:cubicBezTo>
                  <a:cubicBezTo>
                    <a:pt x="11243" y="4333"/>
                    <a:pt x="11243" y="4333"/>
                    <a:pt x="11243" y="4333"/>
                  </a:cubicBezTo>
                  <a:cubicBezTo>
                    <a:pt x="11243" y="4265"/>
                    <a:pt x="11243" y="4265"/>
                    <a:pt x="11243" y="4265"/>
                  </a:cubicBezTo>
                  <a:cubicBezTo>
                    <a:pt x="11243" y="4198"/>
                    <a:pt x="11243" y="4198"/>
                    <a:pt x="11243" y="4198"/>
                  </a:cubicBezTo>
                  <a:cubicBezTo>
                    <a:pt x="11243" y="4265"/>
                    <a:pt x="11243" y="4265"/>
                    <a:pt x="11243" y="4265"/>
                  </a:cubicBezTo>
                  <a:cubicBezTo>
                    <a:pt x="11280" y="4265"/>
                    <a:pt x="11280" y="4265"/>
                    <a:pt x="11280" y="4265"/>
                  </a:cubicBezTo>
                  <a:cubicBezTo>
                    <a:pt x="11317" y="4198"/>
                    <a:pt x="11317" y="4198"/>
                    <a:pt x="11317" y="4198"/>
                  </a:cubicBezTo>
                  <a:cubicBezTo>
                    <a:pt x="11280" y="4198"/>
                    <a:pt x="11280" y="4198"/>
                    <a:pt x="11280" y="4198"/>
                  </a:cubicBezTo>
                  <a:cubicBezTo>
                    <a:pt x="11280" y="4130"/>
                    <a:pt x="11280" y="4130"/>
                    <a:pt x="11280" y="4130"/>
                  </a:cubicBezTo>
                  <a:cubicBezTo>
                    <a:pt x="11317" y="4130"/>
                    <a:pt x="11317" y="4130"/>
                    <a:pt x="11317" y="4130"/>
                  </a:cubicBezTo>
                  <a:cubicBezTo>
                    <a:pt x="11354" y="4198"/>
                    <a:pt x="11354" y="4198"/>
                    <a:pt x="11354" y="4198"/>
                  </a:cubicBezTo>
                  <a:cubicBezTo>
                    <a:pt x="11354" y="4198"/>
                    <a:pt x="11354" y="4198"/>
                    <a:pt x="11354" y="4198"/>
                  </a:cubicBezTo>
                  <a:cubicBezTo>
                    <a:pt x="11391" y="4130"/>
                    <a:pt x="11391" y="4130"/>
                    <a:pt x="11391" y="4130"/>
                  </a:cubicBezTo>
                  <a:cubicBezTo>
                    <a:pt x="11391" y="4130"/>
                    <a:pt x="11391" y="4130"/>
                    <a:pt x="11391" y="4130"/>
                  </a:cubicBezTo>
                  <a:cubicBezTo>
                    <a:pt x="11428" y="4130"/>
                    <a:pt x="11428" y="4130"/>
                    <a:pt x="11428" y="4130"/>
                  </a:cubicBezTo>
                  <a:cubicBezTo>
                    <a:pt x="11465" y="4130"/>
                    <a:pt x="11465" y="4130"/>
                    <a:pt x="11465" y="4130"/>
                  </a:cubicBezTo>
                  <a:cubicBezTo>
                    <a:pt x="11465" y="4130"/>
                    <a:pt x="11465" y="4130"/>
                    <a:pt x="11465" y="4130"/>
                  </a:cubicBezTo>
                  <a:cubicBezTo>
                    <a:pt x="11502" y="4130"/>
                    <a:pt x="11502" y="4130"/>
                    <a:pt x="11502" y="4130"/>
                  </a:cubicBezTo>
                  <a:cubicBezTo>
                    <a:pt x="11539" y="4198"/>
                    <a:pt x="11539" y="4198"/>
                    <a:pt x="11539" y="4198"/>
                  </a:cubicBezTo>
                  <a:cubicBezTo>
                    <a:pt x="11539" y="4198"/>
                    <a:pt x="11539" y="4198"/>
                    <a:pt x="11539" y="4198"/>
                  </a:cubicBezTo>
                  <a:cubicBezTo>
                    <a:pt x="11576" y="4198"/>
                    <a:pt x="11576" y="4198"/>
                    <a:pt x="11576" y="4198"/>
                  </a:cubicBezTo>
                  <a:cubicBezTo>
                    <a:pt x="11576" y="4130"/>
                    <a:pt x="11576" y="4130"/>
                    <a:pt x="11576" y="4130"/>
                  </a:cubicBezTo>
                  <a:cubicBezTo>
                    <a:pt x="11576" y="4130"/>
                    <a:pt x="11576" y="4130"/>
                    <a:pt x="11576" y="4130"/>
                  </a:cubicBezTo>
                  <a:cubicBezTo>
                    <a:pt x="11613" y="4198"/>
                    <a:pt x="11613" y="4198"/>
                    <a:pt x="11613" y="4198"/>
                  </a:cubicBezTo>
                  <a:cubicBezTo>
                    <a:pt x="11576" y="4265"/>
                    <a:pt x="11576" y="4265"/>
                    <a:pt x="11576" y="4265"/>
                  </a:cubicBezTo>
                  <a:cubicBezTo>
                    <a:pt x="11576" y="4265"/>
                    <a:pt x="11576" y="4265"/>
                    <a:pt x="11576" y="4265"/>
                  </a:cubicBezTo>
                  <a:cubicBezTo>
                    <a:pt x="11576" y="4265"/>
                    <a:pt x="11576" y="4265"/>
                    <a:pt x="11576" y="4265"/>
                  </a:cubicBezTo>
                  <a:cubicBezTo>
                    <a:pt x="11613" y="4265"/>
                    <a:pt x="11613" y="4265"/>
                    <a:pt x="11613" y="4265"/>
                  </a:cubicBezTo>
                  <a:cubicBezTo>
                    <a:pt x="11650" y="4265"/>
                    <a:pt x="11650" y="4265"/>
                    <a:pt x="11650" y="4265"/>
                  </a:cubicBezTo>
                  <a:cubicBezTo>
                    <a:pt x="11650" y="4265"/>
                    <a:pt x="11650" y="4265"/>
                    <a:pt x="11650" y="4265"/>
                  </a:cubicBezTo>
                  <a:cubicBezTo>
                    <a:pt x="11650" y="4265"/>
                    <a:pt x="11650" y="4265"/>
                    <a:pt x="11650" y="4265"/>
                  </a:cubicBezTo>
                  <a:cubicBezTo>
                    <a:pt x="11687" y="4265"/>
                    <a:pt x="11687" y="4265"/>
                    <a:pt x="11687" y="4265"/>
                  </a:cubicBezTo>
                  <a:cubicBezTo>
                    <a:pt x="11650" y="4198"/>
                    <a:pt x="11650" y="4198"/>
                    <a:pt x="11650" y="4198"/>
                  </a:cubicBezTo>
                  <a:cubicBezTo>
                    <a:pt x="11650" y="4198"/>
                    <a:pt x="11650" y="4198"/>
                    <a:pt x="11650" y="4198"/>
                  </a:cubicBezTo>
                  <a:cubicBezTo>
                    <a:pt x="11650" y="4130"/>
                    <a:pt x="11650" y="4130"/>
                    <a:pt x="11650" y="4130"/>
                  </a:cubicBezTo>
                  <a:cubicBezTo>
                    <a:pt x="11687" y="4130"/>
                    <a:pt x="11687" y="4130"/>
                    <a:pt x="11687" y="4130"/>
                  </a:cubicBezTo>
                  <a:cubicBezTo>
                    <a:pt x="11724" y="4130"/>
                    <a:pt x="11724" y="4130"/>
                    <a:pt x="11724" y="4130"/>
                  </a:cubicBezTo>
                  <a:cubicBezTo>
                    <a:pt x="11761" y="4130"/>
                    <a:pt x="11761" y="4130"/>
                    <a:pt x="11761" y="4130"/>
                  </a:cubicBezTo>
                  <a:cubicBezTo>
                    <a:pt x="11761" y="4130"/>
                    <a:pt x="11761" y="4130"/>
                    <a:pt x="11761" y="4130"/>
                  </a:cubicBezTo>
                  <a:cubicBezTo>
                    <a:pt x="11798" y="4130"/>
                    <a:pt x="11798" y="4130"/>
                    <a:pt x="11798" y="4130"/>
                  </a:cubicBezTo>
                  <a:cubicBezTo>
                    <a:pt x="11798" y="4198"/>
                    <a:pt x="11798" y="4198"/>
                    <a:pt x="11798" y="4198"/>
                  </a:cubicBezTo>
                  <a:cubicBezTo>
                    <a:pt x="11835" y="4265"/>
                    <a:pt x="11835" y="4265"/>
                    <a:pt x="11835" y="4265"/>
                  </a:cubicBezTo>
                  <a:cubicBezTo>
                    <a:pt x="11835" y="4198"/>
                    <a:pt x="11835" y="4198"/>
                    <a:pt x="11835" y="4198"/>
                  </a:cubicBezTo>
                  <a:cubicBezTo>
                    <a:pt x="11835" y="4198"/>
                    <a:pt x="11835" y="4198"/>
                    <a:pt x="11835" y="4198"/>
                  </a:cubicBezTo>
                  <a:cubicBezTo>
                    <a:pt x="11872" y="4130"/>
                    <a:pt x="11872" y="4130"/>
                    <a:pt x="11872" y="4130"/>
                  </a:cubicBezTo>
                  <a:cubicBezTo>
                    <a:pt x="11872" y="4198"/>
                    <a:pt x="11872" y="4198"/>
                    <a:pt x="11872" y="4198"/>
                  </a:cubicBezTo>
                  <a:cubicBezTo>
                    <a:pt x="11909" y="4265"/>
                    <a:pt x="11909" y="4265"/>
                    <a:pt x="11909" y="4265"/>
                  </a:cubicBezTo>
                  <a:cubicBezTo>
                    <a:pt x="11946" y="4198"/>
                    <a:pt x="11946" y="4198"/>
                    <a:pt x="11946" y="4198"/>
                  </a:cubicBezTo>
                  <a:cubicBezTo>
                    <a:pt x="11946" y="4265"/>
                    <a:pt x="11946" y="4265"/>
                    <a:pt x="11946" y="4265"/>
                  </a:cubicBezTo>
                  <a:cubicBezTo>
                    <a:pt x="11983" y="4333"/>
                    <a:pt x="11983" y="4333"/>
                    <a:pt x="11983" y="4333"/>
                  </a:cubicBezTo>
                  <a:cubicBezTo>
                    <a:pt x="11983" y="4265"/>
                    <a:pt x="11983" y="4265"/>
                    <a:pt x="11983" y="4265"/>
                  </a:cubicBezTo>
                  <a:cubicBezTo>
                    <a:pt x="12020" y="4265"/>
                    <a:pt x="12020" y="4265"/>
                    <a:pt x="12020" y="4265"/>
                  </a:cubicBezTo>
                  <a:cubicBezTo>
                    <a:pt x="12020" y="4265"/>
                    <a:pt x="12020" y="4265"/>
                    <a:pt x="12020" y="4265"/>
                  </a:cubicBezTo>
                  <a:cubicBezTo>
                    <a:pt x="12020" y="4333"/>
                    <a:pt x="12020" y="4333"/>
                    <a:pt x="12020" y="4333"/>
                  </a:cubicBezTo>
                  <a:cubicBezTo>
                    <a:pt x="12020" y="4401"/>
                    <a:pt x="12020" y="4401"/>
                    <a:pt x="12020" y="4401"/>
                  </a:cubicBezTo>
                  <a:cubicBezTo>
                    <a:pt x="12057" y="4401"/>
                    <a:pt x="12057" y="4401"/>
                    <a:pt x="12057" y="4401"/>
                  </a:cubicBezTo>
                  <a:cubicBezTo>
                    <a:pt x="12094" y="4401"/>
                    <a:pt x="12094" y="4401"/>
                    <a:pt x="12094" y="4401"/>
                  </a:cubicBezTo>
                  <a:cubicBezTo>
                    <a:pt x="12094" y="4468"/>
                    <a:pt x="12094" y="4468"/>
                    <a:pt x="12094" y="4468"/>
                  </a:cubicBezTo>
                  <a:cubicBezTo>
                    <a:pt x="12094" y="4401"/>
                    <a:pt x="12094" y="4401"/>
                    <a:pt x="12094" y="4401"/>
                  </a:cubicBezTo>
                  <a:cubicBezTo>
                    <a:pt x="12131" y="4401"/>
                    <a:pt x="12131" y="4401"/>
                    <a:pt x="12131" y="4401"/>
                  </a:cubicBezTo>
                  <a:cubicBezTo>
                    <a:pt x="12131" y="4468"/>
                    <a:pt x="12131" y="4468"/>
                    <a:pt x="12131" y="4468"/>
                  </a:cubicBezTo>
                  <a:cubicBezTo>
                    <a:pt x="12094" y="4536"/>
                    <a:pt x="12094" y="4536"/>
                    <a:pt x="12094" y="4536"/>
                  </a:cubicBezTo>
                  <a:cubicBezTo>
                    <a:pt x="12094" y="4604"/>
                    <a:pt x="12094" y="4604"/>
                    <a:pt x="12094" y="4604"/>
                  </a:cubicBezTo>
                  <a:cubicBezTo>
                    <a:pt x="12131" y="4536"/>
                    <a:pt x="12131" y="4536"/>
                    <a:pt x="12131" y="4536"/>
                  </a:cubicBezTo>
                  <a:cubicBezTo>
                    <a:pt x="12168" y="4536"/>
                    <a:pt x="12168" y="4536"/>
                    <a:pt x="12168" y="4536"/>
                  </a:cubicBezTo>
                  <a:cubicBezTo>
                    <a:pt x="12168" y="4536"/>
                    <a:pt x="12168" y="4536"/>
                    <a:pt x="12168" y="4536"/>
                  </a:cubicBezTo>
                  <a:cubicBezTo>
                    <a:pt x="12131" y="4672"/>
                    <a:pt x="12131" y="4672"/>
                    <a:pt x="12131" y="4672"/>
                  </a:cubicBezTo>
                  <a:cubicBezTo>
                    <a:pt x="12131" y="4739"/>
                    <a:pt x="12131" y="4739"/>
                    <a:pt x="12131" y="4739"/>
                  </a:cubicBezTo>
                  <a:cubicBezTo>
                    <a:pt x="12168" y="4739"/>
                    <a:pt x="12168" y="4739"/>
                    <a:pt x="12168" y="4739"/>
                  </a:cubicBezTo>
                  <a:cubicBezTo>
                    <a:pt x="12205" y="4739"/>
                    <a:pt x="12205" y="4739"/>
                    <a:pt x="12205" y="4739"/>
                  </a:cubicBezTo>
                  <a:cubicBezTo>
                    <a:pt x="12205" y="4672"/>
                    <a:pt x="12205" y="4672"/>
                    <a:pt x="12205" y="4672"/>
                  </a:cubicBezTo>
                  <a:cubicBezTo>
                    <a:pt x="12242" y="4672"/>
                    <a:pt x="12242" y="4672"/>
                    <a:pt x="12242" y="4672"/>
                  </a:cubicBezTo>
                  <a:cubicBezTo>
                    <a:pt x="12242" y="4739"/>
                    <a:pt x="12242" y="4739"/>
                    <a:pt x="12242" y="4739"/>
                  </a:cubicBezTo>
                  <a:cubicBezTo>
                    <a:pt x="12279" y="4739"/>
                    <a:pt x="12279" y="4739"/>
                    <a:pt x="12279" y="4739"/>
                  </a:cubicBezTo>
                  <a:cubicBezTo>
                    <a:pt x="12279" y="4807"/>
                    <a:pt x="12279" y="4807"/>
                    <a:pt x="12279" y="4807"/>
                  </a:cubicBezTo>
                  <a:cubicBezTo>
                    <a:pt x="12279" y="4875"/>
                    <a:pt x="12279" y="4875"/>
                    <a:pt x="12279" y="4875"/>
                  </a:cubicBezTo>
                  <a:cubicBezTo>
                    <a:pt x="12316" y="4875"/>
                    <a:pt x="12316" y="4875"/>
                    <a:pt x="12316" y="4875"/>
                  </a:cubicBezTo>
                  <a:cubicBezTo>
                    <a:pt x="12316" y="4875"/>
                    <a:pt x="12316" y="4875"/>
                    <a:pt x="12316" y="4875"/>
                  </a:cubicBezTo>
                  <a:cubicBezTo>
                    <a:pt x="12353" y="4875"/>
                    <a:pt x="12353" y="4875"/>
                    <a:pt x="12353" y="4875"/>
                  </a:cubicBezTo>
                  <a:cubicBezTo>
                    <a:pt x="12353" y="4942"/>
                    <a:pt x="12353" y="4942"/>
                    <a:pt x="12353" y="4942"/>
                  </a:cubicBezTo>
                  <a:cubicBezTo>
                    <a:pt x="12316" y="5010"/>
                    <a:pt x="12316" y="5010"/>
                    <a:pt x="12316" y="5010"/>
                  </a:cubicBezTo>
                  <a:cubicBezTo>
                    <a:pt x="12279" y="5010"/>
                    <a:pt x="12279" y="5010"/>
                    <a:pt x="12279" y="5010"/>
                  </a:cubicBezTo>
                  <a:cubicBezTo>
                    <a:pt x="12242" y="5010"/>
                    <a:pt x="12242" y="5010"/>
                    <a:pt x="12242" y="5010"/>
                  </a:cubicBezTo>
                  <a:cubicBezTo>
                    <a:pt x="12205" y="4942"/>
                    <a:pt x="12205" y="4942"/>
                    <a:pt x="12205" y="4942"/>
                  </a:cubicBezTo>
                  <a:cubicBezTo>
                    <a:pt x="12131" y="4942"/>
                    <a:pt x="12131" y="4942"/>
                    <a:pt x="12131" y="4942"/>
                  </a:cubicBezTo>
                  <a:cubicBezTo>
                    <a:pt x="12168" y="5010"/>
                    <a:pt x="12168" y="5010"/>
                    <a:pt x="12168" y="5010"/>
                  </a:cubicBezTo>
                  <a:cubicBezTo>
                    <a:pt x="12168" y="5078"/>
                    <a:pt x="12168" y="5078"/>
                    <a:pt x="12168" y="5078"/>
                  </a:cubicBezTo>
                  <a:cubicBezTo>
                    <a:pt x="12242" y="5078"/>
                    <a:pt x="12242" y="5078"/>
                    <a:pt x="12242" y="5078"/>
                  </a:cubicBezTo>
                  <a:cubicBezTo>
                    <a:pt x="12242" y="5146"/>
                    <a:pt x="12242" y="5146"/>
                    <a:pt x="12242" y="5146"/>
                  </a:cubicBezTo>
                  <a:cubicBezTo>
                    <a:pt x="12316" y="5213"/>
                    <a:pt x="12316" y="5213"/>
                    <a:pt x="12316" y="5213"/>
                  </a:cubicBezTo>
                  <a:cubicBezTo>
                    <a:pt x="12353" y="5213"/>
                    <a:pt x="12353" y="5213"/>
                    <a:pt x="12353" y="5213"/>
                  </a:cubicBezTo>
                  <a:cubicBezTo>
                    <a:pt x="12390" y="5146"/>
                    <a:pt x="12390" y="5146"/>
                    <a:pt x="12390" y="5146"/>
                  </a:cubicBezTo>
                  <a:cubicBezTo>
                    <a:pt x="12390" y="5146"/>
                    <a:pt x="12390" y="5146"/>
                    <a:pt x="12390" y="5146"/>
                  </a:cubicBezTo>
                  <a:cubicBezTo>
                    <a:pt x="12390" y="5078"/>
                    <a:pt x="12390" y="5078"/>
                    <a:pt x="12390" y="5078"/>
                  </a:cubicBezTo>
                  <a:cubicBezTo>
                    <a:pt x="12353" y="5010"/>
                    <a:pt x="12353" y="5010"/>
                    <a:pt x="12353" y="5010"/>
                  </a:cubicBezTo>
                  <a:cubicBezTo>
                    <a:pt x="12390" y="5010"/>
                    <a:pt x="12390" y="5010"/>
                    <a:pt x="12390" y="5010"/>
                  </a:cubicBezTo>
                  <a:cubicBezTo>
                    <a:pt x="12427" y="5078"/>
                    <a:pt x="12427" y="5078"/>
                    <a:pt x="12427" y="5078"/>
                  </a:cubicBezTo>
                  <a:cubicBezTo>
                    <a:pt x="12464" y="5146"/>
                    <a:pt x="12464" y="5146"/>
                    <a:pt x="12464" y="5146"/>
                  </a:cubicBezTo>
                  <a:cubicBezTo>
                    <a:pt x="12464" y="5146"/>
                    <a:pt x="12464" y="5146"/>
                    <a:pt x="12464" y="5146"/>
                  </a:cubicBezTo>
                  <a:cubicBezTo>
                    <a:pt x="12427" y="5146"/>
                    <a:pt x="12427" y="5146"/>
                    <a:pt x="12427" y="5146"/>
                  </a:cubicBezTo>
                  <a:cubicBezTo>
                    <a:pt x="12390" y="5281"/>
                    <a:pt x="12390" y="5281"/>
                    <a:pt x="12390" y="5281"/>
                  </a:cubicBezTo>
                  <a:cubicBezTo>
                    <a:pt x="12390" y="5281"/>
                    <a:pt x="12390" y="5281"/>
                    <a:pt x="12390" y="5281"/>
                  </a:cubicBezTo>
                  <a:cubicBezTo>
                    <a:pt x="12427" y="5281"/>
                    <a:pt x="12427" y="5281"/>
                    <a:pt x="12427" y="5281"/>
                  </a:cubicBezTo>
                  <a:cubicBezTo>
                    <a:pt x="12427" y="5281"/>
                    <a:pt x="12427" y="5281"/>
                    <a:pt x="12427" y="5281"/>
                  </a:cubicBezTo>
                  <a:cubicBezTo>
                    <a:pt x="12464" y="5281"/>
                    <a:pt x="12464" y="5281"/>
                    <a:pt x="12464" y="5281"/>
                  </a:cubicBezTo>
                  <a:cubicBezTo>
                    <a:pt x="12575" y="5416"/>
                    <a:pt x="12575" y="5416"/>
                    <a:pt x="12575" y="5416"/>
                  </a:cubicBezTo>
                  <a:cubicBezTo>
                    <a:pt x="12612" y="5416"/>
                    <a:pt x="12612" y="5416"/>
                    <a:pt x="12612" y="5416"/>
                  </a:cubicBezTo>
                  <a:cubicBezTo>
                    <a:pt x="12612" y="5484"/>
                    <a:pt x="12612" y="5484"/>
                    <a:pt x="12612" y="5484"/>
                  </a:cubicBezTo>
                  <a:cubicBezTo>
                    <a:pt x="12723" y="5552"/>
                    <a:pt x="12723" y="5552"/>
                    <a:pt x="12723" y="5552"/>
                  </a:cubicBezTo>
                  <a:cubicBezTo>
                    <a:pt x="12760" y="5620"/>
                    <a:pt x="12760" y="5620"/>
                    <a:pt x="12760" y="5620"/>
                  </a:cubicBezTo>
                  <a:cubicBezTo>
                    <a:pt x="12797" y="5620"/>
                    <a:pt x="12797" y="5620"/>
                    <a:pt x="12797" y="5620"/>
                  </a:cubicBezTo>
                  <a:cubicBezTo>
                    <a:pt x="12797" y="5620"/>
                    <a:pt x="12797" y="5620"/>
                    <a:pt x="12797" y="5620"/>
                  </a:cubicBezTo>
                  <a:cubicBezTo>
                    <a:pt x="12797" y="5552"/>
                    <a:pt x="12797" y="5552"/>
                    <a:pt x="12797" y="5552"/>
                  </a:cubicBezTo>
                  <a:cubicBezTo>
                    <a:pt x="12834" y="5552"/>
                    <a:pt x="12834" y="5552"/>
                    <a:pt x="12834" y="5552"/>
                  </a:cubicBezTo>
                  <a:cubicBezTo>
                    <a:pt x="12834" y="5620"/>
                    <a:pt x="12834" y="5620"/>
                    <a:pt x="12834" y="5620"/>
                  </a:cubicBezTo>
                  <a:cubicBezTo>
                    <a:pt x="12871" y="5620"/>
                    <a:pt x="12871" y="5620"/>
                    <a:pt x="12871" y="5620"/>
                  </a:cubicBezTo>
                  <a:cubicBezTo>
                    <a:pt x="12871" y="5687"/>
                    <a:pt x="12871" y="5687"/>
                    <a:pt x="12871" y="5687"/>
                  </a:cubicBezTo>
                  <a:cubicBezTo>
                    <a:pt x="12908" y="5687"/>
                    <a:pt x="12908" y="5687"/>
                    <a:pt x="12908" y="5687"/>
                  </a:cubicBezTo>
                  <a:cubicBezTo>
                    <a:pt x="12908" y="5620"/>
                    <a:pt x="12908" y="5620"/>
                    <a:pt x="12908" y="5620"/>
                  </a:cubicBezTo>
                  <a:cubicBezTo>
                    <a:pt x="12871" y="5349"/>
                    <a:pt x="12871" y="5349"/>
                    <a:pt x="12871" y="5349"/>
                  </a:cubicBezTo>
                  <a:cubicBezTo>
                    <a:pt x="12834" y="5213"/>
                    <a:pt x="12834" y="5213"/>
                    <a:pt x="12834" y="5213"/>
                  </a:cubicBezTo>
                  <a:cubicBezTo>
                    <a:pt x="12797" y="5010"/>
                    <a:pt x="12797" y="5010"/>
                    <a:pt x="12797" y="5010"/>
                  </a:cubicBezTo>
                  <a:cubicBezTo>
                    <a:pt x="12797" y="4875"/>
                    <a:pt x="12797" y="4875"/>
                    <a:pt x="12797" y="4875"/>
                  </a:cubicBezTo>
                  <a:cubicBezTo>
                    <a:pt x="12760" y="4807"/>
                    <a:pt x="12760" y="4807"/>
                    <a:pt x="12760" y="4807"/>
                  </a:cubicBezTo>
                  <a:cubicBezTo>
                    <a:pt x="12760" y="4739"/>
                    <a:pt x="12760" y="4739"/>
                    <a:pt x="12760" y="4739"/>
                  </a:cubicBezTo>
                  <a:cubicBezTo>
                    <a:pt x="12797" y="4807"/>
                    <a:pt x="12797" y="4807"/>
                    <a:pt x="12797" y="4807"/>
                  </a:cubicBezTo>
                  <a:cubicBezTo>
                    <a:pt x="12797" y="4875"/>
                    <a:pt x="12797" y="4875"/>
                    <a:pt x="12797" y="4875"/>
                  </a:cubicBezTo>
                  <a:cubicBezTo>
                    <a:pt x="12834" y="4942"/>
                    <a:pt x="12834" y="4942"/>
                    <a:pt x="12834" y="4942"/>
                  </a:cubicBezTo>
                  <a:cubicBezTo>
                    <a:pt x="12871" y="4942"/>
                    <a:pt x="12871" y="4942"/>
                    <a:pt x="12871" y="4942"/>
                  </a:cubicBezTo>
                  <a:cubicBezTo>
                    <a:pt x="12908" y="5010"/>
                    <a:pt x="12908" y="5010"/>
                    <a:pt x="12908" y="5010"/>
                  </a:cubicBezTo>
                  <a:cubicBezTo>
                    <a:pt x="12982" y="5010"/>
                    <a:pt x="12982" y="5010"/>
                    <a:pt x="12982" y="5010"/>
                  </a:cubicBezTo>
                  <a:cubicBezTo>
                    <a:pt x="13093" y="5010"/>
                    <a:pt x="13093" y="5010"/>
                    <a:pt x="13093" y="5010"/>
                  </a:cubicBezTo>
                  <a:cubicBezTo>
                    <a:pt x="13130" y="5010"/>
                    <a:pt x="13130" y="5010"/>
                    <a:pt x="13130" y="5010"/>
                  </a:cubicBezTo>
                  <a:cubicBezTo>
                    <a:pt x="13167" y="5010"/>
                    <a:pt x="13167" y="5010"/>
                    <a:pt x="13167" y="5010"/>
                  </a:cubicBezTo>
                  <a:cubicBezTo>
                    <a:pt x="13204" y="5010"/>
                    <a:pt x="13204" y="5010"/>
                    <a:pt x="13204" y="5010"/>
                  </a:cubicBezTo>
                  <a:cubicBezTo>
                    <a:pt x="13204" y="5010"/>
                    <a:pt x="13204" y="5010"/>
                    <a:pt x="13204" y="5010"/>
                  </a:cubicBezTo>
                  <a:cubicBezTo>
                    <a:pt x="13167" y="4942"/>
                    <a:pt x="13167" y="4942"/>
                    <a:pt x="13167" y="4942"/>
                  </a:cubicBezTo>
                  <a:cubicBezTo>
                    <a:pt x="13167" y="4942"/>
                    <a:pt x="13167" y="4942"/>
                    <a:pt x="13167" y="4942"/>
                  </a:cubicBezTo>
                  <a:cubicBezTo>
                    <a:pt x="13167" y="4875"/>
                    <a:pt x="13167" y="4875"/>
                    <a:pt x="13167" y="4875"/>
                  </a:cubicBezTo>
                  <a:cubicBezTo>
                    <a:pt x="13167" y="4875"/>
                    <a:pt x="13167" y="4875"/>
                    <a:pt x="13167" y="4875"/>
                  </a:cubicBezTo>
                  <a:cubicBezTo>
                    <a:pt x="13167" y="4807"/>
                    <a:pt x="13167" y="4807"/>
                    <a:pt x="13167" y="4807"/>
                  </a:cubicBezTo>
                  <a:cubicBezTo>
                    <a:pt x="13278" y="4739"/>
                    <a:pt x="13278" y="4739"/>
                    <a:pt x="13278" y="4739"/>
                  </a:cubicBezTo>
                  <a:cubicBezTo>
                    <a:pt x="13315" y="4739"/>
                    <a:pt x="13315" y="4739"/>
                    <a:pt x="13315" y="4739"/>
                  </a:cubicBezTo>
                  <a:cubicBezTo>
                    <a:pt x="13315" y="4739"/>
                    <a:pt x="13315" y="4739"/>
                    <a:pt x="13315" y="4739"/>
                  </a:cubicBezTo>
                  <a:cubicBezTo>
                    <a:pt x="13352" y="4739"/>
                    <a:pt x="13352" y="4739"/>
                    <a:pt x="13352" y="4739"/>
                  </a:cubicBezTo>
                  <a:cubicBezTo>
                    <a:pt x="13426" y="4739"/>
                    <a:pt x="13426" y="4739"/>
                    <a:pt x="13426" y="4739"/>
                  </a:cubicBezTo>
                  <a:cubicBezTo>
                    <a:pt x="13463" y="4807"/>
                    <a:pt x="13463" y="4807"/>
                    <a:pt x="13463" y="4807"/>
                  </a:cubicBezTo>
                  <a:cubicBezTo>
                    <a:pt x="13499" y="4875"/>
                    <a:pt x="13499" y="4875"/>
                    <a:pt x="13499" y="4875"/>
                  </a:cubicBezTo>
                  <a:cubicBezTo>
                    <a:pt x="13499" y="4875"/>
                    <a:pt x="13499" y="4875"/>
                    <a:pt x="13499" y="4875"/>
                  </a:cubicBezTo>
                  <a:cubicBezTo>
                    <a:pt x="13573" y="4942"/>
                    <a:pt x="13573" y="4942"/>
                    <a:pt x="13573" y="4942"/>
                  </a:cubicBezTo>
                  <a:cubicBezTo>
                    <a:pt x="13573" y="4942"/>
                    <a:pt x="13573" y="4942"/>
                    <a:pt x="13573" y="4942"/>
                  </a:cubicBezTo>
                  <a:cubicBezTo>
                    <a:pt x="13647" y="4942"/>
                    <a:pt x="13647" y="4942"/>
                    <a:pt x="13647" y="4942"/>
                  </a:cubicBezTo>
                  <a:cubicBezTo>
                    <a:pt x="13610" y="4942"/>
                    <a:pt x="13610" y="4942"/>
                    <a:pt x="13610" y="4942"/>
                  </a:cubicBezTo>
                  <a:cubicBezTo>
                    <a:pt x="13610" y="4875"/>
                    <a:pt x="13610" y="4875"/>
                    <a:pt x="13610" y="4875"/>
                  </a:cubicBezTo>
                  <a:cubicBezTo>
                    <a:pt x="13647" y="4942"/>
                    <a:pt x="13647" y="4942"/>
                    <a:pt x="13647" y="4942"/>
                  </a:cubicBezTo>
                  <a:cubicBezTo>
                    <a:pt x="13684" y="4875"/>
                    <a:pt x="13684" y="4875"/>
                    <a:pt x="13684" y="4875"/>
                  </a:cubicBezTo>
                  <a:cubicBezTo>
                    <a:pt x="13647" y="4875"/>
                    <a:pt x="13647" y="4875"/>
                    <a:pt x="13647" y="4875"/>
                  </a:cubicBezTo>
                  <a:cubicBezTo>
                    <a:pt x="13684" y="4807"/>
                    <a:pt x="13684" y="4807"/>
                    <a:pt x="13684" y="4807"/>
                  </a:cubicBezTo>
                  <a:cubicBezTo>
                    <a:pt x="13647" y="4739"/>
                    <a:pt x="13647" y="4739"/>
                    <a:pt x="13647" y="4739"/>
                  </a:cubicBezTo>
                  <a:cubicBezTo>
                    <a:pt x="13610" y="4807"/>
                    <a:pt x="13610" y="4807"/>
                    <a:pt x="13610" y="4807"/>
                  </a:cubicBezTo>
                  <a:cubicBezTo>
                    <a:pt x="13573" y="4807"/>
                    <a:pt x="13573" y="4807"/>
                    <a:pt x="13573" y="4807"/>
                  </a:cubicBezTo>
                  <a:cubicBezTo>
                    <a:pt x="13573" y="4672"/>
                    <a:pt x="13573" y="4672"/>
                    <a:pt x="13573" y="4672"/>
                  </a:cubicBezTo>
                  <a:cubicBezTo>
                    <a:pt x="13536" y="4604"/>
                    <a:pt x="13536" y="4604"/>
                    <a:pt x="13536" y="4604"/>
                  </a:cubicBezTo>
                  <a:cubicBezTo>
                    <a:pt x="13573" y="4604"/>
                    <a:pt x="13573" y="4604"/>
                    <a:pt x="13573" y="4604"/>
                  </a:cubicBezTo>
                  <a:cubicBezTo>
                    <a:pt x="13573" y="4604"/>
                    <a:pt x="13573" y="4604"/>
                    <a:pt x="13573" y="4604"/>
                  </a:cubicBezTo>
                  <a:cubicBezTo>
                    <a:pt x="13610" y="4604"/>
                    <a:pt x="13610" y="4604"/>
                    <a:pt x="13610" y="4604"/>
                  </a:cubicBezTo>
                  <a:cubicBezTo>
                    <a:pt x="13610" y="4536"/>
                    <a:pt x="13610" y="4536"/>
                    <a:pt x="13610" y="4536"/>
                  </a:cubicBezTo>
                  <a:cubicBezTo>
                    <a:pt x="13610" y="4536"/>
                    <a:pt x="13610" y="4536"/>
                    <a:pt x="13610" y="4536"/>
                  </a:cubicBezTo>
                  <a:cubicBezTo>
                    <a:pt x="13684" y="4604"/>
                    <a:pt x="13684" y="4604"/>
                    <a:pt x="13684" y="4604"/>
                  </a:cubicBezTo>
                  <a:cubicBezTo>
                    <a:pt x="13684" y="4672"/>
                    <a:pt x="13684" y="4672"/>
                    <a:pt x="13684" y="4672"/>
                  </a:cubicBezTo>
                  <a:cubicBezTo>
                    <a:pt x="13721" y="4672"/>
                    <a:pt x="13721" y="4672"/>
                    <a:pt x="13721" y="4672"/>
                  </a:cubicBezTo>
                  <a:cubicBezTo>
                    <a:pt x="13721" y="4672"/>
                    <a:pt x="13721" y="4672"/>
                    <a:pt x="13721" y="4672"/>
                  </a:cubicBezTo>
                  <a:cubicBezTo>
                    <a:pt x="13758" y="4672"/>
                    <a:pt x="13758" y="4672"/>
                    <a:pt x="13758" y="4672"/>
                  </a:cubicBezTo>
                  <a:cubicBezTo>
                    <a:pt x="13721" y="4604"/>
                    <a:pt x="13721" y="4604"/>
                    <a:pt x="13721" y="4604"/>
                  </a:cubicBezTo>
                  <a:cubicBezTo>
                    <a:pt x="13758" y="4604"/>
                    <a:pt x="13758" y="4604"/>
                    <a:pt x="13758" y="4604"/>
                  </a:cubicBezTo>
                  <a:cubicBezTo>
                    <a:pt x="13795" y="4604"/>
                    <a:pt x="13795" y="4604"/>
                    <a:pt x="13795" y="4604"/>
                  </a:cubicBezTo>
                  <a:cubicBezTo>
                    <a:pt x="13795" y="4536"/>
                    <a:pt x="13795" y="4536"/>
                    <a:pt x="13795" y="4536"/>
                  </a:cubicBezTo>
                  <a:cubicBezTo>
                    <a:pt x="13758" y="4468"/>
                    <a:pt x="13758" y="4468"/>
                    <a:pt x="13758" y="4468"/>
                  </a:cubicBezTo>
                  <a:cubicBezTo>
                    <a:pt x="13721" y="4468"/>
                    <a:pt x="13721" y="4468"/>
                    <a:pt x="13721" y="4468"/>
                  </a:cubicBezTo>
                  <a:cubicBezTo>
                    <a:pt x="13684" y="4401"/>
                    <a:pt x="13684" y="4401"/>
                    <a:pt x="13684" y="4401"/>
                  </a:cubicBezTo>
                  <a:cubicBezTo>
                    <a:pt x="13684" y="4333"/>
                    <a:pt x="13684" y="4333"/>
                    <a:pt x="13684" y="4333"/>
                  </a:cubicBezTo>
                  <a:cubicBezTo>
                    <a:pt x="13647" y="4265"/>
                    <a:pt x="13647" y="4265"/>
                    <a:pt x="13647" y="4265"/>
                  </a:cubicBezTo>
                  <a:cubicBezTo>
                    <a:pt x="13610" y="4333"/>
                    <a:pt x="13610" y="4333"/>
                    <a:pt x="13610" y="4333"/>
                  </a:cubicBezTo>
                  <a:cubicBezTo>
                    <a:pt x="13573" y="4265"/>
                    <a:pt x="13573" y="4265"/>
                    <a:pt x="13573" y="4265"/>
                  </a:cubicBezTo>
                  <a:cubicBezTo>
                    <a:pt x="13647" y="4265"/>
                    <a:pt x="13647" y="4265"/>
                    <a:pt x="13647" y="4265"/>
                  </a:cubicBezTo>
                  <a:cubicBezTo>
                    <a:pt x="13610" y="4198"/>
                    <a:pt x="13610" y="4198"/>
                    <a:pt x="13610" y="4198"/>
                  </a:cubicBezTo>
                  <a:cubicBezTo>
                    <a:pt x="13610" y="4198"/>
                    <a:pt x="13610" y="4198"/>
                    <a:pt x="13610" y="4198"/>
                  </a:cubicBezTo>
                  <a:cubicBezTo>
                    <a:pt x="13610" y="4130"/>
                    <a:pt x="13610" y="4130"/>
                    <a:pt x="13610" y="4130"/>
                  </a:cubicBezTo>
                  <a:cubicBezTo>
                    <a:pt x="13647" y="4130"/>
                    <a:pt x="13647" y="4130"/>
                    <a:pt x="13647" y="4130"/>
                  </a:cubicBezTo>
                  <a:cubicBezTo>
                    <a:pt x="13647" y="3994"/>
                    <a:pt x="13647" y="3994"/>
                    <a:pt x="13647" y="3994"/>
                  </a:cubicBezTo>
                  <a:cubicBezTo>
                    <a:pt x="13610" y="4062"/>
                    <a:pt x="13610" y="4062"/>
                    <a:pt x="13610" y="4062"/>
                  </a:cubicBezTo>
                  <a:cubicBezTo>
                    <a:pt x="13573" y="4130"/>
                    <a:pt x="13573" y="4130"/>
                    <a:pt x="13573" y="4130"/>
                  </a:cubicBezTo>
                  <a:cubicBezTo>
                    <a:pt x="13573" y="4198"/>
                    <a:pt x="13573" y="4198"/>
                    <a:pt x="13573" y="4198"/>
                  </a:cubicBezTo>
                  <a:cubicBezTo>
                    <a:pt x="13499" y="4130"/>
                    <a:pt x="13499" y="4130"/>
                    <a:pt x="13499" y="4130"/>
                  </a:cubicBezTo>
                  <a:cubicBezTo>
                    <a:pt x="13463" y="4062"/>
                    <a:pt x="13463" y="4062"/>
                    <a:pt x="13463" y="4062"/>
                  </a:cubicBezTo>
                  <a:cubicBezTo>
                    <a:pt x="13499" y="3994"/>
                    <a:pt x="13499" y="3994"/>
                    <a:pt x="13499" y="3994"/>
                  </a:cubicBezTo>
                  <a:cubicBezTo>
                    <a:pt x="13499" y="3927"/>
                    <a:pt x="13499" y="3927"/>
                    <a:pt x="13499" y="3927"/>
                  </a:cubicBezTo>
                  <a:cubicBezTo>
                    <a:pt x="13536" y="3859"/>
                    <a:pt x="13536" y="3859"/>
                    <a:pt x="13536" y="3859"/>
                  </a:cubicBezTo>
                  <a:cubicBezTo>
                    <a:pt x="13573" y="3859"/>
                    <a:pt x="13573" y="3859"/>
                    <a:pt x="13573" y="3859"/>
                  </a:cubicBezTo>
                  <a:cubicBezTo>
                    <a:pt x="13647" y="3791"/>
                    <a:pt x="13647" y="3791"/>
                    <a:pt x="13647" y="3791"/>
                  </a:cubicBezTo>
                  <a:cubicBezTo>
                    <a:pt x="13647" y="3791"/>
                    <a:pt x="13647" y="3791"/>
                    <a:pt x="13647" y="3791"/>
                  </a:cubicBezTo>
                  <a:cubicBezTo>
                    <a:pt x="13610" y="3724"/>
                    <a:pt x="13610" y="3724"/>
                    <a:pt x="13610" y="3724"/>
                  </a:cubicBezTo>
                  <a:cubicBezTo>
                    <a:pt x="13573" y="3724"/>
                    <a:pt x="13573" y="3724"/>
                    <a:pt x="13573" y="3724"/>
                  </a:cubicBezTo>
                  <a:cubicBezTo>
                    <a:pt x="13536" y="3656"/>
                    <a:pt x="13536" y="3656"/>
                    <a:pt x="13536" y="3656"/>
                  </a:cubicBezTo>
                  <a:cubicBezTo>
                    <a:pt x="13499" y="3656"/>
                    <a:pt x="13499" y="3656"/>
                    <a:pt x="13499" y="3656"/>
                  </a:cubicBezTo>
                  <a:cubicBezTo>
                    <a:pt x="13463" y="3588"/>
                    <a:pt x="13463" y="3588"/>
                    <a:pt x="13463" y="3588"/>
                  </a:cubicBezTo>
                  <a:cubicBezTo>
                    <a:pt x="13499" y="3588"/>
                    <a:pt x="13499" y="3588"/>
                    <a:pt x="13499" y="3588"/>
                  </a:cubicBezTo>
                  <a:cubicBezTo>
                    <a:pt x="13573" y="3588"/>
                    <a:pt x="13573" y="3588"/>
                    <a:pt x="13573" y="3588"/>
                  </a:cubicBezTo>
                  <a:cubicBezTo>
                    <a:pt x="13647" y="3588"/>
                    <a:pt x="13647" y="3588"/>
                    <a:pt x="13647" y="3588"/>
                  </a:cubicBezTo>
                  <a:cubicBezTo>
                    <a:pt x="13721" y="3588"/>
                    <a:pt x="13721" y="3588"/>
                    <a:pt x="13721" y="3588"/>
                  </a:cubicBezTo>
                  <a:cubicBezTo>
                    <a:pt x="13832" y="3588"/>
                    <a:pt x="13832" y="3588"/>
                    <a:pt x="13832" y="3588"/>
                  </a:cubicBezTo>
                  <a:cubicBezTo>
                    <a:pt x="14017" y="3588"/>
                    <a:pt x="14017" y="3588"/>
                    <a:pt x="14017" y="3588"/>
                  </a:cubicBezTo>
                  <a:cubicBezTo>
                    <a:pt x="14054" y="3521"/>
                    <a:pt x="14054" y="3521"/>
                    <a:pt x="14054" y="3521"/>
                  </a:cubicBezTo>
                  <a:cubicBezTo>
                    <a:pt x="14165" y="3521"/>
                    <a:pt x="14165" y="3521"/>
                    <a:pt x="14165" y="3521"/>
                  </a:cubicBezTo>
                  <a:cubicBezTo>
                    <a:pt x="14239" y="3521"/>
                    <a:pt x="14239" y="3521"/>
                    <a:pt x="14239" y="3521"/>
                  </a:cubicBezTo>
                  <a:cubicBezTo>
                    <a:pt x="14276" y="3521"/>
                    <a:pt x="14276" y="3521"/>
                    <a:pt x="14276" y="3521"/>
                  </a:cubicBezTo>
                  <a:cubicBezTo>
                    <a:pt x="14387" y="3521"/>
                    <a:pt x="14387" y="3521"/>
                    <a:pt x="14387" y="3521"/>
                  </a:cubicBezTo>
                  <a:cubicBezTo>
                    <a:pt x="14313" y="3588"/>
                    <a:pt x="14313" y="3588"/>
                    <a:pt x="14313" y="3588"/>
                  </a:cubicBezTo>
                  <a:cubicBezTo>
                    <a:pt x="14239" y="3656"/>
                    <a:pt x="14239" y="3656"/>
                    <a:pt x="14239" y="3656"/>
                  </a:cubicBezTo>
                  <a:cubicBezTo>
                    <a:pt x="14202" y="3588"/>
                    <a:pt x="14202" y="3588"/>
                    <a:pt x="14202" y="3588"/>
                  </a:cubicBezTo>
                  <a:cubicBezTo>
                    <a:pt x="14165" y="3588"/>
                    <a:pt x="14165" y="3588"/>
                    <a:pt x="14165" y="3588"/>
                  </a:cubicBezTo>
                  <a:cubicBezTo>
                    <a:pt x="14128" y="3588"/>
                    <a:pt x="14128" y="3588"/>
                    <a:pt x="14128" y="3588"/>
                  </a:cubicBezTo>
                  <a:cubicBezTo>
                    <a:pt x="14128" y="3724"/>
                    <a:pt x="14128" y="3724"/>
                    <a:pt x="14128" y="3724"/>
                  </a:cubicBezTo>
                  <a:cubicBezTo>
                    <a:pt x="14128" y="3791"/>
                    <a:pt x="14128" y="3791"/>
                    <a:pt x="14128" y="3791"/>
                  </a:cubicBezTo>
                  <a:cubicBezTo>
                    <a:pt x="14128" y="3791"/>
                    <a:pt x="14128" y="3791"/>
                    <a:pt x="14128" y="3791"/>
                  </a:cubicBezTo>
                  <a:cubicBezTo>
                    <a:pt x="14128" y="3859"/>
                    <a:pt x="14128" y="3859"/>
                    <a:pt x="14128" y="3859"/>
                  </a:cubicBezTo>
                  <a:cubicBezTo>
                    <a:pt x="14128" y="3859"/>
                    <a:pt x="14128" y="3859"/>
                    <a:pt x="14128" y="3859"/>
                  </a:cubicBezTo>
                  <a:cubicBezTo>
                    <a:pt x="14202" y="3791"/>
                    <a:pt x="14202" y="3791"/>
                    <a:pt x="14202" y="3791"/>
                  </a:cubicBezTo>
                  <a:cubicBezTo>
                    <a:pt x="14202" y="3724"/>
                    <a:pt x="14202" y="3724"/>
                    <a:pt x="14202" y="3724"/>
                  </a:cubicBezTo>
                  <a:cubicBezTo>
                    <a:pt x="14276" y="3656"/>
                    <a:pt x="14276" y="3656"/>
                    <a:pt x="14276" y="3656"/>
                  </a:cubicBezTo>
                  <a:cubicBezTo>
                    <a:pt x="14387" y="3588"/>
                    <a:pt x="14387" y="3588"/>
                    <a:pt x="14387" y="3588"/>
                  </a:cubicBezTo>
                  <a:cubicBezTo>
                    <a:pt x="14424" y="3656"/>
                    <a:pt x="14424" y="3656"/>
                    <a:pt x="14424" y="3656"/>
                  </a:cubicBezTo>
                  <a:cubicBezTo>
                    <a:pt x="14424" y="3791"/>
                    <a:pt x="14424" y="3791"/>
                    <a:pt x="14424" y="3791"/>
                  </a:cubicBezTo>
                  <a:cubicBezTo>
                    <a:pt x="14387" y="3859"/>
                    <a:pt x="14387" y="3859"/>
                    <a:pt x="14387" y="3859"/>
                  </a:cubicBezTo>
                  <a:cubicBezTo>
                    <a:pt x="14387" y="3791"/>
                    <a:pt x="14387" y="3791"/>
                    <a:pt x="14387" y="3791"/>
                  </a:cubicBezTo>
                  <a:cubicBezTo>
                    <a:pt x="14350" y="3724"/>
                    <a:pt x="14350" y="3724"/>
                    <a:pt x="14350" y="3724"/>
                  </a:cubicBezTo>
                  <a:cubicBezTo>
                    <a:pt x="14350" y="3656"/>
                    <a:pt x="14350" y="3656"/>
                    <a:pt x="14350" y="3656"/>
                  </a:cubicBezTo>
                  <a:cubicBezTo>
                    <a:pt x="14313" y="3724"/>
                    <a:pt x="14313" y="3724"/>
                    <a:pt x="14313" y="3724"/>
                  </a:cubicBezTo>
                  <a:cubicBezTo>
                    <a:pt x="14276" y="3656"/>
                    <a:pt x="14276" y="3656"/>
                    <a:pt x="14276" y="3656"/>
                  </a:cubicBezTo>
                  <a:cubicBezTo>
                    <a:pt x="14313" y="3791"/>
                    <a:pt x="14313" y="3791"/>
                    <a:pt x="14313" y="3791"/>
                  </a:cubicBezTo>
                  <a:cubicBezTo>
                    <a:pt x="14350" y="3791"/>
                    <a:pt x="14350" y="3791"/>
                    <a:pt x="14350" y="3791"/>
                  </a:cubicBezTo>
                  <a:cubicBezTo>
                    <a:pt x="14350" y="3927"/>
                    <a:pt x="14350" y="3927"/>
                    <a:pt x="14350" y="3927"/>
                  </a:cubicBezTo>
                  <a:cubicBezTo>
                    <a:pt x="14350" y="3994"/>
                    <a:pt x="14350" y="3994"/>
                    <a:pt x="14350" y="3994"/>
                  </a:cubicBezTo>
                  <a:cubicBezTo>
                    <a:pt x="14313" y="3994"/>
                    <a:pt x="14313" y="3994"/>
                    <a:pt x="14313" y="3994"/>
                  </a:cubicBezTo>
                  <a:cubicBezTo>
                    <a:pt x="14276" y="3994"/>
                    <a:pt x="14276" y="3994"/>
                    <a:pt x="14276" y="3994"/>
                  </a:cubicBezTo>
                  <a:cubicBezTo>
                    <a:pt x="14313" y="4062"/>
                    <a:pt x="14313" y="4062"/>
                    <a:pt x="14313" y="4062"/>
                  </a:cubicBezTo>
                  <a:cubicBezTo>
                    <a:pt x="14313" y="4130"/>
                    <a:pt x="14313" y="4130"/>
                    <a:pt x="14313" y="4130"/>
                  </a:cubicBezTo>
                  <a:cubicBezTo>
                    <a:pt x="14350" y="4130"/>
                    <a:pt x="14350" y="4130"/>
                    <a:pt x="14350" y="4130"/>
                  </a:cubicBezTo>
                  <a:cubicBezTo>
                    <a:pt x="14350" y="4130"/>
                    <a:pt x="14350" y="4130"/>
                    <a:pt x="14350" y="4130"/>
                  </a:cubicBezTo>
                  <a:cubicBezTo>
                    <a:pt x="14424" y="4062"/>
                    <a:pt x="14424" y="4062"/>
                    <a:pt x="14424" y="4062"/>
                  </a:cubicBezTo>
                  <a:cubicBezTo>
                    <a:pt x="14424" y="3994"/>
                    <a:pt x="14424" y="3994"/>
                    <a:pt x="14424" y="3994"/>
                  </a:cubicBezTo>
                  <a:cubicBezTo>
                    <a:pt x="14424" y="3927"/>
                    <a:pt x="14424" y="3927"/>
                    <a:pt x="14424" y="3927"/>
                  </a:cubicBezTo>
                  <a:cubicBezTo>
                    <a:pt x="14424" y="3859"/>
                    <a:pt x="14424" y="3859"/>
                    <a:pt x="14424" y="3859"/>
                  </a:cubicBezTo>
                  <a:cubicBezTo>
                    <a:pt x="14424" y="3791"/>
                    <a:pt x="14424" y="3791"/>
                    <a:pt x="14424" y="3791"/>
                  </a:cubicBezTo>
                  <a:cubicBezTo>
                    <a:pt x="14424" y="3521"/>
                    <a:pt x="14424" y="3521"/>
                    <a:pt x="14424" y="3521"/>
                  </a:cubicBezTo>
                  <a:cubicBezTo>
                    <a:pt x="14461" y="3453"/>
                    <a:pt x="14461" y="3453"/>
                    <a:pt x="14461" y="3453"/>
                  </a:cubicBezTo>
                  <a:cubicBezTo>
                    <a:pt x="14572" y="3385"/>
                    <a:pt x="14572" y="3385"/>
                    <a:pt x="14572" y="3385"/>
                  </a:cubicBezTo>
                  <a:cubicBezTo>
                    <a:pt x="14646" y="3385"/>
                    <a:pt x="14646" y="3385"/>
                    <a:pt x="14646" y="3385"/>
                  </a:cubicBezTo>
                  <a:cubicBezTo>
                    <a:pt x="14757" y="3385"/>
                    <a:pt x="14757" y="3385"/>
                    <a:pt x="14757" y="3385"/>
                  </a:cubicBezTo>
                  <a:cubicBezTo>
                    <a:pt x="14868" y="3453"/>
                    <a:pt x="14868" y="3453"/>
                    <a:pt x="14868" y="3453"/>
                  </a:cubicBezTo>
                  <a:cubicBezTo>
                    <a:pt x="14905" y="3588"/>
                    <a:pt x="14905" y="3588"/>
                    <a:pt x="14905" y="3588"/>
                  </a:cubicBezTo>
                  <a:cubicBezTo>
                    <a:pt x="14905" y="3656"/>
                    <a:pt x="14905" y="3656"/>
                    <a:pt x="14905" y="3656"/>
                  </a:cubicBezTo>
                  <a:cubicBezTo>
                    <a:pt x="14868" y="3656"/>
                    <a:pt x="14868" y="3656"/>
                    <a:pt x="14868" y="3656"/>
                  </a:cubicBezTo>
                  <a:cubicBezTo>
                    <a:pt x="14831" y="3588"/>
                    <a:pt x="14831" y="3588"/>
                    <a:pt x="14831" y="3588"/>
                  </a:cubicBezTo>
                  <a:cubicBezTo>
                    <a:pt x="14831" y="3588"/>
                    <a:pt x="14831" y="3588"/>
                    <a:pt x="14831" y="3588"/>
                  </a:cubicBezTo>
                  <a:cubicBezTo>
                    <a:pt x="14831" y="3656"/>
                    <a:pt x="14831" y="3656"/>
                    <a:pt x="14831" y="3656"/>
                  </a:cubicBezTo>
                  <a:cubicBezTo>
                    <a:pt x="14831" y="3724"/>
                    <a:pt x="14831" y="3724"/>
                    <a:pt x="14831" y="3724"/>
                  </a:cubicBezTo>
                  <a:cubicBezTo>
                    <a:pt x="14831" y="3791"/>
                    <a:pt x="14831" y="3791"/>
                    <a:pt x="14831" y="3791"/>
                  </a:cubicBezTo>
                  <a:cubicBezTo>
                    <a:pt x="14794" y="3791"/>
                    <a:pt x="14794" y="3791"/>
                    <a:pt x="14794" y="3791"/>
                  </a:cubicBezTo>
                  <a:cubicBezTo>
                    <a:pt x="14831" y="3791"/>
                    <a:pt x="14831" y="3791"/>
                    <a:pt x="14831" y="3791"/>
                  </a:cubicBezTo>
                  <a:cubicBezTo>
                    <a:pt x="14868" y="3791"/>
                    <a:pt x="14868" y="3791"/>
                    <a:pt x="14868" y="3791"/>
                  </a:cubicBezTo>
                  <a:cubicBezTo>
                    <a:pt x="14905" y="3791"/>
                    <a:pt x="14905" y="3791"/>
                    <a:pt x="14905" y="3791"/>
                  </a:cubicBezTo>
                  <a:cubicBezTo>
                    <a:pt x="14942" y="3724"/>
                    <a:pt x="14942" y="3724"/>
                    <a:pt x="14942" y="3724"/>
                  </a:cubicBezTo>
                  <a:cubicBezTo>
                    <a:pt x="14979" y="3791"/>
                    <a:pt x="14979" y="3791"/>
                    <a:pt x="14979" y="3791"/>
                  </a:cubicBezTo>
                  <a:cubicBezTo>
                    <a:pt x="14979" y="3859"/>
                    <a:pt x="14979" y="3859"/>
                    <a:pt x="14979" y="3859"/>
                  </a:cubicBezTo>
                  <a:cubicBezTo>
                    <a:pt x="14979" y="3927"/>
                    <a:pt x="14979" y="3927"/>
                    <a:pt x="14979" y="3927"/>
                  </a:cubicBezTo>
                  <a:cubicBezTo>
                    <a:pt x="15016" y="3994"/>
                    <a:pt x="15016" y="3994"/>
                    <a:pt x="15016" y="3994"/>
                  </a:cubicBezTo>
                  <a:cubicBezTo>
                    <a:pt x="15016" y="3927"/>
                    <a:pt x="15016" y="3927"/>
                    <a:pt x="15016" y="3927"/>
                  </a:cubicBezTo>
                  <a:cubicBezTo>
                    <a:pt x="15016" y="3859"/>
                    <a:pt x="15016" y="3859"/>
                    <a:pt x="15016" y="3859"/>
                  </a:cubicBezTo>
                  <a:cubicBezTo>
                    <a:pt x="15053" y="3791"/>
                    <a:pt x="15053" y="3791"/>
                    <a:pt x="15053" y="3791"/>
                  </a:cubicBezTo>
                  <a:cubicBezTo>
                    <a:pt x="15090" y="3859"/>
                    <a:pt x="15090" y="3859"/>
                    <a:pt x="15090" y="3859"/>
                  </a:cubicBezTo>
                  <a:cubicBezTo>
                    <a:pt x="15127" y="3927"/>
                    <a:pt x="15127" y="3927"/>
                    <a:pt x="15127" y="3927"/>
                  </a:cubicBezTo>
                  <a:cubicBezTo>
                    <a:pt x="15090" y="3927"/>
                    <a:pt x="15090" y="3927"/>
                    <a:pt x="15090" y="3927"/>
                  </a:cubicBezTo>
                  <a:cubicBezTo>
                    <a:pt x="15090" y="3994"/>
                    <a:pt x="15090" y="3994"/>
                    <a:pt x="15090" y="3994"/>
                  </a:cubicBezTo>
                  <a:cubicBezTo>
                    <a:pt x="15090" y="4062"/>
                    <a:pt x="15090" y="4062"/>
                    <a:pt x="15090" y="4062"/>
                  </a:cubicBezTo>
                  <a:cubicBezTo>
                    <a:pt x="15127" y="3994"/>
                    <a:pt x="15127" y="3994"/>
                    <a:pt x="15127" y="3994"/>
                  </a:cubicBezTo>
                  <a:cubicBezTo>
                    <a:pt x="15127" y="3927"/>
                    <a:pt x="15127" y="3927"/>
                    <a:pt x="15127" y="3927"/>
                  </a:cubicBezTo>
                  <a:cubicBezTo>
                    <a:pt x="15164" y="3927"/>
                    <a:pt x="15164" y="3927"/>
                    <a:pt x="15164" y="3927"/>
                  </a:cubicBezTo>
                  <a:cubicBezTo>
                    <a:pt x="15164" y="3994"/>
                    <a:pt x="15164" y="3994"/>
                    <a:pt x="15164" y="3994"/>
                  </a:cubicBezTo>
                  <a:cubicBezTo>
                    <a:pt x="15164" y="3927"/>
                    <a:pt x="15164" y="3927"/>
                    <a:pt x="15164" y="3927"/>
                  </a:cubicBezTo>
                  <a:cubicBezTo>
                    <a:pt x="15201" y="3791"/>
                    <a:pt x="15201" y="3791"/>
                    <a:pt x="15201" y="3791"/>
                  </a:cubicBezTo>
                  <a:cubicBezTo>
                    <a:pt x="15201" y="3791"/>
                    <a:pt x="15201" y="3791"/>
                    <a:pt x="15201" y="3791"/>
                  </a:cubicBezTo>
                  <a:cubicBezTo>
                    <a:pt x="15238" y="3791"/>
                    <a:pt x="15238" y="3791"/>
                    <a:pt x="15238" y="3791"/>
                  </a:cubicBezTo>
                  <a:cubicBezTo>
                    <a:pt x="15312" y="3927"/>
                    <a:pt x="15312" y="3927"/>
                    <a:pt x="15312" y="3927"/>
                  </a:cubicBezTo>
                  <a:cubicBezTo>
                    <a:pt x="15386" y="3927"/>
                    <a:pt x="15386" y="3927"/>
                    <a:pt x="15386" y="3927"/>
                  </a:cubicBezTo>
                  <a:cubicBezTo>
                    <a:pt x="15460" y="3994"/>
                    <a:pt x="15460" y="3994"/>
                    <a:pt x="15460" y="3994"/>
                  </a:cubicBezTo>
                  <a:cubicBezTo>
                    <a:pt x="15423" y="4062"/>
                    <a:pt x="15423" y="4062"/>
                    <a:pt x="15423" y="4062"/>
                  </a:cubicBezTo>
                  <a:cubicBezTo>
                    <a:pt x="15386" y="4130"/>
                    <a:pt x="15386" y="4130"/>
                    <a:pt x="15386" y="4130"/>
                  </a:cubicBezTo>
                  <a:cubicBezTo>
                    <a:pt x="15349" y="4198"/>
                    <a:pt x="15349" y="4198"/>
                    <a:pt x="15349" y="4198"/>
                  </a:cubicBezTo>
                  <a:cubicBezTo>
                    <a:pt x="15386" y="4130"/>
                    <a:pt x="15386" y="4130"/>
                    <a:pt x="15386" y="4130"/>
                  </a:cubicBezTo>
                  <a:cubicBezTo>
                    <a:pt x="15460" y="4130"/>
                    <a:pt x="15460" y="4130"/>
                    <a:pt x="15460" y="4130"/>
                  </a:cubicBezTo>
                  <a:cubicBezTo>
                    <a:pt x="15497" y="4130"/>
                    <a:pt x="15497" y="4130"/>
                    <a:pt x="15497" y="4130"/>
                  </a:cubicBezTo>
                  <a:cubicBezTo>
                    <a:pt x="15571" y="4130"/>
                    <a:pt x="15571" y="4130"/>
                    <a:pt x="15571" y="4130"/>
                  </a:cubicBezTo>
                  <a:cubicBezTo>
                    <a:pt x="15608" y="4062"/>
                    <a:pt x="15608" y="4062"/>
                    <a:pt x="15608" y="4062"/>
                  </a:cubicBezTo>
                  <a:cubicBezTo>
                    <a:pt x="15645" y="4062"/>
                    <a:pt x="15645" y="4062"/>
                    <a:pt x="15645" y="4062"/>
                  </a:cubicBezTo>
                  <a:cubicBezTo>
                    <a:pt x="15719" y="3927"/>
                    <a:pt x="15719" y="3927"/>
                    <a:pt x="15719" y="3927"/>
                  </a:cubicBezTo>
                  <a:cubicBezTo>
                    <a:pt x="15756" y="3927"/>
                    <a:pt x="15756" y="3927"/>
                    <a:pt x="15756" y="3927"/>
                  </a:cubicBezTo>
                  <a:cubicBezTo>
                    <a:pt x="15793" y="3859"/>
                    <a:pt x="15793" y="3859"/>
                    <a:pt x="15793" y="3859"/>
                  </a:cubicBezTo>
                  <a:cubicBezTo>
                    <a:pt x="15830" y="3791"/>
                    <a:pt x="15830" y="3791"/>
                    <a:pt x="15830" y="3791"/>
                  </a:cubicBezTo>
                  <a:cubicBezTo>
                    <a:pt x="15978" y="3724"/>
                    <a:pt x="15978" y="3724"/>
                    <a:pt x="15978" y="3724"/>
                  </a:cubicBezTo>
                  <a:cubicBezTo>
                    <a:pt x="16015" y="3656"/>
                    <a:pt x="16015" y="3656"/>
                    <a:pt x="16015" y="3656"/>
                  </a:cubicBezTo>
                  <a:cubicBezTo>
                    <a:pt x="16052" y="3724"/>
                    <a:pt x="16052" y="3724"/>
                    <a:pt x="16052" y="3724"/>
                  </a:cubicBezTo>
                  <a:cubicBezTo>
                    <a:pt x="16052" y="3656"/>
                    <a:pt x="16052" y="3656"/>
                    <a:pt x="16052" y="3656"/>
                  </a:cubicBezTo>
                  <a:cubicBezTo>
                    <a:pt x="16126" y="3588"/>
                    <a:pt x="16126" y="3588"/>
                    <a:pt x="16126" y="3588"/>
                  </a:cubicBezTo>
                  <a:cubicBezTo>
                    <a:pt x="16163" y="3588"/>
                    <a:pt x="16163" y="3588"/>
                    <a:pt x="16163" y="3588"/>
                  </a:cubicBezTo>
                  <a:cubicBezTo>
                    <a:pt x="16273" y="3588"/>
                    <a:pt x="16273" y="3588"/>
                    <a:pt x="16273" y="3588"/>
                  </a:cubicBezTo>
                  <a:cubicBezTo>
                    <a:pt x="16421" y="3656"/>
                    <a:pt x="16421" y="3656"/>
                    <a:pt x="16421" y="3656"/>
                  </a:cubicBezTo>
                  <a:cubicBezTo>
                    <a:pt x="16495" y="3791"/>
                    <a:pt x="16495" y="3791"/>
                    <a:pt x="16495" y="3791"/>
                  </a:cubicBezTo>
                  <a:cubicBezTo>
                    <a:pt x="16569" y="3859"/>
                    <a:pt x="16569" y="3859"/>
                    <a:pt x="16569" y="3859"/>
                  </a:cubicBezTo>
                  <a:cubicBezTo>
                    <a:pt x="16606" y="3994"/>
                    <a:pt x="16606" y="3994"/>
                    <a:pt x="16606" y="3994"/>
                  </a:cubicBezTo>
                  <a:cubicBezTo>
                    <a:pt x="16643" y="4062"/>
                    <a:pt x="16643" y="4062"/>
                    <a:pt x="16643" y="4062"/>
                  </a:cubicBezTo>
                  <a:cubicBezTo>
                    <a:pt x="16643" y="4130"/>
                    <a:pt x="16643" y="4130"/>
                    <a:pt x="16643" y="4130"/>
                  </a:cubicBezTo>
                  <a:cubicBezTo>
                    <a:pt x="16680" y="4130"/>
                    <a:pt x="16680" y="4130"/>
                    <a:pt x="16680" y="4130"/>
                  </a:cubicBezTo>
                  <a:cubicBezTo>
                    <a:pt x="16643" y="4198"/>
                    <a:pt x="16643" y="4198"/>
                    <a:pt x="16643" y="4198"/>
                  </a:cubicBezTo>
                  <a:cubicBezTo>
                    <a:pt x="16680" y="4333"/>
                    <a:pt x="16680" y="4333"/>
                    <a:pt x="16680" y="4333"/>
                  </a:cubicBezTo>
                  <a:cubicBezTo>
                    <a:pt x="16680" y="4401"/>
                    <a:pt x="16680" y="4401"/>
                    <a:pt x="16680" y="4401"/>
                  </a:cubicBezTo>
                  <a:cubicBezTo>
                    <a:pt x="16680" y="4401"/>
                    <a:pt x="16680" y="4401"/>
                    <a:pt x="16680" y="4401"/>
                  </a:cubicBezTo>
                  <a:cubicBezTo>
                    <a:pt x="16717" y="4401"/>
                    <a:pt x="16717" y="4401"/>
                    <a:pt x="16717" y="4401"/>
                  </a:cubicBezTo>
                  <a:cubicBezTo>
                    <a:pt x="16754" y="4333"/>
                    <a:pt x="16754" y="4333"/>
                    <a:pt x="16754" y="4333"/>
                  </a:cubicBezTo>
                  <a:cubicBezTo>
                    <a:pt x="16791" y="4333"/>
                    <a:pt x="16791" y="4333"/>
                    <a:pt x="16791" y="4333"/>
                  </a:cubicBezTo>
                  <a:cubicBezTo>
                    <a:pt x="16828" y="4401"/>
                    <a:pt x="16828" y="4401"/>
                    <a:pt x="16828" y="4401"/>
                  </a:cubicBezTo>
                  <a:cubicBezTo>
                    <a:pt x="16828" y="4333"/>
                    <a:pt x="16828" y="4333"/>
                    <a:pt x="16828" y="4333"/>
                  </a:cubicBezTo>
                  <a:cubicBezTo>
                    <a:pt x="16865" y="4333"/>
                    <a:pt x="16865" y="4333"/>
                    <a:pt x="16865" y="4333"/>
                  </a:cubicBezTo>
                  <a:cubicBezTo>
                    <a:pt x="16902" y="4333"/>
                    <a:pt x="16902" y="4333"/>
                    <a:pt x="16902" y="4333"/>
                  </a:cubicBezTo>
                  <a:cubicBezTo>
                    <a:pt x="16902" y="4401"/>
                    <a:pt x="16902" y="4401"/>
                    <a:pt x="16902" y="4401"/>
                  </a:cubicBezTo>
                  <a:cubicBezTo>
                    <a:pt x="16939" y="4401"/>
                    <a:pt x="16939" y="4401"/>
                    <a:pt x="16939" y="4401"/>
                  </a:cubicBezTo>
                  <a:cubicBezTo>
                    <a:pt x="16902" y="4265"/>
                    <a:pt x="16902" y="4265"/>
                    <a:pt x="16902" y="4265"/>
                  </a:cubicBezTo>
                  <a:cubicBezTo>
                    <a:pt x="16939" y="4265"/>
                    <a:pt x="16939" y="4265"/>
                    <a:pt x="16939" y="4265"/>
                  </a:cubicBezTo>
                  <a:cubicBezTo>
                    <a:pt x="16976" y="4333"/>
                    <a:pt x="16976" y="4333"/>
                    <a:pt x="16976" y="4333"/>
                  </a:cubicBezTo>
                  <a:cubicBezTo>
                    <a:pt x="17013" y="4468"/>
                    <a:pt x="17013" y="4468"/>
                    <a:pt x="17013" y="4468"/>
                  </a:cubicBezTo>
                  <a:cubicBezTo>
                    <a:pt x="17013" y="4536"/>
                    <a:pt x="17013" y="4536"/>
                    <a:pt x="17013" y="4536"/>
                  </a:cubicBezTo>
                  <a:cubicBezTo>
                    <a:pt x="17050" y="4536"/>
                    <a:pt x="17050" y="4536"/>
                    <a:pt x="17050" y="4536"/>
                  </a:cubicBezTo>
                  <a:cubicBezTo>
                    <a:pt x="17087" y="4672"/>
                    <a:pt x="17087" y="4672"/>
                    <a:pt x="17087" y="4672"/>
                  </a:cubicBezTo>
                  <a:cubicBezTo>
                    <a:pt x="17087" y="4604"/>
                    <a:pt x="17087" y="4604"/>
                    <a:pt x="17087" y="4604"/>
                  </a:cubicBezTo>
                  <a:cubicBezTo>
                    <a:pt x="17087" y="4536"/>
                    <a:pt x="17087" y="4536"/>
                    <a:pt x="17087" y="4536"/>
                  </a:cubicBezTo>
                  <a:cubicBezTo>
                    <a:pt x="17050" y="4536"/>
                    <a:pt x="17050" y="4536"/>
                    <a:pt x="17050" y="4536"/>
                  </a:cubicBezTo>
                  <a:cubicBezTo>
                    <a:pt x="17050" y="4468"/>
                    <a:pt x="17050" y="4468"/>
                    <a:pt x="17050" y="4468"/>
                  </a:cubicBezTo>
                  <a:cubicBezTo>
                    <a:pt x="17087" y="4468"/>
                    <a:pt x="17087" y="4468"/>
                    <a:pt x="17087" y="4468"/>
                  </a:cubicBezTo>
                  <a:cubicBezTo>
                    <a:pt x="17124" y="4468"/>
                    <a:pt x="17124" y="4468"/>
                    <a:pt x="17124" y="4468"/>
                  </a:cubicBezTo>
                  <a:cubicBezTo>
                    <a:pt x="17161" y="4536"/>
                    <a:pt x="17161" y="4536"/>
                    <a:pt x="17161" y="4536"/>
                  </a:cubicBezTo>
                  <a:cubicBezTo>
                    <a:pt x="17198" y="4672"/>
                    <a:pt x="17198" y="4672"/>
                    <a:pt x="17198" y="4672"/>
                  </a:cubicBezTo>
                  <a:cubicBezTo>
                    <a:pt x="17161" y="4536"/>
                    <a:pt x="17161" y="4536"/>
                    <a:pt x="17161" y="4536"/>
                  </a:cubicBezTo>
                  <a:cubicBezTo>
                    <a:pt x="17124" y="4401"/>
                    <a:pt x="17124" y="4401"/>
                    <a:pt x="17124" y="4401"/>
                  </a:cubicBezTo>
                  <a:cubicBezTo>
                    <a:pt x="17124" y="4265"/>
                    <a:pt x="17124" y="4265"/>
                    <a:pt x="17124" y="4265"/>
                  </a:cubicBezTo>
                  <a:cubicBezTo>
                    <a:pt x="17124" y="4198"/>
                    <a:pt x="17124" y="4198"/>
                    <a:pt x="17124" y="4198"/>
                  </a:cubicBezTo>
                  <a:cubicBezTo>
                    <a:pt x="17161" y="4130"/>
                    <a:pt x="17161" y="4130"/>
                    <a:pt x="17161" y="4130"/>
                  </a:cubicBezTo>
                  <a:cubicBezTo>
                    <a:pt x="17235" y="4130"/>
                    <a:pt x="17235" y="4130"/>
                    <a:pt x="17235" y="4130"/>
                  </a:cubicBezTo>
                  <a:cubicBezTo>
                    <a:pt x="17272" y="4062"/>
                    <a:pt x="17272" y="4062"/>
                    <a:pt x="17272" y="4062"/>
                  </a:cubicBezTo>
                  <a:cubicBezTo>
                    <a:pt x="17309" y="3994"/>
                    <a:pt x="17309" y="3994"/>
                    <a:pt x="17309" y="3994"/>
                  </a:cubicBezTo>
                  <a:cubicBezTo>
                    <a:pt x="17309" y="3994"/>
                    <a:pt x="17309" y="3994"/>
                    <a:pt x="17309" y="3994"/>
                  </a:cubicBezTo>
                  <a:cubicBezTo>
                    <a:pt x="17309" y="3927"/>
                    <a:pt x="17309" y="3927"/>
                    <a:pt x="17309" y="3927"/>
                  </a:cubicBezTo>
                  <a:cubicBezTo>
                    <a:pt x="17346" y="3927"/>
                    <a:pt x="17346" y="3927"/>
                    <a:pt x="17346" y="3927"/>
                  </a:cubicBezTo>
                  <a:cubicBezTo>
                    <a:pt x="17383" y="3994"/>
                    <a:pt x="17383" y="3994"/>
                    <a:pt x="17383" y="3994"/>
                  </a:cubicBezTo>
                  <a:cubicBezTo>
                    <a:pt x="17420" y="3994"/>
                    <a:pt x="17420" y="3994"/>
                    <a:pt x="17420" y="3994"/>
                  </a:cubicBezTo>
                  <a:cubicBezTo>
                    <a:pt x="17457" y="3994"/>
                    <a:pt x="17457" y="3994"/>
                    <a:pt x="17457" y="3994"/>
                  </a:cubicBezTo>
                  <a:cubicBezTo>
                    <a:pt x="17494" y="3927"/>
                    <a:pt x="17494" y="3927"/>
                    <a:pt x="17494" y="3927"/>
                  </a:cubicBezTo>
                  <a:cubicBezTo>
                    <a:pt x="17531" y="3994"/>
                    <a:pt x="17531" y="3994"/>
                    <a:pt x="17531" y="3994"/>
                  </a:cubicBezTo>
                  <a:cubicBezTo>
                    <a:pt x="17568" y="3927"/>
                    <a:pt x="17568" y="3927"/>
                    <a:pt x="17568" y="3927"/>
                  </a:cubicBezTo>
                  <a:cubicBezTo>
                    <a:pt x="17642" y="3927"/>
                    <a:pt x="17642" y="3927"/>
                    <a:pt x="17642" y="3927"/>
                  </a:cubicBezTo>
                  <a:cubicBezTo>
                    <a:pt x="17679" y="3927"/>
                    <a:pt x="17679" y="3927"/>
                    <a:pt x="17679" y="3927"/>
                  </a:cubicBezTo>
                  <a:cubicBezTo>
                    <a:pt x="17679" y="3927"/>
                    <a:pt x="17679" y="3927"/>
                    <a:pt x="17679" y="3927"/>
                  </a:cubicBezTo>
                  <a:cubicBezTo>
                    <a:pt x="17679" y="3927"/>
                    <a:pt x="17679" y="3927"/>
                    <a:pt x="17679" y="3927"/>
                  </a:cubicBezTo>
                  <a:cubicBezTo>
                    <a:pt x="17716" y="3994"/>
                    <a:pt x="17716" y="3994"/>
                    <a:pt x="17716" y="3994"/>
                  </a:cubicBezTo>
                  <a:cubicBezTo>
                    <a:pt x="17716" y="3927"/>
                    <a:pt x="17716" y="3927"/>
                    <a:pt x="17716" y="3927"/>
                  </a:cubicBezTo>
                  <a:cubicBezTo>
                    <a:pt x="17753" y="3859"/>
                    <a:pt x="17753" y="3859"/>
                    <a:pt x="17753" y="3859"/>
                  </a:cubicBezTo>
                  <a:cubicBezTo>
                    <a:pt x="17753" y="3791"/>
                    <a:pt x="17753" y="3791"/>
                    <a:pt x="17753" y="3791"/>
                  </a:cubicBezTo>
                  <a:cubicBezTo>
                    <a:pt x="17753" y="3724"/>
                    <a:pt x="17753" y="3724"/>
                    <a:pt x="17753" y="3724"/>
                  </a:cubicBezTo>
                  <a:cubicBezTo>
                    <a:pt x="17753" y="3656"/>
                    <a:pt x="17753" y="3656"/>
                    <a:pt x="17753" y="3656"/>
                  </a:cubicBezTo>
                  <a:cubicBezTo>
                    <a:pt x="17790" y="3656"/>
                    <a:pt x="17790" y="3656"/>
                    <a:pt x="17790" y="3656"/>
                  </a:cubicBezTo>
                  <a:cubicBezTo>
                    <a:pt x="17827" y="3656"/>
                    <a:pt x="17827" y="3656"/>
                    <a:pt x="17827" y="3656"/>
                  </a:cubicBezTo>
                  <a:cubicBezTo>
                    <a:pt x="17864" y="3724"/>
                    <a:pt x="17864" y="3724"/>
                    <a:pt x="17864" y="3724"/>
                  </a:cubicBezTo>
                  <a:cubicBezTo>
                    <a:pt x="17864" y="3724"/>
                    <a:pt x="17864" y="3724"/>
                    <a:pt x="17864" y="3724"/>
                  </a:cubicBezTo>
                  <a:cubicBezTo>
                    <a:pt x="17901" y="3724"/>
                    <a:pt x="17901" y="3724"/>
                    <a:pt x="17901" y="3724"/>
                  </a:cubicBezTo>
                  <a:cubicBezTo>
                    <a:pt x="17938" y="3791"/>
                    <a:pt x="17938" y="3791"/>
                    <a:pt x="17938" y="3791"/>
                  </a:cubicBezTo>
                  <a:cubicBezTo>
                    <a:pt x="17938" y="3859"/>
                    <a:pt x="17938" y="3859"/>
                    <a:pt x="17938" y="3859"/>
                  </a:cubicBezTo>
                  <a:cubicBezTo>
                    <a:pt x="17975" y="3927"/>
                    <a:pt x="17975" y="3927"/>
                    <a:pt x="17975" y="3927"/>
                  </a:cubicBezTo>
                  <a:cubicBezTo>
                    <a:pt x="18012" y="3994"/>
                    <a:pt x="18012" y="3994"/>
                    <a:pt x="18012" y="3994"/>
                  </a:cubicBezTo>
                  <a:cubicBezTo>
                    <a:pt x="18049" y="3927"/>
                    <a:pt x="18049" y="3927"/>
                    <a:pt x="18049" y="3927"/>
                  </a:cubicBezTo>
                  <a:cubicBezTo>
                    <a:pt x="18123" y="3994"/>
                    <a:pt x="18123" y="3994"/>
                    <a:pt x="18123" y="3994"/>
                  </a:cubicBezTo>
                  <a:cubicBezTo>
                    <a:pt x="18123" y="3994"/>
                    <a:pt x="18123" y="3994"/>
                    <a:pt x="18123" y="3994"/>
                  </a:cubicBezTo>
                  <a:cubicBezTo>
                    <a:pt x="18160" y="3994"/>
                    <a:pt x="18160" y="3994"/>
                    <a:pt x="18160" y="3994"/>
                  </a:cubicBezTo>
                  <a:cubicBezTo>
                    <a:pt x="18234" y="4130"/>
                    <a:pt x="18234" y="4130"/>
                    <a:pt x="18234" y="4130"/>
                  </a:cubicBezTo>
                  <a:cubicBezTo>
                    <a:pt x="18234" y="4130"/>
                    <a:pt x="18234" y="4130"/>
                    <a:pt x="18234" y="4130"/>
                  </a:cubicBezTo>
                  <a:cubicBezTo>
                    <a:pt x="18234" y="4198"/>
                    <a:pt x="18234" y="4198"/>
                    <a:pt x="18234" y="4198"/>
                  </a:cubicBezTo>
                  <a:cubicBezTo>
                    <a:pt x="18308" y="4198"/>
                    <a:pt x="18308" y="4198"/>
                    <a:pt x="18308" y="4198"/>
                  </a:cubicBezTo>
                  <a:cubicBezTo>
                    <a:pt x="18308" y="4198"/>
                    <a:pt x="18308" y="4198"/>
                    <a:pt x="18308" y="4198"/>
                  </a:cubicBezTo>
                  <a:cubicBezTo>
                    <a:pt x="18345" y="4198"/>
                    <a:pt x="18345" y="4198"/>
                    <a:pt x="18345" y="4198"/>
                  </a:cubicBezTo>
                  <a:cubicBezTo>
                    <a:pt x="18345" y="4130"/>
                    <a:pt x="18345" y="4130"/>
                    <a:pt x="18345" y="4130"/>
                  </a:cubicBezTo>
                  <a:cubicBezTo>
                    <a:pt x="18382" y="4062"/>
                    <a:pt x="18382" y="4062"/>
                    <a:pt x="18382" y="4062"/>
                  </a:cubicBezTo>
                  <a:cubicBezTo>
                    <a:pt x="18419" y="4062"/>
                    <a:pt x="18419" y="4062"/>
                    <a:pt x="18419" y="4062"/>
                  </a:cubicBezTo>
                  <a:cubicBezTo>
                    <a:pt x="18419" y="4062"/>
                    <a:pt x="18419" y="4062"/>
                    <a:pt x="18419" y="4062"/>
                  </a:cubicBezTo>
                  <a:cubicBezTo>
                    <a:pt x="18419" y="3994"/>
                    <a:pt x="18419" y="3994"/>
                    <a:pt x="18419" y="3994"/>
                  </a:cubicBezTo>
                  <a:cubicBezTo>
                    <a:pt x="18419" y="3994"/>
                    <a:pt x="18419" y="3994"/>
                    <a:pt x="18419" y="3994"/>
                  </a:cubicBezTo>
                  <a:cubicBezTo>
                    <a:pt x="18419" y="3994"/>
                    <a:pt x="18419" y="3994"/>
                    <a:pt x="18419" y="3994"/>
                  </a:cubicBezTo>
                  <a:cubicBezTo>
                    <a:pt x="18419" y="3927"/>
                    <a:pt x="18419" y="3927"/>
                    <a:pt x="18419" y="3927"/>
                  </a:cubicBezTo>
                  <a:cubicBezTo>
                    <a:pt x="18382" y="3859"/>
                    <a:pt x="18382" y="3859"/>
                    <a:pt x="18382" y="3859"/>
                  </a:cubicBezTo>
                  <a:cubicBezTo>
                    <a:pt x="18345" y="3859"/>
                    <a:pt x="18345" y="3859"/>
                    <a:pt x="18345" y="3859"/>
                  </a:cubicBezTo>
                  <a:cubicBezTo>
                    <a:pt x="18345" y="3724"/>
                    <a:pt x="18345" y="3724"/>
                    <a:pt x="18345" y="3724"/>
                  </a:cubicBezTo>
                  <a:cubicBezTo>
                    <a:pt x="18271" y="3656"/>
                    <a:pt x="18271" y="3656"/>
                    <a:pt x="18271" y="3656"/>
                  </a:cubicBezTo>
                  <a:cubicBezTo>
                    <a:pt x="18234" y="3656"/>
                    <a:pt x="18234" y="3656"/>
                    <a:pt x="18234" y="3656"/>
                  </a:cubicBezTo>
                  <a:cubicBezTo>
                    <a:pt x="18234" y="3588"/>
                    <a:pt x="18234" y="3588"/>
                    <a:pt x="18234" y="3588"/>
                  </a:cubicBezTo>
                  <a:cubicBezTo>
                    <a:pt x="18160" y="3521"/>
                    <a:pt x="18160" y="3521"/>
                    <a:pt x="18160" y="3521"/>
                  </a:cubicBezTo>
                  <a:cubicBezTo>
                    <a:pt x="18123" y="3588"/>
                    <a:pt x="18123" y="3588"/>
                    <a:pt x="18123" y="3588"/>
                  </a:cubicBezTo>
                  <a:cubicBezTo>
                    <a:pt x="18123" y="3588"/>
                    <a:pt x="18123" y="3588"/>
                    <a:pt x="18123" y="3588"/>
                  </a:cubicBezTo>
                  <a:cubicBezTo>
                    <a:pt x="18123" y="3521"/>
                    <a:pt x="18123" y="3521"/>
                    <a:pt x="18123" y="3521"/>
                  </a:cubicBezTo>
                  <a:cubicBezTo>
                    <a:pt x="18123" y="3521"/>
                    <a:pt x="18123" y="3521"/>
                    <a:pt x="18123" y="3521"/>
                  </a:cubicBezTo>
                  <a:cubicBezTo>
                    <a:pt x="18123" y="3385"/>
                    <a:pt x="18123" y="3385"/>
                    <a:pt x="18123" y="3385"/>
                  </a:cubicBezTo>
                  <a:cubicBezTo>
                    <a:pt x="18086" y="3385"/>
                    <a:pt x="18086" y="3385"/>
                    <a:pt x="18086" y="3385"/>
                  </a:cubicBezTo>
                  <a:cubicBezTo>
                    <a:pt x="18086" y="3317"/>
                    <a:pt x="18086" y="3317"/>
                    <a:pt x="18086" y="3317"/>
                  </a:cubicBezTo>
                  <a:cubicBezTo>
                    <a:pt x="18049" y="3250"/>
                    <a:pt x="18049" y="3250"/>
                    <a:pt x="18049" y="3250"/>
                  </a:cubicBezTo>
                  <a:cubicBezTo>
                    <a:pt x="18012" y="3182"/>
                    <a:pt x="18012" y="3182"/>
                    <a:pt x="18012" y="3182"/>
                  </a:cubicBezTo>
                  <a:cubicBezTo>
                    <a:pt x="18012" y="3182"/>
                    <a:pt x="18012" y="3182"/>
                    <a:pt x="18012" y="3182"/>
                  </a:cubicBezTo>
                  <a:cubicBezTo>
                    <a:pt x="18086" y="3182"/>
                    <a:pt x="18086" y="3182"/>
                    <a:pt x="18086" y="3182"/>
                  </a:cubicBezTo>
                  <a:cubicBezTo>
                    <a:pt x="18123" y="3182"/>
                    <a:pt x="18123" y="3182"/>
                    <a:pt x="18123" y="3182"/>
                  </a:cubicBezTo>
                  <a:cubicBezTo>
                    <a:pt x="18197" y="3182"/>
                    <a:pt x="18197" y="3182"/>
                    <a:pt x="18197" y="3182"/>
                  </a:cubicBezTo>
                  <a:cubicBezTo>
                    <a:pt x="18271" y="3182"/>
                    <a:pt x="18271" y="3182"/>
                    <a:pt x="18271" y="3182"/>
                  </a:cubicBezTo>
                  <a:cubicBezTo>
                    <a:pt x="18271" y="3114"/>
                    <a:pt x="18271" y="3114"/>
                    <a:pt x="18271" y="3114"/>
                  </a:cubicBezTo>
                  <a:cubicBezTo>
                    <a:pt x="18308" y="3114"/>
                    <a:pt x="18308" y="3114"/>
                    <a:pt x="18308" y="3114"/>
                  </a:cubicBezTo>
                  <a:cubicBezTo>
                    <a:pt x="18382" y="3114"/>
                    <a:pt x="18382" y="3114"/>
                    <a:pt x="18382" y="3114"/>
                  </a:cubicBezTo>
                  <a:cubicBezTo>
                    <a:pt x="18382" y="3114"/>
                    <a:pt x="18382" y="3114"/>
                    <a:pt x="18382" y="3114"/>
                  </a:cubicBezTo>
                  <a:cubicBezTo>
                    <a:pt x="18419" y="3114"/>
                    <a:pt x="18419" y="3114"/>
                    <a:pt x="18419" y="3114"/>
                  </a:cubicBezTo>
                  <a:cubicBezTo>
                    <a:pt x="18419" y="3047"/>
                    <a:pt x="18419" y="3047"/>
                    <a:pt x="18419" y="3047"/>
                  </a:cubicBezTo>
                  <a:cubicBezTo>
                    <a:pt x="18456" y="3047"/>
                    <a:pt x="18456" y="3047"/>
                    <a:pt x="18456" y="3047"/>
                  </a:cubicBezTo>
                  <a:cubicBezTo>
                    <a:pt x="18456" y="3114"/>
                    <a:pt x="18456" y="3114"/>
                    <a:pt x="18456" y="3114"/>
                  </a:cubicBezTo>
                  <a:cubicBezTo>
                    <a:pt x="18493" y="3114"/>
                    <a:pt x="18493" y="3114"/>
                    <a:pt x="18493" y="3114"/>
                  </a:cubicBezTo>
                  <a:cubicBezTo>
                    <a:pt x="18493" y="3047"/>
                    <a:pt x="18493" y="3047"/>
                    <a:pt x="18493" y="3047"/>
                  </a:cubicBezTo>
                  <a:cubicBezTo>
                    <a:pt x="18530" y="3047"/>
                    <a:pt x="18530" y="3047"/>
                    <a:pt x="18530" y="3047"/>
                  </a:cubicBezTo>
                  <a:cubicBezTo>
                    <a:pt x="18530" y="2979"/>
                    <a:pt x="18530" y="2979"/>
                    <a:pt x="18530" y="2979"/>
                  </a:cubicBezTo>
                  <a:cubicBezTo>
                    <a:pt x="18678" y="2979"/>
                    <a:pt x="18678" y="2979"/>
                    <a:pt x="18678" y="2979"/>
                  </a:cubicBezTo>
                  <a:cubicBezTo>
                    <a:pt x="18678" y="2979"/>
                    <a:pt x="18678" y="2979"/>
                    <a:pt x="18678" y="2979"/>
                  </a:cubicBezTo>
                  <a:cubicBezTo>
                    <a:pt x="18678" y="2979"/>
                    <a:pt x="18678" y="2979"/>
                    <a:pt x="18678" y="2979"/>
                  </a:cubicBezTo>
                  <a:cubicBezTo>
                    <a:pt x="18715" y="2911"/>
                    <a:pt x="18715" y="2911"/>
                    <a:pt x="18715" y="2911"/>
                  </a:cubicBezTo>
                  <a:cubicBezTo>
                    <a:pt x="18715" y="2911"/>
                    <a:pt x="18715" y="2911"/>
                    <a:pt x="18715" y="2911"/>
                  </a:cubicBezTo>
                  <a:cubicBezTo>
                    <a:pt x="18752" y="2911"/>
                    <a:pt x="18752" y="2911"/>
                    <a:pt x="18752" y="2911"/>
                  </a:cubicBezTo>
                  <a:cubicBezTo>
                    <a:pt x="18789" y="2911"/>
                    <a:pt x="18789" y="2911"/>
                    <a:pt x="18789" y="2911"/>
                  </a:cubicBezTo>
                  <a:cubicBezTo>
                    <a:pt x="18826" y="2979"/>
                    <a:pt x="18826" y="2979"/>
                    <a:pt x="18826" y="2979"/>
                  </a:cubicBezTo>
                  <a:cubicBezTo>
                    <a:pt x="18863" y="2979"/>
                    <a:pt x="18863" y="2979"/>
                    <a:pt x="18863" y="2979"/>
                  </a:cubicBezTo>
                  <a:cubicBezTo>
                    <a:pt x="18899" y="2911"/>
                    <a:pt x="18899" y="2911"/>
                    <a:pt x="18899" y="2911"/>
                  </a:cubicBezTo>
                  <a:cubicBezTo>
                    <a:pt x="18936" y="2979"/>
                    <a:pt x="18936" y="2979"/>
                    <a:pt x="18936" y="2979"/>
                  </a:cubicBezTo>
                  <a:cubicBezTo>
                    <a:pt x="18936" y="2979"/>
                    <a:pt x="18936" y="2979"/>
                    <a:pt x="18936" y="2979"/>
                  </a:cubicBezTo>
                  <a:cubicBezTo>
                    <a:pt x="18973" y="2979"/>
                    <a:pt x="18973" y="2979"/>
                    <a:pt x="18973" y="2979"/>
                  </a:cubicBezTo>
                  <a:cubicBezTo>
                    <a:pt x="19010" y="2911"/>
                    <a:pt x="19010" y="2911"/>
                    <a:pt x="19010" y="2911"/>
                  </a:cubicBezTo>
                  <a:cubicBezTo>
                    <a:pt x="19121" y="2979"/>
                    <a:pt x="19121" y="2979"/>
                    <a:pt x="19121" y="2979"/>
                  </a:cubicBezTo>
                  <a:cubicBezTo>
                    <a:pt x="19158" y="3047"/>
                    <a:pt x="19158" y="3047"/>
                    <a:pt x="19158" y="3047"/>
                  </a:cubicBezTo>
                  <a:cubicBezTo>
                    <a:pt x="19195" y="2979"/>
                    <a:pt x="19195" y="2979"/>
                    <a:pt x="19195" y="2979"/>
                  </a:cubicBezTo>
                  <a:cubicBezTo>
                    <a:pt x="19158" y="2979"/>
                    <a:pt x="19158" y="2979"/>
                    <a:pt x="19158" y="2979"/>
                  </a:cubicBezTo>
                  <a:cubicBezTo>
                    <a:pt x="19195" y="2979"/>
                    <a:pt x="19195" y="2979"/>
                    <a:pt x="19195" y="2979"/>
                  </a:cubicBezTo>
                  <a:cubicBezTo>
                    <a:pt x="19232" y="2979"/>
                    <a:pt x="19232" y="2979"/>
                    <a:pt x="19232" y="2979"/>
                  </a:cubicBezTo>
                  <a:cubicBezTo>
                    <a:pt x="19232" y="3047"/>
                    <a:pt x="19232" y="3047"/>
                    <a:pt x="19232" y="3047"/>
                  </a:cubicBezTo>
                  <a:cubicBezTo>
                    <a:pt x="19232" y="3047"/>
                    <a:pt x="19232" y="3047"/>
                    <a:pt x="19232" y="3047"/>
                  </a:cubicBezTo>
                  <a:cubicBezTo>
                    <a:pt x="19269" y="3047"/>
                    <a:pt x="19269" y="3047"/>
                    <a:pt x="19269" y="3047"/>
                  </a:cubicBezTo>
                  <a:cubicBezTo>
                    <a:pt x="19380" y="3047"/>
                    <a:pt x="19380" y="3047"/>
                    <a:pt x="19380" y="3047"/>
                  </a:cubicBezTo>
                  <a:cubicBezTo>
                    <a:pt x="19491" y="3182"/>
                    <a:pt x="19491" y="3182"/>
                    <a:pt x="19491" y="3182"/>
                  </a:cubicBezTo>
                  <a:cubicBezTo>
                    <a:pt x="19491" y="3182"/>
                    <a:pt x="19491" y="3182"/>
                    <a:pt x="19491" y="3182"/>
                  </a:cubicBezTo>
                  <a:cubicBezTo>
                    <a:pt x="19454" y="3182"/>
                    <a:pt x="19454" y="3182"/>
                    <a:pt x="19454" y="3182"/>
                  </a:cubicBezTo>
                  <a:cubicBezTo>
                    <a:pt x="19380" y="3114"/>
                    <a:pt x="19380" y="3114"/>
                    <a:pt x="19380" y="3114"/>
                  </a:cubicBezTo>
                  <a:cubicBezTo>
                    <a:pt x="19380" y="3114"/>
                    <a:pt x="19380" y="3114"/>
                    <a:pt x="19380" y="3114"/>
                  </a:cubicBezTo>
                  <a:cubicBezTo>
                    <a:pt x="19491" y="3182"/>
                    <a:pt x="19491" y="3182"/>
                    <a:pt x="19491" y="3182"/>
                  </a:cubicBezTo>
                  <a:cubicBezTo>
                    <a:pt x="19528" y="3182"/>
                    <a:pt x="19528" y="3182"/>
                    <a:pt x="19528" y="3182"/>
                  </a:cubicBezTo>
                  <a:cubicBezTo>
                    <a:pt x="19565" y="3182"/>
                    <a:pt x="19565" y="3182"/>
                    <a:pt x="19565" y="3182"/>
                  </a:cubicBezTo>
                  <a:cubicBezTo>
                    <a:pt x="19602" y="3182"/>
                    <a:pt x="19602" y="3182"/>
                    <a:pt x="19602" y="3182"/>
                  </a:cubicBezTo>
                  <a:cubicBezTo>
                    <a:pt x="19639" y="3182"/>
                    <a:pt x="19639" y="3182"/>
                    <a:pt x="19639" y="3182"/>
                  </a:cubicBezTo>
                  <a:cubicBezTo>
                    <a:pt x="19639" y="3114"/>
                    <a:pt x="19639" y="3114"/>
                    <a:pt x="19639" y="3114"/>
                  </a:cubicBezTo>
                  <a:cubicBezTo>
                    <a:pt x="19639" y="3114"/>
                    <a:pt x="19639" y="3114"/>
                    <a:pt x="19639" y="3114"/>
                  </a:cubicBezTo>
                  <a:cubicBezTo>
                    <a:pt x="19676" y="3114"/>
                    <a:pt x="19676" y="3114"/>
                    <a:pt x="19676" y="3114"/>
                  </a:cubicBezTo>
                  <a:cubicBezTo>
                    <a:pt x="19713" y="3182"/>
                    <a:pt x="19713" y="3182"/>
                    <a:pt x="19713" y="3182"/>
                  </a:cubicBezTo>
                  <a:cubicBezTo>
                    <a:pt x="19713" y="3182"/>
                    <a:pt x="19713" y="3182"/>
                    <a:pt x="19713" y="3182"/>
                  </a:cubicBezTo>
                  <a:cubicBezTo>
                    <a:pt x="19750" y="3114"/>
                    <a:pt x="19750" y="3114"/>
                    <a:pt x="19750" y="3114"/>
                  </a:cubicBezTo>
                  <a:cubicBezTo>
                    <a:pt x="19750" y="3114"/>
                    <a:pt x="19750" y="3114"/>
                    <a:pt x="19750" y="3114"/>
                  </a:cubicBezTo>
                  <a:cubicBezTo>
                    <a:pt x="19787" y="3182"/>
                    <a:pt x="19787" y="3182"/>
                    <a:pt x="19787" y="3182"/>
                  </a:cubicBezTo>
                  <a:cubicBezTo>
                    <a:pt x="19787" y="3182"/>
                    <a:pt x="19787" y="3182"/>
                    <a:pt x="19787" y="3182"/>
                  </a:cubicBezTo>
                  <a:cubicBezTo>
                    <a:pt x="19824" y="3250"/>
                    <a:pt x="19824" y="3250"/>
                    <a:pt x="19824" y="3250"/>
                  </a:cubicBezTo>
                  <a:cubicBezTo>
                    <a:pt x="19861" y="3182"/>
                    <a:pt x="19861" y="3182"/>
                    <a:pt x="19861" y="3182"/>
                  </a:cubicBezTo>
                  <a:cubicBezTo>
                    <a:pt x="20009" y="3250"/>
                    <a:pt x="20009" y="3250"/>
                    <a:pt x="20009" y="3250"/>
                  </a:cubicBezTo>
                  <a:cubicBezTo>
                    <a:pt x="20009" y="3182"/>
                    <a:pt x="20009" y="3182"/>
                    <a:pt x="20009" y="3182"/>
                  </a:cubicBezTo>
                  <a:cubicBezTo>
                    <a:pt x="20046" y="3182"/>
                    <a:pt x="20046" y="3182"/>
                    <a:pt x="20046" y="3182"/>
                  </a:cubicBezTo>
                  <a:cubicBezTo>
                    <a:pt x="20083" y="3250"/>
                    <a:pt x="20083" y="3250"/>
                    <a:pt x="20083" y="3250"/>
                  </a:cubicBezTo>
                  <a:cubicBezTo>
                    <a:pt x="20083" y="3250"/>
                    <a:pt x="20083" y="3250"/>
                    <a:pt x="20083" y="3250"/>
                  </a:cubicBezTo>
                  <a:cubicBezTo>
                    <a:pt x="20083" y="3182"/>
                    <a:pt x="20083" y="3182"/>
                    <a:pt x="20083" y="3182"/>
                  </a:cubicBezTo>
                  <a:cubicBezTo>
                    <a:pt x="20083" y="3182"/>
                    <a:pt x="20083" y="3182"/>
                    <a:pt x="20083" y="3182"/>
                  </a:cubicBezTo>
                  <a:cubicBezTo>
                    <a:pt x="20157" y="3182"/>
                    <a:pt x="20157" y="3182"/>
                    <a:pt x="20157" y="3182"/>
                  </a:cubicBezTo>
                  <a:cubicBezTo>
                    <a:pt x="20157" y="3250"/>
                    <a:pt x="20157" y="3250"/>
                    <a:pt x="20157" y="3250"/>
                  </a:cubicBezTo>
                  <a:cubicBezTo>
                    <a:pt x="20157" y="3317"/>
                    <a:pt x="20157" y="3317"/>
                    <a:pt x="20157" y="3317"/>
                  </a:cubicBezTo>
                  <a:cubicBezTo>
                    <a:pt x="20231" y="3250"/>
                    <a:pt x="20231" y="3250"/>
                    <a:pt x="20231" y="3250"/>
                  </a:cubicBezTo>
                  <a:cubicBezTo>
                    <a:pt x="20231" y="3250"/>
                    <a:pt x="20231" y="3250"/>
                    <a:pt x="20231" y="3250"/>
                  </a:cubicBezTo>
                  <a:cubicBezTo>
                    <a:pt x="20194" y="3250"/>
                    <a:pt x="20194" y="3250"/>
                    <a:pt x="20194" y="3250"/>
                  </a:cubicBezTo>
                  <a:cubicBezTo>
                    <a:pt x="20231" y="3250"/>
                    <a:pt x="20231" y="3250"/>
                    <a:pt x="20231" y="3250"/>
                  </a:cubicBezTo>
                  <a:cubicBezTo>
                    <a:pt x="20268" y="3250"/>
                    <a:pt x="20268" y="3250"/>
                    <a:pt x="20268" y="3250"/>
                  </a:cubicBezTo>
                  <a:cubicBezTo>
                    <a:pt x="20268" y="3317"/>
                    <a:pt x="20268" y="3317"/>
                    <a:pt x="20268" y="3317"/>
                  </a:cubicBezTo>
                  <a:cubicBezTo>
                    <a:pt x="20305" y="3317"/>
                    <a:pt x="20305" y="3317"/>
                    <a:pt x="20305" y="3317"/>
                  </a:cubicBezTo>
                  <a:cubicBezTo>
                    <a:pt x="20342" y="3385"/>
                    <a:pt x="20342" y="3385"/>
                    <a:pt x="20342" y="3385"/>
                  </a:cubicBezTo>
                  <a:cubicBezTo>
                    <a:pt x="20379" y="3317"/>
                    <a:pt x="20379" y="3317"/>
                    <a:pt x="20379" y="3317"/>
                  </a:cubicBezTo>
                  <a:cubicBezTo>
                    <a:pt x="20342" y="3317"/>
                    <a:pt x="20342" y="3317"/>
                    <a:pt x="20342" y="3317"/>
                  </a:cubicBezTo>
                  <a:cubicBezTo>
                    <a:pt x="20305" y="3250"/>
                    <a:pt x="20305" y="3250"/>
                    <a:pt x="20305" y="3250"/>
                  </a:cubicBezTo>
                  <a:cubicBezTo>
                    <a:pt x="20305" y="3250"/>
                    <a:pt x="20305" y="3250"/>
                    <a:pt x="20305" y="3250"/>
                  </a:cubicBezTo>
                  <a:cubicBezTo>
                    <a:pt x="20342" y="3250"/>
                    <a:pt x="20342" y="3250"/>
                    <a:pt x="20342" y="3250"/>
                  </a:cubicBezTo>
                  <a:cubicBezTo>
                    <a:pt x="20379" y="3250"/>
                    <a:pt x="20379" y="3250"/>
                    <a:pt x="20379" y="3250"/>
                  </a:cubicBezTo>
                  <a:cubicBezTo>
                    <a:pt x="20416" y="3317"/>
                    <a:pt x="20416" y="3317"/>
                    <a:pt x="20416" y="3317"/>
                  </a:cubicBezTo>
                  <a:cubicBezTo>
                    <a:pt x="20453" y="3385"/>
                    <a:pt x="20453" y="3385"/>
                    <a:pt x="20453" y="3385"/>
                  </a:cubicBezTo>
                  <a:cubicBezTo>
                    <a:pt x="20453" y="3385"/>
                    <a:pt x="20453" y="3385"/>
                    <a:pt x="20453" y="3385"/>
                  </a:cubicBezTo>
                  <a:cubicBezTo>
                    <a:pt x="20453" y="3317"/>
                    <a:pt x="20453" y="3317"/>
                    <a:pt x="20453" y="3317"/>
                  </a:cubicBezTo>
                  <a:cubicBezTo>
                    <a:pt x="20453" y="3317"/>
                    <a:pt x="20453" y="3317"/>
                    <a:pt x="20453" y="3317"/>
                  </a:cubicBezTo>
                  <a:cubicBezTo>
                    <a:pt x="20490" y="3317"/>
                    <a:pt x="20490" y="3317"/>
                    <a:pt x="20490" y="3317"/>
                  </a:cubicBezTo>
                  <a:cubicBezTo>
                    <a:pt x="20490" y="3317"/>
                    <a:pt x="20490" y="3317"/>
                    <a:pt x="20490" y="3317"/>
                  </a:cubicBezTo>
                  <a:cubicBezTo>
                    <a:pt x="20490" y="3385"/>
                    <a:pt x="20490" y="3385"/>
                    <a:pt x="20490" y="3385"/>
                  </a:cubicBezTo>
                  <a:cubicBezTo>
                    <a:pt x="20527" y="3453"/>
                    <a:pt x="20527" y="3453"/>
                    <a:pt x="20527" y="3453"/>
                  </a:cubicBezTo>
                  <a:cubicBezTo>
                    <a:pt x="20601" y="3588"/>
                    <a:pt x="20601" y="3588"/>
                    <a:pt x="20601" y="3588"/>
                  </a:cubicBezTo>
                  <a:cubicBezTo>
                    <a:pt x="20638" y="3656"/>
                    <a:pt x="20638" y="3656"/>
                    <a:pt x="20638" y="3656"/>
                  </a:cubicBezTo>
                  <a:cubicBezTo>
                    <a:pt x="20638" y="3656"/>
                    <a:pt x="20638" y="3656"/>
                    <a:pt x="20638" y="3656"/>
                  </a:cubicBezTo>
                  <a:cubicBezTo>
                    <a:pt x="20675" y="3724"/>
                    <a:pt x="20675" y="3724"/>
                    <a:pt x="20675" y="3724"/>
                  </a:cubicBezTo>
                  <a:cubicBezTo>
                    <a:pt x="20712" y="3791"/>
                    <a:pt x="20712" y="3791"/>
                    <a:pt x="20712" y="3791"/>
                  </a:cubicBezTo>
                  <a:cubicBezTo>
                    <a:pt x="20675" y="3791"/>
                    <a:pt x="20675" y="3791"/>
                    <a:pt x="20675" y="3791"/>
                  </a:cubicBezTo>
                  <a:cubicBezTo>
                    <a:pt x="20712" y="3859"/>
                    <a:pt x="20712" y="3859"/>
                    <a:pt x="20712" y="3859"/>
                  </a:cubicBezTo>
                  <a:cubicBezTo>
                    <a:pt x="20712" y="3859"/>
                    <a:pt x="20712" y="3859"/>
                    <a:pt x="20712" y="3859"/>
                  </a:cubicBezTo>
                  <a:cubicBezTo>
                    <a:pt x="20749" y="3859"/>
                    <a:pt x="20749" y="3859"/>
                    <a:pt x="20749" y="3859"/>
                  </a:cubicBezTo>
                  <a:cubicBezTo>
                    <a:pt x="20786" y="3859"/>
                    <a:pt x="20786" y="3859"/>
                    <a:pt x="20786" y="3859"/>
                  </a:cubicBezTo>
                  <a:cubicBezTo>
                    <a:pt x="20823" y="3927"/>
                    <a:pt x="20823" y="3927"/>
                    <a:pt x="20823" y="3927"/>
                  </a:cubicBezTo>
                  <a:cubicBezTo>
                    <a:pt x="20860" y="3927"/>
                    <a:pt x="20860" y="3927"/>
                    <a:pt x="20860" y="3927"/>
                  </a:cubicBezTo>
                  <a:cubicBezTo>
                    <a:pt x="20860" y="3927"/>
                    <a:pt x="20860" y="3927"/>
                    <a:pt x="20860" y="3927"/>
                  </a:cubicBezTo>
                  <a:cubicBezTo>
                    <a:pt x="20860" y="3927"/>
                    <a:pt x="20860" y="3927"/>
                    <a:pt x="20860" y="3927"/>
                  </a:cubicBezTo>
                  <a:cubicBezTo>
                    <a:pt x="20823" y="3859"/>
                    <a:pt x="20823" y="3859"/>
                    <a:pt x="20823" y="3859"/>
                  </a:cubicBezTo>
                  <a:cubicBezTo>
                    <a:pt x="20860" y="3791"/>
                    <a:pt x="20860" y="3791"/>
                    <a:pt x="20860" y="3791"/>
                  </a:cubicBezTo>
                  <a:cubicBezTo>
                    <a:pt x="20860" y="3791"/>
                    <a:pt x="20860" y="3791"/>
                    <a:pt x="20860" y="3791"/>
                  </a:cubicBezTo>
                  <a:cubicBezTo>
                    <a:pt x="20897" y="3859"/>
                    <a:pt x="20897" y="3859"/>
                    <a:pt x="20897" y="3859"/>
                  </a:cubicBezTo>
                  <a:cubicBezTo>
                    <a:pt x="20934" y="3927"/>
                    <a:pt x="20934" y="3927"/>
                    <a:pt x="20934" y="3927"/>
                  </a:cubicBezTo>
                  <a:cubicBezTo>
                    <a:pt x="20934" y="3927"/>
                    <a:pt x="20934" y="3927"/>
                    <a:pt x="20934" y="3927"/>
                  </a:cubicBezTo>
                  <a:cubicBezTo>
                    <a:pt x="20897" y="3859"/>
                    <a:pt x="20897" y="3859"/>
                    <a:pt x="20897" y="3859"/>
                  </a:cubicBezTo>
                  <a:cubicBezTo>
                    <a:pt x="20897" y="3791"/>
                    <a:pt x="20897" y="3791"/>
                    <a:pt x="20897" y="3791"/>
                  </a:cubicBezTo>
                  <a:cubicBezTo>
                    <a:pt x="20860" y="3724"/>
                    <a:pt x="20860" y="3724"/>
                    <a:pt x="20860" y="3724"/>
                  </a:cubicBezTo>
                  <a:cubicBezTo>
                    <a:pt x="20823" y="3791"/>
                    <a:pt x="20823" y="3791"/>
                    <a:pt x="20823" y="3791"/>
                  </a:cubicBezTo>
                  <a:cubicBezTo>
                    <a:pt x="20786" y="3791"/>
                    <a:pt x="20786" y="3791"/>
                    <a:pt x="20786" y="3791"/>
                  </a:cubicBezTo>
                  <a:cubicBezTo>
                    <a:pt x="20786" y="3724"/>
                    <a:pt x="20786" y="3724"/>
                    <a:pt x="20786" y="3724"/>
                  </a:cubicBezTo>
                  <a:cubicBezTo>
                    <a:pt x="20786" y="3724"/>
                    <a:pt x="20786" y="3724"/>
                    <a:pt x="20786" y="3724"/>
                  </a:cubicBezTo>
                  <a:cubicBezTo>
                    <a:pt x="20786" y="3656"/>
                    <a:pt x="20786" y="3656"/>
                    <a:pt x="20786" y="3656"/>
                  </a:cubicBezTo>
                  <a:cubicBezTo>
                    <a:pt x="20749" y="3588"/>
                    <a:pt x="20749" y="3588"/>
                    <a:pt x="20749" y="3588"/>
                  </a:cubicBezTo>
                  <a:cubicBezTo>
                    <a:pt x="20712" y="3521"/>
                    <a:pt x="20712" y="3521"/>
                    <a:pt x="20712" y="3521"/>
                  </a:cubicBezTo>
                  <a:cubicBezTo>
                    <a:pt x="20675" y="3453"/>
                    <a:pt x="20675" y="3453"/>
                    <a:pt x="20675" y="3453"/>
                  </a:cubicBezTo>
                  <a:cubicBezTo>
                    <a:pt x="20675" y="3453"/>
                    <a:pt x="20675" y="3453"/>
                    <a:pt x="20675" y="3453"/>
                  </a:cubicBezTo>
                  <a:cubicBezTo>
                    <a:pt x="20638" y="3521"/>
                    <a:pt x="20638" y="3521"/>
                    <a:pt x="20638" y="3521"/>
                  </a:cubicBezTo>
                  <a:cubicBezTo>
                    <a:pt x="20638" y="3521"/>
                    <a:pt x="20638" y="3521"/>
                    <a:pt x="20638" y="3521"/>
                  </a:cubicBezTo>
                  <a:cubicBezTo>
                    <a:pt x="20638" y="3453"/>
                    <a:pt x="20638" y="3453"/>
                    <a:pt x="20638" y="3453"/>
                  </a:cubicBezTo>
                  <a:cubicBezTo>
                    <a:pt x="20675" y="3385"/>
                    <a:pt x="20675" y="3385"/>
                    <a:pt x="20675" y="3385"/>
                  </a:cubicBezTo>
                  <a:cubicBezTo>
                    <a:pt x="20712" y="3250"/>
                    <a:pt x="20712" y="3250"/>
                    <a:pt x="20712" y="3250"/>
                  </a:cubicBezTo>
                  <a:cubicBezTo>
                    <a:pt x="20749" y="3250"/>
                    <a:pt x="20749" y="3250"/>
                    <a:pt x="20749" y="3250"/>
                  </a:cubicBezTo>
                  <a:cubicBezTo>
                    <a:pt x="20749" y="3317"/>
                    <a:pt x="20749" y="3317"/>
                    <a:pt x="20749" y="3317"/>
                  </a:cubicBezTo>
                  <a:cubicBezTo>
                    <a:pt x="20749" y="3385"/>
                    <a:pt x="20749" y="3385"/>
                    <a:pt x="20749" y="3385"/>
                  </a:cubicBezTo>
                  <a:cubicBezTo>
                    <a:pt x="20786" y="3385"/>
                    <a:pt x="20786" y="3385"/>
                    <a:pt x="20786" y="3385"/>
                  </a:cubicBezTo>
                  <a:cubicBezTo>
                    <a:pt x="20786" y="3385"/>
                    <a:pt x="20786" y="3385"/>
                    <a:pt x="20786" y="3385"/>
                  </a:cubicBezTo>
                  <a:cubicBezTo>
                    <a:pt x="20786" y="3317"/>
                    <a:pt x="20786" y="3317"/>
                    <a:pt x="20786" y="3317"/>
                  </a:cubicBezTo>
                  <a:cubicBezTo>
                    <a:pt x="20749" y="3317"/>
                    <a:pt x="20749" y="3317"/>
                    <a:pt x="20749" y="3317"/>
                  </a:cubicBezTo>
                  <a:cubicBezTo>
                    <a:pt x="20786" y="3317"/>
                    <a:pt x="20786" y="3317"/>
                    <a:pt x="20786" y="3317"/>
                  </a:cubicBezTo>
                  <a:cubicBezTo>
                    <a:pt x="20823" y="3250"/>
                    <a:pt x="20823" y="3250"/>
                    <a:pt x="20823" y="3250"/>
                  </a:cubicBezTo>
                  <a:cubicBezTo>
                    <a:pt x="20823" y="3182"/>
                    <a:pt x="20823" y="3182"/>
                    <a:pt x="20823" y="3182"/>
                  </a:cubicBezTo>
                  <a:cubicBezTo>
                    <a:pt x="20786" y="3182"/>
                    <a:pt x="20786" y="3182"/>
                    <a:pt x="20786" y="3182"/>
                  </a:cubicBezTo>
                  <a:cubicBezTo>
                    <a:pt x="20823" y="3182"/>
                    <a:pt x="20823" y="3182"/>
                    <a:pt x="20823" y="3182"/>
                  </a:cubicBezTo>
                  <a:cubicBezTo>
                    <a:pt x="20823" y="3182"/>
                    <a:pt x="20823" y="3182"/>
                    <a:pt x="20823" y="3182"/>
                  </a:cubicBezTo>
                  <a:cubicBezTo>
                    <a:pt x="20860" y="3182"/>
                    <a:pt x="20860" y="3182"/>
                    <a:pt x="20860" y="3182"/>
                  </a:cubicBezTo>
                  <a:cubicBezTo>
                    <a:pt x="20897" y="3114"/>
                    <a:pt x="20897" y="3114"/>
                    <a:pt x="20897" y="3114"/>
                  </a:cubicBezTo>
                  <a:cubicBezTo>
                    <a:pt x="20897" y="3114"/>
                    <a:pt x="20897" y="3114"/>
                    <a:pt x="20897" y="3114"/>
                  </a:cubicBezTo>
                  <a:cubicBezTo>
                    <a:pt x="20934" y="3114"/>
                    <a:pt x="20934" y="3114"/>
                    <a:pt x="20934" y="3114"/>
                  </a:cubicBezTo>
                  <a:cubicBezTo>
                    <a:pt x="20934" y="3114"/>
                    <a:pt x="20934" y="3114"/>
                    <a:pt x="20934" y="3114"/>
                  </a:cubicBezTo>
                  <a:cubicBezTo>
                    <a:pt x="20971" y="3114"/>
                    <a:pt x="20971" y="3114"/>
                    <a:pt x="20971" y="3114"/>
                  </a:cubicBezTo>
                  <a:cubicBezTo>
                    <a:pt x="20971" y="3182"/>
                    <a:pt x="20971" y="3182"/>
                    <a:pt x="20971" y="3182"/>
                  </a:cubicBezTo>
                  <a:cubicBezTo>
                    <a:pt x="21008" y="3182"/>
                    <a:pt x="21008" y="3182"/>
                    <a:pt x="21008" y="3182"/>
                  </a:cubicBezTo>
                  <a:cubicBezTo>
                    <a:pt x="21045" y="3182"/>
                    <a:pt x="21045" y="3182"/>
                    <a:pt x="21045" y="3182"/>
                  </a:cubicBezTo>
                  <a:cubicBezTo>
                    <a:pt x="21082" y="3182"/>
                    <a:pt x="21082" y="3182"/>
                    <a:pt x="21082" y="3182"/>
                  </a:cubicBezTo>
                  <a:cubicBezTo>
                    <a:pt x="21156" y="3250"/>
                    <a:pt x="21156" y="3250"/>
                    <a:pt x="21156" y="3250"/>
                  </a:cubicBezTo>
                  <a:cubicBezTo>
                    <a:pt x="21156" y="3250"/>
                    <a:pt x="21156" y="3250"/>
                    <a:pt x="21156" y="3250"/>
                  </a:cubicBezTo>
                  <a:cubicBezTo>
                    <a:pt x="21156" y="3317"/>
                    <a:pt x="21156" y="3317"/>
                    <a:pt x="21156" y="3317"/>
                  </a:cubicBezTo>
                  <a:cubicBezTo>
                    <a:pt x="21193" y="3317"/>
                    <a:pt x="21193" y="3317"/>
                    <a:pt x="21193" y="3317"/>
                  </a:cubicBezTo>
                  <a:cubicBezTo>
                    <a:pt x="21193" y="3250"/>
                    <a:pt x="21193" y="3250"/>
                    <a:pt x="21193" y="3250"/>
                  </a:cubicBezTo>
                  <a:cubicBezTo>
                    <a:pt x="21230" y="3250"/>
                    <a:pt x="21230" y="3250"/>
                    <a:pt x="21230" y="3250"/>
                  </a:cubicBezTo>
                  <a:cubicBezTo>
                    <a:pt x="21230" y="3317"/>
                    <a:pt x="21230" y="3317"/>
                    <a:pt x="21230" y="3317"/>
                  </a:cubicBezTo>
                  <a:cubicBezTo>
                    <a:pt x="21267" y="3317"/>
                    <a:pt x="21267" y="3317"/>
                    <a:pt x="21267" y="3317"/>
                  </a:cubicBezTo>
                  <a:cubicBezTo>
                    <a:pt x="21304" y="3250"/>
                    <a:pt x="21304" y="3250"/>
                    <a:pt x="21304" y="3250"/>
                  </a:cubicBezTo>
                  <a:cubicBezTo>
                    <a:pt x="21304" y="3250"/>
                    <a:pt x="21304" y="3250"/>
                    <a:pt x="21304" y="3250"/>
                  </a:cubicBezTo>
                  <a:cubicBezTo>
                    <a:pt x="21304" y="3317"/>
                    <a:pt x="21304" y="3317"/>
                    <a:pt x="21304" y="3317"/>
                  </a:cubicBezTo>
                  <a:cubicBezTo>
                    <a:pt x="21304" y="3317"/>
                    <a:pt x="21304" y="3317"/>
                    <a:pt x="21304" y="3317"/>
                  </a:cubicBezTo>
                  <a:cubicBezTo>
                    <a:pt x="21304" y="3385"/>
                    <a:pt x="21304" y="3385"/>
                    <a:pt x="21304" y="3385"/>
                  </a:cubicBezTo>
                  <a:cubicBezTo>
                    <a:pt x="21304" y="3521"/>
                    <a:pt x="21304" y="3521"/>
                    <a:pt x="21304" y="3521"/>
                  </a:cubicBezTo>
                  <a:cubicBezTo>
                    <a:pt x="21304" y="3588"/>
                    <a:pt x="21304" y="3588"/>
                    <a:pt x="21304" y="3588"/>
                  </a:cubicBezTo>
                  <a:cubicBezTo>
                    <a:pt x="21304" y="3588"/>
                    <a:pt x="21304" y="3588"/>
                    <a:pt x="21304" y="3588"/>
                  </a:cubicBezTo>
                  <a:cubicBezTo>
                    <a:pt x="21341" y="3588"/>
                    <a:pt x="21341" y="3588"/>
                    <a:pt x="21341" y="3588"/>
                  </a:cubicBezTo>
                  <a:cubicBezTo>
                    <a:pt x="21378" y="3656"/>
                    <a:pt x="21378" y="3656"/>
                    <a:pt x="21378" y="3656"/>
                  </a:cubicBezTo>
                  <a:cubicBezTo>
                    <a:pt x="21415" y="3656"/>
                    <a:pt x="21415" y="3656"/>
                    <a:pt x="21415" y="3656"/>
                  </a:cubicBezTo>
                  <a:cubicBezTo>
                    <a:pt x="21415" y="3724"/>
                    <a:pt x="21415" y="3724"/>
                    <a:pt x="21415" y="3724"/>
                  </a:cubicBezTo>
                  <a:cubicBezTo>
                    <a:pt x="21378" y="3791"/>
                    <a:pt x="21378" y="3791"/>
                    <a:pt x="21378" y="3791"/>
                  </a:cubicBezTo>
                  <a:cubicBezTo>
                    <a:pt x="21341" y="3791"/>
                    <a:pt x="21341" y="3791"/>
                    <a:pt x="21341" y="3791"/>
                  </a:cubicBezTo>
                  <a:cubicBezTo>
                    <a:pt x="21304" y="3791"/>
                    <a:pt x="21304" y="3791"/>
                    <a:pt x="21304" y="3791"/>
                  </a:cubicBezTo>
                  <a:cubicBezTo>
                    <a:pt x="21341" y="3791"/>
                    <a:pt x="21341" y="3791"/>
                    <a:pt x="21341" y="3791"/>
                  </a:cubicBezTo>
                  <a:cubicBezTo>
                    <a:pt x="21378" y="3859"/>
                    <a:pt x="21378" y="3859"/>
                    <a:pt x="21378" y="3859"/>
                  </a:cubicBezTo>
                  <a:cubicBezTo>
                    <a:pt x="21378" y="3927"/>
                    <a:pt x="21378" y="3927"/>
                    <a:pt x="21378" y="3927"/>
                  </a:cubicBezTo>
                  <a:cubicBezTo>
                    <a:pt x="21341" y="3927"/>
                    <a:pt x="21341" y="3927"/>
                    <a:pt x="21341" y="3927"/>
                  </a:cubicBezTo>
                  <a:cubicBezTo>
                    <a:pt x="21304" y="3994"/>
                    <a:pt x="21304" y="3994"/>
                    <a:pt x="21304" y="3994"/>
                  </a:cubicBezTo>
                  <a:cubicBezTo>
                    <a:pt x="21304" y="3994"/>
                    <a:pt x="21304" y="3994"/>
                    <a:pt x="21304" y="3994"/>
                  </a:cubicBezTo>
                  <a:cubicBezTo>
                    <a:pt x="21267" y="4062"/>
                    <a:pt x="21267" y="4062"/>
                    <a:pt x="21267" y="4062"/>
                  </a:cubicBezTo>
                  <a:cubicBezTo>
                    <a:pt x="21193" y="4062"/>
                    <a:pt x="21193" y="4062"/>
                    <a:pt x="21193" y="4062"/>
                  </a:cubicBezTo>
                  <a:cubicBezTo>
                    <a:pt x="21156" y="4062"/>
                    <a:pt x="21156" y="4062"/>
                    <a:pt x="21156" y="4062"/>
                  </a:cubicBezTo>
                  <a:cubicBezTo>
                    <a:pt x="21230" y="4062"/>
                    <a:pt x="21230" y="4062"/>
                    <a:pt x="21230" y="4062"/>
                  </a:cubicBezTo>
                  <a:cubicBezTo>
                    <a:pt x="21230" y="4062"/>
                    <a:pt x="21230" y="4062"/>
                    <a:pt x="21230" y="4062"/>
                  </a:cubicBezTo>
                  <a:cubicBezTo>
                    <a:pt x="21267" y="4130"/>
                    <a:pt x="21267" y="4130"/>
                    <a:pt x="21267" y="4130"/>
                  </a:cubicBezTo>
                  <a:cubicBezTo>
                    <a:pt x="21304" y="4062"/>
                    <a:pt x="21304" y="4062"/>
                    <a:pt x="21304" y="4062"/>
                  </a:cubicBezTo>
                  <a:cubicBezTo>
                    <a:pt x="21304" y="4062"/>
                    <a:pt x="21304" y="4062"/>
                    <a:pt x="21304" y="4062"/>
                  </a:cubicBezTo>
                  <a:cubicBezTo>
                    <a:pt x="21304" y="4130"/>
                    <a:pt x="21304" y="4130"/>
                    <a:pt x="21304" y="4130"/>
                  </a:cubicBezTo>
                  <a:cubicBezTo>
                    <a:pt x="21341" y="4198"/>
                    <a:pt x="21341" y="4198"/>
                    <a:pt x="21341" y="4198"/>
                  </a:cubicBezTo>
                  <a:cubicBezTo>
                    <a:pt x="21304" y="4265"/>
                    <a:pt x="21304" y="4265"/>
                    <a:pt x="21304" y="4265"/>
                  </a:cubicBezTo>
                  <a:cubicBezTo>
                    <a:pt x="21304" y="4333"/>
                    <a:pt x="21304" y="4333"/>
                    <a:pt x="21304" y="4333"/>
                  </a:cubicBezTo>
                  <a:cubicBezTo>
                    <a:pt x="21341" y="4265"/>
                    <a:pt x="21341" y="4265"/>
                    <a:pt x="21341" y="4265"/>
                  </a:cubicBezTo>
                  <a:cubicBezTo>
                    <a:pt x="21378" y="4265"/>
                    <a:pt x="21378" y="4265"/>
                    <a:pt x="21378" y="4265"/>
                  </a:cubicBezTo>
                  <a:cubicBezTo>
                    <a:pt x="21415" y="4333"/>
                    <a:pt x="21415" y="4333"/>
                    <a:pt x="21415" y="4333"/>
                  </a:cubicBezTo>
                  <a:cubicBezTo>
                    <a:pt x="21415" y="4333"/>
                    <a:pt x="21415" y="4333"/>
                    <a:pt x="21415" y="4333"/>
                  </a:cubicBezTo>
                  <a:cubicBezTo>
                    <a:pt x="21452" y="4401"/>
                    <a:pt x="21452" y="4401"/>
                    <a:pt x="21452" y="4401"/>
                  </a:cubicBezTo>
                  <a:cubicBezTo>
                    <a:pt x="21415" y="4468"/>
                    <a:pt x="21415" y="4468"/>
                    <a:pt x="21415" y="4468"/>
                  </a:cubicBezTo>
                  <a:cubicBezTo>
                    <a:pt x="21415" y="4468"/>
                    <a:pt x="21415" y="4468"/>
                    <a:pt x="21415" y="4468"/>
                  </a:cubicBezTo>
                  <a:cubicBezTo>
                    <a:pt x="21452" y="4536"/>
                    <a:pt x="21452" y="4536"/>
                    <a:pt x="21452" y="4536"/>
                  </a:cubicBezTo>
                  <a:cubicBezTo>
                    <a:pt x="21415" y="4604"/>
                    <a:pt x="21415" y="4604"/>
                    <a:pt x="21415" y="4604"/>
                  </a:cubicBezTo>
                  <a:cubicBezTo>
                    <a:pt x="21378" y="4604"/>
                    <a:pt x="21378" y="4604"/>
                    <a:pt x="21378" y="4604"/>
                  </a:cubicBezTo>
                  <a:cubicBezTo>
                    <a:pt x="21415" y="4672"/>
                    <a:pt x="21415" y="4672"/>
                    <a:pt x="21415" y="4672"/>
                  </a:cubicBezTo>
                  <a:cubicBezTo>
                    <a:pt x="21415" y="4604"/>
                    <a:pt x="21415" y="4604"/>
                    <a:pt x="21415" y="4604"/>
                  </a:cubicBezTo>
                  <a:cubicBezTo>
                    <a:pt x="21452" y="4604"/>
                    <a:pt x="21452" y="4604"/>
                    <a:pt x="21452" y="4604"/>
                  </a:cubicBezTo>
                  <a:cubicBezTo>
                    <a:pt x="21452" y="4672"/>
                    <a:pt x="21452" y="4672"/>
                    <a:pt x="21452" y="4672"/>
                  </a:cubicBezTo>
                  <a:cubicBezTo>
                    <a:pt x="21452" y="4739"/>
                    <a:pt x="21452" y="4739"/>
                    <a:pt x="21452" y="4739"/>
                  </a:cubicBezTo>
                  <a:cubicBezTo>
                    <a:pt x="21489" y="4672"/>
                    <a:pt x="21489" y="4672"/>
                    <a:pt x="21489" y="4672"/>
                  </a:cubicBezTo>
                  <a:cubicBezTo>
                    <a:pt x="21489" y="4739"/>
                    <a:pt x="21489" y="4739"/>
                    <a:pt x="21489" y="4739"/>
                  </a:cubicBezTo>
                  <a:cubicBezTo>
                    <a:pt x="21489" y="4672"/>
                    <a:pt x="21489" y="4672"/>
                    <a:pt x="21489" y="4672"/>
                  </a:cubicBezTo>
                  <a:cubicBezTo>
                    <a:pt x="21526" y="4672"/>
                    <a:pt x="21526" y="4672"/>
                    <a:pt x="21526" y="4672"/>
                  </a:cubicBezTo>
                  <a:cubicBezTo>
                    <a:pt x="21563" y="4672"/>
                    <a:pt x="21563" y="4672"/>
                    <a:pt x="21563" y="4672"/>
                  </a:cubicBezTo>
                  <a:cubicBezTo>
                    <a:pt x="21599" y="4672"/>
                    <a:pt x="21599" y="4672"/>
                    <a:pt x="21599" y="4672"/>
                  </a:cubicBezTo>
                  <a:cubicBezTo>
                    <a:pt x="21599" y="4739"/>
                    <a:pt x="21599" y="4739"/>
                    <a:pt x="21599" y="4739"/>
                  </a:cubicBezTo>
                  <a:cubicBezTo>
                    <a:pt x="21563" y="4807"/>
                    <a:pt x="21563" y="4807"/>
                    <a:pt x="21563" y="4807"/>
                  </a:cubicBezTo>
                  <a:cubicBezTo>
                    <a:pt x="21526" y="4739"/>
                    <a:pt x="21526" y="4739"/>
                    <a:pt x="21526" y="4739"/>
                  </a:cubicBezTo>
                  <a:cubicBezTo>
                    <a:pt x="21526" y="4807"/>
                    <a:pt x="21526" y="4807"/>
                    <a:pt x="21526" y="4807"/>
                  </a:cubicBezTo>
                  <a:cubicBezTo>
                    <a:pt x="21563" y="4807"/>
                    <a:pt x="21563" y="4807"/>
                    <a:pt x="21563" y="4807"/>
                  </a:cubicBezTo>
                  <a:cubicBezTo>
                    <a:pt x="21563" y="4807"/>
                    <a:pt x="21563" y="4807"/>
                    <a:pt x="21563" y="4807"/>
                  </a:cubicBezTo>
                  <a:cubicBezTo>
                    <a:pt x="21599" y="4875"/>
                    <a:pt x="21599" y="4875"/>
                    <a:pt x="21599" y="4875"/>
                  </a:cubicBezTo>
                  <a:cubicBezTo>
                    <a:pt x="21599" y="4942"/>
                    <a:pt x="21599" y="4942"/>
                    <a:pt x="21599" y="4942"/>
                  </a:cubicBezTo>
                  <a:cubicBezTo>
                    <a:pt x="21563" y="4942"/>
                    <a:pt x="21563" y="4942"/>
                    <a:pt x="21563" y="4942"/>
                  </a:cubicBezTo>
                  <a:cubicBezTo>
                    <a:pt x="21526" y="4875"/>
                    <a:pt x="21526" y="4875"/>
                    <a:pt x="21526" y="4875"/>
                  </a:cubicBezTo>
                  <a:cubicBezTo>
                    <a:pt x="21489" y="4875"/>
                    <a:pt x="21489" y="4875"/>
                    <a:pt x="21489" y="4875"/>
                  </a:cubicBezTo>
                  <a:cubicBezTo>
                    <a:pt x="21526" y="4942"/>
                    <a:pt x="21526" y="4942"/>
                    <a:pt x="21526" y="4942"/>
                  </a:cubicBezTo>
                  <a:cubicBezTo>
                    <a:pt x="21489" y="5010"/>
                    <a:pt x="21489" y="5010"/>
                    <a:pt x="21489" y="5010"/>
                  </a:cubicBezTo>
                  <a:cubicBezTo>
                    <a:pt x="21489" y="5010"/>
                    <a:pt x="21489" y="5010"/>
                    <a:pt x="21489" y="5010"/>
                  </a:cubicBezTo>
                  <a:cubicBezTo>
                    <a:pt x="21452" y="5010"/>
                    <a:pt x="21452" y="5010"/>
                    <a:pt x="21452" y="5010"/>
                  </a:cubicBezTo>
                  <a:cubicBezTo>
                    <a:pt x="21452" y="5010"/>
                    <a:pt x="21452" y="5010"/>
                    <a:pt x="21452" y="5010"/>
                  </a:cubicBezTo>
                  <a:cubicBezTo>
                    <a:pt x="21415" y="4942"/>
                    <a:pt x="21415" y="4942"/>
                    <a:pt x="21415" y="4942"/>
                  </a:cubicBezTo>
                  <a:cubicBezTo>
                    <a:pt x="21341" y="4942"/>
                    <a:pt x="21341" y="4942"/>
                    <a:pt x="21341" y="4942"/>
                  </a:cubicBezTo>
                  <a:cubicBezTo>
                    <a:pt x="21304" y="5010"/>
                    <a:pt x="21304" y="5010"/>
                    <a:pt x="21304" y="5010"/>
                  </a:cubicBezTo>
                  <a:cubicBezTo>
                    <a:pt x="21304" y="5010"/>
                    <a:pt x="21304" y="5010"/>
                    <a:pt x="21304" y="5010"/>
                  </a:cubicBezTo>
                  <a:cubicBezTo>
                    <a:pt x="21304" y="4942"/>
                    <a:pt x="21304" y="4942"/>
                    <a:pt x="21304" y="4942"/>
                  </a:cubicBezTo>
                  <a:cubicBezTo>
                    <a:pt x="21267" y="4875"/>
                    <a:pt x="21267" y="4875"/>
                    <a:pt x="21267" y="4875"/>
                  </a:cubicBezTo>
                  <a:cubicBezTo>
                    <a:pt x="21267" y="4875"/>
                    <a:pt x="21267" y="4875"/>
                    <a:pt x="21267" y="4875"/>
                  </a:cubicBezTo>
                  <a:cubicBezTo>
                    <a:pt x="21267" y="4942"/>
                    <a:pt x="21267" y="4942"/>
                    <a:pt x="21267" y="4942"/>
                  </a:cubicBezTo>
                  <a:cubicBezTo>
                    <a:pt x="21230" y="4942"/>
                    <a:pt x="21230" y="4942"/>
                    <a:pt x="21230" y="4942"/>
                  </a:cubicBezTo>
                  <a:cubicBezTo>
                    <a:pt x="21230" y="5010"/>
                    <a:pt x="21230" y="5010"/>
                    <a:pt x="21230" y="5010"/>
                  </a:cubicBezTo>
                  <a:cubicBezTo>
                    <a:pt x="21267" y="5010"/>
                    <a:pt x="21267" y="5010"/>
                    <a:pt x="21267" y="5010"/>
                  </a:cubicBezTo>
                  <a:cubicBezTo>
                    <a:pt x="21230" y="5078"/>
                    <a:pt x="21230" y="5078"/>
                    <a:pt x="21230" y="5078"/>
                  </a:cubicBezTo>
                  <a:cubicBezTo>
                    <a:pt x="21230" y="5078"/>
                    <a:pt x="21230" y="5078"/>
                    <a:pt x="21230" y="5078"/>
                  </a:cubicBezTo>
                  <a:cubicBezTo>
                    <a:pt x="21230" y="5078"/>
                    <a:pt x="21230" y="5078"/>
                    <a:pt x="21230" y="5078"/>
                  </a:cubicBezTo>
                  <a:cubicBezTo>
                    <a:pt x="21193" y="5010"/>
                    <a:pt x="21193" y="5010"/>
                    <a:pt x="21193" y="5010"/>
                  </a:cubicBezTo>
                  <a:cubicBezTo>
                    <a:pt x="21119" y="5078"/>
                    <a:pt x="21119" y="5078"/>
                    <a:pt x="21119" y="5078"/>
                  </a:cubicBezTo>
                  <a:cubicBezTo>
                    <a:pt x="21119" y="5078"/>
                    <a:pt x="21119" y="5078"/>
                    <a:pt x="21119" y="5078"/>
                  </a:cubicBezTo>
                  <a:cubicBezTo>
                    <a:pt x="21119" y="5010"/>
                    <a:pt x="21119" y="5010"/>
                    <a:pt x="21119" y="5010"/>
                  </a:cubicBezTo>
                  <a:cubicBezTo>
                    <a:pt x="21119" y="4942"/>
                    <a:pt x="21119" y="4942"/>
                    <a:pt x="21119" y="4942"/>
                  </a:cubicBezTo>
                  <a:cubicBezTo>
                    <a:pt x="21082" y="4942"/>
                    <a:pt x="21082" y="4942"/>
                    <a:pt x="21082" y="4942"/>
                  </a:cubicBezTo>
                  <a:cubicBezTo>
                    <a:pt x="21008" y="4875"/>
                    <a:pt x="21008" y="4875"/>
                    <a:pt x="21008" y="4875"/>
                  </a:cubicBezTo>
                  <a:cubicBezTo>
                    <a:pt x="21008" y="4807"/>
                    <a:pt x="21008" y="4807"/>
                    <a:pt x="21008" y="4807"/>
                  </a:cubicBezTo>
                  <a:cubicBezTo>
                    <a:pt x="21008" y="4807"/>
                    <a:pt x="21008" y="4807"/>
                    <a:pt x="21008" y="4807"/>
                  </a:cubicBezTo>
                  <a:cubicBezTo>
                    <a:pt x="20971" y="4739"/>
                    <a:pt x="20971" y="4739"/>
                    <a:pt x="20971" y="4739"/>
                  </a:cubicBezTo>
                  <a:cubicBezTo>
                    <a:pt x="20934" y="4807"/>
                    <a:pt x="20934" y="4807"/>
                    <a:pt x="20934" y="4807"/>
                  </a:cubicBezTo>
                  <a:cubicBezTo>
                    <a:pt x="20897" y="4875"/>
                    <a:pt x="20897" y="4875"/>
                    <a:pt x="20897" y="4875"/>
                  </a:cubicBezTo>
                  <a:cubicBezTo>
                    <a:pt x="20860" y="4875"/>
                    <a:pt x="20860" y="4875"/>
                    <a:pt x="20860" y="4875"/>
                  </a:cubicBezTo>
                  <a:cubicBezTo>
                    <a:pt x="20860" y="4875"/>
                    <a:pt x="20860" y="4875"/>
                    <a:pt x="20860" y="4875"/>
                  </a:cubicBezTo>
                  <a:cubicBezTo>
                    <a:pt x="20860" y="4807"/>
                    <a:pt x="20860" y="4807"/>
                    <a:pt x="20860" y="4807"/>
                  </a:cubicBezTo>
                  <a:cubicBezTo>
                    <a:pt x="20823" y="4807"/>
                    <a:pt x="20823" y="4807"/>
                    <a:pt x="20823" y="4807"/>
                  </a:cubicBezTo>
                  <a:cubicBezTo>
                    <a:pt x="20823" y="4807"/>
                    <a:pt x="20823" y="4807"/>
                    <a:pt x="20823" y="4807"/>
                  </a:cubicBezTo>
                  <a:cubicBezTo>
                    <a:pt x="20823" y="4942"/>
                    <a:pt x="20823" y="4942"/>
                    <a:pt x="20823" y="4942"/>
                  </a:cubicBezTo>
                  <a:cubicBezTo>
                    <a:pt x="20860" y="5010"/>
                    <a:pt x="20860" y="5010"/>
                    <a:pt x="20860" y="5010"/>
                  </a:cubicBezTo>
                  <a:cubicBezTo>
                    <a:pt x="20823" y="5078"/>
                    <a:pt x="20823" y="5078"/>
                    <a:pt x="20823" y="5078"/>
                  </a:cubicBezTo>
                  <a:cubicBezTo>
                    <a:pt x="20786" y="5213"/>
                    <a:pt x="20786" y="5213"/>
                    <a:pt x="20786" y="5213"/>
                  </a:cubicBezTo>
                  <a:cubicBezTo>
                    <a:pt x="20749" y="5213"/>
                    <a:pt x="20749" y="5213"/>
                    <a:pt x="20749" y="5213"/>
                  </a:cubicBezTo>
                  <a:cubicBezTo>
                    <a:pt x="20749" y="5078"/>
                    <a:pt x="20749" y="5078"/>
                    <a:pt x="20749" y="5078"/>
                  </a:cubicBezTo>
                  <a:cubicBezTo>
                    <a:pt x="20712" y="5078"/>
                    <a:pt x="20712" y="5078"/>
                    <a:pt x="20712" y="5078"/>
                  </a:cubicBezTo>
                  <a:cubicBezTo>
                    <a:pt x="20675" y="5146"/>
                    <a:pt x="20675" y="5146"/>
                    <a:pt x="20675" y="5146"/>
                  </a:cubicBezTo>
                  <a:cubicBezTo>
                    <a:pt x="20601" y="5010"/>
                    <a:pt x="20601" y="5010"/>
                    <a:pt x="20601" y="5010"/>
                  </a:cubicBezTo>
                  <a:cubicBezTo>
                    <a:pt x="20601" y="4942"/>
                    <a:pt x="20601" y="4942"/>
                    <a:pt x="20601" y="4942"/>
                  </a:cubicBezTo>
                  <a:cubicBezTo>
                    <a:pt x="20601" y="4807"/>
                    <a:pt x="20601" y="4807"/>
                    <a:pt x="20601" y="4807"/>
                  </a:cubicBezTo>
                  <a:cubicBezTo>
                    <a:pt x="20564" y="4807"/>
                    <a:pt x="20564" y="4807"/>
                    <a:pt x="20564" y="4807"/>
                  </a:cubicBezTo>
                  <a:cubicBezTo>
                    <a:pt x="20564" y="4807"/>
                    <a:pt x="20564" y="4807"/>
                    <a:pt x="20564" y="4807"/>
                  </a:cubicBezTo>
                  <a:cubicBezTo>
                    <a:pt x="20527" y="4739"/>
                    <a:pt x="20527" y="4739"/>
                    <a:pt x="20527" y="4739"/>
                  </a:cubicBezTo>
                  <a:cubicBezTo>
                    <a:pt x="20527" y="4807"/>
                    <a:pt x="20527" y="4807"/>
                    <a:pt x="20527" y="4807"/>
                  </a:cubicBezTo>
                  <a:cubicBezTo>
                    <a:pt x="20527" y="4807"/>
                    <a:pt x="20527" y="4807"/>
                    <a:pt x="20527" y="4807"/>
                  </a:cubicBezTo>
                  <a:cubicBezTo>
                    <a:pt x="20527" y="4875"/>
                    <a:pt x="20527" y="4875"/>
                    <a:pt x="20527" y="4875"/>
                  </a:cubicBezTo>
                  <a:cubicBezTo>
                    <a:pt x="20527" y="4875"/>
                    <a:pt x="20527" y="4875"/>
                    <a:pt x="20527" y="4875"/>
                  </a:cubicBezTo>
                  <a:cubicBezTo>
                    <a:pt x="20527" y="4942"/>
                    <a:pt x="20527" y="4942"/>
                    <a:pt x="20527" y="4942"/>
                  </a:cubicBezTo>
                  <a:cubicBezTo>
                    <a:pt x="20490" y="4875"/>
                    <a:pt x="20490" y="4875"/>
                    <a:pt x="20490" y="4875"/>
                  </a:cubicBezTo>
                  <a:cubicBezTo>
                    <a:pt x="20453" y="4807"/>
                    <a:pt x="20453" y="4807"/>
                    <a:pt x="20453" y="4807"/>
                  </a:cubicBezTo>
                  <a:cubicBezTo>
                    <a:pt x="20453" y="4807"/>
                    <a:pt x="20453" y="4807"/>
                    <a:pt x="20453" y="4807"/>
                  </a:cubicBezTo>
                  <a:cubicBezTo>
                    <a:pt x="20453" y="4875"/>
                    <a:pt x="20453" y="4875"/>
                    <a:pt x="20453" y="4875"/>
                  </a:cubicBezTo>
                  <a:cubicBezTo>
                    <a:pt x="20453" y="4942"/>
                    <a:pt x="20453" y="4942"/>
                    <a:pt x="20453" y="4942"/>
                  </a:cubicBezTo>
                  <a:cubicBezTo>
                    <a:pt x="20453" y="4942"/>
                    <a:pt x="20453" y="4942"/>
                    <a:pt x="20453" y="4942"/>
                  </a:cubicBezTo>
                  <a:cubicBezTo>
                    <a:pt x="20490" y="4942"/>
                    <a:pt x="20490" y="4942"/>
                    <a:pt x="20490" y="4942"/>
                  </a:cubicBezTo>
                  <a:cubicBezTo>
                    <a:pt x="20527" y="5010"/>
                    <a:pt x="20527" y="5010"/>
                    <a:pt x="20527" y="5010"/>
                  </a:cubicBezTo>
                  <a:cubicBezTo>
                    <a:pt x="20490" y="5078"/>
                    <a:pt x="20490" y="5078"/>
                    <a:pt x="20490" y="5078"/>
                  </a:cubicBezTo>
                  <a:cubicBezTo>
                    <a:pt x="20453" y="5078"/>
                    <a:pt x="20453" y="5078"/>
                    <a:pt x="20453" y="5078"/>
                  </a:cubicBezTo>
                  <a:cubicBezTo>
                    <a:pt x="20453" y="5078"/>
                    <a:pt x="20453" y="5078"/>
                    <a:pt x="20453" y="5078"/>
                  </a:cubicBezTo>
                  <a:cubicBezTo>
                    <a:pt x="20453" y="5078"/>
                    <a:pt x="20453" y="5078"/>
                    <a:pt x="20453" y="5078"/>
                  </a:cubicBezTo>
                  <a:cubicBezTo>
                    <a:pt x="20564" y="5281"/>
                    <a:pt x="20564" y="5281"/>
                    <a:pt x="20564" y="5281"/>
                  </a:cubicBezTo>
                  <a:cubicBezTo>
                    <a:pt x="20638" y="5281"/>
                    <a:pt x="20638" y="5281"/>
                    <a:pt x="20638" y="5281"/>
                  </a:cubicBezTo>
                  <a:cubicBezTo>
                    <a:pt x="20675" y="5281"/>
                    <a:pt x="20675" y="5281"/>
                    <a:pt x="20675" y="5281"/>
                  </a:cubicBezTo>
                  <a:cubicBezTo>
                    <a:pt x="20712" y="5349"/>
                    <a:pt x="20712" y="5349"/>
                    <a:pt x="20712" y="5349"/>
                  </a:cubicBezTo>
                  <a:cubicBezTo>
                    <a:pt x="20712" y="5416"/>
                    <a:pt x="20712" y="5416"/>
                    <a:pt x="20712" y="5416"/>
                  </a:cubicBezTo>
                  <a:cubicBezTo>
                    <a:pt x="20712" y="5416"/>
                    <a:pt x="20712" y="5416"/>
                    <a:pt x="20712" y="5416"/>
                  </a:cubicBezTo>
                  <a:cubicBezTo>
                    <a:pt x="20675" y="5349"/>
                    <a:pt x="20675" y="5349"/>
                    <a:pt x="20675" y="5349"/>
                  </a:cubicBezTo>
                  <a:cubicBezTo>
                    <a:pt x="20675" y="5349"/>
                    <a:pt x="20675" y="5349"/>
                    <a:pt x="20675" y="5349"/>
                  </a:cubicBezTo>
                  <a:cubicBezTo>
                    <a:pt x="20675" y="5416"/>
                    <a:pt x="20675" y="5416"/>
                    <a:pt x="20675" y="5416"/>
                  </a:cubicBezTo>
                  <a:cubicBezTo>
                    <a:pt x="20712" y="5484"/>
                    <a:pt x="20712" y="5484"/>
                    <a:pt x="20712" y="5484"/>
                  </a:cubicBezTo>
                  <a:cubicBezTo>
                    <a:pt x="20749" y="5552"/>
                    <a:pt x="20749" y="5552"/>
                    <a:pt x="20749" y="5552"/>
                  </a:cubicBezTo>
                  <a:cubicBezTo>
                    <a:pt x="20786" y="5620"/>
                    <a:pt x="20786" y="5620"/>
                    <a:pt x="20786" y="5620"/>
                  </a:cubicBezTo>
                  <a:cubicBezTo>
                    <a:pt x="20786" y="5687"/>
                    <a:pt x="20786" y="5687"/>
                    <a:pt x="20786" y="5687"/>
                  </a:cubicBezTo>
                  <a:cubicBezTo>
                    <a:pt x="20749" y="5890"/>
                    <a:pt x="20749" y="5890"/>
                    <a:pt x="20749" y="5890"/>
                  </a:cubicBezTo>
                  <a:cubicBezTo>
                    <a:pt x="20749" y="6026"/>
                    <a:pt x="20749" y="6026"/>
                    <a:pt x="20749" y="6026"/>
                  </a:cubicBezTo>
                  <a:cubicBezTo>
                    <a:pt x="20749" y="6094"/>
                    <a:pt x="20749" y="6094"/>
                    <a:pt x="20749" y="6094"/>
                  </a:cubicBezTo>
                  <a:cubicBezTo>
                    <a:pt x="20786" y="6094"/>
                    <a:pt x="20786" y="6094"/>
                    <a:pt x="20786" y="6094"/>
                  </a:cubicBezTo>
                  <a:cubicBezTo>
                    <a:pt x="20749" y="6229"/>
                    <a:pt x="20749" y="6229"/>
                    <a:pt x="20749" y="6229"/>
                  </a:cubicBezTo>
                  <a:cubicBezTo>
                    <a:pt x="20749" y="6297"/>
                    <a:pt x="20749" y="6297"/>
                    <a:pt x="20749" y="6297"/>
                  </a:cubicBezTo>
                  <a:cubicBezTo>
                    <a:pt x="20712" y="6297"/>
                    <a:pt x="20712" y="6297"/>
                    <a:pt x="20712" y="6297"/>
                  </a:cubicBezTo>
                  <a:cubicBezTo>
                    <a:pt x="20712" y="6229"/>
                    <a:pt x="20712" y="6229"/>
                    <a:pt x="20712" y="6229"/>
                  </a:cubicBezTo>
                  <a:cubicBezTo>
                    <a:pt x="20712" y="6229"/>
                    <a:pt x="20712" y="6229"/>
                    <a:pt x="20712" y="6229"/>
                  </a:cubicBezTo>
                  <a:cubicBezTo>
                    <a:pt x="20638" y="6364"/>
                    <a:pt x="20638" y="6364"/>
                    <a:pt x="20638" y="6364"/>
                  </a:cubicBezTo>
                  <a:cubicBezTo>
                    <a:pt x="20601" y="6297"/>
                    <a:pt x="20601" y="6297"/>
                    <a:pt x="20601" y="6297"/>
                  </a:cubicBezTo>
                  <a:cubicBezTo>
                    <a:pt x="20564" y="6364"/>
                    <a:pt x="20564" y="6364"/>
                    <a:pt x="20564" y="6364"/>
                  </a:cubicBezTo>
                  <a:cubicBezTo>
                    <a:pt x="20564" y="6297"/>
                    <a:pt x="20564" y="6297"/>
                    <a:pt x="20564" y="6297"/>
                  </a:cubicBezTo>
                  <a:cubicBezTo>
                    <a:pt x="20527" y="6297"/>
                    <a:pt x="20527" y="6297"/>
                    <a:pt x="20527" y="6297"/>
                  </a:cubicBezTo>
                  <a:cubicBezTo>
                    <a:pt x="20490" y="6297"/>
                    <a:pt x="20490" y="6297"/>
                    <a:pt x="20490" y="6297"/>
                  </a:cubicBezTo>
                  <a:cubicBezTo>
                    <a:pt x="20453" y="6161"/>
                    <a:pt x="20453" y="6161"/>
                    <a:pt x="20453" y="6161"/>
                  </a:cubicBezTo>
                  <a:cubicBezTo>
                    <a:pt x="20416" y="6161"/>
                    <a:pt x="20416" y="6161"/>
                    <a:pt x="20416" y="6161"/>
                  </a:cubicBezTo>
                  <a:cubicBezTo>
                    <a:pt x="20379" y="6161"/>
                    <a:pt x="20379" y="6161"/>
                    <a:pt x="20379" y="6161"/>
                  </a:cubicBezTo>
                  <a:cubicBezTo>
                    <a:pt x="20342" y="6094"/>
                    <a:pt x="20342" y="6094"/>
                    <a:pt x="20342" y="6094"/>
                  </a:cubicBezTo>
                  <a:cubicBezTo>
                    <a:pt x="20305" y="6094"/>
                    <a:pt x="20305" y="6094"/>
                    <a:pt x="20305" y="6094"/>
                  </a:cubicBezTo>
                  <a:cubicBezTo>
                    <a:pt x="20268" y="6161"/>
                    <a:pt x="20268" y="6161"/>
                    <a:pt x="20268" y="6161"/>
                  </a:cubicBezTo>
                  <a:cubicBezTo>
                    <a:pt x="20231" y="6161"/>
                    <a:pt x="20231" y="6161"/>
                    <a:pt x="20231" y="6161"/>
                  </a:cubicBezTo>
                  <a:cubicBezTo>
                    <a:pt x="20268" y="6229"/>
                    <a:pt x="20268" y="6229"/>
                    <a:pt x="20268" y="6229"/>
                  </a:cubicBezTo>
                  <a:cubicBezTo>
                    <a:pt x="20342" y="6229"/>
                    <a:pt x="20342" y="6229"/>
                    <a:pt x="20342" y="6229"/>
                  </a:cubicBezTo>
                  <a:cubicBezTo>
                    <a:pt x="20342" y="6161"/>
                    <a:pt x="20342" y="6161"/>
                    <a:pt x="20342" y="6161"/>
                  </a:cubicBezTo>
                  <a:cubicBezTo>
                    <a:pt x="20453" y="6229"/>
                    <a:pt x="20453" y="6229"/>
                    <a:pt x="20453" y="6229"/>
                  </a:cubicBezTo>
                  <a:cubicBezTo>
                    <a:pt x="20453" y="6297"/>
                    <a:pt x="20453" y="6297"/>
                    <a:pt x="20453" y="6297"/>
                  </a:cubicBezTo>
                  <a:cubicBezTo>
                    <a:pt x="20416" y="6297"/>
                    <a:pt x="20416" y="6297"/>
                    <a:pt x="20416" y="6297"/>
                  </a:cubicBezTo>
                  <a:cubicBezTo>
                    <a:pt x="20379" y="6297"/>
                    <a:pt x="20379" y="6297"/>
                    <a:pt x="20379" y="6297"/>
                  </a:cubicBezTo>
                  <a:cubicBezTo>
                    <a:pt x="20342" y="6297"/>
                    <a:pt x="20342" y="6297"/>
                    <a:pt x="20342" y="6297"/>
                  </a:cubicBezTo>
                  <a:cubicBezTo>
                    <a:pt x="20342" y="6364"/>
                    <a:pt x="20342" y="6364"/>
                    <a:pt x="20342" y="6364"/>
                  </a:cubicBezTo>
                  <a:cubicBezTo>
                    <a:pt x="20305" y="6297"/>
                    <a:pt x="20305" y="6297"/>
                    <a:pt x="20305" y="6297"/>
                  </a:cubicBezTo>
                  <a:cubicBezTo>
                    <a:pt x="20268" y="6297"/>
                    <a:pt x="20268" y="6297"/>
                    <a:pt x="20268" y="6297"/>
                  </a:cubicBezTo>
                  <a:cubicBezTo>
                    <a:pt x="20305" y="6297"/>
                    <a:pt x="20305" y="6297"/>
                    <a:pt x="20305" y="6297"/>
                  </a:cubicBezTo>
                  <a:cubicBezTo>
                    <a:pt x="20305" y="6364"/>
                    <a:pt x="20305" y="6364"/>
                    <a:pt x="20305" y="6364"/>
                  </a:cubicBezTo>
                  <a:cubicBezTo>
                    <a:pt x="20379" y="6432"/>
                    <a:pt x="20379" y="6432"/>
                    <a:pt x="20379" y="6432"/>
                  </a:cubicBezTo>
                  <a:cubicBezTo>
                    <a:pt x="20342" y="6500"/>
                    <a:pt x="20342" y="6500"/>
                    <a:pt x="20342" y="6500"/>
                  </a:cubicBezTo>
                  <a:cubicBezTo>
                    <a:pt x="20379" y="6568"/>
                    <a:pt x="20379" y="6568"/>
                    <a:pt x="20379" y="6568"/>
                  </a:cubicBezTo>
                  <a:cubicBezTo>
                    <a:pt x="20416" y="6635"/>
                    <a:pt x="20416" y="6635"/>
                    <a:pt x="20416" y="6635"/>
                  </a:cubicBezTo>
                  <a:cubicBezTo>
                    <a:pt x="20379" y="6568"/>
                    <a:pt x="20379" y="6568"/>
                    <a:pt x="20379" y="6568"/>
                  </a:cubicBezTo>
                  <a:cubicBezTo>
                    <a:pt x="20379" y="6432"/>
                    <a:pt x="20379" y="6432"/>
                    <a:pt x="20379" y="6432"/>
                  </a:cubicBezTo>
                  <a:cubicBezTo>
                    <a:pt x="20416" y="6432"/>
                    <a:pt x="20416" y="6432"/>
                    <a:pt x="20416" y="6432"/>
                  </a:cubicBezTo>
                  <a:cubicBezTo>
                    <a:pt x="20453" y="6432"/>
                    <a:pt x="20453" y="6432"/>
                    <a:pt x="20453" y="6432"/>
                  </a:cubicBezTo>
                  <a:cubicBezTo>
                    <a:pt x="20453" y="6432"/>
                    <a:pt x="20453" y="6432"/>
                    <a:pt x="20453" y="6432"/>
                  </a:cubicBezTo>
                  <a:cubicBezTo>
                    <a:pt x="20490" y="6364"/>
                    <a:pt x="20490" y="6364"/>
                    <a:pt x="20490" y="6364"/>
                  </a:cubicBezTo>
                  <a:cubicBezTo>
                    <a:pt x="20527" y="6364"/>
                    <a:pt x="20527" y="6364"/>
                    <a:pt x="20527" y="6364"/>
                  </a:cubicBezTo>
                  <a:cubicBezTo>
                    <a:pt x="20527" y="6364"/>
                    <a:pt x="20527" y="6364"/>
                    <a:pt x="20527" y="6364"/>
                  </a:cubicBezTo>
                  <a:cubicBezTo>
                    <a:pt x="20527" y="6432"/>
                    <a:pt x="20527" y="6432"/>
                    <a:pt x="20527" y="6432"/>
                  </a:cubicBezTo>
                  <a:cubicBezTo>
                    <a:pt x="20564" y="6500"/>
                    <a:pt x="20564" y="6500"/>
                    <a:pt x="20564" y="6500"/>
                  </a:cubicBezTo>
                  <a:cubicBezTo>
                    <a:pt x="20638" y="6500"/>
                    <a:pt x="20638" y="6500"/>
                    <a:pt x="20638" y="6500"/>
                  </a:cubicBezTo>
                  <a:cubicBezTo>
                    <a:pt x="20675" y="6568"/>
                    <a:pt x="20675" y="6568"/>
                    <a:pt x="20675" y="6568"/>
                  </a:cubicBezTo>
                  <a:cubicBezTo>
                    <a:pt x="20712" y="6568"/>
                    <a:pt x="20712" y="6568"/>
                    <a:pt x="20712" y="6568"/>
                  </a:cubicBezTo>
                  <a:cubicBezTo>
                    <a:pt x="20712" y="6500"/>
                    <a:pt x="20712" y="6500"/>
                    <a:pt x="20712" y="6500"/>
                  </a:cubicBezTo>
                  <a:cubicBezTo>
                    <a:pt x="20712" y="6500"/>
                    <a:pt x="20712" y="6500"/>
                    <a:pt x="20712" y="6500"/>
                  </a:cubicBezTo>
                  <a:cubicBezTo>
                    <a:pt x="20712" y="6500"/>
                    <a:pt x="20712" y="6500"/>
                    <a:pt x="20712" y="6500"/>
                  </a:cubicBezTo>
                  <a:cubicBezTo>
                    <a:pt x="20823" y="6635"/>
                    <a:pt x="20823" y="6635"/>
                    <a:pt x="20823" y="6635"/>
                  </a:cubicBezTo>
                  <a:cubicBezTo>
                    <a:pt x="20823" y="6635"/>
                    <a:pt x="20823" y="6635"/>
                    <a:pt x="20823" y="6635"/>
                  </a:cubicBezTo>
                  <a:cubicBezTo>
                    <a:pt x="20786" y="6635"/>
                    <a:pt x="20786" y="6635"/>
                    <a:pt x="20786" y="6635"/>
                  </a:cubicBezTo>
                  <a:cubicBezTo>
                    <a:pt x="20786" y="6703"/>
                    <a:pt x="20786" y="6703"/>
                    <a:pt x="20786" y="6703"/>
                  </a:cubicBezTo>
                  <a:cubicBezTo>
                    <a:pt x="20860" y="6771"/>
                    <a:pt x="20860" y="6771"/>
                    <a:pt x="20860" y="6771"/>
                  </a:cubicBezTo>
                  <a:cubicBezTo>
                    <a:pt x="20860" y="6771"/>
                    <a:pt x="20860" y="6771"/>
                    <a:pt x="20860" y="6771"/>
                  </a:cubicBezTo>
                  <a:cubicBezTo>
                    <a:pt x="20860" y="6771"/>
                    <a:pt x="20860" y="6771"/>
                    <a:pt x="20860" y="6771"/>
                  </a:cubicBezTo>
                  <a:cubicBezTo>
                    <a:pt x="20860" y="6703"/>
                    <a:pt x="20860" y="6703"/>
                    <a:pt x="20860" y="6703"/>
                  </a:cubicBezTo>
                  <a:cubicBezTo>
                    <a:pt x="20934" y="6771"/>
                    <a:pt x="20934" y="6771"/>
                    <a:pt x="20934" y="6771"/>
                  </a:cubicBezTo>
                  <a:cubicBezTo>
                    <a:pt x="20971" y="6906"/>
                    <a:pt x="20971" y="6906"/>
                    <a:pt x="20971" y="6906"/>
                  </a:cubicBezTo>
                  <a:cubicBezTo>
                    <a:pt x="20971" y="6906"/>
                    <a:pt x="20971" y="6906"/>
                    <a:pt x="20971" y="6906"/>
                  </a:cubicBezTo>
                  <a:cubicBezTo>
                    <a:pt x="20934" y="6906"/>
                    <a:pt x="20934" y="6906"/>
                    <a:pt x="20934" y="6906"/>
                  </a:cubicBezTo>
                  <a:cubicBezTo>
                    <a:pt x="20934" y="6906"/>
                    <a:pt x="20934" y="6906"/>
                    <a:pt x="20934" y="6906"/>
                  </a:cubicBezTo>
                  <a:cubicBezTo>
                    <a:pt x="20971" y="6974"/>
                    <a:pt x="20971" y="6974"/>
                    <a:pt x="20971" y="6974"/>
                  </a:cubicBezTo>
                  <a:cubicBezTo>
                    <a:pt x="20934" y="6974"/>
                    <a:pt x="20934" y="6974"/>
                    <a:pt x="20934" y="6974"/>
                  </a:cubicBezTo>
                  <a:cubicBezTo>
                    <a:pt x="20934" y="7042"/>
                    <a:pt x="20934" y="7042"/>
                    <a:pt x="20934" y="7042"/>
                  </a:cubicBezTo>
                  <a:cubicBezTo>
                    <a:pt x="20934" y="7109"/>
                    <a:pt x="20934" y="7109"/>
                    <a:pt x="20934" y="7109"/>
                  </a:cubicBezTo>
                  <a:cubicBezTo>
                    <a:pt x="20971" y="7042"/>
                    <a:pt x="20971" y="7042"/>
                    <a:pt x="20971" y="7042"/>
                  </a:cubicBezTo>
                  <a:cubicBezTo>
                    <a:pt x="20971" y="7042"/>
                    <a:pt x="20971" y="7042"/>
                    <a:pt x="20971" y="7042"/>
                  </a:cubicBezTo>
                  <a:cubicBezTo>
                    <a:pt x="20971" y="6974"/>
                    <a:pt x="20971" y="6974"/>
                    <a:pt x="20971" y="6974"/>
                  </a:cubicBezTo>
                  <a:cubicBezTo>
                    <a:pt x="21008" y="7042"/>
                    <a:pt x="21008" y="7042"/>
                    <a:pt x="21008" y="7042"/>
                  </a:cubicBezTo>
                  <a:cubicBezTo>
                    <a:pt x="21008" y="6974"/>
                    <a:pt x="21008" y="6974"/>
                    <a:pt x="21008" y="6974"/>
                  </a:cubicBezTo>
                  <a:cubicBezTo>
                    <a:pt x="21045" y="7042"/>
                    <a:pt x="21045" y="7042"/>
                    <a:pt x="21045" y="7042"/>
                  </a:cubicBezTo>
                  <a:cubicBezTo>
                    <a:pt x="21119" y="7109"/>
                    <a:pt x="21119" y="7109"/>
                    <a:pt x="21119" y="7109"/>
                  </a:cubicBezTo>
                  <a:cubicBezTo>
                    <a:pt x="21193" y="7177"/>
                    <a:pt x="21193" y="7177"/>
                    <a:pt x="21193" y="7177"/>
                  </a:cubicBezTo>
                  <a:cubicBezTo>
                    <a:pt x="21230" y="7245"/>
                    <a:pt x="21230" y="7245"/>
                    <a:pt x="21230" y="7245"/>
                  </a:cubicBezTo>
                  <a:cubicBezTo>
                    <a:pt x="21193" y="7245"/>
                    <a:pt x="21193" y="7245"/>
                    <a:pt x="21193" y="7245"/>
                  </a:cubicBezTo>
                  <a:cubicBezTo>
                    <a:pt x="21267" y="7380"/>
                    <a:pt x="21267" y="7380"/>
                    <a:pt x="21267" y="7380"/>
                  </a:cubicBezTo>
                  <a:cubicBezTo>
                    <a:pt x="21304" y="7380"/>
                    <a:pt x="21304" y="7380"/>
                    <a:pt x="21304" y="7380"/>
                  </a:cubicBezTo>
                  <a:cubicBezTo>
                    <a:pt x="21341" y="7448"/>
                    <a:pt x="21341" y="7448"/>
                    <a:pt x="21341" y="7448"/>
                  </a:cubicBezTo>
                  <a:cubicBezTo>
                    <a:pt x="21341" y="7651"/>
                    <a:pt x="21341" y="7651"/>
                    <a:pt x="21341" y="7651"/>
                  </a:cubicBezTo>
                  <a:cubicBezTo>
                    <a:pt x="21304" y="7651"/>
                    <a:pt x="21304" y="7651"/>
                    <a:pt x="21304" y="7651"/>
                  </a:cubicBezTo>
                  <a:cubicBezTo>
                    <a:pt x="21304" y="7651"/>
                    <a:pt x="21304" y="7651"/>
                    <a:pt x="21304" y="7651"/>
                  </a:cubicBezTo>
                  <a:cubicBezTo>
                    <a:pt x="21341" y="7719"/>
                    <a:pt x="21341" y="7719"/>
                    <a:pt x="21341" y="7719"/>
                  </a:cubicBezTo>
                  <a:cubicBezTo>
                    <a:pt x="21378" y="7786"/>
                    <a:pt x="21378" y="7786"/>
                    <a:pt x="21378" y="7786"/>
                  </a:cubicBezTo>
                  <a:cubicBezTo>
                    <a:pt x="21341" y="7786"/>
                    <a:pt x="21341" y="7786"/>
                    <a:pt x="21341" y="7786"/>
                  </a:cubicBezTo>
                  <a:cubicBezTo>
                    <a:pt x="21341" y="7786"/>
                    <a:pt x="21341" y="7786"/>
                    <a:pt x="21341" y="7786"/>
                  </a:cubicBezTo>
                  <a:cubicBezTo>
                    <a:pt x="21193" y="7786"/>
                    <a:pt x="21193" y="7786"/>
                    <a:pt x="21193" y="7786"/>
                  </a:cubicBezTo>
                  <a:cubicBezTo>
                    <a:pt x="21156" y="7719"/>
                    <a:pt x="21156" y="7719"/>
                    <a:pt x="21156" y="7719"/>
                  </a:cubicBezTo>
                  <a:cubicBezTo>
                    <a:pt x="21156" y="7719"/>
                    <a:pt x="21156" y="7719"/>
                    <a:pt x="21156" y="7719"/>
                  </a:cubicBezTo>
                  <a:cubicBezTo>
                    <a:pt x="21119" y="7719"/>
                    <a:pt x="21119" y="7719"/>
                    <a:pt x="21119" y="7719"/>
                  </a:cubicBezTo>
                  <a:cubicBezTo>
                    <a:pt x="21119" y="7651"/>
                    <a:pt x="21119" y="7651"/>
                    <a:pt x="21119" y="7651"/>
                  </a:cubicBezTo>
                  <a:cubicBezTo>
                    <a:pt x="21082" y="7651"/>
                    <a:pt x="21082" y="7651"/>
                    <a:pt x="21082" y="7651"/>
                  </a:cubicBezTo>
                  <a:cubicBezTo>
                    <a:pt x="21082" y="7719"/>
                    <a:pt x="21082" y="7719"/>
                    <a:pt x="21082" y="7719"/>
                  </a:cubicBezTo>
                  <a:cubicBezTo>
                    <a:pt x="21082" y="7719"/>
                    <a:pt x="21082" y="7719"/>
                    <a:pt x="21082" y="7719"/>
                  </a:cubicBezTo>
                  <a:cubicBezTo>
                    <a:pt x="21045" y="7786"/>
                    <a:pt x="21045" y="7786"/>
                    <a:pt x="21045" y="7786"/>
                  </a:cubicBezTo>
                  <a:cubicBezTo>
                    <a:pt x="21008" y="7786"/>
                    <a:pt x="21008" y="7786"/>
                    <a:pt x="21008" y="7786"/>
                  </a:cubicBezTo>
                  <a:cubicBezTo>
                    <a:pt x="21008" y="7786"/>
                    <a:pt x="21008" y="7786"/>
                    <a:pt x="21008" y="7786"/>
                  </a:cubicBezTo>
                  <a:cubicBezTo>
                    <a:pt x="21008" y="7854"/>
                    <a:pt x="21008" y="7854"/>
                    <a:pt x="21008" y="7854"/>
                  </a:cubicBezTo>
                  <a:cubicBezTo>
                    <a:pt x="20971" y="7922"/>
                    <a:pt x="20971" y="7922"/>
                    <a:pt x="20971" y="7922"/>
                  </a:cubicBezTo>
                  <a:cubicBezTo>
                    <a:pt x="20934" y="7922"/>
                    <a:pt x="20934" y="7922"/>
                    <a:pt x="20934" y="7922"/>
                  </a:cubicBezTo>
                  <a:cubicBezTo>
                    <a:pt x="20934" y="7989"/>
                    <a:pt x="20934" y="7989"/>
                    <a:pt x="20934" y="7989"/>
                  </a:cubicBezTo>
                  <a:cubicBezTo>
                    <a:pt x="20934" y="7989"/>
                    <a:pt x="20934" y="7989"/>
                    <a:pt x="20934" y="7989"/>
                  </a:cubicBezTo>
                  <a:cubicBezTo>
                    <a:pt x="20897" y="8057"/>
                    <a:pt x="20897" y="8057"/>
                    <a:pt x="20897" y="8057"/>
                  </a:cubicBezTo>
                  <a:cubicBezTo>
                    <a:pt x="20897" y="8125"/>
                    <a:pt x="20897" y="8125"/>
                    <a:pt x="20897" y="8125"/>
                  </a:cubicBezTo>
                  <a:cubicBezTo>
                    <a:pt x="20860" y="8125"/>
                    <a:pt x="20860" y="8125"/>
                    <a:pt x="20860" y="8125"/>
                  </a:cubicBezTo>
                  <a:cubicBezTo>
                    <a:pt x="20860" y="8125"/>
                    <a:pt x="20860" y="8125"/>
                    <a:pt x="20860" y="8125"/>
                  </a:cubicBezTo>
                  <a:cubicBezTo>
                    <a:pt x="20860" y="8193"/>
                    <a:pt x="20860" y="8193"/>
                    <a:pt x="20860" y="8193"/>
                  </a:cubicBezTo>
                  <a:cubicBezTo>
                    <a:pt x="20860" y="8260"/>
                    <a:pt x="20860" y="8260"/>
                    <a:pt x="20860" y="8260"/>
                  </a:cubicBezTo>
                  <a:cubicBezTo>
                    <a:pt x="20823" y="8328"/>
                    <a:pt x="20823" y="8328"/>
                    <a:pt x="20823" y="8328"/>
                  </a:cubicBezTo>
                  <a:cubicBezTo>
                    <a:pt x="20823" y="8260"/>
                    <a:pt x="20823" y="8260"/>
                    <a:pt x="20823" y="8260"/>
                  </a:cubicBezTo>
                  <a:cubicBezTo>
                    <a:pt x="20823" y="8328"/>
                    <a:pt x="20823" y="8328"/>
                    <a:pt x="20823" y="8328"/>
                  </a:cubicBezTo>
                  <a:cubicBezTo>
                    <a:pt x="20823" y="8396"/>
                    <a:pt x="20823" y="8396"/>
                    <a:pt x="20823" y="8396"/>
                  </a:cubicBezTo>
                  <a:cubicBezTo>
                    <a:pt x="20786" y="8396"/>
                    <a:pt x="20786" y="8396"/>
                    <a:pt x="20786" y="8396"/>
                  </a:cubicBezTo>
                  <a:cubicBezTo>
                    <a:pt x="20749" y="8463"/>
                    <a:pt x="20749" y="8463"/>
                    <a:pt x="20749" y="8463"/>
                  </a:cubicBezTo>
                  <a:cubicBezTo>
                    <a:pt x="20786" y="8463"/>
                    <a:pt x="20786" y="8463"/>
                    <a:pt x="20786" y="8463"/>
                  </a:cubicBezTo>
                  <a:cubicBezTo>
                    <a:pt x="20786" y="8463"/>
                    <a:pt x="20786" y="8463"/>
                    <a:pt x="20786" y="8463"/>
                  </a:cubicBezTo>
                  <a:cubicBezTo>
                    <a:pt x="20749" y="8531"/>
                    <a:pt x="20749" y="8531"/>
                    <a:pt x="20749" y="8531"/>
                  </a:cubicBezTo>
                  <a:cubicBezTo>
                    <a:pt x="20749" y="8531"/>
                    <a:pt x="20749" y="8531"/>
                    <a:pt x="20749" y="8531"/>
                  </a:cubicBezTo>
                  <a:cubicBezTo>
                    <a:pt x="20712" y="8531"/>
                    <a:pt x="20712" y="8531"/>
                    <a:pt x="20712" y="8531"/>
                  </a:cubicBezTo>
                  <a:cubicBezTo>
                    <a:pt x="20749" y="8599"/>
                    <a:pt x="20749" y="8599"/>
                    <a:pt x="20749" y="8599"/>
                  </a:cubicBezTo>
                  <a:cubicBezTo>
                    <a:pt x="20749" y="8599"/>
                    <a:pt x="20749" y="8599"/>
                    <a:pt x="20749" y="8599"/>
                  </a:cubicBezTo>
                  <a:cubicBezTo>
                    <a:pt x="20712" y="8667"/>
                    <a:pt x="20712" y="8667"/>
                    <a:pt x="20712" y="8667"/>
                  </a:cubicBezTo>
                  <a:cubicBezTo>
                    <a:pt x="20712" y="8734"/>
                    <a:pt x="20712" y="8734"/>
                    <a:pt x="20712" y="8734"/>
                  </a:cubicBezTo>
                  <a:cubicBezTo>
                    <a:pt x="20712" y="8734"/>
                    <a:pt x="20712" y="8734"/>
                    <a:pt x="20712" y="8734"/>
                  </a:cubicBezTo>
                  <a:cubicBezTo>
                    <a:pt x="20675" y="8734"/>
                    <a:pt x="20675" y="8734"/>
                    <a:pt x="20675" y="8734"/>
                  </a:cubicBezTo>
                  <a:cubicBezTo>
                    <a:pt x="20675" y="8734"/>
                    <a:pt x="20675" y="8734"/>
                    <a:pt x="20675" y="8734"/>
                  </a:cubicBezTo>
                  <a:cubicBezTo>
                    <a:pt x="20638" y="8734"/>
                    <a:pt x="20638" y="8734"/>
                    <a:pt x="20638" y="8734"/>
                  </a:cubicBezTo>
                  <a:cubicBezTo>
                    <a:pt x="20675" y="8802"/>
                    <a:pt x="20675" y="8802"/>
                    <a:pt x="20675" y="8802"/>
                  </a:cubicBezTo>
                  <a:cubicBezTo>
                    <a:pt x="20712" y="8802"/>
                    <a:pt x="20712" y="8802"/>
                    <a:pt x="20712" y="8802"/>
                  </a:cubicBezTo>
                  <a:cubicBezTo>
                    <a:pt x="20712" y="8870"/>
                    <a:pt x="20712" y="8870"/>
                    <a:pt x="20712" y="8870"/>
                  </a:cubicBezTo>
                  <a:cubicBezTo>
                    <a:pt x="20638" y="8870"/>
                    <a:pt x="20638" y="8870"/>
                    <a:pt x="20638" y="8870"/>
                  </a:cubicBezTo>
                  <a:cubicBezTo>
                    <a:pt x="20638" y="8937"/>
                    <a:pt x="20638" y="8937"/>
                    <a:pt x="20638" y="8937"/>
                  </a:cubicBezTo>
                  <a:cubicBezTo>
                    <a:pt x="20675" y="8937"/>
                    <a:pt x="20675" y="8937"/>
                    <a:pt x="20675" y="8937"/>
                  </a:cubicBezTo>
                  <a:cubicBezTo>
                    <a:pt x="20712" y="9005"/>
                    <a:pt x="20712" y="9005"/>
                    <a:pt x="20712" y="9005"/>
                  </a:cubicBezTo>
                  <a:cubicBezTo>
                    <a:pt x="20675" y="9073"/>
                    <a:pt x="20675" y="9073"/>
                    <a:pt x="20675" y="9073"/>
                  </a:cubicBezTo>
                  <a:cubicBezTo>
                    <a:pt x="20712" y="9073"/>
                    <a:pt x="20712" y="9073"/>
                    <a:pt x="20712" y="9073"/>
                  </a:cubicBezTo>
                  <a:cubicBezTo>
                    <a:pt x="20675" y="9208"/>
                    <a:pt x="20675" y="9208"/>
                    <a:pt x="20675" y="9208"/>
                  </a:cubicBezTo>
                  <a:cubicBezTo>
                    <a:pt x="20675" y="9208"/>
                    <a:pt x="20675" y="9208"/>
                    <a:pt x="20675" y="9208"/>
                  </a:cubicBezTo>
                  <a:cubicBezTo>
                    <a:pt x="20638" y="9344"/>
                    <a:pt x="20638" y="9344"/>
                    <a:pt x="20638" y="9344"/>
                  </a:cubicBezTo>
                  <a:cubicBezTo>
                    <a:pt x="20638" y="9411"/>
                    <a:pt x="20638" y="9411"/>
                    <a:pt x="20638" y="9411"/>
                  </a:cubicBezTo>
                  <a:cubicBezTo>
                    <a:pt x="20601" y="9479"/>
                    <a:pt x="20601" y="9479"/>
                    <a:pt x="20601" y="9479"/>
                  </a:cubicBezTo>
                  <a:cubicBezTo>
                    <a:pt x="20601" y="9547"/>
                    <a:pt x="20601" y="9547"/>
                    <a:pt x="20601" y="9547"/>
                  </a:cubicBezTo>
                  <a:cubicBezTo>
                    <a:pt x="20638" y="9547"/>
                    <a:pt x="20638" y="9547"/>
                    <a:pt x="20638" y="9547"/>
                  </a:cubicBezTo>
                  <a:cubicBezTo>
                    <a:pt x="20638" y="9615"/>
                    <a:pt x="20638" y="9615"/>
                    <a:pt x="20638" y="9615"/>
                  </a:cubicBezTo>
                  <a:cubicBezTo>
                    <a:pt x="20638" y="9615"/>
                    <a:pt x="20638" y="9615"/>
                    <a:pt x="20638" y="9615"/>
                  </a:cubicBezTo>
                  <a:cubicBezTo>
                    <a:pt x="20675" y="9750"/>
                    <a:pt x="20675" y="9750"/>
                    <a:pt x="20675" y="9750"/>
                  </a:cubicBezTo>
                  <a:cubicBezTo>
                    <a:pt x="20675" y="9750"/>
                    <a:pt x="20675" y="9750"/>
                    <a:pt x="20675" y="9750"/>
                  </a:cubicBezTo>
                  <a:cubicBezTo>
                    <a:pt x="20638" y="9750"/>
                    <a:pt x="20638" y="9750"/>
                    <a:pt x="20638" y="9750"/>
                  </a:cubicBezTo>
                  <a:cubicBezTo>
                    <a:pt x="20601" y="9750"/>
                    <a:pt x="20601" y="9750"/>
                    <a:pt x="20601" y="9750"/>
                  </a:cubicBezTo>
                  <a:cubicBezTo>
                    <a:pt x="20601" y="9682"/>
                    <a:pt x="20601" y="9682"/>
                    <a:pt x="20601" y="9682"/>
                  </a:cubicBezTo>
                  <a:cubicBezTo>
                    <a:pt x="20564" y="9750"/>
                    <a:pt x="20564" y="9750"/>
                    <a:pt x="20564" y="9750"/>
                  </a:cubicBezTo>
                  <a:cubicBezTo>
                    <a:pt x="20527" y="9682"/>
                    <a:pt x="20527" y="9682"/>
                    <a:pt x="20527" y="9682"/>
                  </a:cubicBezTo>
                  <a:cubicBezTo>
                    <a:pt x="20527" y="9615"/>
                    <a:pt x="20527" y="9615"/>
                    <a:pt x="20527" y="9615"/>
                  </a:cubicBezTo>
                  <a:cubicBezTo>
                    <a:pt x="20527" y="9615"/>
                    <a:pt x="20527" y="9615"/>
                    <a:pt x="20527" y="9615"/>
                  </a:cubicBezTo>
                  <a:cubicBezTo>
                    <a:pt x="20490" y="9615"/>
                    <a:pt x="20490" y="9615"/>
                    <a:pt x="20490" y="9615"/>
                  </a:cubicBezTo>
                  <a:cubicBezTo>
                    <a:pt x="20453" y="9615"/>
                    <a:pt x="20453" y="9615"/>
                    <a:pt x="20453" y="9615"/>
                  </a:cubicBezTo>
                  <a:cubicBezTo>
                    <a:pt x="20453" y="9547"/>
                    <a:pt x="20453" y="9547"/>
                    <a:pt x="20453" y="9547"/>
                  </a:cubicBezTo>
                  <a:cubicBezTo>
                    <a:pt x="20379" y="9479"/>
                    <a:pt x="20379" y="9479"/>
                    <a:pt x="20379" y="9479"/>
                  </a:cubicBezTo>
                  <a:cubicBezTo>
                    <a:pt x="20342" y="9479"/>
                    <a:pt x="20342" y="9479"/>
                    <a:pt x="20342" y="9479"/>
                  </a:cubicBezTo>
                  <a:cubicBezTo>
                    <a:pt x="20268" y="9547"/>
                    <a:pt x="20268" y="9547"/>
                    <a:pt x="20268" y="9547"/>
                  </a:cubicBezTo>
                  <a:cubicBezTo>
                    <a:pt x="20268" y="9479"/>
                    <a:pt x="20268" y="9479"/>
                    <a:pt x="20268" y="9479"/>
                  </a:cubicBezTo>
                  <a:cubicBezTo>
                    <a:pt x="20231" y="9547"/>
                    <a:pt x="20231" y="9547"/>
                    <a:pt x="20231" y="9547"/>
                  </a:cubicBezTo>
                  <a:cubicBezTo>
                    <a:pt x="20194" y="9615"/>
                    <a:pt x="20194" y="9615"/>
                    <a:pt x="20194" y="9615"/>
                  </a:cubicBezTo>
                  <a:cubicBezTo>
                    <a:pt x="20157" y="9615"/>
                    <a:pt x="20157" y="9615"/>
                    <a:pt x="20157" y="9615"/>
                  </a:cubicBezTo>
                  <a:cubicBezTo>
                    <a:pt x="20120" y="9682"/>
                    <a:pt x="20120" y="9682"/>
                    <a:pt x="20120" y="9682"/>
                  </a:cubicBezTo>
                  <a:cubicBezTo>
                    <a:pt x="20120" y="9750"/>
                    <a:pt x="20120" y="9750"/>
                    <a:pt x="20120" y="9750"/>
                  </a:cubicBezTo>
                  <a:cubicBezTo>
                    <a:pt x="20083" y="9682"/>
                    <a:pt x="20083" y="9682"/>
                    <a:pt x="20083" y="9682"/>
                  </a:cubicBezTo>
                  <a:cubicBezTo>
                    <a:pt x="20120" y="9818"/>
                    <a:pt x="20120" y="9818"/>
                    <a:pt x="20120" y="9818"/>
                  </a:cubicBezTo>
                  <a:cubicBezTo>
                    <a:pt x="20083" y="9818"/>
                    <a:pt x="20083" y="9818"/>
                    <a:pt x="20083" y="9818"/>
                  </a:cubicBezTo>
                  <a:cubicBezTo>
                    <a:pt x="20083" y="9885"/>
                    <a:pt x="20083" y="9885"/>
                    <a:pt x="20083" y="9885"/>
                  </a:cubicBezTo>
                  <a:cubicBezTo>
                    <a:pt x="20083" y="9953"/>
                    <a:pt x="20083" y="9953"/>
                    <a:pt x="20083" y="9953"/>
                  </a:cubicBezTo>
                  <a:cubicBezTo>
                    <a:pt x="20083" y="10089"/>
                    <a:pt x="20083" y="10089"/>
                    <a:pt x="20083" y="10089"/>
                  </a:cubicBezTo>
                  <a:cubicBezTo>
                    <a:pt x="20046" y="10089"/>
                    <a:pt x="20046" y="10089"/>
                    <a:pt x="20046" y="10089"/>
                  </a:cubicBezTo>
                  <a:cubicBezTo>
                    <a:pt x="20046" y="10089"/>
                    <a:pt x="20046" y="10089"/>
                    <a:pt x="20046" y="10089"/>
                  </a:cubicBezTo>
                  <a:cubicBezTo>
                    <a:pt x="20009" y="9885"/>
                    <a:pt x="20009" y="9885"/>
                    <a:pt x="20009" y="9885"/>
                  </a:cubicBezTo>
                  <a:cubicBezTo>
                    <a:pt x="20009" y="9818"/>
                    <a:pt x="20009" y="9818"/>
                    <a:pt x="20009" y="9818"/>
                  </a:cubicBezTo>
                  <a:cubicBezTo>
                    <a:pt x="19972" y="9818"/>
                    <a:pt x="19972" y="9818"/>
                    <a:pt x="19972" y="9818"/>
                  </a:cubicBezTo>
                  <a:cubicBezTo>
                    <a:pt x="19935" y="9750"/>
                    <a:pt x="19935" y="9750"/>
                    <a:pt x="19935" y="9750"/>
                  </a:cubicBezTo>
                  <a:cubicBezTo>
                    <a:pt x="19935" y="9818"/>
                    <a:pt x="19935" y="9818"/>
                    <a:pt x="19935" y="9818"/>
                  </a:cubicBezTo>
                  <a:cubicBezTo>
                    <a:pt x="19898" y="9953"/>
                    <a:pt x="19898" y="9953"/>
                    <a:pt x="19898" y="9953"/>
                  </a:cubicBezTo>
                  <a:cubicBezTo>
                    <a:pt x="19861" y="9953"/>
                    <a:pt x="19861" y="9953"/>
                    <a:pt x="19861" y="9953"/>
                  </a:cubicBezTo>
                  <a:cubicBezTo>
                    <a:pt x="19861" y="10021"/>
                    <a:pt x="19861" y="10021"/>
                    <a:pt x="19861" y="10021"/>
                  </a:cubicBezTo>
                  <a:cubicBezTo>
                    <a:pt x="19898" y="10021"/>
                    <a:pt x="19898" y="10021"/>
                    <a:pt x="19898" y="10021"/>
                  </a:cubicBezTo>
                  <a:cubicBezTo>
                    <a:pt x="19861" y="10156"/>
                    <a:pt x="19861" y="10156"/>
                    <a:pt x="19861" y="10156"/>
                  </a:cubicBezTo>
                  <a:cubicBezTo>
                    <a:pt x="19824" y="10089"/>
                    <a:pt x="19824" y="10089"/>
                    <a:pt x="19824" y="10089"/>
                  </a:cubicBezTo>
                  <a:cubicBezTo>
                    <a:pt x="19824" y="10089"/>
                    <a:pt x="19824" y="10089"/>
                    <a:pt x="19824" y="10089"/>
                  </a:cubicBezTo>
                  <a:cubicBezTo>
                    <a:pt x="19824" y="10021"/>
                    <a:pt x="19824" y="10021"/>
                    <a:pt x="19824" y="10021"/>
                  </a:cubicBezTo>
                  <a:cubicBezTo>
                    <a:pt x="19787" y="10021"/>
                    <a:pt x="19787" y="10021"/>
                    <a:pt x="19787" y="10021"/>
                  </a:cubicBezTo>
                  <a:cubicBezTo>
                    <a:pt x="19787" y="10156"/>
                    <a:pt x="19787" y="10156"/>
                    <a:pt x="19787" y="10156"/>
                  </a:cubicBezTo>
                  <a:cubicBezTo>
                    <a:pt x="19750" y="10156"/>
                    <a:pt x="19750" y="10156"/>
                    <a:pt x="19750" y="10156"/>
                  </a:cubicBezTo>
                  <a:cubicBezTo>
                    <a:pt x="19713" y="10089"/>
                    <a:pt x="19713" y="10089"/>
                    <a:pt x="19713" y="10089"/>
                  </a:cubicBezTo>
                  <a:cubicBezTo>
                    <a:pt x="19676" y="10089"/>
                    <a:pt x="19676" y="10089"/>
                    <a:pt x="19676" y="10089"/>
                  </a:cubicBezTo>
                  <a:cubicBezTo>
                    <a:pt x="19676" y="10156"/>
                    <a:pt x="19676" y="10156"/>
                    <a:pt x="19676" y="10156"/>
                  </a:cubicBezTo>
                  <a:cubicBezTo>
                    <a:pt x="19713" y="10224"/>
                    <a:pt x="19713" y="10224"/>
                    <a:pt x="19713" y="10224"/>
                  </a:cubicBezTo>
                  <a:cubicBezTo>
                    <a:pt x="19713" y="10224"/>
                    <a:pt x="19713" y="10224"/>
                    <a:pt x="19713" y="10224"/>
                  </a:cubicBezTo>
                  <a:cubicBezTo>
                    <a:pt x="19676" y="10292"/>
                    <a:pt x="19676" y="10292"/>
                    <a:pt x="19676" y="10292"/>
                  </a:cubicBezTo>
                  <a:cubicBezTo>
                    <a:pt x="19676" y="10292"/>
                    <a:pt x="19676" y="10292"/>
                    <a:pt x="19676" y="10292"/>
                  </a:cubicBezTo>
                  <a:cubicBezTo>
                    <a:pt x="19713" y="10359"/>
                    <a:pt x="19713" y="10359"/>
                    <a:pt x="19713" y="10359"/>
                  </a:cubicBezTo>
                  <a:cubicBezTo>
                    <a:pt x="19713" y="10427"/>
                    <a:pt x="19713" y="10427"/>
                    <a:pt x="19713" y="10427"/>
                  </a:cubicBezTo>
                  <a:cubicBezTo>
                    <a:pt x="19713" y="10427"/>
                    <a:pt x="19713" y="10427"/>
                    <a:pt x="19713" y="10427"/>
                  </a:cubicBezTo>
                  <a:cubicBezTo>
                    <a:pt x="19713" y="10495"/>
                    <a:pt x="19713" y="10495"/>
                    <a:pt x="19713" y="10495"/>
                  </a:cubicBezTo>
                  <a:cubicBezTo>
                    <a:pt x="19750" y="10495"/>
                    <a:pt x="19750" y="10495"/>
                    <a:pt x="19750" y="10495"/>
                  </a:cubicBezTo>
                  <a:cubicBezTo>
                    <a:pt x="19787" y="10563"/>
                    <a:pt x="19787" y="10563"/>
                    <a:pt x="19787" y="10563"/>
                  </a:cubicBezTo>
                  <a:cubicBezTo>
                    <a:pt x="19787" y="10563"/>
                    <a:pt x="19787" y="10563"/>
                    <a:pt x="19787" y="10563"/>
                  </a:cubicBezTo>
                  <a:cubicBezTo>
                    <a:pt x="19750" y="10563"/>
                    <a:pt x="19750" y="10563"/>
                    <a:pt x="19750" y="10563"/>
                  </a:cubicBezTo>
                  <a:cubicBezTo>
                    <a:pt x="19750" y="10630"/>
                    <a:pt x="19750" y="10630"/>
                    <a:pt x="19750" y="10630"/>
                  </a:cubicBezTo>
                  <a:cubicBezTo>
                    <a:pt x="19787" y="10630"/>
                    <a:pt x="19787" y="10630"/>
                    <a:pt x="19787" y="10630"/>
                  </a:cubicBezTo>
                  <a:cubicBezTo>
                    <a:pt x="19787" y="10698"/>
                    <a:pt x="19787" y="10698"/>
                    <a:pt x="19787" y="10698"/>
                  </a:cubicBezTo>
                  <a:cubicBezTo>
                    <a:pt x="19787" y="10698"/>
                    <a:pt x="19787" y="10698"/>
                    <a:pt x="19787" y="10698"/>
                  </a:cubicBezTo>
                  <a:cubicBezTo>
                    <a:pt x="19787" y="10698"/>
                    <a:pt x="19787" y="10698"/>
                    <a:pt x="19787" y="10698"/>
                  </a:cubicBezTo>
                  <a:cubicBezTo>
                    <a:pt x="19750" y="10698"/>
                    <a:pt x="19750" y="10698"/>
                    <a:pt x="19750" y="10698"/>
                  </a:cubicBezTo>
                  <a:cubicBezTo>
                    <a:pt x="19750" y="10698"/>
                    <a:pt x="19750" y="10698"/>
                    <a:pt x="19750" y="10698"/>
                  </a:cubicBezTo>
                  <a:cubicBezTo>
                    <a:pt x="19787" y="10766"/>
                    <a:pt x="19787" y="10766"/>
                    <a:pt x="19787" y="10766"/>
                  </a:cubicBezTo>
                  <a:cubicBezTo>
                    <a:pt x="19787" y="10766"/>
                    <a:pt x="19787" y="10766"/>
                    <a:pt x="19787" y="10766"/>
                  </a:cubicBezTo>
                  <a:cubicBezTo>
                    <a:pt x="19787" y="10833"/>
                    <a:pt x="19787" y="10833"/>
                    <a:pt x="19787" y="10833"/>
                  </a:cubicBezTo>
                  <a:cubicBezTo>
                    <a:pt x="19787" y="10901"/>
                    <a:pt x="19787" y="10901"/>
                    <a:pt x="19787" y="10901"/>
                  </a:cubicBezTo>
                  <a:cubicBezTo>
                    <a:pt x="19787" y="10901"/>
                    <a:pt x="19787" y="10901"/>
                    <a:pt x="19787" y="10901"/>
                  </a:cubicBezTo>
                  <a:cubicBezTo>
                    <a:pt x="19750" y="10969"/>
                    <a:pt x="19750" y="10969"/>
                    <a:pt x="19750" y="10969"/>
                  </a:cubicBezTo>
                  <a:cubicBezTo>
                    <a:pt x="19787" y="11036"/>
                    <a:pt x="19787" y="11036"/>
                    <a:pt x="19787" y="11036"/>
                  </a:cubicBezTo>
                  <a:cubicBezTo>
                    <a:pt x="19787" y="11104"/>
                    <a:pt x="19787" y="11104"/>
                    <a:pt x="19787" y="11104"/>
                  </a:cubicBezTo>
                  <a:cubicBezTo>
                    <a:pt x="19787" y="11104"/>
                    <a:pt x="19787" y="11104"/>
                    <a:pt x="19787" y="11104"/>
                  </a:cubicBezTo>
                  <a:cubicBezTo>
                    <a:pt x="19787" y="11172"/>
                    <a:pt x="19787" y="11172"/>
                    <a:pt x="19787" y="11172"/>
                  </a:cubicBezTo>
                  <a:cubicBezTo>
                    <a:pt x="19787" y="11240"/>
                    <a:pt x="19787" y="11240"/>
                    <a:pt x="19787" y="11240"/>
                  </a:cubicBezTo>
                  <a:cubicBezTo>
                    <a:pt x="19824" y="11307"/>
                    <a:pt x="19824" y="11307"/>
                    <a:pt x="19824" y="11307"/>
                  </a:cubicBezTo>
                  <a:cubicBezTo>
                    <a:pt x="19787" y="11375"/>
                    <a:pt x="19787" y="11375"/>
                    <a:pt x="19787" y="11375"/>
                  </a:cubicBezTo>
                  <a:cubicBezTo>
                    <a:pt x="19824" y="11375"/>
                    <a:pt x="19824" y="11375"/>
                    <a:pt x="19824" y="11375"/>
                  </a:cubicBezTo>
                  <a:cubicBezTo>
                    <a:pt x="19861" y="11443"/>
                    <a:pt x="19861" y="11443"/>
                    <a:pt x="19861" y="11443"/>
                  </a:cubicBezTo>
                  <a:cubicBezTo>
                    <a:pt x="19898" y="11510"/>
                    <a:pt x="19898" y="11510"/>
                    <a:pt x="19898" y="11510"/>
                  </a:cubicBezTo>
                  <a:cubicBezTo>
                    <a:pt x="19935" y="11578"/>
                    <a:pt x="19935" y="11578"/>
                    <a:pt x="19935" y="11578"/>
                  </a:cubicBezTo>
                  <a:cubicBezTo>
                    <a:pt x="19972" y="11510"/>
                    <a:pt x="19972" y="11510"/>
                    <a:pt x="19972" y="11510"/>
                  </a:cubicBezTo>
                  <a:cubicBezTo>
                    <a:pt x="19972" y="11510"/>
                    <a:pt x="19972" y="11510"/>
                    <a:pt x="19972" y="11510"/>
                  </a:cubicBezTo>
                  <a:cubicBezTo>
                    <a:pt x="19935" y="11443"/>
                    <a:pt x="19935" y="11443"/>
                    <a:pt x="19935" y="11443"/>
                  </a:cubicBezTo>
                  <a:cubicBezTo>
                    <a:pt x="19898" y="11375"/>
                    <a:pt x="19898" y="11375"/>
                    <a:pt x="19898" y="11375"/>
                  </a:cubicBezTo>
                  <a:cubicBezTo>
                    <a:pt x="19935" y="11375"/>
                    <a:pt x="19935" y="11375"/>
                    <a:pt x="19935" y="11375"/>
                  </a:cubicBezTo>
                  <a:cubicBezTo>
                    <a:pt x="19972" y="11375"/>
                    <a:pt x="19972" y="11375"/>
                    <a:pt x="19972" y="11375"/>
                  </a:cubicBezTo>
                  <a:cubicBezTo>
                    <a:pt x="20046" y="11443"/>
                    <a:pt x="20046" y="11443"/>
                    <a:pt x="20046" y="11443"/>
                  </a:cubicBezTo>
                  <a:cubicBezTo>
                    <a:pt x="20046" y="11375"/>
                    <a:pt x="20046" y="11375"/>
                    <a:pt x="20046" y="11375"/>
                  </a:cubicBezTo>
                  <a:cubicBezTo>
                    <a:pt x="20083" y="11443"/>
                    <a:pt x="20083" y="11443"/>
                    <a:pt x="20083" y="11443"/>
                  </a:cubicBezTo>
                  <a:cubicBezTo>
                    <a:pt x="20083" y="11443"/>
                    <a:pt x="20083" y="11443"/>
                    <a:pt x="20083" y="11443"/>
                  </a:cubicBezTo>
                  <a:cubicBezTo>
                    <a:pt x="20083" y="11510"/>
                    <a:pt x="20083" y="11510"/>
                    <a:pt x="20083" y="11510"/>
                  </a:cubicBezTo>
                  <a:cubicBezTo>
                    <a:pt x="20083" y="11578"/>
                    <a:pt x="20083" y="11578"/>
                    <a:pt x="20083" y="11578"/>
                  </a:cubicBezTo>
                  <a:cubicBezTo>
                    <a:pt x="20083" y="11578"/>
                    <a:pt x="20083" y="11578"/>
                    <a:pt x="20083" y="11578"/>
                  </a:cubicBezTo>
                  <a:cubicBezTo>
                    <a:pt x="20083" y="11646"/>
                    <a:pt x="20083" y="11646"/>
                    <a:pt x="20083" y="11646"/>
                  </a:cubicBezTo>
                  <a:cubicBezTo>
                    <a:pt x="20083" y="11646"/>
                    <a:pt x="20083" y="11646"/>
                    <a:pt x="20083" y="11646"/>
                  </a:cubicBezTo>
                  <a:cubicBezTo>
                    <a:pt x="20046" y="11714"/>
                    <a:pt x="20046" y="11714"/>
                    <a:pt x="20046" y="11714"/>
                  </a:cubicBezTo>
                  <a:cubicBezTo>
                    <a:pt x="20083" y="11781"/>
                    <a:pt x="20083" y="11781"/>
                    <a:pt x="20083" y="11781"/>
                  </a:cubicBezTo>
                  <a:cubicBezTo>
                    <a:pt x="20083" y="11849"/>
                    <a:pt x="20083" y="11849"/>
                    <a:pt x="20083" y="11849"/>
                  </a:cubicBezTo>
                  <a:cubicBezTo>
                    <a:pt x="20083" y="11984"/>
                    <a:pt x="20083" y="11984"/>
                    <a:pt x="20083" y="11984"/>
                  </a:cubicBezTo>
                  <a:cubicBezTo>
                    <a:pt x="20120" y="11984"/>
                    <a:pt x="20120" y="11984"/>
                    <a:pt x="20120" y="11984"/>
                  </a:cubicBezTo>
                  <a:cubicBezTo>
                    <a:pt x="20157" y="11984"/>
                    <a:pt x="20157" y="11984"/>
                    <a:pt x="20157" y="11984"/>
                  </a:cubicBezTo>
                  <a:cubicBezTo>
                    <a:pt x="20157" y="11984"/>
                    <a:pt x="20157" y="11984"/>
                    <a:pt x="20157" y="11984"/>
                  </a:cubicBezTo>
                  <a:cubicBezTo>
                    <a:pt x="20194" y="11917"/>
                    <a:pt x="20194" y="11917"/>
                    <a:pt x="20194" y="11917"/>
                  </a:cubicBezTo>
                  <a:cubicBezTo>
                    <a:pt x="20194" y="11917"/>
                    <a:pt x="20194" y="11917"/>
                    <a:pt x="20194" y="11917"/>
                  </a:cubicBezTo>
                  <a:cubicBezTo>
                    <a:pt x="20194" y="11917"/>
                    <a:pt x="20194" y="11917"/>
                    <a:pt x="20194" y="11917"/>
                  </a:cubicBezTo>
                  <a:cubicBezTo>
                    <a:pt x="20231" y="11917"/>
                    <a:pt x="20231" y="11917"/>
                    <a:pt x="20231" y="11917"/>
                  </a:cubicBezTo>
                  <a:cubicBezTo>
                    <a:pt x="20231" y="12052"/>
                    <a:pt x="20231" y="12052"/>
                    <a:pt x="20231" y="12052"/>
                  </a:cubicBezTo>
                  <a:cubicBezTo>
                    <a:pt x="20305" y="12188"/>
                    <a:pt x="20305" y="12188"/>
                    <a:pt x="20305" y="12188"/>
                  </a:cubicBezTo>
                  <a:cubicBezTo>
                    <a:pt x="20342" y="12255"/>
                    <a:pt x="20342" y="12255"/>
                    <a:pt x="20342" y="12255"/>
                  </a:cubicBezTo>
                  <a:cubicBezTo>
                    <a:pt x="20305" y="12323"/>
                    <a:pt x="20305" y="12323"/>
                    <a:pt x="20305" y="12323"/>
                  </a:cubicBezTo>
                  <a:cubicBezTo>
                    <a:pt x="20305" y="12391"/>
                    <a:pt x="20305" y="12391"/>
                    <a:pt x="20305" y="12391"/>
                  </a:cubicBezTo>
                  <a:cubicBezTo>
                    <a:pt x="20305" y="12391"/>
                    <a:pt x="20305" y="12391"/>
                    <a:pt x="20305" y="12391"/>
                  </a:cubicBezTo>
                  <a:cubicBezTo>
                    <a:pt x="20231" y="12323"/>
                    <a:pt x="20231" y="12323"/>
                    <a:pt x="20231" y="12323"/>
                  </a:cubicBezTo>
                  <a:cubicBezTo>
                    <a:pt x="20194" y="12323"/>
                    <a:pt x="20194" y="12323"/>
                    <a:pt x="20194" y="12323"/>
                  </a:cubicBezTo>
                  <a:cubicBezTo>
                    <a:pt x="20194" y="12255"/>
                    <a:pt x="20194" y="12255"/>
                    <a:pt x="20194" y="12255"/>
                  </a:cubicBezTo>
                  <a:cubicBezTo>
                    <a:pt x="20194" y="12188"/>
                    <a:pt x="20194" y="12188"/>
                    <a:pt x="20194" y="12188"/>
                  </a:cubicBezTo>
                  <a:cubicBezTo>
                    <a:pt x="20194" y="12120"/>
                    <a:pt x="20194" y="12120"/>
                    <a:pt x="20194" y="12120"/>
                  </a:cubicBezTo>
                  <a:cubicBezTo>
                    <a:pt x="20194" y="12052"/>
                    <a:pt x="20194" y="12052"/>
                    <a:pt x="20194" y="12052"/>
                  </a:cubicBezTo>
                  <a:cubicBezTo>
                    <a:pt x="20194" y="12052"/>
                    <a:pt x="20194" y="12052"/>
                    <a:pt x="20194" y="12052"/>
                  </a:cubicBezTo>
                  <a:cubicBezTo>
                    <a:pt x="20194" y="12120"/>
                    <a:pt x="20194" y="12120"/>
                    <a:pt x="20194" y="12120"/>
                  </a:cubicBezTo>
                  <a:cubicBezTo>
                    <a:pt x="20194" y="12120"/>
                    <a:pt x="20194" y="12120"/>
                    <a:pt x="20194" y="12120"/>
                  </a:cubicBezTo>
                  <a:cubicBezTo>
                    <a:pt x="20157" y="12120"/>
                    <a:pt x="20157" y="12120"/>
                    <a:pt x="20157" y="12120"/>
                  </a:cubicBezTo>
                  <a:cubicBezTo>
                    <a:pt x="20120" y="12255"/>
                    <a:pt x="20120" y="12255"/>
                    <a:pt x="20120" y="12255"/>
                  </a:cubicBezTo>
                  <a:cubicBezTo>
                    <a:pt x="20120" y="12255"/>
                    <a:pt x="20120" y="12255"/>
                    <a:pt x="20120" y="12255"/>
                  </a:cubicBezTo>
                  <a:cubicBezTo>
                    <a:pt x="20194" y="12255"/>
                    <a:pt x="20194" y="12255"/>
                    <a:pt x="20194" y="12255"/>
                  </a:cubicBezTo>
                  <a:cubicBezTo>
                    <a:pt x="20194" y="12323"/>
                    <a:pt x="20194" y="12323"/>
                    <a:pt x="20194" y="12323"/>
                  </a:cubicBezTo>
                  <a:cubicBezTo>
                    <a:pt x="20157" y="12391"/>
                    <a:pt x="20157" y="12391"/>
                    <a:pt x="20157" y="12391"/>
                  </a:cubicBezTo>
                  <a:cubicBezTo>
                    <a:pt x="20157" y="12458"/>
                    <a:pt x="20157" y="12458"/>
                    <a:pt x="20157" y="12458"/>
                  </a:cubicBezTo>
                  <a:cubicBezTo>
                    <a:pt x="20157" y="12458"/>
                    <a:pt x="20157" y="12458"/>
                    <a:pt x="20157" y="12458"/>
                  </a:cubicBezTo>
                  <a:cubicBezTo>
                    <a:pt x="20157" y="12662"/>
                    <a:pt x="20157" y="12662"/>
                    <a:pt x="20157" y="12662"/>
                  </a:cubicBezTo>
                  <a:cubicBezTo>
                    <a:pt x="20194" y="12729"/>
                    <a:pt x="20194" y="12729"/>
                    <a:pt x="20194" y="12729"/>
                  </a:cubicBezTo>
                  <a:cubicBezTo>
                    <a:pt x="20194" y="12729"/>
                    <a:pt x="20194" y="12729"/>
                    <a:pt x="20194" y="12729"/>
                  </a:cubicBezTo>
                  <a:cubicBezTo>
                    <a:pt x="20268" y="12932"/>
                    <a:pt x="20268" y="12932"/>
                    <a:pt x="20268" y="12932"/>
                  </a:cubicBezTo>
                  <a:cubicBezTo>
                    <a:pt x="20305" y="12932"/>
                    <a:pt x="20305" y="12932"/>
                    <a:pt x="20305" y="12932"/>
                  </a:cubicBezTo>
                  <a:cubicBezTo>
                    <a:pt x="20342" y="13068"/>
                    <a:pt x="20342" y="13068"/>
                    <a:pt x="20342" y="13068"/>
                  </a:cubicBezTo>
                  <a:cubicBezTo>
                    <a:pt x="20379" y="13136"/>
                    <a:pt x="20379" y="13136"/>
                    <a:pt x="20379" y="13136"/>
                  </a:cubicBezTo>
                  <a:cubicBezTo>
                    <a:pt x="20379" y="13136"/>
                    <a:pt x="20379" y="13136"/>
                    <a:pt x="20379" y="13136"/>
                  </a:cubicBezTo>
                  <a:cubicBezTo>
                    <a:pt x="20379" y="13203"/>
                    <a:pt x="20379" y="13203"/>
                    <a:pt x="20379" y="13203"/>
                  </a:cubicBezTo>
                  <a:cubicBezTo>
                    <a:pt x="20268" y="13271"/>
                    <a:pt x="20268" y="13271"/>
                    <a:pt x="20268" y="13271"/>
                  </a:cubicBezTo>
                  <a:cubicBezTo>
                    <a:pt x="20268" y="13271"/>
                    <a:pt x="20268" y="13271"/>
                    <a:pt x="20268" y="13271"/>
                  </a:cubicBezTo>
                  <a:cubicBezTo>
                    <a:pt x="20194" y="13339"/>
                    <a:pt x="20194" y="13339"/>
                    <a:pt x="20194" y="13339"/>
                  </a:cubicBezTo>
                  <a:cubicBezTo>
                    <a:pt x="20194" y="13339"/>
                    <a:pt x="20194" y="13339"/>
                    <a:pt x="20194" y="13339"/>
                  </a:cubicBezTo>
                  <a:cubicBezTo>
                    <a:pt x="20194" y="13339"/>
                    <a:pt x="20194" y="13339"/>
                    <a:pt x="20194" y="13339"/>
                  </a:cubicBezTo>
                  <a:cubicBezTo>
                    <a:pt x="20157" y="13474"/>
                    <a:pt x="20157" y="13474"/>
                    <a:pt x="20157" y="13474"/>
                  </a:cubicBezTo>
                  <a:cubicBezTo>
                    <a:pt x="20157" y="13542"/>
                    <a:pt x="20157" y="13542"/>
                    <a:pt x="20157" y="13542"/>
                  </a:cubicBezTo>
                  <a:cubicBezTo>
                    <a:pt x="20157" y="13542"/>
                    <a:pt x="20157" y="13542"/>
                    <a:pt x="20157" y="13542"/>
                  </a:cubicBezTo>
                  <a:cubicBezTo>
                    <a:pt x="20157" y="13610"/>
                    <a:pt x="20157" y="13610"/>
                    <a:pt x="20157" y="13610"/>
                  </a:cubicBezTo>
                  <a:cubicBezTo>
                    <a:pt x="20157" y="13745"/>
                    <a:pt x="20157" y="13745"/>
                    <a:pt x="20157" y="13745"/>
                  </a:cubicBezTo>
                  <a:cubicBezTo>
                    <a:pt x="20194" y="13880"/>
                    <a:pt x="20194" y="13880"/>
                    <a:pt x="20194" y="13880"/>
                  </a:cubicBezTo>
                  <a:cubicBezTo>
                    <a:pt x="20231" y="13948"/>
                    <a:pt x="20231" y="13948"/>
                    <a:pt x="20231" y="13948"/>
                  </a:cubicBezTo>
                  <a:cubicBezTo>
                    <a:pt x="20231" y="14016"/>
                    <a:pt x="20231" y="14016"/>
                    <a:pt x="20231" y="14016"/>
                  </a:cubicBezTo>
                  <a:cubicBezTo>
                    <a:pt x="20268" y="14016"/>
                    <a:pt x="20268" y="14016"/>
                    <a:pt x="20268" y="14016"/>
                  </a:cubicBezTo>
                  <a:cubicBezTo>
                    <a:pt x="20305" y="14084"/>
                    <a:pt x="20305" y="14084"/>
                    <a:pt x="20305" y="14084"/>
                  </a:cubicBezTo>
                  <a:cubicBezTo>
                    <a:pt x="20268" y="14084"/>
                    <a:pt x="20268" y="14084"/>
                    <a:pt x="20268" y="14084"/>
                  </a:cubicBezTo>
                  <a:cubicBezTo>
                    <a:pt x="20231" y="14084"/>
                    <a:pt x="20231" y="14084"/>
                    <a:pt x="20231" y="14084"/>
                  </a:cubicBezTo>
                  <a:cubicBezTo>
                    <a:pt x="20231" y="14084"/>
                    <a:pt x="20231" y="14084"/>
                    <a:pt x="20231" y="14084"/>
                  </a:cubicBezTo>
                  <a:cubicBezTo>
                    <a:pt x="20194" y="14151"/>
                    <a:pt x="20194" y="14151"/>
                    <a:pt x="20194" y="14151"/>
                  </a:cubicBezTo>
                  <a:cubicBezTo>
                    <a:pt x="20157" y="14151"/>
                    <a:pt x="20157" y="14151"/>
                    <a:pt x="20157" y="14151"/>
                  </a:cubicBezTo>
                  <a:cubicBezTo>
                    <a:pt x="20120" y="14219"/>
                    <a:pt x="20120" y="14219"/>
                    <a:pt x="20120" y="14219"/>
                  </a:cubicBezTo>
                  <a:cubicBezTo>
                    <a:pt x="20083" y="14151"/>
                    <a:pt x="20083" y="14151"/>
                    <a:pt x="20083" y="14151"/>
                  </a:cubicBezTo>
                  <a:cubicBezTo>
                    <a:pt x="20046" y="14219"/>
                    <a:pt x="20046" y="14219"/>
                    <a:pt x="20046" y="14219"/>
                  </a:cubicBezTo>
                  <a:cubicBezTo>
                    <a:pt x="20083" y="14219"/>
                    <a:pt x="20083" y="14219"/>
                    <a:pt x="20083" y="14219"/>
                  </a:cubicBezTo>
                  <a:cubicBezTo>
                    <a:pt x="20120" y="14219"/>
                    <a:pt x="20120" y="14219"/>
                    <a:pt x="20120" y="14219"/>
                  </a:cubicBezTo>
                  <a:cubicBezTo>
                    <a:pt x="20120" y="14287"/>
                    <a:pt x="20120" y="14287"/>
                    <a:pt x="20120" y="14287"/>
                  </a:cubicBezTo>
                  <a:cubicBezTo>
                    <a:pt x="20083" y="14354"/>
                    <a:pt x="20083" y="14354"/>
                    <a:pt x="20083" y="14354"/>
                  </a:cubicBezTo>
                  <a:cubicBezTo>
                    <a:pt x="20120" y="14422"/>
                    <a:pt x="20120" y="14422"/>
                    <a:pt x="20120" y="14422"/>
                  </a:cubicBezTo>
                  <a:cubicBezTo>
                    <a:pt x="20120" y="14422"/>
                    <a:pt x="20120" y="14422"/>
                    <a:pt x="20120" y="14422"/>
                  </a:cubicBezTo>
                  <a:cubicBezTo>
                    <a:pt x="20120" y="14422"/>
                    <a:pt x="20120" y="14422"/>
                    <a:pt x="20120" y="14422"/>
                  </a:cubicBezTo>
                  <a:cubicBezTo>
                    <a:pt x="20120" y="14490"/>
                    <a:pt x="20120" y="14490"/>
                    <a:pt x="20120" y="14490"/>
                  </a:cubicBezTo>
                  <a:cubicBezTo>
                    <a:pt x="20120" y="14557"/>
                    <a:pt x="20120" y="14557"/>
                    <a:pt x="20120" y="14557"/>
                  </a:cubicBezTo>
                  <a:cubicBezTo>
                    <a:pt x="20120" y="14557"/>
                    <a:pt x="20120" y="14557"/>
                    <a:pt x="20120" y="14557"/>
                  </a:cubicBezTo>
                  <a:cubicBezTo>
                    <a:pt x="20157" y="14490"/>
                    <a:pt x="20157" y="14490"/>
                    <a:pt x="20157" y="14490"/>
                  </a:cubicBezTo>
                  <a:cubicBezTo>
                    <a:pt x="20194" y="14557"/>
                    <a:pt x="20194" y="14557"/>
                    <a:pt x="20194" y="14557"/>
                  </a:cubicBezTo>
                  <a:cubicBezTo>
                    <a:pt x="20157" y="14625"/>
                    <a:pt x="20157" y="14625"/>
                    <a:pt x="20157" y="14625"/>
                  </a:cubicBezTo>
                  <a:cubicBezTo>
                    <a:pt x="20157" y="14693"/>
                    <a:pt x="20157" y="14693"/>
                    <a:pt x="20157" y="14693"/>
                  </a:cubicBezTo>
                  <a:cubicBezTo>
                    <a:pt x="20157" y="14761"/>
                    <a:pt x="20157" y="14761"/>
                    <a:pt x="20157" y="14761"/>
                  </a:cubicBezTo>
                  <a:cubicBezTo>
                    <a:pt x="20157" y="14828"/>
                    <a:pt x="20157" y="14828"/>
                    <a:pt x="20157" y="14828"/>
                  </a:cubicBezTo>
                  <a:cubicBezTo>
                    <a:pt x="20157" y="14896"/>
                    <a:pt x="20157" y="14896"/>
                    <a:pt x="20157" y="14896"/>
                  </a:cubicBezTo>
                  <a:cubicBezTo>
                    <a:pt x="20157" y="14896"/>
                    <a:pt x="20157" y="14896"/>
                    <a:pt x="20157" y="14896"/>
                  </a:cubicBezTo>
                  <a:cubicBezTo>
                    <a:pt x="20157" y="14964"/>
                    <a:pt x="20157" y="14964"/>
                    <a:pt x="20157" y="14964"/>
                  </a:cubicBezTo>
                  <a:cubicBezTo>
                    <a:pt x="20120" y="15031"/>
                    <a:pt x="20120" y="15031"/>
                    <a:pt x="20120" y="15031"/>
                  </a:cubicBezTo>
                  <a:cubicBezTo>
                    <a:pt x="20120" y="15099"/>
                    <a:pt x="20120" y="15099"/>
                    <a:pt x="20120" y="15099"/>
                  </a:cubicBezTo>
                  <a:cubicBezTo>
                    <a:pt x="20083" y="15099"/>
                    <a:pt x="20083" y="15099"/>
                    <a:pt x="20083" y="15099"/>
                  </a:cubicBezTo>
                  <a:cubicBezTo>
                    <a:pt x="20083" y="15235"/>
                    <a:pt x="20083" y="15235"/>
                    <a:pt x="20083" y="15235"/>
                  </a:cubicBezTo>
                  <a:cubicBezTo>
                    <a:pt x="20046" y="15370"/>
                    <a:pt x="20046" y="15370"/>
                    <a:pt x="20046" y="15370"/>
                  </a:cubicBezTo>
                  <a:cubicBezTo>
                    <a:pt x="20046" y="15302"/>
                    <a:pt x="20046" y="15302"/>
                    <a:pt x="20046" y="15302"/>
                  </a:cubicBezTo>
                  <a:cubicBezTo>
                    <a:pt x="20046" y="15235"/>
                    <a:pt x="20046" y="15235"/>
                    <a:pt x="20046" y="15235"/>
                  </a:cubicBezTo>
                  <a:cubicBezTo>
                    <a:pt x="20046" y="15167"/>
                    <a:pt x="20046" y="15167"/>
                    <a:pt x="20046" y="15167"/>
                  </a:cubicBezTo>
                  <a:cubicBezTo>
                    <a:pt x="20046" y="15167"/>
                    <a:pt x="20046" y="15167"/>
                    <a:pt x="20046" y="15167"/>
                  </a:cubicBezTo>
                  <a:cubicBezTo>
                    <a:pt x="19972" y="15167"/>
                    <a:pt x="19972" y="15167"/>
                    <a:pt x="19972" y="15167"/>
                  </a:cubicBezTo>
                  <a:cubicBezTo>
                    <a:pt x="19935" y="15031"/>
                    <a:pt x="19935" y="15031"/>
                    <a:pt x="19935" y="15031"/>
                  </a:cubicBezTo>
                  <a:cubicBezTo>
                    <a:pt x="19935" y="14964"/>
                    <a:pt x="19935" y="14964"/>
                    <a:pt x="19935" y="14964"/>
                  </a:cubicBezTo>
                  <a:cubicBezTo>
                    <a:pt x="19861" y="14693"/>
                    <a:pt x="19861" y="14693"/>
                    <a:pt x="19861" y="14693"/>
                  </a:cubicBezTo>
                  <a:cubicBezTo>
                    <a:pt x="19824" y="14625"/>
                    <a:pt x="19824" y="14625"/>
                    <a:pt x="19824" y="14625"/>
                  </a:cubicBezTo>
                  <a:cubicBezTo>
                    <a:pt x="19824" y="14625"/>
                    <a:pt x="19824" y="14625"/>
                    <a:pt x="19824" y="14625"/>
                  </a:cubicBezTo>
                  <a:cubicBezTo>
                    <a:pt x="19861" y="14625"/>
                    <a:pt x="19861" y="14625"/>
                    <a:pt x="19861" y="14625"/>
                  </a:cubicBezTo>
                  <a:cubicBezTo>
                    <a:pt x="19898" y="14557"/>
                    <a:pt x="19898" y="14557"/>
                    <a:pt x="19898" y="14557"/>
                  </a:cubicBezTo>
                  <a:cubicBezTo>
                    <a:pt x="19861" y="14557"/>
                    <a:pt x="19861" y="14557"/>
                    <a:pt x="19861" y="14557"/>
                  </a:cubicBezTo>
                  <a:cubicBezTo>
                    <a:pt x="19824" y="14557"/>
                    <a:pt x="19824" y="14557"/>
                    <a:pt x="19824" y="14557"/>
                  </a:cubicBezTo>
                  <a:cubicBezTo>
                    <a:pt x="19750" y="14490"/>
                    <a:pt x="19750" y="14490"/>
                    <a:pt x="19750" y="14490"/>
                  </a:cubicBezTo>
                  <a:cubicBezTo>
                    <a:pt x="19639" y="14151"/>
                    <a:pt x="19639" y="14151"/>
                    <a:pt x="19639" y="14151"/>
                  </a:cubicBezTo>
                  <a:cubicBezTo>
                    <a:pt x="19528" y="13948"/>
                    <a:pt x="19528" y="13948"/>
                    <a:pt x="19528" y="13948"/>
                  </a:cubicBezTo>
                  <a:cubicBezTo>
                    <a:pt x="19491" y="13813"/>
                    <a:pt x="19491" y="13813"/>
                    <a:pt x="19491" y="13813"/>
                  </a:cubicBezTo>
                  <a:cubicBezTo>
                    <a:pt x="19454" y="13745"/>
                    <a:pt x="19454" y="13745"/>
                    <a:pt x="19454" y="13745"/>
                  </a:cubicBezTo>
                  <a:cubicBezTo>
                    <a:pt x="19380" y="13542"/>
                    <a:pt x="19380" y="13542"/>
                    <a:pt x="19380" y="13542"/>
                  </a:cubicBezTo>
                  <a:cubicBezTo>
                    <a:pt x="19306" y="13203"/>
                    <a:pt x="19306" y="13203"/>
                    <a:pt x="19306" y="13203"/>
                  </a:cubicBezTo>
                  <a:cubicBezTo>
                    <a:pt x="19232" y="12932"/>
                    <a:pt x="19232" y="12932"/>
                    <a:pt x="19232" y="12932"/>
                  </a:cubicBezTo>
                  <a:cubicBezTo>
                    <a:pt x="19232" y="12865"/>
                    <a:pt x="19232" y="12865"/>
                    <a:pt x="19232" y="12865"/>
                  </a:cubicBezTo>
                  <a:cubicBezTo>
                    <a:pt x="19158" y="12729"/>
                    <a:pt x="19158" y="12729"/>
                    <a:pt x="19158" y="12729"/>
                  </a:cubicBezTo>
                  <a:cubicBezTo>
                    <a:pt x="19158" y="12526"/>
                    <a:pt x="19158" y="12526"/>
                    <a:pt x="19158" y="12526"/>
                  </a:cubicBezTo>
                  <a:cubicBezTo>
                    <a:pt x="19121" y="12458"/>
                    <a:pt x="19121" y="12458"/>
                    <a:pt x="19121" y="12458"/>
                  </a:cubicBezTo>
                  <a:cubicBezTo>
                    <a:pt x="19121" y="12323"/>
                    <a:pt x="19121" y="12323"/>
                    <a:pt x="19121" y="12323"/>
                  </a:cubicBezTo>
                  <a:cubicBezTo>
                    <a:pt x="19158" y="12255"/>
                    <a:pt x="19158" y="12255"/>
                    <a:pt x="19158" y="12255"/>
                  </a:cubicBezTo>
                  <a:cubicBezTo>
                    <a:pt x="19195" y="12188"/>
                    <a:pt x="19195" y="12188"/>
                    <a:pt x="19195" y="12188"/>
                  </a:cubicBezTo>
                  <a:cubicBezTo>
                    <a:pt x="19195" y="12188"/>
                    <a:pt x="19195" y="12188"/>
                    <a:pt x="19195" y="12188"/>
                  </a:cubicBezTo>
                  <a:cubicBezTo>
                    <a:pt x="19195" y="12120"/>
                    <a:pt x="19195" y="12120"/>
                    <a:pt x="19195" y="12120"/>
                  </a:cubicBezTo>
                  <a:cubicBezTo>
                    <a:pt x="19195" y="12120"/>
                    <a:pt x="19195" y="12120"/>
                    <a:pt x="19195" y="12120"/>
                  </a:cubicBezTo>
                  <a:cubicBezTo>
                    <a:pt x="19195" y="11984"/>
                    <a:pt x="19195" y="11984"/>
                    <a:pt x="19195" y="11984"/>
                  </a:cubicBezTo>
                  <a:cubicBezTo>
                    <a:pt x="19158" y="11849"/>
                    <a:pt x="19158" y="11849"/>
                    <a:pt x="19158" y="11849"/>
                  </a:cubicBezTo>
                  <a:cubicBezTo>
                    <a:pt x="19084" y="11849"/>
                    <a:pt x="19084" y="11849"/>
                    <a:pt x="19084" y="11849"/>
                  </a:cubicBezTo>
                  <a:cubicBezTo>
                    <a:pt x="19084" y="11781"/>
                    <a:pt x="19084" y="11781"/>
                    <a:pt x="19084" y="11781"/>
                  </a:cubicBezTo>
                  <a:cubicBezTo>
                    <a:pt x="19121" y="11714"/>
                    <a:pt x="19121" y="11714"/>
                    <a:pt x="19121" y="11714"/>
                  </a:cubicBezTo>
                  <a:cubicBezTo>
                    <a:pt x="19195" y="11781"/>
                    <a:pt x="19195" y="11781"/>
                    <a:pt x="19195" y="11781"/>
                  </a:cubicBezTo>
                  <a:cubicBezTo>
                    <a:pt x="19232" y="11714"/>
                    <a:pt x="19232" y="11714"/>
                    <a:pt x="19232" y="11714"/>
                  </a:cubicBezTo>
                  <a:cubicBezTo>
                    <a:pt x="19232" y="11646"/>
                    <a:pt x="19232" y="11646"/>
                    <a:pt x="19232" y="11646"/>
                  </a:cubicBezTo>
                  <a:cubicBezTo>
                    <a:pt x="19232" y="11578"/>
                    <a:pt x="19232" y="11578"/>
                    <a:pt x="19232" y="11578"/>
                  </a:cubicBezTo>
                  <a:cubicBezTo>
                    <a:pt x="19269" y="11578"/>
                    <a:pt x="19269" y="11578"/>
                    <a:pt x="19269" y="11578"/>
                  </a:cubicBezTo>
                  <a:cubicBezTo>
                    <a:pt x="19306" y="11578"/>
                    <a:pt x="19306" y="11578"/>
                    <a:pt x="19306" y="11578"/>
                  </a:cubicBezTo>
                  <a:cubicBezTo>
                    <a:pt x="19269" y="11510"/>
                    <a:pt x="19269" y="11510"/>
                    <a:pt x="19269" y="11510"/>
                  </a:cubicBezTo>
                  <a:cubicBezTo>
                    <a:pt x="19343" y="11375"/>
                    <a:pt x="19343" y="11375"/>
                    <a:pt x="19343" y="11375"/>
                  </a:cubicBezTo>
                  <a:cubicBezTo>
                    <a:pt x="19306" y="11240"/>
                    <a:pt x="19306" y="11240"/>
                    <a:pt x="19306" y="11240"/>
                  </a:cubicBezTo>
                  <a:cubicBezTo>
                    <a:pt x="19306" y="11172"/>
                    <a:pt x="19306" y="11172"/>
                    <a:pt x="19306" y="11172"/>
                  </a:cubicBezTo>
                  <a:cubicBezTo>
                    <a:pt x="19306" y="11104"/>
                    <a:pt x="19306" y="11104"/>
                    <a:pt x="19306" y="11104"/>
                  </a:cubicBezTo>
                  <a:cubicBezTo>
                    <a:pt x="19306" y="11036"/>
                    <a:pt x="19306" y="11036"/>
                    <a:pt x="19306" y="11036"/>
                  </a:cubicBezTo>
                  <a:cubicBezTo>
                    <a:pt x="19306" y="10969"/>
                    <a:pt x="19306" y="10969"/>
                    <a:pt x="19306" y="10969"/>
                  </a:cubicBezTo>
                  <a:cubicBezTo>
                    <a:pt x="19306" y="10969"/>
                    <a:pt x="19306" y="10969"/>
                    <a:pt x="19306" y="10969"/>
                  </a:cubicBezTo>
                  <a:cubicBezTo>
                    <a:pt x="19306" y="10833"/>
                    <a:pt x="19306" y="10833"/>
                    <a:pt x="19306" y="10833"/>
                  </a:cubicBezTo>
                  <a:cubicBezTo>
                    <a:pt x="19343" y="10833"/>
                    <a:pt x="19343" y="10833"/>
                    <a:pt x="19343" y="10833"/>
                  </a:cubicBezTo>
                  <a:cubicBezTo>
                    <a:pt x="19306" y="10766"/>
                    <a:pt x="19306" y="10766"/>
                    <a:pt x="19306" y="10766"/>
                  </a:cubicBezTo>
                  <a:cubicBezTo>
                    <a:pt x="19306" y="10766"/>
                    <a:pt x="19306" y="10766"/>
                    <a:pt x="19306" y="10766"/>
                  </a:cubicBezTo>
                  <a:cubicBezTo>
                    <a:pt x="19306" y="10698"/>
                    <a:pt x="19306" y="10698"/>
                    <a:pt x="19306" y="10698"/>
                  </a:cubicBezTo>
                  <a:cubicBezTo>
                    <a:pt x="19343" y="10630"/>
                    <a:pt x="19343" y="10630"/>
                    <a:pt x="19343" y="10630"/>
                  </a:cubicBezTo>
                  <a:cubicBezTo>
                    <a:pt x="19306" y="10630"/>
                    <a:pt x="19306" y="10630"/>
                    <a:pt x="19306" y="10630"/>
                  </a:cubicBezTo>
                  <a:cubicBezTo>
                    <a:pt x="19306" y="10563"/>
                    <a:pt x="19306" y="10563"/>
                    <a:pt x="19306" y="10563"/>
                  </a:cubicBezTo>
                  <a:cubicBezTo>
                    <a:pt x="19343" y="10495"/>
                    <a:pt x="19343" y="10495"/>
                    <a:pt x="19343" y="10495"/>
                  </a:cubicBezTo>
                  <a:cubicBezTo>
                    <a:pt x="19380" y="10495"/>
                    <a:pt x="19380" y="10495"/>
                    <a:pt x="19380" y="10495"/>
                  </a:cubicBezTo>
                  <a:cubicBezTo>
                    <a:pt x="19343" y="10427"/>
                    <a:pt x="19343" y="10427"/>
                    <a:pt x="19343" y="10427"/>
                  </a:cubicBezTo>
                  <a:cubicBezTo>
                    <a:pt x="19380" y="10292"/>
                    <a:pt x="19380" y="10292"/>
                    <a:pt x="19380" y="10292"/>
                  </a:cubicBezTo>
                  <a:cubicBezTo>
                    <a:pt x="19343" y="10292"/>
                    <a:pt x="19343" y="10292"/>
                    <a:pt x="19343" y="10292"/>
                  </a:cubicBezTo>
                  <a:cubicBezTo>
                    <a:pt x="19343" y="10224"/>
                    <a:pt x="19343" y="10224"/>
                    <a:pt x="19343" y="10224"/>
                  </a:cubicBezTo>
                  <a:cubicBezTo>
                    <a:pt x="19380" y="10156"/>
                    <a:pt x="19380" y="10156"/>
                    <a:pt x="19380" y="10156"/>
                  </a:cubicBezTo>
                  <a:cubicBezTo>
                    <a:pt x="19380" y="10089"/>
                    <a:pt x="19380" y="10089"/>
                    <a:pt x="19380" y="10089"/>
                  </a:cubicBezTo>
                  <a:cubicBezTo>
                    <a:pt x="19343" y="10089"/>
                    <a:pt x="19343" y="10089"/>
                    <a:pt x="19343" y="10089"/>
                  </a:cubicBezTo>
                  <a:cubicBezTo>
                    <a:pt x="19343" y="10021"/>
                    <a:pt x="19343" y="10021"/>
                    <a:pt x="19343" y="10021"/>
                  </a:cubicBezTo>
                  <a:cubicBezTo>
                    <a:pt x="19343" y="9953"/>
                    <a:pt x="19343" y="9953"/>
                    <a:pt x="19343" y="9953"/>
                  </a:cubicBezTo>
                  <a:cubicBezTo>
                    <a:pt x="19380" y="9953"/>
                    <a:pt x="19380" y="9953"/>
                    <a:pt x="19380" y="9953"/>
                  </a:cubicBezTo>
                  <a:cubicBezTo>
                    <a:pt x="19380" y="9885"/>
                    <a:pt x="19380" y="9885"/>
                    <a:pt x="19380" y="9885"/>
                  </a:cubicBezTo>
                  <a:cubicBezTo>
                    <a:pt x="19380" y="9885"/>
                    <a:pt x="19380" y="9885"/>
                    <a:pt x="19380" y="9885"/>
                  </a:cubicBezTo>
                  <a:cubicBezTo>
                    <a:pt x="19417" y="9818"/>
                    <a:pt x="19417" y="9818"/>
                    <a:pt x="19417" y="9818"/>
                  </a:cubicBezTo>
                  <a:cubicBezTo>
                    <a:pt x="19454" y="9818"/>
                    <a:pt x="19454" y="9818"/>
                    <a:pt x="19454" y="9818"/>
                  </a:cubicBezTo>
                  <a:cubicBezTo>
                    <a:pt x="19491" y="9750"/>
                    <a:pt x="19491" y="9750"/>
                    <a:pt x="19491" y="9750"/>
                  </a:cubicBezTo>
                  <a:cubicBezTo>
                    <a:pt x="19491" y="9750"/>
                    <a:pt x="19491" y="9750"/>
                    <a:pt x="19491" y="9750"/>
                  </a:cubicBezTo>
                  <a:cubicBezTo>
                    <a:pt x="19528" y="9682"/>
                    <a:pt x="19528" y="9682"/>
                    <a:pt x="19528" y="9682"/>
                  </a:cubicBezTo>
                  <a:cubicBezTo>
                    <a:pt x="19528" y="9682"/>
                    <a:pt x="19528" y="9682"/>
                    <a:pt x="19528" y="9682"/>
                  </a:cubicBezTo>
                  <a:cubicBezTo>
                    <a:pt x="19528" y="9682"/>
                    <a:pt x="19528" y="9682"/>
                    <a:pt x="19528" y="9682"/>
                  </a:cubicBezTo>
                  <a:cubicBezTo>
                    <a:pt x="19528" y="9615"/>
                    <a:pt x="19528" y="9615"/>
                    <a:pt x="19528" y="9615"/>
                  </a:cubicBezTo>
                  <a:cubicBezTo>
                    <a:pt x="19491" y="9615"/>
                    <a:pt x="19491" y="9615"/>
                    <a:pt x="19491" y="9615"/>
                  </a:cubicBezTo>
                  <a:cubicBezTo>
                    <a:pt x="19491" y="9682"/>
                    <a:pt x="19491" y="9682"/>
                    <a:pt x="19491" y="9682"/>
                  </a:cubicBezTo>
                  <a:cubicBezTo>
                    <a:pt x="19454" y="9615"/>
                    <a:pt x="19454" y="9615"/>
                    <a:pt x="19454" y="9615"/>
                  </a:cubicBezTo>
                  <a:cubicBezTo>
                    <a:pt x="19454" y="9547"/>
                    <a:pt x="19454" y="9547"/>
                    <a:pt x="19454" y="9547"/>
                  </a:cubicBezTo>
                  <a:cubicBezTo>
                    <a:pt x="19491" y="9411"/>
                    <a:pt x="19491" y="9411"/>
                    <a:pt x="19491" y="9411"/>
                  </a:cubicBezTo>
                  <a:cubicBezTo>
                    <a:pt x="19454" y="9411"/>
                    <a:pt x="19454" y="9411"/>
                    <a:pt x="19454" y="9411"/>
                  </a:cubicBezTo>
                  <a:cubicBezTo>
                    <a:pt x="19454" y="9344"/>
                    <a:pt x="19454" y="9344"/>
                    <a:pt x="19454" y="9344"/>
                  </a:cubicBezTo>
                  <a:cubicBezTo>
                    <a:pt x="19454" y="9344"/>
                    <a:pt x="19454" y="9344"/>
                    <a:pt x="19454" y="9344"/>
                  </a:cubicBezTo>
                  <a:cubicBezTo>
                    <a:pt x="19417" y="9344"/>
                    <a:pt x="19417" y="9344"/>
                    <a:pt x="19417" y="9344"/>
                  </a:cubicBezTo>
                  <a:cubicBezTo>
                    <a:pt x="19417" y="9344"/>
                    <a:pt x="19417" y="9344"/>
                    <a:pt x="19417" y="9344"/>
                  </a:cubicBezTo>
                  <a:cubicBezTo>
                    <a:pt x="19417" y="9208"/>
                    <a:pt x="19417" y="9208"/>
                    <a:pt x="19417" y="9208"/>
                  </a:cubicBezTo>
                  <a:cubicBezTo>
                    <a:pt x="19417" y="9208"/>
                    <a:pt x="19417" y="9208"/>
                    <a:pt x="19417" y="9208"/>
                  </a:cubicBezTo>
                  <a:cubicBezTo>
                    <a:pt x="19417" y="9208"/>
                    <a:pt x="19417" y="9208"/>
                    <a:pt x="19417" y="9208"/>
                  </a:cubicBezTo>
                  <a:cubicBezTo>
                    <a:pt x="19417" y="9141"/>
                    <a:pt x="19417" y="9141"/>
                    <a:pt x="19417" y="9141"/>
                  </a:cubicBezTo>
                  <a:cubicBezTo>
                    <a:pt x="19380" y="9073"/>
                    <a:pt x="19380" y="9073"/>
                    <a:pt x="19380" y="9073"/>
                  </a:cubicBezTo>
                  <a:cubicBezTo>
                    <a:pt x="19380" y="9073"/>
                    <a:pt x="19380" y="9073"/>
                    <a:pt x="19380" y="9073"/>
                  </a:cubicBezTo>
                  <a:cubicBezTo>
                    <a:pt x="19380" y="9073"/>
                    <a:pt x="19380" y="9073"/>
                    <a:pt x="19380" y="9073"/>
                  </a:cubicBezTo>
                  <a:cubicBezTo>
                    <a:pt x="19380" y="9005"/>
                    <a:pt x="19380" y="9005"/>
                    <a:pt x="19380" y="9005"/>
                  </a:cubicBezTo>
                  <a:cubicBezTo>
                    <a:pt x="19343" y="8937"/>
                    <a:pt x="19343" y="8937"/>
                    <a:pt x="19343" y="8937"/>
                  </a:cubicBezTo>
                  <a:cubicBezTo>
                    <a:pt x="19343" y="8937"/>
                    <a:pt x="19343" y="8937"/>
                    <a:pt x="19343" y="8937"/>
                  </a:cubicBezTo>
                  <a:cubicBezTo>
                    <a:pt x="19306" y="8870"/>
                    <a:pt x="19306" y="8870"/>
                    <a:pt x="19306" y="8870"/>
                  </a:cubicBezTo>
                  <a:cubicBezTo>
                    <a:pt x="19306" y="8870"/>
                    <a:pt x="19306" y="8870"/>
                    <a:pt x="19306" y="8870"/>
                  </a:cubicBezTo>
                  <a:cubicBezTo>
                    <a:pt x="19306" y="8802"/>
                    <a:pt x="19306" y="8802"/>
                    <a:pt x="19306" y="8802"/>
                  </a:cubicBezTo>
                  <a:cubicBezTo>
                    <a:pt x="19306" y="8734"/>
                    <a:pt x="19306" y="8734"/>
                    <a:pt x="19306" y="8734"/>
                  </a:cubicBezTo>
                  <a:cubicBezTo>
                    <a:pt x="19343" y="8667"/>
                    <a:pt x="19343" y="8667"/>
                    <a:pt x="19343" y="8667"/>
                  </a:cubicBezTo>
                  <a:cubicBezTo>
                    <a:pt x="19380" y="8667"/>
                    <a:pt x="19380" y="8667"/>
                    <a:pt x="19380" y="8667"/>
                  </a:cubicBezTo>
                  <a:cubicBezTo>
                    <a:pt x="19417" y="8667"/>
                    <a:pt x="19417" y="8667"/>
                    <a:pt x="19417" y="8667"/>
                  </a:cubicBezTo>
                  <a:cubicBezTo>
                    <a:pt x="19380" y="8599"/>
                    <a:pt x="19380" y="8599"/>
                    <a:pt x="19380" y="8599"/>
                  </a:cubicBezTo>
                  <a:cubicBezTo>
                    <a:pt x="19454" y="8599"/>
                    <a:pt x="19454" y="8599"/>
                    <a:pt x="19454" y="8599"/>
                  </a:cubicBezTo>
                  <a:cubicBezTo>
                    <a:pt x="19417" y="8599"/>
                    <a:pt x="19417" y="8599"/>
                    <a:pt x="19417" y="8599"/>
                  </a:cubicBezTo>
                  <a:cubicBezTo>
                    <a:pt x="19380" y="8599"/>
                    <a:pt x="19380" y="8599"/>
                    <a:pt x="19380" y="8599"/>
                  </a:cubicBezTo>
                  <a:cubicBezTo>
                    <a:pt x="19380" y="8599"/>
                    <a:pt x="19380" y="8599"/>
                    <a:pt x="19380" y="8599"/>
                  </a:cubicBezTo>
                  <a:cubicBezTo>
                    <a:pt x="19306" y="8599"/>
                    <a:pt x="19306" y="8599"/>
                    <a:pt x="19306" y="8599"/>
                  </a:cubicBezTo>
                  <a:cubicBezTo>
                    <a:pt x="19269" y="8531"/>
                    <a:pt x="19269" y="8531"/>
                    <a:pt x="19269" y="8531"/>
                  </a:cubicBezTo>
                  <a:cubicBezTo>
                    <a:pt x="19269" y="8531"/>
                    <a:pt x="19269" y="8531"/>
                    <a:pt x="19269" y="8531"/>
                  </a:cubicBezTo>
                  <a:cubicBezTo>
                    <a:pt x="19232" y="8531"/>
                    <a:pt x="19232" y="8531"/>
                    <a:pt x="19232" y="8531"/>
                  </a:cubicBezTo>
                  <a:cubicBezTo>
                    <a:pt x="19195" y="8599"/>
                    <a:pt x="19195" y="8599"/>
                    <a:pt x="19195" y="8599"/>
                  </a:cubicBezTo>
                  <a:cubicBezTo>
                    <a:pt x="19158" y="8599"/>
                    <a:pt x="19158" y="8599"/>
                    <a:pt x="19158" y="8599"/>
                  </a:cubicBezTo>
                  <a:cubicBezTo>
                    <a:pt x="19121" y="8667"/>
                    <a:pt x="19121" y="8667"/>
                    <a:pt x="19121" y="8667"/>
                  </a:cubicBezTo>
                  <a:cubicBezTo>
                    <a:pt x="19121" y="8667"/>
                    <a:pt x="19121" y="8667"/>
                    <a:pt x="19121" y="8667"/>
                  </a:cubicBezTo>
                  <a:cubicBezTo>
                    <a:pt x="19121" y="8734"/>
                    <a:pt x="19121" y="8734"/>
                    <a:pt x="19121" y="8734"/>
                  </a:cubicBezTo>
                  <a:cubicBezTo>
                    <a:pt x="19158" y="8802"/>
                    <a:pt x="19158" y="8802"/>
                    <a:pt x="19158" y="8802"/>
                  </a:cubicBezTo>
                  <a:cubicBezTo>
                    <a:pt x="19158" y="8802"/>
                    <a:pt x="19158" y="8802"/>
                    <a:pt x="19158" y="8802"/>
                  </a:cubicBezTo>
                  <a:cubicBezTo>
                    <a:pt x="19158" y="8870"/>
                    <a:pt x="19158" y="8870"/>
                    <a:pt x="19158" y="8870"/>
                  </a:cubicBezTo>
                  <a:cubicBezTo>
                    <a:pt x="19158" y="8937"/>
                    <a:pt x="19158" y="8937"/>
                    <a:pt x="19158" y="8937"/>
                  </a:cubicBezTo>
                  <a:cubicBezTo>
                    <a:pt x="19195" y="9005"/>
                    <a:pt x="19195" y="9005"/>
                    <a:pt x="19195" y="9005"/>
                  </a:cubicBezTo>
                  <a:cubicBezTo>
                    <a:pt x="19195" y="9005"/>
                    <a:pt x="19195" y="9005"/>
                    <a:pt x="19195" y="9005"/>
                  </a:cubicBezTo>
                  <a:cubicBezTo>
                    <a:pt x="19232" y="9005"/>
                    <a:pt x="19232" y="9005"/>
                    <a:pt x="19232" y="9005"/>
                  </a:cubicBezTo>
                  <a:cubicBezTo>
                    <a:pt x="19232" y="9141"/>
                    <a:pt x="19232" y="9141"/>
                    <a:pt x="19232" y="9141"/>
                  </a:cubicBezTo>
                  <a:cubicBezTo>
                    <a:pt x="19269" y="9141"/>
                    <a:pt x="19269" y="9141"/>
                    <a:pt x="19269" y="9141"/>
                  </a:cubicBezTo>
                  <a:cubicBezTo>
                    <a:pt x="19269" y="9208"/>
                    <a:pt x="19269" y="9208"/>
                    <a:pt x="19269" y="9208"/>
                  </a:cubicBezTo>
                  <a:cubicBezTo>
                    <a:pt x="19306" y="9276"/>
                    <a:pt x="19306" y="9276"/>
                    <a:pt x="19306" y="9276"/>
                  </a:cubicBezTo>
                  <a:cubicBezTo>
                    <a:pt x="19269" y="9276"/>
                    <a:pt x="19269" y="9276"/>
                    <a:pt x="19269" y="9276"/>
                  </a:cubicBezTo>
                  <a:cubicBezTo>
                    <a:pt x="19269" y="9276"/>
                    <a:pt x="19269" y="9276"/>
                    <a:pt x="19269" y="9276"/>
                  </a:cubicBezTo>
                  <a:cubicBezTo>
                    <a:pt x="19232" y="9208"/>
                    <a:pt x="19232" y="9208"/>
                    <a:pt x="19232" y="9208"/>
                  </a:cubicBezTo>
                  <a:cubicBezTo>
                    <a:pt x="19195" y="9208"/>
                    <a:pt x="19195" y="9208"/>
                    <a:pt x="19195" y="9208"/>
                  </a:cubicBezTo>
                  <a:cubicBezTo>
                    <a:pt x="19195" y="9276"/>
                    <a:pt x="19195" y="9276"/>
                    <a:pt x="19195" y="9276"/>
                  </a:cubicBezTo>
                  <a:cubicBezTo>
                    <a:pt x="19158" y="9344"/>
                    <a:pt x="19158" y="9344"/>
                    <a:pt x="19158" y="9344"/>
                  </a:cubicBezTo>
                  <a:cubicBezTo>
                    <a:pt x="19195" y="9411"/>
                    <a:pt x="19195" y="9411"/>
                    <a:pt x="19195" y="9411"/>
                  </a:cubicBezTo>
                  <a:cubicBezTo>
                    <a:pt x="19158" y="9479"/>
                    <a:pt x="19158" y="9479"/>
                    <a:pt x="19158" y="9479"/>
                  </a:cubicBezTo>
                  <a:cubicBezTo>
                    <a:pt x="19158" y="9479"/>
                    <a:pt x="19158" y="9479"/>
                    <a:pt x="19158" y="9479"/>
                  </a:cubicBezTo>
                  <a:cubicBezTo>
                    <a:pt x="19158" y="9479"/>
                    <a:pt x="19158" y="9479"/>
                    <a:pt x="19158" y="9479"/>
                  </a:cubicBezTo>
                  <a:cubicBezTo>
                    <a:pt x="19158" y="9547"/>
                    <a:pt x="19158" y="9547"/>
                    <a:pt x="19158" y="9547"/>
                  </a:cubicBezTo>
                  <a:cubicBezTo>
                    <a:pt x="19158" y="9547"/>
                    <a:pt x="19158" y="9547"/>
                    <a:pt x="19158" y="9547"/>
                  </a:cubicBezTo>
                  <a:cubicBezTo>
                    <a:pt x="19158" y="9615"/>
                    <a:pt x="19158" y="9615"/>
                    <a:pt x="19158" y="9615"/>
                  </a:cubicBezTo>
                  <a:cubicBezTo>
                    <a:pt x="19158" y="9615"/>
                    <a:pt x="19158" y="9615"/>
                    <a:pt x="19158" y="9615"/>
                  </a:cubicBezTo>
                  <a:cubicBezTo>
                    <a:pt x="19158" y="9682"/>
                    <a:pt x="19158" y="9682"/>
                    <a:pt x="19158" y="9682"/>
                  </a:cubicBezTo>
                  <a:cubicBezTo>
                    <a:pt x="19158" y="9818"/>
                    <a:pt x="19158" y="9818"/>
                    <a:pt x="19158" y="9818"/>
                  </a:cubicBezTo>
                  <a:cubicBezTo>
                    <a:pt x="19121" y="9818"/>
                    <a:pt x="19121" y="9818"/>
                    <a:pt x="19121" y="9818"/>
                  </a:cubicBezTo>
                  <a:cubicBezTo>
                    <a:pt x="19121" y="9885"/>
                    <a:pt x="19121" y="9885"/>
                    <a:pt x="19121" y="9885"/>
                  </a:cubicBezTo>
                  <a:cubicBezTo>
                    <a:pt x="19121" y="9885"/>
                    <a:pt x="19121" y="9885"/>
                    <a:pt x="19121" y="9885"/>
                  </a:cubicBezTo>
                  <a:cubicBezTo>
                    <a:pt x="19084" y="9953"/>
                    <a:pt x="19084" y="9953"/>
                    <a:pt x="19084" y="9953"/>
                  </a:cubicBezTo>
                  <a:cubicBezTo>
                    <a:pt x="19084" y="9953"/>
                    <a:pt x="19084" y="9953"/>
                    <a:pt x="19084" y="9953"/>
                  </a:cubicBezTo>
                  <a:cubicBezTo>
                    <a:pt x="19047" y="9885"/>
                    <a:pt x="19047" y="9885"/>
                    <a:pt x="19047" y="9885"/>
                  </a:cubicBezTo>
                  <a:cubicBezTo>
                    <a:pt x="19084" y="9818"/>
                    <a:pt x="19084" y="9818"/>
                    <a:pt x="19084" y="9818"/>
                  </a:cubicBezTo>
                  <a:cubicBezTo>
                    <a:pt x="19047" y="9750"/>
                    <a:pt x="19047" y="9750"/>
                    <a:pt x="19047" y="9750"/>
                  </a:cubicBezTo>
                  <a:cubicBezTo>
                    <a:pt x="19047" y="9750"/>
                    <a:pt x="19047" y="9750"/>
                    <a:pt x="19047" y="9750"/>
                  </a:cubicBezTo>
                  <a:cubicBezTo>
                    <a:pt x="19010" y="9818"/>
                    <a:pt x="19010" y="9818"/>
                    <a:pt x="19010" y="9818"/>
                  </a:cubicBezTo>
                  <a:cubicBezTo>
                    <a:pt x="19010" y="9818"/>
                    <a:pt x="19010" y="9818"/>
                    <a:pt x="19010" y="9818"/>
                  </a:cubicBezTo>
                  <a:cubicBezTo>
                    <a:pt x="18973" y="9885"/>
                    <a:pt x="18973" y="9885"/>
                    <a:pt x="18973" y="9885"/>
                  </a:cubicBezTo>
                  <a:cubicBezTo>
                    <a:pt x="18973" y="9750"/>
                    <a:pt x="18973" y="9750"/>
                    <a:pt x="18973" y="9750"/>
                  </a:cubicBezTo>
                  <a:cubicBezTo>
                    <a:pt x="18936" y="9750"/>
                    <a:pt x="18936" y="9750"/>
                    <a:pt x="18936" y="9750"/>
                  </a:cubicBezTo>
                  <a:cubicBezTo>
                    <a:pt x="18936" y="9750"/>
                    <a:pt x="18936" y="9750"/>
                    <a:pt x="18936" y="9750"/>
                  </a:cubicBezTo>
                  <a:cubicBezTo>
                    <a:pt x="18899" y="9750"/>
                    <a:pt x="18899" y="9750"/>
                    <a:pt x="18899" y="9750"/>
                  </a:cubicBezTo>
                  <a:cubicBezTo>
                    <a:pt x="18899" y="9750"/>
                    <a:pt x="18899" y="9750"/>
                    <a:pt x="18899" y="9750"/>
                  </a:cubicBezTo>
                  <a:cubicBezTo>
                    <a:pt x="18899" y="9750"/>
                    <a:pt x="18899" y="9750"/>
                    <a:pt x="18899" y="9750"/>
                  </a:cubicBezTo>
                  <a:cubicBezTo>
                    <a:pt x="18936" y="9682"/>
                    <a:pt x="18936" y="9682"/>
                    <a:pt x="18936" y="9682"/>
                  </a:cubicBezTo>
                  <a:cubicBezTo>
                    <a:pt x="18899" y="9682"/>
                    <a:pt x="18899" y="9682"/>
                    <a:pt x="18899" y="9682"/>
                  </a:cubicBezTo>
                  <a:cubicBezTo>
                    <a:pt x="18899" y="9615"/>
                    <a:pt x="18899" y="9615"/>
                    <a:pt x="18899" y="9615"/>
                  </a:cubicBezTo>
                  <a:cubicBezTo>
                    <a:pt x="18936" y="9615"/>
                    <a:pt x="18936" y="9615"/>
                    <a:pt x="18936" y="9615"/>
                  </a:cubicBezTo>
                  <a:cubicBezTo>
                    <a:pt x="18899" y="9547"/>
                    <a:pt x="18899" y="9547"/>
                    <a:pt x="18899" y="9547"/>
                  </a:cubicBezTo>
                  <a:cubicBezTo>
                    <a:pt x="18899" y="9547"/>
                    <a:pt x="18899" y="9547"/>
                    <a:pt x="18899" y="9547"/>
                  </a:cubicBezTo>
                  <a:cubicBezTo>
                    <a:pt x="18936" y="9479"/>
                    <a:pt x="18936" y="9479"/>
                    <a:pt x="18936" y="9479"/>
                  </a:cubicBezTo>
                  <a:cubicBezTo>
                    <a:pt x="18899" y="9479"/>
                    <a:pt x="18899" y="9479"/>
                    <a:pt x="18899" y="9479"/>
                  </a:cubicBezTo>
                  <a:cubicBezTo>
                    <a:pt x="18899" y="9411"/>
                    <a:pt x="18899" y="9411"/>
                    <a:pt x="18899" y="9411"/>
                  </a:cubicBezTo>
                  <a:cubicBezTo>
                    <a:pt x="18899" y="9411"/>
                    <a:pt x="18899" y="9411"/>
                    <a:pt x="18899" y="9411"/>
                  </a:cubicBezTo>
                  <a:cubicBezTo>
                    <a:pt x="18899" y="9344"/>
                    <a:pt x="18899" y="9344"/>
                    <a:pt x="18899" y="9344"/>
                  </a:cubicBezTo>
                  <a:cubicBezTo>
                    <a:pt x="18863" y="9276"/>
                    <a:pt x="18863" y="9276"/>
                    <a:pt x="18863" y="9276"/>
                  </a:cubicBezTo>
                  <a:cubicBezTo>
                    <a:pt x="18863" y="9276"/>
                    <a:pt x="18863" y="9276"/>
                    <a:pt x="18863" y="9276"/>
                  </a:cubicBezTo>
                  <a:cubicBezTo>
                    <a:pt x="18863" y="9276"/>
                    <a:pt x="18863" y="9276"/>
                    <a:pt x="18863" y="9276"/>
                  </a:cubicBezTo>
                  <a:cubicBezTo>
                    <a:pt x="18826" y="9344"/>
                    <a:pt x="18826" y="9344"/>
                    <a:pt x="18826" y="9344"/>
                  </a:cubicBezTo>
                  <a:cubicBezTo>
                    <a:pt x="18826" y="9344"/>
                    <a:pt x="18826" y="9344"/>
                    <a:pt x="18826" y="9344"/>
                  </a:cubicBezTo>
                  <a:cubicBezTo>
                    <a:pt x="18826" y="9411"/>
                    <a:pt x="18826" y="9411"/>
                    <a:pt x="18826" y="9411"/>
                  </a:cubicBezTo>
                  <a:cubicBezTo>
                    <a:pt x="18789" y="9479"/>
                    <a:pt x="18789" y="9479"/>
                    <a:pt x="18789" y="9479"/>
                  </a:cubicBezTo>
                  <a:cubicBezTo>
                    <a:pt x="18789" y="9479"/>
                    <a:pt x="18789" y="9479"/>
                    <a:pt x="18789" y="9479"/>
                  </a:cubicBezTo>
                  <a:cubicBezTo>
                    <a:pt x="18752" y="9411"/>
                    <a:pt x="18752" y="9411"/>
                    <a:pt x="18752" y="9411"/>
                  </a:cubicBezTo>
                  <a:cubicBezTo>
                    <a:pt x="18752" y="9411"/>
                    <a:pt x="18752" y="9411"/>
                    <a:pt x="18752" y="9411"/>
                  </a:cubicBezTo>
                  <a:cubicBezTo>
                    <a:pt x="18752" y="9411"/>
                    <a:pt x="18752" y="9411"/>
                    <a:pt x="18752" y="9411"/>
                  </a:cubicBezTo>
                  <a:cubicBezTo>
                    <a:pt x="18715" y="9344"/>
                    <a:pt x="18715" y="9344"/>
                    <a:pt x="18715" y="9344"/>
                  </a:cubicBezTo>
                  <a:cubicBezTo>
                    <a:pt x="18678" y="9344"/>
                    <a:pt x="18678" y="9344"/>
                    <a:pt x="18678" y="9344"/>
                  </a:cubicBezTo>
                  <a:cubicBezTo>
                    <a:pt x="18678" y="9344"/>
                    <a:pt x="18678" y="9344"/>
                    <a:pt x="18678" y="9344"/>
                  </a:cubicBezTo>
                  <a:cubicBezTo>
                    <a:pt x="18678" y="9344"/>
                    <a:pt x="18678" y="9344"/>
                    <a:pt x="18678" y="9344"/>
                  </a:cubicBezTo>
                  <a:cubicBezTo>
                    <a:pt x="18678" y="9411"/>
                    <a:pt x="18678" y="9411"/>
                    <a:pt x="18678" y="9411"/>
                  </a:cubicBezTo>
                  <a:cubicBezTo>
                    <a:pt x="18641" y="9411"/>
                    <a:pt x="18641" y="9411"/>
                    <a:pt x="18641" y="9411"/>
                  </a:cubicBezTo>
                  <a:cubicBezTo>
                    <a:pt x="18641" y="9479"/>
                    <a:pt x="18641" y="9479"/>
                    <a:pt x="18641" y="9479"/>
                  </a:cubicBezTo>
                  <a:cubicBezTo>
                    <a:pt x="18567" y="9479"/>
                    <a:pt x="18567" y="9479"/>
                    <a:pt x="18567" y="9479"/>
                  </a:cubicBezTo>
                  <a:cubicBezTo>
                    <a:pt x="18567" y="9479"/>
                    <a:pt x="18567" y="9479"/>
                    <a:pt x="18567" y="9479"/>
                  </a:cubicBezTo>
                  <a:cubicBezTo>
                    <a:pt x="18530" y="9479"/>
                    <a:pt x="18530" y="9479"/>
                    <a:pt x="18530" y="9479"/>
                  </a:cubicBezTo>
                  <a:cubicBezTo>
                    <a:pt x="18530" y="9547"/>
                    <a:pt x="18530" y="9547"/>
                    <a:pt x="18530" y="9547"/>
                  </a:cubicBezTo>
                  <a:cubicBezTo>
                    <a:pt x="18456" y="9479"/>
                    <a:pt x="18456" y="9479"/>
                    <a:pt x="18456" y="9479"/>
                  </a:cubicBezTo>
                  <a:cubicBezTo>
                    <a:pt x="18419" y="9615"/>
                    <a:pt x="18419" y="9615"/>
                    <a:pt x="18419" y="9615"/>
                  </a:cubicBezTo>
                  <a:cubicBezTo>
                    <a:pt x="18419" y="9615"/>
                    <a:pt x="18419" y="9615"/>
                    <a:pt x="18419" y="9615"/>
                  </a:cubicBezTo>
                  <a:cubicBezTo>
                    <a:pt x="18419" y="9682"/>
                    <a:pt x="18419" y="9682"/>
                    <a:pt x="18419" y="9682"/>
                  </a:cubicBezTo>
                  <a:cubicBezTo>
                    <a:pt x="18382" y="9750"/>
                    <a:pt x="18382" y="9750"/>
                    <a:pt x="18382" y="9750"/>
                  </a:cubicBezTo>
                  <a:cubicBezTo>
                    <a:pt x="18382" y="9750"/>
                    <a:pt x="18382" y="9750"/>
                    <a:pt x="18382" y="9750"/>
                  </a:cubicBezTo>
                  <a:cubicBezTo>
                    <a:pt x="18419" y="9818"/>
                    <a:pt x="18419" y="9818"/>
                    <a:pt x="18419" y="9818"/>
                  </a:cubicBezTo>
                  <a:cubicBezTo>
                    <a:pt x="18419" y="9885"/>
                    <a:pt x="18419" y="9885"/>
                    <a:pt x="18419" y="9885"/>
                  </a:cubicBezTo>
                  <a:cubicBezTo>
                    <a:pt x="18456" y="9953"/>
                    <a:pt x="18456" y="9953"/>
                    <a:pt x="18456" y="9953"/>
                  </a:cubicBezTo>
                  <a:cubicBezTo>
                    <a:pt x="18419" y="9953"/>
                    <a:pt x="18419" y="9953"/>
                    <a:pt x="18419" y="9953"/>
                  </a:cubicBezTo>
                  <a:cubicBezTo>
                    <a:pt x="18419" y="10156"/>
                    <a:pt x="18419" y="10156"/>
                    <a:pt x="18419" y="10156"/>
                  </a:cubicBezTo>
                  <a:cubicBezTo>
                    <a:pt x="18456" y="10224"/>
                    <a:pt x="18456" y="10224"/>
                    <a:pt x="18456" y="10224"/>
                  </a:cubicBezTo>
                  <a:cubicBezTo>
                    <a:pt x="18419" y="10292"/>
                    <a:pt x="18419" y="10292"/>
                    <a:pt x="18419" y="10292"/>
                  </a:cubicBezTo>
                  <a:cubicBezTo>
                    <a:pt x="18419" y="10292"/>
                    <a:pt x="18419" y="10292"/>
                    <a:pt x="18419" y="10292"/>
                  </a:cubicBezTo>
                  <a:cubicBezTo>
                    <a:pt x="18419" y="10359"/>
                    <a:pt x="18419" y="10359"/>
                    <a:pt x="18419" y="10359"/>
                  </a:cubicBezTo>
                  <a:cubicBezTo>
                    <a:pt x="18382" y="10359"/>
                    <a:pt x="18382" y="10359"/>
                    <a:pt x="18382" y="10359"/>
                  </a:cubicBezTo>
                  <a:cubicBezTo>
                    <a:pt x="18382" y="10495"/>
                    <a:pt x="18382" y="10495"/>
                    <a:pt x="18382" y="10495"/>
                  </a:cubicBezTo>
                  <a:cubicBezTo>
                    <a:pt x="18382" y="10495"/>
                    <a:pt x="18382" y="10495"/>
                    <a:pt x="18382" y="10495"/>
                  </a:cubicBezTo>
                  <a:cubicBezTo>
                    <a:pt x="18382" y="10563"/>
                    <a:pt x="18382" y="10563"/>
                    <a:pt x="18382" y="10563"/>
                  </a:cubicBezTo>
                  <a:cubicBezTo>
                    <a:pt x="18345" y="10698"/>
                    <a:pt x="18345" y="10698"/>
                    <a:pt x="18345" y="10698"/>
                  </a:cubicBezTo>
                  <a:cubicBezTo>
                    <a:pt x="18382" y="10766"/>
                    <a:pt x="18382" y="10766"/>
                    <a:pt x="18382" y="10766"/>
                  </a:cubicBezTo>
                  <a:cubicBezTo>
                    <a:pt x="18345" y="10766"/>
                    <a:pt x="18345" y="10766"/>
                    <a:pt x="18345" y="10766"/>
                  </a:cubicBezTo>
                  <a:cubicBezTo>
                    <a:pt x="18382" y="10901"/>
                    <a:pt x="18382" y="10901"/>
                    <a:pt x="18382" y="10901"/>
                  </a:cubicBezTo>
                  <a:cubicBezTo>
                    <a:pt x="18382" y="10901"/>
                    <a:pt x="18382" y="10901"/>
                    <a:pt x="18382" y="10901"/>
                  </a:cubicBezTo>
                  <a:cubicBezTo>
                    <a:pt x="18382" y="10969"/>
                    <a:pt x="18382" y="10969"/>
                    <a:pt x="18382" y="10969"/>
                  </a:cubicBezTo>
                  <a:cubicBezTo>
                    <a:pt x="18382" y="10969"/>
                    <a:pt x="18382" y="10969"/>
                    <a:pt x="18382" y="10969"/>
                  </a:cubicBezTo>
                  <a:cubicBezTo>
                    <a:pt x="18419" y="10969"/>
                    <a:pt x="18419" y="10969"/>
                    <a:pt x="18419" y="10969"/>
                  </a:cubicBezTo>
                  <a:cubicBezTo>
                    <a:pt x="18456" y="10969"/>
                    <a:pt x="18456" y="10969"/>
                    <a:pt x="18456" y="10969"/>
                  </a:cubicBezTo>
                  <a:cubicBezTo>
                    <a:pt x="18456" y="10901"/>
                    <a:pt x="18456" y="10901"/>
                    <a:pt x="18456" y="10901"/>
                  </a:cubicBezTo>
                  <a:cubicBezTo>
                    <a:pt x="18456" y="10901"/>
                    <a:pt x="18456" y="10901"/>
                    <a:pt x="18456" y="10901"/>
                  </a:cubicBezTo>
                  <a:cubicBezTo>
                    <a:pt x="18493" y="10901"/>
                    <a:pt x="18493" y="10901"/>
                    <a:pt x="18493" y="10901"/>
                  </a:cubicBezTo>
                  <a:cubicBezTo>
                    <a:pt x="18493" y="10901"/>
                    <a:pt x="18493" y="10901"/>
                    <a:pt x="18493" y="10901"/>
                  </a:cubicBezTo>
                  <a:cubicBezTo>
                    <a:pt x="18493" y="10901"/>
                    <a:pt x="18493" y="10901"/>
                    <a:pt x="18493" y="10901"/>
                  </a:cubicBezTo>
                  <a:cubicBezTo>
                    <a:pt x="18493" y="10901"/>
                    <a:pt x="18493" y="10901"/>
                    <a:pt x="18493" y="10901"/>
                  </a:cubicBezTo>
                  <a:cubicBezTo>
                    <a:pt x="18530" y="10901"/>
                    <a:pt x="18530" y="10901"/>
                    <a:pt x="18530" y="10901"/>
                  </a:cubicBezTo>
                  <a:cubicBezTo>
                    <a:pt x="18567" y="10969"/>
                    <a:pt x="18567" y="10969"/>
                    <a:pt x="18567" y="10969"/>
                  </a:cubicBezTo>
                  <a:cubicBezTo>
                    <a:pt x="18567" y="10969"/>
                    <a:pt x="18567" y="10969"/>
                    <a:pt x="18567" y="10969"/>
                  </a:cubicBezTo>
                  <a:cubicBezTo>
                    <a:pt x="18530" y="10969"/>
                    <a:pt x="18530" y="10969"/>
                    <a:pt x="18530" y="10969"/>
                  </a:cubicBezTo>
                  <a:cubicBezTo>
                    <a:pt x="18567" y="11036"/>
                    <a:pt x="18567" y="11036"/>
                    <a:pt x="18567" y="11036"/>
                  </a:cubicBezTo>
                  <a:cubicBezTo>
                    <a:pt x="18567" y="11036"/>
                    <a:pt x="18567" y="11036"/>
                    <a:pt x="18567" y="11036"/>
                  </a:cubicBezTo>
                  <a:cubicBezTo>
                    <a:pt x="18530" y="11036"/>
                    <a:pt x="18530" y="11036"/>
                    <a:pt x="18530" y="11036"/>
                  </a:cubicBezTo>
                  <a:cubicBezTo>
                    <a:pt x="18530" y="11104"/>
                    <a:pt x="18530" y="11104"/>
                    <a:pt x="18530" y="11104"/>
                  </a:cubicBezTo>
                  <a:cubicBezTo>
                    <a:pt x="18493" y="11036"/>
                    <a:pt x="18493" y="11036"/>
                    <a:pt x="18493" y="11036"/>
                  </a:cubicBezTo>
                  <a:cubicBezTo>
                    <a:pt x="18493" y="11104"/>
                    <a:pt x="18493" y="11104"/>
                    <a:pt x="18493" y="11104"/>
                  </a:cubicBezTo>
                  <a:cubicBezTo>
                    <a:pt x="18493" y="11104"/>
                    <a:pt x="18493" y="11104"/>
                    <a:pt x="18493" y="11104"/>
                  </a:cubicBezTo>
                  <a:cubicBezTo>
                    <a:pt x="18493" y="11172"/>
                    <a:pt x="18493" y="11172"/>
                    <a:pt x="18493" y="11172"/>
                  </a:cubicBezTo>
                  <a:cubicBezTo>
                    <a:pt x="18456" y="11240"/>
                    <a:pt x="18456" y="11240"/>
                    <a:pt x="18456" y="11240"/>
                  </a:cubicBezTo>
                  <a:cubicBezTo>
                    <a:pt x="18419" y="11172"/>
                    <a:pt x="18419" y="11172"/>
                    <a:pt x="18419" y="11172"/>
                  </a:cubicBezTo>
                  <a:cubicBezTo>
                    <a:pt x="18419" y="11172"/>
                    <a:pt x="18419" y="11172"/>
                    <a:pt x="18419" y="11172"/>
                  </a:cubicBezTo>
                  <a:cubicBezTo>
                    <a:pt x="18419" y="11104"/>
                    <a:pt x="18419" y="11104"/>
                    <a:pt x="18419" y="11104"/>
                  </a:cubicBezTo>
                  <a:cubicBezTo>
                    <a:pt x="18382" y="11172"/>
                    <a:pt x="18382" y="11172"/>
                    <a:pt x="18382" y="11172"/>
                  </a:cubicBezTo>
                  <a:cubicBezTo>
                    <a:pt x="18382" y="11104"/>
                    <a:pt x="18382" y="11104"/>
                    <a:pt x="18382" y="11104"/>
                  </a:cubicBezTo>
                  <a:cubicBezTo>
                    <a:pt x="18345" y="11104"/>
                    <a:pt x="18345" y="11104"/>
                    <a:pt x="18345" y="11104"/>
                  </a:cubicBezTo>
                  <a:cubicBezTo>
                    <a:pt x="18345" y="11172"/>
                    <a:pt x="18345" y="11172"/>
                    <a:pt x="18345" y="11172"/>
                  </a:cubicBezTo>
                  <a:cubicBezTo>
                    <a:pt x="18345" y="11240"/>
                    <a:pt x="18345" y="11240"/>
                    <a:pt x="18345" y="11240"/>
                  </a:cubicBezTo>
                  <a:cubicBezTo>
                    <a:pt x="18345" y="11240"/>
                    <a:pt x="18345" y="11240"/>
                    <a:pt x="18345" y="11240"/>
                  </a:cubicBezTo>
                  <a:cubicBezTo>
                    <a:pt x="18308" y="11240"/>
                    <a:pt x="18308" y="11240"/>
                    <a:pt x="18308" y="11240"/>
                  </a:cubicBezTo>
                  <a:cubicBezTo>
                    <a:pt x="18308" y="11307"/>
                    <a:pt x="18308" y="11307"/>
                    <a:pt x="18308" y="11307"/>
                  </a:cubicBezTo>
                  <a:cubicBezTo>
                    <a:pt x="18308" y="11307"/>
                    <a:pt x="18308" y="11307"/>
                    <a:pt x="18308" y="11307"/>
                  </a:cubicBezTo>
                  <a:cubicBezTo>
                    <a:pt x="18308" y="11375"/>
                    <a:pt x="18308" y="11375"/>
                    <a:pt x="18308" y="11375"/>
                  </a:cubicBezTo>
                  <a:cubicBezTo>
                    <a:pt x="18271" y="11307"/>
                    <a:pt x="18271" y="11307"/>
                    <a:pt x="18271" y="11307"/>
                  </a:cubicBezTo>
                  <a:cubicBezTo>
                    <a:pt x="18234" y="11240"/>
                    <a:pt x="18234" y="11240"/>
                    <a:pt x="18234" y="11240"/>
                  </a:cubicBezTo>
                  <a:cubicBezTo>
                    <a:pt x="18197" y="11240"/>
                    <a:pt x="18197" y="11240"/>
                    <a:pt x="18197" y="11240"/>
                  </a:cubicBezTo>
                  <a:cubicBezTo>
                    <a:pt x="18234" y="11307"/>
                    <a:pt x="18234" y="11307"/>
                    <a:pt x="18234" y="11307"/>
                  </a:cubicBezTo>
                  <a:cubicBezTo>
                    <a:pt x="18197" y="11375"/>
                    <a:pt x="18197" y="11375"/>
                    <a:pt x="18197" y="11375"/>
                  </a:cubicBezTo>
                  <a:cubicBezTo>
                    <a:pt x="18197" y="11375"/>
                    <a:pt x="18197" y="11375"/>
                    <a:pt x="18197" y="11375"/>
                  </a:cubicBezTo>
                  <a:cubicBezTo>
                    <a:pt x="18197" y="11443"/>
                    <a:pt x="18197" y="11443"/>
                    <a:pt x="18197" y="11443"/>
                  </a:cubicBezTo>
                  <a:cubicBezTo>
                    <a:pt x="18160" y="11443"/>
                    <a:pt x="18160" y="11443"/>
                    <a:pt x="18160" y="11443"/>
                  </a:cubicBezTo>
                  <a:cubicBezTo>
                    <a:pt x="18123" y="11443"/>
                    <a:pt x="18123" y="11443"/>
                    <a:pt x="18123" y="11443"/>
                  </a:cubicBezTo>
                  <a:cubicBezTo>
                    <a:pt x="18086" y="11375"/>
                    <a:pt x="18086" y="11375"/>
                    <a:pt x="18086" y="11375"/>
                  </a:cubicBezTo>
                  <a:cubicBezTo>
                    <a:pt x="18049" y="11375"/>
                    <a:pt x="18049" y="11375"/>
                    <a:pt x="18049" y="11375"/>
                  </a:cubicBezTo>
                  <a:cubicBezTo>
                    <a:pt x="18049" y="11375"/>
                    <a:pt x="18049" y="11375"/>
                    <a:pt x="18049" y="11375"/>
                  </a:cubicBezTo>
                  <a:cubicBezTo>
                    <a:pt x="18049" y="11307"/>
                    <a:pt x="18049" y="11307"/>
                    <a:pt x="18049" y="11307"/>
                  </a:cubicBezTo>
                  <a:cubicBezTo>
                    <a:pt x="18086" y="11307"/>
                    <a:pt x="18086" y="11307"/>
                    <a:pt x="18086" y="11307"/>
                  </a:cubicBezTo>
                  <a:cubicBezTo>
                    <a:pt x="18086" y="11240"/>
                    <a:pt x="18086" y="11240"/>
                    <a:pt x="18086" y="11240"/>
                  </a:cubicBezTo>
                  <a:cubicBezTo>
                    <a:pt x="18086" y="11240"/>
                    <a:pt x="18086" y="11240"/>
                    <a:pt x="18086" y="11240"/>
                  </a:cubicBezTo>
                  <a:cubicBezTo>
                    <a:pt x="18160" y="11240"/>
                    <a:pt x="18160" y="11240"/>
                    <a:pt x="18160" y="11240"/>
                  </a:cubicBezTo>
                  <a:cubicBezTo>
                    <a:pt x="18197" y="11172"/>
                    <a:pt x="18197" y="11172"/>
                    <a:pt x="18197" y="11172"/>
                  </a:cubicBezTo>
                  <a:cubicBezTo>
                    <a:pt x="18197" y="11172"/>
                    <a:pt x="18197" y="11172"/>
                    <a:pt x="18197" y="11172"/>
                  </a:cubicBezTo>
                  <a:cubicBezTo>
                    <a:pt x="18160" y="11104"/>
                    <a:pt x="18160" y="11104"/>
                    <a:pt x="18160" y="11104"/>
                  </a:cubicBezTo>
                  <a:cubicBezTo>
                    <a:pt x="18123" y="11172"/>
                    <a:pt x="18123" y="11172"/>
                    <a:pt x="18123" y="11172"/>
                  </a:cubicBezTo>
                  <a:cubicBezTo>
                    <a:pt x="18086" y="11172"/>
                    <a:pt x="18086" y="11172"/>
                    <a:pt x="18086" y="11172"/>
                  </a:cubicBezTo>
                  <a:cubicBezTo>
                    <a:pt x="18086" y="11172"/>
                    <a:pt x="18086" y="11172"/>
                    <a:pt x="18086" y="11172"/>
                  </a:cubicBezTo>
                  <a:cubicBezTo>
                    <a:pt x="18049" y="11104"/>
                    <a:pt x="18049" y="11104"/>
                    <a:pt x="18049" y="11104"/>
                  </a:cubicBezTo>
                  <a:cubicBezTo>
                    <a:pt x="18049" y="11104"/>
                    <a:pt x="18049" y="11104"/>
                    <a:pt x="18049" y="11104"/>
                  </a:cubicBezTo>
                  <a:cubicBezTo>
                    <a:pt x="17975" y="11104"/>
                    <a:pt x="17975" y="11104"/>
                    <a:pt x="17975" y="11104"/>
                  </a:cubicBezTo>
                  <a:cubicBezTo>
                    <a:pt x="17938" y="11104"/>
                    <a:pt x="17938" y="11104"/>
                    <a:pt x="17938" y="11104"/>
                  </a:cubicBezTo>
                  <a:cubicBezTo>
                    <a:pt x="17938" y="11104"/>
                    <a:pt x="17938" y="11104"/>
                    <a:pt x="17938" y="11104"/>
                  </a:cubicBezTo>
                  <a:cubicBezTo>
                    <a:pt x="17938" y="11104"/>
                    <a:pt x="17938" y="11104"/>
                    <a:pt x="17938" y="11104"/>
                  </a:cubicBezTo>
                  <a:cubicBezTo>
                    <a:pt x="17901" y="11104"/>
                    <a:pt x="17901" y="11104"/>
                    <a:pt x="17901" y="11104"/>
                  </a:cubicBezTo>
                  <a:cubicBezTo>
                    <a:pt x="17901" y="11104"/>
                    <a:pt x="17901" y="11104"/>
                    <a:pt x="17901" y="11104"/>
                  </a:cubicBezTo>
                  <a:cubicBezTo>
                    <a:pt x="17864" y="11104"/>
                    <a:pt x="17864" y="11104"/>
                    <a:pt x="17864" y="11104"/>
                  </a:cubicBezTo>
                  <a:cubicBezTo>
                    <a:pt x="17827" y="11036"/>
                    <a:pt x="17827" y="11036"/>
                    <a:pt x="17827" y="11036"/>
                  </a:cubicBezTo>
                  <a:cubicBezTo>
                    <a:pt x="17790" y="11104"/>
                    <a:pt x="17790" y="11104"/>
                    <a:pt x="17790" y="11104"/>
                  </a:cubicBezTo>
                  <a:cubicBezTo>
                    <a:pt x="17753" y="11036"/>
                    <a:pt x="17753" y="11036"/>
                    <a:pt x="17753" y="11036"/>
                  </a:cubicBezTo>
                  <a:cubicBezTo>
                    <a:pt x="17716" y="11036"/>
                    <a:pt x="17716" y="11036"/>
                    <a:pt x="17716" y="11036"/>
                  </a:cubicBezTo>
                  <a:cubicBezTo>
                    <a:pt x="17679" y="11104"/>
                    <a:pt x="17679" y="11104"/>
                    <a:pt x="17679" y="11104"/>
                  </a:cubicBezTo>
                  <a:cubicBezTo>
                    <a:pt x="17642" y="11172"/>
                    <a:pt x="17642" y="11172"/>
                    <a:pt x="17642" y="11172"/>
                  </a:cubicBezTo>
                  <a:cubicBezTo>
                    <a:pt x="17642" y="11172"/>
                    <a:pt x="17642" y="11172"/>
                    <a:pt x="17642" y="11172"/>
                  </a:cubicBezTo>
                  <a:cubicBezTo>
                    <a:pt x="17679" y="11240"/>
                    <a:pt x="17679" y="11240"/>
                    <a:pt x="17679" y="11240"/>
                  </a:cubicBezTo>
                  <a:cubicBezTo>
                    <a:pt x="17642" y="11240"/>
                    <a:pt x="17642" y="11240"/>
                    <a:pt x="17642" y="11240"/>
                  </a:cubicBezTo>
                  <a:cubicBezTo>
                    <a:pt x="17642" y="11240"/>
                    <a:pt x="17642" y="11240"/>
                    <a:pt x="17642" y="11240"/>
                  </a:cubicBezTo>
                  <a:cubicBezTo>
                    <a:pt x="17605" y="11307"/>
                    <a:pt x="17605" y="11307"/>
                    <a:pt x="17605" y="11307"/>
                  </a:cubicBezTo>
                  <a:cubicBezTo>
                    <a:pt x="17642" y="11307"/>
                    <a:pt x="17642" y="11307"/>
                    <a:pt x="17642" y="11307"/>
                  </a:cubicBezTo>
                  <a:cubicBezTo>
                    <a:pt x="17679" y="11307"/>
                    <a:pt x="17679" y="11307"/>
                    <a:pt x="17679" y="11307"/>
                  </a:cubicBezTo>
                  <a:cubicBezTo>
                    <a:pt x="17679" y="11307"/>
                    <a:pt x="17679" y="11307"/>
                    <a:pt x="17679" y="11307"/>
                  </a:cubicBezTo>
                  <a:cubicBezTo>
                    <a:pt x="17679" y="11375"/>
                    <a:pt x="17679" y="11375"/>
                    <a:pt x="17679" y="11375"/>
                  </a:cubicBezTo>
                  <a:cubicBezTo>
                    <a:pt x="17605" y="11375"/>
                    <a:pt x="17605" y="11375"/>
                    <a:pt x="17605" y="11375"/>
                  </a:cubicBezTo>
                  <a:cubicBezTo>
                    <a:pt x="17605" y="11375"/>
                    <a:pt x="17605" y="11375"/>
                    <a:pt x="17605" y="11375"/>
                  </a:cubicBezTo>
                  <a:cubicBezTo>
                    <a:pt x="17531" y="11375"/>
                    <a:pt x="17531" y="11375"/>
                    <a:pt x="17531" y="11375"/>
                  </a:cubicBezTo>
                  <a:cubicBezTo>
                    <a:pt x="17531" y="11375"/>
                    <a:pt x="17531" y="11375"/>
                    <a:pt x="17531" y="11375"/>
                  </a:cubicBezTo>
                  <a:cubicBezTo>
                    <a:pt x="17531" y="11443"/>
                    <a:pt x="17531" y="11443"/>
                    <a:pt x="17531" y="11443"/>
                  </a:cubicBezTo>
                  <a:cubicBezTo>
                    <a:pt x="17494" y="11375"/>
                    <a:pt x="17494" y="11375"/>
                    <a:pt x="17494" y="11375"/>
                  </a:cubicBezTo>
                  <a:cubicBezTo>
                    <a:pt x="17494" y="11443"/>
                    <a:pt x="17494" y="11443"/>
                    <a:pt x="17494" y="11443"/>
                  </a:cubicBezTo>
                  <a:cubicBezTo>
                    <a:pt x="17457" y="11443"/>
                    <a:pt x="17457" y="11443"/>
                    <a:pt x="17457" y="11443"/>
                  </a:cubicBezTo>
                  <a:cubicBezTo>
                    <a:pt x="17457" y="11375"/>
                    <a:pt x="17457" y="11375"/>
                    <a:pt x="17457" y="11375"/>
                  </a:cubicBezTo>
                  <a:cubicBezTo>
                    <a:pt x="17383" y="11375"/>
                    <a:pt x="17383" y="11375"/>
                    <a:pt x="17383" y="11375"/>
                  </a:cubicBezTo>
                  <a:cubicBezTo>
                    <a:pt x="17383" y="11443"/>
                    <a:pt x="17383" y="11443"/>
                    <a:pt x="17383" y="11443"/>
                  </a:cubicBezTo>
                  <a:cubicBezTo>
                    <a:pt x="17309" y="11375"/>
                    <a:pt x="17309" y="11375"/>
                    <a:pt x="17309" y="11375"/>
                  </a:cubicBezTo>
                  <a:cubicBezTo>
                    <a:pt x="17272" y="11443"/>
                    <a:pt x="17272" y="11443"/>
                    <a:pt x="17272" y="11443"/>
                  </a:cubicBezTo>
                  <a:cubicBezTo>
                    <a:pt x="17272" y="11443"/>
                    <a:pt x="17272" y="11443"/>
                    <a:pt x="17272" y="11443"/>
                  </a:cubicBezTo>
                  <a:cubicBezTo>
                    <a:pt x="17309" y="11510"/>
                    <a:pt x="17309" y="11510"/>
                    <a:pt x="17309" y="11510"/>
                  </a:cubicBezTo>
                  <a:cubicBezTo>
                    <a:pt x="17272" y="11578"/>
                    <a:pt x="17272" y="11578"/>
                    <a:pt x="17272" y="11578"/>
                  </a:cubicBezTo>
                  <a:cubicBezTo>
                    <a:pt x="17272" y="11646"/>
                    <a:pt x="17272" y="11646"/>
                    <a:pt x="17272" y="11646"/>
                  </a:cubicBezTo>
                  <a:cubicBezTo>
                    <a:pt x="17235" y="11578"/>
                    <a:pt x="17235" y="11578"/>
                    <a:pt x="17235" y="11578"/>
                  </a:cubicBezTo>
                  <a:cubicBezTo>
                    <a:pt x="17235" y="11578"/>
                    <a:pt x="17235" y="11578"/>
                    <a:pt x="17235" y="11578"/>
                  </a:cubicBezTo>
                  <a:cubicBezTo>
                    <a:pt x="17235" y="11510"/>
                    <a:pt x="17235" y="11510"/>
                    <a:pt x="17235" y="11510"/>
                  </a:cubicBezTo>
                  <a:cubicBezTo>
                    <a:pt x="17198" y="11443"/>
                    <a:pt x="17198" y="11443"/>
                    <a:pt x="17198" y="11443"/>
                  </a:cubicBezTo>
                  <a:cubicBezTo>
                    <a:pt x="17198" y="11510"/>
                    <a:pt x="17198" y="11510"/>
                    <a:pt x="17198" y="11510"/>
                  </a:cubicBezTo>
                  <a:cubicBezTo>
                    <a:pt x="17161" y="11510"/>
                    <a:pt x="17161" y="11510"/>
                    <a:pt x="17161" y="11510"/>
                  </a:cubicBezTo>
                  <a:cubicBezTo>
                    <a:pt x="17124" y="11510"/>
                    <a:pt x="17124" y="11510"/>
                    <a:pt x="17124" y="11510"/>
                  </a:cubicBezTo>
                  <a:cubicBezTo>
                    <a:pt x="17087" y="11578"/>
                    <a:pt x="17087" y="11578"/>
                    <a:pt x="17087" y="11578"/>
                  </a:cubicBezTo>
                  <a:cubicBezTo>
                    <a:pt x="17050" y="11510"/>
                    <a:pt x="17050" y="11510"/>
                    <a:pt x="17050" y="11510"/>
                  </a:cubicBezTo>
                  <a:cubicBezTo>
                    <a:pt x="17013" y="11578"/>
                    <a:pt x="17013" y="11578"/>
                    <a:pt x="17013" y="11578"/>
                  </a:cubicBezTo>
                  <a:cubicBezTo>
                    <a:pt x="16976" y="11578"/>
                    <a:pt x="16976" y="11578"/>
                    <a:pt x="16976" y="11578"/>
                  </a:cubicBezTo>
                  <a:cubicBezTo>
                    <a:pt x="16902" y="11646"/>
                    <a:pt x="16902" y="11646"/>
                    <a:pt x="16902" y="11646"/>
                  </a:cubicBezTo>
                  <a:cubicBezTo>
                    <a:pt x="16865" y="11714"/>
                    <a:pt x="16865" y="11714"/>
                    <a:pt x="16865" y="11714"/>
                  </a:cubicBezTo>
                  <a:cubicBezTo>
                    <a:pt x="16865" y="11646"/>
                    <a:pt x="16865" y="11646"/>
                    <a:pt x="16865" y="11646"/>
                  </a:cubicBezTo>
                  <a:cubicBezTo>
                    <a:pt x="16828" y="11646"/>
                    <a:pt x="16828" y="11646"/>
                    <a:pt x="16828" y="11646"/>
                  </a:cubicBezTo>
                  <a:cubicBezTo>
                    <a:pt x="16828" y="11714"/>
                    <a:pt x="16828" y="11714"/>
                    <a:pt x="16828" y="11714"/>
                  </a:cubicBezTo>
                  <a:cubicBezTo>
                    <a:pt x="16754" y="11781"/>
                    <a:pt x="16754" y="11781"/>
                    <a:pt x="16754" y="11781"/>
                  </a:cubicBezTo>
                  <a:cubicBezTo>
                    <a:pt x="16754" y="11849"/>
                    <a:pt x="16754" y="11849"/>
                    <a:pt x="16754" y="11849"/>
                  </a:cubicBezTo>
                  <a:cubicBezTo>
                    <a:pt x="16717" y="11849"/>
                    <a:pt x="16717" y="11849"/>
                    <a:pt x="16717" y="11849"/>
                  </a:cubicBezTo>
                  <a:cubicBezTo>
                    <a:pt x="16717" y="11917"/>
                    <a:pt x="16717" y="11917"/>
                    <a:pt x="16717" y="11917"/>
                  </a:cubicBezTo>
                  <a:cubicBezTo>
                    <a:pt x="16754" y="12052"/>
                    <a:pt x="16754" y="12052"/>
                    <a:pt x="16754" y="12052"/>
                  </a:cubicBezTo>
                  <a:cubicBezTo>
                    <a:pt x="16754" y="12188"/>
                    <a:pt x="16754" y="12188"/>
                    <a:pt x="16754" y="12188"/>
                  </a:cubicBezTo>
                  <a:cubicBezTo>
                    <a:pt x="16717" y="12255"/>
                    <a:pt x="16717" y="12255"/>
                    <a:pt x="16717" y="12255"/>
                  </a:cubicBezTo>
                  <a:cubicBezTo>
                    <a:pt x="16680" y="12323"/>
                    <a:pt x="16680" y="12323"/>
                    <a:pt x="16680" y="12323"/>
                  </a:cubicBezTo>
                  <a:cubicBezTo>
                    <a:pt x="16680" y="12391"/>
                    <a:pt x="16680" y="12391"/>
                    <a:pt x="16680" y="12391"/>
                  </a:cubicBezTo>
                  <a:cubicBezTo>
                    <a:pt x="16680" y="12526"/>
                    <a:pt x="16680" y="12526"/>
                    <a:pt x="16680" y="12526"/>
                  </a:cubicBezTo>
                  <a:cubicBezTo>
                    <a:pt x="16717" y="12526"/>
                    <a:pt x="16717" y="12526"/>
                    <a:pt x="16717" y="12526"/>
                  </a:cubicBezTo>
                  <a:cubicBezTo>
                    <a:pt x="16717" y="12594"/>
                    <a:pt x="16717" y="12594"/>
                    <a:pt x="16717" y="12594"/>
                  </a:cubicBezTo>
                  <a:cubicBezTo>
                    <a:pt x="16680" y="12594"/>
                    <a:pt x="16680" y="12594"/>
                    <a:pt x="16680" y="12594"/>
                  </a:cubicBezTo>
                  <a:cubicBezTo>
                    <a:pt x="16680" y="12594"/>
                    <a:pt x="16680" y="12594"/>
                    <a:pt x="16680" y="12594"/>
                  </a:cubicBezTo>
                  <a:cubicBezTo>
                    <a:pt x="16680" y="12662"/>
                    <a:pt x="16680" y="12662"/>
                    <a:pt x="16680" y="12662"/>
                  </a:cubicBezTo>
                  <a:cubicBezTo>
                    <a:pt x="16643" y="12729"/>
                    <a:pt x="16643" y="12729"/>
                    <a:pt x="16643" y="12729"/>
                  </a:cubicBezTo>
                  <a:cubicBezTo>
                    <a:pt x="16680" y="12797"/>
                    <a:pt x="16680" y="12797"/>
                    <a:pt x="16680" y="12797"/>
                  </a:cubicBezTo>
                  <a:cubicBezTo>
                    <a:pt x="16643" y="12865"/>
                    <a:pt x="16643" y="12865"/>
                    <a:pt x="16643" y="12865"/>
                  </a:cubicBezTo>
                  <a:cubicBezTo>
                    <a:pt x="16643" y="12932"/>
                    <a:pt x="16643" y="12932"/>
                    <a:pt x="16643" y="12932"/>
                  </a:cubicBezTo>
                  <a:cubicBezTo>
                    <a:pt x="16569" y="13000"/>
                    <a:pt x="16569" y="13000"/>
                    <a:pt x="16569" y="13000"/>
                  </a:cubicBezTo>
                  <a:cubicBezTo>
                    <a:pt x="16606" y="13068"/>
                    <a:pt x="16606" y="13068"/>
                    <a:pt x="16606" y="13068"/>
                  </a:cubicBezTo>
                  <a:cubicBezTo>
                    <a:pt x="16569" y="13068"/>
                    <a:pt x="16569" y="13068"/>
                    <a:pt x="16569" y="13068"/>
                  </a:cubicBezTo>
                  <a:cubicBezTo>
                    <a:pt x="16569" y="13203"/>
                    <a:pt x="16569" y="13203"/>
                    <a:pt x="16569" y="13203"/>
                  </a:cubicBezTo>
                  <a:cubicBezTo>
                    <a:pt x="16532" y="13203"/>
                    <a:pt x="16532" y="13203"/>
                    <a:pt x="16532" y="13203"/>
                  </a:cubicBezTo>
                  <a:cubicBezTo>
                    <a:pt x="16532" y="13339"/>
                    <a:pt x="16532" y="13339"/>
                    <a:pt x="16532" y="13339"/>
                  </a:cubicBezTo>
                  <a:cubicBezTo>
                    <a:pt x="16532" y="13406"/>
                    <a:pt x="16532" y="13406"/>
                    <a:pt x="16532" y="13406"/>
                  </a:cubicBezTo>
                  <a:cubicBezTo>
                    <a:pt x="16532" y="13474"/>
                    <a:pt x="16532" y="13474"/>
                    <a:pt x="16532" y="13474"/>
                  </a:cubicBezTo>
                  <a:cubicBezTo>
                    <a:pt x="16532" y="13542"/>
                    <a:pt x="16532" y="13542"/>
                    <a:pt x="16532" y="13542"/>
                  </a:cubicBezTo>
                  <a:cubicBezTo>
                    <a:pt x="16495" y="13542"/>
                    <a:pt x="16495" y="13542"/>
                    <a:pt x="16495" y="13542"/>
                  </a:cubicBezTo>
                  <a:cubicBezTo>
                    <a:pt x="16495" y="13610"/>
                    <a:pt x="16495" y="13610"/>
                    <a:pt x="16495" y="13610"/>
                  </a:cubicBezTo>
                  <a:cubicBezTo>
                    <a:pt x="16458" y="13677"/>
                    <a:pt x="16458" y="13677"/>
                    <a:pt x="16458" y="13677"/>
                  </a:cubicBezTo>
                  <a:cubicBezTo>
                    <a:pt x="16458" y="13745"/>
                    <a:pt x="16458" y="13745"/>
                    <a:pt x="16458" y="13745"/>
                  </a:cubicBezTo>
                  <a:cubicBezTo>
                    <a:pt x="16458" y="13745"/>
                    <a:pt x="16458" y="13745"/>
                    <a:pt x="16458" y="13745"/>
                  </a:cubicBezTo>
                  <a:cubicBezTo>
                    <a:pt x="16458" y="13813"/>
                    <a:pt x="16458" y="13813"/>
                    <a:pt x="16458" y="13813"/>
                  </a:cubicBezTo>
                  <a:cubicBezTo>
                    <a:pt x="16421" y="13880"/>
                    <a:pt x="16421" y="13880"/>
                    <a:pt x="16421" y="13880"/>
                  </a:cubicBezTo>
                  <a:cubicBezTo>
                    <a:pt x="16421" y="13948"/>
                    <a:pt x="16421" y="13948"/>
                    <a:pt x="16421" y="13948"/>
                  </a:cubicBezTo>
                  <a:cubicBezTo>
                    <a:pt x="16347" y="14016"/>
                    <a:pt x="16347" y="14016"/>
                    <a:pt x="16347" y="14016"/>
                  </a:cubicBezTo>
                  <a:cubicBezTo>
                    <a:pt x="16347" y="14084"/>
                    <a:pt x="16347" y="14084"/>
                    <a:pt x="16347" y="14084"/>
                  </a:cubicBezTo>
                  <a:cubicBezTo>
                    <a:pt x="16310" y="14151"/>
                    <a:pt x="16310" y="14151"/>
                    <a:pt x="16310" y="14151"/>
                  </a:cubicBezTo>
                  <a:cubicBezTo>
                    <a:pt x="16310" y="14219"/>
                    <a:pt x="16310" y="14219"/>
                    <a:pt x="16310" y="14219"/>
                  </a:cubicBezTo>
                  <a:cubicBezTo>
                    <a:pt x="16310" y="14287"/>
                    <a:pt x="16310" y="14287"/>
                    <a:pt x="16310" y="14287"/>
                  </a:cubicBezTo>
                  <a:cubicBezTo>
                    <a:pt x="16310" y="14354"/>
                    <a:pt x="16310" y="14354"/>
                    <a:pt x="16310" y="14354"/>
                  </a:cubicBezTo>
                  <a:cubicBezTo>
                    <a:pt x="16347" y="14354"/>
                    <a:pt x="16347" y="14354"/>
                    <a:pt x="16347" y="14354"/>
                  </a:cubicBezTo>
                  <a:cubicBezTo>
                    <a:pt x="16384" y="14354"/>
                    <a:pt x="16384" y="14354"/>
                    <a:pt x="16384" y="14354"/>
                  </a:cubicBezTo>
                  <a:cubicBezTo>
                    <a:pt x="16421" y="14354"/>
                    <a:pt x="16421" y="14354"/>
                    <a:pt x="16421" y="14354"/>
                  </a:cubicBezTo>
                  <a:cubicBezTo>
                    <a:pt x="16421" y="14354"/>
                    <a:pt x="16421" y="14354"/>
                    <a:pt x="16421" y="14354"/>
                  </a:cubicBezTo>
                  <a:cubicBezTo>
                    <a:pt x="16495" y="14354"/>
                    <a:pt x="16495" y="14354"/>
                    <a:pt x="16495" y="14354"/>
                  </a:cubicBezTo>
                  <a:cubicBezTo>
                    <a:pt x="16495" y="14354"/>
                    <a:pt x="16495" y="14354"/>
                    <a:pt x="16495" y="14354"/>
                  </a:cubicBezTo>
                  <a:cubicBezTo>
                    <a:pt x="16532" y="14287"/>
                    <a:pt x="16532" y="14287"/>
                    <a:pt x="16532" y="14287"/>
                  </a:cubicBezTo>
                  <a:cubicBezTo>
                    <a:pt x="16532" y="14287"/>
                    <a:pt x="16532" y="14287"/>
                    <a:pt x="16532" y="14287"/>
                  </a:cubicBezTo>
                  <a:cubicBezTo>
                    <a:pt x="16569" y="14287"/>
                    <a:pt x="16569" y="14287"/>
                    <a:pt x="16569" y="14287"/>
                  </a:cubicBezTo>
                  <a:cubicBezTo>
                    <a:pt x="16569" y="14422"/>
                    <a:pt x="16569" y="14422"/>
                    <a:pt x="16569" y="14422"/>
                  </a:cubicBezTo>
                  <a:cubicBezTo>
                    <a:pt x="16606" y="14490"/>
                    <a:pt x="16606" y="14490"/>
                    <a:pt x="16606" y="14490"/>
                  </a:cubicBezTo>
                  <a:cubicBezTo>
                    <a:pt x="16643" y="14557"/>
                    <a:pt x="16643" y="14557"/>
                    <a:pt x="16643" y="14557"/>
                  </a:cubicBezTo>
                  <a:cubicBezTo>
                    <a:pt x="16643" y="14625"/>
                    <a:pt x="16643" y="14625"/>
                    <a:pt x="16643" y="14625"/>
                  </a:cubicBezTo>
                  <a:cubicBezTo>
                    <a:pt x="16680" y="14693"/>
                    <a:pt x="16680" y="14693"/>
                    <a:pt x="16680" y="14693"/>
                  </a:cubicBezTo>
                  <a:cubicBezTo>
                    <a:pt x="16680" y="14693"/>
                    <a:pt x="16680" y="14693"/>
                    <a:pt x="16680" y="14693"/>
                  </a:cubicBezTo>
                  <a:cubicBezTo>
                    <a:pt x="16717" y="14693"/>
                    <a:pt x="16717" y="14693"/>
                    <a:pt x="16717" y="14693"/>
                  </a:cubicBezTo>
                  <a:cubicBezTo>
                    <a:pt x="16717" y="14625"/>
                    <a:pt x="16717" y="14625"/>
                    <a:pt x="16717" y="14625"/>
                  </a:cubicBezTo>
                  <a:cubicBezTo>
                    <a:pt x="16754" y="14625"/>
                    <a:pt x="16754" y="14625"/>
                    <a:pt x="16754" y="14625"/>
                  </a:cubicBezTo>
                  <a:cubicBezTo>
                    <a:pt x="16754" y="14557"/>
                    <a:pt x="16754" y="14557"/>
                    <a:pt x="16754" y="14557"/>
                  </a:cubicBezTo>
                  <a:cubicBezTo>
                    <a:pt x="16754" y="14625"/>
                    <a:pt x="16754" y="14625"/>
                    <a:pt x="16754" y="14625"/>
                  </a:cubicBezTo>
                  <a:cubicBezTo>
                    <a:pt x="16791" y="14557"/>
                    <a:pt x="16791" y="14557"/>
                    <a:pt x="16791" y="14557"/>
                  </a:cubicBezTo>
                  <a:cubicBezTo>
                    <a:pt x="16828" y="14625"/>
                    <a:pt x="16828" y="14625"/>
                    <a:pt x="16828" y="14625"/>
                  </a:cubicBezTo>
                  <a:cubicBezTo>
                    <a:pt x="16828" y="14625"/>
                    <a:pt x="16828" y="14625"/>
                    <a:pt x="16828" y="14625"/>
                  </a:cubicBezTo>
                  <a:cubicBezTo>
                    <a:pt x="16791" y="14625"/>
                    <a:pt x="16791" y="14625"/>
                    <a:pt x="16791" y="14625"/>
                  </a:cubicBezTo>
                  <a:cubicBezTo>
                    <a:pt x="16791" y="14761"/>
                    <a:pt x="16791" y="14761"/>
                    <a:pt x="16791" y="14761"/>
                  </a:cubicBezTo>
                  <a:cubicBezTo>
                    <a:pt x="16791" y="14761"/>
                    <a:pt x="16791" y="14761"/>
                    <a:pt x="16791" y="14761"/>
                  </a:cubicBezTo>
                  <a:cubicBezTo>
                    <a:pt x="16754" y="14761"/>
                    <a:pt x="16754" y="14761"/>
                    <a:pt x="16754" y="14761"/>
                  </a:cubicBezTo>
                  <a:cubicBezTo>
                    <a:pt x="16754" y="14828"/>
                    <a:pt x="16754" y="14828"/>
                    <a:pt x="16754" y="14828"/>
                  </a:cubicBezTo>
                  <a:cubicBezTo>
                    <a:pt x="16828" y="14761"/>
                    <a:pt x="16828" y="14761"/>
                    <a:pt x="16828" y="14761"/>
                  </a:cubicBezTo>
                  <a:cubicBezTo>
                    <a:pt x="16865" y="14761"/>
                    <a:pt x="16865" y="14761"/>
                    <a:pt x="16865" y="14761"/>
                  </a:cubicBezTo>
                  <a:cubicBezTo>
                    <a:pt x="16902" y="14693"/>
                    <a:pt x="16902" y="14693"/>
                    <a:pt x="16902" y="14693"/>
                  </a:cubicBezTo>
                  <a:cubicBezTo>
                    <a:pt x="16902" y="14625"/>
                    <a:pt x="16902" y="14625"/>
                    <a:pt x="16902" y="14625"/>
                  </a:cubicBezTo>
                  <a:cubicBezTo>
                    <a:pt x="16902" y="14557"/>
                    <a:pt x="16902" y="14557"/>
                    <a:pt x="16902" y="14557"/>
                  </a:cubicBezTo>
                  <a:cubicBezTo>
                    <a:pt x="16902" y="14625"/>
                    <a:pt x="16902" y="14625"/>
                    <a:pt x="16902" y="14625"/>
                  </a:cubicBezTo>
                  <a:cubicBezTo>
                    <a:pt x="16902" y="14693"/>
                    <a:pt x="16902" y="14693"/>
                    <a:pt x="16902" y="14693"/>
                  </a:cubicBezTo>
                  <a:cubicBezTo>
                    <a:pt x="16902" y="14761"/>
                    <a:pt x="16902" y="14761"/>
                    <a:pt x="16902" y="14761"/>
                  </a:cubicBezTo>
                  <a:cubicBezTo>
                    <a:pt x="16939" y="14761"/>
                    <a:pt x="16939" y="14761"/>
                    <a:pt x="16939" y="14761"/>
                  </a:cubicBezTo>
                  <a:cubicBezTo>
                    <a:pt x="16939" y="14693"/>
                    <a:pt x="16939" y="14693"/>
                    <a:pt x="16939" y="14693"/>
                  </a:cubicBezTo>
                  <a:cubicBezTo>
                    <a:pt x="16939" y="14557"/>
                    <a:pt x="16939" y="14557"/>
                    <a:pt x="16939" y="14557"/>
                  </a:cubicBezTo>
                  <a:cubicBezTo>
                    <a:pt x="16939" y="14557"/>
                    <a:pt x="16939" y="14557"/>
                    <a:pt x="16939" y="14557"/>
                  </a:cubicBezTo>
                  <a:cubicBezTo>
                    <a:pt x="16902" y="14490"/>
                    <a:pt x="16902" y="14490"/>
                    <a:pt x="16902" y="14490"/>
                  </a:cubicBezTo>
                  <a:cubicBezTo>
                    <a:pt x="16902" y="14422"/>
                    <a:pt x="16902" y="14422"/>
                    <a:pt x="16902" y="14422"/>
                  </a:cubicBezTo>
                  <a:cubicBezTo>
                    <a:pt x="16939" y="14422"/>
                    <a:pt x="16939" y="14422"/>
                    <a:pt x="16939" y="14422"/>
                  </a:cubicBezTo>
                  <a:cubicBezTo>
                    <a:pt x="16976" y="14422"/>
                    <a:pt x="16976" y="14422"/>
                    <a:pt x="16976" y="14422"/>
                  </a:cubicBezTo>
                  <a:cubicBezTo>
                    <a:pt x="16976" y="14422"/>
                    <a:pt x="16976" y="14422"/>
                    <a:pt x="16976" y="14422"/>
                  </a:cubicBezTo>
                  <a:cubicBezTo>
                    <a:pt x="16976" y="14490"/>
                    <a:pt x="16976" y="14490"/>
                    <a:pt x="16976" y="14490"/>
                  </a:cubicBezTo>
                  <a:cubicBezTo>
                    <a:pt x="16976" y="14490"/>
                    <a:pt x="16976" y="14490"/>
                    <a:pt x="16976" y="14490"/>
                  </a:cubicBezTo>
                  <a:cubicBezTo>
                    <a:pt x="17013" y="14422"/>
                    <a:pt x="17013" y="14422"/>
                    <a:pt x="17013" y="14422"/>
                  </a:cubicBezTo>
                  <a:cubicBezTo>
                    <a:pt x="17050" y="14422"/>
                    <a:pt x="17050" y="14422"/>
                    <a:pt x="17050" y="14422"/>
                  </a:cubicBezTo>
                  <a:cubicBezTo>
                    <a:pt x="17087" y="14422"/>
                    <a:pt x="17087" y="14422"/>
                    <a:pt x="17087" y="14422"/>
                  </a:cubicBezTo>
                  <a:cubicBezTo>
                    <a:pt x="17124" y="14422"/>
                    <a:pt x="17124" y="14422"/>
                    <a:pt x="17124" y="14422"/>
                  </a:cubicBezTo>
                  <a:cubicBezTo>
                    <a:pt x="17161" y="14422"/>
                    <a:pt x="17161" y="14422"/>
                    <a:pt x="17161" y="14422"/>
                  </a:cubicBezTo>
                  <a:cubicBezTo>
                    <a:pt x="17161" y="14490"/>
                    <a:pt x="17161" y="14490"/>
                    <a:pt x="17161" y="14490"/>
                  </a:cubicBezTo>
                  <a:cubicBezTo>
                    <a:pt x="17198" y="14557"/>
                    <a:pt x="17198" y="14557"/>
                    <a:pt x="17198" y="14557"/>
                  </a:cubicBezTo>
                  <a:cubicBezTo>
                    <a:pt x="17198" y="14557"/>
                    <a:pt x="17198" y="14557"/>
                    <a:pt x="17198" y="14557"/>
                  </a:cubicBezTo>
                  <a:cubicBezTo>
                    <a:pt x="17272" y="14557"/>
                    <a:pt x="17272" y="14557"/>
                    <a:pt x="17272" y="14557"/>
                  </a:cubicBezTo>
                  <a:cubicBezTo>
                    <a:pt x="17272" y="14625"/>
                    <a:pt x="17272" y="14625"/>
                    <a:pt x="17272" y="14625"/>
                  </a:cubicBezTo>
                  <a:cubicBezTo>
                    <a:pt x="17346" y="14625"/>
                    <a:pt x="17346" y="14625"/>
                    <a:pt x="17346" y="14625"/>
                  </a:cubicBezTo>
                  <a:cubicBezTo>
                    <a:pt x="17346" y="14693"/>
                    <a:pt x="17346" y="14693"/>
                    <a:pt x="17346" y="14693"/>
                  </a:cubicBezTo>
                  <a:cubicBezTo>
                    <a:pt x="17383" y="14693"/>
                    <a:pt x="17383" y="14693"/>
                    <a:pt x="17383" y="14693"/>
                  </a:cubicBezTo>
                  <a:cubicBezTo>
                    <a:pt x="17383" y="14761"/>
                    <a:pt x="17383" y="14761"/>
                    <a:pt x="17383" y="14761"/>
                  </a:cubicBezTo>
                  <a:cubicBezTo>
                    <a:pt x="17420" y="14761"/>
                    <a:pt x="17420" y="14761"/>
                    <a:pt x="17420" y="14761"/>
                  </a:cubicBezTo>
                  <a:cubicBezTo>
                    <a:pt x="17457" y="14828"/>
                    <a:pt x="17457" y="14828"/>
                    <a:pt x="17457" y="14828"/>
                  </a:cubicBezTo>
                  <a:cubicBezTo>
                    <a:pt x="17420" y="14896"/>
                    <a:pt x="17420" y="14896"/>
                    <a:pt x="17420" y="14896"/>
                  </a:cubicBezTo>
                  <a:cubicBezTo>
                    <a:pt x="17420" y="14896"/>
                    <a:pt x="17420" y="14896"/>
                    <a:pt x="17420" y="14896"/>
                  </a:cubicBezTo>
                  <a:cubicBezTo>
                    <a:pt x="17420" y="14964"/>
                    <a:pt x="17420" y="14964"/>
                    <a:pt x="17420" y="14964"/>
                  </a:cubicBezTo>
                  <a:cubicBezTo>
                    <a:pt x="17420" y="15031"/>
                    <a:pt x="17420" y="15031"/>
                    <a:pt x="17420" y="15031"/>
                  </a:cubicBezTo>
                  <a:cubicBezTo>
                    <a:pt x="17457" y="15031"/>
                    <a:pt x="17457" y="15031"/>
                    <a:pt x="17457" y="15031"/>
                  </a:cubicBezTo>
                  <a:cubicBezTo>
                    <a:pt x="17494" y="15099"/>
                    <a:pt x="17494" y="15099"/>
                    <a:pt x="17494" y="15099"/>
                  </a:cubicBezTo>
                  <a:cubicBezTo>
                    <a:pt x="17494" y="15167"/>
                    <a:pt x="17494" y="15167"/>
                    <a:pt x="17494" y="15167"/>
                  </a:cubicBezTo>
                  <a:cubicBezTo>
                    <a:pt x="17494" y="15167"/>
                    <a:pt x="17494" y="15167"/>
                    <a:pt x="17494" y="15167"/>
                  </a:cubicBezTo>
                  <a:cubicBezTo>
                    <a:pt x="17494" y="15235"/>
                    <a:pt x="17494" y="15235"/>
                    <a:pt x="17494" y="15235"/>
                  </a:cubicBezTo>
                  <a:cubicBezTo>
                    <a:pt x="17531" y="15302"/>
                    <a:pt x="17531" y="15302"/>
                    <a:pt x="17531" y="15302"/>
                  </a:cubicBezTo>
                  <a:cubicBezTo>
                    <a:pt x="17531" y="15302"/>
                    <a:pt x="17531" y="15302"/>
                    <a:pt x="17531" y="15302"/>
                  </a:cubicBezTo>
                  <a:cubicBezTo>
                    <a:pt x="17568" y="15235"/>
                    <a:pt x="17568" y="15235"/>
                    <a:pt x="17568" y="15235"/>
                  </a:cubicBezTo>
                  <a:cubicBezTo>
                    <a:pt x="17568" y="15302"/>
                    <a:pt x="17568" y="15302"/>
                    <a:pt x="17568" y="15302"/>
                  </a:cubicBezTo>
                  <a:cubicBezTo>
                    <a:pt x="17568" y="15370"/>
                    <a:pt x="17568" y="15370"/>
                    <a:pt x="17568" y="15370"/>
                  </a:cubicBezTo>
                  <a:cubicBezTo>
                    <a:pt x="17568" y="15438"/>
                    <a:pt x="17568" y="15438"/>
                    <a:pt x="17568" y="15438"/>
                  </a:cubicBezTo>
                  <a:cubicBezTo>
                    <a:pt x="17605" y="15438"/>
                    <a:pt x="17605" y="15438"/>
                    <a:pt x="17605" y="15438"/>
                  </a:cubicBezTo>
                  <a:cubicBezTo>
                    <a:pt x="17568" y="15505"/>
                    <a:pt x="17568" y="15505"/>
                    <a:pt x="17568" y="15505"/>
                  </a:cubicBezTo>
                  <a:cubicBezTo>
                    <a:pt x="17568" y="15505"/>
                    <a:pt x="17568" y="15505"/>
                    <a:pt x="17568" y="15505"/>
                  </a:cubicBezTo>
                  <a:cubicBezTo>
                    <a:pt x="17568" y="15573"/>
                    <a:pt x="17568" y="15573"/>
                    <a:pt x="17568" y="15573"/>
                  </a:cubicBezTo>
                  <a:cubicBezTo>
                    <a:pt x="17568" y="15641"/>
                    <a:pt x="17568" y="15641"/>
                    <a:pt x="17568" y="15641"/>
                  </a:cubicBezTo>
                  <a:cubicBezTo>
                    <a:pt x="17568" y="15641"/>
                    <a:pt x="17568" y="15641"/>
                    <a:pt x="17568" y="15641"/>
                  </a:cubicBezTo>
                  <a:cubicBezTo>
                    <a:pt x="17568" y="15641"/>
                    <a:pt x="17568" y="15641"/>
                    <a:pt x="17568" y="15641"/>
                  </a:cubicBezTo>
                  <a:cubicBezTo>
                    <a:pt x="17568" y="15709"/>
                    <a:pt x="17568" y="15709"/>
                    <a:pt x="17568" y="15709"/>
                  </a:cubicBezTo>
                  <a:cubicBezTo>
                    <a:pt x="17568" y="15709"/>
                    <a:pt x="17568" y="15709"/>
                    <a:pt x="17568" y="15709"/>
                  </a:cubicBezTo>
                  <a:cubicBezTo>
                    <a:pt x="17568" y="15776"/>
                    <a:pt x="17568" y="15776"/>
                    <a:pt x="17568" y="15776"/>
                  </a:cubicBezTo>
                  <a:cubicBezTo>
                    <a:pt x="17605" y="15912"/>
                    <a:pt x="17605" y="15912"/>
                    <a:pt x="17605" y="15912"/>
                  </a:cubicBezTo>
                  <a:cubicBezTo>
                    <a:pt x="17568" y="15912"/>
                    <a:pt x="17568" y="15912"/>
                    <a:pt x="17568" y="15912"/>
                  </a:cubicBezTo>
                  <a:cubicBezTo>
                    <a:pt x="17605" y="16047"/>
                    <a:pt x="17605" y="16047"/>
                    <a:pt x="17605" y="16047"/>
                  </a:cubicBezTo>
                  <a:cubicBezTo>
                    <a:pt x="17605" y="16047"/>
                    <a:pt x="17605" y="16047"/>
                    <a:pt x="17605" y="16047"/>
                  </a:cubicBezTo>
                  <a:cubicBezTo>
                    <a:pt x="17605" y="16115"/>
                    <a:pt x="17605" y="16115"/>
                    <a:pt x="17605" y="16115"/>
                  </a:cubicBezTo>
                  <a:cubicBezTo>
                    <a:pt x="17642" y="16318"/>
                    <a:pt x="17642" y="16318"/>
                    <a:pt x="17642" y="16318"/>
                  </a:cubicBezTo>
                  <a:cubicBezTo>
                    <a:pt x="17642" y="16318"/>
                    <a:pt x="17642" y="16318"/>
                    <a:pt x="17642" y="16318"/>
                  </a:cubicBezTo>
                  <a:cubicBezTo>
                    <a:pt x="17679" y="16250"/>
                    <a:pt x="17679" y="16250"/>
                    <a:pt x="17679" y="16250"/>
                  </a:cubicBezTo>
                  <a:cubicBezTo>
                    <a:pt x="17679" y="16318"/>
                    <a:pt x="17679" y="16318"/>
                    <a:pt x="17679" y="16318"/>
                  </a:cubicBezTo>
                  <a:cubicBezTo>
                    <a:pt x="17642" y="16386"/>
                    <a:pt x="17642" y="16386"/>
                    <a:pt x="17642" y="16386"/>
                  </a:cubicBezTo>
                  <a:cubicBezTo>
                    <a:pt x="17642" y="16386"/>
                    <a:pt x="17642" y="16386"/>
                    <a:pt x="17642" y="16386"/>
                  </a:cubicBezTo>
                  <a:cubicBezTo>
                    <a:pt x="17679" y="16453"/>
                    <a:pt x="17679" y="16453"/>
                    <a:pt x="17679" y="16453"/>
                  </a:cubicBezTo>
                  <a:cubicBezTo>
                    <a:pt x="17679" y="16453"/>
                    <a:pt x="17679" y="16453"/>
                    <a:pt x="17679" y="16453"/>
                  </a:cubicBezTo>
                  <a:cubicBezTo>
                    <a:pt x="17716" y="16521"/>
                    <a:pt x="17716" y="16521"/>
                    <a:pt x="17716" y="16521"/>
                  </a:cubicBezTo>
                  <a:cubicBezTo>
                    <a:pt x="17716" y="16589"/>
                    <a:pt x="17716" y="16589"/>
                    <a:pt x="17716" y="16589"/>
                  </a:cubicBezTo>
                  <a:cubicBezTo>
                    <a:pt x="17716" y="16657"/>
                    <a:pt x="17716" y="16657"/>
                    <a:pt x="17716" y="16657"/>
                  </a:cubicBezTo>
                  <a:cubicBezTo>
                    <a:pt x="17716" y="16657"/>
                    <a:pt x="17716" y="16657"/>
                    <a:pt x="17716" y="16657"/>
                  </a:cubicBezTo>
                  <a:cubicBezTo>
                    <a:pt x="17753" y="16792"/>
                    <a:pt x="17753" y="16792"/>
                    <a:pt x="17753" y="16792"/>
                  </a:cubicBezTo>
                  <a:cubicBezTo>
                    <a:pt x="17753" y="16792"/>
                    <a:pt x="17753" y="16792"/>
                    <a:pt x="17753" y="16792"/>
                  </a:cubicBezTo>
                  <a:cubicBezTo>
                    <a:pt x="17753" y="16860"/>
                    <a:pt x="17753" y="16860"/>
                    <a:pt x="17753" y="16860"/>
                  </a:cubicBezTo>
                  <a:cubicBezTo>
                    <a:pt x="17753" y="16927"/>
                    <a:pt x="17753" y="16927"/>
                    <a:pt x="17753" y="16927"/>
                  </a:cubicBezTo>
                  <a:cubicBezTo>
                    <a:pt x="17753" y="16995"/>
                    <a:pt x="17753" y="16995"/>
                    <a:pt x="17753" y="16995"/>
                  </a:cubicBezTo>
                  <a:cubicBezTo>
                    <a:pt x="17753" y="17063"/>
                    <a:pt x="17753" y="17063"/>
                    <a:pt x="17753" y="17063"/>
                  </a:cubicBezTo>
                  <a:cubicBezTo>
                    <a:pt x="17753" y="17131"/>
                    <a:pt x="17753" y="17131"/>
                    <a:pt x="17753" y="17131"/>
                  </a:cubicBezTo>
                  <a:cubicBezTo>
                    <a:pt x="17716" y="17198"/>
                    <a:pt x="17716" y="17198"/>
                    <a:pt x="17716" y="17198"/>
                  </a:cubicBezTo>
                  <a:cubicBezTo>
                    <a:pt x="17716" y="17266"/>
                    <a:pt x="17716" y="17266"/>
                    <a:pt x="17716" y="17266"/>
                  </a:cubicBezTo>
                  <a:cubicBezTo>
                    <a:pt x="17716" y="17334"/>
                    <a:pt x="17716" y="17334"/>
                    <a:pt x="17716" y="17334"/>
                  </a:cubicBezTo>
                  <a:cubicBezTo>
                    <a:pt x="17716" y="17469"/>
                    <a:pt x="17716" y="17469"/>
                    <a:pt x="17716" y="17469"/>
                  </a:cubicBezTo>
                  <a:cubicBezTo>
                    <a:pt x="17716" y="17469"/>
                    <a:pt x="17716" y="17469"/>
                    <a:pt x="17716" y="17469"/>
                  </a:cubicBezTo>
                  <a:cubicBezTo>
                    <a:pt x="17716" y="17537"/>
                    <a:pt x="17716" y="17537"/>
                    <a:pt x="17716" y="17537"/>
                  </a:cubicBezTo>
                  <a:cubicBezTo>
                    <a:pt x="17679" y="17605"/>
                    <a:pt x="17679" y="17605"/>
                    <a:pt x="17679" y="17605"/>
                  </a:cubicBezTo>
                  <a:cubicBezTo>
                    <a:pt x="17679" y="17672"/>
                    <a:pt x="17679" y="17672"/>
                    <a:pt x="17679" y="17672"/>
                  </a:cubicBezTo>
                  <a:cubicBezTo>
                    <a:pt x="17642" y="17740"/>
                    <a:pt x="17642" y="17740"/>
                    <a:pt x="17642" y="17740"/>
                  </a:cubicBezTo>
                  <a:cubicBezTo>
                    <a:pt x="17679" y="17740"/>
                    <a:pt x="17679" y="17740"/>
                    <a:pt x="17679" y="17740"/>
                  </a:cubicBezTo>
                  <a:cubicBezTo>
                    <a:pt x="17679" y="17808"/>
                    <a:pt x="17679" y="17808"/>
                    <a:pt x="17679" y="17808"/>
                  </a:cubicBezTo>
                  <a:cubicBezTo>
                    <a:pt x="17642" y="17808"/>
                    <a:pt x="17642" y="17808"/>
                    <a:pt x="17642" y="17808"/>
                  </a:cubicBezTo>
                  <a:cubicBezTo>
                    <a:pt x="17679" y="17943"/>
                    <a:pt x="17679" y="17943"/>
                    <a:pt x="17679" y="17943"/>
                  </a:cubicBezTo>
                  <a:cubicBezTo>
                    <a:pt x="17642" y="18011"/>
                    <a:pt x="17642" y="18011"/>
                    <a:pt x="17642" y="18011"/>
                  </a:cubicBezTo>
                  <a:cubicBezTo>
                    <a:pt x="17642" y="18078"/>
                    <a:pt x="17642" y="18078"/>
                    <a:pt x="17642" y="18078"/>
                  </a:cubicBezTo>
                  <a:cubicBezTo>
                    <a:pt x="17642" y="18078"/>
                    <a:pt x="17642" y="18078"/>
                    <a:pt x="17642" y="18078"/>
                  </a:cubicBezTo>
                  <a:cubicBezTo>
                    <a:pt x="17642" y="18146"/>
                    <a:pt x="17642" y="18146"/>
                    <a:pt x="17642" y="18146"/>
                  </a:cubicBezTo>
                  <a:cubicBezTo>
                    <a:pt x="17605" y="18214"/>
                    <a:pt x="17605" y="18214"/>
                    <a:pt x="17605" y="18214"/>
                  </a:cubicBezTo>
                  <a:cubicBezTo>
                    <a:pt x="17605" y="18282"/>
                    <a:pt x="17605" y="18282"/>
                    <a:pt x="17605" y="18282"/>
                  </a:cubicBezTo>
                  <a:cubicBezTo>
                    <a:pt x="17568" y="18349"/>
                    <a:pt x="17568" y="18349"/>
                    <a:pt x="17568" y="18349"/>
                  </a:cubicBezTo>
                  <a:cubicBezTo>
                    <a:pt x="17568" y="18417"/>
                    <a:pt x="17568" y="18417"/>
                    <a:pt x="17568" y="18417"/>
                  </a:cubicBezTo>
                  <a:cubicBezTo>
                    <a:pt x="17531" y="18485"/>
                    <a:pt x="17531" y="18485"/>
                    <a:pt x="17531" y="18485"/>
                  </a:cubicBezTo>
                  <a:cubicBezTo>
                    <a:pt x="17494" y="18688"/>
                    <a:pt x="17494" y="18688"/>
                    <a:pt x="17494" y="18688"/>
                  </a:cubicBezTo>
                  <a:cubicBezTo>
                    <a:pt x="17494" y="18688"/>
                    <a:pt x="17494" y="18688"/>
                    <a:pt x="17494" y="18688"/>
                  </a:cubicBezTo>
                  <a:cubicBezTo>
                    <a:pt x="17494" y="18756"/>
                    <a:pt x="17494" y="18756"/>
                    <a:pt x="17494" y="18756"/>
                  </a:cubicBezTo>
                  <a:cubicBezTo>
                    <a:pt x="17494" y="18823"/>
                    <a:pt x="17494" y="18823"/>
                    <a:pt x="17494" y="18823"/>
                  </a:cubicBezTo>
                  <a:cubicBezTo>
                    <a:pt x="17494" y="18823"/>
                    <a:pt x="17494" y="18823"/>
                    <a:pt x="17494" y="18823"/>
                  </a:cubicBezTo>
                  <a:cubicBezTo>
                    <a:pt x="17457" y="18891"/>
                    <a:pt x="17457" y="18891"/>
                    <a:pt x="17457" y="18891"/>
                  </a:cubicBezTo>
                  <a:cubicBezTo>
                    <a:pt x="17457" y="18959"/>
                    <a:pt x="17457" y="18959"/>
                    <a:pt x="17457" y="18959"/>
                  </a:cubicBezTo>
                  <a:cubicBezTo>
                    <a:pt x="17420" y="18959"/>
                    <a:pt x="17420" y="18959"/>
                    <a:pt x="17420" y="18959"/>
                  </a:cubicBezTo>
                  <a:cubicBezTo>
                    <a:pt x="17420" y="19026"/>
                    <a:pt x="17420" y="19026"/>
                    <a:pt x="17420" y="19026"/>
                  </a:cubicBezTo>
                  <a:cubicBezTo>
                    <a:pt x="17383" y="19026"/>
                    <a:pt x="17383" y="19026"/>
                    <a:pt x="17383" y="19026"/>
                  </a:cubicBezTo>
                  <a:cubicBezTo>
                    <a:pt x="17420" y="19094"/>
                    <a:pt x="17420" y="19094"/>
                    <a:pt x="17420" y="19094"/>
                  </a:cubicBezTo>
                  <a:cubicBezTo>
                    <a:pt x="17383" y="19162"/>
                    <a:pt x="17383" y="19162"/>
                    <a:pt x="17383" y="19162"/>
                  </a:cubicBezTo>
                  <a:cubicBezTo>
                    <a:pt x="17383" y="19162"/>
                    <a:pt x="17383" y="19162"/>
                    <a:pt x="17383" y="19162"/>
                  </a:cubicBezTo>
                  <a:cubicBezTo>
                    <a:pt x="17346" y="19162"/>
                    <a:pt x="17346" y="19162"/>
                    <a:pt x="17346" y="19162"/>
                  </a:cubicBezTo>
                  <a:cubicBezTo>
                    <a:pt x="17346" y="19230"/>
                    <a:pt x="17346" y="19230"/>
                    <a:pt x="17346" y="19230"/>
                  </a:cubicBezTo>
                  <a:cubicBezTo>
                    <a:pt x="17346" y="19297"/>
                    <a:pt x="17346" y="19297"/>
                    <a:pt x="17346" y="19297"/>
                  </a:cubicBezTo>
                  <a:cubicBezTo>
                    <a:pt x="17309" y="19297"/>
                    <a:pt x="17309" y="19297"/>
                    <a:pt x="17309" y="19297"/>
                  </a:cubicBezTo>
                  <a:cubicBezTo>
                    <a:pt x="17346" y="19365"/>
                    <a:pt x="17346" y="19365"/>
                    <a:pt x="17346" y="19365"/>
                  </a:cubicBezTo>
                  <a:cubicBezTo>
                    <a:pt x="17272" y="19433"/>
                    <a:pt x="17272" y="19433"/>
                    <a:pt x="17272" y="19433"/>
                  </a:cubicBezTo>
                  <a:cubicBezTo>
                    <a:pt x="17235" y="19500"/>
                    <a:pt x="17235" y="19500"/>
                    <a:pt x="17235" y="19500"/>
                  </a:cubicBezTo>
                  <a:cubicBezTo>
                    <a:pt x="17235" y="19500"/>
                    <a:pt x="17235" y="19500"/>
                    <a:pt x="17235" y="19500"/>
                  </a:cubicBezTo>
                  <a:cubicBezTo>
                    <a:pt x="17235" y="19568"/>
                    <a:pt x="17235" y="19568"/>
                    <a:pt x="17235" y="19568"/>
                  </a:cubicBezTo>
                  <a:cubicBezTo>
                    <a:pt x="17161" y="19568"/>
                    <a:pt x="17161" y="19568"/>
                    <a:pt x="17161" y="19568"/>
                  </a:cubicBezTo>
                  <a:cubicBezTo>
                    <a:pt x="17124" y="19636"/>
                    <a:pt x="17124" y="19636"/>
                    <a:pt x="17124" y="19636"/>
                  </a:cubicBezTo>
                  <a:cubicBezTo>
                    <a:pt x="17124" y="19636"/>
                    <a:pt x="17124" y="19636"/>
                    <a:pt x="17124" y="19636"/>
                  </a:cubicBezTo>
                  <a:cubicBezTo>
                    <a:pt x="17087" y="19636"/>
                    <a:pt x="17087" y="19636"/>
                    <a:pt x="17087" y="19636"/>
                  </a:cubicBezTo>
                  <a:cubicBezTo>
                    <a:pt x="17050" y="19568"/>
                    <a:pt x="17050" y="19568"/>
                    <a:pt x="17050" y="19568"/>
                  </a:cubicBezTo>
                  <a:cubicBezTo>
                    <a:pt x="17013" y="19568"/>
                    <a:pt x="17013" y="19568"/>
                    <a:pt x="17013" y="19568"/>
                  </a:cubicBezTo>
                  <a:cubicBezTo>
                    <a:pt x="17013" y="19433"/>
                    <a:pt x="17013" y="19433"/>
                    <a:pt x="17013" y="19433"/>
                  </a:cubicBezTo>
                  <a:cubicBezTo>
                    <a:pt x="16976" y="19433"/>
                    <a:pt x="16976" y="19433"/>
                    <a:pt x="16976" y="19433"/>
                  </a:cubicBezTo>
                  <a:cubicBezTo>
                    <a:pt x="16939" y="19433"/>
                    <a:pt x="16939" y="19433"/>
                    <a:pt x="16939" y="19433"/>
                  </a:cubicBezTo>
                  <a:cubicBezTo>
                    <a:pt x="16902" y="19433"/>
                    <a:pt x="16902" y="19433"/>
                    <a:pt x="16902" y="19433"/>
                  </a:cubicBezTo>
                  <a:cubicBezTo>
                    <a:pt x="16902" y="19433"/>
                    <a:pt x="16902" y="19433"/>
                    <a:pt x="16902" y="19433"/>
                  </a:cubicBezTo>
                  <a:cubicBezTo>
                    <a:pt x="16902" y="19500"/>
                    <a:pt x="16902" y="19500"/>
                    <a:pt x="16902" y="19500"/>
                  </a:cubicBezTo>
                  <a:cubicBezTo>
                    <a:pt x="16865" y="19568"/>
                    <a:pt x="16865" y="19568"/>
                    <a:pt x="16865" y="19568"/>
                  </a:cubicBezTo>
                  <a:cubicBezTo>
                    <a:pt x="16865" y="19636"/>
                    <a:pt x="16865" y="19636"/>
                    <a:pt x="16865" y="19636"/>
                  </a:cubicBezTo>
                  <a:cubicBezTo>
                    <a:pt x="16828" y="19636"/>
                    <a:pt x="16828" y="19636"/>
                    <a:pt x="16828" y="19636"/>
                  </a:cubicBezTo>
                  <a:cubicBezTo>
                    <a:pt x="16828" y="19771"/>
                    <a:pt x="16828" y="19771"/>
                    <a:pt x="16828" y="19771"/>
                  </a:cubicBezTo>
                  <a:cubicBezTo>
                    <a:pt x="16828" y="19704"/>
                    <a:pt x="16828" y="19704"/>
                    <a:pt x="16828" y="19704"/>
                  </a:cubicBezTo>
                  <a:cubicBezTo>
                    <a:pt x="16754" y="19771"/>
                    <a:pt x="16754" y="19771"/>
                    <a:pt x="16754" y="19771"/>
                  </a:cubicBezTo>
                  <a:cubicBezTo>
                    <a:pt x="16754" y="19839"/>
                    <a:pt x="16754" y="19839"/>
                    <a:pt x="16754" y="19839"/>
                  </a:cubicBezTo>
                  <a:cubicBezTo>
                    <a:pt x="16754" y="19839"/>
                    <a:pt x="16754" y="19839"/>
                    <a:pt x="16754" y="19839"/>
                  </a:cubicBezTo>
                  <a:close/>
                  <a:moveTo>
                    <a:pt x="5436" y="20042"/>
                  </a:moveTo>
                  <a:cubicBezTo>
                    <a:pt x="5400" y="19974"/>
                    <a:pt x="5400" y="19974"/>
                    <a:pt x="5400" y="19974"/>
                  </a:cubicBezTo>
                  <a:cubicBezTo>
                    <a:pt x="5178" y="20042"/>
                    <a:pt x="5178" y="20042"/>
                    <a:pt x="5178" y="20042"/>
                  </a:cubicBezTo>
                  <a:cubicBezTo>
                    <a:pt x="5436" y="20042"/>
                    <a:pt x="5436" y="20042"/>
                    <a:pt x="5436" y="20042"/>
                  </a:cubicBezTo>
                  <a:close/>
                  <a:moveTo>
                    <a:pt x="19158" y="18891"/>
                  </a:moveTo>
                  <a:cubicBezTo>
                    <a:pt x="19195" y="18891"/>
                    <a:pt x="19195" y="18891"/>
                    <a:pt x="19195" y="18891"/>
                  </a:cubicBezTo>
                  <a:cubicBezTo>
                    <a:pt x="19195" y="18823"/>
                    <a:pt x="19195" y="18823"/>
                    <a:pt x="19195" y="18823"/>
                  </a:cubicBezTo>
                  <a:cubicBezTo>
                    <a:pt x="19232" y="18823"/>
                    <a:pt x="19232" y="18823"/>
                    <a:pt x="19232" y="18823"/>
                  </a:cubicBezTo>
                  <a:cubicBezTo>
                    <a:pt x="19195" y="18823"/>
                    <a:pt x="19195" y="18823"/>
                    <a:pt x="19195" y="18823"/>
                  </a:cubicBezTo>
                  <a:cubicBezTo>
                    <a:pt x="19158" y="18891"/>
                    <a:pt x="19158" y="18891"/>
                    <a:pt x="19158" y="18891"/>
                  </a:cubicBezTo>
                  <a:close/>
                  <a:moveTo>
                    <a:pt x="1072" y="2776"/>
                  </a:moveTo>
                  <a:cubicBezTo>
                    <a:pt x="1035" y="2708"/>
                    <a:pt x="1035" y="2708"/>
                    <a:pt x="1035" y="2708"/>
                  </a:cubicBezTo>
                  <a:cubicBezTo>
                    <a:pt x="1035" y="2640"/>
                    <a:pt x="1035" y="2640"/>
                    <a:pt x="1035" y="2640"/>
                  </a:cubicBezTo>
                  <a:cubicBezTo>
                    <a:pt x="1035" y="2640"/>
                    <a:pt x="1035" y="2640"/>
                    <a:pt x="1035" y="2640"/>
                  </a:cubicBezTo>
                  <a:cubicBezTo>
                    <a:pt x="998" y="2573"/>
                    <a:pt x="998" y="2573"/>
                    <a:pt x="998" y="2573"/>
                  </a:cubicBezTo>
                  <a:cubicBezTo>
                    <a:pt x="998" y="2573"/>
                    <a:pt x="998" y="2573"/>
                    <a:pt x="998" y="2573"/>
                  </a:cubicBezTo>
                  <a:cubicBezTo>
                    <a:pt x="1035" y="2505"/>
                    <a:pt x="1035" y="2505"/>
                    <a:pt x="1035" y="2505"/>
                  </a:cubicBezTo>
                  <a:cubicBezTo>
                    <a:pt x="1035" y="2437"/>
                    <a:pt x="1035" y="2437"/>
                    <a:pt x="1035" y="2437"/>
                  </a:cubicBezTo>
                  <a:cubicBezTo>
                    <a:pt x="1109" y="2437"/>
                    <a:pt x="1109" y="2437"/>
                    <a:pt x="1109" y="2437"/>
                  </a:cubicBezTo>
                  <a:cubicBezTo>
                    <a:pt x="1109" y="2437"/>
                    <a:pt x="1109" y="2437"/>
                    <a:pt x="1109" y="2437"/>
                  </a:cubicBezTo>
                  <a:cubicBezTo>
                    <a:pt x="1146" y="2437"/>
                    <a:pt x="1146" y="2437"/>
                    <a:pt x="1146" y="2437"/>
                  </a:cubicBezTo>
                  <a:cubicBezTo>
                    <a:pt x="1146" y="2505"/>
                    <a:pt x="1146" y="2505"/>
                    <a:pt x="1146" y="2505"/>
                  </a:cubicBezTo>
                  <a:cubicBezTo>
                    <a:pt x="1183" y="2505"/>
                    <a:pt x="1183" y="2505"/>
                    <a:pt x="1183" y="2505"/>
                  </a:cubicBezTo>
                  <a:cubicBezTo>
                    <a:pt x="1220" y="2505"/>
                    <a:pt x="1220" y="2505"/>
                    <a:pt x="1220" y="2505"/>
                  </a:cubicBezTo>
                  <a:cubicBezTo>
                    <a:pt x="1220" y="2505"/>
                    <a:pt x="1220" y="2505"/>
                    <a:pt x="1220" y="2505"/>
                  </a:cubicBezTo>
                  <a:cubicBezTo>
                    <a:pt x="1257" y="2437"/>
                    <a:pt x="1257" y="2437"/>
                    <a:pt x="1257" y="2437"/>
                  </a:cubicBezTo>
                  <a:cubicBezTo>
                    <a:pt x="1220" y="2437"/>
                    <a:pt x="1220" y="2437"/>
                    <a:pt x="1220" y="2437"/>
                  </a:cubicBezTo>
                  <a:cubicBezTo>
                    <a:pt x="1183" y="2437"/>
                    <a:pt x="1183" y="2437"/>
                    <a:pt x="1183" y="2437"/>
                  </a:cubicBezTo>
                  <a:cubicBezTo>
                    <a:pt x="1109" y="2302"/>
                    <a:pt x="1109" y="2302"/>
                    <a:pt x="1109" y="2302"/>
                  </a:cubicBezTo>
                  <a:cubicBezTo>
                    <a:pt x="1035" y="2302"/>
                    <a:pt x="1035" y="2302"/>
                    <a:pt x="1035" y="2302"/>
                  </a:cubicBezTo>
                  <a:cubicBezTo>
                    <a:pt x="998" y="2302"/>
                    <a:pt x="998" y="2302"/>
                    <a:pt x="998" y="2302"/>
                  </a:cubicBezTo>
                  <a:cubicBezTo>
                    <a:pt x="924" y="2437"/>
                    <a:pt x="924" y="2437"/>
                    <a:pt x="924" y="2437"/>
                  </a:cubicBezTo>
                  <a:cubicBezTo>
                    <a:pt x="924" y="2505"/>
                    <a:pt x="924" y="2505"/>
                    <a:pt x="924" y="2505"/>
                  </a:cubicBezTo>
                  <a:cubicBezTo>
                    <a:pt x="887" y="2505"/>
                    <a:pt x="887" y="2505"/>
                    <a:pt x="887" y="2505"/>
                  </a:cubicBezTo>
                  <a:cubicBezTo>
                    <a:pt x="813" y="2573"/>
                    <a:pt x="813" y="2573"/>
                    <a:pt x="813" y="2573"/>
                  </a:cubicBezTo>
                  <a:cubicBezTo>
                    <a:pt x="813" y="2708"/>
                    <a:pt x="813" y="2708"/>
                    <a:pt x="813" y="2708"/>
                  </a:cubicBezTo>
                  <a:cubicBezTo>
                    <a:pt x="850" y="2708"/>
                    <a:pt x="850" y="2708"/>
                    <a:pt x="850" y="2708"/>
                  </a:cubicBezTo>
                  <a:cubicBezTo>
                    <a:pt x="887" y="2708"/>
                    <a:pt x="887" y="2708"/>
                    <a:pt x="887" y="2708"/>
                  </a:cubicBezTo>
                  <a:cubicBezTo>
                    <a:pt x="924" y="2708"/>
                    <a:pt x="924" y="2708"/>
                    <a:pt x="924" y="2708"/>
                  </a:cubicBezTo>
                  <a:cubicBezTo>
                    <a:pt x="924" y="2776"/>
                    <a:pt x="924" y="2776"/>
                    <a:pt x="924" y="2776"/>
                  </a:cubicBezTo>
                  <a:cubicBezTo>
                    <a:pt x="961" y="2776"/>
                    <a:pt x="961" y="2776"/>
                    <a:pt x="961" y="2776"/>
                  </a:cubicBezTo>
                  <a:cubicBezTo>
                    <a:pt x="961" y="2708"/>
                    <a:pt x="961" y="2708"/>
                    <a:pt x="961" y="2708"/>
                  </a:cubicBezTo>
                  <a:cubicBezTo>
                    <a:pt x="961" y="2708"/>
                    <a:pt x="961" y="2708"/>
                    <a:pt x="961" y="2708"/>
                  </a:cubicBezTo>
                  <a:cubicBezTo>
                    <a:pt x="998" y="2708"/>
                    <a:pt x="998" y="2708"/>
                    <a:pt x="998" y="2708"/>
                  </a:cubicBezTo>
                  <a:cubicBezTo>
                    <a:pt x="998" y="2708"/>
                    <a:pt x="998" y="2708"/>
                    <a:pt x="998" y="2708"/>
                  </a:cubicBezTo>
                  <a:cubicBezTo>
                    <a:pt x="1035" y="2776"/>
                    <a:pt x="1035" y="2776"/>
                    <a:pt x="1035" y="2776"/>
                  </a:cubicBezTo>
                  <a:cubicBezTo>
                    <a:pt x="1072" y="2843"/>
                    <a:pt x="1072" y="2843"/>
                    <a:pt x="1072" y="2843"/>
                  </a:cubicBezTo>
                  <a:cubicBezTo>
                    <a:pt x="1072" y="2776"/>
                    <a:pt x="1072" y="2776"/>
                    <a:pt x="1072" y="2776"/>
                  </a:cubicBezTo>
                  <a:close/>
                  <a:moveTo>
                    <a:pt x="1331" y="1963"/>
                  </a:moveTo>
                  <a:cubicBezTo>
                    <a:pt x="1331" y="1963"/>
                    <a:pt x="1331" y="1963"/>
                    <a:pt x="1331" y="1963"/>
                  </a:cubicBezTo>
                  <a:cubicBezTo>
                    <a:pt x="1368" y="1895"/>
                    <a:pt x="1368" y="1895"/>
                    <a:pt x="1368" y="1895"/>
                  </a:cubicBezTo>
                  <a:cubicBezTo>
                    <a:pt x="1368" y="1895"/>
                    <a:pt x="1368" y="1895"/>
                    <a:pt x="1368" y="1895"/>
                  </a:cubicBezTo>
                  <a:cubicBezTo>
                    <a:pt x="1368" y="1963"/>
                    <a:pt x="1368" y="1963"/>
                    <a:pt x="1368" y="1963"/>
                  </a:cubicBezTo>
                  <a:cubicBezTo>
                    <a:pt x="1368" y="1963"/>
                    <a:pt x="1368" y="1963"/>
                    <a:pt x="1368" y="1963"/>
                  </a:cubicBezTo>
                  <a:cubicBezTo>
                    <a:pt x="1368" y="2031"/>
                    <a:pt x="1368" y="2031"/>
                    <a:pt x="1368" y="2031"/>
                  </a:cubicBezTo>
                  <a:cubicBezTo>
                    <a:pt x="1331" y="2031"/>
                    <a:pt x="1331" y="2031"/>
                    <a:pt x="1331" y="2031"/>
                  </a:cubicBezTo>
                  <a:cubicBezTo>
                    <a:pt x="1331" y="2031"/>
                    <a:pt x="1331" y="1963"/>
                    <a:pt x="1331" y="1963"/>
                  </a:cubicBezTo>
                  <a:close/>
                  <a:moveTo>
                    <a:pt x="1257" y="3047"/>
                  </a:moveTo>
                  <a:cubicBezTo>
                    <a:pt x="1257" y="3047"/>
                    <a:pt x="1257" y="3047"/>
                    <a:pt x="1257" y="3047"/>
                  </a:cubicBezTo>
                  <a:cubicBezTo>
                    <a:pt x="1294" y="3047"/>
                    <a:pt x="1294" y="3047"/>
                    <a:pt x="1294" y="3047"/>
                  </a:cubicBezTo>
                  <a:cubicBezTo>
                    <a:pt x="1294" y="3047"/>
                    <a:pt x="1294" y="3047"/>
                    <a:pt x="1294" y="3047"/>
                  </a:cubicBezTo>
                  <a:cubicBezTo>
                    <a:pt x="1294" y="2979"/>
                    <a:pt x="1294" y="2979"/>
                    <a:pt x="1294" y="2979"/>
                  </a:cubicBezTo>
                  <a:cubicBezTo>
                    <a:pt x="1294" y="2979"/>
                    <a:pt x="1294" y="2979"/>
                    <a:pt x="1294" y="2979"/>
                  </a:cubicBezTo>
                  <a:cubicBezTo>
                    <a:pt x="1331" y="2979"/>
                    <a:pt x="1331" y="2979"/>
                    <a:pt x="1331" y="2979"/>
                  </a:cubicBezTo>
                  <a:cubicBezTo>
                    <a:pt x="1331" y="2911"/>
                    <a:pt x="1331" y="2911"/>
                    <a:pt x="1331" y="2911"/>
                  </a:cubicBezTo>
                  <a:cubicBezTo>
                    <a:pt x="1368" y="2843"/>
                    <a:pt x="1368" y="2843"/>
                    <a:pt x="1368" y="2843"/>
                  </a:cubicBezTo>
                  <a:cubicBezTo>
                    <a:pt x="1331" y="2776"/>
                    <a:pt x="1331" y="2776"/>
                    <a:pt x="1331" y="2776"/>
                  </a:cubicBezTo>
                  <a:cubicBezTo>
                    <a:pt x="1331" y="2776"/>
                    <a:pt x="1331" y="2776"/>
                    <a:pt x="1331" y="2776"/>
                  </a:cubicBezTo>
                  <a:cubicBezTo>
                    <a:pt x="1331" y="2708"/>
                    <a:pt x="1331" y="2708"/>
                    <a:pt x="1331" y="2708"/>
                  </a:cubicBezTo>
                  <a:cubicBezTo>
                    <a:pt x="1331" y="2708"/>
                    <a:pt x="1331" y="2708"/>
                    <a:pt x="1331" y="2708"/>
                  </a:cubicBezTo>
                  <a:cubicBezTo>
                    <a:pt x="1368" y="2708"/>
                    <a:pt x="1368" y="2708"/>
                    <a:pt x="1368" y="2708"/>
                  </a:cubicBezTo>
                  <a:cubicBezTo>
                    <a:pt x="1442" y="2708"/>
                    <a:pt x="1442" y="2708"/>
                    <a:pt x="1442" y="2708"/>
                  </a:cubicBezTo>
                  <a:cubicBezTo>
                    <a:pt x="1442" y="2708"/>
                    <a:pt x="1442" y="2708"/>
                    <a:pt x="1442" y="2708"/>
                  </a:cubicBezTo>
                  <a:cubicBezTo>
                    <a:pt x="1442" y="2640"/>
                    <a:pt x="1442" y="2640"/>
                    <a:pt x="1442" y="2640"/>
                  </a:cubicBezTo>
                  <a:cubicBezTo>
                    <a:pt x="1442" y="2640"/>
                    <a:pt x="1442" y="2640"/>
                    <a:pt x="1442" y="2640"/>
                  </a:cubicBezTo>
                  <a:cubicBezTo>
                    <a:pt x="1405" y="2640"/>
                    <a:pt x="1405" y="2640"/>
                    <a:pt x="1405" y="2640"/>
                  </a:cubicBezTo>
                  <a:cubicBezTo>
                    <a:pt x="1405" y="2573"/>
                    <a:pt x="1405" y="2573"/>
                    <a:pt x="1405" y="2573"/>
                  </a:cubicBezTo>
                  <a:cubicBezTo>
                    <a:pt x="1405" y="2573"/>
                    <a:pt x="1405" y="2573"/>
                    <a:pt x="1405" y="2573"/>
                  </a:cubicBezTo>
                  <a:cubicBezTo>
                    <a:pt x="1405" y="2505"/>
                    <a:pt x="1405" y="2505"/>
                    <a:pt x="1405" y="2505"/>
                  </a:cubicBezTo>
                  <a:cubicBezTo>
                    <a:pt x="1405" y="2505"/>
                    <a:pt x="1405" y="2505"/>
                    <a:pt x="1405" y="2505"/>
                  </a:cubicBezTo>
                  <a:cubicBezTo>
                    <a:pt x="1405" y="2505"/>
                    <a:pt x="1405" y="2505"/>
                    <a:pt x="1405" y="2505"/>
                  </a:cubicBezTo>
                  <a:cubicBezTo>
                    <a:pt x="1442" y="2505"/>
                    <a:pt x="1442" y="2505"/>
                    <a:pt x="1442" y="2505"/>
                  </a:cubicBezTo>
                  <a:cubicBezTo>
                    <a:pt x="1442" y="2573"/>
                    <a:pt x="1442" y="2573"/>
                    <a:pt x="1442" y="2573"/>
                  </a:cubicBezTo>
                  <a:cubicBezTo>
                    <a:pt x="1479" y="2505"/>
                    <a:pt x="1479" y="2505"/>
                    <a:pt x="1479" y="2505"/>
                  </a:cubicBezTo>
                  <a:cubicBezTo>
                    <a:pt x="1479" y="2505"/>
                    <a:pt x="1479" y="2505"/>
                    <a:pt x="1479" y="2505"/>
                  </a:cubicBezTo>
                  <a:cubicBezTo>
                    <a:pt x="1516" y="2437"/>
                    <a:pt x="1516" y="2437"/>
                    <a:pt x="1516" y="2437"/>
                  </a:cubicBezTo>
                  <a:cubicBezTo>
                    <a:pt x="1516" y="2437"/>
                    <a:pt x="1516" y="2437"/>
                    <a:pt x="1516" y="2437"/>
                  </a:cubicBezTo>
                  <a:cubicBezTo>
                    <a:pt x="1516" y="2369"/>
                    <a:pt x="1516" y="2369"/>
                    <a:pt x="1516" y="2369"/>
                  </a:cubicBezTo>
                  <a:cubicBezTo>
                    <a:pt x="1516" y="2369"/>
                    <a:pt x="1516" y="2369"/>
                    <a:pt x="1516" y="2369"/>
                  </a:cubicBezTo>
                  <a:cubicBezTo>
                    <a:pt x="1479" y="2302"/>
                    <a:pt x="1479" y="2302"/>
                    <a:pt x="1479" y="2302"/>
                  </a:cubicBezTo>
                  <a:cubicBezTo>
                    <a:pt x="1479" y="2302"/>
                    <a:pt x="1479" y="2302"/>
                    <a:pt x="1479" y="2302"/>
                  </a:cubicBezTo>
                  <a:cubicBezTo>
                    <a:pt x="1442" y="2234"/>
                    <a:pt x="1442" y="2234"/>
                    <a:pt x="1442" y="2234"/>
                  </a:cubicBezTo>
                  <a:cubicBezTo>
                    <a:pt x="1405" y="2302"/>
                    <a:pt x="1405" y="2302"/>
                    <a:pt x="1405" y="2302"/>
                  </a:cubicBezTo>
                  <a:cubicBezTo>
                    <a:pt x="1405" y="2369"/>
                    <a:pt x="1405" y="2369"/>
                    <a:pt x="1405" y="2369"/>
                  </a:cubicBezTo>
                  <a:cubicBezTo>
                    <a:pt x="1368" y="2369"/>
                    <a:pt x="1368" y="2369"/>
                    <a:pt x="1368" y="2369"/>
                  </a:cubicBezTo>
                  <a:cubicBezTo>
                    <a:pt x="1368" y="2369"/>
                    <a:pt x="1368" y="2369"/>
                    <a:pt x="1368" y="2369"/>
                  </a:cubicBezTo>
                  <a:cubicBezTo>
                    <a:pt x="1368" y="2302"/>
                    <a:pt x="1368" y="2302"/>
                    <a:pt x="1368" y="2302"/>
                  </a:cubicBezTo>
                  <a:cubicBezTo>
                    <a:pt x="1405" y="2234"/>
                    <a:pt x="1405" y="2234"/>
                    <a:pt x="1405" y="2234"/>
                  </a:cubicBezTo>
                  <a:cubicBezTo>
                    <a:pt x="1405" y="2166"/>
                    <a:pt x="1405" y="2166"/>
                    <a:pt x="1405" y="2166"/>
                  </a:cubicBezTo>
                  <a:cubicBezTo>
                    <a:pt x="1405" y="2099"/>
                    <a:pt x="1405" y="2099"/>
                    <a:pt x="1405" y="2099"/>
                  </a:cubicBezTo>
                  <a:cubicBezTo>
                    <a:pt x="1405" y="2099"/>
                    <a:pt x="1405" y="2099"/>
                    <a:pt x="1405" y="2099"/>
                  </a:cubicBezTo>
                  <a:cubicBezTo>
                    <a:pt x="1368" y="2166"/>
                    <a:pt x="1368" y="2166"/>
                    <a:pt x="1368" y="2166"/>
                  </a:cubicBezTo>
                  <a:cubicBezTo>
                    <a:pt x="1368" y="2234"/>
                    <a:pt x="1368" y="2234"/>
                    <a:pt x="1368" y="2234"/>
                  </a:cubicBezTo>
                  <a:cubicBezTo>
                    <a:pt x="1331" y="2234"/>
                    <a:pt x="1331" y="2234"/>
                    <a:pt x="1331" y="2234"/>
                  </a:cubicBezTo>
                  <a:cubicBezTo>
                    <a:pt x="1331" y="2234"/>
                    <a:pt x="1331" y="2234"/>
                    <a:pt x="1331" y="2234"/>
                  </a:cubicBezTo>
                  <a:cubicBezTo>
                    <a:pt x="1368" y="2166"/>
                    <a:pt x="1368" y="2166"/>
                    <a:pt x="1368" y="2166"/>
                  </a:cubicBezTo>
                  <a:cubicBezTo>
                    <a:pt x="1331" y="2166"/>
                    <a:pt x="1331" y="2166"/>
                    <a:pt x="1331" y="2166"/>
                  </a:cubicBezTo>
                  <a:cubicBezTo>
                    <a:pt x="1331" y="2166"/>
                    <a:pt x="1331" y="2166"/>
                    <a:pt x="1331" y="2166"/>
                  </a:cubicBezTo>
                  <a:cubicBezTo>
                    <a:pt x="1331" y="2234"/>
                    <a:pt x="1331" y="2234"/>
                    <a:pt x="1331" y="2234"/>
                  </a:cubicBezTo>
                  <a:cubicBezTo>
                    <a:pt x="1294" y="2234"/>
                    <a:pt x="1294" y="2234"/>
                    <a:pt x="1294" y="2234"/>
                  </a:cubicBezTo>
                  <a:cubicBezTo>
                    <a:pt x="1294" y="2302"/>
                    <a:pt x="1294" y="2302"/>
                    <a:pt x="1294" y="2302"/>
                  </a:cubicBezTo>
                  <a:cubicBezTo>
                    <a:pt x="1294" y="2302"/>
                    <a:pt x="1294" y="2302"/>
                    <a:pt x="1294" y="2302"/>
                  </a:cubicBezTo>
                  <a:cubicBezTo>
                    <a:pt x="1331" y="2302"/>
                    <a:pt x="1331" y="2302"/>
                    <a:pt x="1331" y="2302"/>
                  </a:cubicBezTo>
                  <a:cubicBezTo>
                    <a:pt x="1331" y="2302"/>
                    <a:pt x="1331" y="2302"/>
                    <a:pt x="1331" y="2302"/>
                  </a:cubicBezTo>
                  <a:cubicBezTo>
                    <a:pt x="1331" y="2369"/>
                    <a:pt x="1331" y="2369"/>
                    <a:pt x="1331" y="2369"/>
                  </a:cubicBezTo>
                  <a:cubicBezTo>
                    <a:pt x="1331" y="2369"/>
                    <a:pt x="1331" y="2369"/>
                    <a:pt x="1331" y="2369"/>
                  </a:cubicBezTo>
                  <a:cubicBezTo>
                    <a:pt x="1294" y="2437"/>
                    <a:pt x="1294" y="2437"/>
                    <a:pt x="1294" y="2437"/>
                  </a:cubicBezTo>
                  <a:cubicBezTo>
                    <a:pt x="1294" y="2437"/>
                    <a:pt x="1294" y="2437"/>
                    <a:pt x="1294" y="2437"/>
                  </a:cubicBezTo>
                  <a:cubicBezTo>
                    <a:pt x="1294" y="2505"/>
                    <a:pt x="1294" y="2505"/>
                    <a:pt x="1294" y="2505"/>
                  </a:cubicBezTo>
                  <a:cubicBezTo>
                    <a:pt x="1257" y="2505"/>
                    <a:pt x="1257" y="2505"/>
                    <a:pt x="1257" y="2505"/>
                  </a:cubicBezTo>
                  <a:cubicBezTo>
                    <a:pt x="1257" y="2573"/>
                    <a:pt x="1257" y="2573"/>
                    <a:pt x="1257" y="2573"/>
                  </a:cubicBezTo>
                  <a:cubicBezTo>
                    <a:pt x="1220" y="2573"/>
                    <a:pt x="1220" y="2573"/>
                    <a:pt x="1220" y="2573"/>
                  </a:cubicBezTo>
                  <a:cubicBezTo>
                    <a:pt x="1183" y="2573"/>
                    <a:pt x="1183" y="2573"/>
                    <a:pt x="1183" y="2573"/>
                  </a:cubicBezTo>
                  <a:cubicBezTo>
                    <a:pt x="1146" y="2573"/>
                    <a:pt x="1146" y="2573"/>
                    <a:pt x="1146" y="2573"/>
                  </a:cubicBezTo>
                  <a:cubicBezTo>
                    <a:pt x="1109" y="2573"/>
                    <a:pt x="1109" y="2573"/>
                    <a:pt x="1109" y="2573"/>
                  </a:cubicBezTo>
                  <a:cubicBezTo>
                    <a:pt x="1109" y="2505"/>
                    <a:pt x="1109" y="2505"/>
                    <a:pt x="1109" y="2505"/>
                  </a:cubicBezTo>
                  <a:cubicBezTo>
                    <a:pt x="1072" y="2573"/>
                    <a:pt x="1072" y="2573"/>
                    <a:pt x="1072" y="2573"/>
                  </a:cubicBezTo>
                  <a:cubicBezTo>
                    <a:pt x="1072" y="2573"/>
                    <a:pt x="1072" y="2573"/>
                    <a:pt x="1072" y="2573"/>
                  </a:cubicBezTo>
                  <a:cubicBezTo>
                    <a:pt x="1072" y="2640"/>
                    <a:pt x="1072" y="2640"/>
                    <a:pt x="1072" y="2640"/>
                  </a:cubicBezTo>
                  <a:cubicBezTo>
                    <a:pt x="1072" y="2640"/>
                    <a:pt x="1072" y="2640"/>
                    <a:pt x="1072" y="2640"/>
                  </a:cubicBezTo>
                  <a:cubicBezTo>
                    <a:pt x="1109" y="2640"/>
                    <a:pt x="1109" y="2640"/>
                    <a:pt x="1109" y="2640"/>
                  </a:cubicBezTo>
                  <a:cubicBezTo>
                    <a:pt x="1146" y="2640"/>
                    <a:pt x="1146" y="2640"/>
                    <a:pt x="1146" y="2640"/>
                  </a:cubicBezTo>
                  <a:cubicBezTo>
                    <a:pt x="1146" y="2640"/>
                    <a:pt x="1146" y="2640"/>
                    <a:pt x="1146" y="2640"/>
                  </a:cubicBezTo>
                  <a:cubicBezTo>
                    <a:pt x="1146" y="2708"/>
                    <a:pt x="1146" y="2708"/>
                    <a:pt x="1146" y="2708"/>
                  </a:cubicBezTo>
                  <a:cubicBezTo>
                    <a:pt x="1183" y="2708"/>
                    <a:pt x="1183" y="2708"/>
                    <a:pt x="1183" y="2708"/>
                  </a:cubicBezTo>
                  <a:cubicBezTo>
                    <a:pt x="1183" y="2776"/>
                    <a:pt x="1183" y="2776"/>
                    <a:pt x="1183" y="2776"/>
                  </a:cubicBezTo>
                  <a:cubicBezTo>
                    <a:pt x="1183" y="2776"/>
                    <a:pt x="1183" y="2776"/>
                    <a:pt x="1183" y="2776"/>
                  </a:cubicBezTo>
                  <a:cubicBezTo>
                    <a:pt x="1146" y="2776"/>
                    <a:pt x="1146" y="2776"/>
                    <a:pt x="1146" y="2776"/>
                  </a:cubicBezTo>
                  <a:cubicBezTo>
                    <a:pt x="1109" y="2776"/>
                    <a:pt x="1109" y="2776"/>
                    <a:pt x="1109" y="2776"/>
                  </a:cubicBezTo>
                  <a:cubicBezTo>
                    <a:pt x="1109" y="2911"/>
                    <a:pt x="1109" y="2911"/>
                    <a:pt x="1109" y="2911"/>
                  </a:cubicBezTo>
                  <a:cubicBezTo>
                    <a:pt x="1146" y="2979"/>
                    <a:pt x="1146" y="2979"/>
                    <a:pt x="1146" y="2979"/>
                  </a:cubicBezTo>
                  <a:cubicBezTo>
                    <a:pt x="1146" y="2979"/>
                    <a:pt x="1146" y="2979"/>
                    <a:pt x="1146" y="2979"/>
                  </a:cubicBezTo>
                  <a:cubicBezTo>
                    <a:pt x="1146" y="3047"/>
                    <a:pt x="1146" y="3047"/>
                    <a:pt x="1146" y="3047"/>
                  </a:cubicBezTo>
                  <a:cubicBezTo>
                    <a:pt x="1146" y="3047"/>
                    <a:pt x="1146" y="3047"/>
                    <a:pt x="1146" y="3047"/>
                  </a:cubicBezTo>
                  <a:cubicBezTo>
                    <a:pt x="1183" y="3047"/>
                    <a:pt x="1183" y="3047"/>
                    <a:pt x="1183" y="3047"/>
                  </a:cubicBezTo>
                  <a:cubicBezTo>
                    <a:pt x="1220" y="2979"/>
                    <a:pt x="1220" y="2979"/>
                    <a:pt x="1220" y="2979"/>
                  </a:cubicBezTo>
                  <a:cubicBezTo>
                    <a:pt x="1220" y="2911"/>
                    <a:pt x="1220" y="2911"/>
                    <a:pt x="1220" y="2911"/>
                  </a:cubicBezTo>
                  <a:cubicBezTo>
                    <a:pt x="1220" y="2911"/>
                    <a:pt x="1220" y="2911"/>
                    <a:pt x="1220" y="2911"/>
                  </a:cubicBezTo>
                  <a:cubicBezTo>
                    <a:pt x="1257" y="2979"/>
                    <a:pt x="1257" y="2979"/>
                    <a:pt x="1257" y="2979"/>
                  </a:cubicBezTo>
                  <a:cubicBezTo>
                    <a:pt x="1257" y="3047"/>
                    <a:pt x="1257" y="3047"/>
                    <a:pt x="1257" y="3047"/>
                  </a:cubicBezTo>
                  <a:close/>
                  <a:moveTo>
                    <a:pt x="1479" y="2979"/>
                  </a:moveTo>
                  <a:cubicBezTo>
                    <a:pt x="1479" y="2911"/>
                    <a:pt x="1479" y="2911"/>
                    <a:pt x="1479" y="2911"/>
                  </a:cubicBezTo>
                  <a:cubicBezTo>
                    <a:pt x="1479" y="2911"/>
                    <a:pt x="1479" y="2911"/>
                    <a:pt x="1479" y="2911"/>
                  </a:cubicBezTo>
                  <a:cubicBezTo>
                    <a:pt x="1479" y="2843"/>
                    <a:pt x="1479" y="2843"/>
                    <a:pt x="1479" y="2843"/>
                  </a:cubicBezTo>
                  <a:cubicBezTo>
                    <a:pt x="1442" y="2843"/>
                    <a:pt x="1442" y="2843"/>
                    <a:pt x="1442" y="2843"/>
                  </a:cubicBezTo>
                  <a:cubicBezTo>
                    <a:pt x="1405" y="2776"/>
                    <a:pt x="1405" y="2776"/>
                    <a:pt x="1405" y="2776"/>
                  </a:cubicBezTo>
                  <a:cubicBezTo>
                    <a:pt x="1405" y="2843"/>
                    <a:pt x="1405" y="2843"/>
                    <a:pt x="1405" y="2843"/>
                  </a:cubicBezTo>
                  <a:cubicBezTo>
                    <a:pt x="1405" y="2911"/>
                    <a:pt x="1405" y="2911"/>
                    <a:pt x="1405" y="2911"/>
                  </a:cubicBezTo>
                  <a:cubicBezTo>
                    <a:pt x="1405" y="2911"/>
                    <a:pt x="1405" y="2911"/>
                    <a:pt x="1405" y="2911"/>
                  </a:cubicBezTo>
                  <a:cubicBezTo>
                    <a:pt x="1479" y="2979"/>
                    <a:pt x="1479" y="2979"/>
                    <a:pt x="1479" y="2979"/>
                  </a:cubicBezTo>
                  <a:close/>
                  <a:moveTo>
                    <a:pt x="1516" y="3114"/>
                  </a:moveTo>
                  <a:cubicBezTo>
                    <a:pt x="1516" y="3114"/>
                    <a:pt x="1553" y="3114"/>
                    <a:pt x="1553" y="3114"/>
                  </a:cubicBezTo>
                  <a:cubicBezTo>
                    <a:pt x="1553" y="3114"/>
                    <a:pt x="1553" y="3114"/>
                    <a:pt x="1553" y="3114"/>
                  </a:cubicBezTo>
                  <a:cubicBezTo>
                    <a:pt x="1627" y="3114"/>
                    <a:pt x="1627" y="3114"/>
                    <a:pt x="1627" y="3114"/>
                  </a:cubicBezTo>
                  <a:cubicBezTo>
                    <a:pt x="1627" y="3047"/>
                    <a:pt x="1627" y="3047"/>
                    <a:pt x="1627" y="3047"/>
                  </a:cubicBezTo>
                  <a:cubicBezTo>
                    <a:pt x="1627" y="3047"/>
                    <a:pt x="1627" y="3047"/>
                    <a:pt x="1627" y="3047"/>
                  </a:cubicBezTo>
                  <a:cubicBezTo>
                    <a:pt x="1590" y="2979"/>
                    <a:pt x="1590" y="2979"/>
                    <a:pt x="1590" y="2979"/>
                  </a:cubicBezTo>
                  <a:cubicBezTo>
                    <a:pt x="1590" y="2979"/>
                    <a:pt x="1590" y="2979"/>
                    <a:pt x="1590" y="2979"/>
                  </a:cubicBezTo>
                  <a:cubicBezTo>
                    <a:pt x="1553" y="2843"/>
                    <a:pt x="1553" y="2843"/>
                    <a:pt x="1553" y="2843"/>
                  </a:cubicBezTo>
                  <a:cubicBezTo>
                    <a:pt x="1553" y="2911"/>
                    <a:pt x="1553" y="2911"/>
                    <a:pt x="1553" y="2911"/>
                  </a:cubicBezTo>
                  <a:cubicBezTo>
                    <a:pt x="1553" y="2979"/>
                    <a:pt x="1553" y="2979"/>
                    <a:pt x="1553" y="2979"/>
                  </a:cubicBezTo>
                  <a:cubicBezTo>
                    <a:pt x="1516" y="3047"/>
                    <a:pt x="1516" y="3047"/>
                    <a:pt x="1516" y="3047"/>
                  </a:cubicBezTo>
                  <a:cubicBezTo>
                    <a:pt x="1479" y="3047"/>
                    <a:pt x="1479" y="3047"/>
                    <a:pt x="1479" y="3047"/>
                  </a:cubicBezTo>
                  <a:cubicBezTo>
                    <a:pt x="1479" y="3047"/>
                    <a:pt x="1479" y="3047"/>
                    <a:pt x="1479" y="3047"/>
                  </a:cubicBezTo>
                  <a:cubicBezTo>
                    <a:pt x="1516" y="3047"/>
                    <a:pt x="1516" y="3047"/>
                    <a:pt x="1516" y="3047"/>
                  </a:cubicBezTo>
                  <a:cubicBezTo>
                    <a:pt x="1516" y="3114"/>
                    <a:pt x="1516" y="3114"/>
                    <a:pt x="1516" y="3114"/>
                  </a:cubicBezTo>
                  <a:close/>
                  <a:moveTo>
                    <a:pt x="1923" y="1218"/>
                  </a:moveTo>
                  <a:cubicBezTo>
                    <a:pt x="1960" y="1151"/>
                    <a:pt x="1960" y="1151"/>
                    <a:pt x="1960" y="1151"/>
                  </a:cubicBezTo>
                  <a:cubicBezTo>
                    <a:pt x="1997" y="1151"/>
                    <a:pt x="1997" y="1151"/>
                    <a:pt x="1997" y="1151"/>
                  </a:cubicBezTo>
                  <a:cubicBezTo>
                    <a:pt x="1997" y="1151"/>
                    <a:pt x="1997" y="1151"/>
                    <a:pt x="1997" y="1151"/>
                  </a:cubicBezTo>
                  <a:cubicBezTo>
                    <a:pt x="2034" y="1083"/>
                    <a:pt x="2034" y="1083"/>
                    <a:pt x="2034" y="1083"/>
                  </a:cubicBezTo>
                  <a:cubicBezTo>
                    <a:pt x="1997" y="1083"/>
                    <a:pt x="1997" y="1083"/>
                    <a:pt x="1997" y="1083"/>
                  </a:cubicBezTo>
                  <a:cubicBezTo>
                    <a:pt x="1997" y="1015"/>
                    <a:pt x="1997" y="1015"/>
                    <a:pt x="1997" y="1015"/>
                  </a:cubicBezTo>
                  <a:cubicBezTo>
                    <a:pt x="1997" y="1015"/>
                    <a:pt x="1997" y="1015"/>
                    <a:pt x="1997" y="1015"/>
                  </a:cubicBezTo>
                  <a:cubicBezTo>
                    <a:pt x="1960" y="1015"/>
                    <a:pt x="1960" y="1015"/>
                    <a:pt x="1960" y="1015"/>
                  </a:cubicBezTo>
                  <a:cubicBezTo>
                    <a:pt x="1923" y="1015"/>
                    <a:pt x="1923" y="1015"/>
                    <a:pt x="1923" y="1015"/>
                  </a:cubicBezTo>
                  <a:cubicBezTo>
                    <a:pt x="1886" y="1083"/>
                    <a:pt x="1886" y="1083"/>
                    <a:pt x="1886" y="1083"/>
                  </a:cubicBezTo>
                  <a:cubicBezTo>
                    <a:pt x="1886" y="1083"/>
                    <a:pt x="1886" y="1083"/>
                    <a:pt x="1886" y="1083"/>
                  </a:cubicBezTo>
                  <a:cubicBezTo>
                    <a:pt x="1923" y="1151"/>
                    <a:pt x="1923" y="1151"/>
                    <a:pt x="1923" y="1151"/>
                  </a:cubicBezTo>
                  <a:cubicBezTo>
                    <a:pt x="1923" y="1151"/>
                    <a:pt x="1923" y="1151"/>
                    <a:pt x="1923" y="1151"/>
                  </a:cubicBezTo>
                  <a:cubicBezTo>
                    <a:pt x="1923" y="1151"/>
                    <a:pt x="1923" y="1218"/>
                    <a:pt x="1923" y="1218"/>
                  </a:cubicBezTo>
                  <a:close/>
                  <a:moveTo>
                    <a:pt x="1960" y="1286"/>
                  </a:moveTo>
                  <a:cubicBezTo>
                    <a:pt x="1960" y="1286"/>
                    <a:pt x="1960" y="1286"/>
                    <a:pt x="1960" y="1286"/>
                  </a:cubicBezTo>
                  <a:cubicBezTo>
                    <a:pt x="1997" y="1218"/>
                    <a:pt x="1997" y="1218"/>
                    <a:pt x="1997" y="1218"/>
                  </a:cubicBezTo>
                  <a:cubicBezTo>
                    <a:pt x="1997" y="1286"/>
                    <a:pt x="1997" y="1286"/>
                    <a:pt x="1997" y="1286"/>
                  </a:cubicBezTo>
                  <a:cubicBezTo>
                    <a:pt x="1960" y="1286"/>
                    <a:pt x="1960" y="1286"/>
                    <a:pt x="1960" y="1286"/>
                  </a:cubicBezTo>
                  <a:close/>
                  <a:moveTo>
                    <a:pt x="1997" y="1489"/>
                  </a:moveTo>
                  <a:cubicBezTo>
                    <a:pt x="1997" y="1421"/>
                    <a:pt x="1997" y="1421"/>
                    <a:pt x="1997" y="1421"/>
                  </a:cubicBezTo>
                  <a:cubicBezTo>
                    <a:pt x="1997" y="1421"/>
                    <a:pt x="1997" y="1421"/>
                    <a:pt x="1997" y="1421"/>
                  </a:cubicBezTo>
                  <a:cubicBezTo>
                    <a:pt x="2034" y="1354"/>
                    <a:pt x="2034" y="1354"/>
                    <a:pt x="2034" y="1354"/>
                  </a:cubicBezTo>
                  <a:cubicBezTo>
                    <a:pt x="1997" y="1354"/>
                    <a:pt x="1997" y="1354"/>
                    <a:pt x="1997" y="1354"/>
                  </a:cubicBezTo>
                  <a:cubicBezTo>
                    <a:pt x="1997" y="1354"/>
                    <a:pt x="1997" y="1354"/>
                    <a:pt x="1997" y="1354"/>
                  </a:cubicBezTo>
                  <a:cubicBezTo>
                    <a:pt x="1960" y="1354"/>
                    <a:pt x="1960" y="1354"/>
                    <a:pt x="1960" y="1354"/>
                  </a:cubicBezTo>
                  <a:cubicBezTo>
                    <a:pt x="1960" y="1354"/>
                    <a:pt x="1960" y="1354"/>
                    <a:pt x="1960" y="1354"/>
                  </a:cubicBezTo>
                  <a:cubicBezTo>
                    <a:pt x="1923" y="1354"/>
                    <a:pt x="1923" y="1354"/>
                    <a:pt x="1923" y="1354"/>
                  </a:cubicBezTo>
                  <a:cubicBezTo>
                    <a:pt x="1886" y="1354"/>
                    <a:pt x="1886" y="1354"/>
                    <a:pt x="1886" y="1354"/>
                  </a:cubicBezTo>
                  <a:cubicBezTo>
                    <a:pt x="1849" y="1421"/>
                    <a:pt x="1849" y="1421"/>
                    <a:pt x="1849" y="1421"/>
                  </a:cubicBezTo>
                  <a:cubicBezTo>
                    <a:pt x="1849" y="1421"/>
                    <a:pt x="1849" y="1421"/>
                    <a:pt x="1849" y="1421"/>
                  </a:cubicBezTo>
                  <a:cubicBezTo>
                    <a:pt x="1849" y="1489"/>
                    <a:pt x="1849" y="1489"/>
                    <a:pt x="1849" y="1489"/>
                  </a:cubicBezTo>
                  <a:cubicBezTo>
                    <a:pt x="1886" y="1489"/>
                    <a:pt x="1886" y="1489"/>
                    <a:pt x="1886" y="1489"/>
                  </a:cubicBezTo>
                  <a:cubicBezTo>
                    <a:pt x="1923" y="1489"/>
                    <a:pt x="1923" y="1489"/>
                    <a:pt x="1923" y="1489"/>
                  </a:cubicBezTo>
                  <a:cubicBezTo>
                    <a:pt x="1960" y="1489"/>
                    <a:pt x="1960" y="1489"/>
                    <a:pt x="1960" y="1489"/>
                  </a:cubicBezTo>
                  <a:cubicBezTo>
                    <a:pt x="1960" y="1489"/>
                    <a:pt x="1960" y="1489"/>
                    <a:pt x="1960" y="1489"/>
                  </a:cubicBezTo>
                  <a:cubicBezTo>
                    <a:pt x="1997" y="1489"/>
                    <a:pt x="1997" y="1489"/>
                    <a:pt x="1997" y="1489"/>
                  </a:cubicBezTo>
                  <a:close/>
                  <a:moveTo>
                    <a:pt x="2071" y="1489"/>
                  </a:moveTo>
                  <a:cubicBezTo>
                    <a:pt x="2034" y="1421"/>
                    <a:pt x="2034" y="1421"/>
                    <a:pt x="2034" y="1421"/>
                  </a:cubicBezTo>
                  <a:cubicBezTo>
                    <a:pt x="2071" y="1354"/>
                    <a:pt x="2071" y="1354"/>
                    <a:pt x="2071" y="1354"/>
                  </a:cubicBezTo>
                  <a:cubicBezTo>
                    <a:pt x="2071" y="1354"/>
                    <a:pt x="2071" y="1354"/>
                    <a:pt x="2071" y="1354"/>
                  </a:cubicBezTo>
                  <a:cubicBezTo>
                    <a:pt x="2108" y="1421"/>
                    <a:pt x="2108" y="1421"/>
                    <a:pt x="2108" y="1421"/>
                  </a:cubicBezTo>
                  <a:cubicBezTo>
                    <a:pt x="2108" y="1421"/>
                    <a:pt x="2108" y="1421"/>
                    <a:pt x="2108" y="1421"/>
                  </a:cubicBezTo>
                  <a:cubicBezTo>
                    <a:pt x="2108" y="1489"/>
                    <a:pt x="2108" y="1489"/>
                    <a:pt x="2108" y="1489"/>
                  </a:cubicBezTo>
                  <a:cubicBezTo>
                    <a:pt x="2071" y="1489"/>
                    <a:pt x="2071" y="1489"/>
                    <a:pt x="2071" y="1489"/>
                  </a:cubicBezTo>
                  <a:cubicBezTo>
                    <a:pt x="2071" y="1489"/>
                    <a:pt x="2071" y="1489"/>
                    <a:pt x="2071" y="1489"/>
                  </a:cubicBezTo>
                  <a:close/>
                  <a:moveTo>
                    <a:pt x="1923" y="1760"/>
                  </a:moveTo>
                  <a:cubicBezTo>
                    <a:pt x="1960" y="1692"/>
                    <a:pt x="1960" y="1692"/>
                    <a:pt x="1960" y="1692"/>
                  </a:cubicBezTo>
                  <a:cubicBezTo>
                    <a:pt x="1960" y="1625"/>
                    <a:pt x="1960" y="1625"/>
                    <a:pt x="1960" y="1625"/>
                  </a:cubicBezTo>
                  <a:cubicBezTo>
                    <a:pt x="1997" y="1557"/>
                    <a:pt x="1997" y="1557"/>
                    <a:pt x="1997" y="1557"/>
                  </a:cubicBezTo>
                  <a:cubicBezTo>
                    <a:pt x="1997" y="1557"/>
                    <a:pt x="1997" y="1557"/>
                    <a:pt x="1997" y="1557"/>
                  </a:cubicBezTo>
                  <a:cubicBezTo>
                    <a:pt x="1997" y="1489"/>
                    <a:pt x="1997" y="1489"/>
                    <a:pt x="1997" y="1489"/>
                  </a:cubicBezTo>
                  <a:cubicBezTo>
                    <a:pt x="1960" y="1557"/>
                    <a:pt x="1960" y="1557"/>
                    <a:pt x="1960" y="1557"/>
                  </a:cubicBezTo>
                  <a:cubicBezTo>
                    <a:pt x="1923" y="1557"/>
                    <a:pt x="1923" y="1557"/>
                    <a:pt x="1923" y="1557"/>
                  </a:cubicBezTo>
                  <a:cubicBezTo>
                    <a:pt x="1886" y="1557"/>
                    <a:pt x="1886" y="1557"/>
                    <a:pt x="1886" y="1557"/>
                  </a:cubicBezTo>
                  <a:cubicBezTo>
                    <a:pt x="1849" y="1557"/>
                    <a:pt x="1849" y="1557"/>
                    <a:pt x="1849" y="1557"/>
                  </a:cubicBezTo>
                  <a:cubicBezTo>
                    <a:pt x="1849" y="1625"/>
                    <a:pt x="1849" y="1625"/>
                    <a:pt x="1849" y="1625"/>
                  </a:cubicBezTo>
                  <a:cubicBezTo>
                    <a:pt x="1849" y="1625"/>
                    <a:pt x="1849" y="1625"/>
                    <a:pt x="1849" y="1625"/>
                  </a:cubicBezTo>
                  <a:cubicBezTo>
                    <a:pt x="1886" y="1625"/>
                    <a:pt x="1886" y="1625"/>
                    <a:pt x="1886" y="1625"/>
                  </a:cubicBezTo>
                  <a:cubicBezTo>
                    <a:pt x="1886" y="1692"/>
                    <a:pt x="1886" y="1692"/>
                    <a:pt x="1886" y="1692"/>
                  </a:cubicBezTo>
                  <a:cubicBezTo>
                    <a:pt x="1886" y="1692"/>
                    <a:pt x="1886" y="1692"/>
                    <a:pt x="1886" y="1692"/>
                  </a:cubicBezTo>
                  <a:cubicBezTo>
                    <a:pt x="1849" y="1692"/>
                    <a:pt x="1849" y="1692"/>
                    <a:pt x="1849" y="1692"/>
                  </a:cubicBezTo>
                  <a:cubicBezTo>
                    <a:pt x="1812" y="1760"/>
                    <a:pt x="1812" y="1760"/>
                    <a:pt x="1812" y="1760"/>
                  </a:cubicBezTo>
                  <a:cubicBezTo>
                    <a:pt x="1812" y="1760"/>
                    <a:pt x="1812" y="1760"/>
                    <a:pt x="1812" y="1760"/>
                  </a:cubicBezTo>
                  <a:cubicBezTo>
                    <a:pt x="1812" y="1828"/>
                    <a:pt x="1812" y="1828"/>
                    <a:pt x="1812" y="1828"/>
                  </a:cubicBezTo>
                  <a:cubicBezTo>
                    <a:pt x="1849" y="1828"/>
                    <a:pt x="1849" y="1828"/>
                    <a:pt x="1849" y="1828"/>
                  </a:cubicBezTo>
                  <a:cubicBezTo>
                    <a:pt x="1886" y="1760"/>
                    <a:pt x="1886" y="1760"/>
                    <a:pt x="1886" y="1760"/>
                  </a:cubicBezTo>
                  <a:cubicBezTo>
                    <a:pt x="1886" y="1760"/>
                    <a:pt x="1923" y="1760"/>
                    <a:pt x="1923" y="1760"/>
                  </a:cubicBezTo>
                  <a:close/>
                  <a:moveTo>
                    <a:pt x="2034" y="1760"/>
                  </a:moveTo>
                  <a:cubicBezTo>
                    <a:pt x="1997" y="1760"/>
                    <a:pt x="1997" y="1760"/>
                    <a:pt x="1997" y="1760"/>
                  </a:cubicBezTo>
                  <a:cubicBezTo>
                    <a:pt x="1960" y="1760"/>
                    <a:pt x="1960" y="1760"/>
                    <a:pt x="1960" y="1760"/>
                  </a:cubicBezTo>
                  <a:cubicBezTo>
                    <a:pt x="1960" y="1760"/>
                    <a:pt x="1960" y="1760"/>
                    <a:pt x="1960" y="1760"/>
                  </a:cubicBezTo>
                  <a:cubicBezTo>
                    <a:pt x="1960" y="1692"/>
                    <a:pt x="1960" y="1692"/>
                    <a:pt x="1960" y="1692"/>
                  </a:cubicBezTo>
                  <a:cubicBezTo>
                    <a:pt x="1997" y="1692"/>
                    <a:pt x="1997" y="1692"/>
                    <a:pt x="1997" y="1692"/>
                  </a:cubicBezTo>
                  <a:cubicBezTo>
                    <a:pt x="1997" y="1625"/>
                    <a:pt x="1997" y="1625"/>
                    <a:pt x="1997" y="1625"/>
                  </a:cubicBezTo>
                  <a:cubicBezTo>
                    <a:pt x="2034" y="1692"/>
                    <a:pt x="2034" y="1692"/>
                    <a:pt x="2034" y="1692"/>
                  </a:cubicBezTo>
                  <a:cubicBezTo>
                    <a:pt x="2034" y="1692"/>
                    <a:pt x="2034" y="1692"/>
                    <a:pt x="2034" y="1692"/>
                  </a:cubicBezTo>
                  <a:cubicBezTo>
                    <a:pt x="2034" y="1760"/>
                    <a:pt x="2034" y="1760"/>
                    <a:pt x="2034" y="1760"/>
                  </a:cubicBezTo>
                  <a:close/>
                  <a:moveTo>
                    <a:pt x="2108" y="1895"/>
                  </a:moveTo>
                  <a:cubicBezTo>
                    <a:pt x="2071" y="1828"/>
                    <a:pt x="2071" y="1828"/>
                    <a:pt x="2071" y="1828"/>
                  </a:cubicBezTo>
                  <a:cubicBezTo>
                    <a:pt x="2071" y="1760"/>
                    <a:pt x="2071" y="1760"/>
                    <a:pt x="2071" y="1760"/>
                  </a:cubicBezTo>
                  <a:cubicBezTo>
                    <a:pt x="2071" y="1760"/>
                    <a:pt x="2071" y="1760"/>
                    <a:pt x="2071" y="1760"/>
                  </a:cubicBezTo>
                  <a:cubicBezTo>
                    <a:pt x="2071" y="1760"/>
                    <a:pt x="2071" y="1760"/>
                    <a:pt x="2071" y="1760"/>
                  </a:cubicBezTo>
                  <a:cubicBezTo>
                    <a:pt x="2108" y="1760"/>
                    <a:pt x="2108" y="1760"/>
                    <a:pt x="2108" y="1760"/>
                  </a:cubicBezTo>
                  <a:cubicBezTo>
                    <a:pt x="2145" y="1760"/>
                    <a:pt x="2145" y="1760"/>
                    <a:pt x="2145" y="1760"/>
                  </a:cubicBezTo>
                  <a:cubicBezTo>
                    <a:pt x="2145" y="1828"/>
                    <a:pt x="2145" y="1828"/>
                    <a:pt x="2145" y="1828"/>
                  </a:cubicBezTo>
                  <a:cubicBezTo>
                    <a:pt x="2145" y="1828"/>
                    <a:pt x="2145" y="1828"/>
                    <a:pt x="2145" y="1828"/>
                  </a:cubicBezTo>
                  <a:cubicBezTo>
                    <a:pt x="2108" y="1895"/>
                    <a:pt x="2108" y="1895"/>
                    <a:pt x="2108" y="1895"/>
                  </a:cubicBezTo>
                  <a:close/>
                  <a:moveTo>
                    <a:pt x="2071" y="2031"/>
                  </a:moveTo>
                  <a:cubicBezTo>
                    <a:pt x="2034" y="1963"/>
                    <a:pt x="2034" y="1963"/>
                    <a:pt x="2034" y="1963"/>
                  </a:cubicBezTo>
                  <a:cubicBezTo>
                    <a:pt x="1997" y="1895"/>
                    <a:pt x="1997" y="1895"/>
                    <a:pt x="1997" y="1895"/>
                  </a:cubicBezTo>
                  <a:cubicBezTo>
                    <a:pt x="1923" y="1828"/>
                    <a:pt x="1923" y="1828"/>
                    <a:pt x="1923" y="1828"/>
                  </a:cubicBezTo>
                  <a:cubicBezTo>
                    <a:pt x="1886" y="1828"/>
                    <a:pt x="1886" y="1828"/>
                    <a:pt x="1886" y="1828"/>
                  </a:cubicBezTo>
                  <a:cubicBezTo>
                    <a:pt x="1886" y="1828"/>
                    <a:pt x="1886" y="1828"/>
                    <a:pt x="1886" y="1828"/>
                  </a:cubicBezTo>
                  <a:cubicBezTo>
                    <a:pt x="1886" y="1828"/>
                    <a:pt x="1886" y="1828"/>
                    <a:pt x="1886" y="1828"/>
                  </a:cubicBezTo>
                  <a:cubicBezTo>
                    <a:pt x="1923" y="1828"/>
                    <a:pt x="1923" y="1828"/>
                    <a:pt x="1923" y="1828"/>
                  </a:cubicBezTo>
                  <a:cubicBezTo>
                    <a:pt x="1960" y="1828"/>
                    <a:pt x="1960" y="1828"/>
                    <a:pt x="1960" y="1828"/>
                  </a:cubicBezTo>
                  <a:cubicBezTo>
                    <a:pt x="1997" y="1828"/>
                    <a:pt x="1997" y="1828"/>
                    <a:pt x="1997" y="1828"/>
                  </a:cubicBezTo>
                  <a:cubicBezTo>
                    <a:pt x="2071" y="1895"/>
                    <a:pt x="2071" y="1895"/>
                    <a:pt x="2071" y="1895"/>
                  </a:cubicBezTo>
                  <a:cubicBezTo>
                    <a:pt x="2071" y="1895"/>
                    <a:pt x="2071" y="1895"/>
                    <a:pt x="2071" y="1895"/>
                  </a:cubicBezTo>
                  <a:cubicBezTo>
                    <a:pt x="2108" y="1895"/>
                    <a:pt x="2108" y="1895"/>
                    <a:pt x="2108" y="1895"/>
                  </a:cubicBezTo>
                  <a:cubicBezTo>
                    <a:pt x="2108" y="1895"/>
                    <a:pt x="2108" y="1895"/>
                    <a:pt x="2108" y="1895"/>
                  </a:cubicBezTo>
                  <a:cubicBezTo>
                    <a:pt x="2108" y="1963"/>
                    <a:pt x="2108" y="1963"/>
                    <a:pt x="2108" y="1963"/>
                  </a:cubicBezTo>
                  <a:cubicBezTo>
                    <a:pt x="2108" y="2031"/>
                    <a:pt x="2108" y="2031"/>
                    <a:pt x="2108" y="2031"/>
                  </a:cubicBezTo>
                  <a:cubicBezTo>
                    <a:pt x="2071" y="2031"/>
                    <a:pt x="2071" y="2031"/>
                    <a:pt x="2071" y="2031"/>
                  </a:cubicBezTo>
                  <a:close/>
                  <a:moveTo>
                    <a:pt x="2108" y="2166"/>
                  </a:moveTo>
                  <a:cubicBezTo>
                    <a:pt x="2108" y="2099"/>
                    <a:pt x="2108" y="2099"/>
                    <a:pt x="2108" y="2099"/>
                  </a:cubicBezTo>
                  <a:cubicBezTo>
                    <a:pt x="2071" y="2031"/>
                    <a:pt x="2071" y="2031"/>
                    <a:pt x="2071" y="2031"/>
                  </a:cubicBezTo>
                  <a:cubicBezTo>
                    <a:pt x="2034" y="2031"/>
                    <a:pt x="2034" y="2031"/>
                    <a:pt x="2034" y="2031"/>
                  </a:cubicBezTo>
                  <a:cubicBezTo>
                    <a:pt x="1997" y="2031"/>
                    <a:pt x="1997" y="2031"/>
                    <a:pt x="1997" y="2031"/>
                  </a:cubicBezTo>
                  <a:cubicBezTo>
                    <a:pt x="1960" y="1963"/>
                    <a:pt x="1960" y="1963"/>
                    <a:pt x="1960" y="1963"/>
                  </a:cubicBezTo>
                  <a:cubicBezTo>
                    <a:pt x="1923" y="1963"/>
                    <a:pt x="1923" y="1963"/>
                    <a:pt x="1923" y="1963"/>
                  </a:cubicBezTo>
                  <a:cubicBezTo>
                    <a:pt x="1923" y="1895"/>
                    <a:pt x="1923" y="1895"/>
                    <a:pt x="1923" y="1895"/>
                  </a:cubicBezTo>
                  <a:cubicBezTo>
                    <a:pt x="1886" y="1895"/>
                    <a:pt x="1886" y="1895"/>
                    <a:pt x="1886" y="1895"/>
                  </a:cubicBezTo>
                  <a:cubicBezTo>
                    <a:pt x="1849" y="1895"/>
                    <a:pt x="1849" y="1895"/>
                    <a:pt x="1849" y="1895"/>
                  </a:cubicBezTo>
                  <a:cubicBezTo>
                    <a:pt x="1775" y="1895"/>
                    <a:pt x="1775" y="1895"/>
                    <a:pt x="1775" y="1895"/>
                  </a:cubicBezTo>
                  <a:cubicBezTo>
                    <a:pt x="1738" y="1895"/>
                    <a:pt x="1738" y="1895"/>
                    <a:pt x="1738" y="1895"/>
                  </a:cubicBezTo>
                  <a:cubicBezTo>
                    <a:pt x="1738" y="1963"/>
                    <a:pt x="1738" y="1963"/>
                    <a:pt x="1738" y="1963"/>
                  </a:cubicBezTo>
                  <a:cubicBezTo>
                    <a:pt x="1738" y="1963"/>
                    <a:pt x="1738" y="1963"/>
                    <a:pt x="1738" y="1963"/>
                  </a:cubicBezTo>
                  <a:cubicBezTo>
                    <a:pt x="1738" y="2031"/>
                    <a:pt x="1738" y="2031"/>
                    <a:pt x="1738" y="2031"/>
                  </a:cubicBezTo>
                  <a:cubicBezTo>
                    <a:pt x="1812" y="2031"/>
                    <a:pt x="1812" y="2031"/>
                    <a:pt x="1812" y="2031"/>
                  </a:cubicBezTo>
                  <a:cubicBezTo>
                    <a:pt x="1812" y="2031"/>
                    <a:pt x="1812" y="2031"/>
                    <a:pt x="1812" y="2031"/>
                  </a:cubicBezTo>
                  <a:cubicBezTo>
                    <a:pt x="1849" y="2031"/>
                    <a:pt x="1849" y="2031"/>
                    <a:pt x="1849" y="2031"/>
                  </a:cubicBezTo>
                  <a:cubicBezTo>
                    <a:pt x="1849" y="2031"/>
                    <a:pt x="1849" y="2031"/>
                    <a:pt x="1849" y="2031"/>
                  </a:cubicBezTo>
                  <a:cubicBezTo>
                    <a:pt x="1886" y="2099"/>
                    <a:pt x="1886" y="2099"/>
                    <a:pt x="1886" y="2099"/>
                  </a:cubicBezTo>
                  <a:cubicBezTo>
                    <a:pt x="1886" y="2099"/>
                    <a:pt x="1886" y="2099"/>
                    <a:pt x="1886" y="2099"/>
                  </a:cubicBezTo>
                  <a:cubicBezTo>
                    <a:pt x="1923" y="2099"/>
                    <a:pt x="1923" y="2099"/>
                    <a:pt x="1923" y="2099"/>
                  </a:cubicBezTo>
                  <a:cubicBezTo>
                    <a:pt x="1923" y="2099"/>
                    <a:pt x="1923" y="2099"/>
                    <a:pt x="1923" y="2099"/>
                  </a:cubicBezTo>
                  <a:cubicBezTo>
                    <a:pt x="1960" y="2166"/>
                    <a:pt x="1960" y="2166"/>
                    <a:pt x="1960" y="2166"/>
                  </a:cubicBezTo>
                  <a:cubicBezTo>
                    <a:pt x="1997" y="2166"/>
                    <a:pt x="1997" y="2166"/>
                    <a:pt x="1997" y="2166"/>
                  </a:cubicBezTo>
                  <a:cubicBezTo>
                    <a:pt x="2034" y="2166"/>
                    <a:pt x="2034" y="2166"/>
                    <a:pt x="2034" y="2166"/>
                  </a:cubicBezTo>
                  <a:cubicBezTo>
                    <a:pt x="2071" y="2166"/>
                    <a:pt x="2071" y="2166"/>
                    <a:pt x="2071" y="2166"/>
                  </a:cubicBezTo>
                  <a:cubicBezTo>
                    <a:pt x="2108" y="2166"/>
                    <a:pt x="2108" y="2166"/>
                    <a:pt x="2108" y="2166"/>
                  </a:cubicBezTo>
                  <a:close/>
                  <a:moveTo>
                    <a:pt x="1849" y="2234"/>
                  </a:moveTo>
                  <a:cubicBezTo>
                    <a:pt x="1849" y="2234"/>
                    <a:pt x="1849" y="2234"/>
                    <a:pt x="1849" y="2234"/>
                  </a:cubicBezTo>
                  <a:cubicBezTo>
                    <a:pt x="1812" y="2234"/>
                    <a:pt x="1812" y="2234"/>
                    <a:pt x="1812" y="2234"/>
                  </a:cubicBezTo>
                  <a:cubicBezTo>
                    <a:pt x="1775" y="2234"/>
                    <a:pt x="1775" y="2234"/>
                    <a:pt x="1775" y="2234"/>
                  </a:cubicBezTo>
                  <a:cubicBezTo>
                    <a:pt x="1775" y="2166"/>
                    <a:pt x="1775" y="2166"/>
                    <a:pt x="1775" y="2166"/>
                  </a:cubicBezTo>
                  <a:cubicBezTo>
                    <a:pt x="1738" y="2166"/>
                    <a:pt x="1738" y="2166"/>
                    <a:pt x="1738" y="2166"/>
                  </a:cubicBezTo>
                  <a:cubicBezTo>
                    <a:pt x="1775" y="2166"/>
                    <a:pt x="1775" y="2166"/>
                    <a:pt x="1775" y="2166"/>
                  </a:cubicBezTo>
                  <a:cubicBezTo>
                    <a:pt x="1812" y="2099"/>
                    <a:pt x="1812" y="2099"/>
                    <a:pt x="1812" y="2099"/>
                  </a:cubicBezTo>
                  <a:cubicBezTo>
                    <a:pt x="1849" y="2166"/>
                    <a:pt x="1849" y="2166"/>
                    <a:pt x="1849" y="2166"/>
                  </a:cubicBezTo>
                  <a:cubicBezTo>
                    <a:pt x="1849" y="2099"/>
                    <a:pt x="1849" y="2099"/>
                    <a:pt x="1849" y="2099"/>
                  </a:cubicBezTo>
                  <a:cubicBezTo>
                    <a:pt x="1886" y="2166"/>
                    <a:pt x="1886" y="2166"/>
                    <a:pt x="1886" y="2166"/>
                  </a:cubicBezTo>
                  <a:cubicBezTo>
                    <a:pt x="1886" y="2166"/>
                    <a:pt x="1886" y="2166"/>
                    <a:pt x="1886" y="2166"/>
                  </a:cubicBezTo>
                  <a:cubicBezTo>
                    <a:pt x="1886" y="2166"/>
                    <a:pt x="1886" y="2166"/>
                    <a:pt x="1886" y="2166"/>
                  </a:cubicBezTo>
                  <a:cubicBezTo>
                    <a:pt x="1923" y="2166"/>
                    <a:pt x="1923" y="2166"/>
                    <a:pt x="1923" y="2166"/>
                  </a:cubicBezTo>
                  <a:cubicBezTo>
                    <a:pt x="1923" y="2166"/>
                    <a:pt x="1923" y="2166"/>
                    <a:pt x="1923" y="2166"/>
                  </a:cubicBezTo>
                  <a:cubicBezTo>
                    <a:pt x="1923" y="2234"/>
                    <a:pt x="1923" y="2234"/>
                    <a:pt x="1923" y="2234"/>
                  </a:cubicBezTo>
                  <a:cubicBezTo>
                    <a:pt x="1849" y="2234"/>
                    <a:pt x="1849" y="2234"/>
                    <a:pt x="1849" y="2234"/>
                  </a:cubicBezTo>
                  <a:close/>
                  <a:moveTo>
                    <a:pt x="1775" y="2573"/>
                  </a:moveTo>
                  <a:cubicBezTo>
                    <a:pt x="1775" y="2505"/>
                    <a:pt x="1775" y="2505"/>
                    <a:pt x="1775" y="2505"/>
                  </a:cubicBezTo>
                  <a:cubicBezTo>
                    <a:pt x="1775" y="2437"/>
                    <a:pt x="1775" y="2437"/>
                    <a:pt x="1775" y="2437"/>
                  </a:cubicBezTo>
                  <a:cubicBezTo>
                    <a:pt x="1738" y="2437"/>
                    <a:pt x="1738" y="2437"/>
                    <a:pt x="1738" y="2437"/>
                  </a:cubicBezTo>
                  <a:cubicBezTo>
                    <a:pt x="1738" y="2505"/>
                    <a:pt x="1738" y="2505"/>
                    <a:pt x="1738" y="2505"/>
                  </a:cubicBezTo>
                  <a:cubicBezTo>
                    <a:pt x="1738" y="2505"/>
                    <a:pt x="1738" y="2505"/>
                    <a:pt x="1738" y="2505"/>
                  </a:cubicBezTo>
                  <a:cubicBezTo>
                    <a:pt x="1738" y="2573"/>
                    <a:pt x="1738" y="2573"/>
                    <a:pt x="1738" y="2573"/>
                  </a:cubicBezTo>
                  <a:cubicBezTo>
                    <a:pt x="1775" y="2573"/>
                    <a:pt x="1775" y="2573"/>
                    <a:pt x="1775" y="2573"/>
                  </a:cubicBezTo>
                  <a:cubicBezTo>
                    <a:pt x="1775" y="2573"/>
                    <a:pt x="1775" y="2573"/>
                    <a:pt x="1775" y="2573"/>
                  </a:cubicBezTo>
                  <a:close/>
                  <a:moveTo>
                    <a:pt x="1812" y="2505"/>
                  </a:moveTo>
                  <a:cubicBezTo>
                    <a:pt x="1812" y="2505"/>
                    <a:pt x="1812" y="2505"/>
                    <a:pt x="1812" y="2505"/>
                  </a:cubicBezTo>
                  <a:cubicBezTo>
                    <a:pt x="1849" y="2505"/>
                    <a:pt x="1849" y="2505"/>
                    <a:pt x="1849" y="2505"/>
                  </a:cubicBezTo>
                  <a:cubicBezTo>
                    <a:pt x="1812" y="2437"/>
                    <a:pt x="1812" y="2437"/>
                    <a:pt x="1812" y="2437"/>
                  </a:cubicBezTo>
                  <a:cubicBezTo>
                    <a:pt x="1812" y="2369"/>
                    <a:pt x="1812" y="2369"/>
                    <a:pt x="1812" y="2369"/>
                  </a:cubicBezTo>
                  <a:cubicBezTo>
                    <a:pt x="1775" y="2437"/>
                    <a:pt x="1775" y="2437"/>
                    <a:pt x="1775" y="2437"/>
                  </a:cubicBezTo>
                  <a:cubicBezTo>
                    <a:pt x="1775" y="2437"/>
                    <a:pt x="1775" y="2437"/>
                    <a:pt x="1775" y="2437"/>
                  </a:cubicBezTo>
                  <a:cubicBezTo>
                    <a:pt x="1812" y="2505"/>
                    <a:pt x="1812" y="2505"/>
                    <a:pt x="1812" y="2505"/>
                  </a:cubicBezTo>
                  <a:close/>
                  <a:moveTo>
                    <a:pt x="1886" y="2505"/>
                  </a:moveTo>
                  <a:cubicBezTo>
                    <a:pt x="1886" y="2505"/>
                    <a:pt x="1923" y="2505"/>
                    <a:pt x="1923" y="2505"/>
                  </a:cubicBezTo>
                  <a:cubicBezTo>
                    <a:pt x="1923" y="2437"/>
                    <a:pt x="1923" y="2437"/>
                    <a:pt x="1923" y="2437"/>
                  </a:cubicBezTo>
                  <a:cubicBezTo>
                    <a:pt x="1886" y="2437"/>
                    <a:pt x="1886" y="2437"/>
                    <a:pt x="1886" y="2437"/>
                  </a:cubicBezTo>
                  <a:cubicBezTo>
                    <a:pt x="1849" y="2437"/>
                    <a:pt x="1849" y="2437"/>
                    <a:pt x="1849" y="2437"/>
                  </a:cubicBezTo>
                  <a:cubicBezTo>
                    <a:pt x="1849" y="2437"/>
                    <a:pt x="1849" y="2437"/>
                    <a:pt x="1849" y="2437"/>
                  </a:cubicBezTo>
                  <a:cubicBezTo>
                    <a:pt x="1886" y="2505"/>
                    <a:pt x="1886" y="2505"/>
                    <a:pt x="1886" y="2505"/>
                  </a:cubicBezTo>
                  <a:close/>
                  <a:moveTo>
                    <a:pt x="1886" y="2640"/>
                  </a:moveTo>
                  <a:cubicBezTo>
                    <a:pt x="1886" y="2573"/>
                    <a:pt x="1886" y="2573"/>
                    <a:pt x="1886" y="2573"/>
                  </a:cubicBezTo>
                  <a:cubicBezTo>
                    <a:pt x="1886" y="2573"/>
                    <a:pt x="1886" y="2573"/>
                    <a:pt x="1886" y="2573"/>
                  </a:cubicBezTo>
                  <a:cubicBezTo>
                    <a:pt x="1886" y="2505"/>
                    <a:pt x="1886" y="2505"/>
                    <a:pt x="1886" y="2505"/>
                  </a:cubicBezTo>
                  <a:cubicBezTo>
                    <a:pt x="1849" y="2505"/>
                    <a:pt x="1849" y="2505"/>
                    <a:pt x="1849" y="2505"/>
                  </a:cubicBezTo>
                  <a:cubicBezTo>
                    <a:pt x="1849" y="2505"/>
                    <a:pt x="1849" y="2505"/>
                    <a:pt x="1849" y="2505"/>
                  </a:cubicBezTo>
                  <a:cubicBezTo>
                    <a:pt x="1849" y="2573"/>
                    <a:pt x="1849" y="2573"/>
                    <a:pt x="1849" y="2573"/>
                  </a:cubicBezTo>
                  <a:cubicBezTo>
                    <a:pt x="1849" y="2573"/>
                    <a:pt x="1849" y="2573"/>
                    <a:pt x="1849" y="2573"/>
                  </a:cubicBezTo>
                  <a:cubicBezTo>
                    <a:pt x="1886" y="2640"/>
                    <a:pt x="1886" y="2640"/>
                    <a:pt x="1886" y="2640"/>
                  </a:cubicBezTo>
                  <a:close/>
                  <a:moveTo>
                    <a:pt x="1812" y="2776"/>
                  </a:moveTo>
                  <a:cubicBezTo>
                    <a:pt x="1812" y="2708"/>
                    <a:pt x="1812" y="2708"/>
                    <a:pt x="1812" y="2708"/>
                  </a:cubicBezTo>
                  <a:cubicBezTo>
                    <a:pt x="1812" y="2708"/>
                    <a:pt x="1812" y="2708"/>
                    <a:pt x="1812" y="2708"/>
                  </a:cubicBezTo>
                  <a:cubicBezTo>
                    <a:pt x="1775" y="2640"/>
                    <a:pt x="1775" y="2640"/>
                    <a:pt x="1775" y="2640"/>
                  </a:cubicBezTo>
                  <a:cubicBezTo>
                    <a:pt x="1738" y="2640"/>
                    <a:pt x="1738" y="2640"/>
                    <a:pt x="1738" y="2640"/>
                  </a:cubicBezTo>
                  <a:cubicBezTo>
                    <a:pt x="1738" y="2708"/>
                    <a:pt x="1738" y="2708"/>
                    <a:pt x="1738" y="2708"/>
                  </a:cubicBezTo>
                  <a:cubicBezTo>
                    <a:pt x="1738" y="2708"/>
                    <a:pt x="1738" y="2708"/>
                    <a:pt x="1738" y="2708"/>
                  </a:cubicBezTo>
                  <a:cubicBezTo>
                    <a:pt x="1738" y="2776"/>
                    <a:pt x="1738" y="2776"/>
                    <a:pt x="1738" y="2776"/>
                  </a:cubicBezTo>
                  <a:cubicBezTo>
                    <a:pt x="1701" y="2776"/>
                    <a:pt x="1701" y="2776"/>
                    <a:pt x="1701" y="2776"/>
                  </a:cubicBezTo>
                  <a:cubicBezTo>
                    <a:pt x="1738" y="2843"/>
                    <a:pt x="1738" y="2843"/>
                    <a:pt x="1738" y="2843"/>
                  </a:cubicBezTo>
                  <a:cubicBezTo>
                    <a:pt x="1775" y="2843"/>
                    <a:pt x="1775" y="2843"/>
                    <a:pt x="1775" y="2843"/>
                  </a:cubicBezTo>
                  <a:cubicBezTo>
                    <a:pt x="1812" y="2843"/>
                    <a:pt x="1812" y="2843"/>
                    <a:pt x="1812" y="2843"/>
                  </a:cubicBezTo>
                  <a:cubicBezTo>
                    <a:pt x="1812" y="2776"/>
                    <a:pt x="1812" y="2776"/>
                    <a:pt x="1812" y="2776"/>
                  </a:cubicBezTo>
                  <a:close/>
                  <a:moveTo>
                    <a:pt x="1849" y="2640"/>
                  </a:moveTo>
                  <a:cubicBezTo>
                    <a:pt x="1849" y="2708"/>
                    <a:pt x="1849" y="2708"/>
                    <a:pt x="1849" y="2708"/>
                  </a:cubicBezTo>
                  <a:cubicBezTo>
                    <a:pt x="1849" y="2776"/>
                    <a:pt x="1849" y="2776"/>
                    <a:pt x="1849" y="2776"/>
                  </a:cubicBezTo>
                  <a:cubicBezTo>
                    <a:pt x="1886" y="2776"/>
                    <a:pt x="1886" y="2776"/>
                    <a:pt x="1886" y="2776"/>
                  </a:cubicBezTo>
                  <a:cubicBezTo>
                    <a:pt x="1886" y="2708"/>
                    <a:pt x="1886" y="2708"/>
                    <a:pt x="1886" y="2708"/>
                  </a:cubicBezTo>
                  <a:cubicBezTo>
                    <a:pt x="1886" y="2708"/>
                    <a:pt x="1886" y="2708"/>
                    <a:pt x="1886" y="2708"/>
                  </a:cubicBezTo>
                  <a:cubicBezTo>
                    <a:pt x="1849" y="2640"/>
                    <a:pt x="1849" y="2640"/>
                    <a:pt x="1849" y="2640"/>
                  </a:cubicBezTo>
                  <a:close/>
                  <a:moveTo>
                    <a:pt x="2108" y="2031"/>
                  </a:moveTo>
                  <a:cubicBezTo>
                    <a:pt x="2108" y="2031"/>
                    <a:pt x="2108" y="2031"/>
                    <a:pt x="2108" y="2031"/>
                  </a:cubicBezTo>
                  <a:cubicBezTo>
                    <a:pt x="2145" y="2031"/>
                    <a:pt x="2145" y="2031"/>
                    <a:pt x="2145" y="2031"/>
                  </a:cubicBezTo>
                  <a:cubicBezTo>
                    <a:pt x="2145" y="1963"/>
                    <a:pt x="2145" y="1963"/>
                    <a:pt x="2145" y="1963"/>
                  </a:cubicBezTo>
                  <a:cubicBezTo>
                    <a:pt x="2145" y="1895"/>
                    <a:pt x="2145" y="1895"/>
                    <a:pt x="2145" y="1895"/>
                  </a:cubicBezTo>
                  <a:cubicBezTo>
                    <a:pt x="2182" y="1895"/>
                    <a:pt x="2182" y="1895"/>
                    <a:pt x="2182" y="1895"/>
                  </a:cubicBezTo>
                  <a:cubicBezTo>
                    <a:pt x="2182" y="1963"/>
                    <a:pt x="2182" y="1963"/>
                    <a:pt x="2182" y="1963"/>
                  </a:cubicBezTo>
                  <a:cubicBezTo>
                    <a:pt x="2182" y="2031"/>
                    <a:pt x="2182" y="2031"/>
                    <a:pt x="2182" y="2031"/>
                  </a:cubicBezTo>
                  <a:cubicBezTo>
                    <a:pt x="2182" y="2031"/>
                    <a:pt x="2182" y="2031"/>
                    <a:pt x="2182" y="2031"/>
                  </a:cubicBezTo>
                  <a:cubicBezTo>
                    <a:pt x="2182" y="2031"/>
                    <a:pt x="2182" y="2031"/>
                    <a:pt x="2182" y="2031"/>
                  </a:cubicBezTo>
                  <a:cubicBezTo>
                    <a:pt x="2145" y="2099"/>
                    <a:pt x="2145" y="2099"/>
                    <a:pt x="2145" y="2099"/>
                  </a:cubicBezTo>
                  <a:cubicBezTo>
                    <a:pt x="2108" y="2099"/>
                    <a:pt x="2108" y="2099"/>
                    <a:pt x="2108" y="2099"/>
                  </a:cubicBezTo>
                  <a:cubicBezTo>
                    <a:pt x="2108" y="2031"/>
                    <a:pt x="2108" y="2031"/>
                    <a:pt x="2108" y="2031"/>
                  </a:cubicBezTo>
                  <a:close/>
                  <a:moveTo>
                    <a:pt x="1923" y="2640"/>
                  </a:moveTo>
                  <a:cubicBezTo>
                    <a:pt x="1923" y="2708"/>
                    <a:pt x="1923" y="2708"/>
                    <a:pt x="1923" y="2708"/>
                  </a:cubicBezTo>
                  <a:cubicBezTo>
                    <a:pt x="1960" y="2708"/>
                    <a:pt x="1960" y="2708"/>
                    <a:pt x="1960" y="2708"/>
                  </a:cubicBezTo>
                  <a:cubicBezTo>
                    <a:pt x="1997" y="2708"/>
                    <a:pt x="1997" y="2708"/>
                    <a:pt x="1997" y="2708"/>
                  </a:cubicBezTo>
                  <a:cubicBezTo>
                    <a:pt x="1997" y="2640"/>
                    <a:pt x="1997" y="2640"/>
                    <a:pt x="1997" y="2640"/>
                  </a:cubicBezTo>
                  <a:cubicBezTo>
                    <a:pt x="1997" y="2640"/>
                    <a:pt x="1997" y="2640"/>
                    <a:pt x="1997" y="2640"/>
                  </a:cubicBezTo>
                  <a:cubicBezTo>
                    <a:pt x="1960" y="2573"/>
                    <a:pt x="1960" y="2573"/>
                    <a:pt x="1960" y="2573"/>
                  </a:cubicBezTo>
                  <a:cubicBezTo>
                    <a:pt x="1960" y="2573"/>
                    <a:pt x="1960" y="2573"/>
                    <a:pt x="1960" y="2573"/>
                  </a:cubicBezTo>
                  <a:cubicBezTo>
                    <a:pt x="1923" y="2640"/>
                    <a:pt x="1923" y="2640"/>
                    <a:pt x="1923" y="2640"/>
                  </a:cubicBezTo>
                  <a:cubicBezTo>
                    <a:pt x="1923" y="2640"/>
                    <a:pt x="1923" y="2640"/>
                    <a:pt x="1923" y="2640"/>
                  </a:cubicBezTo>
                  <a:close/>
                  <a:moveTo>
                    <a:pt x="1923" y="2573"/>
                  </a:moveTo>
                  <a:cubicBezTo>
                    <a:pt x="1960" y="2573"/>
                    <a:pt x="1960" y="2573"/>
                    <a:pt x="1960" y="2573"/>
                  </a:cubicBezTo>
                  <a:cubicBezTo>
                    <a:pt x="1960" y="2505"/>
                    <a:pt x="1960" y="2505"/>
                    <a:pt x="1960" y="2505"/>
                  </a:cubicBezTo>
                  <a:cubicBezTo>
                    <a:pt x="1960" y="2505"/>
                    <a:pt x="1960" y="2505"/>
                    <a:pt x="1960" y="2505"/>
                  </a:cubicBezTo>
                  <a:cubicBezTo>
                    <a:pt x="1960" y="2505"/>
                    <a:pt x="1960" y="2505"/>
                    <a:pt x="1960" y="2505"/>
                  </a:cubicBezTo>
                  <a:cubicBezTo>
                    <a:pt x="1923" y="2573"/>
                    <a:pt x="1923" y="2573"/>
                    <a:pt x="1923" y="2573"/>
                  </a:cubicBezTo>
                  <a:close/>
                  <a:moveTo>
                    <a:pt x="1997" y="2505"/>
                  </a:moveTo>
                  <a:cubicBezTo>
                    <a:pt x="1997" y="2505"/>
                    <a:pt x="1997" y="2505"/>
                    <a:pt x="1997" y="2505"/>
                  </a:cubicBezTo>
                  <a:cubicBezTo>
                    <a:pt x="1997" y="2505"/>
                    <a:pt x="1997" y="2505"/>
                    <a:pt x="1997" y="2505"/>
                  </a:cubicBezTo>
                  <a:cubicBezTo>
                    <a:pt x="2034" y="2505"/>
                    <a:pt x="2034" y="2505"/>
                    <a:pt x="2034" y="2505"/>
                  </a:cubicBezTo>
                  <a:cubicBezTo>
                    <a:pt x="2034" y="2505"/>
                    <a:pt x="2034" y="2505"/>
                    <a:pt x="2034" y="2505"/>
                  </a:cubicBezTo>
                  <a:cubicBezTo>
                    <a:pt x="2034" y="2505"/>
                    <a:pt x="2034" y="2505"/>
                    <a:pt x="2034" y="2505"/>
                  </a:cubicBezTo>
                  <a:cubicBezTo>
                    <a:pt x="1997" y="2505"/>
                    <a:pt x="1997" y="2505"/>
                    <a:pt x="1997" y="2505"/>
                  </a:cubicBezTo>
                  <a:cubicBezTo>
                    <a:pt x="1997" y="2505"/>
                    <a:pt x="1997" y="2505"/>
                    <a:pt x="1997" y="2505"/>
                  </a:cubicBezTo>
                  <a:cubicBezTo>
                    <a:pt x="1997" y="2505"/>
                    <a:pt x="1997" y="2505"/>
                    <a:pt x="1997" y="2505"/>
                  </a:cubicBezTo>
                  <a:close/>
                  <a:moveTo>
                    <a:pt x="1997" y="2302"/>
                  </a:moveTo>
                  <a:cubicBezTo>
                    <a:pt x="1960" y="2302"/>
                    <a:pt x="1960" y="2302"/>
                    <a:pt x="1960" y="2302"/>
                  </a:cubicBezTo>
                  <a:cubicBezTo>
                    <a:pt x="1960" y="2302"/>
                    <a:pt x="1960" y="2302"/>
                    <a:pt x="1960" y="2302"/>
                  </a:cubicBezTo>
                  <a:cubicBezTo>
                    <a:pt x="1923" y="2302"/>
                    <a:pt x="1923" y="2302"/>
                    <a:pt x="1923" y="2302"/>
                  </a:cubicBezTo>
                  <a:cubicBezTo>
                    <a:pt x="1923" y="2234"/>
                    <a:pt x="1923" y="2234"/>
                    <a:pt x="1923" y="2234"/>
                  </a:cubicBezTo>
                  <a:cubicBezTo>
                    <a:pt x="1960" y="2166"/>
                    <a:pt x="1960" y="2166"/>
                    <a:pt x="1960" y="2166"/>
                  </a:cubicBezTo>
                  <a:cubicBezTo>
                    <a:pt x="1997" y="2166"/>
                    <a:pt x="1997" y="2166"/>
                    <a:pt x="1997" y="2166"/>
                  </a:cubicBezTo>
                  <a:cubicBezTo>
                    <a:pt x="2034" y="2166"/>
                    <a:pt x="2034" y="2166"/>
                    <a:pt x="2034" y="2166"/>
                  </a:cubicBezTo>
                  <a:cubicBezTo>
                    <a:pt x="2034" y="2234"/>
                    <a:pt x="2034" y="2234"/>
                    <a:pt x="2034" y="2234"/>
                  </a:cubicBezTo>
                  <a:cubicBezTo>
                    <a:pt x="2071" y="2234"/>
                    <a:pt x="2071" y="2234"/>
                    <a:pt x="2071" y="2234"/>
                  </a:cubicBezTo>
                  <a:cubicBezTo>
                    <a:pt x="2071" y="2302"/>
                    <a:pt x="2071" y="2302"/>
                    <a:pt x="2071" y="2302"/>
                  </a:cubicBezTo>
                  <a:cubicBezTo>
                    <a:pt x="2034" y="2302"/>
                    <a:pt x="2034" y="2302"/>
                    <a:pt x="2034" y="2302"/>
                  </a:cubicBezTo>
                  <a:cubicBezTo>
                    <a:pt x="1997" y="2302"/>
                    <a:pt x="1997" y="2302"/>
                    <a:pt x="1997" y="2302"/>
                  </a:cubicBezTo>
                  <a:cubicBezTo>
                    <a:pt x="1997" y="2302"/>
                    <a:pt x="1997" y="2302"/>
                    <a:pt x="1997" y="2302"/>
                  </a:cubicBezTo>
                  <a:close/>
                  <a:moveTo>
                    <a:pt x="2108" y="2234"/>
                  </a:moveTo>
                  <a:cubicBezTo>
                    <a:pt x="2145" y="2302"/>
                    <a:pt x="2145" y="2302"/>
                    <a:pt x="2145" y="2302"/>
                  </a:cubicBezTo>
                  <a:cubicBezTo>
                    <a:pt x="2145" y="2302"/>
                    <a:pt x="2145" y="2302"/>
                    <a:pt x="2145" y="2302"/>
                  </a:cubicBezTo>
                  <a:cubicBezTo>
                    <a:pt x="2182" y="2302"/>
                    <a:pt x="2182" y="2302"/>
                    <a:pt x="2182" y="2302"/>
                  </a:cubicBezTo>
                  <a:cubicBezTo>
                    <a:pt x="2182" y="2234"/>
                    <a:pt x="2182" y="2234"/>
                    <a:pt x="2182" y="2234"/>
                  </a:cubicBezTo>
                  <a:cubicBezTo>
                    <a:pt x="2182" y="2234"/>
                    <a:pt x="2182" y="2234"/>
                    <a:pt x="2182" y="2234"/>
                  </a:cubicBezTo>
                  <a:cubicBezTo>
                    <a:pt x="2145" y="2234"/>
                    <a:pt x="2145" y="2234"/>
                    <a:pt x="2145" y="2234"/>
                  </a:cubicBezTo>
                  <a:cubicBezTo>
                    <a:pt x="2145" y="2234"/>
                    <a:pt x="2145" y="2234"/>
                    <a:pt x="2145" y="2234"/>
                  </a:cubicBezTo>
                  <a:cubicBezTo>
                    <a:pt x="2108" y="2234"/>
                    <a:pt x="2108" y="2234"/>
                    <a:pt x="2108" y="2234"/>
                  </a:cubicBezTo>
                  <a:close/>
                  <a:moveTo>
                    <a:pt x="2182" y="2776"/>
                  </a:moveTo>
                  <a:cubicBezTo>
                    <a:pt x="2182" y="2776"/>
                    <a:pt x="2182" y="2776"/>
                    <a:pt x="2182" y="2776"/>
                  </a:cubicBezTo>
                  <a:cubicBezTo>
                    <a:pt x="2182" y="2708"/>
                    <a:pt x="2182" y="2708"/>
                    <a:pt x="2182" y="2708"/>
                  </a:cubicBezTo>
                  <a:cubicBezTo>
                    <a:pt x="2182" y="2640"/>
                    <a:pt x="2182" y="2640"/>
                    <a:pt x="2182" y="2640"/>
                  </a:cubicBezTo>
                  <a:cubicBezTo>
                    <a:pt x="2182" y="2573"/>
                    <a:pt x="2182" y="2573"/>
                    <a:pt x="2182" y="2573"/>
                  </a:cubicBezTo>
                  <a:cubicBezTo>
                    <a:pt x="2145" y="2505"/>
                    <a:pt x="2145" y="2505"/>
                    <a:pt x="2145" y="2505"/>
                  </a:cubicBezTo>
                  <a:cubicBezTo>
                    <a:pt x="2108" y="2505"/>
                    <a:pt x="2108" y="2505"/>
                    <a:pt x="2108" y="2505"/>
                  </a:cubicBezTo>
                  <a:cubicBezTo>
                    <a:pt x="2108" y="2505"/>
                    <a:pt x="2108" y="2505"/>
                    <a:pt x="2108" y="2505"/>
                  </a:cubicBezTo>
                  <a:cubicBezTo>
                    <a:pt x="2071" y="2505"/>
                    <a:pt x="2071" y="2505"/>
                    <a:pt x="2071" y="2505"/>
                  </a:cubicBezTo>
                  <a:cubicBezTo>
                    <a:pt x="2034" y="2573"/>
                    <a:pt x="2034" y="2573"/>
                    <a:pt x="2034" y="2573"/>
                  </a:cubicBezTo>
                  <a:cubicBezTo>
                    <a:pt x="2034" y="2573"/>
                    <a:pt x="2034" y="2573"/>
                    <a:pt x="2034" y="2573"/>
                  </a:cubicBezTo>
                  <a:cubicBezTo>
                    <a:pt x="2034" y="2640"/>
                    <a:pt x="2034" y="2640"/>
                    <a:pt x="2034" y="2640"/>
                  </a:cubicBezTo>
                  <a:cubicBezTo>
                    <a:pt x="2071" y="2776"/>
                    <a:pt x="2071" y="2776"/>
                    <a:pt x="2071" y="2776"/>
                  </a:cubicBezTo>
                  <a:cubicBezTo>
                    <a:pt x="2071" y="2776"/>
                    <a:pt x="2071" y="2776"/>
                    <a:pt x="2071" y="2776"/>
                  </a:cubicBezTo>
                  <a:cubicBezTo>
                    <a:pt x="2108" y="2776"/>
                    <a:pt x="2108" y="2776"/>
                    <a:pt x="2108" y="2776"/>
                  </a:cubicBezTo>
                  <a:cubicBezTo>
                    <a:pt x="2145" y="2776"/>
                    <a:pt x="2145" y="2776"/>
                    <a:pt x="2145" y="2776"/>
                  </a:cubicBezTo>
                  <a:cubicBezTo>
                    <a:pt x="2182" y="2776"/>
                    <a:pt x="2182" y="2776"/>
                    <a:pt x="2182" y="2776"/>
                  </a:cubicBezTo>
                  <a:close/>
                  <a:moveTo>
                    <a:pt x="2256" y="2708"/>
                  </a:moveTo>
                  <a:cubicBezTo>
                    <a:pt x="2256" y="2708"/>
                    <a:pt x="2256" y="2708"/>
                    <a:pt x="2256" y="2708"/>
                  </a:cubicBezTo>
                  <a:cubicBezTo>
                    <a:pt x="2256" y="2640"/>
                    <a:pt x="2256" y="2640"/>
                    <a:pt x="2256" y="2640"/>
                  </a:cubicBezTo>
                  <a:cubicBezTo>
                    <a:pt x="2256" y="2640"/>
                    <a:pt x="2256" y="2640"/>
                    <a:pt x="2256" y="2640"/>
                  </a:cubicBezTo>
                  <a:cubicBezTo>
                    <a:pt x="2256" y="2640"/>
                    <a:pt x="2256" y="2640"/>
                    <a:pt x="2256" y="2640"/>
                  </a:cubicBezTo>
                  <a:cubicBezTo>
                    <a:pt x="2293" y="2573"/>
                    <a:pt x="2293" y="2573"/>
                    <a:pt x="2293" y="2573"/>
                  </a:cubicBezTo>
                  <a:cubicBezTo>
                    <a:pt x="2293" y="2505"/>
                    <a:pt x="2293" y="2505"/>
                    <a:pt x="2293" y="2505"/>
                  </a:cubicBezTo>
                  <a:cubicBezTo>
                    <a:pt x="2330" y="2505"/>
                    <a:pt x="2330" y="2505"/>
                    <a:pt x="2330" y="2505"/>
                  </a:cubicBezTo>
                  <a:cubicBezTo>
                    <a:pt x="2367" y="2505"/>
                    <a:pt x="2367" y="2505"/>
                    <a:pt x="2367" y="2505"/>
                  </a:cubicBezTo>
                  <a:cubicBezTo>
                    <a:pt x="2367" y="2437"/>
                    <a:pt x="2367" y="2437"/>
                    <a:pt x="2367" y="2437"/>
                  </a:cubicBezTo>
                  <a:cubicBezTo>
                    <a:pt x="2330" y="2437"/>
                    <a:pt x="2330" y="2437"/>
                    <a:pt x="2330" y="2437"/>
                  </a:cubicBezTo>
                  <a:cubicBezTo>
                    <a:pt x="2293" y="2437"/>
                    <a:pt x="2293" y="2437"/>
                    <a:pt x="2293" y="2437"/>
                  </a:cubicBezTo>
                  <a:cubicBezTo>
                    <a:pt x="2256" y="2437"/>
                    <a:pt x="2256" y="2437"/>
                    <a:pt x="2256" y="2437"/>
                  </a:cubicBezTo>
                  <a:cubicBezTo>
                    <a:pt x="2219" y="2369"/>
                    <a:pt x="2219" y="2369"/>
                    <a:pt x="2219" y="2369"/>
                  </a:cubicBezTo>
                  <a:cubicBezTo>
                    <a:pt x="2182" y="2369"/>
                    <a:pt x="2182" y="2369"/>
                    <a:pt x="2182" y="2369"/>
                  </a:cubicBezTo>
                  <a:cubicBezTo>
                    <a:pt x="2145" y="2369"/>
                    <a:pt x="2145" y="2369"/>
                    <a:pt x="2145" y="2369"/>
                  </a:cubicBezTo>
                  <a:cubicBezTo>
                    <a:pt x="2145" y="2369"/>
                    <a:pt x="2145" y="2369"/>
                    <a:pt x="2145" y="2369"/>
                  </a:cubicBezTo>
                  <a:cubicBezTo>
                    <a:pt x="2145" y="2437"/>
                    <a:pt x="2145" y="2437"/>
                    <a:pt x="2145" y="2437"/>
                  </a:cubicBezTo>
                  <a:cubicBezTo>
                    <a:pt x="2182" y="2505"/>
                    <a:pt x="2182" y="2505"/>
                    <a:pt x="2182" y="2505"/>
                  </a:cubicBezTo>
                  <a:cubicBezTo>
                    <a:pt x="2182" y="2640"/>
                    <a:pt x="2182" y="2640"/>
                    <a:pt x="2182" y="2640"/>
                  </a:cubicBezTo>
                  <a:cubicBezTo>
                    <a:pt x="2219" y="2708"/>
                    <a:pt x="2219" y="2708"/>
                    <a:pt x="2219" y="2708"/>
                  </a:cubicBezTo>
                  <a:cubicBezTo>
                    <a:pt x="2256" y="2708"/>
                    <a:pt x="2256" y="2708"/>
                    <a:pt x="2256" y="2708"/>
                  </a:cubicBezTo>
                  <a:cubicBezTo>
                    <a:pt x="2256" y="2708"/>
                    <a:pt x="2256" y="2708"/>
                    <a:pt x="2256" y="2708"/>
                  </a:cubicBezTo>
                  <a:close/>
                  <a:moveTo>
                    <a:pt x="2367" y="2708"/>
                  </a:moveTo>
                  <a:cubicBezTo>
                    <a:pt x="2367" y="2776"/>
                    <a:pt x="2367" y="2776"/>
                    <a:pt x="2367" y="2776"/>
                  </a:cubicBezTo>
                  <a:cubicBezTo>
                    <a:pt x="2404" y="2776"/>
                    <a:pt x="2404" y="2776"/>
                    <a:pt x="2404" y="2776"/>
                  </a:cubicBezTo>
                  <a:cubicBezTo>
                    <a:pt x="2441" y="2843"/>
                    <a:pt x="2441" y="2843"/>
                    <a:pt x="2441" y="2843"/>
                  </a:cubicBezTo>
                  <a:cubicBezTo>
                    <a:pt x="2478" y="2843"/>
                    <a:pt x="2478" y="2843"/>
                    <a:pt x="2478" y="2843"/>
                  </a:cubicBezTo>
                  <a:cubicBezTo>
                    <a:pt x="2515" y="2776"/>
                    <a:pt x="2515" y="2776"/>
                    <a:pt x="2515" y="2776"/>
                  </a:cubicBezTo>
                  <a:cubicBezTo>
                    <a:pt x="2478" y="2708"/>
                    <a:pt x="2478" y="2708"/>
                    <a:pt x="2478" y="2708"/>
                  </a:cubicBezTo>
                  <a:cubicBezTo>
                    <a:pt x="2478" y="2640"/>
                    <a:pt x="2478" y="2640"/>
                    <a:pt x="2478" y="2640"/>
                  </a:cubicBezTo>
                  <a:cubicBezTo>
                    <a:pt x="2404" y="2708"/>
                    <a:pt x="2404" y="2708"/>
                    <a:pt x="2404" y="2708"/>
                  </a:cubicBezTo>
                  <a:cubicBezTo>
                    <a:pt x="2367" y="2708"/>
                    <a:pt x="2367" y="2708"/>
                    <a:pt x="2367" y="2708"/>
                  </a:cubicBezTo>
                  <a:close/>
                  <a:moveTo>
                    <a:pt x="2367" y="2843"/>
                  </a:moveTo>
                  <a:cubicBezTo>
                    <a:pt x="2367" y="2911"/>
                    <a:pt x="2367" y="2911"/>
                    <a:pt x="2367" y="2911"/>
                  </a:cubicBezTo>
                  <a:cubicBezTo>
                    <a:pt x="2404" y="2911"/>
                    <a:pt x="2404" y="2911"/>
                    <a:pt x="2404" y="2911"/>
                  </a:cubicBezTo>
                  <a:cubicBezTo>
                    <a:pt x="2404" y="2911"/>
                    <a:pt x="2404" y="2911"/>
                    <a:pt x="2404" y="2911"/>
                  </a:cubicBezTo>
                  <a:cubicBezTo>
                    <a:pt x="2441" y="2911"/>
                    <a:pt x="2441" y="2911"/>
                    <a:pt x="2441" y="2911"/>
                  </a:cubicBezTo>
                  <a:cubicBezTo>
                    <a:pt x="2404" y="2843"/>
                    <a:pt x="2404" y="2843"/>
                    <a:pt x="2404" y="2843"/>
                  </a:cubicBezTo>
                  <a:cubicBezTo>
                    <a:pt x="2367" y="2843"/>
                    <a:pt x="2367" y="2843"/>
                    <a:pt x="2367" y="2843"/>
                  </a:cubicBezTo>
                  <a:close/>
                  <a:moveTo>
                    <a:pt x="2367" y="1083"/>
                  </a:moveTo>
                  <a:cubicBezTo>
                    <a:pt x="2404" y="1083"/>
                    <a:pt x="2404" y="1083"/>
                    <a:pt x="2404" y="1083"/>
                  </a:cubicBezTo>
                  <a:cubicBezTo>
                    <a:pt x="2404" y="1083"/>
                    <a:pt x="2404" y="1083"/>
                    <a:pt x="2404" y="1083"/>
                  </a:cubicBezTo>
                  <a:cubicBezTo>
                    <a:pt x="2441" y="1015"/>
                    <a:pt x="2441" y="1015"/>
                    <a:pt x="2441" y="1015"/>
                  </a:cubicBezTo>
                  <a:cubicBezTo>
                    <a:pt x="2441" y="1083"/>
                    <a:pt x="2441" y="1083"/>
                    <a:pt x="2441" y="1083"/>
                  </a:cubicBezTo>
                  <a:cubicBezTo>
                    <a:pt x="2478" y="1083"/>
                    <a:pt x="2478" y="1083"/>
                    <a:pt x="2478" y="1083"/>
                  </a:cubicBezTo>
                  <a:cubicBezTo>
                    <a:pt x="2478" y="1083"/>
                    <a:pt x="2478" y="1083"/>
                    <a:pt x="2478" y="1083"/>
                  </a:cubicBezTo>
                  <a:cubicBezTo>
                    <a:pt x="2515" y="1083"/>
                    <a:pt x="2515" y="1083"/>
                    <a:pt x="2515" y="1083"/>
                  </a:cubicBezTo>
                  <a:cubicBezTo>
                    <a:pt x="2478" y="1151"/>
                    <a:pt x="2478" y="1151"/>
                    <a:pt x="2478" y="1151"/>
                  </a:cubicBezTo>
                  <a:cubicBezTo>
                    <a:pt x="2441" y="1151"/>
                    <a:pt x="2441" y="1151"/>
                    <a:pt x="2441" y="1151"/>
                  </a:cubicBezTo>
                  <a:cubicBezTo>
                    <a:pt x="2441" y="1151"/>
                    <a:pt x="2441" y="1151"/>
                    <a:pt x="2441" y="1151"/>
                  </a:cubicBezTo>
                  <a:cubicBezTo>
                    <a:pt x="2367" y="1151"/>
                    <a:pt x="2367" y="1151"/>
                    <a:pt x="2367" y="1151"/>
                  </a:cubicBezTo>
                  <a:cubicBezTo>
                    <a:pt x="2367" y="1083"/>
                    <a:pt x="2367" y="1083"/>
                    <a:pt x="2367" y="1083"/>
                  </a:cubicBezTo>
                  <a:close/>
                  <a:moveTo>
                    <a:pt x="2441" y="1895"/>
                  </a:moveTo>
                  <a:cubicBezTo>
                    <a:pt x="2441" y="1828"/>
                    <a:pt x="2441" y="1828"/>
                    <a:pt x="2441" y="1828"/>
                  </a:cubicBezTo>
                  <a:cubicBezTo>
                    <a:pt x="2478" y="1760"/>
                    <a:pt x="2478" y="1760"/>
                    <a:pt x="2478" y="1760"/>
                  </a:cubicBezTo>
                  <a:cubicBezTo>
                    <a:pt x="2478" y="1760"/>
                    <a:pt x="2478" y="1760"/>
                    <a:pt x="2478" y="1760"/>
                  </a:cubicBezTo>
                  <a:cubicBezTo>
                    <a:pt x="2441" y="1692"/>
                    <a:pt x="2441" y="1692"/>
                    <a:pt x="2441" y="1692"/>
                  </a:cubicBezTo>
                  <a:cubicBezTo>
                    <a:pt x="2441" y="1692"/>
                    <a:pt x="2441" y="1692"/>
                    <a:pt x="2441" y="1692"/>
                  </a:cubicBezTo>
                  <a:cubicBezTo>
                    <a:pt x="2404" y="1692"/>
                    <a:pt x="2404" y="1692"/>
                    <a:pt x="2404" y="1692"/>
                  </a:cubicBezTo>
                  <a:cubicBezTo>
                    <a:pt x="2367" y="1692"/>
                    <a:pt x="2367" y="1692"/>
                    <a:pt x="2367" y="1692"/>
                  </a:cubicBezTo>
                  <a:cubicBezTo>
                    <a:pt x="2330" y="1760"/>
                    <a:pt x="2330" y="1760"/>
                    <a:pt x="2330" y="1760"/>
                  </a:cubicBezTo>
                  <a:cubicBezTo>
                    <a:pt x="2293" y="1760"/>
                    <a:pt x="2293" y="1760"/>
                    <a:pt x="2293" y="1760"/>
                  </a:cubicBezTo>
                  <a:cubicBezTo>
                    <a:pt x="2293" y="1828"/>
                    <a:pt x="2293" y="1828"/>
                    <a:pt x="2293" y="1828"/>
                  </a:cubicBezTo>
                  <a:cubicBezTo>
                    <a:pt x="2367" y="1895"/>
                    <a:pt x="2367" y="1895"/>
                    <a:pt x="2367" y="1895"/>
                  </a:cubicBezTo>
                  <a:cubicBezTo>
                    <a:pt x="2404" y="1895"/>
                    <a:pt x="2404" y="1895"/>
                    <a:pt x="2404" y="1895"/>
                  </a:cubicBezTo>
                  <a:cubicBezTo>
                    <a:pt x="2441" y="1895"/>
                    <a:pt x="2441" y="1895"/>
                    <a:pt x="2441" y="1895"/>
                  </a:cubicBezTo>
                  <a:close/>
                  <a:moveTo>
                    <a:pt x="2515" y="1760"/>
                  </a:moveTo>
                  <a:cubicBezTo>
                    <a:pt x="2515" y="1828"/>
                    <a:pt x="2515" y="1828"/>
                    <a:pt x="2515" y="1828"/>
                  </a:cubicBezTo>
                  <a:cubicBezTo>
                    <a:pt x="2515" y="1895"/>
                    <a:pt x="2515" y="1895"/>
                    <a:pt x="2515" y="1895"/>
                  </a:cubicBezTo>
                  <a:cubicBezTo>
                    <a:pt x="2478" y="1895"/>
                    <a:pt x="2478" y="1895"/>
                    <a:pt x="2478" y="1895"/>
                  </a:cubicBezTo>
                  <a:cubicBezTo>
                    <a:pt x="2478" y="1895"/>
                    <a:pt x="2478" y="1895"/>
                    <a:pt x="2478" y="1895"/>
                  </a:cubicBezTo>
                  <a:cubicBezTo>
                    <a:pt x="2441" y="1895"/>
                    <a:pt x="2441" y="1895"/>
                    <a:pt x="2441" y="1895"/>
                  </a:cubicBezTo>
                  <a:cubicBezTo>
                    <a:pt x="2404" y="1963"/>
                    <a:pt x="2404" y="1963"/>
                    <a:pt x="2404" y="1963"/>
                  </a:cubicBezTo>
                  <a:cubicBezTo>
                    <a:pt x="2367" y="1963"/>
                    <a:pt x="2367" y="1963"/>
                    <a:pt x="2367" y="1963"/>
                  </a:cubicBezTo>
                  <a:cubicBezTo>
                    <a:pt x="2330" y="1963"/>
                    <a:pt x="2330" y="1963"/>
                    <a:pt x="2330" y="1963"/>
                  </a:cubicBezTo>
                  <a:cubicBezTo>
                    <a:pt x="2330" y="1963"/>
                    <a:pt x="2330" y="1963"/>
                    <a:pt x="2330" y="1963"/>
                  </a:cubicBezTo>
                  <a:cubicBezTo>
                    <a:pt x="2330" y="2031"/>
                    <a:pt x="2330" y="2031"/>
                    <a:pt x="2330" y="2031"/>
                  </a:cubicBezTo>
                  <a:cubicBezTo>
                    <a:pt x="2330" y="2031"/>
                    <a:pt x="2330" y="2031"/>
                    <a:pt x="2330" y="2031"/>
                  </a:cubicBezTo>
                  <a:cubicBezTo>
                    <a:pt x="2330" y="2234"/>
                    <a:pt x="2330" y="2234"/>
                    <a:pt x="2330" y="2234"/>
                  </a:cubicBezTo>
                  <a:cubicBezTo>
                    <a:pt x="2367" y="2302"/>
                    <a:pt x="2367" y="2302"/>
                    <a:pt x="2367" y="2302"/>
                  </a:cubicBezTo>
                  <a:cubicBezTo>
                    <a:pt x="2404" y="2369"/>
                    <a:pt x="2404" y="2369"/>
                    <a:pt x="2404" y="2369"/>
                  </a:cubicBezTo>
                  <a:cubicBezTo>
                    <a:pt x="2441" y="2369"/>
                    <a:pt x="2441" y="2369"/>
                    <a:pt x="2441" y="2369"/>
                  </a:cubicBezTo>
                  <a:cubicBezTo>
                    <a:pt x="2478" y="2369"/>
                    <a:pt x="2478" y="2369"/>
                    <a:pt x="2478" y="2369"/>
                  </a:cubicBezTo>
                  <a:cubicBezTo>
                    <a:pt x="2515" y="2369"/>
                    <a:pt x="2515" y="2369"/>
                    <a:pt x="2515" y="2369"/>
                  </a:cubicBezTo>
                  <a:cubicBezTo>
                    <a:pt x="2552" y="2302"/>
                    <a:pt x="2552" y="2302"/>
                    <a:pt x="2552" y="2302"/>
                  </a:cubicBezTo>
                  <a:cubicBezTo>
                    <a:pt x="2589" y="2302"/>
                    <a:pt x="2589" y="2302"/>
                    <a:pt x="2589" y="2302"/>
                  </a:cubicBezTo>
                  <a:cubicBezTo>
                    <a:pt x="2589" y="2234"/>
                    <a:pt x="2589" y="2234"/>
                    <a:pt x="2589" y="2234"/>
                  </a:cubicBezTo>
                  <a:cubicBezTo>
                    <a:pt x="2552" y="2234"/>
                    <a:pt x="2552" y="2234"/>
                    <a:pt x="2552" y="2234"/>
                  </a:cubicBezTo>
                  <a:cubicBezTo>
                    <a:pt x="2552" y="2166"/>
                    <a:pt x="2552" y="2166"/>
                    <a:pt x="2552" y="2166"/>
                  </a:cubicBezTo>
                  <a:cubicBezTo>
                    <a:pt x="2515" y="2166"/>
                    <a:pt x="2515" y="2166"/>
                    <a:pt x="2515" y="2166"/>
                  </a:cubicBezTo>
                  <a:cubicBezTo>
                    <a:pt x="2478" y="2099"/>
                    <a:pt x="2478" y="2099"/>
                    <a:pt x="2478" y="2099"/>
                  </a:cubicBezTo>
                  <a:cubicBezTo>
                    <a:pt x="2478" y="2031"/>
                    <a:pt x="2478" y="2031"/>
                    <a:pt x="2478" y="2031"/>
                  </a:cubicBezTo>
                  <a:cubicBezTo>
                    <a:pt x="2515" y="2031"/>
                    <a:pt x="2515" y="2031"/>
                    <a:pt x="2515" y="2031"/>
                  </a:cubicBezTo>
                  <a:cubicBezTo>
                    <a:pt x="2552" y="2031"/>
                    <a:pt x="2552" y="2031"/>
                    <a:pt x="2552" y="2031"/>
                  </a:cubicBezTo>
                  <a:cubicBezTo>
                    <a:pt x="2589" y="1963"/>
                    <a:pt x="2589" y="1963"/>
                    <a:pt x="2589" y="1963"/>
                  </a:cubicBezTo>
                  <a:cubicBezTo>
                    <a:pt x="2589" y="1963"/>
                    <a:pt x="2589" y="1963"/>
                    <a:pt x="2589" y="1963"/>
                  </a:cubicBezTo>
                  <a:cubicBezTo>
                    <a:pt x="2552" y="1895"/>
                    <a:pt x="2552" y="1895"/>
                    <a:pt x="2552" y="1895"/>
                  </a:cubicBezTo>
                  <a:cubicBezTo>
                    <a:pt x="2515" y="1828"/>
                    <a:pt x="2515" y="1828"/>
                    <a:pt x="2515" y="1828"/>
                  </a:cubicBezTo>
                  <a:cubicBezTo>
                    <a:pt x="2515" y="1760"/>
                    <a:pt x="2515" y="1760"/>
                    <a:pt x="2515" y="1760"/>
                  </a:cubicBezTo>
                  <a:close/>
                  <a:moveTo>
                    <a:pt x="2663" y="1895"/>
                  </a:moveTo>
                  <a:cubicBezTo>
                    <a:pt x="2626" y="1828"/>
                    <a:pt x="2626" y="1828"/>
                    <a:pt x="2626" y="1828"/>
                  </a:cubicBezTo>
                  <a:cubicBezTo>
                    <a:pt x="2626" y="1828"/>
                    <a:pt x="2626" y="1828"/>
                    <a:pt x="2626" y="1828"/>
                  </a:cubicBezTo>
                  <a:cubicBezTo>
                    <a:pt x="2626" y="1760"/>
                    <a:pt x="2626" y="1760"/>
                    <a:pt x="2626" y="1760"/>
                  </a:cubicBezTo>
                  <a:cubicBezTo>
                    <a:pt x="2589" y="1760"/>
                    <a:pt x="2589" y="1760"/>
                    <a:pt x="2589" y="1760"/>
                  </a:cubicBezTo>
                  <a:cubicBezTo>
                    <a:pt x="2552" y="1760"/>
                    <a:pt x="2552" y="1760"/>
                    <a:pt x="2552" y="1760"/>
                  </a:cubicBezTo>
                  <a:cubicBezTo>
                    <a:pt x="2552" y="1692"/>
                    <a:pt x="2552" y="1692"/>
                    <a:pt x="2552" y="1692"/>
                  </a:cubicBezTo>
                  <a:cubicBezTo>
                    <a:pt x="2552" y="1692"/>
                    <a:pt x="2552" y="1692"/>
                    <a:pt x="2552" y="1692"/>
                  </a:cubicBezTo>
                  <a:cubicBezTo>
                    <a:pt x="2552" y="1557"/>
                    <a:pt x="2552" y="1557"/>
                    <a:pt x="2552" y="1557"/>
                  </a:cubicBezTo>
                  <a:cubicBezTo>
                    <a:pt x="2552" y="1557"/>
                    <a:pt x="2552" y="1557"/>
                    <a:pt x="2552" y="1557"/>
                  </a:cubicBezTo>
                  <a:cubicBezTo>
                    <a:pt x="2552" y="1421"/>
                    <a:pt x="2552" y="1421"/>
                    <a:pt x="2552" y="1421"/>
                  </a:cubicBezTo>
                  <a:cubicBezTo>
                    <a:pt x="2589" y="1421"/>
                    <a:pt x="2589" y="1421"/>
                    <a:pt x="2589" y="1421"/>
                  </a:cubicBezTo>
                  <a:cubicBezTo>
                    <a:pt x="2626" y="1354"/>
                    <a:pt x="2626" y="1354"/>
                    <a:pt x="2626" y="1354"/>
                  </a:cubicBezTo>
                  <a:cubicBezTo>
                    <a:pt x="2626" y="1354"/>
                    <a:pt x="2626" y="1354"/>
                    <a:pt x="2626" y="1354"/>
                  </a:cubicBezTo>
                  <a:cubicBezTo>
                    <a:pt x="2626" y="1286"/>
                    <a:pt x="2626" y="1286"/>
                    <a:pt x="2626" y="1286"/>
                  </a:cubicBezTo>
                  <a:cubicBezTo>
                    <a:pt x="2626" y="1286"/>
                    <a:pt x="2626" y="1286"/>
                    <a:pt x="2626" y="1286"/>
                  </a:cubicBezTo>
                  <a:cubicBezTo>
                    <a:pt x="2663" y="1286"/>
                    <a:pt x="2663" y="1286"/>
                    <a:pt x="2663" y="1286"/>
                  </a:cubicBezTo>
                  <a:cubicBezTo>
                    <a:pt x="2700" y="1286"/>
                    <a:pt x="2700" y="1286"/>
                    <a:pt x="2700" y="1286"/>
                  </a:cubicBezTo>
                  <a:cubicBezTo>
                    <a:pt x="2700" y="1354"/>
                    <a:pt x="2700" y="1354"/>
                    <a:pt x="2700" y="1354"/>
                  </a:cubicBezTo>
                  <a:cubicBezTo>
                    <a:pt x="2700" y="1421"/>
                    <a:pt x="2700" y="1421"/>
                    <a:pt x="2700" y="1421"/>
                  </a:cubicBezTo>
                  <a:cubicBezTo>
                    <a:pt x="2700" y="1489"/>
                    <a:pt x="2700" y="1489"/>
                    <a:pt x="2700" y="1489"/>
                  </a:cubicBezTo>
                  <a:cubicBezTo>
                    <a:pt x="2736" y="1489"/>
                    <a:pt x="2736" y="1489"/>
                    <a:pt x="2736" y="1489"/>
                  </a:cubicBezTo>
                  <a:cubicBezTo>
                    <a:pt x="2773" y="1557"/>
                    <a:pt x="2773" y="1557"/>
                    <a:pt x="2773" y="1557"/>
                  </a:cubicBezTo>
                  <a:cubicBezTo>
                    <a:pt x="2810" y="1557"/>
                    <a:pt x="2810" y="1557"/>
                    <a:pt x="2810" y="1557"/>
                  </a:cubicBezTo>
                  <a:cubicBezTo>
                    <a:pt x="2810" y="1625"/>
                    <a:pt x="2810" y="1625"/>
                    <a:pt x="2810" y="1625"/>
                  </a:cubicBezTo>
                  <a:cubicBezTo>
                    <a:pt x="2736" y="1625"/>
                    <a:pt x="2736" y="1625"/>
                    <a:pt x="2736" y="1625"/>
                  </a:cubicBezTo>
                  <a:cubicBezTo>
                    <a:pt x="2700" y="1692"/>
                    <a:pt x="2700" y="1692"/>
                    <a:pt x="2700" y="1692"/>
                  </a:cubicBezTo>
                  <a:cubicBezTo>
                    <a:pt x="2700" y="1692"/>
                    <a:pt x="2700" y="1692"/>
                    <a:pt x="2700" y="1692"/>
                  </a:cubicBezTo>
                  <a:cubicBezTo>
                    <a:pt x="2700" y="1760"/>
                    <a:pt x="2700" y="1760"/>
                    <a:pt x="2700" y="1760"/>
                  </a:cubicBezTo>
                  <a:cubicBezTo>
                    <a:pt x="2700" y="1828"/>
                    <a:pt x="2700" y="1828"/>
                    <a:pt x="2700" y="1828"/>
                  </a:cubicBezTo>
                  <a:cubicBezTo>
                    <a:pt x="2663" y="1895"/>
                    <a:pt x="2663" y="1895"/>
                    <a:pt x="2663" y="1895"/>
                  </a:cubicBezTo>
                  <a:close/>
                  <a:moveTo>
                    <a:pt x="16754" y="3385"/>
                  </a:moveTo>
                  <a:cubicBezTo>
                    <a:pt x="16754" y="3385"/>
                    <a:pt x="16754" y="3385"/>
                    <a:pt x="16754" y="3385"/>
                  </a:cubicBezTo>
                  <a:cubicBezTo>
                    <a:pt x="16754" y="3385"/>
                    <a:pt x="16754" y="3385"/>
                    <a:pt x="16754" y="3385"/>
                  </a:cubicBezTo>
                  <a:cubicBezTo>
                    <a:pt x="16754" y="3385"/>
                    <a:pt x="16754" y="3385"/>
                    <a:pt x="16754" y="3385"/>
                  </a:cubicBezTo>
                  <a:cubicBezTo>
                    <a:pt x="16717" y="3385"/>
                    <a:pt x="16717" y="3385"/>
                    <a:pt x="16717" y="3385"/>
                  </a:cubicBezTo>
                  <a:cubicBezTo>
                    <a:pt x="16754" y="3385"/>
                    <a:pt x="16754" y="3385"/>
                    <a:pt x="16754" y="3385"/>
                  </a:cubicBezTo>
                  <a:close/>
                  <a:moveTo>
                    <a:pt x="16606" y="3385"/>
                  </a:moveTo>
                  <a:cubicBezTo>
                    <a:pt x="16643" y="3385"/>
                    <a:pt x="16643" y="3385"/>
                    <a:pt x="16643" y="3385"/>
                  </a:cubicBezTo>
                  <a:cubicBezTo>
                    <a:pt x="16643" y="3317"/>
                    <a:pt x="16643" y="3317"/>
                    <a:pt x="16643" y="3317"/>
                  </a:cubicBezTo>
                  <a:cubicBezTo>
                    <a:pt x="16606" y="3317"/>
                    <a:pt x="16606" y="3317"/>
                    <a:pt x="16606" y="3317"/>
                  </a:cubicBezTo>
                  <a:cubicBezTo>
                    <a:pt x="16606" y="3317"/>
                    <a:pt x="16606" y="3317"/>
                    <a:pt x="16606" y="3317"/>
                  </a:cubicBezTo>
                  <a:cubicBezTo>
                    <a:pt x="16606" y="3385"/>
                    <a:pt x="16606" y="3385"/>
                    <a:pt x="16606" y="3385"/>
                  </a:cubicBezTo>
                  <a:close/>
                  <a:moveTo>
                    <a:pt x="16495" y="3453"/>
                  </a:moveTo>
                  <a:cubicBezTo>
                    <a:pt x="16495" y="3453"/>
                    <a:pt x="16495" y="3453"/>
                    <a:pt x="16495" y="3453"/>
                  </a:cubicBezTo>
                  <a:cubicBezTo>
                    <a:pt x="16495" y="3453"/>
                    <a:pt x="16495" y="3453"/>
                    <a:pt x="16495" y="3453"/>
                  </a:cubicBezTo>
                  <a:cubicBezTo>
                    <a:pt x="16495" y="3385"/>
                    <a:pt x="16495" y="3385"/>
                    <a:pt x="16495" y="3385"/>
                  </a:cubicBezTo>
                  <a:cubicBezTo>
                    <a:pt x="16495" y="3385"/>
                    <a:pt x="16495" y="3385"/>
                    <a:pt x="16495" y="3385"/>
                  </a:cubicBezTo>
                  <a:cubicBezTo>
                    <a:pt x="16458" y="3385"/>
                    <a:pt x="16458" y="3385"/>
                    <a:pt x="16458" y="3385"/>
                  </a:cubicBezTo>
                  <a:cubicBezTo>
                    <a:pt x="16495" y="3453"/>
                    <a:pt x="16495" y="3453"/>
                    <a:pt x="16495" y="3453"/>
                  </a:cubicBezTo>
                  <a:close/>
                  <a:moveTo>
                    <a:pt x="19343" y="9208"/>
                  </a:moveTo>
                  <a:cubicBezTo>
                    <a:pt x="19306" y="9208"/>
                    <a:pt x="19306" y="9208"/>
                    <a:pt x="19306" y="9208"/>
                  </a:cubicBezTo>
                  <a:cubicBezTo>
                    <a:pt x="19343" y="9276"/>
                    <a:pt x="19343" y="9276"/>
                    <a:pt x="19343" y="9276"/>
                  </a:cubicBezTo>
                  <a:cubicBezTo>
                    <a:pt x="19343" y="9276"/>
                    <a:pt x="19343" y="9276"/>
                    <a:pt x="19343" y="9276"/>
                  </a:cubicBezTo>
                  <a:cubicBezTo>
                    <a:pt x="19343" y="9208"/>
                    <a:pt x="19343" y="9208"/>
                    <a:pt x="19343" y="9208"/>
                  </a:cubicBezTo>
                  <a:cubicBezTo>
                    <a:pt x="19343" y="9208"/>
                    <a:pt x="19343" y="9208"/>
                    <a:pt x="19343" y="9208"/>
                  </a:cubicBezTo>
                  <a:cubicBezTo>
                    <a:pt x="19343" y="9208"/>
                    <a:pt x="19343" y="9208"/>
                    <a:pt x="19343" y="9208"/>
                  </a:cubicBezTo>
                  <a:close/>
                  <a:moveTo>
                    <a:pt x="19306" y="9073"/>
                  </a:moveTo>
                  <a:cubicBezTo>
                    <a:pt x="19306" y="9141"/>
                    <a:pt x="19306" y="9141"/>
                    <a:pt x="19306" y="9141"/>
                  </a:cubicBezTo>
                  <a:cubicBezTo>
                    <a:pt x="19343" y="9141"/>
                    <a:pt x="19343" y="9141"/>
                    <a:pt x="19343" y="9141"/>
                  </a:cubicBezTo>
                  <a:cubicBezTo>
                    <a:pt x="19343" y="9141"/>
                    <a:pt x="19343" y="9141"/>
                    <a:pt x="19343" y="9141"/>
                  </a:cubicBezTo>
                  <a:cubicBezTo>
                    <a:pt x="19306" y="9073"/>
                    <a:pt x="19306" y="9073"/>
                    <a:pt x="19306" y="9073"/>
                  </a:cubicBezTo>
                  <a:cubicBezTo>
                    <a:pt x="19306" y="9073"/>
                    <a:pt x="19306" y="9073"/>
                    <a:pt x="19306" y="9073"/>
                  </a:cubicBezTo>
                  <a:cubicBezTo>
                    <a:pt x="19306" y="9073"/>
                    <a:pt x="19306" y="9073"/>
                    <a:pt x="19306" y="9073"/>
                  </a:cubicBezTo>
                  <a:close/>
                  <a:moveTo>
                    <a:pt x="3069" y="5823"/>
                  </a:moveTo>
                  <a:cubicBezTo>
                    <a:pt x="3069" y="5823"/>
                    <a:pt x="3069" y="5823"/>
                    <a:pt x="3069" y="5823"/>
                  </a:cubicBezTo>
                  <a:cubicBezTo>
                    <a:pt x="3069" y="5755"/>
                    <a:pt x="3069" y="5755"/>
                    <a:pt x="3069" y="5755"/>
                  </a:cubicBezTo>
                  <a:cubicBezTo>
                    <a:pt x="3143" y="5755"/>
                    <a:pt x="3143" y="5755"/>
                    <a:pt x="3143" y="5755"/>
                  </a:cubicBezTo>
                  <a:cubicBezTo>
                    <a:pt x="3143" y="5687"/>
                    <a:pt x="3143" y="5687"/>
                    <a:pt x="3143" y="5687"/>
                  </a:cubicBezTo>
                  <a:cubicBezTo>
                    <a:pt x="3106" y="5687"/>
                    <a:pt x="3106" y="5687"/>
                    <a:pt x="3106" y="5687"/>
                  </a:cubicBezTo>
                  <a:cubicBezTo>
                    <a:pt x="3069" y="5755"/>
                    <a:pt x="3069" y="5755"/>
                    <a:pt x="3069" y="5755"/>
                  </a:cubicBezTo>
                  <a:cubicBezTo>
                    <a:pt x="3069" y="5755"/>
                    <a:pt x="3069" y="5755"/>
                    <a:pt x="3069" y="5755"/>
                  </a:cubicBezTo>
                  <a:cubicBezTo>
                    <a:pt x="3032" y="5755"/>
                    <a:pt x="3032" y="5755"/>
                    <a:pt x="3032" y="5755"/>
                  </a:cubicBezTo>
                  <a:cubicBezTo>
                    <a:pt x="3069" y="5823"/>
                    <a:pt x="3069" y="5823"/>
                    <a:pt x="3069" y="5823"/>
                  </a:cubicBezTo>
                  <a:close/>
                  <a:moveTo>
                    <a:pt x="2847" y="7515"/>
                  </a:moveTo>
                  <a:cubicBezTo>
                    <a:pt x="2921" y="7583"/>
                    <a:pt x="2921" y="7583"/>
                    <a:pt x="2921" y="7583"/>
                  </a:cubicBezTo>
                  <a:cubicBezTo>
                    <a:pt x="2958" y="7515"/>
                    <a:pt x="2958" y="7515"/>
                    <a:pt x="2958" y="7515"/>
                  </a:cubicBezTo>
                  <a:cubicBezTo>
                    <a:pt x="2995" y="7515"/>
                    <a:pt x="2995" y="7515"/>
                    <a:pt x="2995" y="7515"/>
                  </a:cubicBezTo>
                  <a:cubicBezTo>
                    <a:pt x="3032" y="7515"/>
                    <a:pt x="3032" y="7515"/>
                    <a:pt x="3032" y="7515"/>
                  </a:cubicBezTo>
                  <a:cubicBezTo>
                    <a:pt x="3032" y="7515"/>
                    <a:pt x="3032" y="7515"/>
                    <a:pt x="3032" y="7515"/>
                  </a:cubicBezTo>
                  <a:cubicBezTo>
                    <a:pt x="3069" y="7515"/>
                    <a:pt x="3069" y="7515"/>
                    <a:pt x="3069" y="7515"/>
                  </a:cubicBezTo>
                  <a:cubicBezTo>
                    <a:pt x="3106" y="7515"/>
                    <a:pt x="3106" y="7515"/>
                    <a:pt x="3106" y="7515"/>
                  </a:cubicBezTo>
                  <a:cubicBezTo>
                    <a:pt x="3106" y="7515"/>
                    <a:pt x="3106" y="7515"/>
                    <a:pt x="3106" y="7515"/>
                  </a:cubicBezTo>
                  <a:cubicBezTo>
                    <a:pt x="3106" y="7448"/>
                    <a:pt x="3106" y="7448"/>
                    <a:pt x="3106" y="7448"/>
                  </a:cubicBezTo>
                  <a:cubicBezTo>
                    <a:pt x="3106" y="7448"/>
                    <a:pt x="3106" y="7448"/>
                    <a:pt x="3106" y="7448"/>
                  </a:cubicBezTo>
                  <a:cubicBezTo>
                    <a:pt x="3106" y="7515"/>
                    <a:pt x="3106" y="7515"/>
                    <a:pt x="3106" y="7515"/>
                  </a:cubicBezTo>
                  <a:cubicBezTo>
                    <a:pt x="3143" y="7515"/>
                    <a:pt x="3143" y="7515"/>
                    <a:pt x="3143" y="7515"/>
                  </a:cubicBezTo>
                  <a:cubicBezTo>
                    <a:pt x="3180" y="7515"/>
                    <a:pt x="3180" y="7515"/>
                    <a:pt x="3180" y="7515"/>
                  </a:cubicBezTo>
                  <a:cubicBezTo>
                    <a:pt x="3217" y="7515"/>
                    <a:pt x="3217" y="7515"/>
                    <a:pt x="3217" y="7515"/>
                  </a:cubicBezTo>
                  <a:cubicBezTo>
                    <a:pt x="3217" y="7515"/>
                    <a:pt x="3217" y="7515"/>
                    <a:pt x="3217" y="7515"/>
                  </a:cubicBezTo>
                  <a:cubicBezTo>
                    <a:pt x="3254" y="7448"/>
                    <a:pt x="3254" y="7448"/>
                    <a:pt x="3254" y="7448"/>
                  </a:cubicBezTo>
                  <a:cubicBezTo>
                    <a:pt x="3254" y="7380"/>
                    <a:pt x="3254" y="7380"/>
                    <a:pt x="3254" y="7380"/>
                  </a:cubicBezTo>
                  <a:cubicBezTo>
                    <a:pt x="3254" y="7312"/>
                    <a:pt x="3254" y="7312"/>
                    <a:pt x="3254" y="7312"/>
                  </a:cubicBezTo>
                  <a:cubicBezTo>
                    <a:pt x="3254" y="7245"/>
                    <a:pt x="3254" y="7245"/>
                    <a:pt x="3254" y="7245"/>
                  </a:cubicBezTo>
                  <a:cubicBezTo>
                    <a:pt x="3254" y="7245"/>
                    <a:pt x="3254" y="7245"/>
                    <a:pt x="3254" y="7245"/>
                  </a:cubicBezTo>
                  <a:cubicBezTo>
                    <a:pt x="3217" y="7177"/>
                    <a:pt x="3217" y="7177"/>
                    <a:pt x="3217" y="7177"/>
                  </a:cubicBezTo>
                  <a:cubicBezTo>
                    <a:pt x="3180" y="7177"/>
                    <a:pt x="3180" y="7177"/>
                    <a:pt x="3180" y="7177"/>
                  </a:cubicBezTo>
                  <a:cubicBezTo>
                    <a:pt x="3180" y="7177"/>
                    <a:pt x="3180" y="7177"/>
                    <a:pt x="3180" y="7177"/>
                  </a:cubicBezTo>
                  <a:cubicBezTo>
                    <a:pt x="3180" y="7109"/>
                    <a:pt x="3180" y="7109"/>
                    <a:pt x="3180" y="7109"/>
                  </a:cubicBezTo>
                  <a:cubicBezTo>
                    <a:pt x="3180" y="7109"/>
                    <a:pt x="3180" y="7109"/>
                    <a:pt x="3180" y="7109"/>
                  </a:cubicBezTo>
                  <a:cubicBezTo>
                    <a:pt x="3217" y="7109"/>
                    <a:pt x="3217" y="7109"/>
                    <a:pt x="3217" y="7109"/>
                  </a:cubicBezTo>
                  <a:cubicBezTo>
                    <a:pt x="3217" y="7109"/>
                    <a:pt x="3217" y="7109"/>
                    <a:pt x="3217" y="7109"/>
                  </a:cubicBezTo>
                  <a:cubicBezTo>
                    <a:pt x="3254" y="7177"/>
                    <a:pt x="3254" y="7177"/>
                    <a:pt x="3254" y="7177"/>
                  </a:cubicBezTo>
                  <a:cubicBezTo>
                    <a:pt x="3254" y="7177"/>
                    <a:pt x="3254" y="7177"/>
                    <a:pt x="3254" y="7177"/>
                  </a:cubicBezTo>
                  <a:cubicBezTo>
                    <a:pt x="3254" y="7177"/>
                    <a:pt x="3254" y="7177"/>
                    <a:pt x="3254" y="7177"/>
                  </a:cubicBezTo>
                  <a:cubicBezTo>
                    <a:pt x="3291" y="7177"/>
                    <a:pt x="3291" y="7177"/>
                    <a:pt x="3291" y="7177"/>
                  </a:cubicBezTo>
                  <a:cubicBezTo>
                    <a:pt x="3254" y="7109"/>
                    <a:pt x="3254" y="7109"/>
                    <a:pt x="3254" y="7109"/>
                  </a:cubicBezTo>
                  <a:cubicBezTo>
                    <a:pt x="3217" y="6974"/>
                    <a:pt x="3217" y="6974"/>
                    <a:pt x="3217" y="6974"/>
                  </a:cubicBezTo>
                  <a:cubicBezTo>
                    <a:pt x="3217" y="6906"/>
                    <a:pt x="3217" y="6906"/>
                    <a:pt x="3217" y="6906"/>
                  </a:cubicBezTo>
                  <a:cubicBezTo>
                    <a:pt x="3217" y="6906"/>
                    <a:pt x="3217" y="6906"/>
                    <a:pt x="3217" y="6906"/>
                  </a:cubicBezTo>
                  <a:cubicBezTo>
                    <a:pt x="3217" y="6974"/>
                    <a:pt x="3217" y="6974"/>
                    <a:pt x="3217" y="6974"/>
                  </a:cubicBezTo>
                  <a:cubicBezTo>
                    <a:pt x="3254" y="6974"/>
                    <a:pt x="3254" y="6974"/>
                    <a:pt x="3254" y="6974"/>
                  </a:cubicBezTo>
                  <a:cubicBezTo>
                    <a:pt x="3254" y="7042"/>
                    <a:pt x="3254" y="7042"/>
                    <a:pt x="3254" y="7042"/>
                  </a:cubicBezTo>
                  <a:cubicBezTo>
                    <a:pt x="3291" y="7042"/>
                    <a:pt x="3291" y="7042"/>
                    <a:pt x="3291" y="7042"/>
                  </a:cubicBezTo>
                  <a:cubicBezTo>
                    <a:pt x="3291" y="6974"/>
                    <a:pt x="3291" y="6974"/>
                    <a:pt x="3291" y="6974"/>
                  </a:cubicBezTo>
                  <a:cubicBezTo>
                    <a:pt x="3291" y="6974"/>
                    <a:pt x="3291" y="6974"/>
                    <a:pt x="3291" y="6974"/>
                  </a:cubicBezTo>
                  <a:cubicBezTo>
                    <a:pt x="3291" y="6906"/>
                    <a:pt x="3291" y="6906"/>
                    <a:pt x="3291" y="6906"/>
                  </a:cubicBezTo>
                  <a:cubicBezTo>
                    <a:pt x="3291" y="6906"/>
                    <a:pt x="3291" y="6906"/>
                    <a:pt x="3291" y="6906"/>
                  </a:cubicBezTo>
                  <a:cubicBezTo>
                    <a:pt x="3291" y="6838"/>
                    <a:pt x="3291" y="6838"/>
                    <a:pt x="3291" y="6838"/>
                  </a:cubicBezTo>
                  <a:cubicBezTo>
                    <a:pt x="3291" y="6771"/>
                    <a:pt x="3291" y="6771"/>
                    <a:pt x="3291" y="6771"/>
                  </a:cubicBezTo>
                  <a:cubicBezTo>
                    <a:pt x="3291" y="6771"/>
                    <a:pt x="3291" y="6771"/>
                    <a:pt x="3291" y="6771"/>
                  </a:cubicBezTo>
                  <a:cubicBezTo>
                    <a:pt x="3254" y="6703"/>
                    <a:pt x="3254" y="6703"/>
                    <a:pt x="3254" y="6703"/>
                  </a:cubicBezTo>
                  <a:cubicBezTo>
                    <a:pt x="3254" y="6635"/>
                    <a:pt x="3254" y="6635"/>
                    <a:pt x="3254" y="6635"/>
                  </a:cubicBezTo>
                  <a:cubicBezTo>
                    <a:pt x="3291" y="6703"/>
                    <a:pt x="3291" y="6703"/>
                    <a:pt x="3291" y="6703"/>
                  </a:cubicBezTo>
                  <a:cubicBezTo>
                    <a:pt x="3328" y="6703"/>
                    <a:pt x="3328" y="6703"/>
                    <a:pt x="3328" y="6703"/>
                  </a:cubicBezTo>
                  <a:cubicBezTo>
                    <a:pt x="3328" y="6635"/>
                    <a:pt x="3328" y="6635"/>
                    <a:pt x="3328" y="6635"/>
                  </a:cubicBezTo>
                  <a:cubicBezTo>
                    <a:pt x="3328" y="6635"/>
                    <a:pt x="3328" y="6635"/>
                    <a:pt x="3328" y="6635"/>
                  </a:cubicBezTo>
                  <a:cubicBezTo>
                    <a:pt x="3291" y="6635"/>
                    <a:pt x="3291" y="6635"/>
                    <a:pt x="3291" y="6635"/>
                  </a:cubicBezTo>
                  <a:cubicBezTo>
                    <a:pt x="3291" y="6568"/>
                    <a:pt x="3291" y="6568"/>
                    <a:pt x="3291" y="6568"/>
                  </a:cubicBezTo>
                  <a:cubicBezTo>
                    <a:pt x="3328" y="6568"/>
                    <a:pt x="3328" y="6568"/>
                    <a:pt x="3328" y="6568"/>
                  </a:cubicBezTo>
                  <a:cubicBezTo>
                    <a:pt x="3365" y="6568"/>
                    <a:pt x="3365" y="6568"/>
                    <a:pt x="3365" y="6568"/>
                  </a:cubicBezTo>
                  <a:cubicBezTo>
                    <a:pt x="3402" y="6635"/>
                    <a:pt x="3402" y="6635"/>
                    <a:pt x="3402" y="6635"/>
                  </a:cubicBezTo>
                  <a:cubicBezTo>
                    <a:pt x="3402" y="6568"/>
                    <a:pt x="3402" y="6568"/>
                    <a:pt x="3402" y="6568"/>
                  </a:cubicBezTo>
                  <a:cubicBezTo>
                    <a:pt x="3402" y="6568"/>
                    <a:pt x="3402" y="6568"/>
                    <a:pt x="3402" y="6568"/>
                  </a:cubicBezTo>
                  <a:cubicBezTo>
                    <a:pt x="3365" y="6500"/>
                    <a:pt x="3365" y="6500"/>
                    <a:pt x="3365" y="6500"/>
                  </a:cubicBezTo>
                  <a:cubicBezTo>
                    <a:pt x="3402" y="6500"/>
                    <a:pt x="3402" y="6500"/>
                    <a:pt x="3402" y="6500"/>
                  </a:cubicBezTo>
                  <a:cubicBezTo>
                    <a:pt x="3439" y="6568"/>
                    <a:pt x="3439" y="6568"/>
                    <a:pt x="3439" y="6568"/>
                  </a:cubicBezTo>
                  <a:cubicBezTo>
                    <a:pt x="3439" y="6500"/>
                    <a:pt x="3439" y="6500"/>
                    <a:pt x="3439" y="6500"/>
                  </a:cubicBezTo>
                  <a:cubicBezTo>
                    <a:pt x="3439" y="6432"/>
                    <a:pt x="3439" y="6432"/>
                    <a:pt x="3439" y="6432"/>
                  </a:cubicBezTo>
                  <a:cubicBezTo>
                    <a:pt x="3439" y="6432"/>
                    <a:pt x="3439" y="6432"/>
                    <a:pt x="3439" y="6432"/>
                  </a:cubicBezTo>
                  <a:cubicBezTo>
                    <a:pt x="3439" y="6432"/>
                    <a:pt x="3439" y="6432"/>
                    <a:pt x="3439" y="6432"/>
                  </a:cubicBezTo>
                  <a:cubicBezTo>
                    <a:pt x="3476" y="6364"/>
                    <a:pt x="3476" y="6364"/>
                    <a:pt x="3476" y="6364"/>
                  </a:cubicBezTo>
                  <a:cubicBezTo>
                    <a:pt x="3513" y="6364"/>
                    <a:pt x="3513" y="6364"/>
                    <a:pt x="3513" y="6364"/>
                  </a:cubicBezTo>
                  <a:cubicBezTo>
                    <a:pt x="3476" y="6297"/>
                    <a:pt x="3476" y="6297"/>
                    <a:pt x="3476" y="6297"/>
                  </a:cubicBezTo>
                  <a:cubicBezTo>
                    <a:pt x="3476" y="6297"/>
                    <a:pt x="3476" y="6297"/>
                    <a:pt x="3476" y="6297"/>
                  </a:cubicBezTo>
                  <a:cubicBezTo>
                    <a:pt x="3476" y="6229"/>
                    <a:pt x="3476" y="6229"/>
                    <a:pt x="3476" y="6229"/>
                  </a:cubicBezTo>
                  <a:cubicBezTo>
                    <a:pt x="3476" y="6297"/>
                    <a:pt x="3476" y="6297"/>
                    <a:pt x="3476" y="6297"/>
                  </a:cubicBezTo>
                  <a:cubicBezTo>
                    <a:pt x="3513" y="6229"/>
                    <a:pt x="3513" y="6229"/>
                    <a:pt x="3513" y="6229"/>
                  </a:cubicBezTo>
                  <a:cubicBezTo>
                    <a:pt x="3550" y="6161"/>
                    <a:pt x="3550" y="6161"/>
                    <a:pt x="3550" y="6161"/>
                  </a:cubicBezTo>
                  <a:cubicBezTo>
                    <a:pt x="3550" y="6094"/>
                    <a:pt x="3550" y="6094"/>
                    <a:pt x="3550" y="6094"/>
                  </a:cubicBezTo>
                  <a:cubicBezTo>
                    <a:pt x="3587" y="6026"/>
                    <a:pt x="3587" y="6026"/>
                    <a:pt x="3587" y="6026"/>
                  </a:cubicBezTo>
                  <a:cubicBezTo>
                    <a:pt x="3587" y="5958"/>
                    <a:pt x="3587" y="5958"/>
                    <a:pt x="3587" y="5958"/>
                  </a:cubicBezTo>
                  <a:cubicBezTo>
                    <a:pt x="3624" y="5958"/>
                    <a:pt x="3624" y="5958"/>
                    <a:pt x="3624" y="5958"/>
                  </a:cubicBezTo>
                  <a:cubicBezTo>
                    <a:pt x="3661" y="5890"/>
                    <a:pt x="3661" y="5890"/>
                    <a:pt x="3661" y="5890"/>
                  </a:cubicBezTo>
                  <a:cubicBezTo>
                    <a:pt x="3698" y="5755"/>
                    <a:pt x="3698" y="5755"/>
                    <a:pt x="3698" y="5755"/>
                  </a:cubicBezTo>
                  <a:cubicBezTo>
                    <a:pt x="3698" y="5755"/>
                    <a:pt x="3698" y="5755"/>
                    <a:pt x="3698" y="5755"/>
                  </a:cubicBezTo>
                  <a:cubicBezTo>
                    <a:pt x="3772" y="5687"/>
                    <a:pt x="3772" y="5687"/>
                    <a:pt x="3772" y="5687"/>
                  </a:cubicBezTo>
                  <a:cubicBezTo>
                    <a:pt x="3846" y="5552"/>
                    <a:pt x="3846" y="5552"/>
                    <a:pt x="3846" y="5552"/>
                  </a:cubicBezTo>
                  <a:cubicBezTo>
                    <a:pt x="3883" y="5484"/>
                    <a:pt x="3883" y="5484"/>
                    <a:pt x="3883" y="5484"/>
                  </a:cubicBezTo>
                  <a:cubicBezTo>
                    <a:pt x="3920" y="5484"/>
                    <a:pt x="3920" y="5484"/>
                    <a:pt x="3920" y="5484"/>
                  </a:cubicBezTo>
                  <a:cubicBezTo>
                    <a:pt x="3957" y="5416"/>
                    <a:pt x="3957" y="5416"/>
                    <a:pt x="3957" y="5416"/>
                  </a:cubicBezTo>
                  <a:cubicBezTo>
                    <a:pt x="3994" y="5416"/>
                    <a:pt x="3994" y="5416"/>
                    <a:pt x="3994" y="5416"/>
                  </a:cubicBezTo>
                  <a:cubicBezTo>
                    <a:pt x="4031" y="5349"/>
                    <a:pt x="4031" y="5349"/>
                    <a:pt x="4031" y="5349"/>
                  </a:cubicBezTo>
                  <a:cubicBezTo>
                    <a:pt x="4068" y="5281"/>
                    <a:pt x="4068" y="5281"/>
                    <a:pt x="4068" y="5281"/>
                  </a:cubicBezTo>
                  <a:cubicBezTo>
                    <a:pt x="4105" y="5213"/>
                    <a:pt x="4105" y="5213"/>
                    <a:pt x="4105" y="5213"/>
                  </a:cubicBezTo>
                  <a:cubicBezTo>
                    <a:pt x="4142" y="5213"/>
                    <a:pt x="4142" y="5213"/>
                    <a:pt x="4142" y="5213"/>
                  </a:cubicBezTo>
                  <a:cubicBezTo>
                    <a:pt x="4142" y="5213"/>
                    <a:pt x="4142" y="5213"/>
                    <a:pt x="4142" y="5213"/>
                  </a:cubicBezTo>
                  <a:cubicBezTo>
                    <a:pt x="4142" y="5213"/>
                    <a:pt x="4142" y="5213"/>
                    <a:pt x="4142" y="5213"/>
                  </a:cubicBezTo>
                  <a:cubicBezTo>
                    <a:pt x="4142" y="5146"/>
                    <a:pt x="4142" y="5146"/>
                    <a:pt x="4142" y="5146"/>
                  </a:cubicBezTo>
                  <a:cubicBezTo>
                    <a:pt x="4142" y="5078"/>
                    <a:pt x="4142" y="5078"/>
                    <a:pt x="4142" y="5078"/>
                  </a:cubicBezTo>
                  <a:cubicBezTo>
                    <a:pt x="4142" y="5078"/>
                    <a:pt x="4142" y="5078"/>
                    <a:pt x="4142" y="5078"/>
                  </a:cubicBezTo>
                  <a:cubicBezTo>
                    <a:pt x="4142" y="5010"/>
                    <a:pt x="4142" y="5010"/>
                    <a:pt x="4142" y="5010"/>
                  </a:cubicBezTo>
                  <a:cubicBezTo>
                    <a:pt x="4142" y="4942"/>
                    <a:pt x="4142" y="4942"/>
                    <a:pt x="4142" y="4942"/>
                  </a:cubicBezTo>
                  <a:cubicBezTo>
                    <a:pt x="4105" y="4942"/>
                    <a:pt x="4105" y="4942"/>
                    <a:pt x="4105" y="4942"/>
                  </a:cubicBezTo>
                  <a:cubicBezTo>
                    <a:pt x="4105" y="4875"/>
                    <a:pt x="4105" y="4875"/>
                    <a:pt x="4105" y="4875"/>
                  </a:cubicBezTo>
                  <a:cubicBezTo>
                    <a:pt x="4142" y="4807"/>
                    <a:pt x="4142" y="4807"/>
                    <a:pt x="4142" y="4807"/>
                  </a:cubicBezTo>
                  <a:cubicBezTo>
                    <a:pt x="4142" y="4807"/>
                    <a:pt x="4142" y="4807"/>
                    <a:pt x="4142" y="4807"/>
                  </a:cubicBezTo>
                  <a:cubicBezTo>
                    <a:pt x="4105" y="4807"/>
                    <a:pt x="4105" y="4807"/>
                    <a:pt x="4105" y="4807"/>
                  </a:cubicBezTo>
                  <a:cubicBezTo>
                    <a:pt x="4068" y="4739"/>
                    <a:pt x="4068" y="4739"/>
                    <a:pt x="4068" y="4739"/>
                  </a:cubicBezTo>
                  <a:cubicBezTo>
                    <a:pt x="4031" y="4739"/>
                    <a:pt x="4031" y="4739"/>
                    <a:pt x="4031" y="4739"/>
                  </a:cubicBezTo>
                  <a:cubicBezTo>
                    <a:pt x="4031" y="4739"/>
                    <a:pt x="4031" y="4739"/>
                    <a:pt x="4031" y="4739"/>
                  </a:cubicBezTo>
                  <a:cubicBezTo>
                    <a:pt x="4031" y="4672"/>
                    <a:pt x="4031" y="4672"/>
                    <a:pt x="4031" y="4672"/>
                  </a:cubicBezTo>
                  <a:cubicBezTo>
                    <a:pt x="3994" y="4672"/>
                    <a:pt x="3994" y="4672"/>
                    <a:pt x="3994" y="4672"/>
                  </a:cubicBezTo>
                  <a:cubicBezTo>
                    <a:pt x="3957" y="4672"/>
                    <a:pt x="3957" y="4672"/>
                    <a:pt x="3957" y="4672"/>
                  </a:cubicBezTo>
                  <a:cubicBezTo>
                    <a:pt x="3957" y="4739"/>
                    <a:pt x="3957" y="4739"/>
                    <a:pt x="3957" y="4739"/>
                  </a:cubicBezTo>
                  <a:cubicBezTo>
                    <a:pt x="3957" y="4739"/>
                    <a:pt x="3957" y="4739"/>
                    <a:pt x="3957" y="4739"/>
                  </a:cubicBezTo>
                  <a:cubicBezTo>
                    <a:pt x="3920" y="4672"/>
                    <a:pt x="3920" y="4672"/>
                    <a:pt x="3920" y="4672"/>
                  </a:cubicBezTo>
                  <a:cubicBezTo>
                    <a:pt x="3883" y="4672"/>
                    <a:pt x="3883" y="4672"/>
                    <a:pt x="3883" y="4672"/>
                  </a:cubicBezTo>
                  <a:cubicBezTo>
                    <a:pt x="3846" y="4739"/>
                    <a:pt x="3846" y="4739"/>
                    <a:pt x="3846" y="4739"/>
                  </a:cubicBezTo>
                  <a:cubicBezTo>
                    <a:pt x="3846" y="4807"/>
                    <a:pt x="3846" y="4807"/>
                    <a:pt x="3846" y="4807"/>
                  </a:cubicBezTo>
                  <a:cubicBezTo>
                    <a:pt x="3809" y="4807"/>
                    <a:pt x="3809" y="4807"/>
                    <a:pt x="3809" y="4807"/>
                  </a:cubicBezTo>
                  <a:cubicBezTo>
                    <a:pt x="3809" y="4807"/>
                    <a:pt x="3809" y="4807"/>
                    <a:pt x="3809" y="4807"/>
                  </a:cubicBezTo>
                  <a:cubicBezTo>
                    <a:pt x="3772" y="4875"/>
                    <a:pt x="3772" y="4875"/>
                    <a:pt x="3772" y="4875"/>
                  </a:cubicBezTo>
                  <a:cubicBezTo>
                    <a:pt x="3772" y="4875"/>
                    <a:pt x="3772" y="4875"/>
                    <a:pt x="3772" y="4875"/>
                  </a:cubicBezTo>
                  <a:cubicBezTo>
                    <a:pt x="3772" y="4942"/>
                    <a:pt x="3772" y="4942"/>
                    <a:pt x="3772" y="4942"/>
                  </a:cubicBezTo>
                  <a:cubicBezTo>
                    <a:pt x="3735" y="4942"/>
                    <a:pt x="3735" y="4942"/>
                    <a:pt x="3735" y="4942"/>
                  </a:cubicBezTo>
                  <a:cubicBezTo>
                    <a:pt x="3772" y="5010"/>
                    <a:pt x="3772" y="5010"/>
                    <a:pt x="3772" y="5010"/>
                  </a:cubicBezTo>
                  <a:cubicBezTo>
                    <a:pt x="3772" y="5078"/>
                    <a:pt x="3772" y="5078"/>
                    <a:pt x="3772" y="5078"/>
                  </a:cubicBezTo>
                  <a:cubicBezTo>
                    <a:pt x="3735" y="5078"/>
                    <a:pt x="3735" y="5078"/>
                    <a:pt x="3735" y="5078"/>
                  </a:cubicBezTo>
                  <a:cubicBezTo>
                    <a:pt x="3735" y="5078"/>
                    <a:pt x="3735" y="5078"/>
                    <a:pt x="3735" y="5078"/>
                  </a:cubicBezTo>
                  <a:cubicBezTo>
                    <a:pt x="3735" y="5146"/>
                    <a:pt x="3735" y="5146"/>
                    <a:pt x="3735" y="5146"/>
                  </a:cubicBezTo>
                  <a:cubicBezTo>
                    <a:pt x="3698" y="5146"/>
                    <a:pt x="3698" y="5146"/>
                    <a:pt x="3698" y="5146"/>
                  </a:cubicBezTo>
                  <a:cubicBezTo>
                    <a:pt x="3698" y="5213"/>
                    <a:pt x="3698" y="5213"/>
                    <a:pt x="3698" y="5213"/>
                  </a:cubicBezTo>
                  <a:cubicBezTo>
                    <a:pt x="3624" y="5213"/>
                    <a:pt x="3624" y="5213"/>
                    <a:pt x="3624" y="5213"/>
                  </a:cubicBezTo>
                  <a:cubicBezTo>
                    <a:pt x="3624" y="5281"/>
                    <a:pt x="3624" y="5281"/>
                    <a:pt x="3624" y="5281"/>
                  </a:cubicBezTo>
                  <a:cubicBezTo>
                    <a:pt x="3624" y="5281"/>
                    <a:pt x="3624" y="5281"/>
                    <a:pt x="3624" y="5281"/>
                  </a:cubicBezTo>
                  <a:cubicBezTo>
                    <a:pt x="3587" y="5281"/>
                    <a:pt x="3587" y="5281"/>
                    <a:pt x="3587" y="5281"/>
                  </a:cubicBezTo>
                  <a:cubicBezTo>
                    <a:pt x="3550" y="5281"/>
                    <a:pt x="3550" y="5281"/>
                    <a:pt x="3550" y="5281"/>
                  </a:cubicBezTo>
                  <a:cubicBezTo>
                    <a:pt x="3513" y="5349"/>
                    <a:pt x="3513" y="5349"/>
                    <a:pt x="3513" y="5349"/>
                  </a:cubicBezTo>
                  <a:cubicBezTo>
                    <a:pt x="3513" y="5416"/>
                    <a:pt x="3513" y="5416"/>
                    <a:pt x="3513" y="5416"/>
                  </a:cubicBezTo>
                  <a:cubicBezTo>
                    <a:pt x="3476" y="5349"/>
                    <a:pt x="3476" y="5349"/>
                    <a:pt x="3476" y="5349"/>
                  </a:cubicBezTo>
                  <a:cubicBezTo>
                    <a:pt x="3476" y="5349"/>
                    <a:pt x="3476" y="5349"/>
                    <a:pt x="3476" y="5349"/>
                  </a:cubicBezTo>
                  <a:cubicBezTo>
                    <a:pt x="3476" y="5349"/>
                    <a:pt x="3476" y="5349"/>
                    <a:pt x="3476" y="5349"/>
                  </a:cubicBezTo>
                  <a:cubicBezTo>
                    <a:pt x="3476" y="5349"/>
                    <a:pt x="3476" y="5349"/>
                    <a:pt x="3476" y="5349"/>
                  </a:cubicBezTo>
                  <a:cubicBezTo>
                    <a:pt x="3476" y="5416"/>
                    <a:pt x="3476" y="5416"/>
                    <a:pt x="3476" y="5416"/>
                  </a:cubicBezTo>
                  <a:cubicBezTo>
                    <a:pt x="3439" y="5416"/>
                    <a:pt x="3439" y="5416"/>
                    <a:pt x="3439" y="5416"/>
                  </a:cubicBezTo>
                  <a:cubicBezTo>
                    <a:pt x="3439" y="5416"/>
                    <a:pt x="3439" y="5416"/>
                    <a:pt x="3439" y="5416"/>
                  </a:cubicBezTo>
                  <a:cubicBezTo>
                    <a:pt x="3439" y="5349"/>
                    <a:pt x="3439" y="5349"/>
                    <a:pt x="3439" y="5349"/>
                  </a:cubicBezTo>
                  <a:cubicBezTo>
                    <a:pt x="3365" y="5349"/>
                    <a:pt x="3365" y="5349"/>
                    <a:pt x="3365" y="5349"/>
                  </a:cubicBezTo>
                  <a:cubicBezTo>
                    <a:pt x="3328" y="5416"/>
                    <a:pt x="3328" y="5416"/>
                    <a:pt x="3328" y="5416"/>
                  </a:cubicBezTo>
                  <a:cubicBezTo>
                    <a:pt x="3291" y="5416"/>
                    <a:pt x="3291" y="5416"/>
                    <a:pt x="3291" y="5416"/>
                  </a:cubicBezTo>
                  <a:cubicBezTo>
                    <a:pt x="3291" y="5416"/>
                    <a:pt x="3291" y="5416"/>
                    <a:pt x="3291" y="5416"/>
                  </a:cubicBezTo>
                  <a:cubicBezTo>
                    <a:pt x="3291" y="5416"/>
                    <a:pt x="3291" y="5416"/>
                    <a:pt x="3291" y="5416"/>
                  </a:cubicBezTo>
                  <a:cubicBezTo>
                    <a:pt x="3291" y="5484"/>
                    <a:pt x="3291" y="5484"/>
                    <a:pt x="3291" y="5484"/>
                  </a:cubicBezTo>
                  <a:cubicBezTo>
                    <a:pt x="3291" y="5552"/>
                    <a:pt x="3291" y="5552"/>
                    <a:pt x="3291" y="5552"/>
                  </a:cubicBezTo>
                  <a:cubicBezTo>
                    <a:pt x="3291" y="5552"/>
                    <a:pt x="3291" y="5552"/>
                    <a:pt x="3291" y="5552"/>
                  </a:cubicBezTo>
                  <a:cubicBezTo>
                    <a:pt x="3291" y="5552"/>
                    <a:pt x="3291" y="5552"/>
                    <a:pt x="3291" y="5552"/>
                  </a:cubicBezTo>
                  <a:cubicBezTo>
                    <a:pt x="3254" y="5620"/>
                    <a:pt x="3254" y="5620"/>
                    <a:pt x="3254" y="5620"/>
                  </a:cubicBezTo>
                  <a:cubicBezTo>
                    <a:pt x="3254" y="5620"/>
                    <a:pt x="3254" y="5620"/>
                    <a:pt x="3254" y="5620"/>
                  </a:cubicBezTo>
                  <a:cubicBezTo>
                    <a:pt x="3254" y="5552"/>
                    <a:pt x="3254" y="5552"/>
                    <a:pt x="3254" y="5552"/>
                  </a:cubicBezTo>
                  <a:cubicBezTo>
                    <a:pt x="3254" y="5552"/>
                    <a:pt x="3254" y="5552"/>
                    <a:pt x="3254" y="5552"/>
                  </a:cubicBezTo>
                  <a:cubicBezTo>
                    <a:pt x="3254" y="5552"/>
                    <a:pt x="3254" y="5552"/>
                    <a:pt x="3254" y="5552"/>
                  </a:cubicBezTo>
                  <a:cubicBezTo>
                    <a:pt x="3254" y="5552"/>
                    <a:pt x="3254" y="5552"/>
                    <a:pt x="3254" y="5552"/>
                  </a:cubicBezTo>
                  <a:cubicBezTo>
                    <a:pt x="3217" y="5552"/>
                    <a:pt x="3217" y="5552"/>
                    <a:pt x="3217" y="5552"/>
                  </a:cubicBezTo>
                  <a:cubicBezTo>
                    <a:pt x="3180" y="5620"/>
                    <a:pt x="3180" y="5620"/>
                    <a:pt x="3180" y="5620"/>
                  </a:cubicBezTo>
                  <a:cubicBezTo>
                    <a:pt x="3180" y="5620"/>
                    <a:pt x="3180" y="5620"/>
                    <a:pt x="3180" y="5620"/>
                  </a:cubicBezTo>
                  <a:cubicBezTo>
                    <a:pt x="3217" y="5687"/>
                    <a:pt x="3217" y="5687"/>
                    <a:pt x="3217" y="5687"/>
                  </a:cubicBezTo>
                  <a:cubicBezTo>
                    <a:pt x="3217" y="5687"/>
                    <a:pt x="3217" y="5687"/>
                    <a:pt x="3217" y="5687"/>
                  </a:cubicBezTo>
                  <a:cubicBezTo>
                    <a:pt x="3180" y="5755"/>
                    <a:pt x="3180" y="5755"/>
                    <a:pt x="3180" y="5755"/>
                  </a:cubicBezTo>
                  <a:cubicBezTo>
                    <a:pt x="3143" y="5755"/>
                    <a:pt x="3143" y="5755"/>
                    <a:pt x="3143" y="5755"/>
                  </a:cubicBezTo>
                  <a:cubicBezTo>
                    <a:pt x="3143" y="5755"/>
                    <a:pt x="3143" y="5755"/>
                    <a:pt x="3143" y="5755"/>
                  </a:cubicBezTo>
                  <a:cubicBezTo>
                    <a:pt x="3143" y="5823"/>
                    <a:pt x="3143" y="5823"/>
                    <a:pt x="3143" y="5823"/>
                  </a:cubicBezTo>
                  <a:cubicBezTo>
                    <a:pt x="3106" y="5823"/>
                    <a:pt x="3106" y="5823"/>
                    <a:pt x="3106" y="5823"/>
                  </a:cubicBezTo>
                  <a:cubicBezTo>
                    <a:pt x="3069" y="5823"/>
                    <a:pt x="3069" y="5823"/>
                    <a:pt x="3069" y="5823"/>
                  </a:cubicBezTo>
                  <a:cubicBezTo>
                    <a:pt x="3069" y="5890"/>
                    <a:pt x="3069" y="5890"/>
                    <a:pt x="3069" y="5890"/>
                  </a:cubicBezTo>
                  <a:cubicBezTo>
                    <a:pt x="3069" y="5958"/>
                    <a:pt x="3069" y="5958"/>
                    <a:pt x="3069" y="5958"/>
                  </a:cubicBezTo>
                  <a:cubicBezTo>
                    <a:pt x="3106" y="5958"/>
                    <a:pt x="3106" y="5958"/>
                    <a:pt x="3106" y="5958"/>
                  </a:cubicBezTo>
                  <a:cubicBezTo>
                    <a:pt x="3069" y="5958"/>
                    <a:pt x="3069" y="5958"/>
                    <a:pt x="3069" y="5958"/>
                  </a:cubicBezTo>
                  <a:cubicBezTo>
                    <a:pt x="3032" y="5958"/>
                    <a:pt x="3032" y="5958"/>
                    <a:pt x="3032" y="5958"/>
                  </a:cubicBezTo>
                  <a:cubicBezTo>
                    <a:pt x="2995" y="6026"/>
                    <a:pt x="2995" y="6026"/>
                    <a:pt x="2995" y="6026"/>
                  </a:cubicBezTo>
                  <a:cubicBezTo>
                    <a:pt x="2995" y="6094"/>
                    <a:pt x="2995" y="6094"/>
                    <a:pt x="2995" y="6094"/>
                  </a:cubicBezTo>
                  <a:cubicBezTo>
                    <a:pt x="2995" y="6094"/>
                    <a:pt x="2995" y="6094"/>
                    <a:pt x="2995" y="6094"/>
                  </a:cubicBezTo>
                  <a:cubicBezTo>
                    <a:pt x="3032" y="6094"/>
                    <a:pt x="3032" y="6094"/>
                    <a:pt x="3032" y="6094"/>
                  </a:cubicBezTo>
                  <a:cubicBezTo>
                    <a:pt x="3032" y="6094"/>
                    <a:pt x="3032" y="6094"/>
                    <a:pt x="3032" y="6094"/>
                  </a:cubicBezTo>
                  <a:cubicBezTo>
                    <a:pt x="3069" y="6161"/>
                    <a:pt x="3069" y="6161"/>
                    <a:pt x="3069" y="6161"/>
                  </a:cubicBezTo>
                  <a:cubicBezTo>
                    <a:pt x="3069" y="6161"/>
                    <a:pt x="3069" y="6161"/>
                    <a:pt x="3069" y="6161"/>
                  </a:cubicBezTo>
                  <a:cubicBezTo>
                    <a:pt x="3069" y="6229"/>
                    <a:pt x="3069" y="6229"/>
                    <a:pt x="3069" y="6229"/>
                  </a:cubicBezTo>
                  <a:cubicBezTo>
                    <a:pt x="3032" y="6229"/>
                    <a:pt x="3032" y="6229"/>
                    <a:pt x="3032" y="6229"/>
                  </a:cubicBezTo>
                  <a:cubicBezTo>
                    <a:pt x="3032" y="6229"/>
                    <a:pt x="3032" y="6229"/>
                    <a:pt x="3032" y="6229"/>
                  </a:cubicBezTo>
                  <a:cubicBezTo>
                    <a:pt x="2995" y="6229"/>
                    <a:pt x="2995" y="6229"/>
                    <a:pt x="2995" y="6229"/>
                  </a:cubicBezTo>
                  <a:cubicBezTo>
                    <a:pt x="2958" y="6229"/>
                    <a:pt x="2958" y="6229"/>
                    <a:pt x="2958" y="6229"/>
                  </a:cubicBezTo>
                  <a:cubicBezTo>
                    <a:pt x="2921" y="6297"/>
                    <a:pt x="2921" y="6297"/>
                    <a:pt x="2921" y="6297"/>
                  </a:cubicBezTo>
                  <a:cubicBezTo>
                    <a:pt x="2921" y="6297"/>
                    <a:pt x="2921" y="6297"/>
                    <a:pt x="2921" y="6297"/>
                  </a:cubicBezTo>
                  <a:cubicBezTo>
                    <a:pt x="2921" y="6364"/>
                    <a:pt x="2921" y="6364"/>
                    <a:pt x="2921" y="6364"/>
                  </a:cubicBezTo>
                  <a:cubicBezTo>
                    <a:pt x="2884" y="6364"/>
                    <a:pt x="2884" y="6364"/>
                    <a:pt x="2884" y="6364"/>
                  </a:cubicBezTo>
                  <a:cubicBezTo>
                    <a:pt x="2884" y="6364"/>
                    <a:pt x="2884" y="6364"/>
                    <a:pt x="2884" y="6364"/>
                  </a:cubicBezTo>
                  <a:cubicBezTo>
                    <a:pt x="2847" y="6364"/>
                    <a:pt x="2847" y="6364"/>
                    <a:pt x="2847" y="6364"/>
                  </a:cubicBezTo>
                  <a:cubicBezTo>
                    <a:pt x="2847" y="6297"/>
                    <a:pt x="2847" y="6297"/>
                    <a:pt x="2847" y="6297"/>
                  </a:cubicBezTo>
                  <a:cubicBezTo>
                    <a:pt x="2847" y="6297"/>
                    <a:pt x="2847" y="6297"/>
                    <a:pt x="2847" y="6297"/>
                  </a:cubicBezTo>
                  <a:cubicBezTo>
                    <a:pt x="2810" y="6364"/>
                    <a:pt x="2810" y="6364"/>
                    <a:pt x="2810" y="6364"/>
                  </a:cubicBezTo>
                  <a:cubicBezTo>
                    <a:pt x="2810" y="6432"/>
                    <a:pt x="2810" y="6432"/>
                    <a:pt x="2810" y="6432"/>
                  </a:cubicBezTo>
                  <a:cubicBezTo>
                    <a:pt x="2847" y="6500"/>
                    <a:pt x="2847" y="6500"/>
                    <a:pt x="2847" y="6500"/>
                  </a:cubicBezTo>
                  <a:cubicBezTo>
                    <a:pt x="2884" y="6500"/>
                    <a:pt x="2884" y="6500"/>
                    <a:pt x="2884" y="6500"/>
                  </a:cubicBezTo>
                  <a:cubicBezTo>
                    <a:pt x="2884" y="6500"/>
                    <a:pt x="2884" y="6500"/>
                    <a:pt x="2884" y="6500"/>
                  </a:cubicBezTo>
                  <a:cubicBezTo>
                    <a:pt x="2884" y="6500"/>
                    <a:pt x="2884" y="6500"/>
                    <a:pt x="2884" y="6500"/>
                  </a:cubicBezTo>
                  <a:cubicBezTo>
                    <a:pt x="2884" y="6568"/>
                    <a:pt x="2884" y="6568"/>
                    <a:pt x="2884" y="6568"/>
                  </a:cubicBezTo>
                  <a:cubicBezTo>
                    <a:pt x="2884" y="6568"/>
                    <a:pt x="2884" y="6568"/>
                    <a:pt x="2884" y="6568"/>
                  </a:cubicBezTo>
                  <a:cubicBezTo>
                    <a:pt x="2884" y="6635"/>
                    <a:pt x="2884" y="6635"/>
                    <a:pt x="2884" y="6635"/>
                  </a:cubicBezTo>
                  <a:cubicBezTo>
                    <a:pt x="2921" y="6568"/>
                    <a:pt x="2921" y="6568"/>
                    <a:pt x="2921" y="6568"/>
                  </a:cubicBezTo>
                  <a:cubicBezTo>
                    <a:pt x="2921" y="6568"/>
                    <a:pt x="2921" y="6568"/>
                    <a:pt x="2921" y="6568"/>
                  </a:cubicBezTo>
                  <a:cubicBezTo>
                    <a:pt x="2958" y="6568"/>
                    <a:pt x="2958" y="6568"/>
                    <a:pt x="2958" y="6568"/>
                  </a:cubicBezTo>
                  <a:cubicBezTo>
                    <a:pt x="2958" y="6568"/>
                    <a:pt x="2958" y="6568"/>
                    <a:pt x="2958" y="6568"/>
                  </a:cubicBezTo>
                  <a:cubicBezTo>
                    <a:pt x="2995" y="6568"/>
                    <a:pt x="2995" y="6568"/>
                    <a:pt x="2995" y="6568"/>
                  </a:cubicBezTo>
                  <a:cubicBezTo>
                    <a:pt x="2995" y="6568"/>
                    <a:pt x="2995" y="6568"/>
                    <a:pt x="2995" y="6568"/>
                  </a:cubicBezTo>
                  <a:cubicBezTo>
                    <a:pt x="2995" y="6635"/>
                    <a:pt x="2995" y="6635"/>
                    <a:pt x="2995" y="6635"/>
                  </a:cubicBezTo>
                  <a:cubicBezTo>
                    <a:pt x="2958" y="6635"/>
                    <a:pt x="2958" y="6635"/>
                    <a:pt x="2958" y="6635"/>
                  </a:cubicBezTo>
                  <a:cubicBezTo>
                    <a:pt x="2921" y="6635"/>
                    <a:pt x="2921" y="6635"/>
                    <a:pt x="2921" y="6635"/>
                  </a:cubicBezTo>
                  <a:cubicBezTo>
                    <a:pt x="2921" y="6635"/>
                    <a:pt x="2921" y="6635"/>
                    <a:pt x="2921" y="6635"/>
                  </a:cubicBezTo>
                  <a:cubicBezTo>
                    <a:pt x="2884" y="6635"/>
                    <a:pt x="2884" y="6635"/>
                    <a:pt x="2884" y="6635"/>
                  </a:cubicBezTo>
                  <a:cubicBezTo>
                    <a:pt x="2884" y="6703"/>
                    <a:pt x="2884" y="6703"/>
                    <a:pt x="2884" y="6703"/>
                  </a:cubicBezTo>
                  <a:cubicBezTo>
                    <a:pt x="2884" y="6771"/>
                    <a:pt x="2884" y="6771"/>
                    <a:pt x="2884" y="6771"/>
                  </a:cubicBezTo>
                  <a:cubicBezTo>
                    <a:pt x="2921" y="6771"/>
                    <a:pt x="2921" y="6771"/>
                    <a:pt x="2921" y="6771"/>
                  </a:cubicBezTo>
                  <a:cubicBezTo>
                    <a:pt x="2958" y="6771"/>
                    <a:pt x="2958" y="6771"/>
                    <a:pt x="2958" y="6771"/>
                  </a:cubicBezTo>
                  <a:cubicBezTo>
                    <a:pt x="2958" y="6771"/>
                    <a:pt x="2958" y="6771"/>
                    <a:pt x="2958" y="6771"/>
                  </a:cubicBezTo>
                  <a:cubicBezTo>
                    <a:pt x="2958" y="6771"/>
                    <a:pt x="2958" y="6771"/>
                    <a:pt x="2958" y="6771"/>
                  </a:cubicBezTo>
                  <a:cubicBezTo>
                    <a:pt x="2958" y="6771"/>
                    <a:pt x="2958" y="6771"/>
                    <a:pt x="2958" y="6771"/>
                  </a:cubicBezTo>
                  <a:cubicBezTo>
                    <a:pt x="2921" y="6838"/>
                    <a:pt x="2921" y="6838"/>
                    <a:pt x="2921" y="6838"/>
                  </a:cubicBezTo>
                  <a:cubicBezTo>
                    <a:pt x="2884" y="6838"/>
                    <a:pt x="2884" y="6838"/>
                    <a:pt x="2884" y="6838"/>
                  </a:cubicBezTo>
                  <a:cubicBezTo>
                    <a:pt x="2884" y="6838"/>
                    <a:pt x="2884" y="6838"/>
                    <a:pt x="2884" y="6838"/>
                  </a:cubicBezTo>
                  <a:cubicBezTo>
                    <a:pt x="2884" y="6906"/>
                    <a:pt x="2884" y="6906"/>
                    <a:pt x="2884" y="6906"/>
                  </a:cubicBezTo>
                  <a:cubicBezTo>
                    <a:pt x="2884" y="6906"/>
                    <a:pt x="2884" y="6906"/>
                    <a:pt x="2884" y="6906"/>
                  </a:cubicBezTo>
                  <a:cubicBezTo>
                    <a:pt x="2921" y="6906"/>
                    <a:pt x="2921" y="6906"/>
                    <a:pt x="2921" y="6906"/>
                  </a:cubicBezTo>
                  <a:cubicBezTo>
                    <a:pt x="2958" y="6906"/>
                    <a:pt x="2958" y="6906"/>
                    <a:pt x="2958" y="6906"/>
                  </a:cubicBezTo>
                  <a:cubicBezTo>
                    <a:pt x="2958" y="6906"/>
                    <a:pt x="2958" y="6906"/>
                    <a:pt x="2958" y="6906"/>
                  </a:cubicBezTo>
                  <a:cubicBezTo>
                    <a:pt x="2921" y="6906"/>
                    <a:pt x="2921" y="6906"/>
                    <a:pt x="2921" y="6906"/>
                  </a:cubicBezTo>
                  <a:cubicBezTo>
                    <a:pt x="2884" y="6906"/>
                    <a:pt x="2884" y="6906"/>
                    <a:pt x="2884" y="6906"/>
                  </a:cubicBezTo>
                  <a:cubicBezTo>
                    <a:pt x="2884" y="6974"/>
                    <a:pt x="2884" y="6974"/>
                    <a:pt x="2884" y="6974"/>
                  </a:cubicBezTo>
                  <a:cubicBezTo>
                    <a:pt x="2921" y="6974"/>
                    <a:pt x="2921" y="6974"/>
                    <a:pt x="2921" y="6974"/>
                  </a:cubicBezTo>
                  <a:cubicBezTo>
                    <a:pt x="2958" y="6974"/>
                    <a:pt x="2958" y="6974"/>
                    <a:pt x="2958" y="6974"/>
                  </a:cubicBezTo>
                  <a:cubicBezTo>
                    <a:pt x="2995" y="7042"/>
                    <a:pt x="2995" y="7042"/>
                    <a:pt x="2995" y="7042"/>
                  </a:cubicBezTo>
                  <a:cubicBezTo>
                    <a:pt x="3032" y="7042"/>
                    <a:pt x="3032" y="7042"/>
                    <a:pt x="3032" y="7042"/>
                  </a:cubicBezTo>
                  <a:cubicBezTo>
                    <a:pt x="3032" y="7042"/>
                    <a:pt x="3032" y="7042"/>
                    <a:pt x="3032" y="7042"/>
                  </a:cubicBezTo>
                  <a:cubicBezTo>
                    <a:pt x="3032" y="7109"/>
                    <a:pt x="3032" y="7109"/>
                    <a:pt x="3032" y="7109"/>
                  </a:cubicBezTo>
                  <a:cubicBezTo>
                    <a:pt x="2995" y="7042"/>
                    <a:pt x="2995" y="7042"/>
                    <a:pt x="2995" y="7042"/>
                  </a:cubicBezTo>
                  <a:cubicBezTo>
                    <a:pt x="2958" y="7042"/>
                    <a:pt x="2958" y="7042"/>
                    <a:pt x="2958" y="7042"/>
                  </a:cubicBezTo>
                  <a:cubicBezTo>
                    <a:pt x="2921" y="7042"/>
                    <a:pt x="2921" y="7042"/>
                    <a:pt x="2921" y="7042"/>
                  </a:cubicBezTo>
                  <a:cubicBezTo>
                    <a:pt x="2921" y="6974"/>
                    <a:pt x="2921" y="6974"/>
                    <a:pt x="2921" y="6974"/>
                  </a:cubicBezTo>
                  <a:cubicBezTo>
                    <a:pt x="2884" y="6974"/>
                    <a:pt x="2884" y="6974"/>
                    <a:pt x="2884" y="6974"/>
                  </a:cubicBezTo>
                  <a:cubicBezTo>
                    <a:pt x="2847" y="7042"/>
                    <a:pt x="2847" y="7042"/>
                    <a:pt x="2847" y="7042"/>
                  </a:cubicBezTo>
                  <a:cubicBezTo>
                    <a:pt x="2847" y="7042"/>
                    <a:pt x="2847" y="7042"/>
                    <a:pt x="2847" y="7042"/>
                  </a:cubicBezTo>
                  <a:cubicBezTo>
                    <a:pt x="2847" y="7109"/>
                    <a:pt x="2847" y="7109"/>
                    <a:pt x="2847" y="7109"/>
                  </a:cubicBezTo>
                  <a:cubicBezTo>
                    <a:pt x="2847" y="7109"/>
                    <a:pt x="2847" y="7109"/>
                    <a:pt x="2847" y="7109"/>
                  </a:cubicBezTo>
                  <a:cubicBezTo>
                    <a:pt x="2847" y="7109"/>
                    <a:pt x="2847" y="7109"/>
                    <a:pt x="2847" y="7109"/>
                  </a:cubicBezTo>
                  <a:cubicBezTo>
                    <a:pt x="2847" y="7177"/>
                    <a:pt x="2847" y="7177"/>
                    <a:pt x="2847" y="7177"/>
                  </a:cubicBezTo>
                  <a:cubicBezTo>
                    <a:pt x="2847" y="7177"/>
                    <a:pt x="2847" y="7177"/>
                    <a:pt x="2847" y="7177"/>
                  </a:cubicBezTo>
                  <a:cubicBezTo>
                    <a:pt x="2810" y="7177"/>
                    <a:pt x="2810" y="7177"/>
                    <a:pt x="2810" y="7177"/>
                  </a:cubicBezTo>
                  <a:cubicBezTo>
                    <a:pt x="2810" y="7177"/>
                    <a:pt x="2810" y="7177"/>
                    <a:pt x="2810" y="7177"/>
                  </a:cubicBezTo>
                  <a:cubicBezTo>
                    <a:pt x="2810" y="7245"/>
                    <a:pt x="2810" y="7245"/>
                    <a:pt x="2810" y="7245"/>
                  </a:cubicBezTo>
                  <a:cubicBezTo>
                    <a:pt x="2810" y="7245"/>
                    <a:pt x="2810" y="7245"/>
                    <a:pt x="2810" y="7245"/>
                  </a:cubicBezTo>
                  <a:cubicBezTo>
                    <a:pt x="2773" y="7312"/>
                    <a:pt x="2773" y="7312"/>
                    <a:pt x="2773" y="7312"/>
                  </a:cubicBezTo>
                  <a:cubicBezTo>
                    <a:pt x="2773" y="7312"/>
                    <a:pt x="2773" y="7312"/>
                    <a:pt x="2773" y="7312"/>
                  </a:cubicBezTo>
                  <a:cubicBezTo>
                    <a:pt x="2773" y="7312"/>
                    <a:pt x="2773" y="7312"/>
                    <a:pt x="2773" y="7312"/>
                  </a:cubicBezTo>
                  <a:cubicBezTo>
                    <a:pt x="2810" y="7380"/>
                    <a:pt x="2810" y="7380"/>
                    <a:pt x="2810" y="7380"/>
                  </a:cubicBezTo>
                  <a:cubicBezTo>
                    <a:pt x="2810" y="7380"/>
                    <a:pt x="2810" y="7380"/>
                    <a:pt x="2810" y="7380"/>
                  </a:cubicBezTo>
                  <a:cubicBezTo>
                    <a:pt x="2847" y="7380"/>
                    <a:pt x="2847" y="7380"/>
                    <a:pt x="2847" y="7380"/>
                  </a:cubicBezTo>
                  <a:cubicBezTo>
                    <a:pt x="2847" y="7380"/>
                    <a:pt x="2847" y="7380"/>
                    <a:pt x="2847" y="7380"/>
                  </a:cubicBezTo>
                  <a:cubicBezTo>
                    <a:pt x="2884" y="7312"/>
                    <a:pt x="2884" y="7312"/>
                    <a:pt x="2884" y="7312"/>
                  </a:cubicBezTo>
                  <a:cubicBezTo>
                    <a:pt x="2921" y="7312"/>
                    <a:pt x="2921" y="7312"/>
                    <a:pt x="2921" y="7312"/>
                  </a:cubicBezTo>
                  <a:cubicBezTo>
                    <a:pt x="2958" y="7245"/>
                    <a:pt x="2958" y="7245"/>
                    <a:pt x="2958" y="7245"/>
                  </a:cubicBezTo>
                  <a:cubicBezTo>
                    <a:pt x="2995" y="7245"/>
                    <a:pt x="2995" y="7245"/>
                    <a:pt x="2995" y="7245"/>
                  </a:cubicBezTo>
                  <a:cubicBezTo>
                    <a:pt x="2995" y="7312"/>
                    <a:pt x="2995" y="7312"/>
                    <a:pt x="2995" y="7312"/>
                  </a:cubicBezTo>
                  <a:cubicBezTo>
                    <a:pt x="2995" y="7312"/>
                    <a:pt x="2995" y="7312"/>
                    <a:pt x="2995" y="7312"/>
                  </a:cubicBezTo>
                  <a:cubicBezTo>
                    <a:pt x="2995" y="7312"/>
                    <a:pt x="2995" y="7312"/>
                    <a:pt x="2995" y="7312"/>
                  </a:cubicBezTo>
                  <a:cubicBezTo>
                    <a:pt x="2958" y="7312"/>
                    <a:pt x="2958" y="7312"/>
                    <a:pt x="2958" y="7312"/>
                  </a:cubicBezTo>
                  <a:cubicBezTo>
                    <a:pt x="2958" y="7312"/>
                    <a:pt x="2958" y="7312"/>
                    <a:pt x="2958" y="7312"/>
                  </a:cubicBezTo>
                  <a:cubicBezTo>
                    <a:pt x="2921" y="7312"/>
                    <a:pt x="2921" y="7312"/>
                    <a:pt x="2921" y="7312"/>
                  </a:cubicBezTo>
                  <a:cubicBezTo>
                    <a:pt x="2884" y="7380"/>
                    <a:pt x="2884" y="7380"/>
                    <a:pt x="2884" y="7380"/>
                  </a:cubicBezTo>
                  <a:cubicBezTo>
                    <a:pt x="2884" y="7380"/>
                    <a:pt x="2884" y="7380"/>
                    <a:pt x="2884" y="7380"/>
                  </a:cubicBezTo>
                  <a:cubicBezTo>
                    <a:pt x="2847" y="7448"/>
                    <a:pt x="2847" y="7448"/>
                    <a:pt x="2847" y="7448"/>
                  </a:cubicBezTo>
                  <a:cubicBezTo>
                    <a:pt x="2884" y="7515"/>
                    <a:pt x="2884" y="7515"/>
                    <a:pt x="2884" y="7515"/>
                  </a:cubicBezTo>
                  <a:cubicBezTo>
                    <a:pt x="2847" y="7515"/>
                    <a:pt x="2847" y="7515"/>
                    <a:pt x="2847" y="7515"/>
                  </a:cubicBezTo>
                  <a:cubicBezTo>
                    <a:pt x="2847" y="7515"/>
                    <a:pt x="2847" y="7583"/>
                    <a:pt x="2847" y="7515"/>
                  </a:cubicBezTo>
                  <a:close/>
                  <a:moveTo>
                    <a:pt x="2995" y="9005"/>
                  </a:moveTo>
                  <a:cubicBezTo>
                    <a:pt x="3032" y="9005"/>
                    <a:pt x="3032" y="9005"/>
                    <a:pt x="3032" y="9005"/>
                  </a:cubicBezTo>
                  <a:cubicBezTo>
                    <a:pt x="3032" y="9005"/>
                    <a:pt x="3032" y="9005"/>
                    <a:pt x="3032" y="9005"/>
                  </a:cubicBezTo>
                  <a:cubicBezTo>
                    <a:pt x="2995" y="8937"/>
                    <a:pt x="2995" y="8937"/>
                    <a:pt x="2995" y="8937"/>
                  </a:cubicBezTo>
                  <a:cubicBezTo>
                    <a:pt x="3032" y="8937"/>
                    <a:pt x="3032" y="8937"/>
                    <a:pt x="3032" y="8937"/>
                  </a:cubicBezTo>
                  <a:cubicBezTo>
                    <a:pt x="2995" y="8870"/>
                    <a:pt x="2995" y="8870"/>
                    <a:pt x="2995" y="8870"/>
                  </a:cubicBezTo>
                  <a:cubicBezTo>
                    <a:pt x="2958" y="8870"/>
                    <a:pt x="2958" y="8870"/>
                    <a:pt x="2958" y="8870"/>
                  </a:cubicBezTo>
                  <a:cubicBezTo>
                    <a:pt x="2958" y="8802"/>
                    <a:pt x="2958" y="8802"/>
                    <a:pt x="2958" y="8802"/>
                  </a:cubicBezTo>
                  <a:cubicBezTo>
                    <a:pt x="2958" y="8802"/>
                    <a:pt x="2958" y="8802"/>
                    <a:pt x="2958" y="8802"/>
                  </a:cubicBezTo>
                  <a:cubicBezTo>
                    <a:pt x="2921" y="8802"/>
                    <a:pt x="2921" y="8802"/>
                    <a:pt x="2921" y="8802"/>
                  </a:cubicBezTo>
                  <a:cubicBezTo>
                    <a:pt x="2884" y="8870"/>
                    <a:pt x="2884" y="8870"/>
                    <a:pt x="2884" y="8870"/>
                  </a:cubicBezTo>
                  <a:cubicBezTo>
                    <a:pt x="2884" y="8870"/>
                    <a:pt x="2884" y="8870"/>
                    <a:pt x="2884" y="8870"/>
                  </a:cubicBezTo>
                  <a:cubicBezTo>
                    <a:pt x="2921" y="8870"/>
                    <a:pt x="2921" y="8870"/>
                    <a:pt x="2921" y="8870"/>
                  </a:cubicBezTo>
                  <a:cubicBezTo>
                    <a:pt x="2921" y="8870"/>
                    <a:pt x="2921" y="8870"/>
                    <a:pt x="2921" y="8870"/>
                  </a:cubicBezTo>
                  <a:cubicBezTo>
                    <a:pt x="2958" y="8870"/>
                    <a:pt x="2958" y="8870"/>
                    <a:pt x="2958" y="8870"/>
                  </a:cubicBezTo>
                  <a:cubicBezTo>
                    <a:pt x="2958" y="8937"/>
                    <a:pt x="2958" y="8937"/>
                    <a:pt x="2958" y="8937"/>
                  </a:cubicBezTo>
                  <a:cubicBezTo>
                    <a:pt x="2995" y="8937"/>
                    <a:pt x="2995" y="8937"/>
                    <a:pt x="2995" y="8937"/>
                  </a:cubicBezTo>
                  <a:cubicBezTo>
                    <a:pt x="2995" y="9005"/>
                    <a:pt x="2995" y="9005"/>
                    <a:pt x="2995" y="9005"/>
                  </a:cubicBezTo>
                  <a:close/>
                  <a:moveTo>
                    <a:pt x="3587" y="9005"/>
                  </a:moveTo>
                  <a:cubicBezTo>
                    <a:pt x="3550" y="8937"/>
                    <a:pt x="3550" y="8937"/>
                    <a:pt x="3550" y="8937"/>
                  </a:cubicBezTo>
                  <a:cubicBezTo>
                    <a:pt x="3550" y="9005"/>
                    <a:pt x="3550" y="9005"/>
                    <a:pt x="3550" y="9005"/>
                  </a:cubicBezTo>
                  <a:cubicBezTo>
                    <a:pt x="3513" y="9005"/>
                    <a:pt x="3513" y="9005"/>
                    <a:pt x="3513" y="9005"/>
                  </a:cubicBezTo>
                  <a:cubicBezTo>
                    <a:pt x="3476" y="8870"/>
                    <a:pt x="3476" y="8870"/>
                    <a:pt x="3476" y="8870"/>
                  </a:cubicBezTo>
                  <a:cubicBezTo>
                    <a:pt x="3476" y="8870"/>
                    <a:pt x="3476" y="8870"/>
                    <a:pt x="3476" y="8870"/>
                  </a:cubicBezTo>
                  <a:cubicBezTo>
                    <a:pt x="3402" y="8802"/>
                    <a:pt x="3402" y="8802"/>
                    <a:pt x="3402" y="8802"/>
                  </a:cubicBezTo>
                  <a:cubicBezTo>
                    <a:pt x="3402" y="8802"/>
                    <a:pt x="3402" y="8802"/>
                    <a:pt x="3402" y="8802"/>
                  </a:cubicBezTo>
                  <a:cubicBezTo>
                    <a:pt x="3365" y="8802"/>
                    <a:pt x="3365" y="8802"/>
                    <a:pt x="3365" y="8802"/>
                  </a:cubicBezTo>
                  <a:cubicBezTo>
                    <a:pt x="3328" y="8667"/>
                    <a:pt x="3328" y="8667"/>
                    <a:pt x="3328" y="8667"/>
                  </a:cubicBezTo>
                  <a:cubicBezTo>
                    <a:pt x="3254" y="8531"/>
                    <a:pt x="3254" y="8531"/>
                    <a:pt x="3254" y="8531"/>
                  </a:cubicBezTo>
                  <a:cubicBezTo>
                    <a:pt x="3217" y="8396"/>
                    <a:pt x="3217" y="8396"/>
                    <a:pt x="3217" y="8396"/>
                  </a:cubicBezTo>
                  <a:cubicBezTo>
                    <a:pt x="3217" y="8328"/>
                    <a:pt x="3217" y="8328"/>
                    <a:pt x="3217" y="8328"/>
                  </a:cubicBezTo>
                  <a:cubicBezTo>
                    <a:pt x="3217" y="8193"/>
                    <a:pt x="3217" y="8193"/>
                    <a:pt x="3217" y="8193"/>
                  </a:cubicBezTo>
                  <a:cubicBezTo>
                    <a:pt x="3180" y="8125"/>
                    <a:pt x="3180" y="8125"/>
                    <a:pt x="3180" y="8125"/>
                  </a:cubicBezTo>
                  <a:cubicBezTo>
                    <a:pt x="3143" y="7989"/>
                    <a:pt x="3143" y="7989"/>
                    <a:pt x="3143" y="7989"/>
                  </a:cubicBezTo>
                  <a:cubicBezTo>
                    <a:pt x="3143" y="7922"/>
                    <a:pt x="3143" y="7922"/>
                    <a:pt x="3143" y="7922"/>
                  </a:cubicBezTo>
                  <a:cubicBezTo>
                    <a:pt x="3180" y="7922"/>
                    <a:pt x="3180" y="7922"/>
                    <a:pt x="3180" y="7922"/>
                  </a:cubicBezTo>
                  <a:cubicBezTo>
                    <a:pt x="3180" y="7854"/>
                    <a:pt x="3180" y="7854"/>
                    <a:pt x="3180" y="7854"/>
                  </a:cubicBezTo>
                  <a:cubicBezTo>
                    <a:pt x="3143" y="7854"/>
                    <a:pt x="3143" y="7854"/>
                    <a:pt x="3143" y="7854"/>
                  </a:cubicBezTo>
                  <a:cubicBezTo>
                    <a:pt x="3106" y="7854"/>
                    <a:pt x="3106" y="7854"/>
                    <a:pt x="3106" y="7854"/>
                  </a:cubicBezTo>
                  <a:cubicBezTo>
                    <a:pt x="3106" y="7854"/>
                    <a:pt x="3106" y="7854"/>
                    <a:pt x="3106" y="7854"/>
                  </a:cubicBezTo>
                  <a:cubicBezTo>
                    <a:pt x="3106" y="7854"/>
                    <a:pt x="3106" y="7854"/>
                    <a:pt x="3106" y="7854"/>
                  </a:cubicBezTo>
                  <a:cubicBezTo>
                    <a:pt x="3143" y="7854"/>
                    <a:pt x="3143" y="7854"/>
                    <a:pt x="3143" y="7854"/>
                  </a:cubicBezTo>
                  <a:cubicBezTo>
                    <a:pt x="3180" y="7786"/>
                    <a:pt x="3180" y="7786"/>
                    <a:pt x="3180" y="7786"/>
                  </a:cubicBezTo>
                  <a:cubicBezTo>
                    <a:pt x="3180" y="7719"/>
                    <a:pt x="3180" y="7719"/>
                    <a:pt x="3180" y="7719"/>
                  </a:cubicBezTo>
                  <a:cubicBezTo>
                    <a:pt x="3180" y="7651"/>
                    <a:pt x="3180" y="7651"/>
                    <a:pt x="3180" y="7651"/>
                  </a:cubicBezTo>
                  <a:cubicBezTo>
                    <a:pt x="3143" y="7651"/>
                    <a:pt x="3143" y="7651"/>
                    <a:pt x="3143" y="7651"/>
                  </a:cubicBezTo>
                  <a:cubicBezTo>
                    <a:pt x="3106" y="7651"/>
                    <a:pt x="3106" y="7651"/>
                    <a:pt x="3106" y="7651"/>
                  </a:cubicBezTo>
                  <a:cubicBezTo>
                    <a:pt x="3143" y="7651"/>
                    <a:pt x="3143" y="7651"/>
                    <a:pt x="3143" y="7651"/>
                  </a:cubicBezTo>
                  <a:cubicBezTo>
                    <a:pt x="3180" y="7651"/>
                    <a:pt x="3180" y="7651"/>
                    <a:pt x="3180" y="7651"/>
                  </a:cubicBezTo>
                  <a:cubicBezTo>
                    <a:pt x="3180" y="7583"/>
                    <a:pt x="3180" y="7583"/>
                    <a:pt x="3180" y="7583"/>
                  </a:cubicBezTo>
                  <a:cubicBezTo>
                    <a:pt x="3180" y="7583"/>
                    <a:pt x="3180" y="7583"/>
                    <a:pt x="3180" y="7583"/>
                  </a:cubicBezTo>
                  <a:cubicBezTo>
                    <a:pt x="3106" y="7583"/>
                    <a:pt x="3106" y="7583"/>
                    <a:pt x="3106" y="7583"/>
                  </a:cubicBezTo>
                  <a:cubicBezTo>
                    <a:pt x="3032" y="7515"/>
                    <a:pt x="3032" y="7515"/>
                    <a:pt x="3032" y="7515"/>
                  </a:cubicBezTo>
                  <a:cubicBezTo>
                    <a:pt x="2995" y="7515"/>
                    <a:pt x="2995" y="7515"/>
                    <a:pt x="2995" y="7515"/>
                  </a:cubicBezTo>
                  <a:cubicBezTo>
                    <a:pt x="2958" y="7515"/>
                    <a:pt x="2958" y="7515"/>
                    <a:pt x="2958" y="7515"/>
                  </a:cubicBezTo>
                  <a:cubicBezTo>
                    <a:pt x="2921" y="7583"/>
                    <a:pt x="2921" y="7583"/>
                    <a:pt x="2921" y="7583"/>
                  </a:cubicBezTo>
                  <a:cubicBezTo>
                    <a:pt x="2847" y="7583"/>
                    <a:pt x="2847" y="7583"/>
                    <a:pt x="2847" y="7583"/>
                  </a:cubicBezTo>
                  <a:cubicBezTo>
                    <a:pt x="2847" y="7583"/>
                    <a:pt x="2847" y="7583"/>
                    <a:pt x="2847" y="7583"/>
                  </a:cubicBezTo>
                  <a:cubicBezTo>
                    <a:pt x="2810" y="7651"/>
                    <a:pt x="2810" y="7651"/>
                    <a:pt x="2810" y="7651"/>
                  </a:cubicBezTo>
                  <a:cubicBezTo>
                    <a:pt x="2810" y="7719"/>
                    <a:pt x="2810" y="7719"/>
                    <a:pt x="2810" y="7719"/>
                  </a:cubicBezTo>
                  <a:cubicBezTo>
                    <a:pt x="2773" y="7719"/>
                    <a:pt x="2773" y="7719"/>
                    <a:pt x="2773" y="7719"/>
                  </a:cubicBezTo>
                  <a:cubicBezTo>
                    <a:pt x="2810" y="7786"/>
                    <a:pt x="2810" y="7786"/>
                    <a:pt x="2810" y="7786"/>
                  </a:cubicBezTo>
                  <a:cubicBezTo>
                    <a:pt x="2810" y="7786"/>
                    <a:pt x="2810" y="7786"/>
                    <a:pt x="2810" y="7786"/>
                  </a:cubicBezTo>
                  <a:cubicBezTo>
                    <a:pt x="2847" y="7854"/>
                    <a:pt x="2847" y="7854"/>
                    <a:pt x="2847" y="7854"/>
                  </a:cubicBezTo>
                  <a:cubicBezTo>
                    <a:pt x="2810" y="7854"/>
                    <a:pt x="2810" y="7854"/>
                    <a:pt x="2810" y="7854"/>
                  </a:cubicBezTo>
                  <a:cubicBezTo>
                    <a:pt x="2810" y="7854"/>
                    <a:pt x="2810" y="7854"/>
                    <a:pt x="2810" y="7854"/>
                  </a:cubicBezTo>
                  <a:cubicBezTo>
                    <a:pt x="2773" y="7854"/>
                    <a:pt x="2773" y="7854"/>
                    <a:pt x="2773" y="7854"/>
                  </a:cubicBezTo>
                  <a:cubicBezTo>
                    <a:pt x="2736" y="7922"/>
                    <a:pt x="2736" y="7922"/>
                    <a:pt x="2736" y="7922"/>
                  </a:cubicBezTo>
                  <a:cubicBezTo>
                    <a:pt x="2736" y="7989"/>
                    <a:pt x="2736" y="7989"/>
                    <a:pt x="2736" y="7989"/>
                  </a:cubicBezTo>
                  <a:cubicBezTo>
                    <a:pt x="2736" y="8057"/>
                    <a:pt x="2736" y="8057"/>
                    <a:pt x="2736" y="8057"/>
                  </a:cubicBezTo>
                  <a:cubicBezTo>
                    <a:pt x="2773" y="8057"/>
                    <a:pt x="2773" y="8057"/>
                    <a:pt x="2773" y="8057"/>
                  </a:cubicBezTo>
                  <a:cubicBezTo>
                    <a:pt x="2810" y="7989"/>
                    <a:pt x="2810" y="7989"/>
                    <a:pt x="2810" y="7989"/>
                  </a:cubicBezTo>
                  <a:cubicBezTo>
                    <a:pt x="2810" y="7989"/>
                    <a:pt x="2810" y="7989"/>
                    <a:pt x="2810" y="7989"/>
                  </a:cubicBezTo>
                  <a:cubicBezTo>
                    <a:pt x="2810" y="8057"/>
                    <a:pt x="2810" y="8057"/>
                    <a:pt x="2810" y="8057"/>
                  </a:cubicBezTo>
                  <a:cubicBezTo>
                    <a:pt x="2773" y="8125"/>
                    <a:pt x="2773" y="8125"/>
                    <a:pt x="2773" y="8125"/>
                  </a:cubicBezTo>
                  <a:cubicBezTo>
                    <a:pt x="2810" y="8125"/>
                    <a:pt x="2810" y="8125"/>
                    <a:pt x="2810" y="8125"/>
                  </a:cubicBezTo>
                  <a:cubicBezTo>
                    <a:pt x="2810" y="8057"/>
                    <a:pt x="2810" y="8057"/>
                    <a:pt x="2810" y="8057"/>
                  </a:cubicBezTo>
                  <a:cubicBezTo>
                    <a:pt x="2847" y="8057"/>
                    <a:pt x="2847" y="8057"/>
                    <a:pt x="2847" y="8057"/>
                  </a:cubicBezTo>
                  <a:cubicBezTo>
                    <a:pt x="2847" y="8057"/>
                    <a:pt x="2847" y="8057"/>
                    <a:pt x="2847" y="8057"/>
                  </a:cubicBezTo>
                  <a:cubicBezTo>
                    <a:pt x="2847" y="8125"/>
                    <a:pt x="2847" y="8125"/>
                    <a:pt x="2847" y="8125"/>
                  </a:cubicBezTo>
                  <a:cubicBezTo>
                    <a:pt x="2810" y="8125"/>
                    <a:pt x="2810" y="8125"/>
                    <a:pt x="2810" y="8125"/>
                  </a:cubicBezTo>
                  <a:cubicBezTo>
                    <a:pt x="2847" y="8193"/>
                    <a:pt x="2847" y="8193"/>
                    <a:pt x="2847" y="8193"/>
                  </a:cubicBezTo>
                  <a:cubicBezTo>
                    <a:pt x="2884" y="8193"/>
                    <a:pt x="2884" y="8193"/>
                    <a:pt x="2884" y="8193"/>
                  </a:cubicBezTo>
                  <a:cubicBezTo>
                    <a:pt x="2847" y="8193"/>
                    <a:pt x="2847" y="8193"/>
                    <a:pt x="2847" y="8193"/>
                  </a:cubicBezTo>
                  <a:cubicBezTo>
                    <a:pt x="2847" y="8193"/>
                    <a:pt x="2847" y="8193"/>
                    <a:pt x="2847" y="8193"/>
                  </a:cubicBezTo>
                  <a:cubicBezTo>
                    <a:pt x="2810" y="8260"/>
                    <a:pt x="2810" y="8260"/>
                    <a:pt x="2810" y="8260"/>
                  </a:cubicBezTo>
                  <a:cubicBezTo>
                    <a:pt x="2810" y="8260"/>
                    <a:pt x="2810" y="8260"/>
                    <a:pt x="2810" y="8260"/>
                  </a:cubicBezTo>
                  <a:cubicBezTo>
                    <a:pt x="2847" y="8328"/>
                    <a:pt x="2847" y="8328"/>
                    <a:pt x="2847" y="8328"/>
                  </a:cubicBezTo>
                  <a:cubicBezTo>
                    <a:pt x="2810" y="8328"/>
                    <a:pt x="2810" y="8328"/>
                    <a:pt x="2810" y="8328"/>
                  </a:cubicBezTo>
                  <a:cubicBezTo>
                    <a:pt x="2810" y="8328"/>
                    <a:pt x="2810" y="8328"/>
                    <a:pt x="2810" y="8328"/>
                  </a:cubicBezTo>
                  <a:cubicBezTo>
                    <a:pt x="2773" y="8328"/>
                    <a:pt x="2773" y="8328"/>
                    <a:pt x="2773" y="8328"/>
                  </a:cubicBezTo>
                  <a:cubicBezTo>
                    <a:pt x="2736" y="8328"/>
                    <a:pt x="2736" y="8328"/>
                    <a:pt x="2736" y="8328"/>
                  </a:cubicBezTo>
                  <a:cubicBezTo>
                    <a:pt x="2736" y="8328"/>
                    <a:pt x="2736" y="8328"/>
                    <a:pt x="2736" y="8328"/>
                  </a:cubicBezTo>
                  <a:cubicBezTo>
                    <a:pt x="2700" y="8396"/>
                    <a:pt x="2700" y="8396"/>
                    <a:pt x="2700" y="8396"/>
                  </a:cubicBezTo>
                  <a:cubicBezTo>
                    <a:pt x="2700" y="8463"/>
                    <a:pt x="2700" y="8463"/>
                    <a:pt x="2700" y="8463"/>
                  </a:cubicBezTo>
                  <a:cubicBezTo>
                    <a:pt x="2700" y="8531"/>
                    <a:pt x="2700" y="8531"/>
                    <a:pt x="2700" y="8531"/>
                  </a:cubicBezTo>
                  <a:cubicBezTo>
                    <a:pt x="2700" y="8599"/>
                    <a:pt x="2700" y="8599"/>
                    <a:pt x="2700" y="8599"/>
                  </a:cubicBezTo>
                  <a:cubicBezTo>
                    <a:pt x="2700" y="8667"/>
                    <a:pt x="2700" y="8667"/>
                    <a:pt x="2700" y="8667"/>
                  </a:cubicBezTo>
                  <a:cubicBezTo>
                    <a:pt x="2773" y="8667"/>
                    <a:pt x="2773" y="8667"/>
                    <a:pt x="2773" y="8667"/>
                  </a:cubicBezTo>
                  <a:cubicBezTo>
                    <a:pt x="2773" y="8734"/>
                    <a:pt x="2773" y="8734"/>
                    <a:pt x="2773" y="8734"/>
                  </a:cubicBezTo>
                  <a:cubicBezTo>
                    <a:pt x="2810" y="8802"/>
                    <a:pt x="2810" y="8802"/>
                    <a:pt x="2810" y="8802"/>
                  </a:cubicBezTo>
                  <a:cubicBezTo>
                    <a:pt x="2847" y="8802"/>
                    <a:pt x="2847" y="8802"/>
                    <a:pt x="2847" y="8802"/>
                  </a:cubicBezTo>
                  <a:cubicBezTo>
                    <a:pt x="2847" y="8802"/>
                    <a:pt x="2847" y="8802"/>
                    <a:pt x="2847" y="8802"/>
                  </a:cubicBezTo>
                  <a:cubicBezTo>
                    <a:pt x="2884" y="8802"/>
                    <a:pt x="2884" y="8802"/>
                    <a:pt x="2884" y="8802"/>
                  </a:cubicBezTo>
                  <a:cubicBezTo>
                    <a:pt x="2921" y="8734"/>
                    <a:pt x="2921" y="8734"/>
                    <a:pt x="2921" y="8734"/>
                  </a:cubicBezTo>
                  <a:cubicBezTo>
                    <a:pt x="2884" y="8667"/>
                    <a:pt x="2884" y="8667"/>
                    <a:pt x="2884" y="8667"/>
                  </a:cubicBezTo>
                  <a:cubicBezTo>
                    <a:pt x="2884" y="8599"/>
                    <a:pt x="2884" y="8599"/>
                    <a:pt x="2884" y="8599"/>
                  </a:cubicBezTo>
                  <a:cubicBezTo>
                    <a:pt x="2921" y="8531"/>
                    <a:pt x="2921" y="8531"/>
                    <a:pt x="2921" y="8531"/>
                  </a:cubicBezTo>
                  <a:cubicBezTo>
                    <a:pt x="2921" y="8599"/>
                    <a:pt x="2921" y="8599"/>
                    <a:pt x="2921" y="8599"/>
                  </a:cubicBezTo>
                  <a:cubicBezTo>
                    <a:pt x="2921" y="8667"/>
                    <a:pt x="2921" y="8667"/>
                    <a:pt x="2921" y="8667"/>
                  </a:cubicBezTo>
                  <a:cubicBezTo>
                    <a:pt x="2921" y="8667"/>
                    <a:pt x="2921" y="8667"/>
                    <a:pt x="2921" y="8667"/>
                  </a:cubicBezTo>
                  <a:cubicBezTo>
                    <a:pt x="2921" y="8734"/>
                    <a:pt x="2921" y="8734"/>
                    <a:pt x="2921" y="8734"/>
                  </a:cubicBezTo>
                  <a:cubicBezTo>
                    <a:pt x="2958" y="8734"/>
                    <a:pt x="2958" y="8734"/>
                    <a:pt x="2958" y="8734"/>
                  </a:cubicBezTo>
                  <a:cubicBezTo>
                    <a:pt x="2958" y="8734"/>
                    <a:pt x="2958" y="8734"/>
                    <a:pt x="2958" y="8734"/>
                  </a:cubicBezTo>
                  <a:cubicBezTo>
                    <a:pt x="2958" y="8667"/>
                    <a:pt x="2958" y="8667"/>
                    <a:pt x="2958" y="8667"/>
                  </a:cubicBezTo>
                  <a:cubicBezTo>
                    <a:pt x="2995" y="8667"/>
                    <a:pt x="2995" y="8667"/>
                    <a:pt x="2995" y="8667"/>
                  </a:cubicBezTo>
                  <a:cubicBezTo>
                    <a:pt x="2995" y="8667"/>
                    <a:pt x="2995" y="8667"/>
                    <a:pt x="2995" y="8667"/>
                  </a:cubicBezTo>
                  <a:cubicBezTo>
                    <a:pt x="2995" y="8667"/>
                    <a:pt x="2995" y="8667"/>
                    <a:pt x="2995" y="8667"/>
                  </a:cubicBezTo>
                  <a:cubicBezTo>
                    <a:pt x="2995" y="8734"/>
                    <a:pt x="2995" y="8734"/>
                    <a:pt x="2995" y="8734"/>
                  </a:cubicBezTo>
                  <a:cubicBezTo>
                    <a:pt x="3032" y="8802"/>
                    <a:pt x="3032" y="8802"/>
                    <a:pt x="3032" y="8802"/>
                  </a:cubicBezTo>
                  <a:cubicBezTo>
                    <a:pt x="3069" y="8870"/>
                    <a:pt x="3069" y="8870"/>
                    <a:pt x="3069" y="8870"/>
                  </a:cubicBezTo>
                  <a:cubicBezTo>
                    <a:pt x="3106" y="8870"/>
                    <a:pt x="3106" y="8870"/>
                    <a:pt x="3106" y="8870"/>
                  </a:cubicBezTo>
                  <a:cubicBezTo>
                    <a:pt x="3106" y="8802"/>
                    <a:pt x="3106" y="8802"/>
                    <a:pt x="3106" y="8802"/>
                  </a:cubicBezTo>
                  <a:cubicBezTo>
                    <a:pt x="3143" y="8870"/>
                    <a:pt x="3143" y="8870"/>
                    <a:pt x="3143" y="8870"/>
                  </a:cubicBezTo>
                  <a:cubicBezTo>
                    <a:pt x="3106" y="8870"/>
                    <a:pt x="3106" y="8870"/>
                    <a:pt x="3106" y="8870"/>
                  </a:cubicBezTo>
                  <a:cubicBezTo>
                    <a:pt x="3106" y="8870"/>
                    <a:pt x="3106" y="8870"/>
                    <a:pt x="3106" y="8870"/>
                  </a:cubicBezTo>
                  <a:cubicBezTo>
                    <a:pt x="3106" y="8870"/>
                    <a:pt x="3106" y="8870"/>
                    <a:pt x="3106" y="8870"/>
                  </a:cubicBezTo>
                  <a:cubicBezTo>
                    <a:pt x="3069" y="8937"/>
                    <a:pt x="3069" y="8937"/>
                    <a:pt x="3069" y="8937"/>
                  </a:cubicBezTo>
                  <a:cubicBezTo>
                    <a:pt x="3069" y="8937"/>
                    <a:pt x="3069" y="8937"/>
                    <a:pt x="3069" y="8937"/>
                  </a:cubicBezTo>
                  <a:cubicBezTo>
                    <a:pt x="3106" y="9005"/>
                    <a:pt x="3106" y="9005"/>
                    <a:pt x="3106" y="9005"/>
                  </a:cubicBezTo>
                  <a:cubicBezTo>
                    <a:pt x="3106" y="9005"/>
                    <a:pt x="3106" y="9005"/>
                    <a:pt x="3106" y="9005"/>
                  </a:cubicBezTo>
                  <a:cubicBezTo>
                    <a:pt x="3069" y="9005"/>
                    <a:pt x="3069" y="9005"/>
                    <a:pt x="3069" y="9005"/>
                  </a:cubicBezTo>
                  <a:cubicBezTo>
                    <a:pt x="3069" y="9005"/>
                    <a:pt x="3069" y="9005"/>
                    <a:pt x="3069" y="9005"/>
                  </a:cubicBezTo>
                  <a:cubicBezTo>
                    <a:pt x="3069" y="9073"/>
                    <a:pt x="3069" y="9073"/>
                    <a:pt x="3069" y="9073"/>
                  </a:cubicBezTo>
                  <a:cubicBezTo>
                    <a:pt x="3069" y="9073"/>
                    <a:pt x="3069" y="9073"/>
                    <a:pt x="3069" y="9073"/>
                  </a:cubicBezTo>
                  <a:cubicBezTo>
                    <a:pt x="3106" y="9073"/>
                    <a:pt x="3106" y="9073"/>
                    <a:pt x="3106" y="9073"/>
                  </a:cubicBezTo>
                  <a:cubicBezTo>
                    <a:pt x="3143" y="9141"/>
                    <a:pt x="3143" y="9141"/>
                    <a:pt x="3143" y="9141"/>
                  </a:cubicBezTo>
                  <a:cubicBezTo>
                    <a:pt x="3180" y="9141"/>
                    <a:pt x="3180" y="9141"/>
                    <a:pt x="3180" y="9141"/>
                  </a:cubicBezTo>
                  <a:cubicBezTo>
                    <a:pt x="3217" y="9141"/>
                    <a:pt x="3217" y="9141"/>
                    <a:pt x="3217" y="9141"/>
                  </a:cubicBezTo>
                  <a:cubicBezTo>
                    <a:pt x="3217" y="9073"/>
                    <a:pt x="3217" y="9073"/>
                    <a:pt x="3217" y="9073"/>
                  </a:cubicBezTo>
                  <a:cubicBezTo>
                    <a:pt x="3254" y="9073"/>
                    <a:pt x="3254" y="9073"/>
                    <a:pt x="3254" y="9073"/>
                  </a:cubicBezTo>
                  <a:cubicBezTo>
                    <a:pt x="3254" y="9141"/>
                    <a:pt x="3254" y="9141"/>
                    <a:pt x="3254" y="9141"/>
                  </a:cubicBezTo>
                  <a:cubicBezTo>
                    <a:pt x="3254" y="9208"/>
                    <a:pt x="3254" y="9208"/>
                    <a:pt x="3254" y="9208"/>
                  </a:cubicBezTo>
                  <a:cubicBezTo>
                    <a:pt x="3291" y="9208"/>
                    <a:pt x="3291" y="9208"/>
                    <a:pt x="3291" y="9208"/>
                  </a:cubicBezTo>
                  <a:cubicBezTo>
                    <a:pt x="3328" y="9208"/>
                    <a:pt x="3328" y="9208"/>
                    <a:pt x="3328" y="9208"/>
                  </a:cubicBezTo>
                  <a:cubicBezTo>
                    <a:pt x="3328" y="9208"/>
                    <a:pt x="3328" y="9208"/>
                    <a:pt x="3328" y="9208"/>
                  </a:cubicBezTo>
                  <a:cubicBezTo>
                    <a:pt x="3328" y="9141"/>
                    <a:pt x="3328" y="9141"/>
                    <a:pt x="3328" y="9141"/>
                  </a:cubicBezTo>
                  <a:cubicBezTo>
                    <a:pt x="3291" y="9073"/>
                    <a:pt x="3291" y="9073"/>
                    <a:pt x="3291" y="9073"/>
                  </a:cubicBezTo>
                  <a:cubicBezTo>
                    <a:pt x="3291" y="9073"/>
                    <a:pt x="3291" y="9073"/>
                    <a:pt x="3291" y="9073"/>
                  </a:cubicBezTo>
                  <a:cubicBezTo>
                    <a:pt x="3291" y="9073"/>
                    <a:pt x="3291" y="9073"/>
                    <a:pt x="3291" y="9073"/>
                  </a:cubicBezTo>
                  <a:cubicBezTo>
                    <a:pt x="3328" y="9073"/>
                    <a:pt x="3328" y="9073"/>
                    <a:pt x="3328" y="9073"/>
                  </a:cubicBezTo>
                  <a:cubicBezTo>
                    <a:pt x="3328" y="9141"/>
                    <a:pt x="3328" y="9141"/>
                    <a:pt x="3328" y="9141"/>
                  </a:cubicBezTo>
                  <a:cubicBezTo>
                    <a:pt x="3365" y="9141"/>
                    <a:pt x="3365" y="9141"/>
                    <a:pt x="3365" y="9141"/>
                  </a:cubicBezTo>
                  <a:cubicBezTo>
                    <a:pt x="3365" y="9208"/>
                    <a:pt x="3365" y="9208"/>
                    <a:pt x="3365" y="9208"/>
                  </a:cubicBezTo>
                  <a:cubicBezTo>
                    <a:pt x="3402" y="9208"/>
                    <a:pt x="3402" y="9208"/>
                    <a:pt x="3402" y="9208"/>
                  </a:cubicBezTo>
                  <a:cubicBezTo>
                    <a:pt x="3402" y="9141"/>
                    <a:pt x="3402" y="9141"/>
                    <a:pt x="3402" y="9141"/>
                  </a:cubicBezTo>
                  <a:cubicBezTo>
                    <a:pt x="3402" y="9141"/>
                    <a:pt x="3402" y="9141"/>
                    <a:pt x="3402" y="9141"/>
                  </a:cubicBezTo>
                  <a:cubicBezTo>
                    <a:pt x="3439" y="9208"/>
                    <a:pt x="3439" y="9208"/>
                    <a:pt x="3439" y="9208"/>
                  </a:cubicBezTo>
                  <a:cubicBezTo>
                    <a:pt x="3476" y="9208"/>
                    <a:pt x="3476" y="9208"/>
                    <a:pt x="3476" y="9208"/>
                  </a:cubicBezTo>
                  <a:cubicBezTo>
                    <a:pt x="3476" y="9208"/>
                    <a:pt x="3476" y="9208"/>
                    <a:pt x="3476" y="9208"/>
                  </a:cubicBezTo>
                  <a:cubicBezTo>
                    <a:pt x="3476" y="9208"/>
                    <a:pt x="3476" y="9208"/>
                    <a:pt x="3476" y="9208"/>
                  </a:cubicBezTo>
                  <a:cubicBezTo>
                    <a:pt x="3476" y="9141"/>
                    <a:pt x="3476" y="9141"/>
                    <a:pt x="3476" y="9141"/>
                  </a:cubicBezTo>
                  <a:cubicBezTo>
                    <a:pt x="3476" y="9141"/>
                    <a:pt x="3476" y="9141"/>
                    <a:pt x="3476" y="9141"/>
                  </a:cubicBezTo>
                  <a:cubicBezTo>
                    <a:pt x="3476" y="9141"/>
                    <a:pt x="3476" y="9141"/>
                    <a:pt x="3476" y="9141"/>
                  </a:cubicBezTo>
                  <a:cubicBezTo>
                    <a:pt x="3513" y="9141"/>
                    <a:pt x="3513" y="9141"/>
                    <a:pt x="3513" y="9141"/>
                  </a:cubicBezTo>
                  <a:cubicBezTo>
                    <a:pt x="3513" y="9141"/>
                    <a:pt x="3513" y="9141"/>
                    <a:pt x="3513" y="9141"/>
                  </a:cubicBezTo>
                  <a:cubicBezTo>
                    <a:pt x="3513" y="9141"/>
                    <a:pt x="3513" y="9141"/>
                    <a:pt x="3513" y="9141"/>
                  </a:cubicBezTo>
                  <a:cubicBezTo>
                    <a:pt x="3550" y="9208"/>
                    <a:pt x="3550" y="9208"/>
                    <a:pt x="3550" y="9208"/>
                  </a:cubicBezTo>
                  <a:cubicBezTo>
                    <a:pt x="3550" y="9276"/>
                    <a:pt x="3550" y="9276"/>
                    <a:pt x="3550" y="9276"/>
                  </a:cubicBezTo>
                  <a:cubicBezTo>
                    <a:pt x="3587" y="9208"/>
                    <a:pt x="3587" y="9208"/>
                    <a:pt x="3587" y="9208"/>
                  </a:cubicBezTo>
                  <a:cubicBezTo>
                    <a:pt x="3587" y="9208"/>
                    <a:pt x="3587" y="9208"/>
                    <a:pt x="3587" y="9208"/>
                  </a:cubicBezTo>
                  <a:cubicBezTo>
                    <a:pt x="3550" y="9141"/>
                    <a:pt x="3550" y="9141"/>
                    <a:pt x="3550" y="9141"/>
                  </a:cubicBezTo>
                  <a:cubicBezTo>
                    <a:pt x="3550" y="9141"/>
                    <a:pt x="3550" y="9141"/>
                    <a:pt x="3550" y="9141"/>
                  </a:cubicBezTo>
                  <a:cubicBezTo>
                    <a:pt x="3513" y="9141"/>
                    <a:pt x="3513" y="9141"/>
                    <a:pt x="3513" y="9141"/>
                  </a:cubicBezTo>
                  <a:cubicBezTo>
                    <a:pt x="3550" y="9141"/>
                    <a:pt x="3550" y="9141"/>
                    <a:pt x="3550" y="9141"/>
                  </a:cubicBezTo>
                  <a:cubicBezTo>
                    <a:pt x="3550" y="9141"/>
                    <a:pt x="3550" y="9141"/>
                    <a:pt x="3550" y="9141"/>
                  </a:cubicBezTo>
                  <a:cubicBezTo>
                    <a:pt x="3550" y="9141"/>
                    <a:pt x="3550" y="9141"/>
                    <a:pt x="3550" y="9141"/>
                  </a:cubicBezTo>
                  <a:cubicBezTo>
                    <a:pt x="3587" y="9073"/>
                    <a:pt x="3587" y="9073"/>
                    <a:pt x="3587" y="9073"/>
                  </a:cubicBezTo>
                  <a:cubicBezTo>
                    <a:pt x="3587" y="9073"/>
                    <a:pt x="3587" y="9073"/>
                    <a:pt x="3587" y="9073"/>
                  </a:cubicBezTo>
                  <a:cubicBezTo>
                    <a:pt x="3587" y="9005"/>
                    <a:pt x="3587" y="9005"/>
                    <a:pt x="3587" y="9005"/>
                  </a:cubicBezTo>
                  <a:close/>
                  <a:moveTo>
                    <a:pt x="1146" y="12391"/>
                  </a:moveTo>
                  <a:cubicBezTo>
                    <a:pt x="1109" y="12391"/>
                    <a:pt x="1109" y="12391"/>
                    <a:pt x="1109" y="12391"/>
                  </a:cubicBezTo>
                  <a:cubicBezTo>
                    <a:pt x="1146" y="12323"/>
                    <a:pt x="1146" y="12323"/>
                    <a:pt x="1146" y="12323"/>
                  </a:cubicBezTo>
                  <a:cubicBezTo>
                    <a:pt x="1109" y="12323"/>
                    <a:pt x="1109" y="12323"/>
                    <a:pt x="1109" y="12323"/>
                  </a:cubicBezTo>
                  <a:cubicBezTo>
                    <a:pt x="1109" y="12323"/>
                    <a:pt x="1109" y="12323"/>
                    <a:pt x="1109" y="12323"/>
                  </a:cubicBezTo>
                  <a:cubicBezTo>
                    <a:pt x="1072" y="12323"/>
                    <a:pt x="1072" y="12323"/>
                    <a:pt x="1072" y="12323"/>
                  </a:cubicBezTo>
                  <a:cubicBezTo>
                    <a:pt x="1072" y="12391"/>
                    <a:pt x="1072" y="12391"/>
                    <a:pt x="1072" y="12391"/>
                  </a:cubicBezTo>
                  <a:cubicBezTo>
                    <a:pt x="1109" y="12391"/>
                    <a:pt x="1109" y="12391"/>
                    <a:pt x="1109" y="12391"/>
                  </a:cubicBezTo>
                  <a:cubicBezTo>
                    <a:pt x="1109" y="12458"/>
                    <a:pt x="1109" y="12458"/>
                    <a:pt x="1109" y="12458"/>
                  </a:cubicBezTo>
                  <a:cubicBezTo>
                    <a:pt x="1146" y="12458"/>
                    <a:pt x="1146" y="12458"/>
                    <a:pt x="1146" y="12458"/>
                  </a:cubicBezTo>
                  <a:cubicBezTo>
                    <a:pt x="1146" y="12391"/>
                    <a:pt x="1146" y="12391"/>
                    <a:pt x="1146" y="12391"/>
                  </a:cubicBezTo>
                  <a:close/>
                  <a:moveTo>
                    <a:pt x="1997" y="11510"/>
                  </a:moveTo>
                  <a:cubicBezTo>
                    <a:pt x="1997" y="11510"/>
                    <a:pt x="1997" y="11510"/>
                    <a:pt x="1997" y="11510"/>
                  </a:cubicBezTo>
                  <a:cubicBezTo>
                    <a:pt x="1997" y="11510"/>
                    <a:pt x="1997" y="11510"/>
                    <a:pt x="1997" y="11510"/>
                  </a:cubicBezTo>
                  <a:cubicBezTo>
                    <a:pt x="1960" y="11443"/>
                    <a:pt x="1960" y="11443"/>
                    <a:pt x="1960" y="11443"/>
                  </a:cubicBezTo>
                  <a:cubicBezTo>
                    <a:pt x="1960" y="11443"/>
                    <a:pt x="1960" y="11443"/>
                    <a:pt x="1960" y="11443"/>
                  </a:cubicBezTo>
                  <a:cubicBezTo>
                    <a:pt x="1960" y="11510"/>
                    <a:pt x="1960" y="11510"/>
                    <a:pt x="1960" y="11510"/>
                  </a:cubicBezTo>
                  <a:cubicBezTo>
                    <a:pt x="1997" y="11510"/>
                    <a:pt x="1997" y="11510"/>
                    <a:pt x="1997" y="11510"/>
                  </a:cubicBezTo>
                  <a:close/>
                  <a:moveTo>
                    <a:pt x="2626" y="10359"/>
                  </a:moveTo>
                  <a:cubicBezTo>
                    <a:pt x="2663" y="10359"/>
                    <a:pt x="2663" y="10359"/>
                    <a:pt x="2663" y="10359"/>
                  </a:cubicBezTo>
                  <a:cubicBezTo>
                    <a:pt x="2736" y="10292"/>
                    <a:pt x="2736" y="10292"/>
                    <a:pt x="2736" y="10292"/>
                  </a:cubicBezTo>
                  <a:cubicBezTo>
                    <a:pt x="2736" y="10224"/>
                    <a:pt x="2736" y="10224"/>
                    <a:pt x="2736" y="10224"/>
                  </a:cubicBezTo>
                  <a:cubicBezTo>
                    <a:pt x="2736" y="10089"/>
                    <a:pt x="2736" y="10089"/>
                    <a:pt x="2736" y="10089"/>
                  </a:cubicBezTo>
                  <a:cubicBezTo>
                    <a:pt x="2773" y="10089"/>
                    <a:pt x="2773" y="10089"/>
                    <a:pt x="2773" y="10089"/>
                  </a:cubicBezTo>
                  <a:cubicBezTo>
                    <a:pt x="2773" y="10156"/>
                    <a:pt x="2773" y="10156"/>
                    <a:pt x="2773" y="10156"/>
                  </a:cubicBezTo>
                  <a:cubicBezTo>
                    <a:pt x="2773" y="10224"/>
                    <a:pt x="2773" y="10224"/>
                    <a:pt x="2773" y="10224"/>
                  </a:cubicBezTo>
                  <a:cubicBezTo>
                    <a:pt x="2810" y="10156"/>
                    <a:pt x="2810" y="10156"/>
                    <a:pt x="2810" y="10156"/>
                  </a:cubicBezTo>
                  <a:cubicBezTo>
                    <a:pt x="2810" y="10089"/>
                    <a:pt x="2810" y="10089"/>
                    <a:pt x="2810" y="10089"/>
                  </a:cubicBezTo>
                  <a:cubicBezTo>
                    <a:pt x="2773" y="10021"/>
                    <a:pt x="2773" y="10021"/>
                    <a:pt x="2773" y="10021"/>
                  </a:cubicBezTo>
                  <a:cubicBezTo>
                    <a:pt x="2663" y="9953"/>
                    <a:pt x="2663" y="9953"/>
                    <a:pt x="2663" y="9953"/>
                  </a:cubicBezTo>
                  <a:cubicBezTo>
                    <a:pt x="2589" y="9885"/>
                    <a:pt x="2589" y="9885"/>
                    <a:pt x="2589" y="9885"/>
                  </a:cubicBezTo>
                  <a:cubicBezTo>
                    <a:pt x="2552" y="9953"/>
                    <a:pt x="2552" y="9953"/>
                    <a:pt x="2552" y="9953"/>
                  </a:cubicBezTo>
                  <a:cubicBezTo>
                    <a:pt x="2552" y="10089"/>
                    <a:pt x="2552" y="10089"/>
                    <a:pt x="2552" y="10089"/>
                  </a:cubicBezTo>
                  <a:cubicBezTo>
                    <a:pt x="2552" y="10224"/>
                    <a:pt x="2552" y="10224"/>
                    <a:pt x="2552" y="10224"/>
                  </a:cubicBezTo>
                  <a:cubicBezTo>
                    <a:pt x="2552" y="10224"/>
                    <a:pt x="2552" y="10224"/>
                    <a:pt x="2552" y="10224"/>
                  </a:cubicBezTo>
                  <a:cubicBezTo>
                    <a:pt x="2552" y="10359"/>
                    <a:pt x="2552" y="10359"/>
                    <a:pt x="2552" y="10359"/>
                  </a:cubicBezTo>
                  <a:cubicBezTo>
                    <a:pt x="2589" y="10292"/>
                    <a:pt x="2589" y="10292"/>
                    <a:pt x="2589" y="10292"/>
                  </a:cubicBezTo>
                  <a:cubicBezTo>
                    <a:pt x="2589" y="10359"/>
                    <a:pt x="2589" y="10359"/>
                    <a:pt x="2589" y="10359"/>
                  </a:cubicBezTo>
                  <a:cubicBezTo>
                    <a:pt x="2589" y="10359"/>
                    <a:pt x="2589" y="10359"/>
                    <a:pt x="2589" y="10359"/>
                  </a:cubicBezTo>
                  <a:cubicBezTo>
                    <a:pt x="2626" y="10359"/>
                    <a:pt x="2626" y="10359"/>
                    <a:pt x="2626" y="10359"/>
                  </a:cubicBezTo>
                  <a:cubicBezTo>
                    <a:pt x="2626" y="10359"/>
                    <a:pt x="2626" y="10359"/>
                    <a:pt x="2626" y="10359"/>
                  </a:cubicBezTo>
                  <a:close/>
                  <a:moveTo>
                    <a:pt x="2921" y="10427"/>
                  </a:moveTo>
                  <a:cubicBezTo>
                    <a:pt x="2958" y="10427"/>
                    <a:pt x="2958" y="10427"/>
                    <a:pt x="2958" y="10427"/>
                  </a:cubicBezTo>
                  <a:cubicBezTo>
                    <a:pt x="2958" y="10427"/>
                    <a:pt x="2958" y="10427"/>
                    <a:pt x="2958" y="10427"/>
                  </a:cubicBezTo>
                  <a:cubicBezTo>
                    <a:pt x="2995" y="10427"/>
                    <a:pt x="2995" y="10427"/>
                    <a:pt x="2995" y="10427"/>
                  </a:cubicBezTo>
                  <a:cubicBezTo>
                    <a:pt x="2995" y="10359"/>
                    <a:pt x="2995" y="10359"/>
                    <a:pt x="2995" y="10359"/>
                  </a:cubicBezTo>
                  <a:cubicBezTo>
                    <a:pt x="2958" y="10359"/>
                    <a:pt x="2958" y="10359"/>
                    <a:pt x="2958" y="10359"/>
                  </a:cubicBezTo>
                  <a:cubicBezTo>
                    <a:pt x="2921" y="10427"/>
                    <a:pt x="2921" y="10427"/>
                    <a:pt x="2921" y="10427"/>
                  </a:cubicBezTo>
                  <a:cubicBezTo>
                    <a:pt x="2921" y="10427"/>
                    <a:pt x="2921" y="10427"/>
                    <a:pt x="2921" y="10427"/>
                  </a:cubicBezTo>
                  <a:close/>
                  <a:moveTo>
                    <a:pt x="3402" y="10427"/>
                  </a:moveTo>
                  <a:cubicBezTo>
                    <a:pt x="3402" y="10427"/>
                    <a:pt x="3402" y="10427"/>
                    <a:pt x="3402" y="10427"/>
                  </a:cubicBezTo>
                  <a:cubicBezTo>
                    <a:pt x="3439" y="10359"/>
                    <a:pt x="3439" y="10359"/>
                    <a:pt x="3439" y="10359"/>
                  </a:cubicBezTo>
                  <a:cubicBezTo>
                    <a:pt x="3439" y="10359"/>
                    <a:pt x="3439" y="10359"/>
                    <a:pt x="3439" y="10359"/>
                  </a:cubicBezTo>
                  <a:cubicBezTo>
                    <a:pt x="3402" y="10359"/>
                    <a:pt x="3402" y="10359"/>
                    <a:pt x="3402" y="10359"/>
                  </a:cubicBezTo>
                  <a:cubicBezTo>
                    <a:pt x="3402" y="10427"/>
                    <a:pt x="3402" y="10427"/>
                    <a:pt x="3402" y="10427"/>
                  </a:cubicBezTo>
                  <a:cubicBezTo>
                    <a:pt x="3402" y="10427"/>
                    <a:pt x="3402" y="10427"/>
                    <a:pt x="3402" y="10427"/>
                  </a:cubicBezTo>
                  <a:close/>
                  <a:moveTo>
                    <a:pt x="3328" y="10427"/>
                  </a:moveTo>
                  <a:cubicBezTo>
                    <a:pt x="3365" y="10427"/>
                    <a:pt x="3365" y="10427"/>
                    <a:pt x="3365" y="10427"/>
                  </a:cubicBezTo>
                  <a:cubicBezTo>
                    <a:pt x="3402" y="10427"/>
                    <a:pt x="3402" y="10427"/>
                    <a:pt x="3402" y="10427"/>
                  </a:cubicBezTo>
                  <a:cubicBezTo>
                    <a:pt x="3365" y="10359"/>
                    <a:pt x="3365" y="10359"/>
                    <a:pt x="3365" y="10359"/>
                  </a:cubicBezTo>
                  <a:cubicBezTo>
                    <a:pt x="3365" y="10359"/>
                    <a:pt x="3365" y="10359"/>
                    <a:pt x="3365" y="10359"/>
                  </a:cubicBezTo>
                  <a:cubicBezTo>
                    <a:pt x="3328" y="10427"/>
                    <a:pt x="3328" y="10427"/>
                    <a:pt x="3328" y="10427"/>
                  </a:cubicBezTo>
                  <a:close/>
                  <a:moveTo>
                    <a:pt x="3735" y="10156"/>
                  </a:moveTo>
                  <a:cubicBezTo>
                    <a:pt x="3735" y="10156"/>
                    <a:pt x="3735" y="10156"/>
                    <a:pt x="3735" y="10156"/>
                  </a:cubicBezTo>
                  <a:cubicBezTo>
                    <a:pt x="3772" y="10156"/>
                    <a:pt x="3772" y="10156"/>
                    <a:pt x="3772" y="10156"/>
                  </a:cubicBezTo>
                  <a:cubicBezTo>
                    <a:pt x="3809" y="10089"/>
                    <a:pt x="3809" y="10089"/>
                    <a:pt x="3809" y="10089"/>
                  </a:cubicBezTo>
                  <a:cubicBezTo>
                    <a:pt x="3809" y="10089"/>
                    <a:pt x="3809" y="10089"/>
                    <a:pt x="3809" y="10089"/>
                  </a:cubicBezTo>
                  <a:cubicBezTo>
                    <a:pt x="3809" y="10089"/>
                    <a:pt x="3809" y="10089"/>
                    <a:pt x="3809" y="10089"/>
                  </a:cubicBezTo>
                  <a:cubicBezTo>
                    <a:pt x="3735" y="10089"/>
                    <a:pt x="3735" y="10089"/>
                    <a:pt x="3735" y="10089"/>
                  </a:cubicBezTo>
                  <a:cubicBezTo>
                    <a:pt x="3735" y="10156"/>
                    <a:pt x="3735" y="10156"/>
                    <a:pt x="3735" y="10156"/>
                  </a:cubicBezTo>
                  <a:close/>
                  <a:moveTo>
                    <a:pt x="3587" y="10089"/>
                  </a:moveTo>
                  <a:cubicBezTo>
                    <a:pt x="3587" y="10156"/>
                    <a:pt x="3587" y="10156"/>
                    <a:pt x="3587" y="10156"/>
                  </a:cubicBezTo>
                  <a:cubicBezTo>
                    <a:pt x="3624" y="10156"/>
                    <a:pt x="3624" y="10156"/>
                    <a:pt x="3624" y="10156"/>
                  </a:cubicBezTo>
                  <a:cubicBezTo>
                    <a:pt x="3624" y="10089"/>
                    <a:pt x="3624" y="10089"/>
                    <a:pt x="3624" y="10089"/>
                  </a:cubicBezTo>
                  <a:cubicBezTo>
                    <a:pt x="3587" y="10089"/>
                    <a:pt x="3587" y="10089"/>
                    <a:pt x="3587" y="10089"/>
                  </a:cubicBezTo>
                  <a:cubicBezTo>
                    <a:pt x="3587" y="10089"/>
                    <a:pt x="3587" y="10089"/>
                    <a:pt x="3587" y="10089"/>
                  </a:cubicBezTo>
                  <a:close/>
                  <a:moveTo>
                    <a:pt x="3476" y="10089"/>
                  </a:moveTo>
                  <a:cubicBezTo>
                    <a:pt x="3513" y="10089"/>
                    <a:pt x="3513" y="10089"/>
                    <a:pt x="3513" y="10089"/>
                  </a:cubicBezTo>
                  <a:cubicBezTo>
                    <a:pt x="3513" y="10156"/>
                    <a:pt x="3513" y="10156"/>
                    <a:pt x="3513" y="10156"/>
                  </a:cubicBezTo>
                  <a:cubicBezTo>
                    <a:pt x="3550" y="10156"/>
                    <a:pt x="3550" y="10156"/>
                    <a:pt x="3550" y="10156"/>
                  </a:cubicBezTo>
                  <a:cubicBezTo>
                    <a:pt x="3550" y="10089"/>
                    <a:pt x="3550" y="10089"/>
                    <a:pt x="3550" y="10089"/>
                  </a:cubicBezTo>
                  <a:cubicBezTo>
                    <a:pt x="3513" y="10089"/>
                    <a:pt x="3513" y="10089"/>
                    <a:pt x="3513" y="10089"/>
                  </a:cubicBezTo>
                  <a:cubicBezTo>
                    <a:pt x="3476" y="10089"/>
                    <a:pt x="3476" y="10089"/>
                    <a:pt x="3476" y="10089"/>
                  </a:cubicBezTo>
                  <a:close/>
                  <a:moveTo>
                    <a:pt x="3439" y="10089"/>
                  </a:moveTo>
                  <a:cubicBezTo>
                    <a:pt x="3439" y="10089"/>
                    <a:pt x="3439" y="10089"/>
                    <a:pt x="3439" y="10089"/>
                  </a:cubicBezTo>
                  <a:cubicBezTo>
                    <a:pt x="3439" y="10089"/>
                    <a:pt x="3439" y="10089"/>
                    <a:pt x="3439" y="10089"/>
                  </a:cubicBezTo>
                  <a:cubicBezTo>
                    <a:pt x="3476" y="10089"/>
                    <a:pt x="3476" y="10089"/>
                    <a:pt x="3476" y="10089"/>
                  </a:cubicBezTo>
                  <a:cubicBezTo>
                    <a:pt x="3439" y="10089"/>
                    <a:pt x="3439" y="10089"/>
                    <a:pt x="3439" y="10089"/>
                  </a:cubicBezTo>
                  <a:cubicBezTo>
                    <a:pt x="3439" y="10089"/>
                    <a:pt x="3439" y="10089"/>
                    <a:pt x="3439" y="10089"/>
                  </a:cubicBezTo>
                  <a:close/>
                  <a:moveTo>
                    <a:pt x="6953" y="8328"/>
                  </a:moveTo>
                  <a:cubicBezTo>
                    <a:pt x="6953" y="8396"/>
                    <a:pt x="6953" y="8396"/>
                    <a:pt x="6953" y="8396"/>
                  </a:cubicBezTo>
                  <a:cubicBezTo>
                    <a:pt x="6953" y="8396"/>
                    <a:pt x="6953" y="8396"/>
                    <a:pt x="6953" y="8396"/>
                  </a:cubicBezTo>
                  <a:cubicBezTo>
                    <a:pt x="6953" y="8396"/>
                    <a:pt x="6953" y="8396"/>
                    <a:pt x="6953" y="8396"/>
                  </a:cubicBezTo>
                  <a:cubicBezTo>
                    <a:pt x="6953" y="8328"/>
                    <a:pt x="6953" y="8328"/>
                    <a:pt x="6953" y="8328"/>
                  </a:cubicBezTo>
                  <a:cubicBezTo>
                    <a:pt x="6953" y="8328"/>
                    <a:pt x="6953" y="8328"/>
                    <a:pt x="6953" y="8328"/>
                  </a:cubicBezTo>
                  <a:close/>
                  <a:moveTo>
                    <a:pt x="6879" y="8193"/>
                  </a:moveTo>
                  <a:cubicBezTo>
                    <a:pt x="6879" y="8260"/>
                    <a:pt x="6879" y="8260"/>
                    <a:pt x="6879" y="8260"/>
                  </a:cubicBezTo>
                  <a:cubicBezTo>
                    <a:pt x="6879" y="8328"/>
                    <a:pt x="6879" y="8328"/>
                    <a:pt x="6879" y="8328"/>
                  </a:cubicBezTo>
                  <a:cubicBezTo>
                    <a:pt x="6879" y="8396"/>
                    <a:pt x="6879" y="8396"/>
                    <a:pt x="6879" y="8396"/>
                  </a:cubicBezTo>
                  <a:cubicBezTo>
                    <a:pt x="6879" y="8396"/>
                    <a:pt x="6879" y="8396"/>
                    <a:pt x="6879" y="8396"/>
                  </a:cubicBezTo>
                  <a:cubicBezTo>
                    <a:pt x="6916" y="8396"/>
                    <a:pt x="6916" y="8396"/>
                    <a:pt x="6916" y="8396"/>
                  </a:cubicBezTo>
                  <a:cubicBezTo>
                    <a:pt x="6916" y="8260"/>
                    <a:pt x="6916" y="8260"/>
                    <a:pt x="6916" y="8260"/>
                  </a:cubicBezTo>
                  <a:cubicBezTo>
                    <a:pt x="6879" y="8193"/>
                    <a:pt x="6879" y="8193"/>
                    <a:pt x="6879" y="8193"/>
                  </a:cubicBezTo>
                  <a:cubicBezTo>
                    <a:pt x="6879" y="8193"/>
                    <a:pt x="6879" y="8193"/>
                    <a:pt x="6879" y="8193"/>
                  </a:cubicBezTo>
                  <a:close/>
                  <a:moveTo>
                    <a:pt x="6842" y="8057"/>
                  </a:moveTo>
                  <a:cubicBezTo>
                    <a:pt x="6842" y="8125"/>
                    <a:pt x="6842" y="8125"/>
                    <a:pt x="6842" y="8125"/>
                  </a:cubicBezTo>
                  <a:cubicBezTo>
                    <a:pt x="6842" y="8125"/>
                    <a:pt x="6842" y="8125"/>
                    <a:pt x="6842" y="8125"/>
                  </a:cubicBezTo>
                  <a:cubicBezTo>
                    <a:pt x="6879" y="8057"/>
                    <a:pt x="6879" y="8057"/>
                    <a:pt x="6879" y="8057"/>
                  </a:cubicBezTo>
                  <a:cubicBezTo>
                    <a:pt x="6842" y="8057"/>
                    <a:pt x="6842" y="8057"/>
                    <a:pt x="6842" y="8057"/>
                  </a:cubicBezTo>
                  <a:cubicBezTo>
                    <a:pt x="6842" y="8057"/>
                    <a:pt x="6842" y="8057"/>
                    <a:pt x="6842" y="8057"/>
                  </a:cubicBezTo>
                  <a:close/>
                  <a:moveTo>
                    <a:pt x="3846" y="9682"/>
                  </a:moveTo>
                  <a:cubicBezTo>
                    <a:pt x="3846" y="9682"/>
                    <a:pt x="3846" y="9682"/>
                    <a:pt x="3846" y="9682"/>
                  </a:cubicBezTo>
                  <a:cubicBezTo>
                    <a:pt x="3846" y="9615"/>
                    <a:pt x="3846" y="9615"/>
                    <a:pt x="3846" y="9615"/>
                  </a:cubicBezTo>
                  <a:cubicBezTo>
                    <a:pt x="3846" y="9615"/>
                    <a:pt x="3846" y="9615"/>
                    <a:pt x="3846" y="9615"/>
                  </a:cubicBezTo>
                  <a:cubicBezTo>
                    <a:pt x="3846" y="9682"/>
                    <a:pt x="3846" y="9682"/>
                    <a:pt x="3846" y="9682"/>
                  </a:cubicBezTo>
                  <a:close/>
                  <a:moveTo>
                    <a:pt x="3994" y="9885"/>
                  </a:moveTo>
                  <a:cubicBezTo>
                    <a:pt x="3994" y="9885"/>
                    <a:pt x="4031" y="9885"/>
                    <a:pt x="4031" y="9885"/>
                  </a:cubicBezTo>
                  <a:cubicBezTo>
                    <a:pt x="3994" y="9885"/>
                    <a:pt x="3994" y="9885"/>
                    <a:pt x="3994" y="9885"/>
                  </a:cubicBezTo>
                  <a:cubicBezTo>
                    <a:pt x="3994" y="9885"/>
                    <a:pt x="3994" y="9885"/>
                    <a:pt x="3994" y="9885"/>
                  </a:cubicBezTo>
                  <a:close/>
                  <a:moveTo>
                    <a:pt x="3957" y="9818"/>
                  </a:moveTo>
                  <a:cubicBezTo>
                    <a:pt x="3957" y="9750"/>
                    <a:pt x="3957" y="9750"/>
                    <a:pt x="3957" y="9750"/>
                  </a:cubicBezTo>
                  <a:cubicBezTo>
                    <a:pt x="3920" y="9750"/>
                    <a:pt x="3920" y="9750"/>
                    <a:pt x="3920" y="9750"/>
                  </a:cubicBezTo>
                  <a:cubicBezTo>
                    <a:pt x="3883" y="9682"/>
                    <a:pt x="3883" y="9682"/>
                    <a:pt x="3883" y="9682"/>
                  </a:cubicBezTo>
                  <a:cubicBezTo>
                    <a:pt x="3883" y="9750"/>
                    <a:pt x="3883" y="9750"/>
                    <a:pt x="3883" y="9750"/>
                  </a:cubicBezTo>
                  <a:cubicBezTo>
                    <a:pt x="3920" y="9750"/>
                    <a:pt x="3920" y="9750"/>
                    <a:pt x="3920" y="9750"/>
                  </a:cubicBezTo>
                  <a:cubicBezTo>
                    <a:pt x="3957" y="9818"/>
                    <a:pt x="3957" y="9818"/>
                    <a:pt x="3957" y="9818"/>
                  </a:cubicBezTo>
                  <a:close/>
                  <a:moveTo>
                    <a:pt x="4068" y="9547"/>
                  </a:moveTo>
                  <a:cubicBezTo>
                    <a:pt x="4068" y="9547"/>
                    <a:pt x="4068" y="9547"/>
                    <a:pt x="4068" y="9547"/>
                  </a:cubicBezTo>
                  <a:cubicBezTo>
                    <a:pt x="4068" y="9411"/>
                    <a:pt x="4068" y="9411"/>
                    <a:pt x="4068" y="9411"/>
                  </a:cubicBezTo>
                  <a:cubicBezTo>
                    <a:pt x="3994" y="9344"/>
                    <a:pt x="3994" y="9344"/>
                    <a:pt x="3994" y="9344"/>
                  </a:cubicBezTo>
                  <a:cubicBezTo>
                    <a:pt x="3957" y="9276"/>
                    <a:pt x="3957" y="9276"/>
                    <a:pt x="3957" y="9276"/>
                  </a:cubicBezTo>
                  <a:cubicBezTo>
                    <a:pt x="3920" y="9276"/>
                    <a:pt x="3920" y="9276"/>
                    <a:pt x="3920" y="9276"/>
                  </a:cubicBezTo>
                  <a:cubicBezTo>
                    <a:pt x="3883" y="9208"/>
                    <a:pt x="3883" y="9208"/>
                    <a:pt x="3883" y="9208"/>
                  </a:cubicBezTo>
                  <a:cubicBezTo>
                    <a:pt x="3846" y="9208"/>
                    <a:pt x="3846" y="9208"/>
                    <a:pt x="3846" y="9208"/>
                  </a:cubicBezTo>
                  <a:cubicBezTo>
                    <a:pt x="3846" y="9141"/>
                    <a:pt x="3846" y="9141"/>
                    <a:pt x="3846" y="9141"/>
                  </a:cubicBezTo>
                  <a:cubicBezTo>
                    <a:pt x="3809" y="9141"/>
                    <a:pt x="3809" y="9141"/>
                    <a:pt x="3809" y="9141"/>
                  </a:cubicBezTo>
                  <a:cubicBezTo>
                    <a:pt x="3772" y="9141"/>
                    <a:pt x="3772" y="9141"/>
                    <a:pt x="3772" y="9141"/>
                  </a:cubicBezTo>
                  <a:cubicBezTo>
                    <a:pt x="3772" y="9141"/>
                    <a:pt x="3772" y="9141"/>
                    <a:pt x="3772" y="9141"/>
                  </a:cubicBezTo>
                  <a:cubicBezTo>
                    <a:pt x="3772" y="9141"/>
                    <a:pt x="3772" y="9141"/>
                    <a:pt x="3772" y="9141"/>
                  </a:cubicBezTo>
                  <a:cubicBezTo>
                    <a:pt x="3735" y="9208"/>
                    <a:pt x="3735" y="9208"/>
                    <a:pt x="3735" y="9208"/>
                  </a:cubicBezTo>
                  <a:cubicBezTo>
                    <a:pt x="3772" y="9276"/>
                    <a:pt x="3772" y="9276"/>
                    <a:pt x="3772" y="9276"/>
                  </a:cubicBezTo>
                  <a:cubicBezTo>
                    <a:pt x="3809" y="9276"/>
                    <a:pt x="3809" y="9276"/>
                    <a:pt x="3809" y="9276"/>
                  </a:cubicBezTo>
                  <a:cubicBezTo>
                    <a:pt x="3809" y="9276"/>
                    <a:pt x="3809" y="9276"/>
                    <a:pt x="3809" y="9276"/>
                  </a:cubicBezTo>
                  <a:cubicBezTo>
                    <a:pt x="3772" y="9276"/>
                    <a:pt x="3772" y="9276"/>
                    <a:pt x="3772" y="9276"/>
                  </a:cubicBezTo>
                  <a:cubicBezTo>
                    <a:pt x="3735" y="9276"/>
                    <a:pt x="3735" y="9276"/>
                    <a:pt x="3735" y="9276"/>
                  </a:cubicBezTo>
                  <a:cubicBezTo>
                    <a:pt x="3735" y="9276"/>
                    <a:pt x="3735" y="9276"/>
                    <a:pt x="3735" y="9276"/>
                  </a:cubicBezTo>
                  <a:cubicBezTo>
                    <a:pt x="3735" y="9276"/>
                    <a:pt x="3735" y="9276"/>
                    <a:pt x="3735" y="9276"/>
                  </a:cubicBezTo>
                  <a:cubicBezTo>
                    <a:pt x="3809" y="9411"/>
                    <a:pt x="3809" y="9411"/>
                    <a:pt x="3809" y="9411"/>
                  </a:cubicBezTo>
                  <a:cubicBezTo>
                    <a:pt x="3846" y="9411"/>
                    <a:pt x="3846" y="9411"/>
                    <a:pt x="3846" y="9411"/>
                  </a:cubicBezTo>
                  <a:cubicBezTo>
                    <a:pt x="3846" y="9479"/>
                    <a:pt x="3846" y="9479"/>
                    <a:pt x="3846" y="9479"/>
                  </a:cubicBezTo>
                  <a:cubicBezTo>
                    <a:pt x="3883" y="9479"/>
                    <a:pt x="3883" y="9479"/>
                    <a:pt x="3883" y="9479"/>
                  </a:cubicBezTo>
                  <a:cubicBezTo>
                    <a:pt x="3883" y="9411"/>
                    <a:pt x="3883" y="9411"/>
                    <a:pt x="3883" y="9411"/>
                  </a:cubicBezTo>
                  <a:cubicBezTo>
                    <a:pt x="3920" y="9479"/>
                    <a:pt x="3920" y="9479"/>
                    <a:pt x="3920" y="9479"/>
                  </a:cubicBezTo>
                  <a:cubicBezTo>
                    <a:pt x="3920" y="9411"/>
                    <a:pt x="3920" y="9411"/>
                    <a:pt x="3920" y="9411"/>
                  </a:cubicBezTo>
                  <a:cubicBezTo>
                    <a:pt x="3957" y="9479"/>
                    <a:pt x="3957" y="9479"/>
                    <a:pt x="3957" y="9479"/>
                  </a:cubicBezTo>
                  <a:cubicBezTo>
                    <a:pt x="3957" y="9547"/>
                    <a:pt x="3957" y="9547"/>
                    <a:pt x="3957" y="9547"/>
                  </a:cubicBezTo>
                  <a:cubicBezTo>
                    <a:pt x="3957" y="9547"/>
                    <a:pt x="3957" y="9547"/>
                    <a:pt x="3957" y="9547"/>
                  </a:cubicBezTo>
                  <a:cubicBezTo>
                    <a:pt x="3957" y="9615"/>
                    <a:pt x="3957" y="9615"/>
                    <a:pt x="3957" y="9615"/>
                  </a:cubicBezTo>
                  <a:cubicBezTo>
                    <a:pt x="3994" y="9615"/>
                    <a:pt x="3994" y="9615"/>
                    <a:pt x="3994" y="9615"/>
                  </a:cubicBezTo>
                  <a:cubicBezTo>
                    <a:pt x="4031" y="9547"/>
                    <a:pt x="4031" y="9547"/>
                    <a:pt x="4031" y="9547"/>
                  </a:cubicBezTo>
                  <a:cubicBezTo>
                    <a:pt x="4068" y="9547"/>
                    <a:pt x="4068" y="9547"/>
                    <a:pt x="4068" y="9547"/>
                  </a:cubicBezTo>
                  <a:close/>
                  <a:moveTo>
                    <a:pt x="4845" y="7245"/>
                  </a:moveTo>
                  <a:cubicBezTo>
                    <a:pt x="4845" y="7245"/>
                    <a:pt x="4845" y="7245"/>
                    <a:pt x="4845" y="7245"/>
                  </a:cubicBezTo>
                  <a:cubicBezTo>
                    <a:pt x="4845" y="7245"/>
                    <a:pt x="4845" y="7245"/>
                    <a:pt x="4845" y="7245"/>
                  </a:cubicBezTo>
                  <a:cubicBezTo>
                    <a:pt x="4845" y="7177"/>
                    <a:pt x="4845" y="7177"/>
                    <a:pt x="4845" y="7177"/>
                  </a:cubicBezTo>
                  <a:cubicBezTo>
                    <a:pt x="4845" y="7177"/>
                    <a:pt x="4845" y="7177"/>
                    <a:pt x="4845" y="7177"/>
                  </a:cubicBezTo>
                  <a:cubicBezTo>
                    <a:pt x="4882" y="7245"/>
                    <a:pt x="4882" y="7245"/>
                    <a:pt x="4882" y="7245"/>
                  </a:cubicBezTo>
                  <a:cubicBezTo>
                    <a:pt x="4882" y="7245"/>
                    <a:pt x="4882" y="7245"/>
                    <a:pt x="4882" y="7245"/>
                  </a:cubicBezTo>
                  <a:cubicBezTo>
                    <a:pt x="4919" y="7245"/>
                    <a:pt x="4919" y="7245"/>
                    <a:pt x="4919" y="7245"/>
                  </a:cubicBezTo>
                  <a:cubicBezTo>
                    <a:pt x="4919" y="7245"/>
                    <a:pt x="4919" y="7245"/>
                    <a:pt x="4919" y="7245"/>
                  </a:cubicBezTo>
                  <a:cubicBezTo>
                    <a:pt x="4956" y="7177"/>
                    <a:pt x="4956" y="7177"/>
                    <a:pt x="4956" y="7177"/>
                  </a:cubicBezTo>
                  <a:cubicBezTo>
                    <a:pt x="4956" y="7177"/>
                    <a:pt x="4956" y="7177"/>
                    <a:pt x="4956" y="7177"/>
                  </a:cubicBezTo>
                  <a:cubicBezTo>
                    <a:pt x="4993" y="7109"/>
                    <a:pt x="4993" y="7109"/>
                    <a:pt x="4993" y="7109"/>
                  </a:cubicBezTo>
                  <a:cubicBezTo>
                    <a:pt x="4993" y="7109"/>
                    <a:pt x="4993" y="7109"/>
                    <a:pt x="4993" y="7109"/>
                  </a:cubicBezTo>
                  <a:cubicBezTo>
                    <a:pt x="4993" y="7042"/>
                    <a:pt x="4993" y="7042"/>
                    <a:pt x="4993" y="7042"/>
                  </a:cubicBezTo>
                  <a:cubicBezTo>
                    <a:pt x="4956" y="7042"/>
                    <a:pt x="4956" y="7042"/>
                    <a:pt x="4956" y="7042"/>
                  </a:cubicBezTo>
                  <a:cubicBezTo>
                    <a:pt x="4956" y="6974"/>
                    <a:pt x="4956" y="6974"/>
                    <a:pt x="4956" y="6974"/>
                  </a:cubicBezTo>
                  <a:cubicBezTo>
                    <a:pt x="4919" y="6906"/>
                    <a:pt x="4919" y="6906"/>
                    <a:pt x="4919" y="6906"/>
                  </a:cubicBezTo>
                  <a:cubicBezTo>
                    <a:pt x="4882" y="6906"/>
                    <a:pt x="4882" y="6906"/>
                    <a:pt x="4882" y="6906"/>
                  </a:cubicBezTo>
                  <a:cubicBezTo>
                    <a:pt x="4882" y="6906"/>
                    <a:pt x="4882" y="6906"/>
                    <a:pt x="4882" y="6906"/>
                  </a:cubicBezTo>
                  <a:cubicBezTo>
                    <a:pt x="4845" y="6974"/>
                    <a:pt x="4845" y="6974"/>
                    <a:pt x="4845" y="6974"/>
                  </a:cubicBezTo>
                  <a:cubicBezTo>
                    <a:pt x="4808" y="6974"/>
                    <a:pt x="4808" y="6974"/>
                    <a:pt x="4808" y="6974"/>
                  </a:cubicBezTo>
                  <a:cubicBezTo>
                    <a:pt x="4771" y="7042"/>
                    <a:pt x="4771" y="7042"/>
                    <a:pt x="4771" y="7042"/>
                  </a:cubicBezTo>
                  <a:cubicBezTo>
                    <a:pt x="4771" y="7042"/>
                    <a:pt x="4771" y="7042"/>
                    <a:pt x="4771" y="7042"/>
                  </a:cubicBezTo>
                  <a:cubicBezTo>
                    <a:pt x="4808" y="7109"/>
                    <a:pt x="4808" y="7109"/>
                    <a:pt x="4808" y="7109"/>
                  </a:cubicBezTo>
                  <a:cubicBezTo>
                    <a:pt x="4808" y="7177"/>
                    <a:pt x="4808" y="7177"/>
                    <a:pt x="4808" y="7177"/>
                  </a:cubicBezTo>
                  <a:cubicBezTo>
                    <a:pt x="4808" y="7245"/>
                    <a:pt x="4808" y="7245"/>
                    <a:pt x="4808" y="7245"/>
                  </a:cubicBezTo>
                  <a:cubicBezTo>
                    <a:pt x="4845" y="7245"/>
                    <a:pt x="4845" y="7245"/>
                    <a:pt x="4845" y="7245"/>
                  </a:cubicBezTo>
                  <a:close/>
                  <a:moveTo>
                    <a:pt x="4919" y="9547"/>
                  </a:moveTo>
                  <a:cubicBezTo>
                    <a:pt x="4919" y="9547"/>
                    <a:pt x="4956" y="9547"/>
                    <a:pt x="4956" y="9547"/>
                  </a:cubicBezTo>
                  <a:cubicBezTo>
                    <a:pt x="4956" y="9615"/>
                    <a:pt x="4956" y="9615"/>
                    <a:pt x="4956" y="9615"/>
                  </a:cubicBezTo>
                  <a:cubicBezTo>
                    <a:pt x="4993" y="9547"/>
                    <a:pt x="4993" y="9547"/>
                    <a:pt x="4993" y="9547"/>
                  </a:cubicBezTo>
                  <a:cubicBezTo>
                    <a:pt x="4993" y="9479"/>
                    <a:pt x="4993" y="9479"/>
                    <a:pt x="4993" y="9479"/>
                  </a:cubicBezTo>
                  <a:cubicBezTo>
                    <a:pt x="4956" y="9479"/>
                    <a:pt x="4956" y="9479"/>
                    <a:pt x="4956" y="9479"/>
                  </a:cubicBezTo>
                  <a:cubicBezTo>
                    <a:pt x="4956" y="9479"/>
                    <a:pt x="4956" y="9479"/>
                    <a:pt x="4956" y="9479"/>
                  </a:cubicBezTo>
                  <a:cubicBezTo>
                    <a:pt x="4956" y="9547"/>
                    <a:pt x="4956" y="9547"/>
                    <a:pt x="4956" y="9547"/>
                  </a:cubicBezTo>
                  <a:cubicBezTo>
                    <a:pt x="4919" y="9547"/>
                    <a:pt x="4919" y="9547"/>
                    <a:pt x="4919" y="9547"/>
                  </a:cubicBezTo>
                  <a:close/>
                  <a:moveTo>
                    <a:pt x="5547" y="10833"/>
                  </a:moveTo>
                  <a:cubicBezTo>
                    <a:pt x="5547" y="10901"/>
                    <a:pt x="5547" y="10901"/>
                    <a:pt x="5547" y="10901"/>
                  </a:cubicBezTo>
                  <a:cubicBezTo>
                    <a:pt x="5584" y="10901"/>
                    <a:pt x="5584" y="10901"/>
                    <a:pt x="5584" y="10901"/>
                  </a:cubicBezTo>
                  <a:cubicBezTo>
                    <a:pt x="5584" y="10901"/>
                    <a:pt x="5584" y="10901"/>
                    <a:pt x="5584" y="10901"/>
                  </a:cubicBezTo>
                  <a:cubicBezTo>
                    <a:pt x="5621" y="10969"/>
                    <a:pt x="5621" y="10969"/>
                    <a:pt x="5621" y="10969"/>
                  </a:cubicBezTo>
                  <a:cubicBezTo>
                    <a:pt x="5658" y="10901"/>
                    <a:pt x="5658" y="10901"/>
                    <a:pt x="5658" y="10901"/>
                  </a:cubicBezTo>
                  <a:cubicBezTo>
                    <a:pt x="5658" y="10901"/>
                    <a:pt x="5658" y="10901"/>
                    <a:pt x="5658" y="10901"/>
                  </a:cubicBezTo>
                  <a:cubicBezTo>
                    <a:pt x="5658" y="10833"/>
                    <a:pt x="5658" y="10833"/>
                    <a:pt x="5658" y="10833"/>
                  </a:cubicBezTo>
                  <a:cubicBezTo>
                    <a:pt x="5621" y="10833"/>
                    <a:pt x="5621" y="10833"/>
                    <a:pt x="5621" y="10833"/>
                  </a:cubicBezTo>
                  <a:cubicBezTo>
                    <a:pt x="5584" y="10833"/>
                    <a:pt x="5584" y="10833"/>
                    <a:pt x="5584" y="10833"/>
                  </a:cubicBezTo>
                  <a:cubicBezTo>
                    <a:pt x="5584" y="10833"/>
                    <a:pt x="5584" y="10833"/>
                    <a:pt x="5584" y="10833"/>
                  </a:cubicBezTo>
                  <a:cubicBezTo>
                    <a:pt x="5547" y="10833"/>
                    <a:pt x="5547" y="10833"/>
                    <a:pt x="5547" y="10833"/>
                  </a:cubicBezTo>
                  <a:close/>
                  <a:moveTo>
                    <a:pt x="5436" y="7245"/>
                  </a:moveTo>
                  <a:cubicBezTo>
                    <a:pt x="5436" y="7177"/>
                    <a:pt x="5436" y="7177"/>
                    <a:pt x="5436" y="7177"/>
                  </a:cubicBezTo>
                  <a:cubicBezTo>
                    <a:pt x="5400" y="7177"/>
                    <a:pt x="5400" y="7177"/>
                    <a:pt x="5400" y="7177"/>
                  </a:cubicBezTo>
                  <a:cubicBezTo>
                    <a:pt x="5400" y="7109"/>
                    <a:pt x="5400" y="7109"/>
                    <a:pt x="5400" y="7109"/>
                  </a:cubicBezTo>
                  <a:cubicBezTo>
                    <a:pt x="5436" y="7109"/>
                    <a:pt x="5436" y="7109"/>
                    <a:pt x="5436" y="7109"/>
                  </a:cubicBezTo>
                  <a:cubicBezTo>
                    <a:pt x="5436" y="7042"/>
                    <a:pt x="5436" y="7042"/>
                    <a:pt x="5436" y="7042"/>
                  </a:cubicBezTo>
                  <a:cubicBezTo>
                    <a:pt x="5400" y="7042"/>
                    <a:pt x="5400" y="7042"/>
                    <a:pt x="5400" y="7042"/>
                  </a:cubicBezTo>
                  <a:cubicBezTo>
                    <a:pt x="5363" y="7042"/>
                    <a:pt x="5363" y="7042"/>
                    <a:pt x="5363" y="7042"/>
                  </a:cubicBezTo>
                  <a:cubicBezTo>
                    <a:pt x="5363" y="7177"/>
                    <a:pt x="5363" y="7177"/>
                    <a:pt x="5363" y="7177"/>
                  </a:cubicBezTo>
                  <a:cubicBezTo>
                    <a:pt x="5363" y="7177"/>
                    <a:pt x="5363" y="7177"/>
                    <a:pt x="5363" y="7177"/>
                  </a:cubicBezTo>
                  <a:cubicBezTo>
                    <a:pt x="5400" y="7177"/>
                    <a:pt x="5400" y="7177"/>
                    <a:pt x="5400" y="7177"/>
                  </a:cubicBezTo>
                  <a:cubicBezTo>
                    <a:pt x="5400" y="7245"/>
                    <a:pt x="5400" y="7245"/>
                    <a:pt x="5400" y="7245"/>
                  </a:cubicBezTo>
                  <a:cubicBezTo>
                    <a:pt x="5436" y="7245"/>
                    <a:pt x="5436" y="7245"/>
                    <a:pt x="5436" y="7245"/>
                  </a:cubicBezTo>
                  <a:close/>
                  <a:moveTo>
                    <a:pt x="5400" y="6838"/>
                  </a:moveTo>
                  <a:cubicBezTo>
                    <a:pt x="5400" y="6771"/>
                    <a:pt x="5400" y="6771"/>
                    <a:pt x="5400" y="6771"/>
                  </a:cubicBezTo>
                  <a:cubicBezTo>
                    <a:pt x="5436" y="6838"/>
                    <a:pt x="5436" y="6838"/>
                    <a:pt x="5436" y="6838"/>
                  </a:cubicBezTo>
                  <a:cubicBezTo>
                    <a:pt x="5473" y="6771"/>
                    <a:pt x="5473" y="6771"/>
                    <a:pt x="5473" y="6771"/>
                  </a:cubicBezTo>
                  <a:cubicBezTo>
                    <a:pt x="5436" y="6771"/>
                    <a:pt x="5436" y="6771"/>
                    <a:pt x="5436" y="6771"/>
                  </a:cubicBezTo>
                  <a:cubicBezTo>
                    <a:pt x="5473" y="6703"/>
                    <a:pt x="5473" y="6703"/>
                    <a:pt x="5473" y="6703"/>
                  </a:cubicBezTo>
                  <a:cubicBezTo>
                    <a:pt x="5473" y="6703"/>
                    <a:pt x="5473" y="6703"/>
                    <a:pt x="5473" y="6703"/>
                  </a:cubicBezTo>
                  <a:cubicBezTo>
                    <a:pt x="5473" y="6703"/>
                    <a:pt x="5473" y="6703"/>
                    <a:pt x="5473" y="6703"/>
                  </a:cubicBezTo>
                  <a:cubicBezTo>
                    <a:pt x="5436" y="6703"/>
                    <a:pt x="5436" y="6703"/>
                    <a:pt x="5436" y="6703"/>
                  </a:cubicBezTo>
                  <a:cubicBezTo>
                    <a:pt x="5400" y="6771"/>
                    <a:pt x="5400" y="6771"/>
                    <a:pt x="5400" y="6771"/>
                  </a:cubicBezTo>
                  <a:cubicBezTo>
                    <a:pt x="5400" y="6771"/>
                    <a:pt x="5400" y="6771"/>
                    <a:pt x="5400" y="6771"/>
                  </a:cubicBezTo>
                  <a:cubicBezTo>
                    <a:pt x="5400" y="6838"/>
                    <a:pt x="5400" y="6838"/>
                    <a:pt x="5400" y="6838"/>
                  </a:cubicBezTo>
                  <a:close/>
                  <a:moveTo>
                    <a:pt x="5510" y="6906"/>
                  </a:moveTo>
                  <a:cubicBezTo>
                    <a:pt x="5547" y="6974"/>
                    <a:pt x="5547" y="6974"/>
                    <a:pt x="5547" y="6974"/>
                  </a:cubicBezTo>
                  <a:cubicBezTo>
                    <a:pt x="5584" y="6974"/>
                    <a:pt x="5584" y="6974"/>
                    <a:pt x="5584" y="6974"/>
                  </a:cubicBezTo>
                  <a:cubicBezTo>
                    <a:pt x="5621" y="6974"/>
                    <a:pt x="5621" y="6974"/>
                    <a:pt x="5621" y="6974"/>
                  </a:cubicBezTo>
                  <a:cubicBezTo>
                    <a:pt x="5621" y="6906"/>
                    <a:pt x="5621" y="6906"/>
                    <a:pt x="5621" y="6906"/>
                  </a:cubicBezTo>
                  <a:cubicBezTo>
                    <a:pt x="5584" y="6906"/>
                    <a:pt x="5584" y="6906"/>
                    <a:pt x="5584" y="6906"/>
                  </a:cubicBezTo>
                  <a:cubicBezTo>
                    <a:pt x="5547" y="6906"/>
                    <a:pt x="5547" y="6906"/>
                    <a:pt x="5547" y="6906"/>
                  </a:cubicBezTo>
                  <a:cubicBezTo>
                    <a:pt x="5510" y="6906"/>
                    <a:pt x="5510" y="6906"/>
                    <a:pt x="5510" y="6906"/>
                  </a:cubicBezTo>
                  <a:close/>
                  <a:moveTo>
                    <a:pt x="5843" y="7312"/>
                  </a:moveTo>
                  <a:cubicBezTo>
                    <a:pt x="5843" y="7380"/>
                    <a:pt x="5843" y="7380"/>
                    <a:pt x="5843" y="7380"/>
                  </a:cubicBezTo>
                  <a:cubicBezTo>
                    <a:pt x="5806" y="7380"/>
                    <a:pt x="5806" y="7380"/>
                    <a:pt x="5806" y="7380"/>
                  </a:cubicBezTo>
                  <a:cubicBezTo>
                    <a:pt x="5806" y="7448"/>
                    <a:pt x="5806" y="7448"/>
                    <a:pt x="5806" y="7448"/>
                  </a:cubicBezTo>
                  <a:cubicBezTo>
                    <a:pt x="5806" y="7448"/>
                    <a:pt x="5806" y="7448"/>
                    <a:pt x="5806" y="7448"/>
                  </a:cubicBezTo>
                  <a:cubicBezTo>
                    <a:pt x="5806" y="7515"/>
                    <a:pt x="5806" y="7515"/>
                    <a:pt x="5806" y="7515"/>
                  </a:cubicBezTo>
                  <a:cubicBezTo>
                    <a:pt x="5843" y="7515"/>
                    <a:pt x="5843" y="7515"/>
                    <a:pt x="5843" y="7515"/>
                  </a:cubicBezTo>
                  <a:cubicBezTo>
                    <a:pt x="5880" y="7448"/>
                    <a:pt x="5880" y="7448"/>
                    <a:pt x="5880" y="7448"/>
                  </a:cubicBezTo>
                  <a:cubicBezTo>
                    <a:pt x="5880" y="7448"/>
                    <a:pt x="5880" y="7448"/>
                    <a:pt x="5880" y="7448"/>
                  </a:cubicBezTo>
                  <a:cubicBezTo>
                    <a:pt x="5917" y="7380"/>
                    <a:pt x="5917" y="7380"/>
                    <a:pt x="5917" y="7380"/>
                  </a:cubicBezTo>
                  <a:cubicBezTo>
                    <a:pt x="5917" y="7380"/>
                    <a:pt x="5917" y="7380"/>
                    <a:pt x="5917" y="7380"/>
                  </a:cubicBezTo>
                  <a:cubicBezTo>
                    <a:pt x="5954" y="7312"/>
                    <a:pt x="5954" y="7312"/>
                    <a:pt x="5954" y="7312"/>
                  </a:cubicBezTo>
                  <a:cubicBezTo>
                    <a:pt x="5954" y="7245"/>
                    <a:pt x="5954" y="7245"/>
                    <a:pt x="5954" y="7245"/>
                  </a:cubicBezTo>
                  <a:cubicBezTo>
                    <a:pt x="5954" y="7245"/>
                    <a:pt x="5954" y="7245"/>
                    <a:pt x="5954" y="7245"/>
                  </a:cubicBezTo>
                  <a:cubicBezTo>
                    <a:pt x="5917" y="7245"/>
                    <a:pt x="5917" y="7245"/>
                    <a:pt x="5917" y="7245"/>
                  </a:cubicBezTo>
                  <a:cubicBezTo>
                    <a:pt x="5880" y="7245"/>
                    <a:pt x="5880" y="7245"/>
                    <a:pt x="5880" y="7245"/>
                  </a:cubicBezTo>
                  <a:cubicBezTo>
                    <a:pt x="5843" y="7312"/>
                    <a:pt x="5843" y="7312"/>
                    <a:pt x="5843" y="7312"/>
                  </a:cubicBezTo>
                  <a:close/>
                  <a:moveTo>
                    <a:pt x="5954" y="6771"/>
                  </a:moveTo>
                  <a:cubicBezTo>
                    <a:pt x="5917" y="6838"/>
                    <a:pt x="5917" y="6838"/>
                    <a:pt x="5917" y="6838"/>
                  </a:cubicBezTo>
                  <a:cubicBezTo>
                    <a:pt x="5917" y="6974"/>
                    <a:pt x="5917" y="6974"/>
                    <a:pt x="5917" y="6974"/>
                  </a:cubicBezTo>
                  <a:cubicBezTo>
                    <a:pt x="5917" y="7042"/>
                    <a:pt x="5917" y="7042"/>
                    <a:pt x="5917" y="7042"/>
                  </a:cubicBezTo>
                  <a:cubicBezTo>
                    <a:pt x="5917" y="7042"/>
                    <a:pt x="5917" y="7042"/>
                    <a:pt x="5917" y="7042"/>
                  </a:cubicBezTo>
                  <a:cubicBezTo>
                    <a:pt x="5954" y="7042"/>
                    <a:pt x="5954" y="7042"/>
                    <a:pt x="5954" y="7042"/>
                  </a:cubicBezTo>
                  <a:cubicBezTo>
                    <a:pt x="5954" y="7109"/>
                    <a:pt x="5954" y="7109"/>
                    <a:pt x="5954" y="7109"/>
                  </a:cubicBezTo>
                  <a:cubicBezTo>
                    <a:pt x="5991" y="7109"/>
                    <a:pt x="5991" y="7109"/>
                    <a:pt x="5991" y="7109"/>
                  </a:cubicBezTo>
                  <a:cubicBezTo>
                    <a:pt x="6028" y="7109"/>
                    <a:pt x="6028" y="7109"/>
                    <a:pt x="6028" y="7109"/>
                  </a:cubicBezTo>
                  <a:cubicBezTo>
                    <a:pt x="6028" y="7109"/>
                    <a:pt x="6028" y="7109"/>
                    <a:pt x="6028" y="7109"/>
                  </a:cubicBezTo>
                  <a:cubicBezTo>
                    <a:pt x="6065" y="7042"/>
                    <a:pt x="6065" y="7042"/>
                    <a:pt x="6065" y="7042"/>
                  </a:cubicBezTo>
                  <a:cubicBezTo>
                    <a:pt x="6028" y="6974"/>
                    <a:pt x="6028" y="6974"/>
                    <a:pt x="6028" y="6974"/>
                  </a:cubicBezTo>
                  <a:cubicBezTo>
                    <a:pt x="6028" y="6906"/>
                    <a:pt x="6028" y="6906"/>
                    <a:pt x="6028" y="6906"/>
                  </a:cubicBezTo>
                  <a:cubicBezTo>
                    <a:pt x="5991" y="6838"/>
                    <a:pt x="5991" y="6838"/>
                    <a:pt x="5991" y="6838"/>
                  </a:cubicBezTo>
                  <a:cubicBezTo>
                    <a:pt x="5954" y="6771"/>
                    <a:pt x="5954" y="6771"/>
                    <a:pt x="5954" y="6771"/>
                  </a:cubicBezTo>
                  <a:close/>
                  <a:moveTo>
                    <a:pt x="5732" y="5890"/>
                  </a:moveTo>
                  <a:cubicBezTo>
                    <a:pt x="5732" y="5823"/>
                    <a:pt x="5732" y="5823"/>
                    <a:pt x="5732" y="5823"/>
                  </a:cubicBezTo>
                  <a:cubicBezTo>
                    <a:pt x="5732" y="5823"/>
                    <a:pt x="5732" y="5823"/>
                    <a:pt x="5732" y="5823"/>
                  </a:cubicBezTo>
                  <a:cubicBezTo>
                    <a:pt x="5695" y="5823"/>
                    <a:pt x="5695" y="5823"/>
                    <a:pt x="5695" y="5823"/>
                  </a:cubicBezTo>
                  <a:cubicBezTo>
                    <a:pt x="5658" y="5823"/>
                    <a:pt x="5658" y="5823"/>
                    <a:pt x="5658" y="5823"/>
                  </a:cubicBezTo>
                  <a:cubicBezTo>
                    <a:pt x="5658" y="5823"/>
                    <a:pt x="5658" y="5823"/>
                    <a:pt x="5658" y="5823"/>
                  </a:cubicBezTo>
                  <a:cubicBezTo>
                    <a:pt x="5695" y="5823"/>
                    <a:pt x="5695" y="5823"/>
                    <a:pt x="5695" y="5823"/>
                  </a:cubicBezTo>
                  <a:cubicBezTo>
                    <a:pt x="5695" y="5890"/>
                    <a:pt x="5695" y="5890"/>
                    <a:pt x="5695" y="5890"/>
                  </a:cubicBezTo>
                  <a:cubicBezTo>
                    <a:pt x="5695" y="5890"/>
                    <a:pt x="5695" y="5890"/>
                    <a:pt x="5695" y="5890"/>
                  </a:cubicBezTo>
                  <a:cubicBezTo>
                    <a:pt x="5732" y="5890"/>
                    <a:pt x="5732" y="5890"/>
                    <a:pt x="5732" y="5890"/>
                  </a:cubicBezTo>
                  <a:close/>
                  <a:moveTo>
                    <a:pt x="5843" y="5213"/>
                  </a:moveTo>
                  <a:cubicBezTo>
                    <a:pt x="5806" y="5213"/>
                    <a:pt x="5806" y="5213"/>
                    <a:pt x="5806" y="5213"/>
                  </a:cubicBezTo>
                  <a:cubicBezTo>
                    <a:pt x="5806" y="5146"/>
                    <a:pt x="5806" y="5146"/>
                    <a:pt x="5806" y="5146"/>
                  </a:cubicBezTo>
                  <a:cubicBezTo>
                    <a:pt x="5806" y="5281"/>
                    <a:pt x="5806" y="5281"/>
                    <a:pt x="5806" y="5281"/>
                  </a:cubicBezTo>
                  <a:cubicBezTo>
                    <a:pt x="5843" y="5281"/>
                    <a:pt x="5843" y="5281"/>
                    <a:pt x="5843" y="5281"/>
                  </a:cubicBezTo>
                  <a:cubicBezTo>
                    <a:pt x="5843" y="5281"/>
                    <a:pt x="5843" y="5281"/>
                    <a:pt x="5843" y="5281"/>
                  </a:cubicBezTo>
                  <a:cubicBezTo>
                    <a:pt x="5843" y="5281"/>
                    <a:pt x="5843" y="5281"/>
                    <a:pt x="5843" y="5281"/>
                  </a:cubicBezTo>
                  <a:cubicBezTo>
                    <a:pt x="5880" y="5349"/>
                    <a:pt x="5880" y="5349"/>
                    <a:pt x="5880" y="5349"/>
                  </a:cubicBezTo>
                  <a:cubicBezTo>
                    <a:pt x="5880" y="5349"/>
                    <a:pt x="5880" y="5349"/>
                    <a:pt x="5880" y="5349"/>
                  </a:cubicBezTo>
                  <a:cubicBezTo>
                    <a:pt x="5880" y="5349"/>
                    <a:pt x="5880" y="5349"/>
                    <a:pt x="5880" y="5349"/>
                  </a:cubicBezTo>
                  <a:cubicBezTo>
                    <a:pt x="5880" y="5281"/>
                    <a:pt x="5880" y="5281"/>
                    <a:pt x="5880" y="5281"/>
                  </a:cubicBezTo>
                  <a:cubicBezTo>
                    <a:pt x="5880" y="5213"/>
                    <a:pt x="5880" y="5213"/>
                    <a:pt x="5880" y="5213"/>
                  </a:cubicBezTo>
                  <a:cubicBezTo>
                    <a:pt x="5880" y="5213"/>
                    <a:pt x="5880" y="5213"/>
                    <a:pt x="5880" y="5213"/>
                  </a:cubicBezTo>
                  <a:cubicBezTo>
                    <a:pt x="5880" y="5146"/>
                    <a:pt x="5880" y="5146"/>
                    <a:pt x="5880" y="5146"/>
                  </a:cubicBezTo>
                  <a:cubicBezTo>
                    <a:pt x="5880" y="5146"/>
                    <a:pt x="5880" y="5146"/>
                    <a:pt x="5880" y="5146"/>
                  </a:cubicBezTo>
                  <a:cubicBezTo>
                    <a:pt x="5880" y="5078"/>
                    <a:pt x="5880" y="5078"/>
                    <a:pt x="5880" y="5078"/>
                  </a:cubicBezTo>
                  <a:cubicBezTo>
                    <a:pt x="5843" y="5078"/>
                    <a:pt x="5843" y="5078"/>
                    <a:pt x="5843" y="5078"/>
                  </a:cubicBezTo>
                  <a:cubicBezTo>
                    <a:pt x="5843" y="5078"/>
                    <a:pt x="5843" y="5078"/>
                    <a:pt x="5843" y="5078"/>
                  </a:cubicBezTo>
                  <a:cubicBezTo>
                    <a:pt x="5806" y="5146"/>
                    <a:pt x="5806" y="5146"/>
                    <a:pt x="5806" y="5146"/>
                  </a:cubicBezTo>
                  <a:cubicBezTo>
                    <a:pt x="5843" y="5146"/>
                    <a:pt x="5843" y="5146"/>
                    <a:pt x="5843" y="5146"/>
                  </a:cubicBezTo>
                  <a:cubicBezTo>
                    <a:pt x="5843" y="5213"/>
                    <a:pt x="5843" y="5213"/>
                    <a:pt x="5843" y="5213"/>
                  </a:cubicBezTo>
                  <a:close/>
                  <a:moveTo>
                    <a:pt x="5769" y="4875"/>
                  </a:moveTo>
                  <a:cubicBezTo>
                    <a:pt x="5732" y="4875"/>
                    <a:pt x="5732" y="4875"/>
                    <a:pt x="5732" y="4875"/>
                  </a:cubicBezTo>
                  <a:cubicBezTo>
                    <a:pt x="5732" y="4875"/>
                    <a:pt x="5732" y="4875"/>
                    <a:pt x="5732" y="4875"/>
                  </a:cubicBezTo>
                  <a:cubicBezTo>
                    <a:pt x="5695" y="4807"/>
                    <a:pt x="5695" y="4807"/>
                    <a:pt x="5695" y="4807"/>
                  </a:cubicBezTo>
                  <a:cubicBezTo>
                    <a:pt x="5695" y="4875"/>
                    <a:pt x="5695" y="4875"/>
                    <a:pt x="5695" y="4875"/>
                  </a:cubicBezTo>
                  <a:cubicBezTo>
                    <a:pt x="5695" y="4875"/>
                    <a:pt x="5695" y="4875"/>
                    <a:pt x="5695" y="4875"/>
                  </a:cubicBezTo>
                  <a:cubicBezTo>
                    <a:pt x="5732" y="4942"/>
                    <a:pt x="5732" y="4942"/>
                    <a:pt x="5732" y="4942"/>
                  </a:cubicBezTo>
                  <a:cubicBezTo>
                    <a:pt x="5769" y="4942"/>
                    <a:pt x="5769" y="4942"/>
                    <a:pt x="5769" y="4942"/>
                  </a:cubicBezTo>
                  <a:cubicBezTo>
                    <a:pt x="5769" y="4875"/>
                    <a:pt x="5769" y="4875"/>
                    <a:pt x="5769" y="4875"/>
                  </a:cubicBezTo>
                  <a:close/>
                  <a:moveTo>
                    <a:pt x="5769" y="4807"/>
                  </a:moveTo>
                  <a:cubicBezTo>
                    <a:pt x="5769" y="4807"/>
                    <a:pt x="5806" y="4875"/>
                    <a:pt x="5806" y="4875"/>
                  </a:cubicBezTo>
                  <a:cubicBezTo>
                    <a:pt x="5843" y="4807"/>
                    <a:pt x="5843" y="4807"/>
                    <a:pt x="5843" y="4807"/>
                  </a:cubicBezTo>
                  <a:cubicBezTo>
                    <a:pt x="5880" y="4875"/>
                    <a:pt x="5880" y="4875"/>
                    <a:pt x="5880" y="4875"/>
                  </a:cubicBezTo>
                  <a:cubicBezTo>
                    <a:pt x="5880" y="4807"/>
                    <a:pt x="5880" y="4807"/>
                    <a:pt x="5880" y="4807"/>
                  </a:cubicBezTo>
                  <a:cubicBezTo>
                    <a:pt x="5880" y="4807"/>
                    <a:pt x="5880" y="4807"/>
                    <a:pt x="5880" y="4807"/>
                  </a:cubicBezTo>
                  <a:cubicBezTo>
                    <a:pt x="5843" y="4807"/>
                    <a:pt x="5843" y="4807"/>
                    <a:pt x="5843" y="4807"/>
                  </a:cubicBezTo>
                  <a:cubicBezTo>
                    <a:pt x="5843" y="4739"/>
                    <a:pt x="5843" y="4739"/>
                    <a:pt x="5843" y="4739"/>
                  </a:cubicBezTo>
                  <a:cubicBezTo>
                    <a:pt x="5806" y="4807"/>
                    <a:pt x="5806" y="4807"/>
                    <a:pt x="5806" y="4807"/>
                  </a:cubicBezTo>
                  <a:cubicBezTo>
                    <a:pt x="5769" y="4807"/>
                    <a:pt x="5769" y="4807"/>
                    <a:pt x="5769" y="4807"/>
                  </a:cubicBezTo>
                  <a:close/>
                  <a:moveTo>
                    <a:pt x="6176" y="6161"/>
                  </a:moveTo>
                  <a:cubicBezTo>
                    <a:pt x="6176" y="6094"/>
                    <a:pt x="6176" y="6094"/>
                    <a:pt x="6176" y="6094"/>
                  </a:cubicBezTo>
                  <a:cubicBezTo>
                    <a:pt x="6176" y="6026"/>
                    <a:pt x="6176" y="6026"/>
                    <a:pt x="6176" y="6026"/>
                  </a:cubicBezTo>
                  <a:cubicBezTo>
                    <a:pt x="6139" y="6094"/>
                    <a:pt x="6139" y="6094"/>
                    <a:pt x="6139" y="6094"/>
                  </a:cubicBezTo>
                  <a:cubicBezTo>
                    <a:pt x="6139" y="6094"/>
                    <a:pt x="6139" y="6094"/>
                    <a:pt x="6139" y="6094"/>
                  </a:cubicBezTo>
                  <a:cubicBezTo>
                    <a:pt x="6139" y="6161"/>
                    <a:pt x="6139" y="6161"/>
                    <a:pt x="6139" y="6161"/>
                  </a:cubicBezTo>
                  <a:cubicBezTo>
                    <a:pt x="6176" y="6161"/>
                    <a:pt x="6176" y="6161"/>
                    <a:pt x="6176" y="6161"/>
                  </a:cubicBezTo>
                  <a:close/>
                  <a:moveTo>
                    <a:pt x="6250" y="6094"/>
                  </a:moveTo>
                  <a:cubicBezTo>
                    <a:pt x="6287" y="6094"/>
                    <a:pt x="6287" y="6094"/>
                    <a:pt x="6287" y="6094"/>
                  </a:cubicBezTo>
                  <a:cubicBezTo>
                    <a:pt x="6287" y="6026"/>
                    <a:pt x="6287" y="6026"/>
                    <a:pt x="6287" y="6026"/>
                  </a:cubicBezTo>
                  <a:cubicBezTo>
                    <a:pt x="6250" y="6026"/>
                    <a:pt x="6250" y="6026"/>
                    <a:pt x="6250" y="6026"/>
                  </a:cubicBezTo>
                  <a:cubicBezTo>
                    <a:pt x="6250" y="6026"/>
                    <a:pt x="6250" y="6026"/>
                    <a:pt x="6250" y="6026"/>
                  </a:cubicBezTo>
                  <a:cubicBezTo>
                    <a:pt x="6213" y="6026"/>
                    <a:pt x="6213" y="6026"/>
                    <a:pt x="6213" y="6026"/>
                  </a:cubicBezTo>
                  <a:cubicBezTo>
                    <a:pt x="6213" y="6094"/>
                    <a:pt x="6213" y="6094"/>
                    <a:pt x="6213" y="6094"/>
                  </a:cubicBezTo>
                  <a:cubicBezTo>
                    <a:pt x="6250" y="6094"/>
                    <a:pt x="6250" y="6094"/>
                    <a:pt x="6250" y="6094"/>
                  </a:cubicBezTo>
                  <a:close/>
                  <a:moveTo>
                    <a:pt x="6398" y="6161"/>
                  </a:moveTo>
                  <a:cubicBezTo>
                    <a:pt x="6435" y="6094"/>
                    <a:pt x="6435" y="6094"/>
                    <a:pt x="6435" y="6094"/>
                  </a:cubicBezTo>
                  <a:cubicBezTo>
                    <a:pt x="6398" y="6094"/>
                    <a:pt x="6398" y="6094"/>
                    <a:pt x="6398" y="6094"/>
                  </a:cubicBezTo>
                  <a:cubicBezTo>
                    <a:pt x="6361" y="6094"/>
                    <a:pt x="6361" y="6094"/>
                    <a:pt x="6361" y="6094"/>
                  </a:cubicBezTo>
                  <a:cubicBezTo>
                    <a:pt x="6361" y="6161"/>
                    <a:pt x="6361" y="6161"/>
                    <a:pt x="6361" y="6161"/>
                  </a:cubicBezTo>
                  <a:cubicBezTo>
                    <a:pt x="6398" y="6161"/>
                    <a:pt x="6398" y="6161"/>
                    <a:pt x="6398" y="6161"/>
                  </a:cubicBezTo>
                  <a:close/>
                  <a:moveTo>
                    <a:pt x="6620" y="6026"/>
                  </a:moveTo>
                  <a:cubicBezTo>
                    <a:pt x="6657" y="6094"/>
                    <a:pt x="6657" y="6094"/>
                    <a:pt x="6657" y="6094"/>
                  </a:cubicBezTo>
                  <a:cubicBezTo>
                    <a:pt x="6657" y="6094"/>
                    <a:pt x="6657" y="6094"/>
                    <a:pt x="6657" y="6094"/>
                  </a:cubicBezTo>
                  <a:cubicBezTo>
                    <a:pt x="6694" y="6094"/>
                    <a:pt x="6694" y="6094"/>
                    <a:pt x="6694" y="6094"/>
                  </a:cubicBezTo>
                  <a:cubicBezTo>
                    <a:pt x="6657" y="6026"/>
                    <a:pt x="6657" y="6026"/>
                    <a:pt x="6657" y="6026"/>
                  </a:cubicBezTo>
                  <a:cubicBezTo>
                    <a:pt x="6620" y="6026"/>
                    <a:pt x="6620" y="6026"/>
                    <a:pt x="6620" y="6026"/>
                  </a:cubicBezTo>
                  <a:close/>
                  <a:moveTo>
                    <a:pt x="6509" y="5958"/>
                  </a:moveTo>
                  <a:cubicBezTo>
                    <a:pt x="6546" y="5958"/>
                    <a:pt x="6546" y="5958"/>
                    <a:pt x="6546" y="5958"/>
                  </a:cubicBezTo>
                  <a:cubicBezTo>
                    <a:pt x="6546" y="5958"/>
                    <a:pt x="6546" y="5958"/>
                    <a:pt x="6546" y="5958"/>
                  </a:cubicBezTo>
                  <a:cubicBezTo>
                    <a:pt x="6509" y="5890"/>
                    <a:pt x="6509" y="5890"/>
                    <a:pt x="6509" y="5890"/>
                  </a:cubicBezTo>
                  <a:cubicBezTo>
                    <a:pt x="6509" y="5890"/>
                    <a:pt x="6509" y="5890"/>
                    <a:pt x="6509" y="5890"/>
                  </a:cubicBezTo>
                  <a:cubicBezTo>
                    <a:pt x="6509" y="5958"/>
                    <a:pt x="6509" y="5958"/>
                    <a:pt x="6509" y="5958"/>
                  </a:cubicBezTo>
                  <a:cubicBezTo>
                    <a:pt x="6509" y="5958"/>
                    <a:pt x="6509" y="5958"/>
                    <a:pt x="6509" y="5958"/>
                  </a:cubicBezTo>
                  <a:close/>
                  <a:moveTo>
                    <a:pt x="6398" y="5755"/>
                  </a:moveTo>
                  <a:cubicBezTo>
                    <a:pt x="6398" y="5687"/>
                    <a:pt x="6398" y="5687"/>
                    <a:pt x="6398" y="5687"/>
                  </a:cubicBezTo>
                  <a:cubicBezTo>
                    <a:pt x="6361" y="5687"/>
                    <a:pt x="6361" y="5687"/>
                    <a:pt x="6361" y="5687"/>
                  </a:cubicBezTo>
                  <a:cubicBezTo>
                    <a:pt x="6324" y="5755"/>
                    <a:pt x="6324" y="5755"/>
                    <a:pt x="6324" y="5755"/>
                  </a:cubicBezTo>
                  <a:cubicBezTo>
                    <a:pt x="6324" y="5823"/>
                    <a:pt x="6324" y="5823"/>
                    <a:pt x="6324" y="5823"/>
                  </a:cubicBezTo>
                  <a:cubicBezTo>
                    <a:pt x="6361" y="5823"/>
                    <a:pt x="6361" y="5823"/>
                    <a:pt x="6361" y="5823"/>
                  </a:cubicBezTo>
                  <a:cubicBezTo>
                    <a:pt x="6361" y="5823"/>
                    <a:pt x="6361" y="5823"/>
                    <a:pt x="6361" y="5823"/>
                  </a:cubicBezTo>
                  <a:cubicBezTo>
                    <a:pt x="6361" y="5755"/>
                    <a:pt x="6361" y="5755"/>
                    <a:pt x="6361" y="5755"/>
                  </a:cubicBezTo>
                  <a:cubicBezTo>
                    <a:pt x="6361" y="5755"/>
                    <a:pt x="6361" y="5755"/>
                    <a:pt x="6361" y="5755"/>
                  </a:cubicBezTo>
                  <a:cubicBezTo>
                    <a:pt x="6398" y="5755"/>
                    <a:pt x="6398" y="5755"/>
                    <a:pt x="6398" y="5755"/>
                  </a:cubicBezTo>
                  <a:close/>
                  <a:moveTo>
                    <a:pt x="6472" y="5687"/>
                  </a:moveTo>
                  <a:cubicBezTo>
                    <a:pt x="6472" y="5687"/>
                    <a:pt x="6472" y="5687"/>
                    <a:pt x="6472" y="5687"/>
                  </a:cubicBezTo>
                  <a:cubicBezTo>
                    <a:pt x="6435" y="5687"/>
                    <a:pt x="6435" y="5687"/>
                    <a:pt x="6435" y="5687"/>
                  </a:cubicBezTo>
                  <a:cubicBezTo>
                    <a:pt x="6435" y="5687"/>
                    <a:pt x="6435" y="5687"/>
                    <a:pt x="6435" y="5687"/>
                  </a:cubicBezTo>
                  <a:cubicBezTo>
                    <a:pt x="6435" y="5755"/>
                    <a:pt x="6435" y="5755"/>
                    <a:pt x="6435" y="5755"/>
                  </a:cubicBezTo>
                  <a:cubicBezTo>
                    <a:pt x="6472" y="5755"/>
                    <a:pt x="6472" y="5755"/>
                    <a:pt x="6472" y="5755"/>
                  </a:cubicBezTo>
                  <a:cubicBezTo>
                    <a:pt x="6472" y="5755"/>
                    <a:pt x="6472" y="5755"/>
                    <a:pt x="6472" y="5755"/>
                  </a:cubicBezTo>
                  <a:cubicBezTo>
                    <a:pt x="6472" y="5687"/>
                    <a:pt x="6472" y="5687"/>
                    <a:pt x="6472" y="5687"/>
                  </a:cubicBezTo>
                  <a:close/>
                  <a:moveTo>
                    <a:pt x="6509" y="5755"/>
                  </a:moveTo>
                  <a:cubicBezTo>
                    <a:pt x="6509" y="5755"/>
                    <a:pt x="6509" y="5755"/>
                    <a:pt x="6509" y="5755"/>
                  </a:cubicBezTo>
                  <a:cubicBezTo>
                    <a:pt x="6509" y="5755"/>
                    <a:pt x="6509" y="5755"/>
                    <a:pt x="6509" y="5755"/>
                  </a:cubicBezTo>
                  <a:cubicBezTo>
                    <a:pt x="6546" y="5687"/>
                    <a:pt x="6546" y="5687"/>
                    <a:pt x="6546" y="5687"/>
                  </a:cubicBezTo>
                  <a:cubicBezTo>
                    <a:pt x="6546" y="5687"/>
                    <a:pt x="6546" y="5687"/>
                    <a:pt x="6546" y="5687"/>
                  </a:cubicBezTo>
                  <a:cubicBezTo>
                    <a:pt x="6546" y="5620"/>
                    <a:pt x="6546" y="5620"/>
                    <a:pt x="6546" y="5620"/>
                  </a:cubicBezTo>
                  <a:cubicBezTo>
                    <a:pt x="6509" y="5620"/>
                    <a:pt x="6509" y="5620"/>
                    <a:pt x="6509" y="5620"/>
                  </a:cubicBezTo>
                  <a:cubicBezTo>
                    <a:pt x="6509" y="5687"/>
                    <a:pt x="6509" y="5687"/>
                    <a:pt x="6509" y="5687"/>
                  </a:cubicBezTo>
                  <a:cubicBezTo>
                    <a:pt x="6509" y="5687"/>
                    <a:pt x="6509" y="5687"/>
                    <a:pt x="6509" y="5687"/>
                  </a:cubicBezTo>
                  <a:cubicBezTo>
                    <a:pt x="6509" y="5755"/>
                    <a:pt x="6509" y="5755"/>
                    <a:pt x="6509" y="5755"/>
                  </a:cubicBezTo>
                  <a:close/>
                  <a:moveTo>
                    <a:pt x="6398" y="5552"/>
                  </a:moveTo>
                  <a:cubicBezTo>
                    <a:pt x="6435" y="5484"/>
                    <a:pt x="6435" y="5484"/>
                    <a:pt x="6435" y="5484"/>
                  </a:cubicBezTo>
                  <a:cubicBezTo>
                    <a:pt x="6398" y="5484"/>
                    <a:pt x="6398" y="5484"/>
                    <a:pt x="6398" y="5484"/>
                  </a:cubicBezTo>
                  <a:cubicBezTo>
                    <a:pt x="6398" y="5484"/>
                    <a:pt x="6398" y="5484"/>
                    <a:pt x="6398" y="5484"/>
                  </a:cubicBezTo>
                  <a:cubicBezTo>
                    <a:pt x="6361" y="5484"/>
                    <a:pt x="6361" y="5484"/>
                    <a:pt x="6361" y="5484"/>
                  </a:cubicBezTo>
                  <a:cubicBezTo>
                    <a:pt x="6324" y="5484"/>
                    <a:pt x="6324" y="5484"/>
                    <a:pt x="6324" y="5484"/>
                  </a:cubicBezTo>
                  <a:cubicBezTo>
                    <a:pt x="6324" y="5552"/>
                    <a:pt x="6324" y="5552"/>
                    <a:pt x="6324" y="5552"/>
                  </a:cubicBezTo>
                  <a:cubicBezTo>
                    <a:pt x="6398" y="5552"/>
                    <a:pt x="6398" y="5552"/>
                    <a:pt x="6398" y="5552"/>
                  </a:cubicBezTo>
                  <a:cubicBezTo>
                    <a:pt x="6398" y="5552"/>
                    <a:pt x="6398" y="5552"/>
                    <a:pt x="6398" y="5552"/>
                  </a:cubicBezTo>
                  <a:close/>
                  <a:moveTo>
                    <a:pt x="6546" y="5416"/>
                  </a:moveTo>
                  <a:cubicBezTo>
                    <a:pt x="6546" y="5416"/>
                    <a:pt x="6546" y="5416"/>
                    <a:pt x="6546" y="5416"/>
                  </a:cubicBezTo>
                  <a:cubicBezTo>
                    <a:pt x="6546" y="5416"/>
                    <a:pt x="6546" y="5416"/>
                    <a:pt x="6546" y="5416"/>
                  </a:cubicBezTo>
                  <a:cubicBezTo>
                    <a:pt x="6546" y="5349"/>
                    <a:pt x="6546" y="5349"/>
                    <a:pt x="6546" y="5349"/>
                  </a:cubicBezTo>
                  <a:cubicBezTo>
                    <a:pt x="6583" y="5349"/>
                    <a:pt x="6583" y="5349"/>
                    <a:pt x="6583" y="5349"/>
                  </a:cubicBezTo>
                  <a:cubicBezTo>
                    <a:pt x="6583" y="5349"/>
                    <a:pt x="6583" y="5349"/>
                    <a:pt x="6583" y="5349"/>
                  </a:cubicBezTo>
                  <a:cubicBezTo>
                    <a:pt x="6546" y="5281"/>
                    <a:pt x="6546" y="5281"/>
                    <a:pt x="6546" y="5281"/>
                  </a:cubicBezTo>
                  <a:cubicBezTo>
                    <a:pt x="6509" y="5281"/>
                    <a:pt x="6509" y="5281"/>
                    <a:pt x="6509" y="5281"/>
                  </a:cubicBezTo>
                  <a:cubicBezTo>
                    <a:pt x="6509" y="5349"/>
                    <a:pt x="6509" y="5349"/>
                    <a:pt x="6509" y="5349"/>
                  </a:cubicBezTo>
                  <a:cubicBezTo>
                    <a:pt x="6509" y="5349"/>
                    <a:pt x="6509" y="5349"/>
                    <a:pt x="6509" y="5349"/>
                  </a:cubicBezTo>
                  <a:cubicBezTo>
                    <a:pt x="6509" y="5349"/>
                    <a:pt x="6509" y="5349"/>
                    <a:pt x="6509" y="5349"/>
                  </a:cubicBezTo>
                  <a:cubicBezTo>
                    <a:pt x="6472" y="5349"/>
                    <a:pt x="6472" y="5349"/>
                    <a:pt x="6472" y="5349"/>
                  </a:cubicBezTo>
                  <a:cubicBezTo>
                    <a:pt x="6472" y="5349"/>
                    <a:pt x="6472" y="5349"/>
                    <a:pt x="6472" y="5349"/>
                  </a:cubicBezTo>
                  <a:cubicBezTo>
                    <a:pt x="6472" y="5416"/>
                    <a:pt x="6472" y="5416"/>
                    <a:pt x="6472" y="5416"/>
                  </a:cubicBezTo>
                  <a:cubicBezTo>
                    <a:pt x="6509" y="5416"/>
                    <a:pt x="6509" y="5416"/>
                    <a:pt x="6509" y="5416"/>
                  </a:cubicBezTo>
                  <a:cubicBezTo>
                    <a:pt x="6509" y="5416"/>
                    <a:pt x="6509" y="5416"/>
                    <a:pt x="6509" y="5416"/>
                  </a:cubicBezTo>
                  <a:cubicBezTo>
                    <a:pt x="6546" y="5416"/>
                    <a:pt x="6546" y="5416"/>
                    <a:pt x="6546" y="5416"/>
                  </a:cubicBezTo>
                  <a:close/>
                  <a:moveTo>
                    <a:pt x="6435" y="3114"/>
                  </a:moveTo>
                  <a:cubicBezTo>
                    <a:pt x="6435" y="3114"/>
                    <a:pt x="6435" y="3114"/>
                    <a:pt x="6435" y="3114"/>
                  </a:cubicBezTo>
                  <a:cubicBezTo>
                    <a:pt x="6435" y="3047"/>
                    <a:pt x="6435" y="3047"/>
                    <a:pt x="6435" y="3047"/>
                  </a:cubicBezTo>
                  <a:cubicBezTo>
                    <a:pt x="6435" y="3047"/>
                    <a:pt x="6435" y="3047"/>
                    <a:pt x="6435" y="3047"/>
                  </a:cubicBezTo>
                  <a:cubicBezTo>
                    <a:pt x="6398" y="3047"/>
                    <a:pt x="6398" y="3047"/>
                    <a:pt x="6398" y="3047"/>
                  </a:cubicBezTo>
                  <a:cubicBezTo>
                    <a:pt x="6435" y="3114"/>
                    <a:pt x="6435" y="3114"/>
                    <a:pt x="6435" y="3114"/>
                  </a:cubicBezTo>
                  <a:close/>
                  <a:moveTo>
                    <a:pt x="6250" y="3588"/>
                  </a:moveTo>
                  <a:cubicBezTo>
                    <a:pt x="6250" y="3588"/>
                    <a:pt x="6250" y="3588"/>
                    <a:pt x="6250" y="3588"/>
                  </a:cubicBezTo>
                  <a:cubicBezTo>
                    <a:pt x="6287" y="3588"/>
                    <a:pt x="6287" y="3588"/>
                    <a:pt x="6287" y="3588"/>
                  </a:cubicBezTo>
                  <a:cubicBezTo>
                    <a:pt x="6287" y="3588"/>
                    <a:pt x="6287" y="3588"/>
                    <a:pt x="6287" y="3588"/>
                  </a:cubicBezTo>
                  <a:cubicBezTo>
                    <a:pt x="6324" y="3588"/>
                    <a:pt x="6324" y="3588"/>
                    <a:pt x="6324" y="3588"/>
                  </a:cubicBezTo>
                  <a:cubicBezTo>
                    <a:pt x="6324" y="3521"/>
                    <a:pt x="6324" y="3521"/>
                    <a:pt x="6324" y="3521"/>
                  </a:cubicBezTo>
                  <a:cubicBezTo>
                    <a:pt x="6287" y="3453"/>
                    <a:pt x="6287" y="3453"/>
                    <a:pt x="6287" y="3453"/>
                  </a:cubicBezTo>
                  <a:cubicBezTo>
                    <a:pt x="6250" y="3453"/>
                    <a:pt x="6250" y="3453"/>
                    <a:pt x="6250" y="3453"/>
                  </a:cubicBezTo>
                  <a:cubicBezTo>
                    <a:pt x="6250" y="3453"/>
                    <a:pt x="6250" y="3453"/>
                    <a:pt x="6250" y="3453"/>
                  </a:cubicBezTo>
                  <a:cubicBezTo>
                    <a:pt x="6250" y="3521"/>
                    <a:pt x="6250" y="3521"/>
                    <a:pt x="6250" y="3521"/>
                  </a:cubicBezTo>
                  <a:cubicBezTo>
                    <a:pt x="6250" y="3588"/>
                    <a:pt x="6250" y="3588"/>
                    <a:pt x="6250" y="3588"/>
                  </a:cubicBezTo>
                  <a:close/>
                  <a:moveTo>
                    <a:pt x="6990" y="3453"/>
                  </a:moveTo>
                  <a:cubicBezTo>
                    <a:pt x="6990" y="3453"/>
                    <a:pt x="6990" y="3453"/>
                    <a:pt x="6990" y="3453"/>
                  </a:cubicBezTo>
                  <a:cubicBezTo>
                    <a:pt x="7027" y="3453"/>
                    <a:pt x="7027" y="3453"/>
                    <a:pt x="7027" y="3453"/>
                  </a:cubicBezTo>
                  <a:cubicBezTo>
                    <a:pt x="7027" y="3453"/>
                    <a:pt x="7027" y="3453"/>
                    <a:pt x="7027" y="3453"/>
                  </a:cubicBezTo>
                  <a:cubicBezTo>
                    <a:pt x="7064" y="3453"/>
                    <a:pt x="7064" y="3453"/>
                    <a:pt x="7064" y="3453"/>
                  </a:cubicBezTo>
                  <a:cubicBezTo>
                    <a:pt x="7064" y="3453"/>
                    <a:pt x="7064" y="3453"/>
                    <a:pt x="7064" y="3453"/>
                  </a:cubicBezTo>
                  <a:cubicBezTo>
                    <a:pt x="7064" y="3453"/>
                    <a:pt x="7064" y="3453"/>
                    <a:pt x="7064" y="3453"/>
                  </a:cubicBezTo>
                  <a:cubicBezTo>
                    <a:pt x="7101" y="3453"/>
                    <a:pt x="7101" y="3453"/>
                    <a:pt x="7101" y="3453"/>
                  </a:cubicBezTo>
                  <a:cubicBezTo>
                    <a:pt x="7101" y="3385"/>
                    <a:pt x="7101" y="3385"/>
                    <a:pt x="7101" y="3385"/>
                  </a:cubicBezTo>
                  <a:cubicBezTo>
                    <a:pt x="7101" y="3317"/>
                    <a:pt x="7101" y="3317"/>
                    <a:pt x="7101" y="3317"/>
                  </a:cubicBezTo>
                  <a:cubicBezTo>
                    <a:pt x="7138" y="3317"/>
                    <a:pt x="7138" y="3317"/>
                    <a:pt x="7138" y="3317"/>
                  </a:cubicBezTo>
                  <a:cubicBezTo>
                    <a:pt x="7138" y="3250"/>
                    <a:pt x="7138" y="3250"/>
                    <a:pt x="7138" y="3250"/>
                  </a:cubicBezTo>
                  <a:cubicBezTo>
                    <a:pt x="7138" y="3250"/>
                    <a:pt x="7138" y="3250"/>
                    <a:pt x="7138" y="3250"/>
                  </a:cubicBezTo>
                  <a:cubicBezTo>
                    <a:pt x="7101" y="3250"/>
                    <a:pt x="7101" y="3250"/>
                    <a:pt x="7101" y="3250"/>
                  </a:cubicBezTo>
                  <a:cubicBezTo>
                    <a:pt x="7101" y="3250"/>
                    <a:pt x="7101" y="3250"/>
                    <a:pt x="7101" y="3250"/>
                  </a:cubicBezTo>
                  <a:cubicBezTo>
                    <a:pt x="7064" y="3317"/>
                    <a:pt x="7064" y="3317"/>
                    <a:pt x="7064" y="3317"/>
                  </a:cubicBezTo>
                  <a:cubicBezTo>
                    <a:pt x="7027" y="3317"/>
                    <a:pt x="7027" y="3317"/>
                    <a:pt x="7027" y="3317"/>
                  </a:cubicBezTo>
                  <a:cubicBezTo>
                    <a:pt x="6990" y="3453"/>
                    <a:pt x="6990" y="3453"/>
                    <a:pt x="6990" y="3453"/>
                  </a:cubicBezTo>
                  <a:cubicBezTo>
                    <a:pt x="6990" y="3453"/>
                    <a:pt x="6990" y="3453"/>
                    <a:pt x="6990" y="3453"/>
                  </a:cubicBezTo>
                  <a:close/>
                  <a:moveTo>
                    <a:pt x="7286" y="3521"/>
                  </a:moveTo>
                  <a:cubicBezTo>
                    <a:pt x="7323" y="3521"/>
                    <a:pt x="7323" y="3521"/>
                    <a:pt x="7323" y="3521"/>
                  </a:cubicBezTo>
                  <a:cubicBezTo>
                    <a:pt x="7360" y="3453"/>
                    <a:pt x="7360" y="3453"/>
                    <a:pt x="7360" y="3453"/>
                  </a:cubicBezTo>
                  <a:cubicBezTo>
                    <a:pt x="7323" y="3453"/>
                    <a:pt x="7323" y="3453"/>
                    <a:pt x="7323" y="3453"/>
                  </a:cubicBezTo>
                  <a:cubicBezTo>
                    <a:pt x="7286" y="3453"/>
                    <a:pt x="7286" y="3453"/>
                    <a:pt x="7286" y="3453"/>
                  </a:cubicBezTo>
                  <a:cubicBezTo>
                    <a:pt x="7286" y="3521"/>
                    <a:pt x="7286" y="3521"/>
                    <a:pt x="7286" y="3521"/>
                  </a:cubicBezTo>
                  <a:cubicBezTo>
                    <a:pt x="7286" y="3521"/>
                    <a:pt x="7286" y="3521"/>
                    <a:pt x="7286" y="3521"/>
                  </a:cubicBezTo>
                  <a:close/>
                  <a:moveTo>
                    <a:pt x="7360" y="3656"/>
                  </a:moveTo>
                  <a:cubicBezTo>
                    <a:pt x="7360" y="3656"/>
                    <a:pt x="7360" y="3656"/>
                    <a:pt x="7360" y="3656"/>
                  </a:cubicBezTo>
                  <a:cubicBezTo>
                    <a:pt x="7360" y="3656"/>
                    <a:pt x="7360" y="3656"/>
                    <a:pt x="7360" y="3656"/>
                  </a:cubicBezTo>
                  <a:cubicBezTo>
                    <a:pt x="7397" y="3588"/>
                    <a:pt x="7397" y="3588"/>
                    <a:pt x="7397" y="3588"/>
                  </a:cubicBezTo>
                  <a:cubicBezTo>
                    <a:pt x="7360" y="3588"/>
                    <a:pt x="7360" y="3588"/>
                    <a:pt x="7360" y="3588"/>
                  </a:cubicBezTo>
                  <a:cubicBezTo>
                    <a:pt x="7360" y="3521"/>
                    <a:pt x="7360" y="3521"/>
                    <a:pt x="7360" y="3521"/>
                  </a:cubicBezTo>
                  <a:cubicBezTo>
                    <a:pt x="7323" y="3521"/>
                    <a:pt x="7323" y="3521"/>
                    <a:pt x="7323" y="3521"/>
                  </a:cubicBezTo>
                  <a:cubicBezTo>
                    <a:pt x="7323" y="3588"/>
                    <a:pt x="7323" y="3588"/>
                    <a:pt x="7323" y="3588"/>
                  </a:cubicBezTo>
                  <a:cubicBezTo>
                    <a:pt x="7360" y="3588"/>
                    <a:pt x="7360" y="3588"/>
                    <a:pt x="7360" y="3588"/>
                  </a:cubicBezTo>
                  <a:cubicBezTo>
                    <a:pt x="7360" y="3656"/>
                    <a:pt x="7360" y="3656"/>
                    <a:pt x="7360" y="3656"/>
                  </a:cubicBezTo>
                  <a:close/>
                  <a:moveTo>
                    <a:pt x="7064" y="3791"/>
                  </a:moveTo>
                  <a:cubicBezTo>
                    <a:pt x="7101" y="3724"/>
                    <a:pt x="7101" y="3724"/>
                    <a:pt x="7101" y="3724"/>
                  </a:cubicBezTo>
                  <a:cubicBezTo>
                    <a:pt x="7101" y="3724"/>
                    <a:pt x="7101" y="3724"/>
                    <a:pt x="7101" y="3724"/>
                  </a:cubicBezTo>
                  <a:cubicBezTo>
                    <a:pt x="7064" y="3724"/>
                    <a:pt x="7064" y="3724"/>
                    <a:pt x="7064" y="3724"/>
                  </a:cubicBezTo>
                  <a:cubicBezTo>
                    <a:pt x="7064" y="3724"/>
                    <a:pt x="7064" y="3724"/>
                    <a:pt x="7064" y="3724"/>
                  </a:cubicBezTo>
                  <a:cubicBezTo>
                    <a:pt x="7027" y="3724"/>
                    <a:pt x="7027" y="3724"/>
                    <a:pt x="7027" y="3724"/>
                  </a:cubicBezTo>
                  <a:cubicBezTo>
                    <a:pt x="7027" y="3791"/>
                    <a:pt x="7027" y="3791"/>
                    <a:pt x="7027" y="3791"/>
                  </a:cubicBezTo>
                  <a:cubicBezTo>
                    <a:pt x="7064" y="3791"/>
                    <a:pt x="7064" y="3791"/>
                    <a:pt x="7064" y="3791"/>
                  </a:cubicBezTo>
                  <a:close/>
                  <a:moveTo>
                    <a:pt x="7212" y="3791"/>
                  </a:moveTo>
                  <a:cubicBezTo>
                    <a:pt x="7249" y="3724"/>
                    <a:pt x="7249" y="3724"/>
                    <a:pt x="7249" y="3724"/>
                  </a:cubicBezTo>
                  <a:cubicBezTo>
                    <a:pt x="7249" y="3724"/>
                    <a:pt x="7249" y="3724"/>
                    <a:pt x="7249" y="3724"/>
                  </a:cubicBezTo>
                  <a:cubicBezTo>
                    <a:pt x="7249" y="3724"/>
                    <a:pt x="7249" y="3724"/>
                    <a:pt x="7249" y="3724"/>
                  </a:cubicBezTo>
                  <a:cubicBezTo>
                    <a:pt x="7249" y="3656"/>
                    <a:pt x="7249" y="3656"/>
                    <a:pt x="7249" y="3656"/>
                  </a:cubicBezTo>
                  <a:cubicBezTo>
                    <a:pt x="7212" y="3656"/>
                    <a:pt x="7212" y="3656"/>
                    <a:pt x="7212" y="3656"/>
                  </a:cubicBezTo>
                  <a:cubicBezTo>
                    <a:pt x="7212" y="3656"/>
                    <a:pt x="7212" y="3656"/>
                    <a:pt x="7212" y="3656"/>
                  </a:cubicBezTo>
                  <a:cubicBezTo>
                    <a:pt x="7175" y="3724"/>
                    <a:pt x="7175" y="3724"/>
                    <a:pt x="7175" y="3724"/>
                  </a:cubicBezTo>
                  <a:cubicBezTo>
                    <a:pt x="7175" y="3724"/>
                    <a:pt x="7175" y="3724"/>
                    <a:pt x="7175" y="3724"/>
                  </a:cubicBezTo>
                  <a:cubicBezTo>
                    <a:pt x="7175" y="3724"/>
                    <a:pt x="7175" y="3724"/>
                    <a:pt x="7175" y="3724"/>
                  </a:cubicBezTo>
                  <a:cubicBezTo>
                    <a:pt x="7175" y="3724"/>
                    <a:pt x="7175" y="3724"/>
                    <a:pt x="7175" y="3724"/>
                  </a:cubicBezTo>
                  <a:cubicBezTo>
                    <a:pt x="7212" y="3724"/>
                    <a:pt x="7212" y="3724"/>
                    <a:pt x="7212" y="3724"/>
                  </a:cubicBezTo>
                  <a:cubicBezTo>
                    <a:pt x="7212" y="3724"/>
                    <a:pt x="7212" y="3724"/>
                    <a:pt x="7212" y="3724"/>
                  </a:cubicBezTo>
                  <a:cubicBezTo>
                    <a:pt x="7212" y="3791"/>
                    <a:pt x="7212" y="3791"/>
                    <a:pt x="7212" y="3791"/>
                  </a:cubicBezTo>
                  <a:close/>
                  <a:moveTo>
                    <a:pt x="7249" y="4062"/>
                  </a:moveTo>
                  <a:cubicBezTo>
                    <a:pt x="7249" y="4062"/>
                    <a:pt x="7249" y="4062"/>
                    <a:pt x="7249" y="4062"/>
                  </a:cubicBezTo>
                  <a:cubicBezTo>
                    <a:pt x="7286" y="4062"/>
                    <a:pt x="7286" y="4062"/>
                    <a:pt x="7286" y="4062"/>
                  </a:cubicBezTo>
                  <a:cubicBezTo>
                    <a:pt x="7323" y="4062"/>
                    <a:pt x="7323" y="4062"/>
                    <a:pt x="7323" y="4062"/>
                  </a:cubicBezTo>
                  <a:cubicBezTo>
                    <a:pt x="7323" y="4062"/>
                    <a:pt x="7323" y="4062"/>
                    <a:pt x="7323" y="4062"/>
                  </a:cubicBezTo>
                  <a:cubicBezTo>
                    <a:pt x="7360" y="4062"/>
                    <a:pt x="7360" y="4062"/>
                    <a:pt x="7360" y="4062"/>
                  </a:cubicBezTo>
                  <a:cubicBezTo>
                    <a:pt x="7397" y="4062"/>
                    <a:pt x="7397" y="4062"/>
                    <a:pt x="7397" y="4062"/>
                  </a:cubicBezTo>
                  <a:cubicBezTo>
                    <a:pt x="7397" y="3994"/>
                    <a:pt x="7397" y="3994"/>
                    <a:pt x="7397" y="3994"/>
                  </a:cubicBezTo>
                  <a:cubicBezTo>
                    <a:pt x="7397" y="3994"/>
                    <a:pt x="7397" y="3994"/>
                    <a:pt x="7397" y="3994"/>
                  </a:cubicBezTo>
                  <a:cubicBezTo>
                    <a:pt x="7397" y="3994"/>
                    <a:pt x="7397" y="3994"/>
                    <a:pt x="7397" y="3994"/>
                  </a:cubicBezTo>
                  <a:cubicBezTo>
                    <a:pt x="7397" y="3994"/>
                    <a:pt x="7397" y="3994"/>
                    <a:pt x="7397" y="3994"/>
                  </a:cubicBezTo>
                  <a:cubicBezTo>
                    <a:pt x="7397" y="3927"/>
                    <a:pt x="7397" y="3927"/>
                    <a:pt x="7397" y="3927"/>
                  </a:cubicBezTo>
                  <a:cubicBezTo>
                    <a:pt x="7360" y="3927"/>
                    <a:pt x="7360" y="3927"/>
                    <a:pt x="7360" y="3927"/>
                  </a:cubicBezTo>
                  <a:cubicBezTo>
                    <a:pt x="7360" y="3927"/>
                    <a:pt x="7360" y="3927"/>
                    <a:pt x="7360" y="3927"/>
                  </a:cubicBezTo>
                  <a:cubicBezTo>
                    <a:pt x="7360" y="3994"/>
                    <a:pt x="7360" y="3994"/>
                    <a:pt x="7360" y="3994"/>
                  </a:cubicBezTo>
                  <a:cubicBezTo>
                    <a:pt x="7323" y="3994"/>
                    <a:pt x="7323" y="3994"/>
                    <a:pt x="7323" y="3994"/>
                  </a:cubicBezTo>
                  <a:cubicBezTo>
                    <a:pt x="7323" y="3994"/>
                    <a:pt x="7323" y="3994"/>
                    <a:pt x="7323" y="3994"/>
                  </a:cubicBezTo>
                  <a:cubicBezTo>
                    <a:pt x="7323" y="3927"/>
                    <a:pt x="7323" y="3927"/>
                    <a:pt x="7323" y="3927"/>
                  </a:cubicBezTo>
                  <a:cubicBezTo>
                    <a:pt x="7286" y="3927"/>
                    <a:pt x="7286" y="3927"/>
                    <a:pt x="7286" y="3927"/>
                  </a:cubicBezTo>
                  <a:cubicBezTo>
                    <a:pt x="7286" y="3994"/>
                    <a:pt x="7286" y="3994"/>
                    <a:pt x="7286" y="3994"/>
                  </a:cubicBezTo>
                  <a:cubicBezTo>
                    <a:pt x="7286" y="3994"/>
                    <a:pt x="7286" y="3994"/>
                    <a:pt x="7286" y="3994"/>
                  </a:cubicBezTo>
                  <a:cubicBezTo>
                    <a:pt x="7249" y="3994"/>
                    <a:pt x="7249" y="3994"/>
                    <a:pt x="7249" y="3994"/>
                  </a:cubicBezTo>
                  <a:cubicBezTo>
                    <a:pt x="7249" y="4062"/>
                    <a:pt x="7249" y="4062"/>
                    <a:pt x="7249" y="4062"/>
                  </a:cubicBezTo>
                  <a:cubicBezTo>
                    <a:pt x="7249" y="4062"/>
                    <a:pt x="7249" y="4062"/>
                    <a:pt x="7249" y="4062"/>
                  </a:cubicBezTo>
                  <a:close/>
                  <a:moveTo>
                    <a:pt x="4290" y="2437"/>
                  </a:moveTo>
                  <a:cubicBezTo>
                    <a:pt x="4327" y="2437"/>
                    <a:pt x="4327" y="2437"/>
                    <a:pt x="4327" y="2437"/>
                  </a:cubicBezTo>
                  <a:cubicBezTo>
                    <a:pt x="4364" y="2505"/>
                    <a:pt x="4364" y="2505"/>
                    <a:pt x="4364" y="2505"/>
                  </a:cubicBezTo>
                  <a:cubicBezTo>
                    <a:pt x="4364" y="2505"/>
                    <a:pt x="4364" y="2505"/>
                    <a:pt x="4364" y="2505"/>
                  </a:cubicBezTo>
                  <a:cubicBezTo>
                    <a:pt x="4401" y="2437"/>
                    <a:pt x="4401" y="2437"/>
                    <a:pt x="4401" y="2437"/>
                  </a:cubicBezTo>
                  <a:cubicBezTo>
                    <a:pt x="4438" y="2437"/>
                    <a:pt x="4438" y="2437"/>
                    <a:pt x="4438" y="2437"/>
                  </a:cubicBezTo>
                  <a:cubicBezTo>
                    <a:pt x="4401" y="2437"/>
                    <a:pt x="4401" y="2437"/>
                    <a:pt x="4401" y="2437"/>
                  </a:cubicBezTo>
                  <a:cubicBezTo>
                    <a:pt x="4364" y="2437"/>
                    <a:pt x="4364" y="2437"/>
                    <a:pt x="4364" y="2437"/>
                  </a:cubicBezTo>
                  <a:cubicBezTo>
                    <a:pt x="4327" y="2437"/>
                    <a:pt x="4327" y="2437"/>
                    <a:pt x="4327" y="2437"/>
                  </a:cubicBezTo>
                  <a:cubicBezTo>
                    <a:pt x="4327" y="2369"/>
                    <a:pt x="4327" y="2369"/>
                    <a:pt x="4327" y="2369"/>
                  </a:cubicBezTo>
                  <a:cubicBezTo>
                    <a:pt x="4290" y="2369"/>
                    <a:pt x="4290" y="2369"/>
                    <a:pt x="4290" y="2369"/>
                  </a:cubicBezTo>
                  <a:cubicBezTo>
                    <a:pt x="4290" y="2437"/>
                    <a:pt x="4290" y="2437"/>
                    <a:pt x="4290" y="2437"/>
                  </a:cubicBezTo>
                  <a:cubicBezTo>
                    <a:pt x="4290" y="2437"/>
                    <a:pt x="4290" y="2437"/>
                    <a:pt x="4290" y="2437"/>
                  </a:cubicBezTo>
                  <a:close/>
                  <a:moveTo>
                    <a:pt x="4216" y="1286"/>
                  </a:moveTo>
                  <a:cubicBezTo>
                    <a:pt x="4216" y="1286"/>
                    <a:pt x="4216" y="1286"/>
                    <a:pt x="4216" y="1286"/>
                  </a:cubicBezTo>
                  <a:cubicBezTo>
                    <a:pt x="4216" y="1218"/>
                    <a:pt x="4216" y="1218"/>
                    <a:pt x="4216" y="1218"/>
                  </a:cubicBezTo>
                  <a:cubicBezTo>
                    <a:pt x="4253" y="1151"/>
                    <a:pt x="4253" y="1151"/>
                    <a:pt x="4253" y="1151"/>
                  </a:cubicBezTo>
                  <a:cubicBezTo>
                    <a:pt x="4290" y="1151"/>
                    <a:pt x="4290" y="1151"/>
                    <a:pt x="4290" y="1151"/>
                  </a:cubicBezTo>
                  <a:cubicBezTo>
                    <a:pt x="4364" y="1218"/>
                    <a:pt x="4364" y="1218"/>
                    <a:pt x="4364" y="1218"/>
                  </a:cubicBezTo>
                  <a:cubicBezTo>
                    <a:pt x="4364" y="1218"/>
                    <a:pt x="4364" y="1218"/>
                    <a:pt x="4364" y="1218"/>
                  </a:cubicBezTo>
                  <a:cubicBezTo>
                    <a:pt x="4327" y="1286"/>
                    <a:pt x="4327" y="1286"/>
                    <a:pt x="4327" y="1286"/>
                  </a:cubicBezTo>
                  <a:cubicBezTo>
                    <a:pt x="4290" y="1286"/>
                    <a:pt x="4290" y="1286"/>
                    <a:pt x="4290" y="1286"/>
                  </a:cubicBezTo>
                  <a:cubicBezTo>
                    <a:pt x="4253" y="1286"/>
                    <a:pt x="4253" y="1286"/>
                    <a:pt x="4253" y="1286"/>
                  </a:cubicBezTo>
                  <a:cubicBezTo>
                    <a:pt x="4253" y="1286"/>
                    <a:pt x="4216" y="1286"/>
                    <a:pt x="4216" y="1286"/>
                  </a:cubicBezTo>
                  <a:close/>
                  <a:moveTo>
                    <a:pt x="5252" y="406"/>
                  </a:moveTo>
                  <a:cubicBezTo>
                    <a:pt x="5252" y="338"/>
                    <a:pt x="5252" y="338"/>
                    <a:pt x="5252" y="338"/>
                  </a:cubicBezTo>
                  <a:cubicBezTo>
                    <a:pt x="5289" y="338"/>
                    <a:pt x="5289" y="338"/>
                    <a:pt x="5289" y="338"/>
                  </a:cubicBezTo>
                  <a:cubicBezTo>
                    <a:pt x="5326" y="338"/>
                    <a:pt x="5326" y="338"/>
                    <a:pt x="5326" y="338"/>
                  </a:cubicBezTo>
                  <a:cubicBezTo>
                    <a:pt x="5363" y="338"/>
                    <a:pt x="5363" y="338"/>
                    <a:pt x="5363" y="338"/>
                  </a:cubicBezTo>
                  <a:cubicBezTo>
                    <a:pt x="5363" y="338"/>
                    <a:pt x="5363" y="338"/>
                    <a:pt x="5363" y="338"/>
                  </a:cubicBezTo>
                  <a:cubicBezTo>
                    <a:pt x="5363" y="406"/>
                    <a:pt x="5363" y="406"/>
                    <a:pt x="5363" y="406"/>
                  </a:cubicBezTo>
                  <a:cubicBezTo>
                    <a:pt x="5326" y="473"/>
                    <a:pt x="5326" y="473"/>
                    <a:pt x="5326" y="473"/>
                  </a:cubicBezTo>
                  <a:cubicBezTo>
                    <a:pt x="5289" y="473"/>
                    <a:pt x="5289" y="473"/>
                    <a:pt x="5289" y="473"/>
                  </a:cubicBezTo>
                  <a:cubicBezTo>
                    <a:pt x="5252" y="473"/>
                    <a:pt x="5252" y="473"/>
                    <a:pt x="5252" y="473"/>
                  </a:cubicBezTo>
                  <a:cubicBezTo>
                    <a:pt x="5252" y="406"/>
                    <a:pt x="5252" y="406"/>
                    <a:pt x="5252" y="406"/>
                  </a:cubicBezTo>
                  <a:close/>
                  <a:moveTo>
                    <a:pt x="5954" y="1218"/>
                  </a:moveTo>
                  <a:cubicBezTo>
                    <a:pt x="6028" y="1151"/>
                    <a:pt x="6028" y="1151"/>
                    <a:pt x="6028" y="1151"/>
                  </a:cubicBezTo>
                  <a:cubicBezTo>
                    <a:pt x="6065" y="1083"/>
                    <a:pt x="6065" y="1083"/>
                    <a:pt x="6065" y="1083"/>
                  </a:cubicBezTo>
                  <a:cubicBezTo>
                    <a:pt x="6065" y="1015"/>
                    <a:pt x="6065" y="1015"/>
                    <a:pt x="6065" y="1015"/>
                  </a:cubicBezTo>
                  <a:cubicBezTo>
                    <a:pt x="6102" y="947"/>
                    <a:pt x="6102" y="947"/>
                    <a:pt x="6102" y="947"/>
                  </a:cubicBezTo>
                  <a:cubicBezTo>
                    <a:pt x="6139" y="880"/>
                    <a:pt x="6139" y="880"/>
                    <a:pt x="6139" y="880"/>
                  </a:cubicBezTo>
                  <a:cubicBezTo>
                    <a:pt x="6213" y="812"/>
                    <a:pt x="6213" y="812"/>
                    <a:pt x="6213" y="812"/>
                  </a:cubicBezTo>
                  <a:cubicBezTo>
                    <a:pt x="6213" y="812"/>
                    <a:pt x="6213" y="812"/>
                    <a:pt x="6213" y="812"/>
                  </a:cubicBezTo>
                  <a:cubicBezTo>
                    <a:pt x="6213" y="744"/>
                    <a:pt x="6213" y="744"/>
                    <a:pt x="6213" y="744"/>
                  </a:cubicBezTo>
                  <a:cubicBezTo>
                    <a:pt x="6139" y="677"/>
                    <a:pt x="6139" y="677"/>
                    <a:pt x="6139" y="677"/>
                  </a:cubicBezTo>
                  <a:cubicBezTo>
                    <a:pt x="6102" y="609"/>
                    <a:pt x="6102" y="609"/>
                    <a:pt x="6102" y="609"/>
                  </a:cubicBezTo>
                  <a:cubicBezTo>
                    <a:pt x="6065" y="541"/>
                    <a:pt x="6065" y="541"/>
                    <a:pt x="6065" y="541"/>
                  </a:cubicBezTo>
                  <a:cubicBezTo>
                    <a:pt x="6065" y="473"/>
                    <a:pt x="6065" y="473"/>
                    <a:pt x="6065" y="473"/>
                  </a:cubicBezTo>
                  <a:cubicBezTo>
                    <a:pt x="6102" y="406"/>
                    <a:pt x="6102" y="406"/>
                    <a:pt x="6102" y="406"/>
                  </a:cubicBezTo>
                  <a:cubicBezTo>
                    <a:pt x="6102" y="338"/>
                    <a:pt x="6102" y="338"/>
                    <a:pt x="6102" y="338"/>
                  </a:cubicBezTo>
                  <a:cubicBezTo>
                    <a:pt x="6102" y="338"/>
                    <a:pt x="6102" y="338"/>
                    <a:pt x="6102" y="338"/>
                  </a:cubicBezTo>
                  <a:cubicBezTo>
                    <a:pt x="5991" y="338"/>
                    <a:pt x="5991" y="338"/>
                    <a:pt x="5991" y="338"/>
                  </a:cubicBezTo>
                  <a:cubicBezTo>
                    <a:pt x="5954" y="338"/>
                    <a:pt x="5954" y="338"/>
                    <a:pt x="5954" y="338"/>
                  </a:cubicBezTo>
                  <a:cubicBezTo>
                    <a:pt x="5880" y="270"/>
                    <a:pt x="5880" y="270"/>
                    <a:pt x="5880" y="270"/>
                  </a:cubicBezTo>
                  <a:cubicBezTo>
                    <a:pt x="5843" y="135"/>
                    <a:pt x="5843" y="135"/>
                    <a:pt x="5843" y="135"/>
                  </a:cubicBezTo>
                  <a:cubicBezTo>
                    <a:pt x="5769" y="67"/>
                    <a:pt x="5769" y="67"/>
                    <a:pt x="5769" y="67"/>
                  </a:cubicBezTo>
                  <a:cubicBezTo>
                    <a:pt x="5732" y="0"/>
                    <a:pt x="5732" y="0"/>
                    <a:pt x="5732" y="0"/>
                  </a:cubicBezTo>
                  <a:cubicBezTo>
                    <a:pt x="5695" y="0"/>
                    <a:pt x="5695" y="0"/>
                    <a:pt x="5695" y="0"/>
                  </a:cubicBezTo>
                  <a:cubicBezTo>
                    <a:pt x="5695" y="67"/>
                    <a:pt x="5695" y="67"/>
                    <a:pt x="5695" y="67"/>
                  </a:cubicBezTo>
                  <a:cubicBezTo>
                    <a:pt x="5695" y="67"/>
                    <a:pt x="5695" y="67"/>
                    <a:pt x="5695" y="67"/>
                  </a:cubicBezTo>
                  <a:cubicBezTo>
                    <a:pt x="5695" y="135"/>
                    <a:pt x="5695" y="135"/>
                    <a:pt x="5695" y="135"/>
                  </a:cubicBezTo>
                  <a:cubicBezTo>
                    <a:pt x="5695" y="203"/>
                    <a:pt x="5695" y="203"/>
                    <a:pt x="5695" y="203"/>
                  </a:cubicBezTo>
                  <a:cubicBezTo>
                    <a:pt x="5658" y="270"/>
                    <a:pt x="5658" y="270"/>
                    <a:pt x="5658" y="270"/>
                  </a:cubicBezTo>
                  <a:cubicBezTo>
                    <a:pt x="5621" y="338"/>
                    <a:pt x="5621" y="338"/>
                    <a:pt x="5621" y="338"/>
                  </a:cubicBezTo>
                  <a:cubicBezTo>
                    <a:pt x="5621" y="406"/>
                    <a:pt x="5621" y="406"/>
                    <a:pt x="5621" y="406"/>
                  </a:cubicBezTo>
                  <a:cubicBezTo>
                    <a:pt x="5584" y="473"/>
                    <a:pt x="5584" y="473"/>
                    <a:pt x="5584" y="473"/>
                  </a:cubicBezTo>
                  <a:cubicBezTo>
                    <a:pt x="5621" y="677"/>
                    <a:pt x="5621" y="677"/>
                    <a:pt x="5621" y="677"/>
                  </a:cubicBezTo>
                  <a:cubicBezTo>
                    <a:pt x="5621" y="744"/>
                    <a:pt x="5621" y="744"/>
                    <a:pt x="5621" y="744"/>
                  </a:cubicBezTo>
                  <a:cubicBezTo>
                    <a:pt x="5658" y="812"/>
                    <a:pt x="5658" y="812"/>
                    <a:pt x="5658" y="812"/>
                  </a:cubicBezTo>
                  <a:cubicBezTo>
                    <a:pt x="5658" y="812"/>
                    <a:pt x="5658" y="812"/>
                    <a:pt x="5658" y="812"/>
                  </a:cubicBezTo>
                  <a:cubicBezTo>
                    <a:pt x="5658" y="947"/>
                    <a:pt x="5658" y="947"/>
                    <a:pt x="5658" y="947"/>
                  </a:cubicBezTo>
                  <a:cubicBezTo>
                    <a:pt x="5621" y="1015"/>
                    <a:pt x="5621" y="1015"/>
                    <a:pt x="5621" y="1015"/>
                  </a:cubicBezTo>
                  <a:cubicBezTo>
                    <a:pt x="5621" y="1083"/>
                    <a:pt x="5621" y="1083"/>
                    <a:pt x="5621" y="1083"/>
                  </a:cubicBezTo>
                  <a:cubicBezTo>
                    <a:pt x="5621" y="1151"/>
                    <a:pt x="5621" y="1151"/>
                    <a:pt x="5621" y="1151"/>
                  </a:cubicBezTo>
                  <a:cubicBezTo>
                    <a:pt x="5658" y="1083"/>
                    <a:pt x="5658" y="1083"/>
                    <a:pt x="5658" y="1083"/>
                  </a:cubicBezTo>
                  <a:cubicBezTo>
                    <a:pt x="5658" y="1083"/>
                    <a:pt x="5658" y="1083"/>
                    <a:pt x="5658" y="1083"/>
                  </a:cubicBezTo>
                  <a:cubicBezTo>
                    <a:pt x="5695" y="1015"/>
                    <a:pt x="5695" y="1015"/>
                    <a:pt x="5695" y="1015"/>
                  </a:cubicBezTo>
                  <a:cubicBezTo>
                    <a:pt x="5732" y="1083"/>
                    <a:pt x="5732" y="1083"/>
                    <a:pt x="5732" y="1083"/>
                  </a:cubicBezTo>
                  <a:cubicBezTo>
                    <a:pt x="5732" y="1083"/>
                    <a:pt x="5732" y="1083"/>
                    <a:pt x="5732" y="1083"/>
                  </a:cubicBezTo>
                  <a:cubicBezTo>
                    <a:pt x="5769" y="1151"/>
                    <a:pt x="5769" y="1151"/>
                    <a:pt x="5769" y="1151"/>
                  </a:cubicBezTo>
                  <a:cubicBezTo>
                    <a:pt x="5806" y="1151"/>
                    <a:pt x="5806" y="1151"/>
                    <a:pt x="5806" y="1151"/>
                  </a:cubicBezTo>
                  <a:cubicBezTo>
                    <a:pt x="5806" y="1151"/>
                    <a:pt x="5806" y="1151"/>
                    <a:pt x="5806" y="1151"/>
                  </a:cubicBezTo>
                  <a:cubicBezTo>
                    <a:pt x="5843" y="1151"/>
                    <a:pt x="5843" y="1151"/>
                    <a:pt x="5843" y="1151"/>
                  </a:cubicBezTo>
                  <a:cubicBezTo>
                    <a:pt x="5880" y="1218"/>
                    <a:pt x="5880" y="1218"/>
                    <a:pt x="5880" y="1218"/>
                  </a:cubicBezTo>
                  <a:cubicBezTo>
                    <a:pt x="5917" y="1218"/>
                    <a:pt x="5917" y="1218"/>
                    <a:pt x="5917" y="1218"/>
                  </a:cubicBezTo>
                  <a:cubicBezTo>
                    <a:pt x="5954" y="1218"/>
                    <a:pt x="5954" y="1218"/>
                    <a:pt x="5954" y="1218"/>
                  </a:cubicBezTo>
                  <a:close/>
                  <a:moveTo>
                    <a:pt x="5806" y="1557"/>
                  </a:moveTo>
                  <a:cubicBezTo>
                    <a:pt x="5806" y="1557"/>
                    <a:pt x="5806" y="1557"/>
                    <a:pt x="5806" y="1557"/>
                  </a:cubicBezTo>
                  <a:cubicBezTo>
                    <a:pt x="5843" y="1625"/>
                    <a:pt x="5843" y="1625"/>
                    <a:pt x="5843" y="1625"/>
                  </a:cubicBezTo>
                  <a:cubicBezTo>
                    <a:pt x="5880" y="1625"/>
                    <a:pt x="5880" y="1625"/>
                    <a:pt x="5880" y="1625"/>
                  </a:cubicBezTo>
                  <a:cubicBezTo>
                    <a:pt x="5917" y="1557"/>
                    <a:pt x="5917" y="1557"/>
                    <a:pt x="5917" y="1557"/>
                  </a:cubicBezTo>
                  <a:cubicBezTo>
                    <a:pt x="5954" y="1557"/>
                    <a:pt x="5954" y="1557"/>
                    <a:pt x="5954" y="1557"/>
                  </a:cubicBezTo>
                  <a:cubicBezTo>
                    <a:pt x="5991" y="1489"/>
                    <a:pt x="5991" y="1489"/>
                    <a:pt x="5991" y="1489"/>
                  </a:cubicBezTo>
                  <a:cubicBezTo>
                    <a:pt x="5991" y="1421"/>
                    <a:pt x="5991" y="1421"/>
                    <a:pt x="5991" y="1421"/>
                  </a:cubicBezTo>
                  <a:cubicBezTo>
                    <a:pt x="6028" y="1354"/>
                    <a:pt x="6028" y="1354"/>
                    <a:pt x="6028" y="1354"/>
                  </a:cubicBezTo>
                  <a:cubicBezTo>
                    <a:pt x="5991" y="1286"/>
                    <a:pt x="5991" y="1286"/>
                    <a:pt x="5991" y="1286"/>
                  </a:cubicBezTo>
                  <a:cubicBezTo>
                    <a:pt x="5954" y="1286"/>
                    <a:pt x="5954" y="1286"/>
                    <a:pt x="5954" y="1286"/>
                  </a:cubicBezTo>
                  <a:cubicBezTo>
                    <a:pt x="5880" y="1218"/>
                    <a:pt x="5880" y="1218"/>
                    <a:pt x="5880" y="1218"/>
                  </a:cubicBezTo>
                  <a:cubicBezTo>
                    <a:pt x="5843" y="1286"/>
                    <a:pt x="5843" y="1286"/>
                    <a:pt x="5843" y="1286"/>
                  </a:cubicBezTo>
                  <a:cubicBezTo>
                    <a:pt x="5806" y="1286"/>
                    <a:pt x="5806" y="1286"/>
                    <a:pt x="5806" y="1286"/>
                  </a:cubicBezTo>
                  <a:cubicBezTo>
                    <a:pt x="5769" y="1286"/>
                    <a:pt x="5769" y="1286"/>
                    <a:pt x="5769" y="1286"/>
                  </a:cubicBezTo>
                  <a:cubicBezTo>
                    <a:pt x="5732" y="1286"/>
                    <a:pt x="5732" y="1286"/>
                    <a:pt x="5732" y="1286"/>
                  </a:cubicBezTo>
                  <a:cubicBezTo>
                    <a:pt x="5732" y="1286"/>
                    <a:pt x="5732" y="1286"/>
                    <a:pt x="5732" y="1286"/>
                  </a:cubicBezTo>
                  <a:cubicBezTo>
                    <a:pt x="5695" y="1286"/>
                    <a:pt x="5695" y="1286"/>
                    <a:pt x="5695" y="1286"/>
                  </a:cubicBezTo>
                  <a:cubicBezTo>
                    <a:pt x="5658" y="1286"/>
                    <a:pt x="5658" y="1286"/>
                    <a:pt x="5658" y="1286"/>
                  </a:cubicBezTo>
                  <a:cubicBezTo>
                    <a:pt x="5695" y="1354"/>
                    <a:pt x="5695" y="1354"/>
                    <a:pt x="5695" y="1354"/>
                  </a:cubicBezTo>
                  <a:cubicBezTo>
                    <a:pt x="5732" y="1354"/>
                    <a:pt x="5732" y="1354"/>
                    <a:pt x="5732" y="1354"/>
                  </a:cubicBezTo>
                  <a:cubicBezTo>
                    <a:pt x="5732" y="1421"/>
                    <a:pt x="5732" y="1421"/>
                    <a:pt x="5732" y="1421"/>
                  </a:cubicBezTo>
                  <a:cubicBezTo>
                    <a:pt x="5769" y="1421"/>
                    <a:pt x="5769" y="1421"/>
                    <a:pt x="5769" y="1421"/>
                  </a:cubicBezTo>
                  <a:cubicBezTo>
                    <a:pt x="5806" y="1489"/>
                    <a:pt x="5806" y="1489"/>
                    <a:pt x="5806" y="1489"/>
                  </a:cubicBezTo>
                  <a:cubicBezTo>
                    <a:pt x="5843" y="1489"/>
                    <a:pt x="5843" y="1489"/>
                    <a:pt x="5843" y="1489"/>
                  </a:cubicBezTo>
                  <a:cubicBezTo>
                    <a:pt x="5880" y="1489"/>
                    <a:pt x="5880" y="1489"/>
                    <a:pt x="5880" y="1489"/>
                  </a:cubicBezTo>
                  <a:cubicBezTo>
                    <a:pt x="5917" y="1557"/>
                    <a:pt x="5917" y="1557"/>
                    <a:pt x="5917" y="1557"/>
                  </a:cubicBezTo>
                  <a:cubicBezTo>
                    <a:pt x="5917" y="1557"/>
                    <a:pt x="5917" y="1557"/>
                    <a:pt x="5917" y="1557"/>
                  </a:cubicBezTo>
                  <a:cubicBezTo>
                    <a:pt x="5843" y="1557"/>
                    <a:pt x="5843" y="1557"/>
                    <a:pt x="5843" y="1557"/>
                  </a:cubicBezTo>
                  <a:cubicBezTo>
                    <a:pt x="5806" y="1557"/>
                    <a:pt x="5806" y="1557"/>
                    <a:pt x="5806" y="1557"/>
                  </a:cubicBezTo>
                  <a:close/>
                  <a:moveTo>
                    <a:pt x="6916" y="1760"/>
                  </a:moveTo>
                  <a:cubicBezTo>
                    <a:pt x="6916" y="1760"/>
                    <a:pt x="6916" y="1760"/>
                    <a:pt x="6916" y="1760"/>
                  </a:cubicBezTo>
                  <a:cubicBezTo>
                    <a:pt x="6879" y="1828"/>
                    <a:pt x="6879" y="1828"/>
                    <a:pt x="6879" y="1828"/>
                  </a:cubicBezTo>
                  <a:cubicBezTo>
                    <a:pt x="6842" y="1895"/>
                    <a:pt x="6842" y="1895"/>
                    <a:pt x="6842" y="1895"/>
                  </a:cubicBezTo>
                  <a:cubicBezTo>
                    <a:pt x="6805" y="1963"/>
                    <a:pt x="6805" y="1963"/>
                    <a:pt x="6805" y="1963"/>
                  </a:cubicBezTo>
                  <a:cubicBezTo>
                    <a:pt x="6768" y="1963"/>
                    <a:pt x="6768" y="1963"/>
                    <a:pt x="6768" y="1963"/>
                  </a:cubicBezTo>
                  <a:cubicBezTo>
                    <a:pt x="6731" y="1963"/>
                    <a:pt x="6731" y="1963"/>
                    <a:pt x="6731" y="1963"/>
                  </a:cubicBezTo>
                  <a:cubicBezTo>
                    <a:pt x="6731" y="1963"/>
                    <a:pt x="6731" y="1963"/>
                    <a:pt x="6731" y="1963"/>
                  </a:cubicBezTo>
                  <a:cubicBezTo>
                    <a:pt x="6694" y="1895"/>
                    <a:pt x="6694" y="1895"/>
                    <a:pt x="6694" y="1895"/>
                  </a:cubicBezTo>
                  <a:cubicBezTo>
                    <a:pt x="6657" y="1895"/>
                    <a:pt x="6657" y="1895"/>
                    <a:pt x="6657" y="1895"/>
                  </a:cubicBezTo>
                  <a:cubicBezTo>
                    <a:pt x="6620" y="1895"/>
                    <a:pt x="6620" y="1895"/>
                    <a:pt x="6620" y="1895"/>
                  </a:cubicBezTo>
                  <a:cubicBezTo>
                    <a:pt x="6620" y="1895"/>
                    <a:pt x="6620" y="1895"/>
                    <a:pt x="6620" y="1895"/>
                  </a:cubicBezTo>
                  <a:cubicBezTo>
                    <a:pt x="6509" y="1895"/>
                    <a:pt x="6509" y="1895"/>
                    <a:pt x="6509" y="1895"/>
                  </a:cubicBezTo>
                  <a:cubicBezTo>
                    <a:pt x="6472" y="1895"/>
                    <a:pt x="6472" y="1895"/>
                    <a:pt x="6472" y="1895"/>
                  </a:cubicBezTo>
                  <a:cubicBezTo>
                    <a:pt x="6472" y="1828"/>
                    <a:pt x="6472" y="1828"/>
                    <a:pt x="6472" y="1828"/>
                  </a:cubicBezTo>
                  <a:cubicBezTo>
                    <a:pt x="6435" y="1895"/>
                    <a:pt x="6435" y="1895"/>
                    <a:pt x="6435" y="1895"/>
                  </a:cubicBezTo>
                  <a:cubicBezTo>
                    <a:pt x="6361" y="1895"/>
                    <a:pt x="6361" y="1895"/>
                    <a:pt x="6361" y="1895"/>
                  </a:cubicBezTo>
                  <a:cubicBezTo>
                    <a:pt x="6361" y="1895"/>
                    <a:pt x="6361" y="1895"/>
                    <a:pt x="6361" y="1895"/>
                  </a:cubicBezTo>
                  <a:cubicBezTo>
                    <a:pt x="6324" y="1828"/>
                    <a:pt x="6324" y="1828"/>
                    <a:pt x="6324" y="1828"/>
                  </a:cubicBezTo>
                  <a:cubicBezTo>
                    <a:pt x="6287" y="1828"/>
                    <a:pt x="6287" y="1828"/>
                    <a:pt x="6287" y="1828"/>
                  </a:cubicBezTo>
                  <a:cubicBezTo>
                    <a:pt x="6250" y="1828"/>
                    <a:pt x="6250" y="1828"/>
                    <a:pt x="6250" y="1828"/>
                  </a:cubicBezTo>
                  <a:cubicBezTo>
                    <a:pt x="6213" y="1692"/>
                    <a:pt x="6213" y="1692"/>
                    <a:pt x="6213" y="1692"/>
                  </a:cubicBezTo>
                  <a:cubicBezTo>
                    <a:pt x="6213" y="1625"/>
                    <a:pt x="6213" y="1625"/>
                    <a:pt x="6213" y="1625"/>
                  </a:cubicBezTo>
                  <a:cubicBezTo>
                    <a:pt x="6176" y="1625"/>
                    <a:pt x="6176" y="1625"/>
                    <a:pt x="6176" y="1625"/>
                  </a:cubicBezTo>
                  <a:cubicBezTo>
                    <a:pt x="6139" y="1692"/>
                    <a:pt x="6139" y="1692"/>
                    <a:pt x="6139" y="1692"/>
                  </a:cubicBezTo>
                  <a:cubicBezTo>
                    <a:pt x="6139" y="1625"/>
                    <a:pt x="6139" y="1625"/>
                    <a:pt x="6139" y="1625"/>
                  </a:cubicBezTo>
                  <a:cubicBezTo>
                    <a:pt x="6102" y="1625"/>
                    <a:pt x="6102" y="1625"/>
                    <a:pt x="6102" y="1625"/>
                  </a:cubicBezTo>
                  <a:cubicBezTo>
                    <a:pt x="6102" y="1625"/>
                    <a:pt x="6102" y="1625"/>
                    <a:pt x="6102" y="1625"/>
                  </a:cubicBezTo>
                  <a:cubicBezTo>
                    <a:pt x="6102" y="1692"/>
                    <a:pt x="6102" y="1692"/>
                    <a:pt x="6102" y="1692"/>
                  </a:cubicBezTo>
                  <a:cubicBezTo>
                    <a:pt x="6065" y="1692"/>
                    <a:pt x="6065" y="1692"/>
                    <a:pt x="6065" y="1692"/>
                  </a:cubicBezTo>
                  <a:cubicBezTo>
                    <a:pt x="6065" y="1692"/>
                    <a:pt x="6065" y="1692"/>
                    <a:pt x="6065" y="1692"/>
                  </a:cubicBezTo>
                  <a:cubicBezTo>
                    <a:pt x="6028" y="1625"/>
                    <a:pt x="6028" y="1625"/>
                    <a:pt x="6028" y="1625"/>
                  </a:cubicBezTo>
                  <a:cubicBezTo>
                    <a:pt x="6028" y="1625"/>
                    <a:pt x="6028" y="1625"/>
                    <a:pt x="6028" y="1625"/>
                  </a:cubicBezTo>
                  <a:cubicBezTo>
                    <a:pt x="6065" y="1557"/>
                    <a:pt x="6065" y="1557"/>
                    <a:pt x="6065" y="1557"/>
                  </a:cubicBezTo>
                  <a:cubicBezTo>
                    <a:pt x="6102" y="1557"/>
                    <a:pt x="6102" y="1557"/>
                    <a:pt x="6102" y="1557"/>
                  </a:cubicBezTo>
                  <a:cubicBezTo>
                    <a:pt x="6065" y="1421"/>
                    <a:pt x="6065" y="1421"/>
                    <a:pt x="6065" y="1421"/>
                  </a:cubicBezTo>
                  <a:cubicBezTo>
                    <a:pt x="6065" y="1421"/>
                    <a:pt x="6065" y="1421"/>
                    <a:pt x="6065" y="1421"/>
                  </a:cubicBezTo>
                  <a:cubicBezTo>
                    <a:pt x="6102" y="1354"/>
                    <a:pt x="6102" y="1354"/>
                    <a:pt x="6102" y="1354"/>
                  </a:cubicBezTo>
                  <a:cubicBezTo>
                    <a:pt x="6102" y="1286"/>
                    <a:pt x="6102" y="1286"/>
                    <a:pt x="6102" y="1286"/>
                  </a:cubicBezTo>
                  <a:cubicBezTo>
                    <a:pt x="6102" y="1286"/>
                    <a:pt x="6102" y="1286"/>
                    <a:pt x="6102" y="1286"/>
                  </a:cubicBezTo>
                  <a:cubicBezTo>
                    <a:pt x="6065" y="1286"/>
                    <a:pt x="6065" y="1286"/>
                    <a:pt x="6065" y="1286"/>
                  </a:cubicBezTo>
                  <a:cubicBezTo>
                    <a:pt x="6065" y="1218"/>
                    <a:pt x="6065" y="1218"/>
                    <a:pt x="6065" y="1218"/>
                  </a:cubicBezTo>
                  <a:cubicBezTo>
                    <a:pt x="6065" y="1151"/>
                    <a:pt x="6065" y="1151"/>
                    <a:pt x="6065" y="1151"/>
                  </a:cubicBezTo>
                  <a:cubicBezTo>
                    <a:pt x="6102" y="1083"/>
                    <a:pt x="6102" y="1083"/>
                    <a:pt x="6102" y="1083"/>
                  </a:cubicBezTo>
                  <a:cubicBezTo>
                    <a:pt x="6139" y="1083"/>
                    <a:pt x="6139" y="1083"/>
                    <a:pt x="6139" y="1083"/>
                  </a:cubicBezTo>
                  <a:cubicBezTo>
                    <a:pt x="6139" y="1015"/>
                    <a:pt x="6139" y="1015"/>
                    <a:pt x="6139" y="1015"/>
                  </a:cubicBezTo>
                  <a:cubicBezTo>
                    <a:pt x="6139" y="1015"/>
                    <a:pt x="6139" y="1015"/>
                    <a:pt x="6139" y="1015"/>
                  </a:cubicBezTo>
                  <a:cubicBezTo>
                    <a:pt x="6213" y="947"/>
                    <a:pt x="6213" y="947"/>
                    <a:pt x="6213" y="947"/>
                  </a:cubicBezTo>
                  <a:cubicBezTo>
                    <a:pt x="6250" y="947"/>
                    <a:pt x="6250" y="947"/>
                    <a:pt x="6250" y="947"/>
                  </a:cubicBezTo>
                  <a:cubicBezTo>
                    <a:pt x="6250" y="880"/>
                    <a:pt x="6250" y="880"/>
                    <a:pt x="6250" y="880"/>
                  </a:cubicBezTo>
                  <a:cubicBezTo>
                    <a:pt x="6287" y="812"/>
                    <a:pt x="6287" y="812"/>
                    <a:pt x="6287" y="812"/>
                  </a:cubicBezTo>
                  <a:cubicBezTo>
                    <a:pt x="6324" y="812"/>
                    <a:pt x="6324" y="812"/>
                    <a:pt x="6324" y="812"/>
                  </a:cubicBezTo>
                  <a:cubicBezTo>
                    <a:pt x="6398" y="880"/>
                    <a:pt x="6398" y="880"/>
                    <a:pt x="6398" y="880"/>
                  </a:cubicBezTo>
                  <a:cubicBezTo>
                    <a:pt x="6435" y="1015"/>
                    <a:pt x="6435" y="1015"/>
                    <a:pt x="6435" y="1015"/>
                  </a:cubicBezTo>
                  <a:cubicBezTo>
                    <a:pt x="6435" y="1083"/>
                    <a:pt x="6435" y="1083"/>
                    <a:pt x="6435" y="1083"/>
                  </a:cubicBezTo>
                  <a:cubicBezTo>
                    <a:pt x="6435" y="1151"/>
                    <a:pt x="6435" y="1151"/>
                    <a:pt x="6435" y="1151"/>
                  </a:cubicBezTo>
                  <a:cubicBezTo>
                    <a:pt x="6435" y="1151"/>
                    <a:pt x="6435" y="1151"/>
                    <a:pt x="6435" y="1151"/>
                  </a:cubicBezTo>
                  <a:cubicBezTo>
                    <a:pt x="6435" y="1218"/>
                    <a:pt x="6435" y="1218"/>
                    <a:pt x="6435" y="1218"/>
                  </a:cubicBezTo>
                  <a:cubicBezTo>
                    <a:pt x="6435" y="1286"/>
                    <a:pt x="6435" y="1286"/>
                    <a:pt x="6435" y="1286"/>
                  </a:cubicBezTo>
                  <a:cubicBezTo>
                    <a:pt x="6435" y="1286"/>
                    <a:pt x="6435" y="1286"/>
                    <a:pt x="6435" y="1286"/>
                  </a:cubicBezTo>
                  <a:cubicBezTo>
                    <a:pt x="6435" y="1286"/>
                    <a:pt x="6435" y="1286"/>
                    <a:pt x="6435" y="1286"/>
                  </a:cubicBezTo>
                  <a:cubicBezTo>
                    <a:pt x="6472" y="1218"/>
                    <a:pt x="6472" y="1218"/>
                    <a:pt x="6472" y="1218"/>
                  </a:cubicBezTo>
                  <a:cubicBezTo>
                    <a:pt x="6472" y="1151"/>
                    <a:pt x="6472" y="1151"/>
                    <a:pt x="6472" y="1151"/>
                  </a:cubicBezTo>
                  <a:cubicBezTo>
                    <a:pt x="6472" y="1083"/>
                    <a:pt x="6472" y="1083"/>
                    <a:pt x="6472" y="1083"/>
                  </a:cubicBezTo>
                  <a:cubicBezTo>
                    <a:pt x="6472" y="1083"/>
                    <a:pt x="6472" y="1083"/>
                    <a:pt x="6472" y="1083"/>
                  </a:cubicBezTo>
                  <a:cubicBezTo>
                    <a:pt x="6472" y="1015"/>
                    <a:pt x="6472" y="1015"/>
                    <a:pt x="6472" y="1015"/>
                  </a:cubicBezTo>
                  <a:cubicBezTo>
                    <a:pt x="6435" y="947"/>
                    <a:pt x="6435" y="947"/>
                    <a:pt x="6435" y="947"/>
                  </a:cubicBezTo>
                  <a:cubicBezTo>
                    <a:pt x="6435" y="880"/>
                    <a:pt x="6435" y="880"/>
                    <a:pt x="6435" y="880"/>
                  </a:cubicBezTo>
                  <a:cubicBezTo>
                    <a:pt x="6435" y="880"/>
                    <a:pt x="6435" y="880"/>
                    <a:pt x="6435" y="880"/>
                  </a:cubicBezTo>
                  <a:cubicBezTo>
                    <a:pt x="6509" y="880"/>
                    <a:pt x="6509" y="880"/>
                    <a:pt x="6509" y="880"/>
                  </a:cubicBezTo>
                  <a:cubicBezTo>
                    <a:pt x="6546" y="880"/>
                    <a:pt x="6546" y="880"/>
                    <a:pt x="6546" y="880"/>
                  </a:cubicBezTo>
                  <a:cubicBezTo>
                    <a:pt x="6657" y="1015"/>
                    <a:pt x="6657" y="1015"/>
                    <a:pt x="6657" y="1015"/>
                  </a:cubicBezTo>
                  <a:cubicBezTo>
                    <a:pt x="6694" y="1015"/>
                    <a:pt x="6694" y="1015"/>
                    <a:pt x="6694" y="1015"/>
                  </a:cubicBezTo>
                  <a:cubicBezTo>
                    <a:pt x="6694" y="1015"/>
                    <a:pt x="6694" y="1015"/>
                    <a:pt x="6694" y="1015"/>
                  </a:cubicBezTo>
                  <a:cubicBezTo>
                    <a:pt x="6694" y="1083"/>
                    <a:pt x="6694" y="1083"/>
                    <a:pt x="6694" y="1083"/>
                  </a:cubicBezTo>
                  <a:cubicBezTo>
                    <a:pt x="6731" y="1151"/>
                    <a:pt x="6731" y="1151"/>
                    <a:pt x="6731" y="1151"/>
                  </a:cubicBezTo>
                  <a:cubicBezTo>
                    <a:pt x="6731" y="1218"/>
                    <a:pt x="6731" y="1218"/>
                    <a:pt x="6731" y="1218"/>
                  </a:cubicBezTo>
                  <a:cubicBezTo>
                    <a:pt x="6731" y="1286"/>
                    <a:pt x="6731" y="1286"/>
                    <a:pt x="6731" y="1286"/>
                  </a:cubicBezTo>
                  <a:cubicBezTo>
                    <a:pt x="6768" y="1354"/>
                    <a:pt x="6768" y="1354"/>
                    <a:pt x="6768" y="1354"/>
                  </a:cubicBezTo>
                  <a:cubicBezTo>
                    <a:pt x="6805" y="1421"/>
                    <a:pt x="6805" y="1421"/>
                    <a:pt x="6805" y="1421"/>
                  </a:cubicBezTo>
                  <a:cubicBezTo>
                    <a:pt x="6805" y="1489"/>
                    <a:pt x="6805" y="1489"/>
                    <a:pt x="6805" y="1489"/>
                  </a:cubicBezTo>
                  <a:cubicBezTo>
                    <a:pt x="6768" y="1489"/>
                    <a:pt x="6768" y="1489"/>
                    <a:pt x="6768" y="1489"/>
                  </a:cubicBezTo>
                  <a:cubicBezTo>
                    <a:pt x="6768" y="1421"/>
                    <a:pt x="6768" y="1421"/>
                    <a:pt x="6768" y="1421"/>
                  </a:cubicBezTo>
                  <a:cubicBezTo>
                    <a:pt x="6731" y="1489"/>
                    <a:pt x="6731" y="1489"/>
                    <a:pt x="6731" y="1489"/>
                  </a:cubicBezTo>
                  <a:cubicBezTo>
                    <a:pt x="6731" y="1489"/>
                    <a:pt x="6731" y="1489"/>
                    <a:pt x="6731" y="1489"/>
                  </a:cubicBezTo>
                  <a:cubicBezTo>
                    <a:pt x="6768" y="1557"/>
                    <a:pt x="6768" y="1557"/>
                    <a:pt x="6768" y="1557"/>
                  </a:cubicBezTo>
                  <a:cubicBezTo>
                    <a:pt x="6842" y="1557"/>
                    <a:pt x="6842" y="1557"/>
                    <a:pt x="6842" y="1557"/>
                  </a:cubicBezTo>
                  <a:cubicBezTo>
                    <a:pt x="6879" y="1625"/>
                    <a:pt x="6879" y="1625"/>
                    <a:pt x="6879" y="1625"/>
                  </a:cubicBezTo>
                  <a:cubicBezTo>
                    <a:pt x="6879" y="1625"/>
                    <a:pt x="6879" y="1625"/>
                    <a:pt x="6879" y="1625"/>
                  </a:cubicBezTo>
                  <a:cubicBezTo>
                    <a:pt x="6916" y="1760"/>
                    <a:pt x="6916" y="1760"/>
                    <a:pt x="6916" y="1760"/>
                  </a:cubicBezTo>
                  <a:close/>
                  <a:moveTo>
                    <a:pt x="12945" y="203"/>
                  </a:moveTo>
                  <a:cubicBezTo>
                    <a:pt x="12945" y="135"/>
                    <a:pt x="12945" y="135"/>
                    <a:pt x="12945" y="135"/>
                  </a:cubicBezTo>
                  <a:cubicBezTo>
                    <a:pt x="12982" y="67"/>
                    <a:pt x="12982" y="67"/>
                    <a:pt x="12982" y="67"/>
                  </a:cubicBezTo>
                  <a:cubicBezTo>
                    <a:pt x="12982" y="67"/>
                    <a:pt x="12982" y="67"/>
                    <a:pt x="12982" y="67"/>
                  </a:cubicBezTo>
                  <a:cubicBezTo>
                    <a:pt x="13019" y="67"/>
                    <a:pt x="13019" y="67"/>
                    <a:pt x="13019" y="67"/>
                  </a:cubicBezTo>
                  <a:cubicBezTo>
                    <a:pt x="13019" y="135"/>
                    <a:pt x="13019" y="135"/>
                    <a:pt x="13019" y="135"/>
                  </a:cubicBezTo>
                  <a:cubicBezTo>
                    <a:pt x="12982" y="135"/>
                    <a:pt x="12982" y="135"/>
                    <a:pt x="12982" y="135"/>
                  </a:cubicBezTo>
                  <a:cubicBezTo>
                    <a:pt x="12982" y="203"/>
                    <a:pt x="12982" y="203"/>
                    <a:pt x="12982" y="203"/>
                  </a:cubicBezTo>
                  <a:cubicBezTo>
                    <a:pt x="12945" y="203"/>
                    <a:pt x="12945" y="203"/>
                    <a:pt x="12945" y="203"/>
                  </a:cubicBezTo>
                  <a:close/>
                  <a:moveTo>
                    <a:pt x="13278" y="1151"/>
                  </a:moveTo>
                  <a:cubicBezTo>
                    <a:pt x="13278" y="1218"/>
                    <a:pt x="13278" y="1218"/>
                    <a:pt x="13278" y="1218"/>
                  </a:cubicBezTo>
                  <a:cubicBezTo>
                    <a:pt x="13352" y="1354"/>
                    <a:pt x="13352" y="1354"/>
                    <a:pt x="13352" y="1354"/>
                  </a:cubicBezTo>
                  <a:cubicBezTo>
                    <a:pt x="13352" y="1421"/>
                    <a:pt x="13352" y="1421"/>
                    <a:pt x="13352" y="1421"/>
                  </a:cubicBezTo>
                  <a:cubicBezTo>
                    <a:pt x="13463" y="1489"/>
                    <a:pt x="13463" y="1489"/>
                    <a:pt x="13463" y="1489"/>
                  </a:cubicBezTo>
                  <a:cubicBezTo>
                    <a:pt x="13573" y="1489"/>
                    <a:pt x="13573" y="1489"/>
                    <a:pt x="13573" y="1489"/>
                  </a:cubicBezTo>
                  <a:cubicBezTo>
                    <a:pt x="13610" y="1557"/>
                    <a:pt x="13610" y="1557"/>
                    <a:pt x="13610" y="1557"/>
                  </a:cubicBezTo>
                  <a:cubicBezTo>
                    <a:pt x="13684" y="1557"/>
                    <a:pt x="13684" y="1557"/>
                    <a:pt x="13684" y="1557"/>
                  </a:cubicBezTo>
                  <a:cubicBezTo>
                    <a:pt x="13721" y="1489"/>
                    <a:pt x="13721" y="1489"/>
                    <a:pt x="13721" y="1489"/>
                  </a:cubicBezTo>
                  <a:cubicBezTo>
                    <a:pt x="13758" y="1557"/>
                    <a:pt x="13758" y="1557"/>
                    <a:pt x="13758" y="1557"/>
                  </a:cubicBezTo>
                  <a:cubicBezTo>
                    <a:pt x="13795" y="1557"/>
                    <a:pt x="13795" y="1557"/>
                    <a:pt x="13795" y="1557"/>
                  </a:cubicBezTo>
                  <a:cubicBezTo>
                    <a:pt x="13869" y="1489"/>
                    <a:pt x="13869" y="1489"/>
                    <a:pt x="13869" y="1489"/>
                  </a:cubicBezTo>
                  <a:cubicBezTo>
                    <a:pt x="13869" y="1421"/>
                    <a:pt x="13869" y="1421"/>
                    <a:pt x="13869" y="1421"/>
                  </a:cubicBezTo>
                  <a:cubicBezTo>
                    <a:pt x="13906" y="1354"/>
                    <a:pt x="13906" y="1354"/>
                    <a:pt x="13906" y="1354"/>
                  </a:cubicBezTo>
                  <a:cubicBezTo>
                    <a:pt x="13869" y="1286"/>
                    <a:pt x="13869" y="1286"/>
                    <a:pt x="13869" y="1286"/>
                  </a:cubicBezTo>
                  <a:cubicBezTo>
                    <a:pt x="13869" y="1218"/>
                    <a:pt x="13869" y="1218"/>
                    <a:pt x="13869" y="1218"/>
                  </a:cubicBezTo>
                  <a:cubicBezTo>
                    <a:pt x="13832" y="1218"/>
                    <a:pt x="13832" y="1218"/>
                    <a:pt x="13832" y="1218"/>
                  </a:cubicBezTo>
                  <a:cubicBezTo>
                    <a:pt x="13832" y="1218"/>
                    <a:pt x="13832" y="1218"/>
                    <a:pt x="13832" y="1218"/>
                  </a:cubicBezTo>
                  <a:cubicBezTo>
                    <a:pt x="13832" y="1151"/>
                    <a:pt x="13832" y="1151"/>
                    <a:pt x="13832" y="1151"/>
                  </a:cubicBezTo>
                  <a:cubicBezTo>
                    <a:pt x="13795" y="1151"/>
                    <a:pt x="13795" y="1151"/>
                    <a:pt x="13795" y="1151"/>
                  </a:cubicBezTo>
                  <a:cubicBezTo>
                    <a:pt x="13795" y="1151"/>
                    <a:pt x="13795" y="1151"/>
                    <a:pt x="13795" y="1151"/>
                  </a:cubicBezTo>
                  <a:cubicBezTo>
                    <a:pt x="13721" y="1151"/>
                    <a:pt x="13721" y="1151"/>
                    <a:pt x="13721" y="1151"/>
                  </a:cubicBezTo>
                  <a:cubicBezTo>
                    <a:pt x="13647" y="1151"/>
                    <a:pt x="13647" y="1151"/>
                    <a:pt x="13647" y="1151"/>
                  </a:cubicBezTo>
                  <a:cubicBezTo>
                    <a:pt x="13610" y="1218"/>
                    <a:pt x="13610" y="1218"/>
                    <a:pt x="13610" y="1218"/>
                  </a:cubicBezTo>
                  <a:cubicBezTo>
                    <a:pt x="13573" y="1218"/>
                    <a:pt x="13573" y="1218"/>
                    <a:pt x="13573" y="1218"/>
                  </a:cubicBezTo>
                  <a:cubicBezTo>
                    <a:pt x="13573" y="1218"/>
                    <a:pt x="13573" y="1218"/>
                    <a:pt x="13573" y="1218"/>
                  </a:cubicBezTo>
                  <a:cubicBezTo>
                    <a:pt x="13536" y="1151"/>
                    <a:pt x="13536" y="1151"/>
                    <a:pt x="13536" y="1151"/>
                  </a:cubicBezTo>
                  <a:cubicBezTo>
                    <a:pt x="13536" y="1151"/>
                    <a:pt x="13536" y="1151"/>
                    <a:pt x="13536" y="1151"/>
                  </a:cubicBezTo>
                  <a:cubicBezTo>
                    <a:pt x="13499" y="1151"/>
                    <a:pt x="13499" y="1151"/>
                    <a:pt x="13499" y="1151"/>
                  </a:cubicBezTo>
                  <a:cubicBezTo>
                    <a:pt x="13426" y="1151"/>
                    <a:pt x="13426" y="1151"/>
                    <a:pt x="13426" y="1151"/>
                  </a:cubicBezTo>
                  <a:cubicBezTo>
                    <a:pt x="13426" y="1151"/>
                    <a:pt x="13426" y="1151"/>
                    <a:pt x="13426" y="1151"/>
                  </a:cubicBezTo>
                  <a:cubicBezTo>
                    <a:pt x="13426" y="1218"/>
                    <a:pt x="13426" y="1218"/>
                    <a:pt x="13426" y="1218"/>
                  </a:cubicBezTo>
                  <a:cubicBezTo>
                    <a:pt x="13389" y="1218"/>
                    <a:pt x="13389" y="1218"/>
                    <a:pt x="13389" y="1218"/>
                  </a:cubicBezTo>
                  <a:cubicBezTo>
                    <a:pt x="13352" y="1218"/>
                    <a:pt x="13352" y="1218"/>
                    <a:pt x="13352" y="1218"/>
                  </a:cubicBezTo>
                  <a:cubicBezTo>
                    <a:pt x="13315" y="1218"/>
                    <a:pt x="13315" y="1218"/>
                    <a:pt x="13315" y="1218"/>
                  </a:cubicBezTo>
                  <a:cubicBezTo>
                    <a:pt x="13315" y="1151"/>
                    <a:pt x="13315" y="1151"/>
                    <a:pt x="13315" y="1151"/>
                  </a:cubicBezTo>
                  <a:cubicBezTo>
                    <a:pt x="13278" y="1151"/>
                    <a:pt x="13278" y="1151"/>
                    <a:pt x="13278" y="1151"/>
                  </a:cubicBezTo>
                  <a:close/>
                  <a:moveTo>
                    <a:pt x="12020" y="2099"/>
                  </a:moveTo>
                  <a:cubicBezTo>
                    <a:pt x="11983" y="1963"/>
                    <a:pt x="11983" y="1963"/>
                    <a:pt x="11983" y="1963"/>
                  </a:cubicBezTo>
                  <a:cubicBezTo>
                    <a:pt x="11983" y="1895"/>
                    <a:pt x="11983" y="1895"/>
                    <a:pt x="11983" y="1895"/>
                  </a:cubicBezTo>
                  <a:cubicBezTo>
                    <a:pt x="11946" y="1828"/>
                    <a:pt x="11946" y="1828"/>
                    <a:pt x="11946" y="1828"/>
                  </a:cubicBezTo>
                  <a:cubicBezTo>
                    <a:pt x="11872" y="1828"/>
                    <a:pt x="11872" y="1828"/>
                    <a:pt x="11872" y="1828"/>
                  </a:cubicBezTo>
                  <a:cubicBezTo>
                    <a:pt x="11872" y="1760"/>
                    <a:pt x="11872" y="1760"/>
                    <a:pt x="11872" y="1760"/>
                  </a:cubicBezTo>
                  <a:cubicBezTo>
                    <a:pt x="11835" y="1760"/>
                    <a:pt x="11835" y="1760"/>
                    <a:pt x="11835" y="1760"/>
                  </a:cubicBezTo>
                  <a:cubicBezTo>
                    <a:pt x="11798" y="1692"/>
                    <a:pt x="11798" y="1692"/>
                    <a:pt x="11798" y="1692"/>
                  </a:cubicBezTo>
                  <a:cubicBezTo>
                    <a:pt x="11835" y="1760"/>
                    <a:pt x="11835" y="1760"/>
                    <a:pt x="11835" y="1760"/>
                  </a:cubicBezTo>
                  <a:cubicBezTo>
                    <a:pt x="11835" y="1828"/>
                    <a:pt x="11835" y="1828"/>
                    <a:pt x="11835" y="1828"/>
                  </a:cubicBezTo>
                  <a:cubicBezTo>
                    <a:pt x="11909" y="1895"/>
                    <a:pt x="11909" y="1895"/>
                    <a:pt x="11909" y="1895"/>
                  </a:cubicBezTo>
                  <a:cubicBezTo>
                    <a:pt x="11946" y="2031"/>
                    <a:pt x="11946" y="2031"/>
                    <a:pt x="11946" y="2031"/>
                  </a:cubicBezTo>
                  <a:cubicBezTo>
                    <a:pt x="11983" y="2166"/>
                    <a:pt x="11983" y="2166"/>
                    <a:pt x="11983" y="2166"/>
                  </a:cubicBezTo>
                  <a:cubicBezTo>
                    <a:pt x="11983" y="2166"/>
                    <a:pt x="11983" y="2166"/>
                    <a:pt x="11983" y="2166"/>
                  </a:cubicBezTo>
                  <a:cubicBezTo>
                    <a:pt x="12020" y="2166"/>
                    <a:pt x="12020" y="2166"/>
                    <a:pt x="12020" y="2166"/>
                  </a:cubicBezTo>
                  <a:cubicBezTo>
                    <a:pt x="12020" y="2099"/>
                    <a:pt x="12020" y="2099"/>
                    <a:pt x="12020" y="2099"/>
                  </a:cubicBezTo>
                  <a:close/>
                  <a:moveTo>
                    <a:pt x="12649" y="2166"/>
                  </a:moveTo>
                  <a:cubicBezTo>
                    <a:pt x="12649" y="2166"/>
                    <a:pt x="12649" y="2166"/>
                    <a:pt x="12649" y="2166"/>
                  </a:cubicBezTo>
                  <a:cubicBezTo>
                    <a:pt x="12612" y="2166"/>
                    <a:pt x="12612" y="2166"/>
                    <a:pt x="12612" y="2166"/>
                  </a:cubicBezTo>
                  <a:cubicBezTo>
                    <a:pt x="12612" y="2166"/>
                    <a:pt x="12612" y="2166"/>
                    <a:pt x="12612" y="2166"/>
                  </a:cubicBezTo>
                  <a:cubicBezTo>
                    <a:pt x="12612" y="2099"/>
                    <a:pt x="12612" y="2099"/>
                    <a:pt x="12612" y="2099"/>
                  </a:cubicBezTo>
                  <a:cubicBezTo>
                    <a:pt x="12649" y="2099"/>
                    <a:pt x="12649" y="2099"/>
                    <a:pt x="12649" y="2099"/>
                  </a:cubicBezTo>
                  <a:cubicBezTo>
                    <a:pt x="12649" y="2166"/>
                    <a:pt x="12649" y="2166"/>
                    <a:pt x="12649" y="2166"/>
                  </a:cubicBezTo>
                  <a:cubicBezTo>
                    <a:pt x="12686" y="2166"/>
                    <a:pt x="12686" y="2166"/>
                    <a:pt x="12686" y="2166"/>
                  </a:cubicBezTo>
                  <a:cubicBezTo>
                    <a:pt x="12686" y="2234"/>
                    <a:pt x="12686" y="2234"/>
                    <a:pt x="12686" y="2234"/>
                  </a:cubicBezTo>
                  <a:cubicBezTo>
                    <a:pt x="12686" y="2234"/>
                    <a:pt x="12686" y="2234"/>
                    <a:pt x="12686" y="2234"/>
                  </a:cubicBezTo>
                  <a:cubicBezTo>
                    <a:pt x="12723" y="2234"/>
                    <a:pt x="12723" y="2234"/>
                    <a:pt x="12723" y="2234"/>
                  </a:cubicBezTo>
                  <a:cubicBezTo>
                    <a:pt x="12760" y="2166"/>
                    <a:pt x="12760" y="2166"/>
                    <a:pt x="12760" y="2166"/>
                  </a:cubicBezTo>
                  <a:cubicBezTo>
                    <a:pt x="12797" y="2031"/>
                    <a:pt x="12797" y="2031"/>
                    <a:pt x="12797" y="2031"/>
                  </a:cubicBezTo>
                  <a:cubicBezTo>
                    <a:pt x="12834" y="1963"/>
                    <a:pt x="12834" y="1963"/>
                    <a:pt x="12834" y="1963"/>
                  </a:cubicBezTo>
                  <a:cubicBezTo>
                    <a:pt x="12871" y="1963"/>
                    <a:pt x="12871" y="1963"/>
                    <a:pt x="12871" y="1963"/>
                  </a:cubicBezTo>
                  <a:cubicBezTo>
                    <a:pt x="12908" y="1895"/>
                    <a:pt x="12908" y="1895"/>
                    <a:pt x="12908" y="1895"/>
                  </a:cubicBezTo>
                  <a:cubicBezTo>
                    <a:pt x="12908" y="1963"/>
                    <a:pt x="12908" y="1963"/>
                    <a:pt x="12908" y="1963"/>
                  </a:cubicBezTo>
                  <a:cubicBezTo>
                    <a:pt x="12908" y="1963"/>
                    <a:pt x="12908" y="1963"/>
                    <a:pt x="12908" y="1963"/>
                  </a:cubicBezTo>
                  <a:cubicBezTo>
                    <a:pt x="12945" y="1963"/>
                    <a:pt x="12945" y="1963"/>
                    <a:pt x="12945" y="1963"/>
                  </a:cubicBezTo>
                  <a:cubicBezTo>
                    <a:pt x="12945" y="2031"/>
                    <a:pt x="12945" y="2031"/>
                    <a:pt x="12945" y="2031"/>
                  </a:cubicBezTo>
                  <a:cubicBezTo>
                    <a:pt x="12982" y="1963"/>
                    <a:pt x="12982" y="1963"/>
                    <a:pt x="12982" y="1963"/>
                  </a:cubicBezTo>
                  <a:cubicBezTo>
                    <a:pt x="12982" y="1963"/>
                    <a:pt x="12982" y="1963"/>
                    <a:pt x="12982" y="1963"/>
                  </a:cubicBezTo>
                  <a:cubicBezTo>
                    <a:pt x="13056" y="1895"/>
                    <a:pt x="13056" y="1895"/>
                    <a:pt x="13056" y="1895"/>
                  </a:cubicBezTo>
                  <a:cubicBezTo>
                    <a:pt x="13056" y="1828"/>
                    <a:pt x="13056" y="1828"/>
                    <a:pt x="13056" y="1828"/>
                  </a:cubicBezTo>
                  <a:cubicBezTo>
                    <a:pt x="13056" y="1828"/>
                    <a:pt x="13056" y="1828"/>
                    <a:pt x="13056" y="1828"/>
                  </a:cubicBezTo>
                  <a:cubicBezTo>
                    <a:pt x="13019" y="1828"/>
                    <a:pt x="13019" y="1828"/>
                    <a:pt x="13019" y="1828"/>
                  </a:cubicBezTo>
                  <a:cubicBezTo>
                    <a:pt x="12945" y="1895"/>
                    <a:pt x="12945" y="1895"/>
                    <a:pt x="12945" y="1895"/>
                  </a:cubicBezTo>
                  <a:cubicBezTo>
                    <a:pt x="12908" y="1828"/>
                    <a:pt x="12908" y="1828"/>
                    <a:pt x="12908" y="1828"/>
                  </a:cubicBezTo>
                  <a:cubicBezTo>
                    <a:pt x="12871" y="1760"/>
                    <a:pt x="12871" y="1760"/>
                    <a:pt x="12871" y="1760"/>
                  </a:cubicBezTo>
                  <a:cubicBezTo>
                    <a:pt x="12834" y="1760"/>
                    <a:pt x="12834" y="1760"/>
                    <a:pt x="12834" y="1760"/>
                  </a:cubicBezTo>
                  <a:cubicBezTo>
                    <a:pt x="12797" y="1760"/>
                    <a:pt x="12797" y="1760"/>
                    <a:pt x="12797" y="1760"/>
                  </a:cubicBezTo>
                  <a:cubicBezTo>
                    <a:pt x="12797" y="1692"/>
                    <a:pt x="12797" y="1692"/>
                    <a:pt x="12797" y="1692"/>
                  </a:cubicBezTo>
                  <a:cubicBezTo>
                    <a:pt x="12760" y="1625"/>
                    <a:pt x="12760" y="1625"/>
                    <a:pt x="12760" y="1625"/>
                  </a:cubicBezTo>
                  <a:cubicBezTo>
                    <a:pt x="12723" y="1625"/>
                    <a:pt x="12723" y="1625"/>
                    <a:pt x="12723" y="1625"/>
                  </a:cubicBezTo>
                  <a:cubicBezTo>
                    <a:pt x="12686" y="1557"/>
                    <a:pt x="12686" y="1557"/>
                    <a:pt x="12686" y="1557"/>
                  </a:cubicBezTo>
                  <a:cubicBezTo>
                    <a:pt x="12686" y="1489"/>
                    <a:pt x="12686" y="1489"/>
                    <a:pt x="12686" y="1489"/>
                  </a:cubicBezTo>
                  <a:cubicBezTo>
                    <a:pt x="12686" y="1421"/>
                    <a:pt x="12686" y="1421"/>
                    <a:pt x="12686" y="1421"/>
                  </a:cubicBezTo>
                  <a:cubicBezTo>
                    <a:pt x="12649" y="1354"/>
                    <a:pt x="12649" y="1354"/>
                    <a:pt x="12649" y="1354"/>
                  </a:cubicBezTo>
                  <a:cubicBezTo>
                    <a:pt x="12612" y="1354"/>
                    <a:pt x="12612" y="1354"/>
                    <a:pt x="12612" y="1354"/>
                  </a:cubicBezTo>
                  <a:cubicBezTo>
                    <a:pt x="12612" y="1354"/>
                    <a:pt x="12612" y="1354"/>
                    <a:pt x="12612" y="1354"/>
                  </a:cubicBezTo>
                  <a:cubicBezTo>
                    <a:pt x="12649" y="1286"/>
                    <a:pt x="12649" y="1286"/>
                    <a:pt x="12649" y="1286"/>
                  </a:cubicBezTo>
                  <a:cubicBezTo>
                    <a:pt x="12649" y="1286"/>
                    <a:pt x="12649" y="1286"/>
                    <a:pt x="12649" y="1286"/>
                  </a:cubicBezTo>
                  <a:cubicBezTo>
                    <a:pt x="12649" y="1218"/>
                    <a:pt x="12649" y="1218"/>
                    <a:pt x="12649" y="1218"/>
                  </a:cubicBezTo>
                  <a:cubicBezTo>
                    <a:pt x="12649" y="1218"/>
                    <a:pt x="12649" y="1218"/>
                    <a:pt x="12649" y="1218"/>
                  </a:cubicBezTo>
                  <a:cubicBezTo>
                    <a:pt x="12649" y="1218"/>
                    <a:pt x="12649" y="1218"/>
                    <a:pt x="12649" y="1218"/>
                  </a:cubicBezTo>
                  <a:cubicBezTo>
                    <a:pt x="12649" y="1151"/>
                    <a:pt x="12649" y="1151"/>
                    <a:pt x="12649" y="1151"/>
                  </a:cubicBezTo>
                  <a:cubicBezTo>
                    <a:pt x="12612" y="1151"/>
                    <a:pt x="12612" y="1151"/>
                    <a:pt x="12612" y="1151"/>
                  </a:cubicBezTo>
                  <a:cubicBezTo>
                    <a:pt x="12538" y="1151"/>
                    <a:pt x="12538" y="1151"/>
                    <a:pt x="12538" y="1151"/>
                  </a:cubicBezTo>
                  <a:cubicBezTo>
                    <a:pt x="12501" y="1151"/>
                    <a:pt x="12501" y="1151"/>
                    <a:pt x="12501" y="1151"/>
                  </a:cubicBezTo>
                  <a:cubicBezTo>
                    <a:pt x="12501" y="1083"/>
                    <a:pt x="12501" y="1083"/>
                    <a:pt x="12501" y="1083"/>
                  </a:cubicBezTo>
                  <a:cubicBezTo>
                    <a:pt x="12464" y="1083"/>
                    <a:pt x="12464" y="1083"/>
                    <a:pt x="12464" y="1083"/>
                  </a:cubicBezTo>
                  <a:cubicBezTo>
                    <a:pt x="12427" y="1083"/>
                    <a:pt x="12427" y="1083"/>
                    <a:pt x="12427" y="1083"/>
                  </a:cubicBezTo>
                  <a:cubicBezTo>
                    <a:pt x="12390" y="1083"/>
                    <a:pt x="12390" y="1083"/>
                    <a:pt x="12390" y="1083"/>
                  </a:cubicBezTo>
                  <a:cubicBezTo>
                    <a:pt x="12464" y="1151"/>
                    <a:pt x="12464" y="1151"/>
                    <a:pt x="12464" y="1151"/>
                  </a:cubicBezTo>
                  <a:cubicBezTo>
                    <a:pt x="12501" y="1151"/>
                    <a:pt x="12501" y="1151"/>
                    <a:pt x="12501" y="1151"/>
                  </a:cubicBezTo>
                  <a:cubicBezTo>
                    <a:pt x="12501" y="1218"/>
                    <a:pt x="12501" y="1218"/>
                    <a:pt x="12501" y="1218"/>
                  </a:cubicBezTo>
                  <a:cubicBezTo>
                    <a:pt x="12464" y="1218"/>
                    <a:pt x="12464" y="1218"/>
                    <a:pt x="12464" y="1218"/>
                  </a:cubicBezTo>
                  <a:cubicBezTo>
                    <a:pt x="12464" y="1218"/>
                    <a:pt x="12464" y="1218"/>
                    <a:pt x="12464" y="1218"/>
                  </a:cubicBezTo>
                  <a:cubicBezTo>
                    <a:pt x="12427" y="1218"/>
                    <a:pt x="12427" y="1218"/>
                    <a:pt x="12427" y="1218"/>
                  </a:cubicBezTo>
                  <a:cubicBezTo>
                    <a:pt x="12390" y="1218"/>
                    <a:pt x="12390" y="1218"/>
                    <a:pt x="12390" y="1218"/>
                  </a:cubicBezTo>
                  <a:cubicBezTo>
                    <a:pt x="12427" y="1286"/>
                    <a:pt x="12427" y="1286"/>
                    <a:pt x="12427" y="1286"/>
                  </a:cubicBezTo>
                  <a:cubicBezTo>
                    <a:pt x="12427" y="1354"/>
                    <a:pt x="12427" y="1354"/>
                    <a:pt x="12427" y="1354"/>
                  </a:cubicBezTo>
                  <a:cubicBezTo>
                    <a:pt x="12427" y="1421"/>
                    <a:pt x="12427" y="1421"/>
                    <a:pt x="12427" y="1421"/>
                  </a:cubicBezTo>
                  <a:cubicBezTo>
                    <a:pt x="12501" y="1489"/>
                    <a:pt x="12501" y="1489"/>
                    <a:pt x="12501" y="1489"/>
                  </a:cubicBezTo>
                  <a:cubicBezTo>
                    <a:pt x="12501" y="1557"/>
                    <a:pt x="12501" y="1557"/>
                    <a:pt x="12501" y="1557"/>
                  </a:cubicBezTo>
                  <a:cubicBezTo>
                    <a:pt x="12501" y="1557"/>
                    <a:pt x="12501" y="1557"/>
                    <a:pt x="12501" y="1557"/>
                  </a:cubicBezTo>
                  <a:cubicBezTo>
                    <a:pt x="12464" y="1557"/>
                    <a:pt x="12464" y="1557"/>
                    <a:pt x="12464" y="1557"/>
                  </a:cubicBezTo>
                  <a:cubicBezTo>
                    <a:pt x="12427" y="1489"/>
                    <a:pt x="12427" y="1489"/>
                    <a:pt x="12427" y="1489"/>
                  </a:cubicBezTo>
                  <a:cubicBezTo>
                    <a:pt x="12390" y="1421"/>
                    <a:pt x="12390" y="1421"/>
                    <a:pt x="12390" y="1421"/>
                  </a:cubicBezTo>
                  <a:cubicBezTo>
                    <a:pt x="12353" y="1421"/>
                    <a:pt x="12353" y="1421"/>
                    <a:pt x="12353" y="1421"/>
                  </a:cubicBezTo>
                  <a:cubicBezTo>
                    <a:pt x="12353" y="1421"/>
                    <a:pt x="12353" y="1421"/>
                    <a:pt x="12353" y="1421"/>
                  </a:cubicBezTo>
                  <a:cubicBezTo>
                    <a:pt x="12316" y="1421"/>
                    <a:pt x="12316" y="1421"/>
                    <a:pt x="12316" y="1421"/>
                  </a:cubicBezTo>
                  <a:cubicBezTo>
                    <a:pt x="12316" y="1421"/>
                    <a:pt x="12316" y="1421"/>
                    <a:pt x="12316" y="1421"/>
                  </a:cubicBezTo>
                  <a:cubicBezTo>
                    <a:pt x="12279" y="1421"/>
                    <a:pt x="12279" y="1421"/>
                    <a:pt x="12279" y="1421"/>
                  </a:cubicBezTo>
                  <a:cubicBezTo>
                    <a:pt x="12279" y="1354"/>
                    <a:pt x="12279" y="1354"/>
                    <a:pt x="12279" y="1354"/>
                  </a:cubicBezTo>
                  <a:cubicBezTo>
                    <a:pt x="12279" y="1286"/>
                    <a:pt x="12279" y="1286"/>
                    <a:pt x="12279" y="1286"/>
                  </a:cubicBezTo>
                  <a:cubicBezTo>
                    <a:pt x="12242" y="1286"/>
                    <a:pt x="12242" y="1286"/>
                    <a:pt x="12242" y="1286"/>
                  </a:cubicBezTo>
                  <a:cubicBezTo>
                    <a:pt x="12205" y="1218"/>
                    <a:pt x="12205" y="1218"/>
                    <a:pt x="12205" y="1218"/>
                  </a:cubicBezTo>
                  <a:cubicBezTo>
                    <a:pt x="12168" y="1218"/>
                    <a:pt x="12168" y="1218"/>
                    <a:pt x="12168" y="1218"/>
                  </a:cubicBezTo>
                  <a:cubicBezTo>
                    <a:pt x="12131" y="1218"/>
                    <a:pt x="12131" y="1218"/>
                    <a:pt x="12131" y="1218"/>
                  </a:cubicBezTo>
                  <a:cubicBezTo>
                    <a:pt x="12131" y="1151"/>
                    <a:pt x="12131" y="1151"/>
                    <a:pt x="12131" y="1151"/>
                  </a:cubicBezTo>
                  <a:cubicBezTo>
                    <a:pt x="12094" y="1218"/>
                    <a:pt x="12094" y="1218"/>
                    <a:pt x="12094" y="1218"/>
                  </a:cubicBezTo>
                  <a:cubicBezTo>
                    <a:pt x="12057" y="1218"/>
                    <a:pt x="12057" y="1218"/>
                    <a:pt x="12057" y="1218"/>
                  </a:cubicBezTo>
                  <a:cubicBezTo>
                    <a:pt x="12057" y="1286"/>
                    <a:pt x="12057" y="1286"/>
                    <a:pt x="12057" y="1286"/>
                  </a:cubicBezTo>
                  <a:cubicBezTo>
                    <a:pt x="12057" y="1354"/>
                    <a:pt x="12057" y="1354"/>
                    <a:pt x="12057" y="1354"/>
                  </a:cubicBezTo>
                  <a:cubicBezTo>
                    <a:pt x="12057" y="1421"/>
                    <a:pt x="12057" y="1421"/>
                    <a:pt x="12057" y="1421"/>
                  </a:cubicBezTo>
                  <a:cubicBezTo>
                    <a:pt x="12020" y="1489"/>
                    <a:pt x="12020" y="1489"/>
                    <a:pt x="12020" y="1489"/>
                  </a:cubicBezTo>
                  <a:cubicBezTo>
                    <a:pt x="11983" y="1489"/>
                    <a:pt x="11983" y="1489"/>
                    <a:pt x="11983" y="1489"/>
                  </a:cubicBezTo>
                  <a:cubicBezTo>
                    <a:pt x="11983" y="1557"/>
                    <a:pt x="11983" y="1557"/>
                    <a:pt x="11983" y="1557"/>
                  </a:cubicBezTo>
                  <a:cubicBezTo>
                    <a:pt x="12020" y="1625"/>
                    <a:pt x="12020" y="1625"/>
                    <a:pt x="12020" y="1625"/>
                  </a:cubicBezTo>
                  <a:cubicBezTo>
                    <a:pt x="12057" y="1625"/>
                    <a:pt x="12057" y="1625"/>
                    <a:pt x="12057" y="1625"/>
                  </a:cubicBezTo>
                  <a:cubicBezTo>
                    <a:pt x="12094" y="1692"/>
                    <a:pt x="12094" y="1692"/>
                    <a:pt x="12094" y="1692"/>
                  </a:cubicBezTo>
                  <a:cubicBezTo>
                    <a:pt x="12057" y="1692"/>
                    <a:pt x="12057" y="1692"/>
                    <a:pt x="12057" y="1692"/>
                  </a:cubicBezTo>
                  <a:cubicBezTo>
                    <a:pt x="12057" y="1692"/>
                    <a:pt x="12057" y="1692"/>
                    <a:pt x="12057" y="1692"/>
                  </a:cubicBezTo>
                  <a:cubicBezTo>
                    <a:pt x="12057" y="1760"/>
                    <a:pt x="12057" y="1760"/>
                    <a:pt x="12057" y="1760"/>
                  </a:cubicBezTo>
                  <a:cubicBezTo>
                    <a:pt x="12094" y="1760"/>
                    <a:pt x="12094" y="1760"/>
                    <a:pt x="12094" y="1760"/>
                  </a:cubicBezTo>
                  <a:cubicBezTo>
                    <a:pt x="12094" y="1828"/>
                    <a:pt x="12094" y="1828"/>
                    <a:pt x="12094" y="1828"/>
                  </a:cubicBezTo>
                  <a:cubicBezTo>
                    <a:pt x="12094" y="1828"/>
                    <a:pt x="12094" y="1828"/>
                    <a:pt x="12094" y="1828"/>
                  </a:cubicBezTo>
                  <a:cubicBezTo>
                    <a:pt x="12094" y="1895"/>
                    <a:pt x="12094" y="1895"/>
                    <a:pt x="12094" y="1895"/>
                  </a:cubicBezTo>
                  <a:cubicBezTo>
                    <a:pt x="12131" y="1895"/>
                    <a:pt x="12131" y="1895"/>
                    <a:pt x="12131" y="1895"/>
                  </a:cubicBezTo>
                  <a:cubicBezTo>
                    <a:pt x="12168" y="1963"/>
                    <a:pt x="12168" y="1963"/>
                    <a:pt x="12168" y="1963"/>
                  </a:cubicBezTo>
                  <a:cubicBezTo>
                    <a:pt x="12168" y="1963"/>
                    <a:pt x="12168" y="1963"/>
                    <a:pt x="12168" y="1963"/>
                  </a:cubicBezTo>
                  <a:cubicBezTo>
                    <a:pt x="12168" y="1963"/>
                    <a:pt x="12168" y="1963"/>
                    <a:pt x="12168" y="1963"/>
                  </a:cubicBezTo>
                  <a:cubicBezTo>
                    <a:pt x="12168" y="1963"/>
                    <a:pt x="12168" y="1963"/>
                    <a:pt x="12168" y="1963"/>
                  </a:cubicBezTo>
                  <a:cubicBezTo>
                    <a:pt x="12205" y="1963"/>
                    <a:pt x="12205" y="1963"/>
                    <a:pt x="12205" y="1963"/>
                  </a:cubicBezTo>
                  <a:cubicBezTo>
                    <a:pt x="12205" y="2031"/>
                    <a:pt x="12205" y="2031"/>
                    <a:pt x="12205" y="2031"/>
                  </a:cubicBezTo>
                  <a:cubicBezTo>
                    <a:pt x="12205" y="2031"/>
                    <a:pt x="12205" y="2031"/>
                    <a:pt x="12205" y="2031"/>
                  </a:cubicBezTo>
                  <a:cubicBezTo>
                    <a:pt x="12168" y="2031"/>
                    <a:pt x="12168" y="2031"/>
                    <a:pt x="12168" y="2031"/>
                  </a:cubicBezTo>
                  <a:cubicBezTo>
                    <a:pt x="12168" y="2031"/>
                    <a:pt x="12168" y="2031"/>
                    <a:pt x="12168" y="2031"/>
                  </a:cubicBezTo>
                  <a:cubicBezTo>
                    <a:pt x="12168" y="2031"/>
                    <a:pt x="12168" y="2031"/>
                    <a:pt x="12168" y="2031"/>
                  </a:cubicBezTo>
                  <a:cubicBezTo>
                    <a:pt x="12168" y="2099"/>
                    <a:pt x="12168" y="2099"/>
                    <a:pt x="12168" y="2099"/>
                  </a:cubicBezTo>
                  <a:cubicBezTo>
                    <a:pt x="12279" y="2234"/>
                    <a:pt x="12279" y="2234"/>
                    <a:pt x="12279" y="2234"/>
                  </a:cubicBezTo>
                  <a:cubicBezTo>
                    <a:pt x="12316" y="2234"/>
                    <a:pt x="12316" y="2234"/>
                    <a:pt x="12316" y="2234"/>
                  </a:cubicBezTo>
                  <a:cubicBezTo>
                    <a:pt x="12353" y="2234"/>
                    <a:pt x="12353" y="2234"/>
                    <a:pt x="12353" y="2234"/>
                  </a:cubicBezTo>
                  <a:cubicBezTo>
                    <a:pt x="12390" y="2302"/>
                    <a:pt x="12390" y="2302"/>
                    <a:pt x="12390" y="2302"/>
                  </a:cubicBezTo>
                  <a:cubicBezTo>
                    <a:pt x="12427" y="2302"/>
                    <a:pt x="12427" y="2302"/>
                    <a:pt x="12427" y="2302"/>
                  </a:cubicBezTo>
                  <a:cubicBezTo>
                    <a:pt x="12427" y="2369"/>
                    <a:pt x="12427" y="2369"/>
                    <a:pt x="12427" y="2369"/>
                  </a:cubicBezTo>
                  <a:cubicBezTo>
                    <a:pt x="12464" y="2369"/>
                    <a:pt x="12464" y="2369"/>
                    <a:pt x="12464" y="2369"/>
                  </a:cubicBezTo>
                  <a:cubicBezTo>
                    <a:pt x="12501" y="2369"/>
                    <a:pt x="12501" y="2369"/>
                    <a:pt x="12501" y="2369"/>
                  </a:cubicBezTo>
                  <a:cubicBezTo>
                    <a:pt x="12538" y="2369"/>
                    <a:pt x="12538" y="2369"/>
                    <a:pt x="12538" y="2369"/>
                  </a:cubicBezTo>
                  <a:cubicBezTo>
                    <a:pt x="12612" y="2369"/>
                    <a:pt x="12612" y="2369"/>
                    <a:pt x="12612" y="2369"/>
                  </a:cubicBezTo>
                  <a:cubicBezTo>
                    <a:pt x="12649" y="2437"/>
                    <a:pt x="12649" y="2437"/>
                    <a:pt x="12649" y="2437"/>
                  </a:cubicBezTo>
                  <a:cubicBezTo>
                    <a:pt x="12649" y="2369"/>
                    <a:pt x="12649" y="2369"/>
                    <a:pt x="12649" y="2369"/>
                  </a:cubicBezTo>
                  <a:cubicBezTo>
                    <a:pt x="12686" y="2369"/>
                    <a:pt x="12686" y="2369"/>
                    <a:pt x="12686" y="2369"/>
                  </a:cubicBezTo>
                  <a:cubicBezTo>
                    <a:pt x="12686" y="2302"/>
                    <a:pt x="12686" y="2302"/>
                    <a:pt x="12686" y="2302"/>
                  </a:cubicBezTo>
                  <a:cubicBezTo>
                    <a:pt x="12649" y="2234"/>
                    <a:pt x="12649" y="2234"/>
                    <a:pt x="12649" y="2234"/>
                  </a:cubicBezTo>
                  <a:cubicBezTo>
                    <a:pt x="12649" y="2166"/>
                    <a:pt x="12649" y="2166"/>
                    <a:pt x="12649" y="2166"/>
                  </a:cubicBezTo>
                  <a:close/>
                  <a:moveTo>
                    <a:pt x="12686" y="1151"/>
                  </a:moveTo>
                  <a:cubicBezTo>
                    <a:pt x="12723" y="1151"/>
                    <a:pt x="12723" y="1151"/>
                    <a:pt x="12723" y="1151"/>
                  </a:cubicBezTo>
                  <a:cubicBezTo>
                    <a:pt x="12760" y="1151"/>
                    <a:pt x="12760" y="1151"/>
                    <a:pt x="12760" y="1151"/>
                  </a:cubicBezTo>
                  <a:cubicBezTo>
                    <a:pt x="12797" y="1151"/>
                    <a:pt x="12797" y="1151"/>
                    <a:pt x="12797" y="1151"/>
                  </a:cubicBezTo>
                  <a:cubicBezTo>
                    <a:pt x="12871" y="1218"/>
                    <a:pt x="12871" y="1218"/>
                    <a:pt x="12871" y="1218"/>
                  </a:cubicBezTo>
                  <a:cubicBezTo>
                    <a:pt x="12908" y="1218"/>
                    <a:pt x="12908" y="1218"/>
                    <a:pt x="12908" y="1218"/>
                  </a:cubicBezTo>
                  <a:cubicBezTo>
                    <a:pt x="12945" y="1218"/>
                    <a:pt x="12945" y="1218"/>
                    <a:pt x="12945" y="1218"/>
                  </a:cubicBezTo>
                  <a:cubicBezTo>
                    <a:pt x="13019" y="1218"/>
                    <a:pt x="13019" y="1218"/>
                    <a:pt x="13019" y="1218"/>
                  </a:cubicBezTo>
                  <a:cubicBezTo>
                    <a:pt x="13130" y="1286"/>
                    <a:pt x="13130" y="1286"/>
                    <a:pt x="13130" y="1286"/>
                  </a:cubicBezTo>
                  <a:cubicBezTo>
                    <a:pt x="13130" y="1286"/>
                    <a:pt x="13130" y="1286"/>
                    <a:pt x="13130" y="1286"/>
                  </a:cubicBezTo>
                  <a:cubicBezTo>
                    <a:pt x="13093" y="1286"/>
                    <a:pt x="13093" y="1286"/>
                    <a:pt x="13093" y="1286"/>
                  </a:cubicBezTo>
                  <a:cubicBezTo>
                    <a:pt x="13056" y="1354"/>
                    <a:pt x="13056" y="1354"/>
                    <a:pt x="13056" y="1354"/>
                  </a:cubicBezTo>
                  <a:cubicBezTo>
                    <a:pt x="13056" y="1421"/>
                    <a:pt x="13056" y="1421"/>
                    <a:pt x="13056" y="1421"/>
                  </a:cubicBezTo>
                  <a:cubicBezTo>
                    <a:pt x="13093" y="1489"/>
                    <a:pt x="13093" y="1489"/>
                    <a:pt x="13093" y="1489"/>
                  </a:cubicBezTo>
                  <a:cubicBezTo>
                    <a:pt x="13130" y="1489"/>
                    <a:pt x="13130" y="1489"/>
                    <a:pt x="13130" y="1489"/>
                  </a:cubicBezTo>
                  <a:cubicBezTo>
                    <a:pt x="13130" y="1557"/>
                    <a:pt x="13130" y="1557"/>
                    <a:pt x="13130" y="1557"/>
                  </a:cubicBezTo>
                  <a:cubicBezTo>
                    <a:pt x="13130" y="1557"/>
                    <a:pt x="13130" y="1557"/>
                    <a:pt x="13130" y="1557"/>
                  </a:cubicBezTo>
                  <a:cubicBezTo>
                    <a:pt x="13130" y="1625"/>
                    <a:pt x="13130" y="1625"/>
                    <a:pt x="13130" y="1625"/>
                  </a:cubicBezTo>
                  <a:cubicBezTo>
                    <a:pt x="13130" y="1692"/>
                    <a:pt x="13130" y="1692"/>
                    <a:pt x="13130" y="1692"/>
                  </a:cubicBezTo>
                  <a:cubicBezTo>
                    <a:pt x="13093" y="1760"/>
                    <a:pt x="13093" y="1760"/>
                    <a:pt x="13093" y="1760"/>
                  </a:cubicBezTo>
                  <a:cubicBezTo>
                    <a:pt x="13056" y="1760"/>
                    <a:pt x="13056" y="1760"/>
                    <a:pt x="13056" y="1760"/>
                  </a:cubicBezTo>
                  <a:cubicBezTo>
                    <a:pt x="13056" y="1760"/>
                    <a:pt x="13056" y="1760"/>
                    <a:pt x="13056" y="1760"/>
                  </a:cubicBezTo>
                  <a:cubicBezTo>
                    <a:pt x="13019" y="1760"/>
                    <a:pt x="13019" y="1760"/>
                    <a:pt x="13019" y="1760"/>
                  </a:cubicBezTo>
                  <a:cubicBezTo>
                    <a:pt x="12982" y="1760"/>
                    <a:pt x="12982" y="1760"/>
                    <a:pt x="12982" y="1760"/>
                  </a:cubicBezTo>
                  <a:cubicBezTo>
                    <a:pt x="12945" y="1828"/>
                    <a:pt x="12945" y="1828"/>
                    <a:pt x="12945" y="1828"/>
                  </a:cubicBezTo>
                  <a:cubicBezTo>
                    <a:pt x="12871" y="1760"/>
                    <a:pt x="12871" y="1760"/>
                    <a:pt x="12871" y="1760"/>
                  </a:cubicBezTo>
                  <a:cubicBezTo>
                    <a:pt x="12834" y="1692"/>
                    <a:pt x="12834" y="1692"/>
                    <a:pt x="12834" y="1692"/>
                  </a:cubicBezTo>
                  <a:cubicBezTo>
                    <a:pt x="12760" y="1557"/>
                    <a:pt x="12760" y="1557"/>
                    <a:pt x="12760" y="1557"/>
                  </a:cubicBezTo>
                  <a:cubicBezTo>
                    <a:pt x="12760" y="1489"/>
                    <a:pt x="12760" y="1489"/>
                    <a:pt x="12760" y="1489"/>
                  </a:cubicBezTo>
                  <a:cubicBezTo>
                    <a:pt x="12760" y="1421"/>
                    <a:pt x="12760" y="1421"/>
                    <a:pt x="12760" y="1421"/>
                  </a:cubicBezTo>
                  <a:cubicBezTo>
                    <a:pt x="12760" y="1421"/>
                    <a:pt x="12760" y="1421"/>
                    <a:pt x="12760" y="1421"/>
                  </a:cubicBezTo>
                  <a:cubicBezTo>
                    <a:pt x="12797" y="1354"/>
                    <a:pt x="12797" y="1354"/>
                    <a:pt x="12797" y="1354"/>
                  </a:cubicBezTo>
                  <a:cubicBezTo>
                    <a:pt x="12760" y="1354"/>
                    <a:pt x="12760" y="1354"/>
                    <a:pt x="12760" y="1354"/>
                  </a:cubicBezTo>
                  <a:cubicBezTo>
                    <a:pt x="12760" y="1286"/>
                    <a:pt x="12760" y="1286"/>
                    <a:pt x="12760" y="1286"/>
                  </a:cubicBezTo>
                  <a:cubicBezTo>
                    <a:pt x="12723" y="1286"/>
                    <a:pt x="12723" y="1286"/>
                    <a:pt x="12723" y="1286"/>
                  </a:cubicBezTo>
                  <a:cubicBezTo>
                    <a:pt x="12723" y="1218"/>
                    <a:pt x="12723" y="1218"/>
                    <a:pt x="12723" y="1218"/>
                  </a:cubicBezTo>
                  <a:cubicBezTo>
                    <a:pt x="12686" y="1218"/>
                    <a:pt x="12686" y="1218"/>
                    <a:pt x="12686" y="1218"/>
                  </a:cubicBezTo>
                  <a:cubicBezTo>
                    <a:pt x="12686" y="1151"/>
                    <a:pt x="12686" y="1151"/>
                    <a:pt x="12686" y="1151"/>
                  </a:cubicBezTo>
                  <a:close/>
                  <a:moveTo>
                    <a:pt x="7212" y="2573"/>
                  </a:moveTo>
                  <a:cubicBezTo>
                    <a:pt x="7212" y="2573"/>
                    <a:pt x="7249" y="2505"/>
                    <a:pt x="7249" y="2505"/>
                  </a:cubicBezTo>
                  <a:cubicBezTo>
                    <a:pt x="7286" y="2437"/>
                    <a:pt x="7286" y="2437"/>
                    <a:pt x="7286" y="2437"/>
                  </a:cubicBezTo>
                  <a:cubicBezTo>
                    <a:pt x="7323" y="2369"/>
                    <a:pt x="7323" y="2369"/>
                    <a:pt x="7323" y="2369"/>
                  </a:cubicBezTo>
                  <a:cubicBezTo>
                    <a:pt x="7360" y="2369"/>
                    <a:pt x="7360" y="2369"/>
                    <a:pt x="7360" y="2369"/>
                  </a:cubicBezTo>
                  <a:cubicBezTo>
                    <a:pt x="7323" y="2302"/>
                    <a:pt x="7323" y="2302"/>
                    <a:pt x="7323" y="2302"/>
                  </a:cubicBezTo>
                  <a:cubicBezTo>
                    <a:pt x="7360" y="2234"/>
                    <a:pt x="7360" y="2234"/>
                    <a:pt x="7360" y="2234"/>
                  </a:cubicBezTo>
                  <a:cubicBezTo>
                    <a:pt x="7397" y="2166"/>
                    <a:pt x="7397" y="2166"/>
                    <a:pt x="7397" y="2166"/>
                  </a:cubicBezTo>
                  <a:cubicBezTo>
                    <a:pt x="7434" y="2166"/>
                    <a:pt x="7434" y="2166"/>
                    <a:pt x="7434" y="2166"/>
                  </a:cubicBezTo>
                  <a:cubicBezTo>
                    <a:pt x="7471" y="2234"/>
                    <a:pt x="7471" y="2234"/>
                    <a:pt x="7471" y="2234"/>
                  </a:cubicBezTo>
                  <a:cubicBezTo>
                    <a:pt x="7471" y="2166"/>
                    <a:pt x="7471" y="2166"/>
                    <a:pt x="7471" y="2166"/>
                  </a:cubicBezTo>
                  <a:cubicBezTo>
                    <a:pt x="7508" y="2166"/>
                    <a:pt x="7508" y="2166"/>
                    <a:pt x="7508" y="2166"/>
                  </a:cubicBezTo>
                  <a:cubicBezTo>
                    <a:pt x="7508" y="2099"/>
                    <a:pt x="7508" y="2099"/>
                    <a:pt x="7508" y="2099"/>
                  </a:cubicBezTo>
                  <a:cubicBezTo>
                    <a:pt x="7545" y="2099"/>
                    <a:pt x="7545" y="2099"/>
                    <a:pt x="7545" y="2099"/>
                  </a:cubicBezTo>
                  <a:cubicBezTo>
                    <a:pt x="7619" y="2031"/>
                    <a:pt x="7619" y="2031"/>
                    <a:pt x="7619" y="2031"/>
                  </a:cubicBezTo>
                  <a:cubicBezTo>
                    <a:pt x="7619" y="1963"/>
                    <a:pt x="7619" y="1963"/>
                    <a:pt x="7619" y="1963"/>
                  </a:cubicBezTo>
                  <a:cubicBezTo>
                    <a:pt x="7619" y="1963"/>
                    <a:pt x="7619" y="1963"/>
                    <a:pt x="7619" y="1963"/>
                  </a:cubicBezTo>
                  <a:cubicBezTo>
                    <a:pt x="7656" y="1828"/>
                    <a:pt x="7656" y="1828"/>
                    <a:pt x="7656" y="1828"/>
                  </a:cubicBezTo>
                  <a:cubicBezTo>
                    <a:pt x="7656" y="1760"/>
                    <a:pt x="7656" y="1760"/>
                    <a:pt x="7656" y="1760"/>
                  </a:cubicBezTo>
                  <a:cubicBezTo>
                    <a:pt x="7619" y="1692"/>
                    <a:pt x="7619" y="1692"/>
                    <a:pt x="7619" y="1692"/>
                  </a:cubicBezTo>
                  <a:cubicBezTo>
                    <a:pt x="7582" y="1625"/>
                    <a:pt x="7582" y="1625"/>
                    <a:pt x="7582" y="1625"/>
                  </a:cubicBezTo>
                  <a:cubicBezTo>
                    <a:pt x="7582" y="1557"/>
                    <a:pt x="7582" y="1557"/>
                    <a:pt x="7582" y="1557"/>
                  </a:cubicBezTo>
                  <a:cubicBezTo>
                    <a:pt x="7545" y="1557"/>
                    <a:pt x="7545" y="1557"/>
                    <a:pt x="7545" y="1557"/>
                  </a:cubicBezTo>
                  <a:cubicBezTo>
                    <a:pt x="7508" y="1489"/>
                    <a:pt x="7508" y="1489"/>
                    <a:pt x="7508" y="1489"/>
                  </a:cubicBezTo>
                  <a:cubicBezTo>
                    <a:pt x="7508" y="1557"/>
                    <a:pt x="7508" y="1557"/>
                    <a:pt x="7508" y="1557"/>
                  </a:cubicBezTo>
                  <a:cubicBezTo>
                    <a:pt x="7471" y="1489"/>
                    <a:pt x="7471" y="1489"/>
                    <a:pt x="7471" y="1489"/>
                  </a:cubicBezTo>
                  <a:cubicBezTo>
                    <a:pt x="7434" y="1489"/>
                    <a:pt x="7434" y="1489"/>
                    <a:pt x="7434" y="1489"/>
                  </a:cubicBezTo>
                  <a:cubicBezTo>
                    <a:pt x="7397" y="1421"/>
                    <a:pt x="7397" y="1421"/>
                    <a:pt x="7397" y="1421"/>
                  </a:cubicBezTo>
                  <a:cubicBezTo>
                    <a:pt x="7360" y="1421"/>
                    <a:pt x="7360" y="1421"/>
                    <a:pt x="7360" y="1421"/>
                  </a:cubicBezTo>
                  <a:cubicBezTo>
                    <a:pt x="7360" y="1421"/>
                    <a:pt x="7360" y="1421"/>
                    <a:pt x="7360" y="1421"/>
                  </a:cubicBezTo>
                  <a:cubicBezTo>
                    <a:pt x="7323" y="1421"/>
                    <a:pt x="7323" y="1421"/>
                    <a:pt x="7323" y="1421"/>
                  </a:cubicBezTo>
                  <a:cubicBezTo>
                    <a:pt x="7323" y="1354"/>
                    <a:pt x="7323" y="1354"/>
                    <a:pt x="7323" y="1354"/>
                  </a:cubicBezTo>
                  <a:cubicBezTo>
                    <a:pt x="7323" y="1354"/>
                    <a:pt x="7323" y="1354"/>
                    <a:pt x="7323" y="1354"/>
                  </a:cubicBezTo>
                  <a:cubicBezTo>
                    <a:pt x="7286" y="1354"/>
                    <a:pt x="7286" y="1354"/>
                    <a:pt x="7286" y="1354"/>
                  </a:cubicBezTo>
                  <a:cubicBezTo>
                    <a:pt x="7286" y="1354"/>
                    <a:pt x="7286" y="1354"/>
                    <a:pt x="7286" y="1354"/>
                  </a:cubicBezTo>
                  <a:cubicBezTo>
                    <a:pt x="7249" y="1354"/>
                    <a:pt x="7249" y="1354"/>
                    <a:pt x="7249" y="1354"/>
                  </a:cubicBezTo>
                  <a:cubicBezTo>
                    <a:pt x="7212" y="1286"/>
                    <a:pt x="7212" y="1286"/>
                    <a:pt x="7212" y="1286"/>
                  </a:cubicBezTo>
                  <a:cubicBezTo>
                    <a:pt x="7212" y="1286"/>
                    <a:pt x="7212" y="1286"/>
                    <a:pt x="7212" y="1286"/>
                  </a:cubicBezTo>
                  <a:cubicBezTo>
                    <a:pt x="7212" y="1354"/>
                    <a:pt x="7212" y="1354"/>
                    <a:pt x="7212" y="1354"/>
                  </a:cubicBezTo>
                  <a:cubicBezTo>
                    <a:pt x="7249" y="1354"/>
                    <a:pt x="7249" y="1354"/>
                    <a:pt x="7249" y="1354"/>
                  </a:cubicBezTo>
                  <a:cubicBezTo>
                    <a:pt x="7249" y="1421"/>
                    <a:pt x="7249" y="1421"/>
                    <a:pt x="7249" y="1421"/>
                  </a:cubicBezTo>
                  <a:cubicBezTo>
                    <a:pt x="7212" y="1421"/>
                    <a:pt x="7212" y="1421"/>
                    <a:pt x="7212" y="1421"/>
                  </a:cubicBezTo>
                  <a:cubicBezTo>
                    <a:pt x="7212" y="1489"/>
                    <a:pt x="7212" y="1489"/>
                    <a:pt x="7212" y="1489"/>
                  </a:cubicBezTo>
                  <a:cubicBezTo>
                    <a:pt x="7212" y="1489"/>
                    <a:pt x="7212" y="1489"/>
                    <a:pt x="7212" y="1489"/>
                  </a:cubicBezTo>
                  <a:cubicBezTo>
                    <a:pt x="7175" y="1421"/>
                    <a:pt x="7175" y="1421"/>
                    <a:pt x="7175" y="1421"/>
                  </a:cubicBezTo>
                  <a:cubicBezTo>
                    <a:pt x="7175" y="1286"/>
                    <a:pt x="7175" y="1286"/>
                    <a:pt x="7175" y="1286"/>
                  </a:cubicBezTo>
                  <a:cubicBezTo>
                    <a:pt x="7138" y="1218"/>
                    <a:pt x="7138" y="1218"/>
                    <a:pt x="7138" y="1218"/>
                  </a:cubicBezTo>
                  <a:cubicBezTo>
                    <a:pt x="7101" y="1218"/>
                    <a:pt x="7101" y="1218"/>
                    <a:pt x="7101" y="1218"/>
                  </a:cubicBezTo>
                  <a:cubicBezTo>
                    <a:pt x="7064" y="1218"/>
                    <a:pt x="7064" y="1218"/>
                    <a:pt x="7064" y="1218"/>
                  </a:cubicBezTo>
                  <a:cubicBezTo>
                    <a:pt x="7064" y="1218"/>
                    <a:pt x="7064" y="1218"/>
                    <a:pt x="7064" y="1218"/>
                  </a:cubicBezTo>
                  <a:cubicBezTo>
                    <a:pt x="7027" y="1218"/>
                    <a:pt x="7027" y="1218"/>
                    <a:pt x="7027" y="1218"/>
                  </a:cubicBezTo>
                  <a:cubicBezTo>
                    <a:pt x="7027" y="1286"/>
                    <a:pt x="7027" y="1286"/>
                    <a:pt x="7027" y="1286"/>
                  </a:cubicBezTo>
                  <a:cubicBezTo>
                    <a:pt x="7064" y="1354"/>
                    <a:pt x="7064" y="1354"/>
                    <a:pt x="7064" y="1354"/>
                  </a:cubicBezTo>
                  <a:cubicBezTo>
                    <a:pt x="7101" y="1354"/>
                    <a:pt x="7101" y="1354"/>
                    <a:pt x="7101" y="1354"/>
                  </a:cubicBezTo>
                  <a:cubicBezTo>
                    <a:pt x="7064" y="1421"/>
                    <a:pt x="7064" y="1421"/>
                    <a:pt x="7064" y="1421"/>
                  </a:cubicBezTo>
                  <a:cubicBezTo>
                    <a:pt x="7064" y="1421"/>
                    <a:pt x="7064" y="1421"/>
                    <a:pt x="7064" y="1421"/>
                  </a:cubicBezTo>
                  <a:cubicBezTo>
                    <a:pt x="7027" y="1354"/>
                    <a:pt x="7027" y="1354"/>
                    <a:pt x="7027" y="1354"/>
                  </a:cubicBezTo>
                  <a:cubicBezTo>
                    <a:pt x="7027" y="1354"/>
                    <a:pt x="7027" y="1354"/>
                    <a:pt x="7027" y="1354"/>
                  </a:cubicBezTo>
                  <a:cubicBezTo>
                    <a:pt x="6990" y="1354"/>
                    <a:pt x="6990" y="1354"/>
                    <a:pt x="6990" y="1354"/>
                  </a:cubicBezTo>
                  <a:cubicBezTo>
                    <a:pt x="7027" y="1354"/>
                    <a:pt x="7027" y="1354"/>
                    <a:pt x="7027" y="1354"/>
                  </a:cubicBezTo>
                  <a:cubicBezTo>
                    <a:pt x="7027" y="1421"/>
                    <a:pt x="7027" y="1421"/>
                    <a:pt x="7027" y="1421"/>
                  </a:cubicBezTo>
                  <a:cubicBezTo>
                    <a:pt x="7027" y="1421"/>
                    <a:pt x="7027" y="1421"/>
                    <a:pt x="7027" y="1421"/>
                  </a:cubicBezTo>
                  <a:cubicBezTo>
                    <a:pt x="7027" y="1489"/>
                    <a:pt x="7027" y="1489"/>
                    <a:pt x="7027" y="1489"/>
                  </a:cubicBezTo>
                  <a:cubicBezTo>
                    <a:pt x="7027" y="1489"/>
                    <a:pt x="7027" y="1489"/>
                    <a:pt x="7027" y="1489"/>
                  </a:cubicBezTo>
                  <a:cubicBezTo>
                    <a:pt x="7064" y="1557"/>
                    <a:pt x="7064" y="1557"/>
                    <a:pt x="7064" y="1557"/>
                  </a:cubicBezTo>
                  <a:cubicBezTo>
                    <a:pt x="7064" y="1557"/>
                    <a:pt x="7064" y="1557"/>
                    <a:pt x="7064" y="1557"/>
                  </a:cubicBezTo>
                  <a:cubicBezTo>
                    <a:pt x="7064" y="1625"/>
                    <a:pt x="7064" y="1625"/>
                    <a:pt x="7064" y="1625"/>
                  </a:cubicBezTo>
                  <a:cubicBezTo>
                    <a:pt x="7101" y="1760"/>
                    <a:pt x="7101" y="1760"/>
                    <a:pt x="7101" y="1760"/>
                  </a:cubicBezTo>
                  <a:cubicBezTo>
                    <a:pt x="7138" y="1760"/>
                    <a:pt x="7138" y="1760"/>
                    <a:pt x="7138" y="1760"/>
                  </a:cubicBezTo>
                  <a:cubicBezTo>
                    <a:pt x="7138" y="1760"/>
                    <a:pt x="7138" y="1760"/>
                    <a:pt x="7138" y="1760"/>
                  </a:cubicBezTo>
                  <a:cubicBezTo>
                    <a:pt x="7138" y="1828"/>
                    <a:pt x="7138" y="1828"/>
                    <a:pt x="7138" y="1828"/>
                  </a:cubicBezTo>
                  <a:cubicBezTo>
                    <a:pt x="7101" y="1828"/>
                    <a:pt x="7101" y="1828"/>
                    <a:pt x="7101" y="1828"/>
                  </a:cubicBezTo>
                  <a:cubicBezTo>
                    <a:pt x="7101" y="1895"/>
                    <a:pt x="7101" y="1895"/>
                    <a:pt x="7101" y="1895"/>
                  </a:cubicBezTo>
                  <a:cubicBezTo>
                    <a:pt x="7101" y="2031"/>
                    <a:pt x="7101" y="2031"/>
                    <a:pt x="7101" y="2031"/>
                  </a:cubicBezTo>
                  <a:cubicBezTo>
                    <a:pt x="7138" y="2099"/>
                    <a:pt x="7138" y="2099"/>
                    <a:pt x="7138" y="2099"/>
                  </a:cubicBezTo>
                  <a:cubicBezTo>
                    <a:pt x="7138" y="2166"/>
                    <a:pt x="7138" y="2166"/>
                    <a:pt x="7138" y="2166"/>
                  </a:cubicBezTo>
                  <a:cubicBezTo>
                    <a:pt x="7138" y="2166"/>
                    <a:pt x="7138" y="2166"/>
                    <a:pt x="7138" y="2166"/>
                  </a:cubicBezTo>
                  <a:cubicBezTo>
                    <a:pt x="7138" y="2234"/>
                    <a:pt x="7138" y="2234"/>
                    <a:pt x="7138" y="2234"/>
                  </a:cubicBezTo>
                  <a:cubicBezTo>
                    <a:pt x="7138" y="2234"/>
                    <a:pt x="7138" y="2234"/>
                    <a:pt x="7138" y="2234"/>
                  </a:cubicBezTo>
                  <a:cubicBezTo>
                    <a:pt x="7138" y="2302"/>
                    <a:pt x="7138" y="2302"/>
                    <a:pt x="7138" y="2302"/>
                  </a:cubicBezTo>
                  <a:cubicBezTo>
                    <a:pt x="7175" y="2437"/>
                    <a:pt x="7175" y="2437"/>
                    <a:pt x="7175" y="2437"/>
                  </a:cubicBezTo>
                  <a:cubicBezTo>
                    <a:pt x="7212" y="2437"/>
                    <a:pt x="7212" y="2437"/>
                    <a:pt x="7212" y="2437"/>
                  </a:cubicBezTo>
                  <a:cubicBezTo>
                    <a:pt x="7212" y="2505"/>
                    <a:pt x="7212" y="2505"/>
                    <a:pt x="7212" y="2505"/>
                  </a:cubicBezTo>
                  <a:cubicBezTo>
                    <a:pt x="7212" y="2573"/>
                    <a:pt x="7212" y="2573"/>
                    <a:pt x="7212" y="2573"/>
                  </a:cubicBezTo>
                  <a:close/>
                  <a:moveTo>
                    <a:pt x="7841" y="1963"/>
                  </a:moveTo>
                  <a:cubicBezTo>
                    <a:pt x="7878" y="1895"/>
                    <a:pt x="7878" y="1895"/>
                    <a:pt x="7878" y="1895"/>
                  </a:cubicBezTo>
                  <a:cubicBezTo>
                    <a:pt x="7878" y="1895"/>
                    <a:pt x="7878" y="1895"/>
                    <a:pt x="7878" y="1895"/>
                  </a:cubicBezTo>
                  <a:cubicBezTo>
                    <a:pt x="7878" y="1895"/>
                    <a:pt x="7878" y="1895"/>
                    <a:pt x="7878" y="1895"/>
                  </a:cubicBezTo>
                  <a:cubicBezTo>
                    <a:pt x="7878" y="1828"/>
                    <a:pt x="7878" y="1828"/>
                    <a:pt x="7878" y="1828"/>
                  </a:cubicBezTo>
                  <a:cubicBezTo>
                    <a:pt x="7915" y="1828"/>
                    <a:pt x="7915" y="1828"/>
                    <a:pt x="7915" y="1828"/>
                  </a:cubicBezTo>
                  <a:cubicBezTo>
                    <a:pt x="7878" y="1760"/>
                    <a:pt x="7878" y="1760"/>
                    <a:pt x="7878" y="1760"/>
                  </a:cubicBezTo>
                  <a:cubicBezTo>
                    <a:pt x="7878" y="1828"/>
                    <a:pt x="7878" y="1828"/>
                    <a:pt x="7878" y="1828"/>
                  </a:cubicBezTo>
                  <a:cubicBezTo>
                    <a:pt x="7841" y="1828"/>
                    <a:pt x="7841" y="1828"/>
                    <a:pt x="7841" y="1828"/>
                  </a:cubicBezTo>
                  <a:cubicBezTo>
                    <a:pt x="7841" y="1895"/>
                    <a:pt x="7841" y="1895"/>
                    <a:pt x="7841" y="1895"/>
                  </a:cubicBezTo>
                  <a:cubicBezTo>
                    <a:pt x="7841" y="1895"/>
                    <a:pt x="7841" y="1895"/>
                    <a:pt x="7841" y="1895"/>
                  </a:cubicBezTo>
                  <a:cubicBezTo>
                    <a:pt x="7804" y="1963"/>
                    <a:pt x="7804" y="1963"/>
                    <a:pt x="7804" y="1963"/>
                  </a:cubicBezTo>
                  <a:cubicBezTo>
                    <a:pt x="7841" y="1963"/>
                    <a:pt x="7841" y="1963"/>
                    <a:pt x="7841" y="1963"/>
                  </a:cubicBezTo>
                  <a:cubicBezTo>
                    <a:pt x="7841" y="1963"/>
                    <a:pt x="7841" y="1963"/>
                    <a:pt x="7841" y="1963"/>
                  </a:cubicBezTo>
                  <a:close/>
                  <a:moveTo>
                    <a:pt x="7878" y="1963"/>
                  </a:moveTo>
                  <a:cubicBezTo>
                    <a:pt x="7915" y="1895"/>
                    <a:pt x="7915" y="1895"/>
                    <a:pt x="7915" y="1895"/>
                  </a:cubicBezTo>
                  <a:cubicBezTo>
                    <a:pt x="7952" y="1895"/>
                    <a:pt x="7952" y="1895"/>
                    <a:pt x="7952" y="1895"/>
                  </a:cubicBezTo>
                  <a:cubicBezTo>
                    <a:pt x="7989" y="1895"/>
                    <a:pt x="7989" y="1895"/>
                    <a:pt x="7989" y="1895"/>
                  </a:cubicBezTo>
                  <a:cubicBezTo>
                    <a:pt x="7989" y="1895"/>
                    <a:pt x="7989" y="1895"/>
                    <a:pt x="7989" y="1895"/>
                  </a:cubicBezTo>
                  <a:cubicBezTo>
                    <a:pt x="8026" y="1828"/>
                    <a:pt x="8026" y="1828"/>
                    <a:pt x="8026" y="1828"/>
                  </a:cubicBezTo>
                  <a:cubicBezTo>
                    <a:pt x="8026" y="1828"/>
                    <a:pt x="8026" y="1828"/>
                    <a:pt x="8026" y="1828"/>
                  </a:cubicBezTo>
                  <a:cubicBezTo>
                    <a:pt x="8063" y="1895"/>
                    <a:pt x="8063" y="1895"/>
                    <a:pt x="8063" y="1895"/>
                  </a:cubicBezTo>
                  <a:cubicBezTo>
                    <a:pt x="8026" y="1963"/>
                    <a:pt x="8026" y="1963"/>
                    <a:pt x="8026" y="1963"/>
                  </a:cubicBezTo>
                  <a:cubicBezTo>
                    <a:pt x="7989" y="1963"/>
                    <a:pt x="7989" y="1963"/>
                    <a:pt x="7989" y="1963"/>
                  </a:cubicBezTo>
                  <a:cubicBezTo>
                    <a:pt x="7989" y="1963"/>
                    <a:pt x="7989" y="1963"/>
                    <a:pt x="7989" y="1963"/>
                  </a:cubicBezTo>
                  <a:cubicBezTo>
                    <a:pt x="7952" y="1963"/>
                    <a:pt x="7952" y="1963"/>
                    <a:pt x="7952" y="1963"/>
                  </a:cubicBezTo>
                  <a:cubicBezTo>
                    <a:pt x="7878" y="1963"/>
                    <a:pt x="7878" y="1963"/>
                    <a:pt x="7878" y="1963"/>
                  </a:cubicBezTo>
                  <a:cubicBezTo>
                    <a:pt x="7878" y="1963"/>
                    <a:pt x="7878" y="1963"/>
                    <a:pt x="7878" y="1963"/>
                  </a:cubicBezTo>
                  <a:close/>
                  <a:moveTo>
                    <a:pt x="8210" y="2437"/>
                  </a:moveTo>
                  <a:cubicBezTo>
                    <a:pt x="8210" y="2505"/>
                    <a:pt x="8210" y="2505"/>
                    <a:pt x="8210" y="2505"/>
                  </a:cubicBezTo>
                  <a:cubicBezTo>
                    <a:pt x="8247" y="2573"/>
                    <a:pt x="8247" y="2573"/>
                    <a:pt x="8247" y="2573"/>
                  </a:cubicBezTo>
                  <a:cubicBezTo>
                    <a:pt x="8247" y="2573"/>
                    <a:pt x="8247" y="2573"/>
                    <a:pt x="8247" y="2573"/>
                  </a:cubicBezTo>
                  <a:cubicBezTo>
                    <a:pt x="8247" y="2640"/>
                    <a:pt x="8247" y="2640"/>
                    <a:pt x="8247" y="2640"/>
                  </a:cubicBezTo>
                  <a:cubicBezTo>
                    <a:pt x="8284" y="2573"/>
                    <a:pt x="8284" y="2573"/>
                    <a:pt x="8284" y="2573"/>
                  </a:cubicBezTo>
                  <a:cubicBezTo>
                    <a:pt x="8284" y="2505"/>
                    <a:pt x="8284" y="2505"/>
                    <a:pt x="8284" y="2505"/>
                  </a:cubicBezTo>
                  <a:cubicBezTo>
                    <a:pt x="8284" y="2437"/>
                    <a:pt x="8284" y="2437"/>
                    <a:pt x="8284" y="2437"/>
                  </a:cubicBezTo>
                  <a:cubicBezTo>
                    <a:pt x="8247" y="2437"/>
                    <a:pt x="8247" y="2437"/>
                    <a:pt x="8247" y="2437"/>
                  </a:cubicBezTo>
                  <a:cubicBezTo>
                    <a:pt x="8210" y="2437"/>
                    <a:pt x="8210" y="2437"/>
                    <a:pt x="8210" y="2437"/>
                  </a:cubicBezTo>
                  <a:close/>
                  <a:moveTo>
                    <a:pt x="11280" y="4130"/>
                  </a:moveTo>
                  <a:cubicBezTo>
                    <a:pt x="11280" y="4062"/>
                    <a:pt x="11280" y="4062"/>
                    <a:pt x="11280" y="4062"/>
                  </a:cubicBezTo>
                  <a:cubicBezTo>
                    <a:pt x="11317" y="3994"/>
                    <a:pt x="11317" y="3994"/>
                    <a:pt x="11317" y="3994"/>
                  </a:cubicBezTo>
                  <a:cubicBezTo>
                    <a:pt x="11317" y="3994"/>
                    <a:pt x="11317" y="3994"/>
                    <a:pt x="11317" y="3994"/>
                  </a:cubicBezTo>
                  <a:cubicBezTo>
                    <a:pt x="11243" y="3994"/>
                    <a:pt x="11243" y="3994"/>
                    <a:pt x="11243" y="3994"/>
                  </a:cubicBezTo>
                  <a:cubicBezTo>
                    <a:pt x="11243" y="4062"/>
                    <a:pt x="11243" y="4062"/>
                    <a:pt x="11243" y="4062"/>
                  </a:cubicBezTo>
                  <a:cubicBezTo>
                    <a:pt x="11243" y="4062"/>
                    <a:pt x="11243" y="4062"/>
                    <a:pt x="11243" y="4062"/>
                  </a:cubicBezTo>
                  <a:cubicBezTo>
                    <a:pt x="11280" y="4062"/>
                    <a:pt x="11280" y="4062"/>
                    <a:pt x="11280" y="4062"/>
                  </a:cubicBezTo>
                  <a:cubicBezTo>
                    <a:pt x="11280" y="4130"/>
                    <a:pt x="11280" y="4130"/>
                    <a:pt x="11280" y="4130"/>
                  </a:cubicBezTo>
                  <a:close/>
                  <a:moveTo>
                    <a:pt x="10873" y="4875"/>
                  </a:moveTo>
                  <a:cubicBezTo>
                    <a:pt x="10910" y="4875"/>
                    <a:pt x="10910" y="4875"/>
                    <a:pt x="10910" y="4875"/>
                  </a:cubicBezTo>
                  <a:cubicBezTo>
                    <a:pt x="10910" y="4807"/>
                    <a:pt x="10910" y="4807"/>
                    <a:pt x="10910" y="4807"/>
                  </a:cubicBezTo>
                  <a:cubicBezTo>
                    <a:pt x="10947" y="4875"/>
                    <a:pt x="10947" y="4875"/>
                    <a:pt x="10947" y="4875"/>
                  </a:cubicBezTo>
                  <a:cubicBezTo>
                    <a:pt x="10947" y="4807"/>
                    <a:pt x="10947" y="4807"/>
                    <a:pt x="10947" y="4807"/>
                  </a:cubicBezTo>
                  <a:cubicBezTo>
                    <a:pt x="10910" y="4807"/>
                    <a:pt x="10910" y="4807"/>
                    <a:pt x="10910" y="4807"/>
                  </a:cubicBezTo>
                  <a:cubicBezTo>
                    <a:pt x="10873" y="4739"/>
                    <a:pt x="10873" y="4739"/>
                    <a:pt x="10873" y="4739"/>
                  </a:cubicBezTo>
                  <a:cubicBezTo>
                    <a:pt x="10873" y="4739"/>
                    <a:pt x="10873" y="4739"/>
                    <a:pt x="10873" y="4739"/>
                  </a:cubicBezTo>
                  <a:cubicBezTo>
                    <a:pt x="10836" y="4739"/>
                    <a:pt x="10836" y="4739"/>
                    <a:pt x="10836" y="4739"/>
                  </a:cubicBezTo>
                  <a:cubicBezTo>
                    <a:pt x="10836" y="4807"/>
                    <a:pt x="10836" y="4807"/>
                    <a:pt x="10836" y="4807"/>
                  </a:cubicBezTo>
                  <a:cubicBezTo>
                    <a:pt x="10873" y="4807"/>
                    <a:pt x="10873" y="4807"/>
                    <a:pt x="10873" y="4807"/>
                  </a:cubicBezTo>
                  <a:cubicBezTo>
                    <a:pt x="10873" y="4807"/>
                    <a:pt x="10873" y="4875"/>
                    <a:pt x="10873" y="4875"/>
                  </a:cubicBezTo>
                  <a:close/>
                  <a:moveTo>
                    <a:pt x="9727" y="4536"/>
                  </a:moveTo>
                  <a:cubicBezTo>
                    <a:pt x="9764" y="4536"/>
                    <a:pt x="9764" y="4536"/>
                    <a:pt x="9764" y="4536"/>
                  </a:cubicBezTo>
                  <a:cubicBezTo>
                    <a:pt x="9801" y="4536"/>
                    <a:pt x="9801" y="4536"/>
                    <a:pt x="9801" y="4536"/>
                  </a:cubicBezTo>
                  <a:cubicBezTo>
                    <a:pt x="9801" y="4536"/>
                    <a:pt x="9801" y="4536"/>
                    <a:pt x="9801" y="4536"/>
                  </a:cubicBezTo>
                  <a:cubicBezTo>
                    <a:pt x="9801" y="4468"/>
                    <a:pt x="9801" y="4468"/>
                    <a:pt x="9801" y="4468"/>
                  </a:cubicBezTo>
                  <a:cubicBezTo>
                    <a:pt x="9838" y="4468"/>
                    <a:pt x="9838" y="4468"/>
                    <a:pt x="9838" y="4468"/>
                  </a:cubicBezTo>
                  <a:cubicBezTo>
                    <a:pt x="9838" y="4401"/>
                    <a:pt x="9838" y="4401"/>
                    <a:pt x="9838" y="4401"/>
                  </a:cubicBezTo>
                  <a:cubicBezTo>
                    <a:pt x="9801" y="4401"/>
                    <a:pt x="9801" y="4401"/>
                    <a:pt x="9801" y="4401"/>
                  </a:cubicBezTo>
                  <a:cubicBezTo>
                    <a:pt x="9801" y="4333"/>
                    <a:pt x="9801" y="4333"/>
                    <a:pt x="9801" y="4333"/>
                  </a:cubicBezTo>
                  <a:cubicBezTo>
                    <a:pt x="9801" y="4265"/>
                    <a:pt x="9801" y="4265"/>
                    <a:pt x="9801" y="4265"/>
                  </a:cubicBezTo>
                  <a:cubicBezTo>
                    <a:pt x="9764" y="4198"/>
                    <a:pt x="9764" y="4198"/>
                    <a:pt x="9764" y="4198"/>
                  </a:cubicBezTo>
                  <a:cubicBezTo>
                    <a:pt x="9764" y="4198"/>
                    <a:pt x="9764" y="4198"/>
                    <a:pt x="9764" y="4198"/>
                  </a:cubicBezTo>
                  <a:cubicBezTo>
                    <a:pt x="9764" y="4198"/>
                    <a:pt x="9764" y="4198"/>
                    <a:pt x="9764" y="4198"/>
                  </a:cubicBezTo>
                  <a:cubicBezTo>
                    <a:pt x="9690" y="4198"/>
                    <a:pt x="9690" y="4198"/>
                    <a:pt x="9690" y="4198"/>
                  </a:cubicBezTo>
                  <a:cubicBezTo>
                    <a:pt x="9653" y="4265"/>
                    <a:pt x="9653" y="4265"/>
                    <a:pt x="9653" y="4265"/>
                  </a:cubicBezTo>
                  <a:cubicBezTo>
                    <a:pt x="9616" y="4265"/>
                    <a:pt x="9616" y="4265"/>
                    <a:pt x="9616" y="4265"/>
                  </a:cubicBezTo>
                  <a:cubicBezTo>
                    <a:pt x="9579" y="4265"/>
                    <a:pt x="9579" y="4265"/>
                    <a:pt x="9579" y="4265"/>
                  </a:cubicBezTo>
                  <a:cubicBezTo>
                    <a:pt x="9616" y="4333"/>
                    <a:pt x="9616" y="4333"/>
                    <a:pt x="9616" y="4333"/>
                  </a:cubicBezTo>
                  <a:cubicBezTo>
                    <a:pt x="9616" y="4401"/>
                    <a:pt x="9616" y="4401"/>
                    <a:pt x="9616" y="4401"/>
                  </a:cubicBezTo>
                  <a:cubicBezTo>
                    <a:pt x="9653" y="4401"/>
                    <a:pt x="9653" y="4401"/>
                    <a:pt x="9653" y="4401"/>
                  </a:cubicBezTo>
                  <a:cubicBezTo>
                    <a:pt x="9616" y="4468"/>
                    <a:pt x="9616" y="4468"/>
                    <a:pt x="9616" y="4468"/>
                  </a:cubicBezTo>
                  <a:cubicBezTo>
                    <a:pt x="9579" y="4468"/>
                    <a:pt x="9579" y="4468"/>
                    <a:pt x="9579" y="4468"/>
                  </a:cubicBezTo>
                  <a:cubicBezTo>
                    <a:pt x="9579" y="4468"/>
                    <a:pt x="9579" y="4468"/>
                    <a:pt x="9579" y="4468"/>
                  </a:cubicBezTo>
                  <a:cubicBezTo>
                    <a:pt x="9616" y="4468"/>
                    <a:pt x="9616" y="4468"/>
                    <a:pt x="9616" y="4468"/>
                  </a:cubicBezTo>
                  <a:cubicBezTo>
                    <a:pt x="9653" y="4468"/>
                    <a:pt x="9653" y="4468"/>
                    <a:pt x="9653" y="4468"/>
                  </a:cubicBezTo>
                  <a:cubicBezTo>
                    <a:pt x="9727" y="4536"/>
                    <a:pt x="9727" y="4536"/>
                    <a:pt x="9727" y="4536"/>
                  </a:cubicBezTo>
                  <a:close/>
                  <a:moveTo>
                    <a:pt x="13056" y="2843"/>
                  </a:moveTo>
                  <a:cubicBezTo>
                    <a:pt x="13093" y="2843"/>
                    <a:pt x="13093" y="2843"/>
                    <a:pt x="13093" y="2843"/>
                  </a:cubicBezTo>
                  <a:cubicBezTo>
                    <a:pt x="13093" y="2843"/>
                    <a:pt x="13093" y="2843"/>
                    <a:pt x="13093" y="2843"/>
                  </a:cubicBezTo>
                  <a:cubicBezTo>
                    <a:pt x="13093" y="2776"/>
                    <a:pt x="13093" y="2776"/>
                    <a:pt x="13093" y="2776"/>
                  </a:cubicBezTo>
                  <a:cubicBezTo>
                    <a:pt x="13093" y="2708"/>
                    <a:pt x="13093" y="2708"/>
                    <a:pt x="13093" y="2708"/>
                  </a:cubicBezTo>
                  <a:cubicBezTo>
                    <a:pt x="13093" y="2708"/>
                    <a:pt x="13093" y="2708"/>
                    <a:pt x="13093" y="2708"/>
                  </a:cubicBezTo>
                  <a:cubicBezTo>
                    <a:pt x="13056" y="2640"/>
                    <a:pt x="13056" y="2640"/>
                    <a:pt x="13056" y="2640"/>
                  </a:cubicBezTo>
                  <a:cubicBezTo>
                    <a:pt x="13056" y="2573"/>
                    <a:pt x="13056" y="2573"/>
                    <a:pt x="13056" y="2573"/>
                  </a:cubicBezTo>
                  <a:cubicBezTo>
                    <a:pt x="13019" y="2505"/>
                    <a:pt x="13019" y="2505"/>
                    <a:pt x="13019" y="2505"/>
                  </a:cubicBezTo>
                  <a:cubicBezTo>
                    <a:pt x="12982" y="2573"/>
                    <a:pt x="12982" y="2573"/>
                    <a:pt x="12982" y="2573"/>
                  </a:cubicBezTo>
                  <a:cubicBezTo>
                    <a:pt x="12945" y="2573"/>
                    <a:pt x="12945" y="2573"/>
                    <a:pt x="12945" y="2573"/>
                  </a:cubicBezTo>
                  <a:cubicBezTo>
                    <a:pt x="12945" y="2640"/>
                    <a:pt x="12945" y="2640"/>
                    <a:pt x="12945" y="2640"/>
                  </a:cubicBezTo>
                  <a:cubicBezTo>
                    <a:pt x="12982" y="2708"/>
                    <a:pt x="12982" y="2708"/>
                    <a:pt x="12982" y="2708"/>
                  </a:cubicBezTo>
                  <a:cubicBezTo>
                    <a:pt x="12982" y="2708"/>
                    <a:pt x="12982" y="2708"/>
                    <a:pt x="12982" y="2708"/>
                  </a:cubicBezTo>
                  <a:cubicBezTo>
                    <a:pt x="12982" y="2776"/>
                    <a:pt x="12982" y="2776"/>
                    <a:pt x="12982" y="2776"/>
                  </a:cubicBezTo>
                  <a:cubicBezTo>
                    <a:pt x="13019" y="2776"/>
                    <a:pt x="13019" y="2776"/>
                    <a:pt x="13019" y="2776"/>
                  </a:cubicBezTo>
                  <a:cubicBezTo>
                    <a:pt x="13056" y="2843"/>
                    <a:pt x="13056" y="2843"/>
                    <a:pt x="13056" y="2843"/>
                  </a:cubicBezTo>
                  <a:cubicBezTo>
                    <a:pt x="13056" y="2843"/>
                    <a:pt x="13056" y="2843"/>
                    <a:pt x="13056" y="2843"/>
                  </a:cubicBezTo>
                  <a:close/>
                  <a:moveTo>
                    <a:pt x="13167" y="3250"/>
                  </a:moveTo>
                  <a:cubicBezTo>
                    <a:pt x="13204" y="3250"/>
                    <a:pt x="13204" y="3250"/>
                    <a:pt x="13204" y="3250"/>
                  </a:cubicBezTo>
                  <a:cubicBezTo>
                    <a:pt x="13204" y="3182"/>
                    <a:pt x="13204" y="3182"/>
                    <a:pt x="13204" y="3182"/>
                  </a:cubicBezTo>
                  <a:cubicBezTo>
                    <a:pt x="13278" y="3182"/>
                    <a:pt x="13278" y="3182"/>
                    <a:pt x="13278" y="3182"/>
                  </a:cubicBezTo>
                  <a:cubicBezTo>
                    <a:pt x="13315" y="3182"/>
                    <a:pt x="13315" y="3182"/>
                    <a:pt x="13315" y="3182"/>
                  </a:cubicBezTo>
                  <a:cubicBezTo>
                    <a:pt x="13389" y="3182"/>
                    <a:pt x="13389" y="3182"/>
                    <a:pt x="13389" y="3182"/>
                  </a:cubicBezTo>
                  <a:cubicBezTo>
                    <a:pt x="13426" y="3182"/>
                    <a:pt x="13426" y="3182"/>
                    <a:pt x="13426" y="3182"/>
                  </a:cubicBezTo>
                  <a:cubicBezTo>
                    <a:pt x="13499" y="3182"/>
                    <a:pt x="13499" y="3182"/>
                    <a:pt x="13499" y="3182"/>
                  </a:cubicBezTo>
                  <a:cubicBezTo>
                    <a:pt x="13536" y="3114"/>
                    <a:pt x="13536" y="3114"/>
                    <a:pt x="13536" y="3114"/>
                  </a:cubicBezTo>
                  <a:cubicBezTo>
                    <a:pt x="13573" y="3114"/>
                    <a:pt x="13573" y="3114"/>
                    <a:pt x="13573" y="3114"/>
                  </a:cubicBezTo>
                  <a:cubicBezTo>
                    <a:pt x="13610" y="3114"/>
                    <a:pt x="13610" y="3114"/>
                    <a:pt x="13610" y="3114"/>
                  </a:cubicBezTo>
                  <a:cubicBezTo>
                    <a:pt x="13647" y="3114"/>
                    <a:pt x="13647" y="3114"/>
                    <a:pt x="13647" y="3114"/>
                  </a:cubicBezTo>
                  <a:cubicBezTo>
                    <a:pt x="13610" y="3047"/>
                    <a:pt x="13610" y="3047"/>
                    <a:pt x="13610" y="3047"/>
                  </a:cubicBezTo>
                  <a:cubicBezTo>
                    <a:pt x="13610" y="2979"/>
                    <a:pt x="13610" y="2979"/>
                    <a:pt x="13610" y="2979"/>
                  </a:cubicBezTo>
                  <a:cubicBezTo>
                    <a:pt x="13573" y="2911"/>
                    <a:pt x="13573" y="2911"/>
                    <a:pt x="13573" y="2911"/>
                  </a:cubicBezTo>
                  <a:cubicBezTo>
                    <a:pt x="13499" y="2843"/>
                    <a:pt x="13499" y="2843"/>
                    <a:pt x="13499" y="2843"/>
                  </a:cubicBezTo>
                  <a:cubicBezTo>
                    <a:pt x="13463" y="2843"/>
                    <a:pt x="13463" y="2843"/>
                    <a:pt x="13463" y="2843"/>
                  </a:cubicBezTo>
                  <a:cubicBezTo>
                    <a:pt x="13426" y="2776"/>
                    <a:pt x="13426" y="2776"/>
                    <a:pt x="13426" y="2776"/>
                  </a:cubicBezTo>
                  <a:cubicBezTo>
                    <a:pt x="13389" y="2776"/>
                    <a:pt x="13389" y="2776"/>
                    <a:pt x="13389" y="2776"/>
                  </a:cubicBezTo>
                  <a:cubicBezTo>
                    <a:pt x="13352" y="2776"/>
                    <a:pt x="13352" y="2776"/>
                    <a:pt x="13352" y="2776"/>
                  </a:cubicBezTo>
                  <a:cubicBezTo>
                    <a:pt x="13315" y="2776"/>
                    <a:pt x="13315" y="2776"/>
                    <a:pt x="13315" y="2776"/>
                  </a:cubicBezTo>
                  <a:cubicBezTo>
                    <a:pt x="13278" y="2708"/>
                    <a:pt x="13278" y="2708"/>
                    <a:pt x="13278" y="2708"/>
                  </a:cubicBezTo>
                  <a:cubicBezTo>
                    <a:pt x="13241" y="2708"/>
                    <a:pt x="13241" y="2708"/>
                    <a:pt x="13241" y="2708"/>
                  </a:cubicBezTo>
                  <a:cubicBezTo>
                    <a:pt x="13241" y="2776"/>
                    <a:pt x="13241" y="2776"/>
                    <a:pt x="13241" y="2776"/>
                  </a:cubicBezTo>
                  <a:cubicBezTo>
                    <a:pt x="13204" y="2911"/>
                    <a:pt x="13204" y="2911"/>
                    <a:pt x="13204" y="2911"/>
                  </a:cubicBezTo>
                  <a:cubicBezTo>
                    <a:pt x="13204" y="2911"/>
                    <a:pt x="13204" y="2911"/>
                    <a:pt x="13204" y="2911"/>
                  </a:cubicBezTo>
                  <a:cubicBezTo>
                    <a:pt x="13204" y="3047"/>
                    <a:pt x="13204" y="3047"/>
                    <a:pt x="13204" y="3047"/>
                  </a:cubicBezTo>
                  <a:cubicBezTo>
                    <a:pt x="13167" y="3182"/>
                    <a:pt x="13167" y="3182"/>
                    <a:pt x="13167" y="3182"/>
                  </a:cubicBezTo>
                  <a:cubicBezTo>
                    <a:pt x="13130" y="3250"/>
                    <a:pt x="13130" y="3250"/>
                    <a:pt x="13130" y="3250"/>
                  </a:cubicBezTo>
                  <a:cubicBezTo>
                    <a:pt x="13130" y="3250"/>
                    <a:pt x="13130" y="3250"/>
                    <a:pt x="13130" y="3250"/>
                  </a:cubicBezTo>
                  <a:cubicBezTo>
                    <a:pt x="13167" y="3250"/>
                    <a:pt x="13167" y="3250"/>
                    <a:pt x="13167" y="3250"/>
                  </a:cubicBezTo>
                  <a:close/>
                  <a:moveTo>
                    <a:pt x="12390" y="2979"/>
                  </a:moveTo>
                  <a:cubicBezTo>
                    <a:pt x="12390" y="3047"/>
                    <a:pt x="12390" y="3047"/>
                    <a:pt x="12390" y="3047"/>
                  </a:cubicBezTo>
                  <a:cubicBezTo>
                    <a:pt x="12427" y="3114"/>
                    <a:pt x="12427" y="3114"/>
                    <a:pt x="12427" y="3114"/>
                  </a:cubicBezTo>
                  <a:cubicBezTo>
                    <a:pt x="12464" y="3114"/>
                    <a:pt x="12464" y="3114"/>
                    <a:pt x="12464" y="3114"/>
                  </a:cubicBezTo>
                  <a:cubicBezTo>
                    <a:pt x="12464" y="3114"/>
                    <a:pt x="12464" y="3114"/>
                    <a:pt x="12464" y="3114"/>
                  </a:cubicBezTo>
                  <a:cubicBezTo>
                    <a:pt x="12538" y="3114"/>
                    <a:pt x="12538" y="3114"/>
                    <a:pt x="12538" y="3114"/>
                  </a:cubicBezTo>
                  <a:cubicBezTo>
                    <a:pt x="12538" y="3182"/>
                    <a:pt x="12538" y="3182"/>
                    <a:pt x="12538" y="3182"/>
                  </a:cubicBezTo>
                  <a:cubicBezTo>
                    <a:pt x="12575" y="3182"/>
                    <a:pt x="12575" y="3182"/>
                    <a:pt x="12575" y="3182"/>
                  </a:cubicBezTo>
                  <a:cubicBezTo>
                    <a:pt x="12575" y="3182"/>
                    <a:pt x="12575" y="3182"/>
                    <a:pt x="12575" y="3182"/>
                  </a:cubicBezTo>
                  <a:cubicBezTo>
                    <a:pt x="12538" y="3114"/>
                    <a:pt x="12538" y="3114"/>
                    <a:pt x="12538" y="3114"/>
                  </a:cubicBezTo>
                  <a:cubicBezTo>
                    <a:pt x="12501" y="3047"/>
                    <a:pt x="12501" y="3047"/>
                    <a:pt x="12501" y="3047"/>
                  </a:cubicBezTo>
                  <a:cubicBezTo>
                    <a:pt x="12464" y="3047"/>
                    <a:pt x="12464" y="3047"/>
                    <a:pt x="12464" y="3047"/>
                  </a:cubicBezTo>
                  <a:cubicBezTo>
                    <a:pt x="12427" y="2979"/>
                    <a:pt x="12427" y="2979"/>
                    <a:pt x="12427" y="2979"/>
                  </a:cubicBezTo>
                  <a:cubicBezTo>
                    <a:pt x="12390" y="2979"/>
                    <a:pt x="12390" y="2979"/>
                    <a:pt x="12390" y="2979"/>
                  </a:cubicBezTo>
                  <a:cubicBezTo>
                    <a:pt x="12390" y="2979"/>
                    <a:pt x="12390" y="2979"/>
                    <a:pt x="12390" y="2979"/>
                  </a:cubicBezTo>
                  <a:close/>
                  <a:moveTo>
                    <a:pt x="13426" y="4739"/>
                  </a:moveTo>
                  <a:cubicBezTo>
                    <a:pt x="13463" y="4807"/>
                    <a:pt x="13463" y="4807"/>
                    <a:pt x="13463" y="4807"/>
                  </a:cubicBezTo>
                  <a:cubicBezTo>
                    <a:pt x="13499" y="4807"/>
                    <a:pt x="13499" y="4807"/>
                    <a:pt x="13499" y="4807"/>
                  </a:cubicBezTo>
                  <a:cubicBezTo>
                    <a:pt x="13499" y="4807"/>
                    <a:pt x="13499" y="4807"/>
                    <a:pt x="13499" y="4807"/>
                  </a:cubicBezTo>
                  <a:cubicBezTo>
                    <a:pt x="13536" y="4739"/>
                    <a:pt x="13536" y="4739"/>
                    <a:pt x="13536" y="4739"/>
                  </a:cubicBezTo>
                  <a:cubicBezTo>
                    <a:pt x="13536" y="4739"/>
                    <a:pt x="13536" y="4739"/>
                    <a:pt x="13536" y="4739"/>
                  </a:cubicBezTo>
                  <a:cubicBezTo>
                    <a:pt x="13536" y="4672"/>
                    <a:pt x="13536" y="4672"/>
                    <a:pt x="13536" y="4672"/>
                  </a:cubicBezTo>
                  <a:cubicBezTo>
                    <a:pt x="13499" y="4604"/>
                    <a:pt x="13499" y="4604"/>
                    <a:pt x="13499" y="4604"/>
                  </a:cubicBezTo>
                  <a:cubicBezTo>
                    <a:pt x="13499" y="4672"/>
                    <a:pt x="13499" y="4672"/>
                    <a:pt x="13499" y="4672"/>
                  </a:cubicBezTo>
                  <a:cubicBezTo>
                    <a:pt x="13499" y="4672"/>
                    <a:pt x="13499" y="4672"/>
                    <a:pt x="13499" y="4672"/>
                  </a:cubicBezTo>
                  <a:cubicBezTo>
                    <a:pt x="13463" y="4739"/>
                    <a:pt x="13463" y="4739"/>
                    <a:pt x="13463" y="4739"/>
                  </a:cubicBezTo>
                  <a:cubicBezTo>
                    <a:pt x="13463" y="4739"/>
                    <a:pt x="13426" y="4739"/>
                    <a:pt x="13426" y="4739"/>
                  </a:cubicBezTo>
                  <a:close/>
                  <a:moveTo>
                    <a:pt x="17087" y="4265"/>
                  </a:moveTo>
                  <a:cubicBezTo>
                    <a:pt x="17087" y="4265"/>
                    <a:pt x="17087" y="4265"/>
                    <a:pt x="17087" y="4265"/>
                  </a:cubicBezTo>
                  <a:cubicBezTo>
                    <a:pt x="17124" y="4198"/>
                    <a:pt x="17124" y="4198"/>
                    <a:pt x="17124" y="4198"/>
                  </a:cubicBezTo>
                  <a:cubicBezTo>
                    <a:pt x="17087" y="4198"/>
                    <a:pt x="17087" y="4198"/>
                    <a:pt x="17087" y="4198"/>
                  </a:cubicBezTo>
                  <a:cubicBezTo>
                    <a:pt x="17087" y="4198"/>
                    <a:pt x="17087" y="4198"/>
                    <a:pt x="17087" y="4198"/>
                  </a:cubicBezTo>
                  <a:cubicBezTo>
                    <a:pt x="17087" y="4198"/>
                    <a:pt x="17087" y="4198"/>
                    <a:pt x="17087" y="4198"/>
                  </a:cubicBezTo>
                  <a:cubicBezTo>
                    <a:pt x="17087" y="4265"/>
                    <a:pt x="17087" y="4265"/>
                    <a:pt x="17087" y="4265"/>
                  </a:cubicBezTo>
                  <a:close/>
                  <a:moveTo>
                    <a:pt x="17050" y="4333"/>
                  </a:moveTo>
                  <a:cubicBezTo>
                    <a:pt x="17087" y="4333"/>
                    <a:pt x="17087" y="4333"/>
                    <a:pt x="17087" y="4333"/>
                  </a:cubicBezTo>
                  <a:cubicBezTo>
                    <a:pt x="17087" y="4265"/>
                    <a:pt x="17087" y="4265"/>
                    <a:pt x="17087" y="4265"/>
                  </a:cubicBezTo>
                  <a:cubicBezTo>
                    <a:pt x="17050" y="4198"/>
                    <a:pt x="17050" y="4198"/>
                    <a:pt x="17050" y="4198"/>
                  </a:cubicBezTo>
                  <a:cubicBezTo>
                    <a:pt x="17050" y="4198"/>
                    <a:pt x="17050" y="4198"/>
                    <a:pt x="17050" y="4198"/>
                  </a:cubicBezTo>
                  <a:cubicBezTo>
                    <a:pt x="17050" y="4265"/>
                    <a:pt x="17050" y="4265"/>
                    <a:pt x="17050" y="4265"/>
                  </a:cubicBezTo>
                  <a:cubicBezTo>
                    <a:pt x="17050" y="4333"/>
                    <a:pt x="17050" y="4333"/>
                    <a:pt x="17050" y="4333"/>
                  </a:cubicBezTo>
                  <a:close/>
                  <a:moveTo>
                    <a:pt x="17050" y="4333"/>
                  </a:moveTo>
                  <a:cubicBezTo>
                    <a:pt x="17050" y="4401"/>
                    <a:pt x="17050" y="4401"/>
                    <a:pt x="17050" y="4401"/>
                  </a:cubicBezTo>
                  <a:cubicBezTo>
                    <a:pt x="17087" y="4468"/>
                    <a:pt x="17087" y="4468"/>
                    <a:pt x="17087" y="4468"/>
                  </a:cubicBezTo>
                  <a:cubicBezTo>
                    <a:pt x="17087" y="4401"/>
                    <a:pt x="17087" y="4401"/>
                    <a:pt x="17087" y="4401"/>
                  </a:cubicBezTo>
                  <a:cubicBezTo>
                    <a:pt x="17087" y="4333"/>
                    <a:pt x="17087" y="4333"/>
                    <a:pt x="17087" y="4333"/>
                  </a:cubicBezTo>
                  <a:cubicBezTo>
                    <a:pt x="17050" y="4333"/>
                    <a:pt x="17050" y="4333"/>
                    <a:pt x="17050" y="4333"/>
                  </a:cubicBezTo>
                  <a:cubicBezTo>
                    <a:pt x="17050" y="4333"/>
                    <a:pt x="17050" y="4333"/>
                    <a:pt x="17050" y="4333"/>
                  </a:cubicBezTo>
                  <a:cubicBezTo>
                    <a:pt x="17050" y="4333"/>
                    <a:pt x="17050" y="4333"/>
                    <a:pt x="17050" y="4333"/>
                  </a:cubicBezTo>
                  <a:close/>
                  <a:moveTo>
                    <a:pt x="16939" y="4265"/>
                  </a:moveTo>
                  <a:cubicBezTo>
                    <a:pt x="16976" y="4333"/>
                    <a:pt x="16976" y="4333"/>
                    <a:pt x="16976" y="4333"/>
                  </a:cubicBezTo>
                  <a:cubicBezTo>
                    <a:pt x="17013" y="4401"/>
                    <a:pt x="17013" y="4401"/>
                    <a:pt x="17013" y="4401"/>
                  </a:cubicBezTo>
                  <a:cubicBezTo>
                    <a:pt x="17013" y="4333"/>
                    <a:pt x="17013" y="4333"/>
                    <a:pt x="17013" y="4333"/>
                  </a:cubicBezTo>
                  <a:cubicBezTo>
                    <a:pt x="17013" y="4333"/>
                    <a:pt x="17013" y="4333"/>
                    <a:pt x="17013" y="4333"/>
                  </a:cubicBezTo>
                  <a:cubicBezTo>
                    <a:pt x="17013" y="4265"/>
                    <a:pt x="17013" y="4265"/>
                    <a:pt x="17013" y="4265"/>
                  </a:cubicBezTo>
                  <a:cubicBezTo>
                    <a:pt x="16976" y="4265"/>
                    <a:pt x="16976" y="4265"/>
                    <a:pt x="16976" y="4265"/>
                  </a:cubicBezTo>
                  <a:cubicBezTo>
                    <a:pt x="16976" y="4265"/>
                    <a:pt x="16976" y="4265"/>
                    <a:pt x="16976" y="4265"/>
                  </a:cubicBezTo>
                  <a:cubicBezTo>
                    <a:pt x="16939" y="4265"/>
                    <a:pt x="16939" y="4265"/>
                    <a:pt x="16939" y="4265"/>
                  </a:cubicBezTo>
                  <a:close/>
                  <a:moveTo>
                    <a:pt x="17864" y="3656"/>
                  </a:moveTo>
                  <a:cubicBezTo>
                    <a:pt x="17901" y="3724"/>
                    <a:pt x="17901" y="3724"/>
                    <a:pt x="17901" y="3724"/>
                  </a:cubicBezTo>
                  <a:cubicBezTo>
                    <a:pt x="17938" y="3656"/>
                    <a:pt x="17938" y="3656"/>
                    <a:pt x="17938" y="3656"/>
                  </a:cubicBezTo>
                  <a:cubicBezTo>
                    <a:pt x="17975" y="3656"/>
                    <a:pt x="17975" y="3656"/>
                    <a:pt x="17975" y="3656"/>
                  </a:cubicBezTo>
                  <a:cubicBezTo>
                    <a:pt x="17938" y="3588"/>
                    <a:pt x="17938" y="3588"/>
                    <a:pt x="17938" y="3588"/>
                  </a:cubicBezTo>
                  <a:cubicBezTo>
                    <a:pt x="17938" y="3521"/>
                    <a:pt x="17938" y="3521"/>
                    <a:pt x="17938" y="3521"/>
                  </a:cubicBezTo>
                  <a:cubicBezTo>
                    <a:pt x="17938" y="3521"/>
                    <a:pt x="17938" y="3521"/>
                    <a:pt x="17938" y="3521"/>
                  </a:cubicBezTo>
                  <a:cubicBezTo>
                    <a:pt x="17938" y="3453"/>
                    <a:pt x="17938" y="3453"/>
                    <a:pt x="17938" y="3453"/>
                  </a:cubicBezTo>
                  <a:cubicBezTo>
                    <a:pt x="17901" y="3385"/>
                    <a:pt x="17901" y="3385"/>
                    <a:pt x="17901" y="3385"/>
                  </a:cubicBezTo>
                  <a:cubicBezTo>
                    <a:pt x="17901" y="3453"/>
                    <a:pt x="17901" y="3453"/>
                    <a:pt x="17901" y="3453"/>
                  </a:cubicBezTo>
                  <a:cubicBezTo>
                    <a:pt x="17864" y="3453"/>
                    <a:pt x="17864" y="3453"/>
                    <a:pt x="17864" y="3453"/>
                  </a:cubicBezTo>
                  <a:cubicBezTo>
                    <a:pt x="17827" y="3385"/>
                    <a:pt x="17827" y="3385"/>
                    <a:pt x="17827" y="3385"/>
                  </a:cubicBezTo>
                  <a:cubicBezTo>
                    <a:pt x="17790" y="3385"/>
                    <a:pt x="17790" y="3385"/>
                    <a:pt x="17790" y="3385"/>
                  </a:cubicBezTo>
                  <a:cubicBezTo>
                    <a:pt x="17790" y="3453"/>
                    <a:pt x="17790" y="3453"/>
                    <a:pt x="17790" y="3453"/>
                  </a:cubicBezTo>
                  <a:cubicBezTo>
                    <a:pt x="17753" y="3453"/>
                    <a:pt x="17753" y="3453"/>
                    <a:pt x="17753" y="3453"/>
                  </a:cubicBezTo>
                  <a:cubicBezTo>
                    <a:pt x="17790" y="3453"/>
                    <a:pt x="17790" y="3453"/>
                    <a:pt x="17790" y="3453"/>
                  </a:cubicBezTo>
                  <a:cubicBezTo>
                    <a:pt x="17753" y="3453"/>
                    <a:pt x="17753" y="3453"/>
                    <a:pt x="17753" y="3453"/>
                  </a:cubicBezTo>
                  <a:cubicBezTo>
                    <a:pt x="17753" y="3521"/>
                    <a:pt x="17753" y="3521"/>
                    <a:pt x="17753" y="3521"/>
                  </a:cubicBezTo>
                  <a:cubicBezTo>
                    <a:pt x="17753" y="3588"/>
                    <a:pt x="17753" y="3588"/>
                    <a:pt x="17753" y="3588"/>
                  </a:cubicBezTo>
                  <a:cubicBezTo>
                    <a:pt x="17753" y="3588"/>
                    <a:pt x="17753" y="3588"/>
                    <a:pt x="17753" y="3588"/>
                  </a:cubicBezTo>
                  <a:cubicBezTo>
                    <a:pt x="17790" y="3588"/>
                    <a:pt x="17790" y="3588"/>
                    <a:pt x="17790" y="3588"/>
                  </a:cubicBezTo>
                  <a:cubicBezTo>
                    <a:pt x="17827" y="3656"/>
                    <a:pt x="17827" y="3656"/>
                    <a:pt x="17827" y="3656"/>
                  </a:cubicBezTo>
                  <a:cubicBezTo>
                    <a:pt x="17864" y="3656"/>
                    <a:pt x="17864" y="3656"/>
                    <a:pt x="17864" y="3656"/>
                  </a:cubicBezTo>
                  <a:close/>
                  <a:moveTo>
                    <a:pt x="18086" y="3521"/>
                  </a:moveTo>
                  <a:cubicBezTo>
                    <a:pt x="18086" y="3521"/>
                    <a:pt x="18086" y="3521"/>
                    <a:pt x="18086" y="3521"/>
                  </a:cubicBezTo>
                  <a:cubicBezTo>
                    <a:pt x="18086" y="3453"/>
                    <a:pt x="18086" y="3453"/>
                    <a:pt x="18086" y="3453"/>
                  </a:cubicBezTo>
                  <a:cubicBezTo>
                    <a:pt x="18086" y="3521"/>
                    <a:pt x="18086" y="3521"/>
                    <a:pt x="18086" y="3521"/>
                  </a:cubicBezTo>
                  <a:cubicBezTo>
                    <a:pt x="18049" y="3521"/>
                    <a:pt x="18049" y="3521"/>
                    <a:pt x="18049" y="3521"/>
                  </a:cubicBezTo>
                  <a:cubicBezTo>
                    <a:pt x="18086" y="3521"/>
                    <a:pt x="18086" y="3521"/>
                    <a:pt x="18086" y="3521"/>
                  </a:cubicBezTo>
                  <a:close/>
                  <a:moveTo>
                    <a:pt x="18308" y="18078"/>
                  </a:moveTo>
                  <a:cubicBezTo>
                    <a:pt x="18308" y="18078"/>
                    <a:pt x="18308" y="18078"/>
                    <a:pt x="18308" y="18078"/>
                  </a:cubicBezTo>
                  <a:cubicBezTo>
                    <a:pt x="18308" y="18011"/>
                    <a:pt x="18308" y="18011"/>
                    <a:pt x="18308" y="18011"/>
                  </a:cubicBezTo>
                  <a:cubicBezTo>
                    <a:pt x="18271" y="17943"/>
                    <a:pt x="18271" y="17943"/>
                    <a:pt x="18271" y="17943"/>
                  </a:cubicBezTo>
                  <a:cubicBezTo>
                    <a:pt x="18271" y="17875"/>
                    <a:pt x="18271" y="17875"/>
                    <a:pt x="18271" y="17875"/>
                  </a:cubicBezTo>
                  <a:cubicBezTo>
                    <a:pt x="18271" y="17808"/>
                    <a:pt x="18271" y="17808"/>
                    <a:pt x="18271" y="17808"/>
                  </a:cubicBezTo>
                  <a:cubicBezTo>
                    <a:pt x="18308" y="17740"/>
                    <a:pt x="18308" y="17740"/>
                    <a:pt x="18308" y="17740"/>
                  </a:cubicBezTo>
                  <a:cubicBezTo>
                    <a:pt x="18345" y="17740"/>
                    <a:pt x="18345" y="17740"/>
                    <a:pt x="18345" y="17740"/>
                  </a:cubicBezTo>
                  <a:cubicBezTo>
                    <a:pt x="18345" y="17808"/>
                    <a:pt x="18345" y="17808"/>
                    <a:pt x="18345" y="17808"/>
                  </a:cubicBezTo>
                  <a:cubicBezTo>
                    <a:pt x="18345" y="17808"/>
                    <a:pt x="18345" y="17808"/>
                    <a:pt x="18345" y="17808"/>
                  </a:cubicBezTo>
                  <a:cubicBezTo>
                    <a:pt x="18419" y="17808"/>
                    <a:pt x="18419" y="17808"/>
                    <a:pt x="18419" y="17808"/>
                  </a:cubicBezTo>
                  <a:cubicBezTo>
                    <a:pt x="18419" y="17808"/>
                    <a:pt x="18419" y="17808"/>
                    <a:pt x="18419" y="17808"/>
                  </a:cubicBezTo>
                  <a:cubicBezTo>
                    <a:pt x="18419" y="17808"/>
                    <a:pt x="18419" y="17808"/>
                    <a:pt x="18419" y="17808"/>
                  </a:cubicBezTo>
                  <a:cubicBezTo>
                    <a:pt x="18456" y="17808"/>
                    <a:pt x="18456" y="17808"/>
                    <a:pt x="18456" y="17808"/>
                  </a:cubicBezTo>
                  <a:cubicBezTo>
                    <a:pt x="18419" y="17808"/>
                    <a:pt x="18419" y="17808"/>
                    <a:pt x="18419" y="17808"/>
                  </a:cubicBezTo>
                  <a:cubicBezTo>
                    <a:pt x="18419" y="17875"/>
                    <a:pt x="18419" y="17875"/>
                    <a:pt x="18419" y="17875"/>
                  </a:cubicBezTo>
                  <a:cubicBezTo>
                    <a:pt x="18456" y="17943"/>
                    <a:pt x="18456" y="17943"/>
                    <a:pt x="18456" y="17943"/>
                  </a:cubicBezTo>
                  <a:cubicBezTo>
                    <a:pt x="18493" y="17943"/>
                    <a:pt x="18493" y="17943"/>
                    <a:pt x="18493" y="17943"/>
                  </a:cubicBezTo>
                  <a:cubicBezTo>
                    <a:pt x="18493" y="18011"/>
                    <a:pt x="18493" y="18011"/>
                    <a:pt x="18493" y="18011"/>
                  </a:cubicBezTo>
                  <a:cubicBezTo>
                    <a:pt x="18493" y="17943"/>
                    <a:pt x="18493" y="17943"/>
                    <a:pt x="18493" y="17943"/>
                  </a:cubicBezTo>
                  <a:cubicBezTo>
                    <a:pt x="18493" y="17943"/>
                    <a:pt x="18493" y="17943"/>
                    <a:pt x="18493" y="17943"/>
                  </a:cubicBezTo>
                  <a:cubicBezTo>
                    <a:pt x="18493" y="17875"/>
                    <a:pt x="18493" y="17875"/>
                    <a:pt x="18493" y="17875"/>
                  </a:cubicBezTo>
                  <a:cubicBezTo>
                    <a:pt x="18493" y="17808"/>
                    <a:pt x="18493" y="17808"/>
                    <a:pt x="18493" y="17808"/>
                  </a:cubicBezTo>
                  <a:cubicBezTo>
                    <a:pt x="18456" y="17808"/>
                    <a:pt x="18456" y="17808"/>
                    <a:pt x="18456" y="17808"/>
                  </a:cubicBezTo>
                  <a:cubicBezTo>
                    <a:pt x="18456" y="17672"/>
                    <a:pt x="18456" y="17672"/>
                    <a:pt x="18456" y="17672"/>
                  </a:cubicBezTo>
                  <a:cubicBezTo>
                    <a:pt x="18456" y="17672"/>
                    <a:pt x="18456" y="17672"/>
                    <a:pt x="18456" y="17672"/>
                  </a:cubicBezTo>
                  <a:cubicBezTo>
                    <a:pt x="18419" y="17672"/>
                    <a:pt x="18419" y="17672"/>
                    <a:pt x="18419" y="17672"/>
                  </a:cubicBezTo>
                  <a:cubicBezTo>
                    <a:pt x="18382" y="17672"/>
                    <a:pt x="18382" y="17672"/>
                    <a:pt x="18382" y="17672"/>
                  </a:cubicBezTo>
                  <a:cubicBezTo>
                    <a:pt x="18345" y="17605"/>
                    <a:pt x="18345" y="17605"/>
                    <a:pt x="18345" y="17605"/>
                  </a:cubicBezTo>
                  <a:cubicBezTo>
                    <a:pt x="18345" y="17537"/>
                    <a:pt x="18345" y="17537"/>
                    <a:pt x="18345" y="17537"/>
                  </a:cubicBezTo>
                  <a:cubicBezTo>
                    <a:pt x="18308" y="17469"/>
                    <a:pt x="18308" y="17469"/>
                    <a:pt x="18308" y="17469"/>
                  </a:cubicBezTo>
                  <a:cubicBezTo>
                    <a:pt x="18271" y="17401"/>
                    <a:pt x="18271" y="17401"/>
                    <a:pt x="18271" y="17401"/>
                  </a:cubicBezTo>
                  <a:cubicBezTo>
                    <a:pt x="18271" y="17401"/>
                    <a:pt x="18271" y="17401"/>
                    <a:pt x="18271" y="17401"/>
                  </a:cubicBezTo>
                  <a:cubicBezTo>
                    <a:pt x="18234" y="17334"/>
                    <a:pt x="18234" y="17334"/>
                    <a:pt x="18234" y="17334"/>
                  </a:cubicBezTo>
                  <a:cubicBezTo>
                    <a:pt x="18234" y="17266"/>
                    <a:pt x="18234" y="17266"/>
                    <a:pt x="18234" y="17266"/>
                  </a:cubicBezTo>
                  <a:cubicBezTo>
                    <a:pt x="18197" y="17198"/>
                    <a:pt x="18197" y="17198"/>
                    <a:pt x="18197" y="17198"/>
                  </a:cubicBezTo>
                  <a:cubicBezTo>
                    <a:pt x="18197" y="17131"/>
                    <a:pt x="18197" y="17131"/>
                    <a:pt x="18197" y="17131"/>
                  </a:cubicBezTo>
                  <a:cubicBezTo>
                    <a:pt x="18197" y="17063"/>
                    <a:pt x="18197" y="17063"/>
                    <a:pt x="18197" y="17063"/>
                  </a:cubicBezTo>
                  <a:cubicBezTo>
                    <a:pt x="18160" y="16927"/>
                    <a:pt x="18160" y="16927"/>
                    <a:pt x="18160" y="16927"/>
                  </a:cubicBezTo>
                  <a:cubicBezTo>
                    <a:pt x="18160" y="16860"/>
                    <a:pt x="18160" y="16860"/>
                    <a:pt x="18160" y="16860"/>
                  </a:cubicBezTo>
                  <a:cubicBezTo>
                    <a:pt x="18160" y="16792"/>
                    <a:pt x="18160" y="16792"/>
                    <a:pt x="18160" y="16792"/>
                  </a:cubicBezTo>
                  <a:cubicBezTo>
                    <a:pt x="18160" y="16724"/>
                    <a:pt x="18160" y="16724"/>
                    <a:pt x="18160" y="16724"/>
                  </a:cubicBezTo>
                  <a:cubicBezTo>
                    <a:pt x="18123" y="16657"/>
                    <a:pt x="18123" y="16657"/>
                    <a:pt x="18123" y="16657"/>
                  </a:cubicBezTo>
                  <a:cubicBezTo>
                    <a:pt x="18160" y="16657"/>
                    <a:pt x="18160" y="16657"/>
                    <a:pt x="18160" y="16657"/>
                  </a:cubicBezTo>
                  <a:cubicBezTo>
                    <a:pt x="18160" y="16589"/>
                    <a:pt x="18160" y="16589"/>
                    <a:pt x="18160" y="16589"/>
                  </a:cubicBezTo>
                  <a:cubicBezTo>
                    <a:pt x="18160" y="16589"/>
                    <a:pt x="18160" y="16589"/>
                    <a:pt x="18160" y="16589"/>
                  </a:cubicBezTo>
                  <a:cubicBezTo>
                    <a:pt x="18160" y="16589"/>
                    <a:pt x="18160" y="16589"/>
                    <a:pt x="18160" y="16589"/>
                  </a:cubicBezTo>
                  <a:cubicBezTo>
                    <a:pt x="18197" y="16589"/>
                    <a:pt x="18197" y="16589"/>
                    <a:pt x="18197" y="16589"/>
                  </a:cubicBezTo>
                  <a:cubicBezTo>
                    <a:pt x="18234" y="16589"/>
                    <a:pt x="18234" y="16589"/>
                    <a:pt x="18234" y="16589"/>
                  </a:cubicBezTo>
                  <a:cubicBezTo>
                    <a:pt x="18271" y="16589"/>
                    <a:pt x="18271" y="16589"/>
                    <a:pt x="18271" y="16589"/>
                  </a:cubicBezTo>
                  <a:cubicBezTo>
                    <a:pt x="18308" y="16589"/>
                    <a:pt x="18308" y="16589"/>
                    <a:pt x="18308" y="16589"/>
                  </a:cubicBezTo>
                  <a:cubicBezTo>
                    <a:pt x="18308" y="16657"/>
                    <a:pt x="18308" y="16657"/>
                    <a:pt x="18308" y="16657"/>
                  </a:cubicBezTo>
                  <a:cubicBezTo>
                    <a:pt x="18345" y="16724"/>
                    <a:pt x="18345" y="16724"/>
                    <a:pt x="18345" y="16724"/>
                  </a:cubicBezTo>
                  <a:cubicBezTo>
                    <a:pt x="18382" y="16724"/>
                    <a:pt x="18382" y="16724"/>
                    <a:pt x="18382" y="16724"/>
                  </a:cubicBezTo>
                  <a:cubicBezTo>
                    <a:pt x="18419" y="16792"/>
                    <a:pt x="18419" y="16792"/>
                    <a:pt x="18419" y="16792"/>
                  </a:cubicBezTo>
                  <a:cubicBezTo>
                    <a:pt x="18456" y="16792"/>
                    <a:pt x="18456" y="16792"/>
                    <a:pt x="18456" y="16792"/>
                  </a:cubicBezTo>
                  <a:cubicBezTo>
                    <a:pt x="18419" y="16724"/>
                    <a:pt x="18419" y="16724"/>
                    <a:pt x="18419" y="16724"/>
                  </a:cubicBezTo>
                  <a:cubicBezTo>
                    <a:pt x="18382" y="16657"/>
                    <a:pt x="18382" y="16657"/>
                    <a:pt x="18382" y="16657"/>
                  </a:cubicBezTo>
                  <a:cubicBezTo>
                    <a:pt x="18345" y="16657"/>
                    <a:pt x="18345" y="16657"/>
                    <a:pt x="18345" y="16657"/>
                  </a:cubicBezTo>
                  <a:cubicBezTo>
                    <a:pt x="18308" y="16521"/>
                    <a:pt x="18308" y="16521"/>
                    <a:pt x="18308" y="16521"/>
                  </a:cubicBezTo>
                  <a:cubicBezTo>
                    <a:pt x="18271" y="16453"/>
                    <a:pt x="18271" y="16453"/>
                    <a:pt x="18271" y="16453"/>
                  </a:cubicBezTo>
                  <a:cubicBezTo>
                    <a:pt x="18271" y="16453"/>
                    <a:pt x="18271" y="16453"/>
                    <a:pt x="18271" y="16453"/>
                  </a:cubicBezTo>
                  <a:cubicBezTo>
                    <a:pt x="18271" y="16453"/>
                    <a:pt x="18271" y="16453"/>
                    <a:pt x="18271" y="16453"/>
                  </a:cubicBezTo>
                  <a:cubicBezTo>
                    <a:pt x="18234" y="16318"/>
                    <a:pt x="18234" y="16318"/>
                    <a:pt x="18234" y="16318"/>
                  </a:cubicBezTo>
                  <a:cubicBezTo>
                    <a:pt x="18234" y="16250"/>
                    <a:pt x="18234" y="16250"/>
                    <a:pt x="18234" y="16250"/>
                  </a:cubicBezTo>
                  <a:cubicBezTo>
                    <a:pt x="18197" y="16250"/>
                    <a:pt x="18197" y="16250"/>
                    <a:pt x="18197" y="16250"/>
                  </a:cubicBezTo>
                  <a:cubicBezTo>
                    <a:pt x="18197" y="16183"/>
                    <a:pt x="18197" y="16183"/>
                    <a:pt x="18197" y="16183"/>
                  </a:cubicBezTo>
                  <a:cubicBezTo>
                    <a:pt x="18160" y="16115"/>
                    <a:pt x="18160" y="16115"/>
                    <a:pt x="18160" y="16115"/>
                  </a:cubicBezTo>
                  <a:cubicBezTo>
                    <a:pt x="18086" y="15979"/>
                    <a:pt x="18086" y="15979"/>
                    <a:pt x="18086" y="15979"/>
                  </a:cubicBezTo>
                  <a:cubicBezTo>
                    <a:pt x="18086" y="15912"/>
                    <a:pt x="18086" y="15912"/>
                    <a:pt x="18086" y="15912"/>
                  </a:cubicBezTo>
                  <a:cubicBezTo>
                    <a:pt x="18049" y="15776"/>
                    <a:pt x="18049" y="15776"/>
                    <a:pt x="18049" y="15776"/>
                  </a:cubicBezTo>
                  <a:cubicBezTo>
                    <a:pt x="18012" y="15709"/>
                    <a:pt x="18012" y="15709"/>
                    <a:pt x="18012" y="15709"/>
                  </a:cubicBezTo>
                  <a:cubicBezTo>
                    <a:pt x="17975" y="15641"/>
                    <a:pt x="17975" y="15641"/>
                    <a:pt x="17975" y="15641"/>
                  </a:cubicBezTo>
                  <a:cubicBezTo>
                    <a:pt x="17975" y="15573"/>
                    <a:pt x="17975" y="15573"/>
                    <a:pt x="17975" y="15573"/>
                  </a:cubicBezTo>
                  <a:cubicBezTo>
                    <a:pt x="17975" y="15573"/>
                    <a:pt x="17975" y="15573"/>
                    <a:pt x="17975" y="15573"/>
                  </a:cubicBezTo>
                  <a:cubicBezTo>
                    <a:pt x="17938" y="15505"/>
                    <a:pt x="17938" y="15505"/>
                    <a:pt x="17938" y="15505"/>
                  </a:cubicBezTo>
                  <a:cubicBezTo>
                    <a:pt x="17938" y="15573"/>
                    <a:pt x="17938" y="15573"/>
                    <a:pt x="17938" y="15573"/>
                  </a:cubicBezTo>
                  <a:cubicBezTo>
                    <a:pt x="17938" y="15573"/>
                    <a:pt x="17938" y="15573"/>
                    <a:pt x="17938" y="15573"/>
                  </a:cubicBezTo>
                  <a:cubicBezTo>
                    <a:pt x="17901" y="15505"/>
                    <a:pt x="17901" y="15505"/>
                    <a:pt x="17901" y="15505"/>
                  </a:cubicBezTo>
                  <a:cubicBezTo>
                    <a:pt x="17938" y="15505"/>
                    <a:pt x="17938" y="15505"/>
                    <a:pt x="17938" y="15505"/>
                  </a:cubicBezTo>
                  <a:cubicBezTo>
                    <a:pt x="17901" y="15438"/>
                    <a:pt x="17901" y="15438"/>
                    <a:pt x="17901" y="15438"/>
                  </a:cubicBezTo>
                  <a:cubicBezTo>
                    <a:pt x="17864" y="15438"/>
                    <a:pt x="17864" y="15438"/>
                    <a:pt x="17864" y="15438"/>
                  </a:cubicBezTo>
                  <a:cubicBezTo>
                    <a:pt x="17864" y="15370"/>
                    <a:pt x="17864" y="15370"/>
                    <a:pt x="17864" y="15370"/>
                  </a:cubicBezTo>
                  <a:cubicBezTo>
                    <a:pt x="17827" y="15302"/>
                    <a:pt x="17827" y="15302"/>
                    <a:pt x="17827" y="15302"/>
                  </a:cubicBezTo>
                  <a:cubicBezTo>
                    <a:pt x="17827" y="15235"/>
                    <a:pt x="17827" y="15235"/>
                    <a:pt x="17827" y="15235"/>
                  </a:cubicBezTo>
                  <a:cubicBezTo>
                    <a:pt x="17827" y="15167"/>
                    <a:pt x="17827" y="15167"/>
                    <a:pt x="17827" y="15167"/>
                  </a:cubicBezTo>
                  <a:cubicBezTo>
                    <a:pt x="17827" y="15167"/>
                    <a:pt x="17827" y="15167"/>
                    <a:pt x="17827" y="15167"/>
                  </a:cubicBezTo>
                  <a:cubicBezTo>
                    <a:pt x="17827" y="15167"/>
                    <a:pt x="17827" y="15167"/>
                    <a:pt x="17827" y="15167"/>
                  </a:cubicBezTo>
                  <a:cubicBezTo>
                    <a:pt x="17827" y="15099"/>
                    <a:pt x="17827" y="15099"/>
                    <a:pt x="17827" y="15099"/>
                  </a:cubicBezTo>
                  <a:cubicBezTo>
                    <a:pt x="17827" y="14964"/>
                    <a:pt x="17827" y="14964"/>
                    <a:pt x="17827" y="14964"/>
                  </a:cubicBezTo>
                  <a:cubicBezTo>
                    <a:pt x="17790" y="14896"/>
                    <a:pt x="17790" y="14896"/>
                    <a:pt x="17790" y="14896"/>
                  </a:cubicBezTo>
                  <a:cubicBezTo>
                    <a:pt x="17753" y="14896"/>
                    <a:pt x="17753" y="14896"/>
                    <a:pt x="17753" y="14896"/>
                  </a:cubicBezTo>
                  <a:cubicBezTo>
                    <a:pt x="17753" y="14828"/>
                    <a:pt x="17753" y="14828"/>
                    <a:pt x="17753" y="14828"/>
                  </a:cubicBezTo>
                  <a:cubicBezTo>
                    <a:pt x="17716" y="14828"/>
                    <a:pt x="17716" y="14828"/>
                    <a:pt x="17716" y="14828"/>
                  </a:cubicBezTo>
                  <a:cubicBezTo>
                    <a:pt x="17716" y="14761"/>
                    <a:pt x="17716" y="14761"/>
                    <a:pt x="17716" y="14761"/>
                  </a:cubicBezTo>
                  <a:cubicBezTo>
                    <a:pt x="17716" y="14761"/>
                    <a:pt x="17716" y="14761"/>
                    <a:pt x="17716" y="14761"/>
                  </a:cubicBezTo>
                  <a:cubicBezTo>
                    <a:pt x="17716" y="14761"/>
                    <a:pt x="17716" y="14761"/>
                    <a:pt x="17716" y="14761"/>
                  </a:cubicBezTo>
                  <a:cubicBezTo>
                    <a:pt x="17753" y="14761"/>
                    <a:pt x="17753" y="14761"/>
                    <a:pt x="17753" y="14761"/>
                  </a:cubicBezTo>
                  <a:cubicBezTo>
                    <a:pt x="17790" y="14828"/>
                    <a:pt x="17790" y="14828"/>
                    <a:pt x="17790" y="14828"/>
                  </a:cubicBezTo>
                  <a:cubicBezTo>
                    <a:pt x="17790" y="14761"/>
                    <a:pt x="17790" y="14761"/>
                    <a:pt x="17790" y="14761"/>
                  </a:cubicBezTo>
                  <a:cubicBezTo>
                    <a:pt x="17753" y="14693"/>
                    <a:pt x="17753" y="14693"/>
                    <a:pt x="17753" y="14693"/>
                  </a:cubicBezTo>
                  <a:cubicBezTo>
                    <a:pt x="17716" y="14625"/>
                    <a:pt x="17716" y="14625"/>
                    <a:pt x="17716" y="14625"/>
                  </a:cubicBezTo>
                  <a:cubicBezTo>
                    <a:pt x="17679" y="14625"/>
                    <a:pt x="17679" y="14625"/>
                    <a:pt x="17679" y="14625"/>
                  </a:cubicBezTo>
                  <a:cubicBezTo>
                    <a:pt x="17679" y="14557"/>
                    <a:pt x="17679" y="14557"/>
                    <a:pt x="17679" y="14557"/>
                  </a:cubicBezTo>
                  <a:cubicBezTo>
                    <a:pt x="17605" y="14490"/>
                    <a:pt x="17605" y="14490"/>
                    <a:pt x="17605" y="14490"/>
                  </a:cubicBezTo>
                  <a:cubicBezTo>
                    <a:pt x="17605" y="14422"/>
                    <a:pt x="17605" y="14422"/>
                    <a:pt x="17605" y="14422"/>
                  </a:cubicBezTo>
                  <a:cubicBezTo>
                    <a:pt x="17605" y="14354"/>
                    <a:pt x="17605" y="14354"/>
                    <a:pt x="17605" y="14354"/>
                  </a:cubicBezTo>
                  <a:cubicBezTo>
                    <a:pt x="17568" y="14287"/>
                    <a:pt x="17568" y="14287"/>
                    <a:pt x="17568" y="14287"/>
                  </a:cubicBezTo>
                  <a:cubicBezTo>
                    <a:pt x="17531" y="14287"/>
                    <a:pt x="17531" y="14287"/>
                    <a:pt x="17531" y="14287"/>
                  </a:cubicBezTo>
                  <a:cubicBezTo>
                    <a:pt x="17494" y="14219"/>
                    <a:pt x="17494" y="14219"/>
                    <a:pt x="17494" y="14219"/>
                  </a:cubicBezTo>
                  <a:cubicBezTo>
                    <a:pt x="17494" y="14151"/>
                    <a:pt x="17494" y="14151"/>
                    <a:pt x="17494" y="14151"/>
                  </a:cubicBezTo>
                  <a:cubicBezTo>
                    <a:pt x="17494" y="14219"/>
                    <a:pt x="17494" y="14219"/>
                    <a:pt x="17494" y="14219"/>
                  </a:cubicBezTo>
                  <a:cubicBezTo>
                    <a:pt x="17494" y="14219"/>
                    <a:pt x="17494" y="14219"/>
                    <a:pt x="17494" y="14219"/>
                  </a:cubicBezTo>
                  <a:cubicBezTo>
                    <a:pt x="17494" y="14287"/>
                    <a:pt x="17494" y="14287"/>
                    <a:pt x="17494" y="14287"/>
                  </a:cubicBezTo>
                  <a:cubicBezTo>
                    <a:pt x="17457" y="14287"/>
                    <a:pt x="17457" y="14287"/>
                    <a:pt x="17457" y="14287"/>
                  </a:cubicBezTo>
                  <a:cubicBezTo>
                    <a:pt x="17457" y="14287"/>
                    <a:pt x="17457" y="14287"/>
                    <a:pt x="17457" y="14287"/>
                  </a:cubicBezTo>
                  <a:cubicBezTo>
                    <a:pt x="17420" y="14287"/>
                    <a:pt x="17420" y="14287"/>
                    <a:pt x="17420" y="14287"/>
                  </a:cubicBezTo>
                  <a:cubicBezTo>
                    <a:pt x="17457" y="14354"/>
                    <a:pt x="17457" y="14354"/>
                    <a:pt x="17457" y="14354"/>
                  </a:cubicBezTo>
                  <a:cubicBezTo>
                    <a:pt x="17531" y="14354"/>
                    <a:pt x="17531" y="14354"/>
                    <a:pt x="17531" y="14354"/>
                  </a:cubicBezTo>
                  <a:cubicBezTo>
                    <a:pt x="17531" y="14422"/>
                    <a:pt x="17531" y="14422"/>
                    <a:pt x="17531" y="14422"/>
                  </a:cubicBezTo>
                  <a:cubicBezTo>
                    <a:pt x="17531" y="14490"/>
                    <a:pt x="17531" y="14490"/>
                    <a:pt x="17531" y="14490"/>
                  </a:cubicBezTo>
                  <a:cubicBezTo>
                    <a:pt x="17531" y="14490"/>
                    <a:pt x="17531" y="14490"/>
                    <a:pt x="17531" y="14490"/>
                  </a:cubicBezTo>
                  <a:cubicBezTo>
                    <a:pt x="17568" y="14490"/>
                    <a:pt x="17568" y="14490"/>
                    <a:pt x="17568" y="14490"/>
                  </a:cubicBezTo>
                  <a:cubicBezTo>
                    <a:pt x="17568" y="14490"/>
                    <a:pt x="17568" y="14490"/>
                    <a:pt x="17568" y="14490"/>
                  </a:cubicBezTo>
                  <a:cubicBezTo>
                    <a:pt x="17568" y="14557"/>
                    <a:pt x="17568" y="14557"/>
                    <a:pt x="17568" y="14557"/>
                  </a:cubicBezTo>
                  <a:cubicBezTo>
                    <a:pt x="17531" y="14557"/>
                    <a:pt x="17531" y="14557"/>
                    <a:pt x="17531" y="14557"/>
                  </a:cubicBezTo>
                  <a:cubicBezTo>
                    <a:pt x="17531" y="14557"/>
                    <a:pt x="17531" y="14557"/>
                    <a:pt x="17531" y="14557"/>
                  </a:cubicBezTo>
                  <a:cubicBezTo>
                    <a:pt x="17568" y="14557"/>
                    <a:pt x="17568" y="14557"/>
                    <a:pt x="17568" y="14557"/>
                  </a:cubicBezTo>
                  <a:cubicBezTo>
                    <a:pt x="17568" y="14625"/>
                    <a:pt x="17568" y="14625"/>
                    <a:pt x="17568" y="14625"/>
                  </a:cubicBezTo>
                  <a:cubicBezTo>
                    <a:pt x="17568" y="14625"/>
                    <a:pt x="17568" y="14625"/>
                    <a:pt x="17568" y="14625"/>
                  </a:cubicBezTo>
                  <a:cubicBezTo>
                    <a:pt x="17531" y="14625"/>
                    <a:pt x="17531" y="14625"/>
                    <a:pt x="17531" y="14625"/>
                  </a:cubicBezTo>
                  <a:cubicBezTo>
                    <a:pt x="17494" y="14625"/>
                    <a:pt x="17494" y="14625"/>
                    <a:pt x="17494" y="14625"/>
                  </a:cubicBezTo>
                  <a:cubicBezTo>
                    <a:pt x="17494" y="14625"/>
                    <a:pt x="17494" y="14625"/>
                    <a:pt x="17494" y="14625"/>
                  </a:cubicBezTo>
                  <a:cubicBezTo>
                    <a:pt x="17457" y="14693"/>
                    <a:pt x="17457" y="14693"/>
                    <a:pt x="17457" y="14693"/>
                  </a:cubicBezTo>
                  <a:cubicBezTo>
                    <a:pt x="17494" y="14761"/>
                    <a:pt x="17494" y="14761"/>
                    <a:pt x="17494" y="14761"/>
                  </a:cubicBezTo>
                  <a:cubicBezTo>
                    <a:pt x="17494" y="14828"/>
                    <a:pt x="17494" y="14828"/>
                    <a:pt x="17494" y="14828"/>
                  </a:cubicBezTo>
                  <a:cubicBezTo>
                    <a:pt x="17531" y="14896"/>
                    <a:pt x="17531" y="14896"/>
                    <a:pt x="17531" y="14896"/>
                  </a:cubicBezTo>
                  <a:cubicBezTo>
                    <a:pt x="17568" y="14964"/>
                    <a:pt x="17568" y="14964"/>
                    <a:pt x="17568" y="14964"/>
                  </a:cubicBezTo>
                  <a:cubicBezTo>
                    <a:pt x="17568" y="15099"/>
                    <a:pt x="17568" y="15099"/>
                    <a:pt x="17568" y="15099"/>
                  </a:cubicBezTo>
                  <a:cubicBezTo>
                    <a:pt x="17568" y="15099"/>
                    <a:pt x="17568" y="15099"/>
                    <a:pt x="17568" y="15099"/>
                  </a:cubicBezTo>
                  <a:cubicBezTo>
                    <a:pt x="17605" y="15235"/>
                    <a:pt x="17605" y="15235"/>
                    <a:pt x="17605" y="15235"/>
                  </a:cubicBezTo>
                  <a:cubicBezTo>
                    <a:pt x="17605" y="15370"/>
                    <a:pt x="17605" y="15370"/>
                    <a:pt x="17605" y="15370"/>
                  </a:cubicBezTo>
                  <a:cubicBezTo>
                    <a:pt x="17642" y="15438"/>
                    <a:pt x="17642" y="15438"/>
                    <a:pt x="17642" y="15438"/>
                  </a:cubicBezTo>
                  <a:cubicBezTo>
                    <a:pt x="17679" y="15438"/>
                    <a:pt x="17679" y="15438"/>
                    <a:pt x="17679" y="15438"/>
                  </a:cubicBezTo>
                  <a:cubicBezTo>
                    <a:pt x="17679" y="15505"/>
                    <a:pt x="17679" y="15505"/>
                    <a:pt x="17679" y="15505"/>
                  </a:cubicBezTo>
                  <a:cubicBezTo>
                    <a:pt x="17679" y="15505"/>
                    <a:pt x="17679" y="15505"/>
                    <a:pt x="17679" y="15505"/>
                  </a:cubicBezTo>
                  <a:cubicBezTo>
                    <a:pt x="17753" y="15641"/>
                    <a:pt x="17753" y="15641"/>
                    <a:pt x="17753" y="15641"/>
                  </a:cubicBezTo>
                  <a:cubicBezTo>
                    <a:pt x="17753" y="15641"/>
                    <a:pt x="17753" y="15641"/>
                    <a:pt x="17753" y="15641"/>
                  </a:cubicBezTo>
                  <a:cubicBezTo>
                    <a:pt x="17790" y="15709"/>
                    <a:pt x="17790" y="15709"/>
                    <a:pt x="17790" y="15709"/>
                  </a:cubicBezTo>
                  <a:cubicBezTo>
                    <a:pt x="17827" y="15844"/>
                    <a:pt x="17827" y="15844"/>
                    <a:pt x="17827" y="15844"/>
                  </a:cubicBezTo>
                  <a:cubicBezTo>
                    <a:pt x="17827" y="15912"/>
                    <a:pt x="17827" y="15912"/>
                    <a:pt x="17827" y="15912"/>
                  </a:cubicBezTo>
                  <a:cubicBezTo>
                    <a:pt x="17827" y="15979"/>
                    <a:pt x="17827" y="15979"/>
                    <a:pt x="17827" y="15979"/>
                  </a:cubicBezTo>
                  <a:cubicBezTo>
                    <a:pt x="17827" y="16047"/>
                    <a:pt x="17827" y="16047"/>
                    <a:pt x="17827" y="16047"/>
                  </a:cubicBezTo>
                  <a:cubicBezTo>
                    <a:pt x="17864" y="16047"/>
                    <a:pt x="17864" y="16047"/>
                    <a:pt x="17864" y="16047"/>
                  </a:cubicBezTo>
                  <a:cubicBezTo>
                    <a:pt x="17901" y="16115"/>
                    <a:pt x="17901" y="16115"/>
                    <a:pt x="17901" y="16115"/>
                  </a:cubicBezTo>
                  <a:cubicBezTo>
                    <a:pt x="17901" y="16115"/>
                    <a:pt x="17901" y="16115"/>
                    <a:pt x="17901" y="16115"/>
                  </a:cubicBezTo>
                  <a:cubicBezTo>
                    <a:pt x="17901" y="16183"/>
                    <a:pt x="17901" y="16183"/>
                    <a:pt x="17901" y="16183"/>
                  </a:cubicBezTo>
                  <a:cubicBezTo>
                    <a:pt x="17938" y="16250"/>
                    <a:pt x="17938" y="16250"/>
                    <a:pt x="17938" y="16250"/>
                  </a:cubicBezTo>
                  <a:cubicBezTo>
                    <a:pt x="17938" y="16318"/>
                    <a:pt x="17938" y="16318"/>
                    <a:pt x="17938" y="16318"/>
                  </a:cubicBezTo>
                  <a:cubicBezTo>
                    <a:pt x="17938" y="16386"/>
                    <a:pt x="17938" y="16386"/>
                    <a:pt x="17938" y="16386"/>
                  </a:cubicBezTo>
                  <a:cubicBezTo>
                    <a:pt x="17975" y="16521"/>
                    <a:pt x="17975" y="16521"/>
                    <a:pt x="17975" y="16521"/>
                  </a:cubicBezTo>
                  <a:cubicBezTo>
                    <a:pt x="17975" y="16521"/>
                    <a:pt x="17975" y="16521"/>
                    <a:pt x="17975" y="16521"/>
                  </a:cubicBezTo>
                  <a:cubicBezTo>
                    <a:pt x="17975" y="16589"/>
                    <a:pt x="17975" y="16589"/>
                    <a:pt x="17975" y="16589"/>
                  </a:cubicBezTo>
                  <a:cubicBezTo>
                    <a:pt x="17975" y="16657"/>
                    <a:pt x="17975" y="16657"/>
                    <a:pt x="17975" y="16657"/>
                  </a:cubicBezTo>
                  <a:cubicBezTo>
                    <a:pt x="18012" y="16792"/>
                    <a:pt x="18012" y="16792"/>
                    <a:pt x="18012" y="16792"/>
                  </a:cubicBezTo>
                  <a:cubicBezTo>
                    <a:pt x="17975" y="16792"/>
                    <a:pt x="17975" y="16792"/>
                    <a:pt x="17975" y="16792"/>
                  </a:cubicBezTo>
                  <a:cubicBezTo>
                    <a:pt x="18012" y="16927"/>
                    <a:pt x="18012" y="16927"/>
                    <a:pt x="18012" y="16927"/>
                  </a:cubicBezTo>
                  <a:cubicBezTo>
                    <a:pt x="18012" y="16927"/>
                    <a:pt x="18012" y="16927"/>
                    <a:pt x="18012" y="16927"/>
                  </a:cubicBezTo>
                  <a:cubicBezTo>
                    <a:pt x="18086" y="17063"/>
                    <a:pt x="18086" y="17063"/>
                    <a:pt x="18086" y="17063"/>
                  </a:cubicBezTo>
                  <a:cubicBezTo>
                    <a:pt x="18086" y="17131"/>
                    <a:pt x="18086" y="17131"/>
                    <a:pt x="18086" y="17131"/>
                  </a:cubicBezTo>
                  <a:cubicBezTo>
                    <a:pt x="18123" y="17198"/>
                    <a:pt x="18123" y="17198"/>
                    <a:pt x="18123" y="17198"/>
                  </a:cubicBezTo>
                  <a:cubicBezTo>
                    <a:pt x="18123" y="17334"/>
                    <a:pt x="18123" y="17334"/>
                    <a:pt x="18123" y="17334"/>
                  </a:cubicBezTo>
                  <a:cubicBezTo>
                    <a:pt x="18123" y="17401"/>
                    <a:pt x="18123" y="17401"/>
                    <a:pt x="18123" y="17401"/>
                  </a:cubicBezTo>
                  <a:cubicBezTo>
                    <a:pt x="18160" y="17469"/>
                    <a:pt x="18160" y="17469"/>
                    <a:pt x="18160" y="17469"/>
                  </a:cubicBezTo>
                  <a:cubicBezTo>
                    <a:pt x="18160" y="17537"/>
                    <a:pt x="18160" y="17537"/>
                    <a:pt x="18160" y="17537"/>
                  </a:cubicBezTo>
                  <a:cubicBezTo>
                    <a:pt x="18197" y="17605"/>
                    <a:pt x="18197" y="17605"/>
                    <a:pt x="18197" y="17605"/>
                  </a:cubicBezTo>
                  <a:cubicBezTo>
                    <a:pt x="18197" y="17672"/>
                    <a:pt x="18197" y="17672"/>
                    <a:pt x="18197" y="17672"/>
                  </a:cubicBezTo>
                  <a:cubicBezTo>
                    <a:pt x="18197" y="17740"/>
                    <a:pt x="18197" y="17740"/>
                    <a:pt x="18197" y="17740"/>
                  </a:cubicBezTo>
                  <a:cubicBezTo>
                    <a:pt x="18197" y="17875"/>
                    <a:pt x="18197" y="17875"/>
                    <a:pt x="18197" y="17875"/>
                  </a:cubicBezTo>
                  <a:cubicBezTo>
                    <a:pt x="18197" y="17943"/>
                    <a:pt x="18197" y="17943"/>
                    <a:pt x="18197" y="17943"/>
                  </a:cubicBezTo>
                  <a:cubicBezTo>
                    <a:pt x="18234" y="18011"/>
                    <a:pt x="18234" y="18011"/>
                    <a:pt x="18234" y="18011"/>
                  </a:cubicBezTo>
                  <a:cubicBezTo>
                    <a:pt x="18271" y="18078"/>
                    <a:pt x="18271" y="18078"/>
                    <a:pt x="18271" y="18078"/>
                  </a:cubicBezTo>
                  <a:cubicBezTo>
                    <a:pt x="18308" y="18078"/>
                    <a:pt x="18308" y="18078"/>
                    <a:pt x="18308" y="18078"/>
                  </a:cubicBezTo>
                  <a:close/>
                  <a:moveTo>
                    <a:pt x="16643" y="14287"/>
                  </a:moveTo>
                  <a:cubicBezTo>
                    <a:pt x="16643" y="14287"/>
                    <a:pt x="16643" y="14287"/>
                    <a:pt x="16643" y="14287"/>
                  </a:cubicBezTo>
                  <a:cubicBezTo>
                    <a:pt x="16643" y="14219"/>
                    <a:pt x="16643" y="14219"/>
                    <a:pt x="16643" y="14219"/>
                  </a:cubicBezTo>
                  <a:cubicBezTo>
                    <a:pt x="16643" y="14219"/>
                    <a:pt x="16643" y="14219"/>
                    <a:pt x="16643" y="14219"/>
                  </a:cubicBezTo>
                  <a:cubicBezTo>
                    <a:pt x="16680" y="14219"/>
                    <a:pt x="16680" y="14219"/>
                    <a:pt x="16680" y="14219"/>
                  </a:cubicBezTo>
                  <a:cubicBezTo>
                    <a:pt x="16680" y="14287"/>
                    <a:pt x="16680" y="14287"/>
                    <a:pt x="16680" y="14287"/>
                  </a:cubicBezTo>
                  <a:cubicBezTo>
                    <a:pt x="16717" y="14287"/>
                    <a:pt x="16717" y="14287"/>
                    <a:pt x="16717" y="14287"/>
                  </a:cubicBezTo>
                  <a:cubicBezTo>
                    <a:pt x="16717" y="14219"/>
                    <a:pt x="16717" y="14219"/>
                    <a:pt x="16717" y="14219"/>
                  </a:cubicBezTo>
                  <a:cubicBezTo>
                    <a:pt x="16754" y="14219"/>
                    <a:pt x="16754" y="14219"/>
                    <a:pt x="16754" y="14219"/>
                  </a:cubicBezTo>
                  <a:cubicBezTo>
                    <a:pt x="16717" y="14151"/>
                    <a:pt x="16717" y="14151"/>
                    <a:pt x="16717" y="14151"/>
                  </a:cubicBezTo>
                  <a:cubicBezTo>
                    <a:pt x="16717" y="14151"/>
                    <a:pt x="16717" y="14151"/>
                    <a:pt x="16717" y="14151"/>
                  </a:cubicBezTo>
                  <a:cubicBezTo>
                    <a:pt x="16754" y="14151"/>
                    <a:pt x="16754" y="14151"/>
                    <a:pt x="16754" y="14151"/>
                  </a:cubicBezTo>
                  <a:cubicBezTo>
                    <a:pt x="16754" y="14084"/>
                    <a:pt x="16754" y="14084"/>
                    <a:pt x="16754" y="14084"/>
                  </a:cubicBezTo>
                  <a:cubicBezTo>
                    <a:pt x="16717" y="14084"/>
                    <a:pt x="16717" y="14084"/>
                    <a:pt x="16717" y="14084"/>
                  </a:cubicBezTo>
                  <a:cubicBezTo>
                    <a:pt x="16717" y="14084"/>
                    <a:pt x="16717" y="14084"/>
                    <a:pt x="16717" y="14084"/>
                  </a:cubicBezTo>
                  <a:cubicBezTo>
                    <a:pt x="16717" y="14151"/>
                    <a:pt x="16717" y="14151"/>
                    <a:pt x="16717" y="14151"/>
                  </a:cubicBezTo>
                  <a:cubicBezTo>
                    <a:pt x="16680" y="14151"/>
                    <a:pt x="16680" y="14151"/>
                    <a:pt x="16680" y="14151"/>
                  </a:cubicBezTo>
                  <a:cubicBezTo>
                    <a:pt x="16717" y="14084"/>
                    <a:pt x="16717" y="14084"/>
                    <a:pt x="16717" y="14084"/>
                  </a:cubicBezTo>
                  <a:cubicBezTo>
                    <a:pt x="16717" y="14084"/>
                    <a:pt x="16717" y="14084"/>
                    <a:pt x="16717" y="14084"/>
                  </a:cubicBezTo>
                  <a:cubicBezTo>
                    <a:pt x="16717" y="14084"/>
                    <a:pt x="16717" y="14084"/>
                    <a:pt x="16717" y="14084"/>
                  </a:cubicBezTo>
                  <a:cubicBezTo>
                    <a:pt x="16680" y="14084"/>
                    <a:pt x="16680" y="14084"/>
                    <a:pt x="16680" y="14084"/>
                  </a:cubicBezTo>
                  <a:cubicBezTo>
                    <a:pt x="16643" y="14016"/>
                    <a:pt x="16643" y="14016"/>
                    <a:pt x="16643" y="14016"/>
                  </a:cubicBezTo>
                  <a:cubicBezTo>
                    <a:pt x="16643" y="14084"/>
                    <a:pt x="16643" y="14084"/>
                    <a:pt x="16643" y="14084"/>
                  </a:cubicBezTo>
                  <a:cubicBezTo>
                    <a:pt x="16606" y="14151"/>
                    <a:pt x="16606" y="14151"/>
                    <a:pt x="16606" y="14151"/>
                  </a:cubicBezTo>
                  <a:cubicBezTo>
                    <a:pt x="16606" y="14151"/>
                    <a:pt x="16606" y="14151"/>
                    <a:pt x="16606" y="14151"/>
                  </a:cubicBezTo>
                  <a:cubicBezTo>
                    <a:pt x="16606" y="14219"/>
                    <a:pt x="16606" y="14219"/>
                    <a:pt x="16606" y="14219"/>
                  </a:cubicBezTo>
                  <a:cubicBezTo>
                    <a:pt x="16643" y="14287"/>
                    <a:pt x="16643" y="14287"/>
                    <a:pt x="16643" y="14287"/>
                  </a:cubicBezTo>
                  <a:close/>
                  <a:moveTo>
                    <a:pt x="16532" y="14219"/>
                  </a:moveTo>
                  <a:cubicBezTo>
                    <a:pt x="16532" y="14219"/>
                    <a:pt x="16532" y="14219"/>
                    <a:pt x="16532" y="14219"/>
                  </a:cubicBezTo>
                  <a:cubicBezTo>
                    <a:pt x="16532" y="14219"/>
                    <a:pt x="16532" y="14219"/>
                    <a:pt x="16532" y="14219"/>
                  </a:cubicBezTo>
                  <a:cubicBezTo>
                    <a:pt x="16532" y="14151"/>
                    <a:pt x="16532" y="14151"/>
                    <a:pt x="16532" y="14151"/>
                  </a:cubicBezTo>
                  <a:cubicBezTo>
                    <a:pt x="16569" y="14219"/>
                    <a:pt x="16569" y="14219"/>
                    <a:pt x="16569" y="14219"/>
                  </a:cubicBezTo>
                  <a:cubicBezTo>
                    <a:pt x="16569" y="14219"/>
                    <a:pt x="16569" y="14219"/>
                    <a:pt x="16569" y="14219"/>
                  </a:cubicBezTo>
                  <a:cubicBezTo>
                    <a:pt x="16569" y="14151"/>
                    <a:pt x="16569" y="14151"/>
                    <a:pt x="16569" y="14151"/>
                  </a:cubicBezTo>
                  <a:cubicBezTo>
                    <a:pt x="16569" y="14151"/>
                    <a:pt x="16569" y="14151"/>
                    <a:pt x="16569" y="14151"/>
                  </a:cubicBezTo>
                  <a:cubicBezTo>
                    <a:pt x="16569" y="14084"/>
                    <a:pt x="16569" y="14084"/>
                    <a:pt x="16569" y="14084"/>
                  </a:cubicBezTo>
                  <a:cubicBezTo>
                    <a:pt x="16569" y="14084"/>
                    <a:pt x="16569" y="14084"/>
                    <a:pt x="16569" y="14084"/>
                  </a:cubicBezTo>
                  <a:cubicBezTo>
                    <a:pt x="16532" y="14151"/>
                    <a:pt x="16532" y="14151"/>
                    <a:pt x="16532" y="14151"/>
                  </a:cubicBezTo>
                  <a:cubicBezTo>
                    <a:pt x="16495" y="14151"/>
                    <a:pt x="16495" y="14151"/>
                    <a:pt x="16495" y="14151"/>
                  </a:cubicBezTo>
                  <a:cubicBezTo>
                    <a:pt x="16495" y="14219"/>
                    <a:pt x="16495" y="14219"/>
                    <a:pt x="16495" y="14219"/>
                  </a:cubicBezTo>
                  <a:cubicBezTo>
                    <a:pt x="16532" y="14219"/>
                    <a:pt x="16532" y="14219"/>
                    <a:pt x="16532" y="14219"/>
                  </a:cubicBezTo>
                  <a:close/>
                  <a:moveTo>
                    <a:pt x="16754" y="14422"/>
                  </a:moveTo>
                  <a:cubicBezTo>
                    <a:pt x="16754" y="14422"/>
                    <a:pt x="16754" y="14422"/>
                    <a:pt x="16754" y="14422"/>
                  </a:cubicBezTo>
                  <a:cubicBezTo>
                    <a:pt x="16754" y="14422"/>
                    <a:pt x="16754" y="14422"/>
                    <a:pt x="16754" y="14422"/>
                  </a:cubicBezTo>
                  <a:cubicBezTo>
                    <a:pt x="16791" y="14354"/>
                    <a:pt x="16791" y="14354"/>
                    <a:pt x="16791" y="14354"/>
                  </a:cubicBezTo>
                  <a:cubicBezTo>
                    <a:pt x="16754" y="14354"/>
                    <a:pt x="16754" y="14354"/>
                    <a:pt x="16754" y="14354"/>
                  </a:cubicBezTo>
                  <a:cubicBezTo>
                    <a:pt x="16754" y="14354"/>
                    <a:pt x="16754" y="14354"/>
                    <a:pt x="16754" y="14354"/>
                  </a:cubicBezTo>
                  <a:cubicBezTo>
                    <a:pt x="16754" y="14354"/>
                    <a:pt x="16754" y="14354"/>
                    <a:pt x="16754" y="14354"/>
                  </a:cubicBezTo>
                  <a:cubicBezTo>
                    <a:pt x="16754" y="14422"/>
                    <a:pt x="16754" y="14422"/>
                    <a:pt x="16754" y="14422"/>
                  </a:cubicBezTo>
                  <a:close/>
                  <a:moveTo>
                    <a:pt x="16717" y="14354"/>
                  </a:moveTo>
                  <a:cubicBezTo>
                    <a:pt x="16717" y="14354"/>
                    <a:pt x="16717" y="14354"/>
                    <a:pt x="16717" y="14354"/>
                  </a:cubicBezTo>
                  <a:cubicBezTo>
                    <a:pt x="16717" y="14422"/>
                    <a:pt x="16717" y="14422"/>
                    <a:pt x="16717" y="14422"/>
                  </a:cubicBezTo>
                  <a:cubicBezTo>
                    <a:pt x="16717" y="14354"/>
                    <a:pt x="16717" y="14354"/>
                    <a:pt x="16717" y="14354"/>
                  </a:cubicBezTo>
                  <a:cubicBezTo>
                    <a:pt x="16717" y="14354"/>
                    <a:pt x="16717" y="14354"/>
                    <a:pt x="16717" y="14354"/>
                  </a:cubicBezTo>
                  <a:cubicBezTo>
                    <a:pt x="16717" y="14354"/>
                    <a:pt x="16717" y="14354"/>
                    <a:pt x="16717" y="14354"/>
                  </a:cubicBezTo>
                  <a:cubicBezTo>
                    <a:pt x="16717" y="14354"/>
                    <a:pt x="16717" y="14354"/>
                    <a:pt x="16717" y="14354"/>
                  </a:cubicBezTo>
                  <a:close/>
                  <a:moveTo>
                    <a:pt x="16717" y="14557"/>
                  </a:moveTo>
                  <a:cubicBezTo>
                    <a:pt x="16717" y="14557"/>
                    <a:pt x="16717" y="14557"/>
                    <a:pt x="16717" y="14557"/>
                  </a:cubicBezTo>
                  <a:cubicBezTo>
                    <a:pt x="16754" y="14557"/>
                    <a:pt x="16754" y="14557"/>
                    <a:pt x="16754" y="14557"/>
                  </a:cubicBezTo>
                  <a:cubicBezTo>
                    <a:pt x="16754" y="14490"/>
                    <a:pt x="16754" y="14490"/>
                    <a:pt x="16754" y="14490"/>
                  </a:cubicBezTo>
                  <a:cubicBezTo>
                    <a:pt x="16754" y="14490"/>
                    <a:pt x="16754" y="14490"/>
                    <a:pt x="16754" y="14490"/>
                  </a:cubicBezTo>
                  <a:cubicBezTo>
                    <a:pt x="16754" y="14422"/>
                    <a:pt x="16754" y="14422"/>
                    <a:pt x="16754" y="14422"/>
                  </a:cubicBezTo>
                  <a:cubicBezTo>
                    <a:pt x="16717" y="14490"/>
                    <a:pt x="16717" y="14490"/>
                    <a:pt x="16717" y="14490"/>
                  </a:cubicBezTo>
                  <a:cubicBezTo>
                    <a:pt x="16680" y="14490"/>
                    <a:pt x="16680" y="14490"/>
                    <a:pt x="16680" y="14490"/>
                  </a:cubicBezTo>
                  <a:cubicBezTo>
                    <a:pt x="16680" y="14557"/>
                    <a:pt x="16680" y="14557"/>
                    <a:pt x="16680" y="14557"/>
                  </a:cubicBezTo>
                  <a:cubicBezTo>
                    <a:pt x="16717" y="14557"/>
                    <a:pt x="16717" y="14557"/>
                    <a:pt x="16717" y="14557"/>
                  </a:cubicBezTo>
                  <a:close/>
                  <a:moveTo>
                    <a:pt x="17975" y="11443"/>
                  </a:moveTo>
                  <a:cubicBezTo>
                    <a:pt x="17975" y="11443"/>
                    <a:pt x="17975" y="11443"/>
                    <a:pt x="17975" y="11443"/>
                  </a:cubicBezTo>
                  <a:cubicBezTo>
                    <a:pt x="18012" y="11375"/>
                    <a:pt x="18012" y="11375"/>
                    <a:pt x="18012" y="11375"/>
                  </a:cubicBezTo>
                  <a:cubicBezTo>
                    <a:pt x="18012" y="11307"/>
                    <a:pt x="18012" y="11307"/>
                    <a:pt x="18012" y="11307"/>
                  </a:cubicBezTo>
                  <a:cubicBezTo>
                    <a:pt x="17975" y="11307"/>
                    <a:pt x="17975" y="11307"/>
                    <a:pt x="17975" y="11307"/>
                  </a:cubicBezTo>
                  <a:cubicBezTo>
                    <a:pt x="17975" y="11375"/>
                    <a:pt x="17975" y="11375"/>
                    <a:pt x="17975" y="11375"/>
                  </a:cubicBezTo>
                  <a:cubicBezTo>
                    <a:pt x="17975" y="11443"/>
                    <a:pt x="17975" y="11443"/>
                    <a:pt x="17975" y="11443"/>
                  </a:cubicBezTo>
                  <a:close/>
                  <a:moveTo>
                    <a:pt x="19972" y="11036"/>
                  </a:moveTo>
                  <a:cubicBezTo>
                    <a:pt x="19972" y="11104"/>
                    <a:pt x="19972" y="11104"/>
                    <a:pt x="19972" y="11104"/>
                  </a:cubicBezTo>
                  <a:cubicBezTo>
                    <a:pt x="19972" y="11036"/>
                    <a:pt x="19972" y="11036"/>
                    <a:pt x="19972" y="11036"/>
                  </a:cubicBezTo>
                  <a:cubicBezTo>
                    <a:pt x="19972" y="10969"/>
                    <a:pt x="19972" y="10969"/>
                    <a:pt x="19972" y="10969"/>
                  </a:cubicBezTo>
                  <a:cubicBezTo>
                    <a:pt x="19972" y="10969"/>
                    <a:pt x="19972" y="10969"/>
                    <a:pt x="19972" y="10969"/>
                  </a:cubicBezTo>
                  <a:cubicBezTo>
                    <a:pt x="19972" y="10901"/>
                    <a:pt x="19972" y="10901"/>
                    <a:pt x="19972" y="10901"/>
                  </a:cubicBezTo>
                  <a:cubicBezTo>
                    <a:pt x="20009" y="10833"/>
                    <a:pt x="20009" y="10833"/>
                    <a:pt x="20009" y="10833"/>
                  </a:cubicBezTo>
                  <a:cubicBezTo>
                    <a:pt x="20009" y="10766"/>
                    <a:pt x="20009" y="10766"/>
                    <a:pt x="20009" y="10766"/>
                  </a:cubicBezTo>
                  <a:cubicBezTo>
                    <a:pt x="20046" y="10766"/>
                    <a:pt x="20046" y="10766"/>
                    <a:pt x="20046" y="10766"/>
                  </a:cubicBezTo>
                  <a:cubicBezTo>
                    <a:pt x="20083" y="10698"/>
                    <a:pt x="20083" y="10698"/>
                    <a:pt x="20083" y="10698"/>
                  </a:cubicBezTo>
                  <a:cubicBezTo>
                    <a:pt x="20083" y="10698"/>
                    <a:pt x="20083" y="10698"/>
                    <a:pt x="20083" y="10698"/>
                  </a:cubicBezTo>
                  <a:cubicBezTo>
                    <a:pt x="20046" y="10630"/>
                    <a:pt x="20046" y="10630"/>
                    <a:pt x="20046" y="10630"/>
                  </a:cubicBezTo>
                  <a:cubicBezTo>
                    <a:pt x="20009" y="10495"/>
                    <a:pt x="20009" y="10495"/>
                    <a:pt x="20009" y="10495"/>
                  </a:cubicBezTo>
                  <a:cubicBezTo>
                    <a:pt x="20009" y="10495"/>
                    <a:pt x="20009" y="10495"/>
                    <a:pt x="20009" y="10495"/>
                  </a:cubicBezTo>
                  <a:cubicBezTo>
                    <a:pt x="19972" y="10563"/>
                    <a:pt x="19972" y="10563"/>
                    <a:pt x="19972" y="10563"/>
                  </a:cubicBezTo>
                  <a:cubicBezTo>
                    <a:pt x="19972" y="10563"/>
                    <a:pt x="19972" y="10563"/>
                    <a:pt x="19972" y="10563"/>
                  </a:cubicBezTo>
                  <a:cubicBezTo>
                    <a:pt x="19972" y="10563"/>
                    <a:pt x="19972" y="10563"/>
                    <a:pt x="19972" y="10563"/>
                  </a:cubicBezTo>
                  <a:cubicBezTo>
                    <a:pt x="19935" y="10698"/>
                    <a:pt x="19935" y="10698"/>
                    <a:pt x="19935" y="10698"/>
                  </a:cubicBezTo>
                  <a:cubicBezTo>
                    <a:pt x="19898" y="10698"/>
                    <a:pt x="19898" y="10698"/>
                    <a:pt x="19898" y="10698"/>
                  </a:cubicBezTo>
                  <a:cubicBezTo>
                    <a:pt x="19898" y="10766"/>
                    <a:pt x="19898" y="10766"/>
                    <a:pt x="19898" y="10766"/>
                  </a:cubicBezTo>
                  <a:cubicBezTo>
                    <a:pt x="19898" y="10698"/>
                    <a:pt x="19898" y="10698"/>
                    <a:pt x="19898" y="10698"/>
                  </a:cubicBezTo>
                  <a:cubicBezTo>
                    <a:pt x="19935" y="10698"/>
                    <a:pt x="19935" y="10698"/>
                    <a:pt x="19935" y="10698"/>
                  </a:cubicBezTo>
                  <a:cubicBezTo>
                    <a:pt x="19935" y="10698"/>
                    <a:pt x="19935" y="10698"/>
                    <a:pt x="19935" y="10698"/>
                  </a:cubicBezTo>
                  <a:cubicBezTo>
                    <a:pt x="19935" y="10766"/>
                    <a:pt x="19935" y="10766"/>
                    <a:pt x="19935" y="10766"/>
                  </a:cubicBezTo>
                  <a:cubicBezTo>
                    <a:pt x="19935" y="10833"/>
                    <a:pt x="19935" y="10833"/>
                    <a:pt x="19935" y="10833"/>
                  </a:cubicBezTo>
                  <a:cubicBezTo>
                    <a:pt x="19972" y="10901"/>
                    <a:pt x="19972" y="10901"/>
                    <a:pt x="19972" y="10901"/>
                  </a:cubicBezTo>
                  <a:cubicBezTo>
                    <a:pt x="19972" y="10969"/>
                    <a:pt x="19972" y="10969"/>
                    <a:pt x="19972" y="10969"/>
                  </a:cubicBezTo>
                  <a:cubicBezTo>
                    <a:pt x="19935" y="10969"/>
                    <a:pt x="19935" y="10969"/>
                    <a:pt x="19935" y="10969"/>
                  </a:cubicBezTo>
                  <a:cubicBezTo>
                    <a:pt x="19935" y="11036"/>
                    <a:pt x="19935" y="11036"/>
                    <a:pt x="19935" y="11036"/>
                  </a:cubicBezTo>
                  <a:cubicBezTo>
                    <a:pt x="19972" y="11036"/>
                    <a:pt x="19972" y="11036"/>
                    <a:pt x="19972" y="11036"/>
                  </a:cubicBezTo>
                  <a:close/>
                  <a:moveTo>
                    <a:pt x="21156" y="12797"/>
                  </a:moveTo>
                  <a:cubicBezTo>
                    <a:pt x="21156" y="12797"/>
                    <a:pt x="21156" y="12797"/>
                    <a:pt x="21156" y="12797"/>
                  </a:cubicBezTo>
                  <a:cubicBezTo>
                    <a:pt x="21193" y="12797"/>
                    <a:pt x="21193" y="12797"/>
                    <a:pt x="21193" y="12797"/>
                  </a:cubicBezTo>
                  <a:cubicBezTo>
                    <a:pt x="21230" y="12865"/>
                    <a:pt x="21230" y="12865"/>
                    <a:pt x="21230" y="12865"/>
                  </a:cubicBezTo>
                  <a:cubicBezTo>
                    <a:pt x="21304" y="12932"/>
                    <a:pt x="21304" y="12932"/>
                    <a:pt x="21304" y="12932"/>
                  </a:cubicBezTo>
                  <a:cubicBezTo>
                    <a:pt x="21304" y="12932"/>
                    <a:pt x="21304" y="12932"/>
                    <a:pt x="21304" y="12932"/>
                  </a:cubicBezTo>
                  <a:cubicBezTo>
                    <a:pt x="21341" y="12932"/>
                    <a:pt x="21341" y="12932"/>
                    <a:pt x="21341" y="12932"/>
                  </a:cubicBezTo>
                  <a:cubicBezTo>
                    <a:pt x="21341" y="12865"/>
                    <a:pt x="21341" y="12865"/>
                    <a:pt x="21341" y="12865"/>
                  </a:cubicBezTo>
                  <a:cubicBezTo>
                    <a:pt x="21304" y="12865"/>
                    <a:pt x="21304" y="12865"/>
                    <a:pt x="21304" y="12865"/>
                  </a:cubicBezTo>
                  <a:cubicBezTo>
                    <a:pt x="21267" y="12865"/>
                    <a:pt x="21267" y="12865"/>
                    <a:pt x="21267" y="12865"/>
                  </a:cubicBezTo>
                  <a:cubicBezTo>
                    <a:pt x="21230" y="12797"/>
                    <a:pt x="21230" y="12797"/>
                    <a:pt x="21230" y="12797"/>
                  </a:cubicBezTo>
                  <a:cubicBezTo>
                    <a:pt x="21230" y="12797"/>
                    <a:pt x="21230" y="12797"/>
                    <a:pt x="21230" y="12797"/>
                  </a:cubicBezTo>
                  <a:cubicBezTo>
                    <a:pt x="21156" y="12797"/>
                    <a:pt x="21156" y="12797"/>
                    <a:pt x="21156" y="12797"/>
                  </a:cubicBezTo>
                  <a:cubicBezTo>
                    <a:pt x="21156" y="12797"/>
                    <a:pt x="21156" y="12797"/>
                    <a:pt x="21156" y="12797"/>
                  </a:cubicBezTo>
                  <a:close/>
                  <a:moveTo>
                    <a:pt x="20823" y="12662"/>
                  </a:moveTo>
                  <a:cubicBezTo>
                    <a:pt x="20860" y="12662"/>
                    <a:pt x="20860" y="12662"/>
                    <a:pt x="20860" y="12662"/>
                  </a:cubicBezTo>
                  <a:cubicBezTo>
                    <a:pt x="20860" y="12662"/>
                    <a:pt x="20860" y="12662"/>
                    <a:pt x="20860" y="12662"/>
                  </a:cubicBezTo>
                  <a:cubicBezTo>
                    <a:pt x="20897" y="12729"/>
                    <a:pt x="20897" y="12729"/>
                    <a:pt x="20897" y="12729"/>
                  </a:cubicBezTo>
                  <a:cubicBezTo>
                    <a:pt x="20897" y="12729"/>
                    <a:pt x="20897" y="12729"/>
                    <a:pt x="20897" y="12729"/>
                  </a:cubicBezTo>
                  <a:cubicBezTo>
                    <a:pt x="20934" y="12797"/>
                    <a:pt x="20934" y="12797"/>
                    <a:pt x="20934" y="12797"/>
                  </a:cubicBezTo>
                  <a:cubicBezTo>
                    <a:pt x="20934" y="12797"/>
                    <a:pt x="20934" y="12797"/>
                    <a:pt x="20934" y="12797"/>
                  </a:cubicBezTo>
                  <a:cubicBezTo>
                    <a:pt x="20971" y="12865"/>
                    <a:pt x="20971" y="12865"/>
                    <a:pt x="20971" y="12865"/>
                  </a:cubicBezTo>
                  <a:cubicBezTo>
                    <a:pt x="20971" y="12865"/>
                    <a:pt x="20971" y="12865"/>
                    <a:pt x="20971" y="12865"/>
                  </a:cubicBezTo>
                  <a:cubicBezTo>
                    <a:pt x="21008" y="12865"/>
                    <a:pt x="21008" y="12865"/>
                    <a:pt x="21008" y="12865"/>
                  </a:cubicBezTo>
                  <a:cubicBezTo>
                    <a:pt x="21045" y="12865"/>
                    <a:pt x="21045" y="12865"/>
                    <a:pt x="21045" y="12865"/>
                  </a:cubicBezTo>
                  <a:cubicBezTo>
                    <a:pt x="21082" y="12865"/>
                    <a:pt x="21082" y="12865"/>
                    <a:pt x="21082" y="12865"/>
                  </a:cubicBezTo>
                  <a:cubicBezTo>
                    <a:pt x="21082" y="12865"/>
                    <a:pt x="21082" y="12865"/>
                    <a:pt x="21082" y="12865"/>
                  </a:cubicBezTo>
                  <a:cubicBezTo>
                    <a:pt x="21045" y="12797"/>
                    <a:pt x="21045" y="12797"/>
                    <a:pt x="21045" y="12797"/>
                  </a:cubicBezTo>
                  <a:cubicBezTo>
                    <a:pt x="21008" y="12797"/>
                    <a:pt x="21008" y="12797"/>
                    <a:pt x="21008" y="12797"/>
                  </a:cubicBezTo>
                  <a:cubicBezTo>
                    <a:pt x="20971" y="12729"/>
                    <a:pt x="20971" y="12729"/>
                    <a:pt x="20971" y="12729"/>
                  </a:cubicBezTo>
                  <a:cubicBezTo>
                    <a:pt x="20971" y="12662"/>
                    <a:pt x="20971" y="12662"/>
                    <a:pt x="20971" y="12662"/>
                  </a:cubicBezTo>
                  <a:cubicBezTo>
                    <a:pt x="20934" y="12662"/>
                    <a:pt x="20934" y="12662"/>
                    <a:pt x="20934" y="12662"/>
                  </a:cubicBezTo>
                  <a:cubicBezTo>
                    <a:pt x="20897" y="12594"/>
                    <a:pt x="20897" y="12594"/>
                    <a:pt x="20897" y="12594"/>
                  </a:cubicBezTo>
                  <a:cubicBezTo>
                    <a:pt x="20897" y="12594"/>
                    <a:pt x="20897" y="12594"/>
                    <a:pt x="20897" y="12594"/>
                  </a:cubicBezTo>
                  <a:cubicBezTo>
                    <a:pt x="20934" y="12594"/>
                    <a:pt x="20934" y="12594"/>
                    <a:pt x="20934" y="12594"/>
                  </a:cubicBezTo>
                  <a:cubicBezTo>
                    <a:pt x="20897" y="12594"/>
                    <a:pt x="20897" y="12594"/>
                    <a:pt x="20897" y="12594"/>
                  </a:cubicBezTo>
                  <a:cubicBezTo>
                    <a:pt x="20860" y="12594"/>
                    <a:pt x="20860" y="12594"/>
                    <a:pt x="20860" y="12594"/>
                  </a:cubicBezTo>
                  <a:cubicBezTo>
                    <a:pt x="20823" y="12594"/>
                    <a:pt x="20823" y="12594"/>
                    <a:pt x="20823" y="12594"/>
                  </a:cubicBezTo>
                  <a:cubicBezTo>
                    <a:pt x="20823" y="12594"/>
                    <a:pt x="20823" y="12594"/>
                    <a:pt x="20823" y="12594"/>
                  </a:cubicBezTo>
                  <a:cubicBezTo>
                    <a:pt x="20823" y="12662"/>
                    <a:pt x="20823" y="12662"/>
                    <a:pt x="20823" y="12662"/>
                  </a:cubicBezTo>
                  <a:close/>
                  <a:moveTo>
                    <a:pt x="20009" y="15438"/>
                  </a:moveTo>
                  <a:cubicBezTo>
                    <a:pt x="20009" y="15438"/>
                    <a:pt x="20009" y="15438"/>
                    <a:pt x="20009" y="15438"/>
                  </a:cubicBezTo>
                  <a:cubicBezTo>
                    <a:pt x="20046" y="15438"/>
                    <a:pt x="20046" y="15438"/>
                    <a:pt x="20046" y="15438"/>
                  </a:cubicBezTo>
                  <a:cubicBezTo>
                    <a:pt x="20046" y="15370"/>
                    <a:pt x="20046" y="15370"/>
                    <a:pt x="20046" y="15370"/>
                  </a:cubicBezTo>
                  <a:cubicBezTo>
                    <a:pt x="20009" y="15370"/>
                    <a:pt x="20009" y="15370"/>
                    <a:pt x="20009" y="15370"/>
                  </a:cubicBezTo>
                  <a:cubicBezTo>
                    <a:pt x="19972" y="15370"/>
                    <a:pt x="19972" y="15370"/>
                    <a:pt x="19972" y="15370"/>
                  </a:cubicBezTo>
                  <a:cubicBezTo>
                    <a:pt x="19972" y="15438"/>
                    <a:pt x="19972" y="15438"/>
                    <a:pt x="19972" y="15438"/>
                  </a:cubicBezTo>
                  <a:cubicBezTo>
                    <a:pt x="20009" y="15438"/>
                    <a:pt x="20009" y="15438"/>
                    <a:pt x="20009" y="15438"/>
                  </a:cubicBezTo>
                  <a:close/>
                  <a:moveTo>
                    <a:pt x="19824" y="15370"/>
                  </a:moveTo>
                  <a:cubicBezTo>
                    <a:pt x="19824" y="15438"/>
                    <a:pt x="19824" y="15438"/>
                    <a:pt x="19824" y="15438"/>
                  </a:cubicBezTo>
                  <a:cubicBezTo>
                    <a:pt x="19861" y="15438"/>
                    <a:pt x="19861" y="15438"/>
                    <a:pt x="19861" y="15438"/>
                  </a:cubicBezTo>
                  <a:cubicBezTo>
                    <a:pt x="19898" y="15438"/>
                    <a:pt x="19898" y="15438"/>
                    <a:pt x="19898" y="15438"/>
                  </a:cubicBezTo>
                  <a:cubicBezTo>
                    <a:pt x="19898" y="15438"/>
                    <a:pt x="19898" y="15438"/>
                    <a:pt x="19898" y="15438"/>
                  </a:cubicBezTo>
                  <a:cubicBezTo>
                    <a:pt x="19861" y="15370"/>
                    <a:pt x="19861" y="15370"/>
                    <a:pt x="19861" y="15370"/>
                  </a:cubicBezTo>
                  <a:cubicBezTo>
                    <a:pt x="19824" y="15370"/>
                    <a:pt x="19824" y="15370"/>
                    <a:pt x="19824" y="15370"/>
                  </a:cubicBezTo>
                  <a:close/>
                  <a:moveTo>
                    <a:pt x="19935" y="15844"/>
                  </a:moveTo>
                  <a:cubicBezTo>
                    <a:pt x="19935" y="15844"/>
                    <a:pt x="19935" y="15844"/>
                    <a:pt x="19935" y="15844"/>
                  </a:cubicBezTo>
                  <a:cubicBezTo>
                    <a:pt x="19935" y="15776"/>
                    <a:pt x="19935" y="15776"/>
                    <a:pt x="19935" y="15776"/>
                  </a:cubicBezTo>
                  <a:cubicBezTo>
                    <a:pt x="19935" y="15709"/>
                    <a:pt x="19935" y="15709"/>
                    <a:pt x="19935" y="15709"/>
                  </a:cubicBezTo>
                  <a:cubicBezTo>
                    <a:pt x="19972" y="15709"/>
                    <a:pt x="19972" y="15709"/>
                    <a:pt x="19972" y="15709"/>
                  </a:cubicBezTo>
                  <a:cubicBezTo>
                    <a:pt x="20009" y="15641"/>
                    <a:pt x="20009" y="15641"/>
                    <a:pt x="20009" y="15641"/>
                  </a:cubicBezTo>
                  <a:cubicBezTo>
                    <a:pt x="19972" y="15573"/>
                    <a:pt x="19972" y="15573"/>
                    <a:pt x="19972" y="15573"/>
                  </a:cubicBezTo>
                  <a:cubicBezTo>
                    <a:pt x="20009" y="15573"/>
                    <a:pt x="20009" y="15573"/>
                    <a:pt x="20009" y="15573"/>
                  </a:cubicBezTo>
                  <a:cubicBezTo>
                    <a:pt x="20009" y="15505"/>
                    <a:pt x="20009" y="15505"/>
                    <a:pt x="20009" y="15505"/>
                  </a:cubicBezTo>
                  <a:cubicBezTo>
                    <a:pt x="20009" y="15505"/>
                    <a:pt x="20009" y="15505"/>
                    <a:pt x="20009" y="15505"/>
                  </a:cubicBezTo>
                  <a:cubicBezTo>
                    <a:pt x="19935" y="15438"/>
                    <a:pt x="19935" y="15438"/>
                    <a:pt x="19935" y="15438"/>
                  </a:cubicBezTo>
                  <a:cubicBezTo>
                    <a:pt x="19935" y="15438"/>
                    <a:pt x="19935" y="15438"/>
                    <a:pt x="19935" y="15438"/>
                  </a:cubicBezTo>
                  <a:cubicBezTo>
                    <a:pt x="19935" y="15573"/>
                    <a:pt x="19935" y="15573"/>
                    <a:pt x="19935" y="15573"/>
                  </a:cubicBezTo>
                  <a:cubicBezTo>
                    <a:pt x="19935" y="15573"/>
                    <a:pt x="19935" y="15573"/>
                    <a:pt x="19935" y="15573"/>
                  </a:cubicBezTo>
                  <a:cubicBezTo>
                    <a:pt x="19898" y="15641"/>
                    <a:pt x="19898" y="15641"/>
                    <a:pt x="19898" y="15641"/>
                  </a:cubicBezTo>
                  <a:cubicBezTo>
                    <a:pt x="19898" y="15641"/>
                    <a:pt x="19898" y="15641"/>
                    <a:pt x="19898" y="15641"/>
                  </a:cubicBezTo>
                  <a:cubicBezTo>
                    <a:pt x="19861" y="15641"/>
                    <a:pt x="19861" y="15641"/>
                    <a:pt x="19861" y="15641"/>
                  </a:cubicBezTo>
                  <a:cubicBezTo>
                    <a:pt x="19861" y="15709"/>
                    <a:pt x="19861" y="15709"/>
                    <a:pt x="19861" y="15709"/>
                  </a:cubicBezTo>
                  <a:cubicBezTo>
                    <a:pt x="19898" y="15709"/>
                    <a:pt x="19898" y="15709"/>
                    <a:pt x="19898" y="15709"/>
                  </a:cubicBezTo>
                  <a:cubicBezTo>
                    <a:pt x="19898" y="15776"/>
                    <a:pt x="19898" y="15776"/>
                    <a:pt x="19898" y="15776"/>
                  </a:cubicBezTo>
                  <a:cubicBezTo>
                    <a:pt x="19898" y="15776"/>
                    <a:pt x="19898" y="15776"/>
                    <a:pt x="19898" y="15776"/>
                  </a:cubicBezTo>
                  <a:cubicBezTo>
                    <a:pt x="19898" y="15776"/>
                    <a:pt x="19898" y="15776"/>
                    <a:pt x="19898" y="15776"/>
                  </a:cubicBezTo>
                  <a:cubicBezTo>
                    <a:pt x="19935" y="15776"/>
                    <a:pt x="19935" y="15776"/>
                    <a:pt x="19935" y="15776"/>
                  </a:cubicBezTo>
                  <a:cubicBezTo>
                    <a:pt x="19935" y="15844"/>
                    <a:pt x="19935" y="15844"/>
                    <a:pt x="19935" y="15844"/>
                  </a:cubicBezTo>
                  <a:close/>
                  <a:moveTo>
                    <a:pt x="19898" y="16183"/>
                  </a:moveTo>
                  <a:cubicBezTo>
                    <a:pt x="19898" y="16183"/>
                    <a:pt x="19898" y="16115"/>
                    <a:pt x="19898" y="16115"/>
                  </a:cubicBezTo>
                  <a:cubicBezTo>
                    <a:pt x="19898" y="16115"/>
                    <a:pt x="19898" y="16115"/>
                    <a:pt x="19898" y="16115"/>
                  </a:cubicBezTo>
                  <a:cubicBezTo>
                    <a:pt x="19898" y="16047"/>
                    <a:pt x="19898" y="16047"/>
                    <a:pt x="19898" y="16047"/>
                  </a:cubicBezTo>
                  <a:cubicBezTo>
                    <a:pt x="19898" y="16047"/>
                    <a:pt x="19898" y="16047"/>
                    <a:pt x="19898" y="16047"/>
                  </a:cubicBezTo>
                  <a:cubicBezTo>
                    <a:pt x="19898" y="16047"/>
                    <a:pt x="19898" y="16047"/>
                    <a:pt x="19898" y="16047"/>
                  </a:cubicBezTo>
                  <a:cubicBezTo>
                    <a:pt x="19861" y="16115"/>
                    <a:pt x="19861" y="16115"/>
                    <a:pt x="19861" y="16115"/>
                  </a:cubicBezTo>
                  <a:cubicBezTo>
                    <a:pt x="19898" y="16183"/>
                    <a:pt x="19898" y="16183"/>
                    <a:pt x="19898" y="16183"/>
                  </a:cubicBezTo>
                  <a:close/>
                  <a:moveTo>
                    <a:pt x="19898" y="16250"/>
                  </a:moveTo>
                  <a:cubicBezTo>
                    <a:pt x="19935" y="16250"/>
                    <a:pt x="19935" y="16250"/>
                    <a:pt x="19935" y="16250"/>
                  </a:cubicBezTo>
                  <a:cubicBezTo>
                    <a:pt x="19898" y="16250"/>
                    <a:pt x="19898" y="16250"/>
                    <a:pt x="19898" y="16250"/>
                  </a:cubicBezTo>
                  <a:cubicBezTo>
                    <a:pt x="19898" y="16183"/>
                    <a:pt x="19898" y="16183"/>
                    <a:pt x="19898" y="16183"/>
                  </a:cubicBezTo>
                  <a:cubicBezTo>
                    <a:pt x="19898" y="16250"/>
                    <a:pt x="19898" y="16250"/>
                    <a:pt x="19898" y="16250"/>
                  </a:cubicBezTo>
                  <a:cubicBezTo>
                    <a:pt x="19898" y="16250"/>
                    <a:pt x="19898" y="16250"/>
                    <a:pt x="19898" y="16250"/>
                  </a:cubicBezTo>
                  <a:cubicBezTo>
                    <a:pt x="19898" y="16250"/>
                    <a:pt x="19898" y="16250"/>
                    <a:pt x="19898" y="16250"/>
                  </a:cubicBezTo>
                  <a:close/>
                  <a:moveTo>
                    <a:pt x="19861" y="16318"/>
                  </a:moveTo>
                  <a:cubicBezTo>
                    <a:pt x="19861" y="16318"/>
                    <a:pt x="19861" y="16318"/>
                    <a:pt x="19861" y="16318"/>
                  </a:cubicBezTo>
                  <a:cubicBezTo>
                    <a:pt x="19861" y="16318"/>
                    <a:pt x="19861" y="16318"/>
                    <a:pt x="19861" y="16318"/>
                  </a:cubicBezTo>
                  <a:cubicBezTo>
                    <a:pt x="19824" y="16318"/>
                    <a:pt x="19824" y="16318"/>
                    <a:pt x="19824" y="16318"/>
                  </a:cubicBezTo>
                  <a:cubicBezTo>
                    <a:pt x="19824" y="16318"/>
                    <a:pt x="19824" y="16318"/>
                    <a:pt x="19824" y="16318"/>
                  </a:cubicBezTo>
                  <a:cubicBezTo>
                    <a:pt x="19861" y="16318"/>
                    <a:pt x="19861" y="16318"/>
                    <a:pt x="19861" y="16318"/>
                  </a:cubicBezTo>
                  <a:close/>
                  <a:moveTo>
                    <a:pt x="19861" y="16453"/>
                  </a:moveTo>
                  <a:cubicBezTo>
                    <a:pt x="19898" y="16453"/>
                    <a:pt x="19898" y="16453"/>
                    <a:pt x="19898" y="16453"/>
                  </a:cubicBezTo>
                  <a:cubicBezTo>
                    <a:pt x="19898" y="16453"/>
                    <a:pt x="19898" y="16453"/>
                    <a:pt x="19898" y="16453"/>
                  </a:cubicBezTo>
                  <a:cubicBezTo>
                    <a:pt x="19898" y="16386"/>
                    <a:pt x="19898" y="16386"/>
                    <a:pt x="19898" y="16386"/>
                  </a:cubicBezTo>
                  <a:cubicBezTo>
                    <a:pt x="19898" y="16386"/>
                    <a:pt x="19898" y="16386"/>
                    <a:pt x="19898" y="16386"/>
                  </a:cubicBezTo>
                  <a:cubicBezTo>
                    <a:pt x="19861" y="16386"/>
                    <a:pt x="19861" y="16386"/>
                    <a:pt x="19861" y="16386"/>
                  </a:cubicBezTo>
                  <a:cubicBezTo>
                    <a:pt x="19861" y="16453"/>
                    <a:pt x="19861" y="16453"/>
                    <a:pt x="19861" y="16453"/>
                  </a:cubicBezTo>
                  <a:close/>
                  <a:moveTo>
                    <a:pt x="19824" y="16792"/>
                  </a:moveTo>
                  <a:cubicBezTo>
                    <a:pt x="19824" y="16792"/>
                    <a:pt x="19824" y="16792"/>
                    <a:pt x="19824" y="16792"/>
                  </a:cubicBezTo>
                  <a:cubicBezTo>
                    <a:pt x="19824" y="16792"/>
                    <a:pt x="19824" y="16792"/>
                    <a:pt x="19824" y="16792"/>
                  </a:cubicBezTo>
                  <a:cubicBezTo>
                    <a:pt x="19824" y="16792"/>
                    <a:pt x="19824" y="16792"/>
                    <a:pt x="19824" y="16792"/>
                  </a:cubicBezTo>
                  <a:cubicBezTo>
                    <a:pt x="19824" y="16792"/>
                    <a:pt x="19824" y="16792"/>
                    <a:pt x="19824" y="16792"/>
                  </a:cubicBezTo>
                  <a:close/>
                  <a:moveTo>
                    <a:pt x="19824" y="16995"/>
                  </a:moveTo>
                  <a:cubicBezTo>
                    <a:pt x="19824" y="16927"/>
                    <a:pt x="19824" y="16927"/>
                    <a:pt x="19824" y="16927"/>
                  </a:cubicBezTo>
                  <a:cubicBezTo>
                    <a:pt x="19824" y="16927"/>
                    <a:pt x="19824" y="16927"/>
                    <a:pt x="19824" y="16927"/>
                  </a:cubicBezTo>
                  <a:cubicBezTo>
                    <a:pt x="19824" y="16927"/>
                    <a:pt x="19824" y="16927"/>
                    <a:pt x="19824" y="16927"/>
                  </a:cubicBezTo>
                  <a:cubicBezTo>
                    <a:pt x="19824" y="16995"/>
                    <a:pt x="19824" y="16995"/>
                    <a:pt x="19824" y="16995"/>
                  </a:cubicBezTo>
                  <a:close/>
                  <a:moveTo>
                    <a:pt x="19824" y="17063"/>
                  </a:moveTo>
                  <a:cubicBezTo>
                    <a:pt x="19824" y="17063"/>
                    <a:pt x="19824" y="17063"/>
                    <a:pt x="19824" y="17063"/>
                  </a:cubicBezTo>
                  <a:cubicBezTo>
                    <a:pt x="19824" y="17063"/>
                    <a:pt x="19824" y="17063"/>
                    <a:pt x="19824" y="17063"/>
                  </a:cubicBezTo>
                  <a:cubicBezTo>
                    <a:pt x="19824" y="17063"/>
                    <a:pt x="19824" y="17063"/>
                    <a:pt x="19824" y="17063"/>
                  </a:cubicBezTo>
                  <a:close/>
                  <a:moveTo>
                    <a:pt x="19787" y="17131"/>
                  </a:move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lose/>
                  <a:moveTo>
                    <a:pt x="19750" y="17334"/>
                  </a:moveTo>
                  <a:cubicBezTo>
                    <a:pt x="19750" y="17334"/>
                    <a:pt x="19750" y="17334"/>
                    <a:pt x="19750" y="17334"/>
                  </a:cubicBezTo>
                  <a:cubicBezTo>
                    <a:pt x="19750" y="17266"/>
                    <a:pt x="19750" y="17266"/>
                    <a:pt x="19750" y="17266"/>
                  </a:cubicBezTo>
                  <a:cubicBezTo>
                    <a:pt x="19750" y="17266"/>
                    <a:pt x="19750" y="17266"/>
                    <a:pt x="19750" y="17266"/>
                  </a:cubicBezTo>
                  <a:cubicBezTo>
                    <a:pt x="19750" y="17266"/>
                    <a:pt x="19750" y="17266"/>
                    <a:pt x="19750" y="17266"/>
                  </a:cubicBezTo>
                  <a:cubicBezTo>
                    <a:pt x="19750" y="17334"/>
                    <a:pt x="19750" y="17334"/>
                    <a:pt x="19750" y="17334"/>
                  </a:cubicBezTo>
                  <a:cubicBezTo>
                    <a:pt x="19750" y="17334"/>
                    <a:pt x="19750" y="17334"/>
                    <a:pt x="19750" y="17334"/>
                  </a:cubicBezTo>
                  <a:close/>
                  <a:moveTo>
                    <a:pt x="19454" y="18011"/>
                  </a:moveTo>
                  <a:cubicBezTo>
                    <a:pt x="19491" y="18011"/>
                    <a:pt x="19491" y="18011"/>
                    <a:pt x="19491" y="18011"/>
                  </a:cubicBezTo>
                  <a:cubicBezTo>
                    <a:pt x="19528" y="17943"/>
                    <a:pt x="19528" y="17943"/>
                    <a:pt x="19528" y="17943"/>
                  </a:cubicBezTo>
                  <a:cubicBezTo>
                    <a:pt x="19528" y="17875"/>
                    <a:pt x="19528" y="17875"/>
                    <a:pt x="19528" y="17875"/>
                  </a:cubicBezTo>
                  <a:cubicBezTo>
                    <a:pt x="19565" y="17875"/>
                    <a:pt x="19565" y="17875"/>
                    <a:pt x="19565" y="17875"/>
                  </a:cubicBezTo>
                  <a:cubicBezTo>
                    <a:pt x="19565" y="17808"/>
                    <a:pt x="19565" y="17808"/>
                    <a:pt x="19565" y="17808"/>
                  </a:cubicBezTo>
                  <a:cubicBezTo>
                    <a:pt x="19565" y="17740"/>
                    <a:pt x="19565" y="17740"/>
                    <a:pt x="19565" y="17740"/>
                  </a:cubicBezTo>
                  <a:cubicBezTo>
                    <a:pt x="19602" y="17672"/>
                    <a:pt x="19602" y="17672"/>
                    <a:pt x="19602" y="17672"/>
                  </a:cubicBezTo>
                  <a:cubicBezTo>
                    <a:pt x="19602" y="17672"/>
                    <a:pt x="19602" y="17672"/>
                    <a:pt x="19602" y="17672"/>
                  </a:cubicBezTo>
                  <a:cubicBezTo>
                    <a:pt x="19565" y="17672"/>
                    <a:pt x="19565" y="17672"/>
                    <a:pt x="19565" y="17672"/>
                  </a:cubicBezTo>
                  <a:cubicBezTo>
                    <a:pt x="19528" y="17740"/>
                    <a:pt x="19528" y="17740"/>
                    <a:pt x="19528" y="17740"/>
                  </a:cubicBezTo>
                  <a:cubicBezTo>
                    <a:pt x="19528" y="17740"/>
                    <a:pt x="19528" y="17740"/>
                    <a:pt x="19528" y="17740"/>
                  </a:cubicBezTo>
                  <a:cubicBezTo>
                    <a:pt x="19528" y="17808"/>
                    <a:pt x="19528" y="17808"/>
                    <a:pt x="19528" y="17808"/>
                  </a:cubicBezTo>
                  <a:cubicBezTo>
                    <a:pt x="19491" y="17808"/>
                    <a:pt x="19491" y="17808"/>
                    <a:pt x="19491" y="17808"/>
                  </a:cubicBezTo>
                  <a:cubicBezTo>
                    <a:pt x="19491" y="17875"/>
                    <a:pt x="19491" y="17875"/>
                    <a:pt x="19491" y="17875"/>
                  </a:cubicBezTo>
                  <a:cubicBezTo>
                    <a:pt x="19491" y="17875"/>
                    <a:pt x="19491" y="17875"/>
                    <a:pt x="19491" y="17875"/>
                  </a:cubicBezTo>
                  <a:cubicBezTo>
                    <a:pt x="19454" y="18011"/>
                    <a:pt x="19454" y="18011"/>
                    <a:pt x="19454" y="18011"/>
                  </a:cubicBezTo>
                  <a:close/>
                  <a:moveTo>
                    <a:pt x="19158" y="18552"/>
                  </a:moveTo>
                  <a:cubicBezTo>
                    <a:pt x="19195" y="18552"/>
                    <a:pt x="19195" y="18552"/>
                    <a:pt x="19195" y="18552"/>
                  </a:cubicBezTo>
                  <a:cubicBezTo>
                    <a:pt x="19195" y="18485"/>
                    <a:pt x="19195" y="18485"/>
                    <a:pt x="19195" y="18485"/>
                  </a:cubicBezTo>
                  <a:cubicBezTo>
                    <a:pt x="19195" y="18485"/>
                    <a:pt x="19195" y="18485"/>
                    <a:pt x="19195" y="18485"/>
                  </a:cubicBezTo>
                  <a:cubicBezTo>
                    <a:pt x="19195" y="18417"/>
                    <a:pt x="19195" y="18417"/>
                    <a:pt x="19195" y="18417"/>
                  </a:cubicBezTo>
                  <a:cubicBezTo>
                    <a:pt x="19232" y="18417"/>
                    <a:pt x="19232" y="18417"/>
                    <a:pt x="19232" y="18417"/>
                  </a:cubicBezTo>
                  <a:cubicBezTo>
                    <a:pt x="19232" y="18349"/>
                    <a:pt x="19232" y="18349"/>
                    <a:pt x="19232" y="18349"/>
                  </a:cubicBezTo>
                  <a:cubicBezTo>
                    <a:pt x="19232" y="18349"/>
                    <a:pt x="19232" y="18349"/>
                    <a:pt x="19232" y="18349"/>
                  </a:cubicBezTo>
                  <a:cubicBezTo>
                    <a:pt x="19269" y="18349"/>
                    <a:pt x="19269" y="18349"/>
                    <a:pt x="19269" y="18349"/>
                  </a:cubicBezTo>
                  <a:cubicBezTo>
                    <a:pt x="19269" y="18282"/>
                    <a:pt x="19269" y="18282"/>
                    <a:pt x="19269" y="18282"/>
                  </a:cubicBezTo>
                  <a:cubicBezTo>
                    <a:pt x="19306" y="18214"/>
                    <a:pt x="19306" y="18214"/>
                    <a:pt x="19306" y="18214"/>
                  </a:cubicBezTo>
                  <a:cubicBezTo>
                    <a:pt x="19343" y="18146"/>
                    <a:pt x="19343" y="18146"/>
                    <a:pt x="19343" y="18146"/>
                  </a:cubicBezTo>
                  <a:cubicBezTo>
                    <a:pt x="19380" y="18146"/>
                    <a:pt x="19380" y="18146"/>
                    <a:pt x="19380" y="18146"/>
                  </a:cubicBezTo>
                  <a:cubicBezTo>
                    <a:pt x="19380" y="18146"/>
                    <a:pt x="19380" y="18146"/>
                    <a:pt x="19380" y="18146"/>
                  </a:cubicBezTo>
                  <a:cubicBezTo>
                    <a:pt x="19380" y="18078"/>
                    <a:pt x="19380" y="18078"/>
                    <a:pt x="19380" y="18078"/>
                  </a:cubicBezTo>
                  <a:cubicBezTo>
                    <a:pt x="19380" y="18011"/>
                    <a:pt x="19380" y="18011"/>
                    <a:pt x="19380" y="18011"/>
                  </a:cubicBezTo>
                  <a:cubicBezTo>
                    <a:pt x="19343" y="18011"/>
                    <a:pt x="19343" y="18011"/>
                    <a:pt x="19343" y="18011"/>
                  </a:cubicBezTo>
                  <a:cubicBezTo>
                    <a:pt x="19343" y="18078"/>
                    <a:pt x="19343" y="18078"/>
                    <a:pt x="19343" y="18078"/>
                  </a:cubicBezTo>
                  <a:cubicBezTo>
                    <a:pt x="19306" y="18146"/>
                    <a:pt x="19306" y="18146"/>
                    <a:pt x="19306" y="18146"/>
                  </a:cubicBezTo>
                  <a:cubicBezTo>
                    <a:pt x="19306" y="18146"/>
                    <a:pt x="19306" y="18146"/>
                    <a:pt x="19306" y="18146"/>
                  </a:cubicBezTo>
                  <a:cubicBezTo>
                    <a:pt x="19269" y="18146"/>
                    <a:pt x="19269" y="18146"/>
                    <a:pt x="19269" y="18146"/>
                  </a:cubicBezTo>
                  <a:cubicBezTo>
                    <a:pt x="19269" y="18146"/>
                    <a:pt x="19269" y="18146"/>
                    <a:pt x="19269" y="18146"/>
                  </a:cubicBezTo>
                  <a:cubicBezTo>
                    <a:pt x="19232" y="18146"/>
                    <a:pt x="19232" y="18146"/>
                    <a:pt x="19232" y="18146"/>
                  </a:cubicBezTo>
                  <a:cubicBezTo>
                    <a:pt x="19232" y="18146"/>
                    <a:pt x="19232" y="18146"/>
                    <a:pt x="19232" y="18146"/>
                  </a:cubicBezTo>
                  <a:cubicBezTo>
                    <a:pt x="19232" y="18146"/>
                    <a:pt x="19232" y="18146"/>
                    <a:pt x="19232" y="18146"/>
                  </a:cubicBezTo>
                  <a:cubicBezTo>
                    <a:pt x="19232" y="18214"/>
                    <a:pt x="19232" y="18214"/>
                    <a:pt x="19232" y="18214"/>
                  </a:cubicBezTo>
                  <a:cubicBezTo>
                    <a:pt x="19232" y="18214"/>
                    <a:pt x="19232" y="18214"/>
                    <a:pt x="19232" y="18214"/>
                  </a:cubicBezTo>
                  <a:cubicBezTo>
                    <a:pt x="19195" y="18282"/>
                    <a:pt x="19195" y="18282"/>
                    <a:pt x="19195" y="18282"/>
                  </a:cubicBezTo>
                  <a:cubicBezTo>
                    <a:pt x="19195" y="18282"/>
                    <a:pt x="19195" y="18282"/>
                    <a:pt x="19195" y="18282"/>
                  </a:cubicBezTo>
                  <a:cubicBezTo>
                    <a:pt x="19195" y="18349"/>
                    <a:pt x="19195" y="18349"/>
                    <a:pt x="19195" y="18349"/>
                  </a:cubicBezTo>
                  <a:cubicBezTo>
                    <a:pt x="19195" y="18349"/>
                    <a:pt x="19195" y="18349"/>
                    <a:pt x="19195" y="18349"/>
                  </a:cubicBezTo>
                  <a:cubicBezTo>
                    <a:pt x="19158" y="18417"/>
                    <a:pt x="19158" y="18417"/>
                    <a:pt x="19158" y="18417"/>
                  </a:cubicBezTo>
                  <a:cubicBezTo>
                    <a:pt x="19158" y="18417"/>
                    <a:pt x="19158" y="18417"/>
                    <a:pt x="19158" y="18417"/>
                  </a:cubicBezTo>
                  <a:cubicBezTo>
                    <a:pt x="19158" y="18485"/>
                    <a:pt x="19158" y="18485"/>
                    <a:pt x="19158" y="18485"/>
                  </a:cubicBezTo>
                  <a:cubicBezTo>
                    <a:pt x="19158" y="18485"/>
                    <a:pt x="19158" y="18485"/>
                    <a:pt x="19158" y="18485"/>
                  </a:cubicBezTo>
                  <a:cubicBezTo>
                    <a:pt x="19158" y="18552"/>
                    <a:pt x="19158" y="18552"/>
                    <a:pt x="19158" y="18552"/>
                  </a:cubicBezTo>
                  <a:cubicBezTo>
                    <a:pt x="19158" y="18552"/>
                    <a:pt x="19158" y="18552"/>
                    <a:pt x="19158" y="18552"/>
                  </a:cubicBezTo>
                  <a:close/>
                  <a:moveTo>
                    <a:pt x="19010" y="18959"/>
                  </a:moveTo>
                  <a:cubicBezTo>
                    <a:pt x="19010" y="18959"/>
                    <a:pt x="19010" y="18891"/>
                    <a:pt x="19010" y="18891"/>
                  </a:cubicBezTo>
                  <a:cubicBezTo>
                    <a:pt x="19047" y="18756"/>
                    <a:pt x="19047" y="18756"/>
                    <a:pt x="19047" y="18756"/>
                  </a:cubicBezTo>
                  <a:cubicBezTo>
                    <a:pt x="19047" y="18756"/>
                    <a:pt x="19047" y="18756"/>
                    <a:pt x="19047" y="18756"/>
                  </a:cubicBezTo>
                  <a:cubicBezTo>
                    <a:pt x="19084" y="18688"/>
                    <a:pt x="19084" y="18688"/>
                    <a:pt x="19084" y="18688"/>
                  </a:cubicBezTo>
                  <a:cubicBezTo>
                    <a:pt x="19084" y="18620"/>
                    <a:pt x="19084" y="18620"/>
                    <a:pt x="19084" y="18620"/>
                  </a:cubicBezTo>
                  <a:cubicBezTo>
                    <a:pt x="19084" y="18620"/>
                    <a:pt x="19084" y="18620"/>
                    <a:pt x="19084" y="18620"/>
                  </a:cubicBezTo>
                  <a:cubicBezTo>
                    <a:pt x="19084" y="18620"/>
                    <a:pt x="19084" y="18620"/>
                    <a:pt x="19084" y="18620"/>
                  </a:cubicBezTo>
                  <a:cubicBezTo>
                    <a:pt x="19047" y="18620"/>
                    <a:pt x="19047" y="18620"/>
                    <a:pt x="19047" y="18620"/>
                  </a:cubicBezTo>
                  <a:cubicBezTo>
                    <a:pt x="19047" y="18552"/>
                    <a:pt x="19047" y="18552"/>
                    <a:pt x="19047" y="18552"/>
                  </a:cubicBezTo>
                  <a:cubicBezTo>
                    <a:pt x="19010" y="18620"/>
                    <a:pt x="19010" y="18620"/>
                    <a:pt x="19010" y="18620"/>
                  </a:cubicBezTo>
                  <a:cubicBezTo>
                    <a:pt x="19010" y="18688"/>
                    <a:pt x="19010" y="18688"/>
                    <a:pt x="19010" y="18688"/>
                  </a:cubicBezTo>
                  <a:cubicBezTo>
                    <a:pt x="19010" y="18688"/>
                    <a:pt x="19010" y="18688"/>
                    <a:pt x="19010" y="18688"/>
                  </a:cubicBezTo>
                  <a:cubicBezTo>
                    <a:pt x="19010" y="18823"/>
                    <a:pt x="19010" y="18823"/>
                    <a:pt x="19010" y="18823"/>
                  </a:cubicBezTo>
                  <a:cubicBezTo>
                    <a:pt x="18973" y="18823"/>
                    <a:pt x="18973" y="18823"/>
                    <a:pt x="18973" y="18823"/>
                  </a:cubicBezTo>
                  <a:cubicBezTo>
                    <a:pt x="19010" y="18891"/>
                    <a:pt x="19010" y="18891"/>
                    <a:pt x="19010" y="18891"/>
                  </a:cubicBezTo>
                  <a:cubicBezTo>
                    <a:pt x="19010" y="18959"/>
                    <a:pt x="19010" y="18959"/>
                    <a:pt x="19010" y="18959"/>
                  </a:cubicBezTo>
                  <a:close/>
                  <a:moveTo>
                    <a:pt x="332" y="14557"/>
                  </a:moveTo>
                  <a:cubicBezTo>
                    <a:pt x="332" y="14557"/>
                    <a:pt x="295" y="14625"/>
                    <a:pt x="295" y="14625"/>
                  </a:cubicBezTo>
                  <a:cubicBezTo>
                    <a:pt x="332" y="14693"/>
                    <a:pt x="332" y="14693"/>
                    <a:pt x="332" y="14693"/>
                  </a:cubicBezTo>
                  <a:cubicBezTo>
                    <a:pt x="369" y="14625"/>
                    <a:pt x="369" y="14625"/>
                    <a:pt x="369" y="14625"/>
                  </a:cubicBezTo>
                  <a:lnTo>
                    <a:pt x="332" y="145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0" name="AutoShape 8"/>
            <p:cNvSpPr>
              <a:spLocks/>
            </p:cNvSpPr>
            <p:nvPr/>
          </p:nvSpPr>
          <p:spPr bwMode="auto">
            <a:xfrm>
              <a:off x="2058463" y="628242"/>
              <a:ext cx="938597" cy="1005184"/>
            </a:xfrm>
            <a:custGeom>
              <a:avLst/>
              <a:gdLst>
                <a:gd name="T0" fmla="*/ 469299 w 21600"/>
                <a:gd name="T1" fmla="*/ 502592 h 21600"/>
                <a:gd name="T2" fmla="*/ 469299 w 21600"/>
                <a:gd name="T3" fmla="*/ 502592 h 21600"/>
                <a:gd name="T4" fmla="*/ 469299 w 21600"/>
                <a:gd name="T5" fmla="*/ 502592 h 21600"/>
                <a:gd name="T6" fmla="*/ 469299 w 21600"/>
                <a:gd name="T7" fmla="*/ 50259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85" y="1878"/>
                  </a:moveTo>
                  <a:cubicBezTo>
                    <a:pt x="20228" y="1878"/>
                    <a:pt x="20228" y="1565"/>
                    <a:pt x="20228" y="1565"/>
                  </a:cubicBezTo>
                  <a:cubicBezTo>
                    <a:pt x="20571" y="1565"/>
                    <a:pt x="20571" y="1565"/>
                    <a:pt x="20571" y="1565"/>
                  </a:cubicBezTo>
                  <a:cubicBezTo>
                    <a:pt x="20914" y="1565"/>
                    <a:pt x="20914" y="1565"/>
                    <a:pt x="20914" y="1565"/>
                  </a:cubicBezTo>
                  <a:cubicBezTo>
                    <a:pt x="20914" y="1252"/>
                    <a:pt x="20914" y="1252"/>
                    <a:pt x="20914" y="1252"/>
                  </a:cubicBezTo>
                  <a:cubicBezTo>
                    <a:pt x="21257" y="939"/>
                    <a:pt x="21257" y="939"/>
                    <a:pt x="21257" y="939"/>
                  </a:cubicBezTo>
                  <a:cubicBezTo>
                    <a:pt x="21600" y="939"/>
                    <a:pt x="21600" y="939"/>
                    <a:pt x="21600" y="939"/>
                  </a:cubicBezTo>
                  <a:cubicBezTo>
                    <a:pt x="21600" y="1252"/>
                    <a:pt x="21600" y="1252"/>
                    <a:pt x="21600" y="1252"/>
                  </a:cubicBezTo>
                  <a:cubicBezTo>
                    <a:pt x="21600" y="1252"/>
                    <a:pt x="21600" y="1252"/>
                    <a:pt x="21600" y="1252"/>
                  </a:cubicBezTo>
                  <a:cubicBezTo>
                    <a:pt x="21257" y="1565"/>
                    <a:pt x="21257" y="1565"/>
                    <a:pt x="21257" y="1565"/>
                  </a:cubicBezTo>
                  <a:cubicBezTo>
                    <a:pt x="20914" y="1565"/>
                    <a:pt x="20914" y="1565"/>
                    <a:pt x="20914" y="1565"/>
                  </a:cubicBezTo>
                  <a:cubicBezTo>
                    <a:pt x="20571" y="1878"/>
                    <a:pt x="20571" y="1878"/>
                    <a:pt x="20571" y="1878"/>
                  </a:cubicBezTo>
                  <a:cubicBezTo>
                    <a:pt x="20228" y="1878"/>
                    <a:pt x="20228" y="1878"/>
                    <a:pt x="20228" y="1878"/>
                  </a:cubicBezTo>
                  <a:cubicBezTo>
                    <a:pt x="20228" y="1878"/>
                    <a:pt x="20228" y="1878"/>
                    <a:pt x="20228" y="1878"/>
                  </a:cubicBezTo>
                  <a:cubicBezTo>
                    <a:pt x="19885" y="1878"/>
                    <a:pt x="19885" y="1878"/>
                    <a:pt x="19885" y="1878"/>
                  </a:cubicBezTo>
                  <a:close/>
                  <a:moveTo>
                    <a:pt x="16114" y="2191"/>
                  </a:moveTo>
                  <a:cubicBezTo>
                    <a:pt x="16457" y="2191"/>
                    <a:pt x="16457" y="2191"/>
                    <a:pt x="16457" y="2191"/>
                  </a:cubicBezTo>
                  <a:cubicBezTo>
                    <a:pt x="16457" y="2191"/>
                    <a:pt x="16457" y="2191"/>
                    <a:pt x="16457" y="2191"/>
                  </a:cubicBezTo>
                  <a:cubicBezTo>
                    <a:pt x="16800" y="2191"/>
                    <a:pt x="16800" y="2191"/>
                    <a:pt x="16800" y="2191"/>
                  </a:cubicBezTo>
                  <a:cubicBezTo>
                    <a:pt x="16457" y="1878"/>
                    <a:pt x="16457" y="1878"/>
                    <a:pt x="16457" y="1878"/>
                  </a:cubicBezTo>
                  <a:cubicBezTo>
                    <a:pt x="16457" y="1878"/>
                    <a:pt x="16457" y="1878"/>
                    <a:pt x="16457" y="1878"/>
                  </a:cubicBezTo>
                  <a:cubicBezTo>
                    <a:pt x="16114" y="1878"/>
                    <a:pt x="16114" y="1878"/>
                    <a:pt x="16114" y="1878"/>
                  </a:cubicBezTo>
                  <a:cubicBezTo>
                    <a:pt x="16114" y="2191"/>
                    <a:pt x="16114" y="2191"/>
                    <a:pt x="16114" y="2191"/>
                  </a:cubicBezTo>
                  <a:close/>
                  <a:moveTo>
                    <a:pt x="8914" y="0"/>
                  </a:moveTo>
                  <a:cubicBezTo>
                    <a:pt x="9257" y="313"/>
                    <a:pt x="9257" y="313"/>
                    <a:pt x="9257" y="313"/>
                  </a:cubicBezTo>
                  <a:cubicBezTo>
                    <a:pt x="9599" y="626"/>
                    <a:pt x="9599" y="626"/>
                    <a:pt x="9599" y="626"/>
                  </a:cubicBezTo>
                  <a:cubicBezTo>
                    <a:pt x="9599" y="313"/>
                    <a:pt x="9599" y="313"/>
                    <a:pt x="9599" y="313"/>
                  </a:cubicBezTo>
                  <a:cubicBezTo>
                    <a:pt x="9942" y="313"/>
                    <a:pt x="9942" y="313"/>
                    <a:pt x="9942" y="313"/>
                  </a:cubicBezTo>
                  <a:cubicBezTo>
                    <a:pt x="9599" y="0"/>
                    <a:pt x="9599" y="0"/>
                    <a:pt x="9599" y="0"/>
                  </a:cubicBezTo>
                  <a:cubicBezTo>
                    <a:pt x="9599" y="313"/>
                    <a:pt x="9599" y="313"/>
                    <a:pt x="9599" y="313"/>
                  </a:cubicBezTo>
                  <a:cubicBezTo>
                    <a:pt x="9257" y="0"/>
                    <a:pt x="9257" y="0"/>
                    <a:pt x="9257" y="0"/>
                  </a:cubicBezTo>
                  <a:cubicBezTo>
                    <a:pt x="8914" y="0"/>
                    <a:pt x="8914" y="0"/>
                    <a:pt x="8914" y="0"/>
                  </a:cubicBezTo>
                  <a:cubicBezTo>
                    <a:pt x="8914" y="0"/>
                    <a:pt x="8914" y="0"/>
                    <a:pt x="8914" y="0"/>
                  </a:cubicBezTo>
                  <a:cubicBezTo>
                    <a:pt x="8914" y="0"/>
                    <a:pt x="8914" y="0"/>
                    <a:pt x="8914" y="0"/>
                  </a:cubicBezTo>
                  <a:close/>
                  <a:moveTo>
                    <a:pt x="7542" y="2191"/>
                  </a:moveTo>
                  <a:cubicBezTo>
                    <a:pt x="7199" y="2191"/>
                    <a:pt x="7199" y="2191"/>
                    <a:pt x="7199" y="2191"/>
                  </a:cubicBezTo>
                  <a:cubicBezTo>
                    <a:pt x="7199" y="1878"/>
                    <a:pt x="7199" y="1878"/>
                    <a:pt x="7199" y="1878"/>
                  </a:cubicBezTo>
                  <a:cubicBezTo>
                    <a:pt x="7199" y="1878"/>
                    <a:pt x="7199" y="1878"/>
                    <a:pt x="7199" y="1878"/>
                  </a:cubicBezTo>
                  <a:cubicBezTo>
                    <a:pt x="7542" y="1878"/>
                    <a:pt x="7542" y="1878"/>
                    <a:pt x="7542" y="1878"/>
                  </a:cubicBezTo>
                  <a:cubicBezTo>
                    <a:pt x="7542" y="1878"/>
                    <a:pt x="7542" y="1878"/>
                    <a:pt x="7542" y="1878"/>
                  </a:cubicBezTo>
                  <a:cubicBezTo>
                    <a:pt x="7885" y="1878"/>
                    <a:pt x="7885" y="1878"/>
                    <a:pt x="7885" y="1878"/>
                  </a:cubicBezTo>
                  <a:cubicBezTo>
                    <a:pt x="7542" y="2191"/>
                    <a:pt x="7542" y="2191"/>
                    <a:pt x="7542" y="2191"/>
                  </a:cubicBezTo>
                  <a:cubicBezTo>
                    <a:pt x="7542" y="2191"/>
                    <a:pt x="7542" y="2191"/>
                    <a:pt x="7542" y="2191"/>
                  </a:cubicBezTo>
                  <a:cubicBezTo>
                    <a:pt x="7542" y="2191"/>
                    <a:pt x="7542" y="2191"/>
                    <a:pt x="7542" y="2191"/>
                  </a:cubicBezTo>
                  <a:close/>
                  <a:moveTo>
                    <a:pt x="8914" y="4069"/>
                  </a:moveTo>
                  <a:cubicBezTo>
                    <a:pt x="8914" y="4069"/>
                    <a:pt x="8914" y="4069"/>
                    <a:pt x="8914" y="4069"/>
                  </a:cubicBezTo>
                  <a:cubicBezTo>
                    <a:pt x="9257" y="4069"/>
                    <a:pt x="9257" y="4069"/>
                    <a:pt x="9257" y="4069"/>
                  </a:cubicBezTo>
                  <a:cubicBezTo>
                    <a:pt x="9599" y="4069"/>
                    <a:pt x="9599" y="4069"/>
                    <a:pt x="9599" y="4069"/>
                  </a:cubicBezTo>
                  <a:cubicBezTo>
                    <a:pt x="9942" y="3756"/>
                    <a:pt x="9942" y="3756"/>
                    <a:pt x="9942" y="3756"/>
                  </a:cubicBezTo>
                  <a:cubicBezTo>
                    <a:pt x="10628" y="3756"/>
                    <a:pt x="10628" y="3756"/>
                    <a:pt x="10628" y="3756"/>
                  </a:cubicBezTo>
                  <a:cubicBezTo>
                    <a:pt x="10628" y="3756"/>
                    <a:pt x="10628" y="3756"/>
                    <a:pt x="10628" y="3756"/>
                  </a:cubicBezTo>
                  <a:cubicBezTo>
                    <a:pt x="10971" y="3756"/>
                    <a:pt x="10971" y="3756"/>
                    <a:pt x="10971" y="3756"/>
                  </a:cubicBezTo>
                  <a:cubicBezTo>
                    <a:pt x="10971" y="3756"/>
                    <a:pt x="10971" y="3756"/>
                    <a:pt x="10971" y="3756"/>
                  </a:cubicBezTo>
                  <a:cubicBezTo>
                    <a:pt x="10971" y="4069"/>
                    <a:pt x="10971" y="4069"/>
                    <a:pt x="10971" y="4069"/>
                  </a:cubicBezTo>
                  <a:cubicBezTo>
                    <a:pt x="10971" y="4069"/>
                    <a:pt x="10971" y="4069"/>
                    <a:pt x="10971" y="4069"/>
                  </a:cubicBezTo>
                  <a:cubicBezTo>
                    <a:pt x="10971" y="4069"/>
                    <a:pt x="10971" y="4069"/>
                    <a:pt x="10971" y="4069"/>
                  </a:cubicBezTo>
                  <a:cubicBezTo>
                    <a:pt x="10628" y="4382"/>
                    <a:pt x="10628" y="4382"/>
                    <a:pt x="10628" y="4382"/>
                  </a:cubicBezTo>
                  <a:cubicBezTo>
                    <a:pt x="10285" y="4069"/>
                    <a:pt x="10285" y="4069"/>
                    <a:pt x="10285" y="4069"/>
                  </a:cubicBezTo>
                  <a:cubicBezTo>
                    <a:pt x="9942" y="4069"/>
                    <a:pt x="9942" y="4069"/>
                    <a:pt x="9942" y="4069"/>
                  </a:cubicBezTo>
                  <a:cubicBezTo>
                    <a:pt x="9599" y="4069"/>
                    <a:pt x="9599" y="4069"/>
                    <a:pt x="9599" y="4069"/>
                  </a:cubicBezTo>
                  <a:cubicBezTo>
                    <a:pt x="9599" y="4382"/>
                    <a:pt x="9599" y="4382"/>
                    <a:pt x="9599" y="4382"/>
                  </a:cubicBezTo>
                  <a:cubicBezTo>
                    <a:pt x="9599" y="4382"/>
                    <a:pt x="9599" y="4382"/>
                    <a:pt x="9599" y="4382"/>
                  </a:cubicBezTo>
                  <a:cubicBezTo>
                    <a:pt x="10285" y="4382"/>
                    <a:pt x="10285" y="4382"/>
                    <a:pt x="10285" y="4382"/>
                  </a:cubicBezTo>
                  <a:cubicBezTo>
                    <a:pt x="10285" y="4382"/>
                    <a:pt x="10285" y="4382"/>
                    <a:pt x="10285" y="4382"/>
                  </a:cubicBezTo>
                  <a:cubicBezTo>
                    <a:pt x="10285" y="4695"/>
                    <a:pt x="10285" y="4695"/>
                    <a:pt x="10285" y="4695"/>
                  </a:cubicBezTo>
                  <a:cubicBezTo>
                    <a:pt x="10285" y="4695"/>
                    <a:pt x="10285" y="4695"/>
                    <a:pt x="10285" y="4695"/>
                  </a:cubicBezTo>
                  <a:cubicBezTo>
                    <a:pt x="9942" y="4382"/>
                    <a:pt x="9942" y="4382"/>
                    <a:pt x="9942" y="4382"/>
                  </a:cubicBezTo>
                  <a:cubicBezTo>
                    <a:pt x="9942" y="4695"/>
                    <a:pt x="9942" y="4695"/>
                    <a:pt x="9942" y="4695"/>
                  </a:cubicBezTo>
                  <a:cubicBezTo>
                    <a:pt x="9599" y="4695"/>
                    <a:pt x="9599" y="4695"/>
                    <a:pt x="9599" y="4695"/>
                  </a:cubicBezTo>
                  <a:cubicBezTo>
                    <a:pt x="9257" y="4382"/>
                    <a:pt x="9257" y="4382"/>
                    <a:pt x="9257" y="4382"/>
                  </a:cubicBezTo>
                  <a:cubicBezTo>
                    <a:pt x="8914" y="4382"/>
                    <a:pt x="8914" y="4382"/>
                    <a:pt x="8914" y="4382"/>
                  </a:cubicBezTo>
                  <a:cubicBezTo>
                    <a:pt x="8571" y="4382"/>
                    <a:pt x="8571" y="4382"/>
                    <a:pt x="8571" y="4382"/>
                  </a:cubicBezTo>
                  <a:cubicBezTo>
                    <a:pt x="8571" y="4695"/>
                    <a:pt x="8571" y="4695"/>
                    <a:pt x="8571" y="4695"/>
                  </a:cubicBezTo>
                  <a:cubicBezTo>
                    <a:pt x="8914" y="4695"/>
                    <a:pt x="8914" y="4695"/>
                    <a:pt x="8914" y="4695"/>
                  </a:cubicBezTo>
                  <a:cubicBezTo>
                    <a:pt x="9599" y="5008"/>
                    <a:pt x="9599" y="5008"/>
                    <a:pt x="9599" y="5008"/>
                  </a:cubicBezTo>
                  <a:cubicBezTo>
                    <a:pt x="9599" y="5008"/>
                    <a:pt x="9599" y="5008"/>
                    <a:pt x="9599" y="5008"/>
                  </a:cubicBezTo>
                  <a:cubicBezTo>
                    <a:pt x="9942" y="5008"/>
                    <a:pt x="9942" y="5008"/>
                    <a:pt x="9942" y="5008"/>
                  </a:cubicBezTo>
                  <a:cubicBezTo>
                    <a:pt x="9942" y="5008"/>
                    <a:pt x="9942" y="5008"/>
                    <a:pt x="9942" y="5008"/>
                  </a:cubicBezTo>
                  <a:cubicBezTo>
                    <a:pt x="10285" y="5321"/>
                    <a:pt x="10285" y="5321"/>
                    <a:pt x="10285" y="5321"/>
                  </a:cubicBezTo>
                  <a:cubicBezTo>
                    <a:pt x="10285" y="5634"/>
                    <a:pt x="10285" y="5634"/>
                    <a:pt x="10285" y="5634"/>
                  </a:cubicBezTo>
                  <a:cubicBezTo>
                    <a:pt x="10285" y="5634"/>
                    <a:pt x="10285" y="5634"/>
                    <a:pt x="10285" y="5634"/>
                  </a:cubicBezTo>
                  <a:cubicBezTo>
                    <a:pt x="10628" y="5634"/>
                    <a:pt x="10628" y="5634"/>
                    <a:pt x="10628" y="5634"/>
                  </a:cubicBezTo>
                  <a:cubicBezTo>
                    <a:pt x="10971" y="5321"/>
                    <a:pt x="10971" y="5321"/>
                    <a:pt x="10971" y="5321"/>
                  </a:cubicBezTo>
                  <a:cubicBezTo>
                    <a:pt x="11314" y="5321"/>
                    <a:pt x="11314" y="5321"/>
                    <a:pt x="11314" y="5321"/>
                  </a:cubicBezTo>
                  <a:cubicBezTo>
                    <a:pt x="11657" y="5321"/>
                    <a:pt x="11657" y="5321"/>
                    <a:pt x="11657" y="5321"/>
                  </a:cubicBezTo>
                  <a:cubicBezTo>
                    <a:pt x="12000" y="5321"/>
                    <a:pt x="12000" y="5321"/>
                    <a:pt x="12000" y="5321"/>
                  </a:cubicBezTo>
                  <a:cubicBezTo>
                    <a:pt x="12342" y="5321"/>
                    <a:pt x="12342" y="5321"/>
                    <a:pt x="12342" y="5321"/>
                  </a:cubicBezTo>
                  <a:cubicBezTo>
                    <a:pt x="12000" y="5634"/>
                    <a:pt x="12000" y="5634"/>
                    <a:pt x="12000" y="5634"/>
                  </a:cubicBezTo>
                  <a:cubicBezTo>
                    <a:pt x="12342" y="5947"/>
                    <a:pt x="12342" y="5947"/>
                    <a:pt x="12342" y="5947"/>
                  </a:cubicBezTo>
                  <a:cubicBezTo>
                    <a:pt x="12685" y="5947"/>
                    <a:pt x="12685" y="5947"/>
                    <a:pt x="12685" y="5947"/>
                  </a:cubicBezTo>
                  <a:cubicBezTo>
                    <a:pt x="13028" y="5947"/>
                    <a:pt x="13028" y="5947"/>
                    <a:pt x="13028" y="5947"/>
                  </a:cubicBezTo>
                  <a:cubicBezTo>
                    <a:pt x="13371" y="5947"/>
                    <a:pt x="13371" y="5947"/>
                    <a:pt x="13371" y="5947"/>
                  </a:cubicBezTo>
                  <a:cubicBezTo>
                    <a:pt x="13371" y="5947"/>
                    <a:pt x="13371" y="5947"/>
                    <a:pt x="13371" y="5947"/>
                  </a:cubicBezTo>
                  <a:cubicBezTo>
                    <a:pt x="13371" y="5634"/>
                    <a:pt x="13371" y="5634"/>
                    <a:pt x="13371" y="5634"/>
                  </a:cubicBezTo>
                  <a:cubicBezTo>
                    <a:pt x="13371" y="5634"/>
                    <a:pt x="13371" y="5634"/>
                    <a:pt x="13371" y="5634"/>
                  </a:cubicBezTo>
                  <a:cubicBezTo>
                    <a:pt x="13371" y="5321"/>
                    <a:pt x="13371" y="5321"/>
                    <a:pt x="13371" y="5321"/>
                  </a:cubicBezTo>
                  <a:cubicBezTo>
                    <a:pt x="13714" y="5321"/>
                    <a:pt x="13714" y="5321"/>
                    <a:pt x="13714" y="5321"/>
                  </a:cubicBezTo>
                  <a:cubicBezTo>
                    <a:pt x="14057" y="5321"/>
                    <a:pt x="14057" y="5321"/>
                    <a:pt x="14057" y="5321"/>
                  </a:cubicBezTo>
                  <a:cubicBezTo>
                    <a:pt x="14057" y="5321"/>
                    <a:pt x="14057" y="5321"/>
                    <a:pt x="14057" y="5321"/>
                  </a:cubicBezTo>
                  <a:cubicBezTo>
                    <a:pt x="14400" y="5321"/>
                    <a:pt x="14400" y="5321"/>
                    <a:pt x="14400" y="5321"/>
                  </a:cubicBezTo>
                  <a:cubicBezTo>
                    <a:pt x="14742" y="5321"/>
                    <a:pt x="14742" y="5321"/>
                    <a:pt x="14742" y="5321"/>
                  </a:cubicBezTo>
                  <a:cubicBezTo>
                    <a:pt x="15085" y="5321"/>
                    <a:pt x="15085" y="5321"/>
                    <a:pt x="15085" y="5321"/>
                  </a:cubicBezTo>
                  <a:cubicBezTo>
                    <a:pt x="15085" y="5008"/>
                    <a:pt x="15085" y="5008"/>
                    <a:pt x="15085" y="5008"/>
                  </a:cubicBezTo>
                  <a:cubicBezTo>
                    <a:pt x="15085" y="4695"/>
                    <a:pt x="15085" y="4695"/>
                    <a:pt x="15085" y="4695"/>
                  </a:cubicBezTo>
                  <a:cubicBezTo>
                    <a:pt x="15085" y="4695"/>
                    <a:pt x="15085" y="4695"/>
                    <a:pt x="15085" y="4695"/>
                  </a:cubicBezTo>
                  <a:cubicBezTo>
                    <a:pt x="15085" y="4382"/>
                    <a:pt x="15085" y="4382"/>
                    <a:pt x="15085" y="4382"/>
                  </a:cubicBezTo>
                  <a:cubicBezTo>
                    <a:pt x="15428" y="4382"/>
                    <a:pt x="15428" y="4382"/>
                    <a:pt x="15428" y="4382"/>
                  </a:cubicBezTo>
                  <a:cubicBezTo>
                    <a:pt x="15428" y="3756"/>
                    <a:pt x="15428" y="3756"/>
                    <a:pt x="15428" y="3756"/>
                  </a:cubicBezTo>
                  <a:cubicBezTo>
                    <a:pt x="15771" y="3756"/>
                    <a:pt x="15771" y="3756"/>
                    <a:pt x="15771" y="3756"/>
                  </a:cubicBezTo>
                  <a:cubicBezTo>
                    <a:pt x="16114" y="3443"/>
                    <a:pt x="16114" y="3443"/>
                    <a:pt x="16114" y="3443"/>
                  </a:cubicBezTo>
                  <a:cubicBezTo>
                    <a:pt x="16114" y="3130"/>
                    <a:pt x="16114" y="3130"/>
                    <a:pt x="16114" y="3130"/>
                  </a:cubicBezTo>
                  <a:cubicBezTo>
                    <a:pt x="16114" y="3130"/>
                    <a:pt x="16114" y="3130"/>
                    <a:pt x="16114" y="3130"/>
                  </a:cubicBezTo>
                  <a:cubicBezTo>
                    <a:pt x="16114" y="2817"/>
                    <a:pt x="16114" y="2817"/>
                    <a:pt x="16114" y="2817"/>
                  </a:cubicBezTo>
                  <a:cubicBezTo>
                    <a:pt x="16114" y="2504"/>
                    <a:pt x="16114" y="2504"/>
                    <a:pt x="16114" y="2504"/>
                  </a:cubicBezTo>
                  <a:cubicBezTo>
                    <a:pt x="16114" y="2504"/>
                    <a:pt x="16114" y="2504"/>
                    <a:pt x="16114" y="2504"/>
                  </a:cubicBezTo>
                  <a:cubicBezTo>
                    <a:pt x="16114" y="2191"/>
                    <a:pt x="16114" y="2191"/>
                    <a:pt x="16114" y="2191"/>
                  </a:cubicBezTo>
                  <a:cubicBezTo>
                    <a:pt x="16114" y="2191"/>
                    <a:pt x="16114" y="2191"/>
                    <a:pt x="16114" y="2191"/>
                  </a:cubicBezTo>
                  <a:cubicBezTo>
                    <a:pt x="15428" y="2191"/>
                    <a:pt x="15428" y="2191"/>
                    <a:pt x="15428" y="2191"/>
                  </a:cubicBezTo>
                  <a:cubicBezTo>
                    <a:pt x="15428" y="2191"/>
                    <a:pt x="15428" y="2191"/>
                    <a:pt x="15428" y="2191"/>
                  </a:cubicBezTo>
                  <a:cubicBezTo>
                    <a:pt x="15085" y="2191"/>
                    <a:pt x="15085" y="2191"/>
                    <a:pt x="15085" y="2191"/>
                  </a:cubicBezTo>
                  <a:cubicBezTo>
                    <a:pt x="14742" y="2191"/>
                    <a:pt x="14742" y="2191"/>
                    <a:pt x="14742" y="2191"/>
                  </a:cubicBezTo>
                  <a:cubicBezTo>
                    <a:pt x="14400" y="2191"/>
                    <a:pt x="14400" y="2191"/>
                    <a:pt x="14400" y="2191"/>
                  </a:cubicBezTo>
                  <a:cubicBezTo>
                    <a:pt x="14057" y="1878"/>
                    <a:pt x="14057" y="1878"/>
                    <a:pt x="14057" y="1878"/>
                  </a:cubicBezTo>
                  <a:cubicBezTo>
                    <a:pt x="13714" y="1878"/>
                    <a:pt x="13714" y="1878"/>
                    <a:pt x="13714" y="1878"/>
                  </a:cubicBezTo>
                  <a:cubicBezTo>
                    <a:pt x="13714" y="1878"/>
                    <a:pt x="13714" y="1878"/>
                    <a:pt x="13714" y="1878"/>
                  </a:cubicBezTo>
                  <a:cubicBezTo>
                    <a:pt x="13714" y="1878"/>
                    <a:pt x="13714" y="1878"/>
                    <a:pt x="13714" y="1878"/>
                  </a:cubicBezTo>
                  <a:cubicBezTo>
                    <a:pt x="13371" y="1565"/>
                    <a:pt x="13371" y="1565"/>
                    <a:pt x="13371" y="1565"/>
                  </a:cubicBezTo>
                  <a:cubicBezTo>
                    <a:pt x="13371" y="1878"/>
                    <a:pt x="13371" y="1878"/>
                    <a:pt x="13371" y="1878"/>
                  </a:cubicBezTo>
                  <a:cubicBezTo>
                    <a:pt x="13371" y="1565"/>
                    <a:pt x="13371" y="1565"/>
                    <a:pt x="13371" y="1565"/>
                  </a:cubicBezTo>
                  <a:cubicBezTo>
                    <a:pt x="13371" y="1565"/>
                    <a:pt x="13371" y="1565"/>
                    <a:pt x="13371" y="1565"/>
                  </a:cubicBezTo>
                  <a:cubicBezTo>
                    <a:pt x="13371" y="1252"/>
                    <a:pt x="13371" y="1252"/>
                    <a:pt x="13371" y="1252"/>
                  </a:cubicBezTo>
                  <a:cubicBezTo>
                    <a:pt x="13028" y="1565"/>
                    <a:pt x="13028" y="1565"/>
                    <a:pt x="13028" y="1565"/>
                  </a:cubicBezTo>
                  <a:cubicBezTo>
                    <a:pt x="13028" y="1565"/>
                    <a:pt x="13028" y="1565"/>
                    <a:pt x="13028" y="1565"/>
                  </a:cubicBezTo>
                  <a:cubicBezTo>
                    <a:pt x="13028" y="1878"/>
                    <a:pt x="13028" y="1878"/>
                    <a:pt x="13028" y="1878"/>
                  </a:cubicBezTo>
                  <a:cubicBezTo>
                    <a:pt x="12685" y="1565"/>
                    <a:pt x="12685" y="1565"/>
                    <a:pt x="12685" y="1565"/>
                  </a:cubicBezTo>
                  <a:cubicBezTo>
                    <a:pt x="12685" y="1565"/>
                    <a:pt x="12685" y="1565"/>
                    <a:pt x="12685" y="1565"/>
                  </a:cubicBezTo>
                  <a:cubicBezTo>
                    <a:pt x="12685" y="1565"/>
                    <a:pt x="12685" y="1565"/>
                    <a:pt x="12685" y="1565"/>
                  </a:cubicBezTo>
                  <a:cubicBezTo>
                    <a:pt x="12685" y="1565"/>
                    <a:pt x="12685" y="1565"/>
                    <a:pt x="12685" y="1565"/>
                  </a:cubicBezTo>
                  <a:cubicBezTo>
                    <a:pt x="12685" y="1878"/>
                    <a:pt x="12685" y="1878"/>
                    <a:pt x="12685" y="1878"/>
                  </a:cubicBezTo>
                  <a:cubicBezTo>
                    <a:pt x="12342" y="1878"/>
                    <a:pt x="12342" y="1878"/>
                    <a:pt x="12342" y="1878"/>
                  </a:cubicBezTo>
                  <a:cubicBezTo>
                    <a:pt x="12342" y="2191"/>
                    <a:pt x="12342" y="2191"/>
                    <a:pt x="12342" y="2191"/>
                  </a:cubicBezTo>
                  <a:cubicBezTo>
                    <a:pt x="12342" y="2191"/>
                    <a:pt x="12342" y="2191"/>
                    <a:pt x="12342" y="2191"/>
                  </a:cubicBezTo>
                  <a:cubicBezTo>
                    <a:pt x="12342" y="2191"/>
                    <a:pt x="12342" y="2191"/>
                    <a:pt x="12342" y="2191"/>
                  </a:cubicBezTo>
                  <a:cubicBezTo>
                    <a:pt x="12000" y="2191"/>
                    <a:pt x="12000" y="2191"/>
                    <a:pt x="12000" y="2191"/>
                  </a:cubicBezTo>
                  <a:cubicBezTo>
                    <a:pt x="12000" y="2191"/>
                    <a:pt x="12000" y="2191"/>
                    <a:pt x="12000" y="2191"/>
                  </a:cubicBezTo>
                  <a:cubicBezTo>
                    <a:pt x="12000" y="2191"/>
                    <a:pt x="12000" y="2191"/>
                    <a:pt x="12000" y="2191"/>
                  </a:cubicBezTo>
                  <a:cubicBezTo>
                    <a:pt x="12000" y="2504"/>
                    <a:pt x="12000" y="2504"/>
                    <a:pt x="12000" y="2504"/>
                  </a:cubicBezTo>
                  <a:cubicBezTo>
                    <a:pt x="12000" y="2191"/>
                    <a:pt x="12000" y="2191"/>
                    <a:pt x="12000" y="2191"/>
                  </a:cubicBezTo>
                  <a:cubicBezTo>
                    <a:pt x="11657" y="2191"/>
                    <a:pt x="11657" y="2191"/>
                    <a:pt x="11657" y="2191"/>
                  </a:cubicBezTo>
                  <a:cubicBezTo>
                    <a:pt x="12000" y="1878"/>
                    <a:pt x="12000" y="1878"/>
                    <a:pt x="12000" y="1878"/>
                  </a:cubicBezTo>
                  <a:cubicBezTo>
                    <a:pt x="12000" y="1252"/>
                    <a:pt x="12000" y="1252"/>
                    <a:pt x="12000" y="1252"/>
                  </a:cubicBezTo>
                  <a:cubicBezTo>
                    <a:pt x="12000" y="1252"/>
                    <a:pt x="12000" y="1252"/>
                    <a:pt x="12000" y="1252"/>
                  </a:cubicBezTo>
                  <a:cubicBezTo>
                    <a:pt x="11657" y="939"/>
                    <a:pt x="11657" y="939"/>
                    <a:pt x="11657" y="939"/>
                  </a:cubicBezTo>
                  <a:cubicBezTo>
                    <a:pt x="11314" y="939"/>
                    <a:pt x="11314" y="939"/>
                    <a:pt x="11314" y="939"/>
                  </a:cubicBezTo>
                  <a:cubicBezTo>
                    <a:pt x="11314" y="939"/>
                    <a:pt x="11314" y="939"/>
                    <a:pt x="11314" y="939"/>
                  </a:cubicBezTo>
                  <a:cubicBezTo>
                    <a:pt x="11314" y="939"/>
                    <a:pt x="11314" y="939"/>
                    <a:pt x="11314" y="939"/>
                  </a:cubicBezTo>
                  <a:cubicBezTo>
                    <a:pt x="11314" y="1252"/>
                    <a:pt x="11314" y="1252"/>
                    <a:pt x="11314" y="1252"/>
                  </a:cubicBezTo>
                  <a:cubicBezTo>
                    <a:pt x="11314" y="1252"/>
                    <a:pt x="11314" y="1252"/>
                    <a:pt x="11314" y="1252"/>
                  </a:cubicBezTo>
                  <a:cubicBezTo>
                    <a:pt x="11314" y="1252"/>
                    <a:pt x="11314" y="1252"/>
                    <a:pt x="11314" y="1252"/>
                  </a:cubicBezTo>
                  <a:cubicBezTo>
                    <a:pt x="11314" y="1252"/>
                    <a:pt x="11314" y="1252"/>
                    <a:pt x="11314" y="1252"/>
                  </a:cubicBezTo>
                  <a:cubicBezTo>
                    <a:pt x="10971" y="1252"/>
                    <a:pt x="10971" y="1252"/>
                    <a:pt x="10971" y="1252"/>
                  </a:cubicBezTo>
                  <a:cubicBezTo>
                    <a:pt x="10971" y="1565"/>
                    <a:pt x="10971" y="1565"/>
                    <a:pt x="10971" y="1565"/>
                  </a:cubicBezTo>
                  <a:cubicBezTo>
                    <a:pt x="11314" y="1878"/>
                    <a:pt x="11314" y="1878"/>
                    <a:pt x="11314" y="1878"/>
                  </a:cubicBezTo>
                  <a:cubicBezTo>
                    <a:pt x="11314" y="1878"/>
                    <a:pt x="11314" y="1878"/>
                    <a:pt x="11314" y="1878"/>
                  </a:cubicBezTo>
                  <a:cubicBezTo>
                    <a:pt x="11314" y="2191"/>
                    <a:pt x="11314" y="2191"/>
                    <a:pt x="11314" y="2191"/>
                  </a:cubicBezTo>
                  <a:cubicBezTo>
                    <a:pt x="11314" y="2504"/>
                    <a:pt x="11314" y="2504"/>
                    <a:pt x="11314" y="2504"/>
                  </a:cubicBezTo>
                  <a:cubicBezTo>
                    <a:pt x="11314" y="2817"/>
                    <a:pt x="11314" y="2817"/>
                    <a:pt x="11314" y="2817"/>
                  </a:cubicBezTo>
                  <a:cubicBezTo>
                    <a:pt x="11314" y="3130"/>
                    <a:pt x="11314" y="3130"/>
                    <a:pt x="11314" y="3130"/>
                  </a:cubicBezTo>
                  <a:cubicBezTo>
                    <a:pt x="11314" y="3130"/>
                    <a:pt x="11314" y="3130"/>
                    <a:pt x="11314" y="3130"/>
                  </a:cubicBezTo>
                  <a:cubicBezTo>
                    <a:pt x="10971" y="2817"/>
                    <a:pt x="10971" y="2817"/>
                    <a:pt x="10971" y="2817"/>
                  </a:cubicBezTo>
                  <a:cubicBezTo>
                    <a:pt x="10971" y="2504"/>
                    <a:pt x="10971" y="2504"/>
                    <a:pt x="10971" y="2504"/>
                  </a:cubicBezTo>
                  <a:cubicBezTo>
                    <a:pt x="10628" y="2504"/>
                    <a:pt x="10628" y="2504"/>
                    <a:pt x="10628" y="2504"/>
                  </a:cubicBezTo>
                  <a:cubicBezTo>
                    <a:pt x="10628" y="2191"/>
                    <a:pt x="10628" y="2191"/>
                    <a:pt x="10628" y="2191"/>
                  </a:cubicBezTo>
                  <a:cubicBezTo>
                    <a:pt x="10628" y="2191"/>
                    <a:pt x="10628" y="2191"/>
                    <a:pt x="10628" y="2191"/>
                  </a:cubicBezTo>
                  <a:cubicBezTo>
                    <a:pt x="10628" y="1878"/>
                    <a:pt x="10628" y="1878"/>
                    <a:pt x="10628" y="1878"/>
                  </a:cubicBezTo>
                  <a:cubicBezTo>
                    <a:pt x="10285" y="1878"/>
                    <a:pt x="10285" y="1878"/>
                    <a:pt x="10285" y="1878"/>
                  </a:cubicBezTo>
                  <a:cubicBezTo>
                    <a:pt x="10285" y="2191"/>
                    <a:pt x="10285" y="2191"/>
                    <a:pt x="10285" y="2191"/>
                  </a:cubicBezTo>
                  <a:cubicBezTo>
                    <a:pt x="9942" y="2191"/>
                    <a:pt x="9942" y="2191"/>
                    <a:pt x="9942" y="2191"/>
                  </a:cubicBezTo>
                  <a:cubicBezTo>
                    <a:pt x="9942" y="2191"/>
                    <a:pt x="9942" y="2191"/>
                    <a:pt x="9942" y="2191"/>
                  </a:cubicBezTo>
                  <a:cubicBezTo>
                    <a:pt x="9599" y="2191"/>
                    <a:pt x="9599" y="2191"/>
                    <a:pt x="9599" y="2191"/>
                  </a:cubicBezTo>
                  <a:cubicBezTo>
                    <a:pt x="9599" y="2191"/>
                    <a:pt x="9599" y="2191"/>
                    <a:pt x="9599" y="2191"/>
                  </a:cubicBezTo>
                  <a:cubicBezTo>
                    <a:pt x="9599" y="2191"/>
                    <a:pt x="9599" y="2191"/>
                    <a:pt x="9599" y="2191"/>
                  </a:cubicBezTo>
                  <a:cubicBezTo>
                    <a:pt x="9599" y="1878"/>
                    <a:pt x="9599" y="1878"/>
                    <a:pt x="9599" y="1878"/>
                  </a:cubicBezTo>
                  <a:cubicBezTo>
                    <a:pt x="9257" y="1878"/>
                    <a:pt x="9257" y="1878"/>
                    <a:pt x="9257" y="1878"/>
                  </a:cubicBezTo>
                  <a:cubicBezTo>
                    <a:pt x="9257" y="1878"/>
                    <a:pt x="9257" y="1878"/>
                    <a:pt x="9257" y="1878"/>
                  </a:cubicBezTo>
                  <a:cubicBezTo>
                    <a:pt x="8914" y="1565"/>
                    <a:pt x="8914" y="1565"/>
                    <a:pt x="8914" y="1565"/>
                  </a:cubicBezTo>
                  <a:cubicBezTo>
                    <a:pt x="8914" y="1565"/>
                    <a:pt x="8914" y="1565"/>
                    <a:pt x="8914" y="1565"/>
                  </a:cubicBezTo>
                  <a:cubicBezTo>
                    <a:pt x="8914" y="1565"/>
                    <a:pt x="8914" y="1565"/>
                    <a:pt x="8914" y="1565"/>
                  </a:cubicBezTo>
                  <a:cubicBezTo>
                    <a:pt x="8571" y="1252"/>
                    <a:pt x="8571" y="1252"/>
                    <a:pt x="8571" y="1252"/>
                  </a:cubicBezTo>
                  <a:cubicBezTo>
                    <a:pt x="8571" y="1252"/>
                    <a:pt x="8571" y="1252"/>
                    <a:pt x="8571" y="1252"/>
                  </a:cubicBezTo>
                  <a:cubicBezTo>
                    <a:pt x="8571" y="939"/>
                    <a:pt x="8571" y="939"/>
                    <a:pt x="8571" y="939"/>
                  </a:cubicBezTo>
                  <a:cubicBezTo>
                    <a:pt x="8571" y="939"/>
                    <a:pt x="8571" y="939"/>
                    <a:pt x="8571" y="939"/>
                  </a:cubicBezTo>
                  <a:cubicBezTo>
                    <a:pt x="8228" y="939"/>
                    <a:pt x="8228" y="939"/>
                    <a:pt x="8228" y="939"/>
                  </a:cubicBezTo>
                  <a:cubicBezTo>
                    <a:pt x="8228" y="1565"/>
                    <a:pt x="8228" y="1565"/>
                    <a:pt x="8228" y="1565"/>
                  </a:cubicBezTo>
                  <a:cubicBezTo>
                    <a:pt x="8228" y="1565"/>
                    <a:pt x="8228" y="1565"/>
                    <a:pt x="8228" y="1565"/>
                  </a:cubicBezTo>
                  <a:cubicBezTo>
                    <a:pt x="8571" y="1878"/>
                    <a:pt x="8571" y="1878"/>
                    <a:pt x="8571" y="1878"/>
                  </a:cubicBezTo>
                  <a:cubicBezTo>
                    <a:pt x="8571" y="2191"/>
                    <a:pt x="8571" y="2191"/>
                    <a:pt x="8571" y="2191"/>
                  </a:cubicBezTo>
                  <a:cubicBezTo>
                    <a:pt x="8571" y="2191"/>
                    <a:pt x="8571" y="2191"/>
                    <a:pt x="8571" y="2191"/>
                  </a:cubicBezTo>
                  <a:cubicBezTo>
                    <a:pt x="8228" y="2191"/>
                    <a:pt x="8228" y="2191"/>
                    <a:pt x="8228" y="2191"/>
                  </a:cubicBezTo>
                  <a:cubicBezTo>
                    <a:pt x="8228" y="1878"/>
                    <a:pt x="8228" y="1878"/>
                    <a:pt x="8228" y="1878"/>
                  </a:cubicBezTo>
                  <a:cubicBezTo>
                    <a:pt x="7885" y="1878"/>
                    <a:pt x="7885" y="1878"/>
                    <a:pt x="7885" y="1878"/>
                  </a:cubicBezTo>
                  <a:cubicBezTo>
                    <a:pt x="7885" y="2191"/>
                    <a:pt x="7885" y="2191"/>
                    <a:pt x="7885" y="2191"/>
                  </a:cubicBezTo>
                  <a:cubicBezTo>
                    <a:pt x="8228" y="2504"/>
                    <a:pt x="8228" y="2504"/>
                    <a:pt x="8228" y="2504"/>
                  </a:cubicBezTo>
                  <a:cubicBezTo>
                    <a:pt x="8228" y="2504"/>
                    <a:pt x="8228" y="2504"/>
                    <a:pt x="8228" y="2504"/>
                  </a:cubicBezTo>
                  <a:cubicBezTo>
                    <a:pt x="8228" y="2817"/>
                    <a:pt x="8228" y="2817"/>
                    <a:pt x="8228" y="2817"/>
                  </a:cubicBezTo>
                  <a:cubicBezTo>
                    <a:pt x="8228" y="2817"/>
                    <a:pt x="8228" y="2817"/>
                    <a:pt x="8228" y="2817"/>
                  </a:cubicBezTo>
                  <a:cubicBezTo>
                    <a:pt x="7885" y="2817"/>
                    <a:pt x="7885" y="2817"/>
                    <a:pt x="7885" y="2817"/>
                  </a:cubicBezTo>
                  <a:cubicBezTo>
                    <a:pt x="7885" y="2504"/>
                    <a:pt x="7885" y="2504"/>
                    <a:pt x="7885" y="2504"/>
                  </a:cubicBezTo>
                  <a:cubicBezTo>
                    <a:pt x="7885" y="2504"/>
                    <a:pt x="7885" y="2504"/>
                    <a:pt x="7885" y="2504"/>
                  </a:cubicBezTo>
                  <a:cubicBezTo>
                    <a:pt x="7199" y="2504"/>
                    <a:pt x="7199" y="2504"/>
                    <a:pt x="7199" y="2504"/>
                  </a:cubicBezTo>
                  <a:cubicBezTo>
                    <a:pt x="7199" y="2504"/>
                    <a:pt x="7199" y="2504"/>
                    <a:pt x="7199" y="2504"/>
                  </a:cubicBezTo>
                  <a:cubicBezTo>
                    <a:pt x="6857" y="2504"/>
                    <a:pt x="6857" y="2504"/>
                    <a:pt x="6857" y="2504"/>
                  </a:cubicBezTo>
                  <a:cubicBezTo>
                    <a:pt x="7199" y="2817"/>
                    <a:pt x="7199" y="2817"/>
                    <a:pt x="7199" y="2817"/>
                  </a:cubicBezTo>
                  <a:cubicBezTo>
                    <a:pt x="7199" y="2817"/>
                    <a:pt x="7199" y="2817"/>
                    <a:pt x="7199" y="2817"/>
                  </a:cubicBezTo>
                  <a:cubicBezTo>
                    <a:pt x="7542" y="2817"/>
                    <a:pt x="7542" y="2817"/>
                    <a:pt x="7542" y="2817"/>
                  </a:cubicBezTo>
                  <a:cubicBezTo>
                    <a:pt x="7199" y="3130"/>
                    <a:pt x="7199" y="3130"/>
                    <a:pt x="7199" y="3130"/>
                  </a:cubicBezTo>
                  <a:cubicBezTo>
                    <a:pt x="7542" y="3130"/>
                    <a:pt x="7542" y="3130"/>
                    <a:pt x="7542" y="3130"/>
                  </a:cubicBezTo>
                  <a:cubicBezTo>
                    <a:pt x="7542" y="3130"/>
                    <a:pt x="7542" y="3130"/>
                    <a:pt x="7542" y="3130"/>
                  </a:cubicBezTo>
                  <a:cubicBezTo>
                    <a:pt x="7885" y="3130"/>
                    <a:pt x="7885" y="3130"/>
                    <a:pt x="7885" y="3130"/>
                  </a:cubicBezTo>
                  <a:cubicBezTo>
                    <a:pt x="7199" y="3443"/>
                    <a:pt x="7199" y="3443"/>
                    <a:pt x="7199" y="3443"/>
                  </a:cubicBezTo>
                  <a:cubicBezTo>
                    <a:pt x="7199" y="3443"/>
                    <a:pt x="7199" y="3443"/>
                    <a:pt x="7199" y="3443"/>
                  </a:cubicBezTo>
                  <a:cubicBezTo>
                    <a:pt x="7542" y="4069"/>
                    <a:pt x="7542" y="4069"/>
                    <a:pt x="7542" y="4069"/>
                  </a:cubicBezTo>
                  <a:cubicBezTo>
                    <a:pt x="7885" y="4069"/>
                    <a:pt x="7885" y="4069"/>
                    <a:pt x="7885" y="4069"/>
                  </a:cubicBezTo>
                  <a:cubicBezTo>
                    <a:pt x="8228" y="4069"/>
                    <a:pt x="8228" y="4069"/>
                    <a:pt x="8228" y="4069"/>
                  </a:cubicBezTo>
                  <a:cubicBezTo>
                    <a:pt x="8571" y="4069"/>
                    <a:pt x="8571" y="4069"/>
                    <a:pt x="8571" y="4069"/>
                  </a:cubicBezTo>
                  <a:cubicBezTo>
                    <a:pt x="8571" y="4069"/>
                    <a:pt x="8571" y="4069"/>
                    <a:pt x="8571" y="4069"/>
                  </a:cubicBezTo>
                  <a:cubicBezTo>
                    <a:pt x="8914" y="4069"/>
                    <a:pt x="8914" y="4069"/>
                    <a:pt x="8914" y="4069"/>
                  </a:cubicBezTo>
                  <a:close/>
                  <a:moveTo>
                    <a:pt x="17485" y="6886"/>
                  </a:moveTo>
                  <a:cubicBezTo>
                    <a:pt x="17828" y="6573"/>
                    <a:pt x="17828" y="6573"/>
                    <a:pt x="17828" y="6573"/>
                  </a:cubicBezTo>
                  <a:cubicBezTo>
                    <a:pt x="17828" y="6573"/>
                    <a:pt x="17828" y="6573"/>
                    <a:pt x="17828" y="6573"/>
                  </a:cubicBezTo>
                  <a:cubicBezTo>
                    <a:pt x="18171" y="6573"/>
                    <a:pt x="18171" y="6573"/>
                    <a:pt x="18171" y="6573"/>
                  </a:cubicBezTo>
                  <a:cubicBezTo>
                    <a:pt x="18171" y="6260"/>
                    <a:pt x="18171" y="6260"/>
                    <a:pt x="18171" y="6260"/>
                  </a:cubicBezTo>
                  <a:cubicBezTo>
                    <a:pt x="18514" y="6573"/>
                    <a:pt x="18514" y="6573"/>
                    <a:pt x="18514" y="6573"/>
                  </a:cubicBezTo>
                  <a:cubicBezTo>
                    <a:pt x="18857" y="6573"/>
                    <a:pt x="18857" y="6573"/>
                    <a:pt x="18857" y="6573"/>
                  </a:cubicBezTo>
                  <a:cubicBezTo>
                    <a:pt x="19200" y="6573"/>
                    <a:pt x="19200" y="6573"/>
                    <a:pt x="19200" y="6573"/>
                  </a:cubicBezTo>
                  <a:cubicBezTo>
                    <a:pt x="18857" y="6573"/>
                    <a:pt x="18857" y="6573"/>
                    <a:pt x="18857" y="6573"/>
                  </a:cubicBezTo>
                  <a:cubicBezTo>
                    <a:pt x="18857" y="6886"/>
                    <a:pt x="18857" y="6886"/>
                    <a:pt x="18857" y="6886"/>
                  </a:cubicBezTo>
                  <a:cubicBezTo>
                    <a:pt x="18171" y="6573"/>
                    <a:pt x="18171" y="6573"/>
                    <a:pt x="18171" y="6573"/>
                  </a:cubicBezTo>
                  <a:cubicBezTo>
                    <a:pt x="18171" y="6573"/>
                    <a:pt x="18171" y="6573"/>
                    <a:pt x="18171" y="6573"/>
                  </a:cubicBezTo>
                  <a:cubicBezTo>
                    <a:pt x="17828" y="6886"/>
                    <a:pt x="17828" y="6886"/>
                    <a:pt x="17828" y="6886"/>
                  </a:cubicBezTo>
                  <a:cubicBezTo>
                    <a:pt x="17828" y="6886"/>
                    <a:pt x="17828" y="6886"/>
                    <a:pt x="17828" y="6886"/>
                  </a:cubicBezTo>
                  <a:cubicBezTo>
                    <a:pt x="17485" y="6886"/>
                    <a:pt x="17485" y="6886"/>
                    <a:pt x="17485" y="6886"/>
                  </a:cubicBezTo>
                  <a:cubicBezTo>
                    <a:pt x="17485" y="6886"/>
                    <a:pt x="17485" y="6886"/>
                    <a:pt x="17485" y="6886"/>
                  </a:cubicBezTo>
                  <a:close/>
                  <a:moveTo>
                    <a:pt x="16457" y="7826"/>
                  </a:moveTo>
                  <a:cubicBezTo>
                    <a:pt x="16457" y="7513"/>
                    <a:pt x="16457" y="7513"/>
                    <a:pt x="16457" y="7513"/>
                  </a:cubicBezTo>
                  <a:cubicBezTo>
                    <a:pt x="16114" y="7513"/>
                    <a:pt x="16114" y="7513"/>
                    <a:pt x="16114" y="7513"/>
                  </a:cubicBezTo>
                  <a:cubicBezTo>
                    <a:pt x="16114" y="7200"/>
                    <a:pt x="16114" y="7200"/>
                    <a:pt x="16114" y="7200"/>
                  </a:cubicBezTo>
                  <a:cubicBezTo>
                    <a:pt x="16114" y="7200"/>
                    <a:pt x="16114" y="7200"/>
                    <a:pt x="16114" y="7200"/>
                  </a:cubicBezTo>
                  <a:cubicBezTo>
                    <a:pt x="16457" y="7200"/>
                    <a:pt x="16457" y="7200"/>
                    <a:pt x="16457" y="7200"/>
                  </a:cubicBezTo>
                  <a:cubicBezTo>
                    <a:pt x="16457" y="7200"/>
                    <a:pt x="16457" y="7200"/>
                    <a:pt x="16457" y="7200"/>
                  </a:cubicBezTo>
                  <a:cubicBezTo>
                    <a:pt x="16457" y="7200"/>
                    <a:pt x="16457" y="7200"/>
                    <a:pt x="16457" y="7200"/>
                  </a:cubicBezTo>
                  <a:cubicBezTo>
                    <a:pt x="16800" y="7513"/>
                    <a:pt x="16800" y="7513"/>
                    <a:pt x="16800" y="7513"/>
                  </a:cubicBezTo>
                  <a:cubicBezTo>
                    <a:pt x="16800" y="7513"/>
                    <a:pt x="16800" y="7513"/>
                    <a:pt x="16800" y="7513"/>
                  </a:cubicBezTo>
                  <a:cubicBezTo>
                    <a:pt x="16457" y="7826"/>
                    <a:pt x="16457" y="7826"/>
                    <a:pt x="16457" y="7826"/>
                  </a:cubicBezTo>
                  <a:cubicBezTo>
                    <a:pt x="16457" y="7826"/>
                    <a:pt x="16457" y="7826"/>
                    <a:pt x="16457" y="7826"/>
                  </a:cubicBezTo>
                  <a:close/>
                  <a:moveTo>
                    <a:pt x="10971" y="10017"/>
                  </a:moveTo>
                  <a:cubicBezTo>
                    <a:pt x="10971" y="9704"/>
                    <a:pt x="10971" y="9704"/>
                    <a:pt x="10971" y="9704"/>
                  </a:cubicBezTo>
                  <a:cubicBezTo>
                    <a:pt x="11314" y="9391"/>
                    <a:pt x="11314" y="9391"/>
                    <a:pt x="11314" y="9391"/>
                  </a:cubicBezTo>
                  <a:cubicBezTo>
                    <a:pt x="12000" y="9391"/>
                    <a:pt x="12000" y="9391"/>
                    <a:pt x="12000" y="9391"/>
                  </a:cubicBezTo>
                  <a:cubicBezTo>
                    <a:pt x="12342" y="9391"/>
                    <a:pt x="12342" y="9391"/>
                    <a:pt x="12342" y="9391"/>
                  </a:cubicBezTo>
                  <a:cubicBezTo>
                    <a:pt x="12685" y="9078"/>
                    <a:pt x="12685" y="9078"/>
                    <a:pt x="12685" y="9078"/>
                  </a:cubicBezTo>
                  <a:cubicBezTo>
                    <a:pt x="13028" y="8765"/>
                    <a:pt x="13028" y="8765"/>
                    <a:pt x="13028" y="8765"/>
                  </a:cubicBezTo>
                  <a:cubicBezTo>
                    <a:pt x="13028" y="9078"/>
                    <a:pt x="13028" y="9078"/>
                    <a:pt x="13028" y="9078"/>
                  </a:cubicBezTo>
                  <a:cubicBezTo>
                    <a:pt x="13371" y="9391"/>
                    <a:pt x="13371" y="9391"/>
                    <a:pt x="13371" y="9391"/>
                  </a:cubicBezTo>
                  <a:cubicBezTo>
                    <a:pt x="13371" y="9391"/>
                    <a:pt x="13371" y="9391"/>
                    <a:pt x="13371" y="9391"/>
                  </a:cubicBezTo>
                  <a:cubicBezTo>
                    <a:pt x="13028" y="9704"/>
                    <a:pt x="13028" y="9704"/>
                    <a:pt x="13028" y="9704"/>
                  </a:cubicBezTo>
                  <a:cubicBezTo>
                    <a:pt x="13028" y="9704"/>
                    <a:pt x="13028" y="9704"/>
                    <a:pt x="13028" y="9704"/>
                  </a:cubicBezTo>
                  <a:cubicBezTo>
                    <a:pt x="13028" y="10017"/>
                    <a:pt x="13028" y="10017"/>
                    <a:pt x="13028" y="10017"/>
                  </a:cubicBezTo>
                  <a:cubicBezTo>
                    <a:pt x="13371" y="10330"/>
                    <a:pt x="13371" y="10330"/>
                    <a:pt x="13371" y="10330"/>
                  </a:cubicBezTo>
                  <a:cubicBezTo>
                    <a:pt x="13714" y="10643"/>
                    <a:pt x="13714" y="10643"/>
                    <a:pt x="13714" y="10643"/>
                  </a:cubicBezTo>
                  <a:cubicBezTo>
                    <a:pt x="14057" y="10330"/>
                    <a:pt x="14057" y="10330"/>
                    <a:pt x="14057" y="10330"/>
                  </a:cubicBezTo>
                  <a:cubicBezTo>
                    <a:pt x="14400" y="10330"/>
                    <a:pt x="14400" y="10330"/>
                    <a:pt x="14400" y="10330"/>
                  </a:cubicBezTo>
                  <a:cubicBezTo>
                    <a:pt x="14742" y="10330"/>
                    <a:pt x="14742" y="10330"/>
                    <a:pt x="14742" y="10330"/>
                  </a:cubicBezTo>
                  <a:cubicBezTo>
                    <a:pt x="14742" y="10330"/>
                    <a:pt x="14742" y="10330"/>
                    <a:pt x="14742" y="10330"/>
                  </a:cubicBezTo>
                  <a:cubicBezTo>
                    <a:pt x="15085" y="10643"/>
                    <a:pt x="15085" y="10643"/>
                    <a:pt x="15085" y="10643"/>
                  </a:cubicBezTo>
                  <a:cubicBezTo>
                    <a:pt x="15085" y="10643"/>
                    <a:pt x="15085" y="10643"/>
                    <a:pt x="15085" y="10643"/>
                  </a:cubicBezTo>
                  <a:cubicBezTo>
                    <a:pt x="14742" y="10643"/>
                    <a:pt x="14742" y="10643"/>
                    <a:pt x="14742" y="10643"/>
                  </a:cubicBezTo>
                  <a:cubicBezTo>
                    <a:pt x="14400" y="11269"/>
                    <a:pt x="14400" y="11269"/>
                    <a:pt x="14400" y="11269"/>
                  </a:cubicBezTo>
                  <a:cubicBezTo>
                    <a:pt x="14400" y="11269"/>
                    <a:pt x="14400" y="11269"/>
                    <a:pt x="14400" y="11269"/>
                  </a:cubicBezTo>
                  <a:cubicBezTo>
                    <a:pt x="14057" y="11895"/>
                    <a:pt x="14057" y="11895"/>
                    <a:pt x="14057" y="11895"/>
                  </a:cubicBezTo>
                  <a:cubicBezTo>
                    <a:pt x="13714" y="11895"/>
                    <a:pt x="13714" y="11895"/>
                    <a:pt x="13714" y="11895"/>
                  </a:cubicBezTo>
                  <a:cubicBezTo>
                    <a:pt x="13714" y="11895"/>
                    <a:pt x="13714" y="11895"/>
                    <a:pt x="13714" y="11895"/>
                  </a:cubicBezTo>
                  <a:cubicBezTo>
                    <a:pt x="13371" y="12208"/>
                    <a:pt x="13371" y="12208"/>
                    <a:pt x="13371" y="12208"/>
                  </a:cubicBezTo>
                  <a:cubicBezTo>
                    <a:pt x="13371" y="12521"/>
                    <a:pt x="13371" y="12521"/>
                    <a:pt x="13371" y="12521"/>
                  </a:cubicBezTo>
                  <a:cubicBezTo>
                    <a:pt x="13028" y="12521"/>
                    <a:pt x="13028" y="12521"/>
                    <a:pt x="13028" y="12521"/>
                  </a:cubicBezTo>
                  <a:cubicBezTo>
                    <a:pt x="13028" y="12521"/>
                    <a:pt x="13028" y="12521"/>
                    <a:pt x="13028" y="12521"/>
                  </a:cubicBezTo>
                  <a:cubicBezTo>
                    <a:pt x="13028" y="12521"/>
                    <a:pt x="13028" y="12521"/>
                    <a:pt x="13028" y="12521"/>
                  </a:cubicBezTo>
                  <a:cubicBezTo>
                    <a:pt x="13028" y="12208"/>
                    <a:pt x="13028" y="12208"/>
                    <a:pt x="13028" y="12208"/>
                  </a:cubicBezTo>
                  <a:cubicBezTo>
                    <a:pt x="13028" y="11895"/>
                    <a:pt x="13028" y="11895"/>
                    <a:pt x="13028" y="11895"/>
                  </a:cubicBezTo>
                  <a:cubicBezTo>
                    <a:pt x="13028" y="11582"/>
                    <a:pt x="13028" y="11582"/>
                    <a:pt x="13028" y="11582"/>
                  </a:cubicBezTo>
                  <a:cubicBezTo>
                    <a:pt x="13028" y="11269"/>
                    <a:pt x="13028" y="11269"/>
                    <a:pt x="13028" y="11269"/>
                  </a:cubicBezTo>
                  <a:cubicBezTo>
                    <a:pt x="13028" y="11269"/>
                    <a:pt x="13028" y="11269"/>
                    <a:pt x="13028" y="11269"/>
                  </a:cubicBezTo>
                  <a:cubicBezTo>
                    <a:pt x="12685" y="11269"/>
                    <a:pt x="12685" y="11269"/>
                    <a:pt x="12685" y="11269"/>
                  </a:cubicBezTo>
                  <a:cubicBezTo>
                    <a:pt x="12685" y="11269"/>
                    <a:pt x="12685" y="11269"/>
                    <a:pt x="12685" y="11269"/>
                  </a:cubicBezTo>
                  <a:cubicBezTo>
                    <a:pt x="12342" y="11582"/>
                    <a:pt x="12342" y="11582"/>
                    <a:pt x="12342" y="11582"/>
                  </a:cubicBezTo>
                  <a:cubicBezTo>
                    <a:pt x="12342" y="11895"/>
                    <a:pt x="12342" y="11895"/>
                    <a:pt x="12342" y="11895"/>
                  </a:cubicBezTo>
                  <a:cubicBezTo>
                    <a:pt x="12000" y="11895"/>
                    <a:pt x="12000" y="11895"/>
                    <a:pt x="12000" y="11895"/>
                  </a:cubicBezTo>
                  <a:cubicBezTo>
                    <a:pt x="11657" y="12208"/>
                    <a:pt x="11657" y="12208"/>
                    <a:pt x="11657" y="12208"/>
                  </a:cubicBezTo>
                  <a:cubicBezTo>
                    <a:pt x="11314" y="12208"/>
                    <a:pt x="11314" y="12208"/>
                    <a:pt x="11314" y="12208"/>
                  </a:cubicBezTo>
                  <a:cubicBezTo>
                    <a:pt x="11314" y="12208"/>
                    <a:pt x="11314" y="12208"/>
                    <a:pt x="11314" y="12208"/>
                  </a:cubicBezTo>
                  <a:cubicBezTo>
                    <a:pt x="10971" y="12208"/>
                    <a:pt x="10971" y="12208"/>
                    <a:pt x="10971" y="12208"/>
                  </a:cubicBezTo>
                  <a:cubicBezTo>
                    <a:pt x="10971" y="11895"/>
                    <a:pt x="10971" y="11895"/>
                    <a:pt x="10971" y="11895"/>
                  </a:cubicBezTo>
                  <a:cubicBezTo>
                    <a:pt x="11314" y="11895"/>
                    <a:pt x="11314" y="11895"/>
                    <a:pt x="11314" y="11895"/>
                  </a:cubicBezTo>
                  <a:cubicBezTo>
                    <a:pt x="10971" y="11582"/>
                    <a:pt x="10971" y="11582"/>
                    <a:pt x="10971" y="11582"/>
                  </a:cubicBezTo>
                  <a:cubicBezTo>
                    <a:pt x="11314" y="11582"/>
                    <a:pt x="11314" y="11582"/>
                    <a:pt x="11314" y="11582"/>
                  </a:cubicBezTo>
                  <a:cubicBezTo>
                    <a:pt x="11314" y="11269"/>
                    <a:pt x="11314" y="11269"/>
                    <a:pt x="11314" y="11269"/>
                  </a:cubicBezTo>
                  <a:cubicBezTo>
                    <a:pt x="11657" y="10956"/>
                    <a:pt x="11657" y="10956"/>
                    <a:pt x="11657" y="10956"/>
                  </a:cubicBezTo>
                  <a:cubicBezTo>
                    <a:pt x="11657" y="10643"/>
                    <a:pt x="11657" y="10643"/>
                    <a:pt x="11657" y="10643"/>
                  </a:cubicBezTo>
                  <a:cubicBezTo>
                    <a:pt x="11657" y="10330"/>
                    <a:pt x="11657" y="10330"/>
                    <a:pt x="11657" y="10330"/>
                  </a:cubicBezTo>
                  <a:cubicBezTo>
                    <a:pt x="11657" y="10330"/>
                    <a:pt x="11657" y="10330"/>
                    <a:pt x="11657" y="10330"/>
                  </a:cubicBezTo>
                  <a:cubicBezTo>
                    <a:pt x="11314" y="10330"/>
                    <a:pt x="11314" y="10330"/>
                    <a:pt x="11314" y="10330"/>
                  </a:cubicBezTo>
                  <a:cubicBezTo>
                    <a:pt x="11314" y="10017"/>
                    <a:pt x="11314" y="10017"/>
                    <a:pt x="11314" y="10017"/>
                  </a:cubicBezTo>
                  <a:cubicBezTo>
                    <a:pt x="10971" y="10017"/>
                    <a:pt x="10971" y="10017"/>
                    <a:pt x="10971" y="10017"/>
                  </a:cubicBezTo>
                  <a:close/>
                  <a:moveTo>
                    <a:pt x="9599" y="6260"/>
                  </a:moveTo>
                  <a:cubicBezTo>
                    <a:pt x="9599" y="6573"/>
                    <a:pt x="9599" y="6573"/>
                    <a:pt x="9599" y="6573"/>
                  </a:cubicBezTo>
                  <a:cubicBezTo>
                    <a:pt x="9942" y="6573"/>
                    <a:pt x="9942" y="6573"/>
                    <a:pt x="9942" y="6573"/>
                  </a:cubicBezTo>
                  <a:cubicBezTo>
                    <a:pt x="9942" y="6573"/>
                    <a:pt x="9942" y="6573"/>
                    <a:pt x="9942" y="6573"/>
                  </a:cubicBezTo>
                  <a:cubicBezTo>
                    <a:pt x="10285" y="6573"/>
                    <a:pt x="10285" y="6573"/>
                    <a:pt x="10285" y="6573"/>
                  </a:cubicBezTo>
                  <a:cubicBezTo>
                    <a:pt x="10285" y="6573"/>
                    <a:pt x="10285" y="6573"/>
                    <a:pt x="10285" y="6573"/>
                  </a:cubicBezTo>
                  <a:cubicBezTo>
                    <a:pt x="10285" y="6260"/>
                    <a:pt x="10285" y="6260"/>
                    <a:pt x="10285" y="6260"/>
                  </a:cubicBezTo>
                  <a:cubicBezTo>
                    <a:pt x="9599" y="6260"/>
                    <a:pt x="9599" y="6260"/>
                    <a:pt x="9599" y="6260"/>
                  </a:cubicBezTo>
                  <a:cubicBezTo>
                    <a:pt x="9599" y="6260"/>
                    <a:pt x="9599" y="6260"/>
                    <a:pt x="9599" y="6260"/>
                  </a:cubicBezTo>
                  <a:cubicBezTo>
                    <a:pt x="9599" y="6260"/>
                    <a:pt x="9599" y="6260"/>
                    <a:pt x="9599" y="6260"/>
                  </a:cubicBezTo>
                  <a:close/>
                  <a:moveTo>
                    <a:pt x="9942" y="8452"/>
                  </a:moveTo>
                  <a:cubicBezTo>
                    <a:pt x="10285" y="8765"/>
                    <a:pt x="10285" y="8765"/>
                    <a:pt x="10285" y="8765"/>
                  </a:cubicBezTo>
                  <a:cubicBezTo>
                    <a:pt x="10628" y="8765"/>
                    <a:pt x="10628" y="8765"/>
                    <a:pt x="10628" y="8765"/>
                  </a:cubicBezTo>
                  <a:cubicBezTo>
                    <a:pt x="10628" y="8765"/>
                    <a:pt x="10628" y="8765"/>
                    <a:pt x="10628" y="8765"/>
                  </a:cubicBezTo>
                  <a:cubicBezTo>
                    <a:pt x="10971" y="9078"/>
                    <a:pt x="10971" y="9078"/>
                    <a:pt x="10971" y="9078"/>
                  </a:cubicBezTo>
                  <a:cubicBezTo>
                    <a:pt x="10971" y="9078"/>
                    <a:pt x="10971" y="9078"/>
                    <a:pt x="10971" y="9078"/>
                  </a:cubicBezTo>
                  <a:cubicBezTo>
                    <a:pt x="10971" y="9078"/>
                    <a:pt x="10971" y="9078"/>
                    <a:pt x="10971" y="9078"/>
                  </a:cubicBezTo>
                  <a:cubicBezTo>
                    <a:pt x="10971" y="9391"/>
                    <a:pt x="10971" y="9391"/>
                    <a:pt x="10971" y="9391"/>
                  </a:cubicBezTo>
                  <a:cubicBezTo>
                    <a:pt x="10971" y="9391"/>
                    <a:pt x="10971" y="9391"/>
                    <a:pt x="10971" y="9391"/>
                  </a:cubicBezTo>
                  <a:cubicBezTo>
                    <a:pt x="11314" y="9391"/>
                    <a:pt x="11314" y="9391"/>
                    <a:pt x="11314" y="9391"/>
                  </a:cubicBezTo>
                  <a:cubicBezTo>
                    <a:pt x="11314" y="9391"/>
                    <a:pt x="11314" y="9391"/>
                    <a:pt x="11314" y="9391"/>
                  </a:cubicBezTo>
                  <a:cubicBezTo>
                    <a:pt x="11657" y="9078"/>
                    <a:pt x="11657" y="9078"/>
                    <a:pt x="11657" y="9078"/>
                  </a:cubicBezTo>
                  <a:cubicBezTo>
                    <a:pt x="12000" y="9078"/>
                    <a:pt x="12000" y="9078"/>
                    <a:pt x="12000" y="9078"/>
                  </a:cubicBezTo>
                  <a:cubicBezTo>
                    <a:pt x="12000" y="9078"/>
                    <a:pt x="12000" y="9078"/>
                    <a:pt x="12000" y="9078"/>
                  </a:cubicBezTo>
                  <a:cubicBezTo>
                    <a:pt x="12000" y="8765"/>
                    <a:pt x="12000" y="8765"/>
                    <a:pt x="12000" y="8765"/>
                  </a:cubicBezTo>
                  <a:cubicBezTo>
                    <a:pt x="12000" y="8452"/>
                    <a:pt x="12000" y="8452"/>
                    <a:pt x="12000" y="8452"/>
                  </a:cubicBezTo>
                  <a:cubicBezTo>
                    <a:pt x="12342" y="8452"/>
                    <a:pt x="12342" y="8452"/>
                    <a:pt x="12342" y="8452"/>
                  </a:cubicBezTo>
                  <a:cubicBezTo>
                    <a:pt x="12342" y="8139"/>
                    <a:pt x="12342" y="8139"/>
                    <a:pt x="12342" y="8139"/>
                  </a:cubicBezTo>
                  <a:cubicBezTo>
                    <a:pt x="12342" y="8139"/>
                    <a:pt x="12342" y="8139"/>
                    <a:pt x="12342" y="8139"/>
                  </a:cubicBezTo>
                  <a:cubicBezTo>
                    <a:pt x="12000" y="8139"/>
                    <a:pt x="12000" y="8139"/>
                    <a:pt x="12000" y="8139"/>
                  </a:cubicBezTo>
                  <a:cubicBezTo>
                    <a:pt x="12000" y="7826"/>
                    <a:pt x="12000" y="7826"/>
                    <a:pt x="12000" y="7826"/>
                  </a:cubicBezTo>
                  <a:cubicBezTo>
                    <a:pt x="11657" y="7826"/>
                    <a:pt x="11657" y="7826"/>
                    <a:pt x="11657" y="7826"/>
                  </a:cubicBezTo>
                  <a:cubicBezTo>
                    <a:pt x="11657" y="7826"/>
                    <a:pt x="11657" y="7826"/>
                    <a:pt x="11657" y="7826"/>
                  </a:cubicBezTo>
                  <a:cubicBezTo>
                    <a:pt x="11314" y="8139"/>
                    <a:pt x="11314" y="8139"/>
                    <a:pt x="11314" y="8139"/>
                  </a:cubicBezTo>
                  <a:cubicBezTo>
                    <a:pt x="11314" y="7826"/>
                    <a:pt x="11314" y="7826"/>
                    <a:pt x="11314" y="7826"/>
                  </a:cubicBezTo>
                  <a:cubicBezTo>
                    <a:pt x="10971" y="7826"/>
                    <a:pt x="10971" y="7826"/>
                    <a:pt x="10971" y="7826"/>
                  </a:cubicBezTo>
                  <a:cubicBezTo>
                    <a:pt x="10971" y="8139"/>
                    <a:pt x="10971" y="8139"/>
                    <a:pt x="10971" y="8139"/>
                  </a:cubicBezTo>
                  <a:cubicBezTo>
                    <a:pt x="10971" y="8139"/>
                    <a:pt x="10971" y="8139"/>
                    <a:pt x="10971" y="8139"/>
                  </a:cubicBezTo>
                  <a:cubicBezTo>
                    <a:pt x="10628" y="8139"/>
                    <a:pt x="10628" y="8139"/>
                    <a:pt x="10628" y="8139"/>
                  </a:cubicBezTo>
                  <a:cubicBezTo>
                    <a:pt x="10285" y="8139"/>
                    <a:pt x="10285" y="8139"/>
                    <a:pt x="10285" y="8139"/>
                  </a:cubicBezTo>
                  <a:cubicBezTo>
                    <a:pt x="10285" y="8452"/>
                    <a:pt x="10285" y="8452"/>
                    <a:pt x="10285" y="8452"/>
                  </a:cubicBezTo>
                  <a:cubicBezTo>
                    <a:pt x="9942" y="8452"/>
                    <a:pt x="9942" y="8452"/>
                    <a:pt x="9942" y="8452"/>
                  </a:cubicBezTo>
                  <a:close/>
                  <a:moveTo>
                    <a:pt x="1714" y="9704"/>
                  </a:moveTo>
                  <a:cubicBezTo>
                    <a:pt x="1371" y="9391"/>
                    <a:pt x="1371" y="9391"/>
                    <a:pt x="1371" y="9391"/>
                  </a:cubicBezTo>
                  <a:cubicBezTo>
                    <a:pt x="1371" y="9391"/>
                    <a:pt x="1371" y="9391"/>
                    <a:pt x="1371" y="9391"/>
                  </a:cubicBezTo>
                  <a:cubicBezTo>
                    <a:pt x="1371" y="9078"/>
                    <a:pt x="1371" y="9078"/>
                    <a:pt x="1371" y="9078"/>
                  </a:cubicBezTo>
                  <a:cubicBezTo>
                    <a:pt x="1028" y="8765"/>
                    <a:pt x="1028" y="8765"/>
                    <a:pt x="1028" y="8765"/>
                  </a:cubicBezTo>
                  <a:cubicBezTo>
                    <a:pt x="685" y="8765"/>
                    <a:pt x="685" y="8765"/>
                    <a:pt x="685" y="8765"/>
                  </a:cubicBezTo>
                  <a:cubicBezTo>
                    <a:pt x="685" y="8765"/>
                    <a:pt x="685" y="8765"/>
                    <a:pt x="685" y="8765"/>
                  </a:cubicBezTo>
                  <a:cubicBezTo>
                    <a:pt x="685" y="8139"/>
                    <a:pt x="685" y="8139"/>
                    <a:pt x="685" y="8139"/>
                  </a:cubicBezTo>
                  <a:cubicBezTo>
                    <a:pt x="342" y="8139"/>
                    <a:pt x="342" y="8139"/>
                    <a:pt x="342" y="8139"/>
                  </a:cubicBezTo>
                  <a:cubicBezTo>
                    <a:pt x="342" y="7826"/>
                    <a:pt x="342" y="7826"/>
                    <a:pt x="342" y="7826"/>
                  </a:cubicBezTo>
                  <a:cubicBezTo>
                    <a:pt x="342" y="7513"/>
                    <a:pt x="342" y="7513"/>
                    <a:pt x="342" y="7513"/>
                  </a:cubicBezTo>
                  <a:cubicBezTo>
                    <a:pt x="342" y="7513"/>
                    <a:pt x="342" y="7513"/>
                    <a:pt x="342" y="7513"/>
                  </a:cubicBezTo>
                  <a:cubicBezTo>
                    <a:pt x="685" y="7513"/>
                    <a:pt x="685" y="7513"/>
                    <a:pt x="685" y="7513"/>
                  </a:cubicBezTo>
                  <a:cubicBezTo>
                    <a:pt x="685" y="7826"/>
                    <a:pt x="685" y="7826"/>
                    <a:pt x="685" y="7826"/>
                  </a:cubicBezTo>
                  <a:cubicBezTo>
                    <a:pt x="1028" y="7826"/>
                    <a:pt x="1028" y="7826"/>
                    <a:pt x="1028" y="7826"/>
                  </a:cubicBezTo>
                  <a:cubicBezTo>
                    <a:pt x="685" y="8139"/>
                    <a:pt x="685" y="8139"/>
                    <a:pt x="685" y="8139"/>
                  </a:cubicBezTo>
                  <a:cubicBezTo>
                    <a:pt x="1028" y="8452"/>
                    <a:pt x="1028" y="8452"/>
                    <a:pt x="1028" y="8452"/>
                  </a:cubicBezTo>
                  <a:cubicBezTo>
                    <a:pt x="1371" y="8765"/>
                    <a:pt x="1371" y="8765"/>
                    <a:pt x="1371" y="8765"/>
                  </a:cubicBezTo>
                  <a:cubicBezTo>
                    <a:pt x="1371" y="8765"/>
                    <a:pt x="1371" y="8765"/>
                    <a:pt x="1371" y="8765"/>
                  </a:cubicBezTo>
                  <a:cubicBezTo>
                    <a:pt x="1371" y="8765"/>
                    <a:pt x="1371" y="8765"/>
                    <a:pt x="1371" y="8765"/>
                  </a:cubicBezTo>
                  <a:cubicBezTo>
                    <a:pt x="1371" y="8765"/>
                    <a:pt x="1371" y="8765"/>
                    <a:pt x="1371" y="8765"/>
                  </a:cubicBezTo>
                  <a:cubicBezTo>
                    <a:pt x="1714" y="9078"/>
                    <a:pt x="1714" y="9078"/>
                    <a:pt x="1714" y="9078"/>
                  </a:cubicBezTo>
                  <a:cubicBezTo>
                    <a:pt x="1714" y="9391"/>
                    <a:pt x="1714" y="9391"/>
                    <a:pt x="1714" y="9391"/>
                  </a:cubicBezTo>
                  <a:cubicBezTo>
                    <a:pt x="2057" y="9391"/>
                    <a:pt x="2057" y="9391"/>
                    <a:pt x="2057" y="9391"/>
                  </a:cubicBezTo>
                  <a:cubicBezTo>
                    <a:pt x="1714" y="9704"/>
                    <a:pt x="1714" y="9704"/>
                    <a:pt x="1714" y="9704"/>
                  </a:cubicBezTo>
                  <a:cubicBezTo>
                    <a:pt x="1714" y="9704"/>
                    <a:pt x="1714" y="9704"/>
                    <a:pt x="1714" y="9704"/>
                  </a:cubicBezTo>
                  <a:cubicBezTo>
                    <a:pt x="1714" y="9704"/>
                    <a:pt x="1714" y="9704"/>
                    <a:pt x="1714" y="9704"/>
                  </a:cubicBezTo>
                  <a:close/>
                  <a:moveTo>
                    <a:pt x="7199" y="15339"/>
                  </a:moveTo>
                  <a:cubicBezTo>
                    <a:pt x="7199" y="15026"/>
                    <a:pt x="7199" y="15026"/>
                    <a:pt x="7199" y="15026"/>
                  </a:cubicBezTo>
                  <a:cubicBezTo>
                    <a:pt x="7199" y="15339"/>
                    <a:pt x="7199" y="15339"/>
                    <a:pt x="7199" y="15339"/>
                  </a:cubicBezTo>
                  <a:cubicBezTo>
                    <a:pt x="6857" y="15339"/>
                    <a:pt x="6857" y="15339"/>
                    <a:pt x="6857" y="15339"/>
                  </a:cubicBezTo>
                  <a:cubicBezTo>
                    <a:pt x="6857" y="15339"/>
                    <a:pt x="6857" y="15339"/>
                    <a:pt x="6857" y="15339"/>
                  </a:cubicBezTo>
                  <a:cubicBezTo>
                    <a:pt x="6857" y="15026"/>
                    <a:pt x="6857" y="15026"/>
                    <a:pt x="6857" y="15026"/>
                  </a:cubicBezTo>
                  <a:cubicBezTo>
                    <a:pt x="6857" y="14713"/>
                    <a:pt x="6857" y="14713"/>
                    <a:pt x="6857" y="14713"/>
                  </a:cubicBezTo>
                  <a:cubicBezTo>
                    <a:pt x="6857" y="14713"/>
                    <a:pt x="6857" y="14713"/>
                    <a:pt x="6857" y="14713"/>
                  </a:cubicBezTo>
                  <a:cubicBezTo>
                    <a:pt x="6514" y="14713"/>
                    <a:pt x="6514" y="14713"/>
                    <a:pt x="6514" y="14713"/>
                  </a:cubicBezTo>
                  <a:cubicBezTo>
                    <a:pt x="6171" y="14400"/>
                    <a:pt x="6171" y="14400"/>
                    <a:pt x="6171" y="14400"/>
                  </a:cubicBezTo>
                  <a:cubicBezTo>
                    <a:pt x="6171" y="14086"/>
                    <a:pt x="6171" y="14086"/>
                    <a:pt x="6171" y="14086"/>
                  </a:cubicBezTo>
                  <a:cubicBezTo>
                    <a:pt x="6514" y="14086"/>
                    <a:pt x="6514" y="14086"/>
                    <a:pt x="6514" y="14086"/>
                  </a:cubicBezTo>
                  <a:cubicBezTo>
                    <a:pt x="6514" y="14086"/>
                    <a:pt x="6514" y="14086"/>
                    <a:pt x="6514" y="14086"/>
                  </a:cubicBezTo>
                  <a:cubicBezTo>
                    <a:pt x="6514" y="13773"/>
                    <a:pt x="6514" y="13773"/>
                    <a:pt x="6514" y="13773"/>
                  </a:cubicBezTo>
                  <a:cubicBezTo>
                    <a:pt x="6514" y="13773"/>
                    <a:pt x="6514" y="13773"/>
                    <a:pt x="6514" y="13773"/>
                  </a:cubicBezTo>
                  <a:cubicBezTo>
                    <a:pt x="6514" y="13773"/>
                    <a:pt x="6514" y="13773"/>
                    <a:pt x="6514" y="13773"/>
                  </a:cubicBezTo>
                  <a:cubicBezTo>
                    <a:pt x="6514" y="13773"/>
                    <a:pt x="6514" y="13773"/>
                    <a:pt x="6514" y="13773"/>
                  </a:cubicBezTo>
                  <a:cubicBezTo>
                    <a:pt x="6171" y="13460"/>
                    <a:pt x="6171" y="13460"/>
                    <a:pt x="6171" y="13460"/>
                  </a:cubicBezTo>
                  <a:cubicBezTo>
                    <a:pt x="6171" y="13460"/>
                    <a:pt x="6171" y="13460"/>
                    <a:pt x="6171" y="13460"/>
                  </a:cubicBezTo>
                  <a:cubicBezTo>
                    <a:pt x="6171" y="13773"/>
                    <a:pt x="6171" y="13773"/>
                    <a:pt x="6171" y="13773"/>
                  </a:cubicBezTo>
                  <a:cubicBezTo>
                    <a:pt x="5828" y="13773"/>
                    <a:pt x="5828" y="13773"/>
                    <a:pt x="5828" y="13773"/>
                  </a:cubicBezTo>
                  <a:cubicBezTo>
                    <a:pt x="5485" y="13460"/>
                    <a:pt x="5485" y="13460"/>
                    <a:pt x="5485" y="13460"/>
                  </a:cubicBezTo>
                  <a:cubicBezTo>
                    <a:pt x="5485" y="13460"/>
                    <a:pt x="5485" y="13460"/>
                    <a:pt x="5485" y="13460"/>
                  </a:cubicBezTo>
                  <a:cubicBezTo>
                    <a:pt x="5142" y="13460"/>
                    <a:pt x="5142" y="13460"/>
                    <a:pt x="5142" y="13460"/>
                  </a:cubicBezTo>
                  <a:cubicBezTo>
                    <a:pt x="5142" y="13147"/>
                    <a:pt x="5142" y="13147"/>
                    <a:pt x="5142" y="13147"/>
                  </a:cubicBezTo>
                  <a:cubicBezTo>
                    <a:pt x="4799" y="13147"/>
                    <a:pt x="4799" y="13147"/>
                    <a:pt x="4799" y="13147"/>
                  </a:cubicBezTo>
                  <a:cubicBezTo>
                    <a:pt x="4799" y="13147"/>
                    <a:pt x="4799" y="13147"/>
                    <a:pt x="4799" y="13147"/>
                  </a:cubicBezTo>
                  <a:cubicBezTo>
                    <a:pt x="4799" y="13147"/>
                    <a:pt x="4799" y="13147"/>
                    <a:pt x="4799" y="13147"/>
                  </a:cubicBezTo>
                  <a:cubicBezTo>
                    <a:pt x="4799" y="12834"/>
                    <a:pt x="4799" y="12834"/>
                    <a:pt x="4799" y="12834"/>
                  </a:cubicBezTo>
                  <a:cubicBezTo>
                    <a:pt x="4457" y="12834"/>
                    <a:pt x="4457" y="12834"/>
                    <a:pt x="4457" y="12834"/>
                  </a:cubicBezTo>
                  <a:cubicBezTo>
                    <a:pt x="4457" y="12834"/>
                    <a:pt x="4457" y="12834"/>
                    <a:pt x="4457" y="12834"/>
                  </a:cubicBezTo>
                  <a:cubicBezTo>
                    <a:pt x="4457" y="12834"/>
                    <a:pt x="4457" y="12834"/>
                    <a:pt x="4457" y="12834"/>
                  </a:cubicBezTo>
                  <a:cubicBezTo>
                    <a:pt x="4457" y="12521"/>
                    <a:pt x="4457" y="12521"/>
                    <a:pt x="4457" y="12521"/>
                  </a:cubicBezTo>
                  <a:cubicBezTo>
                    <a:pt x="4114" y="12521"/>
                    <a:pt x="4114" y="12521"/>
                    <a:pt x="4114" y="12521"/>
                  </a:cubicBezTo>
                  <a:cubicBezTo>
                    <a:pt x="4114" y="12521"/>
                    <a:pt x="4114" y="12521"/>
                    <a:pt x="4114" y="12521"/>
                  </a:cubicBezTo>
                  <a:cubicBezTo>
                    <a:pt x="4114" y="12208"/>
                    <a:pt x="4114" y="12208"/>
                    <a:pt x="4114" y="12208"/>
                  </a:cubicBezTo>
                  <a:cubicBezTo>
                    <a:pt x="4114" y="12208"/>
                    <a:pt x="4114" y="12208"/>
                    <a:pt x="4114" y="12208"/>
                  </a:cubicBezTo>
                  <a:cubicBezTo>
                    <a:pt x="4114" y="12208"/>
                    <a:pt x="4114" y="12208"/>
                    <a:pt x="4114" y="12208"/>
                  </a:cubicBezTo>
                  <a:cubicBezTo>
                    <a:pt x="4114" y="11895"/>
                    <a:pt x="4114" y="11895"/>
                    <a:pt x="4114" y="11895"/>
                  </a:cubicBezTo>
                  <a:cubicBezTo>
                    <a:pt x="4114" y="11895"/>
                    <a:pt x="4114" y="11895"/>
                    <a:pt x="4114" y="11895"/>
                  </a:cubicBezTo>
                  <a:cubicBezTo>
                    <a:pt x="4114" y="11895"/>
                    <a:pt x="4114" y="11895"/>
                    <a:pt x="4114" y="11895"/>
                  </a:cubicBezTo>
                  <a:cubicBezTo>
                    <a:pt x="4457" y="11582"/>
                    <a:pt x="4457" y="11582"/>
                    <a:pt x="4457" y="11582"/>
                  </a:cubicBezTo>
                  <a:cubicBezTo>
                    <a:pt x="4457" y="11582"/>
                    <a:pt x="4457" y="11582"/>
                    <a:pt x="4457" y="11582"/>
                  </a:cubicBezTo>
                  <a:cubicBezTo>
                    <a:pt x="4799" y="11895"/>
                    <a:pt x="4799" y="11895"/>
                    <a:pt x="4799" y="11895"/>
                  </a:cubicBezTo>
                  <a:cubicBezTo>
                    <a:pt x="4799" y="11895"/>
                    <a:pt x="4799" y="11895"/>
                    <a:pt x="4799" y="11895"/>
                  </a:cubicBezTo>
                  <a:cubicBezTo>
                    <a:pt x="4799" y="11895"/>
                    <a:pt x="4799" y="11895"/>
                    <a:pt x="4799" y="11895"/>
                  </a:cubicBezTo>
                  <a:cubicBezTo>
                    <a:pt x="4799" y="11895"/>
                    <a:pt x="4799" y="11895"/>
                    <a:pt x="4799" y="11895"/>
                  </a:cubicBezTo>
                  <a:cubicBezTo>
                    <a:pt x="5142" y="11895"/>
                    <a:pt x="5142" y="11895"/>
                    <a:pt x="5142" y="11895"/>
                  </a:cubicBezTo>
                  <a:cubicBezTo>
                    <a:pt x="5485" y="11895"/>
                    <a:pt x="5485" y="11895"/>
                    <a:pt x="5485" y="11895"/>
                  </a:cubicBezTo>
                  <a:cubicBezTo>
                    <a:pt x="5485" y="11895"/>
                    <a:pt x="5485" y="11895"/>
                    <a:pt x="5485" y="11895"/>
                  </a:cubicBezTo>
                  <a:cubicBezTo>
                    <a:pt x="6171" y="11895"/>
                    <a:pt x="6171" y="11895"/>
                    <a:pt x="6171" y="11895"/>
                  </a:cubicBezTo>
                  <a:cubicBezTo>
                    <a:pt x="6171" y="11582"/>
                    <a:pt x="6171" y="11582"/>
                    <a:pt x="6171" y="11582"/>
                  </a:cubicBezTo>
                  <a:cubicBezTo>
                    <a:pt x="5828" y="11582"/>
                    <a:pt x="5828" y="11582"/>
                    <a:pt x="5828" y="11582"/>
                  </a:cubicBezTo>
                  <a:cubicBezTo>
                    <a:pt x="5485" y="11582"/>
                    <a:pt x="5485" y="11582"/>
                    <a:pt x="5485" y="11582"/>
                  </a:cubicBezTo>
                  <a:cubicBezTo>
                    <a:pt x="5142" y="11582"/>
                    <a:pt x="5142" y="11582"/>
                    <a:pt x="5142" y="11582"/>
                  </a:cubicBezTo>
                  <a:cubicBezTo>
                    <a:pt x="4799" y="11269"/>
                    <a:pt x="4799" y="11269"/>
                    <a:pt x="4799" y="11269"/>
                  </a:cubicBezTo>
                  <a:cubicBezTo>
                    <a:pt x="4799" y="11269"/>
                    <a:pt x="4799" y="11269"/>
                    <a:pt x="4799" y="11269"/>
                  </a:cubicBezTo>
                  <a:cubicBezTo>
                    <a:pt x="5142" y="11269"/>
                    <a:pt x="5142" y="11269"/>
                    <a:pt x="5142" y="11269"/>
                  </a:cubicBezTo>
                  <a:cubicBezTo>
                    <a:pt x="5485" y="11269"/>
                    <a:pt x="5485" y="11269"/>
                    <a:pt x="5485" y="11269"/>
                  </a:cubicBezTo>
                  <a:cubicBezTo>
                    <a:pt x="5828" y="10956"/>
                    <a:pt x="5828" y="10956"/>
                    <a:pt x="5828" y="10956"/>
                  </a:cubicBezTo>
                  <a:cubicBezTo>
                    <a:pt x="6171" y="10956"/>
                    <a:pt x="6171" y="10956"/>
                    <a:pt x="6171" y="10956"/>
                  </a:cubicBezTo>
                  <a:cubicBezTo>
                    <a:pt x="6514" y="10956"/>
                    <a:pt x="6514" y="10956"/>
                    <a:pt x="6514" y="10956"/>
                  </a:cubicBezTo>
                  <a:cubicBezTo>
                    <a:pt x="6514" y="10956"/>
                    <a:pt x="6514" y="10956"/>
                    <a:pt x="6514" y="10956"/>
                  </a:cubicBezTo>
                  <a:cubicBezTo>
                    <a:pt x="6857" y="10956"/>
                    <a:pt x="6857" y="10956"/>
                    <a:pt x="6857" y="10956"/>
                  </a:cubicBezTo>
                  <a:cubicBezTo>
                    <a:pt x="6857" y="10956"/>
                    <a:pt x="6857" y="10956"/>
                    <a:pt x="6857" y="10956"/>
                  </a:cubicBezTo>
                  <a:cubicBezTo>
                    <a:pt x="6857" y="10643"/>
                    <a:pt x="6857" y="10643"/>
                    <a:pt x="6857" y="10643"/>
                  </a:cubicBezTo>
                  <a:cubicBezTo>
                    <a:pt x="7199" y="10643"/>
                    <a:pt x="7199" y="10643"/>
                    <a:pt x="7199" y="10643"/>
                  </a:cubicBezTo>
                  <a:cubicBezTo>
                    <a:pt x="7199" y="10643"/>
                    <a:pt x="7199" y="10643"/>
                    <a:pt x="7199" y="10643"/>
                  </a:cubicBezTo>
                  <a:cubicBezTo>
                    <a:pt x="6857" y="10330"/>
                    <a:pt x="6857" y="10330"/>
                    <a:pt x="6857" y="10330"/>
                  </a:cubicBezTo>
                  <a:cubicBezTo>
                    <a:pt x="6857" y="10643"/>
                    <a:pt x="6857" y="10643"/>
                    <a:pt x="6857" y="10643"/>
                  </a:cubicBezTo>
                  <a:cubicBezTo>
                    <a:pt x="6514" y="10643"/>
                    <a:pt x="6514" y="10643"/>
                    <a:pt x="6514" y="10643"/>
                  </a:cubicBezTo>
                  <a:cubicBezTo>
                    <a:pt x="5828" y="10643"/>
                    <a:pt x="5828" y="10643"/>
                    <a:pt x="5828" y="10643"/>
                  </a:cubicBezTo>
                  <a:cubicBezTo>
                    <a:pt x="5828" y="10643"/>
                    <a:pt x="5828" y="10643"/>
                    <a:pt x="5828" y="10643"/>
                  </a:cubicBezTo>
                  <a:cubicBezTo>
                    <a:pt x="5828" y="10643"/>
                    <a:pt x="5828" y="10643"/>
                    <a:pt x="5828" y="10643"/>
                  </a:cubicBezTo>
                  <a:cubicBezTo>
                    <a:pt x="5485" y="10643"/>
                    <a:pt x="5485" y="10643"/>
                    <a:pt x="5485" y="10643"/>
                  </a:cubicBezTo>
                  <a:cubicBezTo>
                    <a:pt x="5485" y="10643"/>
                    <a:pt x="5485" y="10643"/>
                    <a:pt x="5485" y="10643"/>
                  </a:cubicBezTo>
                  <a:cubicBezTo>
                    <a:pt x="5142" y="10643"/>
                    <a:pt x="5142" y="10643"/>
                    <a:pt x="5142" y="10643"/>
                  </a:cubicBezTo>
                  <a:cubicBezTo>
                    <a:pt x="5142" y="10956"/>
                    <a:pt x="5142" y="10956"/>
                    <a:pt x="5142" y="10956"/>
                  </a:cubicBezTo>
                  <a:cubicBezTo>
                    <a:pt x="4799" y="10956"/>
                    <a:pt x="4799" y="10956"/>
                    <a:pt x="4799" y="10956"/>
                  </a:cubicBezTo>
                  <a:cubicBezTo>
                    <a:pt x="4799" y="10956"/>
                    <a:pt x="4799" y="10956"/>
                    <a:pt x="4799" y="10956"/>
                  </a:cubicBezTo>
                  <a:cubicBezTo>
                    <a:pt x="4457" y="10956"/>
                    <a:pt x="4457" y="10956"/>
                    <a:pt x="4457" y="10956"/>
                  </a:cubicBezTo>
                  <a:cubicBezTo>
                    <a:pt x="4114" y="10956"/>
                    <a:pt x="4114" y="10956"/>
                    <a:pt x="4114" y="10956"/>
                  </a:cubicBezTo>
                  <a:cubicBezTo>
                    <a:pt x="4114" y="11269"/>
                    <a:pt x="4114" y="11269"/>
                    <a:pt x="4114" y="11269"/>
                  </a:cubicBezTo>
                  <a:cubicBezTo>
                    <a:pt x="3771" y="11269"/>
                    <a:pt x="3771" y="11269"/>
                    <a:pt x="3771" y="11269"/>
                  </a:cubicBezTo>
                  <a:cubicBezTo>
                    <a:pt x="3771" y="11269"/>
                    <a:pt x="3771" y="11269"/>
                    <a:pt x="3771" y="11269"/>
                  </a:cubicBezTo>
                  <a:cubicBezTo>
                    <a:pt x="3771" y="10956"/>
                    <a:pt x="3771" y="10956"/>
                    <a:pt x="3771" y="10956"/>
                  </a:cubicBezTo>
                  <a:cubicBezTo>
                    <a:pt x="3428" y="10330"/>
                    <a:pt x="3428" y="10330"/>
                    <a:pt x="3428" y="10330"/>
                  </a:cubicBezTo>
                  <a:cubicBezTo>
                    <a:pt x="3771" y="10330"/>
                    <a:pt x="3771" y="10330"/>
                    <a:pt x="3771" y="10330"/>
                  </a:cubicBezTo>
                  <a:cubicBezTo>
                    <a:pt x="3771" y="10330"/>
                    <a:pt x="3771" y="10330"/>
                    <a:pt x="3771" y="10330"/>
                  </a:cubicBezTo>
                  <a:cubicBezTo>
                    <a:pt x="3771" y="10017"/>
                    <a:pt x="3771" y="10017"/>
                    <a:pt x="3771" y="10017"/>
                  </a:cubicBezTo>
                  <a:cubicBezTo>
                    <a:pt x="4114" y="10017"/>
                    <a:pt x="4114" y="10017"/>
                    <a:pt x="4114" y="10017"/>
                  </a:cubicBezTo>
                  <a:cubicBezTo>
                    <a:pt x="4114" y="10017"/>
                    <a:pt x="4114" y="10017"/>
                    <a:pt x="4114" y="10017"/>
                  </a:cubicBezTo>
                  <a:cubicBezTo>
                    <a:pt x="4114" y="10330"/>
                    <a:pt x="4114" y="10330"/>
                    <a:pt x="4114" y="10330"/>
                  </a:cubicBezTo>
                  <a:cubicBezTo>
                    <a:pt x="4114" y="10330"/>
                    <a:pt x="4114" y="10330"/>
                    <a:pt x="4114" y="10330"/>
                  </a:cubicBezTo>
                  <a:cubicBezTo>
                    <a:pt x="4457" y="10017"/>
                    <a:pt x="4457" y="10017"/>
                    <a:pt x="4457" y="10017"/>
                  </a:cubicBezTo>
                  <a:cubicBezTo>
                    <a:pt x="4457" y="10017"/>
                    <a:pt x="4457" y="10017"/>
                    <a:pt x="4457" y="10017"/>
                  </a:cubicBezTo>
                  <a:cubicBezTo>
                    <a:pt x="4799" y="10017"/>
                    <a:pt x="4799" y="10017"/>
                    <a:pt x="4799" y="10017"/>
                  </a:cubicBezTo>
                  <a:cubicBezTo>
                    <a:pt x="4799" y="9704"/>
                    <a:pt x="4799" y="9704"/>
                    <a:pt x="4799" y="9704"/>
                  </a:cubicBezTo>
                  <a:cubicBezTo>
                    <a:pt x="5142" y="9704"/>
                    <a:pt x="5142" y="9704"/>
                    <a:pt x="5142" y="9704"/>
                  </a:cubicBezTo>
                  <a:cubicBezTo>
                    <a:pt x="5485" y="9391"/>
                    <a:pt x="5485" y="9391"/>
                    <a:pt x="5485" y="9391"/>
                  </a:cubicBezTo>
                  <a:cubicBezTo>
                    <a:pt x="5485" y="9391"/>
                    <a:pt x="5485" y="9391"/>
                    <a:pt x="5485" y="9391"/>
                  </a:cubicBezTo>
                  <a:cubicBezTo>
                    <a:pt x="5485" y="9078"/>
                    <a:pt x="5485" y="9078"/>
                    <a:pt x="5485" y="9078"/>
                  </a:cubicBezTo>
                  <a:cubicBezTo>
                    <a:pt x="5828" y="9078"/>
                    <a:pt x="5828" y="9078"/>
                    <a:pt x="5828" y="9078"/>
                  </a:cubicBezTo>
                  <a:cubicBezTo>
                    <a:pt x="6171" y="9078"/>
                    <a:pt x="6171" y="9078"/>
                    <a:pt x="6171" y="9078"/>
                  </a:cubicBezTo>
                  <a:cubicBezTo>
                    <a:pt x="6514" y="8765"/>
                    <a:pt x="6514" y="8765"/>
                    <a:pt x="6514" y="8765"/>
                  </a:cubicBezTo>
                  <a:cubicBezTo>
                    <a:pt x="6857" y="8765"/>
                    <a:pt x="6857" y="8765"/>
                    <a:pt x="6857" y="8765"/>
                  </a:cubicBezTo>
                  <a:cubicBezTo>
                    <a:pt x="6857" y="8765"/>
                    <a:pt x="6857" y="8765"/>
                    <a:pt x="6857" y="8765"/>
                  </a:cubicBezTo>
                  <a:cubicBezTo>
                    <a:pt x="6857" y="8452"/>
                    <a:pt x="6857" y="8452"/>
                    <a:pt x="6857" y="8452"/>
                  </a:cubicBezTo>
                  <a:cubicBezTo>
                    <a:pt x="6857" y="8452"/>
                    <a:pt x="6857" y="8452"/>
                    <a:pt x="6857" y="8452"/>
                  </a:cubicBezTo>
                  <a:cubicBezTo>
                    <a:pt x="6514" y="8765"/>
                    <a:pt x="6514" y="8765"/>
                    <a:pt x="6514" y="8765"/>
                  </a:cubicBezTo>
                  <a:cubicBezTo>
                    <a:pt x="6514" y="8765"/>
                    <a:pt x="6514" y="8765"/>
                    <a:pt x="6514" y="8765"/>
                  </a:cubicBezTo>
                  <a:cubicBezTo>
                    <a:pt x="6171" y="8765"/>
                    <a:pt x="6171" y="8765"/>
                    <a:pt x="6171" y="8765"/>
                  </a:cubicBezTo>
                  <a:cubicBezTo>
                    <a:pt x="6171" y="8452"/>
                    <a:pt x="6171" y="8452"/>
                    <a:pt x="6171" y="8452"/>
                  </a:cubicBezTo>
                  <a:cubicBezTo>
                    <a:pt x="6171" y="8139"/>
                    <a:pt x="6171" y="8139"/>
                    <a:pt x="6171" y="8139"/>
                  </a:cubicBezTo>
                  <a:cubicBezTo>
                    <a:pt x="6171" y="7826"/>
                    <a:pt x="6171" y="7826"/>
                    <a:pt x="6171" y="7826"/>
                  </a:cubicBezTo>
                  <a:cubicBezTo>
                    <a:pt x="6171" y="7826"/>
                    <a:pt x="6171" y="7826"/>
                    <a:pt x="6171" y="7826"/>
                  </a:cubicBezTo>
                  <a:cubicBezTo>
                    <a:pt x="6171" y="7826"/>
                    <a:pt x="6171" y="7826"/>
                    <a:pt x="6171" y="7826"/>
                  </a:cubicBezTo>
                  <a:cubicBezTo>
                    <a:pt x="5828" y="7826"/>
                    <a:pt x="5828" y="7826"/>
                    <a:pt x="5828" y="7826"/>
                  </a:cubicBezTo>
                  <a:cubicBezTo>
                    <a:pt x="5828" y="8139"/>
                    <a:pt x="5828" y="8139"/>
                    <a:pt x="5828" y="8139"/>
                  </a:cubicBezTo>
                  <a:cubicBezTo>
                    <a:pt x="5828" y="8452"/>
                    <a:pt x="5828" y="8452"/>
                    <a:pt x="5828" y="8452"/>
                  </a:cubicBezTo>
                  <a:cubicBezTo>
                    <a:pt x="5485" y="8765"/>
                    <a:pt x="5485" y="8765"/>
                    <a:pt x="5485" y="8765"/>
                  </a:cubicBezTo>
                  <a:cubicBezTo>
                    <a:pt x="5142" y="8765"/>
                    <a:pt x="5142" y="8765"/>
                    <a:pt x="5142" y="8765"/>
                  </a:cubicBezTo>
                  <a:cubicBezTo>
                    <a:pt x="5142" y="8765"/>
                    <a:pt x="5142" y="8765"/>
                    <a:pt x="5142" y="8765"/>
                  </a:cubicBezTo>
                  <a:cubicBezTo>
                    <a:pt x="5142" y="8452"/>
                    <a:pt x="5142" y="8452"/>
                    <a:pt x="5142" y="8452"/>
                  </a:cubicBezTo>
                  <a:cubicBezTo>
                    <a:pt x="5142" y="8452"/>
                    <a:pt x="5142" y="8452"/>
                    <a:pt x="5142" y="8452"/>
                  </a:cubicBezTo>
                  <a:cubicBezTo>
                    <a:pt x="5142" y="8139"/>
                    <a:pt x="5142" y="8139"/>
                    <a:pt x="5142" y="8139"/>
                  </a:cubicBezTo>
                  <a:cubicBezTo>
                    <a:pt x="5142" y="8139"/>
                    <a:pt x="5142" y="8139"/>
                    <a:pt x="5142" y="8139"/>
                  </a:cubicBezTo>
                  <a:cubicBezTo>
                    <a:pt x="5142" y="7826"/>
                    <a:pt x="5142" y="7826"/>
                    <a:pt x="5142" y="7826"/>
                  </a:cubicBezTo>
                  <a:cubicBezTo>
                    <a:pt x="5142" y="7513"/>
                    <a:pt x="5142" y="7513"/>
                    <a:pt x="5142" y="7513"/>
                  </a:cubicBezTo>
                  <a:cubicBezTo>
                    <a:pt x="5142" y="7513"/>
                    <a:pt x="5142" y="7513"/>
                    <a:pt x="5142" y="7513"/>
                  </a:cubicBezTo>
                  <a:cubicBezTo>
                    <a:pt x="4799" y="7513"/>
                    <a:pt x="4799" y="7513"/>
                    <a:pt x="4799" y="7513"/>
                  </a:cubicBezTo>
                  <a:cubicBezTo>
                    <a:pt x="4799" y="7513"/>
                    <a:pt x="4799" y="7513"/>
                    <a:pt x="4799" y="7513"/>
                  </a:cubicBezTo>
                  <a:cubicBezTo>
                    <a:pt x="4799" y="8139"/>
                    <a:pt x="4799" y="8139"/>
                    <a:pt x="4799" y="8139"/>
                  </a:cubicBezTo>
                  <a:cubicBezTo>
                    <a:pt x="4799" y="8139"/>
                    <a:pt x="4799" y="8139"/>
                    <a:pt x="4799" y="8139"/>
                  </a:cubicBezTo>
                  <a:cubicBezTo>
                    <a:pt x="4799" y="8452"/>
                    <a:pt x="4799" y="8452"/>
                    <a:pt x="4799" y="8452"/>
                  </a:cubicBezTo>
                  <a:cubicBezTo>
                    <a:pt x="4457" y="8139"/>
                    <a:pt x="4457" y="8139"/>
                    <a:pt x="4457" y="8139"/>
                  </a:cubicBezTo>
                  <a:cubicBezTo>
                    <a:pt x="4457" y="8139"/>
                    <a:pt x="4457" y="8139"/>
                    <a:pt x="4457" y="8139"/>
                  </a:cubicBezTo>
                  <a:cubicBezTo>
                    <a:pt x="4457" y="7826"/>
                    <a:pt x="4457" y="7826"/>
                    <a:pt x="4457" y="7826"/>
                  </a:cubicBezTo>
                  <a:cubicBezTo>
                    <a:pt x="4457" y="7826"/>
                    <a:pt x="4457" y="7826"/>
                    <a:pt x="4457" y="7826"/>
                  </a:cubicBezTo>
                  <a:cubicBezTo>
                    <a:pt x="4114" y="7826"/>
                    <a:pt x="4114" y="7826"/>
                    <a:pt x="4114" y="7826"/>
                  </a:cubicBezTo>
                  <a:cubicBezTo>
                    <a:pt x="4114" y="8139"/>
                    <a:pt x="4114" y="8139"/>
                    <a:pt x="4114" y="8139"/>
                  </a:cubicBezTo>
                  <a:cubicBezTo>
                    <a:pt x="4114" y="8139"/>
                    <a:pt x="4114" y="8139"/>
                    <a:pt x="4114" y="8139"/>
                  </a:cubicBezTo>
                  <a:cubicBezTo>
                    <a:pt x="4114" y="8452"/>
                    <a:pt x="4114" y="8452"/>
                    <a:pt x="4114" y="8452"/>
                  </a:cubicBezTo>
                  <a:cubicBezTo>
                    <a:pt x="4457" y="8765"/>
                    <a:pt x="4457" y="8765"/>
                    <a:pt x="4457" y="8765"/>
                  </a:cubicBezTo>
                  <a:cubicBezTo>
                    <a:pt x="4457" y="9078"/>
                    <a:pt x="4457" y="9078"/>
                    <a:pt x="4457" y="9078"/>
                  </a:cubicBezTo>
                  <a:cubicBezTo>
                    <a:pt x="4457" y="9078"/>
                    <a:pt x="4457" y="9078"/>
                    <a:pt x="4457" y="9078"/>
                  </a:cubicBezTo>
                  <a:cubicBezTo>
                    <a:pt x="4457" y="9078"/>
                    <a:pt x="4457" y="9078"/>
                    <a:pt x="4457" y="9078"/>
                  </a:cubicBezTo>
                  <a:cubicBezTo>
                    <a:pt x="4114" y="9078"/>
                    <a:pt x="4114" y="9078"/>
                    <a:pt x="4114" y="9078"/>
                  </a:cubicBezTo>
                  <a:cubicBezTo>
                    <a:pt x="4114" y="9391"/>
                    <a:pt x="4114" y="9391"/>
                    <a:pt x="4114" y="9391"/>
                  </a:cubicBezTo>
                  <a:cubicBezTo>
                    <a:pt x="4114" y="9704"/>
                    <a:pt x="4114" y="9704"/>
                    <a:pt x="4114" y="9704"/>
                  </a:cubicBezTo>
                  <a:cubicBezTo>
                    <a:pt x="3771" y="9704"/>
                    <a:pt x="3771" y="9704"/>
                    <a:pt x="3771" y="9704"/>
                  </a:cubicBezTo>
                  <a:cubicBezTo>
                    <a:pt x="3428" y="9704"/>
                    <a:pt x="3428" y="9704"/>
                    <a:pt x="3428" y="9704"/>
                  </a:cubicBezTo>
                  <a:cubicBezTo>
                    <a:pt x="3085" y="9704"/>
                    <a:pt x="3085" y="9704"/>
                    <a:pt x="3085" y="9704"/>
                  </a:cubicBezTo>
                  <a:cubicBezTo>
                    <a:pt x="3085" y="9704"/>
                    <a:pt x="3085" y="9704"/>
                    <a:pt x="3085" y="9704"/>
                  </a:cubicBezTo>
                  <a:cubicBezTo>
                    <a:pt x="3085" y="9391"/>
                    <a:pt x="3085" y="9391"/>
                    <a:pt x="3085" y="9391"/>
                  </a:cubicBezTo>
                  <a:cubicBezTo>
                    <a:pt x="3085" y="9391"/>
                    <a:pt x="3085" y="9391"/>
                    <a:pt x="3085" y="9391"/>
                  </a:cubicBezTo>
                  <a:cubicBezTo>
                    <a:pt x="2742" y="9078"/>
                    <a:pt x="2742" y="9078"/>
                    <a:pt x="2742" y="9078"/>
                  </a:cubicBezTo>
                  <a:cubicBezTo>
                    <a:pt x="2399" y="9078"/>
                    <a:pt x="2399" y="9078"/>
                    <a:pt x="2399" y="9078"/>
                  </a:cubicBezTo>
                  <a:cubicBezTo>
                    <a:pt x="2399" y="9078"/>
                    <a:pt x="2399" y="9078"/>
                    <a:pt x="2399" y="9078"/>
                  </a:cubicBezTo>
                  <a:cubicBezTo>
                    <a:pt x="2057" y="8765"/>
                    <a:pt x="2057" y="8765"/>
                    <a:pt x="2057" y="8765"/>
                  </a:cubicBezTo>
                  <a:cubicBezTo>
                    <a:pt x="2057" y="8452"/>
                    <a:pt x="2057" y="8452"/>
                    <a:pt x="2057" y="8452"/>
                  </a:cubicBezTo>
                  <a:cubicBezTo>
                    <a:pt x="2399" y="8452"/>
                    <a:pt x="2399" y="8452"/>
                    <a:pt x="2399" y="8452"/>
                  </a:cubicBezTo>
                  <a:cubicBezTo>
                    <a:pt x="2742" y="8452"/>
                    <a:pt x="2742" y="8452"/>
                    <a:pt x="2742" y="8452"/>
                  </a:cubicBezTo>
                  <a:cubicBezTo>
                    <a:pt x="2742" y="8452"/>
                    <a:pt x="2742" y="8452"/>
                    <a:pt x="2742" y="8452"/>
                  </a:cubicBezTo>
                  <a:cubicBezTo>
                    <a:pt x="2399" y="8452"/>
                    <a:pt x="2399" y="8452"/>
                    <a:pt x="2399" y="8452"/>
                  </a:cubicBezTo>
                  <a:cubicBezTo>
                    <a:pt x="2057" y="8452"/>
                    <a:pt x="2057" y="8452"/>
                    <a:pt x="2057" y="8452"/>
                  </a:cubicBezTo>
                  <a:cubicBezTo>
                    <a:pt x="2057" y="8452"/>
                    <a:pt x="2057" y="8452"/>
                    <a:pt x="2057" y="8452"/>
                  </a:cubicBezTo>
                  <a:cubicBezTo>
                    <a:pt x="2057" y="8139"/>
                    <a:pt x="2057" y="8139"/>
                    <a:pt x="2057" y="8139"/>
                  </a:cubicBezTo>
                  <a:cubicBezTo>
                    <a:pt x="1714" y="8139"/>
                    <a:pt x="1714" y="8139"/>
                    <a:pt x="1714" y="8139"/>
                  </a:cubicBezTo>
                  <a:cubicBezTo>
                    <a:pt x="1371" y="7826"/>
                    <a:pt x="1371" y="7826"/>
                    <a:pt x="1371" y="7826"/>
                  </a:cubicBezTo>
                  <a:cubicBezTo>
                    <a:pt x="1371" y="7826"/>
                    <a:pt x="1371" y="7826"/>
                    <a:pt x="1371" y="7826"/>
                  </a:cubicBezTo>
                  <a:cubicBezTo>
                    <a:pt x="1371" y="7513"/>
                    <a:pt x="1371" y="7513"/>
                    <a:pt x="1371" y="7513"/>
                  </a:cubicBezTo>
                  <a:cubicBezTo>
                    <a:pt x="1371" y="7513"/>
                    <a:pt x="1371" y="7513"/>
                    <a:pt x="1371" y="7513"/>
                  </a:cubicBezTo>
                  <a:cubicBezTo>
                    <a:pt x="1371" y="7513"/>
                    <a:pt x="1371" y="7513"/>
                    <a:pt x="1371" y="7513"/>
                  </a:cubicBezTo>
                  <a:cubicBezTo>
                    <a:pt x="1028" y="7513"/>
                    <a:pt x="1028" y="7513"/>
                    <a:pt x="1028" y="7513"/>
                  </a:cubicBezTo>
                  <a:cubicBezTo>
                    <a:pt x="1028" y="7200"/>
                    <a:pt x="1028" y="7200"/>
                    <a:pt x="1028" y="7200"/>
                  </a:cubicBezTo>
                  <a:cubicBezTo>
                    <a:pt x="1028" y="6886"/>
                    <a:pt x="1028" y="6886"/>
                    <a:pt x="1028" y="6886"/>
                  </a:cubicBezTo>
                  <a:cubicBezTo>
                    <a:pt x="1028" y="6886"/>
                    <a:pt x="1028" y="6886"/>
                    <a:pt x="1028" y="6886"/>
                  </a:cubicBezTo>
                  <a:cubicBezTo>
                    <a:pt x="1371" y="7200"/>
                    <a:pt x="1371" y="7200"/>
                    <a:pt x="1371" y="7200"/>
                  </a:cubicBezTo>
                  <a:cubicBezTo>
                    <a:pt x="1371" y="7200"/>
                    <a:pt x="1371" y="7200"/>
                    <a:pt x="1371" y="7200"/>
                  </a:cubicBezTo>
                  <a:cubicBezTo>
                    <a:pt x="1371" y="7513"/>
                    <a:pt x="1371" y="7513"/>
                    <a:pt x="1371" y="7513"/>
                  </a:cubicBezTo>
                  <a:cubicBezTo>
                    <a:pt x="1714" y="7513"/>
                    <a:pt x="1714" y="7513"/>
                    <a:pt x="1714" y="7513"/>
                  </a:cubicBezTo>
                  <a:cubicBezTo>
                    <a:pt x="1714" y="7200"/>
                    <a:pt x="1714" y="7200"/>
                    <a:pt x="1714" y="7200"/>
                  </a:cubicBezTo>
                  <a:cubicBezTo>
                    <a:pt x="1714" y="7200"/>
                    <a:pt x="1714" y="7200"/>
                    <a:pt x="1714" y="7200"/>
                  </a:cubicBezTo>
                  <a:cubicBezTo>
                    <a:pt x="1714" y="6886"/>
                    <a:pt x="1714" y="6886"/>
                    <a:pt x="1714" y="6886"/>
                  </a:cubicBezTo>
                  <a:cubicBezTo>
                    <a:pt x="1714" y="6886"/>
                    <a:pt x="1714" y="6886"/>
                    <a:pt x="1714" y="6886"/>
                  </a:cubicBezTo>
                  <a:cubicBezTo>
                    <a:pt x="1371" y="6886"/>
                    <a:pt x="1371" y="6886"/>
                    <a:pt x="1371" y="6886"/>
                  </a:cubicBezTo>
                  <a:cubicBezTo>
                    <a:pt x="1371" y="6886"/>
                    <a:pt x="1371" y="6886"/>
                    <a:pt x="1371" y="6886"/>
                  </a:cubicBezTo>
                  <a:cubicBezTo>
                    <a:pt x="1028" y="6573"/>
                    <a:pt x="1028" y="6573"/>
                    <a:pt x="1028" y="6573"/>
                  </a:cubicBezTo>
                  <a:cubicBezTo>
                    <a:pt x="1028" y="6573"/>
                    <a:pt x="1028" y="6573"/>
                    <a:pt x="1028" y="6573"/>
                  </a:cubicBezTo>
                  <a:cubicBezTo>
                    <a:pt x="1371" y="6573"/>
                    <a:pt x="1371" y="6573"/>
                    <a:pt x="1371" y="6573"/>
                  </a:cubicBezTo>
                  <a:cubicBezTo>
                    <a:pt x="1371" y="6260"/>
                    <a:pt x="1371" y="6260"/>
                    <a:pt x="1371" y="6260"/>
                  </a:cubicBezTo>
                  <a:cubicBezTo>
                    <a:pt x="1371" y="5947"/>
                    <a:pt x="1371" y="5947"/>
                    <a:pt x="1371" y="5947"/>
                  </a:cubicBezTo>
                  <a:cubicBezTo>
                    <a:pt x="1371" y="5947"/>
                    <a:pt x="1371" y="5947"/>
                    <a:pt x="1371" y="5947"/>
                  </a:cubicBezTo>
                  <a:cubicBezTo>
                    <a:pt x="1371" y="5947"/>
                    <a:pt x="1371" y="5947"/>
                    <a:pt x="1371" y="5947"/>
                  </a:cubicBezTo>
                  <a:cubicBezTo>
                    <a:pt x="1028" y="5947"/>
                    <a:pt x="1028" y="5947"/>
                    <a:pt x="1028" y="5947"/>
                  </a:cubicBezTo>
                  <a:cubicBezTo>
                    <a:pt x="1028" y="5947"/>
                    <a:pt x="1028" y="5947"/>
                    <a:pt x="1028" y="5947"/>
                  </a:cubicBezTo>
                  <a:cubicBezTo>
                    <a:pt x="1028" y="6260"/>
                    <a:pt x="1028" y="6260"/>
                    <a:pt x="1028" y="6260"/>
                  </a:cubicBezTo>
                  <a:cubicBezTo>
                    <a:pt x="1028" y="6260"/>
                    <a:pt x="1028" y="6260"/>
                    <a:pt x="1028" y="6260"/>
                  </a:cubicBezTo>
                  <a:cubicBezTo>
                    <a:pt x="685" y="6573"/>
                    <a:pt x="685" y="6573"/>
                    <a:pt x="685" y="6573"/>
                  </a:cubicBezTo>
                  <a:cubicBezTo>
                    <a:pt x="685" y="6573"/>
                    <a:pt x="685" y="6573"/>
                    <a:pt x="685" y="6573"/>
                  </a:cubicBezTo>
                  <a:cubicBezTo>
                    <a:pt x="685" y="6260"/>
                    <a:pt x="685" y="6260"/>
                    <a:pt x="685" y="6260"/>
                  </a:cubicBezTo>
                  <a:cubicBezTo>
                    <a:pt x="342" y="5947"/>
                    <a:pt x="342" y="5947"/>
                    <a:pt x="342" y="5947"/>
                  </a:cubicBezTo>
                  <a:cubicBezTo>
                    <a:pt x="342" y="5634"/>
                    <a:pt x="342" y="5634"/>
                    <a:pt x="342" y="5634"/>
                  </a:cubicBezTo>
                  <a:cubicBezTo>
                    <a:pt x="0" y="5321"/>
                    <a:pt x="0" y="5321"/>
                    <a:pt x="0" y="5321"/>
                  </a:cubicBezTo>
                  <a:cubicBezTo>
                    <a:pt x="0" y="5321"/>
                    <a:pt x="0" y="5321"/>
                    <a:pt x="0" y="5321"/>
                  </a:cubicBezTo>
                  <a:cubicBezTo>
                    <a:pt x="342" y="5321"/>
                    <a:pt x="342" y="5321"/>
                    <a:pt x="342" y="5321"/>
                  </a:cubicBezTo>
                  <a:cubicBezTo>
                    <a:pt x="685" y="5008"/>
                    <a:pt x="685" y="5008"/>
                    <a:pt x="685" y="5008"/>
                  </a:cubicBezTo>
                  <a:cubicBezTo>
                    <a:pt x="685" y="5008"/>
                    <a:pt x="685" y="5008"/>
                    <a:pt x="685" y="5008"/>
                  </a:cubicBezTo>
                  <a:cubicBezTo>
                    <a:pt x="685" y="4695"/>
                    <a:pt x="685" y="4695"/>
                    <a:pt x="685" y="4695"/>
                  </a:cubicBezTo>
                  <a:cubicBezTo>
                    <a:pt x="685" y="4695"/>
                    <a:pt x="685" y="4695"/>
                    <a:pt x="685" y="4695"/>
                  </a:cubicBezTo>
                  <a:cubicBezTo>
                    <a:pt x="685" y="4382"/>
                    <a:pt x="685" y="4382"/>
                    <a:pt x="685" y="4382"/>
                  </a:cubicBezTo>
                  <a:cubicBezTo>
                    <a:pt x="685" y="4069"/>
                    <a:pt x="685" y="4069"/>
                    <a:pt x="685" y="4069"/>
                  </a:cubicBezTo>
                  <a:cubicBezTo>
                    <a:pt x="1028" y="4069"/>
                    <a:pt x="1028" y="4069"/>
                    <a:pt x="1028" y="4069"/>
                  </a:cubicBezTo>
                  <a:cubicBezTo>
                    <a:pt x="1028" y="4382"/>
                    <a:pt x="1028" y="4382"/>
                    <a:pt x="1028" y="4382"/>
                  </a:cubicBezTo>
                  <a:cubicBezTo>
                    <a:pt x="1371" y="4695"/>
                    <a:pt x="1371" y="4695"/>
                    <a:pt x="1371" y="4695"/>
                  </a:cubicBezTo>
                  <a:cubicBezTo>
                    <a:pt x="1371" y="4695"/>
                    <a:pt x="1371" y="4695"/>
                    <a:pt x="1371" y="4695"/>
                  </a:cubicBezTo>
                  <a:cubicBezTo>
                    <a:pt x="1714" y="4695"/>
                    <a:pt x="1714" y="4695"/>
                    <a:pt x="1714" y="4695"/>
                  </a:cubicBezTo>
                  <a:cubicBezTo>
                    <a:pt x="1371" y="4382"/>
                    <a:pt x="1371" y="4382"/>
                    <a:pt x="1371" y="4382"/>
                  </a:cubicBezTo>
                  <a:cubicBezTo>
                    <a:pt x="1371" y="4069"/>
                    <a:pt x="1371" y="4069"/>
                    <a:pt x="1371" y="4069"/>
                  </a:cubicBezTo>
                  <a:cubicBezTo>
                    <a:pt x="1371" y="4069"/>
                    <a:pt x="1371" y="4069"/>
                    <a:pt x="1371" y="4069"/>
                  </a:cubicBezTo>
                  <a:cubicBezTo>
                    <a:pt x="1714" y="4069"/>
                    <a:pt x="1714" y="4069"/>
                    <a:pt x="1714" y="4069"/>
                  </a:cubicBezTo>
                  <a:cubicBezTo>
                    <a:pt x="1714" y="4069"/>
                    <a:pt x="1714" y="4069"/>
                    <a:pt x="1714" y="4069"/>
                  </a:cubicBezTo>
                  <a:cubicBezTo>
                    <a:pt x="1714" y="4382"/>
                    <a:pt x="1714" y="4382"/>
                    <a:pt x="1714" y="4382"/>
                  </a:cubicBezTo>
                  <a:cubicBezTo>
                    <a:pt x="2057" y="4069"/>
                    <a:pt x="2057" y="4069"/>
                    <a:pt x="2057" y="4069"/>
                  </a:cubicBezTo>
                  <a:cubicBezTo>
                    <a:pt x="2742" y="3756"/>
                    <a:pt x="2742" y="3756"/>
                    <a:pt x="2742" y="3756"/>
                  </a:cubicBezTo>
                  <a:cubicBezTo>
                    <a:pt x="2742" y="3756"/>
                    <a:pt x="2742" y="3756"/>
                    <a:pt x="2742" y="3756"/>
                  </a:cubicBezTo>
                  <a:cubicBezTo>
                    <a:pt x="3085" y="3756"/>
                    <a:pt x="3085" y="3756"/>
                    <a:pt x="3085" y="3756"/>
                  </a:cubicBezTo>
                  <a:cubicBezTo>
                    <a:pt x="3085" y="4069"/>
                    <a:pt x="3085" y="4069"/>
                    <a:pt x="3085" y="4069"/>
                  </a:cubicBezTo>
                  <a:cubicBezTo>
                    <a:pt x="3085" y="4382"/>
                    <a:pt x="3085" y="4382"/>
                    <a:pt x="3085" y="4382"/>
                  </a:cubicBezTo>
                  <a:cubicBezTo>
                    <a:pt x="3085" y="4382"/>
                    <a:pt x="3085" y="4382"/>
                    <a:pt x="3085" y="4382"/>
                  </a:cubicBezTo>
                  <a:cubicBezTo>
                    <a:pt x="2742" y="4382"/>
                    <a:pt x="2742" y="4382"/>
                    <a:pt x="2742" y="4382"/>
                  </a:cubicBezTo>
                  <a:cubicBezTo>
                    <a:pt x="2742" y="4382"/>
                    <a:pt x="2742" y="4382"/>
                    <a:pt x="2742" y="4382"/>
                  </a:cubicBezTo>
                  <a:cubicBezTo>
                    <a:pt x="2742" y="4382"/>
                    <a:pt x="2742" y="4382"/>
                    <a:pt x="2742" y="4382"/>
                  </a:cubicBezTo>
                  <a:cubicBezTo>
                    <a:pt x="2399" y="4695"/>
                    <a:pt x="2399" y="4695"/>
                    <a:pt x="2399" y="4695"/>
                  </a:cubicBezTo>
                  <a:cubicBezTo>
                    <a:pt x="2399" y="4695"/>
                    <a:pt x="2399" y="4695"/>
                    <a:pt x="2399" y="4695"/>
                  </a:cubicBezTo>
                  <a:cubicBezTo>
                    <a:pt x="2057" y="4695"/>
                    <a:pt x="2057" y="4695"/>
                    <a:pt x="2057" y="4695"/>
                  </a:cubicBezTo>
                  <a:cubicBezTo>
                    <a:pt x="2057" y="5008"/>
                    <a:pt x="2057" y="5008"/>
                    <a:pt x="2057" y="5008"/>
                  </a:cubicBezTo>
                  <a:cubicBezTo>
                    <a:pt x="2057" y="5008"/>
                    <a:pt x="2057" y="5008"/>
                    <a:pt x="2057" y="5008"/>
                  </a:cubicBezTo>
                  <a:cubicBezTo>
                    <a:pt x="2399" y="5008"/>
                    <a:pt x="2399" y="5008"/>
                    <a:pt x="2399" y="5008"/>
                  </a:cubicBezTo>
                  <a:cubicBezTo>
                    <a:pt x="2742" y="4695"/>
                    <a:pt x="2742" y="4695"/>
                    <a:pt x="2742" y="4695"/>
                  </a:cubicBezTo>
                  <a:cubicBezTo>
                    <a:pt x="3085" y="4695"/>
                    <a:pt x="3085" y="4695"/>
                    <a:pt x="3085" y="4695"/>
                  </a:cubicBezTo>
                  <a:cubicBezTo>
                    <a:pt x="3085" y="5008"/>
                    <a:pt x="3085" y="5008"/>
                    <a:pt x="3085" y="5008"/>
                  </a:cubicBezTo>
                  <a:cubicBezTo>
                    <a:pt x="2742" y="5008"/>
                    <a:pt x="2742" y="5008"/>
                    <a:pt x="2742" y="5008"/>
                  </a:cubicBezTo>
                  <a:cubicBezTo>
                    <a:pt x="2742" y="5321"/>
                    <a:pt x="2742" y="5321"/>
                    <a:pt x="2742" y="5321"/>
                  </a:cubicBezTo>
                  <a:cubicBezTo>
                    <a:pt x="2742" y="5321"/>
                    <a:pt x="2742" y="5321"/>
                    <a:pt x="2742" y="5321"/>
                  </a:cubicBezTo>
                  <a:cubicBezTo>
                    <a:pt x="2742" y="5321"/>
                    <a:pt x="2742" y="5321"/>
                    <a:pt x="2742" y="5321"/>
                  </a:cubicBezTo>
                  <a:cubicBezTo>
                    <a:pt x="3085" y="5321"/>
                    <a:pt x="3085" y="5321"/>
                    <a:pt x="3085" y="5321"/>
                  </a:cubicBezTo>
                  <a:cubicBezTo>
                    <a:pt x="3085" y="5321"/>
                    <a:pt x="3085" y="5321"/>
                    <a:pt x="3085" y="5321"/>
                  </a:cubicBezTo>
                  <a:cubicBezTo>
                    <a:pt x="3085" y="5321"/>
                    <a:pt x="3085" y="5321"/>
                    <a:pt x="3085" y="5321"/>
                  </a:cubicBezTo>
                  <a:cubicBezTo>
                    <a:pt x="3085" y="5634"/>
                    <a:pt x="3085" y="5634"/>
                    <a:pt x="3085" y="5634"/>
                  </a:cubicBezTo>
                  <a:cubicBezTo>
                    <a:pt x="3428" y="5947"/>
                    <a:pt x="3428" y="5947"/>
                    <a:pt x="3428" y="5947"/>
                  </a:cubicBezTo>
                  <a:cubicBezTo>
                    <a:pt x="3428" y="5947"/>
                    <a:pt x="3428" y="5947"/>
                    <a:pt x="3428" y="5947"/>
                  </a:cubicBezTo>
                  <a:cubicBezTo>
                    <a:pt x="3428" y="5947"/>
                    <a:pt x="3428" y="5947"/>
                    <a:pt x="3428" y="5947"/>
                  </a:cubicBezTo>
                  <a:cubicBezTo>
                    <a:pt x="3428" y="5634"/>
                    <a:pt x="3428" y="5634"/>
                    <a:pt x="3428" y="5634"/>
                  </a:cubicBezTo>
                  <a:cubicBezTo>
                    <a:pt x="3428" y="5321"/>
                    <a:pt x="3428" y="5321"/>
                    <a:pt x="3428" y="5321"/>
                  </a:cubicBezTo>
                  <a:cubicBezTo>
                    <a:pt x="3428" y="5008"/>
                    <a:pt x="3428" y="5008"/>
                    <a:pt x="3428" y="5008"/>
                  </a:cubicBezTo>
                  <a:cubicBezTo>
                    <a:pt x="3428" y="5008"/>
                    <a:pt x="3428" y="5008"/>
                    <a:pt x="3428" y="5008"/>
                  </a:cubicBezTo>
                  <a:cubicBezTo>
                    <a:pt x="3771" y="4382"/>
                    <a:pt x="3771" y="4382"/>
                    <a:pt x="3771" y="4382"/>
                  </a:cubicBezTo>
                  <a:cubicBezTo>
                    <a:pt x="3771" y="4382"/>
                    <a:pt x="3771" y="4382"/>
                    <a:pt x="3771" y="4382"/>
                  </a:cubicBezTo>
                  <a:cubicBezTo>
                    <a:pt x="3771" y="4069"/>
                    <a:pt x="3771" y="4069"/>
                    <a:pt x="3771" y="4069"/>
                  </a:cubicBezTo>
                  <a:cubicBezTo>
                    <a:pt x="4114" y="4069"/>
                    <a:pt x="4114" y="4069"/>
                    <a:pt x="4114" y="4069"/>
                  </a:cubicBezTo>
                  <a:cubicBezTo>
                    <a:pt x="4114" y="4382"/>
                    <a:pt x="4114" y="4382"/>
                    <a:pt x="4114" y="4382"/>
                  </a:cubicBezTo>
                  <a:cubicBezTo>
                    <a:pt x="4457" y="4695"/>
                    <a:pt x="4457" y="4695"/>
                    <a:pt x="4457" y="4695"/>
                  </a:cubicBezTo>
                  <a:cubicBezTo>
                    <a:pt x="4457" y="4695"/>
                    <a:pt x="4457" y="4695"/>
                    <a:pt x="4457" y="4695"/>
                  </a:cubicBezTo>
                  <a:cubicBezTo>
                    <a:pt x="4457" y="5321"/>
                    <a:pt x="4457" y="5321"/>
                    <a:pt x="4457" y="5321"/>
                  </a:cubicBezTo>
                  <a:cubicBezTo>
                    <a:pt x="4799" y="5634"/>
                    <a:pt x="4799" y="5634"/>
                    <a:pt x="4799" y="5634"/>
                  </a:cubicBezTo>
                  <a:cubicBezTo>
                    <a:pt x="4799" y="5947"/>
                    <a:pt x="4799" y="5947"/>
                    <a:pt x="4799" y="5947"/>
                  </a:cubicBezTo>
                  <a:cubicBezTo>
                    <a:pt x="4799" y="6260"/>
                    <a:pt x="4799" y="6260"/>
                    <a:pt x="4799" y="6260"/>
                  </a:cubicBezTo>
                  <a:cubicBezTo>
                    <a:pt x="4457" y="6260"/>
                    <a:pt x="4457" y="6260"/>
                    <a:pt x="4457" y="6260"/>
                  </a:cubicBezTo>
                  <a:cubicBezTo>
                    <a:pt x="4457" y="6260"/>
                    <a:pt x="4457" y="6260"/>
                    <a:pt x="4457" y="6260"/>
                  </a:cubicBezTo>
                  <a:cubicBezTo>
                    <a:pt x="4799" y="6573"/>
                    <a:pt x="4799" y="6573"/>
                    <a:pt x="4799" y="6573"/>
                  </a:cubicBezTo>
                  <a:cubicBezTo>
                    <a:pt x="4799" y="6260"/>
                    <a:pt x="4799" y="6260"/>
                    <a:pt x="4799" y="6260"/>
                  </a:cubicBezTo>
                  <a:cubicBezTo>
                    <a:pt x="5142" y="6260"/>
                    <a:pt x="5142" y="6260"/>
                    <a:pt x="5142" y="6260"/>
                  </a:cubicBezTo>
                  <a:cubicBezTo>
                    <a:pt x="5142" y="6573"/>
                    <a:pt x="5142" y="6573"/>
                    <a:pt x="5142" y="6573"/>
                  </a:cubicBezTo>
                  <a:cubicBezTo>
                    <a:pt x="5485" y="6886"/>
                    <a:pt x="5485" y="6886"/>
                    <a:pt x="5485" y="6886"/>
                  </a:cubicBezTo>
                  <a:cubicBezTo>
                    <a:pt x="5485" y="7200"/>
                    <a:pt x="5485" y="7200"/>
                    <a:pt x="5485" y="7200"/>
                  </a:cubicBezTo>
                  <a:cubicBezTo>
                    <a:pt x="5828" y="7200"/>
                    <a:pt x="5828" y="7200"/>
                    <a:pt x="5828" y="7200"/>
                  </a:cubicBezTo>
                  <a:cubicBezTo>
                    <a:pt x="5828" y="6886"/>
                    <a:pt x="5828" y="6886"/>
                    <a:pt x="5828" y="6886"/>
                  </a:cubicBezTo>
                  <a:cubicBezTo>
                    <a:pt x="5485" y="6573"/>
                    <a:pt x="5485" y="6573"/>
                    <a:pt x="5485" y="6573"/>
                  </a:cubicBezTo>
                  <a:cubicBezTo>
                    <a:pt x="5485" y="6260"/>
                    <a:pt x="5485" y="6260"/>
                    <a:pt x="5485" y="6260"/>
                  </a:cubicBezTo>
                  <a:cubicBezTo>
                    <a:pt x="5142" y="5947"/>
                    <a:pt x="5142" y="5947"/>
                    <a:pt x="5142" y="5947"/>
                  </a:cubicBezTo>
                  <a:cubicBezTo>
                    <a:pt x="5142" y="5634"/>
                    <a:pt x="5142" y="5634"/>
                    <a:pt x="5142" y="5634"/>
                  </a:cubicBezTo>
                  <a:cubicBezTo>
                    <a:pt x="5142" y="5321"/>
                    <a:pt x="5142" y="5321"/>
                    <a:pt x="5142" y="5321"/>
                  </a:cubicBezTo>
                  <a:cubicBezTo>
                    <a:pt x="5142" y="4695"/>
                    <a:pt x="5142" y="4695"/>
                    <a:pt x="5142" y="4695"/>
                  </a:cubicBezTo>
                  <a:cubicBezTo>
                    <a:pt x="5142" y="4382"/>
                    <a:pt x="5142" y="4382"/>
                    <a:pt x="5142" y="4382"/>
                  </a:cubicBezTo>
                  <a:cubicBezTo>
                    <a:pt x="4799" y="4382"/>
                    <a:pt x="4799" y="4382"/>
                    <a:pt x="4799" y="4382"/>
                  </a:cubicBezTo>
                  <a:cubicBezTo>
                    <a:pt x="5142" y="4069"/>
                    <a:pt x="5142" y="4069"/>
                    <a:pt x="5142" y="4069"/>
                  </a:cubicBezTo>
                  <a:cubicBezTo>
                    <a:pt x="5142" y="4069"/>
                    <a:pt x="5142" y="4069"/>
                    <a:pt x="5142" y="4069"/>
                  </a:cubicBezTo>
                  <a:cubicBezTo>
                    <a:pt x="5142" y="3756"/>
                    <a:pt x="5142" y="3756"/>
                    <a:pt x="5142" y="3756"/>
                  </a:cubicBezTo>
                  <a:cubicBezTo>
                    <a:pt x="5142" y="3443"/>
                    <a:pt x="5142" y="3443"/>
                    <a:pt x="5142" y="3443"/>
                  </a:cubicBezTo>
                  <a:cubicBezTo>
                    <a:pt x="5142" y="3130"/>
                    <a:pt x="5142" y="3130"/>
                    <a:pt x="5142" y="3130"/>
                  </a:cubicBezTo>
                  <a:cubicBezTo>
                    <a:pt x="5485" y="3130"/>
                    <a:pt x="5485" y="3130"/>
                    <a:pt x="5485" y="3130"/>
                  </a:cubicBezTo>
                  <a:cubicBezTo>
                    <a:pt x="5485" y="3130"/>
                    <a:pt x="5485" y="3130"/>
                    <a:pt x="5485" y="3130"/>
                  </a:cubicBezTo>
                  <a:cubicBezTo>
                    <a:pt x="5828" y="3443"/>
                    <a:pt x="5828" y="3443"/>
                    <a:pt x="5828" y="3443"/>
                  </a:cubicBezTo>
                  <a:cubicBezTo>
                    <a:pt x="5828" y="3756"/>
                    <a:pt x="5828" y="3756"/>
                    <a:pt x="5828" y="3756"/>
                  </a:cubicBezTo>
                  <a:cubicBezTo>
                    <a:pt x="6171" y="3756"/>
                    <a:pt x="6171" y="3756"/>
                    <a:pt x="6171" y="3756"/>
                  </a:cubicBezTo>
                  <a:cubicBezTo>
                    <a:pt x="6171" y="3443"/>
                    <a:pt x="6171" y="3443"/>
                    <a:pt x="6171" y="3443"/>
                  </a:cubicBezTo>
                  <a:cubicBezTo>
                    <a:pt x="6514" y="3443"/>
                    <a:pt x="6514" y="3443"/>
                    <a:pt x="6514" y="3443"/>
                  </a:cubicBezTo>
                  <a:cubicBezTo>
                    <a:pt x="6514" y="3443"/>
                    <a:pt x="6514" y="3443"/>
                    <a:pt x="6514" y="3443"/>
                  </a:cubicBezTo>
                  <a:cubicBezTo>
                    <a:pt x="6857" y="4069"/>
                    <a:pt x="6857" y="4069"/>
                    <a:pt x="6857" y="4069"/>
                  </a:cubicBezTo>
                  <a:cubicBezTo>
                    <a:pt x="7199" y="4069"/>
                    <a:pt x="7199" y="4069"/>
                    <a:pt x="7199" y="4069"/>
                  </a:cubicBezTo>
                  <a:cubicBezTo>
                    <a:pt x="7199" y="4382"/>
                    <a:pt x="7199" y="4382"/>
                    <a:pt x="7199" y="4382"/>
                  </a:cubicBezTo>
                  <a:cubicBezTo>
                    <a:pt x="6857" y="4695"/>
                    <a:pt x="6857" y="4695"/>
                    <a:pt x="6857" y="4695"/>
                  </a:cubicBezTo>
                  <a:cubicBezTo>
                    <a:pt x="6857" y="5008"/>
                    <a:pt x="6857" y="5008"/>
                    <a:pt x="6857" y="5008"/>
                  </a:cubicBezTo>
                  <a:cubicBezTo>
                    <a:pt x="6857" y="5321"/>
                    <a:pt x="6857" y="5321"/>
                    <a:pt x="6857" y="5321"/>
                  </a:cubicBezTo>
                  <a:cubicBezTo>
                    <a:pt x="6857" y="5634"/>
                    <a:pt x="6857" y="5634"/>
                    <a:pt x="6857" y="5634"/>
                  </a:cubicBezTo>
                  <a:cubicBezTo>
                    <a:pt x="6857" y="5634"/>
                    <a:pt x="6857" y="5634"/>
                    <a:pt x="6857" y="5634"/>
                  </a:cubicBezTo>
                  <a:cubicBezTo>
                    <a:pt x="7199" y="5634"/>
                    <a:pt x="7199" y="5634"/>
                    <a:pt x="7199" y="5634"/>
                  </a:cubicBezTo>
                  <a:cubicBezTo>
                    <a:pt x="7199" y="5321"/>
                    <a:pt x="7199" y="5321"/>
                    <a:pt x="7199" y="5321"/>
                  </a:cubicBezTo>
                  <a:cubicBezTo>
                    <a:pt x="7199" y="4695"/>
                    <a:pt x="7199" y="4695"/>
                    <a:pt x="7199" y="4695"/>
                  </a:cubicBezTo>
                  <a:cubicBezTo>
                    <a:pt x="7199" y="4382"/>
                    <a:pt x="7199" y="4382"/>
                    <a:pt x="7199" y="4382"/>
                  </a:cubicBezTo>
                  <a:cubicBezTo>
                    <a:pt x="7542" y="4382"/>
                    <a:pt x="7542" y="4382"/>
                    <a:pt x="7542" y="4382"/>
                  </a:cubicBezTo>
                  <a:cubicBezTo>
                    <a:pt x="7885" y="4695"/>
                    <a:pt x="7885" y="4695"/>
                    <a:pt x="7885" y="4695"/>
                  </a:cubicBezTo>
                  <a:cubicBezTo>
                    <a:pt x="7885" y="5008"/>
                    <a:pt x="7885" y="5008"/>
                    <a:pt x="7885" y="5008"/>
                  </a:cubicBezTo>
                  <a:cubicBezTo>
                    <a:pt x="8228" y="5634"/>
                    <a:pt x="8228" y="5634"/>
                    <a:pt x="8228" y="5634"/>
                  </a:cubicBezTo>
                  <a:cubicBezTo>
                    <a:pt x="8228" y="5947"/>
                    <a:pt x="8228" y="5947"/>
                    <a:pt x="8228" y="5947"/>
                  </a:cubicBezTo>
                  <a:cubicBezTo>
                    <a:pt x="8228" y="5947"/>
                    <a:pt x="8228" y="5947"/>
                    <a:pt x="8228" y="5947"/>
                  </a:cubicBezTo>
                  <a:cubicBezTo>
                    <a:pt x="8571" y="5947"/>
                    <a:pt x="8571" y="5947"/>
                    <a:pt x="8571" y="5947"/>
                  </a:cubicBezTo>
                  <a:cubicBezTo>
                    <a:pt x="8914" y="5947"/>
                    <a:pt x="8914" y="5947"/>
                    <a:pt x="8914" y="5947"/>
                  </a:cubicBezTo>
                  <a:cubicBezTo>
                    <a:pt x="9257" y="6573"/>
                    <a:pt x="9257" y="6573"/>
                    <a:pt x="9257" y="6573"/>
                  </a:cubicBezTo>
                  <a:cubicBezTo>
                    <a:pt x="9257" y="6573"/>
                    <a:pt x="9257" y="6573"/>
                    <a:pt x="9257" y="6573"/>
                  </a:cubicBezTo>
                  <a:cubicBezTo>
                    <a:pt x="9942" y="6886"/>
                    <a:pt x="9942" y="6886"/>
                    <a:pt x="9942" y="6886"/>
                  </a:cubicBezTo>
                  <a:cubicBezTo>
                    <a:pt x="9942" y="7200"/>
                    <a:pt x="9942" y="7200"/>
                    <a:pt x="9942" y="7200"/>
                  </a:cubicBezTo>
                  <a:cubicBezTo>
                    <a:pt x="10628" y="7200"/>
                    <a:pt x="10628" y="7200"/>
                    <a:pt x="10628" y="7200"/>
                  </a:cubicBezTo>
                  <a:cubicBezTo>
                    <a:pt x="10971" y="7200"/>
                    <a:pt x="10971" y="7200"/>
                    <a:pt x="10971" y="7200"/>
                  </a:cubicBezTo>
                  <a:cubicBezTo>
                    <a:pt x="10971" y="7513"/>
                    <a:pt x="10971" y="7513"/>
                    <a:pt x="10971" y="7513"/>
                  </a:cubicBezTo>
                  <a:cubicBezTo>
                    <a:pt x="10971" y="7513"/>
                    <a:pt x="10971" y="7513"/>
                    <a:pt x="10971" y="7513"/>
                  </a:cubicBezTo>
                  <a:cubicBezTo>
                    <a:pt x="10971" y="7826"/>
                    <a:pt x="10971" y="7826"/>
                    <a:pt x="10971" y="7826"/>
                  </a:cubicBezTo>
                  <a:cubicBezTo>
                    <a:pt x="10628" y="7826"/>
                    <a:pt x="10628" y="7826"/>
                    <a:pt x="10628" y="7826"/>
                  </a:cubicBezTo>
                  <a:cubicBezTo>
                    <a:pt x="10628" y="7513"/>
                    <a:pt x="10628" y="7513"/>
                    <a:pt x="10628" y="7513"/>
                  </a:cubicBezTo>
                  <a:cubicBezTo>
                    <a:pt x="10285" y="7826"/>
                    <a:pt x="10285" y="7826"/>
                    <a:pt x="10285" y="7826"/>
                  </a:cubicBezTo>
                  <a:cubicBezTo>
                    <a:pt x="9942" y="7826"/>
                    <a:pt x="9942" y="7826"/>
                    <a:pt x="9942" y="7826"/>
                  </a:cubicBezTo>
                  <a:cubicBezTo>
                    <a:pt x="9599" y="7826"/>
                    <a:pt x="9599" y="7826"/>
                    <a:pt x="9599" y="7826"/>
                  </a:cubicBezTo>
                  <a:cubicBezTo>
                    <a:pt x="9257" y="8139"/>
                    <a:pt x="9257" y="8139"/>
                    <a:pt x="9257" y="8139"/>
                  </a:cubicBezTo>
                  <a:cubicBezTo>
                    <a:pt x="9257" y="8139"/>
                    <a:pt x="9257" y="8139"/>
                    <a:pt x="9257" y="8139"/>
                  </a:cubicBezTo>
                  <a:cubicBezTo>
                    <a:pt x="9257" y="8139"/>
                    <a:pt x="9257" y="8139"/>
                    <a:pt x="9257" y="8139"/>
                  </a:cubicBezTo>
                  <a:cubicBezTo>
                    <a:pt x="9257" y="8452"/>
                    <a:pt x="9257" y="8452"/>
                    <a:pt x="9257" y="8452"/>
                  </a:cubicBezTo>
                  <a:cubicBezTo>
                    <a:pt x="8914" y="8452"/>
                    <a:pt x="8914" y="8452"/>
                    <a:pt x="8914" y="8452"/>
                  </a:cubicBezTo>
                  <a:cubicBezTo>
                    <a:pt x="8914" y="8765"/>
                    <a:pt x="8914" y="8765"/>
                    <a:pt x="8914" y="8765"/>
                  </a:cubicBezTo>
                  <a:cubicBezTo>
                    <a:pt x="8914" y="9078"/>
                    <a:pt x="8914" y="9078"/>
                    <a:pt x="8914" y="9078"/>
                  </a:cubicBezTo>
                  <a:cubicBezTo>
                    <a:pt x="8914" y="9391"/>
                    <a:pt x="8914" y="9391"/>
                    <a:pt x="8914" y="9391"/>
                  </a:cubicBezTo>
                  <a:cubicBezTo>
                    <a:pt x="8914" y="9704"/>
                    <a:pt x="8914" y="9704"/>
                    <a:pt x="8914" y="9704"/>
                  </a:cubicBezTo>
                  <a:cubicBezTo>
                    <a:pt x="8914" y="10017"/>
                    <a:pt x="8914" y="10017"/>
                    <a:pt x="8914" y="10017"/>
                  </a:cubicBezTo>
                  <a:cubicBezTo>
                    <a:pt x="9257" y="10017"/>
                    <a:pt x="9257" y="10017"/>
                    <a:pt x="9257" y="10017"/>
                  </a:cubicBezTo>
                  <a:cubicBezTo>
                    <a:pt x="8914" y="10330"/>
                    <a:pt x="8914" y="10330"/>
                    <a:pt x="8914" y="10330"/>
                  </a:cubicBezTo>
                  <a:cubicBezTo>
                    <a:pt x="8571" y="10017"/>
                    <a:pt x="8571" y="10017"/>
                    <a:pt x="8571" y="10017"/>
                  </a:cubicBezTo>
                  <a:cubicBezTo>
                    <a:pt x="8571" y="10330"/>
                    <a:pt x="8571" y="10330"/>
                    <a:pt x="8571" y="10330"/>
                  </a:cubicBezTo>
                  <a:cubicBezTo>
                    <a:pt x="8571" y="10330"/>
                    <a:pt x="8571" y="10330"/>
                    <a:pt x="8571" y="10330"/>
                  </a:cubicBezTo>
                  <a:cubicBezTo>
                    <a:pt x="8914" y="10643"/>
                    <a:pt x="8914" y="10643"/>
                    <a:pt x="8914" y="10643"/>
                  </a:cubicBezTo>
                  <a:cubicBezTo>
                    <a:pt x="8914" y="10956"/>
                    <a:pt x="8914" y="10956"/>
                    <a:pt x="8914" y="10956"/>
                  </a:cubicBezTo>
                  <a:cubicBezTo>
                    <a:pt x="8571" y="11269"/>
                    <a:pt x="8571" y="11269"/>
                    <a:pt x="8571" y="11269"/>
                  </a:cubicBezTo>
                  <a:cubicBezTo>
                    <a:pt x="8571" y="11582"/>
                    <a:pt x="8571" y="11582"/>
                    <a:pt x="8571" y="11582"/>
                  </a:cubicBezTo>
                  <a:cubicBezTo>
                    <a:pt x="8571" y="11895"/>
                    <a:pt x="8571" y="11895"/>
                    <a:pt x="8571" y="11895"/>
                  </a:cubicBezTo>
                  <a:cubicBezTo>
                    <a:pt x="8571" y="11895"/>
                    <a:pt x="8571" y="11895"/>
                    <a:pt x="8571" y="11895"/>
                  </a:cubicBezTo>
                  <a:cubicBezTo>
                    <a:pt x="8228" y="11895"/>
                    <a:pt x="8228" y="11895"/>
                    <a:pt x="8228" y="11895"/>
                  </a:cubicBezTo>
                  <a:cubicBezTo>
                    <a:pt x="7885" y="12208"/>
                    <a:pt x="7885" y="12208"/>
                    <a:pt x="7885" y="12208"/>
                  </a:cubicBezTo>
                  <a:cubicBezTo>
                    <a:pt x="8228" y="12208"/>
                    <a:pt x="8228" y="12208"/>
                    <a:pt x="8228" y="12208"/>
                  </a:cubicBezTo>
                  <a:cubicBezTo>
                    <a:pt x="8228" y="12208"/>
                    <a:pt x="8228" y="12208"/>
                    <a:pt x="8228" y="12208"/>
                  </a:cubicBezTo>
                  <a:cubicBezTo>
                    <a:pt x="7885" y="12521"/>
                    <a:pt x="7885" y="12521"/>
                    <a:pt x="7885" y="12521"/>
                  </a:cubicBezTo>
                  <a:cubicBezTo>
                    <a:pt x="7885" y="12521"/>
                    <a:pt x="7885" y="12521"/>
                    <a:pt x="7885" y="12521"/>
                  </a:cubicBezTo>
                  <a:cubicBezTo>
                    <a:pt x="7885" y="12834"/>
                    <a:pt x="7885" y="12834"/>
                    <a:pt x="7885" y="12834"/>
                  </a:cubicBezTo>
                  <a:cubicBezTo>
                    <a:pt x="7885" y="13460"/>
                    <a:pt x="7885" y="13460"/>
                    <a:pt x="7885" y="13460"/>
                  </a:cubicBezTo>
                  <a:cubicBezTo>
                    <a:pt x="7885" y="13773"/>
                    <a:pt x="7885" y="13773"/>
                    <a:pt x="7885" y="13773"/>
                  </a:cubicBezTo>
                  <a:cubicBezTo>
                    <a:pt x="7542" y="14086"/>
                    <a:pt x="7542" y="14086"/>
                    <a:pt x="7542" y="14086"/>
                  </a:cubicBezTo>
                  <a:cubicBezTo>
                    <a:pt x="7885" y="14400"/>
                    <a:pt x="7885" y="14400"/>
                    <a:pt x="7885" y="14400"/>
                  </a:cubicBezTo>
                  <a:cubicBezTo>
                    <a:pt x="7885" y="14713"/>
                    <a:pt x="7885" y="14713"/>
                    <a:pt x="7885" y="14713"/>
                  </a:cubicBezTo>
                  <a:cubicBezTo>
                    <a:pt x="7885" y="14713"/>
                    <a:pt x="7885" y="14713"/>
                    <a:pt x="7885" y="14713"/>
                  </a:cubicBezTo>
                  <a:cubicBezTo>
                    <a:pt x="7885" y="14713"/>
                    <a:pt x="7885" y="14713"/>
                    <a:pt x="7885" y="14713"/>
                  </a:cubicBezTo>
                  <a:cubicBezTo>
                    <a:pt x="7885" y="15026"/>
                    <a:pt x="7885" y="15026"/>
                    <a:pt x="7885" y="15026"/>
                  </a:cubicBezTo>
                  <a:cubicBezTo>
                    <a:pt x="7542" y="15339"/>
                    <a:pt x="7542" y="15339"/>
                    <a:pt x="7542" y="15339"/>
                  </a:cubicBezTo>
                  <a:cubicBezTo>
                    <a:pt x="7199" y="15339"/>
                    <a:pt x="7199" y="15339"/>
                    <a:pt x="7199" y="15339"/>
                  </a:cubicBezTo>
                  <a:close/>
                  <a:moveTo>
                    <a:pt x="10628" y="21600"/>
                  </a:moveTo>
                  <a:cubicBezTo>
                    <a:pt x="10971" y="21600"/>
                    <a:pt x="10971" y="21600"/>
                    <a:pt x="10971" y="21600"/>
                  </a:cubicBezTo>
                  <a:cubicBezTo>
                    <a:pt x="10971" y="21286"/>
                    <a:pt x="10971" y="21286"/>
                    <a:pt x="10971" y="21286"/>
                  </a:cubicBezTo>
                  <a:cubicBezTo>
                    <a:pt x="10628" y="20973"/>
                    <a:pt x="10628" y="20973"/>
                    <a:pt x="10628" y="20973"/>
                  </a:cubicBezTo>
                  <a:cubicBezTo>
                    <a:pt x="10285" y="20973"/>
                    <a:pt x="10285" y="20973"/>
                    <a:pt x="10285" y="20973"/>
                  </a:cubicBezTo>
                  <a:cubicBezTo>
                    <a:pt x="10285" y="21286"/>
                    <a:pt x="10285" y="21286"/>
                    <a:pt x="10285" y="21286"/>
                  </a:cubicBezTo>
                  <a:cubicBezTo>
                    <a:pt x="10285" y="21286"/>
                    <a:pt x="10285" y="21286"/>
                    <a:pt x="10285" y="21286"/>
                  </a:cubicBezTo>
                  <a:cubicBezTo>
                    <a:pt x="10628" y="21600"/>
                    <a:pt x="10628" y="21600"/>
                    <a:pt x="10628" y="21600"/>
                  </a:cubicBezTo>
                  <a:cubicBezTo>
                    <a:pt x="10628" y="21600"/>
                    <a:pt x="10628" y="21600"/>
                    <a:pt x="10628" y="2160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1" name="AutoShape 9"/>
            <p:cNvSpPr>
              <a:spLocks/>
            </p:cNvSpPr>
            <p:nvPr/>
          </p:nvSpPr>
          <p:spPr bwMode="auto">
            <a:xfrm>
              <a:off x="9752536" y="3934352"/>
              <a:ext cx="1043334" cy="1778707"/>
            </a:xfrm>
            <a:custGeom>
              <a:avLst/>
              <a:gdLst>
                <a:gd name="T0" fmla="*/ 521667 w 21600"/>
                <a:gd name="T1" fmla="*/ 889354 h 21600"/>
                <a:gd name="T2" fmla="*/ 521667 w 21600"/>
                <a:gd name="T3" fmla="*/ 889354 h 21600"/>
                <a:gd name="T4" fmla="*/ 521667 w 21600"/>
                <a:gd name="T5" fmla="*/ 889354 h 21600"/>
                <a:gd name="T6" fmla="*/ 521667 w 21600"/>
                <a:gd name="T7" fmla="*/ 8893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673" y="10442"/>
                  </a:moveTo>
                  <a:lnTo>
                    <a:pt x="9006" y="10442"/>
                  </a:lnTo>
                  <a:lnTo>
                    <a:pt x="8673" y="10442"/>
                  </a:lnTo>
                  <a:close/>
                  <a:moveTo>
                    <a:pt x="9006" y="10442"/>
                  </a:moveTo>
                  <a:lnTo>
                    <a:pt x="9006" y="10251"/>
                  </a:lnTo>
                  <a:lnTo>
                    <a:pt x="9257" y="10251"/>
                  </a:lnTo>
                  <a:lnTo>
                    <a:pt x="9006" y="10442"/>
                  </a:lnTo>
                  <a:close/>
                  <a:moveTo>
                    <a:pt x="333" y="21600"/>
                  </a:moveTo>
                  <a:lnTo>
                    <a:pt x="333" y="21409"/>
                  </a:lnTo>
                  <a:lnTo>
                    <a:pt x="0" y="21409"/>
                  </a:lnTo>
                  <a:lnTo>
                    <a:pt x="0" y="21600"/>
                  </a:lnTo>
                  <a:lnTo>
                    <a:pt x="333" y="21600"/>
                  </a:lnTo>
                  <a:close/>
                  <a:moveTo>
                    <a:pt x="667" y="21409"/>
                  </a:moveTo>
                  <a:lnTo>
                    <a:pt x="667" y="21218"/>
                  </a:lnTo>
                  <a:lnTo>
                    <a:pt x="917" y="21409"/>
                  </a:lnTo>
                  <a:lnTo>
                    <a:pt x="667" y="21600"/>
                  </a:lnTo>
                  <a:lnTo>
                    <a:pt x="667" y="21409"/>
                  </a:lnTo>
                  <a:close/>
                  <a:moveTo>
                    <a:pt x="1834" y="20884"/>
                  </a:moveTo>
                  <a:lnTo>
                    <a:pt x="1834" y="21027"/>
                  </a:lnTo>
                  <a:lnTo>
                    <a:pt x="2168" y="21027"/>
                  </a:lnTo>
                  <a:lnTo>
                    <a:pt x="1834" y="20884"/>
                  </a:lnTo>
                  <a:close/>
                  <a:moveTo>
                    <a:pt x="5003" y="19645"/>
                  </a:moveTo>
                  <a:lnTo>
                    <a:pt x="4670" y="19454"/>
                  </a:lnTo>
                  <a:lnTo>
                    <a:pt x="5003" y="19454"/>
                  </a:lnTo>
                  <a:lnTo>
                    <a:pt x="5003" y="19263"/>
                  </a:lnTo>
                  <a:lnTo>
                    <a:pt x="5254" y="19120"/>
                  </a:lnTo>
                  <a:lnTo>
                    <a:pt x="5587" y="19120"/>
                  </a:lnTo>
                  <a:lnTo>
                    <a:pt x="5254" y="19263"/>
                  </a:lnTo>
                  <a:lnTo>
                    <a:pt x="5254" y="19454"/>
                  </a:lnTo>
                  <a:lnTo>
                    <a:pt x="5003" y="19454"/>
                  </a:lnTo>
                  <a:lnTo>
                    <a:pt x="5003" y="19645"/>
                  </a:lnTo>
                  <a:close/>
                  <a:moveTo>
                    <a:pt x="6171" y="18214"/>
                  </a:moveTo>
                  <a:lnTo>
                    <a:pt x="6171" y="18405"/>
                  </a:lnTo>
                  <a:lnTo>
                    <a:pt x="5921" y="18405"/>
                  </a:lnTo>
                  <a:lnTo>
                    <a:pt x="5921" y="18214"/>
                  </a:lnTo>
                  <a:lnTo>
                    <a:pt x="6171" y="18214"/>
                  </a:lnTo>
                  <a:close/>
                  <a:moveTo>
                    <a:pt x="6505" y="18023"/>
                  </a:moveTo>
                  <a:lnTo>
                    <a:pt x="6505" y="17880"/>
                  </a:lnTo>
                  <a:lnTo>
                    <a:pt x="6171" y="17880"/>
                  </a:lnTo>
                  <a:lnTo>
                    <a:pt x="6505" y="17690"/>
                  </a:lnTo>
                  <a:lnTo>
                    <a:pt x="6838" y="17690"/>
                  </a:lnTo>
                  <a:lnTo>
                    <a:pt x="6838" y="17880"/>
                  </a:lnTo>
                  <a:lnTo>
                    <a:pt x="6505" y="18023"/>
                  </a:lnTo>
                  <a:close/>
                  <a:moveTo>
                    <a:pt x="13593" y="3909"/>
                  </a:moveTo>
                  <a:lnTo>
                    <a:pt x="13593" y="3719"/>
                  </a:lnTo>
                  <a:lnTo>
                    <a:pt x="13927" y="3528"/>
                  </a:lnTo>
                  <a:lnTo>
                    <a:pt x="13927" y="3909"/>
                  </a:lnTo>
                  <a:lnTo>
                    <a:pt x="13593" y="3909"/>
                  </a:lnTo>
                  <a:close/>
                  <a:moveTo>
                    <a:pt x="15428" y="4577"/>
                  </a:moveTo>
                  <a:lnTo>
                    <a:pt x="15178" y="4434"/>
                  </a:lnTo>
                  <a:lnTo>
                    <a:pt x="15178" y="4052"/>
                  </a:lnTo>
                  <a:lnTo>
                    <a:pt x="14844" y="3909"/>
                  </a:lnTo>
                  <a:lnTo>
                    <a:pt x="14511" y="3719"/>
                  </a:lnTo>
                  <a:lnTo>
                    <a:pt x="14261" y="3719"/>
                  </a:lnTo>
                  <a:lnTo>
                    <a:pt x="14261" y="3194"/>
                  </a:lnTo>
                  <a:lnTo>
                    <a:pt x="14511" y="3003"/>
                  </a:lnTo>
                  <a:lnTo>
                    <a:pt x="14844" y="2813"/>
                  </a:lnTo>
                  <a:lnTo>
                    <a:pt x="14844" y="2670"/>
                  </a:lnTo>
                  <a:lnTo>
                    <a:pt x="14511" y="2670"/>
                  </a:lnTo>
                  <a:lnTo>
                    <a:pt x="14511" y="2479"/>
                  </a:lnTo>
                  <a:lnTo>
                    <a:pt x="15178" y="2479"/>
                  </a:lnTo>
                  <a:lnTo>
                    <a:pt x="15428" y="2670"/>
                  </a:lnTo>
                  <a:lnTo>
                    <a:pt x="15762" y="2479"/>
                  </a:lnTo>
                  <a:lnTo>
                    <a:pt x="15762" y="2288"/>
                  </a:lnTo>
                  <a:lnTo>
                    <a:pt x="15428" y="2145"/>
                  </a:lnTo>
                  <a:lnTo>
                    <a:pt x="15428" y="1764"/>
                  </a:lnTo>
                  <a:lnTo>
                    <a:pt x="15762" y="1764"/>
                  </a:lnTo>
                  <a:lnTo>
                    <a:pt x="15428" y="1573"/>
                  </a:lnTo>
                  <a:lnTo>
                    <a:pt x="15428" y="905"/>
                  </a:lnTo>
                  <a:lnTo>
                    <a:pt x="14844" y="524"/>
                  </a:lnTo>
                  <a:lnTo>
                    <a:pt x="14844" y="190"/>
                  </a:lnTo>
                  <a:lnTo>
                    <a:pt x="15178" y="0"/>
                  </a:lnTo>
                  <a:lnTo>
                    <a:pt x="15428" y="0"/>
                  </a:lnTo>
                  <a:lnTo>
                    <a:pt x="15428" y="190"/>
                  </a:lnTo>
                  <a:lnTo>
                    <a:pt x="15762" y="333"/>
                  </a:lnTo>
                  <a:lnTo>
                    <a:pt x="16429" y="333"/>
                  </a:lnTo>
                  <a:lnTo>
                    <a:pt x="16429" y="524"/>
                  </a:lnTo>
                  <a:lnTo>
                    <a:pt x="17013" y="905"/>
                  </a:lnTo>
                  <a:lnTo>
                    <a:pt x="17346" y="1049"/>
                  </a:lnTo>
                  <a:lnTo>
                    <a:pt x="17596" y="1049"/>
                  </a:lnTo>
                  <a:lnTo>
                    <a:pt x="17930" y="1239"/>
                  </a:lnTo>
                  <a:lnTo>
                    <a:pt x="18514" y="1430"/>
                  </a:lnTo>
                  <a:lnTo>
                    <a:pt x="18847" y="1430"/>
                  </a:lnTo>
                  <a:lnTo>
                    <a:pt x="19181" y="1573"/>
                  </a:lnTo>
                  <a:lnTo>
                    <a:pt x="19181" y="1430"/>
                  </a:lnTo>
                  <a:lnTo>
                    <a:pt x="19515" y="1573"/>
                  </a:lnTo>
                  <a:lnTo>
                    <a:pt x="19765" y="1430"/>
                  </a:lnTo>
                  <a:lnTo>
                    <a:pt x="20098" y="1430"/>
                  </a:lnTo>
                  <a:lnTo>
                    <a:pt x="20432" y="1239"/>
                  </a:lnTo>
                  <a:lnTo>
                    <a:pt x="20432" y="1049"/>
                  </a:lnTo>
                  <a:lnTo>
                    <a:pt x="20432" y="1573"/>
                  </a:lnTo>
                  <a:lnTo>
                    <a:pt x="20682" y="1764"/>
                  </a:lnTo>
                  <a:lnTo>
                    <a:pt x="21016" y="1954"/>
                  </a:lnTo>
                  <a:lnTo>
                    <a:pt x="21016" y="2145"/>
                  </a:lnTo>
                  <a:lnTo>
                    <a:pt x="21349" y="2145"/>
                  </a:lnTo>
                  <a:lnTo>
                    <a:pt x="21349" y="1954"/>
                  </a:lnTo>
                  <a:lnTo>
                    <a:pt x="21600" y="1954"/>
                  </a:lnTo>
                  <a:lnTo>
                    <a:pt x="21600" y="2145"/>
                  </a:lnTo>
                  <a:lnTo>
                    <a:pt x="21349" y="2288"/>
                  </a:lnTo>
                  <a:lnTo>
                    <a:pt x="21016" y="2288"/>
                  </a:lnTo>
                  <a:lnTo>
                    <a:pt x="21016" y="2479"/>
                  </a:lnTo>
                  <a:lnTo>
                    <a:pt x="20432" y="2479"/>
                  </a:lnTo>
                  <a:lnTo>
                    <a:pt x="20432" y="2670"/>
                  </a:lnTo>
                  <a:lnTo>
                    <a:pt x="20098" y="2670"/>
                  </a:lnTo>
                  <a:lnTo>
                    <a:pt x="19765" y="2479"/>
                  </a:lnTo>
                  <a:lnTo>
                    <a:pt x="19765" y="2670"/>
                  </a:lnTo>
                  <a:lnTo>
                    <a:pt x="19181" y="2813"/>
                  </a:lnTo>
                  <a:lnTo>
                    <a:pt x="19181" y="3719"/>
                  </a:lnTo>
                  <a:lnTo>
                    <a:pt x="18847" y="3719"/>
                  </a:lnTo>
                  <a:lnTo>
                    <a:pt x="18847" y="3528"/>
                  </a:lnTo>
                  <a:lnTo>
                    <a:pt x="18264" y="3528"/>
                  </a:lnTo>
                  <a:lnTo>
                    <a:pt x="17930" y="3385"/>
                  </a:lnTo>
                  <a:lnTo>
                    <a:pt x="17596" y="3194"/>
                  </a:lnTo>
                  <a:lnTo>
                    <a:pt x="16679" y="3194"/>
                  </a:lnTo>
                  <a:lnTo>
                    <a:pt x="16679" y="3003"/>
                  </a:lnTo>
                  <a:lnTo>
                    <a:pt x="16429" y="3003"/>
                  </a:lnTo>
                  <a:lnTo>
                    <a:pt x="15762" y="3385"/>
                  </a:lnTo>
                  <a:lnTo>
                    <a:pt x="15428" y="3194"/>
                  </a:lnTo>
                  <a:lnTo>
                    <a:pt x="15178" y="3194"/>
                  </a:lnTo>
                  <a:lnTo>
                    <a:pt x="15178" y="3528"/>
                  </a:lnTo>
                  <a:lnTo>
                    <a:pt x="15428" y="3719"/>
                  </a:lnTo>
                  <a:lnTo>
                    <a:pt x="15762" y="3719"/>
                  </a:lnTo>
                  <a:lnTo>
                    <a:pt x="16095" y="3909"/>
                  </a:lnTo>
                  <a:lnTo>
                    <a:pt x="16679" y="3909"/>
                  </a:lnTo>
                  <a:lnTo>
                    <a:pt x="16429" y="4052"/>
                  </a:lnTo>
                  <a:lnTo>
                    <a:pt x="16429" y="4243"/>
                  </a:lnTo>
                  <a:lnTo>
                    <a:pt x="16429" y="4052"/>
                  </a:lnTo>
                  <a:lnTo>
                    <a:pt x="15762" y="4052"/>
                  </a:lnTo>
                  <a:lnTo>
                    <a:pt x="15762" y="4434"/>
                  </a:lnTo>
                  <a:lnTo>
                    <a:pt x="15428" y="4577"/>
                  </a:lnTo>
                  <a:close/>
                  <a:moveTo>
                    <a:pt x="14844" y="8487"/>
                  </a:moveTo>
                  <a:lnTo>
                    <a:pt x="14844" y="8296"/>
                  </a:lnTo>
                  <a:lnTo>
                    <a:pt x="15178" y="8296"/>
                  </a:lnTo>
                  <a:lnTo>
                    <a:pt x="14844" y="8296"/>
                  </a:lnTo>
                  <a:lnTo>
                    <a:pt x="14844" y="7962"/>
                  </a:lnTo>
                  <a:lnTo>
                    <a:pt x="15178" y="7962"/>
                  </a:lnTo>
                  <a:lnTo>
                    <a:pt x="15178" y="8487"/>
                  </a:lnTo>
                  <a:lnTo>
                    <a:pt x="14844" y="8487"/>
                  </a:lnTo>
                  <a:close/>
                  <a:moveTo>
                    <a:pt x="5003" y="13255"/>
                  </a:moveTo>
                  <a:lnTo>
                    <a:pt x="5003" y="13446"/>
                  </a:lnTo>
                  <a:lnTo>
                    <a:pt x="5003" y="13255"/>
                  </a:lnTo>
                  <a:close/>
                  <a:moveTo>
                    <a:pt x="4670" y="13446"/>
                  </a:moveTo>
                  <a:lnTo>
                    <a:pt x="5003" y="13446"/>
                  </a:lnTo>
                  <a:lnTo>
                    <a:pt x="4670" y="13446"/>
                  </a:lnTo>
                  <a:close/>
                  <a:moveTo>
                    <a:pt x="4670" y="13446"/>
                  </a:moveTo>
                  <a:close/>
                  <a:moveTo>
                    <a:pt x="4336" y="13637"/>
                  </a:moveTo>
                  <a:lnTo>
                    <a:pt x="4670" y="13637"/>
                  </a:lnTo>
                  <a:lnTo>
                    <a:pt x="4336" y="13637"/>
                  </a:lnTo>
                  <a:close/>
                  <a:moveTo>
                    <a:pt x="4336" y="13970"/>
                  </a:moveTo>
                  <a:lnTo>
                    <a:pt x="4003" y="13780"/>
                  </a:lnTo>
                  <a:lnTo>
                    <a:pt x="4003" y="13637"/>
                  </a:lnTo>
                  <a:lnTo>
                    <a:pt x="4336" y="13637"/>
                  </a:lnTo>
                  <a:lnTo>
                    <a:pt x="4336" y="13780"/>
                  </a:lnTo>
                  <a:lnTo>
                    <a:pt x="4670" y="13780"/>
                  </a:lnTo>
                  <a:lnTo>
                    <a:pt x="4336" y="13970"/>
                  </a:lnTo>
                  <a:close/>
                  <a:moveTo>
                    <a:pt x="6171" y="13970"/>
                  </a:moveTo>
                  <a:lnTo>
                    <a:pt x="6505" y="13780"/>
                  </a:lnTo>
                  <a:lnTo>
                    <a:pt x="6505" y="13970"/>
                  </a:lnTo>
                  <a:lnTo>
                    <a:pt x="6171" y="13970"/>
                  </a:lnTo>
                  <a:close/>
                  <a:moveTo>
                    <a:pt x="6171" y="14161"/>
                  </a:moveTo>
                  <a:lnTo>
                    <a:pt x="6171" y="14304"/>
                  </a:lnTo>
                  <a:lnTo>
                    <a:pt x="6171" y="14161"/>
                  </a:lnTo>
                  <a:close/>
                  <a:moveTo>
                    <a:pt x="5921" y="13780"/>
                  </a:moveTo>
                  <a:lnTo>
                    <a:pt x="5921" y="14161"/>
                  </a:lnTo>
                  <a:lnTo>
                    <a:pt x="6171" y="14161"/>
                  </a:lnTo>
                  <a:lnTo>
                    <a:pt x="6171" y="13780"/>
                  </a:lnTo>
                  <a:lnTo>
                    <a:pt x="5921" y="13780"/>
                  </a:lnTo>
                  <a:close/>
                  <a:moveTo>
                    <a:pt x="11759" y="12206"/>
                  </a:moveTo>
                  <a:lnTo>
                    <a:pt x="11759" y="11872"/>
                  </a:lnTo>
                  <a:lnTo>
                    <a:pt x="12092" y="11872"/>
                  </a:lnTo>
                  <a:lnTo>
                    <a:pt x="12092" y="12206"/>
                  </a:lnTo>
                  <a:lnTo>
                    <a:pt x="11759" y="12206"/>
                  </a:lnTo>
                  <a:close/>
                  <a:moveTo>
                    <a:pt x="10841" y="12015"/>
                  </a:moveTo>
                  <a:lnTo>
                    <a:pt x="11175" y="11872"/>
                  </a:lnTo>
                  <a:lnTo>
                    <a:pt x="11425" y="11872"/>
                  </a:lnTo>
                  <a:lnTo>
                    <a:pt x="11175" y="12015"/>
                  </a:lnTo>
                  <a:lnTo>
                    <a:pt x="10841" y="12015"/>
                  </a:lnTo>
                  <a:close/>
                  <a:moveTo>
                    <a:pt x="9590" y="13446"/>
                  </a:moveTo>
                  <a:lnTo>
                    <a:pt x="10174" y="13446"/>
                  </a:lnTo>
                  <a:lnTo>
                    <a:pt x="9924" y="13255"/>
                  </a:lnTo>
                  <a:lnTo>
                    <a:pt x="9924" y="13112"/>
                  </a:lnTo>
                  <a:lnTo>
                    <a:pt x="10174" y="12921"/>
                  </a:lnTo>
                  <a:lnTo>
                    <a:pt x="10508" y="12921"/>
                  </a:lnTo>
                  <a:lnTo>
                    <a:pt x="10508" y="12731"/>
                  </a:lnTo>
                  <a:lnTo>
                    <a:pt x="10841" y="12731"/>
                  </a:lnTo>
                  <a:lnTo>
                    <a:pt x="11175" y="12921"/>
                  </a:lnTo>
                  <a:lnTo>
                    <a:pt x="11425" y="12921"/>
                  </a:lnTo>
                  <a:lnTo>
                    <a:pt x="12092" y="12540"/>
                  </a:lnTo>
                  <a:lnTo>
                    <a:pt x="12092" y="12397"/>
                  </a:lnTo>
                  <a:lnTo>
                    <a:pt x="11759" y="12397"/>
                  </a:lnTo>
                  <a:lnTo>
                    <a:pt x="11425" y="12206"/>
                  </a:lnTo>
                  <a:lnTo>
                    <a:pt x="11175" y="12206"/>
                  </a:lnTo>
                  <a:lnTo>
                    <a:pt x="10841" y="12015"/>
                  </a:lnTo>
                  <a:lnTo>
                    <a:pt x="10508" y="12206"/>
                  </a:lnTo>
                  <a:lnTo>
                    <a:pt x="10508" y="12397"/>
                  </a:lnTo>
                  <a:lnTo>
                    <a:pt x="10174" y="12397"/>
                  </a:lnTo>
                  <a:lnTo>
                    <a:pt x="9924" y="12540"/>
                  </a:lnTo>
                  <a:lnTo>
                    <a:pt x="9590" y="12540"/>
                  </a:lnTo>
                  <a:lnTo>
                    <a:pt x="9590" y="12397"/>
                  </a:lnTo>
                  <a:lnTo>
                    <a:pt x="9257" y="12397"/>
                  </a:lnTo>
                  <a:lnTo>
                    <a:pt x="9006" y="12540"/>
                  </a:lnTo>
                  <a:lnTo>
                    <a:pt x="9006" y="12731"/>
                  </a:lnTo>
                  <a:lnTo>
                    <a:pt x="8673" y="12731"/>
                  </a:lnTo>
                  <a:lnTo>
                    <a:pt x="8673" y="12921"/>
                  </a:lnTo>
                  <a:lnTo>
                    <a:pt x="9257" y="12921"/>
                  </a:lnTo>
                  <a:lnTo>
                    <a:pt x="9257" y="13446"/>
                  </a:lnTo>
                  <a:lnTo>
                    <a:pt x="9590" y="13446"/>
                  </a:lnTo>
                  <a:close/>
                  <a:moveTo>
                    <a:pt x="7755" y="15925"/>
                  </a:moveTo>
                  <a:lnTo>
                    <a:pt x="7755" y="15735"/>
                  </a:lnTo>
                  <a:lnTo>
                    <a:pt x="7422" y="15735"/>
                  </a:lnTo>
                  <a:lnTo>
                    <a:pt x="7422" y="15925"/>
                  </a:lnTo>
                  <a:lnTo>
                    <a:pt x="7755" y="16116"/>
                  </a:lnTo>
                  <a:lnTo>
                    <a:pt x="8089" y="15925"/>
                  </a:lnTo>
                  <a:lnTo>
                    <a:pt x="7755" y="15925"/>
                  </a:lnTo>
                  <a:close/>
                  <a:moveTo>
                    <a:pt x="8089" y="15735"/>
                  </a:moveTo>
                  <a:lnTo>
                    <a:pt x="8089" y="15401"/>
                  </a:lnTo>
                  <a:lnTo>
                    <a:pt x="8339" y="15544"/>
                  </a:lnTo>
                  <a:lnTo>
                    <a:pt x="8089" y="15735"/>
                  </a:lnTo>
                  <a:close/>
                  <a:moveTo>
                    <a:pt x="7755" y="15401"/>
                  </a:moveTo>
                  <a:lnTo>
                    <a:pt x="7755" y="15210"/>
                  </a:lnTo>
                  <a:lnTo>
                    <a:pt x="8089" y="15019"/>
                  </a:lnTo>
                  <a:lnTo>
                    <a:pt x="8089" y="14876"/>
                  </a:lnTo>
                  <a:lnTo>
                    <a:pt x="7755" y="14876"/>
                  </a:lnTo>
                  <a:lnTo>
                    <a:pt x="8339" y="14876"/>
                  </a:lnTo>
                  <a:lnTo>
                    <a:pt x="8339" y="13637"/>
                  </a:lnTo>
                  <a:lnTo>
                    <a:pt x="8673" y="13637"/>
                  </a:lnTo>
                  <a:lnTo>
                    <a:pt x="8673" y="13446"/>
                  </a:lnTo>
                  <a:lnTo>
                    <a:pt x="8339" y="13446"/>
                  </a:lnTo>
                  <a:lnTo>
                    <a:pt x="8339" y="13255"/>
                  </a:lnTo>
                  <a:lnTo>
                    <a:pt x="8089" y="13255"/>
                  </a:lnTo>
                  <a:lnTo>
                    <a:pt x="7755" y="13112"/>
                  </a:lnTo>
                  <a:lnTo>
                    <a:pt x="8089" y="13112"/>
                  </a:lnTo>
                  <a:lnTo>
                    <a:pt x="8089" y="12731"/>
                  </a:lnTo>
                  <a:lnTo>
                    <a:pt x="7755" y="12731"/>
                  </a:lnTo>
                  <a:lnTo>
                    <a:pt x="7422" y="12921"/>
                  </a:lnTo>
                  <a:lnTo>
                    <a:pt x="7088" y="12731"/>
                  </a:lnTo>
                  <a:lnTo>
                    <a:pt x="7088" y="12540"/>
                  </a:lnTo>
                  <a:lnTo>
                    <a:pt x="7422" y="12540"/>
                  </a:lnTo>
                  <a:lnTo>
                    <a:pt x="7755" y="12397"/>
                  </a:lnTo>
                  <a:lnTo>
                    <a:pt x="8339" y="12540"/>
                  </a:lnTo>
                  <a:lnTo>
                    <a:pt x="8673" y="12540"/>
                  </a:lnTo>
                  <a:lnTo>
                    <a:pt x="8673" y="12206"/>
                  </a:lnTo>
                  <a:lnTo>
                    <a:pt x="8339" y="12206"/>
                  </a:lnTo>
                  <a:lnTo>
                    <a:pt x="8673" y="12015"/>
                  </a:lnTo>
                  <a:lnTo>
                    <a:pt x="9006" y="12206"/>
                  </a:lnTo>
                  <a:lnTo>
                    <a:pt x="9257" y="12015"/>
                  </a:lnTo>
                  <a:lnTo>
                    <a:pt x="10841" y="12015"/>
                  </a:lnTo>
                  <a:lnTo>
                    <a:pt x="10841" y="11872"/>
                  </a:lnTo>
                  <a:lnTo>
                    <a:pt x="11175" y="11872"/>
                  </a:lnTo>
                  <a:lnTo>
                    <a:pt x="11425" y="11682"/>
                  </a:lnTo>
                  <a:lnTo>
                    <a:pt x="11759" y="11491"/>
                  </a:lnTo>
                  <a:lnTo>
                    <a:pt x="12092" y="11682"/>
                  </a:lnTo>
                  <a:lnTo>
                    <a:pt x="12342" y="11682"/>
                  </a:lnTo>
                  <a:lnTo>
                    <a:pt x="12342" y="11872"/>
                  </a:lnTo>
                  <a:lnTo>
                    <a:pt x="12092" y="12015"/>
                  </a:lnTo>
                  <a:lnTo>
                    <a:pt x="12342" y="12015"/>
                  </a:lnTo>
                  <a:lnTo>
                    <a:pt x="12342" y="12540"/>
                  </a:lnTo>
                  <a:lnTo>
                    <a:pt x="12676" y="12540"/>
                  </a:lnTo>
                  <a:lnTo>
                    <a:pt x="13010" y="12731"/>
                  </a:lnTo>
                  <a:lnTo>
                    <a:pt x="13593" y="12731"/>
                  </a:lnTo>
                  <a:lnTo>
                    <a:pt x="13593" y="12540"/>
                  </a:lnTo>
                  <a:lnTo>
                    <a:pt x="13927" y="12397"/>
                  </a:lnTo>
                  <a:lnTo>
                    <a:pt x="13927" y="12206"/>
                  </a:lnTo>
                  <a:lnTo>
                    <a:pt x="14261" y="12015"/>
                  </a:lnTo>
                  <a:lnTo>
                    <a:pt x="14511" y="12015"/>
                  </a:lnTo>
                  <a:lnTo>
                    <a:pt x="14511" y="11682"/>
                  </a:lnTo>
                  <a:lnTo>
                    <a:pt x="13927" y="11682"/>
                  </a:lnTo>
                  <a:lnTo>
                    <a:pt x="13927" y="11300"/>
                  </a:lnTo>
                  <a:lnTo>
                    <a:pt x="14261" y="11300"/>
                  </a:lnTo>
                  <a:lnTo>
                    <a:pt x="14261" y="11491"/>
                  </a:lnTo>
                  <a:lnTo>
                    <a:pt x="15178" y="11491"/>
                  </a:lnTo>
                  <a:lnTo>
                    <a:pt x="14844" y="11682"/>
                  </a:lnTo>
                  <a:lnTo>
                    <a:pt x="15178" y="11682"/>
                  </a:lnTo>
                  <a:lnTo>
                    <a:pt x="15428" y="11491"/>
                  </a:lnTo>
                  <a:lnTo>
                    <a:pt x="16429" y="11491"/>
                  </a:lnTo>
                  <a:lnTo>
                    <a:pt x="16429" y="11157"/>
                  </a:lnTo>
                  <a:lnTo>
                    <a:pt x="17013" y="11157"/>
                  </a:lnTo>
                  <a:lnTo>
                    <a:pt x="17013" y="11491"/>
                  </a:lnTo>
                  <a:lnTo>
                    <a:pt x="17346" y="11491"/>
                  </a:lnTo>
                  <a:lnTo>
                    <a:pt x="17346" y="10966"/>
                  </a:lnTo>
                  <a:lnTo>
                    <a:pt x="17596" y="10776"/>
                  </a:lnTo>
                  <a:lnTo>
                    <a:pt x="17930" y="10776"/>
                  </a:lnTo>
                  <a:lnTo>
                    <a:pt x="17596" y="10633"/>
                  </a:lnTo>
                  <a:lnTo>
                    <a:pt x="17930" y="10442"/>
                  </a:lnTo>
                  <a:lnTo>
                    <a:pt x="18264" y="10442"/>
                  </a:lnTo>
                  <a:lnTo>
                    <a:pt x="18264" y="11300"/>
                  </a:lnTo>
                  <a:lnTo>
                    <a:pt x="18514" y="11157"/>
                  </a:lnTo>
                  <a:lnTo>
                    <a:pt x="18847" y="11157"/>
                  </a:lnTo>
                  <a:lnTo>
                    <a:pt x="19181" y="10966"/>
                  </a:lnTo>
                  <a:lnTo>
                    <a:pt x="19181" y="10633"/>
                  </a:lnTo>
                  <a:lnTo>
                    <a:pt x="19515" y="10442"/>
                  </a:lnTo>
                  <a:lnTo>
                    <a:pt x="18847" y="10060"/>
                  </a:lnTo>
                  <a:lnTo>
                    <a:pt x="18847" y="8868"/>
                  </a:lnTo>
                  <a:lnTo>
                    <a:pt x="18514" y="8487"/>
                  </a:lnTo>
                  <a:lnTo>
                    <a:pt x="18264" y="8153"/>
                  </a:lnTo>
                  <a:lnTo>
                    <a:pt x="18264" y="7772"/>
                  </a:lnTo>
                  <a:lnTo>
                    <a:pt x="18847" y="7629"/>
                  </a:lnTo>
                  <a:lnTo>
                    <a:pt x="19181" y="7772"/>
                  </a:lnTo>
                  <a:lnTo>
                    <a:pt x="19181" y="7438"/>
                  </a:lnTo>
                  <a:lnTo>
                    <a:pt x="18847" y="7438"/>
                  </a:lnTo>
                  <a:lnTo>
                    <a:pt x="18847" y="6198"/>
                  </a:lnTo>
                  <a:lnTo>
                    <a:pt x="18514" y="5817"/>
                  </a:lnTo>
                  <a:lnTo>
                    <a:pt x="18264" y="5817"/>
                  </a:lnTo>
                  <a:lnTo>
                    <a:pt x="18264" y="5483"/>
                  </a:lnTo>
                  <a:lnTo>
                    <a:pt x="17930" y="5483"/>
                  </a:lnTo>
                  <a:lnTo>
                    <a:pt x="17346" y="5149"/>
                  </a:lnTo>
                  <a:lnTo>
                    <a:pt x="17346" y="4958"/>
                  </a:lnTo>
                  <a:lnTo>
                    <a:pt x="17013" y="4768"/>
                  </a:lnTo>
                  <a:lnTo>
                    <a:pt x="17013" y="4577"/>
                  </a:lnTo>
                  <a:lnTo>
                    <a:pt x="16679" y="4434"/>
                  </a:lnTo>
                  <a:lnTo>
                    <a:pt x="16429" y="4434"/>
                  </a:lnTo>
                  <a:lnTo>
                    <a:pt x="16429" y="4768"/>
                  </a:lnTo>
                  <a:lnTo>
                    <a:pt x="16679" y="4768"/>
                  </a:lnTo>
                  <a:lnTo>
                    <a:pt x="17013" y="4577"/>
                  </a:lnTo>
                  <a:lnTo>
                    <a:pt x="17013" y="4958"/>
                  </a:lnTo>
                  <a:lnTo>
                    <a:pt x="16429" y="4958"/>
                  </a:lnTo>
                  <a:lnTo>
                    <a:pt x="16679" y="5149"/>
                  </a:lnTo>
                  <a:lnTo>
                    <a:pt x="16429" y="5149"/>
                  </a:lnTo>
                  <a:lnTo>
                    <a:pt x="16095" y="4958"/>
                  </a:lnTo>
                  <a:lnTo>
                    <a:pt x="16095" y="4768"/>
                  </a:lnTo>
                  <a:lnTo>
                    <a:pt x="15762" y="4768"/>
                  </a:lnTo>
                  <a:lnTo>
                    <a:pt x="15762" y="5292"/>
                  </a:lnTo>
                  <a:lnTo>
                    <a:pt x="15428" y="5483"/>
                  </a:lnTo>
                  <a:lnTo>
                    <a:pt x="15762" y="5674"/>
                  </a:lnTo>
                  <a:lnTo>
                    <a:pt x="16095" y="5817"/>
                  </a:lnTo>
                  <a:lnTo>
                    <a:pt x="15762" y="6007"/>
                  </a:lnTo>
                  <a:lnTo>
                    <a:pt x="15428" y="6007"/>
                  </a:lnTo>
                  <a:lnTo>
                    <a:pt x="15428" y="6198"/>
                  </a:lnTo>
                  <a:lnTo>
                    <a:pt x="15762" y="6198"/>
                  </a:lnTo>
                  <a:lnTo>
                    <a:pt x="16095" y="6007"/>
                  </a:lnTo>
                  <a:lnTo>
                    <a:pt x="16429" y="6389"/>
                  </a:lnTo>
                  <a:lnTo>
                    <a:pt x="16429" y="7247"/>
                  </a:lnTo>
                  <a:lnTo>
                    <a:pt x="16095" y="7772"/>
                  </a:lnTo>
                  <a:lnTo>
                    <a:pt x="16095" y="8153"/>
                  </a:lnTo>
                  <a:lnTo>
                    <a:pt x="15762" y="8296"/>
                  </a:lnTo>
                  <a:lnTo>
                    <a:pt x="15428" y="8487"/>
                  </a:lnTo>
                  <a:lnTo>
                    <a:pt x="15428" y="9011"/>
                  </a:lnTo>
                  <a:lnTo>
                    <a:pt x="15178" y="9202"/>
                  </a:lnTo>
                  <a:lnTo>
                    <a:pt x="14261" y="9393"/>
                  </a:lnTo>
                  <a:lnTo>
                    <a:pt x="13927" y="9536"/>
                  </a:lnTo>
                  <a:lnTo>
                    <a:pt x="13593" y="9393"/>
                  </a:lnTo>
                  <a:lnTo>
                    <a:pt x="13260" y="9202"/>
                  </a:lnTo>
                  <a:lnTo>
                    <a:pt x="13593" y="9011"/>
                  </a:lnTo>
                  <a:lnTo>
                    <a:pt x="13593" y="8868"/>
                  </a:lnTo>
                  <a:lnTo>
                    <a:pt x="13927" y="8868"/>
                  </a:lnTo>
                  <a:lnTo>
                    <a:pt x="13927" y="8678"/>
                  </a:lnTo>
                  <a:lnTo>
                    <a:pt x="13260" y="8868"/>
                  </a:lnTo>
                  <a:lnTo>
                    <a:pt x="13010" y="9011"/>
                  </a:lnTo>
                  <a:lnTo>
                    <a:pt x="13010" y="9727"/>
                  </a:lnTo>
                  <a:lnTo>
                    <a:pt x="12676" y="9917"/>
                  </a:lnTo>
                  <a:lnTo>
                    <a:pt x="12676" y="10633"/>
                  </a:lnTo>
                  <a:lnTo>
                    <a:pt x="12342" y="10633"/>
                  </a:lnTo>
                  <a:lnTo>
                    <a:pt x="12676" y="10776"/>
                  </a:lnTo>
                  <a:lnTo>
                    <a:pt x="12092" y="10776"/>
                  </a:lnTo>
                  <a:lnTo>
                    <a:pt x="11759" y="10633"/>
                  </a:lnTo>
                  <a:lnTo>
                    <a:pt x="11425" y="10633"/>
                  </a:lnTo>
                  <a:lnTo>
                    <a:pt x="10841" y="10776"/>
                  </a:lnTo>
                  <a:lnTo>
                    <a:pt x="10508" y="10776"/>
                  </a:lnTo>
                  <a:lnTo>
                    <a:pt x="10174" y="10966"/>
                  </a:lnTo>
                  <a:lnTo>
                    <a:pt x="9006" y="10966"/>
                  </a:lnTo>
                  <a:lnTo>
                    <a:pt x="8673" y="11157"/>
                  </a:lnTo>
                  <a:lnTo>
                    <a:pt x="8339" y="11300"/>
                  </a:lnTo>
                  <a:lnTo>
                    <a:pt x="8339" y="11491"/>
                  </a:lnTo>
                  <a:lnTo>
                    <a:pt x="7755" y="11682"/>
                  </a:lnTo>
                  <a:lnTo>
                    <a:pt x="7422" y="11872"/>
                  </a:lnTo>
                  <a:lnTo>
                    <a:pt x="7422" y="12015"/>
                  </a:lnTo>
                  <a:lnTo>
                    <a:pt x="6838" y="12015"/>
                  </a:lnTo>
                  <a:lnTo>
                    <a:pt x="6505" y="12206"/>
                  </a:lnTo>
                  <a:lnTo>
                    <a:pt x="6838" y="12397"/>
                  </a:lnTo>
                  <a:lnTo>
                    <a:pt x="6838" y="12540"/>
                  </a:lnTo>
                  <a:lnTo>
                    <a:pt x="6505" y="12540"/>
                  </a:lnTo>
                  <a:lnTo>
                    <a:pt x="6171" y="12731"/>
                  </a:lnTo>
                  <a:lnTo>
                    <a:pt x="6171" y="12921"/>
                  </a:lnTo>
                  <a:lnTo>
                    <a:pt x="5921" y="13112"/>
                  </a:lnTo>
                  <a:lnTo>
                    <a:pt x="5587" y="13112"/>
                  </a:lnTo>
                  <a:lnTo>
                    <a:pt x="5254" y="13255"/>
                  </a:lnTo>
                  <a:lnTo>
                    <a:pt x="5587" y="13255"/>
                  </a:lnTo>
                  <a:lnTo>
                    <a:pt x="5587" y="13446"/>
                  </a:lnTo>
                  <a:lnTo>
                    <a:pt x="5254" y="13446"/>
                  </a:lnTo>
                  <a:lnTo>
                    <a:pt x="5587" y="13637"/>
                  </a:lnTo>
                  <a:lnTo>
                    <a:pt x="5587" y="13780"/>
                  </a:lnTo>
                  <a:lnTo>
                    <a:pt x="5921" y="13637"/>
                  </a:lnTo>
                  <a:lnTo>
                    <a:pt x="6171" y="13637"/>
                  </a:lnTo>
                  <a:lnTo>
                    <a:pt x="6171" y="13780"/>
                  </a:lnTo>
                  <a:lnTo>
                    <a:pt x="6505" y="13780"/>
                  </a:lnTo>
                  <a:lnTo>
                    <a:pt x="6171" y="13637"/>
                  </a:lnTo>
                  <a:lnTo>
                    <a:pt x="5921" y="13637"/>
                  </a:lnTo>
                  <a:lnTo>
                    <a:pt x="5921" y="13255"/>
                  </a:lnTo>
                  <a:lnTo>
                    <a:pt x="6171" y="13255"/>
                  </a:lnTo>
                  <a:lnTo>
                    <a:pt x="6505" y="13446"/>
                  </a:lnTo>
                  <a:lnTo>
                    <a:pt x="6505" y="13637"/>
                  </a:lnTo>
                  <a:lnTo>
                    <a:pt x="6838" y="13780"/>
                  </a:lnTo>
                  <a:lnTo>
                    <a:pt x="6838" y="13970"/>
                  </a:lnTo>
                  <a:lnTo>
                    <a:pt x="6505" y="14161"/>
                  </a:lnTo>
                  <a:lnTo>
                    <a:pt x="6171" y="14161"/>
                  </a:lnTo>
                  <a:lnTo>
                    <a:pt x="6171" y="14304"/>
                  </a:lnTo>
                  <a:lnTo>
                    <a:pt x="6505" y="14495"/>
                  </a:lnTo>
                  <a:lnTo>
                    <a:pt x="6505" y="14686"/>
                  </a:lnTo>
                  <a:lnTo>
                    <a:pt x="6838" y="14876"/>
                  </a:lnTo>
                  <a:lnTo>
                    <a:pt x="6838" y="15210"/>
                  </a:lnTo>
                  <a:lnTo>
                    <a:pt x="7422" y="15210"/>
                  </a:lnTo>
                  <a:lnTo>
                    <a:pt x="7422" y="15019"/>
                  </a:lnTo>
                  <a:lnTo>
                    <a:pt x="7088" y="14876"/>
                  </a:lnTo>
                  <a:lnTo>
                    <a:pt x="7088" y="14686"/>
                  </a:lnTo>
                  <a:lnTo>
                    <a:pt x="7422" y="14686"/>
                  </a:lnTo>
                  <a:lnTo>
                    <a:pt x="7422" y="14876"/>
                  </a:lnTo>
                  <a:lnTo>
                    <a:pt x="7755" y="15210"/>
                  </a:lnTo>
                  <a:lnTo>
                    <a:pt x="7755" y="1540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2" name="AutoShape 10"/>
            <p:cNvSpPr>
              <a:spLocks/>
            </p:cNvSpPr>
            <p:nvPr/>
          </p:nvSpPr>
          <p:spPr bwMode="auto">
            <a:xfrm>
              <a:off x="9680027" y="4605782"/>
              <a:ext cx="298097" cy="420138"/>
            </a:xfrm>
            <a:custGeom>
              <a:avLst/>
              <a:gdLst>
                <a:gd name="T0" fmla="*/ 149049 w 21600"/>
                <a:gd name="T1" fmla="*/ 210069 h 21600"/>
                <a:gd name="T2" fmla="*/ 149049 w 21600"/>
                <a:gd name="T3" fmla="*/ 210069 h 21600"/>
                <a:gd name="T4" fmla="*/ 149049 w 21600"/>
                <a:gd name="T5" fmla="*/ 210069 h 21600"/>
                <a:gd name="T6" fmla="*/ 149049 w 21600"/>
                <a:gd name="T7" fmla="*/ 2100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15745"/>
                  </a:moveTo>
                  <a:lnTo>
                    <a:pt x="14010" y="15745"/>
                  </a:lnTo>
                  <a:lnTo>
                    <a:pt x="12843" y="15745"/>
                  </a:lnTo>
                  <a:close/>
                  <a:moveTo>
                    <a:pt x="6421" y="17966"/>
                  </a:moveTo>
                  <a:lnTo>
                    <a:pt x="5254" y="17158"/>
                  </a:lnTo>
                  <a:lnTo>
                    <a:pt x="6421" y="17158"/>
                  </a:lnTo>
                  <a:lnTo>
                    <a:pt x="6421" y="17966"/>
                  </a:lnTo>
                  <a:close/>
                  <a:moveTo>
                    <a:pt x="17221" y="14938"/>
                  </a:moveTo>
                  <a:lnTo>
                    <a:pt x="16054" y="14938"/>
                  </a:lnTo>
                  <a:lnTo>
                    <a:pt x="16054" y="15745"/>
                  </a:lnTo>
                  <a:lnTo>
                    <a:pt x="17221" y="15745"/>
                  </a:lnTo>
                  <a:lnTo>
                    <a:pt x="17221" y="14938"/>
                  </a:lnTo>
                  <a:close/>
                  <a:moveTo>
                    <a:pt x="20432" y="18571"/>
                  </a:moveTo>
                  <a:lnTo>
                    <a:pt x="20432" y="17966"/>
                  </a:lnTo>
                  <a:lnTo>
                    <a:pt x="21599" y="17966"/>
                  </a:lnTo>
                  <a:lnTo>
                    <a:pt x="21599" y="18571"/>
                  </a:lnTo>
                  <a:lnTo>
                    <a:pt x="20432" y="18571"/>
                  </a:lnTo>
                  <a:close/>
                  <a:moveTo>
                    <a:pt x="21599" y="17158"/>
                  </a:moveTo>
                  <a:lnTo>
                    <a:pt x="20432" y="17966"/>
                  </a:lnTo>
                  <a:lnTo>
                    <a:pt x="20432" y="16351"/>
                  </a:lnTo>
                  <a:lnTo>
                    <a:pt x="21599" y="16351"/>
                  </a:lnTo>
                  <a:lnTo>
                    <a:pt x="21599" y="17158"/>
                  </a:lnTo>
                  <a:close/>
                  <a:moveTo>
                    <a:pt x="7589" y="21600"/>
                  </a:moveTo>
                  <a:lnTo>
                    <a:pt x="7589" y="20994"/>
                  </a:lnTo>
                  <a:lnTo>
                    <a:pt x="9632" y="20186"/>
                  </a:lnTo>
                  <a:lnTo>
                    <a:pt x="10800" y="20994"/>
                  </a:lnTo>
                  <a:lnTo>
                    <a:pt x="9632" y="21600"/>
                  </a:lnTo>
                  <a:lnTo>
                    <a:pt x="7589" y="21600"/>
                  </a:lnTo>
                  <a:close/>
                  <a:moveTo>
                    <a:pt x="0" y="3633"/>
                  </a:moveTo>
                  <a:lnTo>
                    <a:pt x="875" y="3633"/>
                  </a:lnTo>
                  <a:lnTo>
                    <a:pt x="3210" y="5248"/>
                  </a:lnTo>
                  <a:lnTo>
                    <a:pt x="4378" y="5854"/>
                  </a:lnTo>
                  <a:lnTo>
                    <a:pt x="5254" y="5854"/>
                  </a:lnTo>
                  <a:lnTo>
                    <a:pt x="5254" y="6661"/>
                  </a:lnTo>
                  <a:lnTo>
                    <a:pt x="6421" y="7469"/>
                  </a:lnTo>
                  <a:lnTo>
                    <a:pt x="4378" y="7469"/>
                  </a:lnTo>
                  <a:lnTo>
                    <a:pt x="4378" y="6661"/>
                  </a:lnTo>
                  <a:lnTo>
                    <a:pt x="3210" y="7469"/>
                  </a:lnTo>
                  <a:lnTo>
                    <a:pt x="2043" y="8074"/>
                  </a:lnTo>
                  <a:lnTo>
                    <a:pt x="4378" y="8882"/>
                  </a:lnTo>
                  <a:lnTo>
                    <a:pt x="5254" y="8882"/>
                  </a:lnTo>
                  <a:lnTo>
                    <a:pt x="5254" y="10497"/>
                  </a:lnTo>
                  <a:lnTo>
                    <a:pt x="6421" y="10497"/>
                  </a:lnTo>
                  <a:lnTo>
                    <a:pt x="6421" y="11910"/>
                  </a:lnTo>
                  <a:lnTo>
                    <a:pt x="5254" y="11910"/>
                  </a:lnTo>
                  <a:lnTo>
                    <a:pt x="5254" y="12717"/>
                  </a:lnTo>
                  <a:lnTo>
                    <a:pt x="6421" y="12717"/>
                  </a:lnTo>
                  <a:lnTo>
                    <a:pt x="6421" y="13323"/>
                  </a:lnTo>
                  <a:lnTo>
                    <a:pt x="5254" y="13323"/>
                  </a:lnTo>
                  <a:lnTo>
                    <a:pt x="5254" y="14130"/>
                  </a:lnTo>
                  <a:lnTo>
                    <a:pt x="6421" y="14938"/>
                  </a:lnTo>
                  <a:lnTo>
                    <a:pt x="5254" y="14938"/>
                  </a:lnTo>
                  <a:lnTo>
                    <a:pt x="6421" y="16351"/>
                  </a:lnTo>
                  <a:lnTo>
                    <a:pt x="7589" y="16351"/>
                  </a:lnTo>
                  <a:lnTo>
                    <a:pt x="7589" y="17966"/>
                  </a:lnTo>
                  <a:lnTo>
                    <a:pt x="8464" y="17158"/>
                  </a:lnTo>
                  <a:lnTo>
                    <a:pt x="8464" y="16351"/>
                  </a:lnTo>
                  <a:lnTo>
                    <a:pt x="8464" y="17158"/>
                  </a:lnTo>
                  <a:lnTo>
                    <a:pt x="11675" y="14938"/>
                  </a:lnTo>
                  <a:lnTo>
                    <a:pt x="12843" y="14938"/>
                  </a:lnTo>
                  <a:lnTo>
                    <a:pt x="12843" y="15745"/>
                  </a:lnTo>
                  <a:lnTo>
                    <a:pt x="12843" y="14938"/>
                  </a:lnTo>
                  <a:lnTo>
                    <a:pt x="14010" y="14938"/>
                  </a:lnTo>
                  <a:lnTo>
                    <a:pt x="14010" y="15745"/>
                  </a:lnTo>
                  <a:lnTo>
                    <a:pt x="15178" y="14938"/>
                  </a:lnTo>
                  <a:lnTo>
                    <a:pt x="16054" y="15745"/>
                  </a:lnTo>
                  <a:lnTo>
                    <a:pt x="16054" y="14938"/>
                  </a:lnTo>
                  <a:lnTo>
                    <a:pt x="17221" y="14130"/>
                  </a:lnTo>
                  <a:lnTo>
                    <a:pt x="18389" y="14130"/>
                  </a:lnTo>
                  <a:lnTo>
                    <a:pt x="19264" y="13323"/>
                  </a:lnTo>
                  <a:lnTo>
                    <a:pt x="19264" y="10497"/>
                  </a:lnTo>
                  <a:lnTo>
                    <a:pt x="18389" y="10497"/>
                  </a:lnTo>
                  <a:lnTo>
                    <a:pt x="18389" y="8074"/>
                  </a:lnTo>
                  <a:lnTo>
                    <a:pt x="17221" y="7469"/>
                  </a:lnTo>
                  <a:lnTo>
                    <a:pt x="17221" y="5854"/>
                  </a:lnTo>
                  <a:lnTo>
                    <a:pt x="14010" y="3633"/>
                  </a:lnTo>
                  <a:lnTo>
                    <a:pt x="11675" y="2220"/>
                  </a:lnTo>
                  <a:lnTo>
                    <a:pt x="9632" y="0"/>
                  </a:lnTo>
                  <a:lnTo>
                    <a:pt x="8464" y="605"/>
                  </a:lnTo>
                  <a:lnTo>
                    <a:pt x="5254" y="605"/>
                  </a:lnTo>
                  <a:lnTo>
                    <a:pt x="3210" y="2220"/>
                  </a:lnTo>
                  <a:lnTo>
                    <a:pt x="875" y="2220"/>
                  </a:lnTo>
                  <a:lnTo>
                    <a:pt x="0" y="3028"/>
                  </a:lnTo>
                  <a:lnTo>
                    <a:pt x="0" y="36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3" name="AutoShape 11"/>
            <p:cNvSpPr>
              <a:spLocks/>
            </p:cNvSpPr>
            <p:nvPr/>
          </p:nvSpPr>
          <p:spPr bwMode="auto">
            <a:xfrm>
              <a:off x="9543064" y="4213135"/>
              <a:ext cx="314208" cy="479034"/>
            </a:xfrm>
            <a:custGeom>
              <a:avLst/>
              <a:gdLst>
                <a:gd name="T0" fmla="*/ 157104 w 21600"/>
                <a:gd name="T1" fmla="*/ 239517 h 21600"/>
                <a:gd name="T2" fmla="*/ 157104 w 21600"/>
                <a:gd name="T3" fmla="*/ 239517 h 21600"/>
                <a:gd name="T4" fmla="*/ 157104 w 21600"/>
                <a:gd name="T5" fmla="*/ 239517 h 21600"/>
                <a:gd name="T6" fmla="*/ 157104 w 21600"/>
                <a:gd name="T7" fmla="*/ 2395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32"/>
                  </a:moveTo>
                  <a:lnTo>
                    <a:pt x="0" y="12393"/>
                  </a:lnTo>
                  <a:lnTo>
                    <a:pt x="1107" y="11685"/>
                  </a:lnTo>
                  <a:lnTo>
                    <a:pt x="1107" y="10445"/>
                  </a:lnTo>
                  <a:lnTo>
                    <a:pt x="3323" y="9737"/>
                  </a:lnTo>
                  <a:lnTo>
                    <a:pt x="3323" y="9029"/>
                  </a:lnTo>
                  <a:lnTo>
                    <a:pt x="4153" y="9029"/>
                  </a:lnTo>
                  <a:lnTo>
                    <a:pt x="5261" y="7790"/>
                  </a:lnTo>
                  <a:lnTo>
                    <a:pt x="5261" y="5842"/>
                  </a:lnTo>
                  <a:lnTo>
                    <a:pt x="6369" y="5134"/>
                  </a:lnTo>
                  <a:lnTo>
                    <a:pt x="7199" y="6550"/>
                  </a:lnTo>
                  <a:lnTo>
                    <a:pt x="9415" y="6550"/>
                  </a:lnTo>
                  <a:lnTo>
                    <a:pt x="10246" y="7081"/>
                  </a:lnTo>
                  <a:lnTo>
                    <a:pt x="12461" y="6550"/>
                  </a:lnTo>
                  <a:lnTo>
                    <a:pt x="13569" y="7081"/>
                  </a:lnTo>
                  <a:lnTo>
                    <a:pt x="14399" y="5842"/>
                  </a:lnTo>
                  <a:lnTo>
                    <a:pt x="13569" y="5842"/>
                  </a:lnTo>
                  <a:lnTo>
                    <a:pt x="13569" y="5134"/>
                  </a:lnTo>
                  <a:lnTo>
                    <a:pt x="12461" y="4426"/>
                  </a:lnTo>
                  <a:lnTo>
                    <a:pt x="13569" y="4426"/>
                  </a:lnTo>
                  <a:lnTo>
                    <a:pt x="15507" y="3895"/>
                  </a:lnTo>
                  <a:lnTo>
                    <a:pt x="15507" y="3186"/>
                  </a:lnTo>
                  <a:lnTo>
                    <a:pt x="16615" y="2478"/>
                  </a:lnTo>
                  <a:lnTo>
                    <a:pt x="17446" y="2478"/>
                  </a:lnTo>
                  <a:lnTo>
                    <a:pt x="17446" y="0"/>
                  </a:lnTo>
                  <a:lnTo>
                    <a:pt x="18553" y="531"/>
                  </a:lnTo>
                  <a:lnTo>
                    <a:pt x="18553" y="1239"/>
                  </a:lnTo>
                  <a:lnTo>
                    <a:pt x="20492" y="1947"/>
                  </a:lnTo>
                  <a:lnTo>
                    <a:pt x="21599" y="2478"/>
                  </a:lnTo>
                  <a:lnTo>
                    <a:pt x="19661" y="3186"/>
                  </a:lnTo>
                  <a:lnTo>
                    <a:pt x="19661" y="3895"/>
                  </a:lnTo>
                  <a:lnTo>
                    <a:pt x="18553" y="5134"/>
                  </a:lnTo>
                  <a:lnTo>
                    <a:pt x="18553" y="5842"/>
                  </a:lnTo>
                  <a:lnTo>
                    <a:pt x="19661" y="6550"/>
                  </a:lnTo>
                  <a:lnTo>
                    <a:pt x="19661" y="7790"/>
                  </a:lnTo>
                  <a:lnTo>
                    <a:pt x="20492" y="8498"/>
                  </a:lnTo>
                  <a:lnTo>
                    <a:pt x="19661" y="8498"/>
                  </a:lnTo>
                  <a:lnTo>
                    <a:pt x="18553" y="9029"/>
                  </a:lnTo>
                  <a:lnTo>
                    <a:pt x="19661" y="9737"/>
                  </a:lnTo>
                  <a:lnTo>
                    <a:pt x="16615" y="11154"/>
                  </a:lnTo>
                  <a:lnTo>
                    <a:pt x="17446" y="11154"/>
                  </a:lnTo>
                  <a:lnTo>
                    <a:pt x="16615" y="11685"/>
                  </a:lnTo>
                  <a:lnTo>
                    <a:pt x="15507" y="11685"/>
                  </a:lnTo>
                  <a:lnTo>
                    <a:pt x="14399" y="12393"/>
                  </a:lnTo>
                  <a:lnTo>
                    <a:pt x="14399" y="13101"/>
                  </a:lnTo>
                  <a:lnTo>
                    <a:pt x="12461" y="13101"/>
                  </a:lnTo>
                  <a:lnTo>
                    <a:pt x="12461" y="13632"/>
                  </a:lnTo>
                  <a:lnTo>
                    <a:pt x="13569" y="14340"/>
                  </a:lnTo>
                  <a:lnTo>
                    <a:pt x="12461" y="15049"/>
                  </a:lnTo>
                  <a:lnTo>
                    <a:pt x="13569" y="15757"/>
                  </a:lnTo>
                  <a:lnTo>
                    <a:pt x="14399" y="15757"/>
                  </a:lnTo>
                  <a:lnTo>
                    <a:pt x="15507" y="16288"/>
                  </a:lnTo>
                  <a:lnTo>
                    <a:pt x="18553" y="16996"/>
                  </a:lnTo>
                  <a:lnTo>
                    <a:pt x="18553" y="17704"/>
                  </a:lnTo>
                  <a:lnTo>
                    <a:pt x="17446" y="18236"/>
                  </a:lnTo>
                  <a:lnTo>
                    <a:pt x="14399" y="18236"/>
                  </a:lnTo>
                  <a:lnTo>
                    <a:pt x="12461" y="19652"/>
                  </a:lnTo>
                  <a:lnTo>
                    <a:pt x="10246" y="19652"/>
                  </a:lnTo>
                  <a:lnTo>
                    <a:pt x="9415" y="20360"/>
                  </a:lnTo>
                  <a:lnTo>
                    <a:pt x="9415" y="20891"/>
                  </a:lnTo>
                  <a:lnTo>
                    <a:pt x="8307" y="20360"/>
                  </a:lnTo>
                  <a:lnTo>
                    <a:pt x="7199" y="20891"/>
                  </a:lnTo>
                  <a:lnTo>
                    <a:pt x="8307" y="20891"/>
                  </a:lnTo>
                  <a:lnTo>
                    <a:pt x="7199" y="21599"/>
                  </a:lnTo>
                  <a:lnTo>
                    <a:pt x="5261" y="21599"/>
                  </a:lnTo>
                  <a:lnTo>
                    <a:pt x="6369" y="20891"/>
                  </a:lnTo>
                  <a:lnTo>
                    <a:pt x="5261" y="20360"/>
                  </a:lnTo>
                  <a:lnTo>
                    <a:pt x="4153" y="20891"/>
                  </a:lnTo>
                  <a:lnTo>
                    <a:pt x="4153" y="18944"/>
                  </a:lnTo>
                  <a:lnTo>
                    <a:pt x="5261" y="18236"/>
                  </a:lnTo>
                  <a:lnTo>
                    <a:pt x="6369" y="18236"/>
                  </a:lnTo>
                  <a:lnTo>
                    <a:pt x="7199" y="17704"/>
                  </a:lnTo>
                  <a:lnTo>
                    <a:pt x="6369" y="18236"/>
                  </a:lnTo>
                  <a:lnTo>
                    <a:pt x="4153" y="18236"/>
                  </a:lnTo>
                  <a:lnTo>
                    <a:pt x="4153" y="16288"/>
                  </a:lnTo>
                  <a:lnTo>
                    <a:pt x="5261" y="15757"/>
                  </a:lnTo>
                  <a:lnTo>
                    <a:pt x="4153" y="15049"/>
                  </a:lnTo>
                  <a:lnTo>
                    <a:pt x="5261" y="15049"/>
                  </a:lnTo>
                  <a:lnTo>
                    <a:pt x="5261" y="14340"/>
                  </a:lnTo>
                  <a:lnTo>
                    <a:pt x="4153" y="14340"/>
                  </a:lnTo>
                  <a:lnTo>
                    <a:pt x="3323" y="15049"/>
                  </a:lnTo>
                  <a:lnTo>
                    <a:pt x="2215" y="14340"/>
                  </a:lnTo>
                  <a:lnTo>
                    <a:pt x="1107" y="14340"/>
                  </a:lnTo>
                  <a:lnTo>
                    <a:pt x="1107" y="15049"/>
                  </a:lnTo>
                  <a:lnTo>
                    <a:pt x="0" y="1363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4" name="AutoShape 12"/>
            <p:cNvSpPr>
              <a:spLocks/>
            </p:cNvSpPr>
            <p:nvPr/>
          </p:nvSpPr>
          <p:spPr bwMode="auto">
            <a:xfrm>
              <a:off x="6993139" y="3600601"/>
              <a:ext cx="2046382" cy="844200"/>
            </a:xfrm>
            <a:custGeom>
              <a:avLst/>
              <a:gdLst>
                <a:gd name="T0" fmla="*/ 1023191 w 21600"/>
                <a:gd name="T1" fmla="*/ 422100 h 21600"/>
                <a:gd name="T2" fmla="*/ 1023191 w 21600"/>
                <a:gd name="T3" fmla="*/ 422100 h 21600"/>
                <a:gd name="T4" fmla="*/ 1023191 w 21600"/>
                <a:gd name="T5" fmla="*/ 422100 h 21600"/>
                <a:gd name="T6" fmla="*/ 1023191 w 21600"/>
                <a:gd name="T7" fmla="*/ 422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836"/>
                  </a:moveTo>
                  <a:lnTo>
                    <a:pt x="170" y="7032"/>
                  </a:lnTo>
                  <a:lnTo>
                    <a:pt x="637" y="7032"/>
                  </a:lnTo>
                  <a:lnTo>
                    <a:pt x="935" y="6329"/>
                  </a:lnTo>
                  <a:lnTo>
                    <a:pt x="935" y="5927"/>
                  </a:lnTo>
                  <a:lnTo>
                    <a:pt x="1275" y="5525"/>
                  </a:lnTo>
                  <a:lnTo>
                    <a:pt x="1275" y="5224"/>
                  </a:lnTo>
                  <a:lnTo>
                    <a:pt x="1445" y="5224"/>
                  </a:lnTo>
                  <a:lnTo>
                    <a:pt x="1573" y="4822"/>
                  </a:lnTo>
                  <a:lnTo>
                    <a:pt x="1573" y="4420"/>
                  </a:lnTo>
                  <a:lnTo>
                    <a:pt x="1913" y="4420"/>
                  </a:lnTo>
                  <a:lnTo>
                    <a:pt x="1913" y="4119"/>
                  </a:lnTo>
                  <a:lnTo>
                    <a:pt x="2040" y="3717"/>
                  </a:lnTo>
                  <a:lnTo>
                    <a:pt x="3018" y="3717"/>
                  </a:lnTo>
                  <a:lnTo>
                    <a:pt x="3018" y="4119"/>
                  </a:lnTo>
                  <a:lnTo>
                    <a:pt x="3784" y="4119"/>
                  </a:lnTo>
                  <a:lnTo>
                    <a:pt x="3784" y="4420"/>
                  </a:lnTo>
                  <a:lnTo>
                    <a:pt x="4124" y="5224"/>
                  </a:lnTo>
                  <a:lnTo>
                    <a:pt x="4251" y="5224"/>
                  </a:lnTo>
                  <a:lnTo>
                    <a:pt x="4592" y="5525"/>
                  </a:lnTo>
                  <a:lnTo>
                    <a:pt x="4719" y="5224"/>
                  </a:lnTo>
                  <a:lnTo>
                    <a:pt x="6292" y="5224"/>
                  </a:lnTo>
                  <a:lnTo>
                    <a:pt x="6462" y="4822"/>
                  </a:lnTo>
                  <a:lnTo>
                    <a:pt x="6462" y="4420"/>
                  </a:lnTo>
                  <a:lnTo>
                    <a:pt x="6292" y="4420"/>
                  </a:lnTo>
                  <a:lnTo>
                    <a:pt x="6292" y="3315"/>
                  </a:lnTo>
                  <a:lnTo>
                    <a:pt x="6165" y="2913"/>
                  </a:lnTo>
                  <a:lnTo>
                    <a:pt x="5825" y="2913"/>
                  </a:lnTo>
                  <a:lnTo>
                    <a:pt x="5825" y="1808"/>
                  </a:lnTo>
                  <a:lnTo>
                    <a:pt x="5995" y="1506"/>
                  </a:lnTo>
                  <a:lnTo>
                    <a:pt x="5995" y="703"/>
                  </a:lnTo>
                  <a:lnTo>
                    <a:pt x="6292" y="703"/>
                  </a:lnTo>
                  <a:lnTo>
                    <a:pt x="6292" y="0"/>
                  </a:lnTo>
                  <a:lnTo>
                    <a:pt x="6633" y="0"/>
                  </a:lnTo>
                  <a:lnTo>
                    <a:pt x="6760" y="301"/>
                  </a:lnTo>
                  <a:lnTo>
                    <a:pt x="6930" y="301"/>
                  </a:lnTo>
                  <a:lnTo>
                    <a:pt x="7100" y="703"/>
                  </a:lnTo>
                  <a:lnTo>
                    <a:pt x="7738" y="703"/>
                  </a:lnTo>
                  <a:lnTo>
                    <a:pt x="7738" y="1105"/>
                  </a:lnTo>
                  <a:lnTo>
                    <a:pt x="8503" y="1105"/>
                  </a:lnTo>
                  <a:lnTo>
                    <a:pt x="8503" y="1506"/>
                  </a:lnTo>
                  <a:lnTo>
                    <a:pt x="8674" y="1808"/>
                  </a:lnTo>
                  <a:lnTo>
                    <a:pt x="8674" y="2210"/>
                  </a:lnTo>
                  <a:lnTo>
                    <a:pt x="8844" y="2612"/>
                  </a:lnTo>
                  <a:lnTo>
                    <a:pt x="8844" y="2913"/>
                  </a:lnTo>
                  <a:lnTo>
                    <a:pt x="8971" y="2913"/>
                  </a:lnTo>
                  <a:lnTo>
                    <a:pt x="9141" y="3315"/>
                  </a:lnTo>
                  <a:lnTo>
                    <a:pt x="9311" y="3315"/>
                  </a:lnTo>
                  <a:lnTo>
                    <a:pt x="9609" y="3717"/>
                  </a:lnTo>
                  <a:lnTo>
                    <a:pt x="10247" y="3717"/>
                  </a:lnTo>
                  <a:lnTo>
                    <a:pt x="10417" y="3315"/>
                  </a:lnTo>
                  <a:lnTo>
                    <a:pt x="10544" y="2913"/>
                  </a:lnTo>
                  <a:lnTo>
                    <a:pt x="11990" y="2913"/>
                  </a:lnTo>
                  <a:lnTo>
                    <a:pt x="12118" y="3315"/>
                  </a:lnTo>
                  <a:lnTo>
                    <a:pt x="12458" y="3717"/>
                  </a:lnTo>
                  <a:lnTo>
                    <a:pt x="12755" y="3717"/>
                  </a:lnTo>
                  <a:lnTo>
                    <a:pt x="12925" y="4119"/>
                  </a:lnTo>
                  <a:lnTo>
                    <a:pt x="13096" y="4420"/>
                  </a:lnTo>
                  <a:lnTo>
                    <a:pt x="13223" y="4420"/>
                  </a:lnTo>
                  <a:lnTo>
                    <a:pt x="13393" y="4822"/>
                  </a:lnTo>
                  <a:lnTo>
                    <a:pt x="15137" y="4822"/>
                  </a:lnTo>
                  <a:lnTo>
                    <a:pt x="15137" y="4420"/>
                  </a:lnTo>
                  <a:lnTo>
                    <a:pt x="15434" y="4119"/>
                  </a:lnTo>
                  <a:lnTo>
                    <a:pt x="15774" y="4119"/>
                  </a:lnTo>
                  <a:lnTo>
                    <a:pt x="15774" y="3717"/>
                  </a:lnTo>
                  <a:lnTo>
                    <a:pt x="16242" y="3717"/>
                  </a:lnTo>
                  <a:lnTo>
                    <a:pt x="16370" y="3315"/>
                  </a:lnTo>
                  <a:lnTo>
                    <a:pt x="16370" y="2913"/>
                  </a:lnTo>
                  <a:lnTo>
                    <a:pt x="16540" y="2612"/>
                  </a:lnTo>
                  <a:lnTo>
                    <a:pt x="16710" y="2612"/>
                  </a:lnTo>
                  <a:lnTo>
                    <a:pt x="16710" y="2210"/>
                  </a:lnTo>
                  <a:lnTo>
                    <a:pt x="16837" y="1808"/>
                  </a:lnTo>
                  <a:lnTo>
                    <a:pt x="17007" y="1808"/>
                  </a:lnTo>
                  <a:lnTo>
                    <a:pt x="17007" y="2210"/>
                  </a:lnTo>
                  <a:lnTo>
                    <a:pt x="17177" y="1808"/>
                  </a:lnTo>
                  <a:lnTo>
                    <a:pt x="17348" y="1808"/>
                  </a:lnTo>
                  <a:lnTo>
                    <a:pt x="17475" y="2210"/>
                  </a:lnTo>
                  <a:lnTo>
                    <a:pt x="17645" y="2612"/>
                  </a:lnTo>
                  <a:lnTo>
                    <a:pt x="17943" y="2612"/>
                  </a:lnTo>
                  <a:lnTo>
                    <a:pt x="18113" y="2210"/>
                  </a:lnTo>
                  <a:lnTo>
                    <a:pt x="18581" y="2210"/>
                  </a:lnTo>
                  <a:lnTo>
                    <a:pt x="18751" y="2612"/>
                  </a:lnTo>
                  <a:lnTo>
                    <a:pt x="18581" y="4822"/>
                  </a:lnTo>
                  <a:lnTo>
                    <a:pt x="18581" y="5927"/>
                  </a:lnTo>
                  <a:lnTo>
                    <a:pt x="18411" y="6630"/>
                  </a:lnTo>
                  <a:lnTo>
                    <a:pt x="18581" y="7032"/>
                  </a:lnTo>
                  <a:lnTo>
                    <a:pt x="18921" y="7434"/>
                  </a:lnTo>
                  <a:lnTo>
                    <a:pt x="19218" y="7032"/>
                  </a:lnTo>
                  <a:lnTo>
                    <a:pt x="19686" y="7032"/>
                  </a:lnTo>
                  <a:lnTo>
                    <a:pt x="19856" y="7434"/>
                  </a:lnTo>
                  <a:lnTo>
                    <a:pt x="20026" y="7032"/>
                  </a:lnTo>
                  <a:lnTo>
                    <a:pt x="20026" y="6329"/>
                  </a:lnTo>
                  <a:lnTo>
                    <a:pt x="20154" y="6329"/>
                  </a:lnTo>
                  <a:lnTo>
                    <a:pt x="20324" y="5927"/>
                  </a:lnTo>
                  <a:lnTo>
                    <a:pt x="20622" y="6329"/>
                  </a:lnTo>
                  <a:lnTo>
                    <a:pt x="20792" y="6630"/>
                  </a:lnTo>
                  <a:lnTo>
                    <a:pt x="21089" y="7032"/>
                  </a:lnTo>
                  <a:lnTo>
                    <a:pt x="21259" y="7836"/>
                  </a:lnTo>
                  <a:lnTo>
                    <a:pt x="21429" y="8137"/>
                  </a:lnTo>
                  <a:lnTo>
                    <a:pt x="21599" y="8539"/>
                  </a:lnTo>
                  <a:lnTo>
                    <a:pt x="21599" y="8941"/>
                  </a:lnTo>
                  <a:lnTo>
                    <a:pt x="21429" y="8941"/>
                  </a:lnTo>
                  <a:lnTo>
                    <a:pt x="21429" y="9242"/>
                  </a:lnTo>
                  <a:lnTo>
                    <a:pt x="20792" y="9242"/>
                  </a:lnTo>
                  <a:lnTo>
                    <a:pt x="20622" y="9644"/>
                  </a:lnTo>
                  <a:lnTo>
                    <a:pt x="20494" y="10046"/>
                  </a:lnTo>
                  <a:lnTo>
                    <a:pt x="20154" y="10046"/>
                  </a:lnTo>
                  <a:lnTo>
                    <a:pt x="20154" y="10448"/>
                  </a:lnTo>
                  <a:lnTo>
                    <a:pt x="19856" y="10448"/>
                  </a:lnTo>
                  <a:lnTo>
                    <a:pt x="19686" y="11151"/>
                  </a:lnTo>
                  <a:lnTo>
                    <a:pt x="19686" y="11854"/>
                  </a:lnTo>
                  <a:lnTo>
                    <a:pt x="19516" y="11854"/>
                  </a:lnTo>
                  <a:lnTo>
                    <a:pt x="19218" y="12658"/>
                  </a:lnTo>
                  <a:lnTo>
                    <a:pt x="19048" y="12658"/>
                  </a:lnTo>
                  <a:lnTo>
                    <a:pt x="18751" y="12256"/>
                  </a:lnTo>
                  <a:lnTo>
                    <a:pt x="18751" y="12658"/>
                  </a:lnTo>
                  <a:lnTo>
                    <a:pt x="18581" y="13060"/>
                  </a:lnTo>
                  <a:lnTo>
                    <a:pt x="18411" y="13361"/>
                  </a:lnTo>
                  <a:lnTo>
                    <a:pt x="18283" y="13361"/>
                  </a:lnTo>
                  <a:lnTo>
                    <a:pt x="18283" y="13763"/>
                  </a:lnTo>
                  <a:lnTo>
                    <a:pt x="18113" y="14165"/>
                  </a:lnTo>
                  <a:lnTo>
                    <a:pt x="17943" y="13763"/>
                  </a:lnTo>
                  <a:lnTo>
                    <a:pt x="17645" y="13763"/>
                  </a:lnTo>
                  <a:lnTo>
                    <a:pt x="17475" y="13361"/>
                  </a:lnTo>
                  <a:lnTo>
                    <a:pt x="17007" y="13361"/>
                  </a:lnTo>
                  <a:lnTo>
                    <a:pt x="16837" y="13763"/>
                  </a:lnTo>
                  <a:lnTo>
                    <a:pt x="16710" y="14165"/>
                  </a:lnTo>
                  <a:lnTo>
                    <a:pt x="16710" y="15270"/>
                  </a:lnTo>
                  <a:lnTo>
                    <a:pt x="17007" y="15672"/>
                  </a:lnTo>
                  <a:lnTo>
                    <a:pt x="17348" y="15973"/>
                  </a:lnTo>
                  <a:lnTo>
                    <a:pt x="17348" y="16375"/>
                  </a:lnTo>
                  <a:lnTo>
                    <a:pt x="17177" y="16375"/>
                  </a:lnTo>
                  <a:lnTo>
                    <a:pt x="17177" y="16777"/>
                  </a:lnTo>
                  <a:lnTo>
                    <a:pt x="16837" y="17480"/>
                  </a:lnTo>
                  <a:lnTo>
                    <a:pt x="16710" y="18184"/>
                  </a:lnTo>
                  <a:lnTo>
                    <a:pt x="16540" y="18586"/>
                  </a:lnTo>
                  <a:lnTo>
                    <a:pt x="16370" y="18586"/>
                  </a:lnTo>
                  <a:lnTo>
                    <a:pt x="16242" y="18987"/>
                  </a:lnTo>
                  <a:lnTo>
                    <a:pt x="15902" y="18987"/>
                  </a:lnTo>
                  <a:lnTo>
                    <a:pt x="15774" y="19389"/>
                  </a:lnTo>
                  <a:lnTo>
                    <a:pt x="15137" y="19389"/>
                  </a:lnTo>
                  <a:lnTo>
                    <a:pt x="14966" y="19691"/>
                  </a:lnTo>
                  <a:lnTo>
                    <a:pt x="14796" y="19691"/>
                  </a:lnTo>
                  <a:lnTo>
                    <a:pt x="13861" y="20494"/>
                  </a:lnTo>
                  <a:lnTo>
                    <a:pt x="13691" y="20796"/>
                  </a:lnTo>
                  <a:lnTo>
                    <a:pt x="13393" y="21600"/>
                  </a:lnTo>
                  <a:lnTo>
                    <a:pt x="12925" y="21600"/>
                  </a:lnTo>
                  <a:lnTo>
                    <a:pt x="12925" y="21198"/>
                  </a:lnTo>
                  <a:lnTo>
                    <a:pt x="12585" y="21198"/>
                  </a:lnTo>
                  <a:lnTo>
                    <a:pt x="12288" y="21600"/>
                  </a:lnTo>
                  <a:lnTo>
                    <a:pt x="12118" y="21198"/>
                  </a:lnTo>
                  <a:lnTo>
                    <a:pt x="11820" y="21198"/>
                  </a:lnTo>
                  <a:lnTo>
                    <a:pt x="11522" y="20796"/>
                  </a:lnTo>
                  <a:lnTo>
                    <a:pt x="11012" y="20494"/>
                  </a:lnTo>
                  <a:lnTo>
                    <a:pt x="10714" y="19691"/>
                  </a:lnTo>
                  <a:lnTo>
                    <a:pt x="9439" y="19691"/>
                  </a:lnTo>
                  <a:lnTo>
                    <a:pt x="9439" y="20093"/>
                  </a:lnTo>
                  <a:lnTo>
                    <a:pt x="6930" y="20093"/>
                  </a:lnTo>
                  <a:lnTo>
                    <a:pt x="6760" y="19389"/>
                  </a:lnTo>
                  <a:lnTo>
                    <a:pt x="6760" y="18987"/>
                  </a:lnTo>
                  <a:lnTo>
                    <a:pt x="6633" y="18586"/>
                  </a:lnTo>
                  <a:lnTo>
                    <a:pt x="6462" y="18184"/>
                  </a:lnTo>
                  <a:lnTo>
                    <a:pt x="6462" y="17882"/>
                  </a:lnTo>
                  <a:lnTo>
                    <a:pt x="6292" y="17480"/>
                  </a:lnTo>
                  <a:lnTo>
                    <a:pt x="6165" y="17480"/>
                  </a:lnTo>
                  <a:lnTo>
                    <a:pt x="6165" y="17079"/>
                  </a:lnTo>
                  <a:lnTo>
                    <a:pt x="5825" y="17079"/>
                  </a:lnTo>
                  <a:lnTo>
                    <a:pt x="5697" y="16777"/>
                  </a:lnTo>
                  <a:lnTo>
                    <a:pt x="5357" y="16375"/>
                  </a:lnTo>
                  <a:lnTo>
                    <a:pt x="5059" y="16375"/>
                  </a:lnTo>
                  <a:lnTo>
                    <a:pt x="5059" y="15973"/>
                  </a:lnTo>
                  <a:lnTo>
                    <a:pt x="4889" y="15973"/>
                  </a:lnTo>
                  <a:lnTo>
                    <a:pt x="4422" y="15672"/>
                  </a:lnTo>
                  <a:lnTo>
                    <a:pt x="3018" y="15672"/>
                  </a:lnTo>
                  <a:lnTo>
                    <a:pt x="2678" y="14868"/>
                  </a:lnTo>
                  <a:lnTo>
                    <a:pt x="2678" y="14165"/>
                  </a:lnTo>
                  <a:lnTo>
                    <a:pt x="2848" y="14165"/>
                  </a:lnTo>
                  <a:lnTo>
                    <a:pt x="2848" y="12658"/>
                  </a:lnTo>
                  <a:lnTo>
                    <a:pt x="2678" y="12256"/>
                  </a:lnTo>
                  <a:lnTo>
                    <a:pt x="2551" y="11854"/>
                  </a:lnTo>
                  <a:lnTo>
                    <a:pt x="2381" y="11553"/>
                  </a:lnTo>
                  <a:lnTo>
                    <a:pt x="2381" y="11151"/>
                  </a:lnTo>
                  <a:lnTo>
                    <a:pt x="2211" y="10749"/>
                  </a:lnTo>
                  <a:lnTo>
                    <a:pt x="2040" y="10448"/>
                  </a:lnTo>
                  <a:lnTo>
                    <a:pt x="1913" y="10046"/>
                  </a:lnTo>
                  <a:lnTo>
                    <a:pt x="1743" y="10046"/>
                  </a:lnTo>
                  <a:lnTo>
                    <a:pt x="1573" y="10448"/>
                  </a:lnTo>
                  <a:lnTo>
                    <a:pt x="1445" y="10046"/>
                  </a:lnTo>
                  <a:lnTo>
                    <a:pt x="1105" y="10046"/>
                  </a:lnTo>
                  <a:lnTo>
                    <a:pt x="935" y="10448"/>
                  </a:lnTo>
                  <a:lnTo>
                    <a:pt x="807" y="10046"/>
                  </a:lnTo>
                  <a:lnTo>
                    <a:pt x="807" y="9644"/>
                  </a:lnTo>
                  <a:lnTo>
                    <a:pt x="637" y="9644"/>
                  </a:lnTo>
                  <a:lnTo>
                    <a:pt x="170" y="8539"/>
                  </a:lnTo>
                  <a:lnTo>
                    <a:pt x="170" y="8137"/>
                  </a:lnTo>
                  <a:lnTo>
                    <a:pt x="170" y="8539"/>
                  </a:lnTo>
                  <a:lnTo>
                    <a:pt x="0" y="8137"/>
                  </a:lnTo>
                  <a:lnTo>
                    <a:pt x="0" y="7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5" name="AutoShape 13"/>
            <p:cNvSpPr>
              <a:spLocks/>
            </p:cNvSpPr>
            <p:nvPr/>
          </p:nvSpPr>
          <p:spPr bwMode="auto">
            <a:xfrm>
              <a:off x="4459339" y="3439612"/>
              <a:ext cx="2505607" cy="1166173"/>
            </a:xfrm>
            <a:custGeom>
              <a:avLst/>
              <a:gdLst>
                <a:gd name="T0" fmla="*/ 1252804 w 21600"/>
                <a:gd name="T1" fmla="*/ 583087 h 21600"/>
                <a:gd name="T2" fmla="*/ 1252804 w 21600"/>
                <a:gd name="T3" fmla="*/ 583087 h 21600"/>
                <a:gd name="T4" fmla="*/ 1252804 w 21600"/>
                <a:gd name="T5" fmla="*/ 583087 h 21600"/>
                <a:gd name="T6" fmla="*/ 1252804 w 21600"/>
                <a:gd name="T7" fmla="*/ 583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6" y="14545"/>
                  </a:moveTo>
                  <a:lnTo>
                    <a:pt x="1527" y="14327"/>
                  </a:lnTo>
                  <a:lnTo>
                    <a:pt x="1284" y="14545"/>
                  </a:lnTo>
                  <a:lnTo>
                    <a:pt x="1145" y="14327"/>
                  </a:lnTo>
                  <a:lnTo>
                    <a:pt x="1145" y="14036"/>
                  </a:lnTo>
                  <a:lnTo>
                    <a:pt x="1423" y="14036"/>
                  </a:lnTo>
                  <a:lnTo>
                    <a:pt x="1145" y="13236"/>
                  </a:lnTo>
                  <a:lnTo>
                    <a:pt x="902" y="12945"/>
                  </a:lnTo>
                  <a:lnTo>
                    <a:pt x="520" y="12654"/>
                  </a:lnTo>
                  <a:lnTo>
                    <a:pt x="520" y="12945"/>
                  </a:lnTo>
                  <a:lnTo>
                    <a:pt x="243" y="12436"/>
                  </a:lnTo>
                  <a:lnTo>
                    <a:pt x="243" y="12145"/>
                  </a:lnTo>
                  <a:lnTo>
                    <a:pt x="0" y="11854"/>
                  </a:lnTo>
                  <a:lnTo>
                    <a:pt x="0" y="11563"/>
                  </a:lnTo>
                  <a:lnTo>
                    <a:pt x="138" y="10763"/>
                  </a:lnTo>
                  <a:lnTo>
                    <a:pt x="0" y="10763"/>
                  </a:lnTo>
                  <a:lnTo>
                    <a:pt x="0" y="10254"/>
                  </a:lnTo>
                  <a:lnTo>
                    <a:pt x="138" y="9963"/>
                  </a:lnTo>
                  <a:lnTo>
                    <a:pt x="243" y="9672"/>
                  </a:lnTo>
                  <a:lnTo>
                    <a:pt x="243" y="9454"/>
                  </a:lnTo>
                  <a:lnTo>
                    <a:pt x="381" y="9163"/>
                  </a:lnTo>
                  <a:lnTo>
                    <a:pt x="625" y="9672"/>
                  </a:lnTo>
                  <a:lnTo>
                    <a:pt x="625" y="9963"/>
                  </a:lnTo>
                  <a:lnTo>
                    <a:pt x="902" y="10254"/>
                  </a:lnTo>
                  <a:lnTo>
                    <a:pt x="1007" y="9963"/>
                  </a:lnTo>
                  <a:lnTo>
                    <a:pt x="1007" y="9672"/>
                  </a:lnTo>
                  <a:lnTo>
                    <a:pt x="902" y="8872"/>
                  </a:lnTo>
                  <a:lnTo>
                    <a:pt x="1145" y="8654"/>
                  </a:lnTo>
                  <a:lnTo>
                    <a:pt x="1284" y="8654"/>
                  </a:lnTo>
                  <a:lnTo>
                    <a:pt x="1284" y="8072"/>
                  </a:lnTo>
                  <a:lnTo>
                    <a:pt x="1423" y="7781"/>
                  </a:lnTo>
                  <a:lnTo>
                    <a:pt x="1527" y="7781"/>
                  </a:lnTo>
                  <a:lnTo>
                    <a:pt x="1527" y="7563"/>
                  </a:lnTo>
                  <a:lnTo>
                    <a:pt x="1805" y="7563"/>
                  </a:lnTo>
                  <a:lnTo>
                    <a:pt x="1805" y="6981"/>
                  </a:lnTo>
                  <a:lnTo>
                    <a:pt x="1909" y="7272"/>
                  </a:lnTo>
                  <a:lnTo>
                    <a:pt x="2048" y="7272"/>
                  </a:lnTo>
                  <a:lnTo>
                    <a:pt x="2048" y="7781"/>
                  </a:lnTo>
                  <a:lnTo>
                    <a:pt x="2187" y="7563"/>
                  </a:lnTo>
                  <a:lnTo>
                    <a:pt x="2187" y="7272"/>
                  </a:lnTo>
                  <a:lnTo>
                    <a:pt x="2291" y="7272"/>
                  </a:lnTo>
                  <a:lnTo>
                    <a:pt x="2291" y="7563"/>
                  </a:lnTo>
                  <a:lnTo>
                    <a:pt x="2291" y="7272"/>
                  </a:lnTo>
                  <a:lnTo>
                    <a:pt x="2430" y="7272"/>
                  </a:lnTo>
                  <a:lnTo>
                    <a:pt x="2569" y="6981"/>
                  </a:lnTo>
                  <a:lnTo>
                    <a:pt x="2708" y="6981"/>
                  </a:lnTo>
                  <a:lnTo>
                    <a:pt x="2708" y="7272"/>
                  </a:lnTo>
                  <a:lnTo>
                    <a:pt x="2812" y="7563"/>
                  </a:lnTo>
                  <a:lnTo>
                    <a:pt x="3090" y="7272"/>
                  </a:lnTo>
                  <a:lnTo>
                    <a:pt x="3194" y="7272"/>
                  </a:lnTo>
                  <a:lnTo>
                    <a:pt x="3194" y="7563"/>
                  </a:lnTo>
                  <a:lnTo>
                    <a:pt x="3333" y="7563"/>
                  </a:lnTo>
                  <a:lnTo>
                    <a:pt x="3472" y="7781"/>
                  </a:lnTo>
                  <a:lnTo>
                    <a:pt x="3576" y="7781"/>
                  </a:lnTo>
                  <a:lnTo>
                    <a:pt x="3576" y="8072"/>
                  </a:lnTo>
                  <a:lnTo>
                    <a:pt x="3854" y="8363"/>
                  </a:lnTo>
                  <a:lnTo>
                    <a:pt x="3993" y="8363"/>
                  </a:lnTo>
                  <a:lnTo>
                    <a:pt x="3993" y="8654"/>
                  </a:lnTo>
                  <a:lnTo>
                    <a:pt x="4097" y="8654"/>
                  </a:lnTo>
                  <a:lnTo>
                    <a:pt x="4097" y="8363"/>
                  </a:lnTo>
                  <a:lnTo>
                    <a:pt x="4236" y="8072"/>
                  </a:lnTo>
                  <a:lnTo>
                    <a:pt x="4236" y="8363"/>
                  </a:lnTo>
                  <a:lnTo>
                    <a:pt x="4479" y="8363"/>
                  </a:lnTo>
                  <a:lnTo>
                    <a:pt x="4479" y="8654"/>
                  </a:lnTo>
                  <a:lnTo>
                    <a:pt x="4618" y="8654"/>
                  </a:lnTo>
                  <a:lnTo>
                    <a:pt x="4757" y="8363"/>
                  </a:lnTo>
                  <a:lnTo>
                    <a:pt x="4757" y="8072"/>
                  </a:lnTo>
                  <a:lnTo>
                    <a:pt x="4896" y="8072"/>
                  </a:lnTo>
                  <a:lnTo>
                    <a:pt x="4896" y="7781"/>
                  </a:lnTo>
                  <a:lnTo>
                    <a:pt x="5278" y="7781"/>
                  </a:lnTo>
                  <a:lnTo>
                    <a:pt x="5382" y="8072"/>
                  </a:lnTo>
                  <a:lnTo>
                    <a:pt x="5660" y="8072"/>
                  </a:lnTo>
                  <a:lnTo>
                    <a:pt x="5521" y="7781"/>
                  </a:lnTo>
                  <a:lnTo>
                    <a:pt x="5764" y="7781"/>
                  </a:lnTo>
                  <a:lnTo>
                    <a:pt x="5903" y="7563"/>
                  </a:lnTo>
                  <a:lnTo>
                    <a:pt x="6042" y="7781"/>
                  </a:lnTo>
                  <a:lnTo>
                    <a:pt x="6042" y="8072"/>
                  </a:lnTo>
                  <a:lnTo>
                    <a:pt x="5903" y="8072"/>
                  </a:lnTo>
                  <a:lnTo>
                    <a:pt x="6042" y="8363"/>
                  </a:lnTo>
                  <a:lnTo>
                    <a:pt x="6424" y="8363"/>
                  </a:lnTo>
                  <a:lnTo>
                    <a:pt x="6667" y="8654"/>
                  </a:lnTo>
                  <a:lnTo>
                    <a:pt x="6806" y="8654"/>
                  </a:lnTo>
                  <a:lnTo>
                    <a:pt x="6806" y="8072"/>
                  </a:lnTo>
                  <a:lnTo>
                    <a:pt x="6945" y="8072"/>
                  </a:lnTo>
                  <a:lnTo>
                    <a:pt x="7049" y="8363"/>
                  </a:lnTo>
                  <a:lnTo>
                    <a:pt x="7188" y="8363"/>
                  </a:lnTo>
                  <a:lnTo>
                    <a:pt x="7466" y="8072"/>
                  </a:lnTo>
                  <a:lnTo>
                    <a:pt x="7466" y="6981"/>
                  </a:lnTo>
                  <a:lnTo>
                    <a:pt x="7188" y="6981"/>
                  </a:lnTo>
                  <a:lnTo>
                    <a:pt x="7049" y="6763"/>
                  </a:lnTo>
                  <a:lnTo>
                    <a:pt x="6945" y="6763"/>
                  </a:lnTo>
                  <a:lnTo>
                    <a:pt x="6945" y="6472"/>
                  </a:lnTo>
                  <a:lnTo>
                    <a:pt x="6806" y="6472"/>
                  </a:lnTo>
                  <a:lnTo>
                    <a:pt x="6667" y="6181"/>
                  </a:lnTo>
                  <a:lnTo>
                    <a:pt x="6806" y="6181"/>
                  </a:lnTo>
                  <a:lnTo>
                    <a:pt x="6945" y="5963"/>
                  </a:lnTo>
                  <a:lnTo>
                    <a:pt x="6945" y="5381"/>
                  </a:lnTo>
                  <a:lnTo>
                    <a:pt x="6806" y="5381"/>
                  </a:lnTo>
                  <a:lnTo>
                    <a:pt x="6806" y="5090"/>
                  </a:lnTo>
                  <a:lnTo>
                    <a:pt x="6945" y="4872"/>
                  </a:lnTo>
                  <a:lnTo>
                    <a:pt x="7049" y="4581"/>
                  </a:lnTo>
                  <a:lnTo>
                    <a:pt x="7466" y="4581"/>
                  </a:lnTo>
                  <a:lnTo>
                    <a:pt x="7466" y="4290"/>
                  </a:lnTo>
                  <a:lnTo>
                    <a:pt x="7327" y="4072"/>
                  </a:lnTo>
                  <a:lnTo>
                    <a:pt x="7188" y="4072"/>
                  </a:lnTo>
                  <a:lnTo>
                    <a:pt x="7188" y="4290"/>
                  </a:lnTo>
                  <a:lnTo>
                    <a:pt x="7049" y="4072"/>
                  </a:lnTo>
                  <a:lnTo>
                    <a:pt x="6945" y="4072"/>
                  </a:lnTo>
                  <a:lnTo>
                    <a:pt x="7049" y="4072"/>
                  </a:lnTo>
                  <a:lnTo>
                    <a:pt x="7049" y="3781"/>
                  </a:lnTo>
                  <a:lnTo>
                    <a:pt x="6806" y="3781"/>
                  </a:lnTo>
                  <a:lnTo>
                    <a:pt x="6806" y="3199"/>
                  </a:lnTo>
                  <a:lnTo>
                    <a:pt x="6945" y="3199"/>
                  </a:lnTo>
                  <a:lnTo>
                    <a:pt x="6945" y="2981"/>
                  </a:lnTo>
                  <a:lnTo>
                    <a:pt x="7049" y="2981"/>
                  </a:lnTo>
                  <a:lnTo>
                    <a:pt x="7049" y="3199"/>
                  </a:lnTo>
                  <a:lnTo>
                    <a:pt x="7466" y="3199"/>
                  </a:lnTo>
                  <a:lnTo>
                    <a:pt x="7466" y="2981"/>
                  </a:lnTo>
                  <a:lnTo>
                    <a:pt x="7570" y="2981"/>
                  </a:lnTo>
                  <a:lnTo>
                    <a:pt x="7709" y="3199"/>
                  </a:lnTo>
                  <a:lnTo>
                    <a:pt x="7709" y="2981"/>
                  </a:lnTo>
                  <a:lnTo>
                    <a:pt x="7952" y="2690"/>
                  </a:lnTo>
                  <a:lnTo>
                    <a:pt x="8334" y="2690"/>
                  </a:lnTo>
                  <a:lnTo>
                    <a:pt x="8334" y="2399"/>
                  </a:lnTo>
                  <a:lnTo>
                    <a:pt x="8473" y="2399"/>
                  </a:lnTo>
                  <a:lnTo>
                    <a:pt x="8612" y="2181"/>
                  </a:lnTo>
                  <a:lnTo>
                    <a:pt x="8994" y="2181"/>
                  </a:lnTo>
                  <a:lnTo>
                    <a:pt x="8994" y="1890"/>
                  </a:lnTo>
                  <a:lnTo>
                    <a:pt x="9133" y="1890"/>
                  </a:lnTo>
                  <a:lnTo>
                    <a:pt x="9133" y="1599"/>
                  </a:lnTo>
                  <a:lnTo>
                    <a:pt x="9654" y="1599"/>
                  </a:lnTo>
                  <a:lnTo>
                    <a:pt x="9897" y="1090"/>
                  </a:lnTo>
                  <a:lnTo>
                    <a:pt x="10140" y="1090"/>
                  </a:lnTo>
                  <a:lnTo>
                    <a:pt x="10140" y="799"/>
                  </a:lnTo>
                  <a:lnTo>
                    <a:pt x="10418" y="799"/>
                  </a:lnTo>
                  <a:lnTo>
                    <a:pt x="10418" y="509"/>
                  </a:lnTo>
                  <a:lnTo>
                    <a:pt x="10522" y="509"/>
                  </a:lnTo>
                  <a:lnTo>
                    <a:pt x="10522" y="290"/>
                  </a:lnTo>
                  <a:lnTo>
                    <a:pt x="10661" y="0"/>
                  </a:lnTo>
                  <a:lnTo>
                    <a:pt x="10800" y="290"/>
                  </a:lnTo>
                  <a:lnTo>
                    <a:pt x="10800" y="0"/>
                  </a:lnTo>
                  <a:lnTo>
                    <a:pt x="11043" y="290"/>
                  </a:lnTo>
                  <a:lnTo>
                    <a:pt x="11702" y="290"/>
                  </a:lnTo>
                  <a:lnTo>
                    <a:pt x="11702" y="509"/>
                  </a:lnTo>
                  <a:lnTo>
                    <a:pt x="11807" y="799"/>
                  </a:lnTo>
                  <a:lnTo>
                    <a:pt x="11807" y="1090"/>
                  </a:lnTo>
                  <a:lnTo>
                    <a:pt x="11945" y="1090"/>
                  </a:lnTo>
                  <a:lnTo>
                    <a:pt x="11945" y="1599"/>
                  </a:lnTo>
                  <a:lnTo>
                    <a:pt x="11807" y="1599"/>
                  </a:lnTo>
                  <a:lnTo>
                    <a:pt x="11945" y="1890"/>
                  </a:lnTo>
                  <a:lnTo>
                    <a:pt x="12327" y="1890"/>
                  </a:lnTo>
                  <a:lnTo>
                    <a:pt x="12327" y="1599"/>
                  </a:lnTo>
                  <a:lnTo>
                    <a:pt x="12327" y="1890"/>
                  </a:lnTo>
                  <a:lnTo>
                    <a:pt x="12466" y="1890"/>
                  </a:lnTo>
                  <a:lnTo>
                    <a:pt x="12466" y="1599"/>
                  </a:lnTo>
                  <a:lnTo>
                    <a:pt x="12709" y="1890"/>
                  </a:lnTo>
                  <a:lnTo>
                    <a:pt x="12709" y="2399"/>
                  </a:lnTo>
                  <a:lnTo>
                    <a:pt x="12848" y="2399"/>
                  </a:lnTo>
                  <a:lnTo>
                    <a:pt x="12848" y="1890"/>
                  </a:lnTo>
                  <a:lnTo>
                    <a:pt x="12987" y="1890"/>
                  </a:lnTo>
                  <a:lnTo>
                    <a:pt x="13091" y="2181"/>
                  </a:lnTo>
                  <a:lnTo>
                    <a:pt x="13369" y="2181"/>
                  </a:lnTo>
                  <a:lnTo>
                    <a:pt x="13369" y="2399"/>
                  </a:lnTo>
                  <a:lnTo>
                    <a:pt x="13230" y="2399"/>
                  </a:lnTo>
                  <a:lnTo>
                    <a:pt x="13230" y="2690"/>
                  </a:lnTo>
                  <a:lnTo>
                    <a:pt x="13369" y="2981"/>
                  </a:lnTo>
                  <a:lnTo>
                    <a:pt x="13508" y="2690"/>
                  </a:lnTo>
                  <a:lnTo>
                    <a:pt x="13890" y="2690"/>
                  </a:lnTo>
                  <a:lnTo>
                    <a:pt x="13890" y="2981"/>
                  </a:lnTo>
                  <a:lnTo>
                    <a:pt x="13994" y="2690"/>
                  </a:lnTo>
                  <a:lnTo>
                    <a:pt x="13890" y="2399"/>
                  </a:lnTo>
                  <a:lnTo>
                    <a:pt x="14272" y="2399"/>
                  </a:lnTo>
                  <a:lnTo>
                    <a:pt x="14272" y="2181"/>
                  </a:lnTo>
                  <a:lnTo>
                    <a:pt x="14411" y="2181"/>
                  </a:lnTo>
                  <a:lnTo>
                    <a:pt x="14411" y="1890"/>
                  </a:lnTo>
                  <a:lnTo>
                    <a:pt x="14515" y="1890"/>
                  </a:lnTo>
                  <a:lnTo>
                    <a:pt x="14654" y="1599"/>
                  </a:lnTo>
                  <a:lnTo>
                    <a:pt x="14654" y="1309"/>
                  </a:lnTo>
                  <a:lnTo>
                    <a:pt x="14897" y="1309"/>
                  </a:lnTo>
                  <a:lnTo>
                    <a:pt x="15036" y="1090"/>
                  </a:lnTo>
                  <a:lnTo>
                    <a:pt x="15036" y="1599"/>
                  </a:lnTo>
                  <a:lnTo>
                    <a:pt x="14897" y="1599"/>
                  </a:lnTo>
                  <a:lnTo>
                    <a:pt x="14897" y="1890"/>
                  </a:lnTo>
                  <a:lnTo>
                    <a:pt x="15939" y="3199"/>
                  </a:lnTo>
                  <a:lnTo>
                    <a:pt x="17363" y="6472"/>
                  </a:lnTo>
                  <a:lnTo>
                    <a:pt x="17606" y="6472"/>
                  </a:lnTo>
                  <a:lnTo>
                    <a:pt x="17606" y="5963"/>
                  </a:lnTo>
                  <a:lnTo>
                    <a:pt x="17745" y="5963"/>
                  </a:lnTo>
                  <a:lnTo>
                    <a:pt x="17849" y="6181"/>
                  </a:lnTo>
                  <a:lnTo>
                    <a:pt x="17849" y="6472"/>
                  </a:lnTo>
                  <a:lnTo>
                    <a:pt x="17988" y="6472"/>
                  </a:lnTo>
                  <a:lnTo>
                    <a:pt x="18127" y="6763"/>
                  </a:lnTo>
                  <a:lnTo>
                    <a:pt x="18266" y="6472"/>
                  </a:lnTo>
                  <a:lnTo>
                    <a:pt x="18370" y="6472"/>
                  </a:lnTo>
                  <a:lnTo>
                    <a:pt x="18509" y="6763"/>
                  </a:lnTo>
                  <a:lnTo>
                    <a:pt x="18648" y="6472"/>
                  </a:lnTo>
                  <a:lnTo>
                    <a:pt x="18891" y="6472"/>
                  </a:lnTo>
                  <a:lnTo>
                    <a:pt x="18752" y="6181"/>
                  </a:lnTo>
                  <a:lnTo>
                    <a:pt x="19412" y="6181"/>
                  </a:lnTo>
                  <a:lnTo>
                    <a:pt x="19551" y="6472"/>
                  </a:lnTo>
                  <a:lnTo>
                    <a:pt x="19655" y="6763"/>
                  </a:lnTo>
                  <a:lnTo>
                    <a:pt x="19655" y="6981"/>
                  </a:lnTo>
                  <a:lnTo>
                    <a:pt x="19933" y="6981"/>
                  </a:lnTo>
                  <a:lnTo>
                    <a:pt x="20037" y="7272"/>
                  </a:lnTo>
                  <a:lnTo>
                    <a:pt x="20176" y="7272"/>
                  </a:lnTo>
                  <a:lnTo>
                    <a:pt x="20176" y="8072"/>
                  </a:lnTo>
                  <a:lnTo>
                    <a:pt x="20558" y="8072"/>
                  </a:lnTo>
                  <a:lnTo>
                    <a:pt x="20836" y="7781"/>
                  </a:lnTo>
                  <a:lnTo>
                    <a:pt x="21079" y="7781"/>
                  </a:lnTo>
                  <a:lnTo>
                    <a:pt x="21218" y="7563"/>
                  </a:lnTo>
                  <a:lnTo>
                    <a:pt x="21218" y="8072"/>
                  </a:lnTo>
                  <a:lnTo>
                    <a:pt x="21322" y="8072"/>
                  </a:lnTo>
                  <a:lnTo>
                    <a:pt x="21461" y="8363"/>
                  </a:lnTo>
                  <a:lnTo>
                    <a:pt x="21599" y="8363"/>
                  </a:lnTo>
                  <a:lnTo>
                    <a:pt x="21599" y="8654"/>
                  </a:lnTo>
                  <a:lnTo>
                    <a:pt x="21461" y="8872"/>
                  </a:lnTo>
                  <a:lnTo>
                    <a:pt x="21322" y="9163"/>
                  </a:lnTo>
                  <a:lnTo>
                    <a:pt x="21322" y="9454"/>
                  </a:lnTo>
                  <a:lnTo>
                    <a:pt x="21218" y="9672"/>
                  </a:lnTo>
                  <a:lnTo>
                    <a:pt x="21079" y="9672"/>
                  </a:lnTo>
                  <a:lnTo>
                    <a:pt x="20940" y="9963"/>
                  </a:lnTo>
                  <a:lnTo>
                    <a:pt x="20940" y="10545"/>
                  </a:lnTo>
                  <a:lnTo>
                    <a:pt x="21079" y="11054"/>
                  </a:lnTo>
                  <a:lnTo>
                    <a:pt x="21218" y="11345"/>
                  </a:lnTo>
                  <a:lnTo>
                    <a:pt x="21218" y="11563"/>
                  </a:lnTo>
                  <a:lnTo>
                    <a:pt x="21079" y="11854"/>
                  </a:lnTo>
                  <a:lnTo>
                    <a:pt x="20940" y="11854"/>
                  </a:lnTo>
                  <a:lnTo>
                    <a:pt x="20836" y="12145"/>
                  </a:lnTo>
                  <a:lnTo>
                    <a:pt x="20697" y="12145"/>
                  </a:lnTo>
                  <a:lnTo>
                    <a:pt x="20697" y="11854"/>
                  </a:lnTo>
                  <a:lnTo>
                    <a:pt x="20558" y="11854"/>
                  </a:lnTo>
                  <a:lnTo>
                    <a:pt x="20315" y="12145"/>
                  </a:lnTo>
                  <a:lnTo>
                    <a:pt x="20176" y="12145"/>
                  </a:lnTo>
                  <a:lnTo>
                    <a:pt x="19933" y="11854"/>
                  </a:lnTo>
                  <a:lnTo>
                    <a:pt x="19794" y="11854"/>
                  </a:lnTo>
                  <a:lnTo>
                    <a:pt x="19655" y="12436"/>
                  </a:lnTo>
                  <a:lnTo>
                    <a:pt x="19655" y="12945"/>
                  </a:lnTo>
                  <a:lnTo>
                    <a:pt x="19551" y="13454"/>
                  </a:lnTo>
                  <a:lnTo>
                    <a:pt x="19551" y="14327"/>
                  </a:lnTo>
                  <a:lnTo>
                    <a:pt x="19794" y="14327"/>
                  </a:lnTo>
                  <a:lnTo>
                    <a:pt x="19655" y="14545"/>
                  </a:lnTo>
                  <a:lnTo>
                    <a:pt x="19655" y="14836"/>
                  </a:lnTo>
                  <a:lnTo>
                    <a:pt x="19169" y="14836"/>
                  </a:lnTo>
                  <a:lnTo>
                    <a:pt x="18891" y="15127"/>
                  </a:lnTo>
                  <a:lnTo>
                    <a:pt x="18509" y="15127"/>
                  </a:lnTo>
                  <a:lnTo>
                    <a:pt x="18370" y="15345"/>
                  </a:lnTo>
                  <a:lnTo>
                    <a:pt x="18509" y="15636"/>
                  </a:lnTo>
                  <a:lnTo>
                    <a:pt x="18752" y="15636"/>
                  </a:lnTo>
                  <a:lnTo>
                    <a:pt x="18752" y="16436"/>
                  </a:lnTo>
                  <a:lnTo>
                    <a:pt x="18891" y="16436"/>
                  </a:lnTo>
                  <a:lnTo>
                    <a:pt x="18891" y="16727"/>
                  </a:lnTo>
                  <a:lnTo>
                    <a:pt x="19030" y="17018"/>
                  </a:lnTo>
                  <a:lnTo>
                    <a:pt x="19030" y="17236"/>
                  </a:lnTo>
                  <a:lnTo>
                    <a:pt x="19169" y="17236"/>
                  </a:lnTo>
                  <a:lnTo>
                    <a:pt x="19169" y="17818"/>
                  </a:lnTo>
                  <a:lnTo>
                    <a:pt x="19030" y="18036"/>
                  </a:lnTo>
                  <a:lnTo>
                    <a:pt x="19169" y="18327"/>
                  </a:lnTo>
                  <a:lnTo>
                    <a:pt x="19030" y="18327"/>
                  </a:lnTo>
                  <a:lnTo>
                    <a:pt x="19030" y="18909"/>
                  </a:lnTo>
                  <a:lnTo>
                    <a:pt x="18891" y="19127"/>
                  </a:lnTo>
                  <a:lnTo>
                    <a:pt x="18648" y="18909"/>
                  </a:lnTo>
                  <a:lnTo>
                    <a:pt x="18370" y="18327"/>
                  </a:lnTo>
                  <a:lnTo>
                    <a:pt x="16564" y="18327"/>
                  </a:lnTo>
                  <a:lnTo>
                    <a:pt x="16460" y="18618"/>
                  </a:lnTo>
                  <a:lnTo>
                    <a:pt x="16182" y="18327"/>
                  </a:lnTo>
                  <a:lnTo>
                    <a:pt x="15279" y="18327"/>
                  </a:lnTo>
                  <a:lnTo>
                    <a:pt x="15279" y="19127"/>
                  </a:lnTo>
                  <a:lnTo>
                    <a:pt x="14411" y="19127"/>
                  </a:lnTo>
                  <a:lnTo>
                    <a:pt x="14272" y="18909"/>
                  </a:lnTo>
                  <a:lnTo>
                    <a:pt x="13994" y="18909"/>
                  </a:lnTo>
                  <a:lnTo>
                    <a:pt x="13994" y="19127"/>
                  </a:lnTo>
                  <a:lnTo>
                    <a:pt x="13890" y="19418"/>
                  </a:lnTo>
                  <a:lnTo>
                    <a:pt x="13751" y="19418"/>
                  </a:lnTo>
                  <a:lnTo>
                    <a:pt x="13751" y="19709"/>
                  </a:lnTo>
                  <a:lnTo>
                    <a:pt x="13612" y="19927"/>
                  </a:lnTo>
                  <a:lnTo>
                    <a:pt x="13369" y="20218"/>
                  </a:lnTo>
                  <a:lnTo>
                    <a:pt x="13230" y="20799"/>
                  </a:lnTo>
                  <a:lnTo>
                    <a:pt x="13091" y="21309"/>
                  </a:lnTo>
                  <a:lnTo>
                    <a:pt x="12848" y="21600"/>
                  </a:lnTo>
                  <a:lnTo>
                    <a:pt x="12605" y="21309"/>
                  </a:lnTo>
                  <a:lnTo>
                    <a:pt x="12223" y="21309"/>
                  </a:lnTo>
                  <a:lnTo>
                    <a:pt x="11945" y="21600"/>
                  </a:lnTo>
                  <a:lnTo>
                    <a:pt x="11807" y="21600"/>
                  </a:lnTo>
                  <a:lnTo>
                    <a:pt x="11563" y="20218"/>
                  </a:lnTo>
                  <a:lnTo>
                    <a:pt x="11181" y="20218"/>
                  </a:lnTo>
                  <a:lnTo>
                    <a:pt x="11181" y="18618"/>
                  </a:lnTo>
                  <a:lnTo>
                    <a:pt x="10938" y="18909"/>
                  </a:lnTo>
                  <a:lnTo>
                    <a:pt x="10800" y="18036"/>
                  </a:lnTo>
                  <a:lnTo>
                    <a:pt x="10522" y="17818"/>
                  </a:lnTo>
                  <a:lnTo>
                    <a:pt x="8751" y="17818"/>
                  </a:lnTo>
                  <a:lnTo>
                    <a:pt x="8230" y="17236"/>
                  </a:lnTo>
                  <a:lnTo>
                    <a:pt x="7952" y="17018"/>
                  </a:lnTo>
                  <a:lnTo>
                    <a:pt x="7049" y="15927"/>
                  </a:lnTo>
                  <a:lnTo>
                    <a:pt x="5521" y="16436"/>
                  </a:lnTo>
                  <a:lnTo>
                    <a:pt x="6042" y="21600"/>
                  </a:lnTo>
                  <a:lnTo>
                    <a:pt x="5660" y="21600"/>
                  </a:lnTo>
                  <a:lnTo>
                    <a:pt x="5278" y="20799"/>
                  </a:lnTo>
                  <a:lnTo>
                    <a:pt x="4896" y="20509"/>
                  </a:lnTo>
                  <a:lnTo>
                    <a:pt x="4479" y="20218"/>
                  </a:lnTo>
                  <a:lnTo>
                    <a:pt x="4236" y="20509"/>
                  </a:lnTo>
                  <a:lnTo>
                    <a:pt x="3854" y="21018"/>
                  </a:lnTo>
                  <a:lnTo>
                    <a:pt x="3854" y="20218"/>
                  </a:lnTo>
                  <a:lnTo>
                    <a:pt x="3993" y="19927"/>
                  </a:lnTo>
                  <a:lnTo>
                    <a:pt x="3993" y="19709"/>
                  </a:lnTo>
                  <a:lnTo>
                    <a:pt x="3472" y="19709"/>
                  </a:lnTo>
                  <a:lnTo>
                    <a:pt x="3472" y="19418"/>
                  </a:lnTo>
                  <a:lnTo>
                    <a:pt x="3333" y="19418"/>
                  </a:lnTo>
                  <a:lnTo>
                    <a:pt x="3333" y="19127"/>
                  </a:lnTo>
                  <a:lnTo>
                    <a:pt x="3090" y="19127"/>
                  </a:lnTo>
                  <a:lnTo>
                    <a:pt x="3090" y="18909"/>
                  </a:lnTo>
                  <a:lnTo>
                    <a:pt x="2951" y="18327"/>
                  </a:lnTo>
                  <a:lnTo>
                    <a:pt x="2812" y="18327"/>
                  </a:lnTo>
                  <a:lnTo>
                    <a:pt x="2812" y="18036"/>
                  </a:lnTo>
                  <a:lnTo>
                    <a:pt x="2708" y="18036"/>
                  </a:lnTo>
                  <a:lnTo>
                    <a:pt x="2708" y="17818"/>
                  </a:lnTo>
                  <a:lnTo>
                    <a:pt x="2430" y="17818"/>
                  </a:lnTo>
                  <a:lnTo>
                    <a:pt x="2430" y="17236"/>
                  </a:lnTo>
                  <a:lnTo>
                    <a:pt x="2812" y="17236"/>
                  </a:lnTo>
                  <a:lnTo>
                    <a:pt x="2812" y="17527"/>
                  </a:lnTo>
                  <a:lnTo>
                    <a:pt x="2951" y="17236"/>
                  </a:lnTo>
                  <a:lnTo>
                    <a:pt x="3090" y="17236"/>
                  </a:lnTo>
                  <a:lnTo>
                    <a:pt x="2951" y="17236"/>
                  </a:lnTo>
                  <a:lnTo>
                    <a:pt x="2951" y="17018"/>
                  </a:lnTo>
                  <a:lnTo>
                    <a:pt x="2812" y="16727"/>
                  </a:lnTo>
                  <a:lnTo>
                    <a:pt x="2812" y="16436"/>
                  </a:lnTo>
                  <a:lnTo>
                    <a:pt x="2951" y="16145"/>
                  </a:lnTo>
                  <a:lnTo>
                    <a:pt x="3333" y="16145"/>
                  </a:lnTo>
                  <a:lnTo>
                    <a:pt x="3472" y="15927"/>
                  </a:lnTo>
                  <a:lnTo>
                    <a:pt x="3472" y="16145"/>
                  </a:lnTo>
                  <a:lnTo>
                    <a:pt x="3993" y="16145"/>
                  </a:lnTo>
                  <a:lnTo>
                    <a:pt x="3854" y="15927"/>
                  </a:lnTo>
                  <a:lnTo>
                    <a:pt x="3715" y="15927"/>
                  </a:lnTo>
                  <a:lnTo>
                    <a:pt x="3715" y="15345"/>
                  </a:lnTo>
                  <a:lnTo>
                    <a:pt x="3854" y="15345"/>
                  </a:lnTo>
                  <a:lnTo>
                    <a:pt x="3715" y="15127"/>
                  </a:lnTo>
                  <a:lnTo>
                    <a:pt x="3715" y="14836"/>
                  </a:lnTo>
                  <a:lnTo>
                    <a:pt x="3854" y="14545"/>
                  </a:lnTo>
                  <a:lnTo>
                    <a:pt x="3715" y="14545"/>
                  </a:lnTo>
                  <a:lnTo>
                    <a:pt x="3715" y="14036"/>
                  </a:lnTo>
                  <a:lnTo>
                    <a:pt x="3576" y="14036"/>
                  </a:lnTo>
                  <a:lnTo>
                    <a:pt x="3576" y="13745"/>
                  </a:lnTo>
                  <a:lnTo>
                    <a:pt x="3194" y="13745"/>
                  </a:lnTo>
                  <a:lnTo>
                    <a:pt x="3194" y="14036"/>
                  </a:lnTo>
                  <a:lnTo>
                    <a:pt x="2812" y="14036"/>
                  </a:lnTo>
                  <a:lnTo>
                    <a:pt x="2812" y="13745"/>
                  </a:lnTo>
                  <a:lnTo>
                    <a:pt x="2569" y="13745"/>
                  </a:lnTo>
                  <a:lnTo>
                    <a:pt x="2430" y="14036"/>
                  </a:lnTo>
                  <a:lnTo>
                    <a:pt x="2291" y="14036"/>
                  </a:lnTo>
                  <a:lnTo>
                    <a:pt x="2187" y="14327"/>
                  </a:lnTo>
                  <a:lnTo>
                    <a:pt x="2048" y="14327"/>
                  </a:lnTo>
                  <a:lnTo>
                    <a:pt x="2048" y="14545"/>
                  </a:lnTo>
                  <a:lnTo>
                    <a:pt x="1666" y="145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6" name="AutoShape 14"/>
            <p:cNvSpPr>
              <a:spLocks/>
            </p:cNvSpPr>
            <p:nvPr/>
          </p:nvSpPr>
          <p:spPr bwMode="auto">
            <a:xfrm>
              <a:off x="5099839" y="4299518"/>
              <a:ext cx="1059446" cy="581122"/>
            </a:xfrm>
            <a:custGeom>
              <a:avLst/>
              <a:gdLst>
                <a:gd name="T0" fmla="*/ 529723 w 21600"/>
                <a:gd name="T1" fmla="*/ 290561 h 21600"/>
                <a:gd name="T2" fmla="*/ 529723 w 21600"/>
                <a:gd name="T3" fmla="*/ 290561 h 21600"/>
                <a:gd name="T4" fmla="*/ 529723 w 21600"/>
                <a:gd name="T5" fmla="*/ 290561 h 21600"/>
                <a:gd name="T6" fmla="*/ 529723 w 21600"/>
                <a:gd name="T7" fmla="*/ 29056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00" y="21599"/>
                  </a:moveTo>
                  <a:lnTo>
                    <a:pt x="17329" y="19994"/>
                  </a:lnTo>
                  <a:lnTo>
                    <a:pt x="17657" y="19410"/>
                  </a:lnTo>
                  <a:lnTo>
                    <a:pt x="17657" y="18389"/>
                  </a:lnTo>
                  <a:lnTo>
                    <a:pt x="17329" y="18389"/>
                  </a:lnTo>
                  <a:lnTo>
                    <a:pt x="17329" y="16783"/>
                  </a:lnTo>
                  <a:lnTo>
                    <a:pt x="16754" y="16783"/>
                  </a:lnTo>
                  <a:lnTo>
                    <a:pt x="16425" y="16200"/>
                  </a:lnTo>
                  <a:lnTo>
                    <a:pt x="16425" y="15178"/>
                  </a:lnTo>
                  <a:lnTo>
                    <a:pt x="17329" y="15178"/>
                  </a:lnTo>
                  <a:lnTo>
                    <a:pt x="17329" y="14594"/>
                  </a:lnTo>
                  <a:lnTo>
                    <a:pt x="17904" y="14010"/>
                  </a:lnTo>
                  <a:lnTo>
                    <a:pt x="17657" y="13572"/>
                  </a:lnTo>
                  <a:lnTo>
                    <a:pt x="18232" y="13572"/>
                  </a:lnTo>
                  <a:lnTo>
                    <a:pt x="18889" y="12989"/>
                  </a:lnTo>
                  <a:lnTo>
                    <a:pt x="18561" y="12405"/>
                  </a:lnTo>
                  <a:lnTo>
                    <a:pt x="18561" y="11821"/>
                  </a:lnTo>
                  <a:lnTo>
                    <a:pt x="18889" y="11821"/>
                  </a:lnTo>
                  <a:lnTo>
                    <a:pt x="19136" y="11383"/>
                  </a:lnTo>
                  <a:lnTo>
                    <a:pt x="19464" y="11383"/>
                  </a:lnTo>
                  <a:lnTo>
                    <a:pt x="19793" y="10800"/>
                  </a:lnTo>
                  <a:lnTo>
                    <a:pt x="20039" y="11383"/>
                  </a:lnTo>
                  <a:lnTo>
                    <a:pt x="21271" y="11383"/>
                  </a:lnTo>
                  <a:lnTo>
                    <a:pt x="21599" y="10800"/>
                  </a:lnTo>
                  <a:lnTo>
                    <a:pt x="21599" y="10216"/>
                  </a:lnTo>
                  <a:lnTo>
                    <a:pt x="21025" y="9194"/>
                  </a:lnTo>
                  <a:lnTo>
                    <a:pt x="20696" y="9194"/>
                  </a:lnTo>
                  <a:lnTo>
                    <a:pt x="20696" y="10216"/>
                  </a:lnTo>
                  <a:lnTo>
                    <a:pt x="20368" y="10216"/>
                  </a:lnTo>
                  <a:lnTo>
                    <a:pt x="20039" y="9778"/>
                  </a:lnTo>
                  <a:lnTo>
                    <a:pt x="19464" y="9778"/>
                  </a:lnTo>
                  <a:lnTo>
                    <a:pt x="19136" y="9194"/>
                  </a:lnTo>
                  <a:lnTo>
                    <a:pt x="19464" y="8610"/>
                  </a:lnTo>
                  <a:lnTo>
                    <a:pt x="19793" y="7589"/>
                  </a:lnTo>
                  <a:lnTo>
                    <a:pt x="19793" y="7005"/>
                  </a:lnTo>
                  <a:lnTo>
                    <a:pt x="19464" y="7005"/>
                  </a:lnTo>
                  <a:lnTo>
                    <a:pt x="19464" y="7589"/>
                  </a:lnTo>
                  <a:lnTo>
                    <a:pt x="19136" y="8027"/>
                  </a:lnTo>
                  <a:lnTo>
                    <a:pt x="18561" y="8610"/>
                  </a:lnTo>
                  <a:lnTo>
                    <a:pt x="18232" y="9778"/>
                  </a:lnTo>
                  <a:lnTo>
                    <a:pt x="17904" y="10800"/>
                  </a:lnTo>
                  <a:lnTo>
                    <a:pt x="17329" y="11383"/>
                  </a:lnTo>
                  <a:lnTo>
                    <a:pt x="16754" y="10800"/>
                  </a:lnTo>
                  <a:lnTo>
                    <a:pt x="15850" y="10800"/>
                  </a:lnTo>
                  <a:lnTo>
                    <a:pt x="15193" y="11383"/>
                  </a:lnTo>
                  <a:lnTo>
                    <a:pt x="14865" y="11383"/>
                  </a:lnTo>
                  <a:lnTo>
                    <a:pt x="14290" y="8610"/>
                  </a:lnTo>
                  <a:lnTo>
                    <a:pt x="13387" y="8610"/>
                  </a:lnTo>
                  <a:lnTo>
                    <a:pt x="13387" y="5400"/>
                  </a:lnTo>
                  <a:lnTo>
                    <a:pt x="12812" y="5983"/>
                  </a:lnTo>
                  <a:lnTo>
                    <a:pt x="12483" y="4232"/>
                  </a:lnTo>
                  <a:lnTo>
                    <a:pt x="11826" y="3794"/>
                  </a:lnTo>
                  <a:lnTo>
                    <a:pt x="7638" y="3794"/>
                  </a:lnTo>
                  <a:lnTo>
                    <a:pt x="6406" y="2627"/>
                  </a:lnTo>
                  <a:lnTo>
                    <a:pt x="5749" y="2189"/>
                  </a:lnTo>
                  <a:lnTo>
                    <a:pt x="3613" y="0"/>
                  </a:lnTo>
                  <a:lnTo>
                    <a:pt x="0" y="1021"/>
                  </a:lnTo>
                  <a:lnTo>
                    <a:pt x="1231" y="11383"/>
                  </a:lnTo>
                  <a:lnTo>
                    <a:pt x="2135" y="11383"/>
                  </a:lnTo>
                  <a:lnTo>
                    <a:pt x="2463" y="10800"/>
                  </a:lnTo>
                  <a:lnTo>
                    <a:pt x="2135" y="10216"/>
                  </a:lnTo>
                  <a:lnTo>
                    <a:pt x="2135" y="9778"/>
                  </a:lnTo>
                  <a:lnTo>
                    <a:pt x="2463" y="8610"/>
                  </a:lnTo>
                  <a:lnTo>
                    <a:pt x="2710" y="8610"/>
                  </a:lnTo>
                  <a:lnTo>
                    <a:pt x="3038" y="8027"/>
                  </a:lnTo>
                  <a:lnTo>
                    <a:pt x="3613" y="8027"/>
                  </a:lnTo>
                  <a:lnTo>
                    <a:pt x="3613" y="7589"/>
                  </a:lnTo>
                  <a:lnTo>
                    <a:pt x="4270" y="7589"/>
                  </a:lnTo>
                  <a:lnTo>
                    <a:pt x="5174" y="8027"/>
                  </a:lnTo>
                  <a:lnTo>
                    <a:pt x="5749" y="9194"/>
                  </a:lnTo>
                  <a:lnTo>
                    <a:pt x="6077" y="9778"/>
                  </a:lnTo>
                  <a:lnTo>
                    <a:pt x="6980" y="10216"/>
                  </a:lnTo>
                  <a:lnTo>
                    <a:pt x="7884" y="11383"/>
                  </a:lnTo>
                  <a:lnTo>
                    <a:pt x="7884" y="10800"/>
                  </a:lnTo>
                  <a:lnTo>
                    <a:pt x="8212" y="10800"/>
                  </a:lnTo>
                  <a:lnTo>
                    <a:pt x="8787" y="11383"/>
                  </a:lnTo>
                  <a:lnTo>
                    <a:pt x="9116" y="12989"/>
                  </a:lnTo>
                  <a:lnTo>
                    <a:pt x="9444" y="12989"/>
                  </a:lnTo>
                  <a:lnTo>
                    <a:pt x="9444" y="13572"/>
                  </a:lnTo>
                  <a:lnTo>
                    <a:pt x="9773" y="14594"/>
                  </a:lnTo>
                  <a:lnTo>
                    <a:pt x="10348" y="15178"/>
                  </a:lnTo>
                  <a:lnTo>
                    <a:pt x="10923" y="15616"/>
                  </a:lnTo>
                  <a:lnTo>
                    <a:pt x="11826" y="16783"/>
                  </a:lnTo>
                  <a:lnTo>
                    <a:pt x="13058" y="17805"/>
                  </a:lnTo>
                  <a:lnTo>
                    <a:pt x="13961" y="18972"/>
                  </a:lnTo>
                  <a:lnTo>
                    <a:pt x="14865" y="18972"/>
                  </a:lnTo>
                  <a:lnTo>
                    <a:pt x="15522" y="19410"/>
                  </a:lnTo>
                  <a:lnTo>
                    <a:pt x="15522" y="21016"/>
                  </a:lnTo>
                  <a:lnTo>
                    <a:pt x="16097" y="21016"/>
                  </a:lnTo>
                  <a:lnTo>
                    <a:pt x="16425" y="21599"/>
                  </a:lnTo>
                  <a:lnTo>
                    <a:pt x="16754" y="21599"/>
                  </a:lnTo>
                  <a:lnTo>
                    <a:pt x="16754" y="21016"/>
                  </a:lnTo>
                  <a:lnTo>
                    <a:pt x="170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7" name="AutoShape 15"/>
            <p:cNvSpPr>
              <a:spLocks/>
            </p:cNvSpPr>
            <p:nvPr/>
          </p:nvSpPr>
          <p:spPr bwMode="auto">
            <a:xfrm>
              <a:off x="4906476" y="4503696"/>
              <a:ext cx="954711" cy="522226"/>
            </a:xfrm>
            <a:custGeom>
              <a:avLst/>
              <a:gdLst>
                <a:gd name="T0" fmla="*/ 477356 w 21600"/>
                <a:gd name="T1" fmla="*/ 261113 h 21600"/>
                <a:gd name="T2" fmla="*/ 477356 w 21600"/>
                <a:gd name="T3" fmla="*/ 261113 h 21600"/>
                <a:gd name="T4" fmla="*/ 477356 w 21600"/>
                <a:gd name="T5" fmla="*/ 261113 h 21600"/>
                <a:gd name="T6" fmla="*/ 477356 w 21600"/>
                <a:gd name="T7" fmla="*/ 2611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4941"/>
                  </a:moveTo>
                  <a:lnTo>
                    <a:pt x="21599" y="13154"/>
                  </a:lnTo>
                  <a:lnTo>
                    <a:pt x="20870" y="12667"/>
                  </a:lnTo>
                  <a:lnTo>
                    <a:pt x="19868" y="12667"/>
                  </a:lnTo>
                  <a:lnTo>
                    <a:pt x="18865" y="11368"/>
                  </a:lnTo>
                  <a:lnTo>
                    <a:pt x="17498" y="10231"/>
                  </a:lnTo>
                  <a:lnTo>
                    <a:pt x="16496" y="8932"/>
                  </a:lnTo>
                  <a:lnTo>
                    <a:pt x="15858" y="8445"/>
                  </a:lnTo>
                  <a:lnTo>
                    <a:pt x="15220" y="7795"/>
                  </a:lnTo>
                  <a:lnTo>
                    <a:pt x="14855" y="6658"/>
                  </a:lnTo>
                  <a:lnTo>
                    <a:pt x="14855" y="6009"/>
                  </a:lnTo>
                  <a:lnTo>
                    <a:pt x="14491" y="6009"/>
                  </a:lnTo>
                  <a:lnTo>
                    <a:pt x="14126" y="4222"/>
                  </a:lnTo>
                  <a:lnTo>
                    <a:pt x="13488" y="3572"/>
                  </a:lnTo>
                  <a:lnTo>
                    <a:pt x="13124" y="3572"/>
                  </a:lnTo>
                  <a:lnTo>
                    <a:pt x="13124" y="4222"/>
                  </a:lnTo>
                  <a:lnTo>
                    <a:pt x="12121" y="2923"/>
                  </a:lnTo>
                  <a:lnTo>
                    <a:pt x="11118" y="2436"/>
                  </a:lnTo>
                  <a:lnTo>
                    <a:pt x="10754" y="1786"/>
                  </a:lnTo>
                  <a:lnTo>
                    <a:pt x="10116" y="487"/>
                  </a:lnTo>
                  <a:lnTo>
                    <a:pt x="9113" y="0"/>
                  </a:lnTo>
                  <a:lnTo>
                    <a:pt x="8384" y="0"/>
                  </a:lnTo>
                  <a:lnTo>
                    <a:pt x="8384" y="487"/>
                  </a:lnTo>
                  <a:lnTo>
                    <a:pt x="7746" y="487"/>
                  </a:lnTo>
                  <a:lnTo>
                    <a:pt x="7382" y="1136"/>
                  </a:lnTo>
                  <a:lnTo>
                    <a:pt x="7108" y="1136"/>
                  </a:lnTo>
                  <a:lnTo>
                    <a:pt x="6744" y="2436"/>
                  </a:lnTo>
                  <a:lnTo>
                    <a:pt x="6744" y="2923"/>
                  </a:lnTo>
                  <a:lnTo>
                    <a:pt x="7108" y="3572"/>
                  </a:lnTo>
                  <a:lnTo>
                    <a:pt x="6744" y="4222"/>
                  </a:lnTo>
                  <a:lnTo>
                    <a:pt x="4739" y="4222"/>
                  </a:lnTo>
                  <a:lnTo>
                    <a:pt x="3736" y="2436"/>
                  </a:lnTo>
                  <a:lnTo>
                    <a:pt x="2734" y="1786"/>
                  </a:lnTo>
                  <a:lnTo>
                    <a:pt x="1640" y="1136"/>
                  </a:lnTo>
                  <a:lnTo>
                    <a:pt x="1002" y="1786"/>
                  </a:lnTo>
                  <a:lnTo>
                    <a:pt x="0" y="2923"/>
                  </a:lnTo>
                  <a:lnTo>
                    <a:pt x="0" y="3572"/>
                  </a:lnTo>
                  <a:lnTo>
                    <a:pt x="364" y="3572"/>
                  </a:lnTo>
                  <a:lnTo>
                    <a:pt x="364" y="4222"/>
                  </a:lnTo>
                  <a:lnTo>
                    <a:pt x="637" y="4222"/>
                  </a:lnTo>
                  <a:lnTo>
                    <a:pt x="637" y="4709"/>
                  </a:lnTo>
                  <a:lnTo>
                    <a:pt x="1002" y="5359"/>
                  </a:lnTo>
                  <a:lnTo>
                    <a:pt x="1002" y="8932"/>
                  </a:lnTo>
                  <a:lnTo>
                    <a:pt x="1640" y="9581"/>
                  </a:lnTo>
                  <a:lnTo>
                    <a:pt x="1640" y="8932"/>
                  </a:lnTo>
                  <a:lnTo>
                    <a:pt x="1367" y="8932"/>
                  </a:lnTo>
                  <a:lnTo>
                    <a:pt x="2005" y="8932"/>
                  </a:lnTo>
                  <a:lnTo>
                    <a:pt x="2369" y="8445"/>
                  </a:lnTo>
                  <a:lnTo>
                    <a:pt x="2369" y="9581"/>
                  </a:lnTo>
                  <a:lnTo>
                    <a:pt x="2734" y="9581"/>
                  </a:lnTo>
                  <a:lnTo>
                    <a:pt x="2734" y="10231"/>
                  </a:lnTo>
                  <a:lnTo>
                    <a:pt x="1640" y="10231"/>
                  </a:lnTo>
                  <a:lnTo>
                    <a:pt x="1640" y="10718"/>
                  </a:lnTo>
                  <a:lnTo>
                    <a:pt x="2005" y="11368"/>
                  </a:lnTo>
                  <a:lnTo>
                    <a:pt x="2005" y="10718"/>
                  </a:lnTo>
                  <a:lnTo>
                    <a:pt x="2369" y="10718"/>
                  </a:lnTo>
                  <a:lnTo>
                    <a:pt x="2734" y="11368"/>
                  </a:lnTo>
                  <a:lnTo>
                    <a:pt x="3007" y="11368"/>
                  </a:lnTo>
                  <a:lnTo>
                    <a:pt x="3007" y="14454"/>
                  </a:lnTo>
                  <a:lnTo>
                    <a:pt x="3372" y="14941"/>
                  </a:lnTo>
                  <a:lnTo>
                    <a:pt x="3736" y="16240"/>
                  </a:lnTo>
                  <a:lnTo>
                    <a:pt x="4739" y="16240"/>
                  </a:lnTo>
                  <a:lnTo>
                    <a:pt x="4739" y="15590"/>
                  </a:lnTo>
                  <a:lnTo>
                    <a:pt x="5012" y="14941"/>
                  </a:lnTo>
                  <a:lnTo>
                    <a:pt x="5741" y="14454"/>
                  </a:lnTo>
                  <a:lnTo>
                    <a:pt x="6379" y="13804"/>
                  </a:lnTo>
                  <a:lnTo>
                    <a:pt x="7108" y="14454"/>
                  </a:lnTo>
                  <a:lnTo>
                    <a:pt x="7108" y="13804"/>
                  </a:lnTo>
                  <a:lnTo>
                    <a:pt x="7382" y="13154"/>
                  </a:lnTo>
                  <a:lnTo>
                    <a:pt x="7746" y="13804"/>
                  </a:lnTo>
                  <a:lnTo>
                    <a:pt x="8111" y="13804"/>
                  </a:lnTo>
                  <a:lnTo>
                    <a:pt x="8384" y="14454"/>
                  </a:lnTo>
                  <a:lnTo>
                    <a:pt x="9113" y="14454"/>
                  </a:lnTo>
                  <a:lnTo>
                    <a:pt x="9751" y="15590"/>
                  </a:lnTo>
                  <a:lnTo>
                    <a:pt x="10116" y="15590"/>
                  </a:lnTo>
                  <a:lnTo>
                    <a:pt x="10481" y="14941"/>
                  </a:lnTo>
                  <a:lnTo>
                    <a:pt x="11118" y="15590"/>
                  </a:lnTo>
                  <a:lnTo>
                    <a:pt x="11483" y="15590"/>
                  </a:lnTo>
                  <a:lnTo>
                    <a:pt x="11483" y="16890"/>
                  </a:lnTo>
                  <a:lnTo>
                    <a:pt x="11756" y="16240"/>
                  </a:lnTo>
                  <a:lnTo>
                    <a:pt x="12486" y="16890"/>
                  </a:lnTo>
                  <a:lnTo>
                    <a:pt x="13124" y="18027"/>
                  </a:lnTo>
                  <a:lnTo>
                    <a:pt x="13853" y="18027"/>
                  </a:lnTo>
                  <a:lnTo>
                    <a:pt x="14126" y="18676"/>
                  </a:lnTo>
                  <a:lnTo>
                    <a:pt x="14126" y="20463"/>
                  </a:lnTo>
                  <a:lnTo>
                    <a:pt x="14491" y="20463"/>
                  </a:lnTo>
                  <a:lnTo>
                    <a:pt x="14855" y="21112"/>
                  </a:lnTo>
                  <a:lnTo>
                    <a:pt x="16222" y="21112"/>
                  </a:lnTo>
                  <a:lnTo>
                    <a:pt x="16222" y="21599"/>
                  </a:lnTo>
                  <a:lnTo>
                    <a:pt x="16860" y="21599"/>
                  </a:lnTo>
                  <a:lnTo>
                    <a:pt x="17225" y="21112"/>
                  </a:lnTo>
                  <a:lnTo>
                    <a:pt x="17225" y="20463"/>
                  </a:lnTo>
                  <a:lnTo>
                    <a:pt x="17498" y="20463"/>
                  </a:lnTo>
                  <a:lnTo>
                    <a:pt x="17225" y="19813"/>
                  </a:lnTo>
                  <a:lnTo>
                    <a:pt x="17863" y="19813"/>
                  </a:lnTo>
                  <a:lnTo>
                    <a:pt x="18592" y="19163"/>
                  </a:lnTo>
                  <a:lnTo>
                    <a:pt x="18592" y="18676"/>
                  </a:lnTo>
                  <a:lnTo>
                    <a:pt x="18865" y="18676"/>
                  </a:lnTo>
                  <a:lnTo>
                    <a:pt x="18865" y="17377"/>
                  </a:lnTo>
                  <a:lnTo>
                    <a:pt x="19230" y="16890"/>
                  </a:lnTo>
                  <a:lnTo>
                    <a:pt x="19230" y="15590"/>
                  </a:lnTo>
                  <a:lnTo>
                    <a:pt x="19868" y="15590"/>
                  </a:lnTo>
                  <a:lnTo>
                    <a:pt x="20597" y="14941"/>
                  </a:lnTo>
                  <a:lnTo>
                    <a:pt x="21599" y="1494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8" name="AutoShape 16"/>
            <p:cNvSpPr>
              <a:spLocks/>
            </p:cNvSpPr>
            <p:nvPr/>
          </p:nvSpPr>
          <p:spPr bwMode="auto">
            <a:xfrm>
              <a:off x="9394014" y="6031107"/>
              <a:ext cx="656615" cy="875612"/>
            </a:xfrm>
            <a:custGeom>
              <a:avLst/>
              <a:gdLst>
                <a:gd name="T0" fmla="*/ 328308 w 21600"/>
                <a:gd name="T1" fmla="*/ 437806 h 21600"/>
                <a:gd name="T2" fmla="*/ 328308 w 21600"/>
                <a:gd name="T3" fmla="*/ 437806 h 21600"/>
                <a:gd name="T4" fmla="*/ 328308 w 21600"/>
                <a:gd name="T5" fmla="*/ 437806 h 21600"/>
                <a:gd name="T6" fmla="*/ 328308 w 21600"/>
                <a:gd name="T7" fmla="*/ 4378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854" y="720"/>
                  </a:moveTo>
                  <a:cubicBezTo>
                    <a:pt x="8345" y="720"/>
                    <a:pt x="8345" y="720"/>
                    <a:pt x="8345" y="720"/>
                  </a:cubicBezTo>
                  <a:cubicBezTo>
                    <a:pt x="8345" y="1080"/>
                    <a:pt x="8345" y="1080"/>
                    <a:pt x="8345" y="1080"/>
                  </a:cubicBezTo>
                  <a:cubicBezTo>
                    <a:pt x="7854" y="720"/>
                    <a:pt x="7854" y="720"/>
                    <a:pt x="7854" y="720"/>
                  </a:cubicBezTo>
                  <a:close/>
                  <a:moveTo>
                    <a:pt x="7854" y="359"/>
                  </a:moveTo>
                  <a:cubicBezTo>
                    <a:pt x="7854" y="359"/>
                    <a:pt x="7854" y="359"/>
                    <a:pt x="7854" y="359"/>
                  </a:cubicBezTo>
                  <a:cubicBezTo>
                    <a:pt x="7363" y="359"/>
                    <a:pt x="7363" y="359"/>
                    <a:pt x="7363" y="359"/>
                  </a:cubicBezTo>
                  <a:cubicBezTo>
                    <a:pt x="7854" y="359"/>
                    <a:pt x="7854" y="359"/>
                    <a:pt x="7854" y="359"/>
                  </a:cubicBezTo>
                  <a:close/>
                  <a:moveTo>
                    <a:pt x="8345" y="0"/>
                  </a:moveTo>
                  <a:cubicBezTo>
                    <a:pt x="8345" y="0"/>
                    <a:pt x="8345" y="0"/>
                    <a:pt x="8345" y="0"/>
                  </a:cubicBezTo>
                  <a:cubicBezTo>
                    <a:pt x="8345" y="0"/>
                    <a:pt x="8345" y="0"/>
                    <a:pt x="8345" y="0"/>
                  </a:cubicBezTo>
                  <a:cubicBezTo>
                    <a:pt x="8345" y="0"/>
                    <a:pt x="8345" y="0"/>
                    <a:pt x="8345" y="0"/>
                  </a:cubicBezTo>
                  <a:close/>
                  <a:moveTo>
                    <a:pt x="9327" y="720"/>
                  </a:moveTo>
                  <a:cubicBezTo>
                    <a:pt x="9327" y="720"/>
                    <a:pt x="9327" y="720"/>
                    <a:pt x="9327" y="720"/>
                  </a:cubicBezTo>
                  <a:cubicBezTo>
                    <a:pt x="9327" y="1080"/>
                    <a:pt x="9327" y="1080"/>
                    <a:pt x="9327" y="1080"/>
                  </a:cubicBezTo>
                  <a:cubicBezTo>
                    <a:pt x="9818" y="720"/>
                    <a:pt x="9818" y="720"/>
                    <a:pt x="9818" y="720"/>
                  </a:cubicBezTo>
                  <a:cubicBezTo>
                    <a:pt x="9818" y="720"/>
                    <a:pt x="9327" y="720"/>
                    <a:pt x="9327" y="720"/>
                  </a:cubicBezTo>
                  <a:close/>
                  <a:moveTo>
                    <a:pt x="9818" y="7920"/>
                  </a:moveTo>
                  <a:cubicBezTo>
                    <a:pt x="9818" y="7920"/>
                    <a:pt x="9818" y="7920"/>
                    <a:pt x="9818" y="7920"/>
                  </a:cubicBezTo>
                  <a:cubicBezTo>
                    <a:pt x="10309" y="8280"/>
                    <a:pt x="10309" y="8280"/>
                    <a:pt x="10309" y="8280"/>
                  </a:cubicBezTo>
                  <a:cubicBezTo>
                    <a:pt x="10800" y="8640"/>
                    <a:pt x="10800" y="8640"/>
                    <a:pt x="10800" y="8640"/>
                  </a:cubicBezTo>
                  <a:cubicBezTo>
                    <a:pt x="11290" y="8280"/>
                    <a:pt x="11290" y="8280"/>
                    <a:pt x="11290" y="8280"/>
                  </a:cubicBezTo>
                  <a:cubicBezTo>
                    <a:pt x="11290" y="8280"/>
                    <a:pt x="11290" y="8280"/>
                    <a:pt x="11290" y="8280"/>
                  </a:cubicBezTo>
                  <a:cubicBezTo>
                    <a:pt x="11781" y="7920"/>
                    <a:pt x="11781" y="7920"/>
                    <a:pt x="11781" y="7920"/>
                  </a:cubicBezTo>
                  <a:cubicBezTo>
                    <a:pt x="12272" y="7920"/>
                    <a:pt x="12272" y="7920"/>
                    <a:pt x="12272" y="7920"/>
                  </a:cubicBezTo>
                  <a:cubicBezTo>
                    <a:pt x="12763" y="8280"/>
                    <a:pt x="12763" y="8280"/>
                    <a:pt x="12763" y="8280"/>
                  </a:cubicBezTo>
                  <a:cubicBezTo>
                    <a:pt x="13254" y="8640"/>
                    <a:pt x="13254" y="8640"/>
                    <a:pt x="13254" y="8640"/>
                  </a:cubicBezTo>
                  <a:cubicBezTo>
                    <a:pt x="12763" y="8640"/>
                    <a:pt x="12763" y="8640"/>
                    <a:pt x="12763" y="8640"/>
                  </a:cubicBezTo>
                  <a:cubicBezTo>
                    <a:pt x="13254" y="9000"/>
                    <a:pt x="13254" y="9000"/>
                    <a:pt x="13254" y="9000"/>
                  </a:cubicBezTo>
                  <a:cubicBezTo>
                    <a:pt x="13745" y="8640"/>
                    <a:pt x="13745" y="8640"/>
                    <a:pt x="13745" y="8640"/>
                  </a:cubicBezTo>
                  <a:cubicBezTo>
                    <a:pt x="13254" y="8640"/>
                    <a:pt x="13254" y="8640"/>
                    <a:pt x="13254" y="8640"/>
                  </a:cubicBezTo>
                  <a:cubicBezTo>
                    <a:pt x="13745" y="8280"/>
                    <a:pt x="13745" y="8280"/>
                    <a:pt x="13745" y="8280"/>
                  </a:cubicBezTo>
                  <a:cubicBezTo>
                    <a:pt x="13745" y="8640"/>
                    <a:pt x="13745" y="8640"/>
                    <a:pt x="13745" y="8640"/>
                  </a:cubicBezTo>
                  <a:cubicBezTo>
                    <a:pt x="14236" y="8640"/>
                    <a:pt x="14236" y="8640"/>
                    <a:pt x="14236" y="8640"/>
                  </a:cubicBezTo>
                  <a:cubicBezTo>
                    <a:pt x="14727" y="9000"/>
                    <a:pt x="14727" y="9000"/>
                    <a:pt x="14727" y="9000"/>
                  </a:cubicBezTo>
                  <a:cubicBezTo>
                    <a:pt x="14727" y="9000"/>
                    <a:pt x="14727" y="9000"/>
                    <a:pt x="14727" y="9000"/>
                  </a:cubicBezTo>
                  <a:cubicBezTo>
                    <a:pt x="14727" y="9000"/>
                    <a:pt x="14727" y="9000"/>
                    <a:pt x="14727" y="9000"/>
                  </a:cubicBezTo>
                  <a:cubicBezTo>
                    <a:pt x="14236" y="9000"/>
                    <a:pt x="14236" y="9000"/>
                    <a:pt x="14236" y="9000"/>
                  </a:cubicBezTo>
                  <a:cubicBezTo>
                    <a:pt x="14236" y="9000"/>
                    <a:pt x="14236" y="9000"/>
                    <a:pt x="14236" y="9000"/>
                  </a:cubicBezTo>
                  <a:cubicBezTo>
                    <a:pt x="14236" y="9360"/>
                    <a:pt x="14236" y="9360"/>
                    <a:pt x="14236" y="9360"/>
                  </a:cubicBezTo>
                  <a:cubicBezTo>
                    <a:pt x="14727" y="9720"/>
                    <a:pt x="14727" y="9720"/>
                    <a:pt x="14727" y="9720"/>
                  </a:cubicBezTo>
                  <a:cubicBezTo>
                    <a:pt x="14727" y="10079"/>
                    <a:pt x="14727" y="10079"/>
                    <a:pt x="14727" y="10079"/>
                  </a:cubicBezTo>
                  <a:cubicBezTo>
                    <a:pt x="15218" y="10079"/>
                    <a:pt x="15218" y="10079"/>
                    <a:pt x="15218" y="10079"/>
                  </a:cubicBezTo>
                  <a:cubicBezTo>
                    <a:pt x="15218" y="10079"/>
                    <a:pt x="15218" y="10079"/>
                    <a:pt x="15218" y="10079"/>
                  </a:cubicBezTo>
                  <a:cubicBezTo>
                    <a:pt x="15709" y="10079"/>
                    <a:pt x="15709" y="10079"/>
                    <a:pt x="15709" y="10079"/>
                  </a:cubicBezTo>
                  <a:cubicBezTo>
                    <a:pt x="15709" y="10079"/>
                    <a:pt x="15709" y="10079"/>
                    <a:pt x="15709" y="10079"/>
                  </a:cubicBezTo>
                  <a:cubicBezTo>
                    <a:pt x="15709" y="10440"/>
                    <a:pt x="15709" y="10440"/>
                    <a:pt x="15709" y="10440"/>
                  </a:cubicBezTo>
                  <a:cubicBezTo>
                    <a:pt x="15709" y="10440"/>
                    <a:pt x="15709" y="10440"/>
                    <a:pt x="15709" y="10440"/>
                  </a:cubicBezTo>
                  <a:cubicBezTo>
                    <a:pt x="15709" y="10800"/>
                    <a:pt x="15709" y="10800"/>
                    <a:pt x="15709" y="10800"/>
                  </a:cubicBezTo>
                  <a:cubicBezTo>
                    <a:pt x="15218" y="10800"/>
                    <a:pt x="15218" y="10800"/>
                    <a:pt x="15218" y="10800"/>
                  </a:cubicBezTo>
                  <a:cubicBezTo>
                    <a:pt x="14727" y="10440"/>
                    <a:pt x="14727" y="10440"/>
                    <a:pt x="14727" y="10440"/>
                  </a:cubicBezTo>
                  <a:cubicBezTo>
                    <a:pt x="15218" y="10440"/>
                    <a:pt x="15218" y="10440"/>
                    <a:pt x="15218" y="10440"/>
                  </a:cubicBezTo>
                  <a:cubicBezTo>
                    <a:pt x="15218" y="10440"/>
                    <a:pt x="15218" y="10440"/>
                    <a:pt x="15218" y="10440"/>
                  </a:cubicBezTo>
                  <a:cubicBezTo>
                    <a:pt x="14727" y="10079"/>
                    <a:pt x="14727" y="10079"/>
                    <a:pt x="14727" y="10079"/>
                  </a:cubicBezTo>
                  <a:cubicBezTo>
                    <a:pt x="14727" y="10440"/>
                    <a:pt x="14727" y="10440"/>
                    <a:pt x="14727" y="10440"/>
                  </a:cubicBezTo>
                  <a:cubicBezTo>
                    <a:pt x="14236" y="10440"/>
                    <a:pt x="14236" y="10440"/>
                    <a:pt x="14236" y="10440"/>
                  </a:cubicBezTo>
                  <a:cubicBezTo>
                    <a:pt x="13745" y="10079"/>
                    <a:pt x="13745" y="10079"/>
                    <a:pt x="13745" y="10079"/>
                  </a:cubicBezTo>
                  <a:cubicBezTo>
                    <a:pt x="13745" y="10079"/>
                    <a:pt x="13745" y="10079"/>
                    <a:pt x="13745" y="10079"/>
                  </a:cubicBezTo>
                  <a:cubicBezTo>
                    <a:pt x="13745" y="9720"/>
                    <a:pt x="13745" y="9720"/>
                    <a:pt x="13745" y="9720"/>
                  </a:cubicBezTo>
                  <a:cubicBezTo>
                    <a:pt x="13254" y="9360"/>
                    <a:pt x="13254" y="9360"/>
                    <a:pt x="13254" y="9360"/>
                  </a:cubicBezTo>
                  <a:cubicBezTo>
                    <a:pt x="12763" y="9360"/>
                    <a:pt x="12763" y="9360"/>
                    <a:pt x="12763" y="9360"/>
                  </a:cubicBezTo>
                  <a:cubicBezTo>
                    <a:pt x="12763" y="9000"/>
                    <a:pt x="12763" y="9000"/>
                    <a:pt x="12763" y="9000"/>
                  </a:cubicBezTo>
                  <a:cubicBezTo>
                    <a:pt x="12272" y="8640"/>
                    <a:pt x="12272" y="8640"/>
                    <a:pt x="12272" y="8640"/>
                  </a:cubicBezTo>
                  <a:cubicBezTo>
                    <a:pt x="12272" y="8640"/>
                    <a:pt x="12272" y="8640"/>
                    <a:pt x="12272" y="8640"/>
                  </a:cubicBezTo>
                  <a:cubicBezTo>
                    <a:pt x="11781" y="8640"/>
                    <a:pt x="11781" y="8640"/>
                    <a:pt x="11781" y="8640"/>
                  </a:cubicBezTo>
                  <a:cubicBezTo>
                    <a:pt x="11781" y="8640"/>
                    <a:pt x="11781" y="8640"/>
                    <a:pt x="11781" y="8640"/>
                  </a:cubicBezTo>
                  <a:cubicBezTo>
                    <a:pt x="12272" y="9360"/>
                    <a:pt x="12272" y="9360"/>
                    <a:pt x="12272" y="9360"/>
                  </a:cubicBezTo>
                  <a:cubicBezTo>
                    <a:pt x="12272" y="9720"/>
                    <a:pt x="12272" y="9720"/>
                    <a:pt x="12272" y="9720"/>
                  </a:cubicBezTo>
                  <a:cubicBezTo>
                    <a:pt x="12272" y="9720"/>
                    <a:pt x="12272" y="9720"/>
                    <a:pt x="12272" y="9720"/>
                  </a:cubicBezTo>
                  <a:cubicBezTo>
                    <a:pt x="11781" y="9360"/>
                    <a:pt x="11781" y="9360"/>
                    <a:pt x="11781" y="9360"/>
                  </a:cubicBezTo>
                  <a:cubicBezTo>
                    <a:pt x="11290" y="9000"/>
                    <a:pt x="11290" y="9000"/>
                    <a:pt x="11290" y="9000"/>
                  </a:cubicBezTo>
                  <a:cubicBezTo>
                    <a:pt x="11290" y="9000"/>
                    <a:pt x="11290" y="9000"/>
                    <a:pt x="11290" y="9000"/>
                  </a:cubicBezTo>
                  <a:cubicBezTo>
                    <a:pt x="10309" y="8640"/>
                    <a:pt x="10309" y="8640"/>
                    <a:pt x="10309" y="8640"/>
                  </a:cubicBezTo>
                  <a:cubicBezTo>
                    <a:pt x="9818" y="8640"/>
                    <a:pt x="9818" y="8640"/>
                    <a:pt x="9818" y="8640"/>
                  </a:cubicBezTo>
                  <a:cubicBezTo>
                    <a:pt x="9327" y="9000"/>
                    <a:pt x="9327" y="9000"/>
                    <a:pt x="9327" y="9000"/>
                  </a:cubicBezTo>
                  <a:cubicBezTo>
                    <a:pt x="9818" y="9000"/>
                    <a:pt x="9818" y="9000"/>
                    <a:pt x="9818" y="9000"/>
                  </a:cubicBezTo>
                  <a:cubicBezTo>
                    <a:pt x="9327" y="9360"/>
                    <a:pt x="9327" y="9360"/>
                    <a:pt x="9327" y="9360"/>
                  </a:cubicBezTo>
                  <a:cubicBezTo>
                    <a:pt x="8836" y="9000"/>
                    <a:pt x="8836" y="9000"/>
                    <a:pt x="8836" y="9000"/>
                  </a:cubicBezTo>
                  <a:cubicBezTo>
                    <a:pt x="8345" y="9000"/>
                    <a:pt x="8345" y="9000"/>
                    <a:pt x="8345" y="9000"/>
                  </a:cubicBezTo>
                  <a:cubicBezTo>
                    <a:pt x="7854" y="9000"/>
                    <a:pt x="7854" y="9000"/>
                    <a:pt x="7854" y="9000"/>
                  </a:cubicBezTo>
                  <a:cubicBezTo>
                    <a:pt x="8345" y="9000"/>
                    <a:pt x="8345" y="9000"/>
                    <a:pt x="8345" y="9000"/>
                  </a:cubicBezTo>
                  <a:cubicBezTo>
                    <a:pt x="7854" y="8640"/>
                    <a:pt x="7854" y="8640"/>
                    <a:pt x="7854" y="8640"/>
                  </a:cubicBezTo>
                  <a:cubicBezTo>
                    <a:pt x="7854" y="8640"/>
                    <a:pt x="7854" y="8640"/>
                    <a:pt x="7854" y="8640"/>
                  </a:cubicBezTo>
                  <a:cubicBezTo>
                    <a:pt x="7854" y="9000"/>
                    <a:pt x="7854" y="9000"/>
                    <a:pt x="7854" y="9000"/>
                  </a:cubicBezTo>
                  <a:cubicBezTo>
                    <a:pt x="7363" y="8640"/>
                    <a:pt x="7363" y="8640"/>
                    <a:pt x="7363" y="8640"/>
                  </a:cubicBezTo>
                  <a:cubicBezTo>
                    <a:pt x="7363" y="8280"/>
                    <a:pt x="7363" y="8280"/>
                    <a:pt x="7363" y="8280"/>
                  </a:cubicBezTo>
                  <a:cubicBezTo>
                    <a:pt x="7363" y="8280"/>
                    <a:pt x="7363" y="8280"/>
                    <a:pt x="7363" y="8280"/>
                  </a:cubicBezTo>
                  <a:cubicBezTo>
                    <a:pt x="7854" y="7920"/>
                    <a:pt x="7854" y="7920"/>
                    <a:pt x="7854" y="7920"/>
                  </a:cubicBezTo>
                  <a:cubicBezTo>
                    <a:pt x="8345" y="7560"/>
                    <a:pt x="8345" y="7560"/>
                    <a:pt x="8345" y="7560"/>
                  </a:cubicBezTo>
                  <a:cubicBezTo>
                    <a:pt x="7854" y="7200"/>
                    <a:pt x="7854" y="7200"/>
                    <a:pt x="7854" y="7200"/>
                  </a:cubicBezTo>
                  <a:cubicBezTo>
                    <a:pt x="7363" y="7200"/>
                    <a:pt x="7363" y="7200"/>
                    <a:pt x="7363" y="7200"/>
                  </a:cubicBezTo>
                  <a:cubicBezTo>
                    <a:pt x="7363" y="7560"/>
                    <a:pt x="7363" y="7560"/>
                    <a:pt x="7363" y="7560"/>
                  </a:cubicBezTo>
                  <a:cubicBezTo>
                    <a:pt x="7363" y="7560"/>
                    <a:pt x="7363" y="7560"/>
                    <a:pt x="7363" y="7560"/>
                  </a:cubicBezTo>
                  <a:cubicBezTo>
                    <a:pt x="7363" y="7920"/>
                    <a:pt x="7363" y="7920"/>
                    <a:pt x="7363" y="7920"/>
                  </a:cubicBezTo>
                  <a:cubicBezTo>
                    <a:pt x="6872" y="7920"/>
                    <a:pt x="6872" y="7920"/>
                    <a:pt x="6872" y="7920"/>
                  </a:cubicBezTo>
                  <a:cubicBezTo>
                    <a:pt x="6381" y="7560"/>
                    <a:pt x="6381" y="7560"/>
                    <a:pt x="6381" y="7560"/>
                  </a:cubicBezTo>
                  <a:cubicBezTo>
                    <a:pt x="6381" y="7200"/>
                    <a:pt x="6381" y="7200"/>
                    <a:pt x="6381" y="7200"/>
                  </a:cubicBezTo>
                  <a:cubicBezTo>
                    <a:pt x="6381" y="7200"/>
                    <a:pt x="6381" y="7200"/>
                    <a:pt x="6381" y="7200"/>
                  </a:cubicBezTo>
                  <a:cubicBezTo>
                    <a:pt x="6381" y="7200"/>
                    <a:pt x="6381" y="7200"/>
                    <a:pt x="6381" y="7200"/>
                  </a:cubicBezTo>
                  <a:cubicBezTo>
                    <a:pt x="5890" y="7200"/>
                    <a:pt x="5890" y="7200"/>
                    <a:pt x="5890" y="7200"/>
                  </a:cubicBezTo>
                  <a:cubicBezTo>
                    <a:pt x="5890" y="6480"/>
                    <a:pt x="5890" y="6480"/>
                    <a:pt x="5890" y="6480"/>
                  </a:cubicBezTo>
                  <a:cubicBezTo>
                    <a:pt x="5890" y="6120"/>
                    <a:pt x="5890" y="6120"/>
                    <a:pt x="5890" y="6120"/>
                  </a:cubicBezTo>
                  <a:cubicBezTo>
                    <a:pt x="5400" y="5760"/>
                    <a:pt x="5400" y="5760"/>
                    <a:pt x="5400" y="5760"/>
                  </a:cubicBezTo>
                  <a:cubicBezTo>
                    <a:pt x="5890" y="5760"/>
                    <a:pt x="5890" y="5760"/>
                    <a:pt x="5890" y="5760"/>
                  </a:cubicBezTo>
                  <a:cubicBezTo>
                    <a:pt x="5400" y="5399"/>
                    <a:pt x="5400" y="5399"/>
                    <a:pt x="5400" y="5399"/>
                  </a:cubicBezTo>
                  <a:cubicBezTo>
                    <a:pt x="5400" y="5399"/>
                    <a:pt x="5400" y="5399"/>
                    <a:pt x="5400" y="5399"/>
                  </a:cubicBezTo>
                  <a:cubicBezTo>
                    <a:pt x="5400" y="5039"/>
                    <a:pt x="5400" y="5039"/>
                    <a:pt x="5400" y="5039"/>
                  </a:cubicBezTo>
                  <a:cubicBezTo>
                    <a:pt x="5400" y="4680"/>
                    <a:pt x="5400" y="4680"/>
                    <a:pt x="5400" y="4680"/>
                  </a:cubicBezTo>
                  <a:cubicBezTo>
                    <a:pt x="5400" y="5039"/>
                    <a:pt x="5400" y="5039"/>
                    <a:pt x="5400" y="5039"/>
                  </a:cubicBezTo>
                  <a:cubicBezTo>
                    <a:pt x="5890" y="5039"/>
                    <a:pt x="5890" y="5039"/>
                    <a:pt x="5890" y="5039"/>
                  </a:cubicBezTo>
                  <a:cubicBezTo>
                    <a:pt x="6381" y="5039"/>
                    <a:pt x="6381" y="5039"/>
                    <a:pt x="6381" y="5039"/>
                  </a:cubicBezTo>
                  <a:cubicBezTo>
                    <a:pt x="6381" y="4680"/>
                    <a:pt x="6381" y="4680"/>
                    <a:pt x="6381" y="4680"/>
                  </a:cubicBezTo>
                  <a:cubicBezTo>
                    <a:pt x="5890" y="4320"/>
                    <a:pt x="5890" y="4320"/>
                    <a:pt x="5890" y="4320"/>
                  </a:cubicBezTo>
                  <a:cubicBezTo>
                    <a:pt x="5890" y="3960"/>
                    <a:pt x="5890" y="3960"/>
                    <a:pt x="5890" y="3960"/>
                  </a:cubicBezTo>
                  <a:cubicBezTo>
                    <a:pt x="6381" y="3240"/>
                    <a:pt x="6381" y="3240"/>
                    <a:pt x="6381" y="3240"/>
                  </a:cubicBezTo>
                  <a:cubicBezTo>
                    <a:pt x="6381" y="2519"/>
                    <a:pt x="6381" y="2519"/>
                    <a:pt x="6381" y="2519"/>
                  </a:cubicBezTo>
                  <a:cubicBezTo>
                    <a:pt x="6381" y="2160"/>
                    <a:pt x="6381" y="2160"/>
                    <a:pt x="6381" y="2160"/>
                  </a:cubicBezTo>
                  <a:cubicBezTo>
                    <a:pt x="6872" y="1800"/>
                    <a:pt x="6872" y="1800"/>
                    <a:pt x="6872" y="1800"/>
                  </a:cubicBezTo>
                  <a:cubicBezTo>
                    <a:pt x="6872" y="1440"/>
                    <a:pt x="6872" y="1440"/>
                    <a:pt x="6872" y="1440"/>
                  </a:cubicBezTo>
                  <a:cubicBezTo>
                    <a:pt x="7363" y="1440"/>
                    <a:pt x="7363" y="1440"/>
                    <a:pt x="7363" y="1440"/>
                  </a:cubicBezTo>
                  <a:cubicBezTo>
                    <a:pt x="8345" y="1440"/>
                    <a:pt x="8345" y="1440"/>
                    <a:pt x="8345" y="1440"/>
                  </a:cubicBezTo>
                  <a:cubicBezTo>
                    <a:pt x="8345" y="1800"/>
                    <a:pt x="8345" y="1800"/>
                    <a:pt x="8345" y="1800"/>
                  </a:cubicBezTo>
                  <a:cubicBezTo>
                    <a:pt x="8836" y="1800"/>
                    <a:pt x="8836" y="1800"/>
                    <a:pt x="8836" y="1800"/>
                  </a:cubicBezTo>
                  <a:cubicBezTo>
                    <a:pt x="8836" y="1800"/>
                    <a:pt x="8836" y="1800"/>
                    <a:pt x="8836" y="1800"/>
                  </a:cubicBezTo>
                  <a:cubicBezTo>
                    <a:pt x="9818" y="1800"/>
                    <a:pt x="9818" y="1800"/>
                    <a:pt x="9818" y="1800"/>
                  </a:cubicBezTo>
                  <a:cubicBezTo>
                    <a:pt x="9818" y="1440"/>
                    <a:pt x="9818" y="1440"/>
                    <a:pt x="9818" y="1440"/>
                  </a:cubicBezTo>
                  <a:cubicBezTo>
                    <a:pt x="9818" y="1440"/>
                    <a:pt x="9818" y="1440"/>
                    <a:pt x="9818" y="1440"/>
                  </a:cubicBezTo>
                  <a:cubicBezTo>
                    <a:pt x="10309" y="1440"/>
                    <a:pt x="10309" y="1440"/>
                    <a:pt x="10309" y="1440"/>
                  </a:cubicBezTo>
                  <a:cubicBezTo>
                    <a:pt x="10309" y="1440"/>
                    <a:pt x="10309" y="1440"/>
                    <a:pt x="10309" y="1440"/>
                  </a:cubicBezTo>
                  <a:cubicBezTo>
                    <a:pt x="10309" y="1800"/>
                    <a:pt x="10309" y="1800"/>
                    <a:pt x="10309" y="1800"/>
                  </a:cubicBezTo>
                  <a:cubicBezTo>
                    <a:pt x="10309" y="1800"/>
                    <a:pt x="10309" y="1800"/>
                    <a:pt x="10309" y="1800"/>
                  </a:cubicBezTo>
                  <a:cubicBezTo>
                    <a:pt x="9818" y="2519"/>
                    <a:pt x="9818" y="2519"/>
                    <a:pt x="9818" y="2519"/>
                  </a:cubicBezTo>
                  <a:cubicBezTo>
                    <a:pt x="10309" y="2880"/>
                    <a:pt x="10309" y="2880"/>
                    <a:pt x="10309" y="2880"/>
                  </a:cubicBezTo>
                  <a:cubicBezTo>
                    <a:pt x="10800" y="2880"/>
                    <a:pt x="10800" y="2880"/>
                    <a:pt x="10800" y="2880"/>
                  </a:cubicBezTo>
                  <a:cubicBezTo>
                    <a:pt x="10800" y="3240"/>
                    <a:pt x="10800" y="3240"/>
                    <a:pt x="10800" y="3240"/>
                  </a:cubicBezTo>
                  <a:cubicBezTo>
                    <a:pt x="11290" y="3600"/>
                    <a:pt x="11290" y="3600"/>
                    <a:pt x="11290" y="3600"/>
                  </a:cubicBezTo>
                  <a:cubicBezTo>
                    <a:pt x="10800" y="4320"/>
                    <a:pt x="10800" y="4320"/>
                    <a:pt x="10800" y="4320"/>
                  </a:cubicBezTo>
                  <a:cubicBezTo>
                    <a:pt x="10800" y="4680"/>
                    <a:pt x="10800" y="4680"/>
                    <a:pt x="10800" y="4680"/>
                  </a:cubicBezTo>
                  <a:cubicBezTo>
                    <a:pt x="10800" y="5039"/>
                    <a:pt x="10800" y="5039"/>
                    <a:pt x="10800" y="5039"/>
                  </a:cubicBezTo>
                  <a:cubicBezTo>
                    <a:pt x="10309" y="5399"/>
                    <a:pt x="10309" y="5399"/>
                    <a:pt x="10309" y="5399"/>
                  </a:cubicBezTo>
                  <a:cubicBezTo>
                    <a:pt x="10309" y="5399"/>
                    <a:pt x="10309" y="5399"/>
                    <a:pt x="10309" y="5399"/>
                  </a:cubicBezTo>
                  <a:cubicBezTo>
                    <a:pt x="10309" y="5039"/>
                    <a:pt x="10309" y="5039"/>
                    <a:pt x="10309" y="5039"/>
                  </a:cubicBezTo>
                  <a:cubicBezTo>
                    <a:pt x="10309" y="5039"/>
                    <a:pt x="10309" y="5039"/>
                    <a:pt x="10309" y="5039"/>
                  </a:cubicBezTo>
                  <a:cubicBezTo>
                    <a:pt x="9327" y="5399"/>
                    <a:pt x="9327" y="5399"/>
                    <a:pt x="9327" y="5399"/>
                  </a:cubicBezTo>
                  <a:cubicBezTo>
                    <a:pt x="9327" y="5760"/>
                    <a:pt x="9327" y="5760"/>
                    <a:pt x="9327" y="5760"/>
                  </a:cubicBezTo>
                  <a:cubicBezTo>
                    <a:pt x="9327" y="6120"/>
                    <a:pt x="9327" y="6120"/>
                    <a:pt x="9327" y="6120"/>
                  </a:cubicBezTo>
                  <a:cubicBezTo>
                    <a:pt x="9327" y="6480"/>
                    <a:pt x="9327" y="6480"/>
                    <a:pt x="9327" y="6480"/>
                  </a:cubicBezTo>
                  <a:cubicBezTo>
                    <a:pt x="9327" y="6840"/>
                    <a:pt x="9327" y="6840"/>
                    <a:pt x="9327" y="6840"/>
                  </a:cubicBezTo>
                  <a:cubicBezTo>
                    <a:pt x="9327" y="6840"/>
                    <a:pt x="9327" y="6840"/>
                    <a:pt x="9327" y="6840"/>
                  </a:cubicBezTo>
                  <a:cubicBezTo>
                    <a:pt x="9327" y="7200"/>
                    <a:pt x="9327" y="7200"/>
                    <a:pt x="9327" y="7200"/>
                  </a:cubicBezTo>
                  <a:cubicBezTo>
                    <a:pt x="9818" y="7560"/>
                    <a:pt x="9818" y="7560"/>
                    <a:pt x="9818" y="7560"/>
                  </a:cubicBezTo>
                  <a:cubicBezTo>
                    <a:pt x="9818" y="7560"/>
                    <a:pt x="9818" y="7560"/>
                    <a:pt x="9818" y="7560"/>
                  </a:cubicBezTo>
                  <a:cubicBezTo>
                    <a:pt x="9818" y="7920"/>
                    <a:pt x="9818" y="7920"/>
                    <a:pt x="9818" y="7920"/>
                  </a:cubicBezTo>
                  <a:close/>
                  <a:moveTo>
                    <a:pt x="10309" y="7920"/>
                  </a:moveTo>
                  <a:cubicBezTo>
                    <a:pt x="10309" y="8280"/>
                    <a:pt x="10309" y="8280"/>
                    <a:pt x="10309" y="8280"/>
                  </a:cubicBezTo>
                  <a:cubicBezTo>
                    <a:pt x="10800" y="8280"/>
                    <a:pt x="10800" y="8280"/>
                    <a:pt x="10800" y="8280"/>
                  </a:cubicBezTo>
                  <a:cubicBezTo>
                    <a:pt x="10800" y="8280"/>
                    <a:pt x="10800" y="8280"/>
                    <a:pt x="10800" y="8280"/>
                  </a:cubicBezTo>
                  <a:cubicBezTo>
                    <a:pt x="10309" y="7920"/>
                    <a:pt x="10309" y="7920"/>
                    <a:pt x="10309" y="7920"/>
                  </a:cubicBezTo>
                  <a:close/>
                  <a:moveTo>
                    <a:pt x="10309" y="6840"/>
                  </a:moveTo>
                  <a:cubicBezTo>
                    <a:pt x="10309" y="7200"/>
                    <a:pt x="10309" y="7200"/>
                    <a:pt x="10309" y="7200"/>
                  </a:cubicBezTo>
                  <a:cubicBezTo>
                    <a:pt x="10309" y="7560"/>
                    <a:pt x="10309" y="7560"/>
                    <a:pt x="10309" y="7560"/>
                  </a:cubicBezTo>
                  <a:cubicBezTo>
                    <a:pt x="10309" y="7560"/>
                    <a:pt x="10309" y="7560"/>
                    <a:pt x="10309" y="7560"/>
                  </a:cubicBezTo>
                  <a:cubicBezTo>
                    <a:pt x="10800" y="7560"/>
                    <a:pt x="10800" y="7560"/>
                    <a:pt x="10800" y="7560"/>
                  </a:cubicBezTo>
                  <a:cubicBezTo>
                    <a:pt x="10800" y="6840"/>
                    <a:pt x="10800" y="6840"/>
                    <a:pt x="10800" y="6840"/>
                  </a:cubicBezTo>
                  <a:cubicBezTo>
                    <a:pt x="10800" y="6840"/>
                    <a:pt x="10800" y="6840"/>
                    <a:pt x="10800" y="6840"/>
                  </a:cubicBezTo>
                  <a:cubicBezTo>
                    <a:pt x="10800" y="6840"/>
                    <a:pt x="10800" y="6840"/>
                    <a:pt x="10800" y="6840"/>
                  </a:cubicBezTo>
                  <a:cubicBezTo>
                    <a:pt x="10309" y="6840"/>
                    <a:pt x="10309" y="6840"/>
                    <a:pt x="10309" y="6840"/>
                  </a:cubicBezTo>
                  <a:close/>
                  <a:moveTo>
                    <a:pt x="6381" y="8640"/>
                  </a:moveTo>
                  <a:cubicBezTo>
                    <a:pt x="6381" y="9000"/>
                    <a:pt x="6381" y="9000"/>
                    <a:pt x="6381" y="9000"/>
                  </a:cubicBezTo>
                  <a:cubicBezTo>
                    <a:pt x="6872" y="9000"/>
                    <a:pt x="6872" y="9000"/>
                    <a:pt x="6872" y="9000"/>
                  </a:cubicBezTo>
                  <a:cubicBezTo>
                    <a:pt x="6872" y="9000"/>
                    <a:pt x="6872" y="9000"/>
                    <a:pt x="6872" y="9000"/>
                  </a:cubicBezTo>
                  <a:cubicBezTo>
                    <a:pt x="6381" y="8640"/>
                    <a:pt x="6381" y="8640"/>
                    <a:pt x="6381" y="8640"/>
                  </a:cubicBezTo>
                  <a:cubicBezTo>
                    <a:pt x="6381" y="8640"/>
                    <a:pt x="6381" y="8640"/>
                    <a:pt x="6381" y="8640"/>
                  </a:cubicBezTo>
                  <a:close/>
                  <a:moveTo>
                    <a:pt x="6872" y="9360"/>
                  </a:moveTo>
                  <a:cubicBezTo>
                    <a:pt x="6872" y="9360"/>
                    <a:pt x="6872" y="9360"/>
                    <a:pt x="6872" y="9360"/>
                  </a:cubicBezTo>
                  <a:cubicBezTo>
                    <a:pt x="7363" y="9360"/>
                    <a:pt x="7363" y="9360"/>
                    <a:pt x="7363" y="9360"/>
                  </a:cubicBezTo>
                  <a:cubicBezTo>
                    <a:pt x="7363" y="9720"/>
                    <a:pt x="7363" y="9720"/>
                    <a:pt x="7363" y="9720"/>
                  </a:cubicBezTo>
                  <a:cubicBezTo>
                    <a:pt x="7854" y="10079"/>
                    <a:pt x="7854" y="10079"/>
                    <a:pt x="7854" y="10079"/>
                  </a:cubicBezTo>
                  <a:cubicBezTo>
                    <a:pt x="7854" y="10079"/>
                    <a:pt x="7854" y="10079"/>
                    <a:pt x="7854" y="10079"/>
                  </a:cubicBezTo>
                  <a:cubicBezTo>
                    <a:pt x="7854" y="10440"/>
                    <a:pt x="7854" y="10440"/>
                    <a:pt x="7854" y="10440"/>
                  </a:cubicBezTo>
                  <a:cubicBezTo>
                    <a:pt x="8345" y="10800"/>
                    <a:pt x="8345" y="10800"/>
                    <a:pt x="8345" y="10800"/>
                  </a:cubicBezTo>
                  <a:cubicBezTo>
                    <a:pt x="8345" y="11160"/>
                    <a:pt x="8345" y="11160"/>
                    <a:pt x="8345" y="11160"/>
                  </a:cubicBezTo>
                  <a:cubicBezTo>
                    <a:pt x="8836" y="11160"/>
                    <a:pt x="8836" y="11160"/>
                    <a:pt x="8836" y="11160"/>
                  </a:cubicBezTo>
                  <a:cubicBezTo>
                    <a:pt x="9327" y="11520"/>
                    <a:pt x="9327" y="11520"/>
                    <a:pt x="9327" y="11520"/>
                  </a:cubicBezTo>
                  <a:cubicBezTo>
                    <a:pt x="9818" y="11160"/>
                    <a:pt x="9818" y="11160"/>
                    <a:pt x="9818" y="11160"/>
                  </a:cubicBezTo>
                  <a:cubicBezTo>
                    <a:pt x="9818" y="10800"/>
                    <a:pt x="9818" y="10800"/>
                    <a:pt x="9818" y="10800"/>
                  </a:cubicBezTo>
                  <a:cubicBezTo>
                    <a:pt x="9818" y="10800"/>
                    <a:pt x="9818" y="10800"/>
                    <a:pt x="9818" y="10800"/>
                  </a:cubicBezTo>
                  <a:cubicBezTo>
                    <a:pt x="9818" y="10440"/>
                    <a:pt x="9818" y="10440"/>
                    <a:pt x="9818" y="10440"/>
                  </a:cubicBezTo>
                  <a:cubicBezTo>
                    <a:pt x="9818" y="10440"/>
                    <a:pt x="9818" y="10440"/>
                    <a:pt x="9818" y="10440"/>
                  </a:cubicBezTo>
                  <a:cubicBezTo>
                    <a:pt x="9818" y="10079"/>
                    <a:pt x="9818" y="10079"/>
                    <a:pt x="9818" y="10079"/>
                  </a:cubicBezTo>
                  <a:cubicBezTo>
                    <a:pt x="9818" y="10079"/>
                    <a:pt x="9818" y="10079"/>
                    <a:pt x="9818" y="10079"/>
                  </a:cubicBezTo>
                  <a:cubicBezTo>
                    <a:pt x="9327" y="9720"/>
                    <a:pt x="9327" y="9720"/>
                    <a:pt x="9327" y="9720"/>
                  </a:cubicBezTo>
                  <a:cubicBezTo>
                    <a:pt x="8345" y="9360"/>
                    <a:pt x="8345" y="9360"/>
                    <a:pt x="8345" y="9360"/>
                  </a:cubicBezTo>
                  <a:cubicBezTo>
                    <a:pt x="7854" y="9360"/>
                    <a:pt x="7854" y="9360"/>
                    <a:pt x="7854" y="9360"/>
                  </a:cubicBezTo>
                  <a:cubicBezTo>
                    <a:pt x="7363" y="9360"/>
                    <a:pt x="7363" y="9360"/>
                    <a:pt x="7363" y="9360"/>
                  </a:cubicBezTo>
                  <a:cubicBezTo>
                    <a:pt x="6872" y="9360"/>
                    <a:pt x="6872" y="9360"/>
                    <a:pt x="6872" y="9360"/>
                  </a:cubicBezTo>
                  <a:close/>
                  <a:moveTo>
                    <a:pt x="15709" y="8280"/>
                  </a:moveTo>
                  <a:cubicBezTo>
                    <a:pt x="15218" y="8640"/>
                    <a:pt x="15218" y="8640"/>
                    <a:pt x="15218" y="8640"/>
                  </a:cubicBezTo>
                  <a:cubicBezTo>
                    <a:pt x="15709" y="8640"/>
                    <a:pt x="15709" y="8640"/>
                    <a:pt x="15709" y="8640"/>
                  </a:cubicBezTo>
                  <a:cubicBezTo>
                    <a:pt x="15218" y="9000"/>
                    <a:pt x="15218" y="9000"/>
                    <a:pt x="15218" y="9000"/>
                  </a:cubicBezTo>
                  <a:cubicBezTo>
                    <a:pt x="15218" y="9000"/>
                    <a:pt x="15218" y="9000"/>
                    <a:pt x="15218" y="9000"/>
                  </a:cubicBezTo>
                  <a:cubicBezTo>
                    <a:pt x="15218" y="9360"/>
                    <a:pt x="15218" y="9360"/>
                    <a:pt x="15218" y="9360"/>
                  </a:cubicBezTo>
                  <a:cubicBezTo>
                    <a:pt x="16200" y="9000"/>
                    <a:pt x="16200" y="9000"/>
                    <a:pt x="16200" y="9000"/>
                  </a:cubicBezTo>
                  <a:cubicBezTo>
                    <a:pt x="16200" y="9000"/>
                    <a:pt x="16200" y="9000"/>
                    <a:pt x="16200" y="9000"/>
                  </a:cubicBezTo>
                  <a:cubicBezTo>
                    <a:pt x="15709" y="8640"/>
                    <a:pt x="15709" y="8640"/>
                    <a:pt x="15709" y="8640"/>
                  </a:cubicBezTo>
                  <a:cubicBezTo>
                    <a:pt x="15709" y="8280"/>
                    <a:pt x="15709" y="8280"/>
                    <a:pt x="15709" y="8280"/>
                  </a:cubicBezTo>
                  <a:close/>
                  <a:moveTo>
                    <a:pt x="10309" y="9360"/>
                  </a:moveTo>
                  <a:cubicBezTo>
                    <a:pt x="10800" y="9720"/>
                    <a:pt x="10800" y="9720"/>
                    <a:pt x="10800" y="9720"/>
                  </a:cubicBezTo>
                  <a:cubicBezTo>
                    <a:pt x="10800" y="9720"/>
                    <a:pt x="10800" y="9720"/>
                    <a:pt x="10800" y="9720"/>
                  </a:cubicBezTo>
                  <a:cubicBezTo>
                    <a:pt x="11290" y="9360"/>
                    <a:pt x="11290" y="9360"/>
                    <a:pt x="11290" y="9360"/>
                  </a:cubicBezTo>
                  <a:cubicBezTo>
                    <a:pt x="10800" y="9360"/>
                    <a:pt x="10800" y="9360"/>
                    <a:pt x="10800" y="9360"/>
                  </a:cubicBezTo>
                  <a:cubicBezTo>
                    <a:pt x="10309" y="9000"/>
                    <a:pt x="10309" y="9000"/>
                    <a:pt x="10309" y="9000"/>
                  </a:cubicBezTo>
                  <a:cubicBezTo>
                    <a:pt x="10309" y="9360"/>
                    <a:pt x="10309" y="9360"/>
                    <a:pt x="10309" y="9360"/>
                  </a:cubicBezTo>
                  <a:cubicBezTo>
                    <a:pt x="10309" y="9360"/>
                    <a:pt x="10309" y="9360"/>
                    <a:pt x="10309" y="9360"/>
                  </a:cubicBezTo>
                  <a:close/>
                  <a:moveTo>
                    <a:pt x="11290" y="10800"/>
                  </a:moveTo>
                  <a:cubicBezTo>
                    <a:pt x="10800" y="10800"/>
                    <a:pt x="10800" y="10800"/>
                    <a:pt x="10800" y="10800"/>
                  </a:cubicBezTo>
                  <a:cubicBezTo>
                    <a:pt x="10800" y="11160"/>
                    <a:pt x="10800" y="11160"/>
                    <a:pt x="10800" y="11160"/>
                  </a:cubicBezTo>
                  <a:cubicBezTo>
                    <a:pt x="10800" y="11520"/>
                    <a:pt x="10800" y="11520"/>
                    <a:pt x="10800" y="11520"/>
                  </a:cubicBezTo>
                  <a:cubicBezTo>
                    <a:pt x="11290" y="11520"/>
                    <a:pt x="11290" y="11520"/>
                    <a:pt x="11290" y="11520"/>
                  </a:cubicBezTo>
                  <a:cubicBezTo>
                    <a:pt x="11290" y="11160"/>
                    <a:pt x="11290" y="11160"/>
                    <a:pt x="11290" y="11160"/>
                  </a:cubicBezTo>
                  <a:cubicBezTo>
                    <a:pt x="11290" y="10800"/>
                    <a:pt x="11290" y="10800"/>
                    <a:pt x="11290" y="10800"/>
                  </a:cubicBezTo>
                  <a:cubicBezTo>
                    <a:pt x="11290" y="10440"/>
                    <a:pt x="11290" y="10440"/>
                    <a:pt x="11290" y="10440"/>
                  </a:cubicBezTo>
                  <a:cubicBezTo>
                    <a:pt x="11290" y="10800"/>
                    <a:pt x="11290" y="10800"/>
                    <a:pt x="11290" y="10800"/>
                  </a:cubicBezTo>
                  <a:close/>
                  <a:moveTo>
                    <a:pt x="12272" y="10800"/>
                  </a:moveTo>
                  <a:cubicBezTo>
                    <a:pt x="11781" y="10800"/>
                    <a:pt x="11781" y="10800"/>
                    <a:pt x="11781" y="10800"/>
                  </a:cubicBezTo>
                  <a:cubicBezTo>
                    <a:pt x="12272" y="11160"/>
                    <a:pt x="12272" y="11160"/>
                    <a:pt x="12272" y="11160"/>
                  </a:cubicBezTo>
                  <a:cubicBezTo>
                    <a:pt x="12272" y="11160"/>
                    <a:pt x="12272" y="11160"/>
                    <a:pt x="12272" y="11160"/>
                  </a:cubicBezTo>
                  <a:cubicBezTo>
                    <a:pt x="12763" y="10800"/>
                    <a:pt x="12763" y="10800"/>
                    <a:pt x="12763" y="10800"/>
                  </a:cubicBezTo>
                  <a:cubicBezTo>
                    <a:pt x="12272" y="10800"/>
                    <a:pt x="12272" y="10800"/>
                    <a:pt x="12272" y="10800"/>
                  </a:cubicBezTo>
                  <a:close/>
                  <a:moveTo>
                    <a:pt x="13745" y="10079"/>
                  </a:moveTo>
                  <a:cubicBezTo>
                    <a:pt x="13254" y="9720"/>
                    <a:pt x="13254" y="9720"/>
                    <a:pt x="13254" y="9720"/>
                  </a:cubicBezTo>
                  <a:cubicBezTo>
                    <a:pt x="12763" y="9720"/>
                    <a:pt x="12763" y="9720"/>
                    <a:pt x="12763" y="9720"/>
                  </a:cubicBezTo>
                  <a:cubicBezTo>
                    <a:pt x="12763" y="10079"/>
                    <a:pt x="12763" y="10079"/>
                    <a:pt x="12763" y="10079"/>
                  </a:cubicBezTo>
                  <a:cubicBezTo>
                    <a:pt x="13745" y="10440"/>
                    <a:pt x="13745" y="10440"/>
                    <a:pt x="13745" y="10440"/>
                  </a:cubicBezTo>
                  <a:cubicBezTo>
                    <a:pt x="13745" y="10440"/>
                    <a:pt x="13745" y="10440"/>
                    <a:pt x="13745" y="10440"/>
                  </a:cubicBezTo>
                  <a:cubicBezTo>
                    <a:pt x="13745" y="10079"/>
                    <a:pt x="13745" y="10079"/>
                    <a:pt x="13745" y="10079"/>
                  </a:cubicBezTo>
                  <a:close/>
                  <a:moveTo>
                    <a:pt x="14236" y="10800"/>
                  </a:moveTo>
                  <a:cubicBezTo>
                    <a:pt x="14727" y="10800"/>
                    <a:pt x="14727" y="10800"/>
                    <a:pt x="14727" y="10800"/>
                  </a:cubicBezTo>
                  <a:cubicBezTo>
                    <a:pt x="14727" y="11160"/>
                    <a:pt x="14727" y="11160"/>
                    <a:pt x="14727" y="11160"/>
                  </a:cubicBezTo>
                  <a:cubicBezTo>
                    <a:pt x="15218" y="11160"/>
                    <a:pt x="15218" y="11160"/>
                    <a:pt x="15218" y="11160"/>
                  </a:cubicBezTo>
                  <a:cubicBezTo>
                    <a:pt x="14727" y="10800"/>
                    <a:pt x="14727" y="10800"/>
                    <a:pt x="14727" y="10800"/>
                  </a:cubicBezTo>
                  <a:cubicBezTo>
                    <a:pt x="14236" y="10800"/>
                    <a:pt x="14236" y="10800"/>
                    <a:pt x="14236" y="10800"/>
                  </a:cubicBezTo>
                  <a:close/>
                  <a:moveTo>
                    <a:pt x="13745" y="11880"/>
                  </a:moveTo>
                  <a:cubicBezTo>
                    <a:pt x="14236" y="11520"/>
                    <a:pt x="14236" y="11520"/>
                    <a:pt x="14236" y="11520"/>
                  </a:cubicBezTo>
                  <a:cubicBezTo>
                    <a:pt x="14236" y="11160"/>
                    <a:pt x="14236" y="11160"/>
                    <a:pt x="14236" y="11160"/>
                  </a:cubicBezTo>
                  <a:cubicBezTo>
                    <a:pt x="14727" y="11880"/>
                    <a:pt x="14727" y="11880"/>
                    <a:pt x="14727" y="11880"/>
                  </a:cubicBezTo>
                  <a:cubicBezTo>
                    <a:pt x="15218" y="11880"/>
                    <a:pt x="15218" y="11880"/>
                    <a:pt x="15218" y="11880"/>
                  </a:cubicBezTo>
                  <a:cubicBezTo>
                    <a:pt x="15709" y="11880"/>
                    <a:pt x="15709" y="11880"/>
                    <a:pt x="15709" y="11880"/>
                  </a:cubicBezTo>
                  <a:cubicBezTo>
                    <a:pt x="15709" y="11520"/>
                    <a:pt x="15709" y="11520"/>
                    <a:pt x="15709" y="11520"/>
                  </a:cubicBezTo>
                  <a:cubicBezTo>
                    <a:pt x="15218" y="11520"/>
                    <a:pt x="15218" y="11520"/>
                    <a:pt x="15218" y="11520"/>
                  </a:cubicBezTo>
                  <a:cubicBezTo>
                    <a:pt x="14727" y="11160"/>
                    <a:pt x="14727" y="11160"/>
                    <a:pt x="14727" y="11160"/>
                  </a:cubicBezTo>
                  <a:cubicBezTo>
                    <a:pt x="14236" y="11160"/>
                    <a:pt x="14236" y="11160"/>
                    <a:pt x="14236" y="11160"/>
                  </a:cubicBezTo>
                  <a:cubicBezTo>
                    <a:pt x="14236" y="10800"/>
                    <a:pt x="14236" y="10800"/>
                    <a:pt x="14236" y="10800"/>
                  </a:cubicBezTo>
                  <a:cubicBezTo>
                    <a:pt x="13745" y="10800"/>
                    <a:pt x="13745" y="10800"/>
                    <a:pt x="13745" y="10800"/>
                  </a:cubicBezTo>
                  <a:cubicBezTo>
                    <a:pt x="13745" y="10800"/>
                    <a:pt x="13745" y="10800"/>
                    <a:pt x="13745" y="10800"/>
                  </a:cubicBezTo>
                  <a:cubicBezTo>
                    <a:pt x="13745" y="10800"/>
                    <a:pt x="13745" y="10800"/>
                    <a:pt x="13745" y="10800"/>
                  </a:cubicBezTo>
                  <a:cubicBezTo>
                    <a:pt x="13745" y="11160"/>
                    <a:pt x="13745" y="11160"/>
                    <a:pt x="13745" y="11160"/>
                  </a:cubicBezTo>
                  <a:cubicBezTo>
                    <a:pt x="13745" y="11160"/>
                    <a:pt x="13745" y="11160"/>
                    <a:pt x="13745" y="11160"/>
                  </a:cubicBezTo>
                  <a:cubicBezTo>
                    <a:pt x="13745" y="11520"/>
                    <a:pt x="13745" y="11520"/>
                    <a:pt x="13745" y="11520"/>
                  </a:cubicBezTo>
                  <a:cubicBezTo>
                    <a:pt x="13745" y="11520"/>
                    <a:pt x="13745" y="11520"/>
                    <a:pt x="13745" y="11520"/>
                  </a:cubicBezTo>
                  <a:cubicBezTo>
                    <a:pt x="13745" y="11880"/>
                    <a:pt x="13745" y="11880"/>
                    <a:pt x="13745" y="11880"/>
                  </a:cubicBezTo>
                  <a:close/>
                  <a:moveTo>
                    <a:pt x="11781" y="13680"/>
                  </a:moveTo>
                  <a:cubicBezTo>
                    <a:pt x="11290" y="14040"/>
                    <a:pt x="11290" y="14040"/>
                    <a:pt x="11290" y="14040"/>
                  </a:cubicBezTo>
                  <a:cubicBezTo>
                    <a:pt x="11290" y="14040"/>
                    <a:pt x="11290" y="14040"/>
                    <a:pt x="11290" y="14040"/>
                  </a:cubicBezTo>
                  <a:cubicBezTo>
                    <a:pt x="10800" y="13680"/>
                    <a:pt x="10800" y="13680"/>
                    <a:pt x="10800" y="13680"/>
                  </a:cubicBezTo>
                  <a:cubicBezTo>
                    <a:pt x="11290" y="13320"/>
                    <a:pt x="11290" y="13320"/>
                    <a:pt x="11290" y="13320"/>
                  </a:cubicBezTo>
                  <a:cubicBezTo>
                    <a:pt x="11290" y="12600"/>
                    <a:pt x="11290" y="12600"/>
                    <a:pt x="11290" y="12600"/>
                  </a:cubicBezTo>
                  <a:cubicBezTo>
                    <a:pt x="11290" y="12240"/>
                    <a:pt x="11290" y="12240"/>
                    <a:pt x="11290" y="12240"/>
                  </a:cubicBezTo>
                  <a:cubicBezTo>
                    <a:pt x="11290" y="12240"/>
                    <a:pt x="11290" y="12240"/>
                    <a:pt x="11290" y="12240"/>
                  </a:cubicBezTo>
                  <a:cubicBezTo>
                    <a:pt x="11290" y="12240"/>
                    <a:pt x="11290" y="12240"/>
                    <a:pt x="11290" y="12240"/>
                  </a:cubicBezTo>
                  <a:cubicBezTo>
                    <a:pt x="10800" y="11880"/>
                    <a:pt x="10800" y="11880"/>
                    <a:pt x="10800" y="11880"/>
                  </a:cubicBezTo>
                  <a:cubicBezTo>
                    <a:pt x="10800" y="11880"/>
                    <a:pt x="10800" y="11880"/>
                    <a:pt x="10800" y="11880"/>
                  </a:cubicBezTo>
                  <a:cubicBezTo>
                    <a:pt x="11290" y="11880"/>
                    <a:pt x="11290" y="11880"/>
                    <a:pt x="11290" y="11880"/>
                  </a:cubicBezTo>
                  <a:cubicBezTo>
                    <a:pt x="11781" y="11880"/>
                    <a:pt x="11781" y="11880"/>
                    <a:pt x="11781" y="11880"/>
                  </a:cubicBezTo>
                  <a:cubicBezTo>
                    <a:pt x="11781" y="12240"/>
                    <a:pt x="11781" y="12240"/>
                    <a:pt x="11781" y="12240"/>
                  </a:cubicBezTo>
                  <a:cubicBezTo>
                    <a:pt x="11781" y="12240"/>
                    <a:pt x="11781" y="12240"/>
                    <a:pt x="11781" y="12240"/>
                  </a:cubicBezTo>
                  <a:cubicBezTo>
                    <a:pt x="12272" y="12240"/>
                    <a:pt x="12272" y="12240"/>
                    <a:pt x="12272" y="12240"/>
                  </a:cubicBezTo>
                  <a:cubicBezTo>
                    <a:pt x="12272" y="12240"/>
                    <a:pt x="12272" y="12240"/>
                    <a:pt x="12272" y="12240"/>
                  </a:cubicBezTo>
                  <a:cubicBezTo>
                    <a:pt x="12763" y="12240"/>
                    <a:pt x="12763" y="12240"/>
                    <a:pt x="12763" y="12240"/>
                  </a:cubicBezTo>
                  <a:cubicBezTo>
                    <a:pt x="13254" y="12600"/>
                    <a:pt x="13254" y="12600"/>
                    <a:pt x="13254" y="12600"/>
                  </a:cubicBezTo>
                  <a:cubicBezTo>
                    <a:pt x="13254" y="12240"/>
                    <a:pt x="13254" y="12240"/>
                    <a:pt x="13254" y="12240"/>
                  </a:cubicBezTo>
                  <a:cubicBezTo>
                    <a:pt x="13745" y="12240"/>
                    <a:pt x="13745" y="12240"/>
                    <a:pt x="13745" y="12240"/>
                  </a:cubicBezTo>
                  <a:cubicBezTo>
                    <a:pt x="13745" y="12240"/>
                    <a:pt x="13745" y="12240"/>
                    <a:pt x="13745" y="12240"/>
                  </a:cubicBezTo>
                  <a:cubicBezTo>
                    <a:pt x="13745" y="12600"/>
                    <a:pt x="13745" y="12600"/>
                    <a:pt x="13745" y="12600"/>
                  </a:cubicBezTo>
                  <a:cubicBezTo>
                    <a:pt x="13745" y="12600"/>
                    <a:pt x="13745" y="12600"/>
                    <a:pt x="13745" y="12600"/>
                  </a:cubicBezTo>
                  <a:cubicBezTo>
                    <a:pt x="13254" y="12960"/>
                    <a:pt x="13254" y="12960"/>
                    <a:pt x="13254" y="12960"/>
                  </a:cubicBezTo>
                  <a:cubicBezTo>
                    <a:pt x="12763" y="13320"/>
                    <a:pt x="12763" y="13320"/>
                    <a:pt x="12763" y="13320"/>
                  </a:cubicBezTo>
                  <a:cubicBezTo>
                    <a:pt x="12763" y="13680"/>
                    <a:pt x="12763" y="13680"/>
                    <a:pt x="12763" y="13680"/>
                  </a:cubicBezTo>
                  <a:cubicBezTo>
                    <a:pt x="12272" y="13680"/>
                    <a:pt x="12272" y="13680"/>
                    <a:pt x="12272" y="13680"/>
                  </a:cubicBezTo>
                  <a:cubicBezTo>
                    <a:pt x="12272" y="13680"/>
                    <a:pt x="12272" y="13680"/>
                    <a:pt x="12272" y="13680"/>
                  </a:cubicBezTo>
                  <a:cubicBezTo>
                    <a:pt x="12272" y="13680"/>
                    <a:pt x="12272" y="13680"/>
                    <a:pt x="12272" y="13680"/>
                  </a:cubicBezTo>
                  <a:cubicBezTo>
                    <a:pt x="11781" y="13680"/>
                    <a:pt x="11781" y="13680"/>
                    <a:pt x="11781" y="13680"/>
                  </a:cubicBezTo>
                  <a:close/>
                  <a:moveTo>
                    <a:pt x="12763" y="13680"/>
                  </a:moveTo>
                  <a:cubicBezTo>
                    <a:pt x="12272" y="13680"/>
                    <a:pt x="12272" y="13680"/>
                    <a:pt x="12272" y="13680"/>
                  </a:cubicBezTo>
                  <a:cubicBezTo>
                    <a:pt x="12272" y="14040"/>
                    <a:pt x="12272" y="14040"/>
                    <a:pt x="12272" y="14040"/>
                  </a:cubicBezTo>
                  <a:cubicBezTo>
                    <a:pt x="12272" y="14040"/>
                    <a:pt x="12272" y="14040"/>
                    <a:pt x="12272" y="14040"/>
                  </a:cubicBezTo>
                  <a:cubicBezTo>
                    <a:pt x="12763" y="14040"/>
                    <a:pt x="12763" y="14040"/>
                    <a:pt x="12763" y="14040"/>
                  </a:cubicBezTo>
                  <a:cubicBezTo>
                    <a:pt x="12763" y="13680"/>
                    <a:pt x="12763" y="13680"/>
                    <a:pt x="12763" y="13680"/>
                  </a:cubicBezTo>
                  <a:cubicBezTo>
                    <a:pt x="12763" y="13680"/>
                    <a:pt x="12763" y="13680"/>
                    <a:pt x="12763" y="13680"/>
                  </a:cubicBezTo>
                  <a:close/>
                  <a:moveTo>
                    <a:pt x="16200" y="13680"/>
                  </a:moveTo>
                  <a:cubicBezTo>
                    <a:pt x="16200" y="13680"/>
                    <a:pt x="16200" y="13680"/>
                    <a:pt x="16200" y="13680"/>
                  </a:cubicBezTo>
                  <a:cubicBezTo>
                    <a:pt x="16200" y="13680"/>
                    <a:pt x="16200" y="13680"/>
                    <a:pt x="16200" y="13680"/>
                  </a:cubicBezTo>
                  <a:cubicBezTo>
                    <a:pt x="16200" y="13680"/>
                    <a:pt x="16200" y="13680"/>
                    <a:pt x="16200" y="13680"/>
                  </a:cubicBezTo>
                  <a:close/>
                  <a:moveTo>
                    <a:pt x="14236" y="15480"/>
                  </a:moveTo>
                  <a:cubicBezTo>
                    <a:pt x="14727" y="15120"/>
                    <a:pt x="14727" y="15120"/>
                    <a:pt x="14727" y="15120"/>
                  </a:cubicBezTo>
                  <a:cubicBezTo>
                    <a:pt x="14727" y="14760"/>
                    <a:pt x="14727" y="14760"/>
                    <a:pt x="14727" y="14760"/>
                  </a:cubicBezTo>
                  <a:cubicBezTo>
                    <a:pt x="15709" y="14040"/>
                    <a:pt x="15709" y="14040"/>
                    <a:pt x="15709" y="14040"/>
                  </a:cubicBezTo>
                  <a:cubicBezTo>
                    <a:pt x="15709" y="14040"/>
                    <a:pt x="15709" y="14040"/>
                    <a:pt x="15709" y="14040"/>
                  </a:cubicBezTo>
                  <a:cubicBezTo>
                    <a:pt x="15709" y="13680"/>
                    <a:pt x="15709" y="13680"/>
                    <a:pt x="15709" y="13680"/>
                  </a:cubicBezTo>
                  <a:cubicBezTo>
                    <a:pt x="15709" y="13320"/>
                    <a:pt x="15709" y="13320"/>
                    <a:pt x="15709" y="13320"/>
                  </a:cubicBezTo>
                  <a:cubicBezTo>
                    <a:pt x="15709" y="12960"/>
                    <a:pt x="15709" y="12960"/>
                    <a:pt x="15709" y="12960"/>
                  </a:cubicBezTo>
                  <a:cubicBezTo>
                    <a:pt x="15218" y="12960"/>
                    <a:pt x="15218" y="12960"/>
                    <a:pt x="15218" y="12960"/>
                  </a:cubicBezTo>
                  <a:cubicBezTo>
                    <a:pt x="15218" y="13680"/>
                    <a:pt x="15218" y="13680"/>
                    <a:pt x="15218" y="13680"/>
                  </a:cubicBezTo>
                  <a:cubicBezTo>
                    <a:pt x="14727" y="14040"/>
                    <a:pt x="14727" y="14040"/>
                    <a:pt x="14727" y="14040"/>
                  </a:cubicBezTo>
                  <a:cubicBezTo>
                    <a:pt x="14727" y="14400"/>
                    <a:pt x="14727" y="14400"/>
                    <a:pt x="14727" y="14400"/>
                  </a:cubicBezTo>
                  <a:cubicBezTo>
                    <a:pt x="14727" y="14760"/>
                    <a:pt x="14727" y="14760"/>
                    <a:pt x="14727" y="14760"/>
                  </a:cubicBezTo>
                  <a:cubicBezTo>
                    <a:pt x="14236" y="15120"/>
                    <a:pt x="14236" y="15120"/>
                    <a:pt x="14236" y="15120"/>
                  </a:cubicBezTo>
                  <a:cubicBezTo>
                    <a:pt x="14236" y="15120"/>
                    <a:pt x="14236" y="15120"/>
                    <a:pt x="14236" y="15120"/>
                  </a:cubicBezTo>
                  <a:cubicBezTo>
                    <a:pt x="14236" y="15480"/>
                    <a:pt x="14236" y="15480"/>
                    <a:pt x="14236" y="15480"/>
                  </a:cubicBezTo>
                  <a:close/>
                  <a:moveTo>
                    <a:pt x="13745" y="15480"/>
                  </a:moveTo>
                  <a:cubicBezTo>
                    <a:pt x="13745" y="14760"/>
                    <a:pt x="13745" y="14760"/>
                    <a:pt x="13745" y="14760"/>
                  </a:cubicBezTo>
                  <a:cubicBezTo>
                    <a:pt x="14236" y="14040"/>
                    <a:pt x="14236" y="14040"/>
                    <a:pt x="14236" y="14040"/>
                  </a:cubicBezTo>
                  <a:cubicBezTo>
                    <a:pt x="14727" y="13680"/>
                    <a:pt x="14727" y="13680"/>
                    <a:pt x="14727" y="13680"/>
                  </a:cubicBezTo>
                  <a:cubicBezTo>
                    <a:pt x="14727" y="13320"/>
                    <a:pt x="14727" y="13320"/>
                    <a:pt x="14727" y="13320"/>
                  </a:cubicBezTo>
                  <a:cubicBezTo>
                    <a:pt x="14236" y="13320"/>
                    <a:pt x="14236" y="13320"/>
                    <a:pt x="14236" y="13320"/>
                  </a:cubicBezTo>
                  <a:cubicBezTo>
                    <a:pt x="14236" y="13320"/>
                    <a:pt x="14236" y="13320"/>
                    <a:pt x="14236" y="13320"/>
                  </a:cubicBezTo>
                  <a:cubicBezTo>
                    <a:pt x="13745" y="13320"/>
                    <a:pt x="13745" y="13320"/>
                    <a:pt x="13745" y="13320"/>
                  </a:cubicBezTo>
                  <a:cubicBezTo>
                    <a:pt x="13254" y="13320"/>
                    <a:pt x="13254" y="13320"/>
                    <a:pt x="13254" y="13320"/>
                  </a:cubicBezTo>
                  <a:cubicBezTo>
                    <a:pt x="13254" y="13680"/>
                    <a:pt x="13254" y="13680"/>
                    <a:pt x="13254" y="13680"/>
                  </a:cubicBezTo>
                  <a:cubicBezTo>
                    <a:pt x="13254" y="14040"/>
                    <a:pt x="13254" y="14040"/>
                    <a:pt x="13254" y="14040"/>
                  </a:cubicBezTo>
                  <a:cubicBezTo>
                    <a:pt x="13254" y="14400"/>
                    <a:pt x="13254" y="14400"/>
                    <a:pt x="13254" y="14400"/>
                  </a:cubicBezTo>
                  <a:cubicBezTo>
                    <a:pt x="12763" y="14760"/>
                    <a:pt x="12763" y="14760"/>
                    <a:pt x="12763" y="14760"/>
                  </a:cubicBezTo>
                  <a:cubicBezTo>
                    <a:pt x="12272" y="14760"/>
                    <a:pt x="12272" y="14760"/>
                    <a:pt x="12272" y="14760"/>
                  </a:cubicBezTo>
                  <a:cubicBezTo>
                    <a:pt x="12272" y="15120"/>
                    <a:pt x="12272" y="15120"/>
                    <a:pt x="12272" y="15120"/>
                  </a:cubicBezTo>
                  <a:cubicBezTo>
                    <a:pt x="12272" y="15480"/>
                    <a:pt x="12272" y="15480"/>
                    <a:pt x="12272" y="15480"/>
                  </a:cubicBezTo>
                  <a:cubicBezTo>
                    <a:pt x="12763" y="15480"/>
                    <a:pt x="12763" y="15480"/>
                    <a:pt x="12763" y="15480"/>
                  </a:cubicBezTo>
                  <a:cubicBezTo>
                    <a:pt x="13254" y="15840"/>
                    <a:pt x="13254" y="15840"/>
                    <a:pt x="13254" y="15840"/>
                  </a:cubicBezTo>
                  <a:cubicBezTo>
                    <a:pt x="13254" y="15840"/>
                    <a:pt x="13254" y="15840"/>
                    <a:pt x="13254" y="15840"/>
                  </a:cubicBezTo>
                  <a:cubicBezTo>
                    <a:pt x="13254" y="16200"/>
                    <a:pt x="13254" y="16200"/>
                    <a:pt x="13254" y="16200"/>
                  </a:cubicBezTo>
                  <a:cubicBezTo>
                    <a:pt x="13745" y="16200"/>
                    <a:pt x="13745" y="16200"/>
                    <a:pt x="13745" y="16200"/>
                  </a:cubicBezTo>
                  <a:cubicBezTo>
                    <a:pt x="14236" y="15840"/>
                    <a:pt x="14236" y="15840"/>
                    <a:pt x="14236" y="15840"/>
                  </a:cubicBezTo>
                  <a:cubicBezTo>
                    <a:pt x="14236" y="15840"/>
                    <a:pt x="14236" y="15840"/>
                    <a:pt x="14236" y="15840"/>
                  </a:cubicBezTo>
                  <a:cubicBezTo>
                    <a:pt x="13745" y="15480"/>
                    <a:pt x="13745" y="15480"/>
                    <a:pt x="13745" y="15480"/>
                  </a:cubicBezTo>
                  <a:close/>
                  <a:moveTo>
                    <a:pt x="15218" y="15840"/>
                  </a:moveTo>
                  <a:cubicBezTo>
                    <a:pt x="15218" y="15840"/>
                    <a:pt x="15218" y="15840"/>
                    <a:pt x="15218" y="15840"/>
                  </a:cubicBezTo>
                  <a:cubicBezTo>
                    <a:pt x="15218" y="16200"/>
                    <a:pt x="15218" y="16200"/>
                    <a:pt x="15218" y="16200"/>
                  </a:cubicBezTo>
                  <a:cubicBezTo>
                    <a:pt x="14727" y="16200"/>
                    <a:pt x="14727" y="16200"/>
                    <a:pt x="14727" y="16200"/>
                  </a:cubicBezTo>
                  <a:cubicBezTo>
                    <a:pt x="14727" y="16200"/>
                    <a:pt x="14727" y="16200"/>
                    <a:pt x="14727" y="16200"/>
                  </a:cubicBezTo>
                  <a:cubicBezTo>
                    <a:pt x="14727" y="15840"/>
                    <a:pt x="14727" y="15840"/>
                    <a:pt x="14727" y="15840"/>
                  </a:cubicBezTo>
                  <a:cubicBezTo>
                    <a:pt x="15218" y="15840"/>
                    <a:pt x="15218" y="15840"/>
                    <a:pt x="15218" y="15840"/>
                  </a:cubicBezTo>
                  <a:close/>
                  <a:moveTo>
                    <a:pt x="16200" y="14400"/>
                  </a:moveTo>
                  <a:cubicBezTo>
                    <a:pt x="16690" y="14400"/>
                    <a:pt x="16690" y="14400"/>
                    <a:pt x="16690" y="14400"/>
                  </a:cubicBezTo>
                  <a:cubicBezTo>
                    <a:pt x="16690" y="14760"/>
                    <a:pt x="16690" y="14760"/>
                    <a:pt x="16690" y="14760"/>
                  </a:cubicBezTo>
                  <a:cubicBezTo>
                    <a:pt x="16690" y="15120"/>
                    <a:pt x="16690" y="15120"/>
                    <a:pt x="16690" y="15120"/>
                  </a:cubicBezTo>
                  <a:cubicBezTo>
                    <a:pt x="16690" y="15120"/>
                    <a:pt x="16690" y="15120"/>
                    <a:pt x="16690" y="15120"/>
                  </a:cubicBezTo>
                  <a:cubicBezTo>
                    <a:pt x="16200" y="15480"/>
                    <a:pt x="16200" y="15480"/>
                    <a:pt x="16200" y="15480"/>
                  </a:cubicBezTo>
                  <a:cubicBezTo>
                    <a:pt x="15709" y="15480"/>
                    <a:pt x="15709" y="15480"/>
                    <a:pt x="15709" y="15480"/>
                  </a:cubicBezTo>
                  <a:cubicBezTo>
                    <a:pt x="15709" y="15120"/>
                    <a:pt x="15709" y="15120"/>
                    <a:pt x="15709" y="15120"/>
                  </a:cubicBezTo>
                  <a:cubicBezTo>
                    <a:pt x="15218" y="15120"/>
                    <a:pt x="15218" y="15120"/>
                    <a:pt x="15218" y="15120"/>
                  </a:cubicBezTo>
                  <a:cubicBezTo>
                    <a:pt x="15709" y="14760"/>
                    <a:pt x="15709" y="14760"/>
                    <a:pt x="15709" y="14760"/>
                  </a:cubicBezTo>
                  <a:cubicBezTo>
                    <a:pt x="16200" y="14400"/>
                    <a:pt x="16200" y="14400"/>
                    <a:pt x="16200" y="14400"/>
                  </a:cubicBezTo>
                  <a:close/>
                  <a:moveTo>
                    <a:pt x="18163" y="14400"/>
                  </a:moveTo>
                  <a:cubicBezTo>
                    <a:pt x="18654" y="14760"/>
                    <a:pt x="18654" y="14760"/>
                    <a:pt x="18654" y="14760"/>
                  </a:cubicBezTo>
                  <a:cubicBezTo>
                    <a:pt x="18654" y="15120"/>
                    <a:pt x="18654" y="15120"/>
                    <a:pt x="18654" y="15120"/>
                  </a:cubicBezTo>
                  <a:cubicBezTo>
                    <a:pt x="18163" y="14760"/>
                    <a:pt x="18163" y="14760"/>
                    <a:pt x="18163" y="14760"/>
                  </a:cubicBezTo>
                  <a:cubicBezTo>
                    <a:pt x="18163" y="14400"/>
                    <a:pt x="18163" y="14400"/>
                    <a:pt x="18163" y="14400"/>
                  </a:cubicBezTo>
                  <a:close/>
                  <a:moveTo>
                    <a:pt x="17181" y="15840"/>
                  </a:moveTo>
                  <a:cubicBezTo>
                    <a:pt x="17672" y="15840"/>
                    <a:pt x="17672" y="15840"/>
                    <a:pt x="17672" y="15840"/>
                  </a:cubicBezTo>
                  <a:cubicBezTo>
                    <a:pt x="17672" y="16200"/>
                    <a:pt x="17672" y="16200"/>
                    <a:pt x="17672" y="16200"/>
                  </a:cubicBezTo>
                  <a:cubicBezTo>
                    <a:pt x="17181" y="15840"/>
                    <a:pt x="17181" y="15840"/>
                    <a:pt x="17181" y="15840"/>
                  </a:cubicBezTo>
                  <a:cubicBezTo>
                    <a:pt x="17181" y="15840"/>
                    <a:pt x="17181" y="15840"/>
                    <a:pt x="17181" y="15840"/>
                  </a:cubicBezTo>
                  <a:cubicBezTo>
                    <a:pt x="17181" y="15840"/>
                    <a:pt x="17181" y="15840"/>
                    <a:pt x="17181" y="15840"/>
                  </a:cubicBezTo>
                  <a:close/>
                  <a:moveTo>
                    <a:pt x="16690" y="12240"/>
                  </a:moveTo>
                  <a:cubicBezTo>
                    <a:pt x="16690" y="12600"/>
                    <a:pt x="16690" y="12600"/>
                    <a:pt x="16690" y="12600"/>
                  </a:cubicBezTo>
                  <a:cubicBezTo>
                    <a:pt x="16200" y="12600"/>
                    <a:pt x="16200" y="12600"/>
                    <a:pt x="16200" y="12600"/>
                  </a:cubicBezTo>
                  <a:cubicBezTo>
                    <a:pt x="16200" y="12240"/>
                    <a:pt x="16200" y="12240"/>
                    <a:pt x="16200" y="12240"/>
                  </a:cubicBezTo>
                  <a:cubicBezTo>
                    <a:pt x="16200" y="12240"/>
                    <a:pt x="16200" y="12240"/>
                    <a:pt x="16200" y="12240"/>
                  </a:cubicBezTo>
                  <a:cubicBezTo>
                    <a:pt x="16690" y="12240"/>
                    <a:pt x="16690" y="12240"/>
                    <a:pt x="16690" y="12240"/>
                  </a:cubicBezTo>
                  <a:close/>
                  <a:moveTo>
                    <a:pt x="17672" y="12600"/>
                  </a:moveTo>
                  <a:cubicBezTo>
                    <a:pt x="18163" y="12960"/>
                    <a:pt x="18163" y="12960"/>
                    <a:pt x="18163" y="12960"/>
                  </a:cubicBezTo>
                  <a:cubicBezTo>
                    <a:pt x="18163" y="12960"/>
                    <a:pt x="18163" y="12960"/>
                    <a:pt x="18163" y="12960"/>
                  </a:cubicBezTo>
                  <a:cubicBezTo>
                    <a:pt x="18654" y="12960"/>
                    <a:pt x="18654" y="12960"/>
                    <a:pt x="18654"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600"/>
                    <a:pt x="19145" y="12600"/>
                    <a:pt x="19145" y="12600"/>
                  </a:cubicBezTo>
                  <a:cubicBezTo>
                    <a:pt x="18654" y="12600"/>
                    <a:pt x="18654" y="12600"/>
                    <a:pt x="18654" y="12600"/>
                  </a:cubicBezTo>
                  <a:cubicBezTo>
                    <a:pt x="18654" y="12240"/>
                    <a:pt x="18654" y="12240"/>
                    <a:pt x="18654" y="12240"/>
                  </a:cubicBezTo>
                  <a:cubicBezTo>
                    <a:pt x="18654" y="11520"/>
                    <a:pt x="18654" y="11520"/>
                    <a:pt x="18654" y="11520"/>
                  </a:cubicBezTo>
                  <a:cubicBezTo>
                    <a:pt x="18654" y="11520"/>
                    <a:pt x="18654" y="11520"/>
                    <a:pt x="18654" y="11520"/>
                  </a:cubicBezTo>
                  <a:cubicBezTo>
                    <a:pt x="18654" y="11160"/>
                    <a:pt x="18654" y="11160"/>
                    <a:pt x="18654" y="11160"/>
                  </a:cubicBezTo>
                  <a:cubicBezTo>
                    <a:pt x="18163" y="10800"/>
                    <a:pt x="18163" y="10800"/>
                    <a:pt x="18163" y="10800"/>
                  </a:cubicBezTo>
                  <a:cubicBezTo>
                    <a:pt x="18163" y="10800"/>
                    <a:pt x="18163" y="10800"/>
                    <a:pt x="18163" y="10800"/>
                  </a:cubicBezTo>
                  <a:cubicBezTo>
                    <a:pt x="17672" y="10800"/>
                    <a:pt x="17672" y="10800"/>
                    <a:pt x="17672" y="10800"/>
                  </a:cubicBezTo>
                  <a:cubicBezTo>
                    <a:pt x="17672" y="10800"/>
                    <a:pt x="17672" y="10800"/>
                    <a:pt x="17672" y="10800"/>
                  </a:cubicBezTo>
                  <a:cubicBezTo>
                    <a:pt x="17181" y="10800"/>
                    <a:pt x="17181" y="10800"/>
                    <a:pt x="17181" y="10800"/>
                  </a:cubicBezTo>
                  <a:cubicBezTo>
                    <a:pt x="17181" y="10800"/>
                    <a:pt x="17181" y="10800"/>
                    <a:pt x="17181" y="10800"/>
                  </a:cubicBezTo>
                  <a:cubicBezTo>
                    <a:pt x="17181" y="10800"/>
                    <a:pt x="17181" y="10800"/>
                    <a:pt x="17181" y="10800"/>
                  </a:cubicBezTo>
                  <a:cubicBezTo>
                    <a:pt x="16690" y="10800"/>
                    <a:pt x="16690" y="10800"/>
                    <a:pt x="16690" y="10800"/>
                  </a:cubicBezTo>
                  <a:cubicBezTo>
                    <a:pt x="16200" y="10800"/>
                    <a:pt x="16200" y="10800"/>
                    <a:pt x="16200" y="10800"/>
                  </a:cubicBezTo>
                  <a:cubicBezTo>
                    <a:pt x="16200" y="10800"/>
                    <a:pt x="16200" y="10800"/>
                    <a:pt x="16200" y="10800"/>
                  </a:cubicBezTo>
                  <a:cubicBezTo>
                    <a:pt x="16200" y="10800"/>
                    <a:pt x="16200" y="10800"/>
                    <a:pt x="16200" y="10800"/>
                  </a:cubicBezTo>
                  <a:cubicBezTo>
                    <a:pt x="16200" y="11520"/>
                    <a:pt x="16200" y="11520"/>
                    <a:pt x="16200" y="11520"/>
                  </a:cubicBezTo>
                  <a:cubicBezTo>
                    <a:pt x="17181" y="11520"/>
                    <a:pt x="17181" y="11520"/>
                    <a:pt x="17181" y="11520"/>
                  </a:cubicBezTo>
                  <a:cubicBezTo>
                    <a:pt x="17672" y="12240"/>
                    <a:pt x="17672" y="12240"/>
                    <a:pt x="17672" y="12240"/>
                  </a:cubicBezTo>
                  <a:cubicBezTo>
                    <a:pt x="17672" y="12240"/>
                    <a:pt x="17672" y="12240"/>
                    <a:pt x="17672" y="12240"/>
                  </a:cubicBezTo>
                  <a:cubicBezTo>
                    <a:pt x="17672" y="12240"/>
                    <a:pt x="17672" y="12240"/>
                    <a:pt x="17672" y="12240"/>
                  </a:cubicBezTo>
                  <a:cubicBezTo>
                    <a:pt x="17181" y="12600"/>
                    <a:pt x="17181" y="12600"/>
                    <a:pt x="17181" y="12600"/>
                  </a:cubicBezTo>
                  <a:cubicBezTo>
                    <a:pt x="17181" y="12600"/>
                    <a:pt x="17181" y="12600"/>
                    <a:pt x="17181" y="12600"/>
                  </a:cubicBezTo>
                  <a:cubicBezTo>
                    <a:pt x="17672" y="12600"/>
                    <a:pt x="17672" y="12600"/>
                    <a:pt x="17672" y="12600"/>
                  </a:cubicBezTo>
                  <a:cubicBezTo>
                    <a:pt x="17672" y="12600"/>
                    <a:pt x="17672" y="12600"/>
                    <a:pt x="17672" y="12600"/>
                  </a:cubicBezTo>
                  <a:cubicBezTo>
                    <a:pt x="17672" y="12600"/>
                    <a:pt x="17672" y="12600"/>
                    <a:pt x="17672" y="12600"/>
                  </a:cubicBezTo>
                  <a:close/>
                  <a:moveTo>
                    <a:pt x="17181" y="12600"/>
                  </a:moveTo>
                  <a:cubicBezTo>
                    <a:pt x="17181" y="12960"/>
                    <a:pt x="17181" y="12960"/>
                    <a:pt x="17181" y="12960"/>
                  </a:cubicBezTo>
                  <a:cubicBezTo>
                    <a:pt x="16690" y="12600"/>
                    <a:pt x="16690" y="12600"/>
                    <a:pt x="16690" y="12600"/>
                  </a:cubicBezTo>
                  <a:cubicBezTo>
                    <a:pt x="16200" y="12600"/>
                    <a:pt x="16200" y="12600"/>
                    <a:pt x="16200" y="12600"/>
                  </a:cubicBezTo>
                  <a:cubicBezTo>
                    <a:pt x="16200" y="12960"/>
                    <a:pt x="16200" y="12960"/>
                    <a:pt x="16200" y="12960"/>
                  </a:cubicBezTo>
                  <a:cubicBezTo>
                    <a:pt x="16200" y="13320"/>
                    <a:pt x="16200" y="13320"/>
                    <a:pt x="16200" y="13320"/>
                  </a:cubicBezTo>
                  <a:cubicBezTo>
                    <a:pt x="16690" y="13320"/>
                    <a:pt x="16690" y="13320"/>
                    <a:pt x="16690" y="13320"/>
                  </a:cubicBezTo>
                  <a:cubicBezTo>
                    <a:pt x="16690" y="13320"/>
                    <a:pt x="16690" y="13320"/>
                    <a:pt x="16690" y="13320"/>
                  </a:cubicBezTo>
                  <a:cubicBezTo>
                    <a:pt x="17181" y="13320"/>
                    <a:pt x="17181" y="13320"/>
                    <a:pt x="17181" y="13320"/>
                  </a:cubicBezTo>
                  <a:cubicBezTo>
                    <a:pt x="17181" y="13680"/>
                    <a:pt x="17181" y="13680"/>
                    <a:pt x="17181" y="13680"/>
                  </a:cubicBezTo>
                  <a:cubicBezTo>
                    <a:pt x="17181" y="14040"/>
                    <a:pt x="17181" y="14040"/>
                    <a:pt x="17181" y="14040"/>
                  </a:cubicBezTo>
                  <a:cubicBezTo>
                    <a:pt x="17181" y="14400"/>
                    <a:pt x="17181" y="14400"/>
                    <a:pt x="17181" y="14400"/>
                  </a:cubicBezTo>
                  <a:cubicBezTo>
                    <a:pt x="17672" y="14760"/>
                    <a:pt x="17672" y="14760"/>
                    <a:pt x="17672" y="14760"/>
                  </a:cubicBezTo>
                  <a:cubicBezTo>
                    <a:pt x="17672" y="14400"/>
                    <a:pt x="17672" y="14400"/>
                    <a:pt x="17672" y="14400"/>
                  </a:cubicBezTo>
                  <a:cubicBezTo>
                    <a:pt x="18163" y="14400"/>
                    <a:pt x="18163" y="14400"/>
                    <a:pt x="18163" y="14400"/>
                  </a:cubicBezTo>
                  <a:cubicBezTo>
                    <a:pt x="18654" y="14400"/>
                    <a:pt x="18654" y="14400"/>
                    <a:pt x="18654" y="14400"/>
                  </a:cubicBezTo>
                  <a:cubicBezTo>
                    <a:pt x="18654" y="14040"/>
                    <a:pt x="18654" y="14040"/>
                    <a:pt x="18654" y="14040"/>
                  </a:cubicBezTo>
                  <a:cubicBezTo>
                    <a:pt x="18163" y="13680"/>
                    <a:pt x="18163" y="13680"/>
                    <a:pt x="18163" y="13680"/>
                  </a:cubicBezTo>
                  <a:cubicBezTo>
                    <a:pt x="17672" y="13680"/>
                    <a:pt x="17672" y="13680"/>
                    <a:pt x="17672" y="13680"/>
                  </a:cubicBezTo>
                  <a:cubicBezTo>
                    <a:pt x="17672" y="13320"/>
                    <a:pt x="17672" y="13320"/>
                    <a:pt x="17672" y="13320"/>
                  </a:cubicBezTo>
                  <a:cubicBezTo>
                    <a:pt x="17672" y="12960"/>
                    <a:pt x="17672" y="12960"/>
                    <a:pt x="17672" y="12960"/>
                  </a:cubicBezTo>
                  <a:cubicBezTo>
                    <a:pt x="17181" y="12600"/>
                    <a:pt x="17181" y="12600"/>
                    <a:pt x="17181" y="12600"/>
                  </a:cubicBezTo>
                  <a:close/>
                  <a:moveTo>
                    <a:pt x="19636" y="13320"/>
                  </a:moveTo>
                  <a:cubicBezTo>
                    <a:pt x="19636" y="13320"/>
                    <a:pt x="19636" y="13320"/>
                    <a:pt x="19636" y="13320"/>
                  </a:cubicBezTo>
                  <a:cubicBezTo>
                    <a:pt x="19636" y="13320"/>
                    <a:pt x="19636" y="13320"/>
                    <a:pt x="19636" y="13320"/>
                  </a:cubicBezTo>
                  <a:cubicBezTo>
                    <a:pt x="19636" y="13320"/>
                    <a:pt x="19636" y="13320"/>
                    <a:pt x="19636" y="13320"/>
                  </a:cubicBezTo>
                  <a:cubicBezTo>
                    <a:pt x="19636" y="13320"/>
                    <a:pt x="19636" y="13320"/>
                    <a:pt x="19636" y="13320"/>
                  </a:cubicBezTo>
                  <a:close/>
                  <a:moveTo>
                    <a:pt x="19636" y="13680"/>
                  </a:moveTo>
                  <a:cubicBezTo>
                    <a:pt x="19145" y="13680"/>
                    <a:pt x="19145" y="13680"/>
                    <a:pt x="19145" y="13680"/>
                  </a:cubicBezTo>
                  <a:cubicBezTo>
                    <a:pt x="19145" y="13680"/>
                    <a:pt x="19145" y="13680"/>
                    <a:pt x="19145" y="13680"/>
                  </a:cubicBezTo>
                  <a:cubicBezTo>
                    <a:pt x="19636" y="13680"/>
                    <a:pt x="19636" y="13680"/>
                    <a:pt x="19636" y="13680"/>
                  </a:cubicBezTo>
                  <a:cubicBezTo>
                    <a:pt x="19636" y="13680"/>
                    <a:pt x="19636" y="13680"/>
                    <a:pt x="19636" y="13680"/>
                  </a:cubicBezTo>
                  <a:close/>
                  <a:moveTo>
                    <a:pt x="19636" y="15120"/>
                  </a:moveTo>
                  <a:cubicBezTo>
                    <a:pt x="19636" y="14760"/>
                    <a:pt x="19636" y="14760"/>
                    <a:pt x="19636" y="14760"/>
                  </a:cubicBezTo>
                  <a:cubicBezTo>
                    <a:pt x="19145" y="14400"/>
                    <a:pt x="19145" y="14400"/>
                    <a:pt x="19145" y="14400"/>
                  </a:cubicBezTo>
                  <a:cubicBezTo>
                    <a:pt x="19145" y="14400"/>
                    <a:pt x="19145" y="14400"/>
                    <a:pt x="19145" y="14400"/>
                  </a:cubicBezTo>
                  <a:cubicBezTo>
                    <a:pt x="19636" y="14040"/>
                    <a:pt x="19636" y="14040"/>
                    <a:pt x="19636" y="14040"/>
                  </a:cubicBezTo>
                  <a:cubicBezTo>
                    <a:pt x="19145" y="14040"/>
                    <a:pt x="19145" y="14040"/>
                    <a:pt x="19145" y="14040"/>
                  </a:cubicBezTo>
                  <a:cubicBezTo>
                    <a:pt x="19145" y="14040"/>
                    <a:pt x="19145" y="14040"/>
                    <a:pt x="19145" y="14040"/>
                  </a:cubicBezTo>
                  <a:cubicBezTo>
                    <a:pt x="19145" y="14400"/>
                    <a:pt x="19145" y="14400"/>
                    <a:pt x="19145" y="14400"/>
                  </a:cubicBezTo>
                  <a:cubicBezTo>
                    <a:pt x="19145" y="14760"/>
                    <a:pt x="19145" y="14760"/>
                    <a:pt x="19145" y="14760"/>
                  </a:cubicBezTo>
                  <a:cubicBezTo>
                    <a:pt x="19145" y="14760"/>
                    <a:pt x="19145" y="14760"/>
                    <a:pt x="19145" y="14760"/>
                  </a:cubicBezTo>
                  <a:cubicBezTo>
                    <a:pt x="19145" y="15120"/>
                    <a:pt x="19145" y="15120"/>
                    <a:pt x="19145" y="15120"/>
                  </a:cubicBezTo>
                  <a:cubicBezTo>
                    <a:pt x="19636" y="15120"/>
                    <a:pt x="19636" y="15120"/>
                    <a:pt x="19636" y="15120"/>
                  </a:cubicBezTo>
                  <a:close/>
                  <a:moveTo>
                    <a:pt x="20127" y="15120"/>
                  </a:moveTo>
                  <a:cubicBezTo>
                    <a:pt x="20127" y="15480"/>
                    <a:pt x="20127" y="15480"/>
                    <a:pt x="20127" y="15480"/>
                  </a:cubicBezTo>
                  <a:cubicBezTo>
                    <a:pt x="20127" y="15480"/>
                    <a:pt x="20127" y="15480"/>
                    <a:pt x="20127" y="15480"/>
                  </a:cubicBezTo>
                  <a:cubicBezTo>
                    <a:pt x="20127" y="15120"/>
                    <a:pt x="20127" y="15120"/>
                    <a:pt x="20127" y="15120"/>
                  </a:cubicBezTo>
                  <a:cubicBezTo>
                    <a:pt x="20127" y="15120"/>
                    <a:pt x="20127" y="15120"/>
                    <a:pt x="20127" y="15120"/>
                  </a:cubicBezTo>
                  <a:close/>
                  <a:moveTo>
                    <a:pt x="20127" y="14400"/>
                  </a:moveTo>
                  <a:cubicBezTo>
                    <a:pt x="20127" y="14760"/>
                    <a:pt x="20127" y="14760"/>
                    <a:pt x="20127" y="14760"/>
                  </a:cubicBezTo>
                  <a:cubicBezTo>
                    <a:pt x="20127" y="15120"/>
                    <a:pt x="20127" y="15120"/>
                    <a:pt x="20127" y="15120"/>
                  </a:cubicBezTo>
                  <a:cubicBezTo>
                    <a:pt x="20127" y="15120"/>
                    <a:pt x="20127" y="15120"/>
                    <a:pt x="20127" y="15120"/>
                  </a:cubicBezTo>
                  <a:cubicBezTo>
                    <a:pt x="20618" y="15120"/>
                    <a:pt x="20618" y="15120"/>
                    <a:pt x="20618" y="15120"/>
                  </a:cubicBezTo>
                  <a:cubicBezTo>
                    <a:pt x="20618" y="14760"/>
                    <a:pt x="20618" y="14760"/>
                    <a:pt x="20618" y="14760"/>
                  </a:cubicBezTo>
                  <a:cubicBezTo>
                    <a:pt x="20127" y="14400"/>
                    <a:pt x="20127" y="14400"/>
                    <a:pt x="20127" y="14400"/>
                  </a:cubicBezTo>
                  <a:close/>
                  <a:moveTo>
                    <a:pt x="11781" y="19440"/>
                  </a:moveTo>
                  <a:cubicBezTo>
                    <a:pt x="11290" y="19080"/>
                    <a:pt x="11290" y="19080"/>
                    <a:pt x="11290" y="19080"/>
                  </a:cubicBezTo>
                  <a:cubicBezTo>
                    <a:pt x="11781" y="18720"/>
                    <a:pt x="11781" y="18720"/>
                    <a:pt x="11781" y="18720"/>
                  </a:cubicBezTo>
                  <a:cubicBezTo>
                    <a:pt x="11781" y="18360"/>
                    <a:pt x="11781" y="18360"/>
                    <a:pt x="11781" y="18360"/>
                  </a:cubicBezTo>
                  <a:cubicBezTo>
                    <a:pt x="11781" y="18360"/>
                    <a:pt x="11781" y="18360"/>
                    <a:pt x="11781" y="18360"/>
                  </a:cubicBezTo>
                  <a:cubicBezTo>
                    <a:pt x="12272" y="18000"/>
                    <a:pt x="12272" y="18000"/>
                    <a:pt x="12272" y="18000"/>
                  </a:cubicBezTo>
                  <a:cubicBezTo>
                    <a:pt x="12272" y="18000"/>
                    <a:pt x="12272" y="18000"/>
                    <a:pt x="12272" y="18000"/>
                  </a:cubicBezTo>
                  <a:cubicBezTo>
                    <a:pt x="12763" y="17640"/>
                    <a:pt x="12763" y="17640"/>
                    <a:pt x="12763" y="17640"/>
                  </a:cubicBezTo>
                  <a:cubicBezTo>
                    <a:pt x="13254" y="17640"/>
                    <a:pt x="13254" y="17640"/>
                    <a:pt x="13254" y="17640"/>
                  </a:cubicBezTo>
                  <a:cubicBezTo>
                    <a:pt x="13745" y="17640"/>
                    <a:pt x="13745" y="17640"/>
                    <a:pt x="13745" y="17640"/>
                  </a:cubicBezTo>
                  <a:cubicBezTo>
                    <a:pt x="13745" y="17280"/>
                    <a:pt x="13745" y="17280"/>
                    <a:pt x="13745" y="17280"/>
                  </a:cubicBezTo>
                  <a:cubicBezTo>
                    <a:pt x="13745" y="17280"/>
                    <a:pt x="13745" y="17280"/>
                    <a:pt x="13745" y="17280"/>
                  </a:cubicBezTo>
                  <a:cubicBezTo>
                    <a:pt x="14236" y="16920"/>
                    <a:pt x="14236" y="16920"/>
                    <a:pt x="14236" y="16920"/>
                  </a:cubicBezTo>
                  <a:cubicBezTo>
                    <a:pt x="14727" y="16560"/>
                    <a:pt x="14727" y="16560"/>
                    <a:pt x="14727" y="16560"/>
                  </a:cubicBezTo>
                  <a:cubicBezTo>
                    <a:pt x="14727" y="16560"/>
                    <a:pt x="14727" y="16560"/>
                    <a:pt x="14727" y="16560"/>
                  </a:cubicBezTo>
                  <a:cubicBezTo>
                    <a:pt x="15709" y="16920"/>
                    <a:pt x="15709" y="16920"/>
                    <a:pt x="15709" y="16920"/>
                  </a:cubicBezTo>
                  <a:cubicBezTo>
                    <a:pt x="15709" y="17640"/>
                    <a:pt x="15709" y="17640"/>
                    <a:pt x="15709" y="17640"/>
                  </a:cubicBezTo>
                  <a:cubicBezTo>
                    <a:pt x="15218" y="18000"/>
                    <a:pt x="15218" y="18000"/>
                    <a:pt x="15218" y="18000"/>
                  </a:cubicBezTo>
                  <a:cubicBezTo>
                    <a:pt x="15218" y="17640"/>
                    <a:pt x="15218" y="17640"/>
                    <a:pt x="15218" y="17640"/>
                  </a:cubicBezTo>
                  <a:cubicBezTo>
                    <a:pt x="15709" y="17640"/>
                    <a:pt x="15709" y="17640"/>
                    <a:pt x="15709" y="17640"/>
                  </a:cubicBezTo>
                  <a:cubicBezTo>
                    <a:pt x="16200" y="17640"/>
                    <a:pt x="16200" y="17640"/>
                    <a:pt x="16200" y="17640"/>
                  </a:cubicBezTo>
                  <a:cubicBezTo>
                    <a:pt x="16690" y="16920"/>
                    <a:pt x="16690" y="16920"/>
                    <a:pt x="16690" y="16920"/>
                  </a:cubicBezTo>
                  <a:cubicBezTo>
                    <a:pt x="17181" y="16920"/>
                    <a:pt x="17181" y="16920"/>
                    <a:pt x="17181" y="16920"/>
                  </a:cubicBezTo>
                  <a:cubicBezTo>
                    <a:pt x="17181" y="17280"/>
                    <a:pt x="17181" y="17280"/>
                    <a:pt x="17181" y="17280"/>
                  </a:cubicBezTo>
                  <a:cubicBezTo>
                    <a:pt x="17672" y="16920"/>
                    <a:pt x="17672" y="16920"/>
                    <a:pt x="17672" y="16920"/>
                  </a:cubicBezTo>
                  <a:cubicBezTo>
                    <a:pt x="17672" y="16920"/>
                    <a:pt x="17672" y="16920"/>
                    <a:pt x="17672" y="16920"/>
                  </a:cubicBezTo>
                  <a:cubicBezTo>
                    <a:pt x="17181" y="16920"/>
                    <a:pt x="17181" y="16920"/>
                    <a:pt x="17181" y="16920"/>
                  </a:cubicBezTo>
                  <a:cubicBezTo>
                    <a:pt x="17672" y="16200"/>
                    <a:pt x="17672" y="16200"/>
                    <a:pt x="17672" y="16200"/>
                  </a:cubicBezTo>
                  <a:cubicBezTo>
                    <a:pt x="18163" y="16200"/>
                    <a:pt x="18163" y="16200"/>
                    <a:pt x="18163" y="16200"/>
                  </a:cubicBezTo>
                  <a:cubicBezTo>
                    <a:pt x="18163" y="16560"/>
                    <a:pt x="18163" y="16560"/>
                    <a:pt x="18163" y="16560"/>
                  </a:cubicBezTo>
                  <a:cubicBezTo>
                    <a:pt x="18654" y="16200"/>
                    <a:pt x="18654" y="16200"/>
                    <a:pt x="18654" y="16200"/>
                  </a:cubicBezTo>
                  <a:cubicBezTo>
                    <a:pt x="18654" y="15840"/>
                    <a:pt x="18654" y="15840"/>
                    <a:pt x="18654" y="15840"/>
                  </a:cubicBezTo>
                  <a:cubicBezTo>
                    <a:pt x="18654" y="15840"/>
                    <a:pt x="18654" y="15840"/>
                    <a:pt x="18654" y="15840"/>
                  </a:cubicBezTo>
                  <a:cubicBezTo>
                    <a:pt x="19145" y="16200"/>
                    <a:pt x="19145" y="16200"/>
                    <a:pt x="19145" y="16200"/>
                  </a:cubicBezTo>
                  <a:cubicBezTo>
                    <a:pt x="19145" y="15840"/>
                    <a:pt x="19145" y="15840"/>
                    <a:pt x="19145" y="15840"/>
                  </a:cubicBezTo>
                  <a:cubicBezTo>
                    <a:pt x="18654" y="15480"/>
                    <a:pt x="18654" y="15480"/>
                    <a:pt x="18654" y="15480"/>
                  </a:cubicBezTo>
                  <a:cubicBezTo>
                    <a:pt x="18654" y="15120"/>
                    <a:pt x="18654" y="15120"/>
                    <a:pt x="18654" y="15120"/>
                  </a:cubicBezTo>
                  <a:cubicBezTo>
                    <a:pt x="19145" y="15120"/>
                    <a:pt x="19145" y="15120"/>
                    <a:pt x="19145" y="15120"/>
                  </a:cubicBezTo>
                  <a:cubicBezTo>
                    <a:pt x="19145" y="15120"/>
                    <a:pt x="19145" y="15120"/>
                    <a:pt x="19145" y="15120"/>
                  </a:cubicBezTo>
                  <a:cubicBezTo>
                    <a:pt x="19636" y="15480"/>
                    <a:pt x="19636" y="15480"/>
                    <a:pt x="19636" y="15480"/>
                  </a:cubicBezTo>
                  <a:cubicBezTo>
                    <a:pt x="20127" y="15840"/>
                    <a:pt x="20127" y="15840"/>
                    <a:pt x="20127" y="15840"/>
                  </a:cubicBezTo>
                  <a:cubicBezTo>
                    <a:pt x="20618" y="15840"/>
                    <a:pt x="20618" y="15840"/>
                    <a:pt x="20618" y="15840"/>
                  </a:cubicBezTo>
                  <a:cubicBezTo>
                    <a:pt x="20618" y="15840"/>
                    <a:pt x="20618" y="15840"/>
                    <a:pt x="20618" y="15840"/>
                  </a:cubicBezTo>
                  <a:cubicBezTo>
                    <a:pt x="20618" y="15840"/>
                    <a:pt x="20618" y="15840"/>
                    <a:pt x="20618" y="15840"/>
                  </a:cubicBezTo>
                  <a:cubicBezTo>
                    <a:pt x="21109" y="16200"/>
                    <a:pt x="21109" y="16200"/>
                    <a:pt x="21109" y="16200"/>
                  </a:cubicBezTo>
                  <a:cubicBezTo>
                    <a:pt x="21109" y="16560"/>
                    <a:pt x="21109" y="16560"/>
                    <a:pt x="21109" y="16560"/>
                  </a:cubicBezTo>
                  <a:cubicBezTo>
                    <a:pt x="20618" y="16560"/>
                    <a:pt x="20618" y="16560"/>
                    <a:pt x="20618" y="16560"/>
                  </a:cubicBezTo>
                  <a:cubicBezTo>
                    <a:pt x="20618" y="16920"/>
                    <a:pt x="20618" y="16920"/>
                    <a:pt x="20618" y="16920"/>
                  </a:cubicBezTo>
                  <a:cubicBezTo>
                    <a:pt x="21109" y="16920"/>
                    <a:pt x="21109" y="16920"/>
                    <a:pt x="21109" y="16920"/>
                  </a:cubicBezTo>
                  <a:cubicBezTo>
                    <a:pt x="21109" y="16920"/>
                    <a:pt x="21109" y="16920"/>
                    <a:pt x="21109" y="16920"/>
                  </a:cubicBezTo>
                  <a:cubicBezTo>
                    <a:pt x="21109" y="17280"/>
                    <a:pt x="21109" y="17280"/>
                    <a:pt x="21109" y="17280"/>
                  </a:cubicBezTo>
                  <a:cubicBezTo>
                    <a:pt x="21109" y="17640"/>
                    <a:pt x="21109" y="17640"/>
                    <a:pt x="21109" y="17640"/>
                  </a:cubicBezTo>
                  <a:cubicBezTo>
                    <a:pt x="21109" y="17280"/>
                    <a:pt x="21109" y="17280"/>
                    <a:pt x="21109" y="17280"/>
                  </a:cubicBezTo>
                  <a:cubicBezTo>
                    <a:pt x="21109" y="17640"/>
                    <a:pt x="21109" y="17640"/>
                    <a:pt x="21109" y="17640"/>
                  </a:cubicBezTo>
                  <a:cubicBezTo>
                    <a:pt x="21109" y="18000"/>
                    <a:pt x="21109" y="18000"/>
                    <a:pt x="21109" y="18000"/>
                  </a:cubicBezTo>
                  <a:cubicBezTo>
                    <a:pt x="21599" y="18360"/>
                    <a:pt x="21599" y="18360"/>
                    <a:pt x="21599" y="18360"/>
                  </a:cubicBezTo>
                  <a:cubicBezTo>
                    <a:pt x="21599" y="18720"/>
                    <a:pt x="21599" y="18720"/>
                    <a:pt x="21599" y="18720"/>
                  </a:cubicBezTo>
                  <a:cubicBezTo>
                    <a:pt x="21599" y="19080"/>
                    <a:pt x="21599" y="19080"/>
                    <a:pt x="21599" y="19080"/>
                  </a:cubicBezTo>
                  <a:cubicBezTo>
                    <a:pt x="21599" y="19440"/>
                    <a:pt x="21599" y="19440"/>
                    <a:pt x="21599" y="19440"/>
                  </a:cubicBezTo>
                  <a:cubicBezTo>
                    <a:pt x="21599" y="19440"/>
                    <a:pt x="21599" y="19440"/>
                    <a:pt x="21599" y="19440"/>
                  </a:cubicBezTo>
                  <a:cubicBezTo>
                    <a:pt x="21599" y="19440"/>
                    <a:pt x="21599" y="19440"/>
                    <a:pt x="21599" y="19440"/>
                  </a:cubicBezTo>
                  <a:cubicBezTo>
                    <a:pt x="21109" y="19440"/>
                    <a:pt x="21109" y="19440"/>
                    <a:pt x="21109" y="19440"/>
                  </a:cubicBezTo>
                  <a:cubicBezTo>
                    <a:pt x="21109" y="19440"/>
                    <a:pt x="21109" y="19440"/>
                    <a:pt x="21109" y="19440"/>
                  </a:cubicBezTo>
                  <a:cubicBezTo>
                    <a:pt x="21109" y="19440"/>
                    <a:pt x="21109" y="19440"/>
                    <a:pt x="21109" y="19440"/>
                  </a:cubicBezTo>
                  <a:cubicBezTo>
                    <a:pt x="21109" y="20159"/>
                    <a:pt x="21109" y="20159"/>
                    <a:pt x="21109" y="20159"/>
                  </a:cubicBezTo>
                  <a:cubicBezTo>
                    <a:pt x="21109" y="20159"/>
                    <a:pt x="21109" y="20159"/>
                    <a:pt x="21109" y="20159"/>
                  </a:cubicBezTo>
                  <a:cubicBezTo>
                    <a:pt x="21109" y="20520"/>
                    <a:pt x="21109" y="20520"/>
                    <a:pt x="21109" y="20520"/>
                  </a:cubicBezTo>
                  <a:cubicBezTo>
                    <a:pt x="21109" y="20159"/>
                    <a:pt x="21109" y="20159"/>
                    <a:pt x="21109" y="20159"/>
                  </a:cubicBezTo>
                  <a:cubicBezTo>
                    <a:pt x="20618" y="19800"/>
                    <a:pt x="20618" y="19800"/>
                    <a:pt x="20618" y="19800"/>
                  </a:cubicBezTo>
                  <a:cubicBezTo>
                    <a:pt x="20618" y="19800"/>
                    <a:pt x="20618" y="19800"/>
                    <a:pt x="20618" y="19800"/>
                  </a:cubicBezTo>
                  <a:cubicBezTo>
                    <a:pt x="20618" y="19440"/>
                    <a:pt x="20618" y="19440"/>
                    <a:pt x="20618" y="19440"/>
                  </a:cubicBezTo>
                  <a:cubicBezTo>
                    <a:pt x="20618" y="19080"/>
                    <a:pt x="20618" y="19080"/>
                    <a:pt x="20618" y="19080"/>
                  </a:cubicBezTo>
                  <a:cubicBezTo>
                    <a:pt x="20127" y="18720"/>
                    <a:pt x="20127" y="18720"/>
                    <a:pt x="20127" y="18720"/>
                  </a:cubicBezTo>
                  <a:cubicBezTo>
                    <a:pt x="19636" y="19080"/>
                    <a:pt x="19636" y="19080"/>
                    <a:pt x="19636" y="19080"/>
                  </a:cubicBezTo>
                  <a:cubicBezTo>
                    <a:pt x="19145" y="19440"/>
                    <a:pt x="19145" y="19440"/>
                    <a:pt x="19145" y="19440"/>
                  </a:cubicBezTo>
                  <a:cubicBezTo>
                    <a:pt x="19145" y="19800"/>
                    <a:pt x="19145" y="19800"/>
                    <a:pt x="19145" y="19800"/>
                  </a:cubicBezTo>
                  <a:cubicBezTo>
                    <a:pt x="19636" y="20159"/>
                    <a:pt x="19636" y="20159"/>
                    <a:pt x="19636" y="20159"/>
                  </a:cubicBezTo>
                  <a:cubicBezTo>
                    <a:pt x="19636" y="20520"/>
                    <a:pt x="19636" y="20520"/>
                    <a:pt x="19636" y="20520"/>
                  </a:cubicBezTo>
                  <a:cubicBezTo>
                    <a:pt x="20127" y="20520"/>
                    <a:pt x="20127" y="20520"/>
                    <a:pt x="20127" y="20520"/>
                  </a:cubicBezTo>
                  <a:cubicBezTo>
                    <a:pt x="20127" y="20880"/>
                    <a:pt x="20127" y="20880"/>
                    <a:pt x="20127" y="20880"/>
                  </a:cubicBezTo>
                  <a:cubicBezTo>
                    <a:pt x="19145" y="21240"/>
                    <a:pt x="19145" y="21240"/>
                    <a:pt x="19145" y="21240"/>
                  </a:cubicBezTo>
                  <a:cubicBezTo>
                    <a:pt x="19145" y="21600"/>
                    <a:pt x="19145" y="21600"/>
                    <a:pt x="19145" y="21600"/>
                  </a:cubicBezTo>
                  <a:cubicBezTo>
                    <a:pt x="19145" y="21240"/>
                    <a:pt x="19145" y="21240"/>
                    <a:pt x="19145" y="21240"/>
                  </a:cubicBezTo>
                  <a:cubicBezTo>
                    <a:pt x="18654" y="21240"/>
                    <a:pt x="18654" y="21240"/>
                    <a:pt x="18654" y="21240"/>
                  </a:cubicBezTo>
                  <a:cubicBezTo>
                    <a:pt x="19145" y="20880"/>
                    <a:pt x="19145" y="20880"/>
                    <a:pt x="19145" y="20880"/>
                  </a:cubicBezTo>
                  <a:cubicBezTo>
                    <a:pt x="18654" y="20880"/>
                    <a:pt x="18654" y="20880"/>
                    <a:pt x="18654" y="20880"/>
                  </a:cubicBezTo>
                  <a:cubicBezTo>
                    <a:pt x="18654" y="20880"/>
                    <a:pt x="18654" y="20880"/>
                    <a:pt x="18654" y="20880"/>
                  </a:cubicBezTo>
                  <a:cubicBezTo>
                    <a:pt x="18654" y="21240"/>
                    <a:pt x="18654" y="21240"/>
                    <a:pt x="18654" y="21240"/>
                  </a:cubicBezTo>
                  <a:cubicBezTo>
                    <a:pt x="18163" y="21240"/>
                    <a:pt x="18163" y="21240"/>
                    <a:pt x="18163" y="21240"/>
                  </a:cubicBezTo>
                  <a:cubicBezTo>
                    <a:pt x="17672" y="21240"/>
                    <a:pt x="17672" y="21240"/>
                    <a:pt x="17672" y="21240"/>
                  </a:cubicBezTo>
                  <a:cubicBezTo>
                    <a:pt x="17181" y="20880"/>
                    <a:pt x="17181" y="20880"/>
                    <a:pt x="17181" y="20880"/>
                  </a:cubicBezTo>
                  <a:cubicBezTo>
                    <a:pt x="16690" y="20880"/>
                    <a:pt x="16690" y="20880"/>
                    <a:pt x="16690" y="20880"/>
                  </a:cubicBezTo>
                  <a:cubicBezTo>
                    <a:pt x="16690" y="20520"/>
                    <a:pt x="16690" y="20520"/>
                    <a:pt x="16690" y="20520"/>
                  </a:cubicBezTo>
                  <a:cubicBezTo>
                    <a:pt x="16200" y="20159"/>
                    <a:pt x="16200" y="20159"/>
                    <a:pt x="16200" y="20159"/>
                  </a:cubicBezTo>
                  <a:cubicBezTo>
                    <a:pt x="16200" y="20159"/>
                    <a:pt x="16200" y="20159"/>
                    <a:pt x="16200" y="20159"/>
                  </a:cubicBezTo>
                  <a:cubicBezTo>
                    <a:pt x="16200" y="19800"/>
                    <a:pt x="16200" y="19800"/>
                    <a:pt x="16200" y="19800"/>
                  </a:cubicBezTo>
                  <a:cubicBezTo>
                    <a:pt x="16200" y="19800"/>
                    <a:pt x="16200" y="19800"/>
                    <a:pt x="16200" y="19800"/>
                  </a:cubicBezTo>
                  <a:cubicBezTo>
                    <a:pt x="15709" y="19440"/>
                    <a:pt x="15709" y="19440"/>
                    <a:pt x="15709" y="19440"/>
                  </a:cubicBezTo>
                  <a:cubicBezTo>
                    <a:pt x="16200" y="19440"/>
                    <a:pt x="16200" y="19440"/>
                    <a:pt x="16200" y="19440"/>
                  </a:cubicBezTo>
                  <a:cubicBezTo>
                    <a:pt x="16200" y="19080"/>
                    <a:pt x="16200" y="19080"/>
                    <a:pt x="16200" y="19080"/>
                  </a:cubicBezTo>
                  <a:cubicBezTo>
                    <a:pt x="16200" y="19080"/>
                    <a:pt x="16200" y="19080"/>
                    <a:pt x="16200" y="19080"/>
                  </a:cubicBezTo>
                  <a:cubicBezTo>
                    <a:pt x="16690" y="19080"/>
                    <a:pt x="16690" y="19080"/>
                    <a:pt x="16690" y="19080"/>
                  </a:cubicBezTo>
                  <a:cubicBezTo>
                    <a:pt x="16200" y="19080"/>
                    <a:pt x="16200" y="19080"/>
                    <a:pt x="16200" y="19080"/>
                  </a:cubicBezTo>
                  <a:cubicBezTo>
                    <a:pt x="16200" y="18720"/>
                    <a:pt x="16200" y="18720"/>
                    <a:pt x="16200" y="18720"/>
                  </a:cubicBezTo>
                  <a:cubicBezTo>
                    <a:pt x="15709" y="18360"/>
                    <a:pt x="15709" y="18360"/>
                    <a:pt x="15709" y="18360"/>
                  </a:cubicBezTo>
                  <a:cubicBezTo>
                    <a:pt x="15218" y="18360"/>
                    <a:pt x="15218" y="18360"/>
                    <a:pt x="15218" y="18360"/>
                  </a:cubicBezTo>
                  <a:cubicBezTo>
                    <a:pt x="15218" y="18360"/>
                    <a:pt x="15218" y="18360"/>
                    <a:pt x="15218" y="18360"/>
                  </a:cubicBezTo>
                  <a:cubicBezTo>
                    <a:pt x="14727" y="18360"/>
                    <a:pt x="14727" y="18360"/>
                    <a:pt x="14727" y="18360"/>
                  </a:cubicBezTo>
                  <a:cubicBezTo>
                    <a:pt x="14727" y="18360"/>
                    <a:pt x="14727" y="18360"/>
                    <a:pt x="14727" y="18360"/>
                  </a:cubicBezTo>
                  <a:cubicBezTo>
                    <a:pt x="14727" y="18360"/>
                    <a:pt x="14727" y="18360"/>
                    <a:pt x="14727" y="18360"/>
                  </a:cubicBezTo>
                  <a:cubicBezTo>
                    <a:pt x="14727" y="18720"/>
                    <a:pt x="14727" y="18720"/>
                    <a:pt x="14727" y="18720"/>
                  </a:cubicBezTo>
                  <a:cubicBezTo>
                    <a:pt x="14727" y="18720"/>
                    <a:pt x="14727" y="18720"/>
                    <a:pt x="14727" y="18720"/>
                  </a:cubicBezTo>
                  <a:cubicBezTo>
                    <a:pt x="14727" y="18720"/>
                    <a:pt x="14727" y="18720"/>
                    <a:pt x="14727" y="18720"/>
                  </a:cubicBezTo>
                  <a:cubicBezTo>
                    <a:pt x="14236" y="18720"/>
                    <a:pt x="14236" y="18720"/>
                    <a:pt x="14236" y="18720"/>
                  </a:cubicBezTo>
                  <a:cubicBezTo>
                    <a:pt x="14236" y="18720"/>
                    <a:pt x="14236" y="18720"/>
                    <a:pt x="14236" y="18720"/>
                  </a:cubicBezTo>
                  <a:cubicBezTo>
                    <a:pt x="14236" y="18360"/>
                    <a:pt x="14236" y="18360"/>
                    <a:pt x="14236" y="18360"/>
                  </a:cubicBezTo>
                  <a:cubicBezTo>
                    <a:pt x="13745" y="18360"/>
                    <a:pt x="13745" y="18360"/>
                    <a:pt x="13745" y="18360"/>
                  </a:cubicBezTo>
                  <a:cubicBezTo>
                    <a:pt x="13745" y="18360"/>
                    <a:pt x="13745" y="18360"/>
                    <a:pt x="13745" y="18360"/>
                  </a:cubicBezTo>
                  <a:cubicBezTo>
                    <a:pt x="13745" y="18720"/>
                    <a:pt x="13745" y="18720"/>
                    <a:pt x="13745" y="18720"/>
                  </a:cubicBezTo>
                  <a:cubicBezTo>
                    <a:pt x="13745" y="18720"/>
                    <a:pt x="13745" y="18720"/>
                    <a:pt x="13745" y="18720"/>
                  </a:cubicBezTo>
                  <a:cubicBezTo>
                    <a:pt x="13254" y="18720"/>
                    <a:pt x="13254" y="18720"/>
                    <a:pt x="13254" y="18720"/>
                  </a:cubicBezTo>
                  <a:cubicBezTo>
                    <a:pt x="13254" y="18720"/>
                    <a:pt x="13254" y="18720"/>
                    <a:pt x="13254" y="18720"/>
                  </a:cubicBezTo>
                  <a:cubicBezTo>
                    <a:pt x="13254" y="18360"/>
                    <a:pt x="13254" y="18360"/>
                    <a:pt x="13254" y="18360"/>
                  </a:cubicBezTo>
                  <a:cubicBezTo>
                    <a:pt x="13254" y="18360"/>
                    <a:pt x="13254" y="18360"/>
                    <a:pt x="13254" y="18360"/>
                  </a:cubicBezTo>
                  <a:cubicBezTo>
                    <a:pt x="12763" y="18360"/>
                    <a:pt x="12763" y="18360"/>
                    <a:pt x="12763" y="18360"/>
                  </a:cubicBezTo>
                  <a:cubicBezTo>
                    <a:pt x="12763" y="18720"/>
                    <a:pt x="12763" y="18720"/>
                    <a:pt x="12763" y="18720"/>
                  </a:cubicBezTo>
                  <a:cubicBezTo>
                    <a:pt x="12272" y="18720"/>
                    <a:pt x="12272" y="18720"/>
                    <a:pt x="12272" y="18720"/>
                  </a:cubicBezTo>
                  <a:cubicBezTo>
                    <a:pt x="11781" y="19440"/>
                    <a:pt x="11781" y="19440"/>
                    <a:pt x="11781" y="19440"/>
                  </a:cubicBezTo>
                  <a:cubicBezTo>
                    <a:pt x="11781" y="19440"/>
                    <a:pt x="11781" y="19440"/>
                    <a:pt x="11781" y="19440"/>
                  </a:cubicBezTo>
                  <a:close/>
                  <a:moveTo>
                    <a:pt x="11290" y="19800"/>
                  </a:moveTo>
                  <a:cubicBezTo>
                    <a:pt x="11290" y="20159"/>
                    <a:pt x="11290" y="20159"/>
                    <a:pt x="11290" y="20159"/>
                  </a:cubicBezTo>
                  <a:cubicBezTo>
                    <a:pt x="11290" y="20159"/>
                    <a:pt x="11290" y="20159"/>
                    <a:pt x="11290" y="20159"/>
                  </a:cubicBezTo>
                  <a:cubicBezTo>
                    <a:pt x="11781" y="20520"/>
                    <a:pt x="11781" y="20520"/>
                    <a:pt x="11781" y="20520"/>
                  </a:cubicBezTo>
                  <a:cubicBezTo>
                    <a:pt x="12272" y="20159"/>
                    <a:pt x="12272" y="20159"/>
                    <a:pt x="12272" y="20159"/>
                  </a:cubicBezTo>
                  <a:cubicBezTo>
                    <a:pt x="12272" y="19800"/>
                    <a:pt x="12272" y="19800"/>
                    <a:pt x="12272" y="19800"/>
                  </a:cubicBezTo>
                  <a:cubicBezTo>
                    <a:pt x="11781" y="19800"/>
                    <a:pt x="11781" y="19800"/>
                    <a:pt x="11781" y="19800"/>
                  </a:cubicBezTo>
                  <a:cubicBezTo>
                    <a:pt x="11781" y="19800"/>
                    <a:pt x="11781" y="19800"/>
                    <a:pt x="11781" y="19800"/>
                  </a:cubicBezTo>
                  <a:cubicBezTo>
                    <a:pt x="11290" y="19800"/>
                    <a:pt x="11290" y="19800"/>
                    <a:pt x="11290" y="19800"/>
                  </a:cubicBezTo>
                  <a:cubicBezTo>
                    <a:pt x="11290" y="19800"/>
                    <a:pt x="11290" y="19800"/>
                    <a:pt x="11290" y="19800"/>
                  </a:cubicBezTo>
                  <a:close/>
                  <a:moveTo>
                    <a:pt x="6381" y="11520"/>
                  </a:moveTo>
                  <a:cubicBezTo>
                    <a:pt x="5890" y="11520"/>
                    <a:pt x="5890" y="11520"/>
                    <a:pt x="5890" y="11520"/>
                  </a:cubicBezTo>
                  <a:cubicBezTo>
                    <a:pt x="5890" y="11160"/>
                    <a:pt x="5890" y="11160"/>
                    <a:pt x="5890" y="11160"/>
                  </a:cubicBezTo>
                  <a:cubicBezTo>
                    <a:pt x="5890" y="11160"/>
                    <a:pt x="5890" y="11160"/>
                    <a:pt x="5890" y="11160"/>
                  </a:cubicBezTo>
                  <a:cubicBezTo>
                    <a:pt x="6381" y="11160"/>
                    <a:pt x="6381" y="11160"/>
                    <a:pt x="6381" y="11160"/>
                  </a:cubicBezTo>
                  <a:cubicBezTo>
                    <a:pt x="6381" y="11520"/>
                    <a:pt x="6381" y="11520"/>
                    <a:pt x="6381" y="11520"/>
                  </a:cubicBezTo>
                  <a:cubicBezTo>
                    <a:pt x="6872" y="11520"/>
                    <a:pt x="6872" y="11520"/>
                    <a:pt x="6872" y="11520"/>
                  </a:cubicBezTo>
                  <a:cubicBezTo>
                    <a:pt x="6872" y="11520"/>
                    <a:pt x="6872" y="11520"/>
                    <a:pt x="6872" y="11520"/>
                  </a:cubicBezTo>
                  <a:cubicBezTo>
                    <a:pt x="6872" y="11880"/>
                    <a:pt x="6872" y="11880"/>
                    <a:pt x="6872" y="11880"/>
                  </a:cubicBezTo>
                  <a:cubicBezTo>
                    <a:pt x="6872" y="11520"/>
                    <a:pt x="6872" y="11520"/>
                    <a:pt x="6872" y="11520"/>
                  </a:cubicBezTo>
                  <a:cubicBezTo>
                    <a:pt x="6381" y="11520"/>
                    <a:pt x="6381" y="11520"/>
                    <a:pt x="6381" y="11520"/>
                  </a:cubicBezTo>
                  <a:close/>
                  <a:moveTo>
                    <a:pt x="5890" y="11880"/>
                  </a:moveTo>
                  <a:cubicBezTo>
                    <a:pt x="6381" y="11880"/>
                    <a:pt x="6381" y="11880"/>
                    <a:pt x="6381" y="11880"/>
                  </a:cubicBezTo>
                  <a:cubicBezTo>
                    <a:pt x="6381" y="11880"/>
                    <a:pt x="6381" y="11880"/>
                    <a:pt x="6381" y="11880"/>
                  </a:cubicBezTo>
                  <a:cubicBezTo>
                    <a:pt x="6381" y="12240"/>
                    <a:pt x="6381" y="12240"/>
                    <a:pt x="6381" y="12240"/>
                  </a:cubicBezTo>
                  <a:cubicBezTo>
                    <a:pt x="6381" y="12240"/>
                    <a:pt x="6381" y="12240"/>
                    <a:pt x="6381" y="12240"/>
                  </a:cubicBezTo>
                  <a:cubicBezTo>
                    <a:pt x="5890" y="12240"/>
                    <a:pt x="5890" y="12240"/>
                    <a:pt x="5890" y="12240"/>
                  </a:cubicBezTo>
                  <a:cubicBezTo>
                    <a:pt x="5890" y="11880"/>
                    <a:pt x="5890" y="11880"/>
                    <a:pt x="5890" y="11880"/>
                  </a:cubicBezTo>
                  <a:cubicBezTo>
                    <a:pt x="5890" y="11880"/>
                    <a:pt x="5890" y="11880"/>
                    <a:pt x="5890" y="11880"/>
                  </a:cubicBezTo>
                  <a:close/>
                  <a:moveTo>
                    <a:pt x="6381" y="14040"/>
                  </a:moveTo>
                  <a:cubicBezTo>
                    <a:pt x="6381" y="13680"/>
                    <a:pt x="6381" y="13680"/>
                    <a:pt x="6381" y="13680"/>
                  </a:cubicBezTo>
                  <a:cubicBezTo>
                    <a:pt x="6381" y="13680"/>
                    <a:pt x="6381" y="13680"/>
                    <a:pt x="6381" y="13680"/>
                  </a:cubicBezTo>
                  <a:cubicBezTo>
                    <a:pt x="6381" y="13680"/>
                    <a:pt x="6381" y="13680"/>
                    <a:pt x="6381" y="13680"/>
                  </a:cubicBezTo>
                  <a:cubicBezTo>
                    <a:pt x="6872" y="14040"/>
                    <a:pt x="6872" y="14040"/>
                    <a:pt x="6872" y="14040"/>
                  </a:cubicBezTo>
                  <a:cubicBezTo>
                    <a:pt x="6872" y="14040"/>
                    <a:pt x="6872" y="14040"/>
                    <a:pt x="6872" y="14040"/>
                  </a:cubicBezTo>
                  <a:cubicBezTo>
                    <a:pt x="6381" y="14040"/>
                    <a:pt x="6381" y="14040"/>
                    <a:pt x="6381" y="14040"/>
                  </a:cubicBezTo>
                  <a:cubicBezTo>
                    <a:pt x="5890" y="14040"/>
                    <a:pt x="5890" y="14040"/>
                    <a:pt x="5890" y="14040"/>
                  </a:cubicBezTo>
                  <a:cubicBezTo>
                    <a:pt x="6381" y="14040"/>
                    <a:pt x="6381" y="14040"/>
                    <a:pt x="6381" y="14040"/>
                  </a:cubicBezTo>
                  <a:close/>
                  <a:moveTo>
                    <a:pt x="981" y="17280"/>
                  </a:moveTo>
                  <a:cubicBezTo>
                    <a:pt x="1472" y="16920"/>
                    <a:pt x="1472" y="16920"/>
                    <a:pt x="1472" y="16920"/>
                  </a:cubicBezTo>
                  <a:cubicBezTo>
                    <a:pt x="1472" y="16920"/>
                    <a:pt x="1472" y="16920"/>
                    <a:pt x="1472" y="16920"/>
                  </a:cubicBezTo>
                  <a:cubicBezTo>
                    <a:pt x="1963" y="16560"/>
                    <a:pt x="1963" y="16560"/>
                    <a:pt x="1963" y="16560"/>
                  </a:cubicBezTo>
                  <a:cubicBezTo>
                    <a:pt x="2454" y="16560"/>
                    <a:pt x="2454" y="16560"/>
                    <a:pt x="2454" y="16560"/>
                  </a:cubicBezTo>
                  <a:cubicBezTo>
                    <a:pt x="2945" y="16200"/>
                    <a:pt x="2945" y="16200"/>
                    <a:pt x="2945" y="16200"/>
                  </a:cubicBezTo>
                  <a:cubicBezTo>
                    <a:pt x="3436" y="15840"/>
                    <a:pt x="3436" y="15840"/>
                    <a:pt x="3436" y="15840"/>
                  </a:cubicBezTo>
                  <a:cubicBezTo>
                    <a:pt x="3436" y="15840"/>
                    <a:pt x="3436" y="15840"/>
                    <a:pt x="3436" y="15840"/>
                  </a:cubicBezTo>
                  <a:cubicBezTo>
                    <a:pt x="3927" y="15480"/>
                    <a:pt x="3927" y="15480"/>
                    <a:pt x="3927" y="15480"/>
                  </a:cubicBezTo>
                  <a:cubicBezTo>
                    <a:pt x="3927" y="15480"/>
                    <a:pt x="3927" y="15480"/>
                    <a:pt x="3927" y="15480"/>
                  </a:cubicBezTo>
                  <a:cubicBezTo>
                    <a:pt x="3927" y="15120"/>
                    <a:pt x="3927" y="15120"/>
                    <a:pt x="3927" y="15120"/>
                  </a:cubicBezTo>
                  <a:cubicBezTo>
                    <a:pt x="4418" y="14760"/>
                    <a:pt x="4418" y="14760"/>
                    <a:pt x="4418" y="14760"/>
                  </a:cubicBezTo>
                  <a:cubicBezTo>
                    <a:pt x="4909" y="14760"/>
                    <a:pt x="4909" y="14760"/>
                    <a:pt x="4909" y="14760"/>
                  </a:cubicBezTo>
                  <a:cubicBezTo>
                    <a:pt x="4909" y="14400"/>
                    <a:pt x="4909" y="14400"/>
                    <a:pt x="4909" y="14400"/>
                  </a:cubicBezTo>
                  <a:cubicBezTo>
                    <a:pt x="5400" y="14040"/>
                    <a:pt x="5400" y="14040"/>
                    <a:pt x="5400" y="14040"/>
                  </a:cubicBezTo>
                  <a:cubicBezTo>
                    <a:pt x="5890" y="14040"/>
                    <a:pt x="5890" y="14040"/>
                    <a:pt x="5890" y="14040"/>
                  </a:cubicBezTo>
                  <a:cubicBezTo>
                    <a:pt x="5890" y="14040"/>
                    <a:pt x="5890" y="14040"/>
                    <a:pt x="5890" y="14040"/>
                  </a:cubicBezTo>
                  <a:cubicBezTo>
                    <a:pt x="5890" y="13680"/>
                    <a:pt x="5890" y="13680"/>
                    <a:pt x="5890" y="13680"/>
                  </a:cubicBezTo>
                  <a:cubicBezTo>
                    <a:pt x="5400" y="13320"/>
                    <a:pt x="5400" y="13320"/>
                    <a:pt x="5400" y="13320"/>
                  </a:cubicBezTo>
                  <a:cubicBezTo>
                    <a:pt x="5400" y="12960"/>
                    <a:pt x="5400" y="12960"/>
                    <a:pt x="5400" y="12960"/>
                  </a:cubicBezTo>
                  <a:cubicBezTo>
                    <a:pt x="5400" y="12600"/>
                    <a:pt x="5400" y="12600"/>
                    <a:pt x="5400" y="12600"/>
                  </a:cubicBezTo>
                  <a:cubicBezTo>
                    <a:pt x="5400" y="12600"/>
                    <a:pt x="5400" y="12600"/>
                    <a:pt x="5400" y="12600"/>
                  </a:cubicBezTo>
                  <a:cubicBezTo>
                    <a:pt x="4909" y="12960"/>
                    <a:pt x="4909" y="12960"/>
                    <a:pt x="4909" y="12960"/>
                  </a:cubicBezTo>
                  <a:cubicBezTo>
                    <a:pt x="4909" y="13680"/>
                    <a:pt x="4909" y="13680"/>
                    <a:pt x="4909" y="13680"/>
                  </a:cubicBezTo>
                  <a:cubicBezTo>
                    <a:pt x="4909" y="13320"/>
                    <a:pt x="4909" y="13320"/>
                    <a:pt x="4909" y="13320"/>
                  </a:cubicBezTo>
                  <a:cubicBezTo>
                    <a:pt x="4909" y="13680"/>
                    <a:pt x="4909" y="13680"/>
                    <a:pt x="4909" y="13680"/>
                  </a:cubicBezTo>
                  <a:cubicBezTo>
                    <a:pt x="4909" y="14040"/>
                    <a:pt x="4909" y="14040"/>
                    <a:pt x="4909" y="14040"/>
                  </a:cubicBezTo>
                  <a:cubicBezTo>
                    <a:pt x="4909" y="14040"/>
                    <a:pt x="4909" y="14040"/>
                    <a:pt x="4909" y="14040"/>
                  </a:cubicBezTo>
                  <a:cubicBezTo>
                    <a:pt x="4418" y="14040"/>
                    <a:pt x="4418" y="14040"/>
                    <a:pt x="4418" y="14040"/>
                  </a:cubicBezTo>
                  <a:cubicBezTo>
                    <a:pt x="3927" y="14400"/>
                    <a:pt x="3927" y="14400"/>
                    <a:pt x="3927" y="14400"/>
                  </a:cubicBezTo>
                  <a:cubicBezTo>
                    <a:pt x="3927" y="14760"/>
                    <a:pt x="3927" y="14760"/>
                    <a:pt x="3927" y="14760"/>
                  </a:cubicBezTo>
                  <a:cubicBezTo>
                    <a:pt x="3436" y="14760"/>
                    <a:pt x="3436" y="14760"/>
                    <a:pt x="3436" y="14760"/>
                  </a:cubicBezTo>
                  <a:cubicBezTo>
                    <a:pt x="2945" y="15480"/>
                    <a:pt x="2945" y="15480"/>
                    <a:pt x="2945" y="15480"/>
                  </a:cubicBezTo>
                  <a:cubicBezTo>
                    <a:pt x="2454" y="15840"/>
                    <a:pt x="2454" y="15840"/>
                    <a:pt x="2454" y="15840"/>
                  </a:cubicBezTo>
                  <a:cubicBezTo>
                    <a:pt x="1963" y="15840"/>
                    <a:pt x="1963" y="15840"/>
                    <a:pt x="1963" y="15840"/>
                  </a:cubicBezTo>
                  <a:cubicBezTo>
                    <a:pt x="1963" y="16200"/>
                    <a:pt x="1963" y="16200"/>
                    <a:pt x="1963" y="16200"/>
                  </a:cubicBezTo>
                  <a:cubicBezTo>
                    <a:pt x="1472" y="16200"/>
                    <a:pt x="1472" y="16200"/>
                    <a:pt x="1472" y="16200"/>
                  </a:cubicBezTo>
                  <a:cubicBezTo>
                    <a:pt x="981" y="16920"/>
                    <a:pt x="981" y="16920"/>
                    <a:pt x="981" y="16920"/>
                  </a:cubicBezTo>
                  <a:cubicBezTo>
                    <a:pt x="981" y="16920"/>
                    <a:pt x="981" y="16920"/>
                    <a:pt x="981" y="16920"/>
                  </a:cubicBezTo>
                  <a:cubicBezTo>
                    <a:pt x="981" y="17280"/>
                    <a:pt x="981" y="17280"/>
                    <a:pt x="981" y="17280"/>
                  </a:cubicBezTo>
                  <a:close/>
                  <a:moveTo>
                    <a:pt x="981" y="17280"/>
                  </a:moveTo>
                  <a:cubicBezTo>
                    <a:pt x="490" y="17280"/>
                    <a:pt x="490" y="17280"/>
                    <a:pt x="490" y="17280"/>
                  </a:cubicBezTo>
                  <a:cubicBezTo>
                    <a:pt x="981" y="17280"/>
                    <a:pt x="981" y="17280"/>
                    <a:pt x="981" y="17280"/>
                  </a:cubicBezTo>
                  <a:cubicBezTo>
                    <a:pt x="981" y="17280"/>
                    <a:pt x="981" y="17280"/>
                    <a:pt x="981" y="17280"/>
                  </a:cubicBezTo>
                  <a:close/>
                  <a:moveTo>
                    <a:pt x="981" y="17280"/>
                  </a:moveTo>
                  <a:cubicBezTo>
                    <a:pt x="981" y="17280"/>
                    <a:pt x="981" y="17280"/>
                    <a:pt x="981" y="17280"/>
                  </a:cubicBezTo>
                  <a:cubicBezTo>
                    <a:pt x="1472" y="17640"/>
                    <a:pt x="1472" y="17640"/>
                    <a:pt x="1472" y="17640"/>
                  </a:cubicBezTo>
                  <a:cubicBezTo>
                    <a:pt x="981" y="17280"/>
                    <a:pt x="981" y="17280"/>
                    <a:pt x="981" y="17280"/>
                  </a:cubicBezTo>
                  <a:close/>
                  <a:moveTo>
                    <a:pt x="490" y="17640"/>
                  </a:moveTo>
                  <a:cubicBezTo>
                    <a:pt x="0" y="17640"/>
                    <a:pt x="0" y="17640"/>
                    <a:pt x="0" y="17640"/>
                  </a:cubicBezTo>
                  <a:cubicBezTo>
                    <a:pt x="0" y="18000"/>
                    <a:pt x="0" y="18000"/>
                    <a:pt x="0" y="18000"/>
                  </a:cubicBezTo>
                  <a:cubicBezTo>
                    <a:pt x="490" y="18360"/>
                    <a:pt x="490" y="18360"/>
                    <a:pt x="490" y="18360"/>
                  </a:cubicBezTo>
                  <a:cubicBezTo>
                    <a:pt x="490" y="18360"/>
                    <a:pt x="490" y="18360"/>
                    <a:pt x="490" y="18360"/>
                  </a:cubicBezTo>
                  <a:cubicBezTo>
                    <a:pt x="490" y="18000"/>
                    <a:pt x="490" y="18000"/>
                    <a:pt x="490" y="18000"/>
                  </a:cubicBezTo>
                  <a:cubicBezTo>
                    <a:pt x="490" y="17640"/>
                    <a:pt x="490" y="17640"/>
                    <a:pt x="490" y="1764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9" name="AutoShape 17"/>
            <p:cNvSpPr>
              <a:spLocks/>
            </p:cNvSpPr>
            <p:nvPr/>
          </p:nvSpPr>
          <p:spPr bwMode="auto">
            <a:xfrm>
              <a:off x="7980079" y="6847819"/>
              <a:ext cx="3041375" cy="1064082"/>
            </a:xfrm>
            <a:custGeom>
              <a:avLst/>
              <a:gdLst>
                <a:gd name="T0" fmla="*/ 1520688 w 21600"/>
                <a:gd name="T1" fmla="*/ 532041 h 21600"/>
                <a:gd name="T2" fmla="*/ 1520688 w 21600"/>
                <a:gd name="T3" fmla="*/ 532041 h 21600"/>
                <a:gd name="T4" fmla="*/ 1520688 w 21600"/>
                <a:gd name="T5" fmla="*/ 532041 h 21600"/>
                <a:gd name="T6" fmla="*/ 1520688 w 21600"/>
                <a:gd name="T7" fmla="*/ 5320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1243"/>
                  </a:moveTo>
                  <a:cubicBezTo>
                    <a:pt x="21494" y="15682"/>
                    <a:pt x="21494" y="15682"/>
                    <a:pt x="21494" y="15682"/>
                  </a:cubicBezTo>
                  <a:cubicBezTo>
                    <a:pt x="21494" y="15978"/>
                    <a:pt x="21494" y="15978"/>
                    <a:pt x="21494" y="15978"/>
                  </a:cubicBezTo>
                  <a:cubicBezTo>
                    <a:pt x="21494" y="16273"/>
                    <a:pt x="21494" y="16273"/>
                    <a:pt x="21494" y="16273"/>
                  </a:cubicBezTo>
                  <a:cubicBezTo>
                    <a:pt x="21494" y="16273"/>
                    <a:pt x="21494" y="16273"/>
                    <a:pt x="21494" y="16273"/>
                  </a:cubicBezTo>
                  <a:cubicBezTo>
                    <a:pt x="21494" y="19232"/>
                    <a:pt x="21494" y="19232"/>
                    <a:pt x="21494" y="19232"/>
                  </a:cubicBezTo>
                  <a:cubicBezTo>
                    <a:pt x="21494" y="19232"/>
                    <a:pt x="21494" y="19232"/>
                    <a:pt x="21494" y="19232"/>
                  </a:cubicBezTo>
                  <a:cubicBezTo>
                    <a:pt x="21388" y="19232"/>
                    <a:pt x="21388" y="19232"/>
                    <a:pt x="21388" y="19232"/>
                  </a:cubicBezTo>
                  <a:cubicBezTo>
                    <a:pt x="21176" y="18936"/>
                    <a:pt x="21176" y="18936"/>
                    <a:pt x="21176" y="18936"/>
                  </a:cubicBezTo>
                  <a:cubicBezTo>
                    <a:pt x="21176" y="18641"/>
                    <a:pt x="21176" y="18641"/>
                    <a:pt x="21176" y="18641"/>
                  </a:cubicBezTo>
                  <a:cubicBezTo>
                    <a:pt x="21176" y="18641"/>
                    <a:pt x="21176" y="18641"/>
                    <a:pt x="21176" y="18641"/>
                  </a:cubicBezTo>
                  <a:cubicBezTo>
                    <a:pt x="21070" y="18345"/>
                    <a:pt x="21070" y="18345"/>
                    <a:pt x="21070" y="18345"/>
                  </a:cubicBezTo>
                  <a:cubicBezTo>
                    <a:pt x="21070" y="18345"/>
                    <a:pt x="21070" y="18345"/>
                    <a:pt x="21070" y="18345"/>
                  </a:cubicBezTo>
                  <a:cubicBezTo>
                    <a:pt x="21070" y="18049"/>
                    <a:pt x="21070" y="18049"/>
                    <a:pt x="21070" y="18049"/>
                  </a:cubicBezTo>
                  <a:cubicBezTo>
                    <a:pt x="21070" y="18049"/>
                    <a:pt x="21070" y="18049"/>
                    <a:pt x="21070" y="18049"/>
                  </a:cubicBezTo>
                  <a:cubicBezTo>
                    <a:pt x="21070" y="17753"/>
                    <a:pt x="21070" y="17753"/>
                    <a:pt x="21070" y="17753"/>
                  </a:cubicBezTo>
                  <a:cubicBezTo>
                    <a:pt x="21070" y="18049"/>
                    <a:pt x="21070" y="18049"/>
                    <a:pt x="21070" y="18049"/>
                  </a:cubicBezTo>
                  <a:cubicBezTo>
                    <a:pt x="20964" y="18049"/>
                    <a:pt x="20964" y="18049"/>
                    <a:pt x="20964" y="18049"/>
                  </a:cubicBezTo>
                  <a:cubicBezTo>
                    <a:pt x="20858" y="18049"/>
                    <a:pt x="20858" y="18049"/>
                    <a:pt x="20858" y="18049"/>
                  </a:cubicBezTo>
                  <a:cubicBezTo>
                    <a:pt x="20752" y="18049"/>
                    <a:pt x="20752" y="18049"/>
                    <a:pt x="20752" y="18049"/>
                  </a:cubicBezTo>
                  <a:cubicBezTo>
                    <a:pt x="20647" y="18049"/>
                    <a:pt x="20647" y="18049"/>
                    <a:pt x="20647" y="18049"/>
                  </a:cubicBezTo>
                  <a:cubicBezTo>
                    <a:pt x="20647" y="18049"/>
                    <a:pt x="20647" y="18049"/>
                    <a:pt x="20647" y="18049"/>
                  </a:cubicBezTo>
                  <a:cubicBezTo>
                    <a:pt x="20541" y="18049"/>
                    <a:pt x="20541" y="18049"/>
                    <a:pt x="20541" y="18049"/>
                  </a:cubicBezTo>
                  <a:cubicBezTo>
                    <a:pt x="20435" y="18049"/>
                    <a:pt x="20435" y="18049"/>
                    <a:pt x="20435" y="18049"/>
                  </a:cubicBezTo>
                  <a:cubicBezTo>
                    <a:pt x="20541" y="18049"/>
                    <a:pt x="20541" y="18049"/>
                    <a:pt x="20541" y="18049"/>
                  </a:cubicBezTo>
                  <a:cubicBezTo>
                    <a:pt x="20541" y="17753"/>
                    <a:pt x="20541" y="17753"/>
                    <a:pt x="20541" y="17753"/>
                  </a:cubicBezTo>
                  <a:cubicBezTo>
                    <a:pt x="20541" y="17457"/>
                    <a:pt x="20541" y="17457"/>
                    <a:pt x="20541" y="17457"/>
                  </a:cubicBezTo>
                  <a:cubicBezTo>
                    <a:pt x="20541" y="17457"/>
                    <a:pt x="20541" y="17457"/>
                    <a:pt x="20541" y="17457"/>
                  </a:cubicBezTo>
                  <a:cubicBezTo>
                    <a:pt x="20647" y="17161"/>
                    <a:pt x="20647" y="17161"/>
                    <a:pt x="20647" y="17161"/>
                  </a:cubicBezTo>
                  <a:cubicBezTo>
                    <a:pt x="20541" y="17161"/>
                    <a:pt x="20541" y="17161"/>
                    <a:pt x="20541" y="17161"/>
                  </a:cubicBezTo>
                  <a:cubicBezTo>
                    <a:pt x="20435" y="16865"/>
                    <a:pt x="20435" y="16865"/>
                    <a:pt x="20435" y="16865"/>
                  </a:cubicBezTo>
                  <a:cubicBezTo>
                    <a:pt x="20541" y="16865"/>
                    <a:pt x="20541" y="16865"/>
                    <a:pt x="20541" y="16865"/>
                  </a:cubicBezTo>
                  <a:cubicBezTo>
                    <a:pt x="20541" y="16865"/>
                    <a:pt x="20541" y="16865"/>
                    <a:pt x="20541" y="16865"/>
                  </a:cubicBezTo>
                  <a:cubicBezTo>
                    <a:pt x="20647" y="16865"/>
                    <a:pt x="20647" y="16865"/>
                    <a:pt x="20647" y="16865"/>
                  </a:cubicBezTo>
                  <a:cubicBezTo>
                    <a:pt x="20752" y="16865"/>
                    <a:pt x="20752" y="16865"/>
                    <a:pt x="20752" y="16865"/>
                  </a:cubicBezTo>
                  <a:cubicBezTo>
                    <a:pt x="20647" y="16865"/>
                    <a:pt x="20647" y="16865"/>
                    <a:pt x="20647" y="16865"/>
                  </a:cubicBezTo>
                  <a:cubicBezTo>
                    <a:pt x="20541" y="16865"/>
                    <a:pt x="20541" y="16865"/>
                    <a:pt x="20541" y="16865"/>
                  </a:cubicBezTo>
                  <a:cubicBezTo>
                    <a:pt x="20435" y="16865"/>
                    <a:pt x="20435" y="16865"/>
                    <a:pt x="20435" y="16865"/>
                  </a:cubicBezTo>
                  <a:cubicBezTo>
                    <a:pt x="20435" y="16569"/>
                    <a:pt x="20435" y="16569"/>
                    <a:pt x="20435" y="16569"/>
                  </a:cubicBezTo>
                  <a:cubicBezTo>
                    <a:pt x="20435" y="16569"/>
                    <a:pt x="20435" y="16569"/>
                    <a:pt x="20435" y="16569"/>
                  </a:cubicBezTo>
                  <a:cubicBezTo>
                    <a:pt x="20435" y="16569"/>
                    <a:pt x="20435" y="16569"/>
                    <a:pt x="20435" y="16569"/>
                  </a:cubicBezTo>
                  <a:cubicBezTo>
                    <a:pt x="20541" y="16569"/>
                    <a:pt x="20541" y="16569"/>
                    <a:pt x="20541" y="16569"/>
                  </a:cubicBezTo>
                  <a:cubicBezTo>
                    <a:pt x="20541" y="16273"/>
                    <a:pt x="20541" y="16273"/>
                    <a:pt x="20541" y="16273"/>
                  </a:cubicBezTo>
                  <a:cubicBezTo>
                    <a:pt x="20329" y="15978"/>
                    <a:pt x="20329" y="15978"/>
                    <a:pt x="20329" y="15978"/>
                  </a:cubicBezTo>
                  <a:cubicBezTo>
                    <a:pt x="20329" y="15978"/>
                    <a:pt x="20329" y="15978"/>
                    <a:pt x="20329" y="15978"/>
                  </a:cubicBezTo>
                  <a:cubicBezTo>
                    <a:pt x="20223" y="15682"/>
                    <a:pt x="20223" y="15682"/>
                    <a:pt x="20223" y="15682"/>
                  </a:cubicBezTo>
                  <a:cubicBezTo>
                    <a:pt x="20329" y="15682"/>
                    <a:pt x="20329" y="15682"/>
                    <a:pt x="20329" y="15682"/>
                  </a:cubicBezTo>
                  <a:cubicBezTo>
                    <a:pt x="20223" y="15386"/>
                    <a:pt x="20223" y="15386"/>
                    <a:pt x="20223" y="15386"/>
                  </a:cubicBezTo>
                  <a:cubicBezTo>
                    <a:pt x="20223" y="15090"/>
                    <a:pt x="20223" y="15090"/>
                    <a:pt x="20223" y="15090"/>
                  </a:cubicBezTo>
                  <a:cubicBezTo>
                    <a:pt x="20329" y="15090"/>
                    <a:pt x="20329" y="15090"/>
                    <a:pt x="20329" y="15090"/>
                  </a:cubicBezTo>
                  <a:cubicBezTo>
                    <a:pt x="20223" y="15090"/>
                    <a:pt x="20223" y="15090"/>
                    <a:pt x="20223" y="15090"/>
                  </a:cubicBezTo>
                  <a:cubicBezTo>
                    <a:pt x="20117" y="14794"/>
                    <a:pt x="20117" y="14794"/>
                    <a:pt x="20117" y="14794"/>
                  </a:cubicBezTo>
                  <a:cubicBezTo>
                    <a:pt x="20117" y="14794"/>
                    <a:pt x="20117" y="14794"/>
                    <a:pt x="20117" y="14794"/>
                  </a:cubicBezTo>
                  <a:cubicBezTo>
                    <a:pt x="20117" y="14794"/>
                    <a:pt x="20117" y="14794"/>
                    <a:pt x="20117" y="14794"/>
                  </a:cubicBezTo>
                  <a:cubicBezTo>
                    <a:pt x="20223" y="14498"/>
                    <a:pt x="20223" y="14498"/>
                    <a:pt x="20223" y="14498"/>
                  </a:cubicBezTo>
                  <a:cubicBezTo>
                    <a:pt x="20117" y="14794"/>
                    <a:pt x="20117" y="14794"/>
                    <a:pt x="20117" y="14794"/>
                  </a:cubicBezTo>
                  <a:cubicBezTo>
                    <a:pt x="20011" y="14498"/>
                    <a:pt x="20011" y="14498"/>
                    <a:pt x="20011" y="14498"/>
                  </a:cubicBezTo>
                  <a:cubicBezTo>
                    <a:pt x="20011" y="14498"/>
                    <a:pt x="20011" y="14498"/>
                    <a:pt x="20011" y="14498"/>
                  </a:cubicBezTo>
                  <a:cubicBezTo>
                    <a:pt x="20011" y="14498"/>
                    <a:pt x="20011" y="14498"/>
                    <a:pt x="20011" y="14498"/>
                  </a:cubicBezTo>
                  <a:cubicBezTo>
                    <a:pt x="20011" y="14202"/>
                    <a:pt x="20011" y="14202"/>
                    <a:pt x="20011" y="14202"/>
                  </a:cubicBezTo>
                  <a:cubicBezTo>
                    <a:pt x="20011" y="14498"/>
                    <a:pt x="20011" y="14498"/>
                    <a:pt x="20011" y="14498"/>
                  </a:cubicBezTo>
                  <a:cubicBezTo>
                    <a:pt x="19905" y="14498"/>
                    <a:pt x="19905" y="14498"/>
                    <a:pt x="19905" y="14498"/>
                  </a:cubicBezTo>
                  <a:cubicBezTo>
                    <a:pt x="19799" y="14202"/>
                    <a:pt x="19799" y="14202"/>
                    <a:pt x="19799" y="14202"/>
                  </a:cubicBezTo>
                  <a:cubicBezTo>
                    <a:pt x="19694" y="14202"/>
                    <a:pt x="19694" y="14202"/>
                    <a:pt x="19694" y="14202"/>
                  </a:cubicBezTo>
                  <a:cubicBezTo>
                    <a:pt x="19588" y="13906"/>
                    <a:pt x="19588" y="13906"/>
                    <a:pt x="19588" y="13906"/>
                  </a:cubicBezTo>
                  <a:cubicBezTo>
                    <a:pt x="19482" y="13906"/>
                    <a:pt x="19482" y="13906"/>
                    <a:pt x="19482" y="13906"/>
                  </a:cubicBezTo>
                  <a:cubicBezTo>
                    <a:pt x="19270" y="13906"/>
                    <a:pt x="19270" y="13906"/>
                    <a:pt x="19270" y="13906"/>
                  </a:cubicBezTo>
                  <a:cubicBezTo>
                    <a:pt x="18952" y="13610"/>
                    <a:pt x="18952" y="13610"/>
                    <a:pt x="18952" y="13610"/>
                  </a:cubicBezTo>
                  <a:cubicBezTo>
                    <a:pt x="18847" y="13610"/>
                    <a:pt x="18847" y="13610"/>
                    <a:pt x="18847" y="13610"/>
                  </a:cubicBezTo>
                  <a:cubicBezTo>
                    <a:pt x="18741" y="13315"/>
                    <a:pt x="18741" y="13315"/>
                    <a:pt x="18741" y="13315"/>
                  </a:cubicBezTo>
                  <a:cubicBezTo>
                    <a:pt x="18635" y="13315"/>
                    <a:pt x="18635" y="13315"/>
                    <a:pt x="18635" y="13315"/>
                  </a:cubicBezTo>
                  <a:cubicBezTo>
                    <a:pt x="18635" y="13315"/>
                    <a:pt x="18635" y="13315"/>
                    <a:pt x="18635" y="13315"/>
                  </a:cubicBezTo>
                  <a:cubicBezTo>
                    <a:pt x="18529" y="13019"/>
                    <a:pt x="18529" y="13019"/>
                    <a:pt x="18529" y="13019"/>
                  </a:cubicBezTo>
                  <a:cubicBezTo>
                    <a:pt x="18529" y="13019"/>
                    <a:pt x="18529" y="13019"/>
                    <a:pt x="18529" y="13019"/>
                  </a:cubicBezTo>
                  <a:cubicBezTo>
                    <a:pt x="18635" y="13019"/>
                    <a:pt x="18635" y="13019"/>
                    <a:pt x="18635" y="13019"/>
                  </a:cubicBezTo>
                  <a:cubicBezTo>
                    <a:pt x="18635" y="13019"/>
                    <a:pt x="18635" y="13019"/>
                    <a:pt x="18635" y="13019"/>
                  </a:cubicBezTo>
                  <a:cubicBezTo>
                    <a:pt x="18635" y="13019"/>
                    <a:pt x="18635" y="13019"/>
                    <a:pt x="18635" y="13019"/>
                  </a:cubicBezTo>
                  <a:cubicBezTo>
                    <a:pt x="18635" y="13019"/>
                    <a:pt x="18635" y="13019"/>
                    <a:pt x="18635" y="13019"/>
                  </a:cubicBezTo>
                  <a:cubicBezTo>
                    <a:pt x="18529" y="13019"/>
                    <a:pt x="18529" y="13019"/>
                    <a:pt x="18529" y="13019"/>
                  </a:cubicBezTo>
                  <a:cubicBezTo>
                    <a:pt x="18423" y="13019"/>
                    <a:pt x="18423" y="13019"/>
                    <a:pt x="18423" y="13019"/>
                  </a:cubicBezTo>
                  <a:cubicBezTo>
                    <a:pt x="18423" y="12723"/>
                    <a:pt x="18423" y="12723"/>
                    <a:pt x="18423" y="12723"/>
                  </a:cubicBezTo>
                  <a:cubicBezTo>
                    <a:pt x="18423" y="12723"/>
                    <a:pt x="18423" y="12723"/>
                    <a:pt x="18423" y="12723"/>
                  </a:cubicBezTo>
                  <a:cubicBezTo>
                    <a:pt x="18317" y="13019"/>
                    <a:pt x="18317" y="13019"/>
                    <a:pt x="18317" y="13019"/>
                  </a:cubicBezTo>
                  <a:cubicBezTo>
                    <a:pt x="18317" y="12723"/>
                    <a:pt x="18317" y="12723"/>
                    <a:pt x="18317" y="12723"/>
                  </a:cubicBezTo>
                  <a:cubicBezTo>
                    <a:pt x="18317" y="12723"/>
                    <a:pt x="18317" y="12723"/>
                    <a:pt x="18317" y="12723"/>
                  </a:cubicBezTo>
                  <a:cubicBezTo>
                    <a:pt x="18317" y="12723"/>
                    <a:pt x="18317" y="12723"/>
                    <a:pt x="18317" y="12723"/>
                  </a:cubicBezTo>
                  <a:cubicBezTo>
                    <a:pt x="18211" y="12723"/>
                    <a:pt x="18211" y="12723"/>
                    <a:pt x="18211" y="12723"/>
                  </a:cubicBezTo>
                  <a:cubicBezTo>
                    <a:pt x="18211" y="12723"/>
                    <a:pt x="18211" y="12723"/>
                    <a:pt x="18211" y="12723"/>
                  </a:cubicBezTo>
                  <a:cubicBezTo>
                    <a:pt x="18211" y="12427"/>
                    <a:pt x="18211" y="12427"/>
                    <a:pt x="18211" y="12427"/>
                  </a:cubicBezTo>
                  <a:cubicBezTo>
                    <a:pt x="18105" y="12131"/>
                    <a:pt x="18105" y="12131"/>
                    <a:pt x="18105" y="12131"/>
                  </a:cubicBezTo>
                  <a:cubicBezTo>
                    <a:pt x="18211" y="11835"/>
                    <a:pt x="18211" y="11835"/>
                    <a:pt x="18211" y="11835"/>
                  </a:cubicBezTo>
                  <a:cubicBezTo>
                    <a:pt x="18211" y="11539"/>
                    <a:pt x="18211" y="11539"/>
                    <a:pt x="18211" y="11539"/>
                  </a:cubicBezTo>
                  <a:cubicBezTo>
                    <a:pt x="18105" y="11835"/>
                    <a:pt x="18105" y="11835"/>
                    <a:pt x="18105" y="11835"/>
                  </a:cubicBezTo>
                  <a:cubicBezTo>
                    <a:pt x="18105" y="12131"/>
                    <a:pt x="18105" y="12131"/>
                    <a:pt x="18105" y="12131"/>
                  </a:cubicBezTo>
                  <a:cubicBezTo>
                    <a:pt x="18105" y="12131"/>
                    <a:pt x="18105" y="12131"/>
                    <a:pt x="18105" y="12131"/>
                  </a:cubicBezTo>
                  <a:cubicBezTo>
                    <a:pt x="17999" y="12427"/>
                    <a:pt x="17999" y="12427"/>
                    <a:pt x="17999" y="12427"/>
                  </a:cubicBezTo>
                  <a:cubicBezTo>
                    <a:pt x="17999" y="12723"/>
                    <a:pt x="17999" y="12723"/>
                    <a:pt x="17999" y="12723"/>
                  </a:cubicBezTo>
                  <a:cubicBezTo>
                    <a:pt x="17999" y="12723"/>
                    <a:pt x="17999" y="12723"/>
                    <a:pt x="17999" y="12723"/>
                  </a:cubicBezTo>
                  <a:cubicBezTo>
                    <a:pt x="17894" y="13019"/>
                    <a:pt x="17894" y="13019"/>
                    <a:pt x="17894" y="13019"/>
                  </a:cubicBezTo>
                  <a:cubicBezTo>
                    <a:pt x="17788" y="13315"/>
                    <a:pt x="17788" y="13315"/>
                    <a:pt x="17788" y="13315"/>
                  </a:cubicBezTo>
                  <a:cubicBezTo>
                    <a:pt x="17682" y="13019"/>
                    <a:pt x="17682" y="13019"/>
                    <a:pt x="17682" y="13019"/>
                  </a:cubicBezTo>
                  <a:cubicBezTo>
                    <a:pt x="17682" y="12723"/>
                    <a:pt x="17682" y="12723"/>
                    <a:pt x="17682" y="12723"/>
                  </a:cubicBezTo>
                  <a:cubicBezTo>
                    <a:pt x="17682" y="12427"/>
                    <a:pt x="17682" y="12427"/>
                    <a:pt x="17682" y="12427"/>
                  </a:cubicBezTo>
                  <a:cubicBezTo>
                    <a:pt x="17682" y="12427"/>
                    <a:pt x="17682" y="12427"/>
                    <a:pt x="17682" y="12427"/>
                  </a:cubicBezTo>
                  <a:cubicBezTo>
                    <a:pt x="17682" y="12427"/>
                    <a:pt x="17682" y="12427"/>
                    <a:pt x="17682" y="12427"/>
                  </a:cubicBezTo>
                  <a:cubicBezTo>
                    <a:pt x="17682" y="12131"/>
                    <a:pt x="17682" y="12131"/>
                    <a:pt x="17682" y="12131"/>
                  </a:cubicBezTo>
                  <a:cubicBezTo>
                    <a:pt x="17576" y="12131"/>
                    <a:pt x="17576" y="12131"/>
                    <a:pt x="17576" y="12131"/>
                  </a:cubicBezTo>
                  <a:cubicBezTo>
                    <a:pt x="17576" y="12131"/>
                    <a:pt x="17576" y="12131"/>
                    <a:pt x="17576" y="12131"/>
                  </a:cubicBezTo>
                  <a:cubicBezTo>
                    <a:pt x="17576" y="11835"/>
                    <a:pt x="17576" y="11835"/>
                    <a:pt x="17576" y="11835"/>
                  </a:cubicBezTo>
                  <a:cubicBezTo>
                    <a:pt x="17470" y="11835"/>
                    <a:pt x="17470" y="11835"/>
                    <a:pt x="17470" y="11835"/>
                  </a:cubicBezTo>
                  <a:cubicBezTo>
                    <a:pt x="17364" y="11835"/>
                    <a:pt x="17364" y="11835"/>
                    <a:pt x="17364" y="11835"/>
                  </a:cubicBezTo>
                  <a:cubicBezTo>
                    <a:pt x="17364" y="11539"/>
                    <a:pt x="17364" y="11539"/>
                    <a:pt x="17364" y="11539"/>
                  </a:cubicBezTo>
                  <a:cubicBezTo>
                    <a:pt x="17364" y="11539"/>
                    <a:pt x="17364" y="11539"/>
                    <a:pt x="17364" y="11539"/>
                  </a:cubicBezTo>
                  <a:cubicBezTo>
                    <a:pt x="17470" y="11539"/>
                    <a:pt x="17470" y="11539"/>
                    <a:pt x="17470" y="11539"/>
                  </a:cubicBezTo>
                  <a:cubicBezTo>
                    <a:pt x="17576" y="11539"/>
                    <a:pt x="17576" y="11539"/>
                    <a:pt x="17576" y="11539"/>
                  </a:cubicBezTo>
                  <a:cubicBezTo>
                    <a:pt x="17576" y="11539"/>
                    <a:pt x="17576" y="11539"/>
                    <a:pt x="17576" y="11539"/>
                  </a:cubicBezTo>
                  <a:cubicBezTo>
                    <a:pt x="17682" y="11539"/>
                    <a:pt x="17682" y="11539"/>
                    <a:pt x="17682" y="11539"/>
                  </a:cubicBezTo>
                  <a:cubicBezTo>
                    <a:pt x="17788" y="11539"/>
                    <a:pt x="17788" y="11539"/>
                    <a:pt x="17788" y="11539"/>
                  </a:cubicBezTo>
                  <a:cubicBezTo>
                    <a:pt x="17788" y="11243"/>
                    <a:pt x="17788" y="11243"/>
                    <a:pt x="17788" y="11243"/>
                  </a:cubicBezTo>
                  <a:cubicBezTo>
                    <a:pt x="17894" y="11243"/>
                    <a:pt x="17894" y="11243"/>
                    <a:pt x="17894" y="11243"/>
                  </a:cubicBezTo>
                  <a:cubicBezTo>
                    <a:pt x="17999" y="11243"/>
                    <a:pt x="17999" y="11243"/>
                    <a:pt x="17999" y="11243"/>
                  </a:cubicBezTo>
                  <a:cubicBezTo>
                    <a:pt x="18105" y="11539"/>
                    <a:pt x="18105" y="11539"/>
                    <a:pt x="18105" y="11539"/>
                  </a:cubicBezTo>
                  <a:cubicBezTo>
                    <a:pt x="18105" y="11243"/>
                    <a:pt x="18105" y="11243"/>
                    <a:pt x="18105" y="11243"/>
                  </a:cubicBezTo>
                  <a:cubicBezTo>
                    <a:pt x="18211" y="11243"/>
                    <a:pt x="18211" y="11243"/>
                    <a:pt x="18211" y="11243"/>
                  </a:cubicBezTo>
                  <a:cubicBezTo>
                    <a:pt x="18211" y="11243"/>
                    <a:pt x="18211" y="11243"/>
                    <a:pt x="18211" y="11243"/>
                  </a:cubicBezTo>
                  <a:cubicBezTo>
                    <a:pt x="18211" y="10947"/>
                    <a:pt x="18211" y="10947"/>
                    <a:pt x="18211" y="10947"/>
                  </a:cubicBezTo>
                  <a:cubicBezTo>
                    <a:pt x="18211" y="10652"/>
                    <a:pt x="18211" y="10652"/>
                    <a:pt x="18211" y="10652"/>
                  </a:cubicBezTo>
                  <a:cubicBezTo>
                    <a:pt x="17999" y="10652"/>
                    <a:pt x="17999" y="10652"/>
                    <a:pt x="17999" y="10652"/>
                  </a:cubicBezTo>
                  <a:cubicBezTo>
                    <a:pt x="17999" y="10652"/>
                    <a:pt x="17999" y="10652"/>
                    <a:pt x="17999" y="10652"/>
                  </a:cubicBezTo>
                  <a:cubicBezTo>
                    <a:pt x="17999" y="10947"/>
                    <a:pt x="17999" y="10947"/>
                    <a:pt x="17999" y="10947"/>
                  </a:cubicBezTo>
                  <a:cubicBezTo>
                    <a:pt x="17894" y="10652"/>
                    <a:pt x="17894" y="10652"/>
                    <a:pt x="17894" y="10652"/>
                  </a:cubicBezTo>
                  <a:cubicBezTo>
                    <a:pt x="17788" y="10947"/>
                    <a:pt x="17788" y="10947"/>
                    <a:pt x="17788" y="10947"/>
                  </a:cubicBezTo>
                  <a:cubicBezTo>
                    <a:pt x="17682" y="10947"/>
                    <a:pt x="17682" y="10947"/>
                    <a:pt x="17682" y="10947"/>
                  </a:cubicBezTo>
                  <a:cubicBezTo>
                    <a:pt x="17682" y="10947"/>
                    <a:pt x="17682" y="10947"/>
                    <a:pt x="17682" y="10947"/>
                  </a:cubicBezTo>
                  <a:cubicBezTo>
                    <a:pt x="17576" y="10947"/>
                    <a:pt x="17576" y="10947"/>
                    <a:pt x="17576" y="10947"/>
                  </a:cubicBezTo>
                  <a:cubicBezTo>
                    <a:pt x="17470" y="10947"/>
                    <a:pt x="17470" y="10947"/>
                    <a:pt x="17470" y="10947"/>
                  </a:cubicBezTo>
                  <a:cubicBezTo>
                    <a:pt x="17470" y="10947"/>
                    <a:pt x="17470" y="10947"/>
                    <a:pt x="17470" y="10947"/>
                  </a:cubicBezTo>
                  <a:cubicBezTo>
                    <a:pt x="17364" y="10652"/>
                    <a:pt x="17364" y="10652"/>
                    <a:pt x="17364" y="10652"/>
                  </a:cubicBezTo>
                  <a:cubicBezTo>
                    <a:pt x="17258" y="10356"/>
                    <a:pt x="17258" y="10356"/>
                    <a:pt x="17258" y="10356"/>
                  </a:cubicBezTo>
                  <a:cubicBezTo>
                    <a:pt x="17364" y="10356"/>
                    <a:pt x="17364" y="10356"/>
                    <a:pt x="17364" y="10356"/>
                  </a:cubicBezTo>
                  <a:cubicBezTo>
                    <a:pt x="17258" y="10060"/>
                    <a:pt x="17258" y="10060"/>
                    <a:pt x="17258" y="10060"/>
                  </a:cubicBezTo>
                  <a:cubicBezTo>
                    <a:pt x="17152" y="9764"/>
                    <a:pt x="17152" y="9764"/>
                    <a:pt x="17152" y="9764"/>
                  </a:cubicBezTo>
                  <a:cubicBezTo>
                    <a:pt x="17047" y="9764"/>
                    <a:pt x="17047" y="9764"/>
                    <a:pt x="17047" y="9764"/>
                  </a:cubicBezTo>
                  <a:cubicBezTo>
                    <a:pt x="17047" y="9764"/>
                    <a:pt x="17047" y="9764"/>
                    <a:pt x="17047" y="9764"/>
                  </a:cubicBezTo>
                  <a:cubicBezTo>
                    <a:pt x="16941" y="10060"/>
                    <a:pt x="16941" y="10060"/>
                    <a:pt x="16941" y="10060"/>
                  </a:cubicBezTo>
                  <a:cubicBezTo>
                    <a:pt x="16835" y="9764"/>
                    <a:pt x="16835" y="9764"/>
                    <a:pt x="16835" y="9764"/>
                  </a:cubicBezTo>
                  <a:cubicBezTo>
                    <a:pt x="16941" y="9764"/>
                    <a:pt x="16941" y="9764"/>
                    <a:pt x="16941" y="9764"/>
                  </a:cubicBezTo>
                  <a:cubicBezTo>
                    <a:pt x="17047" y="9468"/>
                    <a:pt x="17047" y="9468"/>
                    <a:pt x="17047" y="9468"/>
                  </a:cubicBezTo>
                  <a:cubicBezTo>
                    <a:pt x="17047" y="9468"/>
                    <a:pt x="17047" y="9468"/>
                    <a:pt x="17047" y="9468"/>
                  </a:cubicBezTo>
                  <a:cubicBezTo>
                    <a:pt x="16941" y="9172"/>
                    <a:pt x="16941" y="9172"/>
                    <a:pt x="16941" y="9172"/>
                  </a:cubicBezTo>
                  <a:cubicBezTo>
                    <a:pt x="17047" y="9172"/>
                    <a:pt x="17047" y="9172"/>
                    <a:pt x="17047" y="9172"/>
                  </a:cubicBezTo>
                  <a:cubicBezTo>
                    <a:pt x="17152" y="9172"/>
                    <a:pt x="17152" y="9172"/>
                    <a:pt x="17152" y="9172"/>
                  </a:cubicBezTo>
                  <a:cubicBezTo>
                    <a:pt x="17258" y="8876"/>
                    <a:pt x="17258" y="8876"/>
                    <a:pt x="17258" y="8876"/>
                  </a:cubicBezTo>
                  <a:cubicBezTo>
                    <a:pt x="17364" y="8876"/>
                    <a:pt x="17364" y="8876"/>
                    <a:pt x="17364" y="8876"/>
                  </a:cubicBezTo>
                  <a:cubicBezTo>
                    <a:pt x="17470" y="8580"/>
                    <a:pt x="17470" y="8580"/>
                    <a:pt x="17470" y="8580"/>
                  </a:cubicBezTo>
                  <a:cubicBezTo>
                    <a:pt x="17470" y="8580"/>
                    <a:pt x="17470" y="8580"/>
                    <a:pt x="17470" y="8580"/>
                  </a:cubicBezTo>
                  <a:cubicBezTo>
                    <a:pt x="17576" y="8580"/>
                    <a:pt x="17576" y="8580"/>
                    <a:pt x="17576" y="8580"/>
                  </a:cubicBezTo>
                  <a:cubicBezTo>
                    <a:pt x="17894" y="8580"/>
                    <a:pt x="17894" y="8580"/>
                    <a:pt x="17894" y="8580"/>
                  </a:cubicBezTo>
                  <a:cubicBezTo>
                    <a:pt x="17999" y="8876"/>
                    <a:pt x="17999" y="8876"/>
                    <a:pt x="17999" y="8876"/>
                  </a:cubicBezTo>
                  <a:cubicBezTo>
                    <a:pt x="18211" y="8876"/>
                    <a:pt x="18211" y="8876"/>
                    <a:pt x="18211" y="8876"/>
                  </a:cubicBezTo>
                  <a:cubicBezTo>
                    <a:pt x="18317" y="8876"/>
                    <a:pt x="18317" y="8876"/>
                    <a:pt x="18317" y="8876"/>
                  </a:cubicBezTo>
                  <a:cubicBezTo>
                    <a:pt x="18317" y="9172"/>
                    <a:pt x="18317" y="9172"/>
                    <a:pt x="18317" y="9172"/>
                  </a:cubicBezTo>
                  <a:cubicBezTo>
                    <a:pt x="18317" y="9172"/>
                    <a:pt x="18317" y="9172"/>
                    <a:pt x="18317" y="9172"/>
                  </a:cubicBezTo>
                  <a:cubicBezTo>
                    <a:pt x="18317" y="9468"/>
                    <a:pt x="18317" y="9468"/>
                    <a:pt x="18317" y="9468"/>
                  </a:cubicBezTo>
                  <a:cubicBezTo>
                    <a:pt x="18423" y="9764"/>
                    <a:pt x="18423" y="9764"/>
                    <a:pt x="18423" y="9764"/>
                  </a:cubicBezTo>
                  <a:cubicBezTo>
                    <a:pt x="18423" y="9764"/>
                    <a:pt x="18423" y="9764"/>
                    <a:pt x="18423" y="9764"/>
                  </a:cubicBezTo>
                  <a:cubicBezTo>
                    <a:pt x="18423" y="10060"/>
                    <a:pt x="18423" y="10060"/>
                    <a:pt x="18423" y="10060"/>
                  </a:cubicBezTo>
                  <a:cubicBezTo>
                    <a:pt x="18317" y="10356"/>
                    <a:pt x="18317" y="10356"/>
                    <a:pt x="18317" y="10356"/>
                  </a:cubicBezTo>
                  <a:cubicBezTo>
                    <a:pt x="18317" y="10652"/>
                    <a:pt x="18317" y="10652"/>
                    <a:pt x="18317" y="10652"/>
                  </a:cubicBezTo>
                  <a:cubicBezTo>
                    <a:pt x="18423" y="11243"/>
                    <a:pt x="18423" y="11243"/>
                    <a:pt x="18423" y="11243"/>
                  </a:cubicBezTo>
                  <a:cubicBezTo>
                    <a:pt x="18423" y="11539"/>
                    <a:pt x="18423" y="11539"/>
                    <a:pt x="18423" y="11539"/>
                  </a:cubicBezTo>
                  <a:cubicBezTo>
                    <a:pt x="18529" y="11539"/>
                    <a:pt x="18529" y="11539"/>
                    <a:pt x="18529" y="11539"/>
                  </a:cubicBezTo>
                  <a:cubicBezTo>
                    <a:pt x="18529" y="11539"/>
                    <a:pt x="18529" y="11539"/>
                    <a:pt x="18529" y="11539"/>
                  </a:cubicBezTo>
                  <a:cubicBezTo>
                    <a:pt x="18529" y="11243"/>
                    <a:pt x="18529" y="11243"/>
                    <a:pt x="18529" y="11243"/>
                  </a:cubicBezTo>
                  <a:cubicBezTo>
                    <a:pt x="18529" y="11243"/>
                    <a:pt x="18529" y="11243"/>
                    <a:pt x="18529" y="11243"/>
                  </a:cubicBezTo>
                  <a:cubicBezTo>
                    <a:pt x="18635" y="11243"/>
                    <a:pt x="18635" y="11243"/>
                    <a:pt x="18635" y="11243"/>
                  </a:cubicBezTo>
                  <a:cubicBezTo>
                    <a:pt x="18635" y="11539"/>
                    <a:pt x="18635" y="11539"/>
                    <a:pt x="18635" y="11539"/>
                  </a:cubicBezTo>
                  <a:cubicBezTo>
                    <a:pt x="18635" y="11835"/>
                    <a:pt x="18635" y="11835"/>
                    <a:pt x="18635" y="11835"/>
                  </a:cubicBezTo>
                  <a:cubicBezTo>
                    <a:pt x="18635" y="11835"/>
                    <a:pt x="18635" y="11835"/>
                    <a:pt x="18635" y="11835"/>
                  </a:cubicBezTo>
                  <a:cubicBezTo>
                    <a:pt x="18741" y="11835"/>
                    <a:pt x="18741" y="11835"/>
                    <a:pt x="18741" y="11835"/>
                  </a:cubicBezTo>
                  <a:cubicBezTo>
                    <a:pt x="18847" y="12131"/>
                    <a:pt x="18847" y="12131"/>
                    <a:pt x="18847" y="12131"/>
                  </a:cubicBezTo>
                  <a:cubicBezTo>
                    <a:pt x="18847" y="12131"/>
                    <a:pt x="18847" y="12131"/>
                    <a:pt x="18847" y="12131"/>
                  </a:cubicBezTo>
                  <a:cubicBezTo>
                    <a:pt x="18952" y="12131"/>
                    <a:pt x="18952" y="12131"/>
                    <a:pt x="18952" y="12131"/>
                  </a:cubicBezTo>
                  <a:cubicBezTo>
                    <a:pt x="19058" y="12131"/>
                    <a:pt x="19058" y="12131"/>
                    <a:pt x="19058" y="12131"/>
                  </a:cubicBezTo>
                  <a:cubicBezTo>
                    <a:pt x="19058" y="11835"/>
                    <a:pt x="19058" y="11835"/>
                    <a:pt x="19058" y="11835"/>
                  </a:cubicBezTo>
                  <a:cubicBezTo>
                    <a:pt x="19058" y="11835"/>
                    <a:pt x="19058" y="11835"/>
                    <a:pt x="19058" y="11835"/>
                  </a:cubicBezTo>
                  <a:cubicBezTo>
                    <a:pt x="19164" y="11835"/>
                    <a:pt x="19164" y="11835"/>
                    <a:pt x="19164" y="11835"/>
                  </a:cubicBezTo>
                  <a:cubicBezTo>
                    <a:pt x="19164" y="11539"/>
                    <a:pt x="19164" y="11539"/>
                    <a:pt x="19164" y="11539"/>
                  </a:cubicBezTo>
                  <a:cubicBezTo>
                    <a:pt x="19164" y="11243"/>
                    <a:pt x="19164" y="11243"/>
                    <a:pt x="19164" y="11243"/>
                  </a:cubicBezTo>
                  <a:cubicBezTo>
                    <a:pt x="19270" y="11243"/>
                    <a:pt x="19270" y="11243"/>
                    <a:pt x="19270" y="11243"/>
                  </a:cubicBezTo>
                  <a:cubicBezTo>
                    <a:pt x="19376" y="11243"/>
                    <a:pt x="19376" y="11243"/>
                    <a:pt x="19376" y="11243"/>
                  </a:cubicBezTo>
                  <a:cubicBezTo>
                    <a:pt x="19376" y="10947"/>
                    <a:pt x="19376" y="10947"/>
                    <a:pt x="19376" y="10947"/>
                  </a:cubicBezTo>
                  <a:cubicBezTo>
                    <a:pt x="19482" y="10652"/>
                    <a:pt x="19482" y="10652"/>
                    <a:pt x="19482" y="10652"/>
                  </a:cubicBezTo>
                  <a:cubicBezTo>
                    <a:pt x="19482" y="10947"/>
                    <a:pt x="19482" y="10947"/>
                    <a:pt x="19482" y="10947"/>
                  </a:cubicBezTo>
                  <a:cubicBezTo>
                    <a:pt x="19588" y="10947"/>
                    <a:pt x="19588" y="10947"/>
                    <a:pt x="19588" y="10947"/>
                  </a:cubicBezTo>
                  <a:cubicBezTo>
                    <a:pt x="19588" y="10652"/>
                    <a:pt x="19588" y="10652"/>
                    <a:pt x="19588" y="10652"/>
                  </a:cubicBezTo>
                  <a:cubicBezTo>
                    <a:pt x="19799" y="10652"/>
                    <a:pt x="19799" y="10652"/>
                    <a:pt x="19799" y="10652"/>
                  </a:cubicBezTo>
                  <a:cubicBezTo>
                    <a:pt x="19799" y="10652"/>
                    <a:pt x="19799" y="10652"/>
                    <a:pt x="19799" y="10652"/>
                  </a:cubicBezTo>
                  <a:cubicBezTo>
                    <a:pt x="19694" y="10356"/>
                    <a:pt x="19694" y="10356"/>
                    <a:pt x="19694" y="10356"/>
                  </a:cubicBezTo>
                  <a:cubicBezTo>
                    <a:pt x="19799" y="10060"/>
                    <a:pt x="19799" y="10060"/>
                    <a:pt x="19799" y="10060"/>
                  </a:cubicBezTo>
                  <a:cubicBezTo>
                    <a:pt x="20011" y="9764"/>
                    <a:pt x="20011" y="9764"/>
                    <a:pt x="20011" y="9764"/>
                  </a:cubicBezTo>
                  <a:cubicBezTo>
                    <a:pt x="20117" y="9764"/>
                    <a:pt x="20117" y="9764"/>
                    <a:pt x="20117" y="9764"/>
                  </a:cubicBezTo>
                  <a:cubicBezTo>
                    <a:pt x="20223" y="10060"/>
                    <a:pt x="20223" y="10060"/>
                    <a:pt x="20223" y="10060"/>
                  </a:cubicBezTo>
                  <a:cubicBezTo>
                    <a:pt x="20329" y="10060"/>
                    <a:pt x="20329" y="10060"/>
                    <a:pt x="20329" y="10060"/>
                  </a:cubicBezTo>
                  <a:cubicBezTo>
                    <a:pt x="20435" y="10356"/>
                    <a:pt x="20435" y="10356"/>
                    <a:pt x="20435" y="10356"/>
                  </a:cubicBezTo>
                  <a:cubicBezTo>
                    <a:pt x="20541" y="10356"/>
                    <a:pt x="20541" y="10356"/>
                    <a:pt x="20541" y="10356"/>
                  </a:cubicBezTo>
                  <a:cubicBezTo>
                    <a:pt x="20647" y="10652"/>
                    <a:pt x="20647" y="10652"/>
                    <a:pt x="20647" y="10652"/>
                  </a:cubicBezTo>
                  <a:cubicBezTo>
                    <a:pt x="20752" y="10652"/>
                    <a:pt x="20752" y="10652"/>
                    <a:pt x="20752" y="10652"/>
                  </a:cubicBezTo>
                  <a:cubicBezTo>
                    <a:pt x="21070" y="10947"/>
                    <a:pt x="21070" y="10947"/>
                    <a:pt x="21070" y="10947"/>
                  </a:cubicBezTo>
                  <a:cubicBezTo>
                    <a:pt x="21176" y="10947"/>
                    <a:pt x="21176" y="10947"/>
                    <a:pt x="21176" y="10947"/>
                  </a:cubicBezTo>
                  <a:cubicBezTo>
                    <a:pt x="21176" y="10947"/>
                    <a:pt x="21176" y="10947"/>
                    <a:pt x="21176" y="10947"/>
                  </a:cubicBezTo>
                  <a:cubicBezTo>
                    <a:pt x="21282" y="10947"/>
                    <a:pt x="21282" y="10947"/>
                    <a:pt x="21282" y="10947"/>
                  </a:cubicBezTo>
                  <a:cubicBezTo>
                    <a:pt x="21388" y="10947"/>
                    <a:pt x="21388" y="10947"/>
                    <a:pt x="21388" y="10947"/>
                  </a:cubicBezTo>
                  <a:cubicBezTo>
                    <a:pt x="21494" y="10947"/>
                    <a:pt x="21494" y="10947"/>
                    <a:pt x="21494" y="10947"/>
                  </a:cubicBezTo>
                  <a:cubicBezTo>
                    <a:pt x="21494" y="11243"/>
                    <a:pt x="21494" y="11243"/>
                    <a:pt x="21494" y="11243"/>
                  </a:cubicBezTo>
                  <a:cubicBezTo>
                    <a:pt x="21494" y="11243"/>
                    <a:pt x="21494" y="11243"/>
                    <a:pt x="21494" y="11243"/>
                  </a:cubicBezTo>
                  <a:cubicBezTo>
                    <a:pt x="21494" y="11243"/>
                    <a:pt x="21494" y="11243"/>
                    <a:pt x="21494" y="11243"/>
                  </a:cubicBezTo>
                  <a:cubicBezTo>
                    <a:pt x="21600" y="11243"/>
                    <a:pt x="21600" y="11243"/>
                    <a:pt x="21600" y="11243"/>
                  </a:cubicBezTo>
                  <a:cubicBezTo>
                    <a:pt x="21600" y="11243"/>
                    <a:pt x="21600" y="11243"/>
                    <a:pt x="21600" y="11243"/>
                  </a:cubicBezTo>
                  <a:close/>
                  <a:moveTo>
                    <a:pt x="15988" y="7989"/>
                  </a:moveTo>
                  <a:cubicBezTo>
                    <a:pt x="16200" y="8284"/>
                    <a:pt x="16200" y="8284"/>
                    <a:pt x="16200" y="8284"/>
                  </a:cubicBezTo>
                  <a:cubicBezTo>
                    <a:pt x="16200" y="8284"/>
                    <a:pt x="16200" y="8284"/>
                    <a:pt x="16200" y="8284"/>
                  </a:cubicBezTo>
                  <a:cubicBezTo>
                    <a:pt x="16094" y="8284"/>
                    <a:pt x="16094" y="8284"/>
                    <a:pt x="16094" y="8284"/>
                  </a:cubicBezTo>
                  <a:cubicBezTo>
                    <a:pt x="15988" y="7989"/>
                    <a:pt x="15988" y="7989"/>
                    <a:pt x="15988" y="7989"/>
                  </a:cubicBezTo>
                  <a:close/>
                  <a:moveTo>
                    <a:pt x="16941" y="8580"/>
                  </a:moveTo>
                  <a:cubicBezTo>
                    <a:pt x="17047" y="8580"/>
                    <a:pt x="17047" y="8580"/>
                    <a:pt x="17047" y="8580"/>
                  </a:cubicBezTo>
                  <a:cubicBezTo>
                    <a:pt x="17047" y="8580"/>
                    <a:pt x="17047" y="8580"/>
                    <a:pt x="17047" y="8580"/>
                  </a:cubicBezTo>
                  <a:cubicBezTo>
                    <a:pt x="17047" y="8284"/>
                    <a:pt x="17047" y="8284"/>
                    <a:pt x="17047" y="8284"/>
                  </a:cubicBezTo>
                  <a:cubicBezTo>
                    <a:pt x="16941" y="8284"/>
                    <a:pt x="16941" y="8284"/>
                    <a:pt x="16941" y="8284"/>
                  </a:cubicBezTo>
                  <a:cubicBezTo>
                    <a:pt x="16835" y="8284"/>
                    <a:pt x="16835" y="8284"/>
                    <a:pt x="16835" y="8284"/>
                  </a:cubicBezTo>
                  <a:cubicBezTo>
                    <a:pt x="16729" y="8284"/>
                    <a:pt x="16729" y="8284"/>
                    <a:pt x="16729" y="8284"/>
                  </a:cubicBezTo>
                  <a:cubicBezTo>
                    <a:pt x="16623" y="8284"/>
                    <a:pt x="16623" y="8284"/>
                    <a:pt x="16623" y="8284"/>
                  </a:cubicBezTo>
                  <a:cubicBezTo>
                    <a:pt x="16623" y="8284"/>
                    <a:pt x="16623" y="8284"/>
                    <a:pt x="16623" y="8284"/>
                  </a:cubicBezTo>
                  <a:cubicBezTo>
                    <a:pt x="16623" y="8284"/>
                    <a:pt x="16623" y="8284"/>
                    <a:pt x="16623" y="8284"/>
                  </a:cubicBezTo>
                  <a:cubicBezTo>
                    <a:pt x="16517" y="8580"/>
                    <a:pt x="16517" y="8580"/>
                    <a:pt x="16517" y="8580"/>
                  </a:cubicBezTo>
                  <a:cubicBezTo>
                    <a:pt x="16729" y="8580"/>
                    <a:pt x="16729" y="8580"/>
                    <a:pt x="16729" y="8580"/>
                  </a:cubicBezTo>
                  <a:cubicBezTo>
                    <a:pt x="16729" y="8580"/>
                    <a:pt x="16729" y="8580"/>
                    <a:pt x="16729" y="8580"/>
                  </a:cubicBezTo>
                  <a:cubicBezTo>
                    <a:pt x="16835" y="8580"/>
                    <a:pt x="16835" y="8580"/>
                    <a:pt x="16835" y="8580"/>
                  </a:cubicBezTo>
                  <a:cubicBezTo>
                    <a:pt x="16835" y="8580"/>
                    <a:pt x="16835" y="8580"/>
                    <a:pt x="16835" y="8580"/>
                  </a:cubicBezTo>
                  <a:cubicBezTo>
                    <a:pt x="16729" y="8284"/>
                    <a:pt x="16729" y="8284"/>
                    <a:pt x="16729" y="8284"/>
                  </a:cubicBezTo>
                  <a:cubicBezTo>
                    <a:pt x="16729" y="8284"/>
                    <a:pt x="16729" y="8284"/>
                    <a:pt x="16729" y="8284"/>
                  </a:cubicBezTo>
                  <a:cubicBezTo>
                    <a:pt x="16835" y="8284"/>
                    <a:pt x="16835" y="8284"/>
                    <a:pt x="16835" y="8284"/>
                  </a:cubicBezTo>
                  <a:cubicBezTo>
                    <a:pt x="16941" y="8580"/>
                    <a:pt x="16941" y="8580"/>
                    <a:pt x="16941" y="8580"/>
                  </a:cubicBezTo>
                  <a:close/>
                  <a:moveTo>
                    <a:pt x="16835" y="9172"/>
                  </a:moveTo>
                  <a:cubicBezTo>
                    <a:pt x="16729" y="9172"/>
                    <a:pt x="16729" y="9172"/>
                    <a:pt x="16729" y="9172"/>
                  </a:cubicBezTo>
                  <a:cubicBezTo>
                    <a:pt x="16623" y="9172"/>
                    <a:pt x="16623" y="9172"/>
                    <a:pt x="16623" y="9172"/>
                  </a:cubicBezTo>
                  <a:cubicBezTo>
                    <a:pt x="16623" y="9172"/>
                    <a:pt x="16623" y="9172"/>
                    <a:pt x="16623" y="9172"/>
                  </a:cubicBezTo>
                  <a:cubicBezTo>
                    <a:pt x="16835" y="9172"/>
                    <a:pt x="16835" y="9172"/>
                    <a:pt x="16835" y="9172"/>
                  </a:cubicBezTo>
                  <a:close/>
                  <a:moveTo>
                    <a:pt x="16835" y="9172"/>
                  </a:moveTo>
                  <a:cubicBezTo>
                    <a:pt x="16835" y="9172"/>
                    <a:pt x="16835" y="9172"/>
                    <a:pt x="16835" y="9172"/>
                  </a:cubicBezTo>
                  <a:cubicBezTo>
                    <a:pt x="16729" y="9172"/>
                    <a:pt x="16729" y="9172"/>
                    <a:pt x="16729" y="9172"/>
                  </a:cubicBezTo>
                  <a:cubicBezTo>
                    <a:pt x="16835" y="9172"/>
                    <a:pt x="16835" y="9172"/>
                    <a:pt x="16835" y="9172"/>
                  </a:cubicBezTo>
                  <a:close/>
                  <a:moveTo>
                    <a:pt x="16835" y="9172"/>
                  </a:moveTo>
                  <a:cubicBezTo>
                    <a:pt x="16729" y="9468"/>
                    <a:pt x="16729" y="9468"/>
                    <a:pt x="16729" y="9468"/>
                  </a:cubicBezTo>
                  <a:cubicBezTo>
                    <a:pt x="16729" y="9764"/>
                    <a:pt x="16729" y="9764"/>
                    <a:pt x="16729" y="9764"/>
                  </a:cubicBezTo>
                  <a:cubicBezTo>
                    <a:pt x="16835" y="9764"/>
                    <a:pt x="16835" y="9764"/>
                    <a:pt x="16835" y="9764"/>
                  </a:cubicBezTo>
                  <a:cubicBezTo>
                    <a:pt x="16835" y="9764"/>
                    <a:pt x="16835" y="9764"/>
                    <a:pt x="16835" y="9764"/>
                  </a:cubicBezTo>
                  <a:cubicBezTo>
                    <a:pt x="16941" y="9172"/>
                    <a:pt x="16941" y="9172"/>
                    <a:pt x="16941" y="9172"/>
                  </a:cubicBezTo>
                  <a:cubicBezTo>
                    <a:pt x="16835" y="9172"/>
                    <a:pt x="16835" y="9172"/>
                    <a:pt x="16835" y="9172"/>
                  </a:cubicBezTo>
                  <a:close/>
                  <a:moveTo>
                    <a:pt x="14188" y="3550"/>
                  </a:moveTo>
                  <a:cubicBezTo>
                    <a:pt x="14294" y="3550"/>
                    <a:pt x="14294" y="3550"/>
                    <a:pt x="14294" y="3550"/>
                  </a:cubicBezTo>
                  <a:cubicBezTo>
                    <a:pt x="14294" y="3846"/>
                    <a:pt x="14294" y="3846"/>
                    <a:pt x="14294" y="3846"/>
                  </a:cubicBezTo>
                  <a:cubicBezTo>
                    <a:pt x="14294" y="4142"/>
                    <a:pt x="14294" y="4142"/>
                    <a:pt x="14294" y="4142"/>
                  </a:cubicBezTo>
                  <a:cubicBezTo>
                    <a:pt x="14188" y="3846"/>
                    <a:pt x="14188" y="3846"/>
                    <a:pt x="14188" y="3846"/>
                  </a:cubicBezTo>
                  <a:cubicBezTo>
                    <a:pt x="14188" y="3550"/>
                    <a:pt x="14188" y="3550"/>
                    <a:pt x="14188" y="3550"/>
                  </a:cubicBezTo>
                  <a:cubicBezTo>
                    <a:pt x="14188" y="3550"/>
                    <a:pt x="14188" y="3550"/>
                    <a:pt x="14188" y="3550"/>
                  </a:cubicBezTo>
                  <a:close/>
                  <a:moveTo>
                    <a:pt x="14823" y="2663"/>
                  </a:moveTo>
                  <a:cubicBezTo>
                    <a:pt x="14823" y="2958"/>
                    <a:pt x="14823" y="2958"/>
                    <a:pt x="14823" y="2958"/>
                  </a:cubicBezTo>
                  <a:cubicBezTo>
                    <a:pt x="14823" y="2958"/>
                    <a:pt x="14823" y="2958"/>
                    <a:pt x="14823" y="2958"/>
                  </a:cubicBezTo>
                  <a:cubicBezTo>
                    <a:pt x="14929" y="2958"/>
                    <a:pt x="14929" y="2958"/>
                    <a:pt x="14929" y="2958"/>
                  </a:cubicBezTo>
                  <a:cubicBezTo>
                    <a:pt x="14929" y="2958"/>
                    <a:pt x="14929" y="2958"/>
                    <a:pt x="14929" y="2958"/>
                  </a:cubicBezTo>
                  <a:cubicBezTo>
                    <a:pt x="14929" y="2663"/>
                    <a:pt x="14929" y="2663"/>
                    <a:pt x="14929" y="2663"/>
                  </a:cubicBezTo>
                  <a:cubicBezTo>
                    <a:pt x="14823" y="2367"/>
                    <a:pt x="14823" y="2367"/>
                    <a:pt x="14823" y="2367"/>
                  </a:cubicBezTo>
                  <a:cubicBezTo>
                    <a:pt x="14823" y="2663"/>
                    <a:pt x="14823" y="2663"/>
                    <a:pt x="14823" y="2663"/>
                  </a:cubicBezTo>
                  <a:close/>
                  <a:moveTo>
                    <a:pt x="14823" y="3254"/>
                  </a:moveTo>
                  <a:cubicBezTo>
                    <a:pt x="14823" y="3254"/>
                    <a:pt x="14823" y="3254"/>
                    <a:pt x="14823" y="3254"/>
                  </a:cubicBezTo>
                  <a:cubicBezTo>
                    <a:pt x="14823" y="3254"/>
                    <a:pt x="14823" y="3254"/>
                    <a:pt x="14823" y="3254"/>
                  </a:cubicBezTo>
                  <a:cubicBezTo>
                    <a:pt x="14823" y="3254"/>
                    <a:pt x="14823" y="3254"/>
                    <a:pt x="14823" y="3254"/>
                  </a:cubicBezTo>
                  <a:cubicBezTo>
                    <a:pt x="14823" y="3254"/>
                    <a:pt x="14823" y="3254"/>
                    <a:pt x="14823" y="3254"/>
                  </a:cubicBezTo>
                  <a:close/>
                  <a:moveTo>
                    <a:pt x="15564" y="5326"/>
                  </a:moveTo>
                  <a:cubicBezTo>
                    <a:pt x="15564" y="5621"/>
                    <a:pt x="15564" y="5621"/>
                    <a:pt x="15564" y="5621"/>
                  </a:cubicBezTo>
                  <a:cubicBezTo>
                    <a:pt x="15670" y="5621"/>
                    <a:pt x="15670" y="5621"/>
                    <a:pt x="15670" y="5621"/>
                  </a:cubicBezTo>
                  <a:cubicBezTo>
                    <a:pt x="15670" y="5621"/>
                    <a:pt x="15670" y="5621"/>
                    <a:pt x="15670" y="5621"/>
                  </a:cubicBezTo>
                  <a:cubicBezTo>
                    <a:pt x="15776" y="5326"/>
                    <a:pt x="15776" y="5326"/>
                    <a:pt x="15776" y="5326"/>
                  </a:cubicBezTo>
                  <a:cubicBezTo>
                    <a:pt x="15776" y="5326"/>
                    <a:pt x="15776" y="5326"/>
                    <a:pt x="15776" y="5326"/>
                  </a:cubicBezTo>
                  <a:cubicBezTo>
                    <a:pt x="15670" y="5030"/>
                    <a:pt x="15670" y="5030"/>
                    <a:pt x="15670" y="5030"/>
                  </a:cubicBezTo>
                  <a:cubicBezTo>
                    <a:pt x="15564" y="5326"/>
                    <a:pt x="15564" y="5326"/>
                    <a:pt x="15564" y="5326"/>
                  </a:cubicBezTo>
                  <a:cubicBezTo>
                    <a:pt x="15564" y="5326"/>
                    <a:pt x="15564" y="5326"/>
                    <a:pt x="15564" y="5326"/>
                  </a:cubicBezTo>
                  <a:close/>
                  <a:moveTo>
                    <a:pt x="15458" y="8580"/>
                  </a:moveTo>
                  <a:cubicBezTo>
                    <a:pt x="15458" y="8876"/>
                    <a:pt x="15458" y="8876"/>
                    <a:pt x="15458" y="8876"/>
                  </a:cubicBezTo>
                  <a:cubicBezTo>
                    <a:pt x="15564" y="9172"/>
                    <a:pt x="15564" y="9172"/>
                    <a:pt x="15564" y="9172"/>
                  </a:cubicBezTo>
                  <a:cubicBezTo>
                    <a:pt x="15670" y="9172"/>
                    <a:pt x="15670" y="9172"/>
                    <a:pt x="15670" y="9172"/>
                  </a:cubicBezTo>
                  <a:cubicBezTo>
                    <a:pt x="15564" y="9172"/>
                    <a:pt x="15564" y="9172"/>
                    <a:pt x="15564" y="9172"/>
                  </a:cubicBezTo>
                  <a:cubicBezTo>
                    <a:pt x="15564" y="9468"/>
                    <a:pt x="15564" y="9468"/>
                    <a:pt x="15564" y="9468"/>
                  </a:cubicBezTo>
                  <a:cubicBezTo>
                    <a:pt x="15564" y="9172"/>
                    <a:pt x="15564" y="9172"/>
                    <a:pt x="15564" y="9172"/>
                  </a:cubicBezTo>
                  <a:cubicBezTo>
                    <a:pt x="15458" y="9172"/>
                    <a:pt x="15458" y="9172"/>
                    <a:pt x="15458" y="9172"/>
                  </a:cubicBezTo>
                  <a:cubicBezTo>
                    <a:pt x="15458" y="8876"/>
                    <a:pt x="15458" y="8876"/>
                    <a:pt x="15458" y="8876"/>
                  </a:cubicBezTo>
                  <a:cubicBezTo>
                    <a:pt x="15352" y="8580"/>
                    <a:pt x="15352" y="8580"/>
                    <a:pt x="15352" y="8580"/>
                  </a:cubicBezTo>
                  <a:cubicBezTo>
                    <a:pt x="15247" y="8284"/>
                    <a:pt x="15247" y="8284"/>
                    <a:pt x="15247" y="8284"/>
                  </a:cubicBezTo>
                  <a:cubicBezTo>
                    <a:pt x="15352" y="7989"/>
                    <a:pt x="15352" y="7989"/>
                    <a:pt x="15352" y="7989"/>
                  </a:cubicBezTo>
                  <a:cubicBezTo>
                    <a:pt x="15247" y="7989"/>
                    <a:pt x="15247" y="7989"/>
                    <a:pt x="15247" y="7989"/>
                  </a:cubicBezTo>
                  <a:cubicBezTo>
                    <a:pt x="15247" y="7693"/>
                    <a:pt x="15247" y="7693"/>
                    <a:pt x="15247" y="7693"/>
                  </a:cubicBezTo>
                  <a:cubicBezTo>
                    <a:pt x="15247" y="7693"/>
                    <a:pt x="15247" y="7693"/>
                    <a:pt x="15247" y="7693"/>
                  </a:cubicBezTo>
                  <a:cubicBezTo>
                    <a:pt x="15247" y="7397"/>
                    <a:pt x="15247" y="7397"/>
                    <a:pt x="15247" y="7397"/>
                  </a:cubicBezTo>
                  <a:cubicBezTo>
                    <a:pt x="15247" y="7101"/>
                    <a:pt x="15247" y="7101"/>
                    <a:pt x="15247" y="7101"/>
                  </a:cubicBezTo>
                  <a:cubicBezTo>
                    <a:pt x="15247" y="7101"/>
                    <a:pt x="15247" y="7101"/>
                    <a:pt x="15247" y="7101"/>
                  </a:cubicBezTo>
                  <a:cubicBezTo>
                    <a:pt x="15141" y="6805"/>
                    <a:pt x="15141" y="6805"/>
                    <a:pt x="15141" y="6805"/>
                  </a:cubicBezTo>
                  <a:cubicBezTo>
                    <a:pt x="15141" y="6509"/>
                    <a:pt x="15141" y="6509"/>
                    <a:pt x="15141" y="6509"/>
                  </a:cubicBezTo>
                  <a:cubicBezTo>
                    <a:pt x="15247" y="6509"/>
                    <a:pt x="15247" y="6509"/>
                    <a:pt x="15247" y="6509"/>
                  </a:cubicBezTo>
                  <a:cubicBezTo>
                    <a:pt x="15247" y="6213"/>
                    <a:pt x="15247" y="6213"/>
                    <a:pt x="15247" y="6213"/>
                  </a:cubicBezTo>
                  <a:cubicBezTo>
                    <a:pt x="15247" y="5917"/>
                    <a:pt x="15247" y="5917"/>
                    <a:pt x="15247" y="5917"/>
                  </a:cubicBezTo>
                  <a:cubicBezTo>
                    <a:pt x="15458" y="5326"/>
                    <a:pt x="15458" y="5326"/>
                    <a:pt x="15458" y="5326"/>
                  </a:cubicBezTo>
                  <a:cubicBezTo>
                    <a:pt x="15458" y="5326"/>
                    <a:pt x="15458" y="5326"/>
                    <a:pt x="15458" y="5326"/>
                  </a:cubicBezTo>
                  <a:cubicBezTo>
                    <a:pt x="15458" y="5621"/>
                    <a:pt x="15458" y="5621"/>
                    <a:pt x="15458" y="5621"/>
                  </a:cubicBezTo>
                  <a:cubicBezTo>
                    <a:pt x="15352" y="5917"/>
                    <a:pt x="15352" y="5917"/>
                    <a:pt x="15352" y="5917"/>
                  </a:cubicBezTo>
                  <a:cubicBezTo>
                    <a:pt x="15352" y="5917"/>
                    <a:pt x="15352" y="5917"/>
                    <a:pt x="15352" y="5917"/>
                  </a:cubicBezTo>
                  <a:cubicBezTo>
                    <a:pt x="15458" y="5917"/>
                    <a:pt x="15458" y="5917"/>
                    <a:pt x="15458" y="5917"/>
                  </a:cubicBezTo>
                  <a:cubicBezTo>
                    <a:pt x="15458" y="6213"/>
                    <a:pt x="15458" y="6213"/>
                    <a:pt x="15458" y="6213"/>
                  </a:cubicBezTo>
                  <a:cubicBezTo>
                    <a:pt x="15458" y="6509"/>
                    <a:pt x="15458" y="6509"/>
                    <a:pt x="15458" y="6509"/>
                  </a:cubicBezTo>
                  <a:cubicBezTo>
                    <a:pt x="15352" y="6805"/>
                    <a:pt x="15352" y="6805"/>
                    <a:pt x="15352" y="6805"/>
                  </a:cubicBezTo>
                  <a:cubicBezTo>
                    <a:pt x="15247" y="6805"/>
                    <a:pt x="15247" y="6805"/>
                    <a:pt x="15247" y="6805"/>
                  </a:cubicBezTo>
                  <a:cubicBezTo>
                    <a:pt x="15352" y="7101"/>
                    <a:pt x="15352" y="7101"/>
                    <a:pt x="15352" y="7101"/>
                  </a:cubicBezTo>
                  <a:cubicBezTo>
                    <a:pt x="15352" y="7101"/>
                    <a:pt x="15352" y="7101"/>
                    <a:pt x="15352" y="7101"/>
                  </a:cubicBezTo>
                  <a:cubicBezTo>
                    <a:pt x="15458" y="6805"/>
                    <a:pt x="15458" y="6805"/>
                    <a:pt x="15458" y="6805"/>
                  </a:cubicBezTo>
                  <a:cubicBezTo>
                    <a:pt x="15458" y="6805"/>
                    <a:pt x="15458" y="6805"/>
                    <a:pt x="15458" y="6805"/>
                  </a:cubicBezTo>
                  <a:cubicBezTo>
                    <a:pt x="15564" y="6509"/>
                    <a:pt x="15564" y="6509"/>
                    <a:pt x="15564" y="6509"/>
                  </a:cubicBezTo>
                  <a:cubicBezTo>
                    <a:pt x="15458" y="6509"/>
                    <a:pt x="15458" y="6509"/>
                    <a:pt x="15458" y="6509"/>
                  </a:cubicBezTo>
                  <a:cubicBezTo>
                    <a:pt x="15458" y="6509"/>
                    <a:pt x="15458" y="6509"/>
                    <a:pt x="15458" y="6509"/>
                  </a:cubicBezTo>
                  <a:cubicBezTo>
                    <a:pt x="15670" y="6213"/>
                    <a:pt x="15670" y="6213"/>
                    <a:pt x="15670" y="6213"/>
                  </a:cubicBezTo>
                  <a:cubicBezTo>
                    <a:pt x="15776" y="6213"/>
                    <a:pt x="15776" y="6213"/>
                    <a:pt x="15776" y="6213"/>
                  </a:cubicBezTo>
                  <a:cubicBezTo>
                    <a:pt x="15882" y="6213"/>
                    <a:pt x="15882" y="6213"/>
                    <a:pt x="15882" y="6213"/>
                  </a:cubicBezTo>
                  <a:cubicBezTo>
                    <a:pt x="15882" y="6509"/>
                    <a:pt x="15882" y="6509"/>
                    <a:pt x="15882" y="6509"/>
                  </a:cubicBezTo>
                  <a:cubicBezTo>
                    <a:pt x="15776" y="6805"/>
                    <a:pt x="15776" y="6805"/>
                    <a:pt x="15776" y="6805"/>
                  </a:cubicBezTo>
                  <a:cubicBezTo>
                    <a:pt x="15564" y="7101"/>
                    <a:pt x="15564" y="7101"/>
                    <a:pt x="15564" y="7101"/>
                  </a:cubicBezTo>
                  <a:cubicBezTo>
                    <a:pt x="15564" y="7101"/>
                    <a:pt x="15564" y="7101"/>
                    <a:pt x="15564" y="7101"/>
                  </a:cubicBezTo>
                  <a:cubicBezTo>
                    <a:pt x="15564" y="7397"/>
                    <a:pt x="15564" y="7397"/>
                    <a:pt x="15564" y="7397"/>
                  </a:cubicBezTo>
                  <a:cubicBezTo>
                    <a:pt x="15670" y="7397"/>
                    <a:pt x="15670" y="7397"/>
                    <a:pt x="15670" y="7397"/>
                  </a:cubicBezTo>
                  <a:cubicBezTo>
                    <a:pt x="15776" y="7693"/>
                    <a:pt x="15776" y="7693"/>
                    <a:pt x="15776" y="7693"/>
                  </a:cubicBezTo>
                  <a:cubicBezTo>
                    <a:pt x="15776" y="7693"/>
                    <a:pt x="15776" y="7693"/>
                    <a:pt x="15776" y="7693"/>
                  </a:cubicBezTo>
                  <a:cubicBezTo>
                    <a:pt x="15882" y="7693"/>
                    <a:pt x="15882" y="7693"/>
                    <a:pt x="15882" y="7693"/>
                  </a:cubicBezTo>
                  <a:cubicBezTo>
                    <a:pt x="15776" y="7989"/>
                    <a:pt x="15776" y="7989"/>
                    <a:pt x="15776" y="7989"/>
                  </a:cubicBezTo>
                  <a:cubicBezTo>
                    <a:pt x="15670" y="7693"/>
                    <a:pt x="15670" y="7693"/>
                    <a:pt x="15670" y="7693"/>
                  </a:cubicBezTo>
                  <a:cubicBezTo>
                    <a:pt x="15564" y="7693"/>
                    <a:pt x="15564" y="7693"/>
                    <a:pt x="15564" y="7693"/>
                  </a:cubicBezTo>
                  <a:cubicBezTo>
                    <a:pt x="15458" y="7693"/>
                    <a:pt x="15458" y="7693"/>
                    <a:pt x="15458" y="7693"/>
                  </a:cubicBezTo>
                  <a:cubicBezTo>
                    <a:pt x="15352" y="7693"/>
                    <a:pt x="15352" y="7693"/>
                    <a:pt x="15352" y="7693"/>
                  </a:cubicBezTo>
                  <a:cubicBezTo>
                    <a:pt x="15352" y="7989"/>
                    <a:pt x="15352" y="7989"/>
                    <a:pt x="15352" y="7989"/>
                  </a:cubicBezTo>
                  <a:cubicBezTo>
                    <a:pt x="15458" y="8580"/>
                    <a:pt x="15458" y="8580"/>
                    <a:pt x="15458" y="8580"/>
                  </a:cubicBezTo>
                  <a:close/>
                  <a:moveTo>
                    <a:pt x="15035" y="9172"/>
                  </a:moveTo>
                  <a:cubicBezTo>
                    <a:pt x="15141" y="9172"/>
                    <a:pt x="15141" y="9172"/>
                    <a:pt x="15141" y="9172"/>
                  </a:cubicBezTo>
                  <a:cubicBezTo>
                    <a:pt x="15035" y="9172"/>
                    <a:pt x="15035" y="9172"/>
                    <a:pt x="15035" y="9172"/>
                  </a:cubicBezTo>
                  <a:cubicBezTo>
                    <a:pt x="15035" y="8876"/>
                    <a:pt x="15035" y="8876"/>
                    <a:pt x="15035" y="8876"/>
                  </a:cubicBezTo>
                  <a:cubicBezTo>
                    <a:pt x="15035" y="9172"/>
                    <a:pt x="15035" y="9172"/>
                    <a:pt x="15035" y="9172"/>
                  </a:cubicBezTo>
                  <a:close/>
                  <a:moveTo>
                    <a:pt x="15035" y="8580"/>
                  </a:moveTo>
                  <a:cubicBezTo>
                    <a:pt x="15035" y="8580"/>
                    <a:pt x="15035" y="8580"/>
                    <a:pt x="15035" y="8580"/>
                  </a:cubicBezTo>
                  <a:cubicBezTo>
                    <a:pt x="15035" y="8876"/>
                    <a:pt x="15035" y="8876"/>
                    <a:pt x="15035" y="8876"/>
                  </a:cubicBezTo>
                  <a:cubicBezTo>
                    <a:pt x="15035" y="8876"/>
                    <a:pt x="15035" y="8876"/>
                    <a:pt x="15035" y="8876"/>
                  </a:cubicBezTo>
                  <a:cubicBezTo>
                    <a:pt x="15035" y="8580"/>
                    <a:pt x="15035" y="8580"/>
                    <a:pt x="15035" y="8580"/>
                  </a:cubicBezTo>
                  <a:cubicBezTo>
                    <a:pt x="15035" y="8580"/>
                    <a:pt x="15035" y="8580"/>
                    <a:pt x="15035" y="8580"/>
                  </a:cubicBezTo>
                  <a:close/>
                  <a:moveTo>
                    <a:pt x="15141" y="8580"/>
                  </a:moveTo>
                  <a:cubicBezTo>
                    <a:pt x="15141" y="8876"/>
                    <a:pt x="15141" y="8876"/>
                    <a:pt x="15141" y="8876"/>
                  </a:cubicBezTo>
                  <a:cubicBezTo>
                    <a:pt x="15141" y="8876"/>
                    <a:pt x="15141" y="8876"/>
                    <a:pt x="15141" y="8876"/>
                  </a:cubicBezTo>
                  <a:cubicBezTo>
                    <a:pt x="15141" y="9172"/>
                    <a:pt x="15141" y="9172"/>
                    <a:pt x="15141" y="9172"/>
                  </a:cubicBezTo>
                  <a:cubicBezTo>
                    <a:pt x="15247" y="9172"/>
                    <a:pt x="15247" y="9172"/>
                    <a:pt x="15247" y="9172"/>
                  </a:cubicBezTo>
                  <a:cubicBezTo>
                    <a:pt x="15352" y="9172"/>
                    <a:pt x="15352" y="9172"/>
                    <a:pt x="15352" y="9172"/>
                  </a:cubicBezTo>
                  <a:cubicBezTo>
                    <a:pt x="15352" y="9172"/>
                    <a:pt x="15352" y="9172"/>
                    <a:pt x="15352" y="9172"/>
                  </a:cubicBezTo>
                  <a:cubicBezTo>
                    <a:pt x="15352" y="8876"/>
                    <a:pt x="15352" y="8876"/>
                    <a:pt x="15352" y="8876"/>
                  </a:cubicBezTo>
                  <a:cubicBezTo>
                    <a:pt x="15247" y="8876"/>
                    <a:pt x="15247" y="8876"/>
                    <a:pt x="15247" y="8876"/>
                  </a:cubicBezTo>
                  <a:cubicBezTo>
                    <a:pt x="15247" y="8876"/>
                    <a:pt x="15247" y="8876"/>
                    <a:pt x="15247" y="8876"/>
                  </a:cubicBezTo>
                  <a:cubicBezTo>
                    <a:pt x="15247" y="8580"/>
                    <a:pt x="15247" y="8580"/>
                    <a:pt x="15247" y="8580"/>
                  </a:cubicBezTo>
                  <a:cubicBezTo>
                    <a:pt x="15141" y="8580"/>
                    <a:pt x="15141" y="8580"/>
                    <a:pt x="15141" y="8580"/>
                  </a:cubicBezTo>
                  <a:close/>
                  <a:moveTo>
                    <a:pt x="15141" y="10060"/>
                  </a:moveTo>
                  <a:cubicBezTo>
                    <a:pt x="15247" y="9764"/>
                    <a:pt x="15247" y="9764"/>
                    <a:pt x="15247" y="9764"/>
                  </a:cubicBezTo>
                  <a:cubicBezTo>
                    <a:pt x="15352" y="9764"/>
                    <a:pt x="15352" y="9764"/>
                    <a:pt x="15352" y="9764"/>
                  </a:cubicBezTo>
                  <a:cubicBezTo>
                    <a:pt x="15458" y="10060"/>
                    <a:pt x="15458" y="10060"/>
                    <a:pt x="15458" y="10060"/>
                  </a:cubicBezTo>
                  <a:cubicBezTo>
                    <a:pt x="15458" y="10356"/>
                    <a:pt x="15458" y="10356"/>
                    <a:pt x="15458" y="10356"/>
                  </a:cubicBezTo>
                  <a:cubicBezTo>
                    <a:pt x="15458" y="10356"/>
                    <a:pt x="15458" y="10356"/>
                    <a:pt x="15458" y="10356"/>
                  </a:cubicBezTo>
                  <a:cubicBezTo>
                    <a:pt x="15352" y="10356"/>
                    <a:pt x="15352" y="10356"/>
                    <a:pt x="15352" y="10356"/>
                  </a:cubicBezTo>
                  <a:cubicBezTo>
                    <a:pt x="15247" y="10356"/>
                    <a:pt x="15247" y="10356"/>
                    <a:pt x="15247" y="10356"/>
                  </a:cubicBezTo>
                  <a:cubicBezTo>
                    <a:pt x="15141" y="10356"/>
                    <a:pt x="15141" y="10356"/>
                    <a:pt x="15141" y="10356"/>
                  </a:cubicBezTo>
                  <a:cubicBezTo>
                    <a:pt x="15141" y="10060"/>
                    <a:pt x="15141" y="10060"/>
                    <a:pt x="15141" y="10060"/>
                  </a:cubicBezTo>
                  <a:close/>
                  <a:moveTo>
                    <a:pt x="16517" y="10060"/>
                  </a:moveTo>
                  <a:cubicBezTo>
                    <a:pt x="16305" y="10356"/>
                    <a:pt x="16305" y="10356"/>
                    <a:pt x="16305" y="10356"/>
                  </a:cubicBezTo>
                  <a:cubicBezTo>
                    <a:pt x="16305" y="10356"/>
                    <a:pt x="16305" y="10356"/>
                    <a:pt x="16305" y="10356"/>
                  </a:cubicBezTo>
                  <a:cubicBezTo>
                    <a:pt x="16305" y="10356"/>
                    <a:pt x="16305" y="10356"/>
                    <a:pt x="16305" y="10356"/>
                  </a:cubicBezTo>
                  <a:cubicBezTo>
                    <a:pt x="16411" y="10652"/>
                    <a:pt x="16411" y="10652"/>
                    <a:pt x="16411" y="10652"/>
                  </a:cubicBezTo>
                  <a:cubicBezTo>
                    <a:pt x="16623" y="10652"/>
                    <a:pt x="16623" y="10652"/>
                    <a:pt x="16623" y="10652"/>
                  </a:cubicBezTo>
                  <a:cubicBezTo>
                    <a:pt x="16517" y="10356"/>
                    <a:pt x="16517" y="10356"/>
                    <a:pt x="16517" y="10356"/>
                  </a:cubicBezTo>
                  <a:cubicBezTo>
                    <a:pt x="16517" y="10356"/>
                    <a:pt x="16517" y="10356"/>
                    <a:pt x="16517" y="10356"/>
                  </a:cubicBezTo>
                  <a:cubicBezTo>
                    <a:pt x="16517" y="10060"/>
                    <a:pt x="16517" y="10060"/>
                    <a:pt x="16517" y="10060"/>
                  </a:cubicBezTo>
                  <a:close/>
                  <a:moveTo>
                    <a:pt x="15670" y="12427"/>
                  </a:moveTo>
                  <a:cubicBezTo>
                    <a:pt x="15776" y="12427"/>
                    <a:pt x="15776" y="12427"/>
                    <a:pt x="15776" y="12427"/>
                  </a:cubicBezTo>
                  <a:cubicBezTo>
                    <a:pt x="15776" y="12427"/>
                    <a:pt x="15776" y="12427"/>
                    <a:pt x="15776" y="12427"/>
                  </a:cubicBezTo>
                  <a:cubicBezTo>
                    <a:pt x="15670" y="12723"/>
                    <a:pt x="15670" y="12723"/>
                    <a:pt x="15670" y="12723"/>
                  </a:cubicBezTo>
                  <a:cubicBezTo>
                    <a:pt x="15670" y="12427"/>
                    <a:pt x="15670" y="12427"/>
                    <a:pt x="15670" y="12427"/>
                  </a:cubicBezTo>
                  <a:close/>
                  <a:moveTo>
                    <a:pt x="15564" y="12427"/>
                  </a:moveTo>
                  <a:cubicBezTo>
                    <a:pt x="15670" y="12427"/>
                    <a:pt x="15670" y="12427"/>
                    <a:pt x="15670" y="12427"/>
                  </a:cubicBezTo>
                  <a:cubicBezTo>
                    <a:pt x="15670" y="12723"/>
                    <a:pt x="15670" y="12723"/>
                    <a:pt x="15670" y="12723"/>
                  </a:cubicBezTo>
                  <a:cubicBezTo>
                    <a:pt x="15564" y="12723"/>
                    <a:pt x="15564" y="12723"/>
                    <a:pt x="15564" y="12723"/>
                  </a:cubicBezTo>
                  <a:cubicBezTo>
                    <a:pt x="15564" y="12427"/>
                    <a:pt x="15564" y="12427"/>
                    <a:pt x="15564" y="12427"/>
                  </a:cubicBezTo>
                  <a:close/>
                  <a:moveTo>
                    <a:pt x="15352" y="12723"/>
                  </a:moveTo>
                  <a:cubicBezTo>
                    <a:pt x="15458" y="12427"/>
                    <a:pt x="15458" y="12427"/>
                    <a:pt x="15458" y="12427"/>
                  </a:cubicBezTo>
                  <a:cubicBezTo>
                    <a:pt x="15458" y="12427"/>
                    <a:pt x="15458" y="12427"/>
                    <a:pt x="15458" y="12427"/>
                  </a:cubicBezTo>
                  <a:cubicBezTo>
                    <a:pt x="15564" y="12427"/>
                    <a:pt x="15564" y="12427"/>
                    <a:pt x="15564" y="12427"/>
                  </a:cubicBezTo>
                  <a:cubicBezTo>
                    <a:pt x="15458" y="12723"/>
                    <a:pt x="15458" y="12723"/>
                    <a:pt x="15458" y="12723"/>
                  </a:cubicBezTo>
                  <a:cubicBezTo>
                    <a:pt x="15458" y="12723"/>
                    <a:pt x="15458" y="12723"/>
                    <a:pt x="15458" y="12723"/>
                  </a:cubicBezTo>
                  <a:cubicBezTo>
                    <a:pt x="15458" y="12723"/>
                    <a:pt x="15458" y="12723"/>
                    <a:pt x="15458" y="12723"/>
                  </a:cubicBezTo>
                  <a:cubicBezTo>
                    <a:pt x="15352" y="12723"/>
                    <a:pt x="15352" y="12723"/>
                    <a:pt x="15352" y="12723"/>
                  </a:cubicBezTo>
                  <a:close/>
                  <a:moveTo>
                    <a:pt x="15352" y="11835"/>
                  </a:moveTo>
                  <a:cubicBezTo>
                    <a:pt x="15247" y="12131"/>
                    <a:pt x="15247" y="12131"/>
                    <a:pt x="15247" y="12131"/>
                  </a:cubicBezTo>
                  <a:cubicBezTo>
                    <a:pt x="15352" y="12131"/>
                    <a:pt x="15352" y="12131"/>
                    <a:pt x="15352" y="12131"/>
                  </a:cubicBezTo>
                  <a:cubicBezTo>
                    <a:pt x="15352" y="11835"/>
                    <a:pt x="15352" y="11835"/>
                    <a:pt x="15352" y="11835"/>
                  </a:cubicBezTo>
                  <a:close/>
                  <a:moveTo>
                    <a:pt x="15458" y="11539"/>
                  </a:moveTo>
                  <a:cubicBezTo>
                    <a:pt x="15352" y="11835"/>
                    <a:pt x="15352" y="11835"/>
                    <a:pt x="15352" y="11835"/>
                  </a:cubicBezTo>
                  <a:cubicBezTo>
                    <a:pt x="15352" y="11835"/>
                    <a:pt x="15352" y="11835"/>
                    <a:pt x="15352" y="11835"/>
                  </a:cubicBezTo>
                  <a:cubicBezTo>
                    <a:pt x="15458" y="11835"/>
                    <a:pt x="15458" y="11835"/>
                    <a:pt x="15458" y="11835"/>
                  </a:cubicBezTo>
                  <a:cubicBezTo>
                    <a:pt x="15458" y="11539"/>
                    <a:pt x="15458" y="11539"/>
                    <a:pt x="15458" y="11539"/>
                  </a:cubicBezTo>
                  <a:close/>
                  <a:moveTo>
                    <a:pt x="15458" y="12427"/>
                  </a:moveTo>
                  <a:cubicBezTo>
                    <a:pt x="15564" y="12131"/>
                    <a:pt x="15564" y="12131"/>
                    <a:pt x="15564" y="12131"/>
                  </a:cubicBezTo>
                  <a:cubicBezTo>
                    <a:pt x="15564" y="12131"/>
                    <a:pt x="15564" y="12131"/>
                    <a:pt x="15564" y="12131"/>
                  </a:cubicBezTo>
                  <a:cubicBezTo>
                    <a:pt x="15670" y="12427"/>
                    <a:pt x="15670" y="12427"/>
                    <a:pt x="15670" y="12427"/>
                  </a:cubicBezTo>
                  <a:cubicBezTo>
                    <a:pt x="15776" y="12427"/>
                    <a:pt x="15776" y="12427"/>
                    <a:pt x="15776" y="12427"/>
                  </a:cubicBezTo>
                  <a:cubicBezTo>
                    <a:pt x="15776" y="12131"/>
                    <a:pt x="15776" y="12131"/>
                    <a:pt x="15776" y="12131"/>
                  </a:cubicBezTo>
                  <a:cubicBezTo>
                    <a:pt x="15882" y="12131"/>
                    <a:pt x="15882" y="12131"/>
                    <a:pt x="15882" y="12131"/>
                  </a:cubicBezTo>
                  <a:cubicBezTo>
                    <a:pt x="15882" y="12427"/>
                    <a:pt x="15882" y="12427"/>
                    <a:pt x="15882" y="12427"/>
                  </a:cubicBezTo>
                  <a:cubicBezTo>
                    <a:pt x="16094" y="12427"/>
                    <a:pt x="16094" y="12427"/>
                    <a:pt x="16094" y="12427"/>
                  </a:cubicBezTo>
                  <a:cubicBezTo>
                    <a:pt x="16200" y="12131"/>
                    <a:pt x="16200" y="12131"/>
                    <a:pt x="16200" y="12131"/>
                  </a:cubicBezTo>
                  <a:cubicBezTo>
                    <a:pt x="16305" y="12131"/>
                    <a:pt x="16305" y="12131"/>
                    <a:pt x="16305" y="12131"/>
                  </a:cubicBezTo>
                  <a:cubicBezTo>
                    <a:pt x="16411" y="12427"/>
                    <a:pt x="16411" y="12427"/>
                    <a:pt x="16411" y="12427"/>
                  </a:cubicBezTo>
                  <a:cubicBezTo>
                    <a:pt x="16517" y="12427"/>
                    <a:pt x="16517" y="12427"/>
                    <a:pt x="16517" y="12427"/>
                  </a:cubicBezTo>
                  <a:cubicBezTo>
                    <a:pt x="16623" y="12723"/>
                    <a:pt x="16623" y="12723"/>
                    <a:pt x="16623" y="12723"/>
                  </a:cubicBezTo>
                  <a:cubicBezTo>
                    <a:pt x="16729" y="12723"/>
                    <a:pt x="16729" y="12723"/>
                    <a:pt x="16729" y="12723"/>
                  </a:cubicBezTo>
                  <a:cubicBezTo>
                    <a:pt x="16729" y="12723"/>
                    <a:pt x="16729" y="12723"/>
                    <a:pt x="16729" y="12723"/>
                  </a:cubicBezTo>
                  <a:cubicBezTo>
                    <a:pt x="16729" y="12131"/>
                    <a:pt x="16729" y="12131"/>
                    <a:pt x="16729" y="12131"/>
                  </a:cubicBezTo>
                  <a:cubicBezTo>
                    <a:pt x="16517" y="11835"/>
                    <a:pt x="16517" y="11835"/>
                    <a:pt x="16517" y="11835"/>
                  </a:cubicBezTo>
                  <a:cubicBezTo>
                    <a:pt x="16305" y="11835"/>
                    <a:pt x="16305" y="11835"/>
                    <a:pt x="16305" y="11835"/>
                  </a:cubicBezTo>
                  <a:cubicBezTo>
                    <a:pt x="16200" y="11539"/>
                    <a:pt x="16200" y="11539"/>
                    <a:pt x="16200" y="11539"/>
                  </a:cubicBezTo>
                  <a:cubicBezTo>
                    <a:pt x="16094" y="11539"/>
                    <a:pt x="16094" y="11539"/>
                    <a:pt x="16094" y="11539"/>
                  </a:cubicBezTo>
                  <a:cubicBezTo>
                    <a:pt x="15988" y="11835"/>
                    <a:pt x="15988" y="11835"/>
                    <a:pt x="15988" y="11835"/>
                  </a:cubicBezTo>
                  <a:cubicBezTo>
                    <a:pt x="15882" y="11835"/>
                    <a:pt x="15882" y="11835"/>
                    <a:pt x="15882" y="11835"/>
                  </a:cubicBezTo>
                  <a:cubicBezTo>
                    <a:pt x="15882" y="11539"/>
                    <a:pt x="15882" y="11539"/>
                    <a:pt x="15882" y="11539"/>
                  </a:cubicBezTo>
                  <a:cubicBezTo>
                    <a:pt x="15670" y="11539"/>
                    <a:pt x="15670" y="11539"/>
                    <a:pt x="15670" y="11539"/>
                  </a:cubicBezTo>
                  <a:cubicBezTo>
                    <a:pt x="15564" y="11539"/>
                    <a:pt x="15564" y="11539"/>
                    <a:pt x="15564" y="11539"/>
                  </a:cubicBezTo>
                  <a:cubicBezTo>
                    <a:pt x="15458" y="11835"/>
                    <a:pt x="15458" y="11835"/>
                    <a:pt x="15458" y="11835"/>
                  </a:cubicBezTo>
                  <a:cubicBezTo>
                    <a:pt x="15458" y="11835"/>
                    <a:pt x="15458" y="11835"/>
                    <a:pt x="15458" y="11835"/>
                  </a:cubicBezTo>
                  <a:cubicBezTo>
                    <a:pt x="15352" y="12131"/>
                    <a:pt x="15352" y="12131"/>
                    <a:pt x="15352" y="12131"/>
                  </a:cubicBezTo>
                  <a:cubicBezTo>
                    <a:pt x="15352" y="12131"/>
                    <a:pt x="15352" y="12131"/>
                    <a:pt x="15352" y="12131"/>
                  </a:cubicBezTo>
                  <a:cubicBezTo>
                    <a:pt x="15352" y="12427"/>
                    <a:pt x="15352" y="12427"/>
                    <a:pt x="15352" y="12427"/>
                  </a:cubicBezTo>
                  <a:cubicBezTo>
                    <a:pt x="15458" y="12427"/>
                    <a:pt x="15458" y="12427"/>
                    <a:pt x="15458" y="12427"/>
                  </a:cubicBezTo>
                  <a:close/>
                  <a:moveTo>
                    <a:pt x="14505" y="11835"/>
                  </a:moveTo>
                  <a:cubicBezTo>
                    <a:pt x="14611" y="12131"/>
                    <a:pt x="14611" y="12131"/>
                    <a:pt x="14611" y="12131"/>
                  </a:cubicBezTo>
                  <a:cubicBezTo>
                    <a:pt x="14717" y="11835"/>
                    <a:pt x="14717" y="11835"/>
                    <a:pt x="14717" y="11835"/>
                  </a:cubicBezTo>
                  <a:cubicBezTo>
                    <a:pt x="14823" y="11835"/>
                    <a:pt x="14823" y="11835"/>
                    <a:pt x="14823" y="11835"/>
                  </a:cubicBezTo>
                  <a:cubicBezTo>
                    <a:pt x="15035" y="12131"/>
                    <a:pt x="15035" y="12131"/>
                    <a:pt x="15035" y="12131"/>
                  </a:cubicBezTo>
                  <a:cubicBezTo>
                    <a:pt x="15035" y="12131"/>
                    <a:pt x="15035" y="12131"/>
                    <a:pt x="15035" y="12131"/>
                  </a:cubicBezTo>
                  <a:cubicBezTo>
                    <a:pt x="15035" y="12427"/>
                    <a:pt x="15035" y="12427"/>
                    <a:pt x="15035" y="12427"/>
                  </a:cubicBezTo>
                  <a:cubicBezTo>
                    <a:pt x="15035" y="12723"/>
                    <a:pt x="15035" y="12723"/>
                    <a:pt x="15035" y="12723"/>
                  </a:cubicBezTo>
                  <a:cubicBezTo>
                    <a:pt x="15035" y="12723"/>
                    <a:pt x="15035" y="12723"/>
                    <a:pt x="15035" y="12723"/>
                  </a:cubicBezTo>
                  <a:cubicBezTo>
                    <a:pt x="14929" y="12723"/>
                    <a:pt x="14929" y="12723"/>
                    <a:pt x="14929" y="12723"/>
                  </a:cubicBezTo>
                  <a:cubicBezTo>
                    <a:pt x="14823" y="12723"/>
                    <a:pt x="14823" y="12723"/>
                    <a:pt x="14823" y="12723"/>
                  </a:cubicBezTo>
                  <a:cubicBezTo>
                    <a:pt x="14717" y="12723"/>
                    <a:pt x="14717" y="12723"/>
                    <a:pt x="14717" y="12723"/>
                  </a:cubicBezTo>
                  <a:cubicBezTo>
                    <a:pt x="14611" y="12723"/>
                    <a:pt x="14611" y="12723"/>
                    <a:pt x="14611" y="12723"/>
                  </a:cubicBezTo>
                  <a:cubicBezTo>
                    <a:pt x="14505" y="12723"/>
                    <a:pt x="14505" y="12723"/>
                    <a:pt x="14505" y="12723"/>
                  </a:cubicBezTo>
                  <a:cubicBezTo>
                    <a:pt x="14399" y="12427"/>
                    <a:pt x="14399" y="12427"/>
                    <a:pt x="14399" y="12427"/>
                  </a:cubicBezTo>
                  <a:cubicBezTo>
                    <a:pt x="14399" y="12131"/>
                    <a:pt x="14399" y="12131"/>
                    <a:pt x="14399" y="12131"/>
                  </a:cubicBezTo>
                  <a:cubicBezTo>
                    <a:pt x="14505" y="11835"/>
                    <a:pt x="14505" y="11835"/>
                    <a:pt x="14505" y="11835"/>
                  </a:cubicBezTo>
                  <a:close/>
                  <a:moveTo>
                    <a:pt x="11964" y="16865"/>
                  </a:moveTo>
                  <a:cubicBezTo>
                    <a:pt x="11858" y="16865"/>
                    <a:pt x="11858" y="16865"/>
                    <a:pt x="11858" y="16865"/>
                  </a:cubicBezTo>
                  <a:cubicBezTo>
                    <a:pt x="11858" y="16865"/>
                    <a:pt x="11858" y="16865"/>
                    <a:pt x="11858" y="16865"/>
                  </a:cubicBezTo>
                  <a:cubicBezTo>
                    <a:pt x="11858" y="16865"/>
                    <a:pt x="11858" y="16865"/>
                    <a:pt x="11858" y="16865"/>
                  </a:cubicBezTo>
                  <a:cubicBezTo>
                    <a:pt x="11964" y="16865"/>
                    <a:pt x="11964" y="16865"/>
                    <a:pt x="11964" y="16865"/>
                  </a:cubicBezTo>
                  <a:close/>
                  <a:moveTo>
                    <a:pt x="11858" y="15090"/>
                  </a:moveTo>
                  <a:cubicBezTo>
                    <a:pt x="11858" y="15682"/>
                    <a:pt x="11858" y="15682"/>
                    <a:pt x="11858" y="15682"/>
                  </a:cubicBezTo>
                  <a:cubicBezTo>
                    <a:pt x="11858" y="15682"/>
                    <a:pt x="11858" y="15682"/>
                    <a:pt x="11858" y="15682"/>
                  </a:cubicBezTo>
                  <a:cubicBezTo>
                    <a:pt x="11858" y="15978"/>
                    <a:pt x="11858" y="15978"/>
                    <a:pt x="11858" y="15978"/>
                  </a:cubicBezTo>
                  <a:cubicBezTo>
                    <a:pt x="11858" y="15978"/>
                    <a:pt x="11858" y="15978"/>
                    <a:pt x="11858" y="15978"/>
                  </a:cubicBezTo>
                  <a:cubicBezTo>
                    <a:pt x="11752" y="15682"/>
                    <a:pt x="11752" y="15682"/>
                    <a:pt x="11752" y="15682"/>
                  </a:cubicBezTo>
                  <a:cubicBezTo>
                    <a:pt x="11752" y="15386"/>
                    <a:pt x="11752" y="15386"/>
                    <a:pt x="11752" y="15386"/>
                  </a:cubicBezTo>
                  <a:cubicBezTo>
                    <a:pt x="11858" y="15386"/>
                    <a:pt x="11858" y="15386"/>
                    <a:pt x="11858" y="15386"/>
                  </a:cubicBezTo>
                  <a:cubicBezTo>
                    <a:pt x="11858" y="15090"/>
                    <a:pt x="11858" y="15090"/>
                    <a:pt x="11858" y="15090"/>
                  </a:cubicBezTo>
                  <a:close/>
                  <a:moveTo>
                    <a:pt x="14399" y="10652"/>
                  </a:moveTo>
                  <a:cubicBezTo>
                    <a:pt x="14399" y="10947"/>
                    <a:pt x="14399" y="10947"/>
                    <a:pt x="14399" y="10947"/>
                  </a:cubicBezTo>
                  <a:cubicBezTo>
                    <a:pt x="14505" y="10947"/>
                    <a:pt x="14505" y="10947"/>
                    <a:pt x="14505" y="10947"/>
                  </a:cubicBezTo>
                  <a:cubicBezTo>
                    <a:pt x="14505" y="11243"/>
                    <a:pt x="14505" y="11243"/>
                    <a:pt x="14505" y="11243"/>
                  </a:cubicBezTo>
                  <a:cubicBezTo>
                    <a:pt x="14505" y="11243"/>
                    <a:pt x="14505" y="11243"/>
                    <a:pt x="14505" y="11243"/>
                  </a:cubicBezTo>
                  <a:cubicBezTo>
                    <a:pt x="14399" y="10947"/>
                    <a:pt x="14399" y="10947"/>
                    <a:pt x="14399" y="10947"/>
                  </a:cubicBezTo>
                  <a:cubicBezTo>
                    <a:pt x="14399" y="10652"/>
                    <a:pt x="14399" y="10652"/>
                    <a:pt x="14399" y="10652"/>
                  </a:cubicBezTo>
                  <a:cubicBezTo>
                    <a:pt x="14399" y="10652"/>
                    <a:pt x="14399" y="10652"/>
                    <a:pt x="14399" y="10652"/>
                  </a:cubicBezTo>
                  <a:close/>
                  <a:moveTo>
                    <a:pt x="14188" y="10356"/>
                  </a:moveTo>
                  <a:cubicBezTo>
                    <a:pt x="14188" y="10356"/>
                    <a:pt x="14188" y="10356"/>
                    <a:pt x="14188" y="10356"/>
                  </a:cubicBezTo>
                  <a:cubicBezTo>
                    <a:pt x="14294" y="10356"/>
                    <a:pt x="14294" y="10356"/>
                    <a:pt x="14294" y="10356"/>
                  </a:cubicBezTo>
                  <a:cubicBezTo>
                    <a:pt x="14399" y="10356"/>
                    <a:pt x="14399" y="10356"/>
                    <a:pt x="14399" y="10356"/>
                  </a:cubicBezTo>
                  <a:cubicBezTo>
                    <a:pt x="14505" y="10356"/>
                    <a:pt x="14505" y="10356"/>
                    <a:pt x="14505" y="10356"/>
                  </a:cubicBezTo>
                  <a:cubicBezTo>
                    <a:pt x="14611" y="10356"/>
                    <a:pt x="14611" y="10356"/>
                    <a:pt x="14611" y="10356"/>
                  </a:cubicBezTo>
                  <a:cubicBezTo>
                    <a:pt x="14505" y="10356"/>
                    <a:pt x="14505" y="10356"/>
                    <a:pt x="14505" y="10356"/>
                  </a:cubicBezTo>
                  <a:cubicBezTo>
                    <a:pt x="14294" y="10652"/>
                    <a:pt x="14294" y="10652"/>
                    <a:pt x="14294" y="10652"/>
                  </a:cubicBezTo>
                  <a:cubicBezTo>
                    <a:pt x="14188" y="10356"/>
                    <a:pt x="14188" y="10356"/>
                    <a:pt x="14188" y="10356"/>
                  </a:cubicBezTo>
                  <a:cubicBezTo>
                    <a:pt x="14188" y="10356"/>
                    <a:pt x="14188" y="10356"/>
                    <a:pt x="14188" y="10356"/>
                  </a:cubicBezTo>
                  <a:cubicBezTo>
                    <a:pt x="14188" y="10356"/>
                    <a:pt x="14188" y="10356"/>
                    <a:pt x="14188" y="10356"/>
                  </a:cubicBezTo>
                  <a:close/>
                  <a:moveTo>
                    <a:pt x="13658" y="10356"/>
                  </a:moveTo>
                  <a:cubicBezTo>
                    <a:pt x="13764" y="10356"/>
                    <a:pt x="13764" y="10356"/>
                    <a:pt x="13764" y="10356"/>
                  </a:cubicBezTo>
                  <a:cubicBezTo>
                    <a:pt x="13764" y="10356"/>
                    <a:pt x="13764" y="10356"/>
                    <a:pt x="13764" y="10356"/>
                  </a:cubicBezTo>
                  <a:cubicBezTo>
                    <a:pt x="13870" y="10060"/>
                    <a:pt x="13870" y="10060"/>
                    <a:pt x="13870" y="10060"/>
                  </a:cubicBezTo>
                  <a:cubicBezTo>
                    <a:pt x="13976" y="10356"/>
                    <a:pt x="13976" y="10356"/>
                    <a:pt x="13976" y="10356"/>
                  </a:cubicBezTo>
                  <a:cubicBezTo>
                    <a:pt x="13976" y="10356"/>
                    <a:pt x="13976" y="10356"/>
                    <a:pt x="13976" y="10356"/>
                  </a:cubicBezTo>
                  <a:cubicBezTo>
                    <a:pt x="14082" y="10356"/>
                    <a:pt x="14082" y="10356"/>
                    <a:pt x="14082" y="10356"/>
                  </a:cubicBezTo>
                  <a:cubicBezTo>
                    <a:pt x="14188" y="10356"/>
                    <a:pt x="14188" y="10356"/>
                    <a:pt x="14188" y="10356"/>
                  </a:cubicBezTo>
                  <a:cubicBezTo>
                    <a:pt x="14188" y="10356"/>
                    <a:pt x="14188" y="10356"/>
                    <a:pt x="14188" y="10356"/>
                  </a:cubicBezTo>
                  <a:cubicBezTo>
                    <a:pt x="14082" y="10356"/>
                    <a:pt x="14082" y="10356"/>
                    <a:pt x="14082" y="10356"/>
                  </a:cubicBezTo>
                  <a:cubicBezTo>
                    <a:pt x="13976" y="10652"/>
                    <a:pt x="13976" y="10652"/>
                    <a:pt x="13976" y="10652"/>
                  </a:cubicBezTo>
                  <a:cubicBezTo>
                    <a:pt x="13976" y="10356"/>
                    <a:pt x="13976" y="10356"/>
                    <a:pt x="13976" y="10356"/>
                  </a:cubicBezTo>
                  <a:cubicBezTo>
                    <a:pt x="13870" y="10652"/>
                    <a:pt x="13870" y="10652"/>
                    <a:pt x="13870" y="10652"/>
                  </a:cubicBezTo>
                  <a:cubicBezTo>
                    <a:pt x="13764" y="10652"/>
                    <a:pt x="13764" y="10652"/>
                    <a:pt x="13764" y="10652"/>
                  </a:cubicBezTo>
                  <a:cubicBezTo>
                    <a:pt x="13658" y="10356"/>
                    <a:pt x="13658" y="10356"/>
                    <a:pt x="13658" y="10356"/>
                  </a:cubicBezTo>
                  <a:cubicBezTo>
                    <a:pt x="13658" y="10356"/>
                    <a:pt x="13658" y="10356"/>
                    <a:pt x="13658" y="10356"/>
                  </a:cubicBezTo>
                  <a:close/>
                  <a:moveTo>
                    <a:pt x="12917" y="14794"/>
                  </a:moveTo>
                  <a:cubicBezTo>
                    <a:pt x="12917" y="14498"/>
                    <a:pt x="12917" y="14498"/>
                    <a:pt x="12917" y="14498"/>
                  </a:cubicBezTo>
                  <a:cubicBezTo>
                    <a:pt x="13023" y="13906"/>
                    <a:pt x="13023" y="13906"/>
                    <a:pt x="13023" y="13906"/>
                  </a:cubicBezTo>
                  <a:cubicBezTo>
                    <a:pt x="13023" y="13610"/>
                    <a:pt x="13023" y="13610"/>
                    <a:pt x="13023" y="13610"/>
                  </a:cubicBezTo>
                  <a:cubicBezTo>
                    <a:pt x="13023" y="13610"/>
                    <a:pt x="13023" y="13610"/>
                    <a:pt x="13023" y="13610"/>
                  </a:cubicBezTo>
                  <a:cubicBezTo>
                    <a:pt x="13129" y="13610"/>
                    <a:pt x="13129" y="13610"/>
                    <a:pt x="13129" y="13610"/>
                  </a:cubicBezTo>
                  <a:cubicBezTo>
                    <a:pt x="13129" y="13610"/>
                    <a:pt x="13129" y="13610"/>
                    <a:pt x="13129" y="13610"/>
                  </a:cubicBezTo>
                  <a:cubicBezTo>
                    <a:pt x="13129" y="13906"/>
                    <a:pt x="13129" y="13906"/>
                    <a:pt x="13129" y="13906"/>
                  </a:cubicBezTo>
                  <a:cubicBezTo>
                    <a:pt x="13129" y="13906"/>
                    <a:pt x="13129" y="13906"/>
                    <a:pt x="13129" y="13906"/>
                  </a:cubicBezTo>
                  <a:cubicBezTo>
                    <a:pt x="13129" y="13906"/>
                    <a:pt x="13129" y="13906"/>
                    <a:pt x="13129" y="13906"/>
                  </a:cubicBezTo>
                  <a:cubicBezTo>
                    <a:pt x="13129" y="13906"/>
                    <a:pt x="13129" y="13906"/>
                    <a:pt x="13129" y="13906"/>
                  </a:cubicBezTo>
                  <a:cubicBezTo>
                    <a:pt x="13023" y="14202"/>
                    <a:pt x="13023" y="14202"/>
                    <a:pt x="13023" y="14202"/>
                  </a:cubicBezTo>
                  <a:cubicBezTo>
                    <a:pt x="13023" y="14202"/>
                    <a:pt x="13023" y="14202"/>
                    <a:pt x="13023" y="14202"/>
                  </a:cubicBezTo>
                  <a:cubicBezTo>
                    <a:pt x="13023" y="14498"/>
                    <a:pt x="13023" y="14498"/>
                    <a:pt x="13023" y="14498"/>
                  </a:cubicBezTo>
                  <a:cubicBezTo>
                    <a:pt x="13129" y="14498"/>
                    <a:pt x="13129" y="14498"/>
                    <a:pt x="13129" y="14498"/>
                  </a:cubicBezTo>
                  <a:cubicBezTo>
                    <a:pt x="13129" y="14498"/>
                    <a:pt x="13129" y="14498"/>
                    <a:pt x="13129" y="14498"/>
                  </a:cubicBezTo>
                  <a:cubicBezTo>
                    <a:pt x="13129" y="14794"/>
                    <a:pt x="13129" y="14794"/>
                    <a:pt x="13129" y="14794"/>
                  </a:cubicBezTo>
                  <a:cubicBezTo>
                    <a:pt x="13023" y="14794"/>
                    <a:pt x="13023" y="14794"/>
                    <a:pt x="13023" y="14794"/>
                  </a:cubicBezTo>
                  <a:cubicBezTo>
                    <a:pt x="13023" y="14794"/>
                    <a:pt x="13023" y="14794"/>
                    <a:pt x="13023" y="14794"/>
                  </a:cubicBezTo>
                  <a:cubicBezTo>
                    <a:pt x="12917" y="15090"/>
                    <a:pt x="12917" y="15090"/>
                    <a:pt x="12917" y="15090"/>
                  </a:cubicBezTo>
                  <a:cubicBezTo>
                    <a:pt x="12917" y="14794"/>
                    <a:pt x="12917" y="14794"/>
                    <a:pt x="12917" y="14794"/>
                  </a:cubicBezTo>
                  <a:cubicBezTo>
                    <a:pt x="12917" y="14794"/>
                    <a:pt x="12917" y="14794"/>
                    <a:pt x="12917" y="14794"/>
                  </a:cubicBezTo>
                  <a:close/>
                  <a:moveTo>
                    <a:pt x="12705" y="14498"/>
                  </a:moveTo>
                  <a:cubicBezTo>
                    <a:pt x="12705" y="14498"/>
                    <a:pt x="12705" y="14498"/>
                    <a:pt x="12705" y="14498"/>
                  </a:cubicBezTo>
                  <a:cubicBezTo>
                    <a:pt x="12705" y="14794"/>
                    <a:pt x="12705" y="14794"/>
                    <a:pt x="12705" y="14794"/>
                  </a:cubicBezTo>
                  <a:cubicBezTo>
                    <a:pt x="12811" y="14794"/>
                    <a:pt x="12811" y="14794"/>
                    <a:pt x="12811" y="14794"/>
                  </a:cubicBezTo>
                  <a:cubicBezTo>
                    <a:pt x="12811" y="14498"/>
                    <a:pt x="12811" y="14498"/>
                    <a:pt x="12811" y="14498"/>
                  </a:cubicBezTo>
                  <a:cubicBezTo>
                    <a:pt x="12811" y="14498"/>
                    <a:pt x="12811" y="14498"/>
                    <a:pt x="12811" y="14498"/>
                  </a:cubicBezTo>
                  <a:cubicBezTo>
                    <a:pt x="12811" y="14202"/>
                    <a:pt x="12811" y="14202"/>
                    <a:pt x="12811" y="14202"/>
                  </a:cubicBezTo>
                  <a:cubicBezTo>
                    <a:pt x="12917" y="14202"/>
                    <a:pt x="12917" y="14202"/>
                    <a:pt x="12917" y="14202"/>
                  </a:cubicBezTo>
                  <a:cubicBezTo>
                    <a:pt x="12917" y="14202"/>
                    <a:pt x="12917" y="14202"/>
                    <a:pt x="12917" y="14202"/>
                  </a:cubicBezTo>
                  <a:cubicBezTo>
                    <a:pt x="12811" y="13906"/>
                    <a:pt x="12811" y="13906"/>
                    <a:pt x="12811" y="13906"/>
                  </a:cubicBezTo>
                  <a:cubicBezTo>
                    <a:pt x="12811" y="13906"/>
                    <a:pt x="12811" y="13906"/>
                    <a:pt x="12811" y="13906"/>
                  </a:cubicBezTo>
                  <a:cubicBezTo>
                    <a:pt x="12705" y="14202"/>
                    <a:pt x="12705" y="14202"/>
                    <a:pt x="12705" y="14202"/>
                  </a:cubicBezTo>
                  <a:cubicBezTo>
                    <a:pt x="12705" y="14202"/>
                    <a:pt x="12705" y="14202"/>
                    <a:pt x="12705" y="14202"/>
                  </a:cubicBezTo>
                  <a:cubicBezTo>
                    <a:pt x="12705" y="14498"/>
                    <a:pt x="12705" y="14498"/>
                    <a:pt x="12705" y="14498"/>
                  </a:cubicBezTo>
                  <a:close/>
                  <a:moveTo>
                    <a:pt x="12494" y="14202"/>
                  </a:moveTo>
                  <a:cubicBezTo>
                    <a:pt x="12494" y="14498"/>
                    <a:pt x="12494" y="14498"/>
                    <a:pt x="12494" y="14498"/>
                  </a:cubicBezTo>
                  <a:cubicBezTo>
                    <a:pt x="12388" y="14498"/>
                    <a:pt x="12388" y="14498"/>
                    <a:pt x="12388" y="14498"/>
                  </a:cubicBezTo>
                  <a:cubicBezTo>
                    <a:pt x="12494" y="14794"/>
                    <a:pt x="12494" y="14794"/>
                    <a:pt x="12494" y="14794"/>
                  </a:cubicBezTo>
                  <a:cubicBezTo>
                    <a:pt x="12494" y="14794"/>
                    <a:pt x="12494" y="14794"/>
                    <a:pt x="12494" y="14794"/>
                  </a:cubicBezTo>
                  <a:cubicBezTo>
                    <a:pt x="12599" y="14794"/>
                    <a:pt x="12599" y="14794"/>
                    <a:pt x="12599" y="14794"/>
                  </a:cubicBezTo>
                  <a:cubicBezTo>
                    <a:pt x="12599" y="14498"/>
                    <a:pt x="12599" y="14498"/>
                    <a:pt x="12599" y="14498"/>
                  </a:cubicBezTo>
                  <a:cubicBezTo>
                    <a:pt x="12494" y="14202"/>
                    <a:pt x="12494" y="14202"/>
                    <a:pt x="12494" y="14202"/>
                  </a:cubicBezTo>
                  <a:cubicBezTo>
                    <a:pt x="12494" y="14202"/>
                    <a:pt x="12494" y="14202"/>
                    <a:pt x="12494" y="14202"/>
                  </a:cubicBezTo>
                  <a:close/>
                  <a:moveTo>
                    <a:pt x="13129" y="10356"/>
                  </a:moveTo>
                  <a:cubicBezTo>
                    <a:pt x="13023" y="10652"/>
                    <a:pt x="13023" y="10652"/>
                    <a:pt x="13023" y="10652"/>
                  </a:cubicBezTo>
                  <a:cubicBezTo>
                    <a:pt x="13129" y="10652"/>
                    <a:pt x="13129" y="10652"/>
                    <a:pt x="13129" y="10652"/>
                  </a:cubicBezTo>
                  <a:cubicBezTo>
                    <a:pt x="13129" y="10652"/>
                    <a:pt x="13129" y="10356"/>
                    <a:pt x="13129" y="10356"/>
                  </a:cubicBezTo>
                  <a:close/>
                  <a:moveTo>
                    <a:pt x="13235" y="10356"/>
                  </a:moveTo>
                  <a:cubicBezTo>
                    <a:pt x="13235" y="10356"/>
                    <a:pt x="13235" y="10356"/>
                    <a:pt x="13235" y="10356"/>
                  </a:cubicBezTo>
                  <a:cubicBezTo>
                    <a:pt x="13235" y="10356"/>
                    <a:pt x="13235" y="10356"/>
                    <a:pt x="13235" y="10356"/>
                  </a:cubicBezTo>
                  <a:cubicBezTo>
                    <a:pt x="13235" y="10356"/>
                    <a:pt x="13235" y="10356"/>
                    <a:pt x="13235" y="10356"/>
                  </a:cubicBezTo>
                  <a:close/>
                  <a:moveTo>
                    <a:pt x="13341" y="10060"/>
                  </a:moveTo>
                  <a:cubicBezTo>
                    <a:pt x="13341" y="10060"/>
                    <a:pt x="13341" y="10060"/>
                    <a:pt x="13341" y="10060"/>
                  </a:cubicBezTo>
                  <a:cubicBezTo>
                    <a:pt x="13341" y="10356"/>
                    <a:pt x="13341" y="10356"/>
                    <a:pt x="13341" y="10356"/>
                  </a:cubicBezTo>
                  <a:cubicBezTo>
                    <a:pt x="13341" y="10060"/>
                    <a:pt x="13341" y="10060"/>
                    <a:pt x="13341" y="10060"/>
                  </a:cubicBezTo>
                  <a:close/>
                  <a:moveTo>
                    <a:pt x="13023" y="9764"/>
                  </a:moveTo>
                  <a:cubicBezTo>
                    <a:pt x="13129" y="9764"/>
                    <a:pt x="13129" y="9764"/>
                    <a:pt x="13129" y="9764"/>
                  </a:cubicBezTo>
                  <a:cubicBezTo>
                    <a:pt x="13235" y="9764"/>
                    <a:pt x="13235" y="9764"/>
                    <a:pt x="13235" y="9764"/>
                  </a:cubicBezTo>
                  <a:cubicBezTo>
                    <a:pt x="13235" y="9764"/>
                    <a:pt x="13235" y="9764"/>
                    <a:pt x="13235" y="9764"/>
                  </a:cubicBezTo>
                  <a:cubicBezTo>
                    <a:pt x="13235" y="9764"/>
                    <a:pt x="13235" y="9764"/>
                    <a:pt x="13235" y="9764"/>
                  </a:cubicBezTo>
                  <a:cubicBezTo>
                    <a:pt x="13235" y="9764"/>
                    <a:pt x="13235" y="9764"/>
                    <a:pt x="13235" y="9764"/>
                  </a:cubicBezTo>
                  <a:cubicBezTo>
                    <a:pt x="13341" y="9764"/>
                    <a:pt x="13341" y="9764"/>
                    <a:pt x="13341" y="9764"/>
                  </a:cubicBezTo>
                  <a:cubicBezTo>
                    <a:pt x="13341" y="9764"/>
                    <a:pt x="13341" y="9764"/>
                    <a:pt x="13341" y="9764"/>
                  </a:cubicBezTo>
                  <a:cubicBezTo>
                    <a:pt x="13341" y="10060"/>
                    <a:pt x="13341" y="10060"/>
                    <a:pt x="13341" y="10060"/>
                  </a:cubicBezTo>
                  <a:cubicBezTo>
                    <a:pt x="13235" y="10060"/>
                    <a:pt x="13235" y="10060"/>
                    <a:pt x="13235" y="10060"/>
                  </a:cubicBezTo>
                  <a:cubicBezTo>
                    <a:pt x="13235" y="10060"/>
                    <a:pt x="13235" y="10060"/>
                    <a:pt x="13235" y="10060"/>
                  </a:cubicBezTo>
                  <a:cubicBezTo>
                    <a:pt x="13235" y="10060"/>
                    <a:pt x="13235" y="10060"/>
                    <a:pt x="13235" y="10060"/>
                  </a:cubicBezTo>
                  <a:cubicBezTo>
                    <a:pt x="13129" y="10060"/>
                    <a:pt x="13129" y="10060"/>
                    <a:pt x="13129" y="10060"/>
                  </a:cubicBezTo>
                  <a:cubicBezTo>
                    <a:pt x="13023" y="10060"/>
                    <a:pt x="13023" y="10060"/>
                    <a:pt x="13023" y="10060"/>
                  </a:cubicBezTo>
                  <a:cubicBezTo>
                    <a:pt x="13023" y="10060"/>
                    <a:pt x="13023" y="10060"/>
                    <a:pt x="13023" y="10060"/>
                  </a:cubicBezTo>
                  <a:cubicBezTo>
                    <a:pt x="13023" y="9764"/>
                    <a:pt x="13023" y="9764"/>
                    <a:pt x="13023" y="9764"/>
                  </a:cubicBezTo>
                  <a:close/>
                  <a:moveTo>
                    <a:pt x="12494" y="8580"/>
                  </a:moveTo>
                  <a:cubicBezTo>
                    <a:pt x="12599" y="8580"/>
                    <a:pt x="12599" y="8580"/>
                    <a:pt x="12599" y="8580"/>
                  </a:cubicBezTo>
                  <a:cubicBezTo>
                    <a:pt x="12599" y="8580"/>
                    <a:pt x="12599" y="8580"/>
                    <a:pt x="12599" y="8580"/>
                  </a:cubicBezTo>
                  <a:cubicBezTo>
                    <a:pt x="12599" y="8580"/>
                    <a:pt x="12494" y="8580"/>
                    <a:pt x="12494" y="8580"/>
                  </a:cubicBezTo>
                  <a:close/>
                  <a:moveTo>
                    <a:pt x="12388" y="8580"/>
                  </a:moveTo>
                  <a:cubicBezTo>
                    <a:pt x="12494" y="8580"/>
                    <a:pt x="12494" y="8580"/>
                    <a:pt x="12494" y="8580"/>
                  </a:cubicBezTo>
                  <a:cubicBezTo>
                    <a:pt x="12494" y="8876"/>
                    <a:pt x="12494" y="8876"/>
                    <a:pt x="12494" y="8876"/>
                  </a:cubicBezTo>
                  <a:cubicBezTo>
                    <a:pt x="12494" y="8876"/>
                    <a:pt x="12494" y="8876"/>
                    <a:pt x="12494" y="8876"/>
                  </a:cubicBezTo>
                  <a:cubicBezTo>
                    <a:pt x="12388" y="8580"/>
                    <a:pt x="12388" y="8580"/>
                    <a:pt x="12388" y="8580"/>
                  </a:cubicBezTo>
                  <a:close/>
                  <a:moveTo>
                    <a:pt x="11858" y="7693"/>
                  </a:moveTo>
                  <a:cubicBezTo>
                    <a:pt x="11964" y="7397"/>
                    <a:pt x="11964" y="7397"/>
                    <a:pt x="11964" y="7397"/>
                  </a:cubicBezTo>
                  <a:cubicBezTo>
                    <a:pt x="12070" y="7693"/>
                    <a:pt x="12070" y="7693"/>
                    <a:pt x="12070" y="7693"/>
                  </a:cubicBezTo>
                  <a:cubicBezTo>
                    <a:pt x="12176" y="7693"/>
                    <a:pt x="12176" y="7693"/>
                    <a:pt x="12176" y="7693"/>
                  </a:cubicBezTo>
                  <a:cubicBezTo>
                    <a:pt x="12388" y="7397"/>
                    <a:pt x="12388" y="7397"/>
                    <a:pt x="12388" y="7397"/>
                  </a:cubicBezTo>
                  <a:cubicBezTo>
                    <a:pt x="12494" y="7397"/>
                    <a:pt x="12494" y="7397"/>
                    <a:pt x="12494" y="7397"/>
                  </a:cubicBezTo>
                  <a:cubicBezTo>
                    <a:pt x="12494" y="7693"/>
                    <a:pt x="12494" y="7693"/>
                    <a:pt x="12494" y="7693"/>
                  </a:cubicBezTo>
                  <a:cubicBezTo>
                    <a:pt x="12599" y="7693"/>
                    <a:pt x="12599" y="7693"/>
                    <a:pt x="12599" y="7693"/>
                  </a:cubicBezTo>
                  <a:cubicBezTo>
                    <a:pt x="12705" y="7693"/>
                    <a:pt x="12705" y="7693"/>
                    <a:pt x="12705" y="7693"/>
                  </a:cubicBezTo>
                  <a:cubicBezTo>
                    <a:pt x="12917" y="7693"/>
                    <a:pt x="12917" y="7693"/>
                    <a:pt x="12917" y="7693"/>
                  </a:cubicBezTo>
                  <a:cubicBezTo>
                    <a:pt x="13023" y="7693"/>
                    <a:pt x="13023" y="7693"/>
                    <a:pt x="13023" y="7693"/>
                  </a:cubicBezTo>
                  <a:cubicBezTo>
                    <a:pt x="13023" y="7693"/>
                    <a:pt x="13023" y="7693"/>
                    <a:pt x="13023" y="7693"/>
                  </a:cubicBezTo>
                  <a:cubicBezTo>
                    <a:pt x="13129" y="7693"/>
                    <a:pt x="13129" y="7693"/>
                    <a:pt x="13129" y="7693"/>
                  </a:cubicBezTo>
                  <a:cubicBezTo>
                    <a:pt x="13235" y="7693"/>
                    <a:pt x="13235" y="7693"/>
                    <a:pt x="13235" y="7693"/>
                  </a:cubicBezTo>
                  <a:cubicBezTo>
                    <a:pt x="13235" y="7693"/>
                    <a:pt x="13235" y="7693"/>
                    <a:pt x="13235" y="7693"/>
                  </a:cubicBezTo>
                  <a:cubicBezTo>
                    <a:pt x="13341" y="7989"/>
                    <a:pt x="13341" y="7989"/>
                    <a:pt x="13341" y="7989"/>
                  </a:cubicBezTo>
                  <a:cubicBezTo>
                    <a:pt x="13658" y="7693"/>
                    <a:pt x="13658" y="7693"/>
                    <a:pt x="13658" y="7693"/>
                  </a:cubicBezTo>
                  <a:cubicBezTo>
                    <a:pt x="13870" y="7397"/>
                    <a:pt x="13870" y="7397"/>
                    <a:pt x="13870" y="7397"/>
                  </a:cubicBezTo>
                  <a:cubicBezTo>
                    <a:pt x="13870" y="7101"/>
                    <a:pt x="13870" y="7101"/>
                    <a:pt x="13870" y="7101"/>
                  </a:cubicBezTo>
                  <a:cubicBezTo>
                    <a:pt x="13976" y="7101"/>
                    <a:pt x="13976" y="7101"/>
                    <a:pt x="13976" y="7101"/>
                  </a:cubicBezTo>
                  <a:cubicBezTo>
                    <a:pt x="13976" y="7101"/>
                    <a:pt x="13976" y="7101"/>
                    <a:pt x="13976" y="7101"/>
                  </a:cubicBezTo>
                  <a:cubicBezTo>
                    <a:pt x="14082" y="6805"/>
                    <a:pt x="14082" y="6805"/>
                    <a:pt x="14082" y="6805"/>
                  </a:cubicBezTo>
                  <a:cubicBezTo>
                    <a:pt x="14082" y="6805"/>
                    <a:pt x="14082" y="6805"/>
                    <a:pt x="14082" y="6805"/>
                  </a:cubicBezTo>
                  <a:cubicBezTo>
                    <a:pt x="14082" y="6509"/>
                    <a:pt x="14082" y="6509"/>
                    <a:pt x="14082" y="6509"/>
                  </a:cubicBezTo>
                  <a:cubicBezTo>
                    <a:pt x="14188" y="6509"/>
                    <a:pt x="14188" y="6509"/>
                    <a:pt x="14188" y="6509"/>
                  </a:cubicBezTo>
                  <a:cubicBezTo>
                    <a:pt x="14082" y="6213"/>
                    <a:pt x="14082" y="6213"/>
                    <a:pt x="14082" y="6213"/>
                  </a:cubicBezTo>
                  <a:cubicBezTo>
                    <a:pt x="14082" y="6213"/>
                    <a:pt x="14082" y="6213"/>
                    <a:pt x="14082" y="6213"/>
                  </a:cubicBezTo>
                  <a:cubicBezTo>
                    <a:pt x="13976" y="6213"/>
                    <a:pt x="13976" y="6213"/>
                    <a:pt x="13976" y="6213"/>
                  </a:cubicBezTo>
                  <a:cubicBezTo>
                    <a:pt x="13870" y="6213"/>
                    <a:pt x="13870" y="6213"/>
                    <a:pt x="13870" y="6213"/>
                  </a:cubicBezTo>
                  <a:cubicBezTo>
                    <a:pt x="13870" y="6509"/>
                    <a:pt x="13870" y="6509"/>
                    <a:pt x="13870" y="6509"/>
                  </a:cubicBezTo>
                  <a:cubicBezTo>
                    <a:pt x="13764" y="6509"/>
                    <a:pt x="13764" y="6509"/>
                    <a:pt x="13764" y="6509"/>
                  </a:cubicBezTo>
                  <a:cubicBezTo>
                    <a:pt x="13764" y="6805"/>
                    <a:pt x="13764" y="6805"/>
                    <a:pt x="13764" y="6805"/>
                  </a:cubicBezTo>
                  <a:cubicBezTo>
                    <a:pt x="13658" y="6805"/>
                    <a:pt x="13658" y="6805"/>
                    <a:pt x="13658" y="6805"/>
                  </a:cubicBezTo>
                  <a:cubicBezTo>
                    <a:pt x="13658" y="6805"/>
                    <a:pt x="13658" y="6805"/>
                    <a:pt x="13658" y="6805"/>
                  </a:cubicBezTo>
                  <a:cubicBezTo>
                    <a:pt x="13552" y="7101"/>
                    <a:pt x="13552" y="7101"/>
                    <a:pt x="13552" y="7101"/>
                  </a:cubicBezTo>
                  <a:cubicBezTo>
                    <a:pt x="13447" y="7101"/>
                    <a:pt x="13447" y="7101"/>
                    <a:pt x="13447" y="7101"/>
                  </a:cubicBezTo>
                  <a:cubicBezTo>
                    <a:pt x="13235" y="7101"/>
                    <a:pt x="13235" y="7101"/>
                    <a:pt x="13235" y="7101"/>
                  </a:cubicBezTo>
                  <a:cubicBezTo>
                    <a:pt x="13023" y="7101"/>
                    <a:pt x="13023" y="7101"/>
                    <a:pt x="13023" y="7101"/>
                  </a:cubicBezTo>
                  <a:cubicBezTo>
                    <a:pt x="13023" y="7101"/>
                    <a:pt x="13023" y="7101"/>
                    <a:pt x="13023" y="7101"/>
                  </a:cubicBezTo>
                  <a:cubicBezTo>
                    <a:pt x="12917" y="7101"/>
                    <a:pt x="12917" y="7101"/>
                    <a:pt x="12917" y="7101"/>
                  </a:cubicBezTo>
                  <a:cubicBezTo>
                    <a:pt x="12917" y="6805"/>
                    <a:pt x="12917" y="6805"/>
                    <a:pt x="12917" y="6805"/>
                  </a:cubicBezTo>
                  <a:cubicBezTo>
                    <a:pt x="12811" y="6805"/>
                    <a:pt x="12811" y="6805"/>
                    <a:pt x="12811" y="6805"/>
                  </a:cubicBezTo>
                  <a:cubicBezTo>
                    <a:pt x="12705" y="6805"/>
                    <a:pt x="12705" y="6805"/>
                    <a:pt x="12705" y="6805"/>
                  </a:cubicBezTo>
                  <a:cubicBezTo>
                    <a:pt x="12599" y="6805"/>
                    <a:pt x="12599" y="6805"/>
                    <a:pt x="12599" y="6805"/>
                  </a:cubicBezTo>
                  <a:cubicBezTo>
                    <a:pt x="12494" y="6805"/>
                    <a:pt x="12494" y="6805"/>
                    <a:pt x="12494" y="6805"/>
                  </a:cubicBezTo>
                  <a:cubicBezTo>
                    <a:pt x="12494" y="6805"/>
                    <a:pt x="12494" y="6805"/>
                    <a:pt x="12494" y="6805"/>
                  </a:cubicBezTo>
                  <a:cubicBezTo>
                    <a:pt x="12388" y="6805"/>
                    <a:pt x="12388" y="6805"/>
                    <a:pt x="12388" y="6805"/>
                  </a:cubicBezTo>
                  <a:cubicBezTo>
                    <a:pt x="12282" y="6509"/>
                    <a:pt x="12282" y="6509"/>
                    <a:pt x="12282" y="6509"/>
                  </a:cubicBezTo>
                  <a:cubicBezTo>
                    <a:pt x="12176" y="6509"/>
                    <a:pt x="12176" y="6509"/>
                    <a:pt x="12176" y="6509"/>
                  </a:cubicBezTo>
                  <a:cubicBezTo>
                    <a:pt x="12070" y="6509"/>
                    <a:pt x="12070" y="6509"/>
                    <a:pt x="12070" y="6509"/>
                  </a:cubicBezTo>
                  <a:cubicBezTo>
                    <a:pt x="12070" y="6805"/>
                    <a:pt x="12070" y="6805"/>
                    <a:pt x="12070" y="6805"/>
                  </a:cubicBezTo>
                  <a:cubicBezTo>
                    <a:pt x="11964" y="6805"/>
                    <a:pt x="11964" y="6805"/>
                    <a:pt x="11964" y="6805"/>
                  </a:cubicBezTo>
                  <a:cubicBezTo>
                    <a:pt x="11964" y="7101"/>
                    <a:pt x="11964" y="7101"/>
                    <a:pt x="11964" y="7101"/>
                  </a:cubicBezTo>
                  <a:cubicBezTo>
                    <a:pt x="11858" y="7397"/>
                    <a:pt x="11858" y="7397"/>
                    <a:pt x="11858" y="7397"/>
                  </a:cubicBezTo>
                  <a:cubicBezTo>
                    <a:pt x="11752" y="7101"/>
                    <a:pt x="11752" y="7101"/>
                    <a:pt x="11752" y="7101"/>
                  </a:cubicBezTo>
                  <a:cubicBezTo>
                    <a:pt x="11647" y="7101"/>
                    <a:pt x="11647" y="7101"/>
                    <a:pt x="11647" y="7101"/>
                  </a:cubicBezTo>
                  <a:cubicBezTo>
                    <a:pt x="11647" y="7397"/>
                    <a:pt x="11647" y="7397"/>
                    <a:pt x="11647" y="7397"/>
                  </a:cubicBezTo>
                  <a:cubicBezTo>
                    <a:pt x="11647" y="7397"/>
                    <a:pt x="11647" y="7397"/>
                    <a:pt x="11647" y="7397"/>
                  </a:cubicBezTo>
                  <a:cubicBezTo>
                    <a:pt x="11541" y="7693"/>
                    <a:pt x="11541" y="7693"/>
                    <a:pt x="11541" y="7693"/>
                  </a:cubicBezTo>
                  <a:cubicBezTo>
                    <a:pt x="11541" y="7989"/>
                    <a:pt x="11541" y="7989"/>
                    <a:pt x="11541" y="7989"/>
                  </a:cubicBezTo>
                  <a:cubicBezTo>
                    <a:pt x="11541" y="8284"/>
                    <a:pt x="11541" y="8284"/>
                    <a:pt x="11541" y="8284"/>
                  </a:cubicBezTo>
                  <a:cubicBezTo>
                    <a:pt x="11541" y="8580"/>
                    <a:pt x="11541" y="8580"/>
                    <a:pt x="11541" y="8580"/>
                  </a:cubicBezTo>
                  <a:cubicBezTo>
                    <a:pt x="11541" y="8876"/>
                    <a:pt x="11541" y="8876"/>
                    <a:pt x="11541" y="8876"/>
                  </a:cubicBezTo>
                  <a:cubicBezTo>
                    <a:pt x="11541" y="9172"/>
                    <a:pt x="11541" y="9172"/>
                    <a:pt x="11541" y="9172"/>
                  </a:cubicBezTo>
                  <a:cubicBezTo>
                    <a:pt x="11541" y="9172"/>
                    <a:pt x="11541" y="9172"/>
                    <a:pt x="11541" y="9172"/>
                  </a:cubicBezTo>
                  <a:cubicBezTo>
                    <a:pt x="11541" y="9172"/>
                    <a:pt x="11541" y="9172"/>
                    <a:pt x="11541" y="9172"/>
                  </a:cubicBezTo>
                  <a:cubicBezTo>
                    <a:pt x="11541" y="8876"/>
                    <a:pt x="11541" y="8876"/>
                    <a:pt x="11541" y="8876"/>
                  </a:cubicBezTo>
                  <a:cubicBezTo>
                    <a:pt x="11435" y="9172"/>
                    <a:pt x="11435" y="9172"/>
                    <a:pt x="11435" y="9172"/>
                  </a:cubicBezTo>
                  <a:cubicBezTo>
                    <a:pt x="11329" y="9172"/>
                    <a:pt x="11329" y="9172"/>
                    <a:pt x="11329" y="9172"/>
                  </a:cubicBezTo>
                  <a:cubicBezTo>
                    <a:pt x="11329" y="9468"/>
                    <a:pt x="11329" y="9468"/>
                    <a:pt x="11329" y="9468"/>
                  </a:cubicBezTo>
                  <a:cubicBezTo>
                    <a:pt x="11223" y="9468"/>
                    <a:pt x="11223" y="9468"/>
                    <a:pt x="11223" y="9468"/>
                  </a:cubicBezTo>
                  <a:cubicBezTo>
                    <a:pt x="11329" y="9764"/>
                    <a:pt x="11329" y="9764"/>
                    <a:pt x="11329" y="9764"/>
                  </a:cubicBezTo>
                  <a:cubicBezTo>
                    <a:pt x="11223" y="10060"/>
                    <a:pt x="11223" y="10060"/>
                    <a:pt x="11223" y="10060"/>
                  </a:cubicBezTo>
                  <a:cubicBezTo>
                    <a:pt x="11329" y="10652"/>
                    <a:pt x="11329" y="10652"/>
                    <a:pt x="11329" y="10652"/>
                  </a:cubicBezTo>
                  <a:cubicBezTo>
                    <a:pt x="11223" y="10652"/>
                    <a:pt x="11223" y="10652"/>
                    <a:pt x="11223" y="10652"/>
                  </a:cubicBezTo>
                  <a:cubicBezTo>
                    <a:pt x="11223" y="10947"/>
                    <a:pt x="11223" y="10947"/>
                    <a:pt x="11223" y="10947"/>
                  </a:cubicBezTo>
                  <a:cubicBezTo>
                    <a:pt x="11223" y="10947"/>
                    <a:pt x="11223" y="10947"/>
                    <a:pt x="11223" y="10947"/>
                  </a:cubicBezTo>
                  <a:cubicBezTo>
                    <a:pt x="11223" y="11243"/>
                    <a:pt x="11223" y="11243"/>
                    <a:pt x="11223" y="11243"/>
                  </a:cubicBezTo>
                  <a:cubicBezTo>
                    <a:pt x="11117" y="11539"/>
                    <a:pt x="11117" y="11539"/>
                    <a:pt x="11117" y="11539"/>
                  </a:cubicBezTo>
                  <a:cubicBezTo>
                    <a:pt x="11011" y="11835"/>
                    <a:pt x="11011" y="11835"/>
                    <a:pt x="11011" y="11835"/>
                  </a:cubicBezTo>
                  <a:cubicBezTo>
                    <a:pt x="11011" y="11835"/>
                    <a:pt x="11011" y="11835"/>
                    <a:pt x="11011" y="11835"/>
                  </a:cubicBezTo>
                  <a:cubicBezTo>
                    <a:pt x="11011" y="11835"/>
                    <a:pt x="11011" y="11835"/>
                    <a:pt x="11011" y="11835"/>
                  </a:cubicBezTo>
                  <a:cubicBezTo>
                    <a:pt x="11117" y="12427"/>
                    <a:pt x="11117" y="12427"/>
                    <a:pt x="11117" y="12427"/>
                  </a:cubicBezTo>
                  <a:cubicBezTo>
                    <a:pt x="11117" y="12427"/>
                    <a:pt x="11117" y="12427"/>
                    <a:pt x="11117" y="12427"/>
                  </a:cubicBezTo>
                  <a:cubicBezTo>
                    <a:pt x="11117" y="12427"/>
                    <a:pt x="11117" y="12427"/>
                    <a:pt x="11117" y="12427"/>
                  </a:cubicBezTo>
                  <a:cubicBezTo>
                    <a:pt x="11223" y="12427"/>
                    <a:pt x="11223" y="12427"/>
                    <a:pt x="11223" y="12427"/>
                  </a:cubicBezTo>
                  <a:cubicBezTo>
                    <a:pt x="11329" y="12427"/>
                    <a:pt x="11329" y="12427"/>
                    <a:pt x="11329" y="12427"/>
                  </a:cubicBezTo>
                  <a:cubicBezTo>
                    <a:pt x="11329" y="12427"/>
                    <a:pt x="11329" y="12427"/>
                    <a:pt x="11329" y="12427"/>
                  </a:cubicBezTo>
                  <a:cubicBezTo>
                    <a:pt x="11329" y="12723"/>
                    <a:pt x="11329" y="12723"/>
                    <a:pt x="11329" y="12723"/>
                  </a:cubicBezTo>
                  <a:cubicBezTo>
                    <a:pt x="11435" y="13315"/>
                    <a:pt x="11435" y="13315"/>
                    <a:pt x="11435" y="13315"/>
                  </a:cubicBezTo>
                  <a:cubicBezTo>
                    <a:pt x="11435" y="13315"/>
                    <a:pt x="11435" y="13315"/>
                    <a:pt x="11435" y="13315"/>
                  </a:cubicBezTo>
                  <a:cubicBezTo>
                    <a:pt x="11329" y="13610"/>
                    <a:pt x="11329" y="13610"/>
                    <a:pt x="11329" y="13610"/>
                  </a:cubicBezTo>
                  <a:cubicBezTo>
                    <a:pt x="11329" y="13906"/>
                    <a:pt x="11329" y="13906"/>
                    <a:pt x="11329" y="13906"/>
                  </a:cubicBezTo>
                  <a:cubicBezTo>
                    <a:pt x="11329" y="14498"/>
                    <a:pt x="11329" y="14498"/>
                    <a:pt x="11329" y="14498"/>
                  </a:cubicBezTo>
                  <a:cubicBezTo>
                    <a:pt x="11329" y="14794"/>
                    <a:pt x="11329" y="14794"/>
                    <a:pt x="11329" y="14794"/>
                  </a:cubicBezTo>
                  <a:cubicBezTo>
                    <a:pt x="11329" y="14794"/>
                    <a:pt x="11329" y="14794"/>
                    <a:pt x="11329" y="14794"/>
                  </a:cubicBezTo>
                  <a:cubicBezTo>
                    <a:pt x="11435" y="15090"/>
                    <a:pt x="11435" y="15090"/>
                    <a:pt x="11435" y="15090"/>
                  </a:cubicBezTo>
                  <a:cubicBezTo>
                    <a:pt x="11541" y="15090"/>
                    <a:pt x="11541" y="15090"/>
                    <a:pt x="11541" y="15090"/>
                  </a:cubicBezTo>
                  <a:cubicBezTo>
                    <a:pt x="11541" y="14794"/>
                    <a:pt x="11541" y="14794"/>
                    <a:pt x="11541" y="14794"/>
                  </a:cubicBezTo>
                  <a:cubicBezTo>
                    <a:pt x="11647" y="14794"/>
                    <a:pt x="11647" y="14794"/>
                    <a:pt x="11647" y="14794"/>
                  </a:cubicBezTo>
                  <a:cubicBezTo>
                    <a:pt x="11752" y="14794"/>
                    <a:pt x="11752" y="14794"/>
                    <a:pt x="11752" y="14794"/>
                  </a:cubicBezTo>
                  <a:cubicBezTo>
                    <a:pt x="11752" y="15090"/>
                    <a:pt x="11752" y="15090"/>
                    <a:pt x="11752" y="15090"/>
                  </a:cubicBezTo>
                  <a:cubicBezTo>
                    <a:pt x="11858" y="14794"/>
                    <a:pt x="11858" y="14794"/>
                    <a:pt x="11858" y="14794"/>
                  </a:cubicBezTo>
                  <a:cubicBezTo>
                    <a:pt x="11752" y="14498"/>
                    <a:pt x="11752" y="14498"/>
                    <a:pt x="11752" y="14498"/>
                  </a:cubicBezTo>
                  <a:cubicBezTo>
                    <a:pt x="11752" y="14498"/>
                    <a:pt x="11752" y="14498"/>
                    <a:pt x="11752" y="14498"/>
                  </a:cubicBezTo>
                  <a:cubicBezTo>
                    <a:pt x="11752" y="14202"/>
                    <a:pt x="11752" y="14202"/>
                    <a:pt x="11752" y="14202"/>
                  </a:cubicBezTo>
                  <a:cubicBezTo>
                    <a:pt x="11752" y="13906"/>
                    <a:pt x="11752" y="13906"/>
                    <a:pt x="11752" y="13906"/>
                  </a:cubicBezTo>
                  <a:cubicBezTo>
                    <a:pt x="11752" y="13610"/>
                    <a:pt x="11752" y="13610"/>
                    <a:pt x="11752" y="13610"/>
                  </a:cubicBezTo>
                  <a:cubicBezTo>
                    <a:pt x="11752" y="13315"/>
                    <a:pt x="11752" y="13315"/>
                    <a:pt x="11752" y="13315"/>
                  </a:cubicBezTo>
                  <a:cubicBezTo>
                    <a:pt x="11752" y="13019"/>
                    <a:pt x="11752" y="13019"/>
                    <a:pt x="11752" y="13019"/>
                  </a:cubicBezTo>
                  <a:cubicBezTo>
                    <a:pt x="11858" y="12723"/>
                    <a:pt x="11858" y="12723"/>
                    <a:pt x="11858" y="12723"/>
                  </a:cubicBezTo>
                  <a:cubicBezTo>
                    <a:pt x="11858" y="12427"/>
                    <a:pt x="11858" y="12427"/>
                    <a:pt x="11858" y="12427"/>
                  </a:cubicBezTo>
                  <a:cubicBezTo>
                    <a:pt x="11858" y="12131"/>
                    <a:pt x="11858" y="12131"/>
                    <a:pt x="11858" y="12131"/>
                  </a:cubicBezTo>
                  <a:cubicBezTo>
                    <a:pt x="11752" y="11835"/>
                    <a:pt x="11752" y="11835"/>
                    <a:pt x="11752" y="11835"/>
                  </a:cubicBezTo>
                  <a:cubicBezTo>
                    <a:pt x="11752" y="11835"/>
                    <a:pt x="11752" y="11835"/>
                    <a:pt x="11752" y="11835"/>
                  </a:cubicBezTo>
                  <a:cubicBezTo>
                    <a:pt x="11858" y="11539"/>
                    <a:pt x="11858" y="11539"/>
                    <a:pt x="11858" y="11539"/>
                  </a:cubicBezTo>
                  <a:cubicBezTo>
                    <a:pt x="11964" y="11539"/>
                    <a:pt x="11964" y="11539"/>
                    <a:pt x="11964" y="11539"/>
                  </a:cubicBezTo>
                  <a:cubicBezTo>
                    <a:pt x="11964" y="11539"/>
                    <a:pt x="11964" y="11539"/>
                    <a:pt x="11964" y="11539"/>
                  </a:cubicBezTo>
                  <a:cubicBezTo>
                    <a:pt x="12070" y="11539"/>
                    <a:pt x="12070" y="11539"/>
                    <a:pt x="12070" y="11539"/>
                  </a:cubicBezTo>
                  <a:cubicBezTo>
                    <a:pt x="12070" y="11539"/>
                    <a:pt x="12070" y="11539"/>
                    <a:pt x="12070" y="11539"/>
                  </a:cubicBezTo>
                  <a:cubicBezTo>
                    <a:pt x="12176" y="11835"/>
                    <a:pt x="12176" y="11835"/>
                    <a:pt x="12176" y="11835"/>
                  </a:cubicBezTo>
                  <a:cubicBezTo>
                    <a:pt x="12176" y="12131"/>
                    <a:pt x="12176" y="12131"/>
                    <a:pt x="12176" y="12131"/>
                  </a:cubicBezTo>
                  <a:cubicBezTo>
                    <a:pt x="12070" y="12427"/>
                    <a:pt x="12070" y="12427"/>
                    <a:pt x="12070" y="12427"/>
                  </a:cubicBezTo>
                  <a:cubicBezTo>
                    <a:pt x="12070" y="12427"/>
                    <a:pt x="12070" y="12427"/>
                    <a:pt x="12070" y="12427"/>
                  </a:cubicBezTo>
                  <a:cubicBezTo>
                    <a:pt x="12070" y="12723"/>
                    <a:pt x="12070" y="12723"/>
                    <a:pt x="12070" y="12723"/>
                  </a:cubicBezTo>
                  <a:cubicBezTo>
                    <a:pt x="12176" y="12723"/>
                    <a:pt x="12176" y="12723"/>
                    <a:pt x="12176" y="12723"/>
                  </a:cubicBezTo>
                  <a:cubicBezTo>
                    <a:pt x="12176" y="13019"/>
                    <a:pt x="12176" y="13019"/>
                    <a:pt x="12176" y="13019"/>
                  </a:cubicBezTo>
                  <a:cubicBezTo>
                    <a:pt x="12282" y="13019"/>
                    <a:pt x="12282" y="13019"/>
                    <a:pt x="12282" y="13019"/>
                  </a:cubicBezTo>
                  <a:cubicBezTo>
                    <a:pt x="12388" y="13315"/>
                    <a:pt x="12388" y="13315"/>
                    <a:pt x="12388" y="13315"/>
                  </a:cubicBezTo>
                  <a:cubicBezTo>
                    <a:pt x="12282" y="13315"/>
                    <a:pt x="12282" y="13315"/>
                    <a:pt x="12282" y="13315"/>
                  </a:cubicBezTo>
                  <a:cubicBezTo>
                    <a:pt x="12282" y="13906"/>
                    <a:pt x="12282" y="13906"/>
                    <a:pt x="12282" y="13906"/>
                  </a:cubicBezTo>
                  <a:cubicBezTo>
                    <a:pt x="12282" y="13906"/>
                    <a:pt x="12282" y="13906"/>
                    <a:pt x="12282" y="13906"/>
                  </a:cubicBezTo>
                  <a:cubicBezTo>
                    <a:pt x="12388" y="14202"/>
                    <a:pt x="12388" y="14202"/>
                    <a:pt x="12388" y="14202"/>
                  </a:cubicBezTo>
                  <a:cubicBezTo>
                    <a:pt x="12388" y="13906"/>
                    <a:pt x="12388" y="13906"/>
                    <a:pt x="12388" y="13906"/>
                  </a:cubicBezTo>
                  <a:cubicBezTo>
                    <a:pt x="12494" y="14202"/>
                    <a:pt x="12494" y="14202"/>
                    <a:pt x="12494" y="14202"/>
                  </a:cubicBezTo>
                  <a:cubicBezTo>
                    <a:pt x="12599" y="14202"/>
                    <a:pt x="12599" y="14202"/>
                    <a:pt x="12599" y="14202"/>
                  </a:cubicBezTo>
                  <a:cubicBezTo>
                    <a:pt x="12599" y="13906"/>
                    <a:pt x="12599" y="13906"/>
                    <a:pt x="12599" y="13906"/>
                  </a:cubicBezTo>
                  <a:cubicBezTo>
                    <a:pt x="12599" y="13906"/>
                    <a:pt x="12599" y="13906"/>
                    <a:pt x="12599" y="13906"/>
                  </a:cubicBezTo>
                  <a:cubicBezTo>
                    <a:pt x="12705" y="13610"/>
                    <a:pt x="12705" y="13610"/>
                    <a:pt x="12705" y="13610"/>
                  </a:cubicBezTo>
                  <a:cubicBezTo>
                    <a:pt x="12705" y="13610"/>
                    <a:pt x="12705" y="13610"/>
                    <a:pt x="12705" y="13610"/>
                  </a:cubicBezTo>
                  <a:cubicBezTo>
                    <a:pt x="12811" y="13315"/>
                    <a:pt x="12811" y="13315"/>
                    <a:pt x="12811" y="13315"/>
                  </a:cubicBezTo>
                  <a:cubicBezTo>
                    <a:pt x="13023" y="13315"/>
                    <a:pt x="13023" y="13315"/>
                    <a:pt x="13023" y="13315"/>
                  </a:cubicBezTo>
                  <a:cubicBezTo>
                    <a:pt x="13023" y="13315"/>
                    <a:pt x="13023" y="13315"/>
                    <a:pt x="13023" y="13315"/>
                  </a:cubicBezTo>
                  <a:cubicBezTo>
                    <a:pt x="13129" y="13315"/>
                    <a:pt x="13129" y="13315"/>
                    <a:pt x="13129" y="13315"/>
                  </a:cubicBezTo>
                  <a:cubicBezTo>
                    <a:pt x="13129" y="13315"/>
                    <a:pt x="13129" y="13315"/>
                    <a:pt x="13129" y="13315"/>
                  </a:cubicBezTo>
                  <a:cubicBezTo>
                    <a:pt x="13235" y="13315"/>
                    <a:pt x="13235" y="13315"/>
                    <a:pt x="13235" y="13315"/>
                  </a:cubicBezTo>
                  <a:cubicBezTo>
                    <a:pt x="13129" y="13019"/>
                    <a:pt x="13129" y="13019"/>
                    <a:pt x="13129" y="13019"/>
                  </a:cubicBezTo>
                  <a:cubicBezTo>
                    <a:pt x="13023" y="13019"/>
                    <a:pt x="13023" y="13019"/>
                    <a:pt x="13023" y="13019"/>
                  </a:cubicBezTo>
                  <a:cubicBezTo>
                    <a:pt x="13023" y="13019"/>
                    <a:pt x="13023" y="13019"/>
                    <a:pt x="13023" y="13019"/>
                  </a:cubicBezTo>
                  <a:cubicBezTo>
                    <a:pt x="13023" y="13019"/>
                    <a:pt x="13023" y="13019"/>
                    <a:pt x="13023" y="13019"/>
                  </a:cubicBezTo>
                  <a:cubicBezTo>
                    <a:pt x="12917" y="13019"/>
                    <a:pt x="12917" y="13019"/>
                    <a:pt x="12917" y="13019"/>
                  </a:cubicBezTo>
                  <a:cubicBezTo>
                    <a:pt x="12917" y="13019"/>
                    <a:pt x="12917" y="13019"/>
                    <a:pt x="12917" y="13019"/>
                  </a:cubicBezTo>
                  <a:cubicBezTo>
                    <a:pt x="12811" y="13019"/>
                    <a:pt x="12811" y="13019"/>
                    <a:pt x="12811" y="13019"/>
                  </a:cubicBezTo>
                  <a:cubicBezTo>
                    <a:pt x="12811" y="12723"/>
                    <a:pt x="12811" y="12723"/>
                    <a:pt x="12811" y="12723"/>
                  </a:cubicBezTo>
                  <a:cubicBezTo>
                    <a:pt x="12811" y="12723"/>
                    <a:pt x="12811" y="12723"/>
                    <a:pt x="12811" y="12723"/>
                  </a:cubicBezTo>
                  <a:cubicBezTo>
                    <a:pt x="12811" y="12723"/>
                    <a:pt x="12811" y="12723"/>
                    <a:pt x="12811" y="12723"/>
                  </a:cubicBezTo>
                  <a:cubicBezTo>
                    <a:pt x="12705" y="12723"/>
                    <a:pt x="12705" y="12723"/>
                    <a:pt x="12705" y="12723"/>
                  </a:cubicBezTo>
                  <a:cubicBezTo>
                    <a:pt x="12705" y="12723"/>
                    <a:pt x="12705" y="12723"/>
                    <a:pt x="12705" y="12723"/>
                  </a:cubicBezTo>
                  <a:cubicBezTo>
                    <a:pt x="12599" y="12427"/>
                    <a:pt x="12599" y="12427"/>
                    <a:pt x="12599" y="12427"/>
                  </a:cubicBezTo>
                  <a:cubicBezTo>
                    <a:pt x="12705" y="12427"/>
                    <a:pt x="12705" y="12427"/>
                    <a:pt x="12705" y="12427"/>
                  </a:cubicBezTo>
                  <a:cubicBezTo>
                    <a:pt x="12705" y="12131"/>
                    <a:pt x="12705" y="12131"/>
                    <a:pt x="12705" y="12131"/>
                  </a:cubicBezTo>
                  <a:cubicBezTo>
                    <a:pt x="12705" y="12427"/>
                    <a:pt x="12705" y="12427"/>
                    <a:pt x="12705" y="12427"/>
                  </a:cubicBezTo>
                  <a:cubicBezTo>
                    <a:pt x="12705" y="12131"/>
                    <a:pt x="12705" y="12131"/>
                    <a:pt x="12705" y="12131"/>
                  </a:cubicBezTo>
                  <a:cubicBezTo>
                    <a:pt x="12811" y="12131"/>
                    <a:pt x="12811" y="12131"/>
                    <a:pt x="12811" y="12131"/>
                  </a:cubicBezTo>
                  <a:cubicBezTo>
                    <a:pt x="12811" y="12131"/>
                    <a:pt x="12811" y="12131"/>
                    <a:pt x="12811" y="12131"/>
                  </a:cubicBezTo>
                  <a:cubicBezTo>
                    <a:pt x="12705" y="11835"/>
                    <a:pt x="12705" y="11835"/>
                    <a:pt x="12705" y="11835"/>
                  </a:cubicBezTo>
                  <a:cubicBezTo>
                    <a:pt x="12705" y="11835"/>
                    <a:pt x="12705" y="11835"/>
                    <a:pt x="12705" y="11835"/>
                  </a:cubicBezTo>
                  <a:cubicBezTo>
                    <a:pt x="12705" y="11835"/>
                    <a:pt x="12705" y="11835"/>
                    <a:pt x="12705" y="11835"/>
                  </a:cubicBezTo>
                  <a:cubicBezTo>
                    <a:pt x="12705" y="11539"/>
                    <a:pt x="12705" y="11539"/>
                    <a:pt x="12705" y="11539"/>
                  </a:cubicBezTo>
                  <a:cubicBezTo>
                    <a:pt x="12599" y="11539"/>
                    <a:pt x="12599" y="11539"/>
                    <a:pt x="12599" y="11539"/>
                  </a:cubicBezTo>
                  <a:cubicBezTo>
                    <a:pt x="12599" y="11539"/>
                    <a:pt x="12599" y="11539"/>
                    <a:pt x="12599" y="11539"/>
                  </a:cubicBezTo>
                  <a:cubicBezTo>
                    <a:pt x="12494" y="11243"/>
                    <a:pt x="12494" y="11243"/>
                    <a:pt x="12494" y="11243"/>
                  </a:cubicBezTo>
                  <a:cubicBezTo>
                    <a:pt x="12388" y="10947"/>
                    <a:pt x="12388" y="10947"/>
                    <a:pt x="12388" y="10947"/>
                  </a:cubicBezTo>
                  <a:cubicBezTo>
                    <a:pt x="12282" y="10652"/>
                    <a:pt x="12282" y="10652"/>
                    <a:pt x="12282" y="10652"/>
                  </a:cubicBezTo>
                  <a:cubicBezTo>
                    <a:pt x="12282" y="10652"/>
                    <a:pt x="12282" y="10652"/>
                    <a:pt x="12282" y="10652"/>
                  </a:cubicBezTo>
                  <a:cubicBezTo>
                    <a:pt x="12282" y="10356"/>
                    <a:pt x="12282" y="10356"/>
                    <a:pt x="12282" y="10356"/>
                  </a:cubicBezTo>
                  <a:cubicBezTo>
                    <a:pt x="12282" y="10356"/>
                    <a:pt x="12282" y="10356"/>
                    <a:pt x="12282" y="10356"/>
                  </a:cubicBezTo>
                  <a:cubicBezTo>
                    <a:pt x="12388" y="10652"/>
                    <a:pt x="12388" y="10652"/>
                    <a:pt x="12388" y="10652"/>
                  </a:cubicBezTo>
                  <a:cubicBezTo>
                    <a:pt x="12388" y="10652"/>
                    <a:pt x="12388" y="10652"/>
                    <a:pt x="12388" y="10652"/>
                  </a:cubicBezTo>
                  <a:cubicBezTo>
                    <a:pt x="12494" y="10356"/>
                    <a:pt x="12494" y="10356"/>
                    <a:pt x="12494" y="10356"/>
                  </a:cubicBezTo>
                  <a:cubicBezTo>
                    <a:pt x="12494" y="10356"/>
                    <a:pt x="12494" y="10356"/>
                    <a:pt x="12494" y="10356"/>
                  </a:cubicBezTo>
                  <a:cubicBezTo>
                    <a:pt x="12705" y="10060"/>
                    <a:pt x="12705" y="10060"/>
                    <a:pt x="12705" y="10060"/>
                  </a:cubicBezTo>
                  <a:cubicBezTo>
                    <a:pt x="12811" y="9764"/>
                    <a:pt x="12811" y="9764"/>
                    <a:pt x="12811" y="9764"/>
                  </a:cubicBezTo>
                  <a:cubicBezTo>
                    <a:pt x="12917" y="9468"/>
                    <a:pt x="12917" y="9468"/>
                    <a:pt x="12917" y="9468"/>
                  </a:cubicBezTo>
                  <a:cubicBezTo>
                    <a:pt x="13023" y="9468"/>
                    <a:pt x="13023" y="9468"/>
                    <a:pt x="13023" y="9468"/>
                  </a:cubicBezTo>
                  <a:cubicBezTo>
                    <a:pt x="13023" y="9172"/>
                    <a:pt x="13023" y="9172"/>
                    <a:pt x="13023" y="9172"/>
                  </a:cubicBezTo>
                  <a:cubicBezTo>
                    <a:pt x="13129" y="9172"/>
                    <a:pt x="13129" y="9172"/>
                    <a:pt x="13129" y="9172"/>
                  </a:cubicBezTo>
                  <a:cubicBezTo>
                    <a:pt x="13235" y="9468"/>
                    <a:pt x="13235" y="9468"/>
                    <a:pt x="13235" y="9468"/>
                  </a:cubicBezTo>
                  <a:cubicBezTo>
                    <a:pt x="13235" y="9468"/>
                    <a:pt x="13235" y="9468"/>
                    <a:pt x="13235" y="9468"/>
                  </a:cubicBezTo>
                  <a:cubicBezTo>
                    <a:pt x="13341" y="9172"/>
                    <a:pt x="13341" y="9172"/>
                    <a:pt x="13341" y="9172"/>
                  </a:cubicBezTo>
                  <a:cubicBezTo>
                    <a:pt x="13341" y="8876"/>
                    <a:pt x="13341" y="8876"/>
                    <a:pt x="13341" y="8876"/>
                  </a:cubicBezTo>
                  <a:cubicBezTo>
                    <a:pt x="13235" y="8876"/>
                    <a:pt x="13235" y="8876"/>
                    <a:pt x="13235" y="8876"/>
                  </a:cubicBezTo>
                  <a:cubicBezTo>
                    <a:pt x="13023" y="8876"/>
                    <a:pt x="13023" y="8876"/>
                    <a:pt x="13023" y="8876"/>
                  </a:cubicBezTo>
                  <a:cubicBezTo>
                    <a:pt x="12917" y="8876"/>
                    <a:pt x="12917" y="8876"/>
                    <a:pt x="12917" y="8876"/>
                  </a:cubicBezTo>
                  <a:cubicBezTo>
                    <a:pt x="12811" y="8876"/>
                    <a:pt x="12811" y="8876"/>
                    <a:pt x="12811" y="8876"/>
                  </a:cubicBezTo>
                  <a:cubicBezTo>
                    <a:pt x="12705" y="9172"/>
                    <a:pt x="12705" y="9172"/>
                    <a:pt x="12705" y="9172"/>
                  </a:cubicBezTo>
                  <a:cubicBezTo>
                    <a:pt x="12705" y="9172"/>
                    <a:pt x="12705" y="9172"/>
                    <a:pt x="12705" y="9172"/>
                  </a:cubicBezTo>
                  <a:cubicBezTo>
                    <a:pt x="12599" y="9172"/>
                    <a:pt x="12599" y="9172"/>
                    <a:pt x="12599" y="9172"/>
                  </a:cubicBezTo>
                  <a:cubicBezTo>
                    <a:pt x="12494" y="9172"/>
                    <a:pt x="12494" y="9172"/>
                    <a:pt x="12494" y="9172"/>
                  </a:cubicBezTo>
                  <a:cubicBezTo>
                    <a:pt x="12388" y="9172"/>
                    <a:pt x="12388" y="9172"/>
                    <a:pt x="12388" y="9172"/>
                  </a:cubicBezTo>
                  <a:cubicBezTo>
                    <a:pt x="12282" y="9172"/>
                    <a:pt x="12282" y="9172"/>
                    <a:pt x="12282" y="9172"/>
                  </a:cubicBezTo>
                  <a:cubicBezTo>
                    <a:pt x="12282" y="9468"/>
                    <a:pt x="12282" y="9468"/>
                    <a:pt x="12282" y="9468"/>
                  </a:cubicBezTo>
                  <a:cubicBezTo>
                    <a:pt x="12176" y="9764"/>
                    <a:pt x="12176" y="9764"/>
                    <a:pt x="12176" y="9764"/>
                  </a:cubicBezTo>
                  <a:cubicBezTo>
                    <a:pt x="12070" y="10060"/>
                    <a:pt x="12070" y="10060"/>
                    <a:pt x="12070" y="10060"/>
                  </a:cubicBezTo>
                  <a:cubicBezTo>
                    <a:pt x="11964" y="9764"/>
                    <a:pt x="11964" y="9764"/>
                    <a:pt x="11964" y="9764"/>
                  </a:cubicBezTo>
                  <a:cubicBezTo>
                    <a:pt x="11964" y="9764"/>
                    <a:pt x="11964" y="9764"/>
                    <a:pt x="11964" y="9764"/>
                  </a:cubicBezTo>
                  <a:cubicBezTo>
                    <a:pt x="11858" y="9468"/>
                    <a:pt x="11858" y="9468"/>
                    <a:pt x="11858" y="9468"/>
                  </a:cubicBezTo>
                  <a:cubicBezTo>
                    <a:pt x="11752" y="9172"/>
                    <a:pt x="11752" y="9172"/>
                    <a:pt x="11752" y="9172"/>
                  </a:cubicBezTo>
                  <a:cubicBezTo>
                    <a:pt x="11647" y="8876"/>
                    <a:pt x="11647" y="8876"/>
                    <a:pt x="11647" y="8876"/>
                  </a:cubicBezTo>
                  <a:cubicBezTo>
                    <a:pt x="11647" y="8284"/>
                    <a:pt x="11647" y="8284"/>
                    <a:pt x="11647" y="8284"/>
                  </a:cubicBezTo>
                  <a:cubicBezTo>
                    <a:pt x="11752" y="7989"/>
                    <a:pt x="11752" y="7989"/>
                    <a:pt x="11752" y="7989"/>
                  </a:cubicBezTo>
                  <a:cubicBezTo>
                    <a:pt x="11858" y="7693"/>
                    <a:pt x="11858" y="7693"/>
                    <a:pt x="11858" y="7693"/>
                  </a:cubicBezTo>
                  <a:close/>
                  <a:moveTo>
                    <a:pt x="11964" y="0"/>
                  </a:moveTo>
                  <a:cubicBezTo>
                    <a:pt x="11858" y="0"/>
                    <a:pt x="11858" y="0"/>
                    <a:pt x="11858" y="0"/>
                  </a:cubicBezTo>
                  <a:cubicBezTo>
                    <a:pt x="11858" y="295"/>
                    <a:pt x="11858" y="295"/>
                    <a:pt x="11858" y="295"/>
                  </a:cubicBezTo>
                  <a:cubicBezTo>
                    <a:pt x="11964" y="0"/>
                    <a:pt x="11964" y="0"/>
                    <a:pt x="11964" y="0"/>
                  </a:cubicBezTo>
                  <a:cubicBezTo>
                    <a:pt x="11964" y="0"/>
                    <a:pt x="11964" y="0"/>
                    <a:pt x="11964" y="0"/>
                  </a:cubicBezTo>
                  <a:close/>
                  <a:moveTo>
                    <a:pt x="12070" y="887"/>
                  </a:moveTo>
                  <a:cubicBezTo>
                    <a:pt x="12070" y="887"/>
                    <a:pt x="12070" y="887"/>
                    <a:pt x="12070" y="887"/>
                  </a:cubicBezTo>
                  <a:cubicBezTo>
                    <a:pt x="12176" y="591"/>
                    <a:pt x="12176" y="591"/>
                    <a:pt x="12176" y="591"/>
                  </a:cubicBezTo>
                  <a:cubicBezTo>
                    <a:pt x="12176" y="887"/>
                    <a:pt x="12176" y="887"/>
                    <a:pt x="12176" y="887"/>
                  </a:cubicBezTo>
                  <a:cubicBezTo>
                    <a:pt x="12282" y="591"/>
                    <a:pt x="12282" y="591"/>
                    <a:pt x="12282" y="591"/>
                  </a:cubicBezTo>
                  <a:cubicBezTo>
                    <a:pt x="12282" y="591"/>
                    <a:pt x="12282" y="591"/>
                    <a:pt x="12282" y="591"/>
                  </a:cubicBezTo>
                  <a:cubicBezTo>
                    <a:pt x="12176" y="591"/>
                    <a:pt x="12176" y="591"/>
                    <a:pt x="12176" y="591"/>
                  </a:cubicBezTo>
                  <a:cubicBezTo>
                    <a:pt x="12070" y="591"/>
                    <a:pt x="12070" y="591"/>
                    <a:pt x="12070" y="591"/>
                  </a:cubicBezTo>
                  <a:cubicBezTo>
                    <a:pt x="11964" y="591"/>
                    <a:pt x="11964" y="591"/>
                    <a:pt x="11964" y="591"/>
                  </a:cubicBezTo>
                  <a:cubicBezTo>
                    <a:pt x="12070" y="887"/>
                    <a:pt x="12070" y="887"/>
                    <a:pt x="12070" y="887"/>
                  </a:cubicBezTo>
                  <a:close/>
                  <a:moveTo>
                    <a:pt x="11329" y="2071"/>
                  </a:moveTo>
                  <a:cubicBezTo>
                    <a:pt x="11329" y="2071"/>
                    <a:pt x="11329" y="2071"/>
                    <a:pt x="11329" y="2071"/>
                  </a:cubicBezTo>
                  <a:cubicBezTo>
                    <a:pt x="11329" y="2367"/>
                    <a:pt x="11329" y="2367"/>
                    <a:pt x="11329" y="2367"/>
                  </a:cubicBezTo>
                  <a:cubicBezTo>
                    <a:pt x="11329" y="2071"/>
                    <a:pt x="11329" y="2071"/>
                    <a:pt x="11329" y="2071"/>
                  </a:cubicBezTo>
                  <a:cubicBezTo>
                    <a:pt x="11329" y="2071"/>
                    <a:pt x="11329" y="2071"/>
                    <a:pt x="11329" y="2071"/>
                  </a:cubicBezTo>
                  <a:close/>
                  <a:moveTo>
                    <a:pt x="11435" y="1775"/>
                  </a:moveTo>
                  <a:cubicBezTo>
                    <a:pt x="11647" y="1479"/>
                    <a:pt x="11647" y="1479"/>
                    <a:pt x="11647" y="1479"/>
                  </a:cubicBezTo>
                  <a:cubicBezTo>
                    <a:pt x="11752" y="1479"/>
                    <a:pt x="11752" y="1479"/>
                    <a:pt x="11752" y="1479"/>
                  </a:cubicBezTo>
                  <a:cubicBezTo>
                    <a:pt x="11752" y="1479"/>
                    <a:pt x="11752" y="1479"/>
                    <a:pt x="11752" y="1479"/>
                  </a:cubicBezTo>
                  <a:cubicBezTo>
                    <a:pt x="11647" y="1775"/>
                    <a:pt x="11647" y="1775"/>
                    <a:pt x="11647" y="1775"/>
                  </a:cubicBezTo>
                  <a:cubicBezTo>
                    <a:pt x="11541" y="1775"/>
                    <a:pt x="11541" y="1775"/>
                    <a:pt x="11541" y="1775"/>
                  </a:cubicBezTo>
                  <a:cubicBezTo>
                    <a:pt x="11435" y="1775"/>
                    <a:pt x="11435" y="1775"/>
                    <a:pt x="11435" y="1775"/>
                  </a:cubicBezTo>
                  <a:close/>
                  <a:moveTo>
                    <a:pt x="10482" y="2958"/>
                  </a:moveTo>
                  <a:cubicBezTo>
                    <a:pt x="10588" y="3254"/>
                    <a:pt x="10588" y="3254"/>
                    <a:pt x="10588" y="3254"/>
                  </a:cubicBezTo>
                  <a:cubicBezTo>
                    <a:pt x="10482" y="2958"/>
                    <a:pt x="10482" y="2958"/>
                    <a:pt x="10482" y="2958"/>
                  </a:cubicBezTo>
                  <a:cubicBezTo>
                    <a:pt x="10482" y="2958"/>
                    <a:pt x="10482" y="2958"/>
                    <a:pt x="10482" y="2958"/>
                  </a:cubicBezTo>
                  <a:close/>
                  <a:moveTo>
                    <a:pt x="10482" y="2958"/>
                  </a:moveTo>
                  <a:cubicBezTo>
                    <a:pt x="10482" y="2958"/>
                    <a:pt x="10482" y="2958"/>
                    <a:pt x="10482" y="2958"/>
                  </a:cubicBezTo>
                  <a:cubicBezTo>
                    <a:pt x="10588" y="2958"/>
                    <a:pt x="10588" y="2958"/>
                    <a:pt x="10588" y="2958"/>
                  </a:cubicBezTo>
                  <a:cubicBezTo>
                    <a:pt x="10588" y="2958"/>
                    <a:pt x="10588" y="2958"/>
                    <a:pt x="10588" y="2958"/>
                  </a:cubicBezTo>
                  <a:cubicBezTo>
                    <a:pt x="10588" y="2958"/>
                    <a:pt x="10588" y="2958"/>
                    <a:pt x="10588" y="2958"/>
                  </a:cubicBezTo>
                  <a:cubicBezTo>
                    <a:pt x="10482" y="2958"/>
                    <a:pt x="10482" y="2958"/>
                    <a:pt x="10482" y="2958"/>
                  </a:cubicBezTo>
                  <a:close/>
                  <a:moveTo>
                    <a:pt x="10588" y="3550"/>
                  </a:moveTo>
                  <a:cubicBezTo>
                    <a:pt x="10482" y="3550"/>
                    <a:pt x="10482" y="3550"/>
                    <a:pt x="10482" y="3550"/>
                  </a:cubicBezTo>
                  <a:cubicBezTo>
                    <a:pt x="10588" y="3550"/>
                    <a:pt x="10588" y="3550"/>
                    <a:pt x="10588" y="3550"/>
                  </a:cubicBezTo>
                  <a:cubicBezTo>
                    <a:pt x="10588" y="3550"/>
                    <a:pt x="10588" y="3550"/>
                    <a:pt x="10588" y="3550"/>
                  </a:cubicBezTo>
                  <a:close/>
                  <a:moveTo>
                    <a:pt x="10482" y="3846"/>
                  </a:moveTo>
                  <a:cubicBezTo>
                    <a:pt x="10482" y="3846"/>
                    <a:pt x="10482" y="3846"/>
                    <a:pt x="10482" y="3846"/>
                  </a:cubicBezTo>
                  <a:cubicBezTo>
                    <a:pt x="10482" y="4142"/>
                    <a:pt x="10482" y="4142"/>
                    <a:pt x="10482" y="4142"/>
                  </a:cubicBezTo>
                  <a:cubicBezTo>
                    <a:pt x="10482" y="4142"/>
                    <a:pt x="10482" y="4142"/>
                    <a:pt x="10482" y="4142"/>
                  </a:cubicBezTo>
                  <a:cubicBezTo>
                    <a:pt x="10482" y="3846"/>
                    <a:pt x="10482" y="3846"/>
                    <a:pt x="10482" y="3846"/>
                  </a:cubicBezTo>
                  <a:close/>
                  <a:moveTo>
                    <a:pt x="9847" y="12427"/>
                  </a:moveTo>
                  <a:cubicBezTo>
                    <a:pt x="9952" y="12427"/>
                    <a:pt x="9952" y="12427"/>
                    <a:pt x="9952" y="12427"/>
                  </a:cubicBezTo>
                  <a:cubicBezTo>
                    <a:pt x="9952" y="12723"/>
                    <a:pt x="9952" y="12723"/>
                    <a:pt x="9952" y="12723"/>
                  </a:cubicBezTo>
                  <a:cubicBezTo>
                    <a:pt x="9847" y="12723"/>
                    <a:pt x="9847" y="12723"/>
                    <a:pt x="9847" y="12723"/>
                  </a:cubicBezTo>
                  <a:cubicBezTo>
                    <a:pt x="9847" y="12427"/>
                    <a:pt x="9847" y="12427"/>
                    <a:pt x="9847" y="12427"/>
                  </a:cubicBezTo>
                  <a:cubicBezTo>
                    <a:pt x="9847" y="12427"/>
                    <a:pt x="9847" y="12427"/>
                    <a:pt x="9847" y="12427"/>
                  </a:cubicBezTo>
                  <a:close/>
                  <a:moveTo>
                    <a:pt x="9847" y="12427"/>
                  </a:moveTo>
                  <a:cubicBezTo>
                    <a:pt x="9847" y="12723"/>
                    <a:pt x="9847" y="12723"/>
                    <a:pt x="9847" y="12723"/>
                  </a:cubicBezTo>
                  <a:cubicBezTo>
                    <a:pt x="9847" y="13019"/>
                    <a:pt x="9847" y="13019"/>
                    <a:pt x="9847" y="13019"/>
                  </a:cubicBezTo>
                  <a:cubicBezTo>
                    <a:pt x="9741" y="13019"/>
                    <a:pt x="9741" y="13019"/>
                    <a:pt x="9741" y="13019"/>
                  </a:cubicBezTo>
                  <a:cubicBezTo>
                    <a:pt x="9741" y="13019"/>
                    <a:pt x="9741" y="13019"/>
                    <a:pt x="9741" y="13019"/>
                  </a:cubicBezTo>
                  <a:cubicBezTo>
                    <a:pt x="9741" y="12723"/>
                    <a:pt x="9741" y="12723"/>
                    <a:pt x="9741" y="12723"/>
                  </a:cubicBezTo>
                  <a:cubicBezTo>
                    <a:pt x="9741" y="12427"/>
                    <a:pt x="9741" y="12427"/>
                    <a:pt x="9741" y="12427"/>
                  </a:cubicBezTo>
                  <a:cubicBezTo>
                    <a:pt x="9847" y="12131"/>
                    <a:pt x="9847" y="12131"/>
                    <a:pt x="9847" y="12131"/>
                  </a:cubicBezTo>
                  <a:cubicBezTo>
                    <a:pt x="9847" y="12427"/>
                    <a:pt x="9847" y="12427"/>
                    <a:pt x="9847" y="12427"/>
                  </a:cubicBezTo>
                  <a:close/>
                  <a:moveTo>
                    <a:pt x="6564" y="8580"/>
                  </a:moveTo>
                  <a:cubicBezTo>
                    <a:pt x="6670" y="8580"/>
                    <a:pt x="6670" y="8580"/>
                    <a:pt x="6670" y="8580"/>
                  </a:cubicBezTo>
                  <a:cubicBezTo>
                    <a:pt x="6776" y="8876"/>
                    <a:pt x="6776" y="8876"/>
                    <a:pt x="6776" y="8876"/>
                  </a:cubicBezTo>
                  <a:cubicBezTo>
                    <a:pt x="6670" y="8876"/>
                    <a:pt x="6670" y="8876"/>
                    <a:pt x="6670" y="8876"/>
                  </a:cubicBezTo>
                  <a:cubicBezTo>
                    <a:pt x="6564" y="8876"/>
                    <a:pt x="6564" y="8876"/>
                    <a:pt x="6564" y="8876"/>
                  </a:cubicBezTo>
                  <a:cubicBezTo>
                    <a:pt x="6564" y="8580"/>
                    <a:pt x="6564" y="8580"/>
                    <a:pt x="6564" y="8580"/>
                  </a:cubicBezTo>
                  <a:cubicBezTo>
                    <a:pt x="6564" y="8580"/>
                    <a:pt x="6564" y="8580"/>
                    <a:pt x="6564" y="8580"/>
                  </a:cubicBezTo>
                  <a:close/>
                  <a:moveTo>
                    <a:pt x="6670" y="9172"/>
                  </a:moveTo>
                  <a:cubicBezTo>
                    <a:pt x="6776" y="9172"/>
                    <a:pt x="6776" y="9172"/>
                    <a:pt x="6776" y="9172"/>
                  </a:cubicBezTo>
                  <a:cubicBezTo>
                    <a:pt x="6776" y="9172"/>
                    <a:pt x="6776" y="9172"/>
                    <a:pt x="6776" y="9172"/>
                  </a:cubicBezTo>
                  <a:cubicBezTo>
                    <a:pt x="6882" y="9468"/>
                    <a:pt x="6882" y="9468"/>
                    <a:pt x="6882" y="9468"/>
                  </a:cubicBezTo>
                  <a:cubicBezTo>
                    <a:pt x="6882" y="9468"/>
                    <a:pt x="6882" y="9468"/>
                    <a:pt x="6882" y="9468"/>
                  </a:cubicBezTo>
                  <a:cubicBezTo>
                    <a:pt x="6776" y="9468"/>
                    <a:pt x="6776" y="9468"/>
                    <a:pt x="6776" y="9468"/>
                  </a:cubicBezTo>
                  <a:cubicBezTo>
                    <a:pt x="6670" y="9468"/>
                    <a:pt x="6670" y="9468"/>
                    <a:pt x="6670" y="9468"/>
                  </a:cubicBezTo>
                  <a:cubicBezTo>
                    <a:pt x="6670" y="9172"/>
                    <a:pt x="6670" y="9172"/>
                    <a:pt x="6670" y="9172"/>
                  </a:cubicBezTo>
                  <a:cubicBezTo>
                    <a:pt x="6670" y="9172"/>
                    <a:pt x="6670" y="9172"/>
                    <a:pt x="6670" y="9172"/>
                  </a:cubicBezTo>
                  <a:close/>
                  <a:moveTo>
                    <a:pt x="6776" y="9468"/>
                  </a:moveTo>
                  <a:cubicBezTo>
                    <a:pt x="6882" y="9468"/>
                    <a:pt x="6882" y="9468"/>
                    <a:pt x="6882" y="9468"/>
                  </a:cubicBezTo>
                  <a:cubicBezTo>
                    <a:pt x="6882" y="9764"/>
                    <a:pt x="6882" y="9764"/>
                    <a:pt x="6882" y="9764"/>
                  </a:cubicBezTo>
                  <a:cubicBezTo>
                    <a:pt x="6882" y="9764"/>
                    <a:pt x="6882" y="9764"/>
                    <a:pt x="6882" y="9764"/>
                  </a:cubicBezTo>
                  <a:cubicBezTo>
                    <a:pt x="6776" y="10060"/>
                    <a:pt x="6776" y="10060"/>
                    <a:pt x="6776" y="10060"/>
                  </a:cubicBezTo>
                  <a:cubicBezTo>
                    <a:pt x="6776" y="9764"/>
                    <a:pt x="6776" y="9764"/>
                    <a:pt x="6776" y="9764"/>
                  </a:cubicBezTo>
                  <a:cubicBezTo>
                    <a:pt x="6776" y="9764"/>
                    <a:pt x="6776" y="9764"/>
                    <a:pt x="6776" y="9764"/>
                  </a:cubicBezTo>
                  <a:cubicBezTo>
                    <a:pt x="6776" y="9468"/>
                    <a:pt x="6776" y="9468"/>
                    <a:pt x="6776" y="9468"/>
                  </a:cubicBezTo>
                  <a:close/>
                  <a:moveTo>
                    <a:pt x="6564" y="6805"/>
                  </a:moveTo>
                  <a:cubicBezTo>
                    <a:pt x="6564" y="6213"/>
                    <a:pt x="6564" y="6213"/>
                    <a:pt x="6564" y="6213"/>
                  </a:cubicBezTo>
                  <a:cubicBezTo>
                    <a:pt x="6670" y="5917"/>
                    <a:pt x="6670" y="5917"/>
                    <a:pt x="6670" y="5917"/>
                  </a:cubicBezTo>
                  <a:cubicBezTo>
                    <a:pt x="6776" y="5917"/>
                    <a:pt x="6776" y="5917"/>
                    <a:pt x="6776" y="5917"/>
                  </a:cubicBezTo>
                  <a:cubicBezTo>
                    <a:pt x="6776" y="5621"/>
                    <a:pt x="6776" y="5621"/>
                    <a:pt x="6776" y="5621"/>
                  </a:cubicBezTo>
                  <a:cubicBezTo>
                    <a:pt x="6882" y="6213"/>
                    <a:pt x="6882" y="6213"/>
                    <a:pt x="6882" y="6213"/>
                  </a:cubicBezTo>
                  <a:cubicBezTo>
                    <a:pt x="7094" y="6509"/>
                    <a:pt x="7094" y="6509"/>
                    <a:pt x="7094" y="6509"/>
                  </a:cubicBezTo>
                  <a:cubicBezTo>
                    <a:pt x="7094" y="6509"/>
                    <a:pt x="7094" y="6509"/>
                    <a:pt x="7094" y="6509"/>
                  </a:cubicBezTo>
                  <a:cubicBezTo>
                    <a:pt x="7199" y="6805"/>
                    <a:pt x="7199" y="6805"/>
                    <a:pt x="7199" y="6805"/>
                  </a:cubicBezTo>
                  <a:cubicBezTo>
                    <a:pt x="7199" y="7101"/>
                    <a:pt x="7199" y="7101"/>
                    <a:pt x="7199" y="7101"/>
                  </a:cubicBezTo>
                  <a:cubicBezTo>
                    <a:pt x="7305" y="7101"/>
                    <a:pt x="7305" y="7101"/>
                    <a:pt x="7305" y="7101"/>
                  </a:cubicBezTo>
                  <a:cubicBezTo>
                    <a:pt x="7411" y="6805"/>
                    <a:pt x="7411" y="6805"/>
                    <a:pt x="7411" y="6805"/>
                  </a:cubicBezTo>
                  <a:cubicBezTo>
                    <a:pt x="7411" y="6805"/>
                    <a:pt x="7411" y="6805"/>
                    <a:pt x="7411" y="6805"/>
                  </a:cubicBezTo>
                  <a:cubicBezTo>
                    <a:pt x="7517" y="6805"/>
                    <a:pt x="7517" y="6805"/>
                    <a:pt x="7517" y="6805"/>
                  </a:cubicBezTo>
                  <a:cubicBezTo>
                    <a:pt x="7623" y="6805"/>
                    <a:pt x="7623" y="6805"/>
                    <a:pt x="7623" y="6805"/>
                  </a:cubicBezTo>
                  <a:cubicBezTo>
                    <a:pt x="7941" y="6805"/>
                    <a:pt x="7941" y="6805"/>
                    <a:pt x="7941" y="6805"/>
                  </a:cubicBezTo>
                  <a:cubicBezTo>
                    <a:pt x="8152" y="6509"/>
                    <a:pt x="8152" y="6509"/>
                    <a:pt x="8152" y="6509"/>
                  </a:cubicBezTo>
                  <a:cubicBezTo>
                    <a:pt x="8258" y="6213"/>
                    <a:pt x="8258" y="6213"/>
                    <a:pt x="8258" y="6213"/>
                  </a:cubicBezTo>
                  <a:cubicBezTo>
                    <a:pt x="8470" y="6213"/>
                    <a:pt x="8470" y="6213"/>
                    <a:pt x="8470" y="6213"/>
                  </a:cubicBezTo>
                  <a:cubicBezTo>
                    <a:pt x="8576" y="6509"/>
                    <a:pt x="8576" y="6509"/>
                    <a:pt x="8576" y="6509"/>
                  </a:cubicBezTo>
                  <a:cubicBezTo>
                    <a:pt x="8576" y="6509"/>
                    <a:pt x="8576" y="6509"/>
                    <a:pt x="8576" y="6509"/>
                  </a:cubicBezTo>
                  <a:cubicBezTo>
                    <a:pt x="8682" y="6509"/>
                    <a:pt x="8682" y="6509"/>
                    <a:pt x="8682" y="6509"/>
                  </a:cubicBezTo>
                  <a:cubicBezTo>
                    <a:pt x="8894" y="6213"/>
                    <a:pt x="8894" y="6213"/>
                    <a:pt x="8894" y="6213"/>
                  </a:cubicBezTo>
                  <a:cubicBezTo>
                    <a:pt x="9105" y="6213"/>
                    <a:pt x="9105" y="6213"/>
                    <a:pt x="9105" y="6213"/>
                  </a:cubicBezTo>
                  <a:cubicBezTo>
                    <a:pt x="9105" y="5917"/>
                    <a:pt x="9105" y="5917"/>
                    <a:pt x="9105" y="5917"/>
                  </a:cubicBezTo>
                  <a:cubicBezTo>
                    <a:pt x="9317" y="5326"/>
                    <a:pt x="9317" y="5326"/>
                    <a:pt x="9317" y="5326"/>
                  </a:cubicBezTo>
                  <a:cubicBezTo>
                    <a:pt x="9423" y="4734"/>
                    <a:pt x="9423" y="4734"/>
                    <a:pt x="9423" y="4734"/>
                  </a:cubicBezTo>
                  <a:cubicBezTo>
                    <a:pt x="9529" y="4438"/>
                    <a:pt x="9529" y="4438"/>
                    <a:pt x="9529" y="4438"/>
                  </a:cubicBezTo>
                  <a:cubicBezTo>
                    <a:pt x="9635" y="3254"/>
                    <a:pt x="9635" y="3254"/>
                    <a:pt x="9635" y="3254"/>
                  </a:cubicBezTo>
                  <a:cubicBezTo>
                    <a:pt x="9635" y="3254"/>
                    <a:pt x="9635" y="3254"/>
                    <a:pt x="9635" y="3254"/>
                  </a:cubicBezTo>
                  <a:cubicBezTo>
                    <a:pt x="9635" y="2958"/>
                    <a:pt x="9635" y="2958"/>
                    <a:pt x="9635" y="2958"/>
                  </a:cubicBezTo>
                  <a:cubicBezTo>
                    <a:pt x="9635" y="2958"/>
                    <a:pt x="9635" y="2958"/>
                    <a:pt x="9635" y="2958"/>
                  </a:cubicBezTo>
                  <a:cubicBezTo>
                    <a:pt x="9741" y="2663"/>
                    <a:pt x="9741" y="2663"/>
                    <a:pt x="9741" y="2663"/>
                  </a:cubicBezTo>
                  <a:cubicBezTo>
                    <a:pt x="9847" y="2663"/>
                    <a:pt x="9847" y="2663"/>
                    <a:pt x="9847" y="2663"/>
                  </a:cubicBezTo>
                  <a:cubicBezTo>
                    <a:pt x="9952" y="2663"/>
                    <a:pt x="9952" y="2663"/>
                    <a:pt x="9952" y="2663"/>
                  </a:cubicBezTo>
                  <a:cubicBezTo>
                    <a:pt x="10164" y="2663"/>
                    <a:pt x="10164" y="2663"/>
                    <a:pt x="10164" y="2663"/>
                  </a:cubicBezTo>
                  <a:cubicBezTo>
                    <a:pt x="10270" y="2663"/>
                    <a:pt x="10270" y="2663"/>
                    <a:pt x="10270" y="2663"/>
                  </a:cubicBezTo>
                  <a:cubicBezTo>
                    <a:pt x="10376" y="2663"/>
                    <a:pt x="10376" y="2663"/>
                    <a:pt x="10376" y="2663"/>
                  </a:cubicBezTo>
                  <a:cubicBezTo>
                    <a:pt x="10482" y="2663"/>
                    <a:pt x="10482" y="2663"/>
                    <a:pt x="10482" y="2663"/>
                  </a:cubicBezTo>
                  <a:cubicBezTo>
                    <a:pt x="10482" y="2958"/>
                    <a:pt x="10482" y="2958"/>
                    <a:pt x="10482" y="2958"/>
                  </a:cubicBezTo>
                  <a:cubicBezTo>
                    <a:pt x="10376" y="2958"/>
                    <a:pt x="10376" y="2958"/>
                    <a:pt x="10376" y="2958"/>
                  </a:cubicBezTo>
                  <a:cubicBezTo>
                    <a:pt x="10482" y="2958"/>
                    <a:pt x="10482" y="2958"/>
                    <a:pt x="10482" y="2958"/>
                  </a:cubicBezTo>
                  <a:cubicBezTo>
                    <a:pt x="10376" y="2958"/>
                    <a:pt x="10376" y="2958"/>
                    <a:pt x="10376" y="2958"/>
                  </a:cubicBezTo>
                  <a:cubicBezTo>
                    <a:pt x="10482" y="3254"/>
                    <a:pt x="10482" y="3254"/>
                    <a:pt x="10482" y="3254"/>
                  </a:cubicBezTo>
                  <a:cubicBezTo>
                    <a:pt x="10588" y="3550"/>
                    <a:pt x="10588" y="3550"/>
                    <a:pt x="10588" y="3550"/>
                  </a:cubicBezTo>
                  <a:cubicBezTo>
                    <a:pt x="10482" y="3550"/>
                    <a:pt x="10482" y="3550"/>
                    <a:pt x="10482" y="3550"/>
                  </a:cubicBezTo>
                  <a:cubicBezTo>
                    <a:pt x="10376" y="3550"/>
                    <a:pt x="10376" y="3550"/>
                    <a:pt x="10376" y="3550"/>
                  </a:cubicBezTo>
                  <a:cubicBezTo>
                    <a:pt x="10376" y="3550"/>
                    <a:pt x="10376" y="3550"/>
                    <a:pt x="10376" y="3550"/>
                  </a:cubicBezTo>
                  <a:cubicBezTo>
                    <a:pt x="10376" y="3846"/>
                    <a:pt x="10376" y="3846"/>
                    <a:pt x="10376" y="3846"/>
                  </a:cubicBezTo>
                  <a:cubicBezTo>
                    <a:pt x="10482" y="3846"/>
                    <a:pt x="10482" y="3846"/>
                    <a:pt x="10482" y="3846"/>
                  </a:cubicBezTo>
                  <a:cubicBezTo>
                    <a:pt x="10482" y="3846"/>
                    <a:pt x="10482" y="3846"/>
                    <a:pt x="10482" y="3846"/>
                  </a:cubicBezTo>
                  <a:cubicBezTo>
                    <a:pt x="10376" y="4142"/>
                    <a:pt x="10376" y="4142"/>
                    <a:pt x="10376" y="4142"/>
                  </a:cubicBezTo>
                  <a:cubicBezTo>
                    <a:pt x="10376" y="4142"/>
                    <a:pt x="10376" y="4142"/>
                    <a:pt x="10376" y="4142"/>
                  </a:cubicBezTo>
                  <a:cubicBezTo>
                    <a:pt x="10482" y="4438"/>
                    <a:pt x="10482" y="4438"/>
                    <a:pt x="10482" y="4438"/>
                  </a:cubicBezTo>
                  <a:cubicBezTo>
                    <a:pt x="10482" y="4734"/>
                    <a:pt x="10482" y="4734"/>
                    <a:pt x="10482" y="4734"/>
                  </a:cubicBezTo>
                  <a:cubicBezTo>
                    <a:pt x="10694" y="5030"/>
                    <a:pt x="10694" y="5030"/>
                    <a:pt x="10694" y="5030"/>
                  </a:cubicBezTo>
                  <a:cubicBezTo>
                    <a:pt x="10694" y="5030"/>
                    <a:pt x="10694" y="5030"/>
                    <a:pt x="10694" y="5030"/>
                  </a:cubicBezTo>
                  <a:cubicBezTo>
                    <a:pt x="10694" y="5326"/>
                    <a:pt x="10694" y="5326"/>
                    <a:pt x="10694" y="5326"/>
                  </a:cubicBezTo>
                  <a:cubicBezTo>
                    <a:pt x="10588" y="5326"/>
                    <a:pt x="10588" y="5326"/>
                    <a:pt x="10588" y="5326"/>
                  </a:cubicBezTo>
                  <a:cubicBezTo>
                    <a:pt x="10482" y="5621"/>
                    <a:pt x="10482" y="5621"/>
                    <a:pt x="10482" y="5621"/>
                  </a:cubicBezTo>
                  <a:cubicBezTo>
                    <a:pt x="10588" y="5621"/>
                    <a:pt x="10588" y="5621"/>
                    <a:pt x="10588" y="5621"/>
                  </a:cubicBezTo>
                  <a:cubicBezTo>
                    <a:pt x="10588" y="5917"/>
                    <a:pt x="10588" y="5917"/>
                    <a:pt x="10588" y="5917"/>
                  </a:cubicBezTo>
                  <a:cubicBezTo>
                    <a:pt x="10694" y="5917"/>
                    <a:pt x="10694" y="5917"/>
                    <a:pt x="10694" y="5917"/>
                  </a:cubicBezTo>
                  <a:cubicBezTo>
                    <a:pt x="10905" y="6509"/>
                    <a:pt x="10905" y="6509"/>
                    <a:pt x="10905" y="6509"/>
                  </a:cubicBezTo>
                  <a:cubicBezTo>
                    <a:pt x="10905" y="6509"/>
                    <a:pt x="10905" y="6509"/>
                    <a:pt x="10905" y="6509"/>
                  </a:cubicBezTo>
                  <a:cubicBezTo>
                    <a:pt x="11011" y="6805"/>
                    <a:pt x="11011" y="6805"/>
                    <a:pt x="11011" y="6805"/>
                  </a:cubicBezTo>
                  <a:cubicBezTo>
                    <a:pt x="11011" y="6805"/>
                    <a:pt x="11011" y="6805"/>
                    <a:pt x="11011" y="6805"/>
                  </a:cubicBezTo>
                  <a:cubicBezTo>
                    <a:pt x="11117" y="6805"/>
                    <a:pt x="11117" y="6805"/>
                    <a:pt x="11117" y="6805"/>
                  </a:cubicBezTo>
                  <a:cubicBezTo>
                    <a:pt x="11117" y="7101"/>
                    <a:pt x="11117" y="7101"/>
                    <a:pt x="11117" y="7101"/>
                  </a:cubicBezTo>
                  <a:cubicBezTo>
                    <a:pt x="11011" y="7101"/>
                    <a:pt x="11011" y="7101"/>
                    <a:pt x="11011" y="7101"/>
                  </a:cubicBezTo>
                  <a:cubicBezTo>
                    <a:pt x="11011" y="7101"/>
                    <a:pt x="11011" y="7101"/>
                    <a:pt x="11011" y="7101"/>
                  </a:cubicBezTo>
                  <a:cubicBezTo>
                    <a:pt x="10905" y="7101"/>
                    <a:pt x="10905" y="7101"/>
                    <a:pt x="10905" y="7101"/>
                  </a:cubicBezTo>
                  <a:cubicBezTo>
                    <a:pt x="10800" y="7101"/>
                    <a:pt x="10800" y="7101"/>
                    <a:pt x="10800" y="7101"/>
                  </a:cubicBezTo>
                  <a:cubicBezTo>
                    <a:pt x="10588" y="6805"/>
                    <a:pt x="10588" y="6805"/>
                    <a:pt x="10588" y="6805"/>
                  </a:cubicBezTo>
                  <a:cubicBezTo>
                    <a:pt x="10694" y="7101"/>
                    <a:pt x="10694" y="7101"/>
                    <a:pt x="10694" y="7101"/>
                  </a:cubicBezTo>
                  <a:cubicBezTo>
                    <a:pt x="10694" y="7101"/>
                    <a:pt x="10694" y="7101"/>
                    <a:pt x="10694" y="7101"/>
                  </a:cubicBezTo>
                  <a:cubicBezTo>
                    <a:pt x="10588" y="7101"/>
                    <a:pt x="10588" y="7101"/>
                    <a:pt x="10588" y="7101"/>
                  </a:cubicBezTo>
                  <a:cubicBezTo>
                    <a:pt x="10482" y="7397"/>
                    <a:pt x="10482" y="7397"/>
                    <a:pt x="10482" y="7397"/>
                  </a:cubicBezTo>
                  <a:cubicBezTo>
                    <a:pt x="10482" y="7397"/>
                    <a:pt x="10482" y="7397"/>
                    <a:pt x="10482" y="7397"/>
                  </a:cubicBezTo>
                  <a:cubicBezTo>
                    <a:pt x="10482" y="7693"/>
                    <a:pt x="10482" y="7693"/>
                    <a:pt x="10482" y="7693"/>
                  </a:cubicBezTo>
                  <a:cubicBezTo>
                    <a:pt x="10482" y="7989"/>
                    <a:pt x="10482" y="7989"/>
                    <a:pt x="10482" y="7989"/>
                  </a:cubicBezTo>
                  <a:cubicBezTo>
                    <a:pt x="10376" y="8284"/>
                    <a:pt x="10376" y="8284"/>
                    <a:pt x="10376" y="8284"/>
                  </a:cubicBezTo>
                  <a:cubicBezTo>
                    <a:pt x="10376" y="8580"/>
                    <a:pt x="10376" y="8580"/>
                    <a:pt x="10376" y="8580"/>
                  </a:cubicBezTo>
                  <a:cubicBezTo>
                    <a:pt x="10270" y="8876"/>
                    <a:pt x="10270" y="8876"/>
                    <a:pt x="10270" y="8876"/>
                  </a:cubicBezTo>
                  <a:cubicBezTo>
                    <a:pt x="10270" y="9172"/>
                    <a:pt x="10270" y="9172"/>
                    <a:pt x="10270" y="9172"/>
                  </a:cubicBezTo>
                  <a:cubicBezTo>
                    <a:pt x="10270" y="9468"/>
                    <a:pt x="10270" y="9468"/>
                    <a:pt x="10270" y="9468"/>
                  </a:cubicBezTo>
                  <a:cubicBezTo>
                    <a:pt x="10164" y="9764"/>
                    <a:pt x="10164" y="9764"/>
                    <a:pt x="10164" y="9764"/>
                  </a:cubicBezTo>
                  <a:cubicBezTo>
                    <a:pt x="10058" y="9468"/>
                    <a:pt x="10058" y="9468"/>
                    <a:pt x="10058" y="9468"/>
                  </a:cubicBezTo>
                  <a:cubicBezTo>
                    <a:pt x="10058" y="9468"/>
                    <a:pt x="10058" y="9468"/>
                    <a:pt x="10058" y="9468"/>
                  </a:cubicBezTo>
                  <a:cubicBezTo>
                    <a:pt x="10058" y="9468"/>
                    <a:pt x="10058" y="9468"/>
                    <a:pt x="10058" y="9468"/>
                  </a:cubicBezTo>
                  <a:cubicBezTo>
                    <a:pt x="10058" y="9764"/>
                    <a:pt x="10058" y="9764"/>
                    <a:pt x="10058" y="9764"/>
                  </a:cubicBezTo>
                  <a:cubicBezTo>
                    <a:pt x="9952" y="10060"/>
                    <a:pt x="9952" y="10060"/>
                    <a:pt x="9952" y="10060"/>
                  </a:cubicBezTo>
                  <a:cubicBezTo>
                    <a:pt x="9952" y="10356"/>
                    <a:pt x="9952" y="10356"/>
                    <a:pt x="9952" y="10356"/>
                  </a:cubicBezTo>
                  <a:cubicBezTo>
                    <a:pt x="9952" y="10356"/>
                    <a:pt x="9952" y="10356"/>
                    <a:pt x="9952" y="10356"/>
                  </a:cubicBezTo>
                  <a:cubicBezTo>
                    <a:pt x="9847" y="10356"/>
                    <a:pt x="9847" y="10356"/>
                    <a:pt x="9847" y="10356"/>
                  </a:cubicBezTo>
                  <a:cubicBezTo>
                    <a:pt x="9847" y="10356"/>
                    <a:pt x="9847" y="10356"/>
                    <a:pt x="9847" y="10356"/>
                  </a:cubicBezTo>
                  <a:cubicBezTo>
                    <a:pt x="9847" y="10652"/>
                    <a:pt x="9847" y="10652"/>
                    <a:pt x="9847" y="10652"/>
                  </a:cubicBezTo>
                  <a:cubicBezTo>
                    <a:pt x="9952" y="10356"/>
                    <a:pt x="9952" y="10356"/>
                    <a:pt x="9952" y="10356"/>
                  </a:cubicBezTo>
                  <a:cubicBezTo>
                    <a:pt x="9952" y="10652"/>
                    <a:pt x="9952" y="10652"/>
                    <a:pt x="9952" y="10652"/>
                  </a:cubicBezTo>
                  <a:cubicBezTo>
                    <a:pt x="9952" y="10652"/>
                    <a:pt x="9952" y="10652"/>
                    <a:pt x="9952" y="10652"/>
                  </a:cubicBezTo>
                  <a:cubicBezTo>
                    <a:pt x="9847" y="10947"/>
                    <a:pt x="9847" y="10947"/>
                    <a:pt x="9847" y="10947"/>
                  </a:cubicBezTo>
                  <a:cubicBezTo>
                    <a:pt x="9952" y="10947"/>
                    <a:pt x="9952" y="10947"/>
                    <a:pt x="9952" y="10947"/>
                  </a:cubicBezTo>
                  <a:cubicBezTo>
                    <a:pt x="9952" y="10947"/>
                    <a:pt x="9952" y="10947"/>
                    <a:pt x="9952" y="10947"/>
                  </a:cubicBezTo>
                  <a:cubicBezTo>
                    <a:pt x="9952" y="10947"/>
                    <a:pt x="9952" y="10947"/>
                    <a:pt x="9952" y="10947"/>
                  </a:cubicBezTo>
                  <a:cubicBezTo>
                    <a:pt x="9952" y="11243"/>
                    <a:pt x="9952" y="11243"/>
                    <a:pt x="9952" y="11243"/>
                  </a:cubicBezTo>
                  <a:cubicBezTo>
                    <a:pt x="9847" y="11243"/>
                    <a:pt x="9847" y="11243"/>
                    <a:pt x="9847" y="11243"/>
                  </a:cubicBezTo>
                  <a:cubicBezTo>
                    <a:pt x="9847" y="11243"/>
                    <a:pt x="9847" y="11243"/>
                    <a:pt x="9847" y="11243"/>
                  </a:cubicBezTo>
                  <a:cubicBezTo>
                    <a:pt x="9847" y="11243"/>
                    <a:pt x="9847" y="11243"/>
                    <a:pt x="9847" y="11243"/>
                  </a:cubicBezTo>
                  <a:cubicBezTo>
                    <a:pt x="9952" y="11243"/>
                    <a:pt x="9952" y="11243"/>
                    <a:pt x="9952" y="11243"/>
                  </a:cubicBezTo>
                  <a:cubicBezTo>
                    <a:pt x="9952" y="11539"/>
                    <a:pt x="9952" y="11539"/>
                    <a:pt x="9952" y="11539"/>
                  </a:cubicBezTo>
                  <a:cubicBezTo>
                    <a:pt x="9847" y="11835"/>
                    <a:pt x="9847" y="11835"/>
                    <a:pt x="9847" y="11835"/>
                  </a:cubicBezTo>
                  <a:cubicBezTo>
                    <a:pt x="9847" y="11835"/>
                    <a:pt x="9847" y="11835"/>
                    <a:pt x="9847" y="11835"/>
                  </a:cubicBezTo>
                  <a:cubicBezTo>
                    <a:pt x="9741" y="11835"/>
                    <a:pt x="9741" y="11835"/>
                    <a:pt x="9741" y="11835"/>
                  </a:cubicBezTo>
                  <a:cubicBezTo>
                    <a:pt x="9741" y="12131"/>
                    <a:pt x="9741" y="12131"/>
                    <a:pt x="9741" y="12131"/>
                  </a:cubicBezTo>
                  <a:cubicBezTo>
                    <a:pt x="9741" y="12131"/>
                    <a:pt x="9741" y="12131"/>
                    <a:pt x="9741" y="12131"/>
                  </a:cubicBezTo>
                  <a:cubicBezTo>
                    <a:pt x="9635" y="12723"/>
                    <a:pt x="9635" y="12723"/>
                    <a:pt x="9635" y="12723"/>
                  </a:cubicBezTo>
                  <a:cubicBezTo>
                    <a:pt x="9529" y="13019"/>
                    <a:pt x="9529" y="13019"/>
                    <a:pt x="9529" y="13019"/>
                  </a:cubicBezTo>
                  <a:cubicBezTo>
                    <a:pt x="9317" y="13019"/>
                    <a:pt x="9317" y="13019"/>
                    <a:pt x="9317" y="13019"/>
                  </a:cubicBezTo>
                  <a:cubicBezTo>
                    <a:pt x="9211" y="13315"/>
                    <a:pt x="9211" y="13315"/>
                    <a:pt x="9211" y="13315"/>
                  </a:cubicBezTo>
                  <a:cubicBezTo>
                    <a:pt x="9105" y="13315"/>
                    <a:pt x="9105" y="13315"/>
                    <a:pt x="9105" y="13315"/>
                  </a:cubicBezTo>
                  <a:cubicBezTo>
                    <a:pt x="9105" y="13019"/>
                    <a:pt x="9105" y="13019"/>
                    <a:pt x="9105" y="13019"/>
                  </a:cubicBezTo>
                  <a:cubicBezTo>
                    <a:pt x="9105" y="12723"/>
                    <a:pt x="9105" y="12723"/>
                    <a:pt x="9105" y="12723"/>
                  </a:cubicBezTo>
                  <a:cubicBezTo>
                    <a:pt x="8999" y="12427"/>
                    <a:pt x="8999" y="12427"/>
                    <a:pt x="8999" y="12427"/>
                  </a:cubicBezTo>
                  <a:cubicBezTo>
                    <a:pt x="8999" y="12427"/>
                    <a:pt x="8999" y="12427"/>
                    <a:pt x="8999" y="12427"/>
                  </a:cubicBezTo>
                  <a:cubicBezTo>
                    <a:pt x="8999" y="12427"/>
                    <a:pt x="8999" y="12427"/>
                    <a:pt x="8999" y="12427"/>
                  </a:cubicBezTo>
                  <a:cubicBezTo>
                    <a:pt x="8894" y="12427"/>
                    <a:pt x="8894" y="12427"/>
                    <a:pt x="8894" y="12427"/>
                  </a:cubicBezTo>
                  <a:cubicBezTo>
                    <a:pt x="8894" y="12427"/>
                    <a:pt x="8894" y="12427"/>
                    <a:pt x="8894" y="12427"/>
                  </a:cubicBezTo>
                  <a:cubicBezTo>
                    <a:pt x="8788" y="12427"/>
                    <a:pt x="8788" y="12427"/>
                    <a:pt x="8788" y="12427"/>
                  </a:cubicBezTo>
                  <a:cubicBezTo>
                    <a:pt x="8788" y="12131"/>
                    <a:pt x="8788" y="12131"/>
                    <a:pt x="8788" y="12131"/>
                  </a:cubicBezTo>
                  <a:cubicBezTo>
                    <a:pt x="8682" y="12427"/>
                    <a:pt x="8682" y="12427"/>
                    <a:pt x="8682" y="12427"/>
                  </a:cubicBezTo>
                  <a:cubicBezTo>
                    <a:pt x="8788" y="12427"/>
                    <a:pt x="8788" y="12427"/>
                    <a:pt x="8788" y="12427"/>
                  </a:cubicBezTo>
                  <a:cubicBezTo>
                    <a:pt x="8682" y="12427"/>
                    <a:pt x="8682" y="12427"/>
                    <a:pt x="8682" y="12427"/>
                  </a:cubicBezTo>
                  <a:cubicBezTo>
                    <a:pt x="8682" y="12427"/>
                    <a:pt x="8682" y="12427"/>
                    <a:pt x="8682" y="12427"/>
                  </a:cubicBezTo>
                  <a:cubicBezTo>
                    <a:pt x="8682" y="12131"/>
                    <a:pt x="8682" y="12131"/>
                    <a:pt x="8682" y="12131"/>
                  </a:cubicBezTo>
                  <a:cubicBezTo>
                    <a:pt x="8576" y="12131"/>
                    <a:pt x="8576" y="12131"/>
                    <a:pt x="8576" y="12131"/>
                  </a:cubicBezTo>
                  <a:cubicBezTo>
                    <a:pt x="8576" y="12131"/>
                    <a:pt x="8576" y="12131"/>
                    <a:pt x="8576" y="12131"/>
                  </a:cubicBezTo>
                  <a:cubicBezTo>
                    <a:pt x="8470" y="11835"/>
                    <a:pt x="8470" y="11835"/>
                    <a:pt x="8470" y="11835"/>
                  </a:cubicBezTo>
                  <a:cubicBezTo>
                    <a:pt x="8364" y="11835"/>
                    <a:pt x="8364" y="11835"/>
                    <a:pt x="8364" y="11835"/>
                  </a:cubicBezTo>
                  <a:cubicBezTo>
                    <a:pt x="8364" y="12131"/>
                    <a:pt x="8364" y="12131"/>
                    <a:pt x="8364" y="12131"/>
                  </a:cubicBezTo>
                  <a:cubicBezTo>
                    <a:pt x="8152" y="12131"/>
                    <a:pt x="8152" y="12131"/>
                    <a:pt x="8152" y="12131"/>
                  </a:cubicBezTo>
                  <a:cubicBezTo>
                    <a:pt x="8152" y="12427"/>
                    <a:pt x="8152" y="12427"/>
                    <a:pt x="8152" y="12427"/>
                  </a:cubicBezTo>
                  <a:cubicBezTo>
                    <a:pt x="8152" y="12427"/>
                    <a:pt x="8152" y="12427"/>
                    <a:pt x="8152" y="12427"/>
                  </a:cubicBezTo>
                  <a:cubicBezTo>
                    <a:pt x="8047" y="12131"/>
                    <a:pt x="8047" y="12131"/>
                    <a:pt x="8047" y="12131"/>
                  </a:cubicBezTo>
                  <a:cubicBezTo>
                    <a:pt x="8047" y="12427"/>
                    <a:pt x="8047" y="12427"/>
                    <a:pt x="8047" y="12427"/>
                  </a:cubicBezTo>
                  <a:cubicBezTo>
                    <a:pt x="7941" y="12723"/>
                    <a:pt x="7941" y="12723"/>
                    <a:pt x="7941" y="12723"/>
                  </a:cubicBezTo>
                  <a:cubicBezTo>
                    <a:pt x="7835" y="12723"/>
                    <a:pt x="7835" y="12723"/>
                    <a:pt x="7835" y="12723"/>
                  </a:cubicBezTo>
                  <a:cubicBezTo>
                    <a:pt x="7835" y="12427"/>
                    <a:pt x="7835" y="12427"/>
                    <a:pt x="7835" y="12427"/>
                  </a:cubicBezTo>
                  <a:cubicBezTo>
                    <a:pt x="7835" y="12131"/>
                    <a:pt x="7835" y="12131"/>
                    <a:pt x="7835" y="12131"/>
                  </a:cubicBezTo>
                  <a:cubicBezTo>
                    <a:pt x="7835" y="11835"/>
                    <a:pt x="7835" y="11835"/>
                    <a:pt x="7835" y="11835"/>
                  </a:cubicBezTo>
                  <a:cubicBezTo>
                    <a:pt x="7835" y="11539"/>
                    <a:pt x="7835" y="11539"/>
                    <a:pt x="7835" y="11539"/>
                  </a:cubicBezTo>
                  <a:cubicBezTo>
                    <a:pt x="7835" y="11243"/>
                    <a:pt x="7835" y="11243"/>
                    <a:pt x="7835" y="11243"/>
                  </a:cubicBezTo>
                  <a:cubicBezTo>
                    <a:pt x="7835" y="11539"/>
                    <a:pt x="7835" y="11539"/>
                    <a:pt x="7835" y="11539"/>
                  </a:cubicBezTo>
                  <a:cubicBezTo>
                    <a:pt x="7729" y="11835"/>
                    <a:pt x="7729" y="11835"/>
                    <a:pt x="7729" y="11835"/>
                  </a:cubicBezTo>
                  <a:cubicBezTo>
                    <a:pt x="7729" y="11835"/>
                    <a:pt x="7729" y="11835"/>
                    <a:pt x="7729" y="11835"/>
                  </a:cubicBezTo>
                  <a:cubicBezTo>
                    <a:pt x="7623" y="11835"/>
                    <a:pt x="7623" y="11835"/>
                    <a:pt x="7623" y="11835"/>
                  </a:cubicBezTo>
                  <a:cubicBezTo>
                    <a:pt x="7517" y="11835"/>
                    <a:pt x="7517" y="11835"/>
                    <a:pt x="7517" y="11835"/>
                  </a:cubicBezTo>
                  <a:cubicBezTo>
                    <a:pt x="7411" y="11835"/>
                    <a:pt x="7411" y="11835"/>
                    <a:pt x="7411" y="11835"/>
                  </a:cubicBezTo>
                  <a:cubicBezTo>
                    <a:pt x="7411" y="11835"/>
                    <a:pt x="7411" y="11835"/>
                    <a:pt x="7411" y="11835"/>
                  </a:cubicBezTo>
                  <a:cubicBezTo>
                    <a:pt x="7305" y="11835"/>
                    <a:pt x="7305" y="11835"/>
                    <a:pt x="7305" y="11835"/>
                  </a:cubicBezTo>
                  <a:cubicBezTo>
                    <a:pt x="7199" y="11539"/>
                    <a:pt x="7199" y="11539"/>
                    <a:pt x="7199" y="11539"/>
                  </a:cubicBezTo>
                  <a:cubicBezTo>
                    <a:pt x="7199" y="11835"/>
                    <a:pt x="7199" y="11835"/>
                    <a:pt x="7199" y="11835"/>
                  </a:cubicBezTo>
                  <a:cubicBezTo>
                    <a:pt x="7094" y="11835"/>
                    <a:pt x="7094" y="11835"/>
                    <a:pt x="7094" y="11835"/>
                  </a:cubicBezTo>
                  <a:cubicBezTo>
                    <a:pt x="7094" y="11539"/>
                    <a:pt x="7094" y="11539"/>
                    <a:pt x="7094" y="11539"/>
                  </a:cubicBezTo>
                  <a:cubicBezTo>
                    <a:pt x="7094" y="11243"/>
                    <a:pt x="7094" y="11243"/>
                    <a:pt x="7094" y="11243"/>
                  </a:cubicBezTo>
                  <a:cubicBezTo>
                    <a:pt x="6988" y="10652"/>
                    <a:pt x="6988" y="10652"/>
                    <a:pt x="6988" y="10652"/>
                  </a:cubicBezTo>
                  <a:cubicBezTo>
                    <a:pt x="6988" y="10652"/>
                    <a:pt x="6988" y="10652"/>
                    <a:pt x="6988" y="10652"/>
                  </a:cubicBezTo>
                  <a:cubicBezTo>
                    <a:pt x="6882" y="10356"/>
                    <a:pt x="6882" y="10356"/>
                    <a:pt x="6882" y="10356"/>
                  </a:cubicBezTo>
                  <a:cubicBezTo>
                    <a:pt x="6988" y="10356"/>
                    <a:pt x="6988" y="10356"/>
                    <a:pt x="6988" y="10356"/>
                  </a:cubicBezTo>
                  <a:cubicBezTo>
                    <a:pt x="6988" y="10060"/>
                    <a:pt x="6988" y="10060"/>
                    <a:pt x="6988" y="10060"/>
                  </a:cubicBezTo>
                  <a:cubicBezTo>
                    <a:pt x="6988" y="9764"/>
                    <a:pt x="6988" y="9764"/>
                    <a:pt x="6988" y="9764"/>
                  </a:cubicBezTo>
                  <a:cubicBezTo>
                    <a:pt x="6988" y="9468"/>
                    <a:pt x="6988" y="9468"/>
                    <a:pt x="6988" y="9468"/>
                  </a:cubicBezTo>
                  <a:cubicBezTo>
                    <a:pt x="6882" y="9172"/>
                    <a:pt x="6882" y="9172"/>
                    <a:pt x="6882" y="9172"/>
                  </a:cubicBezTo>
                  <a:cubicBezTo>
                    <a:pt x="6776" y="9172"/>
                    <a:pt x="6776" y="9172"/>
                    <a:pt x="6776" y="9172"/>
                  </a:cubicBezTo>
                  <a:cubicBezTo>
                    <a:pt x="6670" y="8876"/>
                    <a:pt x="6670" y="8876"/>
                    <a:pt x="6670" y="8876"/>
                  </a:cubicBezTo>
                  <a:cubicBezTo>
                    <a:pt x="6670" y="8876"/>
                    <a:pt x="6670" y="8876"/>
                    <a:pt x="6670" y="8876"/>
                  </a:cubicBezTo>
                  <a:cubicBezTo>
                    <a:pt x="6670" y="8876"/>
                    <a:pt x="6670" y="8876"/>
                    <a:pt x="6670" y="8876"/>
                  </a:cubicBezTo>
                  <a:cubicBezTo>
                    <a:pt x="6776" y="8876"/>
                    <a:pt x="6776" y="8876"/>
                    <a:pt x="6776" y="8876"/>
                  </a:cubicBezTo>
                  <a:cubicBezTo>
                    <a:pt x="6988" y="8580"/>
                    <a:pt x="6988" y="8580"/>
                    <a:pt x="6988" y="8580"/>
                  </a:cubicBezTo>
                  <a:cubicBezTo>
                    <a:pt x="7094" y="8284"/>
                    <a:pt x="7094" y="8284"/>
                    <a:pt x="7094" y="8284"/>
                  </a:cubicBezTo>
                  <a:cubicBezTo>
                    <a:pt x="7094" y="8284"/>
                    <a:pt x="7094" y="8284"/>
                    <a:pt x="7094" y="8284"/>
                  </a:cubicBezTo>
                  <a:cubicBezTo>
                    <a:pt x="7094" y="8284"/>
                    <a:pt x="7094" y="8284"/>
                    <a:pt x="7094" y="8284"/>
                  </a:cubicBezTo>
                  <a:cubicBezTo>
                    <a:pt x="6882" y="8580"/>
                    <a:pt x="6882" y="8580"/>
                    <a:pt x="6882" y="8580"/>
                  </a:cubicBezTo>
                  <a:cubicBezTo>
                    <a:pt x="6776" y="8580"/>
                    <a:pt x="6776" y="8580"/>
                    <a:pt x="6776" y="8580"/>
                  </a:cubicBezTo>
                  <a:cubicBezTo>
                    <a:pt x="6776" y="8580"/>
                    <a:pt x="6776" y="8580"/>
                    <a:pt x="6776" y="8580"/>
                  </a:cubicBezTo>
                  <a:cubicBezTo>
                    <a:pt x="6670" y="8580"/>
                    <a:pt x="6670" y="8580"/>
                    <a:pt x="6670" y="8580"/>
                  </a:cubicBezTo>
                  <a:cubicBezTo>
                    <a:pt x="6564" y="8284"/>
                    <a:pt x="6564" y="8284"/>
                    <a:pt x="6564" y="8284"/>
                  </a:cubicBezTo>
                  <a:cubicBezTo>
                    <a:pt x="6564" y="8284"/>
                    <a:pt x="6564" y="8284"/>
                    <a:pt x="6564" y="8284"/>
                  </a:cubicBezTo>
                  <a:cubicBezTo>
                    <a:pt x="6670" y="8284"/>
                    <a:pt x="6670" y="8284"/>
                    <a:pt x="6670" y="8284"/>
                  </a:cubicBezTo>
                  <a:cubicBezTo>
                    <a:pt x="6564" y="7989"/>
                    <a:pt x="6564" y="7989"/>
                    <a:pt x="6564" y="7989"/>
                  </a:cubicBezTo>
                  <a:cubicBezTo>
                    <a:pt x="6458" y="7693"/>
                    <a:pt x="6458" y="7693"/>
                    <a:pt x="6458" y="7693"/>
                  </a:cubicBezTo>
                  <a:cubicBezTo>
                    <a:pt x="6458" y="7101"/>
                    <a:pt x="6458" y="7101"/>
                    <a:pt x="6458" y="7101"/>
                  </a:cubicBezTo>
                  <a:cubicBezTo>
                    <a:pt x="6564" y="7101"/>
                    <a:pt x="6564" y="7101"/>
                    <a:pt x="6564" y="7101"/>
                  </a:cubicBezTo>
                  <a:cubicBezTo>
                    <a:pt x="6564" y="7101"/>
                    <a:pt x="6564" y="7101"/>
                    <a:pt x="6564" y="7101"/>
                  </a:cubicBezTo>
                  <a:cubicBezTo>
                    <a:pt x="6458" y="6805"/>
                    <a:pt x="6458" y="6805"/>
                    <a:pt x="6458" y="6805"/>
                  </a:cubicBezTo>
                  <a:cubicBezTo>
                    <a:pt x="6564" y="6805"/>
                    <a:pt x="6564" y="6805"/>
                    <a:pt x="6564" y="6805"/>
                  </a:cubicBezTo>
                  <a:close/>
                  <a:moveTo>
                    <a:pt x="18635" y="9172"/>
                  </a:moveTo>
                  <a:cubicBezTo>
                    <a:pt x="18635" y="9172"/>
                    <a:pt x="18635" y="9172"/>
                    <a:pt x="18635" y="9172"/>
                  </a:cubicBezTo>
                  <a:cubicBezTo>
                    <a:pt x="18635" y="9468"/>
                    <a:pt x="18635" y="9468"/>
                    <a:pt x="18635" y="9468"/>
                  </a:cubicBezTo>
                  <a:cubicBezTo>
                    <a:pt x="18741" y="9468"/>
                    <a:pt x="18741" y="9468"/>
                    <a:pt x="18741" y="9468"/>
                  </a:cubicBezTo>
                  <a:cubicBezTo>
                    <a:pt x="18635" y="9172"/>
                    <a:pt x="18635" y="9172"/>
                    <a:pt x="18635" y="9172"/>
                  </a:cubicBezTo>
                  <a:close/>
                  <a:moveTo>
                    <a:pt x="18847" y="10060"/>
                  </a:moveTo>
                  <a:cubicBezTo>
                    <a:pt x="18741" y="10060"/>
                    <a:pt x="18741" y="10060"/>
                    <a:pt x="18741" y="10060"/>
                  </a:cubicBezTo>
                  <a:cubicBezTo>
                    <a:pt x="18847" y="10060"/>
                    <a:pt x="18847" y="10060"/>
                    <a:pt x="18847" y="10060"/>
                  </a:cubicBezTo>
                  <a:cubicBezTo>
                    <a:pt x="18847" y="10060"/>
                    <a:pt x="18847" y="10060"/>
                    <a:pt x="18847" y="10060"/>
                  </a:cubicBezTo>
                  <a:close/>
                  <a:moveTo>
                    <a:pt x="18952" y="10060"/>
                  </a:moveTo>
                  <a:cubicBezTo>
                    <a:pt x="18952" y="10060"/>
                    <a:pt x="18952" y="10060"/>
                    <a:pt x="18952" y="10060"/>
                  </a:cubicBezTo>
                  <a:cubicBezTo>
                    <a:pt x="19164" y="10356"/>
                    <a:pt x="19164" y="10356"/>
                    <a:pt x="19164" y="10356"/>
                  </a:cubicBezTo>
                  <a:cubicBezTo>
                    <a:pt x="19376" y="10356"/>
                    <a:pt x="19376" y="10356"/>
                    <a:pt x="19376" y="10356"/>
                  </a:cubicBezTo>
                  <a:cubicBezTo>
                    <a:pt x="19588" y="10356"/>
                    <a:pt x="19588" y="10356"/>
                    <a:pt x="19588" y="10356"/>
                  </a:cubicBezTo>
                  <a:cubicBezTo>
                    <a:pt x="19588" y="10356"/>
                    <a:pt x="19588" y="10356"/>
                    <a:pt x="19588" y="10356"/>
                  </a:cubicBezTo>
                  <a:cubicBezTo>
                    <a:pt x="19482" y="10060"/>
                    <a:pt x="19482" y="10060"/>
                    <a:pt x="19482" y="10060"/>
                  </a:cubicBezTo>
                  <a:cubicBezTo>
                    <a:pt x="19376" y="10060"/>
                    <a:pt x="19376" y="10060"/>
                    <a:pt x="19376" y="10060"/>
                  </a:cubicBezTo>
                  <a:cubicBezTo>
                    <a:pt x="19164" y="10060"/>
                    <a:pt x="19164" y="10060"/>
                    <a:pt x="19164" y="10060"/>
                  </a:cubicBezTo>
                  <a:cubicBezTo>
                    <a:pt x="19164" y="10060"/>
                    <a:pt x="19164" y="10060"/>
                    <a:pt x="19164" y="10060"/>
                  </a:cubicBezTo>
                  <a:cubicBezTo>
                    <a:pt x="18952" y="10060"/>
                    <a:pt x="18952" y="10060"/>
                    <a:pt x="18952" y="10060"/>
                  </a:cubicBezTo>
                  <a:close/>
                  <a:moveTo>
                    <a:pt x="18952" y="8876"/>
                  </a:moveTo>
                  <a:cubicBezTo>
                    <a:pt x="19058" y="9172"/>
                    <a:pt x="19058" y="9172"/>
                    <a:pt x="19058" y="9172"/>
                  </a:cubicBezTo>
                  <a:cubicBezTo>
                    <a:pt x="19058" y="8876"/>
                    <a:pt x="19058" y="8876"/>
                    <a:pt x="19058" y="8876"/>
                  </a:cubicBezTo>
                  <a:cubicBezTo>
                    <a:pt x="19058" y="8876"/>
                    <a:pt x="19058" y="8876"/>
                    <a:pt x="19058" y="8876"/>
                  </a:cubicBezTo>
                  <a:cubicBezTo>
                    <a:pt x="19164" y="9172"/>
                    <a:pt x="19164" y="9172"/>
                    <a:pt x="19164" y="9172"/>
                  </a:cubicBezTo>
                  <a:cubicBezTo>
                    <a:pt x="19164" y="9468"/>
                    <a:pt x="19164" y="9468"/>
                    <a:pt x="19164" y="9468"/>
                  </a:cubicBezTo>
                  <a:cubicBezTo>
                    <a:pt x="19164" y="9468"/>
                    <a:pt x="19164" y="9468"/>
                    <a:pt x="19164" y="9468"/>
                  </a:cubicBezTo>
                  <a:cubicBezTo>
                    <a:pt x="19270" y="9468"/>
                    <a:pt x="19270" y="9468"/>
                    <a:pt x="19270" y="9468"/>
                  </a:cubicBezTo>
                  <a:cubicBezTo>
                    <a:pt x="19270" y="9468"/>
                    <a:pt x="19270" y="9468"/>
                    <a:pt x="19270" y="9468"/>
                  </a:cubicBezTo>
                  <a:cubicBezTo>
                    <a:pt x="19376" y="9468"/>
                    <a:pt x="19376" y="9468"/>
                    <a:pt x="19376" y="9468"/>
                  </a:cubicBezTo>
                  <a:cubicBezTo>
                    <a:pt x="19376" y="9468"/>
                    <a:pt x="19376" y="9468"/>
                    <a:pt x="19376" y="9468"/>
                  </a:cubicBezTo>
                  <a:cubicBezTo>
                    <a:pt x="19270" y="9172"/>
                    <a:pt x="19270" y="9172"/>
                    <a:pt x="19270" y="9172"/>
                  </a:cubicBezTo>
                  <a:cubicBezTo>
                    <a:pt x="19164" y="8876"/>
                    <a:pt x="19164" y="8876"/>
                    <a:pt x="19164" y="8876"/>
                  </a:cubicBezTo>
                  <a:cubicBezTo>
                    <a:pt x="19164" y="8876"/>
                    <a:pt x="19164" y="8876"/>
                    <a:pt x="19164" y="8876"/>
                  </a:cubicBezTo>
                  <a:cubicBezTo>
                    <a:pt x="19058" y="8876"/>
                    <a:pt x="19058" y="8876"/>
                    <a:pt x="19058" y="8876"/>
                  </a:cubicBezTo>
                  <a:cubicBezTo>
                    <a:pt x="18952" y="8876"/>
                    <a:pt x="18952" y="8876"/>
                    <a:pt x="18952" y="8876"/>
                  </a:cubicBezTo>
                  <a:cubicBezTo>
                    <a:pt x="18952" y="8876"/>
                    <a:pt x="18952" y="8876"/>
                    <a:pt x="18952" y="8876"/>
                  </a:cubicBezTo>
                  <a:close/>
                  <a:moveTo>
                    <a:pt x="17576" y="14794"/>
                  </a:moveTo>
                  <a:cubicBezTo>
                    <a:pt x="17576" y="15090"/>
                    <a:pt x="17576" y="15090"/>
                    <a:pt x="17576" y="15090"/>
                  </a:cubicBezTo>
                  <a:cubicBezTo>
                    <a:pt x="17576" y="15386"/>
                    <a:pt x="17576" y="15386"/>
                    <a:pt x="17576" y="15386"/>
                  </a:cubicBezTo>
                  <a:cubicBezTo>
                    <a:pt x="17682" y="15386"/>
                    <a:pt x="17682" y="15386"/>
                    <a:pt x="17682" y="15386"/>
                  </a:cubicBezTo>
                  <a:cubicBezTo>
                    <a:pt x="17682" y="15090"/>
                    <a:pt x="17682" y="15090"/>
                    <a:pt x="17682" y="15090"/>
                  </a:cubicBezTo>
                  <a:cubicBezTo>
                    <a:pt x="17576" y="14794"/>
                    <a:pt x="17576" y="14794"/>
                    <a:pt x="17576" y="14794"/>
                  </a:cubicBezTo>
                  <a:close/>
                  <a:moveTo>
                    <a:pt x="17788" y="14498"/>
                  </a:moveTo>
                  <a:cubicBezTo>
                    <a:pt x="17788" y="14794"/>
                    <a:pt x="17788" y="14794"/>
                    <a:pt x="17788" y="14794"/>
                  </a:cubicBezTo>
                  <a:cubicBezTo>
                    <a:pt x="17682" y="15090"/>
                    <a:pt x="17682" y="15090"/>
                    <a:pt x="17682" y="15090"/>
                  </a:cubicBezTo>
                  <a:cubicBezTo>
                    <a:pt x="17682" y="15386"/>
                    <a:pt x="17682" y="15386"/>
                    <a:pt x="17682" y="15386"/>
                  </a:cubicBezTo>
                  <a:cubicBezTo>
                    <a:pt x="17682" y="15386"/>
                    <a:pt x="17682" y="15386"/>
                    <a:pt x="17682" y="15386"/>
                  </a:cubicBezTo>
                  <a:cubicBezTo>
                    <a:pt x="17788" y="14794"/>
                    <a:pt x="17788" y="14794"/>
                    <a:pt x="17788" y="14794"/>
                  </a:cubicBezTo>
                  <a:cubicBezTo>
                    <a:pt x="17788" y="14498"/>
                    <a:pt x="17788" y="14498"/>
                    <a:pt x="17788" y="14498"/>
                  </a:cubicBezTo>
                  <a:close/>
                  <a:moveTo>
                    <a:pt x="18529" y="16273"/>
                  </a:moveTo>
                  <a:cubicBezTo>
                    <a:pt x="18529" y="16273"/>
                    <a:pt x="18529" y="16273"/>
                    <a:pt x="18529" y="16273"/>
                  </a:cubicBezTo>
                  <a:cubicBezTo>
                    <a:pt x="18529" y="16273"/>
                    <a:pt x="18529" y="16273"/>
                    <a:pt x="18529" y="16273"/>
                  </a:cubicBezTo>
                  <a:cubicBezTo>
                    <a:pt x="18635" y="16273"/>
                    <a:pt x="18635" y="16273"/>
                    <a:pt x="18635" y="16273"/>
                  </a:cubicBezTo>
                  <a:cubicBezTo>
                    <a:pt x="18529" y="16273"/>
                    <a:pt x="18529" y="16273"/>
                    <a:pt x="18529" y="16273"/>
                  </a:cubicBezTo>
                  <a:close/>
                  <a:moveTo>
                    <a:pt x="18317" y="15682"/>
                  </a:moveTo>
                  <a:cubicBezTo>
                    <a:pt x="18317" y="15682"/>
                    <a:pt x="18317" y="15682"/>
                    <a:pt x="18317" y="15682"/>
                  </a:cubicBezTo>
                  <a:cubicBezTo>
                    <a:pt x="18317" y="15682"/>
                    <a:pt x="18317" y="15682"/>
                    <a:pt x="18317" y="15682"/>
                  </a:cubicBezTo>
                  <a:cubicBezTo>
                    <a:pt x="18317" y="15978"/>
                    <a:pt x="18317" y="15978"/>
                    <a:pt x="18317" y="15978"/>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569"/>
                    <a:pt x="18317" y="16569"/>
                    <a:pt x="18317" y="16569"/>
                  </a:cubicBezTo>
                  <a:cubicBezTo>
                    <a:pt x="18317" y="16569"/>
                    <a:pt x="18317" y="16569"/>
                    <a:pt x="18317" y="16569"/>
                  </a:cubicBezTo>
                  <a:cubicBezTo>
                    <a:pt x="18423" y="16273"/>
                    <a:pt x="18423" y="16273"/>
                    <a:pt x="18423" y="16273"/>
                  </a:cubicBezTo>
                  <a:cubicBezTo>
                    <a:pt x="18423" y="16273"/>
                    <a:pt x="18423" y="16273"/>
                    <a:pt x="18423" y="16273"/>
                  </a:cubicBezTo>
                  <a:cubicBezTo>
                    <a:pt x="18423" y="16273"/>
                    <a:pt x="18423" y="16273"/>
                    <a:pt x="18423" y="16273"/>
                  </a:cubicBezTo>
                  <a:cubicBezTo>
                    <a:pt x="18423" y="15978"/>
                    <a:pt x="18423" y="15978"/>
                    <a:pt x="18423" y="15978"/>
                  </a:cubicBezTo>
                  <a:cubicBezTo>
                    <a:pt x="18317" y="15682"/>
                    <a:pt x="18317" y="15682"/>
                    <a:pt x="18317" y="15682"/>
                  </a:cubicBezTo>
                  <a:close/>
                  <a:moveTo>
                    <a:pt x="18423" y="15978"/>
                  </a:moveTo>
                  <a:cubicBezTo>
                    <a:pt x="18423" y="15978"/>
                    <a:pt x="18423" y="15978"/>
                    <a:pt x="18423" y="15978"/>
                  </a:cubicBezTo>
                  <a:cubicBezTo>
                    <a:pt x="18423" y="15978"/>
                    <a:pt x="18423" y="15978"/>
                    <a:pt x="18423" y="15978"/>
                  </a:cubicBezTo>
                  <a:cubicBezTo>
                    <a:pt x="18529" y="15978"/>
                    <a:pt x="18529" y="15978"/>
                    <a:pt x="18529" y="15978"/>
                  </a:cubicBezTo>
                  <a:cubicBezTo>
                    <a:pt x="18529" y="15978"/>
                    <a:pt x="18529" y="15978"/>
                    <a:pt x="18529" y="15978"/>
                  </a:cubicBezTo>
                  <a:cubicBezTo>
                    <a:pt x="18529" y="15978"/>
                    <a:pt x="18529" y="15978"/>
                    <a:pt x="18529" y="15978"/>
                  </a:cubicBezTo>
                  <a:cubicBezTo>
                    <a:pt x="18423" y="15978"/>
                    <a:pt x="18423" y="15978"/>
                    <a:pt x="18423" y="15978"/>
                  </a:cubicBezTo>
                  <a:close/>
                  <a:moveTo>
                    <a:pt x="18317" y="15386"/>
                  </a:moveTo>
                  <a:cubicBezTo>
                    <a:pt x="18317" y="15386"/>
                    <a:pt x="18317" y="15386"/>
                    <a:pt x="18317" y="15386"/>
                  </a:cubicBezTo>
                  <a:cubicBezTo>
                    <a:pt x="18317" y="15682"/>
                    <a:pt x="18317" y="15682"/>
                    <a:pt x="18317" y="15682"/>
                  </a:cubicBezTo>
                  <a:cubicBezTo>
                    <a:pt x="18317" y="15682"/>
                    <a:pt x="18317" y="15682"/>
                    <a:pt x="18317" y="15682"/>
                  </a:cubicBezTo>
                  <a:cubicBezTo>
                    <a:pt x="18423" y="15978"/>
                    <a:pt x="18423" y="15978"/>
                    <a:pt x="18423" y="15978"/>
                  </a:cubicBezTo>
                  <a:cubicBezTo>
                    <a:pt x="18423" y="15682"/>
                    <a:pt x="18423" y="15682"/>
                    <a:pt x="18423" y="15682"/>
                  </a:cubicBezTo>
                  <a:cubicBezTo>
                    <a:pt x="18317" y="15682"/>
                    <a:pt x="18317" y="15682"/>
                    <a:pt x="18317" y="15682"/>
                  </a:cubicBezTo>
                  <a:cubicBezTo>
                    <a:pt x="18317" y="15386"/>
                    <a:pt x="18317" y="15386"/>
                    <a:pt x="18317" y="15386"/>
                  </a:cubicBezTo>
                  <a:close/>
                  <a:moveTo>
                    <a:pt x="18529" y="15386"/>
                  </a:moveTo>
                  <a:cubicBezTo>
                    <a:pt x="18423" y="15386"/>
                    <a:pt x="18423" y="15386"/>
                    <a:pt x="18423" y="15386"/>
                  </a:cubicBezTo>
                  <a:cubicBezTo>
                    <a:pt x="18317" y="15682"/>
                    <a:pt x="18317" y="15682"/>
                    <a:pt x="18317" y="15682"/>
                  </a:cubicBezTo>
                  <a:cubicBezTo>
                    <a:pt x="18423" y="15682"/>
                    <a:pt x="18423" y="15682"/>
                    <a:pt x="18423"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386"/>
                    <a:pt x="18529" y="15386"/>
                    <a:pt x="18529" y="15386"/>
                  </a:cubicBezTo>
                  <a:cubicBezTo>
                    <a:pt x="18529" y="15386"/>
                    <a:pt x="18529" y="15386"/>
                    <a:pt x="18529" y="15386"/>
                  </a:cubicBezTo>
                  <a:cubicBezTo>
                    <a:pt x="18529" y="15386"/>
                    <a:pt x="18529" y="15386"/>
                    <a:pt x="18529" y="15386"/>
                  </a:cubicBezTo>
                  <a:cubicBezTo>
                    <a:pt x="18529" y="15386"/>
                    <a:pt x="18529" y="15386"/>
                    <a:pt x="18529" y="15386"/>
                  </a:cubicBezTo>
                  <a:close/>
                  <a:moveTo>
                    <a:pt x="18317" y="15090"/>
                  </a:moveTo>
                  <a:cubicBezTo>
                    <a:pt x="18317" y="15090"/>
                    <a:pt x="18317" y="15090"/>
                    <a:pt x="18317" y="15090"/>
                  </a:cubicBezTo>
                  <a:cubicBezTo>
                    <a:pt x="18317" y="15090"/>
                    <a:pt x="18317" y="15090"/>
                    <a:pt x="18317" y="15090"/>
                  </a:cubicBezTo>
                  <a:cubicBezTo>
                    <a:pt x="18317" y="15090"/>
                    <a:pt x="18317" y="15090"/>
                    <a:pt x="18317" y="15090"/>
                  </a:cubicBezTo>
                  <a:cubicBezTo>
                    <a:pt x="18317" y="15090"/>
                    <a:pt x="18317" y="15090"/>
                    <a:pt x="18317" y="15090"/>
                  </a:cubicBezTo>
                  <a:close/>
                  <a:moveTo>
                    <a:pt x="18529" y="14794"/>
                  </a:moveTo>
                  <a:cubicBezTo>
                    <a:pt x="18529" y="14794"/>
                    <a:pt x="18529" y="14794"/>
                    <a:pt x="18529" y="14794"/>
                  </a:cubicBezTo>
                  <a:cubicBezTo>
                    <a:pt x="18529" y="14794"/>
                    <a:pt x="18529" y="14794"/>
                    <a:pt x="18529" y="14794"/>
                  </a:cubicBezTo>
                  <a:cubicBezTo>
                    <a:pt x="18529" y="14794"/>
                    <a:pt x="18529" y="14794"/>
                    <a:pt x="18529" y="14794"/>
                  </a:cubicBezTo>
                  <a:cubicBezTo>
                    <a:pt x="18529" y="14794"/>
                    <a:pt x="18529" y="14794"/>
                    <a:pt x="18529" y="14794"/>
                  </a:cubicBezTo>
                  <a:close/>
                  <a:moveTo>
                    <a:pt x="18423" y="14794"/>
                  </a:moveTo>
                  <a:cubicBezTo>
                    <a:pt x="18423" y="14794"/>
                    <a:pt x="18423" y="14794"/>
                    <a:pt x="18423" y="14794"/>
                  </a:cubicBezTo>
                  <a:cubicBezTo>
                    <a:pt x="18423" y="15090"/>
                    <a:pt x="18423" y="15090"/>
                    <a:pt x="18423" y="15090"/>
                  </a:cubicBezTo>
                  <a:cubicBezTo>
                    <a:pt x="18317" y="15090"/>
                    <a:pt x="18317" y="15090"/>
                    <a:pt x="18317"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386"/>
                    <a:pt x="18423" y="15386"/>
                    <a:pt x="18423" y="15386"/>
                  </a:cubicBezTo>
                  <a:cubicBezTo>
                    <a:pt x="18423" y="15386"/>
                    <a:pt x="18423" y="15386"/>
                    <a:pt x="18423" y="15386"/>
                  </a:cubicBezTo>
                  <a:cubicBezTo>
                    <a:pt x="18529" y="15386"/>
                    <a:pt x="18529" y="15386"/>
                    <a:pt x="18529" y="15386"/>
                  </a:cubicBezTo>
                  <a:cubicBezTo>
                    <a:pt x="18529" y="15386"/>
                    <a:pt x="18529" y="15386"/>
                    <a:pt x="18529" y="15386"/>
                  </a:cubicBezTo>
                  <a:cubicBezTo>
                    <a:pt x="18529" y="15090"/>
                    <a:pt x="18529" y="15090"/>
                    <a:pt x="18529" y="15090"/>
                  </a:cubicBezTo>
                  <a:cubicBezTo>
                    <a:pt x="18529" y="14794"/>
                    <a:pt x="18529" y="14794"/>
                    <a:pt x="18529" y="14794"/>
                  </a:cubicBezTo>
                  <a:cubicBezTo>
                    <a:pt x="18529" y="14794"/>
                    <a:pt x="18529" y="14794"/>
                    <a:pt x="18529" y="14794"/>
                  </a:cubicBezTo>
                  <a:cubicBezTo>
                    <a:pt x="18423" y="14794"/>
                    <a:pt x="18423" y="14794"/>
                    <a:pt x="18423" y="14794"/>
                  </a:cubicBezTo>
                  <a:close/>
                  <a:moveTo>
                    <a:pt x="17258" y="16569"/>
                  </a:moveTo>
                  <a:cubicBezTo>
                    <a:pt x="17258" y="16569"/>
                    <a:pt x="17258" y="16569"/>
                    <a:pt x="17258" y="16569"/>
                  </a:cubicBezTo>
                  <a:cubicBezTo>
                    <a:pt x="17258" y="16569"/>
                    <a:pt x="17258" y="16569"/>
                    <a:pt x="17258" y="16569"/>
                  </a:cubicBezTo>
                  <a:cubicBezTo>
                    <a:pt x="17258" y="16569"/>
                    <a:pt x="17258" y="16569"/>
                    <a:pt x="17258" y="16569"/>
                  </a:cubicBezTo>
                  <a:close/>
                  <a:moveTo>
                    <a:pt x="17152" y="16865"/>
                  </a:moveTo>
                  <a:cubicBezTo>
                    <a:pt x="17258" y="16865"/>
                    <a:pt x="17258" y="16865"/>
                    <a:pt x="17258" y="16865"/>
                  </a:cubicBezTo>
                  <a:cubicBezTo>
                    <a:pt x="17258" y="16865"/>
                    <a:pt x="17258" y="16865"/>
                    <a:pt x="17258" y="16865"/>
                  </a:cubicBezTo>
                  <a:cubicBezTo>
                    <a:pt x="17152" y="16865"/>
                    <a:pt x="17152" y="16865"/>
                    <a:pt x="17152" y="16865"/>
                  </a:cubicBezTo>
                  <a:close/>
                  <a:moveTo>
                    <a:pt x="16729" y="17161"/>
                  </a:moveTo>
                  <a:cubicBezTo>
                    <a:pt x="16729" y="17457"/>
                    <a:pt x="16729" y="17457"/>
                    <a:pt x="16729" y="17457"/>
                  </a:cubicBezTo>
                  <a:cubicBezTo>
                    <a:pt x="16729" y="17457"/>
                    <a:pt x="16729" y="17457"/>
                    <a:pt x="16729" y="17457"/>
                  </a:cubicBezTo>
                  <a:cubicBezTo>
                    <a:pt x="16729" y="17457"/>
                    <a:pt x="16729" y="17161"/>
                    <a:pt x="16729" y="17161"/>
                  </a:cubicBezTo>
                  <a:close/>
                  <a:moveTo>
                    <a:pt x="16835" y="17161"/>
                  </a:moveTo>
                  <a:cubicBezTo>
                    <a:pt x="16729" y="17161"/>
                    <a:pt x="16729" y="17161"/>
                    <a:pt x="16729" y="17161"/>
                  </a:cubicBezTo>
                  <a:cubicBezTo>
                    <a:pt x="16835" y="17161"/>
                    <a:pt x="16835" y="17161"/>
                    <a:pt x="16835" y="17161"/>
                  </a:cubicBezTo>
                  <a:cubicBezTo>
                    <a:pt x="16835" y="17161"/>
                    <a:pt x="16835" y="17161"/>
                    <a:pt x="16835" y="17161"/>
                  </a:cubicBezTo>
                  <a:cubicBezTo>
                    <a:pt x="16835" y="17161"/>
                    <a:pt x="16835" y="17161"/>
                    <a:pt x="16835" y="17161"/>
                  </a:cubicBezTo>
                  <a:close/>
                  <a:moveTo>
                    <a:pt x="16835" y="18049"/>
                  </a:moveTo>
                  <a:cubicBezTo>
                    <a:pt x="16835" y="18049"/>
                    <a:pt x="16835" y="18049"/>
                    <a:pt x="16835" y="18049"/>
                  </a:cubicBezTo>
                  <a:cubicBezTo>
                    <a:pt x="16729" y="18049"/>
                    <a:pt x="16729" y="18049"/>
                    <a:pt x="16729" y="18049"/>
                  </a:cubicBezTo>
                  <a:cubicBezTo>
                    <a:pt x="16729" y="18345"/>
                    <a:pt x="16729" y="18345"/>
                    <a:pt x="16729" y="18345"/>
                  </a:cubicBezTo>
                  <a:cubicBezTo>
                    <a:pt x="16835" y="18345"/>
                    <a:pt x="16835" y="18345"/>
                    <a:pt x="16835" y="18345"/>
                  </a:cubicBezTo>
                  <a:cubicBezTo>
                    <a:pt x="16835" y="18049"/>
                    <a:pt x="16835" y="18049"/>
                    <a:pt x="16835" y="18049"/>
                  </a:cubicBezTo>
                  <a:cubicBezTo>
                    <a:pt x="16835" y="18049"/>
                    <a:pt x="16835" y="18049"/>
                    <a:pt x="16835" y="18049"/>
                  </a:cubicBezTo>
                  <a:close/>
                  <a:moveTo>
                    <a:pt x="17047" y="17161"/>
                  </a:moveTo>
                  <a:cubicBezTo>
                    <a:pt x="16941" y="17457"/>
                    <a:pt x="16941" y="17457"/>
                    <a:pt x="16941" y="17457"/>
                  </a:cubicBezTo>
                  <a:cubicBezTo>
                    <a:pt x="16941" y="17457"/>
                    <a:pt x="16941" y="17457"/>
                    <a:pt x="16941" y="17457"/>
                  </a:cubicBezTo>
                  <a:cubicBezTo>
                    <a:pt x="16941" y="17457"/>
                    <a:pt x="16941" y="17457"/>
                    <a:pt x="16941" y="17457"/>
                  </a:cubicBezTo>
                  <a:cubicBezTo>
                    <a:pt x="16835" y="17753"/>
                    <a:pt x="16835" y="17753"/>
                    <a:pt x="16835" y="17753"/>
                  </a:cubicBezTo>
                  <a:cubicBezTo>
                    <a:pt x="16835" y="17753"/>
                    <a:pt x="16835" y="17753"/>
                    <a:pt x="16835" y="17753"/>
                  </a:cubicBezTo>
                  <a:cubicBezTo>
                    <a:pt x="16941" y="18049"/>
                    <a:pt x="16941" y="18049"/>
                    <a:pt x="16941" y="18049"/>
                  </a:cubicBezTo>
                  <a:cubicBezTo>
                    <a:pt x="16941" y="17753"/>
                    <a:pt x="16941" y="17753"/>
                    <a:pt x="16941" y="17753"/>
                  </a:cubicBezTo>
                  <a:cubicBezTo>
                    <a:pt x="17047" y="17457"/>
                    <a:pt x="17047" y="17457"/>
                    <a:pt x="17047" y="17457"/>
                  </a:cubicBezTo>
                  <a:cubicBezTo>
                    <a:pt x="17152" y="17161"/>
                    <a:pt x="17152" y="17161"/>
                    <a:pt x="17152" y="17161"/>
                  </a:cubicBezTo>
                  <a:cubicBezTo>
                    <a:pt x="17152" y="17161"/>
                    <a:pt x="17152" y="17161"/>
                    <a:pt x="17152" y="17161"/>
                  </a:cubicBezTo>
                  <a:cubicBezTo>
                    <a:pt x="17152" y="16865"/>
                    <a:pt x="17152" y="16865"/>
                    <a:pt x="17152" y="16865"/>
                  </a:cubicBezTo>
                  <a:cubicBezTo>
                    <a:pt x="17152" y="16865"/>
                    <a:pt x="17152" y="16865"/>
                    <a:pt x="17152" y="16865"/>
                  </a:cubicBezTo>
                  <a:cubicBezTo>
                    <a:pt x="17047" y="16865"/>
                    <a:pt x="17047" y="16865"/>
                    <a:pt x="17047" y="16865"/>
                  </a:cubicBezTo>
                  <a:cubicBezTo>
                    <a:pt x="17047" y="16865"/>
                    <a:pt x="17047" y="16865"/>
                    <a:pt x="17047" y="16865"/>
                  </a:cubicBezTo>
                  <a:cubicBezTo>
                    <a:pt x="17047" y="17161"/>
                    <a:pt x="17047" y="17161"/>
                    <a:pt x="17047" y="17161"/>
                  </a:cubicBezTo>
                  <a:close/>
                  <a:moveTo>
                    <a:pt x="16305" y="15978"/>
                  </a:moveTo>
                  <a:cubicBezTo>
                    <a:pt x="16411" y="15682"/>
                    <a:pt x="16411" y="15682"/>
                    <a:pt x="16411" y="15682"/>
                  </a:cubicBezTo>
                  <a:cubicBezTo>
                    <a:pt x="16305" y="15682"/>
                    <a:pt x="16305" y="15682"/>
                    <a:pt x="16305" y="15682"/>
                  </a:cubicBezTo>
                  <a:cubicBezTo>
                    <a:pt x="16305" y="15978"/>
                    <a:pt x="16305" y="15978"/>
                    <a:pt x="16305" y="15978"/>
                  </a:cubicBezTo>
                  <a:close/>
                  <a:moveTo>
                    <a:pt x="16094" y="16273"/>
                  </a:moveTo>
                  <a:cubicBezTo>
                    <a:pt x="16094" y="16273"/>
                    <a:pt x="16094" y="16273"/>
                    <a:pt x="16094" y="16273"/>
                  </a:cubicBezTo>
                  <a:cubicBezTo>
                    <a:pt x="16094" y="16273"/>
                    <a:pt x="16094" y="16273"/>
                    <a:pt x="16094" y="16273"/>
                  </a:cubicBezTo>
                  <a:cubicBezTo>
                    <a:pt x="16094" y="16273"/>
                    <a:pt x="16094" y="16273"/>
                    <a:pt x="16094" y="16273"/>
                  </a:cubicBezTo>
                  <a:close/>
                  <a:moveTo>
                    <a:pt x="16305" y="18049"/>
                  </a:moveTo>
                  <a:cubicBezTo>
                    <a:pt x="16200" y="18049"/>
                    <a:pt x="16200" y="18049"/>
                    <a:pt x="16200" y="18049"/>
                  </a:cubicBezTo>
                  <a:cubicBezTo>
                    <a:pt x="16200" y="18049"/>
                    <a:pt x="16200" y="18049"/>
                    <a:pt x="16200" y="18049"/>
                  </a:cubicBezTo>
                  <a:cubicBezTo>
                    <a:pt x="16305" y="18049"/>
                    <a:pt x="16305" y="18049"/>
                    <a:pt x="16305" y="18049"/>
                  </a:cubicBezTo>
                  <a:close/>
                  <a:moveTo>
                    <a:pt x="16094" y="17753"/>
                  </a:moveTo>
                  <a:cubicBezTo>
                    <a:pt x="16200" y="17457"/>
                    <a:pt x="16200" y="17457"/>
                    <a:pt x="16200" y="17457"/>
                  </a:cubicBezTo>
                  <a:cubicBezTo>
                    <a:pt x="16200" y="17753"/>
                    <a:pt x="16200" y="17753"/>
                    <a:pt x="16200" y="17753"/>
                  </a:cubicBezTo>
                  <a:cubicBezTo>
                    <a:pt x="16200" y="17753"/>
                    <a:pt x="16200" y="17753"/>
                    <a:pt x="16200" y="17753"/>
                  </a:cubicBezTo>
                  <a:cubicBezTo>
                    <a:pt x="16200" y="18049"/>
                    <a:pt x="16200" y="18049"/>
                    <a:pt x="16200" y="18049"/>
                  </a:cubicBezTo>
                  <a:cubicBezTo>
                    <a:pt x="16094" y="17753"/>
                    <a:pt x="16094" y="17753"/>
                    <a:pt x="16094" y="17753"/>
                  </a:cubicBezTo>
                  <a:cubicBezTo>
                    <a:pt x="16094" y="17753"/>
                    <a:pt x="16094" y="17753"/>
                    <a:pt x="16094" y="17753"/>
                  </a:cubicBezTo>
                  <a:close/>
                  <a:moveTo>
                    <a:pt x="15564" y="16865"/>
                  </a:moveTo>
                  <a:cubicBezTo>
                    <a:pt x="15670" y="16865"/>
                    <a:pt x="15670" y="16865"/>
                    <a:pt x="15670" y="16865"/>
                  </a:cubicBezTo>
                  <a:cubicBezTo>
                    <a:pt x="15670" y="16865"/>
                    <a:pt x="15670" y="16865"/>
                    <a:pt x="15670" y="16865"/>
                  </a:cubicBezTo>
                  <a:cubicBezTo>
                    <a:pt x="15670" y="16865"/>
                    <a:pt x="15670" y="16865"/>
                    <a:pt x="15670" y="16865"/>
                  </a:cubicBezTo>
                  <a:cubicBezTo>
                    <a:pt x="15670" y="16865"/>
                    <a:pt x="15670" y="16865"/>
                    <a:pt x="15670" y="16865"/>
                  </a:cubicBezTo>
                  <a:cubicBezTo>
                    <a:pt x="15564" y="16865"/>
                    <a:pt x="15564" y="16865"/>
                    <a:pt x="15564" y="16865"/>
                  </a:cubicBezTo>
                  <a:close/>
                  <a:moveTo>
                    <a:pt x="15670" y="18345"/>
                  </a:moveTo>
                  <a:cubicBezTo>
                    <a:pt x="15776" y="18345"/>
                    <a:pt x="15776" y="18345"/>
                    <a:pt x="15776" y="18345"/>
                  </a:cubicBezTo>
                  <a:cubicBezTo>
                    <a:pt x="15882" y="18345"/>
                    <a:pt x="15882" y="18345"/>
                    <a:pt x="15882" y="18345"/>
                  </a:cubicBezTo>
                  <a:cubicBezTo>
                    <a:pt x="15776" y="18345"/>
                    <a:pt x="15776" y="18345"/>
                    <a:pt x="15776" y="18345"/>
                  </a:cubicBezTo>
                  <a:cubicBezTo>
                    <a:pt x="15670" y="18345"/>
                    <a:pt x="15670" y="18345"/>
                    <a:pt x="15670" y="18345"/>
                  </a:cubicBezTo>
                  <a:close/>
                  <a:moveTo>
                    <a:pt x="15035" y="17457"/>
                  </a:moveTo>
                  <a:cubicBezTo>
                    <a:pt x="15035" y="17161"/>
                    <a:pt x="15035" y="17161"/>
                    <a:pt x="15035" y="17161"/>
                  </a:cubicBezTo>
                  <a:cubicBezTo>
                    <a:pt x="15035" y="17161"/>
                    <a:pt x="15035" y="17161"/>
                    <a:pt x="15035" y="17161"/>
                  </a:cubicBezTo>
                  <a:cubicBezTo>
                    <a:pt x="15035" y="17161"/>
                    <a:pt x="15035" y="17161"/>
                    <a:pt x="15035" y="17161"/>
                  </a:cubicBezTo>
                  <a:cubicBezTo>
                    <a:pt x="15035" y="17457"/>
                    <a:pt x="15035" y="17457"/>
                    <a:pt x="15035" y="17457"/>
                  </a:cubicBezTo>
                  <a:close/>
                  <a:moveTo>
                    <a:pt x="15247" y="18049"/>
                  </a:moveTo>
                  <a:cubicBezTo>
                    <a:pt x="15352" y="18049"/>
                    <a:pt x="15352" y="18049"/>
                    <a:pt x="15352" y="18049"/>
                  </a:cubicBezTo>
                  <a:cubicBezTo>
                    <a:pt x="15458" y="18049"/>
                    <a:pt x="15458" y="18049"/>
                    <a:pt x="15458" y="18049"/>
                  </a:cubicBezTo>
                  <a:cubicBezTo>
                    <a:pt x="15458" y="18345"/>
                    <a:pt x="15458" y="18345"/>
                    <a:pt x="15458" y="18345"/>
                  </a:cubicBezTo>
                  <a:cubicBezTo>
                    <a:pt x="15352" y="18345"/>
                    <a:pt x="15352" y="18345"/>
                    <a:pt x="15352" y="18345"/>
                  </a:cubicBezTo>
                  <a:cubicBezTo>
                    <a:pt x="15247" y="18345"/>
                    <a:pt x="15247" y="18345"/>
                    <a:pt x="15247" y="18345"/>
                  </a:cubicBezTo>
                  <a:cubicBezTo>
                    <a:pt x="15247" y="18049"/>
                    <a:pt x="15247" y="18049"/>
                    <a:pt x="15247" y="18049"/>
                  </a:cubicBezTo>
                  <a:close/>
                  <a:moveTo>
                    <a:pt x="15141" y="18345"/>
                  </a:moveTo>
                  <a:cubicBezTo>
                    <a:pt x="15141" y="18049"/>
                    <a:pt x="15141" y="18049"/>
                    <a:pt x="15141" y="18049"/>
                  </a:cubicBezTo>
                  <a:cubicBezTo>
                    <a:pt x="15141" y="18345"/>
                    <a:pt x="15141" y="18345"/>
                    <a:pt x="15141" y="18345"/>
                  </a:cubicBezTo>
                  <a:cubicBezTo>
                    <a:pt x="15141" y="18345"/>
                    <a:pt x="15141" y="18345"/>
                    <a:pt x="15141" y="18345"/>
                  </a:cubicBezTo>
                  <a:close/>
                  <a:moveTo>
                    <a:pt x="14929" y="18049"/>
                  </a:moveTo>
                  <a:cubicBezTo>
                    <a:pt x="14929" y="18049"/>
                    <a:pt x="14929" y="18049"/>
                    <a:pt x="14929" y="18049"/>
                  </a:cubicBezTo>
                  <a:cubicBezTo>
                    <a:pt x="15035" y="18049"/>
                    <a:pt x="15035" y="18049"/>
                    <a:pt x="15035" y="18049"/>
                  </a:cubicBezTo>
                  <a:cubicBezTo>
                    <a:pt x="14929" y="18345"/>
                    <a:pt x="14929" y="18345"/>
                    <a:pt x="14929" y="18345"/>
                  </a:cubicBezTo>
                  <a:cubicBezTo>
                    <a:pt x="14929" y="18049"/>
                    <a:pt x="14929" y="18049"/>
                    <a:pt x="14929" y="18049"/>
                  </a:cubicBezTo>
                  <a:close/>
                  <a:moveTo>
                    <a:pt x="13129" y="20712"/>
                  </a:moveTo>
                  <a:cubicBezTo>
                    <a:pt x="13129" y="21008"/>
                    <a:pt x="13129" y="21008"/>
                    <a:pt x="13129" y="21008"/>
                  </a:cubicBezTo>
                  <a:cubicBezTo>
                    <a:pt x="13129" y="21008"/>
                    <a:pt x="13129" y="21008"/>
                    <a:pt x="13129" y="21008"/>
                  </a:cubicBezTo>
                  <a:cubicBezTo>
                    <a:pt x="13341" y="21008"/>
                    <a:pt x="13341" y="21008"/>
                    <a:pt x="13341" y="21008"/>
                  </a:cubicBezTo>
                  <a:cubicBezTo>
                    <a:pt x="13447" y="20712"/>
                    <a:pt x="13447" y="20712"/>
                    <a:pt x="13447" y="20712"/>
                  </a:cubicBezTo>
                  <a:cubicBezTo>
                    <a:pt x="13552" y="20712"/>
                    <a:pt x="13552" y="20712"/>
                    <a:pt x="13552" y="20712"/>
                  </a:cubicBezTo>
                  <a:cubicBezTo>
                    <a:pt x="13658" y="20712"/>
                    <a:pt x="13658" y="20712"/>
                    <a:pt x="13658" y="20712"/>
                  </a:cubicBezTo>
                  <a:cubicBezTo>
                    <a:pt x="13658" y="20416"/>
                    <a:pt x="13658" y="20416"/>
                    <a:pt x="13658" y="20416"/>
                  </a:cubicBezTo>
                  <a:cubicBezTo>
                    <a:pt x="13764" y="20416"/>
                    <a:pt x="13764" y="20416"/>
                    <a:pt x="13764" y="20416"/>
                  </a:cubicBezTo>
                  <a:cubicBezTo>
                    <a:pt x="13976" y="19824"/>
                    <a:pt x="13976" y="19824"/>
                    <a:pt x="13976" y="19824"/>
                  </a:cubicBezTo>
                  <a:cubicBezTo>
                    <a:pt x="13976" y="19824"/>
                    <a:pt x="13976" y="19824"/>
                    <a:pt x="13976" y="19824"/>
                  </a:cubicBezTo>
                  <a:cubicBezTo>
                    <a:pt x="13976" y="19824"/>
                    <a:pt x="13976" y="19824"/>
                    <a:pt x="13976" y="19824"/>
                  </a:cubicBezTo>
                  <a:cubicBezTo>
                    <a:pt x="13870" y="19528"/>
                    <a:pt x="13870" y="19528"/>
                    <a:pt x="13870" y="19528"/>
                  </a:cubicBezTo>
                  <a:cubicBezTo>
                    <a:pt x="13764" y="19232"/>
                    <a:pt x="13764" y="19232"/>
                    <a:pt x="13764" y="19232"/>
                  </a:cubicBezTo>
                  <a:cubicBezTo>
                    <a:pt x="13764" y="19232"/>
                    <a:pt x="13764" y="19232"/>
                    <a:pt x="13764" y="19232"/>
                  </a:cubicBezTo>
                  <a:cubicBezTo>
                    <a:pt x="13658" y="19232"/>
                    <a:pt x="13658" y="19232"/>
                    <a:pt x="13658" y="19232"/>
                  </a:cubicBezTo>
                  <a:cubicBezTo>
                    <a:pt x="13658" y="19528"/>
                    <a:pt x="13658" y="19528"/>
                    <a:pt x="13658" y="19528"/>
                  </a:cubicBezTo>
                  <a:cubicBezTo>
                    <a:pt x="13552" y="19528"/>
                    <a:pt x="13552" y="19528"/>
                    <a:pt x="13552" y="19528"/>
                  </a:cubicBezTo>
                  <a:cubicBezTo>
                    <a:pt x="13552" y="19824"/>
                    <a:pt x="13552" y="19824"/>
                    <a:pt x="13552" y="19824"/>
                  </a:cubicBezTo>
                  <a:cubicBezTo>
                    <a:pt x="13447" y="19528"/>
                    <a:pt x="13447" y="19528"/>
                    <a:pt x="13447" y="19528"/>
                  </a:cubicBezTo>
                  <a:cubicBezTo>
                    <a:pt x="13447" y="19528"/>
                    <a:pt x="13447" y="19528"/>
                    <a:pt x="13447" y="19528"/>
                  </a:cubicBezTo>
                  <a:cubicBezTo>
                    <a:pt x="13341" y="19824"/>
                    <a:pt x="13341" y="19824"/>
                    <a:pt x="13341" y="19824"/>
                  </a:cubicBezTo>
                  <a:cubicBezTo>
                    <a:pt x="13235" y="20120"/>
                    <a:pt x="13235" y="20120"/>
                    <a:pt x="13235" y="20120"/>
                  </a:cubicBezTo>
                  <a:cubicBezTo>
                    <a:pt x="13235" y="20416"/>
                    <a:pt x="13235" y="20416"/>
                    <a:pt x="13235" y="20416"/>
                  </a:cubicBezTo>
                  <a:cubicBezTo>
                    <a:pt x="13129" y="20416"/>
                    <a:pt x="13129" y="20416"/>
                    <a:pt x="13129" y="20416"/>
                  </a:cubicBezTo>
                  <a:cubicBezTo>
                    <a:pt x="13235" y="20712"/>
                    <a:pt x="13235" y="20712"/>
                    <a:pt x="13235" y="20712"/>
                  </a:cubicBezTo>
                  <a:cubicBezTo>
                    <a:pt x="13235" y="20712"/>
                    <a:pt x="13235" y="20712"/>
                    <a:pt x="13235" y="20712"/>
                  </a:cubicBezTo>
                  <a:cubicBezTo>
                    <a:pt x="13235" y="20712"/>
                    <a:pt x="13235" y="20712"/>
                    <a:pt x="13235" y="20712"/>
                  </a:cubicBezTo>
                  <a:cubicBezTo>
                    <a:pt x="13129" y="20712"/>
                    <a:pt x="13129" y="20712"/>
                    <a:pt x="13129" y="20712"/>
                  </a:cubicBezTo>
                  <a:close/>
                  <a:moveTo>
                    <a:pt x="13023" y="21008"/>
                  </a:moveTo>
                  <a:cubicBezTo>
                    <a:pt x="13129" y="20712"/>
                    <a:pt x="13129" y="20712"/>
                    <a:pt x="13129" y="20712"/>
                  </a:cubicBezTo>
                  <a:cubicBezTo>
                    <a:pt x="13023" y="20712"/>
                    <a:pt x="13023" y="20712"/>
                    <a:pt x="13023" y="20712"/>
                  </a:cubicBezTo>
                  <a:cubicBezTo>
                    <a:pt x="13023" y="20712"/>
                    <a:pt x="13023" y="20712"/>
                    <a:pt x="13023" y="20712"/>
                  </a:cubicBezTo>
                  <a:cubicBezTo>
                    <a:pt x="13023" y="21008"/>
                    <a:pt x="13023" y="21008"/>
                    <a:pt x="13023" y="21008"/>
                  </a:cubicBezTo>
                  <a:close/>
                  <a:moveTo>
                    <a:pt x="13023" y="21008"/>
                  </a:moveTo>
                  <a:cubicBezTo>
                    <a:pt x="13023" y="21008"/>
                    <a:pt x="13023" y="21008"/>
                    <a:pt x="13023" y="21008"/>
                  </a:cubicBezTo>
                  <a:cubicBezTo>
                    <a:pt x="13023" y="21304"/>
                    <a:pt x="13023" y="21304"/>
                    <a:pt x="13023" y="21304"/>
                  </a:cubicBezTo>
                  <a:cubicBezTo>
                    <a:pt x="12811" y="21304"/>
                    <a:pt x="12811" y="21304"/>
                    <a:pt x="12811" y="21304"/>
                  </a:cubicBezTo>
                  <a:cubicBezTo>
                    <a:pt x="12811" y="21600"/>
                    <a:pt x="12811" y="21600"/>
                    <a:pt x="12811" y="21600"/>
                  </a:cubicBezTo>
                  <a:cubicBezTo>
                    <a:pt x="12811" y="21600"/>
                    <a:pt x="12811" y="21600"/>
                    <a:pt x="12811" y="21600"/>
                  </a:cubicBezTo>
                  <a:cubicBezTo>
                    <a:pt x="13023" y="21304"/>
                    <a:pt x="13023" y="21304"/>
                    <a:pt x="13023" y="21304"/>
                  </a:cubicBezTo>
                  <a:cubicBezTo>
                    <a:pt x="13129" y="21304"/>
                    <a:pt x="13129" y="21304"/>
                    <a:pt x="13129" y="21304"/>
                  </a:cubicBezTo>
                  <a:cubicBezTo>
                    <a:pt x="13023" y="21008"/>
                    <a:pt x="13023" y="21008"/>
                    <a:pt x="13023" y="21008"/>
                  </a:cubicBezTo>
                  <a:close/>
                  <a:moveTo>
                    <a:pt x="12388" y="21008"/>
                  </a:moveTo>
                  <a:cubicBezTo>
                    <a:pt x="12388" y="21008"/>
                    <a:pt x="12388" y="21008"/>
                    <a:pt x="12388" y="21008"/>
                  </a:cubicBezTo>
                  <a:cubicBezTo>
                    <a:pt x="12388" y="21304"/>
                    <a:pt x="12388" y="21304"/>
                    <a:pt x="12388" y="21304"/>
                  </a:cubicBezTo>
                  <a:cubicBezTo>
                    <a:pt x="12388" y="21304"/>
                    <a:pt x="12388" y="21304"/>
                    <a:pt x="12388" y="21304"/>
                  </a:cubicBezTo>
                  <a:cubicBezTo>
                    <a:pt x="12282" y="21304"/>
                    <a:pt x="12282" y="21304"/>
                    <a:pt x="12282" y="21304"/>
                  </a:cubicBezTo>
                  <a:cubicBezTo>
                    <a:pt x="12282" y="21008"/>
                    <a:pt x="12282" y="21008"/>
                    <a:pt x="12282" y="21008"/>
                  </a:cubicBezTo>
                  <a:cubicBezTo>
                    <a:pt x="12388" y="21008"/>
                    <a:pt x="12388" y="21008"/>
                    <a:pt x="12388" y="21008"/>
                  </a:cubicBezTo>
                  <a:close/>
                  <a:moveTo>
                    <a:pt x="11011" y="19824"/>
                  </a:moveTo>
                  <a:cubicBezTo>
                    <a:pt x="11223" y="19528"/>
                    <a:pt x="11223" y="19528"/>
                    <a:pt x="11223" y="19528"/>
                  </a:cubicBezTo>
                  <a:cubicBezTo>
                    <a:pt x="11329" y="19824"/>
                    <a:pt x="11329" y="19824"/>
                    <a:pt x="11329" y="19824"/>
                  </a:cubicBezTo>
                  <a:cubicBezTo>
                    <a:pt x="11435" y="19824"/>
                    <a:pt x="11435" y="19824"/>
                    <a:pt x="11435" y="19824"/>
                  </a:cubicBezTo>
                  <a:cubicBezTo>
                    <a:pt x="11541" y="19528"/>
                    <a:pt x="11541" y="19528"/>
                    <a:pt x="11541" y="19528"/>
                  </a:cubicBezTo>
                  <a:cubicBezTo>
                    <a:pt x="11647" y="19824"/>
                    <a:pt x="11647" y="19824"/>
                    <a:pt x="11647" y="19824"/>
                  </a:cubicBezTo>
                  <a:cubicBezTo>
                    <a:pt x="11647" y="19824"/>
                    <a:pt x="11647" y="19824"/>
                    <a:pt x="11647" y="19824"/>
                  </a:cubicBezTo>
                  <a:cubicBezTo>
                    <a:pt x="11752" y="19824"/>
                    <a:pt x="11752" y="19824"/>
                    <a:pt x="11752" y="19824"/>
                  </a:cubicBezTo>
                  <a:cubicBezTo>
                    <a:pt x="11858" y="20120"/>
                    <a:pt x="11858" y="20120"/>
                    <a:pt x="11858" y="20120"/>
                  </a:cubicBezTo>
                  <a:cubicBezTo>
                    <a:pt x="11858" y="20416"/>
                    <a:pt x="11858" y="20416"/>
                    <a:pt x="11858" y="20416"/>
                  </a:cubicBezTo>
                  <a:cubicBezTo>
                    <a:pt x="11858" y="20712"/>
                    <a:pt x="11858" y="20712"/>
                    <a:pt x="11858" y="20712"/>
                  </a:cubicBezTo>
                  <a:cubicBezTo>
                    <a:pt x="11752" y="20712"/>
                    <a:pt x="11752" y="20712"/>
                    <a:pt x="11752" y="20712"/>
                  </a:cubicBezTo>
                  <a:cubicBezTo>
                    <a:pt x="11647" y="20712"/>
                    <a:pt x="11647" y="20712"/>
                    <a:pt x="11647" y="20712"/>
                  </a:cubicBezTo>
                  <a:cubicBezTo>
                    <a:pt x="11541" y="20712"/>
                    <a:pt x="11541" y="20712"/>
                    <a:pt x="11541" y="20712"/>
                  </a:cubicBezTo>
                  <a:cubicBezTo>
                    <a:pt x="11435" y="20416"/>
                    <a:pt x="11435" y="20416"/>
                    <a:pt x="11435" y="20416"/>
                  </a:cubicBezTo>
                  <a:cubicBezTo>
                    <a:pt x="11329" y="20416"/>
                    <a:pt x="11329" y="20416"/>
                    <a:pt x="11329" y="20416"/>
                  </a:cubicBezTo>
                  <a:cubicBezTo>
                    <a:pt x="11329" y="20120"/>
                    <a:pt x="11329" y="20120"/>
                    <a:pt x="11329" y="20120"/>
                  </a:cubicBezTo>
                  <a:cubicBezTo>
                    <a:pt x="11223" y="20120"/>
                    <a:pt x="11223" y="20120"/>
                    <a:pt x="11223" y="20120"/>
                  </a:cubicBezTo>
                  <a:cubicBezTo>
                    <a:pt x="11117" y="20120"/>
                    <a:pt x="11117" y="20120"/>
                    <a:pt x="11117" y="20120"/>
                  </a:cubicBezTo>
                  <a:cubicBezTo>
                    <a:pt x="11011" y="19824"/>
                    <a:pt x="11011" y="19824"/>
                    <a:pt x="11011" y="19824"/>
                  </a:cubicBezTo>
                  <a:cubicBezTo>
                    <a:pt x="11011" y="19824"/>
                    <a:pt x="11011" y="19824"/>
                    <a:pt x="11011" y="19824"/>
                  </a:cubicBezTo>
                  <a:close/>
                  <a:moveTo>
                    <a:pt x="9529" y="16865"/>
                  </a:moveTo>
                  <a:cubicBezTo>
                    <a:pt x="9635" y="17161"/>
                    <a:pt x="9635" y="17161"/>
                    <a:pt x="9635" y="17161"/>
                  </a:cubicBezTo>
                  <a:cubicBezTo>
                    <a:pt x="9635" y="16865"/>
                    <a:pt x="9635" y="16865"/>
                    <a:pt x="9635" y="16865"/>
                  </a:cubicBezTo>
                  <a:cubicBezTo>
                    <a:pt x="9635" y="17161"/>
                    <a:pt x="9635" y="17161"/>
                    <a:pt x="9635" y="17161"/>
                  </a:cubicBezTo>
                  <a:cubicBezTo>
                    <a:pt x="9529" y="17161"/>
                    <a:pt x="9529" y="17161"/>
                    <a:pt x="9529" y="17161"/>
                  </a:cubicBezTo>
                  <a:cubicBezTo>
                    <a:pt x="9529" y="16865"/>
                    <a:pt x="9529" y="16865"/>
                    <a:pt x="9529" y="16865"/>
                  </a:cubicBezTo>
                  <a:close/>
                  <a:moveTo>
                    <a:pt x="9317" y="16569"/>
                  </a:moveTo>
                  <a:cubicBezTo>
                    <a:pt x="9317" y="16865"/>
                    <a:pt x="9317" y="16865"/>
                    <a:pt x="9317" y="16865"/>
                  </a:cubicBezTo>
                  <a:cubicBezTo>
                    <a:pt x="9423" y="16569"/>
                    <a:pt x="9423" y="16569"/>
                    <a:pt x="9423" y="16569"/>
                  </a:cubicBezTo>
                  <a:cubicBezTo>
                    <a:pt x="9423" y="16569"/>
                    <a:pt x="9423" y="16569"/>
                    <a:pt x="9423" y="16569"/>
                  </a:cubicBezTo>
                  <a:cubicBezTo>
                    <a:pt x="9529" y="16569"/>
                    <a:pt x="9529" y="16569"/>
                    <a:pt x="9529" y="16569"/>
                  </a:cubicBezTo>
                  <a:cubicBezTo>
                    <a:pt x="9423" y="16569"/>
                    <a:pt x="9423" y="16569"/>
                    <a:pt x="9423" y="16569"/>
                  </a:cubicBezTo>
                  <a:cubicBezTo>
                    <a:pt x="9423" y="16569"/>
                    <a:pt x="9423" y="16569"/>
                    <a:pt x="9423" y="16569"/>
                  </a:cubicBezTo>
                  <a:cubicBezTo>
                    <a:pt x="9317" y="16569"/>
                    <a:pt x="9317" y="16569"/>
                    <a:pt x="9317" y="16569"/>
                  </a:cubicBezTo>
                  <a:cubicBezTo>
                    <a:pt x="9317" y="16569"/>
                    <a:pt x="9317" y="16569"/>
                    <a:pt x="9317" y="16569"/>
                  </a:cubicBezTo>
                  <a:cubicBezTo>
                    <a:pt x="9317" y="16569"/>
                    <a:pt x="9317" y="16569"/>
                    <a:pt x="9317" y="16569"/>
                  </a:cubicBezTo>
                  <a:close/>
                  <a:moveTo>
                    <a:pt x="14294" y="17753"/>
                  </a:moveTo>
                  <a:cubicBezTo>
                    <a:pt x="14399" y="17753"/>
                    <a:pt x="14399" y="17753"/>
                    <a:pt x="14399" y="17753"/>
                  </a:cubicBezTo>
                  <a:cubicBezTo>
                    <a:pt x="14611" y="17753"/>
                    <a:pt x="14611" y="17753"/>
                    <a:pt x="14611" y="17753"/>
                  </a:cubicBezTo>
                  <a:cubicBezTo>
                    <a:pt x="14611" y="17753"/>
                    <a:pt x="14611" y="17753"/>
                    <a:pt x="14611" y="17753"/>
                  </a:cubicBezTo>
                  <a:cubicBezTo>
                    <a:pt x="14611" y="17753"/>
                    <a:pt x="14611" y="17753"/>
                    <a:pt x="14611" y="17753"/>
                  </a:cubicBezTo>
                  <a:cubicBezTo>
                    <a:pt x="14717" y="17753"/>
                    <a:pt x="14717" y="17753"/>
                    <a:pt x="14717" y="17753"/>
                  </a:cubicBezTo>
                  <a:cubicBezTo>
                    <a:pt x="14823" y="17457"/>
                    <a:pt x="14823" y="17457"/>
                    <a:pt x="14823" y="17457"/>
                  </a:cubicBezTo>
                  <a:cubicBezTo>
                    <a:pt x="14823" y="17457"/>
                    <a:pt x="14823" y="17457"/>
                    <a:pt x="14823" y="17457"/>
                  </a:cubicBezTo>
                  <a:cubicBezTo>
                    <a:pt x="14717" y="17457"/>
                    <a:pt x="14717" y="17457"/>
                    <a:pt x="14717" y="17457"/>
                  </a:cubicBezTo>
                  <a:cubicBezTo>
                    <a:pt x="14611" y="17457"/>
                    <a:pt x="14611" y="17457"/>
                    <a:pt x="14611" y="17457"/>
                  </a:cubicBezTo>
                  <a:cubicBezTo>
                    <a:pt x="14505" y="17457"/>
                    <a:pt x="14505" y="17457"/>
                    <a:pt x="14505" y="17457"/>
                  </a:cubicBezTo>
                  <a:cubicBezTo>
                    <a:pt x="14399" y="17457"/>
                    <a:pt x="14399" y="17457"/>
                    <a:pt x="14399" y="17457"/>
                  </a:cubicBezTo>
                  <a:cubicBezTo>
                    <a:pt x="14294" y="17457"/>
                    <a:pt x="14294" y="17457"/>
                    <a:pt x="14294" y="17457"/>
                  </a:cubicBezTo>
                  <a:cubicBezTo>
                    <a:pt x="14294" y="17753"/>
                    <a:pt x="14294" y="17753"/>
                    <a:pt x="14294" y="17753"/>
                  </a:cubicBezTo>
                  <a:cubicBezTo>
                    <a:pt x="14294" y="17753"/>
                    <a:pt x="14294" y="17753"/>
                    <a:pt x="14294" y="17753"/>
                  </a:cubicBezTo>
                  <a:close/>
                  <a:moveTo>
                    <a:pt x="14188" y="18049"/>
                  </a:moveTo>
                  <a:cubicBezTo>
                    <a:pt x="14188" y="18345"/>
                    <a:pt x="14188" y="18345"/>
                    <a:pt x="14188" y="18345"/>
                  </a:cubicBezTo>
                  <a:cubicBezTo>
                    <a:pt x="14188" y="18345"/>
                    <a:pt x="14188" y="18345"/>
                    <a:pt x="14188" y="18345"/>
                  </a:cubicBezTo>
                  <a:cubicBezTo>
                    <a:pt x="14188" y="18345"/>
                    <a:pt x="14188" y="18345"/>
                    <a:pt x="14188" y="18345"/>
                  </a:cubicBezTo>
                  <a:cubicBezTo>
                    <a:pt x="14188" y="18049"/>
                    <a:pt x="14188" y="18049"/>
                    <a:pt x="14188" y="18049"/>
                  </a:cubicBezTo>
                  <a:close/>
                  <a:moveTo>
                    <a:pt x="13764" y="18049"/>
                  </a:moveTo>
                  <a:cubicBezTo>
                    <a:pt x="13658" y="18345"/>
                    <a:pt x="13658" y="18345"/>
                    <a:pt x="13658" y="18345"/>
                  </a:cubicBezTo>
                  <a:cubicBezTo>
                    <a:pt x="13658" y="18345"/>
                    <a:pt x="13658" y="18345"/>
                    <a:pt x="13658" y="18345"/>
                  </a:cubicBezTo>
                  <a:cubicBezTo>
                    <a:pt x="13658" y="18345"/>
                    <a:pt x="13658" y="18345"/>
                    <a:pt x="13658" y="18345"/>
                  </a:cubicBezTo>
                  <a:cubicBezTo>
                    <a:pt x="13658" y="18641"/>
                    <a:pt x="13658" y="18641"/>
                    <a:pt x="13658" y="18641"/>
                  </a:cubicBezTo>
                  <a:cubicBezTo>
                    <a:pt x="13764" y="18641"/>
                    <a:pt x="13764" y="18641"/>
                    <a:pt x="13764" y="18641"/>
                  </a:cubicBezTo>
                  <a:cubicBezTo>
                    <a:pt x="13870" y="18345"/>
                    <a:pt x="13870" y="18345"/>
                    <a:pt x="13870" y="18345"/>
                  </a:cubicBezTo>
                  <a:cubicBezTo>
                    <a:pt x="13976" y="18345"/>
                    <a:pt x="13976" y="18345"/>
                    <a:pt x="13976" y="18345"/>
                  </a:cubicBezTo>
                  <a:cubicBezTo>
                    <a:pt x="13870" y="18049"/>
                    <a:pt x="13870" y="18049"/>
                    <a:pt x="13870" y="18049"/>
                  </a:cubicBezTo>
                  <a:cubicBezTo>
                    <a:pt x="13764" y="18345"/>
                    <a:pt x="13764" y="18345"/>
                    <a:pt x="13764" y="18345"/>
                  </a:cubicBezTo>
                  <a:cubicBezTo>
                    <a:pt x="13764" y="18049"/>
                    <a:pt x="13764" y="18049"/>
                    <a:pt x="13764" y="18049"/>
                  </a:cubicBezTo>
                  <a:close/>
                  <a:moveTo>
                    <a:pt x="13447" y="18641"/>
                  </a:moveTo>
                  <a:cubicBezTo>
                    <a:pt x="13447" y="18641"/>
                    <a:pt x="13447" y="18641"/>
                    <a:pt x="13447" y="18641"/>
                  </a:cubicBezTo>
                  <a:cubicBezTo>
                    <a:pt x="13552" y="18641"/>
                    <a:pt x="13552" y="18641"/>
                    <a:pt x="13552" y="18641"/>
                  </a:cubicBezTo>
                  <a:cubicBezTo>
                    <a:pt x="13552" y="18345"/>
                    <a:pt x="13552" y="18345"/>
                    <a:pt x="13552" y="18345"/>
                  </a:cubicBezTo>
                  <a:cubicBezTo>
                    <a:pt x="13552" y="18345"/>
                    <a:pt x="13552" y="18345"/>
                    <a:pt x="13552" y="18345"/>
                  </a:cubicBezTo>
                  <a:cubicBezTo>
                    <a:pt x="13552" y="18345"/>
                    <a:pt x="13552" y="18345"/>
                    <a:pt x="13552" y="18345"/>
                  </a:cubicBezTo>
                  <a:cubicBezTo>
                    <a:pt x="13447" y="18641"/>
                    <a:pt x="13447" y="18641"/>
                    <a:pt x="13447" y="18641"/>
                  </a:cubicBezTo>
                  <a:cubicBezTo>
                    <a:pt x="13447" y="18641"/>
                    <a:pt x="13447" y="18641"/>
                    <a:pt x="13447" y="18641"/>
                  </a:cubicBezTo>
                  <a:close/>
                  <a:moveTo>
                    <a:pt x="13129" y="18641"/>
                  </a:moveTo>
                  <a:cubicBezTo>
                    <a:pt x="13235" y="18345"/>
                    <a:pt x="13235" y="18345"/>
                    <a:pt x="13235" y="18345"/>
                  </a:cubicBezTo>
                  <a:cubicBezTo>
                    <a:pt x="13235" y="18345"/>
                    <a:pt x="13235" y="18345"/>
                    <a:pt x="13235" y="18345"/>
                  </a:cubicBezTo>
                  <a:cubicBezTo>
                    <a:pt x="13235" y="18345"/>
                    <a:pt x="13235" y="18345"/>
                    <a:pt x="13235" y="18345"/>
                  </a:cubicBezTo>
                  <a:cubicBezTo>
                    <a:pt x="13341" y="18345"/>
                    <a:pt x="13341" y="18345"/>
                    <a:pt x="13341" y="18345"/>
                  </a:cubicBezTo>
                  <a:cubicBezTo>
                    <a:pt x="13341" y="18345"/>
                    <a:pt x="13341" y="18345"/>
                    <a:pt x="13341" y="18345"/>
                  </a:cubicBezTo>
                  <a:cubicBezTo>
                    <a:pt x="13447" y="18345"/>
                    <a:pt x="13447" y="18345"/>
                    <a:pt x="13447" y="18345"/>
                  </a:cubicBezTo>
                  <a:cubicBezTo>
                    <a:pt x="13341" y="18641"/>
                    <a:pt x="13341" y="18641"/>
                    <a:pt x="13341" y="18641"/>
                  </a:cubicBezTo>
                  <a:cubicBezTo>
                    <a:pt x="13235" y="18641"/>
                    <a:pt x="13235" y="18641"/>
                    <a:pt x="13235" y="18641"/>
                  </a:cubicBezTo>
                  <a:cubicBezTo>
                    <a:pt x="13129" y="18641"/>
                    <a:pt x="13129" y="18641"/>
                    <a:pt x="13129" y="18641"/>
                  </a:cubicBezTo>
                  <a:cubicBezTo>
                    <a:pt x="13129" y="18641"/>
                    <a:pt x="13129" y="18641"/>
                    <a:pt x="13129" y="18641"/>
                  </a:cubicBezTo>
                  <a:close/>
                  <a:moveTo>
                    <a:pt x="13023" y="18641"/>
                  </a:moveTo>
                  <a:cubicBezTo>
                    <a:pt x="12917" y="18641"/>
                    <a:pt x="12917" y="18641"/>
                    <a:pt x="12917" y="18641"/>
                  </a:cubicBezTo>
                  <a:cubicBezTo>
                    <a:pt x="12917" y="18936"/>
                    <a:pt x="12917" y="18936"/>
                    <a:pt x="12917" y="18936"/>
                  </a:cubicBezTo>
                  <a:cubicBezTo>
                    <a:pt x="12917" y="18641"/>
                    <a:pt x="12917" y="18641"/>
                    <a:pt x="12917" y="18641"/>
                  </a:cubicBezTo>
                  <a:cubicBezTo>
                    <a:pt x="13023" y="18641"/>
                    <a:pt x="13023" y="18641"/>
                    <a:pt x="13023" y="18641"/>
                  </a:cubicBezTo>
                  <a:close/>
                  <a:moveTo>
                    <a:pt x="13129" y="18345"/>
                  </a:moveTo>
                  <a:cubicBezTo>
                    <a:pt x="13023" y="18345"/>
                    <a:pt x="13023" y="18345"/>
                    <a:pt x="13023" y="18345"/>
                  </a:cubicBezTo>
                  <a:cubicBezTo>
                    <a:pt x="13023" y="18345"/>
                    <a:pt x="13023" y="18345"/>
                    <a:pt x="13023" y="18345"/>
                  </a:cubicBezTo>
                  <a:cubicBezTo>
                    <a:pt x="13129" y="18345"/>
                    <a:pt x="13129" y="18345"/>
                    <a:pt x="13129" y="18345"/>
                  </a:cubicBezTo>
                  <a:cubicBezTo>
                    <a:pt x="13129" y="18345"/>
                    <a:pt x="13129" y="18345"/>
                    <a:pt x="13129" y="18345"/>
                  </a:cubicBezTo>
                  <a:close/>
                  <a:moveTo>
                    <a:pt x="11435" y="18641"/>
                  </a:moveTo>
                  <a:cubicBezTo>
                    <a:pt x="11435" y="18641"/>
                    <a:pt x="11435" y="18641"/>
                    <a:pt x="11435" y="18641"/>
                  </a:cubicBezTo>
                  <a:cubicBezTo>
                    <a:pt x="11541" y="18345"/>
                    <a:pt x="11541" y="18345"/>
                    <a:pt x="11541" y="18345"/>
                  </a:cubicBezTo>
                  <a:cubicBezTo>
                    <a:pt x="11858" y="18049"/>
                    <a:pt x="11858" y="18049"/>
                    <a:pt x="11858" y="18049"/>
                  </a:cubicBezTo>
                  <a:cubicBezTo>
                    <a:pt x="11964" y="18345"/>
                    <a:pt x="11964" y="18345"/>
                    <a:pt x="11964" y="18345"/>
                  </a:cubicBezTo>
                  <a:cubicBezTo>
                    <a:pt x="11964" y="18345"/>
                    <a:pt x="11964" y="18345"/>
                    <a:pt x="11964" y="18345"/>
                  </a:cubicBezTo>
                  <a:cubicBezTo>
                    <a:pt x="12070" y="18345"/>
                    <a:pt x="12070" y="18345"/>
                    <a:pt x="12070" y="18345"/>
                  </a:cubicBezTo>
                  <a:cubicBezTo>
                    <a:pt x="12282" y="18641"/>
                    <a:pt x="12282" y="18641"/>
                    <a:pt x="12282" y="18641"/>
                  </a:cubicBezTo>
                  <a:cubicBezTo>
                    <a:pt x="12388" y="18345"/>
                    <a:pt x="12388" y="18345"/>
                    <a:pt x="12388" y="18345"/>
                  </a:cubicBezTo>
                  <a:cubicBezTo>
                    <a:pt x="12494" y="18641"/>
                    <a:pt x="12494" y="18641"/>
                    <a:pt x="12494" y="18641"/>
                  </a:cubicBezTo>
                  <a:cubicBezTo>
                    <a:pt x="12494" y="18641"/>
                    <a:pt x="12494" y="18641"/>
                    <a:pt x="12494" y="18641"/>
                  </a:cubicBezTo>
                  <a:cubicBezTo>
                    <a:pt x="12599" y="18641"/>
                    <a:pt x="12599" y="18641"/>
                    <a:pt x="12599" y="18641"/>
                  </a:cubicBezTo>
                  <a:cubicBezTo>
                    <a:pt x="12705" y="18345"/>
                    <a:pt x="12705" y="18345"/>
                    <a:pt x="12705" y="18345"/>
                  </a:cubicBezTo>
                  <a:cubicBezTo>
                    <a:pt x="12811" y="18345"/>
                    <a:pt x="12811" y="18345"/>
                    <a:pt x="12811" y="18345"/>
                  </a:cubicBezTo>
                  <a:cubicBezTo>
                    <a:pt x="12811" y="18049"/>
                    <a:pt x="12811" y="18049"/>
                    <a:pt x="12811" y="18049"/>
                  </a:cubicBezTo>
                  <a:cubicBezTo>
                    <a:pt x="12811" y="18049"/>
                    <a:pt x="12811" y="18049"/>
                    <a:pt x="12811" y="18049"/>
                  </a:cubicBezTo>
                  <a:cubicBezTo>
                    <a:pt x="12917" y="18049"/>
                    <a:pt x="12917" y="18049"/>
                    <a:pt x="12917" y="18049"/>
                  </a:cubicBezTo>
                  <a:cubicBezTo>
                    <a:pt x="13023" y="18049"/>
                    <a:pt x="13023" y="18049"/>
                    <a:pt x="13023" y="18049"/>
                  </a:cubicBezTo>
                  <a:cubicBezTo>
                    <a:pt x="13023" y="18345"/>
                    <a:pt x="13023" y="18345"/>
                    <a:pt x="13023" y="18345"/>
                  </a:cubicBezTo>
                  <a:cubicBezTo>
                    <a:pt x="12917" y="18345"/>
                    <a:pt x="12917" y="18345"/>
                    <a:pt x="12917" y="18345"/>
                  </a:cubicBezTo>
                  <a:cubicBezTo>
                    <a:pt x="12917" y="18641"/>
                    <a:pt x="12917" y="18641"/>
                    <a:pt x="12917" y="18641"/>
                  </a:cubicBezTo>
                  <a:cubicBezTo>
                    <a:pt x="12811" y="18641"/>
                    <a:pt x="12811" y="18641"/>
                    <a:pt x="12811" y="18641"/>
                  </a:cubicBezTo>
                  <a:cubicBezTo>
                    <a:pt x="12705" y="18936"/>
                    <a:pt x="12705" y="18936"/>
                    <a:pt x="12705" y="18936"/>
                  </a:cubicBezTo>
                  <a:cubicBezTo>
                    <a:pt x="12705" y="18936"/>
                    <a:pt x="12705" y="18936"/>
                    <a:pt x="12705" y="18936"/>
                  </a:cubicBezTo>
                  <a:cubicBezTo>
                    <a:pt x="12599" y="18936"/>
                    <a:pt x="12599" y="18936"/>
                    <a:pt x="12599" y="18936"/>
                  </a:cubicBezTo>
                  <a:cubicBezTo>
                    <a:pt x="12494" y="18936"/>
                    <a:pt x="12494" y="18936"/>
                    <a:pt x="12494" y="18936"/>
                  </a:cubicBezTo>
                  <a:cubicBezTo>
                    <a:pt x="12282" y="18936"/>
                    <a:pt x="12282" y="18936"/>
                    <a:pt x="12282" y="18936"/>
                  </a:cubicBezTo>
                  <a:cubicBezTo>
                    <a:pt x="12176" y="18936"/>
                    <a:pt x="12176" y="18936"/>
                    <a:pt x="12176" y="18936"/>
                  </a:cubicBezTo>
                  <a:cubicBezTo>
                    <a:pt x="12070" y="18936"/>
                    <a:pt x="12070" y="18936"/>
                    <a:pt x="12070" y="18936"/>
                  </a:cubicBezTo>
                  <a:cubicBezTo>
                    <a:pt x="12070" y="19232"/>
                    <a:pt x="12070" y="19232"/>
                    <a:pt x="12070" y="19232"/>
                  </a:cubicBezTo>
                  <a:cubicBezTo>
                    <a:pt x="11964" y="19232"/>
                    <a:pt x="11964" y="19232"/>
                    <a:pt x="11964" y="19232"/>
                  </a:cubicBezTo>
                  <a:cubicBezTo>
                    <a:pt x="11964" y="18936"/>
                    <a:pt x="11964" y="18936"/>
                    <a:pt x="11964" y="18936"/>
                  </a:cubicBezTo>
                  <a:cubicBezTo>
                    <a:pt x="11858" y="19232"/>
                    <a:pt x="11858" y="19232"/>
                    <a:pt x="11858" y="19232"/>
                  </a:cubicBezTo>
                  <a:cubicBezTo>
                    <a:pt x="11752" y="18936"/>
                    <a:pt x="11752" y="18936"/>
                    <a:pt x="11752" y="18936"/>
                  </a:cubicBezTo>
                  <a:cubicBezTo>
                    <a:pt x="11752" y="18936"/>
                    <a:pt x="11752" y="18936"/>
                    <a:pt x="11752" y="18936"/>
                  </a:cubicBezTo>
                  <a:cubicBezTo>
                    <a:pt x="11647" y="18936"/>
                    <a:pt x="11647" y="18936"/>
                    <a:pt x="11647" y="18936"/>
                  </a:cubicBezTo>
                  <a:cubicBezTo>
                    <a:pt x="11541" y="18936"/>
                    <a:pt x="11541" y="18936"/>
                    <a:pt x="11541" y="18936"/>
                  </a:cubicBezTo>
                  <a:cubicBezTo>
                    <a:pt x="11541" y="18936"/>
                    <a:pt x="11541" y="18936"/>
                    <a:pt x="11541" y="18936"/>
                  </a:cubicBezTo>
                  <a:cubicBezTo>
                    <a:pt x="11435" y="18936"/>
                    <a:pt x="11435" y="18936"/>
                    <a:pt x="11435" y="18936"/>
                  </a:cubicBezTo>
                  <a:cubicBezTo>
                    <a:pt x="11435" y="18641"/>
                    <a:pt x="11435" y="18641"/>
                    <a:pt x="11435" y="18641"/>
                  </a:cubicBezTo>
                  <a:close/>
                  <a:moveTo>
                    <a:pt x="11329" y="18641"/>
                  </a:moveTo>
                  <a:cubicBezTo>
                    <a:pt x="11329" y="18936"/>
                    <a:pt x="11329" y="18936"/>
                    <a:pt x="11329" y="18936"/>
                  </a:cubicBezTo>
                  <a:cubicBezTo>
                    <a:pt x="11435" y="18936"/>
                    <a:pt x="11435" y="18936"/>
                    <a:pt x="11435" y="18936"/>
                  </a:cubicBezTo>
                  <a:cubicBezTo>
                    <a:pt x="11435" y="18641"/>
                    <a:pt x="11435" y="18641"/>
                    <a:pt x="11435" y="18641"/>
                  </a:cubicBezTo>
                  <a:cubicBezTo>
                    <a:pt x="11329" y="18641"/>
                    <a:pt x="11329" y="18641"/>
                    <a:pt x="11329" y="18641"/>
                  </a:cubicBezTo>
                  <a:close/>
                  <a:moveTo>
                    <a:pt x="11329" y="18641"/>
                  </a:moveTo>
                  <a:cubicBezTo>
                    <a:pt x="11223" y="18641"/>
                    <a:pt x="11223" y="18641"/>
                    <a:pt x="11223" y="18641"/>
                  </a:cubicBezTo>
                  <a:cubicBezTo>
                    <a:pt x="11223" y="18936"/>
                    <a:pt x="11223" y="18936"/>
                    <a:pt x="11223" y="18936"/>
                  </a:cubicBezTo>
                  <a:cubicBezTo>
                    <a:pt x="11223" y="18936"/>
                    <a:pt x="11223" y="18936"/>
                    <a:pt x="11223" y="18936"/>
                  </a:cubicBezTo>
                  <a:cubicBezTo>
                    <a:pt x="11329" y="18641"/>
                    <a:pt x="11329" y="18641"/>
                    <a:pt x="11329" y="18641"/>
                  </a:cubicBezTo>
                  <a:cubicBezTo>
                    <a:pt x="11329" y="18641"/>
                    <a:pt x="11329" y="18641"/>
                    <a:pt x="11329" y="18641"/>
                  </a:cubicBezTo>
                  <a:close/>
                  <a:moveTo>
                    <a:pt x="9952" y="18641"/>
                  </a:moveTo>
                  <a:cubicBezTo>
                    <a:pt x="9952" y="18936"/>
                    <a:pt x="9952" y="18936"/>
                    <a:pt x="9952" y="18936"/>
                  </a:cubicBezTo>
                  <a:cubicBezTo>
                    <a:pt x="9952" y="18936"/>
                    <a:pt x="9952" y="18936"/>
                    <a:pt x="9952" y="18936"/>
                  </a:cubicBezTo>
                  <a:cubicBezTo>
                    <a:pt x="9952" y="18936"/>
                    <a:pt x="9952" y="18936"/>
                    <a:pt x="9952" y="18936"/>
                  </a:cubicBezTo>
                  <a:cubicBezTo>
                    <a:pt x="10058" y="19232"/>
                    <a:pt x="10058" y="19232"/>
                    <a:pt x="10058" y="19232"/>
                  </a:cubicBezTo>
                  <a:cubicBezTo>
                    <a:pt x="10058" y="19232"/>
                    <a:pt x="10058" y="19232"/>
                    <a:pt x="10058" y="19232"/>
                  </a:cubicBezTo>
                  <a:cubicBezTo>
                    <a:pt x="10164" y="19232"/>
                    <a:pt x="10164" y="19232"/>
                    <a:pt x="10164" y="19232"/>
                  </a:cubicBezTo>
                  <a:cubicBezTo>
                    <a:pt x="10270" y="19232"/>
                    <a:pt x="10270" y="19232"/>
                    <a:pt x="10270" y="19232"/>
                  </a:cubicBezTo>
                  <a:cubicBezTo>
                    <a:pt x="10376" y="19232"/>
                    <a:pt x="10376" y="19232"/>
                    <a:pt x="10376" y="19232"/>
                  </a:cubicBezTo>
                  <a:cubicBezTo>
                    <a:pt x="10376" y="18936"/>
                    <a:pt x="10376" y="18936"/>
                    <a:pt x="10376" y="18936"/>
                  </a:cubicBezTo>
                  <a:cubicBezTo>
                    <a:pt x="10482" y="19232"/>
                    <a:pt x="10482" y="19232"/>
                    <a:pt x="10482" y="19232"/>
                  </a:cubicBezTo>
                  <a:cubicBezTo>
                    <a:pt x="10588" y="18936"/>
                    <a:pt x="10588" y="18936"/>
                    <a:pt x="10588" y="18936"/>
                  </a:cubicBezTo>
                  <a:cubicBezTo>
                    <a:pt x="10694" y="19232"/>
                    <a:pt x="10694" y="19232"/>
                    <a:pt x="10694" y="19232"/>
                  </a:cubicBezTo>
                  <a:cubicBezTo>
                    <a:pt x="10800" y="18936"/>
                    <a:pt x="10800" y="18936"/>
                    <a:pt x="10800" y="18936"/>
                  </a:cubicBezTo>
                  <a:cubicBezTo>
                    <a:pt x="10800" y="18936"/>
                    <a:pt x="10800" y="18936"/>
                    <a:pt x="10800" y="18936"/>
                  </a:cubicBezTo>
                  <a:cubicBezTo>
                    <a:pt x="10905" y="18936"/>
                    <a:pt x="10905" y="18936"/>
                    <a:pt x="10905" y="18936"/>
                  </a:cubicBezTo>
                  <a:cubicBezTo>
                    <a:pt x="11011" y="18936"/>
                    <a:pt x="11011" y="18936"/>
                    <a:pt x="11011" y="18936"/>
                  </a:cubicBezTo>
                  <a:cubicBezTo>
                    <a:pt x="11011" y="18936"/>
                    <a:pt x="11011" y="18936"/>
                    <a:pt x="11011" y="18936"/>
                  </a:cubicBezTo>
                  <a:cubicBezTo>
                    <a:pt x="11117" y="18936"/>
                    <a:pt x="11117" y="18936"/>
                    <a:pt x="11117" y="18936"/>
                  </a:cubicBezTo>
                  <a:cubicBezTo>
                    <a:pt x="11117" y="18641"/>
                    <a:pt x="11117" y="18641"/>
                    <a:pt x="11117" y="18641"/>
                  </a:cubicBezTo>
                  <a:cubicBezTo>
                    <a:pt x="11117" y="18641"/>
                    <a:pt x="11117" y="18641"/>
                    <a:pt x="11117" y="18641"/>
                  </a:cubicBezTo>
                  <a:cubicBezTo>
                    <a:pt x="11117" y="18641"/>
                    <a:pt x="11117" y="18641"/>
                    <a:pt x="11117" y="18641"/>
                  </a:cubicBezTo>
                  <a:cubicBezTo>
                    <a:pt x="11117" y="18345"/>
                    <a:pt x="11117" y="18345"/>
                    <a:pt x="11117" y="18345"/>
                  </a:cubicBezTo>
                  <a:cubicBezTo>
                    <a:pt x="11011" y="18345"/>
                    <a:pt x="11011" y="18345"/>
                    <a:pt x="11011" y="18345"/>
                  </a:cubicBezTo>
                  <a:cubicBezTo>
                    <a:pt x="11011" y="18345"/>
                    <a:pt x="11011" y="18345"/>
                    <a:pt x="11011" y="18345"/>
                  </a:cubicBezTo>
                  <a:cubicBezTo>
                    <a:pt x="10905" y="18641"/>
                    <a:pt x="10905" y="18641"/>
                    <a:pt x="10905" y="18641"/>
                  </a:cubicBezTo>
                  <a:cubicBezTo>
                    <a:pt x="10905" y="18345"/>
                    <a:pt x="10905" y="18345"/>
                    <a:pt x="10905" y="18345"/>
                  </a:cubicBezTo>
                  <a:cubicBezTo>
                    <a:pt x="10800" y="18049"/>
                    <a:pt x="10800" y="18049"/>
                    <a:pt x="10800" y="18049"/>
                  </a:cubicBezTo>
                  <a:cubicBezTo>
                    <a:pt x="10694" y="18345"/>
                    <a:pt x="10694" y="18345"/>
                    <a:pt x="10694" y="18345"/>
                  </a:cubicBezTo>
                  <a:cubicBezTo>
                    <a:pt x="10694" y="18049"/>
                    <a:pt x="10694" y="18049"/>
                    <a:pt x="10694" y="18049"/>
                  </a:cubicBezTo>
                  <a:cubicBezTo>
                    <a:pt x="10588" y="18049"/>
                    <a:pt x="10588" y="18049"/>
                    <a:pt x="10588" y="18049"/>
                  </a:cubicBezTo>
                  <a:cubicBezTo>
                    <a:pt x="10482" y="18345"/>
                    <a:pt x="10482" y="18345"/>
                    <a:pt x="10482" y="18345"/>
                  </a:cubicBezTo>
                  <a:cubicBezTo>
                    <a:pt x="10482" y="18345"/>
                    <a:pt x="10482" y="18345"/>
                    <a:pt x="10482" y="18345"/>
                  </a:cubicBezTo>
                  <a:cubicBezTo>
                    <a:pt x="10694" y="18641"/>
                    <a:pt x="10694" y="18641"/>
                    <a:pt x="10694" y="18641"/>
                  </a:cubicBezTo>
                  <a:cubicBezTo>
                    <a:pt x="10694" y="18641"/>
                    <a:pt x="10694" y="18641"/>
                    <a:pt x="10694" y="18641"/>
                  </a:cubicBezTo>
                  <a:cubicBezTo>
                    <a:pt x="10588" y="18641"/>
                    <a:pt x="10588" y="18641"/>
                    <a:pt x="10588" y="18641"/>
                  </a:cubicBezTo>
                  <a:cubicBezTo>
                    <a:pt x="10482" y="18936"/>
                    <a:pt x="10482" y="18936"/>
                    <a:pt x="10482" y="18936"/>
                  </a:cubicBezTo>
                  <a:cubicBezTo>
                    <a:pt x="10376" y="18641"/>
                    <a:pt x="10376" y="18641"/>
                    <a:pt x="10376" y="18641"/>
                  </a:cubicBezTo>
                  <a:cubicBezTo>
                    <a:pt x="10376" y="18345"/>
                    <a:pt x="10376" y="18345"/>
                    <a:pt x="10376" y="18345"/>
                  </a:cubicBezTo>
                  <a:cubicBezTo>
                    <a:pt x="10376" y="18345"/>
                    <a:pt x="10376" y="18345"/>
                    <a:pt x="10376" y="18345"/>
                  </a:cubicBezTo>
                  <a:cubicBezTo>
                    <a:pt x="10270" y="18345"/>
                    <a:pt x="10270" y="18345"/>
                    <a:pt x="10270" y="18345"/>
                  </a:cubicBezTo>
                  <a:cubicBezTo>
                    <a:pt x="10164" y="18345"/>
                    <a:pt x="10164" y="18345"/>
                    <a:pt x="10164" y="18345"/>
                  </a:cubicBezTo>
                  <a:cubicBezTo>
                    <a:pt x="10058" y="18641"/>
                    <a:pt x="10058" y="18641"/>
                    <a:pt x="10058" y="18641"/>
                  </a:cubicBezTo>
                  <a:cubicBezTo>
                    <a:pt x="10058" y="18641"/>
                    <a:pt x="9952" y="18641"/>
                    <a:pt x="9952" y="18641"/>
                  </a:cubicBezTo>
                  <a:close/>
                  <a:moveTo>
                    <a:pt x="9741" y="18345"/>
                  </a:moveTo>
                  <a:cubicBezTo>
                    <a:pt x="9847" y="18345"/>
                    <a:pt x="9847" y="18345"/>
                    <a:pt x="9847" y="18345"/>
                  </a:cubicBezTo>
                  <a:cubicBezTo>
                    <a:pt x="9952" y="18345"/>
                    <a:pt x="9952" y="18345"/>
                    <a:pt x="9952" y="18345"/>
                  </a:cubicBezTo>
                  <a:cubicBezTo>
                    <a:pt x="9952" y="18641"/>
                    <a:pt x="9952" y="18641"/>
                    <a:pt x="9952" y="18641"/>
                  </a:cubicBezTo>
                  <a:cubicBezTo>
                    <a:pt x="9847" y="18936"/>
                    <a:pt x="9847" y="18936"/>
                    <a:pt x="9847" y="18936"/>
                  </a:cubicBezTo>
                  <a:cubicBezTo>
                    <a:pt x="9847" y="18936"/>
                    <a:pt x="9847" y="18936"/>
                    <a:pt x="9847" y="18936"/>
                  </a:cubicBezTo>
                  <a:cubicBezTo>
                    <a:pt x="9847" y="18936"/>
                    <a:pt x="9847" y="18936"/>
                    <a:pt x="9847" y="18936"/>
                  </a:cubicBezTo>
                  <a:cubicBezTo>
                    <a:pt x="9741" y="18936"/>
                    <a:pt x="9741" y="18936"/>
                    <a:pt x="9741" y="18936"/>
                  </a:cubicBezTo>
                  <a:cubicBezTo>
                    <a:pt x="9635" y="18936"/>
                    <a:pt x="9635" y="18936"/>
                    <a:pt x="9635" y="18936"/>
                  </a:cubicBezTo>
                  <a:cubicBezTo>
                    <a:pt x="9529" y="18936"/>
                    <a:pt x="9529" y="18936"/>
                    <a:pt x="9529" y="18936"/>
                  </a:cubicBezTo>
                  <a:cubicBezTo>
                    <a:pt x="9635" y="18641"/>
                    <a:pt x="9635" y="18641"/>
                    <a:pt x="9635" y="18641"/>
                  </a:cubicBezTo>
                  <a:cubicBezTo>
                    <a:pt x="9635" y="18641"/>
                    <a:pt x="9635" y="18641"/>
                    <a:pt x="9635" y="18641"/>
                  </a:cubicBezTo>
                  <a:cubicBezTo>
                    <a:pt x="9741" y="18345"/>
                    <a:pt x="9741" y="18345"/>
                    <a:pt x="9741" y="18345"/>
                  </a:cubicBezTo>
                  <a:close/>
                  <a:moveTo>
                    <a:pt x="9423" y="18936"/>
                  </a:moveTo>
                  <a:cubicBezTo>
                    <a:pt x="9423" y="18641"/>
                    <a:pt x="9423" y="18641"/>
                    <a:pt x="9423" y="18641"/>
                  </a:cubicBezTo>
                  <a:cubicBezTo>
                    <a:pt x="9423" y="18936"/>
                    <a:pt x="9423" y="18936"/>
                    <a:pt x="9423" y="18936"/>
                  </a:cubicBezTo>
                  <a:cubicBezTo>
                    <a:pt x="9423" y="18936"/>
                    <a:pt x="9423" y="18936"/>
                    <a:pt x="9423" y="18936"/>
                  </a:cubicBezTo>
                  <a:cubicBezTo>
                    <a:pt x="9423" y="18936"/>
                    <a:pt x="9423" y="18936"/>
                    <a:pt x="9423" y="18936"/>
                  </a:cubicBezTo>
                  <a:close/>
                  <a:moveTo>
                    <a:pt x="8999" y="18049"/>
                  </a:moveTo>
                  <a:cubicBezTo>
                    <a:pt x="8999" y="18345"/>
                    <a:pt x="8999" y="18345"/>
                    <a:pt x="8999" y="18345"/>
                  </a:cubicBezTo>
                  <a:cubicBezTo>
                    <a:pt x="8999" y="18345"/>
                    <a:pt x="8999" y="18345"/>
                    <a:pt x="8999" y="18345"/>
                  </a:cubicBezTo>
                  <a:cubicBezTo>
                    <a:pt x="9105" y="18641"/>
                    <a:pt x="9105" y="18641"/>
                    <a:pt x="9105" y="18641"/>
                  </a:cubicBezTo>
                  <a:cubicBezTo>
                    <a:pt x="9211" y="18641"/>
                    <a:pt x="9211" y="18641"/>
                    <a:pt x="9211" y="18641"/>
                  </a:cubicBezTo>
                  <a:cubicBezTo>
                    <a:pt x="9211" y="18936"/>
                    <a:pt x="9211" y="18936"/>
                    <a:pt x="9211" y="18936"/>
                  </a:cubicBezTo>
                  <a:cubicBezTo>
                    <a:pt x="9317" y="18641"/>
                    <a:pt x="9317" y="18641"/>
                    <a:pt x="9317" y="18641"/>
                  </a:cubicBezTo>
                  <a:cubicBezTo>
                    <a:pt x="9423" y="18641"/>
                    <a:pt x="9423" y="18641"/>
                    <a:pt x="9423" y="18641"/>
                  </a:cubicBezTo>
                  <a:cubicBezTo>
                    <a:pt x="9423" y="18641"/>
                    <a:pt x="9423" y="18641"/>
                    <a:pt x="9423" y="18641"/>
                  </a:cubicBezTo>
                  <a:cubicBezTo>
                    <a:pt x="9529" y="18641"/>
                    <a:pt x="9529" y="18641"/>
                    <a:pt x="9529" y="18641"/>
                  </a:cubicBezTo>
                  <a:cubicBezTo>
                    <a:pt x="9529" y="18345"/>
                    <a:pt x="9529" y="18345"/>
                    <a:pt x="9529" y="18345"/>
                  </a:cubicBezTo>
                  <a:cubicBezTo>
                    <a:pt x="9423" y="18049"/>
                    <a:pt x="9423" y="18049"/>
                    <a:pt x="9423" y="18049"/>
                  </a:cubicBezTo>
                  <a:cubicBezTo>
                    <a:pt x="9317" y="18049"/>
                    <a:pt x="9317" y="18049"/>
                    <a:pt x="9317" y="18049"/>
                  </a:cubicBezTo>
                  <a:cubicBezTo>
                    <a:pt x="9211" y="18049"/>
                    <a:pt x="9211" y="18049"/>
                    <a:pt x="9211" y="18049"/>
                  </a:cubicBezTo>
                  <a:cubicBezTo>
                    <a:pt x="9105" y="18049"/>
                    <a:pt x="9105" y="18049"/>
                    <a:pt x="9105" y="18049"/>
                  </a:cubicBezTo>
                  <a:cubicBezTo>
                    <a:pt x="8999" y="18049"/>
                    <a:pt x="8999" y="18049"/>
                    <a:pt x="8999" y="18049"/>
                  </a:cubicBezTo>
                  <a:close/>
                  <a:moveTo>
                    <a:pt x="20329" y="18345"/>
                  </a:moveTo>
                  <a:cubicBezTo>
                    <a:pt x="20435" y="18345"/>
                    <a:pt x="20435" y="18345"/>
                    <a:pt x="20435" y="18345"/>
                  </a:cubicBezTo>
                  <a:cubicBezTo>
                    <a:pt x="20435" y="18345"/>
                    <a:pt x="20435" y="18345"/>
                    <a:pt x="20435" y="18345"/>
                  </a:cubicBezTo>
                  <a:cubicBezTo>
                    <a:pt x="20541" y="18345"/>
                    <a:pt x="20541" y="18345"/>
                    <a:pt x="20541" y="18345"/>
                  </a:cubicBezTo>
                  <a:cubicBezTo>
                    <a:pt x="20435" y="18049"/>
                    <a:pt x="20435" y="18049"/>
                    <a:pt x="20435" y="18049"/>
                  </a:cubicBezTo>
                  <a:cubicBezTo>
                    <a:pt x="20435" y="18049"/>
                    <a:pt x="20435" y="18049"/>
                    <a:pt x="20435" y="18049"/>
                  </a:cubicBezTo>
                  <a:cubicBezTo>
                    <a:pt x="20435" y="18049"/>
                    <a:pt x="20435" y="18049"/>
                    <a:pt x="20435" y="18049"/>
                  </a:cubicBezTo>
                  <a:cubicBezTo>
                    <a:pt x="20329" y="18345"/>
                    <a:pt x="20329" y="18345"/>
                    <a:pt x="20329" y="18345"/>
                  </a:cubicBezTo>
                  <a:close/>
                  <a:moveTo>
                    <a:pt x="19905" y="18345"/>
                  </a:moveTo>
                  <a:cubicBezTo>
                    <a:pt x="19905" y="18345"/>
                    <a:pt x="20011" y="18345"/>
                    <a:pt x="20011" y="18345"/>
                  </a:cubicBezTo>
                  <a:cubicBezTo>
                    <a:pt x="20117" y="18345"/>
                    <a:pt x="20117" y="18345"/>
                    <a:pt x="20117" y="18345"/>
                  </a:cubicBezTo>
                  <a:cubicBezTo>
                    <a:pt x="20223" y="18345"/>
                    <a:pt x="20223" y="18345"/>
                    <a:pt x="20223" y="18345"/>
                  </a:cubicBezTo>
                  <a:cubicBezTo>
                    <a:pt x="20329" y="18345"/>
                    <a:pt x="20329" y="18345"/>
                    <a:pt x="20329" y="18345"/>
                  </a:cubicBezTo>
                  <a:cubicBezTo>
                    <a:pt x="20329" y="18049"/>
                    <a:pt x="20329" y="18049"/>
                    <a:pt x="20329" y="18049"/>
                  </a:cubicBezTo>
                  <a:cubicBezTo>
                    <a:pt x="20435" y="18049"/>
                    <a:pt x="20435" y="18049"/>
                    <a:pt x="20435" y="18049"/>
                  </a:cubicBezTo>
                  <a:cubicBezTo>
                    <a:pt x="20541" y="17753"/>
                    <a:pt x="20541" y="17753"/>
                    <a:pt x="20541" y="17753"/>
                  </a:cubicBezTo>
                  <a:cubicBezTo>
                    <a:pt x="20541" y="17753"/>
                    <a:pt x="20541" y="17753"/>
                    <a:pt x="20541" y="17753"/>
                  </a:cubicBezTo>
                  <a:cubicBezTo>
                    <a:pt x="20541" y="17753"/>
                    <a:pt x="20541" y="17753"/>
                    <a:pt x="20541" y="17753"/>
                  </a:cubicBezTo>
                  <a:cubicBezTo>
                    <a:pt x="20541" y="17457"/>
                    <a:pt x="20541" y="17457"/>
                    <a:pt x="20541" y="17457"/>
                  </a:cubicBezTo>
                  <a:cubicBezTo>
                    <a:pt x="20541" y="17457"/>
                    <a:pt x="20541" y="17457"/>
                    <a:pt x="20541" y="17457"/>
                  </a:cubicBezTo>
                  <a:cubicBezTo>
                    <a:pt x="20435" y="17161"/>
                    <a:pt x="20435" y="17161"/>
                    <a:pt x="20435" y="17161"/>
                  </a:cubicBezTo>
                  <a:cubicBezTo>
                    <a:pt x="20435" y="17161"/>
                    <a:pt x="20435" y="17161"/>
                    <a:pt x="20435" y="17161"/>
                  </a:cubicBezTo>
                  <a:cubicBezTo>
                    <a:pt x="20329" y="17161"/>
                    <a:pt x="20329" y="17161"/>
                    <a:pt x="20329" y="17161"/>
                  </a:cubicBezTo>
                  <a:cubicBezTo>
                    <a:pt x="20223" y="17161"/>
                    <a:pt x="20223" y="17161"/>
                    <a:pt x="20223" y="17161"/>
                  </a:cubicBezTo>
                  <a:cubicBezTo>
                    <a:pt x="20117" y="17457"/>
                    <a:pt x="20117" y="17457"/>
                    <a:pt x="20117" y="17457"/>
                  </a:cubicBezTo>
                  <a:cubicBezTo>
                    <a:pt x="20117" y="17753"/>
                    <a:pt x="20117" y="17753"/>
                    <a:pt x="20117" y="17753"/>
                  </a:cubicBezTo>
                  <a:cubicBezTo>
                    <a:pt x="19905" y="18345"/>
                    <a:pt x="19905" y="18345"/>
                    <a:pt x="19905" y="18345"/>
                  </a:cubicBezTo>
                  <a:close/>
                  <a:moveTo>
                    <a:pt x="8258" y="16569"/>
                  </a:moveTo>
                  <a:cubicBezTo>
                    <a:pt x="8152" y="16865"/>
                    <a:pt x="8152" y="16865"/>
                    <a:pt x="8152" y="16865"/>
                  </a:cubicBezTo>
                  <a:cubicBezTo>
                    <a:pt x="8258" y="16865"/>
                    <a:pt x="8258" y="16865"/>
                    <a:pt x="8258" y="16865"/>
                  </a:cubicBezTo>
                  <a:cubicBezTo>
                    <a:pt x="8364" y="17161"/>
                    <a:pt x="8364" y="17161"/>
                    <a:pt x="8364" y="17161"/>
                  </a:cubicBezTo>
                  <a:cubicBezTo>
                    <a:pt x="8364" y="16865"/>
                    <a:pt x="8364" y="16865"/>
                    <a:pt x="8364" y="16865"/>
                  </a:cubicBezTo>
                  <a:cubicBezTo>
                    <a:pt x="8576" y="16865"/>
                    <a:pt x="8576" y="16865"/>
                    <a:pt x="8576" y="16865"/>
                  </a:cubicBezTo>
                  <a:cubicBezTo>
                    <a:pt x="8682" y="16865"/>
                    <a:pt x="8682" y="16865"/>
                    <a:pt x="8682" y="16865"/>
                  </a:cubicBezTo>
                  <a:cubicBezTo>
                    <a:pt x="8788" y="16865"/>
                    <a:pt x="8788" y="16865"/>
                    <a:pt x="8788" y="16865"/>
                  </a:cubicBezTo>
                  <a:cubicBezTo>
                    <a:pt x="8788" y="16569"/>
                    <a:pt x="8788" y="16569"/>
                    <a:pt x="8788" y="16569"/>
                  </a:cubicBezTo>
                  <a:cubicBezTo>
                    <a:pt x="8682" y="16569"/>
                    <a:pt x="8682" y="16569"/>
                    <a:pt x="8682" y="16569"/>
                  </a:cubicBezTo>
                  <a:cubicBezTo>
                    <a:pt x="8576" y="16569"/>
                    <a:pt x="8576" y="16569"/>
                    <a:pt x="8576" y="16569"/>
                  </a:cubicBezTo>
                  <a:cubicBezTo>
                    <a:pt x="8576" y="16569"/>
                    <a:pt x="8576" y="16569"/>
                    <a:pt x="8576" y="16569"/>
                  </a:cubicBezTo>
                  <a:cubicBezTo>
                    <a:pt x="8258" y="16569"/>
                    <a:pt x="8258" y="16569"/>
                    <a:pt x="8258" y="16569"/>
                  </a:cubicBezTo>
                  <a:cubicBezTo>
                    <a:pt x="8258" y="16569"/>
                    <a:pt x="8258" y="16569"/>
                    <a:pt x="8258" y="16569"/>
                  </a:cubicBezTo>
                  <a:close/>
                  <a:moveTo>
                    <a:pt x="4658" y="16273"/>
                  </a:moveTo>
                  <a:cubicBezTo>
                    <a:pt x="4658" y="16273"/>
                    <a:pt x="4658" y="16273"/>
                    <a:pt x="4658" y="16273"/>
                  </a:cubicBezTo>
                  <a:cubicBezTo>
                    <a:pt x="4764" y="16273"/>
                    <a:pt x="4764" y="16273"/>
                    <a:pt x="4764" y="16273"/>
                  </a:cubicBezTo>
                  <a:cubicBezTo>
                    <a:pt x="4764" y="16273"/>
                    <a:pt x="4764" y="16273"/>
                    <a:pt x="4764" y="16273"/>
                  </a:cubicBezTo>
                  <a:cubicBezTo>
                    <a:pt x="4658" y="16273"/>
                    <a:pt x="4658" y="16273"/>
                    <a:pt x="4658" y="16273"/>
                  </a:cubicBezTo>
                  <a:close/>
                  <a:moveTo>
                    <a:pt x="4764" y="16273"/>
                  </a:moveTo>
                  <a:cubicBezTo>
                    <a:pt x="4764" y="16273"/>
                    <a:pt x="4764" y="16273"/>
                    <a:pt x="4764" y="16273"/>
                  </a:cubicBezTo>
                  <a:cubicBezTo>
                    <a:pt x="4870" y="16273"/>
                    <a:pt x="4870" y="16273"/>
                    <a:pt x="4870" y="16273"/>
                  </a:cubicBezTo>
                  <a:cubicBezTo>
                    <a:pt x="4870" y="15978"/>
                    <a:pt x="4870" y="15978"/>
                    <a:pt x="4870" y="15978"/>
                  </a:cubicBezTo>
                  <a:cubicBezTo>
                    <a:pt x="4976" y="15978"/>
                    <a:pt x="4976" y="15978"/>
                    <a:pt x="4976" y="15978"/>
                  </a:cubicBezTo>
                  <a:cubicBezTo>
                    <a:pt x="4976" y="15682"/>
                    <a:pt x="4976" y="15682"/>
                    <a:pt x="4976" y="15682"/>
                  </a:cubicBezTo>
                  <a:cubicBezTo>
                    <a:pt x="4976" y="15682"/>
                    <a:pt x="4976" y="15682"/>
                    <a:pt x="4976" y="15682"/>
                  </a:cubicBezTo>
                  <a:cubicBezTo>
                    <a:pt x="5082" y="15386"/>
                    <a:pt x="5082" y="15386"/>
                    <a:pt x="5082" y="15386"/>
                  </a:cubicBezTo>
                  <a:cubicBezTo>
                    <a:pt x="5188" y="15386"/>
                    <a:pt x="5188" y="15386"/>
                    <a:pt x="5188" y="15386"/>
                  </a:cubicBezTo>
                  <a:cubicBezTo>
                    <a:pt x="5294" y="15386"/>
                    <a:pt x="5294" y="15386"/>
                    <a:pt x="5294" y="15386"/>
                  </a:cubicBezTo>
                  <a:cubicBezTo>
                    <a:pt x="5399" y="15386"/>
                    <a:pt x="5399" y="15386"/>
                    <a:pt x="5399" y="15386"/>
                  </a:cubicBezTo>
                  <a:cubicBezTo>
                    <a:pt x="5505" y="15682"/>
                    <a:pt x="5505" y="15682"/>
                    <a:pt x="5505" y="15682"/>
                  </a:cubicBezTo>
                  <a:cubicBezTo>
                    <a:pt x="5505" y="15386"/>
                    <a:pt x="5505" y="15386"/>
                    <a:pt x="5505" y="15386"/>
                  </a:cubicBezTo>
                  <a:cubicBezTo>
                    <a:pt x="5611" y="15386"/>
                    <a:pt x="5611" y="15386"/>
                    <a:pt x="5611" y="15386"/>
                  </a:cubicBezTo>
                  <a:cubicBezTo>
                    <a:pt x="5717" y="15386"/>
                    <a:pt x="5717" y="15386"/>
                    <a:pt x="5717" y="15386"/>
                  </a:cubicBezTo>
                  <a:cubicBezTo>
                    <a:pt x="5823" y="15682"/>
                    <a:pt x="5823" y="15682"/>
                    <a:pt x="5823" y="15682"/>
                  </a:cubicBezTo>
                  <a:cubicBezTo>
                    <a:pt x="5929" y="15682"/>
                    <a:pt x="5929" y="15682"/>
                    <a:pt x="5929" y="15682"/>
                  </a:cubicBezTo>
                  <a:cubicBezTo>
                    <a:pt x="6141" y="15682"/>
                    <a:pt x="6141" y="15682"/>
                    <a:pt x="6141" y="15682"/>
                  </a:cubicBezTo>
                  <a:cubicBezTo>
                    <a:pt x="6247" y="15978"/>
                    <a:pt x="6247" y="15978"/>
                    <a:pt x="6247" y="15978"/>
                  </a:cubicBezTo>
                  <a:cubicBezTo>
                    <a:pt x="6247" y="16273"/>
                    <a:pt x="6247" y="16273"/>
                    <a:pt x="6247" y="16273"/>
                  </a:cubicBezTo>
                  <a:cubicBezTo>
                    <a:pt x="6247" y="16273"/>
                    <a:pt x="6247" y="16273"/>
                    <a:pt x="6247" y="16273"/>
                  </a:cubicBezTo>
                  <a:cubicBezTo>
                    <a:pt x="6458" y="16569"/>
                    <a:pt x="6458" y="16569"/>
                    <a:pt x="6458" y="16569"/>
                  </a:cubicBezTo>
                  <a:cubicBezTo>
                    <a:pt x="6670" y="16569"/>
                    <a:pt x="6670" y="16569"/>
                    <a:pt x="6670" y="16569"/>
                  </a:cubicBezTo>
                  <a:cubicBezTo>
                    <a:pt x="6988" y="16569"/>
                    <a:pt x="6988" y="16569"/>
                    <a:pt x="6988" y="16569"/>
                  </a:cubicBezTo>
                  <a:cubicBezTo>
                    <a:pt x="7199" y="16569"/>
                    <a:pt x="7199" y="16569"/>
                    <a:pt x="7199" y="16569"/>
                  </a:cubicBezTo>
                  <a:cubicBezTo>
                    <a:pt x="7199" y="16273"/>
                    <a:pt x="7199" y="16273"/>
                    <a:pt x="7199" y="16273"/>
                  </a:cubicBezTo>
                  <a:cubicBezTo>
                    <a:pt x="7199" y="15978"/>
                    <a:pt x="7199" y="15978"/>
                    <a:pt x="7199" y="15978"/>
                  </a:cubicBezTo>
                  <a:cubicBezTo>
                    <a:pt x="7305" y="15978"/>
                    <a:pt x="7305" y="15978"/>
                    <a:pt x="7305" y="15978"/>
                  </a:cubicBezTo>
                  <a:cubicBezTo>
                    <a:pt x="7411" y="16273"/>
                    <a:pt x="7411" y="16273"/>
                    <a:pt x="7411" y="16273"/>
                  </a:cubicBezTo>
                  <a:cubicBezTo>
                    <a:pt x="7517" y="16273"/>
                    <a:pt x="7517" y="16273"/>
                    <a:pt x="7517" y="16273"/>
                  </a:cubicBezTo>
                  <a:cubicBezTo>
                    <a:pt x="7623" y="15978"/>
                    <a:pt x="7623" y="15978"/>
                    <a:pt x="7623" y="15978"/>
                  </a:cubicBezTo>
                  <a:cubicBezTo>
                    <a:pt x="7623" y="16273"/>
                    <a:pt x="7623" y="16273"/>
                    <a:pt x="7623" y="16273"/>
                  </a:cubicBezTo>
                  <a:cubicBezTo>
                    <a:pt x="7729" y="16569"/>
                    <a:pt x="7729" y="16569"/>
                    <a:pt x="7729" y="16569"/>
                  </a:cubicBezTo>
                  <a:cubicBezTo>
                    <a:pt x="7835" y="16273"/>
                    <a:pt x="7835" y="16273"/>
                    <a:pt x="7835" y="16273"/>
                  </a:cubicBezTo>
                  <a:cubicBezTo>
                    <a:pt x="7941" y="16569"/>
                    <a:pt x="7941" y="16569"/>
                    <a:pt x="7941" y="16569"/>
                  </a:cubicBezTo>
                  <a:cubicBezTo>
                    <a:pt x="7941" y="16569"/>
                    <a:pt x="7941" y="16569"/>
                    <a:pt x="7941" y="16569"/>
                  </a:cubicBezTo>
                  <a:cubicBezTo>
                    <a:pt x="8152" y="16569"/>
                    <a:pt x="8152" y="16569"/>
                    <a:pt x="8152" y="16569"/>
                  </a:cubicBezTo>
                  <a:cubicBezTo>
                    <a:pt x="8152" y="16865"/>
                    <a:pt x="8152" y="16865"/>
                    <a:pt x="8152" y="16865"/>
                  </a:cubicBezTo>
                  <a:cubicBezTo>
                    <a:pt x="8152" y="17161"/>
                    <a:pt x="8152" y="17161"/>
                    <a:pt x="8152" y="17161"/>
                  </a:cubicBezTo>
                  <a:cubicBezTo>
                    <a:pt x="8258" y="17457"/>
                    <a:pt x="8258" y="17457"/>
                    <a:pt x="8258" y="17457"/>
                  </a:cubicBezTo>
                  <a:cubicBezTo>
                    <a:pt x="8258" y="17457"/>
                    <a:pt x="8258" y="17457"/>
                    <a:pt x="8258" y="17457"/>
                  </a:cubicBezTo>
                  <a:cubicBezTo>
                    <a:pt x="8364" y="17753"/>
                    <a:pt x="8364" y="17753"/>
                    <a:pt x="8364" y="17753"/>
                  </a:cubicBezTo>
                  <a:cubicBezTo>
                    <a:pt x="8470" y="17457"/>
                    <a:pt x="8470" y="17457"/>
                    <a:pt x="8470" y="17457"/>
                  </a:cubicBezTo>
                  <a:cubicBezTo>
                    <a:pt x="8576" y="17753"/>
                    <a:pt x="8576" y="17753"/>
                    <a:pt x="8576" y="17753"/>
                  </a:cubicBezTo>
                  <a:cubicBezTo>
                    <a:pt x="8576" y="17753"/>
                    <a:pt x="8576" y="17753"/>
                    <a:pt x="8576" y="17753"/>
                  </a:cubicBezTo>
                  <a:cubicBezTo>
                    <a:pt x="8682" y="17457"/>
                    <a:pt x="8682" y="17457"/>
                    <a:pt x="8682" y="17457"/>
                  </a:cubicBezTo>
                  <a:cubicBezTo>
                    <a:pt x="8788" y="17457"/>
                    <a:pt x="8788" y="17457"/>
                    <a:pt x="8788" y="17457"/>
                  </a:cubicBezTo>
                  <a:cubicBezTo>
                    <a:pt x="8788" y="17753"/>
                    <a:pt x="8788" y="17753"/>
                    <a:pt x="8788" y="17753"/>
                  </a:cubicBezTo>
                  <a:cubicBezTo>
                    <a:pt x="8894" y="17753"/>
                    <a:pt x="8894" y="17753"/>
                    <a:pt x="8894" y="17753"/>
                  </a:cubicBezTo>
                  <a:cubicBezTo>
                    <a:pt x="8894" y="17753"/>
                    <a:pt x="8894" y="17753"/>
                    <a:pt x="8894" y="17753"/>
                  </a:cubicBezTo>
                  <a:cubicBezTo>
                    <a:pt x="8894" y="18345"/>
                    <a:pt x="8894" y="18345"/>
                    <a:pt x="8894" y="18345"/>
                  </a:cubicBezTo>
                  <a:cubicBezTo>
                    <a:pt x="8894" y="18345"/>
                    <a:pt x="8894" y="18345"/>
                    <a:pt x="8894" y="18345"/>
                  </a:cubicBezTo>
                  <a:cubicBezTo>
                    <a:pt x="8894" y="18641"/>
                    <a:pt x="8894" y="18641"/>
                    <a:pt x="8894" y="18641"/>
                  </a:cubicBezTo>
                  <a:cubicBezTo>
                    <a:pt x="8894" y="18936"/>
                    <a:pt x="8894" y="18936"/>
                    <a:pt x="8894" y="18936"/>
                  </a:cubicBezTo>
                  <a:cubicBezTo>
                    <a:pt x="8894" y="18936"/>
                    <a:pt x="8894" y="18936"/>
                    <a:pt x="8894" y="18936"/>
                  </a:cubicBezTo>
                  <a:cubicBezTo>
                    <a:pt x="8788" y="18641"/>
                    <a:pt x="8788" y="18641"/>
                    <a:pt x="8788" y="18641"/>
                  </a:cubicBezTo>
                  <a:cubicBezTo>
                    <a:pt x="8682" y="18936"/>
                    <a:pt x="8682" y="18936"/>
                    <a:pt x="8682" y="18936"/>
                  </a:cubicBezTo>
                  <a:cubicBezTo>
                    <a:pt x="8576" y="18641"/>
                    <a:pt x="8576" y="18641"/>
                    <a:pt x="8576" y="18641"/>
                  </a:cubicBezTo>
                  <a:cubicBezTo>
                    <a:pt x="8470" y="18345"/>
                    <a:pt x="8470" y="18345"/>
                    <a:pt x="8470" y="18345"/>
                  </a:cubicBezTo>
                  <a:cubicBezTo>
                    <a:pt x="8364" y="18345"/>
                    <a:pt x="8364" y="18345"/>
                    <a:pt x="8364" y="18345"/>
                  </a:cubicBezTo>
                  <a:cubicBezTo>
                    <a:pt x="8364" y="18345"/>
                    <a:pt x="8364" y="18345"/>
                    <a:pt x="8364" y="18345"/>
                  </a:cubicBezTo>
                  <a:cubicBezTo>
                    <a:pt x="8152" y="18345"/>
                    <a:pt x="8152" y="18345"/>
                    <a:pt x="8152" y="18345"/>
                  </a:cubicBezTo>
                  <a:cubicBezTo>
                    <a:pt x="8047" y="18345"/>
                    <a:pt x="8047" y="18345"/>
                    <a:pt x="8047" y="18345"/>
                  </a:cubicBezTo>
                  <a:cubicBezTo>
                    <a:pt x="7941" y="18345"/>
                    <a:pt x="7941" y="18345"/>
                    <a:pt x="7941" y="18345"/>
                  </a:cubicBezTo>
                  <a:cubicBezTo>
                    <a:pt x="7835" y="18049"/>
                    <a:pt x="7835" y="18049"/>
                    <a:pt x="7835" y="18049"/>
                  </a:cubicBezTo>
                  <a:cubicBezTo>
                    <a:pt x="7729" y="18345"/>
                    <a:pt x="7729" y="18345"/>
                    <a:pt x="7729" y="18345"/>
                  </a:cubicBezTo>
                  <a:cubicBezTo>
                    <a:pt x="7517" y="18345"/>
                    <a:pt x="7517" y="18345"/>
                    <a:pt x="7517" y="18345"/>
                  </a:cubicBezTo>
                  <a:cubicBezTo>
                    <a:pt x="7411" y="18049"/>
                    <a:pt x="7411" y="18049"/>
                    <a:pt x="7411" y="18049"/>
                  </a:cubicBezTo>
                  <a:cubicBezTo>
                    <a:pt x="7305" y="18345"/>
                    <a:pt x="7305" y="18345"/>
                    <a:pt x="7305" y="18345"/>
                  </a:cubicBezTo>
                  <a:cubicBezTo>
                    <a:pt x="7094" y="18049"/>
                    <a:pt x="7094" y="18049"/>
                    <a:pt x="7094" y="18049"/>
                  </a:cubicBezTo>
                  <a:cubicBezTo>
                    <a:pt x="6776" y="17753"/>
                    <a:pt x="6776" y="17753"/>
                    <a:pt x="6776" y="17753"/>
                  </a:cubicBezTo>
                  <a:cubicBezTo>
                    <a:pt x="6670" y="17753"/>
                    <a:pt x="6670" y="17753"/>
                    <a:pt x="6670" y="17753"/>
                  </a:cubicBezTo>
                  <a:cubicBezTo>
                    <a:pt x="6564" y="17457"/>
                    <a:pt x="6564" y="17457"/>
                    <a:pt x="6564" y="17457"/>
                  </a:cubicBezTo>
                  <a:cubicBezTo>
                    <a:pt x="6458" y="17457"/>
                    <a:pt x="6458" y="17457"/>
                    <a:pt x="6458" y="17457"/>
                  </a:cubicBezTo>
                  <a:cubicBezTo>
                    <a:pt x="6458" y="17753"/>
                    <a:pt x="6458" y="17753"/>
                    <a:pt x="6458" y="17753"/>
                  </a:cubicBezTo>
                  <a:cubicBezTo>
                    <a:pt x="6352" y="17753"/>
                    <a:pt x="6352" y="17753"/>
                    <a:pt x="6352" y="17753"/>
                  </a:cubicBezTo>
                  <a:cubicBezTo>
                    <a:pt x="6247" y="17457"/>
                    <a:pt x="6247" y="17457"/>
                    <a:pt x="6247" y="17457"/>
                  </a:cubicBezTo>
                  <a:cubicBezTo>
                    <a:pt x="6247" y="17457"/>
                    <a:pt x="6247" y="17457"/>
                    <a:pt x="6247" y="17457"/>
                  </a:cubicBezTo>
                  <a:cubicBezTo>
                    <a:pt x="6141" y="17753"/>
                    <a:pt x="6141" y="17753"/>
                    <a:pt x="6141" y="17753"/>
                  </a:cubicBezTo>
                  <a:cubicBezTo>
                    <a:pt x="5929" y="17457"/>
                    <a:pt x="5929" y="17457"/>
                    <a:pt x="5929" y="17457"/>
                  </a:cubicBezTo>
                  <a:cubicBezTo>
                    <a:pt x="5823" y="17161"/>
                    <a:pt x="5823" y="17161"/>
                    <a:pt x="5823" y="17161"/>
                  </a:cubicBezTo>
                  <a:cubicBezTo>
                    <a:pt x="5611" y="17161"/>
                    <a:pt x="5611" y="17161"/>
                    <a:pt x="5611" y="17161"/>
                  </a:cubicBezTo>
                  <a:cubicBezTo>
                    <a:pt x="5611" y="17161"/>
                    <a:pt x="5611" y="17161"/>
                    <a:pt x="5611" y="17161"/>
                  </a:cubicBezTo>
                  <a:cubicBezTo>
                    <a:pt x="5505" y="17457"/>
                    <a:pt x="5505" y="17457"/>
                    <a:pt x="5505" y="17457"/>
                  </a:cubicBezTo>
                  <a:cubicBezTo>
                    <a:pt x="5399" y="17161"/>
                    <a:pt x="5399" y="17161"/>
                    <a:pt x="5399" y="17161"/>
                  </a:cubicBezTo>
                  <a:cubicBezTo>
                    <a:pt x="5294" y="17161"/>
                    <a:pt x="5294" y="17161"/>
                    <a:pt x="5294" y="17161"/>
                  </a:cubicBezTo>
                  <a:cubicBezTo>
                    <a:pt x="5188" y="17161"/>
                    <a:pt x="5188" y="17161"/>
                    <a:pt x="5188" y="17161"/>
                  </a:cubicBezTo>
                  <a:cubicBezTo>
                    <a:pt x="5294" y="16865"/>
                    <a:pt x="5294" y="16865"/>
                    <a:pt x="5294" y="16865"/>
                  </a:cubicBezTo>
                  <a:cubicBezTo>
                    <a:pt x="5294" y="16569"/>
                    <a:pt x="5294" y="16569"/>
                    <a:pt x="5294" y="16569"/>
                  </a:cubicBezTo>
                  <a:cubicBezTo>
                    <a:pt x="5294" y="16569"/>
                    <a:pt x="5294" y="16569"/>
                    <a:pt x="5294" y="16569"/>
                  </a:cubicBezTo>
                  <a:cubicBezTo>
                    <a:pt x="5188" y="16865"/>
                    <a:pt x="5188" y="16865"/>
                    <a:pt x="5188" y="16865"/>
                  </a:cubicBezTo>
                  <a:cubicBezTo>
                    <a:pt x="5082" y="16569"/>
                    <a:pt x="5082" y="16569"/>
                    <a:pt x="5082" y="16569"/>
                  </a:cubicBezTo>
                  <a:cubicBezTo>
                    <a:pt x="5082" y="16569"/>
                    <a:pt x="5082" y="16569"/>
                    <a:pt x="5082" y="16569"/>
                  </a:cubicBezTo>
                  <a:cubicBezTo>
                    <a:pt x="4976" y="16569"/>
                    <a:pt x="4976" y="16569"/>
                    <a:pt x="4976" y="16569"/>
                  </a:cubicBezTo>
                  <a:cubicBezTo>
                    <a:pt x="4764" y="16569"/>
                    <a:pt x="4764" y="16569"/>
                    <a:pt x="4764" y="16569"/>
                  </a:cubicBezTo>
                  <a:cubicBezTo>
                    <a:pt x="4764" y="16569"/>
                    <a:pt x="4764" y="16569"/>
                    <a:pt x="4764" y="16569"/>
                  </a:cubicBezTo>
                  <a:cubicBezTo>
                    <a:pt x="4764" y="16273"/>
                    <a:pt x="4764" y="16273"/>
                    <a:pt x="4764" y="16273"/>
                  </a:cubicBezTo>
                  <a:cubicBezTo>
                    <a:pt x="4764" y="16273"/>
                    <a:pt x="4764" y="16273"/>
                    <a:pt x="4764" y="16273"/>
                  </a:cubicBezTo>
                  <a:close/>
                  <a:moveTo>
                    <a:pt x="6035" y="2958"/>
                  </a:moveTo>
                  <a:cubicBezTo>
                    <a:pt x="6035" y="3254"/>
                    <a:pt x="6035" y="3254"/>
                    <a:pt x="6035" y="3254"/>
                  </a:cubicBezTo>
                  <a:cubicBezTo>
                    <a:pt x="6141" y="3254"/>
                    <a:pt x="6141" y="3254"/>
                    <a:pt x="6141" y="3254"/>
                  </a:cubicBezTo>
                  <a:cubicBezTo>
                    <a:pt x="6141" y="3254"/>
                    <a:pt x="6141" y="3254"/>
                    <a:pt x="6141" y="3254"/>
                  </a:cubicBezTo>
                  <a:cubicBezTo>
                    <a:pt x="6141" y="3254"/>
                    <a:pt x="6141" y="3254"/>
                    <a:pt x="6141" y="3254"/>
                  </a:cubicBezTo>
                  <a:cubicBezTo>
                    <a:pt x="6247" y="2958"/>
                    <a:pt x="6247" y="2958"/>
                    <a:pt x="6247" y="2958"/>
                  </a:cubicBezTo>
                  <a:cubicBezTo>
                    <a:pt x="6141" y="2663"/>
                    <a:pt x="6141" y="2663"/>
                    <a:pt x="6141" y="2663"/>
                  </a:cubicBezTo>
                  <a:cubicBezTo>
                    <a:pt x="6035" y="2663"/>
                    <a:pt x="6035" y="2663"/>
                    <a:pt x="6035" y="2663"/>
                  </a:cubicBezTo>
                  <a:cubicBezTo>
                    <a:pt x="6035" y="2958"/>
                    <a:pt x="6035" y="2958"/>
                    <a:pt x="6035" y="2958"/>
                  </a:cubicBezTo>
                  <a:close/>
                  <a:moveTo>
                    <a:pt x="5188" y="4438"/>
                  </a:moveTo>
                  <a:cubicBezTo>
                    <a:pt x="5188" y="4734"/>
                    <a:pt x="5188" y="4734"/>
                    <a:pt x="5188" y="4734"/>
                  </a:cubicBezTo>
                  <a:cubicBezTo>
                    <a:pt x="5294" y="4438"/>
                    <a:pt x="5294" y="4438"/>
                    <a:pt x="5294" y="4438"/>
                  </a:cubicBezTo>
                  <a:cubicBezTo>
                    <a:pt x="5188" y="4438"/>
                    <a:pt x="5188" y="4438"/>
                    <a:pt x="5188" y="4438"/>
                  </a:cubicBezTo>
                  <a:close/>
                  <a:moveTo>
                    <a:pt x="5188" y="3846"/>
                  </a:moveTo>
                  <a:cubicBezTo>
                    <a:pt x="5294" y="3846"/>
                    <a:pt x="5294" y="3846"/>
                    <a:pt x="5294" y="3846"/>
                  </a:cubicBezTo>
                  <a:cubicBezTo>
                    <a:pt x="5188" y="3846"/>
                    <a:pt x="5188" y="3846"/>
                    <a:pt x="5188" y="3846"/>
                  </a:cubicBezTo>
                  <a:cubicBezTo>
                    <a:pt x="5188" y="3846"/>
                    <a:pt x="5188" y="3846"/>
                    <a:pt x="5188" y="3846"/>
                  </a:cubicBezTo>
                  <a:close/>
                  <a:moveTo>
                    <a:pt x="5188" y="4142"/>
                  </a:moveTo>
                  <a:cubicBezTo>
                    <a:pt x="5188" y="4142"/>
                    <a:pt x="5188" y="4142"/>
                    <a:pt x="5188" y="4142"/>
                  </a:cubicBezTo>
                  <a:cubicBezTo>
                    <a:pt x="5294" y="4142"/>
                    <a:pt x="5294" y="4142"/>
                    <a:pt x="5294" y="4142"/>
                  </a:cubicBezTo>
                  <a:cubicBezTo>
                    <a:pt x="5188" y="4142"/>
                    <a:pt x="5188" y="4142"/>
                    <a:pt x="5188" y="4142"/>
                  </a:cubicBezTo>
                  <a:close/>
                  <a:moveTo>
                    <a:pt x="4870" y="4142"/>
                  </a:moveTo>
                  <a:cubicBezTo>
                    <a:pt x="4870" y="4438"/>
                    <a:pt x="4870" y="4438"/>
                    <a:pt x="4870" y="4438"/>
                  </a:cubicBezTo>
                  <a:cubicBezTo>
                    <a:pt x="4976" y="4438"/>
                    <a:pt x="4976" y="4438"/>
                    <a:pt x="4976" y="4438"/>
                  </a:cubicBezTo>
                  <a:cubicBezTo>
                    <a:pt x="5082" y="4142"/>
                    <a:pt x="5082" y="4142"/>
                    <a:pt x="5082" y="4142"/>
                  </a:cubicBezTo>
                  <a:cubicBezTo>
                    <a:pt x="4976" y="4142"/>
                    <a:pt x="4976" y="4142"/>
                    <a:pt x="4976" y="4142"/>
                  </a:cubicBezTo>
                  <a:cubicBezTo>
                    <a:pt x="4870" y="4142"/>
                    <a:pt x="4870" y="4142"/>
                    <a:pt x="4870" y="4142"/>
                  </a:cubicBezTo>
                  <a:close/>
                  <a:moveTo>
                    <a:pt x="4129" y="6805"/>
                  </a:moveTo>
                  <a:cubicBezTo>
                    <a:pt x="4235" y="6805"/>
                    <a:pt x="4235" y="6805"/>
                    <a:pt x="4235" y="6805"/>
                  </a:cubicBezTo>
                  <a:cubicBezTo>
                    <a:pt x="4235" y="6805"/>
                    <a:pt x="4235" y="6805"/>
                    <a:pt x="4235" y="6805"/>
                  </a:cubicBezTo>
                  <a:cubicBezTo>
                    <a:pt x="4235" y="6509"/>
                    <a:pt x="4235" y="6509"/>
                    <a:pt x="4235" y="6509"/>
                  </a:cubicBezTo>
                  <a:cubicBezTo>
                    <a:pt x="4129" y="6805"/>
                    <a:pt x="4129" y="6805"/>
                    <a:pt x="4129" y="6805"/>
                  </a:cubicBezTo>
                  <a:close/>
                  <a:moveTo>
                    <a:pt x="4341" y="6509"/>
                  </a:moveTo>
                  <a:cubicBezTo>
                    <a:pt x="4341" y="6805"/>
                    <a:pt x="4341" y="6805"/>
                    <a:pt x="4341" y="6805"/>
                  </a:cubicBezTo>
                  <a:cubicBezTo>
                    <a:pt x="4447" y="6805"/>
                    <a:pt x="4447" y="6805"/>
                    <a:pt x="4447" y="6805"/>
                  </a:cubicBezTo>
                  <a:cubicBezTo>
                    <a:pt x="4447" y="7101"/>
                    <a:pt x="4447" y="7101"/>
                    <a:pt x="4447" y="7101"/>
                  </a:cubicBezTo>
                  <a:cubicBezTo>
                    <a:pt x="4447" y="7101"/>
                    <a:pt x="4447" y="7101"/>
                    <a:pt x="4447" y="7101"/>
                  </a:cubicBezTo>
                  <a:cubicBezTo>
                    <a:pt x="4552" y="6805"/>
                    <a:pt x="4552" y="6805"/>
                    <a:pt x="4552" y="6805"/>
                  </a:cubicBezTo>
                  <a:cubicBezTo>
                    <a:pt x="4447" y="6805"/>
                    <a:pt x="4447" y="6805"/>
                    <a:pt x="4447" y="6805"/>
                  </a:cubicBezTo>
                  <a:cubicBezTo>
                    <a:pt x="4552" y="6509"/>
                    <a:pt x="4552" y="6509"/>
                    <a:pt x="4552" y="6509"/>
                  </a:cubicBezTo>
                  <a:cubicBezTo>
                    <a:pt x="4447" y="6509"/>
                    <a:pt x="4447" y="6509"/>
                    <a:pt x="4447" y="6509"/>
                  </a:cubicBezTo>
                  <a:cubicBezTo>
                    <a:pt x="4447" y="6509"/>
                    <a:pt x="4447" y="6509"/>
                    <a:pt x="4447" y="6509"/>
                  </a:cubicBezTo>
                  <a:cubicBezTo>
                    <a:pt x="4341" y="6509"/>
                    <a:pt x="4341" y="6509"/>
                    <a:pt x="4341" y="6509"/>
                  </a:cubicBezTo>
                  <a:close/>
                  <a:moveTo>
                    <a:pt x="6458" y="10060"/>
                  </a:moveTo>
                  <a:cubicBezTo>
                    <a:pt x="6458" y="10356"/>
                    <a:pt x="6458" y="10356"/>
                    <a:pt x="6458" y="10356"/>
                  </a:cubicBezTo>
                  <a:cubicBezTo>
                    <a:pt x="6458" y="10356"/>
                    <a:pt x="6458" y="10356"/>
                    <a:pt x="6458" y="10356"/>
                  </a:cubicBezTo>
                  <a:cubicBezTo>
                    <a:pt x="6564" y="10356"/>
                    <a:pt x="6564" y="10356"/>
                    <a:pt x="6564" y="10356"/>
                  </a:cubicBezTo>
                  <a:cubicBezTo>
                    <a:pt x="6458" y="10060"/>
                    <a:pt x="6458" y="10060"/>
                    <a:pt x="6458" y="10060"/>
                  </a:cubicBezTo>
                  <a:cubicBezTo>
                    <a:pt x="6458" y="10060"/>
                    <a:pt x="6458" y="10060"/>
                    <a:pt x="6458" y="10060"/>
                  </a:cubicBezTo>
                  <a:close/>
                  <a:moveTo>
                    <a:pt x="5823" y="11243"/>
                  </a:moveTo>
                  <a:cubicBezTo>
                    <a:pt x="5823" y="11539"/>
                    <a:pt x="5823" y="11539"/>
                    <a:pt x="5823" y="11539"/>
                  </a:cubicBezTo>
                  <a:cubicBezTo>
                    <a:pt x="5823" y="11539"/>
                    <a:pt x="5823" y="11539"/>
                    <a:pt x="5823" y="11539"/>
                  </a:cubicBezTo>
                  <a:cubicBezTo>
                    <a:pt x="5717" y="11539"/>
                    <a:pt x="5717" y="11539"/>
                    <a:pt x="5717" y="11539"/>
                  </a:cubicBezTo>
                  <a:cubicBezTo>
                    <a:pt x="5717" y="11835"/>
                    <a:pt x="5717" y="11835"/>
                    <a:pt x="5717" y="11835"/>
                  </a:cubicBezTo>
                  <a:cubicBezTo>
                    <a:pt x="5823" y="11835"/>
                    <a:pt x="5823" y="11835"/>
                    <a:pt x="5823" y="11835"/>
                  </a:cubicBezTo>
                  <a:cubicBezTo>
                    <a:pt x="5823" y="11835"/>
                    <a:pt x="5823" y="11835"/>
                    <a:pt x="5823" y="11835"/>
                  </a:cubicBezTo>
                  <a:cubicBezTo>
                    <a:pt x="5823" y="11539"/>
                    <a:pt x="5823" y="11539"/>
                    <a:pt x="5823" y="11539"/>
                  </a:cubicBezTo>
                  <a:cubicBezTo>
                    <a:pt x="5823" y="11835"/>
                    <a:pt x="5823" y="11835"/>
                    <a:pt x="5823" y="11835"/>
                  </a:cubicBezTo>
                  <a:cubicBezTo>
                    <a:pt x="5929" y="12131"/>
                    <a:pt x="5929" y="12131"/>
                    <a:pt x="5929" y="12131"/>
                  </a:cubicBezTo>
                  <a:cubicBezTo>
                    <a:pt x="6035" y="11835"/>
                    <a:pt x="6035" y="11835"/>
                    <a:pt x="6035" y="11835"/>
                  </a:cubicBezTo>
                  <a:cubicBezTo>
                    <a:pt x="6035" y="12131"/>
                    <a:pt x="6035" y="12131"/>
                    <a:pt x="6035" y="12131"/>
                  </a:cubicBezTo>
                  <a:cubicBezTo>
                    <a:pt x="6141" y="12131"/>
                    <a:pt x="6141" y="12131"/>
                    <a:pt x="6141" y="12131"/>
                  </a:cubicBezTo>
                  <a:cubicBezTo>
                    <a:pt x="6141" y="11835"/>
                    <a:pt x="6141" y="11835"/>
                    <a:pt x="6141" y="11835"/>
                  </a:cubicBezTo>
                  <a:cubicBezTo>
                    <a:pt x="6247" y="11835"/>
                    <a:pt x="6247" y="11835"/>
                    <a:pt x="6247" y="11835"/>
                  </a:cubicBezTo>
                  <a:cubicBezTo>
                    <a:pt x="6141" y="11539"/>
                    <a:pt x="6141" y="11539"/>
                    <a:pt x="6141" y="11539"/>
                  </a:cubicBezTo>
                  <a:cubicBezTo>
                    <a:pt x="6035" y="11243"/>
                    <a:pt x="6035" y="11243"/>
                    <a:pt x="6035" y="11243"/>
                  </a:cubicBezTo>
                  <a:cubicBezTo>
                    <a:pt x="5823" y="11243"/>
                    <a:pt x="5823" y="11243"/>
                    <a:pt x="5823" y="11243"/>
                  </a:cubicBezTo>
                  <a:cubicBezTo>
                    <a:pt x="5823" y="11243"/>
                    <a:pt x="5823" y="11243"/>
                    <a:pt x="5823" y="11243"/>
                  </a:cubicBezTo>
                  <a:close/>
                  <a:moveTo>
                    <a:pt x="5505" y="11835"/>
                  </a:moveTo>
                  <a:cubicBezTo>
                    <a:pt x="5505" y="11835"/>
                    <a:pt x="5505" y="11835"/>
                    <a:pt x="5505" y="11835"/>
                  </a:cubicBezTo>
                  <a:cubicBezTo>
                    <a:pt x="5505" y="11835"/>
                    <a:pt x="5505" y="11835"/>
                    <a:pt x="5505" y="11835"/>
                  </a:cubicBezTo>
                  <a:cubicBezTo>
                    <a:pt x="5505" y="11835"/>
                    <a:pt x="5505" y="11835"/>
                    <a:pt x="5505" y="11835"/>
                  </a:cubicBezTo>
                  <a:close/>
                  <a:moveTo>
                    <a:pt x="4870" y="10356"/>
                  </a:moveTo>
                  <a:cubicBezTo>
                    <a:pt x="4870" y="10356"/>
                    <a:pt x="4870" y="10356"/>
                    <a:pt x="4870" y="10356"/>
                  </a:cubicBezTo>
                  <a:cubicBezTo>
                    <a:pt x="4764" y="10652"/>
                    <a:pt x="4764" y="10652"/>
                    <a:pt x="4764" y="10652"/>
                  </a:cubicBezTo>
                  <a:cubicBezTo>
                    <a:pt x="4764" y="10652"/>
                    <a:pt x="4764" y="10652"/>
                    <a:pt x="4764" y="10652"/>
                  </a:cubicBezTo>
                  <a:cubicBezTo>
                    <a:pt x="4976" y="10947"/>
                    <a:pt x="4976" y="10947"/>
                    <a:pt x="4976" y="10947"/>
                  </a:cubicBezTo>
                  <a:cubicBezTo>
                    <a:pt x="4976" y="10947"/>
                    <a:pt x="4976" y="10947"/>
                    <a:pt x="4976" y="10947"/>
                  </a:cubicBezTo>
                  <a:cubicBezTo>
                    <a:pt x="4976" y="11243"/>
                    <a:pt x="4976" y="11243"/>
                    <a:pt x="4976" y="11243"/>
                  </a:cubicBezTo>
                  <a:cubicBezTo>
                    <a:pt x="5082" y="11243"/>
                    <a:pt x="5082" y="11243"/>
                    <a:pt x="5082" y="11243"/>
                  </a:cubicBezTo>
                  <a:cubicBezTo>
                    <a:pt x="5082" y="11539"/>
                    <a:pt x="5082" y="11539"/>
                    <a:pt x="5082" y="11539"/>
                  </a:cubicBezTo>
                  <a:cubicBezTo>
                    <a:pt x="5188" y="11835"/>
                    <a:pt x="5188" y="11835"/>
                    <a:pt x="5188" y="11835"/>
                  </a:cubicBezTo>
                  <a:cubicBezTo>
                    <a:pt x="5294" y="11835"/>
                    <a:pt x="5294" y="11835"/>
                    <a:pt x="5294" y="11835"/>
                  </a:cubicBezTo>
                  <a:cubicBezTo>
                    <a:pt x="5294" y="11835"/>
                    <a:pt x="5294" y="11835"/>
                    <a:pt x="5294" y="11835"/>
                  </a:cubicBezTo>
                  <a:cubicBezTo>
                    <a:pt x="5399" y="12131"/>
                    <a:pt x="5399" y="12131"/>
                    <a:pt x="5399" y="12131"/>
                  </a:cubicBezTo>
                  <a:cubicBezTo>
                    <a:pt x="5399" y="11835"/>
                    <a:pt x="5399" y="11835"/>
                    <a:pt x="5399" y="11835"/>
                  </a:cubicBezTo>
                  <a:cubicBezTo>
                    <a:pt x="5399" y="11539"/>
                    <a:pt x="5399" y="11539"/>
                    <a:pt x="5399" y="11539"/>
                  </a:cubicBezTo>
                  <a:cubicBezTo>
                    <a:pt x="5399" y="11243"/>
                    <a:pt x="5399" y="11243"/>
                    <a:pt x="5399" y="11243"/>
                  </a:cubicBezTo>
                  <a:cubicBezTo>
                    <a:pt x="5294" y="11243"/>
                    <a:pt x="5294" y="11243"/>
                    <a:pt x="5294" y="11243"/>
                  </a:cubicBezTo>
                  <a:cubicBezTo>
                    <a:pt x="5188" y="10947"/>
                    <a:pt x="5188" y="10947"/>
                    <a:pt x="5188" y="10947"/>
                  </a:cubicBezTo>
                  <a:cubicBezTo>
                    <a:pt x="5188" y="10356"/>
                    <a:pt x="5188" y="10356"/>
                    <a:pt x="5188" y="10356"/>
                  </a:cubicBezTo>
                  <a:cubicBezTo>
                    <a:pt x="5082" y="10356"/>
                    <a:pt x="5082" y="10356"/>
                    <a:pt x="5082" y="10356"/>
                  </a:cubicBezTo>
                  <a:cubicBezTo>
                    <a:pt x="5082" y="10060"/>
                    <a:pt x="5082" y="10060"/>
                    <a:pt x="5082" y="10060"/>
                  </a:cubicBezTo>
                  <a:cubicBezTo>
                    <a:pt x="5082" y="10060"/>
                    <a:pt x="5082" y="10060"/>
                    <a:pt x="5082" y="10060"/>
                  </a:cubicBezTo>
                  <a:cubicBezTo>
                    <a:pt x="4976" y="10060"/>
                    <a:pt x="4976" y="10060"/>
                    <a:pt x="4976" y="10060"/>
                  </a:cubicBezTo>
                  <a:cubicBezTo>
                    <a:pt x="4976" y="10356"/>
                    <a:pt x="4976" y="10356"/>
                    <a:pt x="4976" y="10356"/>
                  </a:cubicBezTo>
                  <a:cubicBezTo>
                    <a:pt x="4976" y="10356"/>
                    <a:pt x="4976" y="10356"/>
                    <a:pt x="4976" y="10356"/>
                  </a:cubicBezTo>
                  <a:cubicBezTo>
                    <a:pt x="4976" y="10356"/>
                    <a:pt x="4976" y="10356"/>
                    <a:pt x="4976" y="10356"/>
                  </a:cubicBezTo>
                  <a:cubicBezTo>
                    <a:pt x="4870" y="10060"/>
                    <a:pt x="4870" y="10060"/>
                    <a:pt x="4870" y="10060"/>
                  </a:cubicBezTo>
                  <a:cubicBezTo>
                    <a:pt x="4870" y="10356"/>
                    <a:pt x="4870" y="10356"/>
                    <a:pt x="4870" y="10356"/>
                  </a:cubicBezTo>
                  <a:close/>
                  <a:moveTo>
                    <a:pt x="4341" y="8876"/>
                  </a:moveTo>
                  <a:cubicBezTo>
                    <a:pt x="4341" y="8876"/>
                    <a:pt x="4341" y="8876"/>
                    <a:pt x="4341" y="8876"/>
                  </a:cubicBezTo>
                  <a:cubicBezTo>
                    <a:pt x="4447" y="9172"/>
                    <a:pt x="4447" y="9172"/>
                    <a:pt x="4447" y="9172"/>
                  </a:cubicBezTo>
                  <a:cubicBezTo>
                    <a:pt x="4447" y="8876"/>
                    <a:pt x="4447" y="8876"/>
                    <a:pt x="4447" y="8876"/>
                  </a:cubicBezTo>
                  <a:cubicBezTo>
                    <a:pt x="4447" y="8876"/>
                    <a:pt x="4447" y="8876"/>
                    <a:pt x="4447" y="8876"/>
                  </a:cubicBezTo>
                  <a:cubicBezTo>
                    <a:pt x="4341" y="8876"/>
                    <a:pt x="4341" y="8876"/>
                    <a:pt x="4341" y="8876"/>
                  </a:cubicBezTo>
                  <a:close/>
                  <a:moveTo>
                    <a:pt x="4447" y="8284"/>
                  </a:moveTo>
                  <a:cubicBezTo>
                    <a:pt x="4447" y="8580"/>
                    <a:pt x="4447" y="8580"/>
                    <a:pt x="4447" y="8580"/>
                  </a:cubicBezTo>
                  <a:cubicBezTo>
                    <a:pt x="4447" y="8580"/>
                    <a:pt x="4447" y="8580"/>
                    <a:pt x="4447" y="8580"/>
                  </a:cubicBezTo>
                  <a:cubicBezTo>
                    <a:pt x="4552" y="8580"/>
                    <a:pt x="4552" y="8580"/>
                    <a:pt x="4552" y="8580"/>
                  </a:cubicBezTo>
                  <a:cubicBezTo>
                    <a:pt x="4658" y="8580"/>
                    <a:pt x="4658" y="8580"/>
                    <a:pt x="4658" y="8580"/>
                  </a:cubicBezTo>
                  <a:cubicBezTo>
                    <a:pt x="4658" y="8580"/>
                    <a:pt x="4658" y="8580"/>
                    <a:pt x="4658" y="8580"/>
                  </a:cubicBezTo>
                  <a:cubicBezTo>
                    <a:pt x="4552" y="8284"/>
                    <a:pt x="4552" y="8284"/>
                    <a:pt x="4552" y="8284"/>
                  </a:cubicBezTo>
                  <a:cubicBezTo>
                    <a:pt x="4447" y="8284"/>
                    <a:pt x="4447" y="8284"/>
                    <a:pt x="4447" y="8284"/>
                  </a:cubicBezTo>
                  <a:close/>
                  <a:moveTo>
                    <a:pt x="3494" y="6805"/>
                  </a:moveTo>
                  <a:cubicBezTo>
                    <a:pt x="3494" y="7101"/>
                    <a:pt x="3494" y="7101"/>
                    <a:pt x="3494" y="7101"/>
                  </a:cubicBezTo>
                  <a:cubicBezTo>
                    <a:pt x="3494" y="7101"/>
                    <a:pt x="3494" y="7101"/>
                    <a:pt x="3494" y="7101"/>
                  </a:cubicBezTo>
                  <a:cubicBezTo>
                    <a:pt x="3599" y="7101"/>
                    <a:pt x="3599" y="7101"/>
                    <a:pt x="3599" y="7101"/>
                  </a:cubicBezTo>
                  <a:cubicBezTo>
                    <a:pt x="3705" y="7397"/>
                    <a:pt x="3705" y="7397"/>
                    <a:pt x="3705" y="7397"/>
                  </a:cubicBezTo>
                  <a:cubicBezTo>
                    <a:pt x="3811" y="7397"/>
                    <a:pt x="3811" y="7397"/>
                    <a:pt x="3811" y="7397"/>
                  </a:cubicBezTo>
                  <a:cubicBezTo>
                    <a:pt x="3705" y="6805"/>
                    <a:pt x="3705" y="6805"/>
                    <a:pt x="3705" y="6805"/>
                  </a:cubicBezTo>
                  <a:cubicBezTo>
                    <a:pt x="3599" y="6805"/>
                    <a:pt x="3599" y="6805"/>
                    <a:pt x="3599" y="6805"/>
                  </a:cubicBezTo>
                  <a:cubicBezTo>
                    <a:pt x="3494" y="6805"/>
                    <a:pt x="3494" y="6805"/>
                    <a:pt x="3494" y="6805"/>
                  </a:cubicBezTo>
                  <a:close/>
                  <a:moveTo>
                    <a:pt x="3282" y="6213"/>
                  </a:moveTo>
                  <a:cubicBezTo>
                    <a:pt x="3282" y="6213"/>
                    <a:pt x="3282" y="6213"/>
                    <a:pt x="3282" y="6213"/>
                  </a:cubicBezTo>
                  <a:cubicBezTo>
                    <a:pt x="3388" y="6509"/>
                    <a:pt x="3388" y="6509"/>
                    <a:pt x="3388" y="6509"/>
                  </a:cubicBezTo>
                  <a:cubicBezTo>
                    <a:pt x="3494" y="6509"/>
                    <a:pt x="3494" y="6509"/>
                    <a:pt x="3494" y="6509"/>
                  </a:cubicBezTo>
                  <a:cubicBezTo>
                    <a:pt x="3388" y="6805"/>
                    <a:pt x="3388" y="6805"/>
                    <a:pt x="3388" y="6805"/>
                  </a:cubicBezTo>
                  <a:cubicBezTo>
                    <a:pt x="3388" y="6805"/>
                    <a:pt x="3388" y="6805"/>
                    <a:pt x="3388" y="6805"/>
                  </a:cubicBezTo>
                  <a:cubicBezTo>
                    <a:pt x="3282" y="6213"/>
                    <a:pt x="3282" y="6213"/>
                    <a:pt x="3282" y="6213"/>
                  </a:cubicBezTo>
                  <a:close/>
                  <a:moveTo>
                    <a:pt x="2964" y="5621"/>
                  </a:moveTo>
                  <a:cubicBezTo>
                    <a:pt x="2964" y="6213"/>
                    <a:pt x="2964" y="6213"/>
                    <a:pt x="2964" y="6213"/>
                  </a:cubicBezTo>
                  <a:cubicBezTo>
                    <a:pt x="3070" y="5917"/>
                    <a:pt x="3070" y="5917"/>
                    <a:pt x="3070" y="5917"/>
                  </a:cubicBezTo>
                  <a:cubicBezTo>
                    <a:pt x="3176" y="5917"/>
                    <a:pt x="3176" y="5917"/>
                    <a:pt x="3176" y="5917"/>
                  </a:cubicBezTo>
                  <a:cubicBezTo>
                    <a:pt x="3070" y="5621"/>
                    <a:pt x="3070" y="5621"/>
                    <a:pt x="3070" y="5621"/>
                  </a:cubicBezTo>
                  <a:cubicBezTo>
                    <a:pt x="2964" y="5621"/>
                    <a:pt x="2964" y="5621"/>
                    <a:pt x="2964" y="5621"/>
                  </a:cubicBezTo>
                  <a:cubicBezTo>
                    <a:pt x="2964" y="5621"/>
                    <a:pt x="2964" y="5621"/>
                    <a:pt x="2964" y="5621"/>
                  </a:cubicBezTo>
                  <a:close/>
                  <a:moveTo>
                    <a:pt x="3282" y="14498"/>
                  </a:moveTo>
                  <a:cubicBezTo>
                    <a:pt x="3388" y="14794"/>
                    <a:pt x="3388" y="14794"/>
                    <a:pt x="3388" y="14794"/>
                  </a:cubicBezTo>
                  <a:cubicBezTo>
                    <a:pt x="3388" y="14794"/>
                    <a:pt x="3388" y="14794"/>
                    <a:pt x="3388" y="14794"/>
                  </a:cubicBezTo>
                  <a:cubicBezTo>
                    <a:pt x="3282" y="14498"/>
                    <a:pt x="3282" y="14498"/>
                    <a:pt x="3282" y="14498"/>
                  </a:cubicBezTo>
                  <a:cubicBezTo>
                    <a:pt x="3282" y="14498"/>
                    <a:pt x="3282" y="14498"/>
                    <a:pt x="3282" y="14498"/>
                  </a:cubicBezTo>
                  <a:close/>
                  <a:moveTo>
                    <a:pt x="2435" y="11539"/>
                  </a:moveTo>
                  <a:cubicBezTo>
                    <a:pt x="2329" y="11835"/>
                    <a:pt x="2329" y="11835"/>
                    <a:pt x="2329" y="11835"/>
                  </a:cubicBezTo>
                  <a:cubicBezTo>
                    <a:pt x="2541" y="12131"/>
                    <a:pt x="2541" y="12131"/>
                    <a:pt x="2541" y="12131"/>
                  </a:cubicBezTo>
                  <a:cubicBezTo>
                    <a:pt x="2435" y="12131"/>
                    <a:pt x="2435" y="12131"/>
                    <a:pt x="2435" y="12131"/>
                  </a:cubicBezTo>
                  <a:cubicBezTo>
                    <a:pt x="2435" y="11835"/>
                    <a:pt x="2435" y="11835"/>
                    <a:pt x="2435" y="11835"/>
                  </a:cubicBezTo>
                  <a:cubicBezTo>
                    <a:pt x="2435" y="11539"/>
                    <a:pt x="2435" y="11539"/>
                    <a:pt x="2435" y="11539"/>
                  </a:cubicBezTo>
                  <a:close/>
                  <a:moveTo>
                    <a:pt x="2223" y="11243"/>
                  </a:moveTo>
                  <a:cubicBezTo>
                    <a:pt x="2329" y="11539"/>
                    <a:pt x="2329" y="11539"/>
                    <a:pt x="2329" y="11539"/>
                  </a:cubicBezTo>
                  <a:cubicBezTo>
                    <a:pt x="2223" y="11539"/>
                    <a:pt x="2223" y="11539"/>
                    <a:pt x="2223" y="11539"/>
                  </a:cubicBezTo>
                  <a:cubicBezTo>
                    <a:pt x="2223" y="11243"/>
                    <a:pt x="2223" y="11243"/>
                    <a:pt x="2223" y="11243"/>
                  </a:cubicBezTo>
                  <a:close/>
                  <a:moveTo>
                    <a:pt x="2117" y="10652"/>
                  </a:moveTo>
                  <a:cubicBezTo>
                    <a:pt x="2011" y="10652"/>
                    <a:pt x="2011" y="10652"/>
                    <a:pt x="2011" y="10652"/>
                  </a:cubicBezTo>
                  <a:cubicBezTo>
                    <a:pt x="2117" y="10947"/>
                    <a:pt x="2117" y="10947"/>
                    <a:pt x="2117" y="10947"/>
                  </a:cubicBezTo>
                  <a:cubicBezTo>
                    <a:pt x="2223" y="10947"/>
                    <a:pt x="2223" y="10947"/>
                    <a:pt x="2223" y="10947"/>
                  </a:cubicBezTo>
                  <a:cubicBezTo>
                    <a:pt x="2117" y="10652"/>
                    <a:pt x="2117" y="10652"/>
                    <a:pt x="2117" y="10652"/>
                  </a:cubicBezTo>
                  <a:close/>
                  <a:moveTo>
                    <a:pt x="1588" y="9468"/>
                  </a:moveTo>
                  <a:cubicBezTo>
                    <a:pt x="1588" y="9764"/>
                    <a:pt x="1588" y="9764"/>
                    <a:pt x="1588" y="9764"/>
                  </a:cubicBezTo>
                  <a:cubicBezTo>
                    <a:pt x="1694" y="9764"/>
                    <a:pt x="1694" y="9764"/>
                    <a:pt x="1694" y="9764"/>
                  </a:cubicBezTo>
                  <a:cubicBezTo>
                    <a:pt x="1799" y="10356"/>
                    <a:pt x="1799" y="10356"/>
                    <a:pt x="1799" y="10356"/>
                  </a:cubicBezTo>
                  <a:cubicBezTo>
                    <a:pt x="1905" y="10356"/>
                    <a:pt x="1905" y="10356"/>
                    <a:pt x="1905" y="10356"/>
                  </a:cubicBezTo>
                  <a:cubicBezTo>
                    <a:pt x="1905" y="10060"/>
                    <a:pt x="1905" y="10060"/>
                    <a:pt x="1905" y="10060"/>
                  </a:cubicBezTo>
                  <a:cubicBezTo>
                    <a:pt x="1799" y="9468"/>
                    <a:pt x="1799" y="9468"/>
                    <a:pt x="1799" y="9468"/>
                  </a:cubicBezTo>
                  <a:cubicBezTo>
                    <a:pt x="1694" y="9468"/>
                    <a:pt x="1694" y="9468"/>
                    <a:pt x="1694" y="9468"/>
                  </a:cubicBezTo>
                  <a:cubicBezTo>
                    <a:pt x="1588" y="9468"/>
                    <a:pt x="1588" y="9468"/>
                    <a:pt x="1588" y="9468"/>
                  </a:cubicBezTo>
                  <a:close/>
                  <a:moveTo>
                    <a:pt x="1482" y="8580"/>
                  </a:moveTo>
                  <a:cubicBezTo>
                    <a:pt x="1482" y="8876"/>
                    <a:pt x="1482" y="8876"/>
                    <a:pt x="1482" y="8876"/>
                  </a:cubicBezTo>
                  <a:cubicBezTo>
                    <a:pt x="1482" y="9172"/>
                    <a:pt x="1482" y="9172"/>
                    <a:pt x="1482" y="9172"/>
                  </a:cubicBezTo>
                  <a:cubicBezTo>
                    <a:pt x="1588" y="8876"/>
                    <a:pt x="1588" y="8876"/>
                    <a:pt x="1588" y="8876"/>
                  </a:cubicBezTo>
                  <a:cubicBezTo>
                    <a:pt x="1588" y="8876"/>
                    <a:pt x="1588" y="8876"/>
                    <a:pt x="1588" y="8876"/>
                  </a:cubicBezTo>
                  <a:cubicBezTo>
                    <a:pt x="1482" y="8580"/>
                    <a:pt x="1482" y="8580"/>
                    <a:pt x="1482" y="8580"/>
                  </a:cubicBezTo>
                  <a:close/>
                  <a:moveTo>
                    <a:pt x="1588" y="7989"/>
                  </a:moveTo>
                  <a:cubicBezTo>
                    <a:pt x="1694" y="7989"/>
                    <a:pt x="1694" y="7989"/>
                    <a:pt x="1694" y="7989"/>
                  </a:cubicBezTo>
                  <a:cubicBezTo>
                    <a:pt x="1694" y="7989"/>
                    <a:pt x="1694" y="7989"/>
                    <a:pt x="1694" y="7989"/>
                  </a:cubicBezTo>
                  <a:cubicBezTo>
                    <a:pt x="1694" y="7989"/>
                    <a:pt x="1694" y="7989"/>
                    <a:pt x="1694" y="7989"/>
                  </a:cubicBezTo>
                  <a:cubicBezTo>
                    <a:pt x="1588" y="7989"/>
                    <a:pt x="1588" y="7989"/>
                    <a:pt x="1588" y="7989"/>
                  </a:cubicBezTo>
                  <a:cubicBezTo>
                    <a:pt x="1588" y="7989"/>
                    <a:pt x="1588" y="7989"/>
                    <a:pt x="1588" y="7989"/>
                  </a:cubicBezTo>
                  <a:close/>
                  <a:moveTo>
                    <a:pt x="847" y="6509"/>
                  </a:moveTo>
                  <a:cubicBezTo>
                    <a:pt x="952" y="6509"/>
                    <a:pt x="952" y="6509"/>
                    <a:pt x="952" y="6509"/>
                  </a:cubicBezTo>
                  <a:cubicBezTo>
                    <a:pt x="1058" y="6213"/>
                    <a:pt x="1058" y="6213"/>
                    <a:pt x="1058" y="6213"/>
                  </a:cubicBezTo>
                  <a:cubicBezTo>
                    <a:pt x="1058" y="6213"/>
                    <a:pt x="1058" y="6213"/>
                    <a:pt x="1058" y="6213"/>
                  </a:cubicBezTo>
                  <a:cubicBezTo>
                    <a:pt x="1164" y="6805"/>
                    <a:pt x="1164" y="6805"/>
                    <a:pt x="1164" y="6805"/>
                  </a:cubicBezTo>
                  <a:cubicBezTo>
                    <a:pt x="1270" y="6805"/>
                    <a:pt x="1270" y="6805"/>
                    <a:pt x="1270" y="6805"/>
                  </a:cubicBezTo>
                  <a:cubicBezTo>
                    <a:pt x="1270" y="7101"/>
                    <a:pt x="1270" y="7101"/>
                    <a:pt x="1270" y="7101"/>
                  </a:cubicBezTo>
                  <a:cubicBezTo>
                    <a:pt x="1270" y="7397"/>
                    <a:pt x="1270" y="7397"/>
                    <a:pt x="1270" y="7397"/>
                  </a:cubicBezTo>
                  <a:cubicBezTo>
                    <a:pt x="1164" y="7397"/>
                    <a:pt x="1164" y="7397"/>
                    <a:pt x="1164" y="7397"/>
                  </a:cubicBezTo>
                  <a:cubicBezTo>
                    <a:pt x="1058" y="7101"/>
                    <a:pt x="1058" y="7101"/>
                    <a:pt x="1058" y="7101"/>
                  </a:cubicBezTo>
                  <a:cubicBezTo>
                    <a:pt x="1058" y="7101"/>
                    <a:pt x="1058" y="7101"/>
                    <a:pt x="1058" y="7101"/>
                  </a:cubicBezTo>
                  <a:cubicBezTo>
                    <a:pt x="952" y="6805"/>
                    <a:pt x="952" y="6805"/>
                    <a:pt x="952" y="6805"/>
                  </a:cubicBezTo>
                  <a:cubicBezTo>
                    <a:pt x="847" y="6509"/>
                    <a:pt x="847" y="6509"/>
                    <a:pt x="847" y="6509"/>
                  </a:cubicBezTo>
                  <a:close/>
                  <a:moveTo>
                    <a:pt x="847" y="5621"/>
                  </a:moveTo>
                  <a:cubicBezTo>
                    <a:pt x="952" y="5621"/>
                    <a:pt x="952" y="5621"/>
                    <a:pt x="952" y="5621"/>
                  </a:cubicBezTo>
                  <a:cubicBezTo>
                    <a:pt x="952" y="5326"/>
                    <a:pt x="952" y="5326"/>
                    <a:pt x="952" y="5326"/>
                  </a:cubicBezTo>
                  <a:cubicBezTo>
                    <a:pt x="847" y="5621"/>
                    <a:pt x="847" y="5621"/>
                    <a:pt x="847" y="5621"/>
                  </a:cubicBezTo>
                  <a:close/>
                  <a:moveTo>
                    <a:pt x="211" y="4438"/>
                  </a:moveTo>
                  <a:cubicBezTo>
                    <a:pt x="211" y="4438"/>
                    <a:pt x="211" y="4438"/>
                    <a:pt x="211" y="4438"/>
                  </a:cubicBezTo>
                  <a:cubicBezTo>
                    <a:pt x="211" y="4734"/>
                    <a:pt x="211" y="4734"/>
                    <a:pt x="211" y="4734"/>
                  </a:cubicBezTo>
                  <a:cubicBezTo>
                    <a:pt x="317" y="4734"/>
                    <a:pt x="317" y="4734"/>
                    <a:pt x="317" y="4734"/>
                  </a:cubicBezTo>
                  <a:cubicBezTo>
                    <a:pt x="423" y="4734"/>
                    <a:pt x="423" y="4734"/>
                    <a:pt x="423" y="4734"/>
                  </a:cubicBezTo>
                  <a:cubicBezTo>
                    <a:pt x="317" y="4734"/>
                    <a:pt x="317" y="4734"/>
                    <a:pt x="317" y="4734"/>
                  </a:cubicBezTo>
                  <a:cubicBezTo>
                    <a:pt x="211" y="4438"/>
                    <a:pt x="211" y="4438"/>
                    <a:pt x="211" y="4438"/>
                  </a:cubicBezTo>
                  <a:close/>
                  <a:moveTo>
                    <a:pt x="0" y="1183"/>
                  </a:moveTo>
                  <a:cubicBezTo>
                    <a:pt x="0" y="1183"/>
                    <a:pt x="0" y="1183"/>
                    <a:pt x="0" y="1183"/>
                  </a:cubicBezTo>
                  <a:cubicBezTo>
                    <a:pt x="0" y="1775"/>
                    <a:pt x="0" y="1775"/>
                    <a:pt x="0" y="1775"/>
                  </a:cubicBezTo>
                  <a:cubicBezTo>
                    <a:pt x="105" y="2367"/>
                    <a:pt x="105" y="2367"/>
                    <a:pt x="105" y="2367"/>
                  </a:cubicBezTo>
                  <a:cubicBezTo>
                    <a:pt x="211" y="2367"/>
                    <a:pt x="211" y="2367"/>
                    <a:pt x="211" y="2367"/>
                  </a:cubicBezTo>
                  <a:cubicBezTo>
                    <a:pt x="423" y="2958"/>
                    <a:pt x="423" y="2958"/>
                    <a:pt x="423" y="2958"/>
                  </a:cubicBezTo>
                  <a:cubicBezTo>
                    <a:pt x="423" y="2958"/>
                    <a:pt x="423" y="2958"/>
                    <a:pt x="423" y="2958"/>
                  </a:cubicBezTo>
                  <a:cubicBezTo>
                    <a:pt x="529" y="3254"/>
                    <a:pt x="529" y="3254"/>
                    <a:pt x="529" y="3254"/>
                  </a:cubicBezTo>
                  <a:cubicBezTo>
                    <a:pt x="635" y="3254"/>
                    <a:pt x="635" y="3254"/>
                    <a:pt x="635" y="3254"/>
                  </a:cubicBezTo>
                  <a:cubicBezTo>
                    <a:pt x="741" y="3254"/>
                    <a:pt x="741" y="3254"/>
                    <a:pt x="741" y="3254"/>
                  </a:cubicBezTo>
                  <a:cubicBezTo>
                    <a:pt x="847" y="3550"/>
                    <a:pt x="847" y="3550"/>
                    <a:pt x="847" y="3550"/>
                  </a:cubicBezTo>
                  <a:cubicBezTo>
                    <a:pt x="1058" y="4438"/>
                    <a:pt x="1058" y="4438"/>
                    <a:pt x="1058" y="4438"/>
                  </a:cubicBezTo>
                  <a:cubicBezTo>
                    <a:pt x="1164" y="4734"/>
                    <a:pt x="1164" y="4734"/>
                    <a:pt x="1164" y="4734"/>
                  </a:cubicBezTo>
                  <a:cubicBezTo>
                    <a:pt x="1270" y="4734"/>
                    <a:pt x="1270" y="4734"/>
                    <a:pt x="1270" y="4734"/>
                  </a:cubicBezTo>
                  <a:cubicBezTo>
                    <a:pt x="1270" y="5030"/>
                    <a:pt x="1270" y="5030"/>
                    <a:pt x="1270" y="5030"/>
                  </a:cubicBezTo>
                  <a:cubicBezTo>
                    <a:pt x="1270" y="5030"/>
                    <a:pt x="1270" y="5030"/>
                    <a:pt x="1270" y="5030"/>
                  </a:cubicBezTo>
                  <a:cubicBezTo>
                    <a:pt x="1270" y="5326"/>
                    <a:pt x="1270" y="5326"/>
                    <a:pt x="1270" y="5326"/>
                  </a:cubicBezTo>
                  <a:cubicBezTo>
                    <a:pt x="1376" y="5621"/>
                    <a:pt x="1376" y="5621"/>
                    <a:pt x="1376" y="5621"/>
                  </a:cubicBezTo>
                  <a:cubicBezTo>
                    <a:pt x="1482" y="5621"/>
                    <a:pt x="1482" y="5621"/>
                    <a:pt x="1482" y="5621"/>
                  </a:cubicBezTo>
                  <a:cubicBezTo>
                    <a:pt x="1588" y="5917"/>
                    <a:pt x="1588" y="5917"/>
                    <a:pt x="1588" y="5917"/>
                  </a:cubicBezTo>
                  <a:cubicBezTo>
                    <a:pt x="1588" y="5917"/>
                    <a:pt x="1588" y="5917"/>
                    <a:pt x="1588" y="5917"/>
                  </a:cubicBezTo>
                  <a:cubicBezTo>
                    <a:pt x="1694" y="5917"/>
                    <a:pt x="1694" y="5917"/>
                    <a:pt x="1694" y="5917"/>
                  </a:cubicBezTo>
                  <a:cubicBezTo>
                    <a:pt x="1694" y="6213"/>
                    <a:pt x="1694" y="6213"/>
                    <a:pt x="1694" y="6213"/>
                  </a:cubicBezTo>
                  <a:cubicBezTo>
                    <a:pt x="1694" y="6213"/>
                    <a:pt x="1694" y="6213"/>
                    <a:pt x="1694" y="6213"/>
                  </a:cubicBezTo>
                  <a:cubicBezTo>
                    <a:pt x="1694" y="6509"/>
                    <a:pt x="1694" y="6509"/>
                    <a:pt x="1694" y="6509"/>
                  </a:cubicBezTo>
                  <a:cubicBezTo>
                    <a:pt x="1799" y="6805"/>
                    <a:pt x="1799" y="6805"/>
                    <a:pt x="1799" y="6805"/>
                  </a:cubicBezTo>
                  <a:cubicBezTo>
                    <a:pt x="1799" y="6805"/>
                    <a:pt x="1799" y="6805"/>
                    <a:pt x="1799" y="6805"/>
                  </a:cubicBezTo>
                  <a:cubicBezTo>
                    <a:pt x="1905" y="7397"/>
                    <a:pt x="1905" y="7397"/>
                    <a:pt x="1905" y="7397"/>
                  </a:cubicBezTo>
                  <a:cubicBezTo>
                    <a:pt x="1905" y="7693"/>
                    <a:pt x="1905" y="7693"/>
                    <a:pt x="1905" y="7693"/>
                  </a:cubicBezTo>
                  <a:cubicBezTo>
                    <a:pt x="2011" y="7989"/>
                    <a:pt x="2011" y="7989"/>
                    <a:pt x="2011" y="7989"/>
                  </a:cubicBezTo>
                  <a:cubicBezTo>
                    <a:pt x="2223" y="8284"/>
                    <a:pt x="2223" y="8284"/>
                    <a:pt x="2223" y="8284"/>
                  </a:cubicBezTo>
                  <a:cubicBezTo>
                    <a:pt x="2223" y="8284"/>
                    <a:pt x="2223" y="8284"/>
                    <a:pt x="2223" y="8284"/>
                  </a:cubicBezTo>
                  <a:cubicBezTo>
                    <a:pt x="2329" y="8876"/>
                    <a:pt x="2329" y="8876"/>
                    <a:pt x="2329" y="8876"/>
                  </a:cubicBezTo>
                  <a:cubicBezTo>
                    <a:pt x="2435" y="9172"/>
                    <a:pt x="2435" y="9172"/>
                    <a:pt x="2435" y="9172"/>
                  </a:cubicBezTo>
                  <a:cubicBezTo>
                    <a:pt x="2435" y="9764"/>
                    <a:pt x="2435" y="9764"/>
                    <a:pt x="2435" y="9764"/>
                  </a:cubicBezTo>
                  <a:cubicBezTo>
                    <a:pt x="2541" y="10356"/>
                    <a:pt x="2541" y="10356"/>
                    <a:pt x="2541" y="10356"/>
                  </a:cubicBezTo>
                  <a:cubicBezTo>
                    <a:pt x="2541" y="10947"/>
                    <a:pt x="2541" y="10947"/>
                    <a:pt x="2541" y="10947"/>
                  </a:cubicBezTo>
                  <a:cubicBezTo>
                    <a:pt x="2647" y="11243"/>
                    <a:pt x="2647" y="11243"/>
                    <a:pt x="2647" y="11243"/>
                  </a:cubicBezTo>
                  <a:cubicBezTo>
                    <a:pt x="2752" y="11539"/>
                    <a:pt x="2752" y="11539"/>
                    <a:pt x="2752" y="11539"/>
                  </a:cubicBezTo>
                  <a:cubicBezTo>
                    <a:pt x="2964" y="12131"/>
                    <a:pt x="2964" y="12131"/>
                    <a:pt x="2964" y="12131"/>
                  </a:cubicBezTo>
                  <a:cubicBezTo>
                    <a:pt x="2964" y="12131"/>
                    <a:pt x="2964" y="12131"/>
                    <a:pt x="2964" y="12131"/>
                  </a:cubicBezTo>
                  <a:cubicBezTo>
                    <a:pt x="3176" y="12427"/>
                    <a:pt x="3176" y="12427"/>
                    <a:pt x="3176" y="12427"/>
                  </a:cubicBezTo>
                  <a:cubicBezTo>
                    <a:pt x="3176" y="12427"/>
                    <a:pt x="3176" y="12427"/>
                    <a:pt x="3176" y="12427"/>
                  </a:cubicBezTo>
                  <a:cubicBezTo>
                    <a:pt x="3282" y="12723"/>
                    <a:pt x="3282" y="12723"/>
                    <a:pt x="3282" y="12723"/>
                  </a:cubicBezTo>
                  <a:cubicBezTo>
                    <a:pt x="3282" y="13019"/>
                    <a:pt x="3282" y="13019"/>
                    <a:pt x="3282" y="13019"/>
                  </a:cubicBezTo>
                  <a:cubicBezTo>
                    <a:pt x="3388" y="13315"/>
                    <a:pt x="3388" y="13315"/>
                    <a:pt x="3388" y="13315"/>
                  </a:cubicBezTo>
                  <a:cubicBezTo>
                    <a:pt x="3599" y="13610"/>
                    <a:pt x="3599" y="13610"/>
                    <a:pt x="3599" y="13610"/>
                  </a:cubicBezTo>
                  <a:cubicBezTo>
                    <a:pt x="3705" y="13906"/>
                    <a:pt x="3705" y="13906"/>
                    <a:pt x="3705" y="13906"/>
                  </a:cubicBezTo>
                  <a:cubicBezTo>
                    <a:pt x="3811" y="14202"/>
                    <a:pt x="3811" y="14202"/>
                    <a:pt x="3811" y="14202"/>
                  </a:cubicBezTo>
                  <a:cubicBezTo>
                    <a:pt x="3917" y="14202"/>
                    <a:pt x="3917" y="14202"/>
                    <a:pt x="3917" y="14202"/>
                  </a:cubicBezTo>
                  <a:cubicBezTo>
                    <a:pt x="4235" y="14794"/>
                    <a:pt x="4235" y="14794"/>
                    <a:pt x="4235" y="14794"/>
                  </a:cubicBezTo>
                  <a:cubicBezTo>
                    <a:pt x="4235" y="15090"/>
                    <a:pt x="4235" y="15090"/>
                    <a:pt x="4235" y="15090"/>
                  </a:cubicBezTo>
                  <a:cubicBezTo>
                    <a:pt x="4341" y="15090"/>
                    <a:pt x="4341" y="15090"/>
                    <a:pt x="4341" y="15090"/>
                  </a:cubicBezTo>
                  <a:cubicBezTo>
                    <a:pt x="4341" y="15386"/>
                    <a:pt x="4341" y="15386"/>
                    <a:pt x="4341" y="15386"/>
                  </a:cubicBezTo>
                  <a:cubicBezTo>
                    <a:pt x="4447" y="15386"/>
                    <a:pt x="4447" y="15386"/>
                    <a:pt x="4447" y="15386"/>
                  </a:cubicBezTo>
                  <a:cubicBezTo>
                    <a:pt x="4447" y="15090"/>
                    <a:pt x="4447" y="15090"/>
                    <a:pt x="4447" y="15090"/>
                  </a:cubicBezTo>
                  <a:cubicBezTo>
                    <a:pt x="4341" y="15090"/>
                    <a:pt x="4341" y="15090"/>
                    <a:pt x="4341" y="15090"/>
                  </a:cubicBezTo>
                  <a:cubicBezTo>
                    <a:pt x="4341" y="14794"/>
                    <a:pt x="4341" y="14794"/>
                    <a:pt x="4341" y="14794"/>
                  </a:cubicBezTo>
                  <a:cubicBezTo>
                    <a:pt x="4447" y="14794"/>
                    <a:pt x="4447" y="14794"/>
                    <a:pt x="4447" y="14794"/>
                  </a:cubicBezTo>
                  <a:cubicBezTo>
                    <a:pt x="4658" y="15386"/>
                    <a:pt x="4658" y="15386"/>
                    <a:pt x="4658" y="15386"/>
                  </a:cubicBezTo>
                  <a:cubicBezTo>
                    <a:pt x="4658" y="15090"/>
                    <a:pt x="4658" y="15090"/>
                    <a:pt x="4658" y="15090"/>
                  </a:cubicBezTo>
                  <a:cubicBezTo>
                    <a:pt x="4658" y="14794"/>
                    <a:pt x="4658" y="14794"/>
                    <a:pt x="4658" y="14794"/>
                  </a:cubicBezTo>
                  <a:cubicBezTo>
                    <a:pt x="4764" y="14794"/>
                    <a:pt x="4764" y="14794"/>
                    <a:pt x="4764" y="14794"/>
                  </a:cubicBezTo>
                  <a:cubicBezTo>
                    <a:pt x="4764" y="14794"/>
                    <a:pt x="4764" y="14794"/>
                    <a:pt x="4764" y="14794"/>
                  </a:cubicBezTo>
                  <a:cubicBezTo>
                    <a:pt x="4870" y="15090"/>
                    <a:pt x="4870" y="15090"/>
                    <a:pt x="4870" y="15090"/>
                  </a:cubicBezTo>
                  <a:cubicBezTo>
                    <a:pt x="4976" y="15090"/>
                    <a:pt x="4976" y="15090"/>
                    <a:pt x="4976" y="15090"/>
                  </a:cubicBezTo>
                  <a:cubicBezTo>
                    <a:pt x="4976" y="15090"/>
                    <a:pt x="4976" y="15090"/>
                    <a:pt x="4976" y="15090"/>
                  </a:cubicBezTo>
                  <a:cubicBezTo>
                    <a:pt x="4976" y="14498"/>
                    <a:pt x="4976" y="14498"/>
                    <a:pt x="4976" y="14498"/>
                  </a:cubicBezTo>
                  <a:cubicBezTo>
                    <a:pt x="5082" y="13906"/>
                    <a:pt x="5082" y="13906"/>
                    <a:pt x="5082" y="13906"/>
                  </a:cubicBezTo>
                  <a:cubicBezTo>
                    <a:pt x="4976" y="13315"/>
                    <a:pt x="4976" y="13315"/>
                    <a:pt x="4976" y="13315"/>
                  </a:cubicBezTo>
                  <a:cubicBezTo>
                    <a:pt x="5082" y="13019"/>
                    <a:pt x="5082" y="13019"/>
                    <a:pt x="5082" y="13019"/>
                  </a:cubicBezTo>
                  <a:cubicBezTo>
                    <a:pt x="4976" y="12723"/>
                    <a:pt x="4976" y="12723"/>
                    <a:pt x="4976" y="12723"/>
                  </a:cubicBezTo>
                  <a:cubicBezTo>
                    <a:pt x="5082" y="12427"/>
                    <a:pt x="5082" y="12427"/>
                    <a:pt x="5082" y="12427"/>
                  </a:cubicBezTo>
                  <a:cubicBezTo>
                    <a:pt x="5082" y="12427"/>
                    <a:pt x="5082" y="12427"/>
                    <a:pt x="5082" y="12427"/>
                  </a:cubicBezTo>
                  <a:cubicBezTo>
                    <a:pt x="5188" y="12131"/>
                    <a:pt x="5188" y="12131"/>
                    <a:pt x="5188" y="12131"/>
                  </a:cubicBezTo>
                  <a:cubicBezTo>
                    <a:pt x="5188" y="11835"/>
                    <a:pt x="5188" y="11835"/>
                    <a:pt x="5188" y="11835"/>
                  </a:cubicBezTo>
                  <a:cubicBezTo>
                    <a:pt x="5082" y="11835"/>
                    <a:pt x="5082" y="11835"/>
                    <a:pt x="5082" y="11835"/>
                  </a:cubicBezTo>
                  <a:cubicBezTo>
                    <a:pt x="4976" y="11539"/>
                    <a:pt x="4976" y="11539"/>
                    <a:pt x="4976" y="11539"/>
                  </a:cubicBezTo>
                  <a:cubicBezTo>
                    <a:pt x="4976" y="11243"/>
                    <a:pt x="4976" y="11243"/>
                    <a:pt x="4976" y="11243"/>
                  </a:cubicBezTo>
                  <a:cubicBezTo>
                    <a:pt x="4870" y="11243"/>
                    <a:pt x="4870" y="11243"/>
                    <a:pt x="4870" y="11243"/>
                  </a:cubicBezTo>
                  <a:cubicBezTo>
                    <a:pt x="4870" y="11243"/>
                    <a:pt x="4870" y="11243"/>
                    <a:pt x="4870" y="11243"/>
                  </a:cubicBezTo>
                  <a:cubicBezTo>
                    <a:pt x="4764" y="10947"/>
                    <a:pt x="4764" y="10947"/>
                    <a:pt x="4764" y="10947"/>
                  </a:cubicBezTo>
                  <a:cubicBezTo>
                    <a:pt x="4658" y="10947"/>
                    <a:pt x="4658" y="10947"/>
                    <a:pt x="4658" y="10947"/>
                  </a:cubicBezTo>
                  <a:cubicBezTo>
                    <a:pt x="4552" y="10947"/>
                    <a:pt x="4552" y="10947"/>
                    <a:pt x="4552" y="10947"/>
                  </a:cubicBezTo>
                  <a:cubicBezTo>
                    <a:pt x="4552" y="10652"/>
                    <a:pt x="4552" y="10652"/>
                    <a:pt x="4552" y="10652"/>
                  </a:cubicBezTo>
                  <a:cubicBezTo>
                    <a:pt x="4447" y="10356"/>
                    <a:pt x="4447" y="10356"/>
                    <a:pt x="4447" y="10356"/>
                  </a:cubicBezTo>
                  <a:cubicBezTo>
                    <a:pt x="4447" y="10652"/>
                    <a:pt x="4447" y="10652"/>
                    <a:pt x="4447" y="10652"/>
                  </a:cubicBezTo>
                  <a:cubicBezTo>
                    <a:pt x="4447" y="10356"/>
                    <a:pt x="4447" y="10356"/>
                    <a:pt x="4447" y="10356"/>
                  </a:cubicBezTo>
                  <a:cubicBezTo>
                    <a:pt x="4447" y="10060"/>
                    <a:pt x="4447" y="10060"/>
                    <a:pt x="4447" y="10060"/>
                  </a:cubicBezTo>
                  <a:cubicBezTo>
                    <a:pt x="4341" y="9468"/>
                    <a:pt x="4341" y="9468"/>
                    <a:pt x="4341" y="9468"/>
                  </a:cubicBezTo>
                  <a:cubicBezTo>
                    <a:pt x="4235" y="9468"/>
                    <a:pt x="4235" y="9468"/>
                    <a:pt x="4235" y="9468"/>
                  </a:cubicBezTo>
                  <a:cubicBezTo>
                    <a:pt x="4235" y="9468"/>
                    <a:pt x="4235" y="9468"/>
                    <a:pt x="4235" y="9468"/>
                  </a:cubicBezTo>
                  <a:cubicBezTo>
                    <a:pt x="4023" y="9468"/>
                    <a:pt x="4023" y="9468"/>
                    <a:pt x="4023" y="9468"/>
                  </a:cubicBezTo>
                  <a:cubicBezTo>
                    <a:pt x="3917" y="9172"/>
                    <a:pt x="3917" y="9172"/>
                    <a:pt x="3917" y="9172"/>
                  </a:cubicBezTo>
                  <a:cubicBezTo>
                    <a:pt x="3917" y="8876"/>
                    <a:pt x="3917" y="8876"/>
                    <a:pt x="3917" y="8876"/>
                  </a:cubicBezTo>
                  <a:cubicBezTo>
                    <a:pt x="4023" y="8876"/>
                    <a:pt x="4023" y="8876"/>
                    <a:pt x="4023" y="8876"/>
                  </a:cubicBezTo>
                  <a:cubicBezTo>
                    <a:pt x="4129" y="8580"/>
                    <a:pt x="4129" y="8580"/>
                    <a:pt x="4129" y="8580"/>
                  </a:cubicBezTo>
                  <a:cubicBezTo>
                    <a:pt x="4023" y="8580"/>
                    <a:pt x="4023" y="8580"/>
                    <a:pt x="4023" y="8580"/>
                  </a:cubicBezTo>
                  <a:cubicBezTo>
                    <a:pt x="3917" y="8580"/>
                    <a:pt x="3917" y="8580"/>
                    <a:pt x="3917" y="8580"/>
                  </a:cubicBezTo>
                  <a:cubicBezTo>
                    <a:pt x="3917" y="8580"/>
                    <a:pt x="3917" y="8580"/>
                    <a:pt x="3917" y="8580"/>
                  </a:cubicBezTo>
                  <a:cubicBezTo>
                    <a:pt x="3811" y="8580"/>
                    <a:pt x="3811" y="8580"/>
                    <a:pt x="3811" y="8580"/>
                  </a:cubicBezTo>
                  <a:cubicBezTo>
                    <a:pt x="3811" y="8580"/>
                    <a:pt x="3811" y="8580"/>
                    <a:pt x="3811" y="8580"/>
                  </a:cubicBezTo>
                  <a:cubicBezTo>
                    <a:pt x="3917" y="8284"/>
                    <a:pt x="3917" y="8284"/>
                    <a:pt x="3917" y="8284"/>
                  </a:cubicBezTo>
                  <a:cubicBezTo>
                    <a:pt x="4129" y="8284"/>
                    <a:pt x="4129" y="8284"/>
                    <a:pt x="4129" y="8284"/>
                  </a:cubicBezTo>
                  <a:cubicBezTo>
                    <a:pt x="4023" y="7989"/>
                    <a:pt x="4023" y="7989"/>
                    <a:pt x="4023" y="7989"/>
                  </a:cubicBezTo>
                  <a:cubicBezTo>
                    <a:pt x="3917" y="7693"/>
                    <a:pt x="3917" y="7693"/>
                    <a:pt x="3917" y="7693"/>
                  </a:cubicBezTo>
                  <a:cubicBezTo>
                    <a:pt x="3811" y="7693"/>
                    <a:pt x="3811" y="7693"/>
                    <a:pt x="3811" y="7693"/>
                  </a:cubicBezTo>
                  <a:cubicBezTo>
                    <a:pt x="3705" y="7693"/>
                    <a:pt x="3705" y="7693"/>
                    <a:pt x="3705" y="7693"/>
                  </a:cubicBezTo>
                  <a:cubicBezTo>
                    <a:pt x="3599" y="7989"/>
                    <a:pt x="3599" y="7989"/>
                    <a:pt x="3599" y="7989"/>
                  </a:cubicBezTo>
                  <a:cubicBezTo>
                    <a:pt x="3494" y="7989"/>
                    <a:pt x="3494" y="7989"/>
                    <a:pt x="3494" y="7989"/>
                  </a:cubicBezTo>
                  <a:cubicBezTo>
                    <a:pt x="3599" y="7989"/>
                    <a:pt x="3599" y="7989"/>
                    <a:pt x="3599" y="7989"/>
                  </a:cubicBezTo>
                  <a:cubicBezTo>
                    <a:pt x="3599" y="7693"/>
                    <a:pt x="3599" y="7693"/>
                    <a:pt x="3599" y="7693"/>
                  </a:cubicBezTo>
                  <a:cubicBezTo>
                    <a:pt x="3705" y="7693"/>
                    <a:pt x="3705" y="7693"/>
                    <a:pt x="3705" y="7693"/>
                  </a:cubicBezTo>
                  <a:cubicBezTo>
                    <a:pt x="3705" y="7693"/>
                    <a:pt x="3705" y="7693"/>
                    <a:pt x="3705" y="7693"/>
                  </a:cubicBezTo>
                  <a:cubicBezTo>
                    <a:pt x="3705" y="7397"/>
                    <a:pt x="3705" y="7397"/>
                    <a:pt x="3705" y="7397"/>
                  </a:cubicBezTo>
                  <a:cubicBezTo>
                    <a:pt x="3599" y="7397"/>
                    <a:pt x="3599" y="7397"/>
                    <a:pt x="3599" y="7397"/>
                  </a:cubicBezTo>
                  <a:cubicBezTo>
                    <a:pt x="3388" y="7397"/>
                    <a:pt x="3388" y="7397"/>
                    <a:pt x="3388" y="7397"/>
                  </a:cubicBezTo>
                  <a:cubicBezTo>
                    <a:pt x="3282" y="7101"/>
                    <a:pt x="3282" y="7101"/>
                    <a:pt x="3282" y="7101"/>
                  </a:cubicBezTo>
                  <a:cubicBezTo>
                    <a:pt x="3282" y="6805"/>
                    <a:pt x="3282" y="6805"/>
                    <a:pt x="3282" y="6805"/>
                  </a:cubicBezTo>
                  <a:cubicBezTo>
                    <a:pt x="3282" y="6509"/>
                    <a:pt x="3282" y="6509"/>
                    <a:pt x="3282" y="6509"/>
                  </a:cubicBezTo>
                  <a:cubicBezTo>
                    <a:pt x="3070" y="6213"/>
                    <a:pt x="3070" y="6213"/>
                    <a:pt x="3070" y="6213"/>
                  </a:cubicBezTo>
                  <a:cubicBezTo>
                    <a:pt x="3070" y="6213"/>
                    <a:pt x="3070" y="6213"/>
                    <a:pt x="3070" y="6213"/>
                  </a:cubicBezTo>
                  <a:cubicBezTo>
                    <a:pt x="2964" y="6213"/>
                    <a:pt x="2964" y="6213"/>
                    <a:pt x="2964" y="6213"/>
                  </a:cubicBezTo>
                  <a:cubicBezTo>
                    <a:pt x="2858" y="5917"/>
                    <a:pt x="2858" y="5917"/>
                    <a:pt x="2858" y="5917"/>
                  </a:cubicBezTo>
                  <a:cubicBezTo>
                    <a:pt x="2858" y="5621"/>
                    <a:pt x="2858" y="5621"/>
                    <a:pt x="2858" y="5621"/>
                  </a:cubicBezTo>
                  <a:cubicBezTo>
                    <a:pt x="2752" y="5326"/>
                    <a:pt x="2752" y="5326"/>
                    <a:pt x="2752" y="5326"/>
                  </a:cubicBezTo>
                  <a:cubicBezTo>
                    <a:pt x="2541" y="5030"/>
                    <a:pt x="2541" y="5030"/>
                    <a:pt x="2541" y="5030"/>
                  </a:cubicBezTo>
                  <a:cubicBezTo>
                    <a:pt x="2435" y="5030"/>
                    <a:pt x="2435" y="5030"/>
                    <a:pt x="2435" y="5030"/>
                  </a:cubicBezTo>
                  <a:cubicBezTo>
                    <a:pt x="2435" y="5030"/>
                    <a:pt x="2435" y="5030"/>
                    <a:pt x="2435" y="5030"/>
                  </a:cubicBezTo>
                  <a:cubicBezTo>
                    <a:pt x="2329" y="5030"/>
                    <a:pt x="2329" y="5030"/>
                    <a:pt x="2329" y="5030"/>
                  </a:cubicBezTo>
                  <a:cubicBezTo>
                    <a:pt x="2329" y="4734"/>
                    <a:pt x="2329" y="4734"/>
                    <a:pt x="2329" y="4734"/>
                  </a:cubicBezTo>
                  <a:cubicBezTo>
                    <a:pt x="2329" y="4734"/>
                    <a:pt x="2329" y="4734"/>
                    <a:pt x="2329" y="4734"/>
                  </a:cubicBezTo>
                  <a:cubicBezTo>
                    <a:pt x="2223" y="4734"/>
                    <a:pt x="2223" y="4734"/>
                    <a:pt x="2223" y="4734"/>
                  </a:cubicBezTo>
                  <a:cubicBezTo>
                    <a:pt x="2223" y="4438"/>
                    <a:pt x="2223" y="4438"/>
                    <a:pt x="2223" y="4438"/>
                  </a:cubicBezTo>
                  <a:cubicBezTo>
                    <a:pt x="2117" y="4142"/>
                    <a:pt x="2117" y="4142"/>
                    <a:pt x="2117" y="4142"/>
                  </a:cubicBezTo>
                  <a:cubicBezTo>
                    <a:pt x="2011" y="3846"/>
                    <a:pt x="2011" y="3846"/>
                    <a:pt x="2011" y="3846"/>
                  </a:cubicBezTo>
                  <a:cubicBezTo>
                    <a:pt x="2011" y="3846"/>
                    <a:pt x="2011" y="3846"/>
                    <a:pt x="2011" y="3846"/>
                  </a:cubicBezTo>
                  <a:cubicBezTo>
                    <a:pt x="1694" y="3254"/>
                    <a:pt x="1694" y="3254"/>
                    <a:pt x="1694" y="3254"/>
                  </a:cubicBezTo>
                  <a:cubicBezTo>
                    <a:pt x="1588" y="3254"/>
                    <a:pt x="1588" y="3254"/>
                    <a:pt x="1588" y="3254"/>
                  </a:cubicBezTo>
                  <a:cubicBezTo>
                    <a:pt x="1482" y="2958"/>
                    <a:pt x="1482" y="2958"/>
                    <a:pt x="1482" y="2958"/>
                  </a:cubicBezTo>
                  <a:cubicBezTo>
                    <a:pt x="1376" y="2958"/>
                    <a:pt x="1376" y="2958"/>
                    <a:pt x="1376" y="2958"/>
                  </a:cubicBezTo>
                  <a:cubicBezTo>
                    <a:pt x="1376" y="2663"/>
                    <a:pt x="1376" y="2663"/>
                    <a:pt x="1376" y="2663"/>
                  </a:cubicBezTo>
                  <a:cubicBezTo>
                    <a:pt x="1376" y="2367"/>
                    <a:pt x="1376" y="2367"/>
                    <a:pt x="1376" y="2367"/>
                  </a:cubicBezTo>
                  <a:cubicBezTo>
                    <a:pt x="1270" y="2367"/>
                    <a:pt x="1270" y="2367"/>
                    <a:pt x="1270" y="2367"/>
                  </a:cubicBezTo>
                  <a:cubicBezTo>
                    <a:pt x="1164" y="2071"/>
                    <a:pt x="1164" y="2071"/>
                    <a:pt x="1164" y="2071"/>
                  </a:cubicBezTo>
                  <a:cubicBezTo>
                    <a:pt x="1164" y="2071"/>
                    <a:pt x="1164" y="2071"/>
                    <a:pt x="1164" y="2071"/>
                  </a:cubicBezTo>
                  <a:cubicBezTo>
                    <a:pt x="1058" y="1775"/>
                    <a:pt x="1058" y="1775"/>
                    <a:pt x="1058" y="1775"/>
                  </a:cubicBezTo>
                  <a:cubicBezTo>
                    <a:pt x="952" y="1479"/>
                    <a:pt x="952" y="1479"/>
                    <a:pt x="952" y="1479"/>
                  </a:cubicBezTo>
                  <a:cubicBezTo>
                    <a:pt x="847" y="1479"/>
                    <a:pt x="847" y="1479"/>
                    <a:pt x="847" y="1479"/>
                  </a:cubicBezTo>
                  <a:cubicBezTo>
                    <a:pt x="847" y="1479"/>
                    <a:pt x="847" y="1479"/>
                    <a:pt x="847" y="1479"/>
                  </a:cubicBezTo>
                  <a:cubicBezTo>
                    <a:pt x="741" y="1479"/>
                    <a:pt x="741" y="1479"/>
                    <a:pt x="741" y="1479"/>
                  </a:cubicBezTo>
                  <a:cubicBezTo>
                    <a:pt x="635" y="1479"/>
                    <a:pt x="635" y="1479"/>
                    <a:pt x="635" y="1479"/>
                  </a:cubicBezTo>
                  <a:cubicBezTo>
                    <a:pt x="529" y="1479"/>
                    <a:pt x="529" y="1479"/>
                    <a:pt x="529" y="1479"/>
                  </a:cubicBezTo>
                  <a:cubicBezTo>
                    <a:pt x="423" y="1479"/>
                    <a:pt x="423" y="1479"/>
                    <a:pt x="423" y="1479"/>
                  </a:cubicBezTo>
                  <a:cubicBezTo>
                    <a:pt x="211" y="1183"/>
                    <a:pt x="211" y="1183"/>
                    <a:pt x="211" y="1183"/>
                  </a:cubicBezTo>
                  <a:cubicBezTo>
                    <a:pt x="0" y="1183"/>
                    <a:pt x="0" y="1183"/>
                    <a:pt x="0" y="1183"/>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0" name="AutoShape 18"/>
            <p:cNvSpPr>
              <a:spLocks/>
            </p:cNvSpPr>
            <p:nvPr/>
          </p:nvSpPr>
          <p:spPr bwMode="auto">
            <a:xfrm>
              <a:off x="9873378" y="7766618"/>
              <a:ext cx="209474" cy="54972"/>
            </a:xfrm>
            <a:custGeom>
              <a:avLst/>
              <a:gdLst>
                <a:gd name="T0" fmla="*/ 104737 w 21600"/>
                <a:gd name="T1" fmla="*/ 27486 h 21600"/>
                <a:gd name="T2" fmla="*/ 104737 w 21600"/>
                <a:gd name="T3" fmla="*/ 27486 h 21600"/>
                <a:gd name="T4" fmla="*/ 104737 w 21600"/>
                <a:gd name="T5" fmla="*/ 27486 h 21600"/>
                <a:gd name="T6" fmla="*/ 104737 w 21600"/>
                <a:gd name="T7" fmla="*/ 274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971"/>
                  </a:moveTo>
                  <a:lnTo>
                    <a:pt x="1661" y="21600"/>
                  </a:lnTo>
                  <a:lnTo>
                    <a:pt x="1661" y="16971"/>
                  </a:lnTo>
                  <a:lnTo>
                    <a:pt x="2907" y="16971"/>
                  </a:lnTo>
                  <a:lnTo>
                    <a:pt x="2907" y="10800"/>
                  </a:lnTo>
                  <a:lnTo>
                    <a:pt x="1661" y="16971"/>
                  </a:lnTo>
                  <a:lnTo>
                    <a:pt x="0" y="16971"/>
                  </a:lnTo>
                  <a:close/>
                  <a:moveTo>
                    <a:pt x="4569" y="10800"/>
                  </a:moveTo>
                  <a:lnTo>
                    <a:pt x="7476" y="21600"/>
                  </a:lnTo>
                  <a:lnTo>
                    <a:pt x="9138" y="21600"/>
                  </a:lnTo>
                  <a:lnTo>
                    <a:pt x="9138" y="16971"/>
                  </a:lnTo>
                  <a:lnTo>
                    <a:pt x="15369" y="16971"/>
                  </a:lnTo>
                  <a:lnTo>
                    <a:pt x="17030" y="10800"/>
                  </a:lnTo>
                  <a:lnTo>
                    <a:pt x="18276" y="10800"/>
                  </a:lnTo>
                  <a:lnTo>
                    <a:pt x="19938" y="4628"/>
                  </a:lnTo>
                  <a:lnTo>
                    <a:pt x="21599" y="0"/>
                  </a:lnTo>
                  <a:lnTo>
                    <a:pt x="9138" y="0"/>
                  </a:lnTo>
                  <a:lnTo>
                    <a:pt x="7476" y="4628"/>
                  </a:lnTo>
                  <a:lnTo>
                    <a:pt x="4569"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1" name="AutoShape 19"/>
            <p:cNvSpPr>
              <a:spLocks/>
            </p:cNvSpPr>
            <p:nvPr/>
          </p:nvSpPr>
          <p:spPr bwMode="auto">
            <a:xfrm>
              <a:off x="8290259" y="6788919"/>
              <a:ext cx="1268919" cy="408359"/>
            </a:xfrm>
            <a:custGeom>
              <a:avLst/>
              <a:gdLst>
                <a:gd name="T0" fmla="*/ 634460 w 21600"/>
                <a:gd name="T1" fmla="*/ 204180 h 21600"/>
                <a:gd name="T2" fmla="*/ 634460 w 21600"/>
                <a:gd name="T3" fmla="*/ 204180 h 21600"/>
                <a:gd name="T4" fmla="*/ 634460 w 21600"/>
                <a:gd name="T5" fmla="*/ 204180 h 21600"/>
                <a:gd name="T6" fmla="*/ 634460 w 21600"/>
                <a:gd name="T7" fmla="*/ 204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234" y="15369"/>
                  </a:moveTo>
                  <a:lnTo>
                    <a:pt x="13234" y="16199"/>
                  </a:lnTo>
                  <a:lnTo>
                    <a:pt x="12960" y="16199"/>
                  </a:lnTo>
                  <a:lnTo>
                    <a:pt x="13234" y="15369"/>
                  </a:lnTo>
                  <a:close/>
                  <a:moveTo>
                    <a:pt x="0" y="6230"/>
                  </a:moveTo>
                  <a:lnTo>
                    <a:pt x="0" y="6853"/>
                  </a:lnTo>
                  <a:lnTo>
                    <a:pt x="274" y="6853"/>
                  </a:lnTo>
                  <a:lnTo>
                    <a:pt x="274" y="6230"/>
                  </a:lnTo>
                  <a:lnTo>
                    <a:pt x="0" y="6230"/>
                  </a:lnTo>
                  <a:close/>
                  <a:moveTo>
                    <a:pt x="10971" y="17653"/>
                  </a:moveTo>
                  <a:lnTo>
                    <a:pt x="11177" y="19315"/>
                  </a:lnTo>
                  <a:lnTo>
                    <a:pt x="11725" y="20146"/>
                  </a:lnTo>
                  <a:lnTo>
                    <a:pt x="11931" y="20769"/>
                  </a:lnTo>
                  <a:lnTo>
                    <a:pt x="11931" y="21599"/>
                  </a:lnTo>
                  <a:lnTo>
                    <a:pt x="12205" y="21599"/>
                  </a:lnTo>
                  <a:lnTo>
                    <a:pt x="12479" y="20769"/>
                  </a:lnTo>
                  <a:lnTo>
                    <a:pt x="13714" y="20769"/>
                  </a:lnTo>
                  <a:lnTo>
                    <a:pt x="14262" y="20146"/>
                  </a:lnTo>
                  <a:lnTo>
                    <a:pt x="14468" y="19315"/>
                  </a:lnTo>
                  <a:lnTo>
                    <a:pt x="15017" y="19315"/>
                  </a:lnTo>
                  <a:lnTo>
                    <a:pt x="15291" y="20146"/>
                  </a:lnTo>
                  <a:lnTo>
                    <a:pt x="15497" y="20146"/>
                  </a:lnTo>
                  <a:lnTo>
                    <a:pt x="16045" y="19315"/>
                  </a:lnTo>
                  <a:lnTo>
                    <a:pt x="16525" y="19315"/>
                  </a:lnTo>
                  <a:lnTo>
                    <a:pt x="16525" y="18484"/>
                  </a:lnTo>
                  <a:lnTo>
                    <a:pt x="17005" y="17030"/>
                  </a:lnTo>
                  <a:lnTo>
                    <a:pt x="17279" y="15369"/>
                  </a:lnTo>
                  <a:lnTo>
                    <a:pt x="17554" y="14746"/>
                  </a:lnTo>
                  <a:lnTo>
                    <a:pt x="17828" y="11630"/>
                  </a:lnTo>
                  <a:lnTo>
                    <a:pt x="17828" y="10800"/>
                  </a:lnTo>
                  <a:lnTo>
                    <a:pt x="18034" y="9969"/>
                  </a:lnTo>
                  <a:lnTo>
                    <a:pt x="19817" y="9969"/>
                  </a:lnTo>
                  <a:lnTo>
                    <a:pt x="20091" y="10800"/>
                  </a:lnTo>
                  <a:lnTo>
                    <a:pt x="20365" y="10800"/>
                  </a:lnTo>
                  <a:lnTo>
                    <a:pt x="20571" y="9969"/>
                  </a:lnTo>
                  <a:lnTo>
                    <a:pt x="20845" y="9969"/>
                  </a:lnTo>
                  <a:lnTo>
                    <a:pt x="20571" y="9346"/>
                  </a:lnTo>
                  <a:lnTo>
                    <a:pt x="20571" y="7684"/>
                  </a:lnTo>
                  <a:lnTo>
                    <a:pt x="21119" y="8515"/>
                  </a:lnTo>
                  <a:lnTo>
                    <a:pt x="21600" y="7684"/>
                  </a:lnTo>
                  <a:lnTo>
                    <a:pt x="21600" y="6853"/>
                  </a:lnTo>
                  <a:lnTo>
                    <a:pt x="21325" y="6853"/>
                  </a:lnTo>
                  <a:lnTo>
                    <a:pt x="21119" y="6230"/>
                  </a:lnTo>
                  <a:lnTo>
                    <a:pt x="20845" y="6230"/>
                  </a:lnTo>
                  <a:lnTo>
                    <a:pt x="20571" y="5400"/>
                  </a:lnTo>
                  <a:lnTo>
                    <a:pt x="20365" y="5400"/>
                  </a:lnTo>
                  <a:lnTo>
                    <a:pt x="20365" y="6230"/>
                  </a:lnTo>
                  <a:lnTo>
                    <a:pt x="20091" y="6230"/>
                  </a:lnTo>
                  <a:lnTo>
                    <a:pt x="20365" y="5400"/>
                  </a:lnTo>
                  <a:lnTo>
                    <a:pt x="20365" y="4569"/>
                  </a:lnTo>
                  <a:lnTo>
                    <a:pt x="20091" y="4569"/>
                  </a:lnTo>
                  <a:lnTo>
                    <a:pt x="20091" y="5400"/>
                  </a:lnTo>
                  <a:lnTo>
                    <a:pt x="19817" y="5400"/>
                  </a:lnTo>
                  <a:lnTo>
                    <a:pt x="19817" y="3946"/>
                  </a:lnTo>
                  <a:lnTo>
                    <a:pt x="20091" y="3946"/>
                  </a:lnTo>
                  <a:lnTo>
                    <a:pt x="19817" y="3115"/>
                  </a:lnTo>
                  <a:lnTo>
                    <a:pt x="19337" y="3115"/>
                  </a:lnTo>
                  <a:lnTo>
                    <a:pt x="19337" y="1661"/>
                  </a:lnTo>
                  <a:lnTo>
                    <a:pt x="19062" y="1661"/>
                  </a:lnTo>
                  <a:lnTo>
                    <a:pt x="19062" y="2284"/>
                  </a:lnTo>
                  <a:lnTo>
                    <a:pt x="18788" y="3115"/>
                  </a:lnTo>
                  <a:lnTo>
                    <a:pt x="18788" y="1661"/>
                  </a:lnTo>
                  <a:lnTo>
                    <a:pt x="18582" y="3115"/>
                  </a:lnTo>
                  <a:lnTo>
                    <a:pt x="18308" y="3115"/>
                  </a:lnTo>
                  <a:lnTo>
                    <a:pt x="18034" y="4569"/>
                  </a:lnTo>
                  <a:lnTo>
                    <a:pt x="18034" y="5400"/>
                  </a:lnTo>
                  <a:lnTo>
                    <a:pt x="17828" y="6853"/>
                  </a:lnTo>
                  <a:lnTo>
                    <a:pt x="17279" y="6853"/>
                  </a:lnTo>
                  <a:lnTo>
                    <a:pt x="17005" y="7684"/>
                  </a:lnTo>
                  <a:lnTo>
                    <a:pt x="17279" y="7684"/>
                  </a:lnTo>
                  <a:lnTo>
                    <a:pt x="17005" y="7684"/>
                  </a:lnTo>
                  <a:lnTo>
                    <a:pt x="17279" y="7684"/>
                  </a:lnTo>
                  <a:lnTo>
                    <a:pt x="17279" y="8515"/>
                  </a:lnTo>
                  <a:lnTo>
                    <a:pt x="17005" y="8515"/>
                  </a:lnTo>
                  <a:lnTo>
                    <a:pt x="17279" y="8515"/>
                  </a:lnTo>
                  <a:lnTo>
                    <a:pt x="17279" y="9969"/>
                  </a:lnTo>
                  <a:lnTo>
                    <a:pt x="17005" y="9969"/>
                  </a:lnTo>
                  <a:lnTo>
                    <a:pt x="17005" y="8515"/>
                  </a:lnTo>
                  <a:lnTo>
                    <a:pt x="16799" y="8515"/>
                  </a:lnTo>
                  <a:lnTo>
                    <a:pt x="16799" y="10800"/>
                  </a:lnTo>
                  <a:lnTo>
                    <a:pt x="16525" y="9969"/>
                  </a:lnTo>
                  <a:lnTo>
                    <a:pt x="16251" y="9346"/>
                  </a:lnTo>
                  <a:lnTo>
                    <a:pt x="15771" y="9346"/>
                  </a:lnTo>
                  <a:lnTo>
                    <a:pt x="15771" y="9969"/>
                  </a:lnTo>
                  <a:lnTo>
                    <a:pt x="15497" y="10800"/>
                  </a:lnTo>
                  <a:lnTo>
                    <a:pt x="15497" y="11630"/>
                  </a:lnTo>
                  <a:lnTo>
                    <a:pt x="15017" y="12253"/>
                  </a:lnTo>
                  <a:lnTo>
                    <a:pt x="15017" y="13084"/>
                  </a:lnTo>
                  <a:lnTo>
                    <a:pt x="14468" y="14746"/>
                  </a:lnTo>
                  <a:lnTo>
                    <a:pt x="13508" y="15369"/>
                  </a:lnTo>
                  <a:lnTo>
                    <a:pt x="13508" y="16199"/>
                  </a:lnTo>
                  <a:lnTo>
                    <a:pt x="13714" y="16199"/>
                  </a:lnTo>
                  <a:lnTo>
                    <a:pt x="13508" y="16199"/>
                  </a:lnTo>
                  <a:lnTo>
                    <a:pt x="13234" y="17030"/>
                  </a:lnTo>
                  <a:lnTo>
                    <a:pt x="12960" y="17030"/>
                  </a:lnTo>
                  <a:lnTo>
                    <a:pt x="12960" y="18484"/>
                  </a:lnTo>
                  <a:lnTo>
                    <a:pt x="12754" y="19315"/>
                  </a:lnTo>
                  <a:lnTo>
                    <a:pt x="11451" y="19315"/>
                  </a:lnTo>
                  <a:lnTo>
                    <a:pt x="11451" y="18484"/>
                  </a:lnTo>
                  <a:lnTo>
                    <a:pt x="11177" y="17653"/>
                  </a:lnTo>
                  <a:lnTo>
                    <a:pt x="10971" y="17653"/>
                  </a:lnTo>
                  <a:close/>
                  <a:moveTo>
                    <a:pt x="19062" y="0"/>
                  </a:moveTo>
                  <a:lnTo>
                    <a:pt x="18788" y="830"/>
                  </a:lnTo>
                  <a:lnTo>
                    <a:pt x="19062" y="830"/>
                  </a:lnTo>
                  <a:lnTo>
                    <a:pt x="19062" y="0"/>
                  </a:lnTo>
                  <a:close/>
                  <a:moveTo>
                    <a:pt x="19337" y="0"/>
                  </a:moveTo>
                  <a:lnTo>
                    <a:pt x="19062" y="830"/>
                  </a:lnTo>
                  <a:lnTo>
                    <a:pt x="19611" y="830"/>
                  </a:lnTo>
                  <a:lnTo>
                    <a:pt x="19337" y="0"/>
                  </a:lnTo>
                  <a:close/>
                  <a:moveTo>
                    <a:pt x="13234" y="17030"/>
                  </a:moveTo>
                  <a:lnTo>
                    <a:pt x="12960" y="17030"/>
                  </a:lnTo>
                  <a:lnTo>
                    <a:pt x="12960" y="16199"/>
                  </a:lnTo>
                  <a:lnTo>
                    <a:pt x="13234" y="17030"/>
                  </a:lnTo>
                  <a:close/>
                  <a:moveTo>
                    <a:pt x="13234" y="16199"/>
                  </a:moveTo>
                  <a:close/>
                  <a:moveTo>
                    <a:pt x="13508" y="15369"/>
                  </a:moveTo>
                  <a:lnTo>
                    <a:pt x="13508" y="16199"/>
                  </a:lnTo>
                  <a:lnTo>
                    <a:pt x="13234" y="16199"/>
                  </a:lnTo>
                  <a:lnTo>
                    <a:pt x="13234" y="15369"/>
                  </a:lnTo>
                  <a:lnTo>
                    <a:pt x="13508" y="15369"/>
                  </a:lnTo>
                  <a:close/>
                  <a:moveTo>
                    <a:pt x="0" y="3115"/>
                  </a:moveTo>
                  <a:lnTo>
                    <a:pt x="274" y="2284"/>
                  </a:lnTo>
                  <a:lnTo>
                    <a:pt x="548" y="2284"/>
                  </a:lnTo>
                  <a:lnTo>
                    <a:pt x="822" y="3115"/>
                  </a:lnTo>
                  <a:lnTo>
                    <a:pt x="1028" y="3115"/>
                  </a:lnTo>
                  <a:lnTo>
                    <a:pt x="1302" y="3946"/>
                  </a:lnTo>
                  <a:lnTo>
                    <a:pt x="1302" y="4569"/>
                  </a:lnTo>
                  <a:lnTo>
                    <a:pt x="1028" y="4569"/>
                  </a:lnTo>
                  <a:lnTo>
                    <a:pt x="1028" y="5400"/>
                  </a:lnTo>
                  <a:lnTo>
                    <a:pt x="1782" y="5400"/>
                  </a:lnTo>
                  <a:lnTo>
                    <a:pt x="1782" y="4569"/>
                  </a:lnTo>
                  <a:lnTo>
                    <a:pt x="2057" y="5400"/>
                  </a:lnTo>
                  <a:lnTo>
                    <a:pt x="2537" y="3946"/>
                  </a:lnTo>
                  <a:lnTo>
                    <a:pt x="2811" y="4569"/>
                  </a:lnTo>
                  <a:lnTo>
                    <a:pt x="3565" y="6853"/>
                  </a:lnTo>
                  <a:lnTo>
                    <a:pt x="3839" y="8515"/>
                  </a:lnTo>
                  <a:lnTo>
                    <a:pt x="3839" y="13915"/>
                  </a:lnTo>
                  <a:lnTo>
                    <a:pt x="4319" y="15369"/>
                  </a:lnTo>
                  <a:lnTo>
                    <a:pt x="4594" y="15369"/>
                  </a:lnTo>
                  <a:lnTo>
                    <a:pt x="4594" y="17653"/>
                  </a:lnTo>
                  <a:lnTo>
                    <a:pt x="4868" y="17653"/>
                  </a:lnTo>
                  <a:lnTo>
                    <a:pt x="5074" y="18484"/>
                  </a:lnTo>
                  <a:lnTo>
                    <a:pt x="5074" y="19315"/>
                  </a:lnTo>
                  <a:lnTo>
                    <a:pt x="4868" y="19315"/>
                  </a:lnTo>
                  <a:lnTo>
                    <a:pt x="4594" y="18484"/>
                  </a:lnTo>
                  <a:lnTo>
                    <a:pt x="4868" y="19315"/>
                  </a:lnTo>
                  <a:lnTo>
                    <a:pt x="4594" y="19315"/>
                  </a:lnTo>
                  <a:lnTo>
                    <a:pt x="4868" y="19315"/>
                  </a:lnTo>
                  <a:lnTo>
                    <a:pt x="4594" y="20146"/>
                  </a:lnTo>
                  <a:lnTo>
                    <a:pt x="4319" y="19315"/>
                  </a:lnTo>
                  <a:lnTo>
                    <a:pt x="4319" y="20146"/>
                  </a:lnTo>
                  <a:lnTo>
                    <a:pt x="4114" y="19315"/>
                  </a:lnTo>
                  <a:lnTo>
                    <a:pt x="3565" y="18484"/>
                  </a:lnTo>
                  <a:lnTo>
                    <a:pt x="3359" y="18484"/>
                  </a:lnTo>
                  <a:lnTo>
                    <a:pt x="3085" y="17653"/>
                  </a:lnTo>
                  <a:lnTo>
                    <a:pt x="2537" y="17653"/>
                  </a:lnTo>
                  <a:lnTo>
                    <a:pt x="2331" y="17030"/>
                  </a:lnTo>
                  <a:lnTo>
                    <a:pt x="2331" y="16199"/>
                  </a:lnTo>
                  <a:lnTo>
                    <a:pt x="2057" y="15369"/>
                  </a:lnTo>
                  <a:lnTo>
                    <a:pt x="1782" y="15369"/>
                  </a:lnTo>
                  <a:lnTo>
                    <a:pt x="1577" y="14746"/>
                  </a:lnTo>
                  <a:lnTo>
                    <a:pt x="1782" y="13915"/>
                  </a:lnTo>
                  <a:lnTo>
                    <a:pt x="1577" y="13084"/>
                  </a:lnTo>
                  <a:lnTo>
                    <a:pt x="1302" y="13084"/>
                  </a:lnTo>
                  <a:lnTo>
                    <a:pt x="1302" y="12253"/>
                  </a:lnTo>
                  <a:lnTo>
                    <a:pt x="822" y="11630"/>
                  </a:lnTo>
                  <a:lnTo>
                    <a:pt x="822" y="10800"/>
                  </a:lnTo>
                  <a:lnTo>
                    <a:pt x="548" y="9969"/>
                  </a:lnTo>
                  <a:lnTo>
                    <a:pt x="822" y="9346"/>
                  </a:lnTo>
                  <a:lnTo>
                    <a:pt x="822" y="8515"/>
                  </a:lnTo>
                  <a:lnTo>
                    <a:pt x="548" y="7684"/>
                  </a:lnTo>
                  <a:lnTo>
                    <a:pt x="548" y="6853"/>
                  </a:lnTo>
                  <a:lnTo>
                    <a:pt x="274" y="4569"/>
                  </a:lnTo>
                  <a:lnTo>
                    <a:pt x="0" y="31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2" name="AutoShape 20"/>
            <p:cNvSpPr>
              <a:spLocks/>
            </p:cNvSpPr>
            <p:nvPr/>
          </p:nvSpPr>
          <p:spPr bwMode="auto">
            <a:xfrm>
              <a:off x="9232882" y="6934202"/>
              <a:ext cx="72509" cy="58900"/>
            </a:xfrm>
            <a:custGeom>
              <a:avLst/>
              <a:gdLst>
                <a:gd name="T0" fmla="*/ 36255 w 21600"/>
                <a:gd name="T1" fmla="*/ 29450 h 21600"/>
                <a:gd name="T2" fmla="*/ 36255 w 21600"/>
                <a:gd name="T3" fmla="*/ 29450 h 21600"/>
                <a:gd name="T4" fmla="*/ 36255 w 21600"/>
                <a:gd name="T5" fmla="*/ 29450 h 21600"/>
                <a:gd name="T6" fmla="*/ 36255 w 21600"/>
                <a:gd name="T7" fmla="*/ 29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519"/>
                  </a:moveTo>
                  <a:lnTo>
                    <a:pt x="3600" y="11519"/>
                  </a:lnTo>
                  <a:lnTo>
                    <a:pt x="8400" y="15839"/>
                  </a:lnTo>
                  <a:lnTo>
                    <a:pt x="13200" y="21599"/>
                  </a:lnTo>
                  <a:lnTo>
                    <a:pt x="13200" y="5759"/>
                  </a:lnTo>
                  <a:lnTo>
                    <a:pt x="16800" y="5759"/>
                  </a:lnTo>
                  <a:lnTo>
                    <a:pt x="16800" y="0"/>
                  </a:lnTo>
                  <a:lnTo>
                    <a:pt x="13200" y="0"/>
                  </a:lnTo>
                  <a:lnTo>
                    <a:pt x="8400" y="5759"/>
                  </a:lnTo>
                  <a:lnTo>
                    <a:pt x="0" y="11519"/>
                  </a:lnTo>
                  <a:close/>
                  <a:moveTo>
                    <a:pt x="16800" y="5759"/>
                  </a:moveTo>
                  <a:lnTo>
                    <a:pt x="16800" y="15839"/>
                  </a:lnTo>
                  <a:lnTo>
                    <a:pt x="21599" y="15839"/>
                  </a:lnTo>
                  <a:lnTo>
                    <a:pt x="21599" y="5759"/>
                  </a:lnTo>
                  <a:lnTo>
                    <a:pt x="16800" y="5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3" name="AutoShape 21"/>
            <p:cNvSpPr>
              <a:spLocks/>
            </p:cNvSpPr>
            <p:nvPr/>
          </p:nvSpPr>
          <p:spPr bwMode="auto">
            <a:xfrm>
              <a:off x="8350680" y="5783734"/>
              <a:ext cx="551881" cy="934507"/>
            </a:xfrm>
            <a:custGeom>
              <a:avLst/>
              <a:gdLst>
                <a:gd name="T0" fmla="*/ 275941 w 21600"/>
                <a:gd name="T1" fmla="*/ 467254 h 21600"/>
                <a:gd name="T2" fmla="*/ 275941 w 21600"/>
                <a:gd name="T3" fmla="*/ 467254 h 21600"/>
                <a:gd name="T4" fmla="*/ 275941 w 21600"/>
                <a:gd name="T5" fmla="*/ 467254 h 21600"/>
                <a:gd name="T6" fmla="*/ 275941 w 21600"/>
                <a:gd name="T7" fmla="*/ 4672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1"/>
                  </a:moveTo>
                  <a:lnTo>
                    <a:pt x="630" y="1361"/>
                  </a:lnTo>
                  <a:lnTo>
                    <a:pt x="630" y="998"/>
                  </a:lnTo>
                  <a:lnTo>
                    <a:pt x="1734" y="998"/>
                  </a:lnTo>
                  <a:lnTo>
                    <a:pt x="1734" y="1361"/>
                  </a:lnTo>
                  <a:lnTo>
                    <a:pt x="2364" y="1361"/>
                  </a:lnTo>
                  <a:lnTo>
                    <a:pt x="2364" y="998"/>
                  </a:lnTo>
                  <a:lnTo>
                    <a:pt x="3468" y="998"/>
                  </a:lnTo>
                  <a:lnTo>
                    <a:pt x="4099" y="1361"/>
                  </a:lnTo>
                  <a:lnTo>
                    <a:pt x="4729" y="998"/>
                  </a:lnTo>
                  <a:lnTo>
                    <a:pt x="4729" y="726"/>
                  </a:lnTo>
                  <a:lnTo>
                    <a:pt x="5360" y="726"/>
                  </a:lnTo>
                  <a:lnTo>
                    <a:pt x="5833" y="998"/>
                  </a:lnTo>
                  <a:lnTo>
                    <a:pt x="6464" y="726"/>
                  </a:lnTo>
                  <a:lnTo>
                    <a:pt x="6464" y="363"/>
                  </a:lnTo>
                  <a:lnTo>
                    <a:pt x="7094" y="0"/>
                  </a:lnTo>
                  <a:lnTo>
                    <a:pt x="8198" y="0"/>
                  </a:lnTo>
                  <a:lnTo>
                    <a:pt x="8829" y="363"/>
                  </a:lnTo>
                  <a:lnTo>
                    <a:pt x="9302" y="363"/>
                  </a:lnTo>
                  <a:lnTo>
                    <a:pt x="9302" y="726"/>
                  </a:lnTo>
                  <a:lnTo>
                    <a:pt x="12297" y="726"/>
                  </a:lnTo>
                  <a:lnTo>
                    <a:pt x="11667" y="998"/>
                  </a:lnTo>
                  <a:lnTo>
                    <a:pt x="11194" y="1724"/>
                  </a:lnTo>
                  <a:lnTo>
                    <a:pt x="11667" y="1724"/>
                  </a:lnTo>
                  <a:lnTo>
                    <a:pt x="11667" y="1996"/>
                  </a:lnTo>
                  <a:lnTo>
                    <a:pt x="12928" y="1996"/>
                  </a:lnTo>
                  <a:lnTo>
                    <a:pt x="12928" y="2359"/>
                  </a:lnTo>
                  <a:lnTo>
                    <a:pt x="13401" y="2359"/>
                  </a:lnTo>
                  <a:lnTo>
                    <a:pt x="14032" y="2722"/>
                  </a:lnTo>
                  <a:lnTo>
                    <a:pt x="14662" y="2359"/>
                  </a:lnTo>
                  <a:lnTo>
                    <a:pt x="14662" y="2722"/>
                  </a:lnTo>
                  <a:lnTo>
                    <a:pt x="15135" y="2359"/>
                  </a:lnTo>
                  <a:lnTo>
                    <a:pt x="15135" y="2722"/>
                  </a:lnTo>
                  <a:lnTo>
                    <a:pt x="15766" y="2722"/>
                  </a:lnTo>
                  <a:lnTo>
                    <a:pt x="15135" y="3085"/>
                  </a:lnTo>
                  <a:lnTo>
                    <a:pt x="13401" y="3085"/>
                  </a:lnTo>
                  <a:lnTo>
                    <a:pt x="13401" y="3721"/>
                  </a:lnTo>
                  <a:lnTo>
                    <a:pt x="11667" y="3721"/>
                  </a:lnTo>
                  <a:lnTo>
                    <a:pt x="11667" y="4719"/>
                  </a:lnTo>
                  <a:lnTo>
                    <a:pt x="11194" y="4719"/>
                  </a:lnTo>
                  <a:lnTo>
                    <a:pt x="11194" y="5082"/>
                  </a:lnTo>
                  <a:lnTo>
                    <a:pt x="10563" y="5082"/>
                  </a:lnTo>
                  <a:lnTo>
                    <a:pt x="10563" y="5354"/>
                  </a:lnTo>
                  <a:lnTo>
                    <a:pt x="9932" y="5354"/>
                  </a:lnTo>
                  <a:lnTo>
                    <a:pt x="9932" y="5717"/>
                  </a:lnTo>
                  <a:lnTo>
                    <a:pt x="10563" y="6080"/>
                  </a:lnTo>
                  <a:lnTo>
                    <a:pt x="9932" y="6443"/>
                  </a:lnTo>
                  <a:lnTo>
                    <a:pt x="9932" y="6715"/>
                  </a:lnTo>
                  <a:lnTo>
                    <a:pt x="10563" y="6715"/>
                  </a:lnTo>
                  <a:lnTo>
                    <a:pt x="9932" y="7078"/>
                  </a:lnTo>
                  <a:lnTo>
                    <a:pt x="11194" y="7442"/>
                  </a:lnTo>
                  <a:lnTo>
                    <a:pt x="12297" y="8077"/>
                  </a:lnTo>
                  <a:lnTo>
                    <a:pt x="12297" y="8803"/>
                  </a:lnTo>
                  <a:lnTo>
                    <a:pt x="13401" y="9075"/>
                  </a:lnTo>
                  <a:lnTo>
                    <a:pt x="14032" y="9438"/>
                  </a:lnTo>
                  <a:lnTo>
                    <a:pt x="15135" y="9801"/>
                  </a:lnTo>
                  <a:lnTo>
                    <a:pt x="17027" y="10436"/>
                  </a:lnTo>
                  <a:lnTo>
                    <a:pt x="18131" y="11163"/>
                  </a:lnTo>
                  <a:lnTo>
                    <a:pt x="18762" y="11435"/>
                  </a:lnTo>
                  <a:lnTo>
                    <a:pt x="18762" y="11798"/>
                  </a:lnTo>
                  <a:lnTo>
                    <a:pt x="19235" y="12161"/>
                  </a:lnTo>
                  <a:lnTo>
                    <a:pt x="19235" y="12433"/>
                  </a:lnTo>
                  <a:lnTo>
                    <a:pt x="19865" y="12796"/>
                  </a:lnTo>
                  <a:lnTo>
                    <a:pt x="19865" y="13522"/>
                  </a:lnTo>
                  <a:lnTo>
                    <a:pt x="20496" y="13794"/>
                  </a:lnTo>
                  <a:lnTo>
                    <a:pt x="20496" y="15156"/>
                  </a:lnTo>
                  <a:lnTo>
                    <a:pt x="21127" y="15156"/>
                  </a:lnTo>
                  <a:lnTo>
                    <a:pt x="21599" y="15519"/>
                  </a:lnTo>
                  <a:lnTo>
                    <a:pt x="21127" y="15791"/>
                  </a:lnTo>
                  <a:lnTo>
                    <a:pt x="21127" y="15519"/>
                  </a:lnTo>
                  <a:lnTo>
                    <a:pt x="21127" y="16154"/>
                  </a:lnTo>
                  <a:lnTo>
                    <a:pt x="20496" y="16154"/>
                  </a:lnTo>
                  <a:lnTo>
                    <a:pt x="20496" y="17152"/>
                  </a:lnTo>
                  <a:lnTo>
                    <a:pt x="19865" y="17515"/>
                  </a:lnTo>
                  <a:lnTo>
                    <a:pt x="19865" y="17878"/>
                  </a:lnTo>
                  <a:lnTo>
                    <a:pt x="19235" y="18151"/>
                  </a:lnTo>
                  <a:lnTo>
                    <a:pt x="18762" y="18151"/>
                  </a:lnTo>
                  <a:lnTo>
                    <a:pt x="18131" y="18514"/>
                  </a:lnTo>
                  <a:lnTo>
                    <a:pt x="17500" y="18514"/>
                  </a:lnTo>
                  <a:lnTo>
                    <a:pt x="17500" y="18877"/>
                  </a:lnTo>
                  <a:lnTo>
                    <a:pt x="16397" y="19240"/>
                  </a:lnTo>
                  <a:lnTo>
                    <a:pt x="14662" y="19240"/>
                  </a:lnTo>
                  <a:lnTo>
                    <a:pt x="14662" y="18877"/>
                  </a:lnTo>
                  <a:lnTo>
                    <a:pt x="14032" y="18877"/>
                  </a:lnTo>
                  <a:lnTo>
                    <a:pt x="14662" y="19240"/>
                  </a:lnTo>
                  <a:lnTo>
                    <a:pt x="14032" y="19240"/>
                  </a:lnTo>
                  <a:lnTo>
                    <a:pt x="14662" y="19240"/>
                  </a:lnTo>
                  <a:lnTo>
                    <a:pt x="14662" y="19512"/>
                  </a:lnTo>
                  <a:lnTo>
                    <a:pt x="14032" y="19875"/>
                  </a:lnTo>
                  <a:lnTo>
                    <a:pt x="13401" y="19512"/>
                  </a:lnTo>
                  <a:lnTo>
                    <a:pt x="14032" y="19875"/>
                  </a:lnTo>
                  <a:lnTo>
                    <a:pt x="14032" y="20238"/>
                  </a:lnTo>
                  <a:lnTo>
                    <a:pt x="13401" y="20238"/>
                  </a:lnTo>
                  <a:lnTo>
                    <a:pt x="13401" y="19875"/>
                  </a:lnTo>
                  <a:lnTo>
                    <a:pt x="12928" y="19875"/>
                  </a:lnTo>
                  <a:lnTo>
                    <a:pt x="13401" y="20238"/>
                  </a:lnTo>
                  <a:lnTo>
                    <a:pt x="12928" y="20238"/>
                  </a:lnTo>
                  <a:lnTo>
                    <a:pt x="12928" y="20510"/>
                  </a:lnTo>
                  <a:lnTo>
                    <a:pt x="12297" y="20510"/>
                  </a:lnTo>
                  <a:lnTo>
                    <a:pt x="12297" y="20873"/>
                  </a:lnTo>
                  <a:lnTo>
                    <a:pt x="11667" y="20873"/>
                  </a:lnTo>
                  <a:lnTo>
                    <a:pt x="11667" y="21236"/>
                  </a:lnTo>
                  <a:lnTo>
                    <a:pt x="11194" y="21236"/>
                  </a:lnTo>
                  <a:lnTo>
                    <a:pt x="9932" y="21599"/>
                  </a:lnTo>
                  <a:lnTo>
                    <a:pt x="9302" y="21599"/>
                  </a:lnTo>
                  <a:lnTo>
                    <a:pt x="9932" y="21599"/>
                  </a:lnTo>
                  <a:lnTo>
                    <a:pt x="9932" y="21236"/>
                  </a:lnTo>
                  <a:lnTo>
                    <a:pt x="10563" y="21236"/>
                  </a:lnTo>
                  <a:lnTo>
                    <a:pt x="9932" y="21236"/>
                  </a:lnTo>
                  <a:lnTo>
                    <a:pt x="9932" y="19875"/>
                  </a:lnTo>
                  <a:lnTo>
                    <a:pt x="11194" y="19512"/>
                  </a:lnTo>
                  <a:lnTo>
                    <a:pt x="11194" y="19240"/>
                  </a:lnTo>
                  <a:lnTo>
                    <a:pt x="10563" y="19512"/>
                  </a:lnTo>
                  <a:lnTo>
                    <a:pt x="9932" y="19512"/>
                  </a:lnTo>
                  <a:lnTo>
                    <a:pt x="9302" y="19240"/>
                  </a:lnTo>
                  <a:lnTo>
                    <a:pt x="9302" y="19512"/>
                  </a:lnTo>
                  <a:lnTo>
                    <a:pt x="8829" y="19240"/>
                  </a:lnTo>
                  <a:lnTo>
                    <a:pt x="8829" y="18877"/>
                  </a:lnTo>
                  <a:lnTo>
                    <a:pt x="9302" y="18514"/>
                  </a:lnTo>
                  <a:lnTo>
                    <a:pt x="9932" y="18514"/>
                  </a:lnTo>
                  <a:lnTo>
                    <a:pt x="9932" y="18151"/>
                  </a:lnTo>
                  <a:lnTo>
                    <a:pt x="12928" y="18151"/>
                  </a:lnTo>
                  <a:lnTo>
                    <a:pt x="12928" y="18514"/>
                  </a:lnTo>
                  <a:lnTo>
                    <a:pt x="13401" y="18514"/>
                  </a:lnTo>
                  <a:lnTo>
                    <a:pt x="13401" y="18151"/>
                  </a:lnTo>
                  <a:lnTo>
                    <a:pt x="12928" y="17878"/>
                  </a:lnTo>
                  <a:lnTo>
                    <a:pt x="12297" y="17878"/>
                  </a:lnTo>
                  <a:lnTo>
                    <a:pt x="12297" y="17152"/>
                  </a:lnTo>
                  <a:lnTo>
                    <a:pt x="14032" y="17152"/>
                  </a:lnTo>
                  <a:lnTo>
                    <a:pt x="14032" y="16880"/>
                  </a:lnTo>
                  <a:lnTo>
                    <a:pt x="14662" y="16517"/>
                  </a:lnTo>
                  <a:lnTo>
                    <a:pt x="15135" y="16517"/>
                  </a:lnTo>
                  <a:lnTo>
                    <a:pt x="16397" y="15791"/>
                  </a:lnTo>
                  <a:lnTo>
                    <a:pt x="16397" y="14521"/>
                  </a:lnTo>
                  <a:lnTo>
                    <a:pt x="15766" y="13794"/>
                  </a:lnTo>
                  <a:lnTo>
                    <a:pt x="15135" y="13794"/>
                  </a:lnTo>
                  <a:lnTo>
                    <a:pt x="15135" y="13522"/>
                  </a:lnTo>
                  <a:lnTo>
                    <a:pt x="15766" y="13159"/>
                  </a:lnTo>
                  <a:lnTo>
                    <a:pt x="15766" y="12796"/>
                  </a:lnTo>
                  <a:lnTo>
                    <a:pt x="15135" y="12433"/>
                  </a:lnTo>
                  <a:lnTo>
                    <a:pt x="15135" y="12161"/>
                  </a:lnTo>
                  <a:lnTo>
                    <a:pt x="15766" y="11798"/>
                  </a:lnTo>
                  <a:lnTo>
                    <a:pt x="15766" y="11435"/>
                  </a:lnTo>
                  <a:lnTo>
                    <a:pt x="15135" y="11435"/>
                  </a:lnTo>
                  <a:lnTo>
                    <a:pt x="15766" y="11163"/>
                  </a:lnTo>
                  <a:lnTo>
                    <a:pt x="15766" y="10800"/>
                  </a:lnTo>
                  <a:lnTo>
                    <a:pt x="15135" y="10800"/>
                  </a:lnTo>
                  <a:lnTo>
                    <a:pt x="14662" y="10436"/>
                  </a:lnTo>
                  <a:lnTo>
                    <a:pt x="14032" y="10436"/>
                  </a:lnTo>
                  <a:lnTo>
                    <a:pt x="14032" y="10073"/>
                  </a:lnTo>
                  <a:lnTo>
                    <a:pt x="13401" y="10073"/>
                  </a:lnTo>
                  <a:lnTo>
                    <a:pt x="12928" y="9801"/>
                  </a:lnTo>
                  <a:lnTo>
                    <a:pt x="12928" y="9438"/>
                  </a:lnTo>
                  <a:lnTo>
                    <a:pt x="11667" y="9438"/>
                  </a:lnTo>
                  <a:lnTo>
                    <a:pt x="11667" y="9075"/>
                  </a:lnTo>
                  <a:lnTo>
                    <a:pt x="8829" y="7442"/>
                  </a:lnTo>
                  <a:lnTo>
                    <a:pt x="8198" y="7442"/>
                  </a:lnTo>
                  <a:lnTo>
                    <a:pt x="7567" y="7078"/>
                  </a:lnTo>
                  <a:lnTo>
                    <a:pt x="6464" y="7078"/>
                  </a:lnTo>
                  <a:lnTo>
                    <a:pt x="6464" y="6715"/>
                  </a:lnTo>
                  <a:lnTo>
                    <a:pt x="5833" y="6715"/>
                  </a:lnTo>
                  <a:lnTo>
                    <a:pt x="5833" y="6443"/>
                  </a:lnTo>
                  <a:lnTo>
                    <a:pt x="6464" y="6443"/>
                  </a:lnTo>
                  <a:lnTo>
                    <a:pt x="5833" y="6080"/>
                  </a:lnTo>
                  <a:lnTo>
                    <a:pt x="5833" y="5717"/>
                  </a:lnTo>
                  <a:lnTo>
                    <a:pt x="6464" y="5717"/>
                  </a:lnTo>
                  <a:lnTo>
                    <a:pt x="7094" y="5354"/>
                  </a:lnTo>
                  <a:lnTo>
                    <a:pt x="7567" y="5354"/>
                  </a:lnTo>
                  <a:lnTo>
                    <a:pt x="7567" y="4719"/>
                  </a:lnTo>
                  <a:lnTo>
                    <a:pt x="8198" y="4719"/>
                  </a:lnTo>
                  <a:lnTo>
                    <a:pt x="7567" y="4356"/>
                  </a:lnTo>
                  <a:lnTo>
                    <a:pt x="7567" y="4084"/>
                  </a:lnTo>
                  <a:lnTo>
                    <a:pt x="6464" y="4084"/>
                  </a:lnTo>
                  <a:lnTo>
                    <a:pt x="6464" y="3721"/>
                  </a:lnTo>
                  <a:lnTo>
                    <a:pt x="5833" y="3721"/>
                  </a:lnTo>
                  <a:lnTo>
                    <a:pt x="5360" y="4084"/>
                  </a:lnTo>
                  <a:lnTo>
                    <a:pt x="4099" y="3721"/>
                  </a:lnTo>
                  <a:lnTo>
                    <a:pt x="3468" y="3721"/>
                  </a:lnTo>
                  <a:lnTo>
                    <a:pt x="2995" y="3357"/>
                  </a:lnTo>
                  <a:lnTo>
                    <a:pt x="1734" y="3085"/>
                  </a:lnTo>
                  <a:lnTo>
                    <a:pt x="1734" y="1996"/>
                  </a:lnTo>
                  <a:lnTo>
                    <a:pt x="1261" y="1724"/>
                  </a:lnTo>
                  <a:lnTo>
                    <a:pt x="0" y="1724"/>
                  </a:lnTo>
                  <a:lnTo>
                    <a:pt x="0" y="1361"/>
                  </a:lnTo>
                  <a:close/>
                  <a:moveTo>
                    <a:pt x="7094" y="19240"/>
                  </a:moveTo>
                  <a:lnTo>
                    <a:pt x="7567" y="19240"/>
                  </a:lnTo>
                  <a:lnTo>
                    <a:pt x="7567" y="19512"/>
                  </a:lnTo>
                  <a:lnTo>
                    <a:pt x="8198" y="19240"/>
                  </a:lnTo>
                  <a:lnTo>
                    <a:pt x="7567" y="19240"/>
                  </a:lnTo>
                  <a:lnTo>
                    <a:pt x="7567" y="18877"/>
                  </a:lnTo>
                  <a:lnTo>
                    <a:pt x="7094" y="1924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4" name="AutoShape 22"/>
            <p:cNvSpPr>
              <a:spLocks/>
            </p:cNvSpPr>
            <p:nvPr/>
          </p:nvSpPr>
          <p:spPr bwMode="auto">
            <a:xfrm>
              <a:off x="8427215" y="6337374"/>
              <a:ext cx="342409" cy="263079"/>
            </a:xfrm>
            <a:custGeom>
              <a:avLst/>
              <a:gdLst>
                <a:gd name="T0" fmla="*/ 171205 w 21600"/>
                <a:gd name="T1" fmla="*/ 131540 h 21600"/>
                <a:gd name="T2" fmla="*/ 171205 w 21600"/>
                <a:gd name="T3" fmla="*/ 131540 h 21600"/>
                <a:gd name="T4" fmla="*/ 171205 w 21600"/>
                <a:gd name="T5" fmla="*/ 131540 h 21600"/>
                <a:gd name="T6" fmla="*/ 171205 w 21600"/>
                <a:gd name="T7" fmla="*/ 1315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402" y="21599"/>
                  </a:moveTo>
                  <a:lnTo>
                    <a:pt x="10164" y="20310"/>
                  </a:lnTo>
                  <a:lnTo>
                    <a:pt x="11181" y="20310"/>
                  </a:lnTo>
                  <a:lnTo>
                    <a:pt x="11181" y="19020"/>
                  </a:lnTo>
                  <a:lnTo>
                    <a:pt x="16009" y="19020"/>
                  </a:lnTo>
                  <a:lnTo>
                    <a:pt x="16009" y="20310"/>
                  </a:lnTo>
                  <a:lnTo>
                    <a:pt x="16771" y="20310"/>
                  </a:lnTo>
                  <a:lnTo>
                    <a:pt x="16771" y="19020"/>
                  </a:lnTo>
                  <a:lnTo>
                    <a:pt x="16009" y="18053"/>
                  </a:lnTo>
                  <a:lnTo>
                    <a:pt x="14992" y="18053"/>
                  </a:lnTo>
                  <a:lnTo>
                    <a:pt x="14992" y="15474"/>
                  </a:lnTo>
                  <a:lnTo>
                    <a:pt x="17788" y="15474"/>
                  </a:lnTo>
                  <a:lnTo>
                    <a:pt x="17788" y="14507"/>
                  </a:lnTo>
                  <a:lnTo>
                    <a:pt x="18804" y="13217"/>
                  </a:lnTo>
                  <a:lnTo>
                    <a:pt x="19567" y="13217"/>
                  </a:lnTo>
                  <a:lnTo>
                    <a:pt x="21599" y="10638"/>
                  </a:lnTo>
                  <a:lnTo>
                    <a:pt x="21599" y="6125"/>
                  </a:lnTo>
                  <a:lnTo>
                    <a:pt x="20583" y="3546"/>
                  </a:lnTo>
                  <a:lnTo>
                    <a:pt x="19567" y="3546"/>
                  </a:lnTo>
                  <a:lnTo>
                    <a:pt x="19567" y="2579"/>
                  </a:lnTo>
                  <a:lnTo>
                    <a:pt x="18804" y="2579"/>
                  </a:lnTo>
                  <a:lnTo>
                    <a:pt x="16771" y="0"/>
                  </a:lnTo>
                  <a:lnTo>
                    <a:pt x="16009" y="1289"/>
                  </a:lnTo>
                  <a:lnTo>
                    <a:pt x="14992" y="1289"/>
                  </a:lnTo>
                  <a:lnTo>
                    <a:pt x="16009" y="2579"/>
                  </a:lnTo>
                  <a:lnTo>
                    <a:pt x="16009" y="4835"/>
                  </a:lnTo>
                  <a:lnTo>
                    <a:pt x="14992" y="4835"/>
                  </a:lnTo>
                  <a:lnTo>
                    <a:pt x="13976" y="2579"/>
                  </a:lnTo>
                  <a:lnTo>
                    <a:pt x="12197" y="2579"/>
                  </a:lnTo>
                  <a:lnTo>
                    <a:pt x="11181" y="1289"/>
                  </a:lnTo>
                  <a:lnTo>
                    <a:pt x="1778" y="1289"/>
                  </a:lnTo>
                  <a:lnTo>
                    <a:pt x="762" y="3546"/>
                  </a:lnTo>
                  <a:lnTo>
                    <a:pt x="762" y="4835"/>
                  </a:lnTo>
                  <a:lnTo>
                    <a:pt x="0" y="6125"/>
                  </a:lnTo>
                  <a:lnTo>
                    <a:pt x="0" y="9671"/>
                  </a:lnTo>
                  <a:lnTo>
                    <a:pt x="762" y="9671"/>
                  </a:lnTo>
                  <a:lnTo>
                    <a:pt x="762" y="13217"/>
                  </a:lnTo>
                  <a:lnTo>
                    <a:pt x="1778" y="14507"/>
                  </a:lnTo>
                  <a:lnTo>
                    <a:pt x="1778" y="16764"/>
                  </a:lnTo>
                  <a:lnTo>
                    <a:pt x="2795" y="18053"/>
                  </a:lnTo>
                  <a:lnTo>
                    <a:pt x="2795" y="16764"/>
                  </a:lnTo>
                  <a:lnTo>
                    <a:pt x="3811" y="18053"/>
                  </a:lnTo>
                  <a:lnTo>
                    <a:pt x="3811" y="20310"/>
                  </a:lnTo>
                  <a:lnTo>
                    <a:pt x="4574" y="20310"/>
                  </a:lnTo>
                  <a:lnTo>
                    <a:pt x="4574" y="19020"/>
                  </a:lnTo>
                  <a:lnTo>
                    <a:pt x="5590" y="19020"/>
                  </a:lnTo>
                  <a:lnTo>
                    <a:pt x="5590" y="18053"/>
                  </a:lnTo>
                  <a:lnTo>
                    <a:pt x="5590" y="19020"/>
                  </a:lnTo>
                  <a:lnTo>
                    <a:pt x="6607" y="19020"/>
                  </a:lnTo>
                  <a:lnTo>
                    <a:pt x="5590" y="20310"/>
                  </a:lnTo>
                  <a:lnTo>
                    <a:pt x="5590" y="21599"/>
                  </a:lnTo>
                  <a:lnTo>
                    <a:pt x="6607" y="21599"/>
                  </a:lnTo>
                  <a:lnTo>
                    <a:pt x="7369" y="20310"/>
                  </a:lnTo>
                  <a:lnTo>
                    <a:pt x="7369" y="21599"/>
                  </a:lnTo>
                  <a:lnTo>
                    <a:pt x="940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5" name="AutoShape 23"/>
            <p:cNvSpPr>
              <a:spLocks/>
            </p:cNvSpPr>
            <p:nvPr/>
          </p:nvSpPr>
          <p:spPr bwMode="auto">
            <a:xfrm>
              <a:off x="8217744" y="5842630"/>
              <a:ext cx="535767" cy="553638"/>
            </a:xfrm>
            <a:custGeom>
              <a:avLst/>
              <a:gdLst>
                <a:gd name="T0" fmla="*/ 267884 w 21600"/>
                <a:gd name="T1" fmla="*/ 276819 h 21600"/>
                <a:gd name="T2" fmla="*/ 267884 w 21600"/>
                <a:gd name="T3" fmla="*/ 276819 h 21600"/>
                <a:gd name="T4" fmla="*/ 267884 w 21600"/>
                <a:gd name="T5" fmla="*/ 276819 h 21600"/>
                <a:gd name="T6" fmla="*/ 267884 w 21600"/>
                <a:gd name="T7" fmla="*/ 2768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436" y="2910"/>
                  </a:moveTo>
                  <a:lnTo>
                    <a:pt x="2923" y="2910"/>
                  </a:lnTo>
                  <a:lnTo>
                    <a:pt x="2923" y="3370"/>
                  </a:lnTo>
                  <a:lnTo>
                    <a:pt x="4222" y="2910"/>
                  </a:lnTo>
                  <a:lnTo>
                    <a:pt x="4222" y="0"/>
                  </a:lnTo>
                  <a:lnTo>
                    <a:pt x="5359" y="0"/>
                  </a:lnTo>
                  <a:lnTo>
                    <a:pt x="5359" y="612"/>
                  </a:lnTo>
                  <a:lnTo>
                    <a:pt x="6658" y="612"/>
                  </a:lnTo>
                  <a:lnTo>
                    <a:pt x="7145" y="1072"/>
                  </a:lnTo>
                  <a:lnTo>
                    <a:pt x="7145" y="2910"/>
                  </a:lnTo>
                  <a:lnTo>
                    <a:pt x="8445" y="3370"/>
                  </a:lnTo>
                  <a:lnTo>
                    <a:pt x="8932" y="3982"/>
                  </a:lnTo>
                  <a:lnTo>
                    <a:pt x="9581" y="3982"/>
                  </a:lnTo>
                  <a:lnTo>
                    <a:pt x="10881" y="4595"/>
                  </a:lnTo>
                  <a:lnTo>
                    <a:pt x="11368" y="3982"/>
                  </a:lnTo>
                  <a:lnTo>
                    <a:pt x="12018" y="3982"/>
                  </a:lnTo>
                  <a:lnTo>
                    <a:pt x="12018" y="4595"/>
                  </a:lnTo>
                  <a:lnTo>
                    <a:pt x="13154" y="4595"/>
                  </a:lnTo>
                  <a:lnTo>
                    <a:pt x="13154" y="5055"/>
                  </a:lnTo>
                  <a:lnTo>
                    <a:pt x="13804" y="5668"/>
                  </a:lnTo>
                  <a:lnTo>
                    <a:pt x="13154" y="5668"/>
                  </a:lnTo>
                  <a:lnTo>
                    <a:pt x="13154" y="6740"/>
                  </a:lnTo>
                  <a:lnTo>
                    <a:pt x="12667" y="6740"/>
                  </a:lnTo>
                  <a:lnTo>
                    <a:pt x="12018" y="7353"/>
                  </a:lnTo>
                  <a:lnTo>
                    <a:pt x="11368" y="7353"/>
                  </a:lnTo>
                  <a:lnTo>
                    <a:pt x="11368" y="7965"/>
                  </a:lnTo>
                  <a:lnTo>
                    <a:pt x="12018" y="8578"/>
                  </a:lnTo>
                  <a:lnTo>
                    <a:pt x="11368" y="8578"/>
                  </a:lnTo>
                  <a:lnTo>
                    <a:pt x="11368" y="9038"/>
                  </a:lnTo>
                  <a:lnTo>
                    <a:pt x="12018" y="9038"/>
                  </a:lnTo>
                  <a:lnTo>
                    <a:pt x="12018" y="9651"/>
                  </a:lnTo>
                  <a:lnTo>
                    <a:pt x="13154" y="9651"/>
                  </a:lnTo>
                  <a:lnTo>
                    <a:pt x="13804" y="10263"/>
                  </a:lnTo>
                  <a:lnTo>
                    <a:pt x="14454" y="10263"/>
                  </a:lnTo>
                  <a:lnTo>
                    <a:pt x="17377" y="13021"/>
                  </a:lnTo>
                  <a:lnTo>
                    <a:pt x="17377" y="13634"/>
                  </a:lnTo>
                  <a:lnTo>
                    <a:pt x="18676" y="13634"/>
                  </a:lnTo>
                  <a:lnTo>
                    <a:pt x="18676" y="14246"/>
                  </a:lnTo>
                  <a:lnTo>
                    <a:pt x="19163" y="14706"/>
                  </a:lnTo>
                  <a:lnTo>
                    <a:pt x="19813" y="14706"/>
                  </a:lnTo>
                  <a:lnTo>
                    <a:pt x="19813" y="15319"/>
                  </a:lnTo>
                  <a:lnTo>
                    <a:pt x="20463" y="15319"/>
                  </a:lnTo>
                  <a:lnTo>
                    <a:pt x="20950" y="15931"/>
                  </a:lnTo>
                  <a:lnTo>
                    <a:pt x="21600" y="15931"/>
                  </a:lnTo>
                  <a:lnTo>
                    <a:pt x="21600" y="16544"/>
                  </a:lnTo>
                  <a:lnTo>
                    <a:pt x="20950" y="17004"/>
                  </a:lnTo>
                  <a:lnTo>
                    <a:pt x="21600" y="17004"/>
                  </a:lnTo>
                  <a:lnTo>
                    <a:pt x="21600" y="17617"/>
                  </a:lnTo>
                  <a:lnTo>
                    <a:pt x="20950" y="18229"/>
                  </a:lnTo>
                  <a:lnTo>
                    <a:pt x="20950" y="18689"/>
                  </a:lnTo>
                  <a:lnTo>
                    <a:pt x="21600" y="19302"/>
                  </a:lnTo>
                  <a:lnTo>
                    <a:pt x="21600" y="19914"/>
                  </a:lnTo>
                  <a:lnTo>
                    <a:pt x="20950" y="20527"/>
                  </a:lnTo>
                  <a:lnTo>
                    <a:pt x="20463" y="20527"/>
                  </a:lnTo>
                  <a:lnTo>
                    <a:pt x="19163" y="19302"/>
                  </a:lnTo>
                  <a:lnTo>
                    <a:pt x="18676" y="19914"/>
                  </a:lnTo>
                  <a:lnTo>
                    <a:pt x="18027" y="19914"/>
                  </a:lnTo>
                  <a:lnTo>
                    <a:pt x="18676" y="20527"/>
                  </a:lnTo>
                  <a:lnTo>
                    <a:pt x="18676" y="21599"/>
                  </a:lnTo>
                  <a:lnTo>
                    <a:pt x="18027" y="21599"/>
                  </a:lnTo>
                  <a:lnTo>
                    <a:pt x="17377" y="20527"/>
                  </a:lnTo>
                  <a:lnTo>
                    <a:pt x="16240" y="20527"/>
                  </a:lnTo>
                  <a:lnTo>
                    <a:pt x="15590" y="19914"/>
                  </a:lnTo>
                  <a:lnTo>
                    <a:pt x="16240" y="19914"/>
                  </a:lnTo>
                  <a:lnTo>
                    <a:pt x="16240" y="17617"/>
                  </a:lnTo>
                  <a:lnTo>
                    <a:pt x="16890" y="17004"/>
                  </a:lnTo>
                  <a:lnTo>
                    <a:pt x="16240" y="17004"/>
                  </a:lnTo>
                  <a:lnTo>
                    <a:pt x="15590" y="16544"/>
                  </a:lnTo>
                  <a:lnTo>
                    <a:pt x="16240" y="16544"/>
                  </a:lnTo>
                  <a:lnTo>
                    <a:pt x="15590" y="15931"/>
                  </a:lnTo>
                  <a:lnTo>
                    <a:pt x="14941" y="15931"/>
                  </a:lnTo>
                  <a:lnTo>
                    <a:pt x="14454" y="15319"/>
                  </a:lnTo>
                  <a:lnTo>
                    <a:pt x="13804" y="15319"/>
                  </a:lnTo>
                  <a:lnTo>
                    <a:pt x="13804" y="12561"/>
                  </a:lnTo>
                  <a:lnTo>
                    <a:pt x="13154" y="11948"/>
                  </a:lnTo>
                  <a:lnTo>
                    <a:pt x="12018" y="11336"/>
                  </a:lnTo>
                  <a:lnTo>
                    <a:pt x="11368" y="10723"/>
                  </a:lnTo>
                  <a:lnTo>
                    <a:pt x="10231" y="10263"/>
                  </a:lnTo>
                  <a:lnTo>
                    <a:pt x="9581" y="10723"/>
                  </a:lnTo>
                  <a:lnTo>
                    <a:pt x="8932" y="11336"/>
                  </a:lnTo>
                  <a:lnTo>
                    <a:pt x="7795" y="11948"/>
                  </a:lnTo>
                  <a:lnTo>
                    <a:pt x="7145" y="11336"/>
                  </a:lnTo>
                  <a:lnTo>
                    <a:pt x="6658" y="11336"/>
                  </a:lnTo>
                  <a:lnTo>
                    <a:pt x="6009" y="10723"/>
                  </a:lnTo>
                  <a:lnTo>
                    <a:pt x="5359" y="11336"/>
                  </a:lnTo>
                  <a:lnTo>
                    <a:pt x="4872" y="11948"/>
                  </a:lnTo>
                  <a:lnTo>
                    <a:pt x="3572" y="11948"/>
                  </a:lnTo>
                  <a:lnTo>
                    <a:pt x="3572" y="7353"/>
                  </a:lnTo>
                  <a:lnTo>
                    <a:pt x="2923" y="7353"/>
                  </a:lnTo>
                  <a:lnTo>
                    <a:pt x="2436" y="7965"/>
                  </a:lnTo>
                  <a:lnTo>
                    <a:pt x="1786" y="7965"/>
                  </a:lnTo>
                  <a:lnTo>
                    <a:pt x="1136" y="7353"/>
                  </a:lnTo>
                  <a:lnTo>
                    <a:pt x="1786" y="6740"/>
                  </a:lnTo>
                  <a:lnTo>
                    <a:pt x="1786" y="6280"/>
                  </a:lnTo>
                  <a:lnTo>
                    <a:pt x="1136" y="5668"/>
                  </a:lnTo>
                  <a:lnTo>
                    <a:pt x="649" y="5668"/>
                  </a:lnTo>
                  <a:lnTo>
                    <a:pt x="0" y="5055"/>
                  </a:lnTo>
                  <a:lnTo>
                    <a:pt x="649" y="4595"/>
                  </a:lnTo>
                  <a:lnTo>
                    <a:pt x="1136" y="3982"/>
                  </a:lnTo>
                  <a:lnTo>
                    <a:pt x="1136" y="2910"/>
                  </a:lnTo>
                  <a:lnTo>
                    <a:pt x="2436" y="29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6" name="AutoShape 24"/>
            <p:cNvSpPr>
              <a:spLocks/>
            </p:cNvSpPr>
            <p:nvPr/>
          </p:nvSpPr>
          <p:spPr bwMode="auto">
            <a:xfrm>
              <a:off x="8068699" y="5972205"/>
              <a:ext cx="567993" cy="918803"/>
            </a:xfrm>
            <a:custGeom>
              <a:avLst/>
              <a:gdLst>
                <a:gd name="T0" fmla="*/ 283997 w 21600"/>
                <a:gd name="T1" fmla="*/ 459402 h 21600"/>
                <a:gd name="T2" fmla="*/ 283997 w 21600"/>
                <a:gd name="T3" fmla="*/ 459402 h 21600"/>
                <a:gd name="T4" fmla="*/ 283997 w 21600"/>
                <a:gd name="T5" fmla="*/ 459402 h 21600"/>
                <a:gd name="T6" fmla="*/ 283997 w 21600"/>
                <a:gd name="T7" fmla="*/ 4594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84" y="0"/>
                  </a:moveTo>
                  <a:cubicBezTo>
                    <a:pt x="6252" y="342"/>
                    <a:pt x="6252" y="342"/>
                    <a:pt x="6252" y="342"/>
                  </a:cubicBezTo>
                  <a:cubicBezTo>
                    <a:pt x="6821" y="342"/>
                    <a:pt x="6821" y="342"/>
                    <a:pt x="6821" y="342"/>
                  </a:cubicBezTo>
                  <a:cubicBezTo>
                    <a:pt x="7389" y="685"/>
                    <a:pt x="7389" y="685"/>
                    <a:pt x="7389" y="685"/>
                  </a:cubicBezTo>
                  <a:cubicBezTo>
                    <a:pt x="7389" y="1028"/>
                    <a:pt x="7389" y="1028"/>
                    <a:pt x="7389" y="1028"/>
                  </a:cubicBezTo>
                  <a:cubicBezTo>
                    <a:pt x="6821" y="1371"/>
                    <a:pt x="6821" y="1371"/>
                    <a:pt x="6821" y="1371"/>
                  </a:cubicBezTo>
                  <a:cubicBezTo>
                    <a:pt x="7389" y="1714"/>
                    <a:pt x="7389" y="1714"/>
                    <a:pt x="7389" y="1714"/>
                  </a:cubicBezTo>
                  <a:cubicBezTo>
                    <a:pt x="7957" y="1714"/>
                    <a:pt x="7957" y="1714"/>
                    <a:pt x="7957" y="1714"/>
                  </a:cubicBezTo>
                  <a:cubicBezTo>
                    <a:pt x="8526" y="1371"/>
                    <a:pt x="8526" y="1371"/>
                    <a:pt x="8526" y="1371"/>
                  </a:cubicBezTo>
                  <a:cubicBezTo>
                    <a:pt x="9094" y="1371"/>
                    <a:pt x="9094" y="1371"/>
                    <a:pt x="9094" y="1371"/>
                  </a:cubicBezTo>
                  <a:cubicBezTo>
                    <a:pt x="9094" y="1714"/>
                    <a:pt x="9094" y="1714"/>
                    <a:pt x="9094" y="1714"/>
                  </a:cubicBezTo>
                  <a:cubicBezTo>
                    <a:pt x="9094" y="2057"/>
                    <a:pt x="9094" y="2057"/>
                    <a:pt x="9094" y="2057"/>
                  </a:cubicBezTo>
                  <a:cubicBezTo>
                    <a:pt x="9094" y="2399"/>
                    <a:pt x="9094" y="2399"/>
                    <a:pt x="9094" y="2399"/>
                  </a:cubicBezTo>
                  <a:cubicBezTo>
                    <a:pt x="9094" y="2399"/>
                    <a:pt x="9094" y="2399"/>
                    <a:pt x="9094" y="2399"/>
                  </a:cubicBezTo>
                  <a:cubicBezTo>
                    <a:pt x="9094" y="2742"/>
                    <a:pt x="9094" y="2742"/>
                    <a:pt x="9094" y="2742"/>
                  </a:cubicBezTo>
                  <a:cubicBezTo>
                    <a:pt x="9094" y="3085"/>
                    <a:pt x="9094" y="3085"/>
                    <a:pt x="9094" y="3085"/>
                  </a:cubicBezTo>
                  <a:cubicBezTo>
                    <a:pt x="9094" y="3428"/>
                    <a:pt x="9094" y="3428"/>
                    <a:pt x="9094" y="3428"/>
                  </a:cubicBezTo>
                  <a:cubicBezTo>
                    <a:pt x="9094" y="4114"/>
                    <a:pt x="9094" y="4114"/>
                    <a:pt x="9094" y="4114"/>
                  </a:cubicBezTo>
                  <a:cubicBezTo>
                    <a:pt x="9663" y="4114"/>
                    <a:pt x="9663" y="4114"/>
                    <a:pt x="9663" y="4114"/>
                  </a:cubicBezTo>
                  <a:cubicBezTo>
                    <a:pt x="10231" y="4114"/>
                    <a:pt x="10231" y="4114"/>
                    <a:pt x="10231" y="4114"/>
                  </a:cubicBezTo>
                  <a:cubicBezTo>
                    <a:pt x="10800" y="3771"/>
                    <a:pt x="10800" y="3771"/>
                    <a:pt x="10800" y="3771"/>
                  </a:cubicBezTo>
                  <a:cubicBezTo>
                    <a:pt x="11368" y="3428"/>
                    <a:pt x="11368" y="3428"/>
                    <a:pt x="11368" y="3428"/>
                  </a:cubicBezTo>
                  <a:cubicBezTo>
                    <a:pt x="11936" y="3771"/>
                    <a:pt x="11936" y="3771"/>
                    <a:pt x="11936" y="3771"/>
                  </a:cubicBezTo>
                  <a:cubicBezTo>
                    <a:pt x="12505" y="3771"/>
                    <a:pt x="12505" y="3771"/>
                    <a:pt x="12505" y="3771"/>
                  </a:cubicBezTo>
                  <a:cubicBezTo>
                    <a:pt x="13073" y="4114"/>
                    <a:pt x="13073" y="4114"/>
                    <a:pt x="13073" y="4114"/>
                  </a:cubicBezTo>
                  <a:cubicBezTo>
                    <a:pt x="14210" y="3771"/>
                    <a:pt x="14210" y="3771"/>
                    <a:pt x="14210" y="3771"/>
                  </a:cubicBezTo>
                  <a:cubicBezTo>
                    <a:pt x="14778" y="3428"/>
                    <a:pt x="14778" y="3428"/>
                    <a:pt x="14778" y="3428"/>
                  </a:cubicBezTo>
                  <a:cubicBezTo>
                    <a:pt x="15347" y="3085"/>
                    <a:pt x="15347" y="3085"/>
                    <a:pt x="15347" y="3085"/>
                  </a:cubicBezTo>
                  <a:cubicBezTo>
                    <a:pt x="16484" y="3428"/>
                    <a:pt x="16484" y="3428"/>
                    <a:pt x="16484" y="3428"/>
                  </a:cubicBezTo>
                  <a:cubicBezTo>
                    <a:pt x="17052" y="3771"/>
                    <a:pt x="17052" y="3771"/>
                    <a:pt x="17052" y="3771"/>
                  </a:cubicBezTo>
                  <a:cubicBezTo>
                    <a:pt x="18189" y="4114"/>
                    <a:pt x="18189" y="4114"/>
                    <a:pt x="18189" y="4114"/>
                  </a:cubicBezTo>
                  <a:cubicBezTo>
                    <a:pt x="18757" y="4457"/>
                    <a:pt x="18757" y="4457"/>
                    <a:pt x="18757" y="4457"/>
                  </a:cubicBezTo>
                  <a:cubicBezTo>
                    <a:pt x="18757" y="4799"/>
                    <a:pt x="18757" y="4799"/>
                    <a:pt x="18757" y="4799"/>
                  </a:cubicBezTo>
                  <a:cubicBezTo>
                    <a:pt x="18757" y="5142"/>
                    <a:pt x="18757" y="5142"/>
                    <a:pt x="18757" y="5142"/>
                  </a:cubicBezTo>
                  <a:cubicBezTo>
                    <a:pt x="18757" y="5142"/>
                    <a:pt x="18757" y="5142"/>
                    <a:pt x="18757" y="5142"/>
                  </a:cubicBezTo>
                  <a:cubicBezTo>
                    <a:pt x="18757" y="5485"/>
                    <a:pt x="18757" y="5485"/>
                    <a:pt x="18757" y="5485"/>
                  </a:cubicBezTo>
                  <a:cubicBezTo>
                    <a:pt x="18757" y="5828"/>
                    <a:pt x="18757" y="5828"/>
                    <a:pt x="18757" y="5828"/>
                  </a:cubicBezTo>
                  <a:cubicBezTo>
                    <a:pt x="18757" y="6171"/>
                    <a:pt x="18757" y="6171"/>
                    <a:pt x="18757" y="6171"/>
                  </a:cubicBezTo>
                  <a:cubicBezTo>
                    <a:pt x="19326" y="6171"/>
                    <a:pt x="19326" y="6171"/>
                    <a:pt x="19326" y="6171"/>
                  </a:cubicBezTo>
                  <a:cubicBezTo>
                    <a:pt x="19894" y="6514"/>
                    <a:pt x="19894" y="6514"/>
                    <a:pt x="19894" y="6514"/>
                  </a:cubicBezTo>
                  <a:cubicBezTo>
                    <a:pt x="20463" y="6514"/>
                    <a:pt x="20463" y="6514"/>
                    <a:pt x="20463" y="6514"/>
                  </a:cubicBezTo>
                  <a:cubicBezTo>
                    <a:pt x="21031" y="6857"/>
                    <a:pt x="21031" y="6857"/>
                    <a:pt x="21031" y="6857"/>
                  </a:cubicBezTo>
                  <a:cubicBezTo>
                    <a:pt x="20463" y="6857"/>
                    <a:pt x="20463" y="6857"/>
                    <a:pt x="20463" y="6857"/>
                  </a:cubicBezTo>
                  <a:cubicBezTo>
                    <a:pt x="21031" y="7199"/>
                    <a:pt x="21031" y="7199"/>
                    <a:pt x="21031" y="7199"/>
                  </a:cubicBezTo>
                  <a:cubicBezTo>
                    <a:pt x="21599" y="7199"/>
                    <a:pt x="21599" y="7199"/>
                    <a:pt x="21599" y="7199"/>
                  </a:cubicBezTo>
                  <a:cubicBezTo>
                    <a:pt x="21031" y="7542"/>
                    <a:pt x="21031" y="7542"/>
                    <a:pt x="21031" y="7542"/>
                  </a:cubicBezTo>
                  <a:cubicBezTo>
                    <a:pt x="21031" y="7885"/>
                    <a:pt x="21031" y="7885"/>
                    <a:pt x="21031" y="7885"/>
                  </a:cubicBezTo>
                  <a:cubicBezTo>
                    <a:pt x="21031" y="7885"/>
                    <a:pt x="21031" y="7885"/>
                    <a:pt x="21031" y="7885"/>
                  </a:cubicBezTo>
                  <a:cubicBezTo>
                    <a:pt x="21031" y="8228"/>
                    <a:pt x="21031" y="8228"/>
                    <a:pt x="21031" y="8228"/>
                  </a:cubicBezTo>
                  <a:cubicBezTo>
                    <a:pt x="21031" y="8571"/>
                    <a:pt x="21031" y="8571"/>
                    <a:pt x="21031" y="8571"/>
                  </a:cubicBezTo>
                  <a:cubicBezTo>
                    <a:pt x="21031" y="8914"/>
                    <a:pt x="21031" y="8914"/>
                    <a:pt x="21031" y="8914"/>
                  </a:cubicBezTo>
                  <a:cubicBezTo>
                    <a:pt x="20463" y="8914"/>
                    <a:pt x="20463" y="8914"/>
                    <a:pt x="20463" y="8914"/>
                  </a:cubicBezTo>
                  <a:cubicBezTo>
                    <a:pt x="19894" y="8914"/>
                    <a:pt x="19894" y="8914"/>
                    <a:pt x="19894" y="8914"/>
                  </a:cubicBezTo>
                  <a:cubicBezTo>
                    <a:pt x="19326" y="8914"/>
                    <a:pt x="19326" y="8914"/>
                    <a:pt x="19326" y="8914"/>
                  </a:cubicBezTo>
                  <a:cubicBezTo>
                    <a:pt x="18757" y="8914"/>
                    <a:pt x="18757" y="8914"/>
                    <a:pt x="18757" y="8914"/>
                  </a:cubicBezTo>
                  <a:cubicBezTo>
                    <a:pt x="18189" y="8914"/>
                    <a:pt x="18189" y="8914"/>
                    <a:pt x="18189" y="8914"/>
                  </a:cubicBezTo>
                  <a:cubicBezTo>
                    <a:pt x="17052" y="8914"/>
                    <a:pt x="17052" y="8914"/>
                    <a:pt x="17052" y="8914"/>
                  </a:cubicBezTo>
                  <a:cubicBezTo>
                    <a:pt x="17052" y="8914"/>
                    <a:pt x="17052" y="8914"/>
                    <a:pt x="17052" y="8914"/>
                  </a:cubicBezTo>
                  <a:cubicBezTo>
                    <a:pt x="16484" y="8914"/>
                    <a:pt x="16484" y="8914"/>
                    <a:pt x="16484" y="8914"/>
                  </a:cubicBezTo>
                  <a:cubicBezTo>
                    <a:pt x="15347" y="8914"/>
                    <a:pt x="15347" y="8914"/>
                    <a:pt x="15347" y="8914"/>
                  </a:cubicBezTo>
                  <a:cubicBezTo>
                    <a:pt x="14778" y="8914"/>
                    <a:pt x="14778" y="8914"/>
                    <a:pt x="14778" y="8914"/>
                  </a:cubicBezTo>
                  <a:cubicBezTo>
                    <a:pt x="14210" y="9600"/>
                    <a:pt x="14210" y="9600"/>
                    <a:pt x="14210" y="9600"/>
                  </a:cubicBezTo>
                  <a:cubicBezTo>
                    <a:pt x="14210" y="9942"/>
                    <a:pt x="14210" y="9942"/>
                    <a:pt x="14210" y="9942"/>
                  </a:cubicBezTo>
                  <a:cubicBezTo>
                    <a:pt x="13642" y="10285"/>
                    <a:pt x="13642" y="10285"/>
                    <a:pt x="13642" y="10285"/>
                  </a:cubicBezTo>
                  <a:cubicBezTo>
                    <a:pt x="13642" y="10628"/>
                    <a:pt x="13642" y="10628"/>
                    <a:pt x="13642" y="10628"/>
                  </a:cubicBezTo>
                  <a:cubicBezTo>
                    <a:pt x="13642" y="11314"/>
                    <a:pt x="13642" y="11314"/>
                    <a:pt x="13642" y="11314"/>
                  </a:cubicBezTo>
                  <a:cubicBezTo>
                    <a:pt x="14210" y="11314"/>
                    <a:pt x="14210" y="11314"/>
                    <a:pt x="14210" y="11314"/>
                  </a:cubicBezTo>
                  <a:cubicBezTo>
                    <a:pt x="14210" y="11657"/>
                    <a:pt x="14210" y="11657"/>
                    <a:pt x="14210" y="11657"/>
                  </a:cubicBezTo>
                  <a:cubicBezTo>
                    <a:pt x="14210" y="11999"/>
                    <a:pt x="14210" y="11999"/>
                    <a:pt x="14210" y="11999"/>
                  </a:cubicBezTo>
                  <a:cubicBezTo>
                    <a:pt x="14210" y="12342"/>
                    <a:pt x="14210" y="12342"/>
                    <a:pt x="14210" y="12342"/>
                  </a:cubicBezTo>
                  <a:cubicBezTo>
                    <a:pt x="14210" y="12342"/>
                    <a:pt x="14210" y="12342"/>
                    <a:pt x="14210" y="12342"/>
                  </a:cubicBezTo>
                  <a:cubicBezTo>
                    <a:pt x="14210" y="12685"/>
                    <a:pt x="14210" y="12685"/>
                    <a:pt x="14210" y="12685"/>
                  </a:cubicBezTo>
                  <a:cubicBezTo>
                    <a:pt x="14210" y="12685"/>
                    <a:pt x="14210" y="12685"/>
                    <a:pt x="14210" y="12685"/>
                  </a:cubicBezTo>
                  <a:cubicBezTo>
                    <a:pt x="13642" y="12342"/>
                    <a:pt x="13642" y="12342"/>
                    <a:pt x="13642" y="12342"/>
                  </a:cubicBezTo>
                  <a:cubicBezTo>
                    <a:pt x="13073" y="12342"/>
                    <a:pt x="13073" y="12342"/>
                    <a:pt x="13073" y="12342"/>
                  </a:cubicBezTo>
                  <a:cubicBezTo>
                    <a:pt x="13073" y="12342"/>
                    <a:pt x="13073" y="12342"/>
                    <a:pt x="13073" y="12342"/>
                  </a:cubicBezTo>
                  <a:cubicBezTo>
                    <a:pt x="13073" y="11999"/>
                    <a:pt x="13073" y="11999"/>
                    <a:pt x="13073" y="11999"/>
                  </a:cubicBezTo>
                  <a:cubicBezTo>
                    <a:pt x="13073" y="11999"/>
                    <a:pt x="13073" y="11999"/>
                    <a:pt x="13073" y="11999"/>
                  </a:cubicBezTo>
                  <a:cubicBezTo>
                    <a:pt x="11936" y="11657"/>
                    <a:pt x="11936" y="11657"/>
                    <a:pt x="11936" y="11657"/>
                  </a:cubicBezTo>
                  <a:cubicBezTo>
                    <a:pt x="11936" y="11657"/>
                    <a:pt x="11936" y="11657"/>
                    <a:pt x="11936" y="11657"/>
                  </a:cubicBezTo>
                  <a:cubicBezTo>
                    <a:pt x="11368" y="11657"/>
                    <a:pt x="11368" y="11657"/>
                    <a:pt x="11368" y="11657"/>
                  </a:cubicBezTo>
                  <a:cubicBezTo>
                    <a:pt x="11368" y="11657"/>
                    <a:pt x="11368" y="11657"/>
                    <a:pt x="11368" y="11657"/>
                  </a:cubicBezTo>
                  <a:cubicBezTo>
                    <a:pt x="11368" y="11999"/>
                    <a:pt x="11368" y="11999"/>
                    <a:pt x="11368" y="11999"/>
                  </a:cubicBezTo>
                  <a:cubicBezTo>
                    <a:pt x="11368" y="11657"/>
                    <a:pt x="11368" y="11657"/>
                    <a:pt x="11368" y="11657"/>
                  </a:cubicBezTo>
                  <a:cubicBezTo>
                    <a:pt x="10800" y="11657"/>
                    <a:pt x="10800" y="11657"/>
                    <a:pt x="10800" y="11657"/>
                  </a:cubicBezTo>
                  <a:cubicBezTo>
                    <a:pt x="10231" y="11657"/>
                    <a:pt x="10231" y="11657"/>
                    <a:pt x="10231" y="11657"/>
                  </a:cubicBezTo>
                  <a:cubicBezTo>
                    <a:pt x="9663" y="11657"/>
                    <a:pt x="9663" y="11657"/>
                    <a:pt x="9663" y="11657"/>
                  </a:cubicBezTo>
                  <a:cubicBezTo>
                    <a:pt x="9663" y="11657"/>
                    <a:pt x="9663" y="11657"/>
                    <a:pt x="9663" y="11657"/>
                  </a:cubicBezTo>
                  <a:cubicBezTo>
                    <a:pt x="9663" y="11657"/>
                    <a:pt x="9663" y="11657"/>
                    <a:pt x="9663" y="11657"/>
                  </a:cubicBezTo>
                  <a:cubicBezTo>
                    <a:pt x="9663" y="11314"/>
                    <a:pt x="9663" y="11314"/>
                    <a:pt x="9663" y="11314"/>
                  </a:cubicBezTo>
                  <a:cubicBezTo>
                    <a:pt x="9663" y="11314"/>
                    <a:pt x="9663" y="11314"/>
                    <a:pt x="9663" y="11314"/>
                  </a:cubicBezTo>
                  <a:cubicBezTo>
                    <a:pt x="9663" y="10971"/>
                    <a:pt x="9663" y="10971"/>
                    <a:pt x="9663" y="10971"/>
                  </a:cubicBezTo>
                  <a:cubicBezTo>
                    <a:pt x="9663" y="10628"/>
                    <a:pt x="9663" y="10628"/>
                    <a:pt x="9663" y="10628"/>
                  </a:cubicBezTo>
                  <a:cubicBezTo>
                    <a:pt x="9663" y="10628"/>
                    <a:pt x="9663" y="10628"/>
                    <a:pt x="9663" y="10628"/>
                  </a:cubicBezTo>
                  <a:cubicBezTo>
                    <a:pt x="9094" y="10628"/>
                    <a:pt x="9094" y="10628"/>
                    <a:pt x="9094" y="10628"/>
                  </a:cubicBezTo>
                  <a:cubicBezTo>
                    <a:pt x="9094" y="10628"/>
                    <a:pt x="9094" y="10628"/>
                    <a:pt x="9094" y="10628"/>
                  </a:cubicBezTo>
                  <a:cubicBezTo>
                    <a:pt x="9094" y="10628"/>
                    <a:pt x="9094" y="10628"/>
                    <a:pt x="9094" y="10628"/>
                  </a:cubicBezTo>
                  <a:cubicBezTo>
                    <a:pt x="8526" y="10285"/>
                    <a:pt x="8526" y="10285"/>
                    <a:pt x="8526" y="10285"/>
                  </a:cubicBezTo>
                  <a:cubicBezTo>
                    <a:pt x="8526" y="10628"/>
                    <a:pt x="8526" y="10628"/>
                    <a:pt x="8526" y="10628"/>
                  </a:cubicBezTo>
                  <a:cubicBezTo>
                    <a:pt x="7957" y="10628"/>
                    <a:pt x="7957" y="10628"/>
                    <a:pt x="7957" y="10628"/>
                  </a:cubicBezTo>
                  <a:cubicBezTo>
                    <a:pt x="7957" y="10628"/>
                    <a:pt x="7957" y="10628"/>
                    <a:pt x="7957" y="10628"/>
                  </a:cubicBezTo>
                  <a:cubicBezTo>
                    <a:pt x="7957" y="10628"/>
                    <a:pt x="7957" y="10628"/>
                    <a:pt x="7957" y="10628"/>
                  </a:cubicBezTo>
                  <a:cubicBezTo>
                    <a:pt x="7389" y="10628"/>
                    <a:pt x="7389" y="10628"/>
                    <a:pt x="7389" y="10628"/>
                  </a:cubicBezTo>
                  <a:cubicBezTo>
                    <a:pt x="7389" y="10628"/>
                    <a:pt x="7389" y="10628"/>
                    <a:pt x="7389" y="10628"/>
                  </a:cubicBezTo>
                  <a:cubicBezTo>
                    <a:pt x="7389" y="10628"/>
                    <a:pt x="7389" y="10628"/>
                    <a:pt x="7389" y="10628"/>
                  </a:cubicBezTo>
                  <a:cubicBezTo>
                    <a:pt x="7389" y="10628"/>
                    <a:pt x="7389" y="10628"/>
                    <a:pt x="7389" y="10628"/>
                  </a:cubicBezTo>
                  <a:cubicBezTo>
                    <a:pt x="7389" y="10971"/>
                    <a:pt x="7389" y="10971"/>
                    <a:pt x="7389" y="10971"/>
                  </a:cubicBezTo>
                  <a:cubicBezTo>
                    <a:pt x="7957" y="11314"/>
                    <a:pt x="7957" y="11314"/>
                    <a:pt x="7957" y="11314"/>
                  </a:cubicBezTo>
                  <a:cubicBezTo>
                    <a:pt x="7389" y="11314"/>
                    <a:pt x="7389" y="11314"/>
                    <a:pt x="7389" y="11314"/>
                  </a:cubicBezTo>
                  <a:cubicBezTo>
                    <a:pt x="7389" y="11657"/>
                    <a:pt x="7389" y="11657"/>
                    <a:pt x="7389" y="11657"/>
                  </a:cubicBezTo>
                  <a:cubicBezTo>
                    <a:pt x="7389" y="11999"/>
                    <a:pt x="7389" y="11999"/>
                    <a:pt x="7389" y="11999"/>
                  </a:cubicBezTo>
                  <a:cubicBezTo>
                    <a:pt x="7389" y="11999"/>
                    <a:pt x="7389" y="11999"/>
                    <a:pt x="7389" y="11999"/>
                  </a:cubicBezTo>
                  <a:cubicBezTo>
                    <a:pt x="7389" y="12342"/>
                    <a:pt x="7389" y="12342"/>
                    <a:pt x="7389" y="12342"/>
                  </a:cubicBezTo>
                  <a:cubicBezTo>
                    <a:pt x="7389" y="12685"/>
                    <a:pt x="7389" y="12685"/>
                    <a:pt x="7389" y="12685"/>
                  </a:cubicBezTo>
                  <a:cubicBezTo>
                    <a:pt x="6821" y="13028"/>
                    <a:pt x="6821" y="13028"/>
                    <a:pt x="6821" y="13028"/>
                  </a:cubicBezTo>
                  <a:cubicBezTo>
                    <a:pt x="6821" y="13028"/>
                    <a:pt x="6821" y="13028"/>
                    <a:pt x="6821" y="13028"/>
                  </a:cubicBezTo>
                  <a:cubicBezTo>
                    <a:pt x="6252" y="14057"/>
                    <a:pt x="6252" y="14057"/>
                    <a:pt x="6252" y="14057"/>
                  </a:cubicBezTo>
                  <a:cubicBezTo>
                    <a:pt x="5684" y="14742"/>
                    <a:pt x="5684" y="14742"/>
                    <a:pt x="5684" y="14742"/>
                  </a:cubicBezTo>
                  <a:cubicBezTo>
                    <a:pt x="5684" y="14742"/>
                    <a:pt x="5684" y="14742"/>
                    <a:pt x="5684" y="14742"/>
                  </a:cubicBezTo>
                  <a:cubicBezTo>
                    <a:pt x="5684" y="15085"/>
                    <a:pt x="5684" y="15085"/>
                    <a:pt x="5684" y="15085"/>
                  </a:cubicBezTo>
                  <a:cubicBezTo>
                    <a:pt x="5684" y="15085"/>
                    <a:pt x="5684" y="15085"/>
                    <a:pt x="5684" y="15085"/>
                  </a:cubicBezTo>
                  <a:cubicBezTo>
                    <a:pt x="6252" y="15428"/>
                    <a:pt x="6252" y="15428"/>
                    <a:pt x="6252" y="15428"/>
                  </a:cubicBezTo>
                  <a:cubicBezTo>
                    <a:pt x="5684" y="15428"/>
                    <a:pt x="5684" y="15428"/>
                    <a:pt x="5684" y="15428"/>
                  </a:cubicBezTo>
                  <a:cubicBezTo>
                    <a:pt x="5684" y="15428"/>
                    <a:pt x="5684" y="15428"/>
                    <a:pt x="5684" y="15428"/>
                  </a:cubicBezTo>
                  <a:cubicBezTo>
                    <a:pt x="5684" y="15771"/>
                    <a:pt x="5684" y="15771"/>
                    <a:pt x="5684" y="15771"/>
                  </a:cubicBezTo>
                  <a:cubicBezTo>
                    <a:pt x="5684" y="16114"/>
                    <a:pt x="5684" y="16114"/>
                    <a:pt x="5684" y="16114"/>
                  </a:cubicBezTo>
                  <a:cubicBezTo>
                    <a:pt x="6252" y="16457"/>
                    <a:pt x="6252" y="16457"/>
                    <a:pt x="6252" y="16457"/>
                  </a:cubicBezTo>
                  <a:cubicBezTo>
                    <a:pt x="6252" y="16799"/>
                    <a:pt x="6252" y="16799"/>
                    <a:pt x="6252" y="16799"/>
                  </a:cubicBezTo>
                  <a:cubicBezTo>
                    <a:pt x="6252" y="16799"/>
                    <a:pt x="6252" y="16799"/>
                    <a:pt x="6252" y="16799"/>
                  </a:cubicBezTo>
                  <a:cubicBezTo>
                    <a:pt x="6821" y="16799"/>
                    <a:pt x="6821" y="16799"/>
                    <a:pt x="6821" y="16799"/>
                  </a:cubicBezTo>
                  <a:cubicBezTo>
                    <a:pt x="6821" y="16799"/>
                    <a:pt x="6821" y="16799"/>
                    <a:pt x="6821" y="16799"/>
                  </a:cubicBezTo>
                  <a:cubicBezTo>
                    <a:pt x="6821" y="16457"/>
                    <a:pt x="6821" y="16457"/>
                    <a:pt x="6821" y="16457"/>
                  </a:cubicBezTo>
                  <a:cubicBezTo>
                    <a:pt x="6821" y="16457"/>
                    <a:pt x="6821" y="16457"/>
                    <a:pt x="6821" y="16457"/>
                  </a:cubicBezTo>
                  <a:cubicBezTo>
                    <a:pt x="7389" y="16457"/>
                    <a:pt x="7389" y="16457"/>
                    <a:pt x="7389" y="16457"/>
                  </a:cubicBezTo>
                  <a:cubicBezTo>
                    <a:pt x="7389" y="16799"/>
                    <a:pt x="7389" y="16799"/>
                    <a:pt x="7389" y="16799"/>
                  </a:cubicBezTo>
                  <a:cubicBezTo>
                    <a:pt x="7957" y="17142"/>
                    <a:pt x="7957" y="17142"/>
                    <a:pt x="7957" y="17142"/>
                  </a:cubicBezTo>
                  <a:cubicBezTo>
                    <a:pt x="7957" y="17142"/>
                    <a:pt x="7957" y="17142"/>
                    <a:pt x="7957" y="17142"/>
                  </a:cubicBezTo>
                  <a:cubicBezTo>
                    <a:pt x="7957" y="17485"/>
                    <a:pt x="7957" y="17485"/>
                    <a:pt x="7957" y="17485"/>
                  </a:cubicBezTo>
                  <a:cubicBezTo>
                    <a:pt x="7957" y="17485"/>
                    <a:pt x="7957" y="17485"/>
                    <a:pt x="7957" y="17485"/>
                  </a:cubicBezTo>
                  <a:cubicBezTo>
                    <a:pt x="8526" y="17828"/>
                    <a:pt x="8526" y="17828"/>
                    <a:pt x="8526" y="17828"/>
                  </a:cubicBezTo>
                  <a:cubicBezTo>
                    <a:pt x="8526" y="17828"/>
                    <a:pt x="8526" y="17828"/>
                    <a:pt x="8526" y="17828"/>
                  </a:cubicBezTo>
                  <a:cubicBezTo>
                    <a:pt x="8526" y="17485"/>
                    <a:pt x="8526" y="17485"/>
                    <a:pt x="8526" y="17485"/>
                  </a:cubicBezTo>
                  <a:cubicBezTo>
                    <a:pt x="8526" y="17485"/>
                    <a:pt x="8526" y="17485"/>
                    <a:pt x="8526" y="17485"/>
                  </a:cubicBezTo>
                  <a:cubicBezTo>
                    <a:pt x="9094" y="17828"/>
                    <a:pt x="9094" y="17828"/>
                    <a:pt x="9094" y="17828"/>
                  </a:cubicBezTo>
                  <a:cubicBezTo>
                    <a:pt x="9094" y="17828"/>
                    <a:pt x="9094" y="17828"/>
                    <a:pt x="9094" y="17828"/>
                  </a:cubicBezTo>
                  <a:cubicBezTo>
                    <a:pt x="9094" y="18171"/>
                    <a:pt x="9094" y="18171"/>
                    <a:pt x="9094" y="18171"/>
                  </a:cubicBezTo>
                  <a:cubicBezTo>
                    <a:pt x="9663" y="18171"/>
                    <a:pt x="9663" y="18171"/>
                    <a:pt x="9663" y="18171"/>
                  </a:cubicBezTo>
                  <a:cubicBezTo>
                    <a:pt x="9663" y="18857"/>
                    <a:pt x="9663" y="18857"/>
                    <a:pt x="9663" y="18857"/>
                  </a:cubicBezTo>
                  <a:cubicBezTo>
                    <a:pt x="9663" y="18857"/>
                    <a:pt x="9663" y="18857"/>
                    <a:pt x="9663" y="18857"/>
                  </a:cubicBezTo>
                  <a:cubicBezTo>
                    <a:pt x="9663" y="18857"/>
                    <a:pt x="9663" y="18857"/>
                    <a:pt x="9663" y="18857"/>
                  </a:cubicBezTo>
                  <a:cubicBezTo>
                    <a:pt x="9094" y="18857"/>
                    <a:pt x="9094" y="18857"/>
                    <a:pt x="9094" y="18857"/>
                  </a:cubicBezTo>
                  <a:cubicBezTo>
                    <a:pt x="9094" y="19200"/>
                    <a:pt x="9094" y="19200"/>
                    <a:pt x="9094" y="19200"/>
                  </a:cubicBezTo>
                  <a:cubicBezTo>
                    <a:pt x="9094" y="19200"/>
                    <a:pt x="9094" y="19200"/>
                    <a:pt x="9094" y="19200"/>
                  </a:cubicBezTo>
                  <a:cubicBezTo>
                    <a:pt x="9663" y="19542"/>
                    <a:pt x="9663" y="19542"/>
                    <a:pt x="9663" y="19542"/>
                  </a:cubicBezTo>
                  <a:cubicBezTo>
                    <a:pt x="9663" y="19200"/>
                    <a:pt x="9663" y="19200"/>
                    <a:pt x="9663" y="19200"/>
                  </a:cubicBezTo>
                  <a:cubicBezTo>
                    <a:pt x="9663" y="19200"/>
                    <a:pt x="9663" y="19200"/>
                    <a:pt x="9663" y="19200"/>
                  </a:cubicBezTo>
                  <a:cubicBezTo>
                    <a:pt x="9663" y="19542"/>
                    <a:pt x="9663" y="19542"/>
                    <a:pt x="9663" y="19542"/>
                  </a:cubicBezTo>
                  <a:cubicBezTo>
                    <a:pt x="10231" y="19542"/>
                    <a:pt x="10231" y="19542"/>
                    <a:pt x="10231" y="19542"/>
                  </a:cubicBezTo>
                  <a:cubicBezTo>
                    <a:pt x="10800" y="19885"/>
                    <a:pt x="10800" y="19885"/>
                    <a:pt x="10800" y="19885"/>
                  </a:cubicBezTo>
                  <a:cubicBezTo>
                    <a:pt x="11368" y="20228"/>
                    <a:pt x="11368" y="20228"/>
                    <a:pt x="11368" y="20228"/>
                  </a:cubicBezTo>
                  <a:cubicBezTo>
                    <a:pt x="11368" y="20228"/>
                    <a:pt x="11368" y="20228"/>
                    <a:pt x="11368" y="20228"/>
                  </a:cubicBezTo>
                  <a:cubicBezTo>
                    <a:pt x="11936" y="20228"/>
                    <a:pt x="11936" y="20228"/>
                    <a:pt x="11936" y="20228"/>
                  </a:cubicBezTo>
                  <a:cubicBezTo>
                    <a:pt x="12505" y="20228"/>
                    <a:pt x="12505" y="20228"/>
                    <a:pt x="12505" y="20228"/>
                  </a:cubicBezTo>
                  <a:cubicBezTo>
                    <a:pt x="12505" y="20571"/>
                    <a:pt x="12505" y="20571"/>
                    <a:pt x="12505" y="20571"/>
                  </a:cubicBezTo>
                  <a:cubicBezTo>
                    <a:pt x="13073" y="20914"/>
                    <a:pt x="13073" y="20914"/>
                    <a:pt x="13073" y="20914"/>
                  </a:cubicBezTo>
                  <a:cubicBezTo>
                    <a:pt x="13642" y="20914"/>
                    <a:pt x="13642" y="20914"/>
                    <a:pt x="13642" y="20914"/>
                  </a:cubicBezTo>
                  <a:cubicBezTo>
                    <a:pt x="13642" y="21257"/>
                    <a:pt x="13642" y="21257"/>
                    <a:pt x="13642" y="21257"/>
                  </a:cubicBezTo>
                  <a:cubicBezTo>
                    <a:pt x="13642" y="21257"/>
                    <a:pt x="13642" y="21257"/>
                    <a:pt x="13642" y="21257"/>
                  </a:cubicBezTo>
                  <a:cubicBezTo>
                    <a:pt x="13642" y="21257"/>
                    <a:pt x="13642" y="21257"/>
                    <a:pt x="13642" y="21257"/>
                  </a:cubicBezTo>
                  <a:cubicBezTo>
                    <a:pt x="13073" y="21600"/>
                    <a:pt x="13073" y="21600"/>
                    <a:pt x="13073" y="21600"/>
                  </a:cubicBezTo>
                  <a:cubicBezTo>
                    <a:pt x="12505" y="21257"/>
                    <a:pt x="12505" y="21257"/>
                    <a:pt x="12505" y="21257"/>
                  </a:cubicBezTo>
                  <a:cubicBezTo>
                    <a:pt x="12505" y="21600"/>
                    <a:pt x="12505" y="21600"/>
                    <a:pt x="12505" y="21600"/>
                  </a:cubicBezTo>
                  <a:cubicBezTo>
                    <a:pt x="11936" y="21600"/>
                    <a:pt x="11936" y="21600"/>
                    <a:pt x="11936" y="21600"/>
                  </a:cubicBezTo>
                  <a:cubicBezTo>
                    <a:pt x="10800" y="21600"/>
                    <a:pt x="10800" y="21600"/>
                    <a:pt x="10800" y="21600"/>
                  </a:cubicBezTo>
                  <a:cubicBezTo>
                    <a:pt x="10800" y="21257"/>
                    <a:pt x="10800" y="21257"/>
                    <a:pt x="10800" y="21257"/>
                  </a:cubicBezTo>
                  <a:cubicBezTo>
                    <a:pt x="11368" y="21257"/>
                    <a:pt x="11368" y="21257"/>
                    <a:pt x="11368" y="21257"/>
                  </a:cubicBezTo>
                  <a:cubicBezTo>
                    <a:pt x="11368" y="20914"/>
                    <a:pt x="11368" y="20914"/>
                    <a:pt x="11368" y="20914"/>
                  </a:cubicBezTo>
                  <a:cubicBezTo>
                    <a:pt x="10800" y="20571"/>
                    <a:pt x="10800" y="20571"/>
                    <a:pt x="10800" y="20571"/>
                  </a:cubicBezTo>
                  <a:cubicBezTo>
                    <a:pt x="10800" y="20571"/>
                    <a:pt x="10800" y="20571"/>
                    <a:pt x="10800" y="20571"/>
                  </a:cubicBezTo>
                  <a:cubicBezTo>
                    <a:pt x="10231" y="20571"/>
                    <a:pt x="10231" y="20571"/>
                    <a:pt x="10231" y="20571"/>
                  </a:cubicBezTo>
                  <a:cubicBezTo>
                    <a:pt x="9663" y="20228"/>
                    <a:pt x="9663" y="20228"/>
                    <a:pt x="9663" y="20228"/>
                  </a:cubicBezTo>
                  <a:cubicBezTo>
                    <a:pt x="9094" y="20228"/>
                    <a:pt x="9094" y="20228"/>
                    <a:pt x="9094" y="20228"/>
                  </a:cubicBezTo>
                  <a:cubicBezTo>
                    <a:pt x="9094" y="20228"/>
                    <a:pt x="9094" y="20228"/>
                    <a:pt x="9094" y="20228"/>
                  </a:cubicBezTo>
                  <a:cubicBezTo>
                    <a:pt x="8526" y="20571"/>
                    <a:pt x="8526" y="20571"/>
                    <a:pt x="8526" y="20571"/>
                  </a:cubicBezTo>
                  <a:cubicBezTo>
                    <a:pt x="8526" y="20571"/>
                    <a:pt x="8526" y="20571"/>
                    <a:pt x="8526" y="20571"/>
                  </a:cubicBezTo>
                  <a:cubicBezTo>
                    <a:pt x="7389" y="20228"/>
                    <a:pt x="7389" y="20228"/>
                    <a:pt x="7389" y="20228"/>
                  </a:cubicBezTo>
                  <a:cubicBezTo>
                    <a:pt x="7389" y="19885"/>
                    <a:pt x="7389" y="19885"/>
                    <a:pt x="7389" y="19885"/>
                  </a:cubicBezTo>
                  <a:cubicBezTo>
                    <a:pt x="7389" y="19885"/>
                    <a:pt x="7389" y="19885"/>
                    <a:pt x="7389" y="19885"/>
                  </a:cubicBezTo>
                  <a:cubicBezTo>
                    <a:pt x="7389" y="19542"/>
                    <a:pt x="7389" y="19542"/>
                    <a:pt x="7389" y="19542"/>
                  </a:cubicBezTo>
                  <a:cubicBezTo>
                    <a:pt x="7389" y="19542"/>
                    <a:pt x="7389" y="19542"/>
                    <a:pt x="7389" y="19542"/>
                  </a:cubicBezTo>
                  <a:cubicBezTo>
                    <a:pt x="7389" y="19542"/>
                    <a:pt x="7389" y="19542"/>
                    <a:pt x="7389" y="19542"/>
                  </a:cubicBezTo>
                  <a:cubicBezTo>
                    <a:pt x="6821" y="19542"/>
                    <a:pt x="6821" y="19542"/>
                    <a:pt x="6821" y="19542"/>
                  </a:cubicBezTo>
                  <a:cubicBezTo>
                    <a:pt x="6821" y="19200"/>
                    <a:pt x="6821" y="19200"/>
                    <a:pt x="6821" y="19200"/>
                  </a:cubicBezTo>
                  <a:cubicBezTo>
                    <a:pt x="6252" y="18857"/>
                    <a:pt x="6252" y="18857"/>
                    <a:pt x="6252" y="18857"/>
                  </a:cubicBezTo>
                  <a:cubicBezTo>
                    <a:pt x="5684" y="18857"/>
                    <a:pt x="5684" y="18857"/>
                    <a:pt x="5684" y="18857"/>
                  </a:cubicBezTo>
                  <a:cubicBezTo>
                    <a:pt x="5684" y="18171"/>
                    <a:pt x="5684" y="18171"/>
                    <a:pt x="5684" y="18171"/>
                  </a:cubicBezTo>
                  <a:cubicBezTo>
                    <a:pt x="5115" y="18171"/>
                    <a:pt x="5115" y="18171"/>
                    <a:pt x="5115" y="18171"/>
                  </a:cubicBezTo>
                  <a:cubicBezTo>
                    <a:pt x="5115" y="18171"/>
                    <a:pt x="5115" y="18171"/>
                    <a:pt x="5115" y="18171"/>
                  </a:cubicBezTo>
                  <a:cubicBezTo>
                    <a:pt x="4547" y="17828"/>
                    <a:pt x="4547" y="17828"/>
                    <a:pt x="4547" y="17828"/>
                  </a:cubicBezTo>
                  <a:cubicBezTo>
                    <a:pt x="4547" y="17828"/>
                    <a:pt x="4547" y="17828"/>
                    <a:pt x="4547" y="17828"/>
                  </a:cubicBezTo>
                  <a:cubicBezTo>
                    <a:pt x="4547" y="17828"/>
                    <a:pt x="4547" y="17828"/>
                    <a:pt x="4547" y="17828"/>
                  </a:cubicBezTo>
                  <a:cubicBezTo>
                    <a:pt x="4547" y="18171"/>
                    <a:pt x="4547" y="18171"/>
                    <a:pt x="4547" y="18171"/>
                  </a:cubicBezTo>
                  <a:cubicBezTo>
                    <a:pt x="3978" y="18171"/>
                    <a:pt x="3978" y="18171"/>
                    <a:pt x="3978" y="18171"/>
                  </a:cubicBezTo>
                  <a:cubicBezTo>
                    <a:pt x="3978" y="17828"/>
                    <a:pt x="3978" y="17828"/>
                    <a:pt x="3978" y="17828"/>
                  </a:cubicBezTo>
                  <a:cubicBezTo>
                    <a:pt x="3410" y="17485"/>
                    <a:pt x="3410" y="17485"/>
                    <a:pt x="3410" y="17485"/>
                  </a:cubicBezTo>
                  <a:cubicBezTo>
                    <a:pt x="3978" y="17485"/>
                    <a:pt x="3978" y="17485"/>
                    <a:pt x="3978" y="17485"/>
                  </a:cubicBezTo>
                  <a:cubicBezTo>
                    <a:pt x="3410" y="17142"/>
                    <a:pt x="3410" y="17142"/>
                    <a:pt x="3410" y="17142"/>
                  </a:cubicBezTo>
                  <a:cubicBezTo>
                    <a:pt x="3978" y="16799"/>
                    <a:pt x="3978" y="16799"/>
                    <a:pt x="3978" y="16799"/>
                  </a:cubicBezTo>
                  <a:cubicBezTo>
                    <a:pt x="3978" y="16457"/>
                    <a:pt x="3978" y="16457"/>
                    <a:pt x="3978" y="16457"/>
                  </a:cubicBezTo>
                  <a:cubicBezTo>
                    <a:pt x="3978" y="16457"/>
                    <a:pt x="3978" y="16457"/>
                    <a:pt x="3978" y="16457"/>
                  </a:cubicBezTo>
                  <a:cubicBezTo>
                    <a:pt x="4547" y="16114"/>
                    <a:pt x="4547" y="16114"/>
                    <a:pt x="4547" y="16114"/>
                  </a:cubicBezTo>
                  <a:cubicBezTo>
                    <a:pt x="3978" y="16114"/>
                    <a:pt x="3978" y="16114"/>
                    <a:pt x="3978" y="16114"/>
                  </a:cubicBezTo>
                  <a:cubicBezTo>
                    <a:pt x="4547" y="15771"/>
                    <a:pt x="4547" y="15771"/>
                    <a:pt x="4547" y="15771"/>
                  </a:cubicBezTo>
                  <a:cubicBezTo>
                    <a:pt x="4547" y="15771"/>
                    <a:pt x="4547" y="15771"/>
                    <a:pt x="4547" y="15771"/>
                  </a:cubicBezTo>
                  <a:cubicBezTo>
                    <a:pt x="4547" y="15428"/>
                    <a:pt x="4547" y="15428"/>
                    <a:pt x="4547" y="15428"/>
                  </a:cubicBezTo>
                  <a:cubicBezTo>
                    <a:pt x="4547" y="15428"/>
                    <a:pt x="4547" y="15428"/>
                    <a:pt x="4547" y="15428"/>
                  </a:cubicBezTo>
                  <a:cubicBezTo>
                    <a:pt x="4547" y="15085"/>
                    <a:pt x="4547" y="15085"/>
                    <a:pt x="4547" y="15085"/>
                  </a:cubicBezTo>
                  <a:cubicBezTo>
                    <a:pt x="4547" y="14742"/>
                    <a:pt x="4547" y="14742"/>
                    <a:pt x="4547" y="14742"/>
                  </a:cubicBezTo>
                  <a:cubicBezTo>
                    <a:pt x="5115" y="14742"/>
                    <a:pt x="5115" y="14742"/>
                    <a:pt x="5115" y="14742"/>
                  </a:cubicBezTo>
                  <a:cubicBezTo>
                    <a:pt x="5115" y="14400"/>
                    <a:pt x="5115" y="14400"/>
                    <a:pt x="5115" y="14400"/>
                  </a:cubicBezTo>
                  <a:cubicBezTo>
                    <a:pt x="5684" y="14057"/>
                    <a:pt x="5684" y="14057"/>
                    <a:pt x="5684" y="14057"/>
                  </a:cubicBezTo>
                  <a:cubicBezTo>
                    <a:pt x="6252" y="13028"/>
                    <a:pt x="6252" y="13028"/>
                    <a:pt x="6252" y="13028"/>
                  </a:cubicBezTo>
                  <a:cubicBezTo>
                    <a:pt x="6252" y="13028"/>
                    <a:pt x="6252" y="13028"/>
                    <a:pt x="6252" y="13028"/>
                  </a:cubicBezTo>
                  <a:cubicBezTo>
                    <a:pt x="6252" y="12685"/>
                    <a:pt x="6252" y="12685"/>
                    <a:pt x="6252" y="12685"/>
                  </a:cubicBezTo>
                  <a:cubicBezTo>
                    <a:pt x="6252" y="12342"/>
                    <a:pt x="6252" y="12342"/>
                    <a:pt x="6252" y="12342"/>
                  </a:cubicBezTo>
                  <a:cubicBezTo>
                    <a:pt x="6252" y="11999"/>
                    <a:pt x="6252" y="11999"/>
                    <a:pt x="6252" y="11999"/>
                  </a:cubicBezTo>
                  <a:cubicBezTo>
                    <a:pt x="5684" y="11657"/>
                    <a:pt x="5684" y="11657"/>
                    <a:pt x="5684" y="11657"/>
                  </a:cubicBezTo>
                  <a:cubicBezTo>
                    <a:pt x="5684" y="11314"/>
                    <a:pt x="5684" y="11314"/>
                    <a:pt x="5684" y="11314"/>
                  </a:cubicBezTo>
                  <a:cubicBezTo>
                    <a:pt x="5684" y="10971"/>
                    <a:pt x="5684" y="10971"/>
                    <a:pt x="5684" y="10971"/>
                  </a:cubicBezTo>
                  <a:cubicBezTo>
                    <a:pt x="5684" y="10628"/>
                    <a:pt x="5684" y="10628"/>
                    <a:pt x="5684" y="10628"/>
                  </a:cubicBezTo>
                  <a:cubicBezTo>
                    <a:pt x="5684" y="10628"/>
                    <a:pt x="5684" y="10628"/>
                    <a:pt x="5684" y="10628"/>
                  </a:cubicBezTo>
                  <a:cubicBezTo>
                    <a:pt x="5684" y="10285"/>
                    <a:pt x="5684" y="10285"/>
                    <a:pt x="5684" y="10285"/>
                  </a:cubicBezTo>
                  <a:cubicBezTo>
                    <a:pt x="5115" y="9600"/>
                    <a:pt x="5115" y="9600"/>
                    <a:pt x="5115" y="9600"/>
                  </a:cubicBezTo>
                  <a:cubicBezTo>
                    <a:pt x="4547" y="9257"/>
                    <a:pt x="4547" y="9257"/>
                    <a:pt x="4547" y="9257"/>
                  </a:cubicBezTo>
                  <a:cubicBezTo>
                    <a:pt x="3978" y="8914"/>
                    <a:pt x="3978" y="8914"/>
                    <a:pt x="3978" y="8914"/>
                  </a:cubicBezTo>
                  <a:cubicBezTo>
                    <a:pt x="3410" y="8571"/>
                    <a:pt x="3410" y="8571"/>
                    <a:pt x="3410" y="8571"/>
                  </a:cubicBezTo>
                  <a:cubicBezTo>
                    <a:pt x="3410" y="8228"/>
                    <a:pt x="3410" y="8228"/>
                    <a:pt x="3410" y="8228"/>
                  </a:cubicBezTo>
                  <a:cubicBezTo>
                    <a:pt x="2842" y="7885"/>
                    <a:pt x="2842" y="7885"/>
                    <a:pt x="2842" y="7885"/>
                  </a:cubicBezTo>
                  <a:cubicBezTo>
                    <a:pt x="3410" y="7542"/>
                    <a:pt x="3410" y="7542"/>
                    <a:pt x="3410" y="7542"/>
                  </a:cubicBezTo>
                  <a:cubicBezTo>
                    <a:pt x="3410" y="7542"/>
                    <a:pt x="3410" y="7542"/>
                    <a:pt x="3410" y="7542"/>
                  </a:cubicBezTo>
                  <a:cubicBezTo>
                    <a:pt x="3410" y="6857"/>
                    <a:pt x="3410" y="6857"/>
                    <a:pt x="3410" y="6857"/>
                  </a:cubicBezTo>
                  <a:cubicBezTo>
                    <a:pt x="3410" y="6514"/>
                    <a:pt x="3410" y="6514"/>
                    <a:pt x="3410" y="6514"/>
                  </a:cubicBezTo>
                  <a:cubicBezTo>
                    <a:pt x="3978" y="6514"/>
                    <a:pt x="3978" y="6514"/>
                    <a:pt x="3978" y="6514"/>
                  </a:cubicBezTo>
                  <a:cubicBezTo>
                    <a:pt x="3978" y="6171"/>
                    <a:pt x="3978" y="6171"/>
                    <a:pt x="3978" y="6171"/>
                  </a:cubicBezTo>
                  <a:cubicBezTo>
                    <a:pt x="3410" y="6171"/>
                    <a:pt x="3410" y="6171"/>
                    <a:pt x="3410" y="6171"/>
                  </a:cubicBezTo>
                  <a:cubicBezTo>
                    <a:pt x="3410" y="5828"/>
                    <a:pt x="3410" y="5828"/>
                    <a:pt x="3410" y="5828"/>
                  </a:cubicBezTo>
                  <a:cubicBezTo>
                    <a:pt x="2842" y="5485"/>
                    <a:pt x="2842" y="5485"/>
                    <a:pt x="2842" y="5485"/>
                  </a:cubicBezTo>
                  <a:cubicBezTo>
                    <a:pt x="2273" y="5142"/>
                    <a:pt x="2273" y="5142"/>
                    <a:pt x="2273" y="5142"/>
                  </a:cubicBezTo>
                  <a:cubicBezTo>
                    <a:pt x="1705" y="4457"/>
                    <a:pt x="1705" y="4457"/>
                    <a:pt x="1705" y="4457"/>
                  </a:cubicBezTo>
                  <a:cubicBezTo>
                    <a:pt x="1136" y="4457"/>
                    <a:pt x="1136" y="4457"/>
                    <a:pt x="1136" y="4457"/>
                  </a:cubicBezTo>
                  <a:cubicBezTo>
                    <a:pt x="1136" y="4114"/>
                    <a:pt x="1136" y="4114"/>
                    <a:pt x="1136" y="4114"/>
                  </a:cubicBezTo>
                  <a:cubicBezTo>
                    <a:pt x="568" y="3771"/>
                    <a:pt x="568" y="3771"/>
                    <a:pt x="568" y="3771"/>
                  </a:cubicBezTo>
                  <a:cubicBezTo>
                    <a:pt x="0" y="3428"/>
                    <a:pt x="0" y="3428"/>
                    <a:pt x="0" y="3428"/>
                  </a:cubicBezTo>
                  <a:cubicBezTo>
                    <a:pt x="0" y="3428"/>
                    <a:pt x="0" y="3428"/>
                    <a:pt x="0" y="3428"/>
                  </a:cubicBezTo>
                  <a:cubicBezTo>
                    <a:pt x="0" y="3428"/>
                    <a:pt x="0" y="3428"/>
                    <a:pt x="0" y="3428"/>
                  </a:cubicBezTo>
                  <a:cubicBezTo>
                    <a:pt x="568" y="3085"/>
                    <a:pt x="568" y="3085"/>
                    <a:pt x="568" y="3085"/>
                  </a:cubicBezTo>
                  <a:cubicBezTo>
                    <a:pt x="1136" y="3085"/>
                    <a:pt x="1136" y="3085"/>
                    <a:pt x="1136" y="3085"/>
                  </a:cubicBezTo>
                  <a:cubicBezTo>
                    <a:pt x="568" y="2742"/>
                    <a:pt x="568" y="2742"/>
                    <a:pt x="568" y="2742"/>
                  </a:cubicBezTo>
                  <a:cubicBezTo>
                    <a:pt x="568" y="2399"/>
                    <a:pt x="568" y="2399"/>
                    <a:pt x="568" y="2399"/>
                  </a:cubicBezTo>
                  <a:cubicBezTo>
                    <a:pt x="1136" y="2057"/>
                    <a:pt x="1136" y="2057"/>
                    <a:pt x="1136" y="2057"/>
                  </a:cubicBezTo>
                  <a:cubicBezTo>
                    <a:pt x="1136" y="1714"/>
                    <a:pt x="1136" y="1714"/>
                    <a:pt x="1136" y="1714"/>
                  </a:cubicBezTo>
                  <a:cubicBezTo>
                    <a:pt x="1136" y="1371"/>
                    <a:pt x="1136" y="1371"/>
                    <a:pt x="1136" y="1371"/>
                  </a:cubicBezTo>
                  <a:cubicBezTo>
                    <a:pt x="2273" y="1371"/>
                    <a:pt x="2273" y="1371"/>
                    <a:pt x="2273" y="1371"/>
                  </a:cubicBezTo>
                  <a:cubicBezTo>
                    <a:pt x="2842" y="1371"/>
                    <a:pt x="2842" y="1371"/>
                    <a:pt x="2842" y="1371"/>
                  </a:cubicBezTo>
                  <a:cubicBezTo>
                    <a:pt x="3410" y="1371"/>
                    <a:pt x="3410" y="1371"/>
                    <a:pt x="3410" y="1371"/>
                  </a:cubicBezTo>
                  <a:cubicBezTo>
                    <a:pt x="3410" y="1028"/>
                    <a:pt x="3410" y="1028"/>
                    <a:pt x="3410" y="1028"/>
                  </a:cubicBezTo>
                  <a:cubicBezTo>
                    <a:pt x="3410" y="685"/>
                    <a:pt x="3410" y="685"/>
                    <a:pt x="3410" y="685"/>
                  </a:cubicBezTo>
                  <a:cubicBezTo>
                    <a:pt x="3978" y="685"/>
                    <a:pt x="3978" y="685"/>
                    <a:pt x="3978" y="685"/>
                  </a:cubicBezTo>
                  <a:cubicBezTo>
                    <a:pt x="4547" y="685"/>
                    <a:pt x="4547" y="685"/>
                    <a:pt x="4547" y="685"/>
                  </a:cubicBezTo>
                  <a:cubicBezTo>
                    <a:pt x="5115" y="685"/>
                    <a:pt x="5115" y="685"/>
                    <a:pt x="5115" y="685"/>
                  </a:cubicBezTo>
                  <a:cubicBezTo>
                    <a:pt x="4547" y="342"/>
                    <a:pt x="4547" y="342"/>
                    <a:pt x="4547" y="342"/>
                  </a:cubicBezTo>
                  <a:cubicBezTo>
                    <a:pt x="4547" y="342"/>
                    <a:pt x="4547" y="342"/>
                    <a:pt x="4547" y="342"/>
                  </a:cubicBezTo>
                  <a:cubicBezTo>
                    <a:pt x="5115" y="0"/>
                    <a:pt x="5115" y="0"/>
                    <a:pt x="5115" y="0"/>
                  </a:cubicBezTo>
                  <a:cubicBezTo>
                    <a:pt x="5684" y="0"/>
                    <a:pt x="5684" y="0"/>
                    <a:pt x="5684" y="0"/>
                  </a:cubicBezTo>
                  <a:cubicBezTo>
                    <a:pt x="5684" y="0"/>
                    <a:pt x="5684" y="0"/>
                    <a:pt x="5684" y="0"/>
                  </a:cubicBezTo>
                  <a:close/>
                  <a:moveTo>
                    <a:pt x="7389" y="20228"/>
                  </a:moveTo>
                  <a:cubicBezTo>
                    <a:pt x="7389" y="20571"/>
                    <a:pt x="7389" y="20571"/>
                    <a:pt x="7389" y="20571"/>
                  </a:cubicBezTo>
                  <a:cubicBezTo>
                    <a:pt x="7389" y="20571"/>
                    <a:pt x="7389" y="20571"/>
                    <a:pt x="7389" y="20571"/>
                  </a:cubicBezTo>
                  <a:cubicBezTo>
                    <a:pt x="7389" y="20228"/>
                    <a:pt x="7389" y="20228"/>
                    <a:pt x="7389" y="20228"/>
                  </a:cubicBezTo>
                  <a:cubicBezTo>
                    <a:pt x="7389" y="20228"/>
                    <a:pt x="7389" y="20228"/>
                    <a:pt x="7389" y="20228"/>
                  </a:cubicBezTo>
                  <a:cubicBezTo>
                    <a:pt x="7389" y="20228"/>
                    <a:pt x="7389" y="20228"/>
                    <a:pt x="7389" y="20228"/>
                  </a:cubicBezTo>
                  <a:close/>
                  <a:moveTo>
                    <a:pt x="5684" y="18857"/>
                  </a:moveTo>
                  <a:cubicBezTo>
                    <a:pt x="5684" y="19200"/>
                    <a:pt x="5684" y="19200"/>
                    <a:pt x="5684" y="19200"/>
                  </a:cubicBezTo>
                  <a:cubicBezTo>
                    <a:pt x="5684" y="19200"/>
                    <a:pt x="5684" y="19200"/>
                    <a:pt x="5684" y="19200"/>
                  </a:cubicBezTo>
                  <a:cubicBezTo>
                    <a:pt x="5684" y="18857"/>
                    <a:pt x="5684" y="18857"/>
                    <a:pt x="5684" y="18857"/>
                  </a:cubicBezTo>
                  <a:cubicBezTo>
                    <a:pt x="5684" y="18857"/>
                    <a:pt x="5684" y="18857"/>
                    <a:pt x="5684" y="18857"/>
                  </a:cubicBezTo>
                  <a:close/>
                  <a:moveTo>
                    <a:pt x="3978" y="18171"/>
                  </a:moveTo>
                  <a:cubicBezTo>
                    <a:pt x="3978" y="18514"/>
                    <a:pt x="3978" y="18514"/>
                    <a:pt x="3978" y="18514"/>
                  </a:cubicBezTo>
                  <a:cubicBezTo>
                    <a:pt x="3978" y="18514"/>
                    <a:pt x="3978" y="18514"/>
                    <a:pt x="3978" y="18514"/>
                  </a:cubicBezTo>
                  <a:cubicBezTo>
                    <a:pt x="3978" y="18857"/>
                    <a:pt x="3978" y="18857"/>
                    <a:pt x="3978" y="18857"/>
                  </a:cubicBezTo>
                  <a:cubicBezTo>
                    <a:pt x="3978" y="18514"/>
                    <a:pt x="3978" y="18514"/>
                    <a:pt x="3978" y="18514"/>
                  </a:cubicBezTo>
                  <a:cubicBezTo>
                    <a:pt x="3978" y="18171"/>
                    <a:pt x="3978" y="18171"/>
                    <a:pt x="3978" y="18171"/>
                  </a:cubicBezTo>
                  <a:cubicBezTo>
                    <a:pt x="3978" y="18171"/>
                    <a:pt x="3978" y="18171"/>
                    <a:pt x="3978" y="18171"/>
                  </a:cubicBezTo>
                  <a:close/>
                  <a:moveTo>
                    <a:pt x="13073" y="12342"/>
                  </a:moveTo>
                  <a:cubicBezTo>
                    <a:pt x="13073" y="12685"/>
                    <a:pt x="13073" y="12685"/>
                    <a:pt x="13073" y="12685"/>
                  </a:cubicBezTo>
                  <a:cubicBezTo>
                    <a:pt x="13642" y="12685"/>
                    <a:pt x="13642" y="12685"/>
                    <a:pt x="13642" y="12685"/>
                  </a:cubicBezTo>
                  <a:cubicBezTo>
                    <a:pt x="13642" y="12685"/>
                    <a:pt x="13642" y="12685"/>
                    <a:pt x="13642" y="12685"/>
                  </a:cubicBezTo>
                  <a:cubicBezTo>
                    <a:pt x="13073" y="12342"/>
                    <a:pt x="13073" y="12342"/>
                    <a:pt x="13073" y="12342"/>
                  </a:cubicBezTo>
                  <a:close/>
                  <a:moveTo>
                    <a:pt x="7957" y="15771"/>
                  </a:moveTo>
                  <a:cubicBezTo>
                    <a:pt x="7389" y="15771"/>
                    <a:pt x="7389" y="15771"/>
                    <a:pt x="7389" y="15771"/>
                  </a:cubicBezTo>
                  <a:cubicBezTo>
                    <a:pt x="7957" y="15771"/>
                    <a:pt x="7957" y="15771"/>
                    <a:pt x="7957" y="15771"/>
                  </a:cubicBezTo>
                  <a:cubicBezTo>
                    <a:pt x="7957" y="15771"/>
                    <a:pt x="7957" y="15771"/>
                    <a:pt x="7957" y="15771"/>
                  </a:cubicBezTo>
                  <a:close/>
                  <a:moveTo>
                    <a:pt x="7957" y="16114"/>
                  </a:moveTo>
                  <a:cubicBezTo>
                    <a:pt x="7957" y="16114"/>
                    <a:pt x="7957" y="16114"/>
                    <a:pt x="7957" y="16114"/>
                  </a:cubicBezTo>
                  <a:cubicBezTo>
                    <a:pt x="7957" y="16457"/>
                    <a:pt x="7957" y="16457"/>
                    <a:pt x="7957" y="16457"/>
                  </a:cubicBezTo>
                  <a:cubicBezTo>
                    <a:pt x="8526" y="16457"/>
                    <a:pt x="8526" y="16457"/>
                    <a:pt x="8526" y="16457"/>
                  </a:cubicBezTo>
                  <a:cubicBezTo>
                    <a:pt x="8526" y="16114"/>
                    <a:pt x="8526" y="16114"/>
                    <a:pt x="8526" y="16114"/>
                  </a:cubicBezTo>
                  <a:lnTo>
                    <a:pt x="7957" y="161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7" name="AutoShape 25"/>
            <p:cNvSpPr>
              <a:spLocks/>
            </p:cNvSpPr>
            <p:nvPr/>
          </p:nvSpPr>
          <p:spPr bwMode="auto">
            <a:xfrm>
              <a:off x="7694066" y="5477467"/>
              <a:ext cx="596189" cy="1166174"/>
            </a:xfrm>
            <a:custGeom>
              <a:avLst/>
              <a:gdLst>
                <a:gd name="T0" fmla="*/ 298095 w 21600"/>
                <a:gd name="T1" fmla="*/ 583087 h 21600"/>
                <a:gd name="T2" fmla="*/ 298095 w 21600"/>
                <a:gd name="T3" fmla="*/ 583087 h 21600"/>
                <a:gd name="T4" fmla="*/ 298095 w 21600"/>
                <a:gd name="T5" fmla="*/ 583087 h 21600"/>
                <a:gd name="T6" fmla="*/ 298095 w 21600"/>
                <a:gd name="T7" fmla="*/ 583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778" y="0"/>
                  </a:moveTo>
                  <a:lnTo>
                    <a:pt x="11967" y="0"/>
                  </a:lnTo>
                  <a:lnTo>
                    <a:pt x="11967" y="290"/>
                  </a:lnTo>
                  <a:lnTo>
                    <a:pt x="12405" y="290"/>
                  </a:lnTo>
                  <a:lnTo>
                    <a:pt x="12405" y="799"/>
                  </a:lnTo>
                  <a:lnTo>
                    <a:pt x="12989" y="581"/>
                  </a:lnTo>
                  <a:lnTo>
                    <a:pt x="13572" y="799"/>
                  </a:lnTo>
                  <a:lnTo>
                    <a:pt x="13572" y="1090"/>
                  </a:lnTo>
                  <a:lnTo>
                    <a:pt x="14156" y="1599"/>
                  </a:lnTo>
                  <a:lnTo>
                    <a:pt x="14156" y="2690"/>
                  </a:lnTo>
                  <a:lnTo>
                    <a:pt x="13572" y="2690"/>
                  </a:lnTo>
                  <a:lnTo>
                    <a:pt x="12989" y="2981"/>
                  </a:lnTo>
                  <a:lnTo>
                    <a:pt x="12989" y="3490"/>
                  </a:lnTo>
                  <a:lnTo>
                    <a:pt x="12405" y="3490"/>
                  </a:lnTo>
                  <a:lnTo>
                    <a:pt x="11967" y="3781"/>
                  </a:lnTo>
                  <a:lnTo>
                    <a:pt x="12405" y="4072"/>
                  </a:lnTo>
                  <a:lnTo>
                    <a:pt x="11967" y="4072"/>
                  </a:lnTo>
                  <a:lnTo>
                    <a:pt x="11967" y="4363"/>
                  </a:lnTo>
                  <a:lnTo>
                    <a:pt x="12405" y="4363"/>
                  </a:lnTo>
                  <a:lnTo>
                    <a:pt x="12405" y="4581"/>
                  </a:lnTo>
                  <a:lnTo>
                    <a:pt x="12989" y="4581"/>
                  </a:lnTo>
                  <a:lnTo>
                    <a:pt x="12989" y="5163"/>
                  </a:lnTo>
                  <a:lnTo>
                    <a:pt x="13572" y="4872"/>
                  </a:lnTo>
                  <a:lnTo>
                    <a:pt x="14594" y="4872"/>
                  </a:lnTo>
                  <a:lnTo>
                    <a:pt x="14594" y="5163"/>
                  </a:lnTo>
                  <a:lnTo>
                    <a:pt x="15178" y="5381"/>
                  </a:lnTo>
                  <a:lnTo>
                    <a:pt x="15762" y="5163"/>
                  </a:lnTo>
                  <a:lnTo>
                    <a:pt x="15762" y="5672"/>
                  </a:lnTo>
                  <a:lnTo>
                    <a:pt x="16200" y="5963"/>
                  </a:lnTo>
                  <a:lnTo>
                    <a:pt x="17367" y="5963"/>
                  </a:lnTo>
                  <a:lnTo>
                    <a:pt x="17805" y="6254"/>
                  </a:lnTo>
                  <a:lnTo>
                    <a:pt x="17805" y="6472"/>
                  </a:lnTo>
                  <a:lnTo>
                    <a:pt x="17367" y="7054"/>
                  </a:lnTo>
                  <a:lnTo>
                    <a:pt x="16783" y="7054"/>
                  </a:lnTo>
                  <a:lnTo>
                    <a:pt x="16783" y="7272"/>
                  </a:lnTo>
                  <a:lnTo>
                    <a:pt x="18389" y="7272"/>
                  </a:lnTo>
                  <a:lnTo>
                    <a:pt x="18389" y="7854"/>
                  </a:lnTo>
                  <a:lnTo>
                    <a:pt x="18972" y="8145"/>
                  </a:lnTo>
                  <a:lnTo>
                    <a:pt x="19556" y="7854"/>
                  </a:lnTo>
                  <a:lnTo>
                    <a:pt x="19994" y="7854"/>
                  </a:lnTo>
                  <a:lnTo>
                    <a:pt x="21162" y="7563"/>
                  </a:lnTo>
                  <a:lnTo>
                    <a:pt x="21600" y="7854"/>
                  </a:lnTo>
                  <a:lnTo>
                    <a:pt x="21162" y="8145"/>
                  </a:lnTo>
                  <a:lnTo>
                    <a:pt x="19994" y="8145"/>
                  </a:lnTo>
                  <a:lnTo>
                    <a:pt x="19994" y="8654"/>
                  </a:lnTo>
                  <a:lnTo>
                    <a:pt x="19556" y="8945"/>
                  </a:lnTo>
                  <a:lnTo>
                    <a:pt x="18972" y="9163"/>
                  </a:lnTo>
                  <a:lnTo>
                    <a:pt x="18389" y="9163"/>
                  </a:lnTo>
                  <a:lnTo>
                    <a:pt x="17805" y="9454"/>
                  </a:lnTo>
                  <a:lnTo>
                    <a:pt x="18389" y="9745"/>
                  </a:lnTo>
                  <a:lnTo>
                    <a:pt x="16783" y="9745"/>
                  </a:lnTo>
                  <a:lnTo>
                    <a:pt x="16783" y="10254"/>
                  </a:lnTo>
                  <a:lnTo>
                    <a:pt x="14594" y="10254"/>
                  </a:lnTo>
                  <a:lnTo>
                    <a:pt x="14594" y="10836"/>
                  </a:lnTo>
                  <a:lnTo>
                    <a:pt x="14156" y="11054"/>
                  </a:lnTo>
                  <a:lnTo>
                    <a:pt x="14156" y="11345"/>
                  </a:lnTo>
                  <a:lnTo>
                    <a:pt x="14594" y="11636"/>
                  </a:lnTo>
                  <a:lnTo>
                    <a:pt x="14156" y="11636"/>
                  </a:lnTo>
                  <a:lnTo>
                    <a:pt x="13572" y="11854"/>
                  </a:lnTo>
                  <a:lnTo>
                    <a:pt x="14156" y="12145"/>
                  </a:lnTo>
                  <a:lnTo>
                    <a:pt x="14594" y="12436"/>
                  </a:lnTo>
                  <a:lnTo>
                    <a:pt x="14594" y="12727"/>
                  </a:lnTo>
                  <a:lnTo>
                    <a:pt x="15178" y="12727"/>
                  </a:lnTo>
                  <a:lnTo>
                    <a:pt x="15762" y="13236"/>
                  </a:lnTo>
                  <a:lnTo>
                    <a:pt x="16200" y="13527"/>
                  </a:lnTo>
                  <a:lnTo>
                    <a:pt x="16783" y="13745"/>
                  </a:lnTo>
                  <a:lnTo>
                    <a:pt x="16783" y="14036"/>
                  </a:lnTo>
                  <a:lnTo>
                    <a:pt x="17367" y="14036"/>
                  </a:lnTo>
                  <a:lnTo>
                    <a:pt x="17367" y="14327"/>
                  </a:lnTo>
                  <a:lnTo>
                    <a:pt x="16783" y="14327"/>
                  </a:lnTo>
                  <a:lnTo>
                    <a:pt x="16783" y="15127"/>
                  </a:lnTo>
                  <a:lnTo>
                    <a:pt x="16200" y="15418"/>
                  </a:lnTo>
                  <a:lnTo>
                    <a:pt x="16783" y="15636"/>
                  </a:lnTo>
                  <a:lnTo>
                    <a:pt x="16783" y="15927"/>
                  </a:lnTo>
                  <a:lnTo>
                    <a:pt x="17367" y="16218"/>
                  </a:lnTo>
                  <a:lnTo>
                    <a:pt x="17805" y="16509"/>
                  </a:lnTo>
                  <a:lnTo>
                    <a:pt x="18389" y="16727"/>
                  </a:lnTo>
                  <a:lnTo>
                    <a:pt x="18972" y="17309"/>
                  </a:lnTo>
                  <a:lnTo>
                    <a:pt x="18972" y="18327"/>
                  </a:lnTo>
                  <a:lnTo>
                    <a:pt x="19556" y="18618"/>
                  </a:lnTo>
                  <a:lnTo>
                    <a:pt x="19556" y="19418"/>
                  </a:lnTo>
                  <a:lnTo>
                    <a:pt x="18972" y="20218"/>
                  </a:lnTo>
                  <a:lnTo>
                    <a:pt x="18389" y="20509"/>
                  </a:lnTo>
                  <a:lnTo>
                    <a:pt x="18389" y="20799"/>
                  </a:lnTo>
                  <a:lnTo>
                    <a:pt x="17805" y="20799"/>
                  </a:lnTo>
                  <a:lnTo>
                    <a:pt x="17805" y="21309"/>
                  </a:lnTo>
                  <a:lnTo>
                    <a:pt x="17367" y="21600"/>
                  </a:lnTo>
                  <a:lnTo>
                    <a:pt x="17367" y="20509"/>
                  </a:lnTo>
                  <a:lnTo>
                    <a:pt x="17805" y="20218"/>
                  </a:lnTo>
                  <a:lnTo>
                    <a:pt x="17805" y="19200"/>
                  </a:lnTo>
                  <a:lnTo>
                    <a:pt x="17367" y="18909"/>
                  </a:lnTo>
                  <a:lnTo>
                    <a:pt x="17367" y="18618"/>
                  </a:lnTo>
                  <a:lnTo>
                    <a:pt x="17805" y="18618"/>
                  </a:lnTo>
                  <a:lnTo>
                    <a:pt x="17367" y="18327"/>
                  </a:lnTo>
                  <a:lnTo>
                    <a:pt x="17367" y="17527"/>
                  </a:lnTo>
                  <a:lnTo>
                    <a:pt x="16783" y="17527"/>
                  </a:lnTo>
                  <a:lnTo>
                    <a:pt x="16783" y="17309"/>
                  </a:lnTo>
                  <a:lnTo>
                    <a:pt x="16200" y="17018"/>
                  </a:lnTo>
                  <a:lnTo>
                    <a:pt x="16200" y="17309"/>
                  </a:lnTo>
                  <a:lnTo>
                    <a:pt x="15762" y="17018"/>
                  </a:lnTo>
                  <a:lnTo>
                    <a:pt x="15762" y="15927"/>
                  </a:lnTo>
                  <a:lnTo>
                    <a:pt x="15178" y="15927"/>
                  </a:lnTo>
                  <a:lnTo>
                    <a:pt x="15178" y="15418"/>
                  </a:lnTo>
                  <a:lnTo>
                    <a:pt x="14594" y="14618"/>
                  </a:lnTo>
                  <a:lnTo>
                    <a:pt x="14594" y="14327"/>
                  </a:lnTo>
                  <a:lnTo>
                    <a:pt x="14156" y="14036"/>
                  </a:lnTo>
                  <a:lnTo>
                    <a:pt x="14594" y="13745"/>
                  </a:lnTo>
                  <a:lnTo>
                    <a:pt x="14156" y="14036"/>
                  </a:lnTo>
                  <a:lnTo>
                    <a:pt x="13572" y="14036"/>
                  </a:lnTo>
                  <a:lnTo>
                    <a:pt x="13572" y="13745"/>
                  </a:lnTo>
                  <a:lnTo>
                    <a:pt x="12989" y="13527"/>
                  </a:lnTo>
                  <a:lnTo>
                    <a:pt x="12405" y="13236"/>
                  </a:lnTo>
                  <a:lnTo>
                    <a:pt x="12405" y="12945"/>
                  </a:lnTo>
                  <a:lnTo>
                    <a:pt x="11967" y="12727"/>
                  </a:lnTo>
                  <a:lnTo>
                    <a:pt x="12405" y="12945"/>
                  </a:lnTo>
                  <a:lnTo>
                    <a:pt x="11967" y="12945"/>
                  </a:lnTo>
                  <a:lnTo>
                    <a:pt x="11967" y="13236"/>
                  </a:lnTo>
                  <a:lnTo>
                    <a:pt x="12405" y="13236"/>
                  </a:lnTo>
                  <a:lnTo>
                    <a:pt x="12405" y="13527"/>
                  </a:lnTo>
                  <a:lnTo>
                    <a:pt x="11967" y="13527"/>
                  </a:lnTo>
                  <a:lnTo>
                    <a:pt x="12405" y="13745"/>
                  </a:lnTo>
                  <a:lnTo>
                    <a:pt x="11383" y="14036"/>
                  </a:lnTo>
                  <a:lnTo>
                    <a:pt x="11383" y="13745"/>
                  </a:lnTo>
                  <a:lnTo>
                    <a:pt x="10800" y="13745"/>
                  </a:lnTo>
                  <a:lnTo>
                    <a:pt x="10800" y="14036"/>
                  </a:lnTo>
                  <a:lnTo>
                    <a:pt x="11383" y="14036"/>
                  </a:lnTo>
                  <a:lnTo>
                    <a:pt x="10362" y="14036"/>
                  </a:lnTo>
                  <a:lnTo>
                    <a:pt x="10362" y="14327"/>
                  </a:lnTo>
                  <a:lnTo>
                    <a:pt x="9194" y="14618"/>
                  </a:lnTo>
                  <a:lnTo>
                    <a:pt x="7005" y="14618"/>
                  </a:lnTo>
                  <a:lnTo>
                    <a:pt x="7005" y="14836"/>
                  </a:lnTo>
                  <a:lnTo>
                    <a:pt x="6567" y="14836"/>
                  </a:lnTo>
                  <a:lnTo>
                    <a:pt x="6567" y="14618"/>
                  </a:lnTo>
                  <a:lnTo>
                    <a:pt x="7589" y="14327"/>
                  </a:lnTo>
                  <a:lnTo>
                    <a:pt x="7589" y="14036"/>
                  </a:lnTo>
                  <a:lnTo>
                    <a:pt x="7005" y="14327"/>
                  </a:lnTo>
                  <a:lnTo>
                    <a:pt x="6567" y="14327"/>
                  </a:lnTo>
                  <a:lnTo>
                    <a:pt x="5983" y="14618"/>
                  </a:lnTo>
                  <a:lnTo>
                    <a:pt x="5983" y="14327"/>
                  </a:lnTo>
                  <a:lnTo>
                    <a:pt x="6567" y="13236"/>
                  </a:lnTo>
                  <a:lnTo>
                    <a:pt x="7005" y="12945"/>
                  </a:lnTo>
                  <a:lnTo>
                    <a:pt x="6567" y="12436"/>
                  </a:lnTo>
                  <a:lnTo>
                    <a:pt x="6567" y="12145"/>
                  </a:lnTo>
                  <a:lnTo>
                    <a:pt x="5983" y="11854"/>
                  </a:lnTo>
                  <a:lnTo>
                    <a:pt x="5983" y="11636"/>
                  </a:lnTo>
                  <a:lnTo>
                    <a:pt x="5399" y="11345"/>
                  </a:lnTo>
                  <a:lnTo>
                    <a:pt x="4962" y="11054"/>
                  </a:lnTo>
                  <a:lnTo>
                    <a:pt x="4962" y="10836"/>
                  </a:lnTo>
                  <a:lnTo>
                    <a:pt x="4378" y="10836"/>
                  </a:lnTo>
                  <a:lnTo>
                    <a:pt x="4962" y="10836"/>
                  </a:lnTo>
                  <a:lnTo>
                    <a:pt x="4962" y="11345"/>
                  </a:lnTo>
                  <a:lnTo>
                    <a:pt x="3794" y="11054"/>
                  </a:lnTo>
                  <a:lnTo>
                    <a:pt x="3356" y="11054"/>
                  </a:lnTo>
                  <a:lnTo>
                    <a:pt x="3356" y="10545"/>
                  </a:lnTo>
                  <a:lnTo>
                    <a:pt x="2772" y="10545"/>
                  </a:lnTo>
                  <a:lnTo>
                    <a:pt x="3356" y="10545"/>
                  </a:lnTo>
                  <a:lnTo>
                    <a:pt x="3794" y="10836"/>
                  </a:lnTo>
                  <a:lnTo>
                    <a:pt x="4378" y="10836"/>
                  </a:lnTo>
                  <a:lnTo>
                    <a:pt x="3794" y="10836"/>
                  </a:lnTo>
                  <a:lnTo>
                    <a:pt x="3794" y="10545"/>
                  </a:lnTo>
                  <a:lnTo>
                    <a:pt x="4378" y="10545"/>
                  </a:lnTo>
                  <a:lnTo>
                    <a:pt x="4378" y="10254"/>
                  </a:lnTo>
                  <a:lnTo>
                    <a:pt x="3794" y="9963"/>
                  </a:lnTo>
                  <a:lnTo>
                    <a:pt x="3356" y="9963"/>
                  </a:lnTo>
                  <a:lnTo>
                    <a:pt x="3356" y="9745"/>
                  </a:lnTo>
                  <a:lnTo>
                    <a:pt x="2189" y="9745"/>
                  </a:lnTo>
                  <a:lnTo>
                    <a:pt x="2189" y="9454"/>
                  </a:lnTo>
                  <a:lnTo>
                    <a:pt x="1605" y="9454"/>
                  </a:lnTo>
                  <a:lnTo>
                    <a:pt x="1605" y="9745"/>
                  </a:lnTo>
                  <a:lnTo>
                    <a:pt x="583" y="9163"/>
                  </a:lnTo>
                  <a:lnTo>
                    <a:pt x="583" y="8654"/>
                  </a:lnTo>
                  <a:lnTo>
                    <a:pt x="0" y="8654"/>
                  </a:lnTo>
                  <a:lnTo>
                    <a:pt x="583" y="8363"/>
                  </a:lnTo>
                  <a:lnTo>
                    <a:pt x="583" y="8145"/>
                  </a:lnTo>
                  <a:lnTo>
                    <a:pt x="1167" y="8363"/>
                  </a:lnTo>
                  <a:lnTo>
                    <a:pt x="1167" y="7563"/>
                  </a:lnTo>
                  <a:lnTo>
                    <a:pt x="1605" y="7563"/>
                  </a:lnTo>
                  <a:lnTo>
                    <a:pt x="1605" y="7272"/>
                  </a:lnTo>
                  <a:lnTo>
                    <a:pt x="2189" y="7054"/>
                  </a:lnTo>
                  <a:lnTo>
                    <a:pt x="2189" y="6254"/>
                  </a:lnTo>
                  <a:lnTo>
                    <a:pt x="2772" y="6254"/>
                  </a:lnTo>
                  <a:lnTo>
                    <a:pt x="2772" y="5672"/>
                  </a:lnTo>
                  <a:lnTo>
                    <a:pt x="2189" y="5163"/>
                  </a:lnTo>
                  <a:lnTo>
                    <a:pt x="3794" y="5163"/>
                  </a:lnTo>
                  <a:lnTo>
                    <a:pt x="4378" y="4872"/>
                  </a:lnTo>
                  <a:lnTo>
                    <a:pt x="4378" y="4363"/>
                  </a:lnTo>
                  <a:lnTo>
                    <a:pt x="4962" y="3781"/>
                  </a:lnTo>
                  <a:lnTo>
                    <a:pt x="4378" y="3490"/>
                  </a:lnTo>
                  <a:lnTo>
                    <a:pt x="4962" y="2981"/>
                  </a:lnTo>
                  <a:lnTo>
                    <a:pt x="5399" y="2472"/>
                  </a:lnTo>
                  <a:lnTo>
                    <a:pt x="4962" y="2472"/>
                  </a:lnTo>
                  <a:lnTo>
                    <a:pt x="5399" y="2181"/>
                  </a:lnTo>
                  <a:lnTo>
                    <a:pt x="5983" y="1599"/>
                  </a:lnTo>
                  <a:lnTo>
                    <a:pt x="6567" y="1599"/>
                  </a:lnTo>
                  <a:lnTo>
                    <a:pt x="7005" y="1090"/>
                  </a:lnTo>
                  <a:lnTo>
                    <a:pt x="7589" y="799"/>
                  </a:lnTo>
                  <a:lnTo>
                    <a:pt x="8172" y="799"/>
                  </a:lnTo>
                  <a:lnTo>
                    <a:pt x="8756" y="581"/>
                  </a:lnTo>
                  <a:lnTo>
                    <a:pt x="9194" y="799"/>
                  </a:lnTo>
                  <a:lnTo>
                    <a:pt x="9778" y="799"/>
                  </a:lnTo>
                  <a:lnTo>
                    <a:pt x="9778" y="290"/>
                  </a:lnTo>
                  <a:lnTo>
                    <a:pt x="10362" y="290"/>
                  </a:lnTo>
                  <a:lnTo>
                    <a:pt x="9778" y="0"/>
                  </a:lnTo>
                  <a:close/>
                  <a:moveTo>
                    <a:pt x="3356" y="11345"/>
                  </a:moveTo>
                  <a:lnTo>
                    <a:pt x="3794" y="11636"/>
                  </a:lnTo>
                  <a:lnTo>
                    <a:pt x="4378" y="11636"/>
                  </a:lnTo>
                  <a:lnTo>
                    <a:pt x="3794" y="11345"/>
                  </a:lnTo>
                  <a:lnTo>
                    <a:pt x="3356" y="113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8" name="AutoShape 26"/>
            <p:cNvSpPr>
              <a:spLocks/>
            </p:cNvSpPr>
            <p:nvPr/>
          </p:nvSpPr>
          <p:spPr bwMode="auto">
            <a:xfrm>
              <a:off x="6932717" y="6643640"/>
              <a:ext cx="149050" cy="247372"/>
            </a:xfrm>
            <a:custGeom>
              <a:avLst/>
              <a:gdLst>
                <a:gd name="T0" fmla="*/ 74525 w 21600"/>
                <a:gd name="T1" fmla="*/ 123686 h 21600"/>
                <a:gd name="T2" fmla="*/ 74525 w 21600"/>
                <a:gd name="T3" fmla="*/ 123686 h 21600"/>
                <a:gd name="T4" fmla="*/ 74525 w 21600"/>
                <a:gd name="T5" fmla="*/ 123686 h 21600"/>
                <a:gd name="T6" fmla="*/ 74525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85"/>
                  </a:moveTo>
                  <a:lnTo>
                    <a:pt x="0" y="8914"/>
                  </a:lnTo>
                  <a:lnTo>
                    <a:pt x="2335" y="7542"/>
                  </a:lnTo>
                  <a:lnTo>
                    <a:pt x="0" y="8914"/>
                  </a:lnTo>
                  <a:lnTo>
                    <a:pt x="0" y="10285"/>
                  </a:lnTo>
                  <a:close/>
                  <a:moveTo>
                    <a:pt x="4670" y="1371"/>
                  </a:moveTo>
                  <a:lnTo>
                    <a:pt x="2335" y="1371"/>
                  </a:lnTo>
                  <a:lnTo>
                    <a:pt x="0" y="0"/>
                  </a:lnTo>
                  <a:lnTo>
                    <a:pt x="4670" y="0"/>
                  </a:lnTo>
                  <a:lnTo>
                    <a:pt x="4670" y="1371"/>
                  </a:lnTo>
                  <a:close/>
                  <a:moveTo>
                    <a:pt x="7005" y="1371"/>
                  </a:moveTo>
                  <a:lnTo>
                    <a:pt x="8756" y="2400"/>
                  </a:lnTo>
                  <a:lnTo>
                    <a:pt x="11091" y="2400"/>
                  </a:lnTo>
                  <a:lnTo>
                    <a:pt x="7005" y="2400"/>
                  </a:lnTo>
                  <a:lnTo>
                    <a:pt x="4670" y="1371"/>
                  </a:lnTo>
                  <a:lnTo>
                    <a:pt x="7005" y="1371"/>
                  </a:lnTo>
                  <a:lnTo>
                    <a:pt x="4670" y="1371"/>
                  </a:lnTo>
                  <a:lnTo>
                    <a:pt x="7005" y="1371"/>
                  </a:lnTo>
                  <a:close/>
                  <a:moveTo>
                    <a:pt x="4670" y="2400"/>
                  </a:moveTo>
                  <a:lnTo>
                    <a:pt x="4670" y="3771"/>
                  </a:lnTo>
                  <a:lnTo>
                    <a:pt x="2335" y="5142"/>
                  </a:lnTo>
                  <a:lnTo>
                    <a:pt x="2335" y="3771"/>
                  </a:lnTo>
                  <a:lnTo>
                    <a:pt x="0" y="3771"/>
                  </a:lnTo>
                  <a:lnTo>
                    <a:pt x="0" y="5142"/>
                  </a:lnTo>
                  <a:lnTo>
                    <a:pt x="2335" y="5142"/>
                  </a:lnTo>
                  <a:lnTo>
                    <a:pt x="2335" y="8914"/>
                  </a:lnTo>
                  <a:lnTo>
                    <a:pt x="0" y="10285"/>
                  </a:lnTo>
                  <a:lnTo>
                    <a:pt x="0" y="11314"/>
                  </a:lnTo>
                  <a:lnTo>
                    <a:pt x="2335" y="14057"/>
                  </a:lnTo>
                  <a:lnTo>
                    <a:pt x="0" y="14057"/>
                  </a:lnTo>
                  <a:lnTo>
                    <a:pt x="2335" y="16457"/>
                  </a:lnTo>
                  <a:lnTo>
                    <a:pt x="4670" y="19200"/>
                  </a:lnTo>
                  <a:lnTo>
                    <a:pt x="4670" y="20228"/>
                  </a:lnTo>
                  <a:lnTo>
                    <a:pt x="7005" y="21600"/>
                  </a:lnTo>
                  <a:lnTo>
                    <a:pt x="8756" y="20228"/>
                  </a:lnTo>
                  <a:lnTo>
                    <a:pt x="15178" y="20228"/>
                  </a:lnTo>
                  <a:lnTo>
                    <a:pt x="19848" y="19200"/>
                  </a:lnTo>
                  <a:lnTo>
                    <a:pt x="19848" y="16457"/>
                  </a:lnTo>
                  <a:lnTo>
                    <a:pt x="21599" y="16457"/>
                  </a:lnTo>
                  <a:lnTo>
                    <a:pt x="21599" y="14057"/>
                  </a:lnTo>
                  <a:lnTo>
                    <a:pt x="19848" y="12685"/>
                  </a:lnTo>
                  <a:lnTo>
                    <a:pt x="21599" y="12685"/>
                  </a:lnTo>
                  <a:lnTo>
                    <a:pt x="19848" y="11314"/>
                  </a:lnTo>
                  <a:lnTo>
                    <a:pt x="17513" y="8914"/>
                  </a:lnTo>
                  <a:lnTo>
                    <a:pt x="17513" y="7542"/>
                  </a:lnTo>
                  <a:lnTo>
                    <a:pt x="15178" y="7542"/>
                  </a:lnTo>
                  <a:lnTo>
                    <a:pt x="15178" y="6514"/>
                  </a:lnTo>
                  <a:lnTo>
                    <a:pt x="13427" y="6514"/>
                  </a:lnTo>
                  <a:lnTo>
                    <a:pt x="13427" y="5142"/>
                  </a:lnTo>
                  <a:lnTo>
                    <a:pt x="11091" y="5142"/>
                  </a:lnTo>
                  <a:lnTo>
                    <a:pt x="11091" y="3771"/>
                  </a:lnTo>
                  <a:lnTo>
                    <a:pt x="8756" y="2400"/>
                  </a:lnTo>
                  <a:lnTo>
                    <a:pt x="4670" y="2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9" name="AutoShape 27"/>
            <p:cNvSpPr>
              <a:spLocks/>
            </p:cNvSpPr>
            <p:nvPr/>
          </p:nvSpPr>
          <p:spPr bwMode="auto">
            <a:xfrm>
              <a:off x="6114973" y="5143717"/>
              <a:ext cx="1865110" cy="1617719"/>
            </a:xfrm>
            <a:custGeom>
              <a:avLst/>
              <a:gdLst>
                <a:gd name="T0" fmla="*/ 932555 w 21600"/>
                <a:gd name="T1" fmla="*/ 808859 h 21600"/>
                <a:gd name="T2" fmla="*/ 932555 w 21600"/>
                <a:gd name="T3" fmla="*/ 808859 h 21600"/>
                <a:gd name="T4" fmla="*/ 932555 w 21600"/>
                <a:gd name="T5" fmla="*/ 808859 h 21600"/>
                <a:gd name="T6" fmla="*/ 932555 w 21600"/>
                <a:gd name="T7" fmla="*/ 8088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04" y="786"/>
                  </a:moveTo>
                  <a:lnTo>
                    <a:pt x="6904" y="943"/>
                  </a:lnTo>
                  <a:lnTo>
                    <a:pt x="7091" y="1153"/>
                  </a:lnTo>
                  <a:lnTo>
                    <a:pt x="7091" y="1363"/>
                  </a:lnTo>
                  <a:lnTo>
                    <a:pt x="7231" y="1572"/>
                  </a:lnTo>
                  <a:lnTo>
                    <a:pt x="7091" y="1572"/>
                  </a:lnTo>
                  <a:lnTo>
                    <a:pt x="7231" y="1730"/>
                  </a:lnTo>
                  <a:lnTo>
                    <a:pt x="7231" y="1939"/>
                  </a:lnTo>
                  <a:lnTo>
                    <a:pt x="7417" y="1939"/>
                  </a:lnTo>
                  <a:lnTo>
                    <a:pt x="7417" y="2149"/>
                  </a:lnTo>
                  <a:lnTo>
                    <a:pt x="8117" y="2149"/>
                  </a:lnTo>
                  <a:lnTo>
                    <a:pt x="8304" y="2306"/>
                  </a:lnTo>
                  <a:lnTo>
                    <a:pt x="8444" y="2306"/>
                  </a:lnTo>
                  <a:lnTo>
                    <a:pt x="8444" y="2516"/>
                  </a:lnTo>
                  <a:lnTo>
                    <a:pt x="8630" y="2516"/>
                  </a:lnTo>
                  <a:lnTo>
                    <a:pt x="8630" y="3669"/>
                  </a:lnTo>
                  <a:lnTo>
                    <a:pt x="8444" y="3879"/>
                  </a:lnTo>
                  <a:lnTo>
                    <a:pt x="8444" y="4089"/>
                  </a:lnTo>
                  <a:lnTo>
                    <a:pt x="8630" y="4089"/>
                  </a:lnTo>
                  <a:lnTo>
                    <a:pt x="8817" y="4299"/>
                  </a:lnTo>
                  <a:lnTo>
                    <a:pt x="8957" y="4299"/>
                  </a:lnTo>
                  <a:lnTo>
                    <a:pt x="9330" y="4456"/>
                  </a:lnTo>
                  <a:lnTo>
                    <a:pt x="9657" y="4666"/>
                  </a:lnTo>
                  <a:lnTo>
                    <a:pt x="9843" y="4875"/>
                  </a:lnTo>
                  <a:lnTo>
                    <a:pt x="10170" y="5033"/>
                  </a:lnTo>
                  <a:lnTo>
                    <a:pt x="10543" y="5033"/>
                  </a:lnTo>
                  <a:lnTo>
                    <a:pt x="10683" y="5242"/>
                  </a:lnTo>
                  <a:lnTo>
                    <a:pt x="11196" y="5242"/>
                  </a:lnTo>
                  <a:lnTo>
                    <a:pt x="11196" y="5452"/>
                  </a:lnTo>
                  <a:lnTo>
                    <a:pt x="11756" y="5242"/>
                  </a:lnTo>
                  <a:lnTo>
                    <a:pt x="12082" y="5452"/>
                  </a:lnTo>
                  <a:lnTo>
                    <a:pt x="12082" y="5609"/>
                  </a:lnTo>
                  <a:lnTo>
                    <a:pt x="12269" y="5609"/>
                  </a:lnTo>
                  <a:lnTo>
                    <a:pt x="12782" y="5819"/>
                  </a:lnTo>
                  <a:lnTo>
                    <a:pt x="13109" y="5819"/>
                  </a:lnTo>
                  <a:lnTo>
                    <a:pt x="13809" y="6029"/>
                  </a:lnTo>
                  <a:lnTo>
                    <a:pt x="13995" y="5819"/>
                  </a:lnTo>
                  <a:lnTo>
                    <a:pt x="14135" y="6029"/>
                  </a:lnTo>
                  <a:lnTo>
                    <a:pt x="14695" y="6029"/>
                  </a:lnTo>
                  <a:lnTo>
                    <a:pt x="14835" y="5609"/>
                  </a:lnTo>
                  <a:lnTo>
                    <a:pt x="14695" y="5242"/>
                  </a:lnTo>
                  <a:lnTo>
                    <a:pt x="14695" y="4875"/>
                  </a:lnTo>
                  <a:lnTo>
                    <a:pt x="14835" y="4666"/>
                  </a:lnTo>
                  <a:lnTo>
                    <a:pt x="15022" y="4666"/>
                  </a:lnTo>
                  <a:lnTo>
                    <a:pt x="15022" y="5033"/>
                  </a:lnTo>
                  <a:lnTo>
                    <a:pt x="15208" y="5033"/>
                  </a:lnTo>
                  <a:lnTo>
                    <a:pt x="15208" y="5452"/>
                  </a:lnTo>
                  <a:lnTo>
                    <a:pt x="15348" y="5609"/>
                  </a:lnTo>
                  <a:lnTo>
                    <a:pt x="15721" y="5609"/>
                  </a:lnTo>
                  <a:lnTo>
                    <a:pt x="16048" y="5819"/>
                  </a:lnTo>
                  <a:lnTo>
                    <a:pt x="16234" y="5819"/>
                  </a:lnTo>
                  <a:lnTo>
                    <a:pt x="16421" y="5609"/>
                  </a:lnTo>
                  <a:lnTo>
                    <a:pt x="17261" y="5609"/>
                  </a:lnTo>
                  <a:lnTo>
                    <a:pt x="17587" y="5452"/>
                  </a:lnTo>
                  <a:lnTo>
                    <a:pt x="17447" y="5452"/>
                  </a:lnTo>
                  <a:lnTo>
                    <a:pt x="17447" y="5242"/>
                  </a:lnTo>
                  <a:lnTo>
                    <a:pt x="17261" y="5033"/>
                  </a:lnTo>
                  <a:lnTo>
                    <a:pt x="17261" y="4666"/>
                  </a:lnTo>
                  <a:lnTo>
                    <a:pt x="17774" y="4666"/>
                  </a:lnTo>
                  <a:lnTo>
                    <a:pt x="17961" y="4456"/>
                  </a:lnTo>
                  <a:lnTo>
                    <a:pt x="18147" y="4456"/>
                  </a:lnTo>
                  <a:lnTo>
                    <a:pt x="18147" y="4299"/>
                  </a:lnTo>
                  <a:lnTo>
                    <a:pt x="18287" y="4299"/>
                  </a:lnTo>
                  <a:lnTo>
                    <a:pt x="18287" y="4089"/>
                  </a:lnTo>
                  <a:lnTo>
                    <a:pt x="18474" y="3879"/>
                  </a:lnTo>
                  <a:lnTo>
                    <a:pt x="18987" y="3879"/>
                  </a:lnTo>
                  <a:lnTo>
                    <a:pt x="19174" y="3669"/>
                  </a:lnTo>
                  <a:lnTo>
                    <a:pt x="19174" y="3512"/>
                  </a:lnTo>
                  <a:lnTo>
                    <a:pt x="19360" y="3302"/>
                  </a:lnTo>
                  <a:lnTo>
                    <a:pt x="19500" y="3512"/>
                  </a:lnTo>
                  <a:lnTo>
                    <a:pt x="20013" y="3512"/>
                  </a:lnTo>
                  <a:lnTo>
                    <a:pt x="20013" y="3302"/>
                  </a:lnTo>
                  <a:lnTo>
                    <a:pt x="20387" y="3093"/>
                  </a:lnTo>
                  <a:lnTo>
                    <a:pt x="20527" y="3093"/>
                  </a:lnTo>
                  <a:lnTo>
                    <a:pt x="20527" y="3302"/>
                  </a:lnTo>
                  <a:lnTo>
                    <a:pt x="20713" y="3302"/>
                  </a:lnTo>
                  <a:lnTo>
                    <a:pt x="20527" y="3512"/>
                  </a:lnTo>
                  <a:lnTo>
                    <a:pt x="20713" y="3669"/>
                  </a:lnTo>
                  <a:lnTo>
                    <a:pt x="20900" y="3669"/>
                  </a:lnTo>
                  <a:lnTo>
                    <a:pt x="21086" y="3879"/>
                  </a:lnTo>
                  <a:lnTo>
                    <a:pt x="21086" y="4089"/>
                  </a:lnTo>
                  <a:lnTo>
                    <a:pt x="20900" y="4089"/>
                  </a:lnTo>
                  <a:lnTo>
                    <a:pt x="20900" y="4299"/>
                  </a:lnTo>
                  <a:lnTo>
                    <a:pt x="21413" y="4299"/>
                  </a:lnTo>
                  <a:lnTo>
                    <a:pt x="21413" y="4456"/>
                  </a:lnTo>
                  <a:lnTo>
                    <a:pt x="21600" y="4666"/>
                  </a:lnTo>
                  <a:lnTo>
                    <a:pt x="21413" y="4666"/>
                  </a:lnTo>
                  <a:lnTo>
                    <a:pt x="21413" y="5033"/>
                  </a:lnTo>
                  <a:lnTo>
                    <a:pt x="21226" y="5033"/>
                  </a:lnTo>
                  <a:lnTo>
                    <a:pt x="21086" y="4875"/>
                  </a:lnTo>
                  <a:lnTo>
                    <a:pt x="20900" y="5033"/>
                  </a:lnTo>
                  <a:lnTo>
                    <a:pt x="20713" y="5033"/>
                  </a:lnTo>
                  <a:lnTo>
                    <a:pt x="20527" y="5242"/>
                  </a:lnTo>
                  <a:lnTo>
                    <a:pt x="20387" y="5609"/>
                  </a:lnTo>
                  <a:lnTo>
                    <a:pt x="20200" y="5609"/>
                  </a:lnTo>
                  <a:lnTo>
                    <a:pt x="20013" y="6029"/>
                  </a:lnTo>
                  <a:lnTo>
                    <a:pt x="19873" y="6238"/>
                  </a:lnTo>
                  <a:lnTo>
                    <a:pt x="20013" y="6238"/>
                  </a:lnTo>
                  <a:lnTo>
                    <a:pt x="19873" y="6605"/>
                  </a:lnTo>
                  <a:lnTo>
                    <a:pt x="19687" y="6972"/>
                  </a:lnTo>
                  <a:lnTo>
                    <a:pt x="19873" y="7182"/>
                  </a:lnTo>
                  <a:lnTo>
                    <a:pt x="19687" y="7601"/>
                  </a:lnTo>
                  <a:lnTo>
                    <a:pt x="19687" y="7968"/>
                  </a:lnTo>
                  <a:lnTo>
                    <a:pt x="19500" y="8178"/>
                  </a:lnTo>
                  <a:lnTo>
                    <a:pt x="18987" y="8178"/>
                  </a:lnTo>
                  <a:lnTo>
                    <a:pt x="19174" y="8545"/>
                  </a:lnTo>
                  <a:lnTo>
                    <a:pt x="19174" y="8965"/>
                  </a:lnTo>
                  <a:lnTo>
                    <a:pt x="18987" y="8965"/>
                  </a:lnTo>
                  <a:lnTo>
                    <a:pt x="18987" y="9541"/>
                  </a:lnTo>
                  <a:lnTo>
                    <a:pt x="18800" y="9699"/>
                  </a:lnTo>
                  <a:lnTo>
                    <a:pt x="18800" y="9908"/>
                  </a:lnTo>
                  <a:lnTo>
                    <a:pt x="18660" y="9908"/>
                  </a:lnTo>
                  <a:lnTo>
                    <a:pt x="18660" y="10118"/>
                  </a:lnTo>
                  <a:lnTo>
                    <a:pt x="18660" y="9908"/>
                  </a:lnTo>
                  <a:lnTo>
                    <a:pt x="18474" y="9699"/>
                  </a:lnTo>
                  <a:lnTo>
                    <a:pt x="18474" y="9122"/>
                  </a:lnTo>
                  <a:lnTo>
                    <a:pt x="18287" y="9122"/>
                  </a:lnTo>
                  <a:lnTo>
                    <a:pt x="18287" y="8545"/>
                  </a:lnTo>
                  <a:lnTo>
                    <a:pt x="18147" y="8545"/>
                  </a:lnTo>
                  <a:lnTo>
                    <a:pt x="17961" y="8335"/>
                  </a:lnTo>
                  <a:lnTo>
                    <a:pt x="17961" y="8755"/>
                  </a:lnTo>
                  <a:lnTo>
                    <a:pt x="17774" y="8965"/>
                  </a:lnTo>
                  <a:lnTo>
                    <a:pt x="17961" y="8965"/>
                  </a:lnTo>
                  <a:lnTo>
                    <a:pt x="17587" y="8965"/>
                  </a:lnTo>
                  <a:lnTo>
                    <a:pt x="17587" y="8755"/>
                  </a:lnTo>
                  <a:lnTo>
                    <a:pt x="17447" y="8545"/>
                  </a:lnTo>
                  <a:lnTo>
                    <a:pt x="17447" y="8178"/>
                  </a:lnTo>
                  <a:lnTo>
                    <a:pt x="17587" y="7968"/>
                  </a:lnTo>
                  <a:lnTo>
                    <a:pt x="17587" y="8178"/>
                  </a:lnTo>
                  <a:lnTo>
                    <a:pt x="17774" y="8178"/>
                  </a:lnTo>
                  <a:lnTo>
                    <a:pt x="17774" y="7968"/>
                  </a:lnTo>
                  <a:lnTo>
                    <a:pt x="17961" y="7759"/>
                  </a:lnTo>
                  <a:lnTo>
                    <a:pt x="17961" y="7392"/>
                  </a:lnTo>
                  <a:lnTo>
                    <a:pt x="18147" y="7182"/>
                  </a:lnTo>
                  <a:lnTo>
                    <a:pt x="17961" y="7182"/>
                  </a:lnTo>
                  <a:lnTo>
                    <a:pt x="17961" y="6972"/>
                  </a:lnTo>
                  <a:lnTo>
                    <a:pt x="17774" y="7182"/>
                  </a:lnTo>
                  <a:lnTo>
                    <a:pt x="17774" y="6972"/>
                  </a:lnTo>
                  <a:lnTo>
                    <a:pt x="16234" y="6972"/>
                  </a:lnTo>
                  <a:lnTo>
                    <a:pt x="16234" y="6815"/>
                  </a:lnTo>
                  <a:lnTo>
                    <a:pt x="16048" y="6605"/>
                  </a:lnTo>
                  <a:lnTo>
                    <a:pt x="16048" y="6238"/>
                  </a:lnTo>
                  <a:lnTo>
                    <a:pt x="15721" y="6238"/>
                  </a:lnTo>
                  <a:lnTo>
                    <a:pt x="15535" y="6029"/>
                  </a:lnTo>
                  <a:lnTo>
                    <a:pt x="15348" y="6238"/>
                  </a:lnTo>
                  <a:lnTo>
                    <a:pt x="15535" y="6238"/>
                  </a:lnTo>
                  <a:lnTo>
                    <a:pt x="15348" y="6238"/>
                  </a:lnTo>
                  <a:lnTo>
                    <a:pt x="15208" y="6029"/>
                  </a:lnTo>
                  <a:lnTo>
                    <a:pt x="15208" y="5819"/>
                  </a:lnTo>
                  <a:lnTo>
                    <a:pt x="15022" y="5819"/>
                  </a:lnTo>
                  <a:lnTo>
                    <a:pt x="15022" y="6238"/>
                  </a:lnTo>
                  <a:lnTo>
                    <a:pt x="14835" y="6396"/>
                  </a:lnTo>
                  <a:lnTo>
                    <a:pt x="14835" y="6605"/>
                  </a:lnTo>
                  <a:lnTo>
                    <a:pt x="15208" y="6815"/>
                  </a:lnTo>
                  <a:lnTo>
                    <a:pt x="15348" y="6815"/>
                  </a:lnTo>
                  <a:lnTo>
                    <a:pt x="15535" y="6972"/>
                  </a:lnTo>
                  <a:lnTo>
                    <a:pt x="15348" y="7182"/>
                  </a:lnTo>
                  <a:lnTo>
                    <a:pt x="15348" y="6972"/>
                  </a:lnTo>
                  <a:lnTo>
                    <a:pt x="15208" y="7182"/>
                  </a:lnTo>
                  <a:lnTo>
                    <a:pt x="15208" y="7392"/>
                  </a:lnTo>
                  <a:lnTo>
                    <a:pt x="15022" y="7392"/>
                  </a:lnTo>
                  <a:lnTo>
                    <a:pt x="15022" y="7759"/>
                  </a:lnTo>
                  <a:lnTo>
                    <a:pt x="15208" y="7968"/>
                  </a:lnTo>
                  <a:lnTo>
                    <a:pt x="15348" y="7968"/>
                  </a:lnTo>
                  <a:lnTo>
                    <a:pt x="15535" y="8178"/>
                  </a:lnTo>
                  <a:lnTo>
                    <a:pt x="15535" y="9122"/>
                  </a:lnTo>
                  <a:lnTo>
                    <a:pt x="15861" y="9332"/>
                  </a:lnTo>
                  <a:lnTo>
                    <a:pt x="15861" y="10328"/>
                  </a:lnTo>
                  <a:lnTo>
                    <a:pt x="15721" y="10118"/>
                  </a:lnTo>
                  <a:lnTo>
                    <a:pt x="15721" y="10328"/>
                  </a:lnTo>
                  <a:lnTo>
                    <a:pt x="15721" y="10118"/>
                  </a:lnTo>
                  <a:lnTo>
                    <a:pt x="15535" y="10118"/>
                  </a:lnTo>
                  <a:lnTo>
                    <a:pt x="15535" y="9908"/>
                  </a:lnTo>
                  <a:lnTo>
                    <a:pt x="15535" y="10118"/>
                  </a:lnTo>
                  <a:lnTo>
                    <a:pt x="15208" y="10118"/>
                  </a:lnTo>
                  <a:lnTo>
                    <a:pt x="15208" y="9699"/>
                  </a:lnTo>
                  <a:lnTo>
                    <a:pt x="15022" y="9699"/>
                  </a:lnTo>
                  <a:lnTo>
                    <a:pt x="15208" y="9699"/>
                  </a:lnTo>
                  <a:lnTo>
                    <a:pt x="15022" y="9908"/>
                  </a:lnTo>
                  <a:lnTo>
                    <a:pt x="15022" y="10118"/>
                  </a:lnTo>
                  <a:lnTo>
                    <a:pt x="14835" y="10118"/>
                  </a:lnTo>
                  <a:lnTo>
                    <a:pt x="14508" y="10328"/>
                  </a:lnTo>
                  <a:lnTo>
                    <a:pt x="14322" y="10485"/>
                  </a:lnTo>
                  <a:lnTo>
                    <a:pt x="14322" y="11062"/>
                  </a:lnTo>
                  <a:lnTo>
                    <a:pt x="14135" y="11271"/>
                  </a:lnTo>
                  <a:lnTo>
                    <a:pt x="14135" y="11481"/>
                  </a:lnTo>
                  <a:lnTo>
                    <a:pt x="13809" y="11638"/>
                  </a:lnTo>
                  <a:lnTo>
                    <a:pt x="13482" y="12058"/>
                  </a:lnTo>
                  <a:lnTo>
                    <a:pt x="13482" y="11848"/>
                  </a:lnTo>
                  <a:lnTo>
                    <a:pt x="13109" y="11848"/>
                  </a:lnTo>
                  <a:lnTo>
                    <a:pt x="13109" y="12058"/>
                  </a:lnTo>
                  <a:lnTo>
                    <a:pt x="13295" y="12058"/>
                  </a:lnTo>
                  <a:lnTo>
                    <a:pt x="12782" y="12425"/>
                  </a:lnTo>
                  <a:lnTo>
                    <a:pt x="12596" y="12844"/>
                  </a:lnTo>
                  <a:lnTo>
                    <a:pt x="11896" y="13421"/>
                  </a:lnTo>
                  <a:lnTo>
                    <a:pt x="11896" y="13631"/>
                  </a:lnTo>
                  <a:lnTo>
                    <a:pt x="11756" y="13788"/>
                  </a:lnTo>
                  <a:lnTo>
                    <a:pt x="11383" y="13998"/>
                  </a:lnTo>
                  <a:lnTo>
                    <a:pt x="11196" y="13998"/>
                  </a:lnTo>
                  <a:lnTo>
                    <a:pt x="11196" y="14365"/>
                  </a:lnTo>
                  <a:lnTo>
                    <a:pt x="11056" y="14574"/>
                  </a:lnTo>
                  <a:lnTo>
                    <a:pt x="10869" y="14784"/>
                  </a:lnTo>
                  <a:lnTo>
                    <a:pt x="10356" y="14784"/>
                  </a:lnTo>
                  <a:lnTo>
                    <a:pt x="10356" y="14994"/>
                  </a:lnTo>
                  <a:lnTo>
                    <a:pt x="10170" y="15151"/>
                  </a:lnTo>
                  <a:lnTo>
                    <a:pt x="9843" y="15151"/>
                  </a:lnTo>
                  <a:lnTo>
                    <a:pt x="9657" y="15361"/>
                  </a:lnTo>
                  <a:lnTo>
                    <a:pt x="9657" y="17091"/>
                  </a:lnTo>
                  <a:lnTo>
                    <a:pt x="9843" y="17300"/>
                  </a:lnTo>
                  <a:lnTo>
                    <a:pt x="9843" y="17510"/>
                  </a:lnTo>
                  <a:lnTo>
                    <a:pt x="9657" y="18087"/>
                  </a:lnTo>
                  <a:lnTo>
                    <a:pt x="9470" y="18454"/>
                  </a:lnTo>
                  <a:lnTo>
                    <a:pt x="9470" y="18873"/>
                  </a:lnTo>
                  <a:lnTo>
                    <a:pt x="9657" y="19450"/>
                  </a:lnTo>
                  <a:lnTo>
                    <a:pt x="9657" y="19660"/>
                  </a:lnTo>
                  <a:lnTo>
                    <a:pt x="9470" y="19817"/>
                  </a:lnTo>
                  <a:lnTo>
                    <a:pt x="9330" y="19660"/>
                  </a:lnTo>
                  <a:lnTo>
                    <a:pt x="9143" y="19817"/>
                  </a:lnTo>
                  <a:lnTo>
                    <a:pt x="9143" y="20027"/>
                  </a:lnTo>
                  <a:lnTo>
                    <a:pt x="8817" y="20394"/>
                  </a:lnTo>
                  <a:lnTo>
                    <a:pt x="8957" y="20394"/>
                  </a:lnTo>
                  <a:lnTo>
                    <a:pt x="9143" y="20603"/>
                  </a:lnTo>
                  <a:lnTo>
                    <a:pt x="8630" y="20603"/>
                  </a:lnTo>
                  <a:lnTo>
                    <a:pt x="8444" y="20813"/>
                  </a:lnTo>
                  <a:lnTo>
                    <a:pt x="8304" y="21023"/>
                  </a:lnTo>
                  <a:lnTo>
                    <a:pt x="8304" y="21390"/>
                  </a:lnTo>
                  <a:lnTo>
                    <a:pt x="7930" y="21600"/>
                  </a:lnTo>
                  <a:lnTo>
                    <a:pt x="7604" y="21390"/>
                  </a:lnTo>
                  <a:lnTo>
                    <a:pt x="7417" y="21390"/>
                  </a:lnTo>
                  <a:lnTo>
                    <a:pt x="7231" y="21023"/>
                  </a:lnTo>
                  <a:lnTo>
                    <a:pt x="6904" y="20394"/>
                  </a:lnTo>
                  <a:lnTo>
                    <a:pt x="6904" y="19817"/>
                  </a:lnTo>
                  <a:lnTo>
                    <a:pt x="6717" y="19450"/>
                  </a:lnTo>
                  <a:lnTo>
                    <a:pt x="6577" y="19450"/>
                  </a:lnTo>
                  <a:lnTo>
                    <a:pt x="6577" y="19031"/>
                  </a:lnTo>
                  <a:lnTo>
                    <a:pt x="6391" y="18873"/>
                  </a:lnTo>
                  <a:lnTo>
                    <a:pt x="6018" y="18454"/>
                  </a:lnTo>
                  <a:lnTo>
                    <a:pt x="5878" y="18087"/>
                  </a:lnTo>
                  <a:lnTo>
                    <a:pt x="5691" y="17877"/>
                  </a:lnTo>
                  <a:lnTo>
                    <a:pt x="5691" y="17510"/>
                  </a:lnTo>
                  <a:lnTo>
                    <a:pt x="5504" y="17510"/>
                  </a:lnTo>
                  <a:lnTo>
                    <a:pt x="5365" y="17091"/>
                  </a:lnTo>
                  <a:lnTo>
                    <a:pt x="5365" y="16724"/>
                  </a:lnTo>
                  <a:lnTo>
                    <a:pt x="5178" y="16514"/>
                  </a:lnTo>
                  <a:lnTo>
                    <a:pt x="5178" y="16357"/>
                  </a:lnTo>
                  <a:lnTo>
                    <a:pt x="4991" y="15937"/>
                  </a:lnTo>
                  <a:lnTo>
                    <a:pt x="4805" y="15937"/>
                  </a:lnTo>
                  <a:lnTo>
                    <a:pt x="4665" y="15570"/>
                  </a:lnTo>
                  <a:lnTo>
                    <a:pt x="4665" y="15361"/>
                  </a:lnTo>
                  <a:lnTo>
                    <a:pt x="4478" y="15151"/>
                  </a:lnTo>
                  <a:lnTo>
                    <a:pt x="4292" y="14784"/>
                  </a:lnTo>
                  <a:lnTo>
                    <a:pt x="4292" y="14365"/>
                  </a:lnTo>
                  <a:lnTo>
                    <a:pt x="3965" y="13631"/>
                  </a:lnTo>
                  <a:lnTo>
                    <a:pt x="3965" y="13421"/>
                  </a:lnTo>
                  <a:lnTo>
                    <a:pt x="3778" y="13211"/>
                  </a:lnTo>
                  <a:lnTo>
                    <a:pt x="3965" y="13211"/>
                  </a:lnTo>
                  <a:lnTo>
                    <a:pt x="3778" y="13001"/>
                  </a:lnTo>
                  <a:lnTo>
                    <a:pt x="3778" y="12844"/>
                  </a:lnTo>
                  <a:lnTo>
                    <a:pt x="3965" y="12844"/>
                  </a:lnTo>
                  <a:lnTo>
                    <a:pt x="3778" y="12634"/>
                  </a:lnTo>
                  <a:lnTo>
                    <a:pt x="3778" y="12425"/>
                  </a:lnTo>
                  <a:lnTo>
                    <a:pt x="3638" y="12058"/>
                  </a:lnTo>
                  <a:lnTo>
                    <a:pt x="3452" y="11848"/>
                  </a:lnTo>
                  <a:lnTo>
                    <a:pt x="3638" y="11638"/>
                  </a:lnTo>
                  <a:lnTo>
                    <a:pt x="3638" y="10904"/>
                  </a:lnTo>
                  <a:lnTo>
                    <a:pt x="3452" y="10904"/>
                  </a:lnTo>
                  <a:lnTo>
                    <a:pt x="3452" y="10485"/>
                  </a:lnTo>
                  <a:lnTo>
                    <a:pt x="3638" y="10328"/>
                  </a:lnTo>
                  <a:lnTo>
                    <a:pt x="3778" y="10328"/>
                  </a:lnTo>
                  <a:lnTo>
                    <a:pt x="3265" y="10328"/>
                  </a:lnTo>
                  <a:lnTo>
                    <a:pt x="3265" y="9908"/>
                  </a:lnTo>
                  <a:lnTo>
                    <a:pt x="3452" y="9908"/>
                  </a:lnTo>
                  <a:lnTo>
                    <a:pt x="3638" y="9699"/>
                  </a:lnTo>
                  <a:lnTo>
                    <a:pt x="3265" y="9699"/>
                  </a:lnTo>
                  <a:lnTo>
                    <a:pt x="3079" y="9541"/>
                  </a:lnTo>
                  <a:lnTo>
                    <a:pt x="3079" y="9908"/>
                  </a:lnTo>
                  <a:lnTo>
                    <a:pt x="2939" y="10118"/>
                  </a:lnTo>
                  <a:lnTo>
                    <a:pt x="3079" y="10328"/>
                  </a:lnTo>
                  <a:lnTo>
                    <a:pt x="3079" y="10485"/>
                  </a:lnTo>
                  <a:lnTo>
                    <a:pt x="2939" y="10695"/>
                  </a:lnTo>
                  <a:lnTo>
                    <a:pt x="2752" y="10904"/>
                  </a:lnTo>
                  <a:lnTo>
                    <a:pt x="2239" y="11062"/>
                  </a:lnTo>
                  <a:lnTo>
                    <a:pt x="2052" y="11271"/>
                  </a:lnTo>
                  <a:lnTo>
                    <a:pt x="1912" y="11062"/>
                  </a:lnTo>
                  <a:lnTo>
                    <a:pt x="1212" y="10695"/>
                  </a:lnTo>
                  <a:lnTo>
                    <a:pt x="1026" y="10328"/>
                  </a:lnTo>
                  <a:lnTo>
                    <a:pt x="839" y="10328"/>
                  </a:lnTo>
                  <a:lnTo>
                    <a:pt x="513" y="9908"/>
                  </a:lnTo>
                  <a:lnTo>
                    <a:pt x="513" y="9699"/>
                  </a:lnTo>
                  <a:lnTo>
                    <a:pt x="699" y="9699"/>
                  </a:lnTo>
                  <a:lnTo>
                    <a:pt x="699" y="9908"/>
                  </a:lnTo>
                  <a:lnTo>
                    <a:pt x="839" y="9908"/>
                  </a:lnTo>
                  <a:lnTo>
                    <a:pt x="1026" y="9699"/>
                  </a:lnTo>
                  <a:lnTo>
                    <a:pt x="1026" y="9908"/>
                  </a:lnTo>
                  <a:lnTo>
                    <a:pt x="1026" y="9699"/>
                  </a:lnTo>
                  <a:lnTo>
                    <a:pt x="1352" y="9541"/>
                  </a:lnTo>
                  <a:lnTo>
                    <a:pt x="1539" y="9541"/>
                  </a:lnTo>
                  <a:lnTo>
                    <a:pt x="1726" y="9332"/>
                  </a:lnTo>
                  <a:lnTo>
                    <a:pt x="1726" y="9122"/>
                  </a:lnTo>
                  <a:lnTo>
                    <a:pt x="1539" y="9122"/>
                  </a:lnTo>
                  <a:lnTo>
                    <a:pt x="1539" y="9332"/>
                  </a:lnTo>
                  <a:lnTo>
                    <a:pt x="1026" y="9332"/>
                  </a:lnTo>
                  <a:lnTo>
                    <a:pt x="839" y="9541"/>
                  </a:lnTo>
                  <a:lnTo>
                    <a:pt x="326" y="9332"/>
                  </a:lnTo>
                  <a:lnTo>
                    <a:pt x="186" y="8965"/>
                  </a:lnTo>
                  <a:lnTo>
                    <a:pt x="0" y="8965"/>
                  </a:lnTo>
                  <a:lnTo>
                    <a:pt x="186" y="8755"/>
                  </a:lnTo>
                  <a:lnTo>
                    <a:pt x="186" y="8545"/>
                  </a:lnTo>
                  <a:lnTo>
                    <a:pt x="326" y="8545"/>
                  </a:lnTo>
                  <a:lnTo>
                    <a:pt x="186" y="8545"/>
                  </a:lnTo>
                  <a:lnTo>
                    <a:pt x="0" y="8755"/>
                  </a:lnTo>
                  <a:lnTo>
                    <a:pt x="0" y="8545"/>
                  </a:lnTo>
                  <a:lnTo>
                    <a:pt x="326" y="8178"/>
                  </a:lnTo>
                  <a:lnTo>
                    <a:pt x="1026" y="8178"/>
                  </a:lnTo>
                  <a:lnTo>
                    <a:pt x="1352" y="7968"/>
                  </a:lnTo>
                  <a:lnTo>
                    <a:pt x="1539" y="7968"/>
                  </a:lnTo>
                  <a:lnTo>
                    <a:pt x="1726" y="8178"/>
                  </a:lnTo>
                  <a:lnTo>
                    <a:pt x="1912" y="7968"/>
                  </a:lnTo>
                  <a:lnTo>
                    <a:pt x="1912" y="7759"/>
                  </a:lnTo>
                  <a:lnTo>
                    <a:pt x="1726" y="7182"/>
                  </a:lnTo>
                  <a:lnTo>
                    <a:pt x="1539" y="6972"/>
                  </a:lnTo>
                  <a:lnTo>
                    <a:pt x="1539" y="6815"/>
                  </a:lnTo>
                  <a:lnTo>
                    <a:pt x="1212" y="6815"/>
                  </a:lnTo>
                  <a:lnTo>
                    <a:pt x="1026" y="6396"/>
                  </a:lnTo>
                  <a:lnTo>
                    <a:pt x="1026" y="6029"/>
                  </a:lnTo>
                  <a:lnTo>
                    <a:pt x="513" y="6029"/>
                  </a:lnTo>
                  <a:lnTo>
                    <a:pt x="513" y="5452"/>
                  </a:lnTo>
                  <a:lnTo>
                    <a:pt x="699" y="5452"/>
                  </a:lnTo>
                  <a:lnTo>
                    <a:pt x="839" y="5033"/>
                  </a:lnTo>
                  <a:lnTo>
                    <a:pt x="1026" y="4875"/>
                  </a:lnTo>
                  <a:lnTo>
                    <a:pt x="1352" y="4875"/>
                  </a:lnTo>
                  <a:lnTo>
                    <a:pt x="1352" y="5033"/>
                  </a:lnTo>
                  <a:lnTo>
                    <a:pt x="1726" y="5033"/>
                  </a:lnTo>
                  <a:lnTo>
                    <a:pt x="2239" y="4875"/>
                  </a:lnTo>
                  <a:lnTo>
                    <a:pt x="2425" y="4666"/>
                  </a:lnTo>
                  <a:lnTo>
                    <a:pt x="2565" y="4299"/>
                  </a:lnTo>
                  <a:lnTo>
                    <a:pt x="2939" y="3879"/>
                  </a:lnTo>
                  <a:lnTo>
                    <a:pt x="2939" y="3669"/>
                  </a:lnTo>
                  <a:lnTo>
                    <a:pt x="3452" y="3093"/>
                  </a:lnTo>
                  <a:lnTo>
                    <a:pt x="3638" y="2935"/>
                  </a:lnTo>
                  <a:lnTo>
                    <a:pt x="3452" y="2726"/>
                  </a:lnTo>
                  <a:lnTo>
                    <a:pt x="3638" y="2516"/>
                  </a:lnTo>
                  <a:lnTo>
                    <a:pt x="3778" y="2306"/>
                  </a:lnTo>
                  <a:lnTo>
                    <a:pt x="3778" y="1572"/>
                  </a:lnTo>
                  <a:lnTo>
                    <a:pt x="3965" y="1153"/>
                  </a:lnTo>
                  <a:lnTo>
                    <a:pt x="4292" y="1153"/>
                  </a:lnTo>
                  <a:lnTo>
                    <a:pt x="4991" y="366"/>
                  </a:lnTo>
                  <a:lnTo>
                    <a:pt x="5178" y="209"/>
                  </a:lnTo>
                  <a:lnTo>
                    <a:pt x="5365" y="0"/>
                  </a:lnTo>
                  <a:lnTo>
                    <a:pt x="5504" y="0"/>
                  </a:lnTo>
                  <a:lnTo>
                    <a:pt x="5878" y="366"/>
                  </a:lnTo>
                  <a:lnTo>
                    <a:pt x="6018" y="209"/>
                  </a:lnTo>
                  <a:lnTo>
                    <a:pt x="6391" y="366"/>
                  </a:lnTo>
                  <a:lnTo>
                    <a:pt x="6391" y="576"/>
                  </a:lnTo>
                  <a:lnTo>
                    <a:pt x="6577" y="576"/>
                  </a:lnTo>
                  <a:lnTo>
                    <a:pt x="6904" y="786"/>
                  </a:lnTo>
                  <a:close/>
                  <a:moveTo>
                    <a:pt x="15535" y="10328"/>
                  </a:moveTo>
                  <a:close/>
                  <a:moveTo>
                    <a:pt x="15535" y="10118"/>
                  </a:moveTo>
                  <a:lnTo>
                    <a:pt x="15348" y="10118"/>
                  </a:lnTo>
                  <a:lnTo>
                    <a:pt x="15348" y="10328"/>
                  </a:lnTo>
                  <a:lnTo>
                    <a:pt x="15535" y="10328"/>
                  </a:lnTo>
                  <a:lnTo>
                    <a:pt x="15535" y="10118"/>
                  </a:lnTo>
                  <a:close/>
                  <a:moveTo>
                    <a:pt x="15348" y="10118"/>
                  </a:moveTo>
                  <a:lnTo>
                    <a:pt x="15348" y="10328"/>
                  </a:lnTo>
                  <a:lnTo>
                    <a:pt x="15348" y="10118"/>
                  </a:lnTo>
                  <a:close/>
                  <a:moveTo>
                    <a:pt x="15022" y="10328"/>
                  </a:moveTo>
                  <a:lnTo>
                    <a:pt x="15208" y="10328"/>
                  </a:lnTo>
                  <a:lnTo>
                    <a:pt x="15208" y="10118"/>
                  </a:lnTo>
                  <a:lnTo>
                    <a:pt x="15022" y="103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0" name="AutoShape 28"/>
            <p:cNvSpPr>
              <a:spLocks/>
            </p:cNvSpPr>
            <p:nvPr/>
          </p:nvSpPr>
          <p:spPr bwMode="auto">
            <a:xfrm>
              <a:off x="7395977" y="5579555"/>
              <a:ext cx="330323" cy="392651"/>
            </a:xfrm>
            <a:custGeom>
              <a:avLst/>
              <a:gdLst>
                <a:gd name="T0" fmla="*/ 165162 w 21600"/>
                <a:gd name="T1" fmla="*/ 196326 h 21600"/>
                <a:gd name="T2" fmla="*/ 165162 w 21600"/>
                <a:gd name="T3" fmla="*/ 196326 h 21600"/>
                <a:gd name="T4" fmla="*/ 165162 w 21600"/>
                <a:gd name="T5" fmla="*/ 196326 h 21600"/>
                <a:gd name="T6" fmla="*/ 165162 w 21600"/>
                <a:gd name="T7" fmla="*/ 1963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7599"/>
                  </a:moveTo>
                  <a:cubicBezTo>
                    <a:pt x="21599" y="18399"/>
                    <a:pt x="21599" y="18399"/>
                    <a:pt x="21599" y="18399"/>
                  </a:cubicBezTo>
                  <a:cubicBezTo>
                    <a:pt x="21599" y="19199"/>
                    <a:pt x="21599" y="19199"/>
                    <a:pt x="21599" y="19199"/>
                  </a:cubicBezTo>
                  <a:cubicBezTo>
                    <a:pt x="20618" y="18399"/>
                    <a:pt x="20618" y="18399"/>
                    <a:pt x="20618" y="18399"/>
                  </a:cubicBezTo>
                  <a:cubicBezTo>
                    <a:pt x="20618" y="19199"/>
                    <a:pt x="20618" y="19199"/>
                    <a:pt x="20618" y="19199"/>
                  </a:cubicBezTo>
                  <a:cubicBezTo>
                    <a:pt x="19636" y="19999"/>
                    <a:pt x="19636" y="19999"/>
                    <a:pt x="19636" y="19999"/>
                  </a:cubicBezTo>
                  <a:cubicBezTo>
                    <a:pt x="20618" y="19999"/>
                    <a:pt x="20618" y="19999"/>
                    <a:pt x="20618" y="19999"/>
                  </a:cubicBezTo>
                  <a:cubicBezTo>
                    <a:pt x="19636" y="20799"/>
                    <a:pt x="19636" y="20799"/>
                    <a:pt x="19636" y="20799"/>
                  </a:cubicBezTo>
                  <a:cubicBezTo>
                    <a:pt x="20618" y="21599"/>
                    <a:pt x="20618" y="21599"/>
                    <a:pt x="20618" y="21599"/>
                  </a:cubicBezTo>
                  <a:cubicBezTo>
                    <a:pt x="20618" y="21599"/>
                    <a:pt x="20618" y="21599"/>
                    <a:pt x="20618" y="21599"/>
                  </a:cubicBezTo>
                  <a:cubicBezTo>
                    <a:pt x="19636" y="19999"/>
                    <a:pt x="19636" y="19999"/>
                    <a:pt x="19636" y="19999"/>
                  </a:cubicBezTo>
                  <a:cubicBezTo>
                    <a:pt x="18654" y="19199"/>
                    <a:pt x="18654" y="19199"/>
                    <a:pt x="18654" y="19199"/>
                  </a:cubicBezTo>
                  <a:cubicBezTo>
                    <a:pt x="18654" y="19199"/>
                    <a:pt x="18654" y="19199"/>
                    <a:pt x="18654" y="19199"/>
                  </a:cubicBezTo>
                  <a:cubicBezTo>
                    <a:pt x="18654" y="18399"/>
                    <a:pt x="18654" y="18399"/>
                    <a:pt x="18654" y="18399"/>
                  </a:cubicBezTo>
                  <a:cubicBezTo>
                    <a:pt x="18654" y="18399"/>
                    <a:pt x="18654" y="18399"/>
                    <a:pt x="18654" y="18399"/>
                  </a:cubicBezTo>
                  <a:cubicBezTo>
                    <a:pt x="18654" y="18399"/>
                    <a:pt x="18654" y="18399"/>
                    <a:pt x="18654" y="18399"/>
                  </a:cubicBezTo>
                  <a:cubicBezTo>
                    <a:pt x="17672" y="18399"/>
                    <a:pt x="17672" y="18399"/>
                    <a:pt x="17672" y="18399"/>
                  </a:cubicBezTo>
                  <a:cubicBezTo>
                    <a:pt x="17672" y="18399"/>
                    <a:pt x="17672" y="18399"/>
                    <a:pt x="17672" y="18399"/>
                  </a:cubicBezTo>
                  <a:cubicBezTo>
                    <a:pt x="17672" y="17599"/>
                    <a:pt x="17672" y="17599"/>
                    <a:pt x="17672" y="17599"/>
                  </a:cubicBezTo>
                  <a:cubicBezTo>
                    <a:pt x="17672" y="17599"/>
                    <a:pt x="17672" y="17599"/>
                    <a:pt x="17672" y="17599"/>
                  </a:cubicBezTo>
                  <a:cubicBezTo>
                    <a:pt x="17672" y="16799"/>
                    <a:pt x="17672" y="16799"/>
                    <a:pt x="17672" y="16799"/>
                  </a:cubicBezTo>
                  <a:cubicBezTo>
                    <a:pt x="17672" y="15999"/>
                    <a:pt x="17672" y="15999"/>
                    <a:pt x="17672" y="15999"/>
                  </a:cubicBezTo>
                  <a:cubicBezTo>
                    <a:pt x="17672" y="15999"/>
                    <a:pt x="17672" y="15999"/>
                    <a:pt x="17672" y="15999"/>
                  </a:cubicBezTo>
                  <a:cubicBezTo>
                    <a:pt x="15709" y="13599"/>
                    <a:pt x="15709" y="13599"/>
                    <a:pt x="15709" y="13599"/>
                  </a:cubicBezTo>
                  <a:cubicBezTo>
                    <a:pt x="15709" y="13599"/>
                    <a:pt x="15709" y="13599"/>
                    <a:pt x="15709" y="13599"/>
                  </a:cubicBezTo>
                  <a:cubicBezTo>
                    <a:pt x="15709" y="13599"/>
                    <a:pt x="15709" y="13599"/>
                    <a:pt x="15709" y="13599"/>
                  </a:cubicBezTo>
                  <a:cubicBezTo>
                    <a:pt x="15709" y="13599"/>
                    <a:pt x="15709" y="13599"/>
                    <a:pt x="15709" y="13599"/>
                  </a:cubicBezTo>
                  <a:cubicBezTo>
                    <a:pt x="14727" y="14399"/>
                    <a:pt x="14727" y="14399"/>
                    <a:pt x="14727" y="14399"/>
                  </a:cubicBezTo>
                  <a:cubicBezTo>
                    <a:pt x="12763" y="13599"/>
                    <a:pt x="12763" y="13599"/>
                    <a:pt x="12763" y="13599"/>
                  </a:cubicBezTo>
                  <a:cubicBezTo>
                    <a:pt x="12763" y="13599"/>
                    <a:pt x="12763" y="13599"/>
                    <a:pt x="12763" y="13599"/>
                  </a:cubicBezTo>
                  <a:cubicBezTo>
                    <a:pt x="12763" y="13599"/>
                    <a:pt x="12763" y="13599"/>
                    <a:pt x="12763" y="13599"/>
                  </a:cubicBezTo>
                  <a:cubicBezTo>
                    <a:pt x="11781" y="12799"/>
                    <a:pt x="11781" y="12799"/>
                    <a:pt x="11781" y="12799"/>
                  </a:cubicBezTo>
                  <a:cubicBezTo>
                    <a:pt x="10800" y="11999"/>
                    <a:pt x="10800" y="11999"/>
                    <a:pt x="10800" y="11999"/>
                  </a:cubicBezTo>
                  <a:cubicBezTo>
                    <a:pt x="11781" y="12799"/>
                    <a:pt x="11781" y="12799"/>
                    <a:pt x="11781" y="12799"/>
                  </a:cubicBezTo>
                  <a:cubicBezTo>
                    <a:pt x="11781" y="13599"/>
                    <a:pt x="11781" y="13599"/>
                    <a:pt x="11781" y="13599"/>
                  </a:cubicBezTo>
                  <a:cubicBezTo>
                    <a:pt x="11781" y="14399"/>
                    <a:pt x="11781" y="14399"/>
                    <a:pt x="11781" y="14399"/>
                  </a:cubicBezTo>
                  <a:cubicBezTo>
                    <a:pt x="10800" y="14399"/>
                    <a:pt x="10800" y="14399"/>
                    <a:pt x="10800" y="14399"/>
                  </a:cubicBezTo>
                  <a:cubicBezTo>
                    <a:pt x="11781" y="14399"/>
                    <a:pt x="11781" y="14399"/>
                    <a:pt x="11781" y="14399"/>
                  </a:cubicBezTo>
                  <a:cubicBezTo>
                    <a:pt x="11781" y="15199"/>
                    <a:pt x="11781" y="15199"/>
                    <a:pt x="11781" y="15199"/>
                  </a:cubicBezTo>
                  <a:cubicBezTo>
                    <a:pt x="11781" y="15999"/>
                    <a:pt x="11781" y="15999"/>
                    <a:pt x="11781" y="15999"/>
                  </a:cubicBezTo>
                  <a:cubicBezTo>
                    <a:pt x="10800" y="15999"/>
                    <a:pt x="10800" y="15999"/>
                    <a:pt x="10800" y="15999"/>
                  </a:cubicBezTo>
                  <a:cubicBezTo>
                    <a:pt x="10800" y="17599"/>
                    <a:pt x="10800" y="17599"/>
                    <a:pt x="10800" y="17599"/>
                  </a:cubicBezTo>
                  <a:cubicBezTo>
                    <a:pt x="9818" y="16799"/>
                    <a:pt x="9818" y="16799"/>
                    <a:pt x="9818" y="16799"/>
                  </a:cubicBezTo>
                  <a:cubicBezTo>
                    <a:pt x="9818" y="15999"/>
                    <a:pt x="9818" y="15999"/>
                    <a:pt x="9818" y="15999"/>
                  </a:cubicBezTo>
                  <a:cubicBezTo>
                    <a:pt x="10800" y="15999"/>
                    <a:pt x="10800" y="15999"/>
                    <a:pt x="10800" y="15999"/>
                  </a:cubicBezTo>
                  <a:cubicBezTo>
                    <a:pt x="10800" y="15999"/>
                    <a:pt x="10800" y="15999"/>
                    <a:pt x="10800" y="15999"/>
                  </a:cubicBezTo>
                  <a:cubicBezTo>
                    <a:pt x="9818" y="15999"/>
                    <a:pt x="9818" y="15999"/>
                    <a:pt x="9818" y="15999"/>
                  </a:cubicBezTo>
                  <a:cubicBezTo>
                    <a:pt x="9818" y="16799"/>
                    <a:pt x="9818" y="16799"/>
                    <a:pt x="9818" y="16799"/>
                  </a:cubicBezTo>
                  <a:cubicBezTo>
                    <a:pt x="8836" y="15999"/>
                    <a:pt x="8836" y="15999"/>
                    <a:pt x="8836" y="15999"/>
                  </a:cubicBezTo>
                  <a:cubicBezTo>
                    <a:pt x="9818" y="15199"/>
                    <a:pt x="9818" y="15199"/>
                    <a:pt x="9818" y="15199"/>
                  </a:cubicBezTo>
                  <a:cubicBezTo>
                    <a:pt x="9818" y="15199"/>
                    <a:pt x="9818" y="15199"/>
                    <a:pt x="9818" y="15199"/>
                  </a:cubicBezTo>
                  <a:cubicBezTo>
                    <a:pt x="8836" y="14399"/>
                    <a:pt x="8836" y="14399"/>
                    <a:pt x="8836" y="14399"/>
                  </a:cubicBezTo>
                  <a:cubicBezTo>
                    <a:pt x="9818" y="15199"/>
                    <a:pt x="9818" y="15199"/>
                    <a:pt x="9818" y="15199"/>
                  </a:cubicBezTo>
                  <a:cubicBezTo>
                    <a:pt x="8836" y="15199"/>
                    <a:pt x="8836" y="15199"/>
                    <a:pt x="8836" y="15199"/>
                  </a:cubicBezTo>
                  <a:cubicBezTo>
                    <a:pt x="8836" y="15999"/>
                    <a:pt x="8836" y="15999"/>
                    <a:pt x="8836" y="15999"/>
                  </a:cubicBezTo>
                  <a:cubicBezTo>
                    <a:pt x="8836" y="15999"/>
                    <a:pt x="8836" y="15999"/>
                    <a:pt x="8836" y="15999"/>
                  </a:cubicBezTo>
                  <a:cubicBezTo>
                    <a:pt x="8836" y="16799"/>
                    <a:pt x="8836" y="16799"/>
                    <a:pt x="8836" y="16799"/>
                  </a:cubicBezTo>
                  <a:cubicBezTo>
                    <a:pt x="8836" y="17599"/>
                    <a:pt x="8836" y="17599"/>
                    <a:pt x="8836" y="17599"/>
                  </a:cubicBezTo>
                  <a:cubicBezTo>
                    <a:pt x="8836" y="17599"/>
                    <a:pt x="8836" y="17599"/>
                    <a:pt x="8836" y="17599"/>
                  </a:cubicBezTo>
                  <a:cubicBezTo>
                    <a:pt x="8836" y="17599"/>
                    <a:pt x="8836" y="17599"/>
                    <a:pt x="8836" y="17599"/>
                  </a:cubicBezTo>
                  <a:cubicBezTo>
                    <a:pt x="7854" y="17599"/>
                    <a:pt x="7854" y="17599"/>
                    <a:pt x="7854" y="17599"/>
                  </a:cubicBezTo>
                  <a:cubicBezTo>
                    <a:pt x="7854" y="17599"/>
                    <a:pt x="7854" y="17599"/>
                    <a:pt x="7854" y="17599"/>
                  </a:cubicBezTo>
                  <a:cubicBezTo>
                    <a:pt x="7854" y="17599"/>
                    <a:pt x="7854" y="17599"/>
                    <a:pt x="7854" y="17599"/>
                  </a:cubicBezTo>
                  <a:cubicBezTo>
                    <a:pt x="6872" y="17599"/>
                    <a:pt x="6872" y="17599"/>
                    <a:pt x="6872" y="17599"/>
                  </a:cubicBezTo>
                  <a:cubicBezTo>
                    <a:pt x="6872" y="17599"/>
                    <a:pt x="6872" y="17599"/>
                    <a:pt x="6872" y="17599"/>
                  </a:cubicBezTo>
                  <a:cubicBezTo>
                    <a:pt x="6872" y="16799"/>
                    <a:pt x="6872" y="16799"/>
                    <a:pt x="6872" y="16799"/>
                  </a:cubicBezTo>
                  <a:cubicBezTo>
                    <a:pt x="5890" y="16799"/>
                    <a:pt x="5890" y="16799"/>
                    <a:pt x="5890" y="16799"/>
                  </a:cubicBezTo>
                  <a:cubicBezTo>
                    <a:pt x="5890" y="15999"/>
                    <a:pt x="5890" y="15999"/>
                    <a:pt x="5890" y="15999"/>
                  </a:cubicBezTo>
                  <a:cubicBezTo>
                    <a:pt x="5890" y="15199"/>
                    <a:pt x="5890" y="15199"/>
                    <a:pt x="5890" y="15199"/>
                  </a:cubicBezTo>
                  <a:cubicBezTo>
                    <a:pt x="5890" y="14399"/>
                    <a:pt x="5890" y="14399"/>
                    <a:pt x="5890" y="14399"/>
                  </a:cubicBezTo>
                  <a:cubicBezTo>
                    <a:pt x="3927" y="13599"/>
                    <a:pt x="3927" y="13599"/>
                    <a:pt x="3927" y="13599"/>
                  </a:cubicBezTo>
                  <a:cubicBezTo>
                    <a:pt x="3927" y="11999"/>
                    <a:pt x="3927" y="11999"/>
                    <a:pt x="3927" y="11999"/>
                  </a:cubicBezTo>
                  <a:cubicBezTo>
                    <a:pt x="3927" y="11999"/>
                    <a:pt x="3927" y="11999"/>
                    <a:pt x="3927" y="11999"/>
                  </a:cubicBezTo>
                  <a:cubicBezTo>
                    <a:pt x="3927" y="11199"/>
                    <a:pt x="3927" y="11199"/>
                    <a:pt x="3927" y="11199"/>
                  </a:cubicBezTo>
                  <a:cubicBezTo>
                    <a:pt x="3927" y="9599"/>
                    <a:pt x="3927" y="9599"/>
                    <a:pt x="3927" y="9599"/>
                  </a:cubicBezTo>
                  <a:cubicBezTo>
                    <a:pt x="2945" y="8799"/>
                    <a:pt x="2945" y="8799"/>
                    <a:pt x="2945" y="8799"/>
                  </a:cubicBezTo>
                  <a:cubicBezTo>
                    <a:pt x="1963" y="8799"/>
                    <a:pt x="1963" y="8799"/>
                    <a:pt x="1963" y="8799"/>
                  </a:cubicBezTo>
                  <a:cubicBezTo>
                    <a:pt x="981" y="7999"/>
                    <a:pt x="981" y="7999"/>
                    <a:pt x="981" y="7999"/>
                  </a:cubicBezTo>
                  <a:cubicBezTo>
                    <a:pt x="981" y="6399"/>
                    <a:pt x="981" y="6399"/>
                    <a:pt x="981" y="6399"/>
                  </a:cubicBezTo>
                  <a:cubicBezTo>
                    <a:pt x="1963" y="6399"/>
                    <a:pt x="1963" y="6399"/>
                    <a:pt x="1963" y="6399"/>
                  </a:cubicBezTo>
                  <a:cubicBezTo>
                    <a:pt x="1963" y="5599"/>
                    <a:pt x="1963" y="5599"/>
                    <a:pt x="1963" y="5599"/>
                  </a:cubicBezTo>
                  <a:cubicBezTo>
                    <a:pt x="2945" y="4799"/>
                    <a:pt x="2945" y="4799"/>
                    <a:pt x="2945" y="4799"/>
                  </a:cubicBezTo>
                  <a:cubicBezTo>
                    <a:pt x="2945" y="5599"/>
                    <a:pt x="2945" y="5599"/>
                    <a:pt x="2945" y="5599"/>
                  </a:cubicBezTo>
                  <a:cubicBezTo>
                    <a:pt x="3927" y="4799"/>
                    <a:pt x="3927" y="4799"/>
                    <a:pt x="3927" y="4799"/>
                  </a:cubicBezTo>
                  <a:cubicBezTo>
                    <a:pt x="2945" y="3999"/>
                    <a:pt x="2945" y="3999"/>
                    <a:pt x="2945" y="3999"/>
                  </a:cubicBezTo>
                  <a:cubicBezTo>
                    <a:pt x="3927" y="3999"/>
                    <a:pt x="3927" y="3999"/>
                    <a:pt x="3927" y="3999"/>
                  </a:cubicBezTo>
                  <a:cubicBezTo>
                    <a:pt x="2945" y="3999"/>
                    <a:pt x="2945" y="3999"/>
                    <a:pt x="2945" y="3999"/>
                  </a:cubicBezTo>
                  <a:cubicBezTo>
                    <a:pt x="1963" y="3999"/>
                    <a:pt x="1963" y="3999"/>
                    <a:pt x="1963" y="3999"/>
                  </a:cubicBezTo>
                  <a:cubicBezTo>
                    <a:pt x="0" y="3199"/>
                    <a:pt x="0" y="3199"/>
                    <a:pt x="0" y="3199"/>
                  </a:cubicBezTo>
                  <a:cubicBezTo>
                    <a:pt x="0" y="2400"/>
                    <a:pt x="0" y="2400"/>
                    <a:pt x="0" y="2400"/>
                  </a:cubicBezTo>
                  <a:cubicBezTo>
                    <a:pt x="981" y="1600"/>
                    <a:pt x="981" y="1600"/>
                    <a:pt x="981" y="1600"/>
                  </a:cubicBezTo>
                  <a:cubicBezTo>
                    <a:pt x="981" y="800"/>
                    <a:pt x="981" y="800"/>
                    <a:pt x="981" y="800"/>
                  </a:cubicBezTo>
                  <a:cubicBezTo>
                    <a:pt x="981" y="800"/>
                    <a:pt x="981" y="800"/>
                    <a:pt x="981" y="800"/>
                  </a:cubicBezTo>
                  <a:cubicBezTo>
                    <a:pt x="981" y="0"/>
                    <a:pt x="981" y="0"/>
                    <a:pt x="981" y="0"/>
                  </a:cubicBezTo>
                  <a:cubicBezTo>
                    <a:pt x="981" y="0"/>
                    <a:pt x="981" y="0"/>
                    <a:pt x="981" y="0"/>
                  </a:cubicBezTo>
                  <a:cubicBezTo>
                    <a:pt x="981" y="0"/>
                    <a:pt x="981" y="0"/>
                    <a:pt x="981" y="0"/>
                  </a:cubicBezTo>
                  <a:cubicBezTo>
                    <a:pt x="1963" y="0"/>
                    <a:pt x="1963" y="0"/>
                    <a:pt x="1963" y="0"/>
                  </a:cubicBezTo>
                  <a:cubicBezTo>
                    <a:pt x="1963" y="800"/>
                    <a:pt x="1963" y="800"/>
                    <a:pt x="1963" y="800"/>
                  </a:cubicBezTo>
                  <a:cubicBezTo>
                    <a:pt x="1963" y="800"/>
                    <a:pt x="1963" y="800"/>
                    <a:pt x="1963" y="800"/>
                  </a:cubicBezTo>
                  <a:cubicBezTo>
                    <a:pt x="2945" y="1600"/>
                    <a:pt x="2945" y="1600"/>
                    <a:pt x="2945" y="1600"/>
                  </a:cubicBezTo>
                  <a:cubicBezTo>
                    <a:pt x="3927" y="1600"/>
                    <a:pt x="3927" y="1600"/>
                    <a:pt x="3927" y="1600"/>
                  </a:cubicBezTo>
                  <a:cubicBezTo>
                    <a:pt x="3927" y="1600"/>
                    <a:pt x="3927" y="1600"/>
                    <a:pt x="3927" y="1600"/>
                  </a:cubicBezTo>
                  <a:cubicBezTo>
                    <a:pt x="2945" y="1600"/>
                    <a:pt x="2945" y="1600"/>
                    <a:pt x="2945" y="1600"/>
                  </a:cubicBezTo>
                  <a:cubicBezTo>
                    <a:pt x="3927" y="800"/>
                    <a:pt x="3927" y="800"/>
                    <a:pt x="3927" y="800"/>
                  </a:cubicBezTo>
                  <a:cubicBezTo>
                    <a:pt x="3927" y="800"/>
                    <a:pt x="3927" y="800"/>
                    <a:pt x="3927" y="800"/>
                  </a:cubicBezTo>
                  <a:cubicBezTo>
                    <a:pt x="4909" y="1600"/>
                    <a:pt x="4909" y="1600"/>
                    <a:pt x="4909" y="1600"/>
                  </a:cubicBezTo>
                  <a:cubicBezTo>
                    <a:pt x="4909" y="1600"/>
                    <a:pt x="4909" y="1600"/>
                    <a:pt x="4909" y="1600"/>
                  </a:cubicBezTo>
                  <a:cubicBezTo>
                    <a:pt x="5890" y="1600"/>
                    <a:pt x="5890" y="1600"/>
                    <a:pt x="5890" y="1600"/>
                  </a:cubicBezTo>
                  <a:cubicBezTo>
                    <a:pt x="5890" y="1600"/>
                    <a:pt x="5890" y="1600"/>
                    <a:pt x="5890" y="1600"/>
                  </a:cubicBezTo>
                  <a:cubicBezTo>
                    <a:pt x="6872" y="1600"/>
                    <a:pt x="6872" y="1600"/>
                    <a:pt x="6872" y="1600"/>
                  </a:cubicBezTo>
                  <a:cubicBezTo>
                    <a:pt x="6872" y="2400"/>
                    <a:pt x="6872" y="2400"/>
                    <a:pt x="6872" y="2400"/>
                  </a:cubicBezTo>
                  <a:cubicBezTo>
                    <a:pt x="6872" y="3199"/>
                    <a:pt x="6872" y="3199"/>
                    <a:pt x="6872" y="3199"/>
                  </a:cubicBezTo>
                  <a:cubicBezTo>
                    <a:pt x="6872" y="3199"/>
                    <a:pt x="6872" y="3199"/>
                    <a:pt x="6872" y="3199"/>
                  </a:cubicBezTo>
                  <a:cubicBezTo>
                    <a:pt x="7854" y="3999"/>
                    <a:pt x="7854" y="3999"/>
                    <a:pt x="7854" y="3999"/>
                  </a:cubicBezTo>
                  <a:cubicBezTo>
                    <a:pt x="7854" y="4799"/>
                    <a:pt x="7854" y="4799"/>
                    <a:pt x="7854" y="4799"/>
                  </a:cubicBezTo>
                  <a:cubicBezTo>
                    <a:pt x="8836" y="4799"/>
                    <a:pt x="8836" y="4799"/>
                    <a:pt x="8836" y="4799"/>
                  </a:cubicBezTo>
                  <a:cubicBezTo>
                    <a:pt x="8836" y="4799"/>
                    <a:pt x="8836" y="4799"/>
                    <a:pt x="8836" y="4799"/>
                  </a:cubicBezTo>
                  <a:cubicBezTo>
                    <a:pt x="9818" y="4799"/>
                    <a:pt x="9818" y="4799"/>
                    <a:pt x="9818" y="4799"/>
                  </a:cubicBezTo>
                  <a:cubicBezTo>
                    <a:pt x="11781" y="4799"/>
                    <a:pt x="11781" y="4799"/>
                    <a:pt x="11781" y="4799"/>
                  </a:cubicBezTo>
                  <a:cubicBezTo>
                    <a:pt x="12763" y="4799"/>
                    <a:pt x="12763" y="4799"/>
                    <a:pt x="12763" y="4799"/>
                  </a:cubicBezTo>
                  <a:cubicBezTo>
                    <a:pt x="14727" y="4799"/>
                    <a:pt x="14727" y="4799"/>
                    <a:pt x="14727" y="4799"/>
                  </a:cubicBezTo>
                  <a:cubicBezTo>
                    <a:pt x="15709" y="4799"/>
                    <a:pt x="15709" y="4799"/>
                    <a:pt x="15709" y="4799"/>
                  </a:cubicBezTo>
                  <a:cubicBezTo>
                    <a:pt x="16690" y="4799"/>
                    <a:pt x="16690" y="4799"/>
                    <a:pt x="16690" y="4799"/>
                  </a:cubicBezTo>
                  <a:cubicBezTo>
                    <a:pt x="16690" y="5599"/>
                    <a:pt x="16690" y="5599"/>
                    <a:pt x="16690" y="5599"/>
                  </a:cubicBezTo>
                  <a:cubicBezTo>
                    <a:pt x="17672" y="4799"/>
                    <a:pt x="17672" y="4799"/>
                    <a:pt x="17672" y="4799"/>
                  </a:cubicBezTo>
                  <a:cubicBezTo>
                    <a:pt x="17672" y="5599"/>
                    <a:pt x="17672" y="5599"/>
                    <a:pt x="17672" y="5599"/>
                  </a:cubicBezTo>
                  <a:cubicBezTo>
                    <a:pt x="18654" y="5599"/>
                    <a:pt x="18654" y="5599"/>
                    <a:pt x="18654" y="5599"/>
                  </a:cubicBezTo>
                  <a:cubicBezTo>
                    <a:pt x="17672" y="6399"/>
                    <a:pt x="17672" y="6399"/>
                    <a:pt x="17672" y="6399"/>
                  </a:cubicBezTo>
                  <a:cubicBezTo>
                    <a:pt x="17672" y="7199"/>
                    <a:pt x="17672" y="7199"/>
                    <a:pt x="17672" y="7199"/>
                  </a:cubicBezTo>
                  <a:cubicBezTo>
                    <a:pt x="17672" y="7999"/>
                    <a:pt x="17672" y="7999"/>
                    <a:pt x="17672" y="7999"/>
                  </a:cubicBezTo>
                  <a:cubicBezTo>
                    <a:pt x="16690" y="8799"/>
                    <a:pt x="16690" y="8799"/>
                    <a:pt x="16690" y="8799"/>
                  </a:cubicBezTo>
                  <a:cubicBezTo>
                    <a:pt x="16690" y="8799"/>
                    <a:pt x="16690" y="8799"/>
                    <a:pt x="16690" y="8799"/>
                  </a:cubicBezTo>
                  <a:cubicBezTo>
                    <a:pt x="16690" y="9599"/>
                    <a:pt x="16690" y="9599"/>
                    <a:pt x="16690" y="9599"/>
                  </a:cubicBezTo>
                  <a:cubicBezTo>
                    <a:pt x="15709" y="9599"/>
                    <a:pt x="15709" y="9599"/>
                    <a:pt x="15709" y="9599"/>
                  </a:cubicBezTo>
                  <a:cubicBezTo>
                    <a:pt x="15709" y="8799"/>
                    <a:pt x="15709" y="8799"/>
                    <a:pt x="15709" y="8799"/>
                  </a:cubicBezTo>
                  <a:cubicBezTo>
                    <a:pt x="14727" y="9599"/>
                    <a:pt x="14727" y="9599"/>
                    <a:pt x="14727" y="9599"/>
                  </a:cubicBezTo>
                  <a:cubicBezTo>
                    <a:pt x="14727" y="9599"/>
                    <a:pt x="14727" y="9599"/>
                    <a:pt x="14727" y="9599"/>
                  </a:cubicBezTo>
                  <a:cubicBezTo>
                    <a:pt x="14727" y="10399"/>
                    <a:pt x="14727" y="10399"/>
                    <a:pt x="14727" y="10399"/>
                  </a:cubicBezTo>
                  <a:cubicBezTo>
                    <a:pt x="14727" y="10399"/>
                    <a:pt x="14727" y="10399"/>
                    <a:pt x="14727" y="10399"/>
                  </a:cubicBezTo>
                  <a:cubicBezTo>
                    <a:pt x="14727" y="11199"/>
                    <a:pt x="14727" y="11199"/>
                    <a:pt x="14727" y="11199"/>
                  </a:cubicBezTo>
                  <a:cubicBezTo>
                    <a:pt x="15709" y="11999"/>
                    <a:pt x="15709" y="11999"/>
                    <a:pt x="15709" y="11999"/>
                  </a:cubicBezTo>
                  <a:cubicBezTo>
                    <a:pt x="15709" y="11999"/>
                    <a:pt x="15709" y="11999"/>
                    <a:pt x="15709" y="11999"/>
                  </a:cubicBezTo>
                  <a:cubicBezTo>
                    <a:pt x="15709" y="12799"/>
                    <a:pt x="15709" y="12799"/>
                    <a:pt x="15709" y="12799"/>
                  </a:cubicBezTo>
                  <a:cubicBezTo>
                    <a:pt x="16690" y="12799"/>
                    <a:pt x="16690" y="12799"/>
                    <a:pt x="16690" y="12799"/>
                  </a:cubicBezTo>
                  <a:cubicBezTo>
                    <a:pt x="17672" y="12799"/>
                    <a:pt x="17672" y="12799"/>
                    <a:pt x="17672" y="12799"/>
                  </a:cubicBezTo>
                  <a:cubicBezTo>
                    <a:pt x="17672" y="12799"/>
                    <a:pt x="17672" y="12799"/>
                    <a:pt x="17672" y="12799"/>
                  </a:cubicBezTo>
                  <a:cubicBezTo>
                    <a:pt x="16690" y="12799"/>
                    <a:pt x="16690" y="12799"/>
                    <a:pt x="16690" y="12799"/>
                  </a:cubicBezTo>
                  <a:cubicBezTo>
                    <a:pt x="17672" y="11999"/>
                    <a:pt x="17672" y="11999"/>
                    <a:pt x="17672" y="11999"/>
                  </a:cubicBezTo>
                  <a:cubicBezTo>
                    <a:pt x="17672" y="11199"/>
                    <a:pt x="17672" y="11199"/>
                    <a:pt x="17672" y="11199"/>
                  </a:cubicBezTo>
                  <a:cubicBezTo>
                    <a:pt x="17672" y="11199"/>
                    <a:pt x="17672" y="11199"/>
                    <a:pt x="17672" y="11199"/>
                  </a:cubicBezTo>
                  <a:cubicBezTo>
                    <a:pt x="17672" y="11199"/>
                    <a:pt x="17672" y="11199"/>
                    <a:pt x="17672" y="11199"/>
                  </a:cubicBezTo>
                  <a:cubicBezTo>
                    <a:pt x="17672" y="10399"/>
                    <a:pt x="17672" y="10399"/>
                    <a:pt x="17672" y="10399"/>
                  </a:cubicBezTo>
                  <a:cubicBezTo>
                    <a:pt x="18654" y="11199"/>
                    <a:pt x="18654" y="11199"/>
                    <a:pt x="18654" y="11199"/>
                  </a:cubicBezTo>
                  <a:cubicBezTo>
                    <a:pt x="19636" y="11199"/>
                    <a:pt x="19636" y="11199"/>
                    <a:pt x="19636" y="11199"/>
                  </a:cubicBezTo>
                  <a:cubicBezTo>
                    <a:pt x="19636" y="11199"/>
                    <a:pt x="19636" y="11199"/>
                    <a:pt x="19636" y="11199"/>
                  </a:cubicBezTo>
                  <a:cubicBezTo>
                    <a:pt x="19636" y="11999"/>
                    <a:pt x="19636" y="11999"/>
                    <a:pt x="19636" y="11999"/>
                  </a:cubicBezTo>
                  <a:cubicBezTo>
                    <a:pt x="19636" y="12799"/>
                    <a:pt x="19636" y="12799"/>
                    <a:pt x="19636" y="12799"/>
                  </a:cubicBezTo>
                  <a:cubicBezTo>
                    <a:pt x="19636" y="13599"/>
                    <a:pt x="19636" y="13599"/>
                    <a:pt x="19636" y="13599"/>
                  </a:cubicBezTo>
                  <a:cubicBezTo>
                    <a:pt x="20618" y="13599"/>
                    <a:pt x="20618" y="13599"/>
                    <a:pt x="20618" y="13599"/>
                  </a:cubicBezTo>
                  <a:cubicBezTo>
                    <a:pt x="20618" y="15199"/>
                    <a:pt x="20618" y="15199"/>
                    <a:pt x="20618" y="15199"/>
                  </a:cubicBezTo>
                  <a:cubicBezTo>
                    <a:pt x="20618" y="15999"/>
                    <a:pt x="20618" y="15999"/>
                    <a:pt x="20618" y="15999"/>
                  </a:cubicBezTo>
                  <a:cubicBezTo>
                    <a:pt x="21599" y="16799"/>
                    <a:pt x="21599" y="16799"/>
                    <a:pt x="21599" y="16799"/>
                  </a:cubicBezTo>
                  <a:cubicBezTo>
                    <a:pt x="21599" y="16799"/>
                    <a:pt x="21599" y="16799"/>
                    <a:pt x="21599" y="16799"/>
                  </a:cubicBezTo>
                  <a:cubicBezTo>
                    <a:pt x="21599" y="16799"/>
                    <a:pt x="21599" y="16799"/>
                    <a:pt x="21599" y="16799"/>
                  </a:cubicBezTo>
                  <a:cubicBezTo>
                    <a:pt x="21599" y="17599"/>
                    <a:pt x="21599" y="17599"/>
                    <a:pt x="21599" y="17599"/>
                  </a:cubicBezTo>
                  <a:cubicBezTo>
                    <a:pt x="21599" y="17599"/>
                    <a:pt x="21599" y="17599"/>
                    <a:pt x="21599" y="17599"/>
                  </a:cubicBezTo>
                  <a:close/>
                  <a:moveTo>
                    <a:pt x="15709" y="15199"/>
                  </a:moveTo>
                  <a:cubicBezTo>
                    <a:pt x="15709" y="14399"/>
                    <a:pt x="15709" y="14399"/>
                    <a:pt x="15709" y="14399"/>
                  </a:cubicBezTo>
                  <a:cubicBezTo>
                    <a:pt x="15709" y="14399"/>
                    <a:pt x="15709" y="14399"/>
                    <a:pt x="15709" y="14399"/>
                  </a:cubicBezTo>
                  <a:cubicBezTo>
                    <a:pt x="15709" y="15199"/>
                    <a:pt x="15709" y="15199"/>
                    <a:pt x="15709" y="15199"/>
                  </a:cubicBezTo>
                  <a:cubicBezTo>
                    <a:pt x="15709" y="15199"/>
                    <a:pt x="15709" y="15199"/>
                    <a:pt x="15709" y="15199"/>
                  </a:cubicBezTo>
                  <a:cubicBezTo>
                    <a:pt x="15709" y="15199"/>
                    <a:pt x="15709" y="15199"/>
                    <a:pt x="15709" y="15199"/>
                  </a:cubicBezTo>
                  <a:close/>
                  <a:moveTo>
                    <a:pt x="13745" y="14399"/>
                  </a:moveTo>
                  <a:cubicBezTo>
                    <a:pt x="13745" y="15199"/>
                    <a:pt x="13745" y="15199"/>
                    <a:pt x="13745" y="15199"/>
                  </a:cubicBezTo>
                  <a:cubicBezTo>
                    <a:pt x="13745" y="15999"/>
                    <a:pt x="13745" y="15999"/>
                    <a:pt x="13745" y="15999"/>
                  </a:cubicBezTo>
                  <a:cubicBezTo>
                    <a:pt x="14727" y="15999"/>
                    <a:pt x="14727" y="15999"/>
                    <a:pt x="14727" y="15999"/>
                  </a:cubicBezTo>
                  <a:cubicBezTo>
                    <a:pt x="14727" y="15199"/>
                    <a:pt x="14727" y="15199"/>
                    <a:pt x="14727" y="15199"/>
                  </a:cubicBezTo>
                  <a:cubicBezTo>
                    <a:pt x="14727" y="15199"/>
                    <a:pt x="14727" y="15199"/>
                    <a:pt x="14727" y="15199"/>
                  </a:cubicBezTo>
                  <a:cubicBezTo>
                    <a:pt x="13745" y="14399"/>
                    <a:pt x="13745" y="14399"/>
                    <a:pt x="13745" y="14399"/>
                  </a:cubicBezTo>
                  <a:cubicBezTo>
                    <a:pt x="13745" y="14399"/>
                    <a:pt x="13745" y="14399"/>
                    <a:pt x="13745" y="14399"/>
                  </a:cubicBezTo>
                  <a:close/>
                  <a:moveTo>
                    <a:pt x="12763" y="14399"/>
                  </a:moveTo>
                  <a:cubicBezTo>
                    <a:pt x="11781" y="14399"/>
                    <a:pt x="11781" y="14399"/>
                    <a:pt x="11781" y="14399"/>
                  </a:cubicBezTo>
                  <a:cubicBezTo>
                    <a:pt x="11781" y="14399"/>
                    <a:pt x="11781" y="14399"/>
                    <a:pt x="11781" y="14399"/>
                  </a:cubicBezTo>
                  <a:cubicBezTo>
                    <a:pt x="12763" y="15999"/>
                    <a:pt x="12763" y="15999"/>
                    <a:pt x="12763" y="15999"/>
                  </a:cubicBezTo>
                  <a:cubicBezTo>
                    <a:pt x="13745" y="15999"/>
                    <a:pt x="13745" y="15999"/>
                    <a:pt x="13745" y="15999"/>
                  </a:cubicBezTo>
                  <a:cubicBezTo>
                    <a:pt x="13745" y="14399"/>
                    <a:pt x="13745" y="14399"/>
                    <a:pt x="13745" y="14399"/>
                  </a:cubicBezTo>
                  <a:lnTo>
                    <a:pt x="12763" y="14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1" name="AutoShape 29"/>
            <p:cNvSpPr>
              <a:spLocks/>
            </p:cNvSpPr>
            <p:nvPr/>
          </p:nvSpPr>
          <p:spPr bwMode="auto">
            <a:xfrm>
              <a:off x="7428203" y="5477467"/>
              <a:ext cx="205447" cy="102089"/>
            </a:xfrm>
            <a:custGeom>
              <a:avLst/>
              <a:gdLst>
                <a:gd name="T0" fmla="*/ 102724 w 21600"/>
                <a:gd name="T1" fmla="*/ 51045 h 21600"/>
                <a:gd name="T2" fmla="*/ 102724 w 21600"/>
                <a:gd name="T3" fmla="*/ 51045 h 21600"/>
                <a:gd name="T4" fmla="*/ 102724 w 21600"/>
                <a:gd name="T5" fmla="*/ 51045 h 21600"/>
                <a:gd name="T6" fmla="*/ 102724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9138"/>
                  </a:moveTo>
                  <a:lnTo>
                    <a:pt x="1270" y="9138"/>
                  </a:lnTo>
                  <a:lnTo>
                    <a:pt x="2964" y="3323"/>
                  </a:lnTo>
                  <a:lnTo>
                    <a:pt x="5929" y="0"/>
                  </a:lnTo>
                  <a:lnTo>
                    <a:pt x="9317" y="0"/>
                  </a:lnTo>
                  <a:lnTo>
                    <a:pt x="12282" y="3323"/>
                  </a:lnTo>
                  <a:lnTo>
                    <a:pt x="18635" y="3323"/>
                  </a:lnTo>
                  <a:lnTo>
                    <a:pt x="18635" y="9138"/>
                  </a:lnTo>
                  <a:lnTo>
                    <a:pt x="20329" y="12461"/>
                  </a:lnTo>
                  <a:lnTo>
                    <a:pt x="20329" y="15784"/>
                  </a:lnTo>
                  <a:lnTo>
                    <a:pt x="21599" y="15784"/>
                  </a:lnTo>
                  <a:lnTo>
                    <a:pt x="18635" y="18276"/>
                  </a:lnTo>
                  <a:lnTo>
                    <a:pt x="11011" y="18276"/>
                  </a:lnTo>
                  <a:lnTo>
                    <a:pt x="9317" y="21599"/>
                  </a:lnTo>
                  <a:lnTo>
                    <a:pt x="7623" y="21599"/>
                  </a:lnTo>
                  <a:lnTo>
                    <a:pt x="4658" y="18276"/>
                  </a:lnTo>
                  <a:lnTo>
                    <a:pt x="1270" y="18276"/>
                  </a:lnTo>
                  <a:lnTo>
                    <a:pt x="0" y="15784"/>
                  </a:lnTo>
                  <a:lnTo>
                    <a:pt x="0" y="913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2" name="AutoShape 30"/>
            <p:cNvSpPr>
              <a:spLocks/>
            </p:cNvSpPr>
            <p:nvPr/>
          </p:nvSpPr>
          <p:spPr bwMode="auto">
            <a:xfrm>
              <a:off x="6844093" y="5347896"/>
              <a:ext cx="551881" cy="247371"/>
            </a:xfrm>
            <a:custGeom>
              <a:avLst/>
              <a:gdLst>
                <a:gd name="T0" fmla="*/ 275941 w 21600"/>
                <a:gd name="T1" fmla="*/ 123686 h 21600"/>
                <a:gd name="T2" fmla="*/ 275941 w 21600"/>
                <a:gd name="T3" fmla="*/ 123686 h 21600"/>
                <a:gd name="T4" fmla="*/ 275941 w 21600"/>
                <a:gd name="T5" fmla="*/ 123686 h 21600"/>
                <a:gd name="T6" fmla="*/ 275941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0" y="0"/>
                  </a:moveTo>
                  <a:lnTo>
                    <a:pt x="1734" y="0"/>
                  </a:lnTo>
                  <a:lnTo>
                    <a:pt x="1734" y="1371"/>
                  </a:lnTo>
                  <a:lnTo>
                    <a:pt x="2364" y="1371"/>
                  </a:lnTo>
                  <a:lnTo>
                    <a:pt x="2995" y="0"/>
                  </a:lnTo>
                  <a:lnTo>
                    <a:pt x="3468" y="0"/>
                  </a:lnTo>
                  <a:lnTo>
                    <a:pt x="4729" y="1371"/>
                  </a:lnTo>
                  <a:lnTo>
                    <a:pt x="5833" y="1371"/>
                  </a:lnTo>
                  <a:lnTo>
                    <a:pt x="6464" y="3771"/>
                  </a:lnTo>
                  <a:lnTo>
                    <a:pt x="7567" y="3771"/>
                  </a:lnTo>
                  <a:lnTo>
                    <a:pt x="8198" y="5142"/>
                  </a:lnTo>
                  <a:lnTo>
                    <a:pt x="8198" y="6171"/>
                  </a:lnTo>
                  <a:lnTo>
                    <a:pt x="8829" y="6171"/>
                  </a:lnTo>
                  <a:lnTo>
                    <a:pt x="8829" y="5142"/>
                  </a:lnTo>
                  <a:lnTo>
                    <a:pt x="10563" y="5142"/>
                  </a:lnTo>
                  <a:lnTo>
                    <a:pt x="10563" y="7542"/>
                  </a:lnTo>
                  <a:lnTo>
                    <a:pt x="12928" y="7542"/>
                  </a:lnTo>
                  <a:lnTo>
                    <a:pt x="12297" y="10285"/>
                  </a:lnTo>
                  <a:lnTo>
                    <a:pt x="12928" y="11314"/>
                  </a:lnTo>
                  <a:lnTo>
                    <a:pt x="14662" y="11314"/>
                  </a:lnTo>
                  <a:lnTo>
                    <a:pt x="15293" y="10285"/>
                  </a:lnTo>
                  <a:lnTo>
                    <a:pt x="17027" y="10285"/>
                  </a:lnTo>
                  <a:lnTo>
                    <a:pt x="17027" y="11314"/>
                  </a:lnTo>
                  <a:lnTo>
                    <a:pt x="18131" y="12685"/>
                  </a:lnTo>
                  <a:lnTo>
                    <a:pt x="18131" y="14057"/>
                  </a:lnTo>
                  <a:lnTo>
                    <a:pt x="19865" y="14057"/>
                  </a:lnTo>
                  <a:lnTo>
                    <a:pt x="20496" y="12685"/>
                  </a:lnTo>
                  <a:lnTo>
                    <a:pt x="21127" y="14057"/>
                  </a:lnTo>
                  <a:lnTo>
                    <a:pt x="21127" y="16457"/>
                  </a:lnTo>
                  <a:lnTo>
                    <a:pt x="21599" y="18857"/>
                  </a:lnTo>
                  <a:lnTo>
                    <a:pt x="21127" y="21600"/>
                  </a:lnTo>
                  <a:lnTo>
                    <a:pt x="19235" y="21600"/>
                  </a:lnTo>
                  <a:lnTo>
                    <a:pt x="18762" y="20228"/>
                  </a:lnTo>
                  <a:lnTo>
                    <a:pt x="18131" y="21600"/>
                  </a:lnTo>
                  <a:lnTo>
                    <a:pt x="15766" y="20228"/>
                  </a:lnTo>
                  <a:lnTo>
                    <a:pt x="14662" y="20228"/>
                  </a:lnTo>
                  <a:lnTo>
                    <a:pt x="12928" y="18857"/>
                  </a:lnTo>
                  <a:lnTo>
                    <a:pt x="12297" y="18857"/>
                  </a:lnTo>
                  <a:lnTo>
                    <a:pt x="12297" y="17828"/>
                  </a:lnTo>
                  <a:lnTo>
                    <a:pt x="11194" y="16457"/>
                  </a:lnTo>
                  <a:lnTo>
                    <a:pt x="9302" y="17828"/>
                  </a:lnTo>
                  <a:lnTo>
                    <a:pt x="9302" y="16457"/>
                  </a:lnTo>
                  <a:lnTo>
                    <a:pt x="7567" y="16457"/>
                  </a:lnTo>
                  <a:lnTo>
                    <a:pt x="7094" y="15085"/>
                  </a:lnTo>
                  <a:lnTo>
                    <a:pt x="5833" y="15085"/>
                  </a:lnTo>
                  <a:lnTo>
                    <a:pt x="4729" y="14057"/>
                  </a:lnTo>
                  <a:lnTo>
                    <a:pt x="4099" y="12685"/>
                  </a:lnTo>
                  <a:lnTo>
                    <a:pt x="2995" y="11314"/>
                  </a:lnTo>
                  <a:lnTo>
                    <a:pt x="1734" y="10285"/>
                  </a:lnTo>
                  <a:lnTo>
                    <a:pt x="1261" y="10285"/>
                  </a:lnTo>
                  <a:lnTo>
                    <a:pt x="630" y="8914"/>
                  </a:lnTo>
                  <a:lnTo>
                    <a:pt x="0" y="8914"/>
                  </a:lnTo>
                  <a:lnTo>
                    <a:pt x="0" y="7542"/>
                  </a:lnTo>
                  <a:lnTo>
                    <a:pt x="630" y="6171"/>
                  </a:lnTo>
                  <a:lnTo>
                    <a:pt x="63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3" name="AutoShape 31"/>
            <p:cNvSpPr>
              <a:spLocks/>
            </p:cNvSpPr>
            <p:nvPr/>
          </p:nvSpPr>
          <p:spPr bwMode="auto">
            <a:xfrm>
              <a:off x="5579205" y="4912051"/>
              <a:ext cx="922485" cy="887391"/>
            </a:xfrm>
            <a:custGeom>
              <a:avLst/>
              <a:gdLst>
                <a:gd name="T0" fmla="*/ 461243 w 21600"/>
                <a:gd name="T1" fmla="*/ 443696 h 21600"/>
                <a:gd name="T2" fmla="*/ 461243 w 21600"/>
                <a:gd name="T3" fmla="*/ 443696 h 21600"/>
                <a:gd name="T4" fmla="*/ 461243 w 21600"/>
                <a:gd name="T5" fmla="*/ 443696 h 21600"/>
                <a:gd name="T6" fmla="*/ 461243 w 21600"/>
                <a:gd name="T7" fmla="*/ 4436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544" y="21600"/>
                  </a:moveTo>
                  <a:lnTo>
                    <a:pt x="12544" y="21217"/>
                  </a:lnTo>
                  <a:lnTo>
                    <a:pt x="13205" y="20548"/>
                  </a:lnTo>
                  <a:lnTo>
                    <a:pt x="14620" y="20548"/>
                  </a:lnTo>
                  <a:lnTo>
                    <a:pt x="15280" y="20166"/>
                  </a:lnTo>
                  <a:lnTo>
                    <a:pt x="15657" y="20166"/>
                  </a:lnTo>
                  <a:lnTo>
                    <a:pt x="16034" y="20548"/>
                  </a:lnTo>
                  <a:lnTo>
                    <a:pt x="16412" y="20166"/>
                  </a:lnTo>
                  <a:lnTo>
                    <a:pt x="16412" y="19784"/>
                  </a:lnTo>
                  <a:lnTo>
                    <a:pt x="16034" y="18732"/>
                  </a:lnTo>
                  <a:lnTo>
                    <a:pt x="15657" y="18350"/>
                  </a:lnTo>
                  <a:lnTo>
                    <a:pt x="15657" y="18063"/>
                  </a:lnTo>
                  <a:lnTo>
                    <a:pt x="14997" y="18063"/>
                  </a:lnTo>
                  <a:lnTo>
                    <a:pt x="14620" y="17299"/>
                  </a:lnTo>
                  <a:lnTo>
                    <a:pt x="14620" y="16630"/>
                  </a:lnTo>
                  <a:lnTo>
                    <a:pt x="13582" y="16630"/>
                  </a:lnTo>
                  <a:lnTo>
                    <a:pt x="13582" y="15578"/>
                  </a:lnTo>
                  <a:lnTo>
                    <a:pt x="13959" y="15578"/>
                  </a:lnTo>
                  <a:lnTo>
                    <a:pt x="14242" y="14814"/>
                  </a:lnTo>
                  <a:lnTo>
                    <a:pt x="14620" y="14527"/>
                  </a:lnTo>
                  <a:lnTo>
                    <a:pt x="15280" y="14527"/>
                  </a:lnTo>
                  <a:lnTo>
                    <a:pt x="15280" y="14814"/>
                  </a:lnTo>
                  <a:lnTo>
                    <a:pt x="16034" y="14814"/>
                  </a:lnTo>
                  <a:lnTo>
                    <a:pt x="17072" y="14527"/>
                  </a:lnTo>
                  <a:lnTo>
                    <a:pt x="17449" y="14145"/>
                  </a:lnTo>
                  <a:lnTo>
                    <a:pt x="17732" y="13476"/>
                  </a:lnTo>
                  <a:lnTo>
                    <a:pt x="18487" y="12711"/>
                  </a:lnTo>
                  <a:lnTo>
                    <a:pt x="18487" y="12329"/>
                  </a:lnTo>
                  <a:lnTo>
                    <a:pt x="19524" y="11277"/>
                  </a:lnTo>
                  <a:lnTo>
                    <a:pt x="19902" y="10991"/>
                  </a:lnTo>
                  <a:lnTo>
                    <a:pt x="19524" y="10608"/>
                  </a:lnTo>
                  <a:lnTo>
                    <a:pt x="19902" y="10226"/>
                  </a:lnTo>
                  <a:lnTo>
                    <a:pt x="20185" y="9844"/>
                  </a:lnTo>
                  <a:lnTo>
                    <a:pt x="20185" y="8506"/>
                  </a:lnTo>
                  <a:lnTo>
                    <a:pt x="20562" y="7741"/>
                  </a:lnTo>
                  <a:lnTo>
                    <a:pt x="21222" y="7741"/>
                  </a:lnTo>
                  <a:lnTo>
                    <a:pt x="21599" y="7359"/>
                  </a:lnTo>
                  <a:lnTo>
                    <a:pt x="21599" y="7072"/>
                  </a:lnTo>
                  <a:lnTo>
                    <a:pt x="20185" y="7072"/>
                  </a:lnTo>
                  <a:lnTo>
                    <a:pt x="20185" y="6690"/>
                  </a:lnTo>
                  <a:lnTo>
                    <a:pt x="19524" y="6307"/>
                  </a:lnTo>
                  <a:lnTo>
                    <a:pt x="19147" y="6307"/>
                  </a:lnTo>
                  <a:lnTo>
                    <a:pt x="18487" y="6021"/>
                  </a:lnTo>
                  <a:lnTo>
                    <a:pt x="18487" y="5256"/>
                  </a:lnTo>
                  <a:lnTo>
                    <a:pt x="18110" y="4587"/>
                  </a:lnTo>
                  <a:lnTo>
                    <a:pt x="17732" y="3823"/>
                  </a:lnTo>
                  <a:lnTo>
                    <a:pt x="17732" y="3536"/>
                  </a:lnTo>
                  <a:lnTo>
                    <a:pt x="18110" y="3536"/>
                  </a:lnTo>
                  <a:lnTo>
                    <a:pt x="18110" y="3153"/>
                  </a:lnTo>
                  <a:lnTo>
                    <a:pt x="18487" y="2771"/>
                  </a:lnTo>
                  <a:lnTo>
                    <a:pt x="18487" y="2484"/>
                  </a:lnTo>
                  <a:lnTo>
                    <a:pt x="18110" y="2484"/>
                  </a:lnTo>
                  <a:lnTo>
                    <a:pt x="18110" y="2102"/>
                  </a:lnTo>
                  <a:lnTo>
                    <a:pt x="17732" y="2102"/>
                  </a:lnTo>
                  <a:lnTo>
                    <a:pt x="17072" y="1720"/>
                  </a:lnTo>
                  <a:lnTo>
                    <a:pt x="17072" y="1338"/>
                  </a:lnTo>
                  <a:lnTo>
                    <a:pt x="16034" y="1338"/>
                  </a:lnTo>
                  <a:lnTo>
                    <a:pt x="16034" y="669"/>
                  </a:lnTo>
                  <a:lnTo>
                    <a:pt x="16695" y="286"/>
                  </a:lnTo>
                  <a:lnTo>
                    <a:pt x="16695" y="0"/>
                  </a:lnTo>
                  <a:lnTo>
                    <a:pt x="15280" y="0"/>
                  </a:lnTo>
                  <a:lnTo>
                    <a:pt x="14997" y="286"/>
                  </a:lnTo>
                  <a:lnTo>
                    <a:pt x="14620" y="286"/>
                  </a:lnTo>
                  <a:lnTo>
                    <a:pt x="14242" y="669"/>
                  </a:lnTo>
                  <a:lnTo>
                    <a:pt x="13959" y="1051"/>
                  </a:lnTo>
                  <a:lnTo>
                    <a:pt x="14620" y="2102"/>
                  </a:lnTo>
                  <a:lnTo>
                    <a:pt x="14997" y="2484"/>
                  </a:lnTo>
                  <a:lnTo>
                    <a:pt x="13959" y="3536"/>
                  </a:lnTo>
                  <a:lnTo>
                    <a:pt x="14242" y="3823"/>
                  </a:lnTo>
                  <a:lnTo>
                    <a:pt x="14242" y="4205"/>
                  </a:lnTo>
                  <a:lnTo>
                    <a:pt x="13959" y="4587"/>
                  </a:lnTo>
                  <a:lnTo>
                    <a:pt x="12544" y="4587"/>
                  </a:lnTo>
                  <a:lnTo>
                    <a:pt x="12544" y="5256"/>
                  </a:lnTo>
                  <a:lnTo>
                    <a:pt x="12922" y="5256"/>
                  </a:lnTo>
                  <a:lnTo>
                    <a:pt x="13205" y="5638"/>
                  </a:lnTo>
                  <a:lnTo>
                    <a:pt x="13205" y="6021"/>
                  </a:lnTo>
                  <a:lnTo>
                    <a:pt x="12544" y="6021"/>
                  </a:lnTo>
                  <a:lnTo>
                    <a:pt x="12167" y="6307"/>
                  </a:lnTo>
                  <a:lnTo>
                    <a:pt x="12167" y="8123"/>
                  </a:lnTo>
                  <a:lnTo>
                    <a:pt x="11790" y="8506"/>
                  </a:lnTo>
                  <a:lnTo>
                    <a:pt x="11507" y="8123"/>
                  </a:lnTo>
                  <a:lnTo>
                    <a:pt x="11507" y="8506"/>
                  </a:lnTo>
                  <a:lnTo>
                    <a:pt x="10752" y="8506"/>
                  </a:lnTo>
                  <a:lnTo>
                    <a:pt x="10752" y="8123"/>
                  </a:lnTo>
                  <a:lnTo>
                    <a:pt x="10469" y="8506"/>
                  </a:lnTo>
                  <a:lnTo>
                    <a:pt x="9715" y="8792"/>
                  </a:lnTo>
                  <a:lnTo>
                    <a:pt x="10092" y="8792"/>
                  </a:lnTo>
                  <a:lnTo>
                    <a:pt x="9337" y="9557"/>
                  </a:lnTo>
                  <a:lnTo>
                    <a:pt x="9055" y="9175"/>
                  </a:lnTo>
                  <a:lnTo>
                    <a:pt x="8677" y="9557"/>
                  </a:lnTo>
                  <a:lnTo>
                    <a:pt x="8300" y="9844"/>
                  </a:lnTo>
                  <a:lnTo>
                    <a:pt x="8017" y="10226"/>
                  </a:lnTo>
                  <a:lnTo>
                    <a:pt x="8017" y="11277"/>
                  </a:lnTo>
                  <a:lnTo>
                    <a:pt x="8300" y="11660"/>
                  </a:lnTo>
                  <a:lnTo>
                    <a:pt x="8017" y="11660"/>
                  </a:lnTo>
                  <a:lnTo>
                    <a:pt x="7640" y="12042"/>
                  </a:lnTo>
                  <a:lnTo>
                    <a:pt x="5565" y="12042"/>
                  </a:lnTo>
                  <a:lnTo>
                    <a:pt x="5187" y="12329"/>
                  </a:lnTo>
                  <a:lnTo>
                    <a:pt x="3772" y="12329"/>
                  </a:lnTo>
                  <a:lnTo>
                    <a:pt x="2075" y="12711"/>
                  </a:lnTo>
                  <a:lnTo>
                    <a:pt x="0" y="12042"/>
                  </a:lnTo>
                  <a:lnTo>
                    <a:pt x="1037" y="13093"/>
                  </a:lnTo>
                  <a:lnTo>
                    <a:pt x="1037" y="13476"/>
                  </a:lnTo>
                  <a:lnTo>
                    <a:pt x="1320" y="13762"/>
                  </a:lnTo>
                  <a:lnTo>
                    <a:pt x="1697" y="13762"/>
                  </a:lnTo>
                  <a:lnTo>
                    <a:pt x="2075" y="14145"/>
                  </a:lnTo>
                  <a:lnTo>
                    <a:pt x="2735" y="14145"/>
                  </a:lnTo>
                  <a:lnTo>
                    <a:pt x="2735" y="14527"/>
                  </a:lnTo>
                  <a:lnTo>
                    <a:pt x="3112" y="14527"/>
                  </a:lnTo>
                  <a:lnTo>
                    <a:pt x="3112" y="14814"/>
                  </a:lnTo>
                  <a:lnTo>
                    <a:pt x="3489" y="15196"/>
                  </a:lnTo>
                  <a:lnTo>
                    <a:pt x="3489" y="15865"/>
                  </a:lnTo>
                  <a:lnTo>
                    <a:pt x="4150" y="15865"/>
                  </a:lnTo>
                  <a:lnTo>
                    <a:pt x="4150" y="17012"/>
                  </a:lnTo>
                  <a:lnTo>
                    <a:pt x="3772" y="16630"/>
                  </a:lnTo>
                  <a:lnTo>
                    <a:pt x="2735" y="17012"/>
                  </a:lnTo>
                  <a:lnTo>
                    <a:pt x="2358" y="17299"/>
                  </a:lnTo>
                  <a:lnTo>
                    <a:pt x="2075" y="17299"/>
                  </a:lnTo>
                  <a:lnTo>
                    <a:pt x="2075" y="19497"/>
                  </a:lnTo>
                  <a:lnTo>
                    <a:pt x="2358" y="19497"/>
                  </a:lnTo>
                  <a:lnTo>
                    <a:pt x="2735" y="19115"/>
                  </a:lnTo>
                  <a:lnTo>
                    <a:pt x="4527" y="19115"/>
                  </a:lnTo>
                  <a:lnTo>
                    <a:pt x="4527" y="18732"/>
                  </a:lnTo>
                  <a:lnTo>
                    <a:pt x="4810" y="18732"/>
                  </a:lnTo>
                  <a:lnTo>
                    <a:pt x="5187" y="19115"/>
                  </a:lnTo>
                  <a:lnTo>
                    <a:pt x="5187" y="18732"/>
                  </a:lnTo>
                  <a:lnTo>
                    <a:pt x="5565" y="18732"/>
                  </a:lnTo>
                  <a:lnTo>
                    <a:pt x="5565" y="19115"/>
                  </a:lnTo>
                  <a:lnTo>
                    <a:pt x="6225" y="19115"/>
                  </a:lnTo>
                  <a:lnTo>
                    <a:pt x="6602" y="18732"/>
                  </a:lnTo>
                  <a:lnTo>
                    <a:pt x="9337" y="18732"/>
                  </a:lnTo>
                  <a:lnTo>
                    <a:pt x="9715" y="19115"/>
                  </a:lnTo>
                  <a:lnTo>
                    <a:pt x="9715" y="19497"/>
                  </a:lnTo>
                  <a:lnTo>
                    <a:pt x="10469" y="19497"/>
                  </a:lnTo>
                  <a:lnTo>
                    <a:pt x="10469" y="19784"/>
                  </a:lnTo>
                  <a:lnTo>
                    <a:pt x="10752" y="20166"/>
                  </a:lnTo>
                  <a:lnTo>
                    <a:pt x="10752" y="20835"/>
                  </a:lnTo>
                  <a:lnTo>
                    <a:pt x="11130" y="21217"/>
                  </a:lnTo>
                  <a:lnTo>
                    <a:pt x="11790" y="21217"/>
                  </a:lnTo>
                  <a:lnTo>
                    <a:pt x="12167" y="21600"/>
                  </a:lnTo>
                  <a:lnTo>
                    <a:pt x="1254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4" name="AutoShape 32"/>
            <p:cNvSpPr>
              <a:spLocks/>
            </p:cNvSpPr>
            <p:nvPr/>
          </p:nvSpPr>
          <p:spPr bwMode="auto">
            <a:xfrm>
              <a:off x="6264023" y="4864932"/>
              <a:ext cx="491455" cy="349462"/>
            </a:xfrm>
            <a:custGeom>
              <a:avLst/>
              <a:gdLst>
                <a:gd name="T0" fmla="*/ 245727 w 21600"/>
                <a:gd name="T1" fmla="*/ 174731 h 21600"/>
                <a:gd name="T2" fmla="*/ 245727 w 21600"/>
                <a:gd name="T3" fmla="*/ 174731 h 21600"/>
                <a:gd name="T4" fmla="*/ 245727 w 21600"/>
                <a:gd name="T5" fmla="*/ 174731 h 21600"/>
                <a:gd name="T6" fmla="*/ 245727 w 21600"/>
                <a:gd name="T7" fmla="*/ 174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445" y="21600"/>
                  </a:moveTo>
                  <a:lnTo>
                    <a:pt x="12393" y="18930"/>
                  </a:lnTo>
                  <a:lnTo>
                    <a:pt x="13101" y="18202"/>
                  </a:lnTo>
                  <a:lnTo>
                    <a:pt x="13809" y="17231"/>
                  </a:lnTo>
                  <a:lnTo>
                    <a:pt x="14340" y="17231"/>
                  </a:lnTo>
                  <a:lnTo>
                    <a:pt x="15757" y="18930"/>
                  </a:lnTo>
                  <a:lnTo>
                    <a:pt x="16288" y="18202"/>
                  </a:lnTo>
                  <a:lnTo>
                    <a:pt x="17704" y="18930"/>
                  </a:lnTo>
                  <a:lnTo>
                    <a:pt x="17704" y="19901"/>
                  </a:lnTo>
                  <a:lnTo>
                    <a:pt x="18413" y="19901"/>
                  </a:lnTo>
                  <a:lnTo>
                    <a:pt x="19652" y="20871"/>
                  </a:lnTo>
                  <a:lnTo>
                    <a:pt x="20360" y="19901"/>
                  </a:lnTo>
                  <a:lnTo>
                    <a:pt x="21600" y="19901"/>
                  </a:lnTo>
                  <a:lnTo>
                    <a:pt x="20891" y="18202"/>
                  </a:lnTo>
                  <a:lnTo>
                    <a:pt x="20891" y="16260"/>
                  </a:lnTo>
                  <a:lnTo>
                    <a:pt x="20360" y="16260"/>
                  </a:lnTo>
                  <a:lnTo>
                    <a:pt x="19652" y="14561"/>
                  </a:lnTo>
                  <a:lnTo>
                    <a:pt x="19652" y="12620"/>
                  </a:lnTo>
                  <a:lnTo>
                    <a:pt x="18944" y="11892"/>
                  </a:lnTo>
                  <a:lnTo>
                    <a:pt x="18413" y="11892"/>
                  </a:lnTo>
                  <a:lnTo>
                    <a:pt x="17704" y="9950"/>
                  </a:lnTo>
                  <a:lnTo>
                    <a:pt x="16996" y="9222"/>
                  </a:lnTo>
                  <a:lnTo>
                    <a:pt x="15757" y="8251"/>
                  </a:lnTo>
                  <a:lnTo>
                    <a:pt x="14340" y="6310"/>
                  </a:lnTo>
                  <a:lnTo>
                    <a:pt x="11685" y="6310"/>
                  </a:lnTo>
                  <a:lnTo>
                    <a:pt x="11685" y="5582"/>
                  </a:lnTo>
                  <a:lnTo>
                    <a:pt x="11154" y="5582"/>
                  </a:lnTo>
                  <a:lnTo>
                    <a:pt x="11154" y="4611"/>
                  </a:lnTo>
                  <a:lnTo>
                    <a:pt x="9206" y="1941"/>
                  </a:lnTo>
                  <a:lnTo>
                    <a:pt x="8498" y="0"/>
                  </a:lnTo>
                  <a:lnTo>
                    <a:pt x="6550" y="0"/>
                  </a:lnTo>
                  <a:lnTo>
                    <a:pt x="6550" y="970"/>
                  </a:lnTo>
                  <a:lnTo>
                    <a:pt x="5842" y="0"/>
                  </a:lnTo>
                  <a:lnTo>
                    <a:pt x="5134" y="0"/>
                  </a:lnTo>
                  <a:lnTo>
                    <a:pt x="4603" y="1941"/>
                  </a:lnTo>
                  <a:lnTo>
                    <a:pt x="3186" y="1941"/>
                  </a:lnTo>
                  <a:lnTo>
                    <a:pt x="1239" y="2912"/>
                  </a:lnTo>
                  <a:lnTo>
                    <a:pt x="1239" y="3640"/>
                  </a:lnTo>
                  <a:lnTo>
                    <a:pt x="0" y="4611"/>
                  </a:lnTo>
                  <a:lnTo>
                    <a:pt x="0" y="6310"/>
                  </a:lnTo>
                  <a:lnTo>
                    <a:pt x="1947" y="6310"/>
                  </a:lnTo>
                  <a:lnTo>
                    <a:pt x="1947" y="7280"/>
                  </a:lnTo>
                  <a:lnTo>
                    <a:pt x="3186" y="8251"/>
                  </a:lnTo>
                  <a:lnTo>
                    <a:pt x="3895" y="8251"/>
                  </a:lnTo>
                  <a:lnTo>
                    <a:pt x="3895" y="9222"/>
                  </a:lnTo>
                  <a:lnTo>
                    <a:pt x="4603" y="9222"/>
                  </a:lnTo>
                  <a:lnTo>
                    <a:pt x="4603" y="9950"/>
                  </a:lnTo>
                  <a:lnTo>
                    <a:pt x="3895" y="10921"/>
                  </a:lnTo>
                  <a:lnTo>
                    <a:pt x="3895" y="11892"/>
                  </a:lnTo>
                  <a:lnTo>
                    <a:pt x="3186" y="11892"/>
                  </a:lnTo>
                  <a:lnTo>
                    <a:pt x="3186" y="12620"/>
                  </a:lnTo>
                  <a:lnTo>
                    <a:pt x="3895" y="14561"/>
                  </a:lnTo>
                  <a:lnTo>
                    <a:pt x="4603" y="16260"/>
                  </a:lnTo>
                  <a:lnTo>
                    <a:pt x="4603" y="18202"/>
                  </a:lnTo>
                  <a:lnTo>
                    <a:pt x="5842" y="18930"/>
                  </a:lnTo>
                  <a:lnTo>
                    <a:pt x="6550" y="18930"/>
                  </a:lnTo>
                  <a:lnTo>
                    <a:pt x="7790" y="19901"/>
                  </a:lnTo>
                  <a:lnTo>
                    <a:pt x="7790" y="20871"/>
                  </a:lnTo>
                  <a:lnTo>
                    <a:pt x="10445" y="20871"/>
                  </a:lnTo>
                  <a:lnTo>
                    <a:pt x="1044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5" name="AutoShape 33"/>
            <p:cNvSpPr>
              <a:spLocks/>
            </p:cNvSpPr>
            <p:nvPr/>
          </p:nvSpPr>
          <p:spPr bwMode="auto">
            <a:xfrm>
              <a:off x="5518786" y="4778551"/>
              <a:ext cx="878173" cy="655729"/>
            </a:xfrm>
            <a:custGeom>
              <a:avLst/>
              <a:gdLst>
                <a:gd name="T0" fmla="*/ 439087 w 21600"/>
                <a:gd name="T1" fmla="*/ 327865 h 21600"/>
                <a:gd name="T2" fmla="*/ 439087 w 21600"/>
                <a:gd name="T3" fmla="*/ 327865 h 21600"/>
                <a:gd name="T4" fmla="*/ 439087 w 21600"/>
                <a:gd name="T5" fmla="*/ 327865 h 21600"/>
                <a:gd name="T6" fmla="*/ 439087 w 21600"/>
                <a:gd name="T7" fmla="*/ 3278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26" y="2845"/>
                  </a:moveTo>
                  <a:lnTo>
                    <a:pt x="19420" y="2457"/>
                  </a:lnTo>
                  <a:lnTo>
                    <a:pt x="19816" y="1940"/>
                  </a:lnTo>
                  <a:lnTo>
                    <a:pt x="19816" y="2457"/>
                  </a:lnTo>
                  <a:lnTo>
                    <a:pt x="20510" y="2457"/>
                  </a:lnTo>
                  <a:lnTo>
                    <a:pt x="20906" y="1940"/>
                  </a:lnTo>
                  <a:lnTo>
                    <a:pt x="21600" y="1940"/>
                  </a:lnTo>
                  <a:lnTo>
                    <a:pt x="21600" y="2457"/>
                  </a:lnTo>
                  <a:lnTo>
                    <a:pt x="20906" y="2845"/>
                  </a:lnTo>
                  <a:lnTo>
                    <a:pt x="21203" y="2845"/>
                  </a:lnTo>
                  <a:lnTo>
                    <a:pt x="20906" y="3880"/>
                  </a:lnTo>
                  <a:lnTo>
                    <a:pt x="20113" y="3880"/>
                  </a:lnTo>
                  <a:lnTo>
                    <a:pt x="18726" y="4397"/>
                  </a:lnTo>
                  <a:lnTo>
                    <a:pt x="17537" y="4397"/>
                  </a:lnTo>
                  <a:lnTo>
                    <a:pt x="17240" y="4785"/>
                  </a:lnTo>
                  <a:lnTo>
                    <a:pt x="16844" y="4785"/>
                  </a:lnTo>
                  <a:lnTo>
                    <a:pt x="16447" y="5302"/>
                  </a:lnTo>
                  <a:lnTo>
                    <a:pt x="16150" y="5820"/>
                  </a:lnTo>
                  <a:lnTo>
                    <a:pt x="16844" y="7243"/>
                  </a:lnTo>
                  <a:lnTo>
                    <a:pt x="17240" y="7760"/>
                  </a:lnTo>
                  <a:lnTo>
                    <a:pt x="16150" y="9183"/>
                  </a:lnTo>
                  <a:lnTo>
                    <a:pt x="16447" y="9571"/>
                  </a:lnTo>
                  <a:lnTo>
                    <a:pt x="16447" y="10088"/>
                  </a:lnTo>
                  <a:lnTo>
                    <a:pt x="16150" y="10605"/>
                  </a:lnTo>
                  <a:lnTo>
                    <a:pt x="14664" y="10605"/>
                  </a:lnTo>
                  <a:lnTo>
                    <a:pt x="14664" y="11511"/>
                  </a:lnTo>
                  <a:lnTo>
                    <a:pt x="15060" y="11511"/>
                  </a:lnTo>
                  <a:lnTo>
                    <a:pt x="15357" y="12028"/>
                  </a:lnTo>
                  <a:lnTo>
                    <a:pt x="15357" y="12546"/>
                  </a:lnTo>
                  <a:lnTo>
                    <a:pt x="14664" y="12546"/>
                  </a:lnTo>
                  <a:lnTo>
                    <a:pt x="14267" y="12934"/>
                  </a:lnTo>
                  <a:lnTo>
                    <a:pt x="14267" y="15391"/>
                  </a:lnTo>
                  <a:lnTo>
                    <a:pt x="13871" y="15908"/>
                  </a:lnTo>
                  <a:lnTo>
                    <a:pt x="13574" y="15391"/>
                  </a:lnTo>
                  <a:lnTo>
                    <a:pt x="13574" y="15908"/>
                  </a:lnTo>
                  <a:lnTo>
                    <a:pt x="12781" y="15908"/>
                  </a:lnTo>
                  <a:lnTo>
                    <a:pt x="12781" y="15391"/>
                  </a:lnTo>
                  <a:lnTo>
                    <a:pt x="12484" y="15908"/>
                  </a:lnTo>
                  <a:lnTo>
                    <a:pt x="11691" y="16297"/>
                  </a:lnTo>
                  <a:lnTo>
                    <a:pt x="12088" y="16297"/>
                  </a:lnTo>
                  <a:lnTo>
                    <a:pt x="11295" y="17331"/>
                  </a:lnTo>
                  <a:lnTo>
                    <a:pt x="10998" y="16814"/>
                  </a:lnTo>
                  <a:lnTo>
                    <a:pt x="10601" y="17331"/>
                  </a:lnTo>
                  <a:lnTo>
                    <a:pt x="10205" y="17719"/>
                  </a:lnTo>
                  <a:lnTo>
                    <a:pt x="9908" y="18237"/>
                  </a:lnTo>
                  <a:lnTo>
                    <a:pt x="9908" y="19659"/>
                  </a:lnTo>
                  <a:lnTo>
                    <a:pt x="10205" y="20177"/>
                  </a:lnTo>
                  <a:lnTo>
                    <a:pt x="9908" y="20177"/>
                  </a:lnTo>
                  <a:lnTo>
                    <a:pt x="9511" y="20694"/>
                  </a:lnTo>
                  <a:lnTo>
                    <a:pt x="7332" y="20694"/>
                  </a:lnTo>
                  <a:lnTo>
                    <a:pt x="6935" y="21082"/>
                  </a:lnTo>
                  <a:lnTo>
                    <a:pt x="5449" y="21082"/>
                  </a:lnTo>
                  <a:lnTo>
                    <a:pt x="3666" y="21600"/>
                  </a:lnTo>
                  <a:lnTo>
                    <a:pt x="1486" y="20694"/>
                  </a:lnTo>
                  <a:lnTo>
                    <a:pt x="2873" y="18754"/>
                  </a:lnTo>
                  <a:lnTo>
                    <a:pt x="2873" y="18237"/>
                  </a:lnTo>
                  <a:lnTo>
                    <a:pt x="2576" y="17719"/>
                  </a:lnTo>
                  <a:lnTo>
                    <a:pt x="2873" y="17331"/>
                  </a:lnTo>
                  <a:lnTo>
                    <a:pt x="2576" y="16297"/>
                  </a:lnTo>
                  <a:lnTo>
                    <a:pt x="1089" y="16297"/>
                  </a:lnTo>
                  <a:lnTo>
                    <a:pt x="1089" y="15908"/>
                  </a:lnTo>
                  <a:lnTo>
                    <a:pt x="693" y="15391"/>
                  </a:lnTo>
                  <a:lnTo>
                    <a:pt x="1089" y="15391"/>
                  </a:lnTo>
                  <a:lnTo>
                    <a:pt x="693" y="14356"/>
                  </a:lnTo>
                  <a:lnTo>
                    <a:pt x="297" y="13451"/>
                  </a:lnTo>
                  <a:lnTo>
                    <a:pt x="297" y="12934"/>
                  </a:lnTo>
                  <a:lnTo>
                    <a:pt x="693" y="12028"/>
                  </a:lnTo>
                  <a:lnTo>
                    <a:pt x="297" y="12028"/>
                  </a:lnTo>
                  <a:lnTo>
                    <a:pt x="297" y="11511"/>
                  </a:lnTo>
                  <a:lnTo>
                    <a:pt x="0" y="10994"/>
                  </a:lnTo>
                  <a:lnTo>
                    <a:pt x="0" y="10605"/>
                  </a:lnTo>
                  <a:lnTo>
                    <a:pt x="297" y="10088"/>
                  </a:lnTo>
                  <a:lnTo>
                    <a:pt x="0" y="10088"/>
                  </a:lnTo>
                  <a:lnTo>
                    <a:pt x="0" y="9571"/>
                  </a:lnTo>
                  <a:lnTo>
                    <a:pt x="297" y="9571"/>
                  </a:lnTo>
                  <a:lnTo>
                    <a:pt x="693" y="9183"/>
                  </a:lnTo>
                  <a:lnTo>
                    <a:pt x="297" y="8665"/>
                  </a:lnTo>
                  <a:lnTo>
                    <a:pt x="693" y="8148"/>
                  </a:lnTo>
                  <a:lnTo>
                    <a:pt x="693" y="7243"/>
                  </a:lnTo>
                  <a:lnTo>
                    <a:pt x="1089" y="7760"/>
                  </a:lnTo>
                  <a:lnTo>
                    <a:pt x="2576" y="7760"/>
                  </a:lnTo>
                  <a:lnTo>
                    <a:pt x="2576" y="8148"/>
                  </a:lnTo>
                  <a:lnTo>
                    <a:pt x="3269" y="8148"/>
                  </a:lnTo>
                  <a:lnTo>
                    <a:pt x="3666" y="7760"/>
                  </a:lnTo>
                  <a:lnTo>
                    <a:pt x="3666" y="7243"/>
                  </a:lnTo>
                  <a:lnTo>
                    <a:pt x="3963" y="7243"/>
                  </a:lnTo>
                  <a:lnTo>
                    <a:pt x="3666" y="6725"/>
                  </a:lnTo>
                  <a:lnTo>
                    <a:pt x="4359" y="6725"/>
                  </a:lnTo>
                  <a:lnTo>
                    <a:pt x="5152" y="6208"/>
                  </a:lnTo>
                  <a:lnTo>
                    <a:pt x="5152" y="5820"/>
                  </a:lnTo>
                  <a:lnTo>
                    <a:pt x="5449" y="5820"/>
                  </a:lnTo>
                  <a:lnTo>
                    <a:pt x="5449" y="4785"/>
                  </a:lnTo>
                  <a:lnTo>
                    <a:pt x="5845" y="4397"/>
                  </a:lnTo>
                  <a:lnTo>
                    <a:pt x="5845" y="3362"/>
                  </a:lnTo>
                  <a:lnTo>
                    <a:pt x="6539" y="3362"/>
                  </a:lnTo>
                  <a:lnTo>
                    <a:pt x="7332" y="2845"/>
                  </a:lnTo>
                  <a:lnTo>
                    <a:pt x="9115" y="2845"/>
                  </a:lnTo>
                  <a:lnTo>
                    <a:pt x="9511" y="3362"/>
                  </a:lnTo>
                  <a:lnTo>
                    <a:pt x="9908" y="3362"/>
                  </a:lnTo>
                  <a:lnTo>
                    <a:pt x="9908" y="2845"/>
                  </a:lnTo>
                  <a:lnTo>
                    <a:pt x="10205" y="3362"/>
                  </a:lnTo>
                  <a:lnTo>
                    <a:pt x="10601" y="3880"/>
                  </a:lnTo>
                  <a:lnTo>
                    <a:pt x="11295" y="3880"/>
                  </a:lnTo>
                  <a:lnTo>
                    <a:pt x="11691" y="3362"/>
                  </a:lnTo>
                  <a:lnTo>
                    <a:pt x="12088" y="3362"/>
                  </a:lnTo>
                  <a:lnTo>
                    <a:pt x="12088" y="2845"/>
                  </a:lnTo>
                  <a:lnTo>
                    <a:pt x="12484" y="2845"/>
                  </a:lnTo>
                  <a:lnTo>
                    <a:pt x="12781" y="3362"/>
                  </a:lnTo>
                  <a:lnTo>
                    <a:pt x="13177" y="3362"/>
                  </a:lnTo>
                  <a:lnTo>
                    <a:pt x="13177" y="2457"/>
                  </a:lnTo>
                  <a:lnTo>
                    <a:pt x="14267" y="2457"/>
                  </a:lnTo>
                  <a:lnTo>
                    <a:pt x="14267" y="1422"/>
                  </a:lnTo>
                  <a:lnTo>
                    <a:pt x="14664" y="1034"/>
                  </a:lnTo>
                  <a:lnTo>
                    <a:pt x="14664" y="0"/>
                  </a:lnTo>
                  <a:lnTo>
                    <a:pt x="15357" y="0"/>
                  </a:lnTo>
                  <a:lnTo>
                    <a:pt x="15357" y="517"/>
                  </a:lnTo>
                  <a:lnTo>
                    <a:pt x="15754" y="517"/>
                  </a:lnTo>
                  <a:lnTo>
                    <a:pt x="15754" y="1422"/>
                  </a:lnTo>
                  <a:lnTo>
                    <a:pt x="16150" y="1422"/>
                  </a:lnTo>
                  <a:lnTo>
                    <a:pt x="16150" y="3880"/>
                  </a:lnTo>
                  <a:lnTo>
                    <a:pt x="16447" y="3880"/>
                  </a:lnTo>
                  <a:lnTo>
                    <a:pt x="16447" y="4397"/>
                  </a:lnTo>
                  <a:lnTo>
                    <a:pt x="17537" y="4397"/>
                  </a:lnTo>
                  <a:lnTo>
                    <a:pt x="17537" y="3880"/>
                  </a:lnTo>
                  <a:lnTo>
                    <a:pt x="17933" y="3880"/>
                  </a:lnTo>
                  <a:lnTo>
                    <a:pt x="18330" y="3362"/>
                  </a:lnTo>
                  <a:lnTo>
                    <a:pt x="18330" y="2845"/>
                  </a:lnTo>
                  <a:lnTo>
                    <a:pt x="18726" y="28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6" name="AutoShape 34"/>
            <p:cNvSpPr>
              <a:spLocks/>
            </p:cNvSpPr>
            <p:nvPr/>
          </p:nvSpPr>
          <p:spPr bwMode="auto">
            <a:xfrm>
              <a:off x="2086660" y="3396423"/>
              <a:ext cx="418946" cy="290563"/>
            </a:xfrm>
            <a:custGeom>
              <a:avLst/>
              <a:gdLst>
                <a:gd name="T0" fmla="*/ 209473 w 21600"/>
                <a:gd name="T1" fmla="*/ 145282 h 21600"/>
                <a:gd name="T2" fmla="*/ 209473 w 21600"/>
                <a:gd name="T3" fmla="*/ 145282 h 21600"/>
                <a:gd name="T4" fmla="*/ 209473 w 21600"/>
                <a:gd name="T5" fmla="*/ 145282 h 21600"/>
                <a:gd name="T6" fmla="*/ 209473 w 21600"/>
                <a:gd name="T7" fmla="*/ 145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428" y="20519"/>
                  </a:moveTo>
                  <a:cubicBezTo>
                    <a:pt x="15428" y="21600"/>
                    <a:pt x="15428" y="21600"/>
                    <a:pt x="15428" y="21600"/>
                  </a:cubicBezTo>
                  <a:cubicBezTo>
                    <a:pt x="16200" y="21600"/>
                    <a:pt x="16200" y="21600"/>
                    <a:pt x="16200" y="21600"/>
                  </a:cubicBezTo>
                  <a:cubicBezTo>
                    <a:pt x="16971" y="20519"/>
                    <a:pt x="16971" y="20519"/>
                    <a:pt x="16971" y="20519"/>
                  </a:cubicBezTo>
                  <a:cubicBezTo>
                    <a:pt x="16971" y="20519"/>
                    <a:pt x="16971" y="20519"/>
                    <a:pt x="16971" y="20519"/>
                  </a:cubicBezTo>
                  <a:cubicBezTo>
                    <a:pt x="16971" y="20519"/>
                    <a:pt x="16971" y="20519"/>
                    <a:pt x="16971" y="20519"/>
                  </a:cubicBezTo>
                  <a:cubicBezTo>
                    <a:pt x="16971" y="19440"/>
                    <a:pt x="16971" y="19440"/>
                    <a:pt x="16971" y="19440"/>
                  </a:cubicBezTo>
                  <a:cubicBezTo>
                    <a:pt x="16971" y="19440"/>
                    <a:pt x="16971" y="19440"/>
                    <a:pt x="16971" y="19440"/>
                  </a:cubicBezTo>
                  <a:cubicBezTo>
                    <a:pt x="16200" y="19440"/>
                    <a:pt x="16200" y="19440"/>
                    <a:pt x="16200" y="19440"/>
                  </a:cubicBezTo>
                  <a:cubicBezTo>
                    <a:pt x="16200" y="19440"/>
                    <a:pt x="16200" y="19440"/>
                    <a:pt x="16200" y="19440"/>
                  </a:cubicBezTo>
                  <a:cubicBezTo>
                    <a:pt x="16200" y="19440"/>
                    <a:pt x="16200" y="19440"/>
                    <a:pt x="16200" y="19440"/>
                  </a:cubicBezTo>
                  <a:cubicBezTo>
                    <a:pt x="15428" y="19440"/>
                    <a:pt x="15428" y="19440"/>
                    <a:pt x="15428" y="19440"/>
                  </a:cubicBezTo>
                  <a:cubicBezTo>
                    <a:pt x="15428" y="19440"/>
                    <a:pt x="15428" y="19440"/>
                    <a:pt x="15428" y="19440"/>
                  </a:cubicBezTo>
                  <a:cubicBezTo>
                    <a:pt x="16200" y="19440"/>
                    <a:pt x="16200" y="19440"/>
                    <a:pt x="16200" y="19440"/>
                  </a:cubicBezTo>
                  <a:cubicBezTo>
                    <a:pt x="16200" y="19440"/>
                    <a:pt x="16200" y="19440"/>
                    <a:pt x="16200" y="19440"/>
                  </a:cubicBezTo>
                  <a:cubicBezTo>
                    <a:pt x="15428" y="20519"/>
                    <a:pt x="15428" y="20519"/>
                    <a:pt x="15428" y="20519"/>
                  </a:cubicBezTo>
                  <a:cubicBezTo>
                    <a:pt x="15428" y="20519"/>
                    <a:pt x="15428" y="20519"/>
                    <a:pt x="15428" y="20519"/>
                  </a:cubicBezTo>
                  <a:close/>
                  <a:moveTo>
                    <a:pt x="20057" y="15120"/>
                  </a:moveTo>
                  <a:cubicBezTo>
                    <a:pt x="20057" y="16200"/>
                    <a:pt x="20057" y="16200"/>
                    <a:pt x="20057" y="16200"/>
                  </a:cubicBezTo>
                  <a:cubicBezTo>
                    <a:pt x="20057" y="17280"/>
                    <a:pt x="20057" y="17280"/>
                    <a:pt x="20057" y="17280"/>
                  </a:cubicBezTo>
                  <a:cubicBezTo>
                    <a:pt x="21599" y="17280"/>
                    <a:pt x="21599" y="17280"/>
                    <a:pt x="21599" y="17280"/>
                  </a:cubicBezTo>
                  <a:cubicBezTo>
                    <a:pt x="21599" y="16200"/>
                    <a:pt x="21599" y="16200"/>
                    <a:pt x="21599" y="16200"/>
                  </a:cubicBezTo>
                  <a:cubicBezTo>
                    <a:pt x="20828" y="15120"/>
                    <a:pt x="20828" y="15120"/>
                    <a:pt x="20828" y="15120"/>
                  </a:cubicBezTo>
                  <a:cubicBezTo>
                    <a:pt x="20057" y="15120"/>
                    <a:pt x="20057" y="15120"/>
                    <a:pt x="20057" y="15120"/>
                  </a:cubicBezTo>
                  <a:close/>
                  <a:moveTo>
                    <a:pt x="13885" y="12960"/>
                  </a:moveTo>
                  <a:cubicBezTo>
                    <a:pt x="13114" y="14040"/>
                    <a:pt x="13114" y="14040"/>
                    <a:pt x="13114" y="14040"/>
                  </a:cubicBezTo>
                  <a:cubicBezTo>
                    <a:pt x="13885" y="14040"/>
                    <a:pt x="13885" y="14040"/>
                    <a:pt x="13885" y="14040"/>
                  </a:cubicBezTo>
                  <a:cubicBezTo>
                    <a:pt x="13885" y="12960"/>
                    <a:pt x="13885" y="12960"/>
                    <a:pt x="13885" y="12960"/>
                  </a:cubicBezTo>
                  <a:close/>
                  <a:moveTo>
                    <a:pt x="11571" y="17280"/>
                  </a:moveTo>
                  <a:cubicBezTo>
                    <a:pt x="11571" y="17280"/>
                    <a:pt x="11571" y="17280"/>
                    <a:pt x="11571" y="17280"/>
                  </a:cubicBezTo>
                  <a:cubicBezTo>
                    <a:pt x="10800" y="17280"/>
                    <a:pt x="10800" y="17280"/>
                    <a:pt x="10800" y="17280"/>
                  </a:cubicBezTo>
                  <a:cubicBezTo>
                    <a:pt x="11571" y="16200"/>
                    <a:pt x="11571" y="16200"/>
                    <a:pt x="11571" y="16200"/>
                  </a:cubicBezTo>
                  <a:cubicBezTo>
                    <a:pt x="11571" y="16200"/>
                    <a:pt x="11571" y="16200"/>
                    <a:pt x="11571" y="16200"/>
                  </a:cubicBezTo>
                  <a:cubicBezTo>
                    <a:pt x="10800" y="16200"/>
                    <a:pt x="10800" y="16200"/>
                    <a:pt x="10800" y="16200"/>
                  </a:cubicBezTo>
                  <a:cubicBezTo>
                    <a:pt x="10028" y="16200"/>
                    <a:pt x="10028" y="16200"/>
                    <a:pt x="10028" y="16200"/>
                  </a:cubicBezTo>
                  <a:cubicBezTo>
                    <a:pt x="10028" y="15120"/>
                    <a:pt x="10028" y="15120"/>
                    <a:pt x="10028" y="15120"/>
                  </a:cubicBezTo>
                  <a:cubicBezTo>
                    <a:pt x="10028" y="14040"/>
                    <a:pt x="10028" y="14040"/>
                    <a:pt x="10028" y="14040"/>
                  </a:cubicBezTo>
                  <a:cubicBezTo>
                    <a:pt x="9257" y="14040"/>
                    <a:pt x="9257" y="14040"/>
                    <a:pt x="9257" y="14040"/>
                  </a:cubicBezTo>
                  <a:cubicBezTo>
                    <a:pt x="9257" y="12960"/>
                    <a:pt x="9257" y="12960"/>
                    <a:pt x="9257" y="12960"/>
                  </a:cubicBezTo>
                  <a:cubicBezTo>
                    <a:pt x="10028" y="12960"/>
                    <a:pt x="10028" y="12960"/>
                    <a:pt x="10028" y="12960"/>
                  </a:cubicBezTo>
                  <a:cubicBezTo>
                    <a:pt x="10028" y="11880"/>
                    <a:pt x="10028" y="11880"/>
                    <a:pt x="10028" y="11880"/>
                  </a:cubicBezTo>
                  <a:cubicBezTo>
                    <a:pt x="10028" y="11880"/>
                    <a:pt x="10028" y="11880"/>
                    <a:pt x="10028" y="11880"/>
                  </a:cubicBezTo>
                  <a:cubicBezTo>
                    <a:pt x="10800" y="12960"/>
                    <a:pt x="10800" y="12960"/>
                    <a:pt x="10800" y="12960"/>
                  </a:cubicBezTo>
                  <a:cubicBezTo>
                    <a:pt x="10800" y="12960"/>
                    <a:pt x="10800" y="12960"/>
                    <a:pt x="10800" y="12960"/>
                  </a:cubicBezTo>
                  <a:cubicBezTo>
                    <a:pt x="11571" y="12960"/>
                    <a:pt x="11571" y="12960"/>
                    <a:pt x="11571" y="12960"/>
                  </a:cubicBezTo>
                  <a:cubicBezTo>
                    <a:pt x="11571" y="12960"/>
                    <a:pt x="11571" y="12960"/>
                    <a:pt x="11571" y="12960"/>
                  </a:cubicBezTo>
                  <a:cubicBezTo>
                    <a:pt x="11571" y="12960"/>
                    <a:pt x="11571" y="12960"/>
                    <a:pt x="11571" y="12960"/>
                  </a:cubicBezTo>
                  <a:cubicBezTo>
                    <a:pt x="11571" y="12960"/>
                    <a:pt x="11571" y="12960"/>
                    <a:pt x="11571" y="12960"/>
                  </a:cubicBezTo>
                  <a:cubicBezTo>
                    <a:pt x="11571" y="11880"/>
                    <a:pt x="11571" y="11880"/>
                    <a:pt x="11571" y="11880"/>
                  </a:cubicBezTo>
                  <a:cubicBezTo>
                    <a:pt x="10800" y="11880"/>
                    <a:pt x="10800" y="11880"/>
                    <a:pt x="10800" y="11880"/>
                  </a:cubicBezTo>
                  <a:cubicBezTo>
                    <a:pt x="11571" y="10800"/>
                    <a:pt x="11571" y="10800"/>
                    <a:pt x="11571" y="10800"/>
                  </a:cubicBezTo>
                  <a:cubicBezTo>
                    <a:pt x="12342" y="10800"/>
                    <a:pt x="12342" y="10800"/>
                    <a:pt x="12342" y="10800"/>
                  </a:cubicBezTo>
                  <a:cubicBezTo>
                    <a:pt x="13114" y="10800"/>
                    <a:pt x="13114" y="10800"/>
                    <a:pt x="13114" y="10800"/>
                  </a:cubicBezTo>
                  <a:cubicBezTo>
                    <a:pt x="13114" y="11880"/>
                    <a:pt x="13114" y="11880"/>
                    <a:pt x="13114" y="11880"/>
                  </a:cubicBezTo>
                  <a:cubicBezTo>
                    <a:pt x="13114" y="12960"/>
                    <a:pt x="13114" y="12960"/>
                    <a:pt x="13114" y="12960"/>
                  </a:cubicBezTo>
                  <a:cubicBezTo>
                    <a:pt x="13114" y="14040"/>
                    <a:pt x="13114" y="14040"/>
                    <a:pt x="13114" y="14040"/>
                  </a:cubicBezTo>
                  <a:cubicBezTo>
                    <a:pt x="12342" y="14040"/>
                    <a:pt x="12342" y="14040"/>
                    <a:pt x="12342" y="14040"/>
                  </a:cubicBezTo>
                  <a:cubicBezTo>
                    <a:pt x="12342" y="14040"/>
                    <a:pt x="12342" y="14040"/>
                    <a:pt x="12342" y="14040"/>
                  </a:cubicBezTo>
                  <a:cubicBezTo>
                    <a:pt x="13114" y="15120"/>
                    <a:pt x="13114" y="15120"/>
                    <a:pt x="13114" y="15120"/>
                  </a:cubicBezTo>
                  <a:cubicBezTo>
                    <a:pt x="13114" y="15120"/>
                    <a:pt x="13114" y="15120"/>
                    <a:pt x="13114" y="15120"/>
                  </a:cubicBezTo>
                  <a:cubicBezTo>
                    <a:pt x="13114" y="16200"/>
                    <a:pt x="13114" y="16200"/>
                    <a:pt x="13114" y="16200"/>
                  </a:cubicBezTo>
                  <a:cubicBezTo>
                    <a:pt x="12342" y="16200"/>
                    <a:pt x="12342" y="16200"/>
                    <a:pt x="12342" y="16200"/>
                  </a:cubicBezTo>
                  <a:cubicBezTo>
                    <a:pt x="12342" y="17280"/>
                    <a:pt x="12342" y="17280"/>
                    <a:pt x="12342" y="17280"/>
                  </a:cubicBezTo>
                  <a:cubicBezTo>
                    <a:pt x="11571" y="17280"/>
                    <a:pt x="11571" y="17280"/>
                    <a:pt x="11571" y="17280"/>
                  </a:cubicBezTo>
                  <a:close/>
                  <a:moveTo>
                    <a:pt x="12342" y="17280"/>
                  </a:moveTo>
                  <a:cubicBezTo>
                    <a:pt x="12342" y="17280"/>
                    <a:pt x="12342" y="17280"/>
                    <a:pt x="12342" y="17280"/>
                  </a:cubicBezTo>
                  <a:cubicBezTo>
                    <a:pt x="12342" y="17280"/>
                    <a:pt x="12342" y="17280"/>
                    <a:pt x="12342" y="17280"/>
                  </a:cubicBezTo>
                  <a:cubicBezTo>
                    <a:pt x="13114" y="17280"/>
                    <a:pt x="13114" y="17280"/>
                    <a:pt x="13114" y="17280"/>
                  </a:cubicBezTo>
                  <a:cubicBezTo>
                    <a:pt x="13114" y="16200"/>
                    <a:pt x="13114" y="16200"/>
                    <a:pt x="13114" y="16200"/>
                  </a:cubicBezTo>
                  <a:cubicBezTo>
                    <a:pt x="12342" y="17280"/>
                    <a:pt x="12342" y="17280"/>
                    <a:pt x="12342" y="17280"/>
                  </a:cubicBezTo>
                  <a:cubicBezTo>
                    <a:pt x="12342" y="17280"/>
                    <a:pt x="12342" y="17280"/>
                    <a:pt x="12342" y="17280"/>
                  </a:cubicBezTo>
                  <a:close/>
                  <a:moveTo>
                    <a:pt x="10028" y="17280"/>
                  </a:moveTo>
                  <a:cubicBezTo>
                    <a:pt x="10028" y="18360"/>
                    <a:pt x="10028" y="18360"/>
                    <a:pt x="10028" y="18360"/>
                  </a:cubicBezTo>
                  <a:cubicBezTo>
                    <a:pt x="10800" y="18360"/>
                    <a:pt x="10800" y="18360"/>
                    <a:pt x="10800" y="18360"/>
                  </a:cubicBezTo>
                  <a:cubicBezTo>
                    <a:pt x="10800" y="18360"/>
                    <a:pt x="10800" y="18360"/>
                    <a:pt x="10800" y="18360"/>
                  </a:cubicBezTo>
                  <a:cubicBezTo>
                    <a:pt x="11571" y="17280"/>
                    <a:pt x="11571" y="17280"/>
                    <a:pt x="11571" y="17280"/>
                  </a:cubicBezTo>
                  <a:cubicBezTo>
                    <a:pt x="11571" y="17280"/>
                    <a:pt x="11571" y="17280"/>
                    <a:pt x="11571" y="17280"/>
                  </a:cubicBezTo>
                  <a:cubicBezTo>
                    <a:pt x="12342" y="17280"/>
                    <a:pt x="12342" y="17280"/>
                    <a:pt x="12342" y="17280"/>
                  </a:cubicBezTo>
                  <a:cubicBezTo>
                    <a:pt x="12342" y="18360"/>
                    <a:pt x="12342" y="18360"/>
                    <a:pt x="12342" y="18360"/>
                  </a:cubicBezTo>
                  <a:cubicBezTo>
                    <a:pt x="11571" y="18360"/>
                    <a:pt x="11571" y="18360"/>
                    <a:pt x="11571" y="18360"/>
                  </a:cubicBezTo>
                  <a:cubicBezTo>
                    <a:pt x="11571" y="19440"/>
                    <a:pt x="11571" y="19440"/>
                    <a:pt x="11571" y="19440"/>
                  </a:cubicBezTo>
                  <a:cubicBezTo>
                    <a:pt x="11571" y="19440"/>
                    <a:pt x="11571" y="19440"/>
                    <a:pt x="11571" y="19440"/>
                  </a:cubicBezTo>
                  <a:cubicBezTo>
                    <a:pt x="11571" y="18360"/>
                    <a:pt x="11571" y="18360"/>
                    <a:pt x="11571" y="18360"/>
                  </a:cubicBezTo>
                  <a:cubicBezTo>
                    <a:pt x="10800" y="19440"/>
                    <a:pt x="10800" y="19440"/>
                    <a:pt x="10800" y="19440"/>
                  </a:cubicBezTo>
                  <a:cubicBezTo>
                    <a:pt x="10028" y="19440"/>
                    <a:pt x="10028" y="19440"/>
                    <a:pt x="10028" y="19440"/>
                  </a:cubicBezTo>
                  <a:cubicBezTo>
                    <a:pt x="9257" y="19440"/>
                    <a:pt x="9257" y="19440"/>
                    <a:pt x="9257" y="19440"/>
                  </a:cubicBezTo>
                  <a:cubicBezTo>
                    <a:pt x="9257" y="18360"/>
                    <a:pt x="9257" y="18360"/>
                    <a:pt x="9257" y="18360"/>
                  </a:cubicBezTo>
                  <a:cubicBezTo>
                    <a:pt x="9257" y="18360"/>
                    <a:pt x="9257" y="18360"/>
                    <a:pt x="9257" y="18360"/>
                  </a:cubicBezTo>
                  <a:cubicBezTo>
                    <a:pt x="9257" y="18360"/>
                    <a:pt x="9257" y="18360"/>
                    <a:pt x="9257" y="18360"/>
                  </a:cubicBezTo>
                  <a:cubicBezTo>
                    <a:pt x="9257" y="17280"/>
                    <a:pt x="9257" y="17280"/>
                    <a:pt x="9257" y="17280"/>
                  </a:cubicBezTo>
                  <a:cubicBezTo>
                    <a:pt x="10028" y="17280"/>
                    <a:pt x="10028" y="17280"/>
                    <a:pt x="10028" y="17280"/>
                  </a:cubicBezTo>
                  <a:close/>
                  <a:moveTo>
                    <a:pt x="6942" y="12960"/>
                  </a:moveTo>
                  <a:cubicBezTo>
                    <a:pt x="7714" y="11880"/>
                    <a:pt x="7714" y="11880"/>
                    <a:pt x="7714" y="11880"/>
                  </a:cubicBezTo>
                  <a:cubicBezTo>
                    <a:pt x="7714" y="10800"/>
                    <a:pt x="7714" y="10800"/>
                    <a:pt x="7714" y="10800"/>
                  </a:cubicBezTo>
                  <a:cubicBezTo>
                    <a:pt x="7714" y="11880"/>
                    <a:pt x="7714" y="11880"/>
                    <a:pt x="7714" y="11880"/>
                  </a:cubicBezTo>
                  <a:cubicBezTo>
                    <a:pt x="7714" y="12960"/>
                    <a:pt x="7714" y="12960"/>
                    <a:pt x="7714" y="12960"/>
                  </a:cubicBezTo>
                  <a:cubicBezTo>
                    <a:pt x="6942" y="12960"/>
                    <a:pt x="6942" y="12960"/>
                    <a:pt x="6942" y="12960"/>
                  </a:cubicBezTo>
                  <a:close/>
                  <a:moveTo>
                    <a:pt x="6942" y="17280"/>
                  </a:moveTo>
                  <a:cubicBezTo>
                    <a:pt x="7714" y="18360"/>
                    <a:pt x="7714" y="18360"/>
                    <a:pt x="7714" y="18360"/>
                  </a:cubicBezTo>
                  <a:cubicBezTo>
                    <a:pt x="7714" y="18360"/>
                    <a:pt x="7714" y="18360"/>
                    <a:pt x="7714" y="18360"/>
                  </a:cubicBezTo>
                  <a:cubicBezTo>
                    <a:pt x="6942" y="17280"/>
                    <a:pt x="6942" y="17280"/>
                    <a:pt x="6942" y="17280"/>
                  </a:cubicBezTo>
                  <a:close/>
                  <a:moveTo>
                    <a:pt x="8485" y="16200"/>
                  </a:moveTo>
                  <a:cubicBezTo>
                    <a:pt x="8485" y="17280"/>
                    <a:pt x="8485" y="17280"/>
                    <a:pt x="8485" y="17280"/>
                  </a:cubicBezTo>
                  <a:cubicBezTo>
                    <a:pt x="7714" y="18360"/>
                    <a:pt x="7714" y="18360"/>
                    <a:pt x="7714" y="18360"/>
                  </a:cubicBezTo>
                  <a:cubicBezTo>
                    <a:pt x="8485" y="18360"/>
                    <a:pt x="8485" y="18360"/>
                    <a:pt x="8485" y="18360"/>
                  </a:cubicBezTo>
                  <a:cubicBezTo>
                    <a:pt x="8485" y="18360"/>
                    <a:pt x="8485" y="18360"/>
                    <a:pt x="8485" y="18360"/>
                  </a:cubicBezTo>
                  <a:cubicBezTo>
                    <a:pt x="9257" y="17280"/>
                    <a:pt x="9257" y="17280"/>
                    <a:pt x="9257" y="17280"/>
                  </a:cubicBezTo>
                  <a:cubicBezTo>
                    <a:pt x="9257" y="17280"/>
                    <a:pt x="8485" y="16200"/>
                    <a:pt x="8485" y="16200"/>
                  </a:cubicBezTo>
                  <a:close/>
                  <a:moveTo>
                    <a:pt x="5400" y="14040"/>
                  </a:moveTo>
                  <a:cubicBezTo>
                    <a:pt x="6171" y="14040"/>
                    <a:pt x="6171" y="14040"/>
                    <a:pt x="6171" y="14040"/>
                  </a:cubicBezTo>
                  <a:cubicBezTo>
                    <a:pt x="6942" y="14040"/>
                    <a:pt x="6942" y="14040"/>
                    <a:pt x="6942" y="14040"/>
                  </a:cubicBezTo>
                  <a:cubicBezTo>
                    <a:pt x="7714" y="14040"/>
                    <a:pt x="7714" y="14040"/>
                    <a:pt x="7714" y="14040"/>
                  </a:cubicBezTo>
                  <a:cubicBezTo>
                    <a:pt x="7714" y="15120"/>
                    <a:pt x="7714" y="15120"/>
                    <a:pt x="7714" y="15120"/>
                  </a:cubicBezTo>
                  <a:cubicBezTo>
                    <a:pt x="8485" y="16200"/>
                    <a:pt x="8485" y="16200"/>
                    <a:pt x="8485" y="16200"/>
                  </a:cubicBezTo>
                  <a:cubicBezTo>
                    <a:pt x="7714" y="17280"/>
                    <a:pt x="7714" y="17280"/>
                    <a:pt x="7714" y="17280"/>
                  </a:cubicBezTo>
                  <a:cubicBezTo>
                    <a:pt x="6942" y="17280"/>
                    <a:pt x="6942" y="17280"/>
                    <a:pt x="6942" y="17280"/>
                  </a:cubicBezTo>
                  <a:cubicBezTo>
                    <a:pt x="6942" y="17280"/>
                    <a:pt x="6942" y="17280"/>
                    <a:pt x="6942" y="17280"/>
                  </a:cubicBezTo>
                  <a:cubicBezTo>
                    <a:pt x="6171" y="17280"/>
                    <a:pt x="6171" y="17280"/>
                    <a:pt x="6171" y="17280"/>
                  </a:cubicBezTo>
                  <a:cubicBezTo>
                    <a:pt x="5400" y="16200"/>
                    <a:pt x="5400" y="16200"/>
                    <a:pt x="5400" y="16200"/>
                  </a:cubicBezTo>
                  <a:cubicBezTo>
                    <a:pt x="5400" y="15120"/>
                    <a:pt x="5400" y="15120"/>
                    <a:pt x="5400" y="15120"/>
                  </a:cubicBezTo>
                  <a:cubicBezTo>
                    <a:pt x="5400" y="14040"/>
                    <a:pt x="5400" y="14040"/>
                    <a:pt x="5400" y="14040"/>
                  </a:cubicBezTo>
                  <a:close/>
                  <a:moveTo>
                    <a:pt x="8485" y="3240"/>
                  </a:moveTo>
                  <a:cubicBezTo>
                    <a:pt x="8485" y="2159"/>
                    <a:pt x="8485" y="2159"/>
                    <a:pt x="8485" y="2159"/>
                  </a:cubicBezTo>
                  <a:cubicBezTo>
                    <a:pt x="9257" y="2159"/>
                    <a:pt x="9257" y="2159"/>
                    <a:pt x="9257" y="2159"/>
                  </a:cubicBezTo>
                  <a:cubicBezTo>
                    <a:pt x="8485" y="3240"/>
                    <a:pt x="8485" y="3240"/>
                    <a:pt x="8485" y="3240"/>
                  </a:cubicBezTo>
                  <a:cubicBezTo>
                    <a:pt x="8485" y="3240"/>
                    <a:pt x="8485" y="3240"/>
                    <a:pt x="8485" y="3240"/>
                  </a:cubicBezTo>
                  <a:close/>
                  <a:moveTo>
                    <a:pt x="2314" y="7560"/>
                  </a:moveTo>
                  <a:cubicBezTo>
                    <a:pt x="2314" y="6480"/>
                    <a:pt x="2314" y="6480"/>
                    <a:pt x="2314" y="6480"/>
                  </a:cubicBezTo>
                  <a:cubicBezTo>
                    <a:pt x="2314" y="5399"/>
                    <a:pt x="2314" y="5399"/>
                    <a:pt x="2314" y="5399"/>
                  </a:cubicBezTo>
                  <a:cubicBezTo>
                    <a:pt x="3085" y="5399"/>
                    <a:pt x="3085" y="5399"/>
                    <a:pt x="3085" y="5399"/>
                  </a:cubicBezTo>
                  <a:cubicBezTo>
                    <a:pt x="3085" y="6480"/>
                    <a:pt x="3085" y="6480"/>
                    <a:pt x="3085" y="6480"/>
                  </a:cubicBezTo>
                  <a:cubicBezTo>
                    <a:pt x="2314" y="7560"/>
                    <a:pt x="2314" y="7560"/>
                    <a:pt x="2314" y="7560"/>
                  </a:cubicBezTo>
                  <a:cubicBezTo>
                    <a:pt x="2314" y="7560"/>
                    <a:pt x="2314" y="7560"/>
                    <a:pt x="2314" y="7560"/>
                  </a:cubicBezTo>
                  <a:close/>
                  <a:moveTo>
                    <a:pt x="1542" y="7560"/>
                  </a:moveTo>
                  <a:cubicBezTo>
                    <a:pt x="1542" y="6480"/>
                    <a:pt x="1542" y="6480"/>
                    <a:pt x="1542" y="6480"/>
                  </a:cubicBezTo>
                  <a:cubicBezTo>
                    <a:pt x="1542" y="6480"/>
                    <a:pt x="1542" y="6480"/>
                    <a:pt x="1542" y="6480"/>
                  </a:cubicBezTo>
                  <a:cubicBezTo>
                    <a:pt x="3085" y="5399"/>
                    <a:pt x="3085" y="5399"/>
                    <a:pt x="3085" y="5399"/>
                  </a:cubicBezTo>
                  <a:cubicBezTo>
                    <a:pt x="3085" y="5399"/>
                    <a:pt x="3085" y="5399"/>
                    <a:pt x="3085" y="5399"/>
                  </a:cubicBezTo>
                  <a:cubicBezTo>
                    <a:pt x="3857" y="5399"/>
                    <a:pt x="3857" y="5399"/>
                    <a:pt x="3857" y="5399"/>
                  </a:cubicBezTo>
                  <a:cubicBezTo>
                    <a:pt x="4628" y="5399"/>
                    <a:pt x="4628" y="5399"/>
                    <a:pt x="4628" y="5399"/>
                  </a:cubicBezTo>
                  <a:cubicBezTo>
                    <a:pt x="4628" y="5399"/>
                    <a:pt x="4628" y="5399"/>
                    <a:pt x="4628" y="5399"/>
                  </a:cubicBezTo>
                  <a:cubicBezTo>
                    <a:pt x="5400" y="5399"/>
                    <a:pt x="5400" y="5399"/>
                    <a:pt x="5400" y="5399"/>
                  </a:cubicBezTo>
                  <a:cubicBezTo>
                    <a:pt x="6171" y="5399"/>
                    <a:pt x="6171" y="5399"/>
                    <a:pt x="6171" y="5399"/>
                  </a:cubicBezTo>
                  <a:cubicBezTo>
                    <a:pt x="6171" y="5399"/>
                    <a:pt x="6171" y="5399"/>
                    <a:pt x="6171" y="5399"/>
                  </a:cubicBezTo>
                  <a:cubicBezTo>
                    <a:pt x="6942" y="3240"/>
                    <a:pt x="6942" y="3240"/>
                    <a:pt x="6942" y="3240"/>
                  </a:cubicBezTo>
                  <a:cubicBezTo>
                    <a:pt x="6942" y="3240"/>
                    <a:pt x="6942" y="3240"/>
                    <a:pt x="6942" y="3240"/>
                  </a:cubicBezTo>
                  <a:cubicBezTo>
                    <a:pt x="6942" y="2159"/>
                    <a:pt x="6942" y="2159"/>
                    <a:pt x="6942" y="2159"/>
                  </a:cubicBezTo>
                  <a:cubicBezTo>
                    <a:pt x="6942" y="1079"/>
                    <a:pt x="6942" y="1079"/>
                    <a:pt x="6942" y="1079"/>
                  </a:cubicBezTo>
                  <a:cubicBezTo>
                    <a:pt x="7714" y="0"/>
                    <a:pt x="7714" y="0"/>
                    <a:pt x="7714" y="0"/>
                  </a:cubicBezTo>
                  <a:cubicBezTo>
                    <a:pt x="7714" y="0"/>
                    <a:pt x="7714" y="0"/>
                    <a:pt x="7714" y="0"/>
                  </a:cubicBezTo>
                  <a:cubicBezTo>
                    <a:pt x="6171" y="1079"/>
                    <a:pt x="6171" y="1079"/>
                    <a:pt x="6171" y="1079"/>
                  </a:cubicBezTo>
                  <a:cubicBezTo>
                    <a:pt x="5400" y="2159"/>
                    <a:pt x="5400" y="2159"/>
                    <a:pt x="5400" y="2159"/>
                  </a:cubicBezTo>
                  <a:cubicBezTo>
                    <a:pt x="4628" y="2159"/>
                    <a:pt x="4628" y="2159"/>
                    <a:pt x="4628" y="2159"/>
                  </a:cubicBezTo>
                  <a:cubicBezTo>
                    <a:pt x="4628" y="2159"/>
                    <a:pt x="4628" y="2159"/>
                    <a:pt x="4628" y="2159"/>
                  </a:cubicBezTo>
                  <a:cubicBezTo>
                    <a:pt x="3857" y="3240"/>
                    <a:pt x="3857" y="3240"/>
                    <a:pt x="3857" y="3240"/>
                  </a:cubicBezTo>
                  <a:cubicBezTo>
                    <a:pt x="3857" y="4319"/>
                    <a:pt x="3857" y="4319"/>
                    <a:pt x="3857" y="4319"/>
                  </a:cubicBezTo>
                  <a:cubicBezTo>
                    <a:pt x="3085" y="4319"/>
                    <a:pt x="3085" y="4319"/>
                    <a:pt x="3085" y="4319"/>
                  </a:cubicBezTo>
                  <a:cubicBezTo>
                    <a:pt x="2314" y="5399"/>
                    <a:pt x="2314" y="5399"/>
                    <a:pt x="2314" y="5399"/>
                  </a:cubicBezTo>
                  <a:cubicBezTo>
                    <a:pt x="1542" y="5399"/>
                    <a:pt x="1542" y="5399"/>
                    <a:pt x="1542" y="5399"/>
                  </a:cubicBezTo>
                  <a:cubicBezTo>
                    <a:pt x="1542" y="5399"/>
                    <a:pt x="1542" y="5399"/>
                    <a:pt x="1542" y="5399"/>
                  </a:cubicBezTo>
                  <a:cubicBezTo>
                    <a:pt x="771" y="5399"/>
                    <a:pt x="771" y="5399"/>
                    <a:pt x="771" y="5399"/>
                  </a:cubicBezTo>
                  <a:cubicBezTo>
                    <a:pt x="771" y="6480"/>
                    <a:pt x="771" y="6480"/>
                    <a:pt x="771" y="6480"/>
                  </a:cubicBezTo>
                  <a:cubicBezTo>
                    <a:pt x="771" y="6480"/>
                    <a:pt x="771" y="6480"/>
                    <a:pt x="771" y="6480"/>
                  </a:cubicBezTo>
                  <a:cubicBezTo>
                    <a:pt x="771" y="6480"/>
                    <a:pt x="771" y="6480"/>
                    <a:pt x="771" y="6480"/>
                  </a:cubicBezTo>
                  <a:cubicBezTo>
                    <a:pt x="1542" y="7560"/>
                    <a:pt x="1542" y="7560"/>
                    <a:pt x="1542" y="7560"/>
                  </a:cubicBezTo>
                  <a:close/>
                  <a:moveTo>
                    <a:pt x="4628" y="18360"/>
                  </a:moveTo>
                  <a:cubicBezTo>
                    <a:pt x="4628" y="18360"/>
                    <a:pt x="4628" y="18360"/>
                    <a:pt x="4628" y="18360"/>
                  </a:cubicBezTo>
                  <a:cubicBezTo>
                    <a:pt x="4628" y="17280"/>
                    <a:pt x="4628" y="17280"/>
                    <a:pt x="4628" y="17280"/>
                  </a:cubicBezTo>
                  <a:cubicBezTo>
                    <a:pt x="4628" y="17280"/>
                    <a:pt x="4628" y="17280"/>
                    <a:pt x="4628" y="17280"/>
                  </a:cubicBezTo>
                  <a:cubicBezTo>
                    <a:pt x="3857" y="17280"/>
                    <a:pt x="3857" y="17280"/>
                    <a:pt x="3857" y="17280"/>
                  </a:cubicBezTo>
                  <a:cubicBezTo>
                    <a:pt x="3857" y="16200"/>
                    <a:pt x="3857" y="16200"/>
                    <a:pt x="3857" y="16200"/>
                  </a:cubicBezTo>
                  <a:cubicBezTo>
                    <a:pt x="4628" y="16200"/>
                    <a:pt x="4628" y="16200"/>
                    <a:pt x="4628" y="16200"/>
                  </a:cubicBezTo>
                  <a:cubicBezTo>
                    <a:pt x="4628" y="15120"/>
                    <a:pt x="4628" y="15120"/>
                    <a:pt x="4628" y="15120"/>
                  </a:cubicBezTo>
                  <a:cubicBezTo>
                    <a:pt x="4628" y="15120"/>
                    <a:pt x="4628" y="15120"/>
                    <a:pt x="4628" y="15120"/>
                  </a:cubicBezTo>
                  <a:cubicBezTo>
                    <a:pt x="4628" y="14040"/>
                    <a:pt x="4628" y="14040"/>
                    <a:pt x="4628" y="14040"/>
                  </a:cubicBezTo>
                  <a:cubicBezTo>
                    <a:pt x="5400" y="12960"/>
                    <a:pt x="5400" y="12960"/>
                    <a:pt x="5400" y="12960"/>
                  </a:cubicBezTo>
                  <a:cubicBezTo>
                    <a:pt x="5400" y="12960"/>
                    <a:pt x="5400" y="12960"/>
                    <a:pt x="5400" y="12960"/>
                  </a:cubicBezTo>
                  <a:cubicBezTo>
                    <a:pt x="6171" y="12960"/>
                    <a:pt x="6171" y="12960"/>
                    <a:pt x="6171" y="12960"/>
                  </a:cubicBezTo>
                  <a:cubicBezTo>
                    <a:pt x="6171" y="12960"/>
                    <a:pt x="6171" y="12960"/>
                    <a:pt x="6171" y="12960"/>
                  </a:cubicBezTo>
                  <a:cubicBezTo>
                    <a:pt x="6942" y="11880"/>
                    <a:pt x="6942" y="11880"/>
                    <a:pt x="6942" y="11880"/>
                  </a:cubicBezTo>
                  <a:cubicBezTo>
                    <a:pt x="6942" y="10800"/>
                    <a:pt x="6942" y="10800"/>
                    <a:pt x="6942" y="10800"/>
                  </a:cubicBezTo>
                  <a:cubicBezTo>
                    <a:pt x="6171" y="10800"/>
                    <a:pt x="6171" y="10800"/>
                    <a:pt x="6171" y="10800"/>
                  </a:cubicBezTo>
                  <a:cubicBezTo>
                    <a:pt x="6942" y="9719"/>
                    <a:pt x="6942" y="9719"/>
                    <a:pt x="6942" y="9719"/>
                  </a:cubicBezTo>
                  <a:cubicBezTo>
                    <a:pt x="7714" y="9719"/>
                    <a:pt x="7714" y="9719"/>
                    <a:pt x="7714" y="9719"/>
                  </a:cubicBezTo>
                  <a:cubicBezTo>
                    <a:pt x="7714" y="10800"/>
                    <a:pt x="7714" y="10800"/>
                    <a:pt x="7714" y="10800"/>
                  </a:cubicBezTo>
                  <a:cubicBezTo>
                    <a:pt x="8485" y="9719"/>
                    <a:pt x="8485" y="9719"/>
                    <a:pt x="8485" y="9719"/>
                  </a:cubicBezTo>
                  <a:cubicBezTo>
                    <a:pt x="8485" y="10800"/>
                    <a:pt x="8485" y="10800"/>
                    <a:pt x="8485" y="10800"/>
                  </a:cubicBezTo>
                  <a:cubicBezTo>
                    <a:pt x="8485" y="9719"/>
                    <a:pt x="8485" y="9719"/>
                    <a:pt x="8485" y="9719"/>
                  </a:cubicBezTo>
                  <a:cubicBezTo>
                    <a:pt x="8485" y="8639"/>
                    <a:pt x="8485" y="8639"/>
                    <a:pt x="8485" y="8639"/>
                  </a:cubicBezTo>
                  <a:cubicBezTo>
                    <a:pt x="8485" y="8639"/>
                    <a:pt x="8485" y="8639"/>
                    <a:pt x="8485" y="8639"/>
                  </a:cubicBezTo>
                  <a:cubicBezTo>
                    <a:pt x="7714" y="8639"/>
                    <a:pt x="7714" y="8639"/>
                    <a:pt x="7714" y="8639"/>
                  </a:cubicBezTo>
                  <a:cubicBezTo>
                    <a:pt x="6942" y="8639"/>
                    <a:pt x="6942" y="8639"/>
                    <a:pt x="6942" y="8639"/>
                  </a:cubicBezTo>
                  <a:cubicBezTo>
                    <a:pt x="6942" y="7560"/>
                    <a:pt x="6942" y="7560"/>
                    <a:pt x="6942" y="7560"/>
                  </a:cubicBezTo>
                  <a:cubicBezTo>
                    <a:pt x="6171" y="7560"/>
                    <a:pt x="6171" y="7560"/>
                    <a:pt x="6171" y="7560"/>
                  </a:cubicBezTo>
                  <a:cubicBezTo>
                    <a:pt x="6171" y="7560"/>
                    <a:pt x="6171" y="7560"/>
                    <a:pt x="6171" y="7560"/>
                  </a:cubicBezTo>
                  <a:cubicBezTo>
                    <a:pt x="6171" y="6480"/>
                    <a:pt x="6171" y="6480"/>
                    <a:pt x="6171" y="6480"/>
                  </a:cubicBezTo>
                  <a:cubicBezTo>
                    <a:pt x="6171" y="6480"/>
                    <a:pt x="6171" y="6480"/>
                    <a:pt x="6171" y="6480"/>
                  </a:cubicBezTo>
                  <a:cubicBezTo>
                    <a:pt x="5400" y="5399"/>
                    <a:pt x="5400" y="5399"/>
                    <a:pt x="5400" y="5399"/>
                  </a:cubicBezTo>
                  <a:cubicBezTo>
                    <a:pt x="4628" y="5399"/>
                    <a:pt x="4628" y="5399"/>
                    <a:pt x="4628" y="5399"/>
                  </a:cubicBezTo>
                  <a:cubicBezTo>
                    <a:pt x="3857" y="5399"/>
                    <a:pt x="3857" y="5399"/>
                    <a:pt x="3857" y="5399"/>
                  </a:cubicBezTo>
                  <a:cubicBezTo>
                    <a:pt x="3857" y="5399"/>
                    <a:pt x="3857" y="5399"/>
                    <a:pt x="3857" y="5399"/>
                  </a:cubicBezTo>
                  <a:cubicBezTo>
                    <a:pt x="3085" y="6480"/>
                    <a:pt x="3085" y="6480"/>
                    <a:pt x="3085" y="6480"/>
                  </a:cubicBezTo>
                  <a:cubicBezTo>
                    <a:pt x="3857" y="6480"/>
                    <a:pt x="3857" y="6480"/>
                    <a:pt x="3857" y="6480"/>
                  </a:cubicBezTo>
                  <a:cubicBezTo>
                    <a:pt x="3857" y="7560"/>
                    <a:pt x="3857" y="7560"/>
                    <a:pt x="3857" y="7560"/>
                  </a:cubicBezTo>
                  <a:cubicBezTo>
                    <a:pt x="4628" y="8639"/>
                    <a:pt x="4628" y="8639"/>
                    <a:pt x="4628" y="8639"/>
                  </a:cubicBezTo>
                  <a:cubicBezTo>
                    <a:pt x="4628" y="8639"/>
                    <a:pt x="4628" y="8639"/>
                    <a:pt x="4628" y="8639"/>
                  </a:cubicBezTo>
                  <a:cubicBezTo>
                    <a:pt x="3857" y="8639"/>
                    <a:pt x="3857" y="8639"/>
                    <a:pt x="3857" y="8639"/>
                  </a:cubicBezTo>
                  <a:cubicBezTo>
                    <a:pt x="3085" y="8639"/>
                    <a:pt x="3085" y="8639"/>
                    <a:pt x="3085" y="8639"/>
                  </a:cubicBezTo>
                  <a:cubicBezTo>
                    <a:pt x="3085" y="7560"/>
                    <a:pt x="3085" y="7560"/>
                    <a:pt x="3085" y="7560"/>
                  </a:cubicBezTo>
                  <a:cubicBezTo>
                    <a:pt x="3085" y="7560"/>
                    <a:pt x="3085" y="7560"/>
                    <a:pt x="3085" y="7560"/>
                  </a:cubicBezTo>
                  <a:cubicBezTo>
                    <a:pt x="3085" y="6480"/>
                    <a:pt x="3085" y="6480"/>
                    <a:pt x="3085" y="6480"/>
                  </a:cubicBezTo>
                  <a:cubicBezTo>
                    <a:pt x="3085" y="6480"/>
                    <a:pt x="3085" y="6480"/>
                    <a:pt x="3085" y="6480"/>
                  </a:cubicBezTo>
                  <a:cubicBezTo>
                    <a:pt x="2314" y="7560"/>
                    <a:pt x="2314" y="7560"/>
                    <a:pt x="2314" y="7560"/>
                  </a:cubicBezTo>
                  <a:cubicBezTo>
                    <a:pt x="2314" y="8639"/>
                    <a:pt x="2314" y="8639"/>
                    <a:pt x="2314" y="8639"/>
                  </a:cubicBezTo>
                  <a:cubicBezTo>
                    <a:pt x="2314" y="8639"/>
                    <a:pt x="2314" y="8639"/>
                    <a:pt x="2314" y="8639"/>
                  </a:cubicBezTo>
                  <a:cubicBezTo>
                    <a:pt x="1542" y="8639"/>
                    <a:pt x="1542" y="8639"/>
                    <a:pt x="1542" y="8639"/>
                  </a:cubicBezTo>
                  <a:cubicBezTo>
                    <a:pt x="771" y="8639"/>
                    <a:pt x="771" y="8639"/>
                    <a:pt x="771" y="8639"/>
                  </a:cubicBezTo>
                  <a:cubicBezTo>
                    <a:pt x="771" y="7560"/>
                    <a:pt x="771" y="7560"/>
                    <a:pt x="771" y="7560"/>
                  </a:cubicBezTo>
                  <a:cubicBezTo>
                    <a:pt x="0" y="8639"/>
                    <a:pt x="0" y="8639"/>
                    <a:pt x="0" y="8639"/>
                  </a:cubicBezTo>
                  <a:cubicBezTo>
                    <a:pt x="771" y="9719"/>
                    <a:pt x="771" y="9719"/>
                    <a:pt x="771" y="9719"/>
                  </a:cubicBezTo>
                  <a:cubicBezTo>
                    <a:pt x="771" y="9719"/>
                    <a:pt x="771" y="9719"/>
                    <a:pt x="771" y="9719"/>
                  </a:cubicBezTo>
                  <a:cubicBezTo>
                    <a:pt x="771" y="9719"/>
                    <a:pt x="771" y="9719"/>
                    <a:pt x="771" y="9719"/>
                  </a:cubicBezTo>
                  <a:cubicBezTo>
                    <a:pt x="0" y="9719"/>
                    <a:pt x="0" y="9719"/>
                    <a:pt x="0" y="9719"/>
                  </a:cubicBezTo>
                  <a:cubicBezTo>
                    <a:pt x="0" y="10800"/>
                    <a:pt x="0" y="10800"/>
                    <a:pt x="0" y="10800"/>
                  </a:cubicBezTo>
                  <a:cubicBezTo>
                    <a:pt x="771" y="10800"/>
                    <a:pt x="771" y="10800"/>
                    <a:pt x="771" y="10800"/>
                  </a:cubicBezTo>
                  <a:cubicBezTo>
                    <a:pt x="771" y="11880"/>
                    <a:pt x="771" y="11880"/>
                    <a:pt x="771" y="11880"/>
                  </a:cubicBezTo>
                  <a:cubicBezTo>
                    <a:pt x="1542" y="12960"/>
                    <a:pt x="1542" y="12960"/>
                    <a:pt x="1542" y="12960"/>
                  </a:cubicBezTo>
                  <a:cubicBezTo>
                    <a:pt x="0" y="12960"/>
                    <a:pt x="0" y="12960"/>
                    <a:pt x="0" y="12960"/>
                  </a:cubicBezTo>
                  <a:cubicBezTo>
                    <a:pt x="0" y="14040"/>
                    <a:pt x="0" y="14040"/>
                    <a:pt x="0" y="14040"/>
                  </a:cubicBezTo>
                  <a:cubicBezTo>
                    <a:pt x="0" y="15120"/>
                    <a:pt x="0" y="15120"/>
                    <a:pt x="0" y="15120"/>
                  </a:cubicBezTo>
                  <a:cubicBezTo>
                    <a:pt x="771" y="14040"/>
                    <a:pt x="771" y="14040"/>
                    <a:pt x="771" y="14040"/>
                  </a:cubicBezTo>
                  <a:cubicBezTo>
                    <a:pt x="1542" y="15120"/>
                    <a:pt x="1542" y="15120"/>
                    <a:pt x="1542" y="15120"/>
                  </a:cubicBezTo>
                  <a:cubicBezTo>
                    <a:pt x="1542" y="16200"/>
                    <a:pt x="1542" y="16200"/>
                    <a:pt x="1542" y="16200"/>
                  </a:cubicBezTo>
                  <a:cubicBezTo>
                    <a:pt x="1542" y="17280"/>
                    <a:pt x="1542" y="17280"/>
                    <a:pt x="1542" y="17280"/>
                  </a:cubicBezTo>
                  <a:cubicBezTo>
                    <a:pt x="1542" y="17280"/>
                    <a:pt x="1542" y="17280"/>
                    <a:pt x="1542" y="17280"/>
                  </a:cubicBezTo>
                  <a:cubicBezTo>
                    <a:pt x="2314" y="17280"/>
                    <a:pt x="2314" y="17280"/>
                    <a:pt x="2314" y="17280"/>
                  </a:cubicBezTo>
                  <a:cubicBezTo>
                    <a:pt x="3857" y="18360"/>
                    <a:pt x="3857" y="18360"/>
                    <a:pt x="3857" y="18360"/>
                  </a:cubicBezTo>
                  <a:cubicBezTo>
                    <a:pt x="3857" y="18360"/>
                    <a:pt x="3857" y="18360"/>
                    <a:pt x="3857" y="18360"/>
                  </a:cubicBezTo>
                  <a:lnTo>
                    <a:pt x="4628" y="1836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7" name="AutoShape 35"/>
            <p:cNvSpPr>
              <a:spLocks/>
            </p:cNvSpPr>
            <p:nvPr/>
          </p:nvSpPr>
          <p:spPr bwMode="auto">
            <a:xfrm>
              <a:off x="1877191" y="2010371"/>
              <a:ext cx="1341427" cy="1370352"/>
            </a:xfrm>
            <a:custGeom>
              <a:avLst/>
              <a:gdLst>
                <a:gd name="T0" fmla="*/ 670714 w 21600"/>
                <a:gd name="T1" fmla="*/ 685176 h 21600"/>
                <a:gd name="T2" fmla="*/ 670714 w 21600"/>
                <a:gd name="T3" fmla="*/ 685176 h 21600"/>
                <a:gd name="T4" fmla="*/ 670714 w 21600"/>
                <a:gd name="T5" fmla="*/ 685176 h 21600"/>
                <a:gd name="T6" fmla="*/ 670714 w 21600"/>
                <a:gd name="T7" fmla="*/ 68517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19" y="3906"/>
                  </a:moveTo>
                  <a:cubicBezTo>
                    <a:pt x="20160" y="3906"/>
                    <a:pt x="20160" y="3906"/>
                    <a:pt x="20160" y="3906"/>
                  </a:cubicBezTo>
                  <a:cubicBezTo>
                    <a:pt x="20160" y="3676"/>
                    <a:pt x="20160" y="3676"/>
                    <a:pt x="20160" y="3676"/>
                  </a:cubicBezTo>
                  <a:cubicBezTo>
                    <a:pt x="20399" y="3446"/>
                    <a:pt x="20399" y="3446"/>
                    <a:pt x="20399" y="3446"/>
                  </a:cubicBezTo>
                  <a:cubicBezTo>
                    <a:pt x="20639" y="3446"/>
                    <a:pt x="20639" y="3446"/>
                    <a:pt x="20639" y="3446"/>
                  </a:cubicBezTo>
                  <a:cubicBezTo>
                    <a:pt x="20879" y="3217"/>
                    <a:pt x="20879" y="3217"/>
                    <a:pt x="20879" y="3217"/>
                  </a:cubicBezTo>
                  <a:cubicBezTo>
                    <a:pt x="20879" y="2987"/>
                    <a:pt x="20879" y="2987"/>
                    <a:pt x="20879" y="2987"/>
                  </a:cubicBezTo>
                  <a:cubicBezTo>
                    <a:pt x="21120" y="2987"/>
                    <a:pt x="21120" y="2987"/>
                    <a:pt x="21120" y="2987"/>
                  </a:cubicBezTo>
                  <a:cubicBezTo>
                    <a:pt x="21360" y="2987"/>
                    <a:pt x="21360" y="2987"/>
                    <a:pt x="21360" y="2987"/>
                  </a:cubicBezTo>
                  <a:cubicBezTo>
                    <a:pt x="21360" y="2757"/>
                    <a:pt x="21360" y="2757"/>
                    <a:pt x="21360" y="2757"/>
                  </a:cubicBezTo>
                  <a:cubicBezTo>
                    <a:pt x="21360" y="2527"/>
                    <a:pt x="21360" y="2527"/>
                    <a:pt x="21360" y="2527"/>
                  </a:cubicBezTo>
                  <a:cubicBezTo>
                    <a:pt x="21360" y="2527"/>
                    <a:pt x="21360" y="2527"/>
                    <a:pt x="21360" y="2527"/>
                  </a:cubicBezTo>
                  <a:cubicBezTo>
                    <a:pt x="21120" y="2527"/>
                    <a:pt x="21120" y="2527"/>
                    <a:pt x="21120" y="2527"/>
                  </a:cubicBezTo>
                  <a:cubicBezTo>
                    <a:pt x="21120" y="2527"/>
                    <a:pt x="21120" y="2527"/>
                    <a:pt x="21120" y="2527"/>
                  </a:cubicBezTo>
                  <a:cubicBezTo>
                    <a:pt x="20879" y="2527"/>
                    <a:pt x="20879" y="2527"/>
                    <a:pt x="20879" y="2527"/>
                  </a:cubicBezTo>
                  <a:cubicBezTo>
                    <a:pt x="20879" y="2757"/>
                    <a:pt x="20879" y="2757"/>
                    <a:pt x="20879" y="2757"/>
                  </a:cubicBezTo>
                  <a:cubicBezTo>
                    <a:pt x="20879" y="2527"/>
                    <a:pt x="20879" y="2527"/>
                    <a:pt x="20879" y="2527"/>
                  </a:cubicBezTo>
                  <a:cubicBezTo>
                    <a:pt x="20879" y="2527"/>
                    <a:pt x="20879" y="2527"/>
                    <a:pt x="20879" y="2527"/>
                  </a:cubicBezTo>
                  <a:cubicBezTo>
                    <a:pt x="20639" y="2527"/>
                    <a:pt x="20639" y="2527"/>
                    <a:pt x="20639" y="2527"/>
                  </a:cubicBezTo>
                  <a:cubicBezTo>
                    <a:pt x="20639" y="2527"/>
                    <a:pt x="20639" y="2527"/>
                    <a:pt x="20639" y="2527"/>
                  </a:cubicBezTo>
                  <a:cubicBezTo>
                    <a:pt x="20639" y="2757"/>
                    <a:pt x="20639" y="2757"/>
                    <a:pt x="20639" y="2757"/>
                  </a:cubicBezTo>
                  <a:cubicBezTo>
                    <a:pt x="20639" y="2757"/>
                    <a:pt x="20639" y="2757"/>
                    <a:pt x="20639" y="2757"/>
                  </a:cubicBezTo>
                  <a:cubicBezTo>
                    <a:pt x="20639" y="2527"/>
                    <a:pt x="20639" y="2527"/>
                    <a:pt x="20639" y="2527"/>
                  </a:cubicBezTo>
                  <a:cubicBezTo>
                    <a:pt x="20399" y="2757"/>
                    <a:pt x="20399" y="2757"/>
                    <a:pt x="20399" y="2757"/>
                  </a:cubicBezTo>
                  <a:cubicBezTo>
                    <a:pt x="20399" y="2757"/>
                    <a:pt x="20399" y="2757"/>
                    <a:pt x="20399" y="2757"/>
                  </a:cubicBezTo>
                  <a:cubicBezTo>
                    <a:pt x="20399" y="2757"/>
                    <a:pt x="20399" y="2757"/>
                    <a:pt x="20399" y="2757"/>
                  </a:cubicBezTo>
                  <a:cubicBezTo>
                    <a:pt x="20160" y="2527"/>
                    <a:pt x="20160" y="2527"/>
                    <a:pt x="20160" y="2527"/>
                  </a:cubicBezTo>
                  <a:cubicBezTo>
                    <a:pt x="20160" y="2527"/>
                    <a:pt x="20160" y="2527"/>
                    <a:pt x="20160" y="2527"/>
                  </a:cubicBezTo>
                  <a:cubicBezTo>
                    <a:pt x="20160" y="2297"/>
                    <a:pt x="20160" y="2297"/>
                    <a:pt x="20160" y="2297"/>
                  </a:cubicBezTo>
                  <a:cubicBezTo>
                    <a:pt x="19919" y="2297"/>
                    <a:pt x="19919" y="2297"/>
                    <a:pt x="19919" y="2297"/>
                  </a:cubicBezTo>
                  <a:cubicBezTo>
                    <a:pt x="19919" y="2297"/>
                    <a:pt x="19919" y="2297"/>
                    <a:pt x="19919" y="2297"/>
                  </a:cubicBezTo>
                  <a:cubicBezTo>
                    <a:pt x="19679" y="2068"/>
                    <a:pt x="19679" y="2068"/>
                    <a:pt x="19679" y="2068"/>
                  </a:cubicBezTo>
                  <a:cubicBezTo>
                    <a:pt x="19440" y="2068"/>
                    <a:pt x="19440" y="2068"/>
                    <a:pt x="19440" y="2068"/>
                  </a:cubicBezTo>
                  <a:cubicBezTo>
                    <a:pt x="19199" y="2068"/>
                    <a:pt x="19199" y="2068"/>
                    <a:pt x="19199" y="2068"/>
                  </a:cubicBezTo>
                  <a:cubicBezTo>
                    <a:pt x="19440" y="2068"/>
                    <a:pt x="19440" y="2068"/>
                    <a:pt x="19440" y="2068"/>
                  </a:cubicBezTo>
                  <a:cubicBezTo>
                    <a:pt x="19679" y="2068"/>
                    <a:pt x="19679" y="2068"/>
                    <a:pt x="19679" y="2068"/>
                  </a:cubicBezTo>
                  <a:cubicBezTo>
                    <a:pt x="19919" y="2068"/>
                    <a:pt x="19919" y="2068"/>
                    <a:pt x="19919" y="2068"/>
                  </a:cubicBezTo>
                  <a:cubicBezTo>
                    <a:pt x="20160" y="2068"/>
                    <a:pt x="20160" y="2068"/>
                    <a:pt x="20160" y="2068"/>
                  </a:cubicBezTo>
                  <a:cubicBezTo>
                    <a:pt x="20639" y="2068"/>
                    <a:pt x="20639" y="2068"/>
                    <a:pt x="20639" y="2068"/>
                  </a:cubicBezTo>
                  <a:cubicBezTo>
                    <a:pt x="20879" y="2068"/>
                    <a:pt x="20879" y="2068"/>
                    <a:pt x="20879" y="2068"/>
                  </a:cubicBezTo>
                  <a:cubicBezTo>
                    <a:pt x="21120" y="1608"/>
                    <a:pt x="21120" y="1608"/>
                    <a:pt x="21120" y="1608"/>
                  </a:cubicBezTo>
                  <a:cubicBezTo>
                    <a:pt x="21360" y="1608"/>
                    <a:pt x="21360" y="1608"/>
                    <a:pt x="21360" y="1608"/>
                  </a:cubicBezTo>
                  <a:cubicBezTo>
                    <a:pt x="21599" y="1378"/>
                    <a:pt x="21599" y="1378"/>
                    <a:pt x="21599" y="1378"/>
                  </a:cubicBezTo>
                  <a:cubicBezTo>
                    <a:pt x="21599" y="1378"/>
                    <a:pt x="21599" y="1378"/>
                    <a:pt x="21599" y="1378"/>
                  </a:cubicBezTo>
                  <a:cubicBezTo>
                    <a:pt x="21360" y="1378"/>
                    <a:pt x="21360" y="1378"/>
                    <a:pt x="21360" y="1378"/>
                  </a:cubicBezTo>
                  <a:cubicBezTo>
                    <a:pt x="21360" y="1378"/>
                    <a:pt x="21360" y="1378"/>
                    <a:pt x="21360" y="1378"/>
                  </a:cubicBezTo>
                  <a:cubicBezTo>
                    <a:pt x="21360" y="1148"/>
                    <a:pt x="21360" y="1148"/>
                    <a:pt x="21360" y="1148"/>
                  </a:cubicBezTo>
                  <a:cubicBezTo>
                    <a:pt x="21120" y="1378"/>
                    <a:pt x="21120" y="1378"/>
                    <a:pt x="21120" y="1378"/>
                  </a:cubicBezTo>
                  <a:cubicBezTo>
                    <a:pt x="20879" y="1148"/>
                    <a:pt x="20879" y="1148"/>
                    <a:pt x="20879" y="1148"/>
                  </a:cubicBezTo>
                  <a:cubicBezTo>
                    <a:pt x="20639" y="1148"/>
                    <a:pt x="20639" y="1148"/>
                    <a:pt x="20639" y="1148"/>
                  </a:cubicBezTo>
                  <a:cubicBezTo>
                    <a:pt x="20639" y="1378"/>
                    <a:pt x="20639" y="1378"/>
                    <a:pt x="20639" y="1378"/>
                  </a:cubicBezTo>
                  <a:cubicBezTo>
                    <a:pt x="20399" y="1378"/>
                    <a:pt x="20399" y="1378"/>
                    <a:pt x="20399" y="1378"/>
                  </a:cubicBezTo>
                  <a:cubicBezTo>
                    <a:pt x="20399" y="1148"/>
                    <a:pt x="20399" y="1148"/>
                    <a:pt x="20399" y="1148"/>
                  </a:cubicBezTo>
                  <a:cubicBezTo>
                    <a:pt x="20639" y="1148"/>
                    <a:pt x="20639" y="1148"/>
                    <a:pt x="20639" y="1148"/>
                  </a:cubicBezTo>
                  <a:cubicBezTo>
                    <a:pt x="20639" y="919"/>
                    <a:pt x="20639" y="919"/>
                    <a:pt x="20639" y="919"/>
                  </a:cubicBezTo>
                  <a:cubicBezTo>
                    <a:pt x="20399" y="919"/>
                    <a:pt x="20399" y="919"/>
                    <a:pt x="20399" y="919"/>
                  </a:cubicBezTo>
                  <a:cubicBezTo>
                    <a:pt x="20399" y="919"/>
                    <a:pt x="20399" y="919"/>
                    <a:pt x="20399" y="919"/>
                  </a:cubicBezTo>
                  <a:cubicBezTo>
                    <a:pt x="20160" y="919"/>
                    <a:pt x="20160" y="919"/>
                    <a:pt x="20160" y="919"/>
                  </a:cubicBezTo>
                  <a:cubicBezTo>
                    <a:pt x="20160" y="1148"/>
                    <a:pt x="20160" y="1148"/>
                    <a:pt x="20160" y="1148"/>
                  </a:cubicBezTo>
                  <a:cubicBezTo>
                    <a:pt x="19919" y="1148"/>
                    <a:pt x="19919" y="1148"/>
                    <a:pt x="19919" y="1148"/>
                  </a:cubicBezTo>
                  <a:cubicBezTo>
                    <a:pt x="19919" y="919"/>
                    <a:pt x="19919" y="919"/>
                    <a:pt x="19919" y="919"/>
                  </a:cubicBezTo>
                  <a:cubicBezTo>
                    <a:pt x="19919" y="919"/>
                    <a:pt x="19919" y="919"/>
                    <a:pt x="19919" y="919"/>
                  </a:cubicBezTo>
                  <a:cubicBezTo>
                    <a:pt x="19919" y="1148"/>
                    <a:pt x="19919" y="1148"/>
                    <a:pt x="19919" y="1148"/>
                  </a:cubicBezTo>
                  <a:cubicBezTo>
                    <a:pt x="19679" y="1148"/>
                    <a:pt x="19679" y="1148"/>
                    <a:pt x="19679" y="1148"/>
                  </a:cubicBezTo>
                  <a:cubicBezTo>
                    <a:pt x="19679" y="919"/>
                    <a:pt x="19679" y="919"/>
                    <a:pt x="19679" y="919"/>
                  </a:cubicBezTo>
                  <a:cubicBezTo>
                    <a:pt x="19919" y="919"/>
                    <a:pt x="19919" y="919"/>
                    <a:pt x="19919" y="919"/>
                  </a:cubicBezTo>
                  <a:cubicBezTo>
                    <a:pt x="19919" y="689"/>
                    <a:pt x="19919" y="689"/>
                    <a:pt x="19919" y="689"/>
                  </a:cubicBezTo>
                  <a:cubicBezTo>
                    <a:pt x="19679" y="689"/>
                    <a:pt x="19679" y="689"/>
                    <a:pt x="19679" y="689"/>
                  </a:cubicBezTo>
                  <a:cubicBezTo>
                    <a:pt x="19440" y="689"/>
                    <a:pt x="19440" y="689"/>
                    <a:pt x="19440" y="689"/>
                  </a:cubicBezTo>
                  <a:cubicBezTo>
                    <a:pt x="19199" y="689"/>
                    <a:pt x="19199" y="689"/>
                    <a:pt x="19199" y="689"/>
                  </a:cubicBezTo>
                  <a:cubicBezTo>
                    <a:pt x="19199" y="919"/>
                    <a:pt x="19199" y="919"/>
                    <a:pt x="19199" y="919"/>
                  </a:cubicBezTo>
                  <a:cubicBezTo>
                    <a:pt x="19199" y="919"/>
                    <a:pt x="19199" y="919"/>
                    <a:pt x="19199" y="919"/>
                  </a:cubicBezTo>
                  <a:cubicBezTo>
                    <a:pt x="19199" y="1148"/>
                    <a:pt x="19199" y="1148"/>
                    <a:pt x="19199" y="1148"/>
                  </a:cubicBezTo>
                  <a:cubicBezTo>
                    <a:pt x="19199" y="1378"/>
                    <a:pt x="19199" y="1378"/>
                    <a:pt x="19199" y="1378"/>
                  </a:cubicBezTo>
                  <a:cubicBezTo>
                    <a:pt x="19199" y="1378"/>
                    <a:pt x="19199" y="1378"/>
                    <a:pt x="19199" y="1378"/>
                  </a:cubicBezTo>
                  <a:cubicBezTo>
                    <a:pt x="19199" y="1608"/>
                    <a:pt x="19199" y="1608"/>
                    <a:pt x="19199" y="1608"/>
                  </a:cubicBezTo>
                  <a:cubicBezTo>
                    <a:pt x="18959" y="1378"/>
                    <a:pt x="18959" y="1378"/>
                    <a:pt x="18959" y="1378"/>
                  </a:cubicBezTo>
                  <a:cubicBezTo>
                    <a:pt x="18959" y="1378"/>
                    <a:pt x="18959" y="1378"/>
                    <a:pt x="18959" y="1378"/>
                  </a:cubicBezTo>
                  <a:cubicBezTo>
                    <a:pt x="18959" y="1378"/>
                    <a:pt x="18959" y="1378"/>
                    <a:pt x="18959" y="1378"/>
                  </a:cubicBezTo>
                  <a:cubicBezTo>
                    <a:pt x="18719" y="1378"/>
                    <a:pt x="18719" y="1378"/>
                    <a:pt x="18719" y="1378"/>
                  </a:cubicBezTo>
                  <a:cubicBezTo>
                    <a:pt x="18480" y="1608"/>
                    <a:pt x="18480" y="1608"/>
                    <a:pt x="18480" y="1608"/>
                  </a:cubicBezTo>
                  <a:cubicBezTo>
                    <a:pt x="18719" y="1378"/>
                    <a:pt x="18719" y="1378"/>
                    <a:pt x="18719" y="1378"/>
                  </a:cubicBezTo>
                  <a:cubicBezTo>
                    <a:pt x="18719" y="1148"/>
                    <a:pt x="18719" y="1148"/>
                    <a:pt x="18719" y="1148"/>
                  </a:cubicBezTo>
                  <a:cubicBezTo>
                    <a:pt x="18959" y="1148"/>
                    <a:pt x="18959" y="1148"/>
                    <a:pt x="18959" y="1148"/>
                  </a:cubicBezTo>
                  <a:cubicBezTo>
                    <a:pt x="18959" y="919"/>
                    <a:pt x="18959" y="919"/>
                    <a:pt x="18959" y="919"/>
                  </a:cubicBezTo>
                  <a:cubicBezTo>
                    <a:pt x="18719" y="919"/>
                    <a:pt x="18719" y="919"/>
                    <a:pt x="18719" y="919"/>
                  </a:cubicBezTo>
                  <a:cubicBezTo>
                    <a:pt x="18480" y="1148"/>
                    <a:pt x="18480" y="1148"/>
                    <a:pt x="18480" y="1148"/>
                  </a:cubicBezTo>
                  <a:cubicBezTo>
                    <a:pt x="18480" y="1148"/>
                    <a:pt x="18480" y="1148"/>
                    <a:pt x="18480" y="1148"/>
                  </a:cubicBezTo>
                  <a:cubicBezTo>
                    <a:pt x="18480" y="919"/>
                    <a:pt x="18480" y="919"/>
                    <a:pt x="18480" y="919"/>
                  </a:cubicBezTo>
                  <a:cubicBezTo>
                    <a:pt x="18719" y="919"/>
                    <a:pt x="18719" y="919"/>
                    <a:pt x="18719" y="919"/>
                  </a:cubicBezTo>
                  <a:cubicBezTo>
                    <a:pt x="18719" y="919"/>
                    <a:pt x="18719" y="919"/>
                    <a:pt x="18719" y="919"/>
                  </a:cubicBezTo>
                  <a:cubicBezTo>
                    <a:pt x="18480" y="919"/>
                    <a:pt x="18480" y="919"/>
                    <a:pt x="18480" y="919"/>
                  </a:cubicBezTo>
                  <a:cubicBezTo>
                    <a:pt x="18480" y="689"/>
                    <a:pt x="18480" y="689"/>
                    <a:pt x="18480" y="689"/>
                  </a:cubicBezTo>
                  <a:cubicBezTo>
                    <a:pt x="18480" y="689"/>
                    <a:pt x="18480" y="689"/>
                    <a:pt x="18480" y="689"/>
                  </a:cubicBezTo>
                  <a:cubicBezTo>
                    <a:pt x="18719" y="689"/>
                    <a:pt x="18719" y="689"/>
                    <a:pt x="18719" y="689"/>
                  </a:cubicBezTo>
                  <a:cubicBezTo>
                    <a:pt x="18959" y="689"/>
                    <a:pt x="18959" y="689"/>
                    <a:pt x="18959" y="689"/>
                  </a:cubicBezTo>
                  <a:cubicBezTo>
                    <a:pt x="18959" y="459"/>
                    <a:pt x="18959" y="459"/>
                    <a:pt x="18959" y="459"/>
                  </a:cubicBezTo>
                  <a:cubicBezTo>
                    <a:pt x="18959" y="459"/>
                    <a:pt x="18959" y="459"/>
                    <a:pt x="18959" y="459"/>
                  </a:cubicBezTo>
                  <a:cubicBezTo>
                    <a:pt x="18719" y="459"/>
                    <a:pt x="18719" y="459"/>
                    <a:pt x="18719" y="459"/>
                  </a:cubicBezTo>
                  <a:cubicBezTo>
                    <a:pt x="18719" y="459"/>
                    <a:pt x="18719" y="459"/>
                    <a:pt x="18719" y="459"/>
                  </a:cubicBezTo>
                  <a:cubicBezTo>
                    <a:pt x="18719" y="229"/>
                    <a:pt x="18719" y="229"/>
                    <a:pt x="18719" y="229"/>
                  </a:cubicBezTo>
                  <a:cubicBezTo>
                    <a:pt x="18719" y="0"/>
                    <a:pt x="18719" y="0"/>
                    <a:pt x="18719" y="0"/>
                  </a:cubicBezTo>
                  <a:cubicBezTo>
                    <a:pt x="18480" y="229"/>
                    <a:pt x="18480" y="229"/>
                    <a:pt x="18480" y="229"/>
                  </a:cubicBezTo>
                  <a:cubicBezTo>
                    <a:pt x="18480" y="229"/>
                    <a:pt x="18480" y="229"/>
                    <a:pt x="18480" y="229"/>
                  </a:cubicBezTo>
                  <a:cubicBezTo>
                    <a:pt x="18240" y="0"/>
                    <a:pt x="18240" y="0"/>
                    <a:pt x="18240" y="0"/>
                  </a:cubicBezTo>
                  <a:cubicBezTo>
                    <a:pt x="17999" y="229"/>
                    <a:pt x="17999" y="229"/>
                    <a:pt x="17999" y="229"/>
                  </a:cubicBezTo>
                  <a:cubicBezTo>
                    <a:pt x="17999" y="229"/>
                    <a:pt x="17999" y="229"/>
                    <a:pt x="17999" y="229"/>
                  </a:cubicBezTo>
                  <a:cubicBezTo>
                    <a:pt x="18240" y="459"/>
                    <a:pt x="18240" y="459"/>
                    <a:pt x="18240" y="459"/>
                  </a:cubicBezTo>
                  <a:cubicBezTo>
                    <a:pt x="18240" y="459"/>
                    <a:pt x="18240" y="459"/>
                    <a:pt x="18240" y="459"/>
                  </a:cubicBezTo>
                  <a:cubicBezTo>
                    <a:pt x="17999" y="459"/>
                    <a:pt x="17999" y="459"/>
                    <a:pt x="17999" y="459"/>
                  </a:cubicBezTo>
                  <a:cubicBezTo>
                    <a:pt x="17999" y="459"/>
                    <a:pt x="17999" y="459"/>
                    <a:pt x="17999" y="459"/>
                  </a:cubicBezTo>
                  <a:cubicBezTo>
                    <a:pt x="17759" y="459"/>
                    <a:pt x="17759" y="459"/>
                    <a:pt x="17759" y="459"/>
                  </a:cubicBezTo>
                  <a:cubicBezTo>
                    <a:pt x="17759" y="689"/>
                    <a:pt x="17759" y="689"/>
                    <a:pt x="17759" y="689"/>
                  </a:cubicBezTo>
                  <a:cubicBezTo>
                    <a:pt x="17759" y="689"/>
                    <a:pt x="17759" y="689"/>
                    <a:pt x="17759" y="689"/>
                  </a:cubicBezTo>
                  <a:cubicBezTo>
                    <a:pt x="17999" y="689"/>
                    <a:pt x="17999" y="689"/>
                    <a:pt x="17999" y="689"/>
                  </a:cubicBezTo>
                  <a:cubicBezTo>
                    <a:pt x="17999" y="689"/>
                    <a:pt x="17999" y="689"/>
                    <a:pt x="17999" y="689"/>
                  </a:cubicBezTo>
                  <a:cubicBezTo>
                    <a:pt x="17999" y="919"/>
                    <a:pt x="17999" y="919"/>
                    <a:pt x="17999" y="919"/>
                  </a:cubicBezTo>
                  <a:cubicBezTo>
                    <a:pt x="17999" y="919"/>
                    <a:pt x="17999" y="919"/>
                    <a:pt x="17999" y="919"/>
                  </a:cubicBezTo>
                  <a:cubicBezTo>
                    <a:pt x="17999" y="919"/>
                    <a:pt x="17999" y="919"/>
                    <a:pt x="17999" y="919"/>
                  </a:cubicBezTo>
                  <a:cubicBezTo>
                    <a:pt x="17759" y="1148"/>
                    <a:pt x="17759" y="1148"/>
                    <a:pt x="17759" y="1148"/>
                  </a:cubicBezTo>
                  <a:cubicBezTo>
                    <a:pt x="17759" y="1148"/>
                    <a:pt x="17759" y="1148"/>
                    <a:pt x="17759" y="1148"/>
                  </a:cubicBezTo>
                  <a:cubicBezTo>
                    <a:pt x="17759" y="1148"/>
                    <a:pt x="17759" y="1148"/>
                    <a:pt x="17759" y="1148"/>
                  </a:cubicBezTo>
                  <a:cubicBezTo>
                    <a:pt x="17759" y="1378"/>
                    <a:pt x="17759" y="1378"/>
                    <a:pt x="17759" y="1378"/>
                  </a:cubicBezTo>
                  <a:cubicBezTo>
                    <a:pt x="17759" y="1378"/>
                    <a:pt x="17759" y="1378"/>
                    <a:pt x="17759" y="1378"/>
                  </a:cubicBezTo>
                  <a:cubicBezTo>
                    <a:pt x="17759" y="1608"/>
                    <a:pt x="17759" y="1608"/>
                    <a:pt x="17759" y="1608"/>
                  </a:cubicBezTo>
                  <a:cubicBezTo>
                    <a:pt x="17519" y="1378"/>
                    <a:pt x="17519" y="1378"/>
                    <a:pt x="17519" y="1378"/>
                  </a:cubicBezTo>
                  <a:cubicBezTo>
                    <a:pt x="17519" y="1608"/>
                    <a:pt x="17519" y="1608"/>
                    <a:pt x="17519" y="1608"/>
                  </a:cubicBezTo>
                  <a:cubicBezTo>
                    <a:pt x="17519" y="1608"/>
                    <a:pt x="17519" y="1608"/>
                    <a:pt x="17519" y="1608"/>
                  </a:cubicBezTo>
                  <a:cubicBezTo>
                    <a:pt x="17279" y="1608"/>
                    <a:pt x="17279" y="1608"/>
                    <a:pt x="17279" y="1608"/>
                  </a:cubicBezTo>
                  <a:cubicBezTo>
                    <a:pt x="17279" y="1608"/>
                    <a:pt x="17279" y="1608"/>
                    <a:pt x="17279" y="1608"/>
                  </a:cubicBezTo>
                  <a:cubicBezTo>
                    <a:pt x="17519" y="1148"/>
                    <a:pt x="17519" y="1148"/>
                    <a:pt x="17519" y="1148"/>
                  </a:cubicBezTo>
                  <a:cubicBezTo>
                    <a:pt x="17279" y="1148"/>
                    <a:pt x="17279" y="1148"/>
                    <a:pt x="17279" y="1148"/>
                  </a:cubicBezTo>
                  <a:cubicBezTo>
                    <a:pt x="17279" y="1148"/>
                    <a:pt x="17279" y="1148"/>
                    <a:pt x="17279" y="1148"/>
                  </a:cubicBezTo>
                  <a:cubicBezTo>
                    <a:pt x="17279" y="919"/>
                    <a:pt x="17279" y="919"/>
                    <a:pt x="17279" y="919"/>
                  </a:cubicBezTo>
                  <a:cubicBezTo>
                    <a:pt x="17279" y="689"/>
                    <a:pt x="17279" y="689"/>
                    <a:pt x="17279" y="689"/>
                  </a:cubicBezTo>
                  <a:cubicBezTo>
                    <a:pt x="17279" y="689"/>
                    <a:pt x="17279" y="689"/>
                    <a:pt x="17279" y="689"/>
                  </a:cubicBezTo>
                  <a:cubicBezTo>
                    <a:pt x="17279" y="689"/>
                    <a:pt x="17279" y="689"/>
                    <a:pt x="17279" y="689"/>
                  </a:cubicBezTo>
                  <a:cubicBezTo>
                    <a:pt x="17040" y="919"/>
                    <a:pt x="17040" y="919"/>
                    <a:pt x="17040" y="919"/>
                  </a:cubicBezTo>
                  <a:cubicBezTo>
                    <a:pt x="17040" y="1148"/>
                    <a:pt x="17040" y="1148"/>
                    <a:pt x="17040" y="1148"/>
                  </a:cubicBezTo>
                  <a:cubicBezTo>
                    <a:pt x="16799" y="1378"/>
                    <a:pt x="16799" y="1378"/>
                    <a:pt x="16799" y="1378"/>
                  </a:cubicBezTo>
                  <a:cubicBezTo>
                    <a:pt x="16560" y="1608"/>
                    <a:pt x="16560" y="1608"/>
                    <a:pt x="16560" y="1608"/>
                  </a:cubicBezTo>
                  <a:cubicBezTo>
                    <a:pt x="16799" y="1838"/>
                    <a:pt x="16799" y="1838"/>
                    <a:pt x="16799" y="1838"/>
                  </a:cubicBezTo>
                  <a:cubicBezTo>
                    <a:pt x="16560" y="2068"/>
                    <a:pt x="16560" y="2068"/>
                    <a:pt x="16560" y="2068"/>
                  </a:cubicBezTo>
                  <a:cubicBezTo>
                    <a:pt x="16319" y="2297"/>
                    <a:pt x="16319" y="2297"/>
                    <a:pt x="16319" y="2297"/>
                  </a:cubicBezTo>
                  <a:cubicBezTo>
                    <a:pt x="16319" y="2297"/>
                    <a:pt x="16319" y="2297"/>
                    <a:pt x="16319" y="2297"/>
                  </a:cubicBezTo>
                  <a:cubicBezTo>
                    <a:pt x="16319" y="2068"/>
                    <a:pt x="16319" y="2068"/>
                    <a:pt x="16319" y="2068"/>
                  </a:cubicBezTo>
                  <a:cubicBezTo>
                    <a:pt x="16079" y="2068"/>
                    <a:pt x="16079" y="2068"/>
                    <a:pt x="16079" y="2068"/>
                  </a:cubicBezTo>
                  <a:cubicBezTo>
                    <a:pt x="16319" y="1838"/>
                    <a:pt x="16319" y="1838"/>
                    <a:pt x="16319" y="1838"/>
                  </a:cubicBezTo>
                  <a:cubicBezTo>
                    <a:pt x="16319" y="1608"/>
                    <a:pt x="16319" y="1608"/>
                    <a:pt x="16319" y="1608"/>
                  </a:cubicBezTo>
                  <a:cubicBezTo>
                    <a:pt x="16319" y="1608"/>
                    <a:pt x="16319" y="1608"/>
                    <a:pt x="16319" y="1608"/>
                  </a:cubicBezTo>
                  <a:cubicBezTo>
                    <a:pt x="16319" y="1378"/>
                    <a:pt x="16319" y="1378"/>
                    <a:pt x="16319" y="1378"/>
                  </a:cubicBezTo>
                  <a:cubicBezTo>
                    <a:pt x="16560" y="1148"/>
                    <a:pt x="16560" y="1148"/>
                    <a:pt x="16560" y="1148"/>
                  </a:cubicBezTo>
                  <a:cubicBezTo>
                    <a:pt x="16560" y="919"/>
                    <a:pt x="16560" y="919"/>
                    <a:pt x="16560" y="919"/>
                  </a:cubicBezTo>
                  <a:cubicBezTo>
                    <a:pt x="16799" y="919"/>
                    <a:pt x="16799" y="919"/>
                    <a:pt x="16799" y="919"/>
                  </a:cubicBezTo>
                  <a:cubicBezTo>
                    <a:pt x="16799" y="689"/>
                    <a:pt x="16799" y="689"/>
                    <a:pt x="16799" y="689"/>
                  </a:cubicBezTo>
                  <a:cubicBezTo>
                    <a:pt x="16560" y="689"/>
                    <a:pt x="16560" y="689"/>
                    <a:pt x="16560" y="689"/>
                  </a:cubicBezTo>
                  <a:cubicBezTo>
                    <a:pt x="16319" y="689"/>
                    <a:pt x="16319" y="689"/>
                    <a:pt x="16319" y="689"/>
                  </a:cubicBezTo>
                  <a:cubicBezTo>
                    <a:pt x="16319" y="689"/>
                    <a:pt x="16319" y="689"/>
                    <a:pt x="16319" y="689"/>
                  </a:cubicBezTo>
                  <a:cubicBezTo>
                    <a:pt x="16319" y="689"/>
                    <a:pt x="16319" y="689"/>
                    <a:pt x="16319" y="689"/>
                  </a:cubicBezTo>
                  <a:cubicBezTo>
                    <a:pt x="16079" y="919"/>
                    <a:pt x="16079" y="919"/>
                    <a:pt x="16079" y="919"/>
                  </a:cubicBezTo>
                  <a:cubicBezTo>
                    <a:pt x="16079" y="689"/>
                    <a:pt x="16079" y="689"/>
                    <a:pt x="16079" y="689"/>
                  </a:cubicBezTo>
                  <a:cubicBezTo>
                    <a:pt x="16079" y="689"/>
                    <a:pt x="16079" y="689"/>
                    <a:pt x="16079" y="689"/>
                  </a:cubicBezTo>
                  <a:cubicBezTo>
                    <a:pt x="15839" y="689"/>
                    <a:pt x="15839" y="689"/>
                    <a:pt x="15839" y="689"/>
                  </a:cubicBezTo>
                  <a:cubicBezTo>
                    <a:pt x="15839" y="689"/>
                    <a:pt x="15839" y="689"/>
                    <a:pt x="15839" y="689"/>
                  </a:cubicBezTo>
                  <a:cubicBezTo>
                    <a:pt x="15839" y="919"/>
                    <a:pt x="15839" y="919"/>
                    <a:pt x="15839" y="919"/>
                  </a:cubicBezTo>
                  <a:cubicBezTo>
                    <a:pt x="15600" y="919"/>
                    <a:pt x="15600" y="919"/>
                    <a:pt x="15600" y="919"/>
                  </a:cubicBezTo>
                  <a:cubicBezTo>
                    <a:pt x="15600" y="919"/>
                    <a:pt x="15600" y="919"/>
                    <a:pt x="15600" y="919"/>
                  </a:cubicBezTo>
                  <a:cubicBezTo>
                    <a:pt x="15600" y="919"/>
                    <a:pt x="15600" y="919"/>
                    <a:pt x="15600" y="919"/>
                  </a:cubicBezTo>
                  <a:cubicBezTo>
                    <a:pt x="15360" y="919"/>
                    <a:pt x="15360" y="919"/>
                    <a:pt x="15360" y="919"/>
                  </a:cubicBezTo>
                  <a:cubicBezTo>
                    <a:pt x="15360" y="919"/>
                    <a:pt x="15360" y="919"/>
                    <a:pt x="15360" y="919"/>
                  </a:cubicBezTo>
                  <a:cubicBezTo>
                    <a:pt x="15600" y="1148"/>
                    <a:pt x="15600" y="1148"/>
                    <a:pt x="15600" y="1148"/>
                  </a:cubicBezTo>
                  <a:cubicBezTo>
                    <a:pt x="15839" y="1148"/>
                    <a:pt x="15839" y="1148"/>
                    <a:pt x="15839" y="1148"/>
                  </a:cubicBezTo>
                  <a:cubicBezTo>
                    <a:pt x="15600" y="1378"/>
                    <a:pt x="15600" y="1378"/>
                    <a:pt x="15600" y="1378"/>
                  </a:cubicBezTo>
                  <a:cubicBezTo>
                    <a:pt x="15600" y="1148"/>
                    <a:pt x="15600" y="1148"/>
                    <a:pt x="15600" y="1148"/>
                  </a:cubicBezTo>
                  <a:cubicBezTo>
                    <a:pt x="15360" y="1378"/>
                    <a:pt x="15360" y="1378"/>
                    <a:pt x="15360" y="1378"/>
                  </a:cubicBezTo>
                  <a:cubicBezTo>
                    <a:pt x="15360" y="1378"/>
                    <a:pt x="15360" y="1378"/>
                    <a:pt x="15360" y="1378"/>
                  </a:cubicBezTo>
                  <a:cubicBezTo>
                    <a:pt x="15600" y="1378"/>
                    <a:pt x="15600" y="1378"/>
                    <a:pt x="15600" y="1378"/>
                  </a:cubicBezTo>
                  <a:cubicBezTo>
                    <a:pt x="15360" y="1608"/>
                    <a:pt x="15360" y="1608"/>
                    <a:pt x="15360" y="1608"/>
                  </a:cubicBezTo>
                  <a:cubicBezTo>
                    <a:pt x="15119" y="1378"/>
                    <a:pt x="15119" y="1378"/>
                    <a:pt x="15119" y="1378"/>
                  </a:cubicBezTo>
                  <a:cubicBezTo>
                    <a:pt x="15119" y="1378"/>
                    <a:pt x="15119" y="1378"/>
                    <a:pt x="15119" y="1378"/>
                  </a:cubicBezTo>
                  <a:cubicBezTo>
                    <a:pt x="15119" y="1608"/>
                    <a:pt x="15119" y="1608"/>
                    <a:pt x="15119" y="1608"/>
                  </a:cubicBezTo>
                  <a:cubicBezTo>
                    <a:pt x="14879" y="1608"/>
                    <a:pt x="14879" y="1608"/>
                    <a:pt x="14879" y="1608"/>
                  </a:cubicBezTo>
                  <a:cubicBezTo>
                    <a:pt x="14879" y="1838"/>
                    <a:pt x="14879" y="1838"/>
                    <a:pt x="14879" y="1838"/>
                  </a:cubicBezTo>
                  <a:cubicBezTo>
                    <a:pt x="14879" y="1838"/>
                    <a:pt x="14879" y="1838"/>
                    <a:pt x="14879" y="1838"/>
                  </a:cubicBezTo>
                  <a:cubicBezTo>
                    <a:pt x="14879" y="1838"/>
                    <a:pt x="14879" y="1838"/>
                    <a:pt x="14879" y="1838"/>
                  </a:cubicBezTo>
                  <a:cubicBezTo>
                    <a:pt x="14639" y="2068"/>
                    <a:pt x="14639" y="2068"/>
                    <a:pt x="14639" y="2068"/>
                  </a:cubicBezTo>
                  <a:cubicBezTo>
                    <a:pt x="14879" y="2297"/>
                    <a:pt x="14879" y="2297"/>
                    <a:pt x="14879" y="2297"/>
                  </a:cubicBezTo>
                  <a:cubicBezTo>
                    <a:pt x="14879" y="2297"/>
                    <a:pt x="14879" y="2297"/>
                    <a:pt x="14879" y="2297"/>
                  </a:cubicBezTo>
                  <a:cubicBezTo>
                    <a:pt x="14879" y="2297"/>
                    <a:pt x="14879" y="2297"/>
                    <a:pt x="14879" y="2297"/>
                  </a:cubicBezTo>
                  <a:cubicBezTo>
                    <a:pt x="15119" y="2527"/>
                    <a:pt x="15119" y="2527"/>
                    <a:pt x="15119" y="2527"/>
                  </a:cubicBezTo>
                  <a:cubicBezTo>
                    <a:pt x="14879" y="2527"/>
                    <a:pt x="14879" y="2527"/>
                    <a:pt x="14879" y="2527"/>
                  </a:cubicBezTo>
                  <a:cubicBezTo>
                    <a:pt x="14639" y="2527"/>
                    <a:pt x="14639" y="2527"/>
                    <a:pt x="14639" y="2527"/>
                  </a:cubicBezTo>
                  <a:cubicBezTo>
                    <a:pt x="14639" y="2297"/>
                    <a:pt x="14639" y="2297"/>
                    <a:pt x="14639" y="2297"/>
                  </a:cubicBezTo>
                  <a:cubicBezTo>
                    <a:pt x="14399" y="2297"/>
                    <a:pt x="14399" y="2297"/>
                    <a:pt x="14399" y="2297"/>
                  </a:cubicBezTo>
                  <a:cubicBezTo>
                    <a:pt x="14639" y="2068"/>
                    <a:pt x="14639" y="2068"/>
                    <a:pt x="14639" y="2068"/>
                  </a:cubicBezTo>
                  <a:cubicBezTo>
                    <a:pt x="14399" y="2068"/>
                    <a:pt x="14399" y="2068"/>
                    <a:pt x="14399" y="2068"/>
                  </a:cubicBezTo>
                  <a:cubicBezTo>
                    <a:pt x="14160" y="2068"/>
                    <a:pt x="14160" y="2068"/>
                    <a:pt x="14160" y="2068"/>
                  </a:cubicBezTo>
                  <a:cubicBezTo>
                    <a:pt x="13919" y="2068"/>
                    <a:pt x="13919" y="2068"/>
                    <a:pt x="13919" y="2068"/>
                  </a:cubicBezTo>
                  <a:cubicBezTo>
                    <a:pt x="13680" y="1838"/>
                    <a:pt x="13680" y="1838"/>
                    <a:pt x="13680" y="1838"/>
                  </a:cubicBezTo>
                  <a:cubicBezTo>
                    <a:pt x="13680" y="1838"/>
                    <a:pt x="13680" y="1838"/>
                    <a:pt x="13680" y="1838"/>
                  </a:cubicBezTo>
                  <a:cubicBezTo>
                    <a:pt x="13439" y="1838"/>
                    <a:pt x="13439" y="1838"/>
                    <a:pt x="13439" y="1838"/>
                  </a:cubicBezTo>
                  <a:cubicBezTo>
                    <a:pt x="13439" y="1838"/>
                    <a:pt x="13439" y="1838"/>
                    <a:pt x="13439" y="1838"/>
                  </a:cubicBezTo>
                  <a:cubicBezTo>
                    <a:pt x="13199" y="1838"/>
                    <a:pt x="13199" y="1838"/>
                    <a:pt x="13199" y="1838"/>
                  </a:cubicBezTo>
                  <a:cubicBezTo>
                    <a:pt x="12960" y="2068"/>
                    <a:pt x="12960" y="2068"/>
                    <a:pt x="12960" y="2068"/>
                  </a:cubicBezTo>
                  <a:cubicBezTo>
                    <a:pt x="12960" y="2068"/>
                    <a:pt x="12960" y="2068"/>
                    <a:pt x="12960" y="2068"/>
                  </a:cubicBezTo>
                  <a:cubicBezTo>
                    <a:pt x="13199" y="2297"/>
                    <a:pt x="13199" y="2297"/>
                    <a:pt x="13199" y="2297"/>
                  </a:cubicBezTo>
                  <a:cubicBezTo>
                    <a:pt x="13439" y="2297"/>
                    <a:pt x="13439" y="2297"/>
                    <a:pt x="13439" y="2297"/>
                  </a:cubicBezTo>
                  <a:cubicBezTo>
                    <a:pt x="13439" y="2297"/>
                    <a:pt x="13439" y="2297"/>
                    <a:pt x="13439" y="2297"/>
                  </a:cubicBezTo>
                  <a:cubicBezTo>
                    <a:pt x="13680" y="2297"/>
                    <a:pt x="13680" y="2297"/>
                    <a:pt x="13680" y="2297"/>
                  </a:cubicBezTo>
                  <a:cubicBezTo>
                    <a:pt x="13680" y="2527"/>
                    <a:pt x="13680" y="2527"/>
                    <a:pt x="13680" y="2527"/>
                  </a:cubicBezTo>
                  <a:cubicBezTo>
                    <a:pt x="13680" y="2757"/>
                    <a:pt x="13680" y="2757"/>
                    <a:pt x="13680" y="2757"/>
                  </a:cubicBezTo>
                  <a:cubicBezTo>
                    <a:pt x="13919" y="2987"/>
                    <a:pt x="13919" y="2987"/>
                    <a:pt x="13919" y="2987"/>
                  </a:cubicBezTo>
                  <a:cubicBezTo>
                    <a:pt x="13919" y="2987"/>
                    <a:pt x="13919" y="2987"/>
                    <a:pt x="13919" y="2987"/>
                  </a:cubicBezTo>
                  <a:cubicBezTo>
                    <a:pt x="13680" y="2987"/>
                    <a:pt x="13680" y="2987"/>
                    <a:pt x="13680" y="2987"/>
                  </a:cubicBezTo>
                  <a:cubicBezTo>
                    <a:pt x="13439" y="2757"/>
                    <a:pt x="13439" y="2757"/>
                    <a:pt x="13439" y="2757"/>
                  </a:cubicBezTo>
                  <a:cubicBezTo>
                    <a:pt x="13439" y="2757"/>
                    <a:pt x="13439" y="2757"/>
                    <a:pt x="13439" y="2757"/>
                  </a:cubicBezTo>
                  <a:cubicBezTo>
                    <a:pt x="13199" y="2527"/>
                    <a:pt x="13199" y="2527"/>
                    <a:pt x="13199" y="2527"/>
                  </a:cubicBezTo>
                  <a:cubicBezTo>
                    <a:pt x="13199" y="2757"/>
                    <a:pt x="13199" y="2757"/>
                    <a:pt x="13199" y="2757"/>
                  </a:cubicBezTo>
                  <a:cubicBezTo>
                    <a:pt x="12960" y="2757"/>
                    <a:pt x="12960" y="2757"/>
                    <a:pt x="12960" y="2757"/>
                  </a:cubicBezTo>
                  <a:cubicBezTo>
                    <a:pt x="12960" y="2527"/>
                    <a:pt x="12960" y="2527"/>
                    <a:pt x="12960" y="2527"/>
                  </a:cubicBezTo>
                  <a:cubicBezTo>
                    <a:pt x="12720" y="2757"/>
                    <a:pt x="12720" y="2757"/>
                    <a:pt x="12720" y="2757"/>
                  </a:cubicBezTo>
                  <a:cubicBezTo>
                    <a:pt x="12720" y="2757"/>
                    <a:pt x="12720" y="2757"/>
                    <a:pt x="12720" y="2757"/>
                  </a:cubicBezTo>
                  <a:cubicBezTo>
                    <a:pt x="12720" y="2987"/>
                    <a:pt x="12720" y="2987"/>
                    <a:pt x="12720" y="2987"/>
                  </a:cubicBezTo>
                  <a:cubicBezTo>
                    <a:pt x="12720" y="3217"/>
                    <a:pt x="12720" y="3217"/>
                    <a:pt x="12720" y="3217"/>
                  </a:cubicBezTo>
                  <a:cubicBezTo>
                    <a:pt x="12960" y="3217"/>
                    <a:pt x="12960" y="3217"/>
                    <a:pt x="12960" y="3217"/>
                  </a:cubicBezTo>
                  <a:cubicBezTo>
                    <a:pt x="12960" y="3446"/>
                    <a:pt x="12960" y="3446"/>
                    <a:pt x="12960" y="3446"/>
                  </a:cubicBezTo>
                  <a:cubicBezTo>
                    <a:pt x="12720" y="3446"/>
                    <a:pt x="12720" y="3446"/>
                    <a:pt x="12720" y="3446"/>
                  </a:cubicBezTo>
                  <a:cubicBezTo>
                    <a:pt x="12720" y="3217"/>
                    <a:pt x="12720" y="3217"/>
                    <a:pt x="12720" y="3217"/>
                  </a:cubicBezTo>
                  <a:cubicBezTo>
                    <a:pt x="12479" y="3446"/>
                    <a:pt x="12479" y="3446"/>
                    <a:pt x="12479" y="3446"/>
                  </a:cubicBezTo>
                  <a:cubicBezTo>
                    <a:pt x="12479" y="3676"/>
                    <a:pt x="12479" y="3676"/>
                    <a:pt x="12479" y="3676"/>
                  </a:cubicBezTo>
                  <a:cubicBezTo>
                    <a:pt x="12240" y="3676"/>
                    <a:pt x="12240" y="3676"/>
                    <a:pt x="12240" y="3676"/>
                  </a:cubicBezTo>
                  <a:cubicBezTo>
                    <a:pt x="12240" y="3676"/>
                    <a:pt x="12240" y="3676"/>
                    <a:pt x="12240" y="3676"/>
                  </a:cubicBezTo>
                  <a:cubicBezTo>
                    <a:pt x="12479" y="3446"/>
                    <a:pt x="12479" y="3446"/>
                    <a:pt x="12479" y="3446"/>
                  </a:cubicBezTo>
                  <a:cubicBezTo>
                    <a:pt x="12479" y="3446"/>
                    <a:pt x="12479" y="3446"/>
                    <a:pt x="12479" y="3446"/>
                  </a:cubicBezTo>
                  <a:cubicBezTo>
                    <a:pt x="12479" y="3217"/>
                    <a:pt x="12479" y="3217"/>
                    <a:pt x="12479" y="3217"/>
                  </a:cubicBezTo>
                  <a:cubicBezTo>
                    <a:pt x="12479" y="2757"/>
                    <a:pt x="12479" y="2757"/>
                    <a:pt x="12479" y="2757"/>
                  </a:cubicBezTo>
                  <a:cubicBezTo>
                    <a:pt x="12240" y="2757"/>
                    <a:pt x="12240" y="2757"/>
                    <a:pt x="12240" y="2757"/>
                  </a:cubicBezTo>
                  <a:cubicBezTo>
                    <a:pt x="12000" y="2987"/>
                    <a:pt x="12000" y="2987"/>
                    <a:pt x="12000" y="2987"/>
                  </a:cubicBezTo>
                  <a:cubicBezTo>
                    <a:pt x="12000" y="3217"/>
                    <a:pt x="12000" y="3217"/>
                    <a:pt x="12000" y="3217"/>
                  </a:cubicBezTo>
                  <a:cubicBezTo>
                    <a:pt x="12000" y="3446"/>
                    <a:pt x="12000" y="3446"/>
                    <a:pt x="12000" y="3446"/>
                  </a:cubicBezTo>
                  <a:cubicBezTo>
                    <a:pt x="12000" y="3676"/>
                    <a:pt x="12000" y="3676"/>
                    <a:pt x="12000" y="3676"/>
                  </a:cubicBezTo>
                  <a:cubicBezTo>
                    <a:pt x="11760" y="3446"/>
                    <a:pt x="11760" y="3446"/>
                    <a:pt x="11760" y="3446"/>
                  </a:cubicBezTo>
                  <a:cubicBezTo>
                    <a:pt x="12000" y="3217"/>
                    <a:pt x="12000" y="3217"/>
                    <a:pt x="12000" y="3217"/>
                  </a:cubicBezTo>
                  <a:cubicBezTo>
                    <a:pt x="12000" y="2987"/>
                    <a:pt x="12000" y="2987"/>
                    <a:pt x="12000" y="2987"/>
                  </a:cubicBezTo>
                  <a:cubicBezTo>
                    <a:pt x="11760" y="2987"/>
                    <a:pt x="11760" y="2987"/>
                    <a:pt x="11760" y="2987"/>
                  </a:cubicBezTo>
                  <a:cubicBezTo>
                    <a:pt x="11520" y="2987"/>
                    <a:pt x="11520" y="2987"/>
                    <a:pt x="11520" y="2987"/>
                  </a:cubicBezTo>
                  <a:cubicBezTo>
                    <a:pt x="11520" y="3217"/>
                    <a:pt x="11520" y="3217"/>
                    <a:pt x="11520" y="3217"/>
                  </a:cubicBezTo>
                  <a:cubicBezTo>
                    <a:pt x="11520" y="3446"/>
                    <a:pt x="11520" y="3446"/>
                    <a:pt x="11520" y="3446"/>
                  </a:cubicBezTo>
                  <a:cubicBezTo>
                    <a:pt x="11520" y="3676"/>
                    <a:pt x="11520" y="3676"/>
                    <a:pt x="11520" y="3676"/>
                  </a:cubicBezTo>
                  <a:cubicBezTo>
                    <a:pt x="11760" y="3676"/>
                    <a:pt x="11760" y="3676"/>
                    <a:pt x="11760" y="3676"/>
                  </a:cubicBezTo>
                  <a:cubicBezTo>
                    <a:pt x="12000" y="3906"/>
                    <a:pt x="12000" y="3906"/>
                    <a:pt x="12000" y="3906"/>
                  </a:cubicBezTo>
                  <a:cubicBezTo>
                    <a:pt x="11760" y="4136"/>
                    <a:pt x="11760" y="4136"/>
                    <a:pt x="11760" y="4136"/>
                  </a:cubicBezTo>
                  <a:cubicBezTo>
                    <a:pt x="11760" y="3906"/>
                    <a:pt x="11760" y="3906"/>
                    <a:pt x="11760" y="3906"/>
                  </a:cubicBezTo>
                  <a:cubicBezTo>
                    <a:pt x="11520" y="3676"/>
                    <a:pt x="11520" y="3676"/>
                    <a:pt x="11520" y="3676"/>
                  </a:cubicBezTo>
                  <a:cubicBezTo>
                    <a:pt x="11280" y="3446"/>
                    <a:pt x="11280" y="3446"/>
                    <a:pt x="11280" y="3446"/>
                  </a:cubicBezTo>
                  <a:cubicBezTo>
                    <a:pt x="11280" y="3446"/>
                    <a:pt x="11280" y="3446"/>
                    <a:pt x="11280" y="3446"/>
                  </a:cubicBezTo>
                  <a:cubicBezTo>
                    <a:pt x="11039" y="3446"/>
                    <a:pt x="11039" y="3446"/>
                    <a:pt x="11039" y="3446"/>
                  </a:cubicBezTo>
                  <a:cubicBezTo>
                    <a:pt x="11039" y="3676"/>
                    <a:pt x="11039" y="3676"/>
                    <a:pt x="11039" y="3676"/>
                  </a:cubicBezTo>
                  <a:cubicBezTo>
                    <a:pt x="11280" y="3906"/>
                    <a:pt x="11280" y="3906"/>
                    <a:pt x="11280" y="3906"/>
                  </a:cubicBezTo>
                  <a:cubicBezTo>
                    <a:pt x="11280" y="3906"/>
                    <a:pt x="11280" y="3906"/>
                    <a:pt x="11280" y="3906"/>
                  </a:cubicBezTo>
                  <a:cubicBezTo>
                    <a:pt x="11520" y="3906"/>
                    <a:pt x="11520" y="3906"/>
                    <a:pt x="11520" y="3906"/>
                  </a:cubicBezTo>
                  <a:cubicBezTo>
                    <a:pt x="11280" y="3906"/>
                    <a:pt x="11280" y="3906"/>
                    <a:pt x="11280" y="3906"/>
                  </a:cubicBezTo>
                  <a:cubicBezTo>
                    <a:pt x="11039" y="3906"/>
                    <a:pt x="11039" y="3906"/>
                    <a:pt x="11039" y="3906"/>
                  </a:cubicBezTo>
                  <a:cubicBezTo>
                    <a:pt x="11280" y="4136"/>
                    <a:pt x="11280" y="4136"/>
                    <a:pt x="11280" y="4136"/>
                  </a:cubicBezTo>
                  <a:cubicBezTo>
                    <a:pt x="11039" y="3906"/>
                    <a:pt x="11039" y="3906"/>
                    <a:pt x="11039" y="3906"/>
                  </a:cubicBezTo>
                  <a:cubicBezTo>
                    <a:pt x="11039" y="3676"/>
                    <a:pt x="11039" y="3676"/>
                    <a:pt x="11039" y="3676"/>
                  </a:cubicBezTo>
                  <a:cubicBezTo>
                    <a:pt x="10800" y="3676"/>
                    <a:pt x="10800" y="3676"/>
                    <a:pt x="10800" y="3676"/>
                  </a:cubicBezTo>
                  <a:cubicBezTo>
                    <a:pt x="10800" y="3676"/>
                    <a:pt x="10800" y="3676"/>
                    <a:pt x="10800" y="3676"/>
                  </a:cubicBezTo>
                  <a:cubicBezTo>
                    <a:pt x="10800" y="3676"/>
                    <a:pt x="10800" y="3676"/>
                    <a:pt x="10800" y="3676"/>
                  </a:cubicBezTo>
                  <a:cubicBezTo>
                    <a:pt x="10560" y="3906"/>
                    <a:pt x="10560" y="3906"/>
                    <a:pt x="10560" y="3906"/>
                  </a:cubicBezTo>
                  <a:cubicBezTo>
                    <a:pt x="10800" y="3906"/>
                    <a:pt x="10800" y="3906"/>
                    <a:pt x="10800" y="3906"/>
                  </a:cubicBezTo>
                  <a:cubicBezTo>
                    <a:pt x="10800" y="4136"/>
                    <a:pt x="10800" y="4136"/>
                    <a:pt x="10800" y="4136"/>
                  </a:cubicBezTo>
                  <a:cubicBezTo>
                    <a:pt x="10560" y="4136"/>
                    <a:pt x="10560" y="4136"/>
                    <a:pt x="10560" y="4136"/>
                  </a:cubicBezTo>
                  <a:cubicBezTo>
                    <a:pt x="10319" y="4136"/>
                    <a:pt x="10319" y="4136"/>
                    <a:pt x="10319" y="4136"/>
                  </a:cubicBezTo>
                  <a:cubicBezTo>
                    <a:pt x="10080" y="4365"/>
                    <a:pt x="10080" y="4365"/>
                    <a:pt x="10080" y="4365"/>
                  </a:cubicBezTo>
                  <a:cubicBezTo>
                    <a:pt x="10319" y="4365"/>
                    <a:pt x="10319" y="4365"/>
                    <a:pt x="10319" y="4365"/>
                  </a:cubicBezTo>
                  <a:cubicBezTo>
                    <a:pt x="10319" y="4365"/>
                    <a:pt x="10319" y="4365"/>
                    <a:pt x="10319" y="4365"/>
                  </a:cubicBezTo>
                  <a:cubicBezTo>
                    <a:pt x="10560" y="4595"/>
                    <a:pt x="10560" y="4595"/>
                    <a:pt x="10560" y="4595"/>
                  </a:cubicBezTo>
                  <a:cubicBezTo>
                    <a:pt x="10319" y="4595"/>
                    <a:pt x="10319" y="4595"/>
                    <a:pt x="10319" y="4595"/>
                  </a:cubicBezTo>
                  <a:cubicBezTo>
                    <a:pt x="10319" y="4595"/>
                    <a:pt x="10319" y="4595"/>
                    <a:pt x="10319" y="4595"/>
                  </a:cubicBezTo>
                  <a:cubicBezTo>
                    <a:pt x="10319" y="4595"/>
                    <a:pt x="10319" y="4595"/>
                    <a:pt x="10319" y="4595"/>
                  </a:cubicBezTo>
                  <a:cubicBezTo>
                    <a:pt x="10319" y="4825"/>
                    <a:pt x="10319" y="4825"/>
                    <a:pt x="10319" y="4825"/>
                  </a:cubicBezTo>
                  <a:cubicBezTo>
                    <a:pt x="10080" y="4825"/>
                    <a:pt x="10080" y="4825"/>
                    <a:pt x="10080" y="4825"/>
                  </a:cubicBezTo>
                  <a:cubicBezTo>
                    <a:pt x="10080" y="4825"/>
                    <a:pt x="10080" y="4825"/>
                    <a:pt x="10080" y="4825"/>
                  </a:cubicBezTo>
                  <a:cubicBezTo>
                    <a:pt x="10080" y="4825"/>
                    <a:pt x="10080" y="4825"/>
                    <a:pt x="10080" y="4825"/>
                  </a:cubicBezTo>
                  <a:cubicBezTo>
                    <a:pt x="10080" y="4825"/>
                    <a:pt x="10080" y="4825"/>
                    <a:pt x="10080" y="4825"/>
                  </a:cubicBezTo>
                  <a:cubicBezTo>
                    <a:pt x="9839" y="4825"/>
                    <a:pt x="9839" y="4825"/>
                    <a:pt x="9839" y="4825"/>
                  </a:cubicBezTo>
                  <a:cubicBezTo>
                    <a:pt x="9839" y="4825"/>
                    <a:pt x="9839" y="4825"/>
                    <a:pt x="9839" y="4825"/>
                  </a:cubicBezTo>
                  <a:cubicBezTo>
                    <a:pt x="9599" y="5055"/>
                    <a:pt x="9599" y="5055"/>
                    <a:pt x="9599" y="5055"/>
                  </a:cubicBezTo>
                  <a:cubicBezTo>
                    <a:pt x="9599" y="5055"/>
                    <a:pt x="9599" y="5055"/>
                    <a:pt x="9599" y="5055"/>
                  </a:cubicBezTo>
                  <a:cubicBezTo>
                    <a:pt x="9599" y="5055"/>
                    <a:pt x="9599" y="5055"/>
                    <a:pt x="9599" y="5055"/>
                  </a:cubicBezTo>
                  <a:cubicBezTo>
                    <a:pt x="9359" y="5055"/>
                    <a:pt x="9359" y="5055"/>
                    <a:pt x="9359" y="5055"/>
                  </a:cubicBezTo>
                  <a:cubicBezTo>
                    <a:pt x="9359" y="5285"/>
                    <a:pt x="9359" y="5285"/>
                    <a:pt x="9359" y="5285"/>
                  </a:cubicBezTo>
                  <a:cubicBezTo>
                    <a:pt x="9599" y="5285"/>
                    <a:pt x="9599" y="5285"/>
                    <a:pt x="9599" y="5285"/>
                  </a:cubicBezTo>
                  <a:cubicBezTo>
                    <a:pt x="10080" y="5285"/>
                    <a:pt x="10080" y="5285"/>
                    <a:pt x="10080" y="5285"/>
                  </a:cubicBezTo>
                  <a:cubicBezTo>
                    <a:pt x="10080" y="5285"/>
                    <a:pt x="10080" y="5285"/>
                    <a:pt x="10080" y="5285"/>
                  </a:cubicBezTo>
                  <a:cubicBezTo>
                    <a:pt x="10319" y="5285"/>
                    <a:pt x="10319" y="5285"/>
                    <a:pt x="10319" y="5285"/>
                  </a:cubicBezTo>
                  <a:cubicBezTo>
                    <a:pt x="10319" y="5285"/>
                    <a:pt x="10319" y="5285"/>
                    <a:pt x="10319" y="5285"/>
                  </a:cubicBezTo>
                  <a:cubicBezTo>
                    <a:pt x="10319" y="5285"/>
                    <a:pt x="10319" y="5285"/>
                    <a:pt x="10319" y="5285"/>
                  </a:cubicBezTo>
                  <a:cubicBezTo>
                    <a:pt x="10319" y="5514"/>
                    <a:pt x="10319" y="5514"/>
                    <a:pt x="10319" y="5514"/>
                  </a:cubicBezTo>
                  <a:cubicBezTo>
                    <a:pt x="10319" y="5744"/>
                    <a:pt x="10319" y="5744"/>
                    <a:pt x="10319" y="5744"/>
                  </a:cubicBezTo>
                  <a:cubicBezTo>
                    <a:pt x="10080" y="5744"/>
                    <a:pt x="10080" y="5744"/>
                    <a:pt x="10080" y="5744"/>
                  </a:cubicBezTo>
                  <a:cubicBezTo>
                    <a:pt x="10080" y="5744"/>
                    <a:pt x="10080" y="5744"/>
                    <a:pt x="10080" y="5744"/>
                  </a:cubicBezTo>
                  <a:cubicBezTo>
                    <a:pt x="10080" y="5514"/>
                    <a:pt x="10080" y="5514"/>
                    <a:pt x="10080" y="5514"/>
                  </a:cubicBezTo>
                  <a:cubicBezTo>
                    <a:pt x="9839" y="5514"/>
                    <a:pt x="9839" y="5514"/>
                    <a:pt x="9839" y="5514"/>
                  </a:cubicBezTo>
                  <a:cubicBezTo>
                    <a:pt x="9839" y="5514"/>
                    <a:pt x="9839" y="5514"/>
                    <a:pt x="9839" y="5514"/>
                  </a:cubicBezTo>
                  <a:cubicBezTo>
                    <a:pt x="9599" y="5514"/>
                    <a:pt x="9599" y="5514"/>
                    <a:pt x="9599" y="5514"/>
                  </a:cubicBezTo>
                  <a:cubicBezTo>
                    <a:pt x="9599" y="5514"/>
                    <a:pt x="9599" y="5514"/>
                    <a:pt x="9599" y="5514"/>
                  </a:cubicBezTo>
                  <a:cubicBezTo>
                    <a:pt x="9599" y="5744"/>
                    <a:pt x="9599" y="5744"/>
                    <a:pt x="9599" y="5744"/>
                  </a:cubicBezTo>
                  <a:cubicBezTo>
                    <a:pt x="9359" y="5514"/>
                    <a:pt x="9359" y="5514"/>
                    <a:pt x="9359" y="5514"/>
                  </a:cubicBezTo>
                  <a:cubicBezTo>
                    <a:pt x="9359" y="5514"/>
                    <a:pt x="9359" y="5514"/>
                    <a:pt x="9359" y="5514"/>
                  </a:cubicBezTo>
                  <a:cubicBezTo>
                    <a:pt x="9599" y="5744"/>
                    <a:pt x="9599" y="5744"/>
                    <a:pt x="9599" y="5744"/>
                  </a:cubicBezTo>
                  <a:cubicBezTo>
                    <a:pt x="9599" y="5974"/>
                    <a:pt x="9599" y="5974"/>
                    <a:pt x="9599" y="5974"/>
                  </a:cubicBezTo>
                  <a:cubicBezTo>
                    <a:pt x="9359" y="5974"/>
                    <a:pt x="9359" y="5974"/>
                    <a:pt x="9359" y="5974"/>
                  </a:cubicBezTo>
                  <a:cubicBezTo>
                    <a:pt x="9359" y="5974"/>
                    <a:pt x="9359" y="5974"/>
                    <a:pt x="9359" y="5974"/>
                  </a:cubicBezTo>
                  <a:cubicBezTo>
                    <a:pt x="9359" y="6204"/>
                    <a:pt x="9359" y="6204"/>
                    <a:pt x="9359" y="6204"/>
                  </a:cubicBezTo>
                  <a:cubicBezTo>
                    <a:pt x="9359" y="6204"/>
                    <a:pt x="9359" y="6204"/>
                    <a:pt x="9359" y="6204"/>
                  </a:cubicBezTo>
                  <a:cubicBezTo>
                    <a:pt x="9359" y="5974"/>
                    <a:pt x="9359" y="5974"/>
                    <a:pt x="9359" y="5974"/>
                  </a:cubicBezTo>
                  <a:cubicBezTo>
                    <a:pt x="9359" y="5974"/>
                    <a:pt x="9359" y="5974"/>
                    <a:pt x="9359" y="5974"/>
                  </a:cubicBezTo>
                  <a:cubicBezTo>
                    <a:pt x="9120" y="5744"/>
                    <a:pt x="9120" y="5744"/>
                    <a:pt x="9120" y="5744"/>
                  </a:cubicBezTo>
                  <a:cubicBezTo>
                    <a:pt x="9120" y="5974"/>
                    <a:pt x="9120" y="5974"/>
                    <a:pt x="9120" y="5974"/>
                  </a:cubicBezTo>
                  <a:cubicBezTo>
                    <a:pt x="8879" y="5974"/>
                    <a:pt x="8879" y="5974"/>
                    <a:pt x="8879" y="5974"/>
                  </a:cubicBezTo>
                  <a:cubicBezTo>
                    <a:pt x="8879" y="5744"/>
                    <a:pt x="8879" y="5744"/>
                    <a:pt x="8879" y="5744"/>
                  </a:cubicBezTo>
                  <a:cubicBezTo>
                    <a:pt x="8879" y="5744"/>
                    <a:pt x="8879" y="5744"/>
                    <a:pt x="8879" y="5744"/>
                  </a:cubicBezTo>
                  <a:cubicBezTo>
                    <a:pt x="8639" y="5744"/>
                    <a:pt x="8639" y="5744"/>
                    <a:pt x="8639" y="5744"/>
                  </a:cubicBezTo>
                  <a:cubicBezTo>
                    <a:pt x="8639" y="5974"/>
                    <a:pt x="8639" y="5974"/>
                    <a:pt x="8639" y="5974"/>
                  </a:cubicBezTo>
                  <a:cubicBezTo>
                    <a:pt x="8639" y="5974"/>
                    <a:pt x="8639" y="5974"/>
                    <a:pt x="8639" y="5974"/>
                  </a:cubicBezTo>
                  <a:cubicBezTo>
                    <a:pt x="8879" y="5974"/>
                    <a:pt x="8879" y="5974"/>
                    <a:pt x="8879" y="5974"/>
                  </a:cubicBezTo>
                  <a:cubicBezTo>
                    <a:pt x="9120" y="6204"/>
                    <a:pt x="9120" y="6204"/>
                    <a:pt x="9120" y="6204"/>
                  </a:cubicBezTo>
                  <a:cubicBezTo>
                    <a:pt x="9120" y="6204"/>
                    <a:pt x="9120" y="6204"/>
                    <a:pt x="9120" y="6204"/>
                  </a:cubicBezTo>
                  <a:cubicBezTo>
                    <a:pt x="8639" y="6204"/>
                    <a:pt x="8639" y="6204"/>
                    <a:pt x="8639" y="6204"/>
                  </a:cubicBezTo>
                  <a:cubicBezTo>
                    <a:pt x="8639" y="6204"/>
                    <a:pt x="8639" y="6204"/>
                    <a:pt x="8639" y="6204"/>
                  </a:cubicBezTo>
                  <a:cubicBezTo>
                    <a:pt x="8399" y="6204"/>
                    <a:pt x="8399" y="6204"/>
                    <a:pt x="8399" y="6204"/>
                  </a:cubicBezTo>
                  <a:cubicBezTo>
                    <a:pt x="8399" y="6434"/>
                    <a:pt x="8399" y="6434"/>
                    <a:pt x="8399" y="6434"/>
                  </a:cubicBezTo>
                  <a:cubicBezTo>
                    <a:pt x="8399" y="6434"/>
                    <a:pt x="8399" y="6434"/>
                    <a:pt x="8399" y="6434"/>
                  </a:cubicBezTo>
                  <a:cubicBezTo>
                    <a:pt x="8399" y="6663"/>
                    <a:pt x="8399" y="6663"/>
                    <a:pt x="8399" y="6663"/>
                  </a:cubicBezTo>
                  <a:cubicBezTo>
                    <a:pt x="8399" y="6663"/>
                    <a:pt x="8399" y="6663"/>
                    <a:pt x="8399" y="6663"/>
                  </a:cubicBezTo>
                  <a:cubicBezTo>
                    <a:pt x="8639" y="6434"/>
                    <a:pt x="8639" y="6434"/>
                    <a:pt x="8639" y="6434"/>
                  </a:cubicBezTo>
                  <a:cubicBezTo>
                    <a:pt x="8879" y="6434"/>
                    <a:pt x="8879" y="6434"/>
                    <a:pt x="8879" y="6434"/>
                  </a:cubicBezTo>
                  <a:cubicBezTo>
                    <a:pt x="8879" y="6663"/>
                    <a:pt x="8879" y="6663"/>
                    <a:pt x="8879" y="6663"/>
                  </a:cubicBezTo>
                  <a:cubicBezTo>
                    <a:pt x="8639" y="6663"/>
                    <a:pt x="8639" y="6663"/>
                    <a:pt x="8639" y="6663"/>
                  </a:cubicBezTo>
                  <a:cubicBezTo>
                    <a:pt x="8639" y="6663"/>
                    <a:pt x="8639" y="6663"/>
                    <a:pt x="8639" y="6663"/>
                  </a:cubicBezTo>
                  <a:cubicBezTo>
                    <a:pt x="8639" y="6893"/>
                    <a:pt x="8639" y="6893"/>
                    <a:pt x="8639" y="6893"/>
                  </a:cubicBezTo>
                  <a:cubicBezTo>
                    <a:pt x="8879" y="7123"/>
                    <a:pt x="8879" y="7123"/>
                    <a:pt x="8879" y="7123"/>
                  </a:cubicBezTo>
                  <a:cubicBezTo>
                    <a:pt x="8879" y="7123"/>
                    <a:pt x="8879" y="7123"/>
                    <a:pt x="8879" y="7123"/>
                  </a:cubicBezTo>
                  <a:cubicBezTo>
                    <a:pt x="8879" y="7123"/>
                    <a:pt x="8879" y="7123"/>
                    <a:pt x="8879" y="7123"/>
                  </a:cubicBezTo>
                  <a:cubicBezTo>
                    <a:pt x="8639" y="7123"/>
                    <a:pt x="8639" y="7123"/>
                    <a:pt x="8639" y="7123"/>
                  </a:cubicBezTo>
                  <a:cubicBezTo>
                    <a:pt x="8399" y="6893"/>
                    <a:pt x="8399" y="6893"/>
                    <a:pt x="8399" y="6893"/>
                  </a:cubicBezTo>
                  <a:cubicBezTo>
                    <a:pt x="8399" y="6893"/>
                    <a:pt x="8399" y="6893"/>
                    <a:pt x="8399" y="6893"/>
                  </a:cubicBezTo>
                  <a:cubicBezTo>
                    <a:pt x="8159" y="7123"/>
                    <a:pt x="8159" y="7123"/>
                    <a:pt x="8159" y="7123"/>
                  </a:cubicBezTo>
                  <a:cubicBezTo>
                    <a:pt x="8399" y="7123"/>
                    <a:pt x="8399" y="7123"/>
                    <a:pt x="8399" y="7123"/>
                  </a:cubicBezTo>
                  <a:cubicBezTo>
                    <a:pt x="8159" y="7123"/>
                    <a:pt x="8159" y="7123"/>
                    <a:pt x="8159" y="7123"/>
                  </a:cubicBezTo>
                  <a:cubicBezTo>
                    <a:pt x="7919" y="7353"/>
                    <a:pt x="7919" y="7353"/>
                    <a:pt x="7919" y="7353"/>
                  </a:cubicBezTo>
                  <a:cubicBezTo>
                    <a:pt x="7919" y="7353"/>
                    <a:pt x="7919" y="7353"/>
                    <a:pt x="7919" y="7353"/>
                  </a:cubicBezTo>
                  <a:cubicBezTo>
                    <a:pt x="8159" y="7353"/>
                    <a:pt x="8159" y="7353"/>
                    <a:pt x="8159" y="7353"/>
                  </a:cubicBezTo>
                  <a:cubicBezTo>
                    <a:pt x="8399" y="7353"/>
                    <a:pt x="8399" y="7353"/>
                    <a:pt x="8399" y="7353"/>
                  </a:cubicBezTo>
                  <a:cubicBezTo>
                    <a:pt x="8399" y="7353"/>
                    <a:pt x="8399" y="7353"/>
                    <a:pt x="8399" y="7353"/>
                  </a:cubicBezTo>
                  <a:cubicBezTo>
                    <a:pt x="8639" y="7353"/>
                    <a:pt x="8639" y="7353"/>
                    <a:pt x="8639" y="7353"/>
                  </a:cubicBezTo>
                  <a:cubicBezTo>
                    <a:pt x="8639" y="7582"/>
                    <a:pt x="8639" y="7582"/>
                    <a:pt x="8639" y="7582"/>
                  </a:cubicBezTo>
                  <a:cubicBezTo>
                    <a:pt x="8879" y="7582"/>
                    <a:pt x="8879" y="7582"/>
                    <a:pt x="8879" y="7582"/>
                  </a:cubicBezTo>
                  <a:cubicBezTo>
                    <a:pt x="8879" y="7812"/>
                    <a:pt x="8879" y="7812"/>
                    <a:pt x="8879" y="7812"/>
                  </a:cubicBezTo>
                  <a:cubicBezTo>
                    <a:pt x="8639" y="7582"/>
                    <a:pt x="8639" y="7582"/>
                    <a:pt x="8639" y="7582"/>
                  </a:cubicBezTo>
                  <a:cubicBezTo>
                    <a:pt x="8399" y="7582"/>
                    <a:pt x="8399" y="7582"/>
                    <a:pt x="8399" y="7582"/>
                  </a:cubicBezTo>
                  <a:cubicBezTo>
                    <a:pt x="8159" y="7582"/>
                    <a:pt x="8159" y="7582"/>
                    <a:pt x="8159" y="7582"/>
                  </a:cubicBezTo>
                  <a:cubicBezTo>
                    <a:pt x="7919" y="7582"/>
                    <a:pt x="7919" y="7582"/>
                    <a:pt x="7919" y="7582"/>
                  </a:cubicBezTo>
                  <a:cubicBezTo>
                    <a:pt x="7919" y="7812"/>
                    <a:pt x="7919" y="7812"/>
                    <a:pt x="7919" y="7812"/>
                  </a:cubicBezTo>
                  <a:cubicBezTo>
                    <a:pt x="7680" y="7812"/>
                    <a:pt x="7680" y="7812"/>
                    <a:pt x="7680" y="7812"/>
                  </a:cubicBezTo>
                  <a:cubicBezTo>
                    <a:pt x="7680" y="7812"/>
                    <a:pt x="7680" y="7812"/>
                    <a:pt x="7680" y="7812"/>
                  </a:cubicBezTo>
                  <a:cubicBezTo>
                    <a:pt x="7439" y="8042"/>
                    <a:pt x="7439" y="8042"/>
                    <a:pt x="7439" y="8042"/>
                  </a:cubicBezTo>
                  <a:cubicBezTo>
                    <a:pt x="7199" y="8042"/>
                    <a:pt x="7199" y="8042"/>
                    <a:pt x="7199" y="8042"/>
                  </a:cubicBezTo>
                  <a:cubicBezTo>
                    <a:pt x="7199" y="8042"/>
                    <a:pt x="7199" y="8042"/>
                    <a:pt x="7199" y="8042"/>
                  </a:cubicBezTo>
                  <a:cubicBezTo>
                    <a:pt x="7439" y="8042"/>
                    <a:pt x="7439" y="8042"/>
                    <a:pt x="7439" y="8042"/>
                  </a:cubicBezTo>
                  <a:cubicBezTo>
                    <a:pt x="7680" y="8272"/>
                    <a:pt x="7680" y="8272"/>
                    <a:pt x="7680" y="8272"/>
                  </a:cubicBezTo>
                  <a:cubicBezTo>
                    <a:pt x="7439" y="8272"/>
                    <a:pt x="7439" y="8272"/>
                    <a:pt x="7439" y="8272"/>
                  </a:cubicBezTo>
                  <a:cubicBezTo>
                    <a:pt x="7439" y="8272"/>
                    <a:pt x="7439" y="8272"/>
                    <a:pt x="7439" y="8272"/>
                  </a:cubicBezTo>
                  <a:cubicBezTo>
                    <a:pt x="7199" y="8272"/>
                    <a:pt x="7199" y="8272"/>
                    <a:pt x="7199" y="8272"/>
                  </a:cubicBezTo>
                  <a:cubicBezTo>
                    <a:pt x="7439" y="8272"/>
                    <a:pt x="7439" y="8272"/>
                    <a:pt x="7439" y="8272"/>
                  </a:cubicBezTo>
                  <a:cubicBezTo>
                    <a:pt x="7439" y="8502"/>
                    <a:pt x="7439" y="8502"/>
                    <a:pt x="7439" y="8502"/>
                  </a:cubicBezTo>
                  <a:cubicBezTo>
                    <a:pt x="7199" y="8502"/>
                    <a:pt x="7199" y="8502"/>
                    <a:pt x="7199" y="8502"/>
                  </a:cubicBezTo>
                  <a:cubicBezTo>
                    <a:pt x="7199" y="8272"/>
                    <a:pt x="7199" y="8272"/>
                    <a:pt x="7199" y="8272"/>
                  </a:cubicBezTo>
                  <a:cubicBezTo>
                    <a:pt x="7199" y="8502"/>
                    <a:pt x="7199" y="8502"/>
                    <a:pt x="7199" y="8502"/>
                  </a:cubicBezTo>
                  <a:cubicBezTo>
                    <a:pt x="7199" y="8502"/>
                    <a:pt x="7199" y="8502"/>
                    <a:pt x="7199" y="8502"/>
                  </a:cubicBezTo>
                  <a:cubicBezTo>
                    <a:pt x="7199" y="8502"/>
                    <a:pt x="7199" y="8502"/>
                    <a:pt x="7199" y="8502"/>
                  </a:cubicBezTo>
                  <a:cubicBezTo>
                    <a:pt x="7199" y="8731"/>
                    <a:pt x="7199" y="8731"/>
                    <a:pt x="7199" y="8731"/>
                  </a:cubicBezTo>
                  <a:cubicBezTo>
                    <a:pt x="7199" y="8731"/>
                    <a:pt x="7199" y="8731"/>
                    <a:pt x="7199" y="8731"/>
                  </a:cubicBezTo>
                  <a:cubicBezTo>
                    <a:pt x="7199" y="8731"/>
                    <a:pt x="7199" y="8731"/>
                    <a:pt x="7199" y="8731"/>
                  </a:cubicBezTo>
                  <a:cubicBezTo>
                    <a:pt x="6959" y="8731"/>
                    <a:pt x="6959" y="8731"/>
                    <a:pt x="6959" y="8731"/>
                  </a:cubicBezTo>
                  <a:cubicBezTo>
                    <a:pt x="6959" y="8731"/>
                    <a:pt x="6959" y="8731"/>
                    <a:pt x="6959" y="8731"/>
                  </a:cubicBezTo>
                  <a:cubicBezTo>
                    <a:pt x="6959" y="8731"/>
                    <a:pt x="6959" y="8731"/>
                    <a:pt x="6959" y="8731"/>
                  </a:cubicBezTo>
                  <a:cubicBezTo>
                    <a:pt x="6959" y="8961"/>
                    <a:pt x="6959" y="8961"/>
                    <a:pt x="6959" y="8961"/>
                  </a:cubicBezTo>
                  <a:cubicBezTo>
                    <a:pt x="6959" y="8961"/>
                    <a:pt x="6959" y="8961"/>
                    <a:pt x="6959" y="8961"/>
                  </a:cubicBezTo>
                  <a:cubicBezTo>
                    <a:pt x="7199" y="8961"/>
                    <a:pt x="7199" y="8961"/>
                    <a:pt x="7199" y="8961"/>
                  </a:cubicBezTo>
                  <a:cubicBezTo>
                    <a:pt x="7439" y="9191"/>
                    <a:pt x="7439" y="9191"/>
                    <a:pt x="7439" y="9191"/>
                  </a:cubicBezTo>
                  <a:cubicBezTo>
                    <a:pt x="7439" y="9191"/>
                    <a:pt x="7439" y="9191"/>
                    <a:pt x="7439" y="9191"/>
                  </a:cubicBezTo>
                  <a:cubicBezTo>
                    <a:pt x="7680" y="9191"/>
                    <a:pt x="7680" y="9191"/>
                    <a:pt x="7680" y="9191"/>
                  </a:cubicBezTo>
                  <a:cubicBezTo>
                    <a:pt x="7439" y="9191"/>
                    <a:pt x="7439" y="9191"/>
                    <a:pt x="7439" y="9191"/>
                  </a:cubicBezTo>
                  <a:cubicBezTo>
                    <a:pt x="7439" y="9191"/>
                    <a:pt x="7439" y="9191"/>
                    <a:pt x="7439" y="9191"/>
                  </a:cubicBezTo>
                  <a:cubicBezTo>
                    <a:pt x="7199" y="9191"/>
                    <a:pt x="7199" y="9191"/>
                    <a:pt x="7199" y="9191"/>
                  </a:cubicBezTo>
                  <a:cubicBezTo>
                    <a:pt x="7199" y="9191"/>
                    <a:pt x="7199" y="9191"/>
                    <a:pt x="7199" y="9191"/>
                  </a:cubicBezTo>
                  <a:cubicBezTo>
                    <a:pt x="6959" y="9191"/>
                    <a:pt x="6959" y="9191"/>
                    <a:pt x="6959" y="9191"/>
                  </a:cubicBezTo>
                  <a:cubicBezTo>
                    <a:pt x="6719" y="9421"/>
                    <a:pt x="6719" y="9421"/>
                    <a:pt x="6719" y="9421"/>
                  </a:cubicBezTo>
                  <a:cubicBezTo>
                    <a:pt x="6719" y="9421"/>
                    <a:pt x="6719" y="9421"/>
                    <a:pt x="6719" y="9421"/>
                  </a:cubicBezTo>
                  <a:cubicBezTo>
                    <a:pt x="6959" y="9421"/>
                    <a:pt x="6959" y="9421"/>
                    <a:pt x="6959" y="9421"/>
                  </a:cubicBezTo>
                  <a:cubicBezTo>
                    <a:pt x="6959" y="9651"/>
                    <a:pt x="6959" y="9651"/>
                    <a:pt x="6959" y="9651"/>
                  </a:cubicBezTo>
                  <a:cubicBezTo>
                    <a:pt x="7199" y="9651"/>
                    <a:pt x="7199" y="9651"/>
                    <a:pt x="7199" y="9651"/>
                  </a:cubicBezTo>
                  <a:cubicBezTo>
                    <a:pt x="7199" y="9880"/>
                    <a:pt x="7199" y="9880"/>
                    <a:pt x="7199" y="9880"/>
                  </a:cubicBezTo>
                  <a:cubicBezTo>
                    <a:pt x="6959" y="9651"/>
                    <a:pt x="6959" y="9651"/>
                    <a:pt x="6959" y="9651"/>
                  </a:cubicBezTo>
                  <a:cubicBezTo>
                    <a:pt x="6959" y="9651"/>
                    <a:pt x="6959" y="9651"/>
                    <a:pt x="6959" y="9651"/>
                  </a:cubicBezTo>
                  <a:cubicBezTo>
                    <a:pt x="6719" y="9880"/>
                    <a:pt x="6719" y="9880"/>
                    <a:pt x="6719" y="9880"/>
                  </a:cubicBezTo>
                  <a:cubicBezTo>
                    <a:pt x="6719" y="9880"/>
                    <a:pt x="6719" y="9880"/>
                    <a:pt x="6719" y="9880"/>
                  </a:cubicBezTo>
                  <a:cubicBezTo>
                    <a:pt x="6719" y="9880"/>
                    <a:pt x="6719" y="9880"/>
                    <a:pt x="6719" y="9880"/>
                  </a:cubicBezTo>
                  <a:cubicBezTo>
                    <a:pt x="6959" y="10110"/>
                    <a:pt x="6959" y="10110"/>
                    <a:pt x="6959" y="10110"/>
                  </a:cubicBezTo>
                  <a:cubicBezTo>
                    <a:pt x="6959" y="10110"/>
                    <a:pt x="6959" y="10110"/>
                    <a:pt x="6959" y="10110"/>
                  </a:cubicBezTo>
                  <a:cubicBezTo>
                    <a:pt x="6719" y="10110"/>
                    <a:pt x="6719" y="10110"/>
                    <a:pt x="6719" y="10110"/>
                  </a:cubicBezTo>
                  <a:cubicBezTo>
                    <a:pt x="6719" y="10110"/>
                    <a:pt x="6719" y="10110"/>
                    <a:pt x="6719" y="10110"/>
                  </a:cubicBezTo>
                  <a:cubicBezTo>
                    <a:pt x="6719" y="10110"/>
                    <a:pt x="6719" y="10110"/>
                    <a:pt x="6719" y="10110"/>
                  </a:cubicBezTo>
                  <a:cubicBezTo>
                    <a:pt x="6719" y="10340"/>
                    <a:pt x="6719" y="10340"/>
                    <a:pt x="6719" y="10340"/>
                  </a:cubicBezTo>
                  <a:cubicBezTo>
                    <a:pt x="6719" y="10340"/>
                    <a:pt x="6719" y="10340"/>
                    <a:pt x="6719" y="10340"/>
                  </a:cubicBezTo>
                  <a:cubicBezTo>
                    <a:pt x="6719" y="10340"/>
                    <a:pt x="6719" y="10340"/>
                    <a:pt x="6719" y="10340"/>
                  </a:cubicBezTo>
                  <a:cubicBezTo>
                    <a:pt x="6719" y="10570"/>
                    <a:pt x="6719" y="10570"/>
                    <a:pt x="6719" y="10570"/>
                  </a:cubicBezTo>
                  <a:cubicBezTo>
                    <a:pt x="6480" y="10340"/>
                    <a:pt x="6480" y="10340"/>
                    <a:pt x="6480" y="10340"/>
                  </a:cubicBezTo>
                  <a:cubicBezTo>
                    <a:pt x="6480" y="10340"/>
                    <a:pt x="6480" y="10340"/>
                    <a:pt x="6480" y="10340"/>
                  </a:cubicBezTo>
                  <a:cubicBezTo>
                    <a:pt x="6480" y="10570"/>
                    <a:pt x="6480" y="10570"/>
                    <a:pt x="6480" y="10570"/>
                  </a:cubicBezTo>
                  <a:cubicBezTo>
                    <a:pt x="6480" y="10570"/>
                    <a:pt x="6480" y="10570"/>
                    <a:pt x="6480" y="10570"/>
                  </a:cubicBezTo>
                  <a:cubicBezTo>
                    <a:pt x="6480" y="10800"/>
                    <a:pt x="6480" y="10800"/>
                    <a:pt x="6480" y="10800"/>
                  </a:cubicBezTo>
                  <a:cubicBezTo>
                    <a:pt x="6719" y="10800"/>
                    <a:pt x="6719" y="10800"/>
                    <a:pt x="6719" y="10800"/>
                  </a:cubicBezTo>
                  <a:cubicBezTo>
                    <a:pt x="6719" y="10800"/>
                    <a:pt x="6719" y="10800"/>
                    <a:pt x="6719" y="10800"/>
                  </a:cubicBezTo>
                  <a:cubicBezTo>
                    <a:pt x="6719" y="10800"/>
                    <a:pt x="6719" y="10800"/>
                    <a:pt x="6719" y="10800"/>
                  </a:cubicBezTo>
                  <a:cubicBezTo>
                    <a:pt x="6959" y="10800"/>
                    <a:pt x="6959" y="10800"/>
                    <a:pt x="6959" y="10800"/>
                  </a:cubicBezTo>
                  <a:cubicBezTo>
                    <a:pt x="6719" y="11029"/>
                    <a:pt x="6719" y="11029"/>
                    <a:pt x="6719" y="11029"/>
                  </a:cubicBezTo>
                  <a:cubicBezTo>
                    <a:pt x="6719" y="11029"/>
                    <a:pt x="6719" y="11029"/>
                    <a:pt x="6719" y="11029"/>
                  </a:cubicBezTo>
                  <a:cubicBezTo>
                    <a:pt x="6480" y="11029"/>
                    <a:pt x="6480" y="11029"/>
                    <a:pt x="6480" y="11029"/>
                  </a:cubicBezTo>
                  <a:cubicBezTo>
                    <a:pt x="6480" y="11029"/>
                    <a:pt x="6480" y="11029"/>
                    <a:pt x="6480" y="11029"/>
                  </a:cubicBezTo>
                  <a:cubicBezTo>
                    <a:pt x="6239" y="11259"/>
                    <a:pt x="6239" y="11259"/>
                    <a:pt x="6239" y="11259"/>
                  </a:cubicBezTo>
                  <a:cubicBezTo>
                    <a:pt x="6239" y="11259"/>
                    <a:pt x="6239" y="11259"/>
                    <a:pt x="6239" y="11259"/>
                  </a:cubicBezTo>
                  <a:cubicBezTo>
                    <a:pt x="6000" y="11259"/>
                    <a:pt x="6000" y="11259"/>
                    <a:pt x="6000" y="11259"/>
                  </a:cubicBezTo>
                  <a:cubicBezTo>
                    <a:pt x="6000" y="11489"/>
                    <a:pt x="6000" y="11489"/>
                    <a:pt x="6000" y="11489"/>
                  </a:cubicBezTo>
                  <a:cubicBezTo>
                    <a:pt x="6000" y="11489"/>
                    <a:pt x="6000" y="11489"/>
                    <a:pt x="6000" y="11489"/>
                  </a:cubicBezTo>
                  <a:cubicBezTo>
                    <a:pt x="6000" y="11489"/>
                    <a:pt x="6000" y="11489"/>
                    <a:pt x="6000" y="11489"/>
                  </a:cubicBezTo>
                  <a:cubicBezTo>
                    <a:pt x="5760" y="11489"/>
                    <a:pt x="5760" y="11489"/>
                    <a:pt x="5760" y="11489"/>
                  </a:cubicBezTo>
                  <a:cubicBezTo>
                    <a:pt x="5519" y="11719"/>
                    <a:pt x="5519" y="11719"/>
                    <a:pt x="5519" y="11719"/>
                  </a:cubicBezTo>
                  <a:cubicBezTo>
                    <a:pt x="5760" y="11719"/>
                    <a:pt x="5760" y="11719"/>
                    <a:pt x="5760" y="11719"/>
                  </a:cubicBezTo>
                  <a:cubicBezTo>
                    <a:pt x="5760" y="11948"/>
                    <a:pt x="5760" y="11948"/>
                    <a:pt x="5760" y="11948"/>
                  </a:cubicBezTo>
                  <a:cubicBezTo>
                    <a:pt x="5760" y="11948"/>
                    <a:pt x="5760" y="11948"/>
                    <a:pt x="5760" y="11948"/>
                  </a:cubicBezTo>
                  <a:cubicBezTo>
                    <a:pt x="5519" y="12178"/>
                    <a:pt x="5519" y="12178"/>
                    <a:pt x="5519" y="12178"/>
                  </a:cubicBezTo>
                  <a:cubicBezTo>
                    <a:pt x="5519" y="12178"/>
                    <a:pt x="5519" y="12178"/>
                    <a:pt x="5519" y="12178"/>
                  </a:cubicBezTo>
                  <a:cubicBezTo>
                    <a:pt x="5519" y="11948"/>
                    <a:pt x="5519" y="11948"/>
                    <a:pt x="5519" y="11948"/>
                  </a:cubicBezTo>
                  <a:cubicBezTo>
                    <a:pt x="5280" y="11948"/>
                    <a:pt x="5280" y="11948"/>
                    <a:pt x="5280" y="11948"/>
                  </a:cubicBezTo>
                  <a:cubicBezTo>
                    <a:pt x="5280" y="11948"/>
                    <a:pt x="5280" y="11948"/>
                    <a:pt x="5280" y="11948"/>
                  </a:cubicBezTo>
                  <a:cubicBezTo>
                    <a:pt x="5040" y="11948"/>
                    <a:pt x="5040" y="11948"/>
                    <a:pt x="5040" y="11948"/>
                  </a:cubicBezTo>
                  <a:cubicBezTo>
                    <a:pt x="5280" y="12178"/>
                    <a:pt x="5280" y="12178"/>
                    <a:pt x="5280" y="12178"/>
                  </a:cubicBezTo>
                  <a:cubicBezTo>
                    <a:pt x="5040" y="12178"/>
                    <a:pt x="5040" y="12178"/>
                    <a:pt x="5040" y="12178"/>
                  </a:cubicBezTo>
                  <a:cubicBezTo>
                    <a:pt x="5040" y="12178"/>
                    <a:pt x="5040" y="12178"/>
                    <a:pt x="5040" y="12178"/>
                  </a:cubicBezTo>
                  <a:cubicBezTo>
                    <a:pt x="5040" y="12408"/>
                    <a:pt x="5040" y="12408"/>
                    <a:pt x="5040" y="12408"/>
                  </a:cubicBezTo>
                  <a:cubicBezTo>
                    <a:pt x="4799" y="12408"/>
                    <a:pt x="4799" y="12408"/>
                    <a:pt x="4799" y="12408"/>
                  </a:cubicBezTo>
                  <a:cubicBezTo>
                    <a:pt x="4799" y="12408"/>
                    <a:pt x="4799" y="12408"/>
                    <a:pt x="4799" y="12408"/>
                  </a:cubicBezTo>
                  <a:cubicBezTo>
                    <a:pt x="4799" y="12638"/>
                    <a:pt x="4799" y="12638"/>
                    <a:pt x="4799" y="12638"/>
                  </a:cubicBezTo>
                  <a:cubicBezTo>
                    <a:pt x="4560" y="12638"/>
                    <a:pt x="4560" y="12638"/>
                    <a:pt x="4560" y="12638"/>
                  </a:cubicBezTo>
                  <a:cubicBezTo>
                    <a:pt x="4560" y="12638"/>
                    <a:pt x="4560" y="12638"/>
                    <a:pt x="4560" y="12638"/>
                  </a:cubicBezTo>
                  <a:cubicBezTo>
                    <a:pt x="4560" y="12868"/>
                    <a:pt x="4560" y="12868"/>
                    <a:pt x="4560" y="12868"/>
                  </a:cubicBezTo>
                  <a:cubicBezTo>
                    <a:pt x="4560" y="13097"/>
                    <a:pt x="4560" y="13097"/>
                    <a:pt x="4560" y="13097"/>
                  </a:cubicBezTo>
                  <a:cubicBezTo>
                    <a:pt x="4319" y="13097"/>
                    <a:pt x="4319" y="13097"/>
                    <a:pt x="4319" y="13097"/>
                  </a:cubicBezTo>
                  <a:cubicBezTo>
                    <a:pt x="4319" y="13327"/>
                    <a:pt x="4319" y="13327"/>
                    <a:pt x="4319" y="13327"/>
                  </a:cubicBezTo>
                  <a:cubicBezTo>
                    <a:pt x="4560" y="13097"/>
                    <a:pt x="4560" y="13097"/>
                    <a:pt x="4560" y="13097"/>
                  </a:cubicBezTo>
                  <a:cubicBezTo>
                    <a:pt x="4560" y="13097"/>
                    <a:pt x="4560" y="13097"/>
                    <a:pt x="4560" y="13097"/>
                  </a:cubicBezTo>
                  <a:cubicBezTo>
                    <a:pt x="4560" y="13327"/>
                    <a:pt x="4560" y="13327"/>
                    <a:pt x="4560" y="13327"/>
                  </a:cubicBezTo>
                  <a:cubicBezTo>
                    <a:pt x="4560" y="13327"/>
                    <a:pt x="4560" y="13327"/>
                    <a:pt x="4560" y="13327"/>
                  </a:cubicBezTo>
                  <a:cubicBezTo>
                    <a:pt x="4560" y="13557"/>
                    <a:pt x="4560" y="13557"/>
                    <a:pt x="4560" y="13557"/>
                  </a:cubicBezTo>
                  <a:cubicBezTo>
                    <a:pt x="4560" y="13557"/>
                    <a:pt x="4560" y="13557"/>
                    <a:pt x="4560" y="13557"/>
                  </a:cubicBezTo>
                  <a:cubicBezTo>
                    <a:pt x="4799" y="13557"/>
                    <a:pt x="4799" y="13557"/>
                    <a:pt x="4799" y="13557"/>
                  </a:cubicBezTo>
                  <a:cubicBezTo>
                    <a:pt x="5040" y="13557"/>
                    <a:pt x="5040" y="13557"/>
                    <a:pt x="5040" y="13557"/>
                  </a:cubicBezTo>
                  <a:cubicBezTo>
                    <a:pt x="5280" y="13097"/>
                    <a:pt x="5280" y="13097"/>
                    <a:pt x="5280" y="13097"/>
                  </a:cubicBezTo>
                  <a:cubicBezTo>
                    <a:pt x="5280" y="13097"/>
                    <a:pt x="5280" y="13097"/>
                    <a:pt x="5280" y="13097"/>
                  </a:cubicBezTo>
                  <a:cubicBezTo>
                    <a:pt x="5280" y="13097"/>
                    <a:pt x="5280" y="13097"/>
                    <a:pt x="5280" y="13097"/>
                  </a:cubicBezTo>
                  <a:cubicBezTo>
                    <a:pt x="5280" y="12868"/>
                    <a:pt x="5280" y="12868"/>
                    <a:pt x="5280" y="12868"/>
                  </a:cubicBezTo>
                  <a:cubicBezTo>
                    <a:pt x="5280" y="12868"/>
                    <a:pt x="5280" y="12868"/>
                    <a:pt x="5280" y="12868"/>
                  </a:cubicBezTo>
                  <a:cubicBezTo>
                    <a:pt x="5519" y="12638"/>
                    <a:pt x="5519" y="12638"/>
                    <a:pt x="5519" y="12638"/>
                  </a:cubicBezTo>
                  <a:cubicBezTo>
                    <a:pt x="5519" y="12638"/>
                    <a:pt x="5519" y="12638"/>
                    <a:pt x="5519" y="12638"/>
                  </a:cubicBezTo>
                  <a:cubicBezTo>
                    <a:pt x="5760" y="12638"/>
                    <a:pt x="5760" y="12638"/>
                    <a:pt x="5760" y="12638"/>
                  </a:cubicBezTo>
                  <a:cubicBezTo>
                    <a:pt x="5760" y="12638"/>
                    <a:pt x="5760" y="12638"/>
                    <a:pt x="5760" y="12638"/>
                  </a:cubicBezTo>
                  <a:cubicBezTo>
                    <a:pt x="5519" y="12868"/>
                    <a:pt x="5519" y="12868"/>
                    <a:pt x="5519" y="12868"/>
                  </a:cubicBezTo>
                  <a:cubicBezTo>
                    <a:pt x="5519" y="12868"/>
                    <a:pt x="5519" y="12868"/>
                    <a:pt x="5519" y="12868"/>
                  </a:cubicBezTo>
                  <a:cubicBezTo>
                    <a:pt x="5760" y="13097"/>
                    <a:pt x="5760" y="13097"/>
                    <a:pt x="5760" y="13097"/>
                  </a:cubicBezTo>
                  <a:cubicBezTo>
                    <a:pt x="5760" y="13097"/>
                    <a:pt x="5760" y="13097"/>
                    <a:pt x="5760" y="13097"/>
                  </a:cubicBezTo>
                  <a:cubicBezTo>
                    <a:pt x="5519" y="13097"/>
                    <a:pt x="5519" y="13097"/>
                    <a:pt x="5519" y="13097"/>
                  </a:cubicBezTo>
                  <a:cubicBezTo>
                    <a:pt x="5280" y="13557"/>
                    <a:pt x="5280" y="13557"/>
                    <a:pt x="5280" y="13557"/>
                  </a:cubicBezTo>
                  <a:cubicBezTo>
                    <a:pt x="5519" y="13557"/>
                    <a:pt x="5519" y="13557"/>
                    <a:pt x="5519" y="13557"/>
                  </a:cubicBezTo>
                  <a:cubicBezTo>
                    <a:pt x="5280" y="13557"/>
                    <a:pt x="5280" y="13557"/>
                    <a:pt x="5280" y="13557"/>
                  </a:cubicBezTo>
                  <a:cubicBezTo>
                    <a:pt x="5280" y="13787"/>
                    <a:pt x="5280" y="13787"/>
                    <a:pt x="5280" y="13787"/>
                  </a:cubicBezTo>
                  <a:cubicBezTo>
                    <a:pt x="5280" y="13787"/>
                    <a:pt x="5280" y="13787"/>
                    <a:pt x="5280" y="13787"/>
                  </a:cubicBezTo>
                  <a:cubicBezTo>
                    <a:pt x="5040" y="13557"/>
                    <a:pt x="5040" y="13557"/>
                    <a:pt x="5040" y="13557"/>
                  </a:cubicBezTo>
                  <a:cubicBezTo>
                    <a:pt x="4799" y="13787"/>
                    <a:pt x="4799" y="13787"/>
                    <a:pt x="4799" y="13787"/>
                  </a:cubicBezTo>
                  <a:cubicBezTo>
                    <a:pt x="4799" y="13787"/>
                    <a:pt x="4799" y="13787"/>
                    <a:pt x="4799" y="13787"/>
                  </a:cubicBezTo>
                  <a:cubicBezTo>
                    <a:pt x="4799" y="14017"/>
                    <a:pt x="4799" y="14017"/>
                    <a:pt x="4799" y="14017"/>
                  </a:cubicBezTo>
                  <a:cubicBezTo>
                    <a:pt x="4560" y="14017"/>
                    <a:pt x="4560" y="14017"/>
                    <a:pt x="4560" y="14017"/>
                  </a:cubicBezTo>
                  <a:cubicBezTo>
                    <a:pt x="4319" y="14017"/>
                    <a:pt x="4319" y="14017"/>
                    <a:pt x="4319" y="14017"/>
                  </a:cubicBezTo>
                  <a:cubicBezTo>
                    <a:pt x="4560" y="14017"/>
                    <a:pt x="4560" y="14017"/>
                    <a:pt x="4560" y="14017"/>
                  </a:cubicBezTo>
                  <a:cubicBezTo>
                    <a:pt x="4560" y="14017"/>
                    <a:pt x="4560" y="14017"/>
                    <a:pt x="4560" y="14017"/>
                  </a:cubicBezTo>
                  <a:cubicBezTo>
                    <a:pt x="4560" y="13787"/>
                    <a:pt x="4560" y="13787"/>
                    <a:pt x="4560" y="13787"/>
                  </a:cubicBezTo>
                  <a:cubicBezTo>
                    <a:pt x="4560" y="13557"/>
                    <a:pt x="4560" y="13557"/>
                    <a:pt x="4560" y="13557"/>
                  </a:cubicBezTo>
                  <a:cubicBezTo>
                    <a:pt x="4319" y="13327"/>
                    <a:pt x="4319" y="13327"/>
                    <a:pt x="4319" y="13327"/>
                  </a:cubicBezTo>
                  <a:cubicBezTo>
                    <a:pt x="4079" y="13327"/>
                    <a:pt x="4079" y="13327"/>
                    <a:pt x="4079" y="13327"/>
                  </a:cubicBezTo>
                  <a:cubicBezTo>
                    <a:pt x="4079" y="13557"/>
                    <a:pt x="4079" y="13557"/>
                    <a:pt x="4079" y="13557"/>
                  </a:cubicBezTo>
                  <a:cubicBezTo>
                    <a:pt x="3840" y="13557"/>
                    <a:pt x="3840" y="13557"/>
                    <a:pt x="3840" y="13557"/>
                  </a:cubicBezTo>
                  <a:cubicBezTo>
                    <a:pt x="3840" y="13557"/>
                    <a:pt x="3840" y="13557"/>
                    <a:pt x="3840" y="13557"/>
                  </a:cubicBezTo>
                  <a:cubicBezTo>
                    <a:pt x="4079" y="13557"/>
                    <a:pt x="4079" y="13557"/>
                    <a:pt x="4079" y="13557"/>
                  </a:cubicBezTo>
                  <a:cubicBezTo>
                    <a:pt x="3840" y="13787"/>
                    <a:pt x="3840" y="13787"/>
                    <a:pt x="3840" y="13787"/>
                  </a:cubicBezTo>
                  <a:cubicBezTo>
                    <a:pt x="3599" y="13787"/>
                    <a:pt x="3599" y="13787"/>
                    <a:pt x="3599" y="13787"/>
                  </a:cubicBezTo>
                  <a:cubicBezTo>
                    <a:pt x="3599" y="13787"/>
                    <a:pt x="3599" y="13787"/>
                    <a:pt x="3599" y="13787"/>
                  </a:cubicBezTo>
                  <a:cubicBezTo>
                    <a:pt x="3359" y="14017"/>
                    <a:pt x="3359" y="14017"/>
                    <a:pt x="3359" y="14017"/>
                  </a:cubicBezTo>
                  <a:cubicBezTo>
                    <a:pt x="3359" y="14017"/>
                    <a:pt x="3359" y="14017"/>
                    <a:pt x="3359" y="14017"/>
                  </a:cubicBezTo>
                  <a:cubicBezTo>
                    <a:pt x="3599" y="14017"/>
                    <a:pt x="3599" y="14017"/>
                    <a:pt x="3599" y="14017"/>
                  </a:cubicBezTo>
                  <a:cubicBezTo>
                    <a:pt x="3599" y="14017"/>
                    <a:pt x="3599" y="14017"/>
                    <a:pt x="3599" y="14017"/>
                  </a:cubicBezTo>
                  <a:cubicBezTo>
                    <a:pt x="3359" y="14017"/>
                    <a:pt x="3359" y="14017"/>
                    <a:pt x="3359" y="14017"/>
                  </a:cubicBezTo>
                  <a:cubicBezTo>
                    <a:pt x="3359" y="14246"/>
                    <a:pt x="3359" y="14246"/>
                    <a:pt x="3359" y="14246"/>
                  </a:cubicBezTo>
                  <a:cubicBezTo>
                    <a:pt x="3120" y="14017"/>
                    <a:pt x="3120" y="14017"/>
                    <a:pt x="3120" y="14017"/>
                  </a:cubicBezTo>
                  <a:cubicBezTo>
                    <a:pt x="3120" y="14017"/>
                    <a:pt x="3120" y="14017"/>
                    <a:pt x="3120" y="14017"/>
                  </a:cubicBezTo>
                  <a:cubicBezTo>
                    <a:pt x="3120" y="14246"/>
                    <a:pt x="3120" y="14246"/>
                    <a:pt x="3120" y="14246"/>
                  </a:cubicBezTo>
                  <a:cubicBezTo>
                    <a:pt x="3359" y="14246"/>
                    <a:pt x="3359" y="14246"/>
                    <a:pt x="3359" y="14246"/>
                  </a:cubicBezTo>
                  <a:cubicBezTo>
                    <a:pt x="3599" y="14246"/>
                    <a:pt x="3599" y="14246"/>
                    <a:pt x="3599" y="14246"/>
                  </a:cubicBezTo>
                  <a:cubicBezTo>
                    <a:pt x="3359" y="14476"/>
                    <a:pt x="3359" y="14476"/>
                    <a:pt x="3359" y="14476"/>
                  </a:cubicBezTo>
                  <a:cubicBezTo>
                    <a:pt x="3599" y="14476"/>
                    <a:pt x="3599" y="14476"/>
                    <a:pt x="3599" y="14476"/>
                  </a:cubicBezTo>
                  <a:cubicBezTo>
                    <a:pt x="3599" y="14706"/>
                    <a:pt x="3599" y="14706"/>
                    <a:pt x="3599" y="14706"/>
                  </a:cubicBezTo>
                  <a:cubicBezTo>
                    <a:pt x="3359" y="14476"/>
                    <a:pt x="3359" y="14476"/>
                    <a:pt x="3359" y="14476"/>
                  </a:cubicBezTo>
                  <a:cubicBezTo>
                    <a:pt x="3359" y="14476"/>
                    <a:pt x="3359" y="14476"/>
                    <a:pt x="3359" y="14476"/>
                  </a:cubicBezTo>
                  <a:cubicBezTo>
                    <a:pt x="3120" y="14476"/>
                    <a:pt x="3120" y="14476"/>
                    <a:pt x="3120" y="14476"/>
                  </a:cubicBezTo>
                  <a:cubicBezTo>
                    <a:pt x="2880" y="14246"/>
                    <a:pt x="2880" y="14246"/>
                    <a:pt x="2880" y="14246"/>
                  </a:cubicBezTo>
                  <a:cubicBezTo>
                    <a:pt x="2880" y="14246"/>
                    <a:pt x="2880" y="14246"/>
                    <a:pt x="2880" y="14246"/>
                  </a:cubicBezTo>
                  <a:cubicBezTo>
                    <a:pt x="2880" y="14246"/>
                    <a:pt x="2880" y="14246"/>
                    <a:pt x="2880" y="14246"/>
                  </a:cubicBezTo>
                  <a:cubicBezTo>
                    <a:pt x="2880" y="14246"/>
                    <a:pt x="2880" y="14246"/>
                    <a:pt x="2880" y="14246"/>
                  </a:cubicBezTo>
                  <a:cubicBezTo>
                    <a:pt x="2880" y="14476"/>
                    <a:pt x="2880" y="14476"/>
                    <a:pt x="2880" y="14476"/>
                  </a:cubicBezTo>
                  <a:cubicBezTo>
                    <a:pt x="3120" y="14706"/>
                    <a:pt x="3120" y="14706"/>
                    <a:pt x="3120" y="14706"/>
                  </a:cubicBezTo>
                  <a:cubicBezTo>
                    <a:pt x="3359" y="14706"/>
                    <a:pt x="3359" y="14706"/>
                    <a:pt x="3359" y="14706"/>
                  </a:cubicBezTo>
                  <a:cubicBezTo>
                    <a:pt x="3359" y="14706"/>
                    <a:pt x="3359" y="14706"/>
                    <a:pt x="3359" y="14706"/>
                  </a:cubicBezTo>
                  <a:cubicBezTo>
                    <a:pt x="3359" y="14706"/>
                    <a:pt x="3359" y="14706"/>
                    <a:pt x="3359" y="14706"/>
                  </a:cubicBezTo>
                  <a:cubicBezTo>
                    <a:pt x="2880" y="14706"/>
                    <a:pt x="2880" y="14706"/>
                    <a:pt x="2880" y="14706"/>
                  </a:cubicBezTo>
                  <a:cubicBezTo>
                    <a:pt x="2640" y="14476"/>
                    <a:pt x="2640" y="14476"/>
                    <a:pt x="2640" y="14476"/>
                  </a:cubicBezTo>
                  <a:cubicBezTo>
                    <a:pt x="2640" y="14476"/>
                    <a:pt x="2640" y="14476"/>
                    <a:pt x="2640" y="14476"/>
                  </a:cubicBezTo>
                  <a:cubicBezTo>
                    <a:pt x="2400" y="14476"/>
                    <a:pt x="2400" y="14476"/>
                    <a:pt x="2400" y="14476"/>
                  </a:cubicBezTo>
                  <a:cubicBezTo>
                    <a:pt x="2160" y="14476"/>
                    <a:pt x="2160" y="14476"/>
                    <a:pt x="2160" y="14476"/>
                  </a:cubicBezTo>
                  <a:cubicBezTo>
                    <a:pt x="2160" y="14246"/>
                    <a:pt x="2160" y="14246"/>
                    <a:pt x="2160" y="14246"/>
                  </a:cubicBezTo>
                  <a:cubicBezTo>
                    <a:pt x="1920" y="14476"/>
                    <a:pt x="1920" y="14476"/>
                    <a:pt x="1920" y="14476"/>
                  </a:cubicBezTo>
                  <a:cubicBezTo>
                    <a:pt x="1920" y="14476"/>
                    <a:pt x="1920" y="14476"/>
                    <a:pt x="1920" y="14476"/>
                  </a:cubicBezTo>
                  <a:cubicBezTo>
                    <a:pt x="1920" y="14706"/>
                    <a:pt x="1920" y="14706"/>
                    <a:pt x="1920" y="14706"/>
                  </a:cubicBezTo>
                  <a:cubicBezTo>
                    <a:pt x="2160" y="14706"/>
                    <a:pt x="2160" y="14706"/>
                    <a:pt x="2160" y="14706"/>
                  </a:cubicBezTo>
                  <a:cubicBezTo>
                    <a:pt x="2400" y="14706"/>
                    <a:pt x="2400" y="14706"/>
                    <a:pt x="2400" y="14706"/>
                  </a:cubicBezTo>
                  <a:cubicBezTo>
                    <a:pt x="2400" y="14706"/>
                    <a:pt x="2400" y="14706"/>
                    <a:pt x="2400" y="14706"/>
                  </a:cubicBezTo>
                  <a:cubicBezTo>
                    <a:pt x="2400" y="14706"/>
                    <a:pt x="2400" y="14706"/>
                    <a:pt x="2400" y="14706"/>
                  </a:cubicBezTo>
                  <a:cubicBezTo>
                    <a:pt x="2400" y="14936"/>
                    <a:pt x="2400" y="14936"/>
                    <a:pt x="2400" y="14936"/>
                  </a:cubicBezTo>
                  <a:cubicBezTo>
                    <a:pt x="2640" y="14706"/>
                    <a:pt x="2640" y="14706"/>
                    <a:pt x="2640" y="14706"/>
                  </a:cubicBezTo>
                  <a:cubicBezTo>
                    <a:pt x="2880" y="14706"/>
                    <a:pt x="2880" y="14706"/>
                    <a:pt x="2880" y="14706"/>
                  </a:cubicBezTo>
                  <a:cubicBezTo>
                    <a:pt x="2640" y="14936"/>
                    <a:pt x="2640" y="14936"/>
                    <a:pt x="2640" y="14936"/>
                  </a:cubicBezTo>
                  <a:cubicBezTo>
                    <a:pt x="2400" y="14936"/>
                    <a:pt x="2400" y="14936"/>
                    <a:pt x="2400" y="14936"/>
                  </a:cubicBezTo>
                  <a:cubicBezTo>
                    <a:pt x="2400" y="15165"/>
                    <a:pt x="2400" y="15165"/>
                    <a:pt x="2400" y="15165"/>
                  </a:cubicBezTo>
                  <a:cubicBezTo>
                    <a:pt x="2160" y="15165"/>
                    <a:pt x="2160" y="15165"/>
                    <a:pt x="2160" y="15165"/>
                  </a:cubicBezTo>
                  <a:cubicBezTo>
                    <a:pt x="1920" y="14936"/>
                    <a:pt x="1920" y="14936"/>
                    <a:pt x="1920" y="14936"/>
                  </a:cubicBezTo>
                  <a:cubicBezTo>
                    <a:pt x="1920" y="14936"/>
                    <a:pt x="1920" y="14936"/>
                    <a:pt x="1920" y="14936"/>
                  </a:cubicBezTo>
                  <a:cubicBezTo>
                    <a:pt x="1680" y="14936"/>
                    <a:pt x="1680" y="14936"/>
                    <a:pt x="1680" y="14936"/>
                  </a:cubicBezTo>
                  <a:cubicBezTo>
                    <a:pt x="1680" y="14706"/>
                    <a:pt x="1680" y="14706"/>
                    <a:pt x="1680" y="14706"/>
                  </a:cubicBezTo>
                  <a:cubicBezTo>
                    <a:pt x="1440" y="14936"/>
                    <a:pt x="1440" y="14936"/>
                    <a:pt x="1440" y="14936"/>
                  </a:cubicBezTo>
                  <a:cubicBezTo>
                    <a:pt x="1440" y="14936"/>
                    <a:pt x="1440" y="14936"/>
                    <a:pt x="1440" y="14936"/>
                  </a:cubicBezTo>
                  <a:cubicBezTo>
                    <a:pt x="1200" y="14936"/>
                    <a:pt x="1200" y="14936"/>
                    <a:pt x="1200" y="14936"/>
                  </a:cubicBezTo>
                  <a:cubicBezTo>
                    <a:pt x="1200" y="14936"/>
                    <a:pt x="1200" y="14936"/>
                    <a:pt x="1200" y="14936"/>
                  </a:cubicBezTo>
                  <a:cubicBezTo>
                    <a:pt x="1680" y="14936"/>
                    <a:pt x="1680" y="14936"/>
                    <a:pt x="1680" y="14936"/>
                  </a:cubicBezTo>
                  <a:cubicBezTo>
                    <a:pt x="1680" y="15165"/>
                    <a:pt x="1680" y="15165"/>
                    <a:pt x="1680" y="15165"/>
                  </a:cubicBezTo>
                  <a:cubicBezTo>
                    <a:pt x="1920" y="15165"/>
                    <a:pt x="1920" y="15165"/>
                    <a:pt x="1920" y="15165"/>
                  </a:cubicBezTo>
                  <a:cubicBezTo>
                    <a:pt x="1920" y="15395"/>
                    <a:pt x="1920" y="15395"/>
                    <a:pt x="1920" y="15395"/>
                  </a:cubicBezTo>
                  <a:cubicBezTo>
                    <a:pt x="2160" y="15625"/>
                    <a:pt x="2160" y="15625"/>
                    <a:pt x="2160" y="15625"/>
                  </a:cubicBezTo>
                  <a:cubicBezTo>
                    <a:pt x="1920" y="15625"/>
                    <a:pt x="1920" y="15625"/>
                    <a:pt x="1920" y="15625"/>
                  </a:cubicBezTo>
                  <a:cubicBezTo>
                    <a:pt x="1920" y="15625"/>
                    <a:pt x="1920" y="15625"/>
                    <a:pt x="1920" y="15625"/>
                  </a:cubicBezTo>
                  <a:cubicBezTo>
                    <a:pt x="1920" y="15395"/>
                    <a:pt x="1920" y="15395"/>
                    <a:pt x="1920" y="15395"/>
                  </a:cubicBezTo>
                  <a:cubicBezTo>
                    <a:pt x="1680" y="15165"/>
                    <a:pt x="1680" y="15165"/>
                    <a:pt x="1680" y="15165"/>
                  </a:cubicBezTo>
                  <a:cubicBezTo>
                    <a:pt x="1440" y="15165"/>
                    <a:pt x="1440" y="15165"/>
                    <a:pt x="1440" y="15165"/>
                  </a:cubicBezTo>
                  <a:cubicBezTo>
                    <a:pt x="1440" y="15395"/>
                    <a:pt x="1440" y="15395"/>
                    <a:pt x="1440" y="15395"/>
                  </a:cubicBezTo>
                  <a:cubicBezTo>
                    <a:pt x="1440" y="15395"/>
                    <a:pt x="1440" y="15395"/>
                    <a:pt x="1440" y="15395"/>
                  </a:cubicBezTo>
                  <a:cubicBezTo>
                    <a:pt x="1200" y="15395"/>
                    <a:pt x="1200" y="15395"/>
                    <a:pt x="1200" y="15395"/>
                  </a:cubicBezTo>
                  <a:cubicBezTo>
                    <a:pt x="960" y="15625"/>
                    <a:pt x="960" y="15625"/>
                    <a:pt x="960" y="15625"/>
                  </a:cubicBezTo>
                  <a:cubicBezTo>
                    <a:pt x="1200" y="15625"/>
                    <a:pt x="1200" y="15625"/>
                    <a:pt x="1200" y="15625"/>
                  </a:cubicBezTo>
                  <a:cubicBezTo>
                    <a:pt x="1200" y="15625"/>
                    <a:pt x="1200" y="15625"/>
                    <a:pt x="1200" y="15625"/>
                  </a:cubicBezTo>
                  <a:cubicBezTo>
                    <a:pt x="960" y="15625"/>
                    <a:pt x="960" y="15625"/>
                    <a:pt x="960" y="15625"/>
                  </a:cubicBezTo>
                  <a:cubicBezTo>
                    <a:pt x="960" y="15625"/>
                    <a:pt x="960" y="15625"/>
                    <a:pt x="960" y="15625"/>
                  </a:cubicBezTo>
                  <a:cubicBezTo>
                    <a:pt x="720" y="15625"/>
                    <a:pt x="720" y="15625"/>
                    <a:pt x="720" y="15625"/>
                  </a:cubicBezTo>
                  <a:cubicBezTo>
                    <a:pt x="720" y="15625"/>
                    <a:pt x="720" y="15625"/>
                    <a:pt x="720" y="15625"/>
                  </a:cubicBezTo>
                  <a:cubicBezTo>
                    <a:pt x="480" y="15855"/>
                    <a:pt x="480" y="15855"/>
                    <a:pt x="480" y="15855"/>
                  </a:cubicBezTo>
                  <a:cubicBezTo>
                    <a:pt x="480" y="15625"/>
                    <a:pt x="480" y="15625"/>
                    <a:pt x="480" y="15625"/>
                  </a:cubicBezTo>
                  <a:cubicBezTo>
                    <a:pt x="240" y="15395"/>
                    <a:pt x="240" y="15395"/>
                    <a:pt x="240" y="15395"/>
                  </a:cubicBezTo>
                  <a:cubicBezTo>
                    <a:pt x="240" y="15395"/>
                    <a:pt x="240" y="15395"/>
                    <a:pt x="240" y="15395"/>
                  </a:cubicBezTo>
                  <a:cubicBezTo>
                    <a:pt x="240" y="15625"/>
                    <a:pt x="240" y="15625"/>
                    <a:pt x="240" y="15625"/>
                  </a:cubicBezTo>
                  <a:cubicBezTo>
                    <a:pt x="480" y="15855"/>
                    <a:pt x="480" y="15855"/>
                    <a:pt x="480" y="15855"/>
                  </a:cubicBezTo>
                  <a:cubicBezTo>
                    <a:pt x="480" y="15855"/>
                    <a:pt x="480" y="15855"/>
                    <a:pt x="480" y="15855"/>
                  </a:cubicBezTo>
                  <a:cubicBezTo>
                    <a:pt x="480" y="15855"/>
                    <a:pt x="480" y="15855"/>
                    <a:pt x="480" y="15855"/>
                  </a:cubicBezTo>
                  <a:cubicBezTo>
                    <a:pt x="720" y="15855"/>
                    <a:pt x="720" y="15855"/>
                    <a:pt x="720" y="15855"/>
                  </a:cubicBezTo>
                  <a:cubicBezTo>
                    <a:pt x="960" y="15855"/>
                    <a:pt x="960" y="15855"/>
                    <a:pt x="960" y="15855"/>
                  </a:cubicBezTo>
                  <a:cubicBezTo>
                    <a:pt x="1200" y="16085"/>
                    <a:pt x="1200" y="16085"/>
                    <a:pt x="1200" y="16085"/>
                  </a:cubicBezTo>
                  <a:cubicBezTo>
                    <a:pt x="1440" y="16085"/>
                    <a:pt x="1440" y="16085"/>
                    <a:pt x="1440" y="16085"/>
                  </a:cubicBezTo>
                  <a:cubicBezTo>
                    <a:pt x="1680" y="16085"/>
                    <a:pt x="1680" y="16085"/>
                    <a:pt x="1680" y="16085"/>
                  </a:cubicBezTo>
                  <a:cubicBezTo>
                    <a:pt x="1680" y="16085"/>
                    <a:pt x="1680" y="16085"/>
                    <a:pt x="1680" y="16085"/>
                  </a:cubicBezTo>
                  <a:cubicBezTo>
                    <a:pt x="1680" y="16085"/>
                    <a:pt x="1680" y="16085"/>
                    <a:pt x="1680" y="16085"/>
                  </a:cubicBezTo>
                  <a:cubicBezTo>
                    <a:pt x="1200" y="16085"/>
                    <a:pt x="1200" y="16085"/>
                    <a:pt x="1200" y="16085"/>
                  </a:cubicBezTo>
                  <a:cubicBezTo>
                    <a:pt x="1200" y="16085"/>
                    <a:pt x="1200" y="16085"/>
                    <a:pt x="1200" y="16085"/>
                  </a:cubicBezTo>
                  <a:cubicBezTo>
                    <a:pt x="960" y="16085"/>
                    <a:pt x="960" y="16085"/>
                    <a:pt x="960" y="16085"/>
                  </a:cubicBezTo>
                  <a:cubicBezTo>
                    <a:pt x="720" y="16085"/>
                    <a:pt x="720" y="16085"/>
                    <a:pt x="720" y="16085"/>
                  </a:cubicBezTo>
                  <a:cubicBezTo>
                    <a:pt x="480" y="16085"/>
                    <a:pt x="480" y="16085"/>
                    <a:pt x="480" y="16085"/>
                  </a:cubicBezTo>
                  <a:cubicBezTo>
                    <a:pt x="480" y="16085"/>
                    <a:pt x="480" y="16085"/>
                    <a:pt x="480" y="16085"/>
                  </a:cubicBezTo>
                  <a:cubicBezTo>
                    <a:pt x="240" y="16085"/>
                    <a:pt x="240" y="16085"/>
                    <a:pt x="240" y="16085"/>
                  </a:cubicBezTo>
                  <a:cubicBezTo>
                    <a:pt x="240" y="16314"/>
                    <a:pt x="240" y="16314"/>
                    <a:pt x="240" y="16314"/>
                  </a:cubicBezTo>
                  <a:cubicBezTo>
                    <a:pt x="480" y="16314"/>
                    <a:pt x="480" y="16314"/>
                    <a:pt x="480" y="16314"/>
                  </a:cubicBezTo>
                  <a:cubicBezTo>
                    <a:pt x="480" y="16544"/>
                    <a:pt x="480" y="16544"/>
                    <a:pt x="480" y="16544"/>
                  </a:cubicBezTo>
                  <a:cubicBezTo>
                    <a:pt x="480" y="16544"/>
                    <a:pt x="480" y="16544"/>
                    <a:pt x="480" y="16544"/>
                  </a:cubicBezTo>
                  <a:cubicBezTo>
                    <a:pt x="720" y="16544"/>
                    <a:pt x="720" y="16544"/>
                    <a:pt x="720" y="16544"/>
                  </a:cubicBezTo>
                  <a:cubicBezTo>
                    <a:pt x="960" y="16544"/>
                    <a:pt x="960" y="16544"/>
                    <a:pt x="960" y="16544"/>
                  </a:cubicBezTo>
                  <a:cubicBezTo>
                    <a:pt x="720" y="16544"/>
                    <a:pt x="720" y="16544"/>
                    <a:pt x="720" y="16544"/>
                  </a:cubicBezTo>
                  <a:cubicBezTo>
                    <a:pt x="480" y="16544"/>
                    <a:pt x="480" y="16544"/>
                    <a:pt x="480" y="16544"/>
                  </a:cubicBezTo>
                  <a:cubicBezTo>
                    <a:pt x="480" y="16544"/>
                    <a:pt x="480" y="16544"/>
                    <a:pt x="480" y="16544"/>
                  </a:cubicBezTo>
                  <a:cubicBezTo>
                    <a:pt x="240" y="16544"/>
                    <a:pt x="240" y="16544"/>
                    <a:pt x="240" y="16544"/>
                  </a:cubicBezTo>
                  <a:cubicBezTo>
                    <a:pt x="240" y="16774"/>
                    <a:pt x="240" y="16774"/>
                    <a:pt x="240" y="16774"/>
                  </a:cubicBezTo>
                  <a:cubicBezTo>
                    <a:pt x="480" y="16774"/>
                    <a:pt x="480" y="16774"/>
                    <a:pt x="480" y="16774"/>
                  </a:cubicBezTo>
                  <a:cubicBezTo>
                    <a:pt x="480" y="16774"/>
                    <a:pt x="480" y="16774"/>
                    <a:pt x="480" y="16774"/>
                  </a:cubicBezTo>
                  <a:cubicBezTo>
                    <a:pt x="240" y="16774"/>
                    <a:pt x="240" y="16774"/>
                    <a:pt x="240" y="16774"/>
                  </a:cubicBezTo>
                  <a:cubicBezTo>
                    <a:pt x="240" y="16774"/>
                    <a:pt x="240" y="16774"/>
                    <a:pt x="240" y="16774"/>
                  </a:cubicBezTo>
                  <a:cubicBezTo>
                    <a:pt x="240" y="17004"/>
                    <a:pt x="240" y="17004"/>
                    <a:pt x="240" y="17004"/>
                  </a:cubicBezTo>
                  <a:cubicBezTo>
                    <a:pt x="480" y="17004"/>
                    <a:pt x="480" y="17004"/>
                    <a:pt x="480" y="17004"/>
                  </a:cubicBezTo>
                  <a:cubicBezTo>
                    <a:pt x="480" y="17004"/>
                    <a:pt x="480" y="17004"/>
                    <a:pt x="480" y="17004"/>
                  </a:cubicBezTo>
                  <a:cubicBezTo>
                    <a:pt x="720" y="17004"/>
                    <a:pt x="720" y="17004"/>
                    <a:pt x="720" y="17004"/>
                  </a:cubicBezTo>
                  <a:cubicBezTo>
                    <a:pt x="720" y="17004"/>
                    <a:pt x="720" y="17004"/>
                    <a:pt x="720" y="17004"/>
                  </a:cubicBezTo>
                  <a:cubicBezTo>
                    <a:pt x="1200" y="17004"/>
                    <a:pt x="1200" y="17004"/>
                    <a:pt x="1200" y="17004"/>
                  </a:cubicBezTo>
                  <a:cubicBezTo>
                    <a:pt x="1440" y="17004"/>
                    <a:pt x="1440" y="17004"/>
                    <a:pt x="1440" y="17004"/>
                  </a:cubicBezTo>
                  <a:cubicBezTo>
                    <a:pt x="1440" y="17004"/>
                    <a:pt x="1440" y="17004"/>
                    <a:pt x="1440" y="17004"/>
                  </a:cubicBezTo>
                  <a:cubicBezTo>
                    <a:pt x="1680" y="17004"/>
                    <a:pt x="1680" y="17004"/>
                    <a:pt x="1680" y="17004"/>
                  </a:cubicBezTo>
                  <a:cubicBezTo>
                    <a:pt x="1680" y="16774"/>
                    <a:pt x="1680" y="16774"/>
                    <a:pt x="1680" y="16774"/>
                  </a:cubicBezTo>
                  <a:cubicBezTo>
                    <a:pt x="1680" y="16774"/>
                    <a:pt x="1680" y="16774"/>
                    <a:pt x="1680" y="16774"/>
                  </a:cubicBezTo>
                  <a:cubicBezTo>
                    <a:pt x="1680" y="17004"/>
                    <a:pt x="1680" y="17004"/>
                    <a:pt x="1680" y="17004"/>
                  </a:cubicBezTo>
                  <a:cubicBezTo>
                    <a:pt x="1920" y="17004"/>
                    <a:pt x="1920" y="17004"/>
                    <a:pt x="1920" y="17004"/>
                  </a:cubicBezTo>
                  <a:cubicBezTo>
                    <a:pt x="2160" y="16774"/>
                    <a:pt x="2160" y="16774"/>
                    <a:pt x="2160" y="16774"/>
                  </a:cubicBezTo>
                  <a:cubicBezTo>
                    <a:pt x="2400" y="16774"/>
                    <a:pt x="2400" y="16774"/>
                    <a:pt x="2400" y="16774"/>
                  </a:cubicBezTo>
                  <a:cubicBezTo>
                    <a:pt x="2160" y="16774"/>
                    <a:pt x="2160" y="16774"/>
                    <a:pt x="2160" y="16774"/>
                  </a:cubicBezTo>
                  <a:cubicBezTo>
                    <a:pt x="2160" y="17004"/>
                    <a:pt x="2160" y="17004"/>
                    <a:pt x="2160" y="17004"/>
                  </a:cubicBezTo>
                  <a:cubicBezTo>
                    <a:pt x="2400" y="17004"/>
                    <a:pt x="2400" y="17004"/>
                    <a:pt x="2400" y="17004"/>
                  </a:cubicBezTo>
                  <a:cubicBezTo>
                    <a:pt x="2400" y="17004"/>
                    <a:pt x="2400" y="17004"/>
                    <a:pt x="2400" y="17004"/>
                  </a:cubicBezTo>
                  <a:cubicBezTo>
                    <a:pt x="2400" y="16774"/>
                    <a:pt x="2400" y="16774"/>
                    <a:pt x="2400" y="16774"/>
                  </a:cubicBezTo>
                  <a:cubicBezTo>
                    <a:pt x="2640" y="16544"/>
                    <a:pt x="2640" y="16544"/>
                    <a:pt x="2640" y="16544"/>
                  </a:cubicBezTo>
                  <a:cubicBezTo>
                    <a:pt x="2400" y="16774"/>
                    <a:pt x="2400" y="16774"/>
                    <a:pt x="2400" y="16774"/>
                  </a:cubicBezTo>
                  <a:cubicBezTo>
                    <a:pt x="2640" y="17004"/>
                    <a:pt x="2640" y="17004"/>
                    <a:pt x="2640" y="17004"/>
                  </a:cubicBezTo>
                  <a:cubicBezTo>
                    <a:pt x="2640" y="17004"/>
                    <a:pt x="2640" y="17004"/>
                    <a:pt x="2640" y="17004"/>
                  </a:cubicBezTo>
                  <a:cubicBezTo>
                    <a:pt x="2160" y="17234"/>
                    <a:pt x="2160" y="17234"/>
                    <a:pt x="2160" y="17234"/>
                  </a:cubicBezTo>
                  <a:cubicBezTo>
                    <a:pt x="2160" y="17234"/>
                    <a:pt x="2160" y="17234"/>
                    <a:pt x="2160" y="17234"/>
                  </a:cubicBezTo>
                  <a:cubicBezTo>
                    <a:pt x="2160" y="17234"/>
                    <a:pt x="2160" y="17234"/>
                    <a:pt x="2160" y="17234"/>
                  </a:cubicBezTo>
                  <a:cubicBezTo>
                    <a:pt x="2160" y="17463"/>
                    <a:pt x="2160" y="17463"/>
                    <a:pt x="2160" y="17463"/>
                  </a:cubicBezTo>
                  <a:cubicBezTo>
                    <a:pt x="1920" y="17463"/>
                    <a:pt x="1920" y="17463"/>
                    <a:pt x="1920" y="17463"/>
                  </a:cubicBezTo>
                  <a:cubicBezTo>
                    <a:pt x="1920" y="17234"/>
                    <a:pt x="1920" y="17234"/>
                    <a:pt x="1920" y="17234"/>
                  </a:cubicBezTo>
                  <a:cubicBezTo>
                    <a:pt x="1920" y="17234"/>
                    <a:pt x="1920" y="17234"/>
                    <a:pt x="1920" y="17234"/>
                  </a:cubicBezTo>
                  <a:cubicBezTo>
                    <a:pt x="1920" y="17004"/>
                    <a:pt x="1920" y="17004"/>
                    <a:pt x="1920" y="17004"/>
                  </a:cubicBezTo>
                  <a:cubicBezTo>
                    <a:pt x="1680" y="17004"/>
                    <a:pt x="1680" y="17004"/>
                    <a:pt x="1680" y="17004"/>
                  </a:cubicBezTo>
                  <a:cubicBezTo>
                    <a:pt x="1440" y="17234"/>
                    <a:pt x="1440" y="17234"/>
                    <a:pt x="1440" y="17234"/>
                  </a:cubicBezTo>
                  <a:cubicBezTo>
                    <a:pt x="1440" y="17234"/>
                    <a:pt x="1440" y="17234"/>
                    <a:pt x="1440" y="17234"/>
                  </a:cubicBezTo>
                  <a:cubicBezTo>
                    <a:pt x="1440" y="17234"/>
                    <a:pt x="1440" y="17234"/>
                    <a:pt x="1440" y="17234"/>
                  </a:cubicBezTo>
                  <a:cubicBezTo>
                    <a:pt x="1200" y="17234"/>
                    <a:pt x="1200" y="17234"/>
                    <a:pt x="1200" y="17234"/>
                  </a:cubicBezTo>
                  <a:cubicBezTo>
                    <a:pt x="960" y="17234"/>
                    <a:pt x="960" y="17234"/>
                    <a:pt x="960" y="17234"/>
                  </a:cubicBezTo>
                  <a:cubicBezTo>
                    <a:pt x="720" y="17234"/>
                    <a:pt x="720" y="17234"/>
                    <a:pt x="720" y="17234"/>
                  </a:cubicBezTo>
                  <a:cubicBezTo>
                    <a:pt x="480" y="17234"/>
                    <a:pt x="480" y="17234"/>
                    <a:pt x="480" y="17234"/>
                  </a:cubicBezTo>
                  <a:cubicBezTo>
                    <a:pt x="480" y="17234"/>
                    <a:pt x="480" y="17234"/>
                    <a:pt x="480" y="17234"/>
                  </a:cubicBezTo>
                  <a:cubicBezTo>
                    <a:pt x="240" y="17234"/>
                    <a:pt x="240" y="17234"/>
                    <a:pt x="240" y="17234"/>
                  </a:cubicBezTo>
                  <a:cubicBezTo>
                    <a:pt x="240" y="17234"/>
                    <a:pt x="240" y="17234"/>
                    <a:pt x="240" y="17234"/>
                  </a:cubicBezTo>
                  <a:cubicBezTo>
                    <a:pt x="240" y="17463"/>
                    <a:pt x="240" y="17463"/>
                    <a:pt x="240" y="17463"/>
                  </a:cubicBezTo>
                  <a:cubicBezTo>
                    <a:pt x="240" y="17463"/>
                    <a:pt x="240" y="17463"/>
                    <a:pt x="240" y="17463"/>
                  </a:cubicBezTo>
                  <a:cubicBezTo>
                    <a:pt x="240" y="17463"/>
                    <a:pt x="240" y="17463"/>
                    <a:pt x="240" y="17463"/>
                  </a:cubicBezTo>
                  <a:cubicBezTo>
                    <a:pt x="480" y="17463"/>
                    <a:pt x="480" y="17463"/>
                    <a:pt x="480" y="17463"/>
                  </a:cubicBezTo>
                  <a:cubicBezTo>
                    <a:pt x="480" y="17463"/>
                    <a:pt x="480" y="17463"/>
                    <a:pt x="480" y="17463"/>
                  </a:cubicBezTo>
                  <a:cubicBezTo>
                    <a:pt x="720" y="17463"/>
                    <a:pt x="720" y="17463"/>
                    <a:pt x="720" y="17463"/>
                  </a:cubicBezTo>
                  <a:cubicBezTo>
                    <a:pt x="480" y="17463"/>
                    <a:pt x="480" y="17463"/>
                    <a:pt x="480" y="17463"/>
                  </a:cubicBezTo>
                  <a:cubicBezTo>
                    <a:pt x="480" y="17693"/>
                    <a:pt x="480" y="17693"/>
                    <a:pt x="480" y="17693"/>
                  </a:cubicBezTo>
                  <a:cubicBezTo>
                    <a:pt x="480" y="17693"/>
                    <a:pt x="480" y="17693"/>
                    <a:pt x="480" y="17693"/>
                  </a:cubicBezTo>
                  <a:cubicBezTo>
                    <a:pt x="240" y="17693"/>
                    <a:pt x="240" y="17693"/>
                    <a:pt x="240" y="17693"/>
                  </a:cubicBezTo>
                  <a:cubicBezTo>
                    <a:pt x="480" y="17923"/>
                    <a:pt x="480" y="17923"/>
                    <a:pt x="480" y="17923"/>
                  </a:cubicBezTo>
                  <a:cubicBezTo>
                    <a:pt x="480" y="17923"/>
                    <a:pt x="480" y="17923"/>
                    <a:pt x="480" y="17923"/>
                  </a:cubicBezTo>
                  <a:cubicBezTo>
                    <a:pt x="720" y="17693"/>
                    <a:pt x="720" y="17693"/>
                    <a:pt x="720" y="17693"/>
                  </a:cubicBezTo>
                  <a:cubicBezTo>
                    <a:pt x="960" y="17693"/>
                    <a:pt x="960" y="17693"/>
                    <a:pt x="960" y="17693"/>
                  </a:cubicBezTo>
                  <a:cubicBezTo>
                    <a:pt x="960" y="17923"/>
                    <a:pt x="960" y="17923"/>
                    <a:pt x="960" y="17923"/>
                  </a:cubicBezTo>
                  <a:cubicBezTo>
                    <a:pt x="960" y="17923"/>
                    <a:pt x="960" y="17923"/>
                    <a:pt x="960" y="17923"/>
                  </a:cubicBezTo>
                  <a:cubicBezTo>
                    <a:pt x="720" y="18153"/>
                    <a:pt x="720" y="18153"/>
                    <a:pt x="720" y="18153"/>
                  </a:cubicBezTo>
                  <a:cubicBezTo>
                    <a:pt x="720" y="18153"/>
                    <a:pt x="720" y="18153"/>
                    <a:pt x="720" y="18153"/>
                  </a:cubicBezTo>
                  <a:cubicBezTo>
                    <a:pt x="960" y="18153"/>
                    <a:pt x="960" y="18153"/>
                    <a:pt x="960" y="18153"/>
                  </a:cubicBezTo>
                  <a:cubicBezTo>
                    <a:pt x="960" y="18382"/>
                    <a:pt x="960" y="18382"/>
                    <a:pt x="960" y="18382"/>
                  </a:cubicBezTo>
                  <a:cubicBezTo>
                    <a:pt x="960" y="18382"/>
                    <a:pt x="960" y="18382"/>
                    <a:pt x="960" y="18382"/>
                  </a:cubicBezTo>
                  <a:cubicBezTo>
                    <a:pt x="960" y="18612"/>
                    <a:pt x="960" y="18612"/>
                    <a:pt x="960" y="18612"/>
                  </a:cubicBezTo>
                  <a:cubicBezTo>
                    <a:pt x="960" y="18612"/>
                    <a:pt x="960" y="18612"/>
                    <a:pt x="960" y="18612"/>
                  </a:cubicBezTo>
                  <a:cubicBezTo>
                    <a:pt x="1200" y="18382"/>
                    <a:pt x="1200" y="18382"/>
                    <a:pt x="1200" y="18382"/>
                  </a:cubicBezTo>
                  <a:cubicBezTo>
                    <a:pt x="1200" y="18382"/>
                    <a:pt x="1200" y="18382"/>
                    <a:pt x="1200" y="18382"/>
                  </a:cubicBezTo>
                  <a:cubicBezTo>
                    <a:pt x="1200" y="18153"/>
                    <a:pt x="1200" y="18153"/>
                    <a:pt x="1200" y="18153"/>
                  </a:cubicBezTo>
                  <a:cubicBezTo>
                    <a:pt x="1680" y="17923"/>
                    <a:pt x="1680" y="17923"/>
                    <a:pt x="1680" y="17923"/>
                  </a:cubicBezTo>
                  <a:cubicBezTo>
                    <a:pt x="1920" y="17923"/>
                    <a:pt x="1920" y="17923"/>
                    <a:pt x="1920" y="17923"/>
                  </a:cubicBezTo>
                  <a:cubicBezTo>
                    <a:pt x="1920" y="17923"/>
                    <a:pt x="1920" y="17923"/>
                    <a:pt x="1920" y="17923"/>
                  </a:cubicBezTo>
                  <a:cubicBezTo>
                    <a:pt x="1920" y="18153"/>
                    <a:pt x="1920" y="18153"/>
                    <a:pt x="1920" y="18153"/>
                  </a:cubicBezTo>
                  <a:cubicBezTo>
                    <a:pt x="1680" y="18153"/>
                    <a:pt x="1680" y="18153"/>
                    <a:pt x="1680" y="18153"/>
                  </a:cubicBezTo>
                  <a:cubicBezTo>
                    <a:pt x="1680" y="18382"/>
                    <a:pt x="1680" y="18382"/>
                    <a:pt x="1680" y="18382"/>
                  </a:cubicBezTo>
                  <a:cubicBezTo>
                    <a:pt x="1680" y="18612"/>
                    <a:pt x="1680" y="18612"/>
                    <a:pt x="1680" y="18612"/>
                  </a:cubicBezTo>
                  <a:cubicBezTo>
                    <a:pt x="1680" y="18382"/>
                    <a:pt x="1680" y="18382"/>
                    <a:pt x="1680" y="18382"/>
                  </a:cubicBezTo>
                  <a:cubicBezTo>
                    <a:pt x="1680" y="18153"/>
                    <a:pt x="1680" y="18153"/>
                    <a:pt x="1680" y="18153"/>
                  </a:cubicBezTo>
                  <a:cubicBezTo>
                    <a:pt x="1440" y="18153"/>
                    <a:pt x="1440" y="18153"/>
                    <a:pt x="1440" y="18153"/>
                  </a:cubicBezTo>
                  <a:cubicBezTo>
                    <a:pt x="1440" y="18382"/>
                    <a:pt x="1440" y="18382"/>
                    <a:pt x="1440" y="18382"/>
                  </a:cubicBezTo>
                  <a:cubicBezTo>
                    <a:pt x="1200" y="18382"/>
                    <a:pt x="1200" y="18382"/>
                    <a:pt x="1200" y="18382"/>
                  </a:cubicBezTo>
                  <a:cubicBezTo>
                    <a:pt x="1440" y="18612"/>
                    <a:pt x="1440" y="18612"/>
                    <a:pt x="1440" y="18612"/>
                  </a:cubicBezTo>
                  <a:cubicBezTo>
                    <a:pt x="1200" y="18612"/>
                    <a:pt x="1200" y="18612"/>
                    <a:pt x="1200" y="18612"/>
                  </a:cubicBezTo>
                  <a:cubicBezTo>
                    <a:pt x="1200" y="18612"/>
                    <a:pt x="1200" y="18612"/>
                    <a:pt x="1200" y="18612"/>
                  </a:cubicBezTo>
                  <a:cubicBezTo>
                    <a:pt x="960" y="18842"/>
                    <a:pt x="960" y="18842"/>
                    <a:pt x="960" y="18842"/>
                  </a:cubicBezTo>
                  <a:cubicBezTo>
                    <a:pt x="1200" y="18842"/>
                    <a:pt x="1200" y="18842"/>
                    <a:pt x="1200" y="18842"/>
                  </a:cubicBezTo>
                  <a:cubicBezTo>
                    <a:pt x="1440" y="18842"/>
                    <a:pt x="1440" y="18842"/>
                    <a:pt x="1440" y="18842"/>
                  </a:cubicBezTo>
                  <a:cubicBezTo>
                    <a:pt x="1440" y="19072"/>
                    <a:pt x="1440" y="19072"/>
                    <a:pt x="1440" y="19072"/>
                  </a:cubicBezTo>
                  <a:cubicBezTo>
                    <a:pt x="1200" y="19072"/>
                    <a:pt x="1200" y="19072"/>
                    <a:pt x="1200" y="19072"/>
                  </a:cubicBezTo>
                  <a:cubicBezTo>
                    <a:pt x="1200" y="19072"/>
                    <a:pt x="1200" y="19072"/>
                    <a:pt x="1200" y="19072"/>
                  </a:cubicBezTo>
                  <a:cubicBezTo>
                    <a:pt x="1200" y="19302"/>
                    <a:pt x="1200" y="19302"/>
                    <a:pt x="1200" y="19302"/>
                  </a:cubicBezTo>
                  <a:cubicBezTo>
                    <a:pt x="960" y="19072"/>
                    <a:pt x="960" y="19072"/>
                    <a:pt x="960" y="19072"/>
                  </a:cubicBezTo>
                  <a:cubicBezTo>
                    <a:pt x="960" y="19072"/>
                    <a:pt x="960" y="19072"/>
                    <a:pt x="960" y="19072"/>
                  </a:cubicBezTo>
                  <a:cubicBezTo>
                    <a:pt x="960" y="19302"/>
                    <a:pt x="960" y="19302"/>
                    <a:pt x="960" y="19302"/>
                  </a:cubicBezTo>
                  <a:cubicBezTo>
                    <a:pt x="720" y="19072"/>
                    <a:pt x="720" y="19072"/>
                    <a:pt x="720" y="19072"/>
                  </a:cubicBezTo>
                  <a:cubicBezTo>
                    <a:pt x="720" y="19302"/>
                    <a:pt x="720" y="19302"/>
                    <a:pt x="720" y="19302"/>
                  </a:cubicBezTo>
                  <a:cubicBezTo>
                    <a:pt x="480" y="19302"/>
                    <a:pt x="480" y="19302"/>
                    <a:pt x="480" y="19302"/>
                  </a:cubicBezTo>
                  <a:cubicBezTo>
                    <a:pt x="480" y="19531"/>
                    <a:pt x="480" y="19531"/>
                    <a:pt x="480" y="19531"/>
                  </a:cubicBezTo>
                  <a:cubicBezTo>
                    <a:pt x="720" y="19761"/>
                    <a:pt x="720" y="19761"/>
                    <a:pt x="720" y="19761"/>
                  </a:cubicBezTo>
                  <a:cubicBezTo>
                    <a:pt x="960" y="19761"/>
                    <a:pt x="960" y="19761"/>
                    <a:pt x="960" y="19761"/>
                  </a:cubicBezTo>
                  <a:cubicBezTo>
                    <a:pt x="960" y="19761"/>
                    <a:pt x="960" y="19761"/>
                    <a:pt x="960" y="19761"/>
                  </a:cubicBezTo>
                  <a:cubicBezTo>
                    <a:pt x="1200" y="19761"/>
                    <a:pt x="1200" y="19761"/>
                    <a:pt x="1200" y="19761"/>
                  </a:cubicBezTo>
                  <a:cubicBezTo>
                    <a:pt x="960" y="19531"/>
                    <a:pt x="960" y="19531"/>
                    <a:pt x="960" y="19531"/>
                  </a:cubicBezTo>
                  <a:cubicBezTo>
                    <a:pt x="1200" y="19531"/>
                    <a:pt x="1200" y="19531"/>
                    <a:pt x="1200" y="19531"/>
                  </a:cubicBezTo>
                  <a:cubicBezTo>
                    <a:pt x="1440" y="19531"/>
                    <a:pt x="1440" y="19531"/>
                    <a:pt x="1440" y="19531"/>
                  </a:cubicBezTo>
                  <a:cubicBezTo>
                    <a:pt x="1200" y="19531"/>
                    <a:pt x="1200" y="19531"/>
                    <a:pt x="1200" y="19531"/>
                  </a:cubicBezTo>
                  <a:cubicBezTo>
                    <a:pt x="1440" y="19761"/>
                    <a:pt x="1440" y="19761"/>
                    <a:pt x="1440" y="19761"/>
                  </a:cubicBezTo>
                  <a:cubicBezTo>
                    <a:pt x="1440" y="19991"/>
                    <a:pt x="1440" y="19991"/>
                    <a:pt x="1440" y="19991"/>
                  </a:cubicBezTo>
                  <a:cubicBezTo>
                    <a:pt x="1200" y="19991"/>
                    <a:pt x="1200" y="19991"/>
                    <a:pt x="1200" y="19991"/>
                  </a:cubicBezTo>
                  <a:cubicBezTo>
                    <a:pt x="1440" y="20221"/>
                    <a:pt x="1440" y="20221"/>
                    <a:pt x="1440" y="20221"/>
                  </a:cubicBezTo>
                  <a:cubicBezTo>
                    <a:pt x="1440" y="20221"/>
                    <a:pt x="1440" y="20221"/>
                    <a:pt x="1440" y="20221"/>
                  </a:cubicBezTo>
                  <a:cubicBezTo>
                    <a:pt x="1680" y="19991"/>
                    <a:pt x="1680" y="19991"/>
                    <a:pt x="1680" y="19991"/>
                  </a:cubicBezTo>
                  <a:cubicBezTo>
                    <a:pt x="1920" y="20221"/>
                    <a:pt x="1920" y="20221"/>
                    <a:pt x="1920" y="20221"/>
                  </a:cubicBezTo>
                  <a:cubicBezTo>
                    <a:pt x="1680" y="20221"/>
                    <a:pt x="1680" y="20221"/>
                    <a:pt x="1680" y="20221"/>
                  </a:cubicBezTo>
                  <a:cubicBezTo>
                    <a:pt x="1440" y="20221"/>
                    <a:pt x="1440" y="20221"/>
                    <a:pt x="1440" y="20221"/>
                  </a:cubicBezTo>
                  <a:cubicBezTo>
                    <a:pt x="1680" y="20451"/>
                    <a:pt x="1680" y="20451"/>
                    <a:pt x="1680" y="20451"/>
                  </a:cubicBezTo>
                  <a:cubicBezTo>
                    <a:pt x="1680" y="20451"/>
                    <a:pt x="1680" y="20451"/>
                    <a:pt x="1680" y="20451"/>
                  </a:cubicBezTo>
                  <a:cubicBezTo>
                    <a:pt x="1200" y="20221"/>
                    <a:pt x="1200" y="20221"/>
                    <a:pt x="1200" y="20221"/>
                  </a:cubicBezTo>
                  <a:cubicBezTo>
                    <a:pt x="960" y="20221"/>
                    <a:pt x="960" y="20221"/>
                    <a:pt x="960" y="20221"/>
                  </a:cubicBezTo>
                  <a:cubicBezTo>
                    <a:pt x="960" y="20221"/>
                    <a:pt x="960" y="20221"/>
                    <a:pt x="960" y="20221"/>
                  </a:cubicBezTo>
                  <a:cubicBezTo>
                    <a:pt x="720" y="20221"/>
                    <a:pt x="720" y="20221"/>
                    <a:pt x="720" y="20221"/>
                  </a:cubicBezTo>
                  <a:cubicBezTo>
                    <a:pt x="720" y="20451"/>
                    <a:pt x="720" y="20451"/>
                    <a:pt x="720" y="20451"/>
                  </a:cubicBezTo>
                  <a:cubicBezTo>
                    <a:pt x="720" y="20451"/>
                    <a:pt x="720" y="20451"/>
                    <a:pt x="720" y="20451"/>
                  </a:cubicBezTo>
                  <a:cubicBezTo>
                    <a:pt x="960" y="20910"/>
                    <a:pt x="960" y="20910"/>
                    <a:pt x="960" y="20910"/>
                  </a:cubicBezTo>
                  <a:cubicBezTo>
                    <a:pt x="1200" y="20910"/>
                    <a:pt x="1200" y="20910"/>
                    <a:pt x="1200" y="20910"/>
                  </a:cubicBezTo>
                  <a:cubicBezTo>
                    <a:pt x="1440" y="21140"/>
                    <a:pt x="1440" y="21140"/>
                    <a:pt x="1440" y="21140"/>
                  </a:cubicBezTo>
                  <a:cubicBezTo>
                    <a:pt x="1920" y="21140"/>
                    <a:pt x="1920" y="21140"/>
                    <a:pt x="1920" y="21140"/>
                  </a:cubicBezTo>
                  <a:cubicBezTo>
                    <a:pt x="1920" y="21370"/>
                    <a:pt x="1920" y="21370"/>
                    <a:pt x="1920" y="21370"/>
                  </a:cubicBezTo>
                  <a:cubicBezTo>
                    <a:pt x="1680" y="21370"/>
                    <a:pt x="1680" y="21370"/>
                    <a:pt x="1680" y="21370"/>
                  </a:cubicBezTo>
                  <a:cubicBezTo>
                    <a:pt x="1920" y="21599"/>
                    <a:pt x="1920" y="21599"/>
                    <a:pt x="1920" y="21599"/>
                  </a:cubicBezTo>
                  <a:cubicBezTo>
                    <a:pt x="2160" y="21370"/>
                    <a:pt x="2160" y="21370"/>
                    <a:pt x="2160" y="21370"/>
                  </a:cubicBezTo>
                  <a:cubicBezTo>
                    <a:pt x="1920" y="21370"/>
                    <a:pt x="1920" y="21370"/>
                    <a:pt x="1920" y="21370"/>
                  </a:cubicBezTo>
                  <a:cubicBezTo>
                    <a:pt x="2160" y="21370"/>
                    <a:pt x="2160" y="21370"/>
                    <a:pt x="2160" y="21370"/>
                  </a:cubicBezTo>
                  <a:cubicBezTo>
                    <a:pt x="2400" y="21370"/>
                    <a:pt x="2400" y="21370"/>
                    <a:pt x="2400" y="21370"/>
                  </a:cubicBezTo>
                  <a:cubicBezTo>
                    <a:pt x="2160" y="21370"/>
                    <a:pt x="2160" y="21370"/>
                    <a:pt x="2160" y="21370"/>
                  </a:cubicBezTo>
                  <a:cubicBezTo>
                    <a:pt x="2400" y="21599"/>
                    <a:pt x="2400" y="21599"/>
                    <a:pt x="2400" y="21599"/>
                  </a:cubicBezTo>
                  <a:cubicBezTo>
                    <a:pt x="2640" y="21599"/>
                    <a:pt x="2640" y="21599"/>
                    <a:pt x="2640" y="21599"/>
                  </a:cubicBezTo>
                  <a:cubicBezTo>
                    <a:pt x="2640" y="21599"/>
                    <a:pt x="2640" y="21599"/>
                    <a:pt x="2640" y="21599"/>
                  </a:cubicBezTo>
                  <a:cubicBezTo>
                    <a:pt x="2880" y="21599"/>
                    <a:pt x="2880" y="21599"/>
                    <a:pt x="2880" y="21599"/>
                  </a:cubicBezTo>
                  <a:cubicBezTo>
                    <a:pt x="3120" y="21370"/>
                    <a:pt x="3120" y="21370"/>
                    <a:pt x="3120" y="21370"/>
                  </a:cubicBezTo>
                  <a:cubicBezTo>
                    <a:pt x="3120" y="21370"/>
                    <a:pt x="3120" y="21370"/>
                    <a:pt x="3120" y="21370"/>
                  </a:cubicBezTo>
                  <a:cubicBezTo>
                    <a:pt x="3359" y="21140"/>
                    <a:pt x="3359" y="21140"/>
                    <a:pt x="3359" y="21140"/>
                  </a:cubicBezTo>
                  <a:cubicBezTo>
                    <a:pt x="3359" y="21140"/>
                    <a:pt x="3359" y="21140"/>
                    <a:pt x="3359" y="21140"/>
                  </a:cubicBezTo>
                  <a:cubicBezTo>
                    <a:pt x="3359" y="21370"/>
                    <a:pt x="3359" y="21370"/>
                    <a:pt x="3359" y="21370"/>
                  </a:cubicBezTo>
                  <a:cubicBezTo>
                    <a:pt x="3359" y="21370"/>
                    <a:pt x="3359" y="21370"/>
                    <a:pt x="3359" y="21370"/>
                  </a:cubicBezTo>
                  <a:cubicBezTo>
                    <a:pt x="3840" y="21140"/>
                    <a:pt x="3840" y="21140"/>
                    <a:pt x="3840" y="21140"/>
                  </a:cubicBezTo>
                  <a:cubicBezTo>
                    <a:pt x="3840" y="20910"/>
                    <a:pt x="3840" y="20910"/>
                    <a:pt x="3840" y="20910"/>
                  </a:cubicBezTo>
                  <a:cubicBezTo>
                    <a:pt x="3599" y="20680"/>
                    <a:pt x="3599" y="20680"/>
                    <a:pt x="3599" y="20680"/>
                  </a:cubicBezTo>
                  <a:cubicBezTo>
                    <a:pt x="3840" y="20910"/>
                    <a:pt x="3840" y="20910"/>
                    <a:pt x="3840" y="20910"/>
                  </a:cubicBezTo>
                  <a:cubicBezTo>
                    <a:pt x="4079" y="20680"/>
                    <a:pt x="4079" y="20680"/>
                    <a:pt x="4079" y="20680"/>
                  </a:cubicBezTo>
                  <a:cubicBezTo>
                    <a:pt x="4079" y="20680"/>
                    <a:pt x="4079" y="20680"/>
                    <a:pt x="4079" y="20680"/>
                  </a:cubicBezTo>
                  <a:cubicBezTo>
                    <a:pt x="4319" y="20680"/>
                    <a:pt x="4319" y="20680"/>
                    <a:pt x="4319" y="20680"/>
                  </a:cubicBezTo>
                  <a:cubicBezTo>
                    <a:pt x="4319" y="20451"/>
                    <a:pt x="4319" y="20451"/>
                    <a:pt x="4319" y="20451"/>
                  </a:cubicBezTo>
                  <a:cubicBezTo>
                    <a:pt x="4319" y="20451"/>
                    <a:pt x="4319" y="20451"/>
                    <a:pt x="4319" y="20451"/>
                  </a:cubicBezTo>
                  <a:cubicBezTo>
                    <a:pt x="4560" y="20451"/>
                    <a:pt x="4560" y="20451"/>
                    <a:pt x="4560" y="20451"/>
                  </a:cubicBezTo>
                  <a:cubicBezTo>
                    <a:pt x="4560" y="20221"/>
                    <a:pt x="4560" y="20221"/>
                    <a:pt x="4560" y="20221"/>
                  </a:cubicBezTo>
                  <a:cubicBezTo>
                    <a:pt x="4319" y="19991"/>
                    <a:pt x="4319" y="19991"/>
                    <a:pt x="4319" y="19991"/>
                  </a:cubicBezTo>
                  <a:cubicBezTo>
                    <a:pt x="4560" y="19991"/>
                    <a:pt x="4560" y="19991"/>
                    <a:pt x="4560" y="19991"/>
                  </a:cubicBezTo>
                  <a:cubicBezTo>
                    <a:pt x="4319" y="19761"/>
                    <a:pt x="4319" y="19761"/>
                    <a:pt x="4319" y="19761"/>
                  </a:cubicBezTo>
                  <a:cubicBezTo>
                    <a:pt x="4079" y="19761"/>
                    <a:pt x="4079" y="19761"/>
                    <a:pt x="4079" y="19761"/>
                  </a:cubicBezTo>
                  <a:cubicBezTo>
                    <a:pt x="4079" y="19531"/>
                    <a:pt x="4079" y="19531"/>
                    <a:pt x="4079" y="19531"/>
                  </a:cubicBezTo>
                  <a:cubicBezTo>
                    <a:pt x="4319" y="19531"/>
                    <a:pt x="4319" y="19531"/>
                    <a:pt x="4319" y="19531"/>
                  </a:cubicBezTo>
                  <a:cubicBezTo>
                    <a:pt x="4560" y="19761"/>
                    <a:pt x="4560" y="19761"/>
                    <a:pt x="4560" y="19761"/>
                  </a:cubicBezTo>
                  <a:cubicBezTo>
                    <a:pt x="4560" y="19991"/>
                    <a:pt x="4560" y="19991"/>
                    <a:pt x="4560" y="19991"/>
                  </a:cubicBezTo>
                  <a:cubicBezTo>
                    <a:pt x="4560" y="19991"/>
                    <a:pt x="4560" y="19991"/>
                    <a:pt x="4560" y="19991"/>
                  </a:cubicBezTo>
                  <a:cubicBezTo>
                    <a:pt x="4799" y="19991"/>
                    <a:pt x="4799" y="19991"/>
                    <a:pt x="4799" y="19991"/>
                  </a:cubicBezTo>
                  <a:cubicBezTo>
                    <a:pt x="4799" y="20221"/>
                    <a:pt x="4799" y="20221"/>
                    <a:pt x="4799" y="20221"/>
                  </a:cubicBezTo>
                  <a:cubicBezTo>
                    <a:pt x="4799" y="20221"/>
                    <a:pt x="4799" y="20221"/>
                    <a:pt x="4799" y="20221"/>
                  </a:cubicBezTo>
                  <a:cubicBezTo>
                    <a:pt x="5040" y="20221"/>
                    <a:pt x="5040" y="20221"/>
                    <a:pt x="5040" y="20221"/>
                  </a:cubicBezTo>
                  <a:cubicBezTo>
                    <a:pt x="5040" y="20221"/>
                    <a:pt x="5040" y="20221"/>
                    <a:pt x="5040" y="20221"/>
                  </a:cubicBezTo>
                  <a:cubicBezTo>
                    <a:pt x="4799" y="19991"/>
                    <a:pt x="4799" y="19991"/>
                    <a:pt x="4799" y="19991"/>
                  </a:cubicBezTo>
                  <a:cubicBezTo>
                    <a:pt x="5040" y="19991"/>
                    <a:pt x="5040" y="19991"/>
                    <a:pt x="5040" y="19991"/>
                  </a:cubicBezTo>
                  <a:cubicBezTo>
                    <a:pt x="5040" y="19991"/>
                    <a:pt x="5040" y="19991"/>
                    <a:pt x="5040" y="19991"/>
                  </a:cubicBezTo>
                  <a:cubicBezTo>
                    <a:pt x="5040" y="20221"/>
                    <a:pt x="5040" y="20221"/>
                    <a:pt x="5040" y="20221"/>
                  </a:cubicBezTo>
                  <a:cubicBezTo>
                    <a:pt x="5519" y="19991"/>
                    <a:pt x="5519" y="19991"/>
                    <a:pt x="5519" y="19991"/>
                  </a:cubicBezTo>
                  <a:cubicBezTo>
                    <a:pt x="5519" y="19761"/>
                    <a:pt x="5519" y="19761"/>
                    <a:pt x="5519" y="19761"/>
                  </a:cubicBezTo>
                  <a:cubicBezTo>
                    <a:pt x="5519" y="19531"/>
                    <a:pt x="5519" y="19531"/>
                    <a:pt x="5519" y="19531"/>
                  </a:cubicBezTo>
                  <a:cubicBezTo>
                    <a:pt x="5280" y="19531"/>
                    <a:pt x="5280" y="19531"/>
                    <a:pt x="5280" y="19531"/>
                  </a:cubicBezTo>
                  <a:cubicBezTo>
                    <a:pt x="5280" y="19302"/>
                    <a:pt x="5280" y="19302"/>
                    <a:pt x="5280" y="19302"/>
                  </a:cubicBezTo>
                  <a:cubicBezTo>
                    <a:pt x="5280" y="19302"/>
                    <a:pt x="5280" y="19302"/>
                    <a:pt x="5280" y="19302"/>
                  </a:cubicBezTo>
                  <a:cubicBezTo>
                    <a:pt x="5280" y="19302"/>
                    <a:pt x="5280" y="19302"/>
                    <a:pt x="5280" y="19302"/>
                  </a:cubicBezTo>
                  <a:cubicBezTo>
                    <a:pt x="5519" y="19302"/>
                    <a:pt x="5519" y="19302"/>
                    <a:pt x="5519" y="19302"/>
                  </a:cubicBezTo>
                  <a:cubicBezTo>
                    <a:pt x="5519" y="19072"/>
                    <a:pt x="5519" y="19072"/>
                    <a:pt x="5519" y="19072"/>
                  </a:cubicBezTo>
                  <a:cubicBezTo>
                    <a:pt x="5280" y="19072"/>
                    <a:pt x="5280" y="19072"/>
                    <a:pt x="5280" y="19072"/>
                  </a:cubicBezTo>
                  <a:cubicBezTo>
                    <a:pt x="5280" y="18842"/>
                    <a:pt x="5280" y="18842"/>
                    <a:pt x="5280" y="18842"/>
                  </a:cubicBezTo>
                  <a:cubicBezTo>
                    <a:pt x="5519" y="18842"/>
                    <a:pt x="5519" y="18842"/>
                    <a:pt x="5519" y="18842"/>
                  </a:cubicBezTo>
                  <a:cubicBezTo>
                    <a:pt x="5760" y="18842"/>
                    <a:pt x="5760" y="18842"/>
                    <a:pt x="5760" y="18842"/>
                  </a:cubicBezTo>
                  <a:cubicBezTo>
                    <a:pt x="5519" y="19072"/>
                    <a:pt x="5519" y="19072"/>
                    <a:pt x="5519" y="19072"/>
                  </a:cubicBezTo>
                  <a:cubicBezTo>
                    <a:pt x="5519" y="19302"/>
                    <a:pt x="5519" y="19302"/>
                    <a:pt x="5519" y="19302"/>
                  </a:cubicBezTo>
                  <a:cubicBezTo>
                    <a:pt x="5519" y="19531"/>
                    <a:pt x="5519" y="19531"/>
                    <a:pt x="5519" y="19531"/>
                  </a:cubicBezTo>
                  <a:cubicBezTo>
                    <a:pt x="5760" y="19531"/>
                    <a:pt x="5760" y="19531"/>
                    <a:pt x="5760" y="19531"/>
                  </a:cubicBezTo>
                  <a:cubicBezTo>
                    <a:pt x="5760" y="19761"/>
                    <a:pt x="5760" y="19761"/>
                    <a:pt x="5760" y="19761"/>
                  </a:cubicBezTo>
                  <a:cubicBezTo>
                    <a:pt x="6000" y="19991"/>
                    <a:pt x="6000" y="19991"/>
                    <a:pt x="6000" y="19991"/>
                  </a:cubicBezTo>
                  <a:cubicBezTo>
                    <a:pt x="6239" y="19991"/>
                    <a:pt x="6239" y="19991"/>
                    <a:pt x="6239" y="19991"/>
                  </a:cubicBezTo>
                  <a:cubicBezTo>
                    <a:pt x="6239" y="19991"/>
                    <a:pt x="6239" y="19991"/>
                    <a:pt x="6239" y="19991"/>
                  </a:cubicBezTo>
                  <a:cubicBezTo>
                    <a:pt x="6239" y="19991"/>
                    <a:pt x="6239" y="19991"/>
                    <a:pt x="6239" y="19991"/>
                  </a:cubicBezTo>
                  <a:cubicBezTo>
                    <a:pt x="6480" y="20221"/>
                    <a:pt x="6480" y="20221"/>
                    <a:pt x="6480" y="20221"/>
                  </a:cubicBezTo>
                  <a:cubicBezTo>
                    <a:pt x="6480" y="20221"/>
                    <a:pt x="6480" y="20221"/>
                    <a:pt x="6480" y="20221"/>
                  </a:cubicBezTo>
                  <a:cubicBezTo>
                    <a:pt x="6719" y="20221"/>
                    <a:pt x="6719" y="20221"/>
                    <a:pt x="6719" y="20221"/>
                  </a:cubicBezTo>
                  <a:cubicBezTo>
                    <a:pt x="6480" y="19531"/>
                    <a:pt x="6480" y="19531"/>
                    <a:pt x="6480" y="19531"/>
                  </a:cubicBezTo>
                  <a:cubicBezTo>
                    <a:pt x="6480" y="19302"/>
                    <a:pt x="6480" y="19302"/>
                    <a:pt x="6480" y="19302"/>
                  </a:cubicBezTo>
                  <a:cubicBezTo>
                    <a:pt x="6480" y="19072"/>
                    <a:pt x="6480" y="19072"/>
                    <a:pt x="6480" y="19072"/>
                  </a:cubicBezTo>
                  <a:cubicBezTo>
                    <a:pt x="6719" y="19072"/>
                    <a:pt x="6719" y="19072"/>
                    <a:pt x="6719" y="19072"/>
                  </a:cubicBezTo>
                  <a:cubicBezTo>
                    <a:pt x="6480" y="18842"/>
                    <a:pt x="6480" y="18842"/>
                    <a:pt x="6480" y="18842"/>
                  </a:cubicBezTo>
                  <a:cubicBezTo>
                    <a:pt x="6480" y="18842"/>
                    <a:pt x="6480" y="18842"/>
                    <a:pt x="6480" y="18842"/>
                  </a:cubicBezTo>
                  <a:cubicBezTo>
                    <a:pt x="6959" y="18842"/>
                    <a:pt x="6959" y="18842"/>
                    <a:pt x="6959" y="18842"/>
                  </a:cubicBezTo>
                  <a:cubicBezTo>
                    <a:pt x="6959" y="18612"/>
                    <a:pt x="6959" y="18612"/>
                    <a:pt x="6959" y="18612"/>
                  </a:cubicBezTo>
                  <a:cubicBezTo>
                    <a:pt x="6959" y="18382"/>
                    <a:pt x="6959" y="18382"/>
                    <a:pt x="6959" y="18382"/>
                  </a:cubicBezTo>
                  <a:cubicBezTo>
                    <a:pt x="7199" y="18153"/>
                    <a:pt x="7199" y="18153"/>
                    <a:pt x="7199" y="18153"/>
                  </a:cubicBezTo>
                  <a:cubicBezTo>
                    <a:pt x="6959" y="17923"/>
                    <a:pt x="6959" y="17923"/>
                    <a:pt x="6959" y="17923"/>
                  </a:cubicBezTo>
                  <a:cubicBezTo>
                    <a:pt x="6959" y="17463"/>
                    <a:pt x="6959" y="17463"/>
                    <a:pt x="6959" y="17463"/>
                  </a:cubicBezTo>
                  <a:cubicBezTo>
                    <a:pt x="6719" y="17234"/>
                    <a:pt x="6719" y="17234"/>
                    <a:pt x="6719" y="17234"/>
                  </a:cubicBezTo>
                  <a:cubicBezTo>
                    <a:pt x="6719" y="17004"/>
                    <a:pt x="6719" y="17004"/>
                    <a:pt x="6719" y="17004"/>
                  </a:cubicBezTo>
                  <a:cubicBezTo>
                    <a:pt x="7199" y="17004"/>
                    <a:pt x="7199" y="17004"/>
                    <a:pt x="7199" y="17004"/>
                  </a:cubicBezTo>
                  <a:cubicBezTo>
                    <a:pt x="7199" y="16544"/>
                    <a:pt x="7199" y="16544"/>
                    <a:pt x="7199" y="16544"/>
                  </a:cubicBezTo>
                  <a:cubicBezTo>
                    <a:pt x="7439" y="16314"/>
                    <a:pt x="7439" y="16314"/>
                    <a:pt x="7439" y="16314"/>
                  </a:cubicBezTo>
                  <a:cubicBezTo>
                    <a:pt x="6959" y="16085"/>
                    <a:pt x="6959" y="16085"/>
                    <a:pt x="6959" y="16085"/>
                  </a:cubicBezTo>
                  <a:cubicBezTo>
                    <a:pt x="6719" y="15855"/>
                    <a:pt x="6719" y="15855"/>
                    <a:pt x="6719" y="15855"/>
                  </a:cubicBezTo>
                  <a:cubicBezTo>
                    <a:pt x="6719" y="15625"/>
                    <a:pt x="6719" y="15625"/>
                    <a:pt x="6719" y="15625"/>
                  </a:cubicBezTo>
                  <a:cubicBezTo>
                    <a:pt x="6719" y="15165"/>
                    <a:pt x="6719" y="15165"/>
                    <a:pt x="6719" y="15165"/>
                  </a:cubicBezTo>
                  <a:cubicBezTo>
                    <a:pt x="6719" y="14936"/>
                    <a:pt x="6719" y="14936"/>
                    <a:pt x="6719" y="14936"/>
                  </a:cubicBezTo>
                  <a:cubicBezTo>
                    <a:pt x="6480" y="14706"/>
                    <a:pt x="6480" y="14706"/>
                    <a:pt x="6480" y="14706"/>
                  </a:cubicBezTo>
                  <a:cubicBezTo>
                    <a:pt x="6719" y="14246"/>
                    <a:pt x="6719" y="14246"/>
                    <a:pt x="6719" y="14246"/>
                  </a:cubicBezTo>
                  <a:cubicBezTo>
                    <a:pt x="6480" y="13787"/>
                    <a:pt x="6480" y="13787"/>
                    <a:pt x="6480" y="13787"/>
                  </a:cubicBezTo>
                  <a:cubicBezTo>
                    <a:pt x="6480" y="13327"/>
                    <a:pt x="6480" y="13327"/>
                    <a:pt x="6480" y="13327"/>
                  </a:cubicBezTo>
                  <a:cubicBezTo>
                    <a:pt x="6480" y="12868"/>
                    <a:pt x="6480" y="12868"/>
                    <a:pt x="6480" y="12868"/>
                  </a:cubicBezTo>
                  <a:cubicBezTo>
                    <a:pt x="6719" y="12638"/>
                    <a:pt x="6719" y="12638"/>
                    <a:pt x="6719" y="12638"/>
                  </a:cubicBezTo>
                  <a:cubicBezTo>
                    <a:pt x="6959" y="12408"/>
                    <a:pt x="6959" y="12408"/>
                    <a:pt x="6959" y="12408"/>
                  </a:cubicBezTo>
                  <a:cubicBezTo>
                    <a:pt x="7199" y="12638"/>
                    <a:pt x="7199" y="12638"/>
                    <a:pt x="7199" y="12638"/>
                  </a:cubicBezTo>
                  <a:cubicBezTo>
                    <a:pt x="7680" y="12638"/>
                    <a:pt x="7680" y="12638"/>
                    <a:pt x="7680" y="12638"/>
                  </a:cubicBezTo>
                  <a:cubicBezTo>
                    <a:pt x="7919" y="12408"/>
                    <a:pt x="7919" y="12408"/>
                    <a:pt x="7919" y="12408"/>
                  </a:cubicBezTo>
                  <a:cubicBezTo>
                    <a:pt x="7919" y="11948"/>
                    <a:pt x="7919" y="11948"/>
                    <a:pt x="7919" y="11948"/>
                  </a:cubicBezTo>
                  <a:cubicBezTo>
                    <a:pt x="7680" y="11948"/>
                    <a:pt x="7680" y="11948"/>
                    <a:pt x="7680" y="11948"/>
                  </a:cubicBezTo>
                  <a:cubicBezTo>
                    <a:pt x="7680" y="11719"/>
                    <a:pt x="7680" y="11719"/>
                    <a:pt x="7680" y="11719"/>
                  </a:cubicBezTo>
                  <a:cubicBezTo>
                    <a:pt x="8159" y="10800"/>
                    <a:pt x="8159" y="10800"/>
                    <a:pt x="8159" y="10800"/>
                  </a:cubicBezTo>
                  <a:cubicBezTo>
                    <a:pt x="8159" y="10340"/>
                    <a:pt x="8159" y="10340"/>
                    <a:pt x="8159" y="10340"/>
                  </a:cubicBezTo>
                  <a:cubicBezTo>
                    <a:pt x="8159" y="10110"/>
                    <a:pt x="8159" y="10110"/>
                    <a:pt x="8159" y="10110"/>
                  </a:cubicBezTo>
                  <a:cubicBezTo>
                    <a:pt x="8399" y="9880"/>
                    <a:pt x="8399" y="9880"/>
                    <a:pt x="8399" y="9880"/>
                  </a:cubicBezTo>
                  <a:cubicBezTo>
                    <a:pt x="8399" y="9421"/>
                    <a:pt x="8399" y="9421"/>
                    <a:pt x="8399" y="9421"/>
                  </a:cubicBezTo>
                  <a:cubicBezTo>
                    <a:pt x="8159" y="9421"/>
                    <a:pt x="8159" y="9421"/>
                    <a:pt x="8159" y="9421"/>
                  </a:cubicBezTo>
                  <a:cubicBezTo>
                    <a:pt x="8159" y="9191"/>
                    <a:pt x="8159" y="9191"/>
                    <a:pt x="8159" y="9191"/>
                  </a:cubicBezTo>
                  <a:cubicBezTo>
                    <a:pt x="8399" y="8961"/>
                    <a:pt x="8399" y="8961"/>
                    <a:pt x="8399" y="8961"/>
                  </a:cubicBezTo>
                  <a:cubicBezTo>
                    <a:pt x="8879" y="8961"/>
                    <a:pt x="8879" y="8961"/>
                    <a:pt x="8879" y="8961"/>
                  </a:cubicBezTo>
                  <a:cubicBezTo>
                    <a:pt x="9120" y="8731"/>
                    <a:pt x="9120" y="8731"/>
                    <a:pt x="9120" y="8731"/>
                  </a:cubicBezTo>
                  <a:cubicBezTo>
                    <a:pt x="9120" y="8731"/>
                    <a:pt x="9120" y="8731"/>
                    <a:pt x="9120" y="8731"/>
                  </a:cubicBezTo>
                  <a:cubicBezTo>
                    <a:pt x="9359" y="8272"/>
                    <a:pt x="9359" y="8272"/>
                    <a:pt x="9359" y="8272"/>
                  </a:cubicBezTo>
                  <a:cubicBezTo>
                    <a:pt x="9599" y="7812"/>
                    <a:pt x="9599" y="7812"/>
                    <a:pt x="9599" y="7812"/>
                  </a:cubicBezTo>
                  <a:cubicBezTo>
                    <a:pt x="9839" y="7582"/>
                    <a:pt x="9839" y="7582"/>
                    <a:pt x="9839" y="7582"/>
                  </a:cubicBezTo>
                  <a:cubicBezTo>
                    <a:pt x="9599" y="7353"/>
                    <a:pt x="9599" y="7353"/>
                    <a:pt x="9599" y="7353"/>
                  </a:cubicBezTo>
                  <a:cubicBezTo>
                    <a:pt x="9599" y="7353"/>
                    <a:pt x="9599" y="7353"/>
                    <a:pt x="9599" y="7353"/>
                  </a:cubicBezTo>
                  <a:cubicBezTo>
                    <a:pt x="9599" y="6893"/>
                    <a:pt x="9599" y="6893"/>
                    <a:pt x="9599" y="6893"/>
                  </a:cubicBezTo>
                  <a:cubicBezTo>
                    <a:pt x="9599" y="6663"/>
                    <a:pt x="9599" y="6663"/>
                    <a:pt x="9599" y="6663"/>
                  </a:cubicBezTo>
                  <a:cubicBezTo>
                    <a:pt x="9839" y="6663"/>
                    <a:pt x="9839" y="6663"/>
                    <a:pt x="9839" y="6663"/>
                  </a:cubicBezTo>
                  <a:cubicBezTo>
                    <a:pt x="9839" y="6434"/>
                    <a:pt x="9839" y="6434"/>
                    <a:pt x="9839" y="6434"/>
                  </a:cubicBezTo>
                  <a:cubicBezTo>
                    <a:pt x="10080" y="6204"/>
                    <a:pt x="10080" y="6204"/>
                    <a:pt x="10080" y="6204"/>
                  </a:cubicBezTo>
                  <a:cubicBezTo>
                    <a:pt x="10080" y="5974"/>
                    <a:pt x="10080" y="5974"/>
                    <a:pt x="10080" y="5974"/>
                  </a:cubicBezTo>
                  <a:cubicBezTo>
                    <a:pt x="10319" y="5974"/>
                    <a:pt x="10319" y="5974"/>
                    <a:pt x="10319" y="5974"/>
                  </a:cubicBezTo>
                  <a:cubicBezTo>
                    <a:pt x="10560" y="5974"/>
                    <a:pt x="10560" y="5974"/>
                    <a:pt x="10560" y="5974"/>
                  </a:cubicBezTo>
                  <a:cubicBezTo>
                    <a:pt x="10800" y="5974"/>
                    <a:pt x="10800" y="5974"/>
                    <a:pt x="10800" y="5974"/>
                  </a:cubicBezTo>
                  <a:cubicBezTo>
                    <a:pt x="10800" y="5974"/>
                    <a:pt x="10800" y="5974"/>
                    <a:pt x="10800" y="5974"/>
                  </a:cubicBezTo>
                  <a:cubicBezTo>
                    <a:pt x="11039" y="5974"/>
                    <a:pt x="11039" y="5974"/>
                    <a:pt x="11039" y="5974"/>
                  </a:cubicBezTo>
                  <a:cubicBezTo>
                    <a:pt x="10800" y="5744"/>
                    <a:pt x="10800" y="5744"/>
                    <a:pt x="10800" y="5744"/>
                  </a:cubicBezTo>
                  <a:cubicBezTo>
                    <a:pt x="11039" y="5514"/>
                    <a:pt x="11039" y="5514"/>
                    <a:pt x="11039" y="5514"/>
                  </a:cubicBezTo>
                  <a:cubicBezTo>
                    <a:pt x="11039" y="5514"/>
                    <a:pt x="11039" y="5514"/>
                    <a:pt x="11039" y="5514"/>
                  </a:cubicBezTo>
                  <a:cubicBezTo>
                    <a:pt x="11039" y="5514"/>
                    <a:pt x="11039" y="5514"/>
                    <a:pt x="11039" y="5514"/>
                  </a:cubicBezTo>
                  <a:cubicBezTo>
                    <a:pt x="10800" y="5285"/>
                    <a:pt x="10800" y="5285"/>
                    <a:pt x="10800" y="5285"/>
                  </a:cubicBezTo>
                  <a:cubicBezTo>
                    <a:pt x="11039" y="5055"/>
                    <a:pt x="11039" y="5055"/>
                    <a:pt x="11039" y="5055"/>
                  </a:cubicBezTo>
                  <a:cubicBezTo>
                    <a:pt x="11280" y="5055"/>
                    <a:pt x="11280" y="5055"/>
                    <a:pt x="11280" y="5055"/>
                  </a:cubicBezTo>
                  <a:cubicBezTo>
                    <a:pt x="11520" y="5055"/>
                    <a:pt x="11520" y="5055"/>
                    <a:pt x="11520" y="5055"/>
                  </a:cubicBezTo>
                  <a:cubicBezTo>
                    <a:pt x="11760" y="5055"/>
                    <a:pt x="11760" y="5055"/>
                    <a:pt x="11760" y="5055"/>
                  </a:cubicBezTo>
                  <a:cubicBezTo>
                    <a:pt x="12000" y="5285"/>
                    <a:pt x="12000" y="5285"/>
                    <a:pt x="12000" y="5285"/>
                  </a:cubicBezTo>
                  <a:cubicBezTo>
                    <a:pt x="12240" y="5285"/>
                    <a:pt x="12240" y="5285"/>
                    <a:pt x="12240" y="5285"/>
                  </a:cubicBezTo>
                  <a:cubicBezTo>
                    <a:pt x="12479" y="5285"/>
                    <a:pt x="12479" y="5285"/>
                    <a:pt x="12479" y="5285"/>
                  </a:cubicBezTo>
                  <a:cubicBezTo>
                    <a:pt x="12479" y="5285"/>
                    <a:pt x="12479" y="5285"/>
                    <a:pt x="12479" y="5285"/>
                  </a:cubicBezTo>
                  <a:cubicBezTo>
                    <a:pt x="12720" y="5285"/>
                    <a:pt x="12720" y="5285"/>
                    <a:pt x="12720" y="5285"/>
                  </a:cubicBezTo>
                  <a:cubicBezTo>
                    <a:pt x="12720" y="5055"/>
                    <a:pt x="12720" y="5055"/>
                    <a:pt x="12720" y="5055"/>
                  </a:cubicBezTo>
                  <a:cubicBezTo>
                    <a:pt x="12479" y="5055"/>
                    <a:pt x="12479" y="5055"/>
                    <a:pt x="12479" y="5055"/>
                  </a:cubicBezTo>
                  <a:cubicBezTo>
                    <a:pt x="12479" y="4825"/>
                    <a:pt x="12479" y="4825"/>
                    <a:pt x="12479" y="4825"/>
                  </a:cubicBezTo>
                  <a:cubicBezTo>
                    <a:pt x="12720" y="4595"/>
                    <a:pt x="12720" y="4595"/>
                    <a:pt x="12720" y="4595"/>
                  </a:cubicBezTo>
                  <a:cubicBezTo>
                    <a:pt x="12720" y="4365"/>
                    <a:pt x="12720" y="4365"/>
                    <a:pt x="12720" y="4365"/>
                  </a:cubicBezTo>
                  <a:cubicBezTo>
                    <a:pt x="12479" y="4365"/>
                    <a:pt x="12479" y="4365"/>
                    <a:pt x="12479" y="4365"/>
                  </a:cubicBezTo>
                  <a:cubicBezTo>
                    <a:pt x="12479" y="4136"/>
                    <a:pt x="12479" y="4136"/>
                    <a:pt x="12479" y="4136"/>
                  </a:cubicBezTo>
                  <a:cubicBezTo>
                    <a:pt x="12720" y="4136"/>
                    <a:pt x="12720" y="4136"/>
                    <a:pt x="12720" y="4136"/>
                  </a:cubicBezTo>
                  <a:cubicBezTo>
                    <a:pt x="12960" y="4136"/>
                    <a:pt x="12960" y="4136"/>
                    <a:pt x="12960" y="4136"/>
                  </a:cubicBezTo>
                  <a:cubicBezTo>
                    <a:pt x="12960" y="4136"/>
                    <a:pt x="12960" y="4136"/>
                    <a:pt x="12960" y="4136"/>
                  </a:cubicBezTo>
                  <a:cubicBezTo>
                    <a:pt x="12960" y="4136"/>
                    <a:pt x="12960" y="4136"/>
                    <a:pt x="12960" y="4136"/>
                  </a:cubicBezTo>
                  <a:cubicBezTo>
                    <a:pt x="13199" y="4136"/>
                    <a:pt x="13199" y="4136"/>
                    <a:pt x="13199" y="4136"/>
                  </a:cubicBezTo>
                  <a:cubicBezTo>
                    <a:pt x="13199" y="4136"/>
                    <a:pt x="13199" y="4136"/>
                    <a:pt x="13199" y="4136"/>
                  </a:cubicBezTo>
                  <a:cubicBezTo>
                    <a:pt x="13199" y="4136"/>
                    <a:pt x="13199" y="4136"/>
                    <a:pt x="13199" y="4136"/>
                  </a:cubicBezTo>
                  <a:cubicBezTo>
                    <a:pt x="13199" y="3906"/>
                    <a:pt x="13199" y="3906"/>
                    <a:pt x="13199" y="3906"/>
                  </a:cubicBezTo>
                  <a:cubicBezTo>
                    <a:pt x="13199" y="3906"/>
                    <a:pt x="13199" y="3906"/>
                    <a:pt x="13199" y="3906"/>
                  </a:cubicBezTo>
                  <a:cubicBezTo>
                    <a:pt x="13439" y="3676"/>
                    <a:pt x="13439" y="3676"/>
                    <a:pt x="13439" y="3676"/>
                  </a:cubicBezTo>
                  <a:cubicBezTo>
                    <a:pt x="13680" y="3676"/>
                    <a:pt x="13680" y="3676"/>
                    <a:pt x="13680" y="3676"/>
                  </a:cubicBezTo>
                  <a:cubicBezTo>
                    <a:pt x="13680" y="3906"/>
                    <a:pt x="13680" y="3906"/>
                    <a:pt x="13680" y="3906"/>
                  </a:cubicBezTo>
                  <a:cubicBezTo>
                    <a:pt x="14160" y="4365"/>
                    <a:pt x="14160" y="4365"/>
                    <a:pt x="14160" y="4365"/>
                  </a:cubicBezTo>
                  <a:cubicBezTo>
                    <a:pt x="14399" y="4365"/>
                    <a:pt x="14399" y="4365"/>
                    <a:pt x="14399" y="4365"/>
                  </a:cubicBezTo>
                  <a:cubicBezTo>
                    <a:pt x="14399" y="4595"/>
                    <a:pt x="14399" y="4595"/>
                    <a:pt x="14399" y="4595"/>
                  </a:cubicBezTo>
                  <a:cubicBezTo>
                    <a:pt x="14879" y="4825"/>
                    <a:pt x="14879" y="4825"/>
                    <a:pt x="14879" y="4825"/>
                  </a:cubicBezTo>
                  <a:cubicBezTo>
                    <a:pt x="15360" y="4825"/>
                    <a:pt x="15360" y="4825"/>
                    <a:pt x="15360" y="4825"/>
                  </a:cubicBezTo>
                  <a:cubicBezTo>
                    <a:pt x="15600" y="4595"/>
                    <a:pt x="15600" y="4595"/>
                    <a:pt x="15600" y="4595"/>
                  </a:cubicBezTo>
                  <a:cubicBezTo>
                    <a:pt x="15600" y="4365"/>
                    <a:pt x="15600" y="4365"/>
                    <a:pt x="15600" y="4365"/>
                  </a:cubicBezTo>
                  <a:cubicBezTo>
                    <a:pt x="15839" y="4365"/>
                    <a:pt x="15839" y="4365"/>
                    <a:pt x="15839" y="4365"/>
                  </a:cubicBezTo>
                  <a:cubicBezTo>
                    <a:pt x="16319" y="4595"/>
                    <a:pt x="16319" y="4595"/>
                    <a:pt x="16319" y="4595"/>
                  </a:cubicBezTo>
                  <a:cubicBezTo>
                    <a:pt x="16560" y="4595"/>
                    <a:pt x="16560" y="4595"/>
                    <a:pt x="16560" y="4595"/>
                  </a:cubicBezTo>
                  <a:cubicBezTo>
                    <a:pt x="16560" y="4365"/>
                    <a:pt x="16560" y="4365"/>
                    <a:pt x="16560" y="4365"/>
                  </a:cubicBezTo>
                  <a:cubicBezTo>
                    <a:pt x="16799" y="4365"/>
                    <a:pt x="16799" y="4365"/>
                    <a:pt x="16799" y="4365"/>
                  </a:cubicBezTo>
                  <a:cubicBezTo>
                    <a:pt x="16799" y="4365"/>
                    <a:pt x="16799" y="4365"/>
                    <a:pt x="16799" y="4365"/>
                  </a:cubicBezTo>
                  <a:cubicBezTo>
                    <a:pt x="17040" y="4365"/>
                    <a:pt x="17040" y="4365"/>
                    <a:pt x="17040" y="4365"/>
                  </a:cubicBezTo>
                  <a:cubicBezTo>
                    <a:pt x="17279" y="4136"/>
                    <a:pt x="17279" y="4136"/>
                    <a:pt x="17279" y="4136"/>
                  </a:cubicBezTo>
                  <a:cubicBezTo>
                    <a:pt x="17279" y="4136"/>
                    <a:pt x="17279" y="4136"/>
                    <a:pt x="17279" y="4136"/>
                  </a:cubicBezTo>
                  <a:cubicBezTo>
                    <a:pt x="17279" y="3906"/>
                    <a:pt x="17279" y="3906"/>
                    <a:pt x="17279" y="3906"/>
                  </a:cubicBezTo>
                  <a:cubicBezTo>
                    <a:pt x="17279" y="3676"/>
                    <a:pt x="17279" y="3676"/>
                    <a:pt x="17279" y="3676"/>
                  </a:cubicBezTo>
                  <a:cubicBezTo>
                    <a:pt x="17279" y="3217"/>
                    <a:pt x="17279" y="3217"/>
                    <a:pt x="17279" y="3217"/>
                  </a:cubicBezTo>
                  <a:cubicBezTo>
                    <a:pt x="17279" y="2987"/>
                    <a:pt x="17279" y="2987"/>
                    <a:pt x="17279" y="2987"/>
                  </a:cubicBezTo>
                  <a:cubicBezTo>
                    <a:pt x="17279" y="2757"/>
                    <a:pt x="17279" y="2757"/>
                    <a:pt x="17279" y="2757"/>
                  </a:cubicBezTo>
                  <a:cubicBezTo>
                    <a:pt x="17279" y="2757"/>
                    <a:pt x="17279" y="2757"/>
                    <a:pt x="17279" y="2757"/>
                  </a:cubicBezTo>
                  <a:cubicBezTo>
                    <a:pt x="17519" y="2527"/>
                    <a:pt x="17519" y="2527"/>
                    <a:pt x="17519" y="2527"/>
                  </a:cubicBezTo>
                  <a:cubicBezTo>
                    <a:pt x="17519" y="2527"/>
                    <a:pt x="17519" y="2527"/>
                    <a:pt x="17519" y="2527"/>
                  </a:cubicBezTo>
                  <a:cubicBezTo>
                    <a:pt x="17759" y="2297"/>
                    <a:pt x="17759" y="2297"/>
                    <a:pt x="17759" y="2297"/>
                  </a:cubicBezTo>
                  <a:cubicBezTo>
                    <a:pt x="17999" y="2527"/>
                    <a:pt x="17999" y="2527"/>
                    <a:pt x="17999" y="2527"/>
                  </a:cubicBezTo>
                  <a:cubicBezTo>
                    <a:pt x="18240" y="2527"/>
                    <a:pt x="18240" y="2527"/>
                    <a:pt x="18240" y="2527"/>
                  </a:cubicBezTo>
                  <a:cubicBezTo>
                    <a:pt x="18240" y="2297"/>
                    <a:pt x="18240" y="2297"/>
                    <a:pt x="18240" y="2297"/>
                  </a:cubicBezTo>
                  <a:cubicBezTo>
                    <a:pt x="18240" y="2068"/>
                    <a:pt x="18240" y="2068"/>
                    <a:pt x="18240" y="2068"/>
                  </a:cubicBezTo>
                  <a:cubicBezTo>
                    <a:pt x="18719" y="2068"/>
                    <a:pt x="18719" y="2068"/>
                    <a:pt x="18719" y="2068"/>
                  </a:cubicBezTo>
                  <a:cubicBezTo>
                    <a:pt x="18959" y="2297"/>
                    <a:pt x="18959" y="2297"/>
                    <a:pt x="18959" y="2297"/>
                  </a:cubicBezTo>
                  <a:cubicBezTo>
                    <a:pt x="19199" y="2527"/>
                    <a:pt x="19199" y="2527"/>
                    <a:pt x="19199" y="2527"/>
                  </a:cubicBezTo>
                  <a:cubicBezTo>
                    <a:pt x="19440" y="2757"/>
                    <a:pt x="19440" y="2757"/>
                    <a:pt x="19440" y="2757"/>
                  </a:cubicBezTo>
                  <a:cubicBezTo>
                    <a:pt x="19679" y="2757"/>
                    <a:pt x="19679" y="2757"/>
                    <a:pt x="19679" y="2757"/>
                  </a:cubicBezTo>
                  <a:cubicBezTo>
                    <a:pt x="19919" y="2757"/>
                    <a:pt x="19919" y="2757"/>
                    <a:pt x="19919" y="2757"/>
                  </a:cubicBezTo>
                  <a:cubicBezTo>
                    <a:pt x="19919" y="2987"/>
                    <a:pt x="19919" y="2987"/>
                    <a:pt x="19919" y="2987"/>
                  </a:cubicBezTo>
                  <a:cubicBezTo>
                    <a:pt x="20160" y="3217"/>
                    <a:pt x="20160" y="3217"/>
                    <a:pt x="20160" y="3217"/>
                  </a:cubicBezTo>
                  <a:cubicBezTo>
                    <a:pt x="20160" y="3446"/>
                    <a:pt x="20160" y="3446"/>
                    <a:pt x="20160" y="3446"/>
                  </a:cubicBezTo>
                  <a:cubicBezTo>
                    <a:pt x="19919" y="3676"/>
                    <a:pt x="19919" y="3676"/>
                    <a:pt x="19919" y="3676"/>
                  </a:cubicBezTo>
                  <a:cubicBezTo>
                    <a:pt x="19919" y="3906"/>
                    <a:pt x="19919" y="3906"/>
                    <a:pt x="19919" y="3906"/>
                  </a:cubicBezTo>
                  <a:close/>
                  <a:moveTo>
                    <a:pt x="960" y="19991"/>
                  </a:moveTo>
                  <a:cubicBezTo>
                    <a:pt x="960" y="19991"/>
                    <a:pt x="960" y="19991"/>
                    <a:pt x="960" y="19991"/>
                  </a:cubicBezTo>
                  <a:cubicBezTo>
                    <a:pt x="960" y="20221"/>
                    <a:pt x="960" y="20221"/>
                    <a:pt x="960" y="20221"/>
                  </a:cubicBezTo>
                  <a:cubicBezTo>
                    <a:pt x="960" y="19991"/>
                    <a:pt x="960" y="19991"/>
                    <a:pt x="960" y="19991"/>
                  </a:cubicBezTo>
                  <a:close/>
                  <a:moveTo>
                    <a:pt x="480" y="18842"/>
                  </a:moveTo>
                  <a:cubicBezTo>
                    <a:pt x="480" y="18842"/>
                    <a:pt x="480" y="18842"/>
                    <a:pt x="480" y="18842"/>
                  </a:cubicBezTo>
                  <a:cubicBezTo>
                    <a:pt x="720" y="19072"/>
                    <a:pt x="720" y="19072"/>
                    <a:pt x="720" y="19072"/>
                  </a:cubicBezTo>
                  <a:cubicBezTo>
                    <a:pt x="480" y="19072"/>
                    <a:pt x="480" y="19072"/>
                    <a:pt x="480" y="19072"/>
                  </a:cubicBezTo>
                  <a:cubicBezTo>
                    <a:pt x="480" y="18842"/>
                    <a:pt x="480" y="18842"/>
                    <a:pt x="480" y="18842"/>
                  </a:cubicBezTo>
                  <a:close/>
                  <a:moveTo>
                    <a:pt x="720" y="18612"/>
                  </a:moveTo>
                  <a:cubicBezTo>
                    <a:pt x="720" y="18612"/>
                    <a:pt x="720" y="18612"/>
                    <a:pt x="720" y="18612"/>
                  </a:cubicBezTo>
                  <a:cubicBezTo>
                    <a:pt x="720" y="18612"/>
                    <a:pt x="720" y="18612"/>
                    <a:pt x="720" y="18612"/>
                  </a:cubicBezTo>
                  <a:cubicBezTo>
                    <a:pt x="720" y="18612"/>
                    <a:pt x="720" y="18612"/>
                    <a:pt x="720" y="18612"/>
                  </a:cubicBezTo>
                  <a:close/>
                  <a:moveTo>
                    <a:pt x="480" y="18382"/>
                  </a:moveTo>
                  <a:cubicBezTo>
                    <a:pt x="480" y="18612"/>
                    <a:pt x="480" y="18612"/>
                    <a:pt x="480" y="18612"/>
                  </a:cubicBezTo>
                  <a:cubicBezTo>
                    <a:pt x="480" y="18612"/>
                    <a:pt x="480" y="18612"/>
                    <a:pt x="480" y="18612"/>
                  </a:cubicBezTo>
                  <a:cubicBezTo>
                    <a:pt x="480" y="18382"/>
                    <a:pt x="480" y="18382"/>
                    <a:pt x="480" y="18382"/>
                  </a:cubicBezTo>
                  <a:close/>
                  <a:moveTo>
                    <a:pt x="240" y="17693"/>
                  </a:moveTo>
                  <a:cubicBezTo>
                    <a:pt x="0" y="17693"/>
                    <a:pt x="0" y="17693"/>
                    <a:pt x="0" y="17693"/>
                  </a:cubicBezTo>
                  <a:cubicBezTo>
                    <a:pt x="240" y="17463"/>
                    <a:pt x="240" y="17463"/>
                    <a:pt x="240" y="17463"/>
                  </a:cubicBezTo>
                  <a:cubicBezTo>
                    <a:pt x="240" y="17463"/>
                    <a:pt x="240" y="17693"/>
                    <a:pt x="240" y="17693"/>
                  </a:cubicBezTo>
                  <a:close/>
                  <a:moveTo>
                    <a:pt x="240" y="17923"/>
                  </a:moveTo>
                  <a:cubicBezTo>
                    <a:pt x="240" y="17923"/>
                    <a:pt x="240" y="17923"/>
                    <a:pt x="240" y="17923"/>
                  </a:cubicBezTo>
                  <a:cubicBezTo>
                    <a:pt x="240" y="17923"/>
                    <a:pt x="240" y="17923"/>
                    <a:pt x="240" y="17923"/>
                  </a:cubicBezTo>
                  <a:cubicBezTo>
                    <a:pt x="240" y="17923"/>
                    <a:pt x="240" y="17923"/>
                    <a:pt x="240" y="17923"/>
                  </a:cubicBezTo>
                  <a:close/>
                  <a:moveTo>
                    <a:pt x="480" y="18153"/>
                  </a:moveTo>
                  <a:cubicBezTo>
                    <a:pt x="480" y="18153"/>
                    <a:pt x="720" y="18153"/>
                    <a:pt x="720" y="18153"/>
                  </a:cubicBezTo>
                  <a:cubicBezTo>
                    <a:pt x="720" y="18382"/>
                    <a:pt x="720" y="18382"/>
                    <a:pt x="720" y="18382"/>
                  </a:cubicBezTo>
                  <a:cubicBezTo>
                    <a:pt x="480" y="18153"/>
                    <a:pt x="480" y="18153"/>
                    <a:pt x="480" y="18153"/>
                  </a:cubicBezTo>
                  <a:close/>
                  <a:moveTo>
                    <a:pt x="240" y="18382"/>
                  </a:moveTo>
                  <a:cubicBezTo>
                    <a:pt x="0" y="18153"/>
                    <a:pt x="0" y="18153"/>
                    <a:pt x="0" y="18153"/>
                  </a:cubicBezTo>
                  <a:cubicBezTo>
                    <a:pt x="240" y="18153"/>
                    <a:pt x="240" y="18153"/>
                    <a:pt x="240" y="18153"/>
                  </a:cubicBezTo>
                  <a:cubicBezTo>
                    <a:pt x="240" y="18382"/>
                    <a:pt x="240" y="18382"/>
                    <a:pt x="240" y="18382"/>
                  </a:cubicBezTo>
                  <a:close/>
                  <a:moveTo>
                    <a:pt x="0" y="17234"/>
                  </a:moveTo>
                  <a:cubicBezTo>
                    <a:pt x="0" y="17463"/>
                    <a:pt x="0" y="17463"/>
                    <a:pt x="0" y="17463"/>
                  </a:cubicBezTo>
                  <a:cubicBezTo>
                    <a:pt x="0" y="17463"/>
                    <a:pt x="0" y="17463"/>
                    <a:pt x="0" y="17463"/>
                  </a:cubicBezTo>
                  <a:cubicBezTo>
                    <a:pt x="240" y="17234"/>
                    <a:pt x="240" y="17234"/>
                    <a:pt x="240" y="17234"/>
                  </a:cubicBezTo>
                  <a:cubicBezTo>
                    <a:pt x="0" y="17234"/>
                    <a:pt x="0" y="17234"/>
                    <a:pt x="0" y="17234"/>
                  </a:cubicBezTo>
                  <a:close/>
                  <a:moveTo>
                    <a:pt x="0" y="15855"/>
                  </a:moveTo>
                  <a:cubicBezTo>
                    <a:pt x="240" y="16085"/>
                    <a:pt x="240" y="16085"/>
                    <a:pt x="240" y="16085"/>
                  </a:cubicBezTo>
                  <a:cubicBezTo>
                    <a:pt x="0" y="16085"/>
                    <a:pt x="0" y="16085"/>
                    <a:pt x="0" y="16085"/>
                  </a:cubicBezTo>
                  <a:cubicBezTo>
                    <a:pt x="0" y="15855"/>
                    <a:pt x="0" y="15855"/>
                    <a:pt x="0" y="15855"/>
                  </a:cubicBezTo>
                  <a:close/>
                  <a:moveTo>
                    <a:pt x="0" y="15625"/>
                  </a:moveTo>
                  <a:cubicBezTo>
                    <a:pt x="240" y="15855"/>
                    <a:pt x="240" y="15855"/>
                    <a:pt x="240" y="15855"/>
                  </a:cubicBezTo>
                  <a:cubicBezTo>
                    <a:pt x="240" y="15855"/>
                    <a:pt x="240" y="15855"/>
                    <a:pt x="240" y="15855"/>
                  </a:cubicBezTo>
                  <a:cubicBezTo>
                    <a:pt x="0" y="15625"/>
                    <a:pt x="0" y="15625"/>
                    <a:pt x="0" y="15625"/>
                  </a:cubicBezTo>
                  <a:close/>
                  <a:moveTo>
                    <a:pt x="720" y="15165"/>
                  </a:moveTo>
                  <a:cubicBezTo>
                    <a:pt x="720" y="15395"/>
                    <a:pt x="720" y="15395"/>
                    <a:pt x="720" y="15395"/>
                  </a:cubicBezTo>
                  <a:cubicBezTo>
                    <a:pt x="480" y="15395"/>
                    <a:pt x="480" y="15395"/>
                    <a:pt x="480" y="15395"/>
                  </a:cubicBezTo>
                  <a:cubicBezTo>
                    <a:pt x="720" y="15165"/>
                    <a:pt x="720" y="15165"/>
                    <a:pt x="720" y="15165"/>
                  </a:cubicBezTo>
                  <a:close/>
                  <a:moveTo>
                    <a:pt x="960" y="15165"/>
                  </a:moveTo>
                  <a:cubicBezTo>
                    <a:pt x="960" y="15165"/>
                    <a:pt x="960" y="15165"/>
                    <a:pt x="960" y="15165"/>
                  </a:cubicBezTo>
                  <a:cubicBezTo>
                    <a:pt x="1200" y="15395"/>
                    <a:pt x="1200" y="15395"/>
                    <a:pt x="1200" y="15395"/>
                  </a:cubicBezTo>
                  <a:cubicBezTo>
                    <a:pt x="960" y="15395"/>
                    <a:pt x="960" y="15395"/>
                    <a:pt x="960" y="15395"/>
                  </a:cubicBezTo>
                  <a:cubicBezTo>
                    <a:pt x="960" y="15165"/>
                    <a:pt x="960" y="15165"/>
                    <a:pt x="960" y="15165"/>
                  </a:cubicBezTo>
                  <a:close/>
                  <a:moveTo>
                    <a:pt x="2880" y="14017"/>
                  </a:moveTo>
                  <a:cubicBezTo>
                    <a:pt x="2880" y="14017"/>
                    <a:pt x="2880" y="13787"/>
                    <a:pt x="2880" y="13787"/>
                  </a:cubicBezTo>
                  <a:cubicBezTo>
                    <a:pt x="3120" y="14017"/>
                    <a:pt x="3120" y="14017"/>
                    <a:pt x="3120" y="14017"/>
                  </a:cubicBezTo>
                  <a:cubicBezTo>
                    <a:pt x="2880" y="14017"/>
                    <a:pt x="2880" y="14017"/>
                    <a:pt x="2880" y="14017"/>
                  </a:cubicBezTo>
                  <a:cubicBezTo>
                    <a:pt x="2880" y="14017"/>
                    <a:pt x="2880" y="14017"/>
                    <a:pt x="2880" y="14017"/>
                  </a:cubicBezTo>
                  <a:close/>
                  <a:moveTo>
                    <a:pt x="2880" y="13787"/>
                  </a:moveTo>
                  <a:cubicBezTo>
                    <a:pt x="2880" y="13787"/>
                    <a:pt x="2880" y="13787"/>
                    <a:pt x="2880" y="13787"/>
                  </a:cubicBezTo>
                  <a:cubicBezTo>
                    <a:pt x="2640" y="13557"/>
                    <a:pt x="2640" y="13557"/>
                    <a:pt x="2640" y="13557"/>
                  </a:cubicBezTo>
                  <a:cubicBezTo>
                    <a:pt x="2880" y="13557"/>
                    <a:pt x="2880" y="13557"/>
                    <a:pt x="2880" y="13557"/>
                  </a:cubicBezTo>
                  <a:cubicBezTo>
                    <a:pt x="2880" y="13787"/>
                    <a:pt x="2880" y="13787"/>
                    <a:pt x="2880" y="13787"/>
                  </a:cubicBezTo>
                  <a:close/>
                  <a:moveTo>
                    <a:pt x="3120" y="13327"/>
                  </a:moveTo>
                  <a:cubicBezTo>
                    <a:pt x="3359" y="13097"/>
                    <a:pt x="3359" y="13097"/>
                    <a:pt x="3359" y="13097"/>
                  </a:cubicBezTo>
                  <a:cubicBezTo>
                    <a:pt x="3599" y="13097"/>
                    <a:pt x="3599" y="13097"/>
                    <a:pt x="3599" y="13097"/>
                  </a:cubicBezTo>
                  <a:cubicBezTo>
                    <a:pt x="3359" y="13327"/>
                    <a:pt x="3359" y="13327"/>
                    <a:pt x="3359" y="13327"/>
                  </a:cubicBezTo>
                  <a:cubicBezTo>
                    <a:pt x="3120" y="13327"/>
                    <a:pt x="3120" y="13327"/>
                    <a:pt x="3120" y="13327"/>
                  </a:cubicBezTo>
                  <a:close/>
                  <a:moveTo>
                    <a:pt x="3120" y="13787"/>
                  </a:moveTo>
                  <a:cubicBezTo>
                    <a:pt x="3120" y="13557"/>
                    <a:pt x="3120" y="13557"/>
                    <a:pt x="3120" y="13557"/>
                  </a:cubicBezTo>
                  <a:cubicBezTo>
                    <a:pt x="3359" y="13557"/>
                    <a:pt x="3359" y="13557"/>
                    <a:pt x="3359" y="13557"/>
                  </a:cubicBezTo>
                  <a:cubicBezTo>
                    <a:pt x="3599" y="13327"/>
                    <a:pt x="3599" y="13327"/>
                    <a:pt x="3599" y="13327"/>
                  </a:cubicBezTo>
                  <a:cubicBezTo>
                    <a:pt x="3599" y="13327"/>
                    <a:pt x="3599" y="13327"/>
                    <a:pt x="3599" y="13327"/>
                  </a:cubicBezTo>
                  <a:cubicBezTo>
                    <a:pt x="3840" y="13557"/>
                    <a:pt x="3840" y="13557"/>
                    <a:pt x="3840" y="13557"/>
                  </a:cubicBezTo>
                  <a:cubicBezTo>
                    <a:pt x="3599" y="13557"/>
                    <a:pt x="3599" y="13557"/>
                    <a:pt x="3599" y="13557"/>
                  </a:cubicBezTo>
                  <a:cubicBezTo>
                    <a:pt x="3359" y="13557"/>
                    <a:pt x="3359" y="13557"/>
                    <a:pt x="3359" y="13557"/>
                  </a:cubicBezTo>
                  <a:cubicBezTo>
                    <a:pt x="3359" y="13787"/>
                    <a:pt x="3359" y="13787"/>
                    <a:pt x="3359" y="13787"/>
                  </a:cubicBezTo>
                  <a:cubicBezTo>
                    <a:pt x="3120" y="13787"/>
                    <a:pt x="3120" y="13787"/>
                    <a:pt x="3120" y="13787"/>
                  </a:cubicBezTo>
                  <a:close/>
                  <a:moveTo>
                    <a:pt x="5760" y="11029"/>
                  </a:moveTo>
                  <a:cubicBezTo>
                    <a:pt x="6000" y="11029"/>
                    <a:pt x="6000" y="11029"/>
                    <a:pt x="6000" y="11029"/>
                  </a:cubicBezTo>
                  <a:cubicBezTo>
                    <a:pt x="6239" y="10800"/>
                    <a:pt x="6239" y="10800"/>
                    <a:pt x="6239" y="10800"/>
                  </a:cubicBezTo>
                  <a:cubicBezTo>
                    <a:pt x="6000" y="11029"/>
                    <a:pt x="6000" y="11029"/>
                    <a:pt x="6000" y="11029"/>
                  </a:cubicBezTo>
                  <a:cubicBezTo>
                    <a:pt x="5760" y="11029"/>
                    <a:pt x="5760" y="11029"/>
                    <a:pt x="5760" y="11029"/>
                  </a:cubicBezTo>
                  <a:close/>
                  <a:moveTo>
                    <a:pt x="5760" y="11489"/>
                  </a:moveTo>
                  <a:cubicBezTo>
                    <a:pt x="5519" y="11489"/>
                    <a:pt x="5519" y="11489"/>
                    <a:pt x="5519" y="11489"/>
                  </a:cubicBezTo>
                  <a:cubicBezTo>
                    <a:pt x="5280" y="11489"/>
                    <a:pt x="5280" y="11489"/>
                    <a:pt x="5280" y="11489"/>
                  </a:cubicBezTo>
                  <a:cubicBezTo>
                    <a:pt x="5519" y="11259"/>
                    <a:pt x="5519" y="11259"/>
                    <a:pt x="5519" y="11259"/>
                  </a:cubicBezTo>
                  <a:cubicBezTo>
                    <a:pt x="5760" y="11259"/>
                    <a:pt x="5760" y="11259"/>
                    <a:pt x="5760" y="11259"/>
                  </a:cubicBezTo>
                  <a:cubicBezTo>
                    <a:pt x="6000" y="11259"/>
                    <a:pt x="6000" y="11259"/>
                    <a:pt x="6000" y="11259"/>
                  </a:cubicBezTo>
                  <a:cubicBezTo>
                    <a:pt x="5760" y="11489"/>
                    <a:pt x="5760" y="11489"/>
                    <a:pt x="5760" y="11489"/>
                  </a:cubicBezTo>
                  <a:cubicBezTo>
                    <a:pt x="5760" y="11489"/>
                    <a:pt x="5760" y="11489"/>
                    <a:pt x="5760" y="11489"/>
                  </a:cubicBezTo>
                  <a:close/>
                  <a:moveTo>
                    <a:pt x="6239" y="9880"/>
                  </a:moveTo>
                  <a:cubicBezTo>
                    <a:pt x="6239" y="10110"/>
                    <a:pt x="6239" y="10110"/>
                    <a:pt x="6239" y="10110"/>
                  </a:cubicBezTo>
                  <a:cubicBezTo>
                    <a:pt x="6239" y="10110"/>
                    <a:pt x="6239" y="10110"/>
                    <a:pt x="6239" y="10110"/>
                  </a:cubicBezTo>
                  <a:cubicBezTo>
                    <a:pt x="6239" y="10110"/>
                    <a:pt x="6239" y="10110"/>
                    <a:pt x="6239" y="10110"/>
                  </a:cubicBezTo>
                  <a:cubicBezTo>
                    <a:pt x="6000" y="10110"/>
                    <a:pt x="6000" y="10110"/>
                    <a:pt x="6000" y="10110"/>
                  </a:cubicBezTo>
                  <a:cubicBezTo>
                    <a:pt x="6239" y="9880"/>
                    <a:pt x="6239" y="9880"/>
                    <a:pt x="6239" y="9880"/>
                  </a:cubicBezTo>
                  <a:close/>
                  <a:moveTo>
                    <a:pt x="6480" y="9651"/>
                  </a:moveTo>
                  <a:cubicBezTo>
                    <a:pt x="6719" y="9421"/>
                    <a:pt x="6719" y="9421"/>
                    <a:pt x="6719" y="9421"/>
                  </a:cubicBezTo>
                  <a:cubicBezTo>
                    <a:pt x="6959" y="9651"/>
                    <a:pt x="6959" y="9651"/>
                    <a:pt x="6959" y="9651"/>
                  </a:cubicBezTo>
                  <a:cubicBezTo>
                    <a:pt x="6480" y="9651"/>
                    <a:pt x="6480" y="9651"/>
                    <a:pt x="6480" y="9651"/>
                  </a:cubicBezTo>
                  <a:cubicBezTo>
                    <a:pt x="6480" y="9651"/>
                    <a:pt x="6480" y="9651"/>
                    <a:pt x="6480" y="9651"/>
                  </a:cubicBezTo>
                  <a:close/>
                  <a:moveTo>
                    <a:pt x="6480" y="9191"/>
                  </a:moveTo>
                  <a:cubicBezTo>
                    <a:pt x="6719" y="9191"/>
                    <a:pt x="6719" y="9191"/>
                    <a:pt x="6719" y="9191"/>
                  </a:cubicBezTo>
                  <a:cubicBezTo>
                    <a:pt x="6719" y="9191"/>
                    <a:pt x="6719" y="9191"/>
                    <a:pt x="6719" y="9191"/>
                  </a:cubicBezTo>
                  <a:cubicBezTo>
                    <a:pt x="6480" y="9421"/>
                    <a:pt x="6480" y="9421"/>
                    <a:pt x="6480" y="9421"/>
                  </a:cubicBezTo>
                  <a:cubicBezTo>
                    <a:pt x="6480" y="9191"/>
                    <a:pt x="6480" y="9191"/>
                    <a:pt x="6480" y="9191"/>
                  </a:cubicBezTo>
                  <a:close/>
                  <a:moveTo>
                    <a:pt x="7680" y="7582"/>
                  </a:moveTo>
                  <a:cubicBezTo>
                    <a:pt x="7919" y="7582"/>
                    <a:pt x="7919" y="7582"/>
                    <a:pt x="7919" y="7582"/>
                  </a:cubicBezTo>
                  <a:cubicBezTo>
                    <a:pt x="7919" y="7582"/>
                    <a:pt x="7919" y="7582"/>
                    <a:pt x="7919" y="7582"/>
                  </a:cubicBezTo>
                  <a:cubicBezTo>
                    <a:pt x="7919" y="7812"/>
                    <a:pt x="7919" y="7812"/>
                    <a:pt x="7919" y="7812"/>
                  </a:cubicBezTo>
                  <a:cubicBezTo>
                    <a:pt x="7680" y="7582"/>
                    <a:pt x="7680" y="7582"/>
                    <a:pt x="7680" y="7582"/>
                  </a:cubicBezTo>
                  <a:close/>
                  <a:moveTo>
                    <a:pt x="6480" y="6663"/>
                  </a:moveTo>
                  <a:cubicBezTo>
                    <a:pt x="6480" y="6663"/>
                    <a:pt x="6480" y="6663"/>
                    <a:pt x="6480" y="6663"/>
                  </a:cubicBezTo>
                  <a:cubicBezTo>
                    <a:pt x="6480" y="6893"/>
                    <a:pt x="6480" y="6893"/>
                    <a:pt x="6480" y="6893"/>
                  </a:cubicBezTo>
                  <a:cubicBezTo>
                    <a:pt x="6480" y="6893"/>
                    <a:pt x="6480" y="6893"/>
                    <a:pt x="6480" y="6893"/>
                  </a:cubicBezTo>
                  <a:cubicBezTo>
                    <a:pt x="6480" y="6663"/>
                    <a:pt x="6480" y="6663"/>
                    <a:pt x="6480" y="6663"/>
                  </a:cubicBezTo>
                  <a:close/>
                  <a:moveTo>
                    <a:pt x="6719" y="6204"/>
                  </a:moveTo>
                  <a:cubicBezTo>
                    <a:pt x="6480" y="6434"/>
                    <a:pt x="6480" y="6434"/>
                    <a:pt x="6480" y="6434"/>
                  </a:cubicBezTo>
                  <a:cubicBezTo>
                    <a:pt x="6480" y="6204"/>
                    <a:pt x="6480" y="6204"/>
                    <a:pt x="6480" y="6204"/>
                  </a:cubicBezTo>
                  <a:cubicBezTo>
                    <a:pt x="6719" y="5974"/>
                    <a:pt x="6719" y="5974"/>
                    <a:pt x="6719" y="5974"/>
                  </a:cubicBezTo>
                  <a:cubicBezTo>
                    <a:pt x="6719" y="6204"/>
                    <a:pt x="6719" y="6204"/>
                    <a:pt x="6719" y="6204"/>
                  </a:cubicBezTo>
                  <a:close/>
                  <a:moveTo>
                    <a:pt x="6959" y="5974"/>
                  </a:moveTo>
                  <a:cubicBezTo>
                    <a:pt x="6959" y="5974"/>
                    <a:pt x="6959" y="5974"/>
                    <a:pt x="6959" y="5974"/>
                  </a:cubicBezTo>
                  <a:cubicBezTo>
                    <a:pt x="6959" y="5974"/>
                    <a:pt x="6959" y="5974"/>
                    <a:pt x="6959" y="5974"/>
                  </a:cubicBezTo>
                  <a:cubicBezTo>
                    <a:pt x="6959" y="5974"/>
                    <a:pt x="6959" y="5974"/>
                    <a:pt x="6959" y="5974"/>
                  </a:cubicBezTo>
                  <a:cubicBezTo>
                    <a:pt x="6959" y="5974"/>
                    <a:pt x="6959" y="5974"/>
                    <a:pt x="6959" y="5974"/>
                  </a:cubicBezTo>
                  <a:close/>
                  <a:moveTo>
                    <a:pt x="7680" y="5744"/>
                  </a:moveTo>
                  <a:cubicBezTo>
                    <a:pt x="7680" y="5744"/>
                    <a:pt x="7680" y="5744"/>
                    <a:pt x="7680" y="5744"/>
                  </a:cubicBezTo>
                  <a:cubicBezTo>
                    <a:pt x="7199" y="5974"/>
                    <a:pt x="7199" y="5974"/>
                    <a:pt x="7199" y="5974"/>
                  </a:cubicBezTo>
                  <a:cubicBezTo>
                    <a:pt x="7199" y="5744"/>
                    <a:pt x="7199" y="5744"/>
                    <a:pt x="7199" y="5744"/>
                  </a:cubicBezTo>
                  <a:cubicBezTo>
                    <a:pt x="7680" y="5744"/>
                    <a:pt x="7680" y="5744"/>
                    <a:pt x="7680" y="5744"/>
                  </a:cubicBezTo>
                  <a:close/>
                  <a:moveTo>
                    <a:pt x="7919" y="5285"/>
                  </a:moveTo>
                  <a:cubicBezTo>
                    <a:pt x="8159" y="5055"/>
                    <a:pt x="8159" y="5055"/>
                    <a:pt x="8159" y="5055"/>
                  </a:cubicBezTo>
                  <a:cubicBezTo>
                    <a:pt x="8159" y="5285"/>
                    <a:pt x="8159" y="5285"/>
                    <a:pt x="8159" y="5285"/>
                  </a:cubicBezTo>
                  <a:cubicBezTo>
                    <a:pt x="7919" y="5285"/>
                    <a:pt x="7919" y="5285"/>
                    <a:pt x="7919" y="5285"/>
                  </a:cubicBezTo>
                  <a:close/>
                  <a:moveTo>
                    <a:pt x="8159" y="5285"/>
                  </a:moveTo>
                  <a:cubicBezTo>
                    <a:pt x="8159" y="5744"/>
                    <a:pt x="8159" y="5744"/>
                    <a:pt x="8159" y="5744"/>
                  </a:cubicBezTo>
                  <a:cubicBezTo>
                    <a:pt x="7919" y="5514"/>
                    <a:pt x="7919" y="5514"/>
                    <a:pt x="7919" y="5514"/>
                  </a:cubicBezTo>
                  <a:cubicBezTo>
                    <a:pt x="7680" y="5744"/>
                    <a:pt x="7680" y="5744"/>
                    <a:pt x="7680" y="5744"/>
                  </a:cubicBezTo>
                  <a:cubicBezTo>
                    <a:pt x="7680" y="5514"/>
                    <a:pt x="7680" y="5514"/>
                    <a:pt x="7680" y="5514"/>
                  </a:cubicBezTo>
                  <a:cubicBezTo>
                    <a:pt x="8159" y="5285"/>
                    <a:pt x="8159" y="5285"/>
                    <a:pt x="8159" y="5285"/>
                  </a:cubicBezTo>
                  <a:close/>
                  <a:moveTo>
                    <a:pt x="8399" y="4365"/>
                  </a:moveTo>
                  <a:cubicBezTo>
                    <a:pt x="8399" y="4595"/>
                    <a:pt x="8399" y="4595"/>
                    <a:pt x="8399" y="4595"/>
                  </a:cubicBezTo>
                  <a:cubicBezTo>
                    <a:pt x="8399" y="5055"/>
                    <a:pt x="8399" y="5055"/>
                    <a:pt x="8399" y="5055"/>
                  </a:cubicBezTo>
                  <a:cubicBezTo>
                    <a:pt x="8159" y="5055"/>
                    <a:pt x="8159" y="5055"/>
                    <a:pt x="8159" y="5055"/>
                  </a:cubicBezTo>
                  <a:cubicBezTo>
                    <a:pt x="7919" y="5055"/>
                    <a:pt x="7919" y="5055"/>
                    <a:pt x="7919" y="5055"/>
                  </a:cubicBezTo>
                  <a:cubicBezTo>
                    <a:pt x="8399" y="4825"/>
                    <a:pt x="8399" y="4825"/>
                    <a:pt x="8399" y="4825"/>
                  </a:cubicBezTo>
                  <a:cubicBezTo>
                    <a:pt x="8159" y="4825"/>
                    <a:pt x="8159" y="4825"/>
                    <a:pt x="8159" y="4825"/>
                  </a:cubicBezTo>
                  <a:cubicBezTo>
                    <a:pt x="7919" y="5055"/>
                    <a:pt x="7919" y="5055"/>
                    <a:pt x="7919" y="5055"/>
                  </a:cubicBezTo>
                  <a:cubicBezTo>
                    <a:pt x="7680" y="4825"/>
                    <a:pt x="7680" y="4825"/>
                    <a:pt x="7680" y="4825"/>
                  </a:cubicBezTo>
                  <a:cubicBezTo>
                    <a:pt x="7919" y="4595"/>
                    <a:pt x="7919" y="4595"/>
                    <a:pt x="7919" y="4595"/>
                  </a:cubicBezTo>
                  <a:cubicBezTo>
                    <a:pt x="8159" y="4825"/>
                    <a:pt x="8159" y="4825"/>
                    <a:pt x="8159" y="4825"/>
                  </a:cubicBezTo>
                  <a:cubicBezTo>
                    <a:pt x="8159" y="4595"/>
                    <a:pt x="8159" y="4595"/>
                    <a:pt x="8159" y="4595"/>
                  </a:cubicBezTo>
                  <a:cubicBezTo>
                    <a:pt x="8159" y="4365"/>
                    <a:pt x="8159" y="4365"/>
                    <a:pt x="8159" y="4365"/>
                  </a:cubicBezTo>
                  <a:cubicBezTo>
                    <a:pt x="8399" y="4365"/>
                    <a:pt x="8399" y="4365"/>
                    <a:pt x="8399" y="4365"/>
                  </a:cubicBezTo>
                  <a:close/>
                  <a:moveTo>
                    <a:pt x="8639" y="4595"/>
                  </a:moveTo>
                  <a:cubicBezTo>
                    <a:pt x="8399" y="4365"/>
                    <a:pt x="8399" y="4365"/>
                    <a:pt x="8399" y="4365"/>
                  </a:cubicBezTo>
                  <a:cubicBezTo>
                    <a:pt x="8399" y="4136"/>
                    <a:pt x="8399" y="4136"/>
                    <a:pt x="8399" y="4136"/>
                  </a:cubicBezTo>
                  <a:cubicBezTo>
                    <a:pt x="8879" y="3906"/>
                    <a:pt x="8879" y="3906"/>
                    <a:pt x="8879" y="3906"/>
                  </a:cubicBezTo>
                  <a:cubicBezTo>
                    <a:pt x="8879" y="3906"/>
                    <a:pt x="8879" y="3906"/>
                    <a:pt x="8879" y="3906"/>
                  </a:cubicBezTo>
                  <a:cubicBezTo>
                    <a:pt x="9120" y="3676"/>
                    <a:pt x="9120" y="3676"/>
                    <a:pt x="9120" y="3676"/>
                  </a:cubicBezTo>
                  <a:cubicBezTo>
                    <a:pt x="9120" y="3906"/>
                    <a:pt x="9120" y="3906"/>
                    <a:pt x="9120" y="3906"/>
                  </a:cubicBezTo>
                  <a:cubicBezTo>
                    <a:pt x="8879" y="4136"/>
                    <a:pt x="8879" y="4136"/>
                    <a:pt x="8879" y="4136"/>
                  </a:cubicBezTo>
                  <a:cubicBezTo>
                    <a:pt x="8879" y="4136"/>
                    <a:pt x="8879" y="4136"/>
                    <a:pt x="8879" y="4136"/>
                  </a:cubicBezTo>
                  <a:cubicBezTo>
                    <a:pt x="8639" y="4595"/>
                    <a:pt x="8639" y="4595"/>
                    <a:pt x="8639" y="4595"/>
                  </a:cubicBezTo>
                  <a:close/>
                  <a:moveTo>
                    <a:pt x="9359" y="4595"/>
                  </a:moveTo>
                  <a:cubicBezTo>
                    <a:pt x="9599" y="4825"/>
                    <a:pt x="9599" y="4825"/>
                    <a:pt x="9599" y="4825"/>
                  </a:cubicBezTo>
                  <a:cubicBezTo>
                    <a:pt x="9120" y="5285"/>
                    <a:pt x="9120" y="5285"/>
                    <a:pt x="9120" y="5285"/>
                  </a:cubicBezTo>
                  <a:cubicBezTo>
                    <a:pt x="8879" y="5285"/>
                    <a:pt x="8879" y="5285"/>
                    <a:pt x="8879" y="5285"/>
                  </a:cubicBezTo>
                  <a:cubicBezTo>
                    <a:pt x="8879" y="5514"/>
                    <a:pt x="8879" y="5514"/>
                    <a:pt x="8879" y="5514"/>
                  </a:cubicBezTo>
                  <a:cubicBezTo>
                    <a:pt x="8639" y="5514"/>
                    <a:pt x="8639" y="5514"/>
                    <a:pt x="8639" y="5514"/>
                  </a:cubicBezTo>
                  <a:cubicBezTo>
                    <a:pt x="8639" y="5285"/>
                    <a:pt x="8639" y="5285"/>
                    <a:pt x="8639" y="5285"/>
                  </a:cubicBezTo>
                  <a:cubicBezTo>
                    <a:pt x="8399" y="5514"/>
                    <a:pt x="8399" y="5514"/>
                    <a:pt x="8399" y="5514"/>
                  </a:cubicBezTo>
                  <a:cubicBezTo>
                    <a:pt x="8399" y="5514"/>
                    <a:pt x="8399" y="5514"/>
                    <a:pt x="8399" y="5514"/>
                  </a:cubicBezTo>
                  <a:cubicBezTo>
                    <a:pt x="8399" y="5285"/>
                    <a:pt x="8399" y="5285"/>
                    <a:pt x="8399" y="5285"/>
                  </a:cubicBezTo>
                  <a:cubicBezTo>
                    <a:pt x="8399" y="5285"/>
                    <a:pt x="8399" y="5285"/>
                    <a:pt x="8399" y="5285"/>
                  </a:cubicBezTo>
                  <a:cubicBezTo>
                    <a:pt x="8399" y="5055"/>
                    <a:pt x="8399" y="5055"/>
                    <a:pt x="8399" y="5055"/>
                  </a:cubicBezTo>
                  <a:cubicBezTo>
                    <a:pt x="8639" y="4825"/>
                    <a:pt x="8639" y="4825"/>
                    <a:pt x="8639" y="4825"/>
                  </a:cubicBezTo>
                  <a:cubicBezTo>
                    <a:pt x="8639" y="4825"/>
                    <a:pt x="8639" y="4825"/>
                    <a:pt x="8639" y="4825"/>
                  </a:cubicBezTo>
                  <a:cubicBezTo>
                    <a:pt x="8879" y="4365"/>
                    <a:pt x="8879" y="4365"/>
                    <a:pt x="8879" y="4365"/>
                  </a:cubicBezTo>
                  <a:cubicBezTo>
                    <a:pt x="8639" y="4825"/>
                    <a:pt x="8639" y="4825"/>
                    <a:pt x="8639" y="4825"/>
                  </a:cubicBezTo>
                  <a:cubicBezTo>
                    <a:pt x="8879" y="5055"/>
                    <a:pt x="8879" y="5055"/>
                    <a:pt x="8879" y="5055"/>
                  </a:cubicBezTo>
                  <a:cubicBezTo>
                    <a:pt x="8879" y="4825"/>
                    <a:pt x="8879" y="4825"/>
                    <a:pt x="8879" y="4825"/>
                  </a:cubicBezTo>
                  <a:cubicBezTo>
                    <a:pt x="9359" y="4825"/>
                    <a:pt x="9359" y="4825"/>
                    <a:pt x="9359" y="4825"/>
                  </a:cubicBezTo>
                  <a:cubicBezTo>
                    <a:pt x="9120" y="4595"/>
                    <a:pt x="9120" y="4595"/>
                    <a:pt x="9120" y="4595"/>
                  </a:cubicBezTo>
                  <a:cubicBezTo>
                    <a:pt x="9120" y="4595"/>
                    <a:pt x="9120" y="4595"/>
                    <a:pt x="9120" y="4595"/>
                  </a:cubicBezTo>
                  <a:cubicBezTo>
                    <a:pt x="9359" y="4595"/>
                    <a:pt x="9359" y="4595"/>
                    <a:pt x="9359" y="4595"/>
                  </a:cubicBezTo>
                  <a:close/>
                  <a:moveTo>
                    <a:pt x="9359" y="4365"/>
                  </a:moveTo>
                  <a:cubicBezTo>
                    <a:pt x="9120" y="4365"/>
                    <a:pt x="9120" y="4365"/>
                    <a:pt x="9120" y="4365"/>
                  </a:cubicBezTo>
                  <a:cubicBezTo>
                    <a:pt x="9359" y="4365"/>
                    <a:pt x="9359" y="4365"/>
                    <a:pt x="9359" y="4365"/>
                  </a:cubicBezTo>
                  <a:cubicBezTo>
                    <a:pt x="9599" y="4365"/>
                    <a:pt x="9599" y="4365"/>
                    <a:pt x="9599" y="4365"/>
                  </a:cubicBezTo>
                  <a:cubicBezTo>
                    <a:pt x="9599" y="4595"/>
                    <a:pt x="9599" y="4595"/>
                    <a:pt x="9599" y="4595"/>
                  </a:cubicBezTo>
                  <a:cubicBezTo>
                    <a:pt x="9359" y="4365"/>
                    <a:pt x="9359" y="4365"/>
                    <a:pt x="9359" y="4365"/>
                  </a:cubicBezTo>
                  <a:close/>
                  <a:moveTo>
                    <a:pt x="9839" y="4825"/>
                  </a:moveTo>
                  <a:cubicBezTo>
                    <a:pt x="9839" y="4595"/>
                    <a:pt x="9839" y="4595"/>
                    <a:pt x="9839" y="4595"/>
                  </a:cubicBezTo>
                  <a:cubicBezTo>
                    <a:pt x="10080" y="4595"/>
                    <a:pt x="10080" y="4595"/>
                    <a:pt x="10080" y="4595"/>
                  </a:cubicBezTo>
                  <a:cubicBezTo>
                    <a:pt x="9839" y="4825"/>
                    <a:pt x="9839" y="4825"/>
                    <a:pt x="9839" y="4825"/>
                  </a:cubicBezTo>
                  <a:close/>
                  <a:moveTo>
                    <a:pt x="10560" y="3676"/>
                  </a:moveTo>
                  <a:cubicBezTo>
                    <a:pt x="10560" y="3906"/>
                    <a:pt x="10560" y="3906"/>
                    <a:pt x="10560" y="3906"/>
                  </a:cubicBezTo>
                  <a:cubicBezTo>
                    <a:pt x="10560" y="3906"/>
                    <a:pt x="10560" y="3906"/>
                    <a:pt x="10560" y="3906"/>
                  </a:cubicBezTo>
                  <a:cubicBezTo>
                    <a:pt x="10319" y="3906"/>
                    <a:pt x="10319" y="3906"/>
                    <a:pt x="10319" y="3906"/>
                  </a:cubicBezTo>
                  <a:cubicBezTo>
                    <a:pt x="10319" y="4136"/>
                    <a:pt x="10319" y="4136"/>
                    <a:pt x="10319" y="4136"/>
                  </a:cubicBezTo>
                  <a:cubicBezTo>
                    <a:pt x="10080" y="4136"/>
                    <a:pt x="10080" y="4136"/>
                    <a:pt x="10080" y="4136"/>
                  </a:cubicBezTo>
                  <a:cubicBezTo>
                    <a:pt x="9839" y="4365"/>
                    <a:pt x="9839" y="4365"/>
                    <a:pt x="9839" y="4365"/>
                  </a:cubicBezTo>
                  <a:cubicBezTo>
                    <a:pt x="9839" y="4365"/>
                    <a:pt x="9839" y="4365"/>
                    <a:pt x="9839" y="4365"/>
                  </a:cubicBezTo>
                  <a:cubicBezTo>
                    <a:pt x="9839" y="4136"/>
                    <a:pt x="9839" y="4136"/>
                    <a:pt x="9839" y="4136"/>
                  </a:cubicBezTo>
                  <a:cubicBezTo>
                    <a:pt x="9599" y="4136"/>
                    <a:pt x="9599" y="4136"/>
                    <a:pt x="9599" y="4136"/>
                  </a:cubicBezTo>
                  <a:cubicBezTo>
                    <a:pt x="9839" y="3906"/>
                    <a:pt x="9839" y="3906"/>
                    <a:pt x="9839" y="3906"/>
                  </a:cubicBezTo>
                  <a:cubicBezTo>
                    <a:pt x="9599" y="3906"/>
                    <a:pt x="9599" y="3906"/>
                    <a:pt x="9599" y="3906"/>
                  </a:cubicBezTo>
                  <a:cubicBezTo>
                    <a:pt x="9839" y="3676"/>
                    <a:pt x="9839" y="3676"/>
                    <a:pt x="9839" y="3676"/>
                  </a:cubicBezTo>
                  <a:cubicBezTo>
                    <a:pt x="10080" y="3676"/>
                    <a:pt x="10080" y="3676"/>
                    <a:pt x="10080" y="3676"/>
                  </a:cubicBezTo>
                  <a:cubicBezTo>
                    <a:pt x="9839" y="3676"/>
                    <a:pt x="9839" y="3676"/>
                    <a:pt x="9839" y="3676"/>
                  </a:cubicBezTo>
                  <a:cubicBezTo>
                    <a:pt x="9839" y="3446"/>
                    <a:pt x="9839" y="3446"/>
                    <a:pt x="9839" y="3446"/>
                  </a:cubicBezTo>
                  <a:cubicBezTo>
                    <a:pt x="10080" y="3446"/>
                    <a:pt x="10080" y="3446"/>
                    <a:pt x="10080" y="3446"/>
                  </a:cubicBezTo>
                  <a:cubicBezTo>
                    <a:pt x="10080" y="3217"/>
                    <a:pt x="10080" y="3217"/>
                    <a:pt x="10080" y="3217"/>
                  </a:cubicBezTo>
                  <a:cubicBezTo>
                    <a:pt x="10319" y="3217"/>
                    <a:pt x="10319" y="3217"/>
                    <a:pt x="10319" y="3217"/>
                  </a:cubicBezTo>
                  <a:cubicBezTo>
                    <a:pt x="10319" y="3446"/>
                    <a:pt x="10319" y="3446"/>
                    <a:pt x="10319" y="3446"/>
                  </a:cubicBezTo>
                  <a:cubicBezTo>
                    <a:pt x="10560" y="3446"/>
                    <a:pt x="10560" y="3446"/>
                    <a:pt x="10560" y="3446"/>
                  </a:cubicBezTo>
                  <a:cubicBezTo>
                    <a:pt x="10560" y="3676"/>
                    <a:pt x="10560" y="3676"/>
                    <a:pt x="10560" y="3676"/>
                  </a:cubicBezTo>
                  <a:close/>
                  <a:moveTo>
                    <a:pt x="10560" y="3217"/>
                  </a:moveTo>
                  <a:cubicBezTo>
                    <a:pt x="10800" y="3217"/>
                    <a:pt x="10800" y="3217"/>
                    <a:pt x="10800" y="3217"/>
                  </a:cubicBezTo>
                  <a:cubicBezTo>
                    <a:pt x="10800" y="2987"/>
                    <a:pt x="10800" y="2987"/>
                    <a:pt x="10800" y="2987"/>
                  </a:cubicBezTo>
                  <a:cubicBezTo>
                    <a:pt x="11039" y="2987"/>
                    <a:pt x="11039" y="2987"/>
                    <a:pt x="11039" y="2987"/>
                  </a:cubicBezTo>
                  <a:cubicBezTo>
                    <a:pt x="11280" y="2987"/>
                    <a:pt x="11280" y="2987"/>
                    <a:pt x="11280" y="2987"/>
                  </a:cubicBezTo>
                  <a:cubicBezTo>
                    <a:pt x="11280" y="2987"/>
                    <a:pt x="11280" y="2987"/>
                    <a:pt x="11280" y="2987"/>
                  </a:cubicBezTo>
                  <a:cubicBezTo>
                    <a:pt x="11280" y="3217"/>
                    <a:pt x="11280" y="3217"/>
                    <a:pt x="11280" y="3217"/>
                  </a:cubicBezTo>
                  <a:cubicBezTo>
                    <a:pt x="11280" y="3446"/>
                    <a:pt x="11280" y="3446"/>
                    <a:pt x="11280" y="3446"/>
                  </a:cubicBezTo>
                  <a:cubicBezTo>
                    <a:pt x="11039" y="3446"/>
                    <a:pt x="11039" y="3446"/>
                    <a:pt x="11039" y="3446"/>
                  </a:cubicBezTo>
                  <a:cubicBezTo>
                    <a:pt x="10800" y="3446"/>
                    <a:pt x="10800" y="3446"/>
                    <a:pt x="10800" y="3446"/>
                  </a:cubicBezTo>
                  <a:cubicBezTo>
                    <a:pt x="10560" y="3217"/>
                    <a:pt x="10560" y="3217"/>
                    <a:pt x="10560" y="3217"/>
                  </a:cubicBezTo>
                  <a:close/>
                  <a:moveTo>
                    <a:pt x="11520" y="2068"/>
                  </a:moveTo>
                  <a:cubicBezTo>
                    <a:pt x="11280" y="2068"/>
                    <a:pt x="11280" y="2068"/>
                    <a:pt x="11280" y="2068"/>
                  </a:cubicBezTo>
                  <a:cubicBezTo>
                    <a:pt x="11520" y="2068"/>
                    <a:pt x="11520" y="2068"/>
                    <a:pt x="11520" y="2068"/>
                  </a:cubicBezTo>
                  <a:cubicBezTo>
                    <a:pt x="11520" y="2068"/>
                    <a:pt x="11520" y="2068"/>
                    <a:pt x="11520" y="2068"/>
                  </a:cubicBezTo>
                  <a:close/>
                  <a:moveTo>
                    <a:pt x="11039" y="2527"/>
                  </a:moveTo>
                  <a:cubicBezTo>
                    <a:pt x="11039" y="2297"/>
                    <a:pt x="11039" y="2297"/>
                    <a:pt x="11039" y="2297"/>
                  </a:cubicBezTo>
                  <a:cubicBezTo>
                    <a:pt x="11280" y="2297"/>
                    <a:pt x="11280" y="2297"/>
                    <a:pt x="11280" y="2297"/>
                  </a:cubicBezTo>
                  <a:cubicBezTo>
                    <a:pt x="11280" y="2297"/>
                    <a:pt x="11280" y="2297"/>
                    <a:pt x="11280" y="2297"/>
                  </a:cubicBezTo>
                  <a:cubicBezTo>
                    <a:pt x="11280" y="2297"/>
                    <a:pt x="11039" y="2527"/>
                    <a:pt x="11039" y="2527"/>
                  </a:cubicBezTo>
                  <a:close/>
                  <a:moveTo>
                    <a:pt x="11760" y="2757"/>
                  </a:moveTo>
                  <a:cubicBezTo>
                    <a:pt x="11760" y="2527"/>
                    <a:pt x="11760" y="2527"/>
                    <a:pt x="11760" y="2527"/>
                  </a:cubicBezTo>
                  <a:cubicBezTo>
                    <a:pt x="12000" y="2757"/>
                    <a:pt x="12000" y="2757"/>
                    <a:pt x="12000" y="2757"/>
                  </a:cubicBezTo>
                  <a:cubicBezTo>
                    <a:pt x="11760" y="2757"/>
                    <a:pt x="11760" y="2757"/>
                    <a:pt x="11760" y="2757"/>
                  </a:cubicBezTo>
                  <a:close/>
                  <a:moveTo>
                    <a:pt x="11520" y="2757"/>
                  </a:moveTo>
                  <a:cubicBezTo>
                    <a:pt x="11520" y="2987"/>
                    <a:pt x="11520" y="2987"/>
                    <a:pt x="11520" y="2987"/>
                  </a:cubicBezTo>
                  <a:cubicBezTo>
                    <a:pt x="11520" y="2987"/>
                    <a:pt x="11520" y="2987"/>
                    <a:pt x="11520" y="2987"/>
                  </a:cubicBezTo>
                  <a:cubicBezTo>
                    <a:pt x="11039" y="2527"/>
                    <a:pt x="11039" y="2527"/>
                    <a:pt x="11039" y="2527"/>
                  </a:cubicBezTo>
                  <a:cubicBezTo>
                    <a:pt x="11520" y="2297"/>
                    <a:pt x="11520" y="2297"/>
                    <a:pt x="11520" y="2297"/>
                  </a:cubicBezTo>
                  <a:cubicBezTo>
                    <a:pt x="11520" y="2527"/>
                    <a:pt x="11520" y="2527"/>
                    <a:pt x="11520" y="2527"/>
                  </a:cubicBezTo>
                  <a:cubicBezTo>
                    <a:pt x="11760" y="2527"/>
                    <a:pt x="11760" y="2527"/>
                    <a:pt x="11760" y="2527"/>
                  </a:cubicBezTo>
                  <a:cubicBezTo>
                    <a:pt x="11760" y="2527"/>
                    <a:pt x="11760" y="2527"/>
                    <a:pt x="11760" y="2527"/>
                  </a:cubicBezTo>
                  <a:cubicBezTo>
                    <a:pt x="11520" y="2527"/>
                    <a:pt x="11520" y="2527"/>
                    <a:pt x="11520" y="2527"/>
                  </a:cubicBezTo>
                  <a:cubicBezTo>
                    <a:pt x="11520" y="2757"/>
                    <a:pt x="11520" y="2757"/>
                    <a:pt x="11520" y="2757"/>
                  </a:cubicBezTo>
                  <a:close/>
                  <a:moveTo>
                    <a:pt x="12240" y="2297"/>
                  </a:moveTo>
                  <a:cubicBezTo>
                    <a:pt x="12000" y="2527"/>
                    <a:pt x="12000" y="2527"/>
                    <a:pt x="12000" y="2527"/>
                  </a:cubicBezTo>
                  <a:cubicBezTo>
                    <a:pt x="11760" y="2297"/>
                    <a:pt x="11760" y="2297"/>
                    <a:pt x="11760" y="2297"/>
                  </a:cubicBezTo>
                  <a:cubicBezTo>
                    <a:pt x="11760" y="2068"/>
                    <a:pt x="11760" y="2068"/>
                    <a:pt x="11760" y="2068"/>
                  </a:cubicBezTo>
                  <a:cubicBezTo>
                    <a:pt x="11760" y="1838"/>
                    <a:pt x="11760" y="1838"/>
                    <a:pt x="11760" y="1838"/>
                  </a:cubicBezTo>
                  <a:cubicBezTo>
                    <a:pt x="12000" y="1838"/>
                    <a:pt x="12000" y="1838"/>
                    <a:pt x="12000" y="1838"/>
                  </a:cubicBezTo>
                  <a:cubicBezTo>
                    <a:pt x="12000" y="2068"/>
                    <a:pt x="12000" y="2068"/>
                    <a:pt x="12000" y="2068"/>
                  </a:cubicBezTo>
                  <a:cubicBezTo>
                    <a:pt x="12240" y="2297"/>
                    <a:pt x="12240" y="2297"/>
                    <a:pt x="12240" y="2297"/>
                  </a:cubicBezTo>
                  <a:cubicBezTo>
                    <a:pt x="12240" y="2297"/>
                    <a:pt x="12240" y="2297"/>
                    <a:pt x="12240" y="2297"/>
                  </a:cubicBezTo>
                  <a:close/>
                  <a:moveTo>
                    <a:pt x="12720" y="2527"/>
                  </a:moveTo>
                  <a:cubicBezTo>
                    <a:pt x="12720" y="2527"/>
                    <a:pt x="12720" y="2527"/>
                    <a:pt x="12720" y="2527"/>
                  </a:cubicBezTo>
                  <a:cubicBezTo>
                    <a:pt x="12479" y="2527"/>
                    <a:pt x="12479" y="2527"/>
                    <a:pt x="12479" y="2527"/>
                  </a:cubicBezTo>
                  <a:cubicBezTo>
                    <a:pt x="12479" y="2068"/>
                    <a:pt x="12479" y="2068"/>
                    <a:pt x="12479" y="2068"/>
                  </a:cubicBezTo>
                  <a:cubicBezTo>
                    <a:pt x="12720" y="2068"/>
                    <a:pt x="12720" y="2068"/>
                    <a:pt x="12720" y="2068"/>
                  </a:cubicBezTo>
                  <a:cubicBezTo>
                    <a:pt x="12960" y="2068"/>
                    <a:pt x="12960" y="2068"/>
                    <a:pt x="12960" y="2068"/>
                  </a:cubicBezTo>
                  <a:cubicBezTo>
                    <a:pt x="12720" y="2297"/>
                    <a:pt x="12720" y="2297"/>
                    <a:pt x="12720" y="2297"/>
                  </a:cubicBezTo>
                  <a:cubicBezTo>
                    <a:pt x="12960" y="2527"/>
                    <a:pt x="12960" y="2527"/>
                    <a:pt x="12960" y="2527"/>
                  </a:cubicBezTo>
                  <a:cubicBezTo>
                    <a:pt x="12720" y="2527"/>
                    <a:pt x="12720" y="2527"/>
                    <a:pt x="12720" y="2527"/>
                  </a:cubicBezTo>
                  <a:close/>
                  <a:moveTo>
                    <a:pt x="14399" y="1838"/>
                  </a:moveTo>
                  <a:cubicBezTo>
                    <a:pt x="14160" y="1838"/>
                    <a:pt x="14160" y="1838"/>
                    <a:pt x="14160" y="1838"/>
                  </a:cubicBezTo>
                  <a:cubicBezTo>
                    <a:pt x="13919" y="1838"/>
                    <a:pt x="13919" y="1838"/>
                    <a:pt x="13919" y="1838"/>
                  </a:cubicBezTo>
                  <a:cubicBezTo>
                    <a:pt x="14160" y="1608"/>
                    <a:pt x="14160" y="1608"/>
                    <a:pt x="14160" y="1608"/>
                  </a:cubicBezTo>
                  <a:cubicBezTo>
                    <a:pt x="14399" y="1608"/>
                    <a:pt x="14399" y="1608"/>
                    <a:pt x="14399" y="1608"/>
                  </a:cubicBezTo>
                  <a:cubicBezTo>
                    <a:pt x="14399" y="1838"/>
                    <a:pt x="14399" y="1838"/>
                    <a:pt x="14399" y="1838"/>
                  </a:cubicBezTo>
                  <a:cubicBezTo>
                    <a:pt x="14399" y="1838"/>
                    <a:pt x="14399" y="1838"/>
                    <a:pt x="14399" y="1838"/>
                  </a:cubicBezTo>
                  <a:close/>
                  <a:moveTo>
                    <a:pt x="14639" y="1838"/>
                  </a:moveTo>
                  <a:cubicBezTo>
                    <a:pt x="14399" y="1608"/>
                    <a:pt x="14399" y="1608"/>
                    <a:pt x="14399" y="1608"/>
                  </a:cubicBezTo>
                  <a:cubicBezTo>
                    <a:pt x="14879" y="1148"/>
                    <a:pt x="14879" y="1148"/>
                    <a:pt x="14879" y="1148"/>
                  </a:cubicBezTo>
                  <a:cubicBezTo>
                    <a:pt x="14879" y="1378"/>
                    <a:pt x="14879" y="1378"/>
                    <a:pt x="14879" y="1378"/>
                  </a:cubicBezTo>
                  <a:cubicBezTo>
                    <a:pt x="14639" y="1608"/>
                    <a:pt x="14639" y="1608"/>
                    <a:pt x="14639" y="1608"/>
                  </a:cubicBezTo>
                  <a:cubicBezTo>
                    <a:pt x="14639" y="1838"/>
                    <a:pt x="14639" y="1838"/>
                    <a:pt x="14639" y="1838"/>
                  </a:cubicBezTo>
                  <a:close/>
                  <a:moveTo>
                    <a:pt x="14160" y="1378"/>
                  </a:moveTo>
                  <a:cubicBezTo>
                    <a:pt x="14160" y="1378"/>
                    <a:pt x="14160" y="1378"/>
                    <a:pt x="14160" y="1378"/>
                  </a:cubicBezTo>
                  <a:cubicBezTo>
                    <a:pt x="13680" y="1378"/>
                    <a:pt x="13680" y="1378"/>
                    <a:pt x="13680" y="1378"/>
                  </a:cubicBezTo>
                  <a:cubicBezTo>
                    <a:pt x="13680" y="1148"/>
                    <a:pt x="13680" y="1148"/>
                    <a:pt x="13680" y="1148"/>
                  </a:cubicBezTo>
                  <a:cubicBezTo>
                    <a:pt x="13919" y="1148"/>
                    <a:pt x="13919" y="1148"/>
                    <a:pt x="13919" y="1148"/>
                  </a:cubicBezTo>
                  <a:cubicBezTo>
                    <a:pt x="13919" y="1148"/>
                    <a:pt x="13919" y="1148"/>
                    <a:pt x="13919" y="1148"/>
                  </a:cubicBezTo>
                  <a:cubicBezTo>
                    <a:pt x="14160" y="1148"/>
                    <a:pt x="14160" y="1148"/>
                    <a:pt x="14160" y="1148"/>
                  </a:cubicBezTo>
                  <a:cubicBezTo>
                    <a:pt x="14160" y="1148"/>
                    <a:pt x="14160" y="1148"/>
                    <a:pt x="14160" y="1148"/>
                  </a:cubicBezTo>
                  <a:cubicBezTo>
                    <a:pt x="14399" y="1148"/>
                    <a:pt x="14399" y="1148"/>
                    <a:pt x="14399" y="1148"/>
                  </a:cubicBezTo>
                  <a:cubicBezTo>
                    <a:pt x="14639" y="919"/>
                    <a:pt x="14639" y="919"/>
                    <a:pt x="14639" y="919"/>
                  </a:cubicBezTo>
                  <a:cubicBezTo>
                    <a:pt x="14639" y="919"/>
                    <a:pt x="14639" y="919"/>
                    <a:pt x="14639" y="919"/>
                  </a:cubicBezTo>
                  <a:cubicBezTo>
                    <a:pt x="14160" y="1378"/>
                    <a:pt x="14160" y="1378"/>
                    <a:pt x="14160" y="1378"/>
                  </a:cubicBezTo>
                  <a:close/>
                  <a:moveTo>
                    <a:pt x="14879" y="1148"/>
                  </a:moveTo>
                  <a:cubicBezTo>
                    <a:pt x="14879" y="1148"/>
                    <a:pt x="15119" y="919"/>
                    <a:pt x="15119" y="919"/>
                  </a:cubicBezTo>
                  <a:cubicBezTo>
                    <a:pt x="15360" y="1148"/>
                    <a:pt x="15360" y="1148"/>
                    <a:pt x="15360" y="1148"/>
                  </a:cubicBezTo>
                  <a:cubicBezTo>
                    <a:pt x="15360" y="1378"/>
                    <a:pt x="15360" y="1378"/>
                    <a:pt x="15360" y="1378"/>
                  </a:cubicBezTo>
                  <a:cubicBezTo>
                    <a:pt x="15119" y="1378"/>
                    <a:pt x="15119" y="1378"/>
                    <a:pt x="15119" y="1378"/>
                  </a:cubicBezTo>
                  <a:cubicBezTo>
                    <a:pt x="15119" y="1148"/>
                    <a:pt x="15119" y="1148"/>
                    <a:pt x="15119" y="1148"/>
                  </a:cubicBezTo>
                  <a:cubicBezTo>
                    <a:pt x="14879" y="1148"/>
                    <a:pt x="14879" y="1148"/>
                    <a:pt x="14879" y="1148"/>
                  </a:cubicBezTo>
                  <a:close/>
                  <a:moveTo>
                    <a:pt x="15360" y="689"/>
                  </a:moveTo>
                  <a:cubicBezTo>
                    <a:pt x="15360" y="689"/>
                    <a:pt x="15360" y="689"/>
                    <a:pt x="15360" y="689"/>
                  </a:cubicBezTo>
                  <a:cubicBezTo>
                    <a:pt x="15360" y="689"/>
                    <a:pt x="15360" y="689"/>
                    <a:pt x="15360" y="689"/>
                  </a:cubicBezTo>
                  <a:cubicBezTo>
                    <a:pt x="15119" y="459"/>
                    <a:pt x="15119" y="459"/>
                    <a:pt x="15119" y="459"/>
                  </a:cubicBezTo>
                  <a:cubicBezTo>
                    <a:pt x="15360" y="459"/>
                    <a:pt x="15360" y="459"/>
                    <a:pt x="15360" y="459"/>
                  </a:cubicBezTo>
                  <a:cubicBezTo>
                    <a:pt x="15360" y="689"/>
                    <a:pt x="15360" y="689"/>
                    <a:pt x="15360" y="689"/>
                  </a:cubicBezTo>
                  <a:close/>
                  <a:moveTo>
                    <a:pt x="15839" y="229"/>
                  </a:moveTo>
                  <a:cubicBezTo>
                    <a:pt x="15839" y="229"/>
                    <a:pt x="15839" y="229"/>
                    <a:pt x="15839" y="229"/>
                  </a:cubicBezTo>
                  <a:cubicBezTo>
                    <a:pt x="15839" y="229"/>
                    <a:pt x="15839" y="229"/>
                    <a:pt x="15839" y="229"/>
                  </a:cubicBezTo>
                  <a:cubicBezTo>
                    <a:pt x="16079" y="229"/>
                    <a:pt x="16079" y="229"/>
                    <a:pt x="16079" y="229"/>
                  </a:cubicBezTo>
                  <a:cubicBezTo>
                    <a:pt x="15839" y="229"/>
                    <a:pt x="15839" y="229"/>
                    <a:pt x="15839" y="229"/>
                  </a:cubicBezTo>
                  <a:close/>
                  <a:moveTo>
                    <a:pt x="16079" y="459"/>
                  </a:moveTo>
                  <a:cubicBezTo>
                    <a:pt x="16079" y="459"/>
                    <a:pt x="16079" y="459"/>
                    <a:pt x="16079" y="459"/>
                  </a:cubicBezTo>
                  <a:cubicBezTo>
                    <a:pt x="16319" y="229"/>
                    <a:pt x="16319" y="229"/>
                    <a:pt x="16319" y="229"/>
                  </a:cubicBezTo>
                  <a:cubicBezTo>
                    <a:pt x="16319" y="229"/>
                    <a:pt x="16319" y="229"/>
                    <a:pt x="16319" y="229"/>
                  </a:cubicBezTo>
                  <a:cubicBezTo>
                    <a:pt x="16560" y="229"/>
                    <a:pt x="16560" y="229"/>
                    <a:pt x="16560" y="229"/>
                  </a:cubicBezTo>
                  <a:cubicBezTo>
                    <a:pt x="16560" y="0"/>
                    <a:pt x="16560" y="0"/>
                    <a:pt x="16560" y="0"/>
                  </a:cubicBezTo>
                  <a:cubicBezTo>
                    <a:pt x="16560" y="229"/>
                    <a:pt x="16560" y="229"/>
                    <a:pt x="16560" y="229"/>
                  </a:cubicBezTo>
                  <a:cubicBezTo>
                    <a:pt x="16799" y="229"/>
                    <a:pt x="16799" y="229"/>
                    <a:pt x="16799" y="229"/>
                  </a:cubicBezTo>
                  <a:cubicBezTo>
                    <a:pt x="16799" y="459"/>
                    <a:pt x="16799" y="459"/>
                    <a:pt x="16799" y="459"/>
                  </a:cubicBezTo>
                  <a:cubicBezTo>
                    <a:pt x="17040" y="459"/>
                    <a:pt x="17040" y="459"/>
                    <a:pt x="17040" y="459"/>
                  </a:cubicBezTo>
                  <a:cubicBezTo>
                    <a:pt x="16799" y="689"/>
                    <a:pt x="16799" y="689"/>
                    <a:pt x="16799" y="689"/>
                  </a:cubicBezTo>
                  <a:cubicBezTo>
                    <a:pt x="16560" y="689"/>
                    <a:pt x="16560" y="689"/>
                    <a:pt x="16560" y="689"/>
                  </a:cubicBezTo>
                  <a:cubicBezTo>
                    <a:pt x="16319" y="459"/>
                    <a:pt x="16319" y="459"/>
                    <a:pt x="16319" y="459"/>
                  </a:cubicBezTo>
                  <a:lnTo>
                    <a:pt x="16079" y="4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8" name="AutoShape 36"/>
            <p:cNvSpPr>
              <a:spLocks/>
            </p:cNvSpPr>
            <p:nvPr/>
          </p:nvSpPr>
          <p:spPr bwMode="auto">
            <a:xfrm>
              <a:off x="2251827" y="2273442"/>
              <a:ext cx="668701" cy="1327158"/>
            </a:xfrm>
            <a:custGeom>
              <a:avLst/>
              <a:gdLst>
                <a:gd name="T0" fmla="*/ 334351 w 21600"/>
                <a:gd name="T1" fmla="*/ 663579 h 21600"/>
                <a:gd name="T2" fmla="*/ 334351 w 21600"/>
                <a:gd name="T3" fmla="*/ 663579 h 21600"/>
                <a:gd name="T4" fmla="*/ 334351 w 21600"/>
                <a:gd name="T5" fmla="*/ 663579 h 21600"/>
                <a:gd name="T6" fmla="*/ 334351 w 21600"/>
                <a:gd name="T7" fmla="*/ 66357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20" y="16359"/>
                  </a:moveTo>
                  <a:lnTo>
                    <a:pt x="910" y="16615"/>
                  </a:lnTo>
                  <a:lnTo>
                    <a:pt x="1431" y="16615"/>
                  </a:lnTo>
                  <a:lnTo>
                    <a:pt x="910" y="15912"/>
                  </a:lnTo>
                  <a:lnTo>
                    <a:pt x="910" y="15401"/>
                  </a:lnTo>
                  <a:lnTo>
                    <a:pt x="1431" y="15401"/>
                  </a:lnTo>
                  <a:lnTo>
                    <a:pt x="910" y="15209"/>
                  </a:lnTo>
                  <a:lnTo>
                    <a:pt x="1951" y="15209"/>
                  </a:lnTo>
                  <a:lnTo>
                    <a:pt x="1951" y="14698"/>
                  </a:lnTo>
                  <a:lnTo>
                    <a:pt x="2342" y="14442"/>
                  </a:lnTo>
                  <a:lnTo>
                    <a:pt x="1951" y="14250"/>
                  </a:lnTo>
                  <a:lnTo>
                    <a:pt x="1951" y="13739"/>
                  </a:lnTo>
                  <a:lnTo>
                    <a:pt x="1431" y="13547"/>
                  </a:lnTo>
                  <a:lnTo>
                    <a:pt x="1431" y="13292"/>
                  </a:lnTo>
                  <a:lnTo>
                    <a:pt x="2342" y="13292"/>
                  </a:lnTo>
                  <a:lnTo>
                    <a:pt x="2342" y="12781"/>
                  </a:lnTo>
                  <a:lnTo>
                    <a:pt x="2862" y="12589"/>
                  </a:lnTo>
                  <a:lnTo>
                    <a:pt x="1951" y="12333"/>
                  </a:lnTo>
                  <a:lnTo>
                    <a:pt x="1431" y="12078"/>
                  </a:lnTo>
                  <a:lnTo>
                    <a:pt x="1431" y="11119"/>
                  </a:lnTo>
                  <a:lnTo>
                    <a:pt x="910" y="10927"/>
                  </a:lnTo>
                  <a:lnTo>
                    <a:pt x="1431" y="10416"/>
                  </a:lnTo>
                  <a:lnTo>
                    <a:pt x="910" y="9969"/>
                  </a:lnTo>
                  <a:lnTo>
                    <a:pt x="910" y="9010"/>
                  </a:lnTo>
                  <a:lnTo>
                    <a:pt x="1431" y="8755"/>
                  </a:lnTo>
                  <a:lnTo>
                    <a:pt x="1951" y="8563"/>
                  </a:lnTo>
                  <a:lnTo>
                    <a:pt x="2342" y="8755"/>
                  </a:lnTo>
                  <a:lnTo>
                    <a:pt x="3383" y="8755"/>
                  </a:lnTo>
                  <a:lnTo>
                    <a:pt x="3773" y="8563"/>
                  </a:lnTo>
                  <a:lnTo>
                    <a:pt x="3773" y="8052"/>
                  </a:lnTo>
                  <a:lnTo>
                    <a:pt x="3383" y="8052"/>
                  </a:lnTo>
                  <a:lnTo>
                    <a:pt x="3383" y="7860"/>
                  </a:lnTo>
                  <a:lnTo>
                    <a:pt x="4293" y="6901"/>
                  </a:lnTo>
                  <a:lnTo>
                    <a:pt x="4293" y="6198"/>
                  </a:lnTo>
                  <a:lnTo>
                    <a:pt x="4814" y="5943"/>
                  </a:lnTo>
                  <a:lnTo>
                    <a:pt x="4814" y="5431"/>
                  </a:lnTo>
                  <a:lnTo>
                    <a:pt x="4293" y="5431"/>
                  </a:lnTo>
                  <a:lnTo>
                    <a:pt x="4293" y="5240"/>
                  </a:lnTo>
                  <a:lnTo>
                    <a:pt x="4814" y="4984"/>
                  </a:lnTo>
                  <a:lnTo>
                    <a:pt x="5725" y="4984"/>
                  </a:lnTo>
                  <a:lnTo>
                    <a:pt x="6245" y="4728"/>
                  </a:lnTo>
                  <a:lnTo>
                    <a:pt x="6766" y="4281"/>
                  </a:lnTo>
                  <a:lnTo>
                    <a:pt x="7156" y="3770"/>
                  </a:lnTo>
                  <a:lnTo>
                    <a:pt x="7677" y="3578"/>
                  </a:lnTo>
                  <a:lnTo>
                    <a:pt x="7156" y="3323"/>
                  </a:lnTo>
                  <a:lnTo>
                    <a:pt x="7156" y="2620"/>
                  </a:lnTo>
                  <a:lnTo>
                    <a:pt x="7677" y="2620"/>
                  </a:lnTo>
                  <a:lnTo>
                    <a:pt x="7677" y="2364"/>
                  </a:lnTo>
                  <a:lnTo>
                    <a:pt x="8197" y="2172"/>
                  </a:lnTo>
                  <a:lnTo>
                    <a:pt x="8197" y="1917"/>
                  </a:lnTo>
                  <a:lnTo>
                    <a:pt x="10149" y="1917"/>
                  </a:lnTo>
                  <a:lnTo>
                    <a:pt x="9628" y="1661"/>
                  </a:lnTo>
                  <a:lnTo>
                    <a:pt x="10149" y="1405"/>
                  </a:lnTo>
                  <a:lnTo>
                    <a:pt x="9628" y="1214"/>
                  </a:lnTo>
                  <a:lnTo>
                    <a:pt x="10149" y="958"/>
                  </a:lnTo>
                  <a:lnTo>
                    <a:pt x="11580" y="958"/>
                  </a:lnTo>
                  <a:lnTo>
                    <a:pt x="11971" y="1214"/>
                  </a:lnTo>
                  <a:lnTo>
                    <a:pt x="13402" y="1214"/>
                  </a:lnTo>
                  <a:lnTo>
                    <a:pt x="13402" y="958"/>
                  </a:lnTo>
                  <a:lnTo>
                    <a:pt x="13012" y="958"/>
                  </a:lnTo>
                  <a:lnTo>
                    <a:pt x="13012" y="702"/>
                  </a:lnTo>
                  <a:lnTo>
                    <a:pt x="13402" y="511"/>
                  </a:lnTo>
                  <a:lnTo>
                    <a:pt x="13402" y="255"/>
                  </a:lnTo>
                  <a:lnTo>
                    <a:pt x="13012" y="255"/>
                  </a:lnTo>
                  <a:lnTo>
                    <a:pt x="13012" y="0"/>
                  </a:lnTo>
                  <a:lnTo>
                    <a:pt x="13922" y="0"/>
                  </a:lnTo>
                  <a:lnTo>
                    <a:pt x="14443" y="255"/>
                  </a:lnTo>
                  <a:lnTo>
                    <a:pt x="14963" y="255"/>
                  </a:lnTo>
                  <a:lnTo>
                    <a:pt x="16395" y="958"/>
                  </a:lnTo>
                  <a:lnTo>
                    <a:pt x="17306" y="958"/>
                  </a:lnTo>
                  <a:lnTo>
                    <a:pt x="17826" y="1214"/>
                  </a:lnTo>
                  <a:lnTo>
                    <a:pt x="18346" y="1214"/>
                  </a:lnTo>
                  <a:lnTo>
                    <a:pt x="18346" y="1405"/>
                  </a:lnTo>
                  <a:lnTo>
                    <a:pt x="18737" y="1405"/>
                  </a:lnTo>
                  <a:lnTo>
                    <a:pt x="19778" y="1917"/>
                  </a:lnTo>
                  <a:lnTo>
                    <a:pt x="19257" y="1917"/>
                  </a:lnTo>
                  <a:lnTo>
                    <a:pt x="19778" y="2364"/>
                  </a:lnTo>
                  <a:lnTo>
                    <a:pt x="19257" y="2620"/>
                  </a:lnTo>
                  <a:lnTo>
                    <a:pt x="20168" y="2620"/>
                  </a:lnTo>
                  <a:lnTo>
                    <a:pt x="20168" y="2875"/>
                  </a:lnTo>
                  <a:lnTo>
                    <a:pt x="19778" y="3067"/>
                  </a:lnTo>
                  <a:lnTo>
                    <a:pt x="20168" y="3323"/>
                  </a:lnTo>
                  <a:lnTo>
                    <a:pt x="20168" y="4984"/>
                  </a:lnTo>
                  <a:lnTo>
                    <a:pt x="20689" y="4984"/>
                  </a:lnTo>
                  <a:lnTo>
                    <a:pt x="21600" y="5431"/>
                  </a:lnTo>
                  <a:lnTo>
                    <a:pt x="21209" y="5687"/>
                  </a:lnTo>
                  <a:lnTo>
                    <a:pt x="20689" y="5687"/>
                  </a:lnTo>
                  <a:lnTo>
                    <a:pt x="20689" y="5431"/>
                  </a:lnTo>
                  <a:lnTo>
                    <a:pt x="20168" y="5687"/>
                  </a:lnTo>
                  <a:lnTo>
                    <a:pt x="19257" y="5687"/>
                  </a:lnTo>
                  <a:lnTo>
                    <a:pt x="18737" y="5431"/>
                  </a:lnTo>
                  <a:lnTo>
                    <a:pt x="18737" y="5687"/>
                  </a:lnTo>
                  <a:lnTo>
                    <a:pt x="18346" y="5431"/>
                  </a:lnTo>
                  <a:lnTo>
                    <a:pt x="18346" y="5687"/>
                  </a:lnTo>
                  <a:lnTo>
                    <a:pt x="17826" y="5943"/>
                  </a:lnTo>
                  <a:lnTo>
                    <a:pt x="17306" y="5943"/>
                  </a:lnTo>
                  <a:lnTo>
                    <a:pt x="17306" y="6198"/>
                  </a:lnTo>
                  <a:lnTo>
                    <a:pt x="17826" y="6198"/>
                  </a:lnTo>
                  <a:lnTo>
                    <a:pt x="17306" y="6390"/>
                  </a:lnTo>
                  <a:lnTo>
                    <a:pt x="16785" y="6198"/>
                  </a:lnTo>
                  <a:lnTo>
                    <a:pt x="16785" y="6390"/>
                  </a:lnTo>
                  <a:lnTo>
                    <a:pt x="16395" y="6390"/>
                  </a:lnTo>
                  <a:lnTo>
                    <a:pt x="16395" y="6646"/>
                  </a:lnTo>
                  <a:lnTo>
                    <a:pt x="16785" y="6646"/>
                  </a:lnTo>
                  <a:lnTo>
                    <a:pt x="16785" y="7349"/>
                  </a:lnTo>
                  <a:lnTo>
                    <a:pt x="16395" y="7349"/>
                  </a:lnTo>
                  <a:lnTo>
                    <a:pt x="16785" y="7604"/>
                  </a:lnTo>
                  <a:lnTo>
                    <a:pt x="17306" y="7604"/>
                  </a:lnTo>
                  <a:lnTo>
                    <a:pt x="16785" y="7860"/>
                  </a:lnTo>
                  <a:lnTo>
                    <a:pt x="17306" y="7860"/>
                  </a:lnTo>
                  <a:lnTo>
                    <a:pt x="16785" y="8052"/>
                  </a:lnTo>
                  <a:lnTo>
                    <a:pt x="16395" y="8307"/>
                  </a:lnTo>
                  <a:lnTo>
                    <a:pt x="16395" y="8563"/>
                  </a:lnTo>
                  <a:lnTo>
                    <a:pt x="15874" y="9010"/>
                  </a:lnTo>
                  <a:lnTo>
                    <a:pt x="14963" y="9010"/>
                  </a:lnTo>
                  <a:lnTo>
                    <a:pt x="14963" y="9266"/>
                  </a:lnTo>
                  <a:lnTo>
                    <a:pt x="15354" y="9266"/>
                  </a:lnTo>
                  <a:lnTo>
                    <a:pt x="14963" y="9521"/>
                  </a:lnTo>
                  <a:lnTo>
                    <a:pt x="14443" y="9713"/>
                  </a:lnTo>
                  <a:lnTo>
                    <a:pt x="13922" y="9521"/>
                  </a:lnTo>
                  <a:lnTo>
                    <a:pt x="13402" y="9713"/>
                  </a:lnTo>
                  <a:lnTo>
                    <a:pt x="13402" y="9969"/>
                  </a:lnTo>
                  <a:lnTo>
                    <a:pt x="13012" y="9969"/>
                  </a:lnTo>
                  <a:lnTo>
                    <a:pt x="13012" y="10224"/>
                  </a:lnTo>
                  <a:lnTo>
                    <a:pt x="12491" y="10224"/>
                  </a:lnTo>
                  <a:lnTo>
                    <a:pt x="12491" y="9969"/>
                  </a:lnTo>
                  <a:lnTo>
                    <a:pt x="11971" y="10224"/>
                  </a:lnTo>
                  <a:lnTo>
                    <a:pt x="12491" y="10416"/>
                  </a:lnTo>
                  <a:lnTo>
                    <a:pt x="11580" y="10672"/>
                  </a:lnTo>
                  <a:lnTo>
                    <a:pt x="11060" y="10672"/>
                  </a:lnTo>
                  <a:lnTo>
                    <a:pt x="11580" y="10927"/>
                  </a:lnTo>
                  <a:lnTo>
                    <a:pt x="11060" y="11119"/>
                  </a:lnTo>
                  <a:lnTo>
                    <a:pt x="10149" y="11119"/>
                  </a:lnTo>
                  <a:lnTo>
                    <a:pt x="10539" y="11375"/>
                  </a:lnTo>
                  <a:lnTo>
                    <a:pt x="10539" y="12078"/>
                  </a:lnTo>
                  <a:lnTo>
                    <a:pt x="11060" y="12333"/>
                  </a:lnTo>
                  <a:lnTo>
                    <a:pt x="11060" y="12589"/>
                  </a:lnTo>
                  <a:lnTo>
                    <a:pt x="10539" y="12333"/>
                  </a:lnTo>
                  <a:lnTo>
                    <a:pt x="10539" y="12781"/>
                  </a:lnTo>
                  <a:lnTo>
                    <a:pt x="10149" y="13036"/>
                  </a:lnTo>
                  <a:lnTo>
                    <a:pt x="10539" y="13036"/>
                  </a:lnTo>
                  <a:lnTo>
                    <a:pt x="10539" y="13292"/>
                  </a:lnTo>
                  <a:lnTo>
                    <a:pt x="10149" y="13547"/>
                  </a:lnTo>
                  <a:lnTo>
                    <a:pt x="10539" y="13739"/>
                  </a:lnTo>
                  <a:lnTo>
                    <a:pt x="11060" y="13739"/>
                  </a:lnTo>
                  <a:lnTo>
                    <a:pt x="11060" y="13995"/>
                  </a:lnTo>
                  <a:lnTo>
                    <a:pt x="11971" y="13995"/>
                  </a:lnTo>
                  <a:lnTo>
                    <a:pt x="12491" y="14250"/>
                  </a:lnTo>
                  <a:lnTo>
                    <a:pt x="13012" y="14442"/>
                  </a:lnTo>
                  <a:lnTo>
                    <a:pt x="13402" y="14698"/>
                  </a:lnTo>
                  <a:lnTo>
                    <a:pt x="13402" y="14953"/>
                  </a:lnTo>
                  <a:lnTo>
                    <a:pt x="13922" y="14953"/>
                  </a:lnTo>
                  <a:lnTo>
                    <a:pt x="13402" y="15401"/>
                  </a:lnTo>
                  <a:lnTo>
                    <a:pt x="13012" y="15656"/>
                  </a:lnTo>
                  <a:lnTo>
                    <a:pt x="13012" y="15912"/>
                  </a:lnTo>
                  <a:lnTo>
                    <a:pt x="12491" y="15912"/>
                  </a:lnTo>
                  <a:lnTo>
                    <a:pt x="11971" y="15656"/>
                  </a:lnTo>
                  <a:lnTo>
                    <a:pt x="11580" y="15656"/>
                  </a:lnTo>
                  <a:lnTo>
                    <a:pt x="11580" y="15401"/>
                  </a:lnTo>
                  <a:lnTo>
                    <a:pt x="11580" y="15656"/>
                  </a:lnTo>
                  <a:lnTo>
                    <a:pt x="11060" y="15656"/>
                  </a:lnTo>
                  <a:lnTo>
                    <a:pt x="11060" y="15401"/>
                  </a:lnTo>
                  <a:lnTo>
                    <a:pt x="10539" y="15401"/>
                  </a:lnTo>
                  <a:lnTo>
                    <a:pt x="10539" y="15656"/>
                  </a:lnTo>
                  <a:lnTo>
                    <a:pt x="9108" y="15656"/>
                  </a:lnTo>
                  <a:lnTo>
                    <a:pt x="9108" y="15912"/>
                  </a:lnTo>
                  <a:lnTo>
                    <a:pt x="9628" y="15912"/>
                  </a:lnTo>
                  <a:lnTo>
                    <a:pt x="10149" y="15656"/>
                  </a:lnTo>
                  <a:lnTo>
                    <a:pt x="10539" y="15656"/>
                  </a:lnTo>
                  <a:lnTo>
                    <a:pt x="10539" y="15912"/>
                  </a:lnTo>
                  <a:lnTo>
                    <a:pt x="11060" y="15912"/>
                  </a:lnTo>
                  <a:lnTo>
                    <a:pt x="11580" y="16104"/>
                  </a:lnTo>
                  <a:lnTo>
                    <a:pt x="11580" y="15912"/>
                  </a:lnTo>
                  <a:lnTo>
                    <a:pt x="13012" y="15912"/>
                  </a:lnTo>
                  <a:lnTo>
                    <a:pt x="13012" y="16359"/>
                  </a:lnTo>
                  <a:lnTo>
                    <a:pt x="12491" y="16359"/>
                  </a:lnTo>
                  <a:lnTo>
                    <a:pt x="11971" y="16615"/>
                  </a:lnTo>
                  <a:lnTo>
                    <a:pt x="11971" y="16359"/>
                  </a:lnTo>
                  <a:lnTo>
                    <a:pt x="11580" y="16359"/>
                  </a:lnTo>
                  <a:lnTo>
                    <a:pt x="11971" y="16615"/>
                  </a:lnTo>
                  <a:lnTo>
                    <a:pt x="11580" y="16615"/>
                  </a:lnTo>
                  <a:lnTo>
                    <a:pt x="11060" y="16871"/>
                  </a:lnTo>
                  <a:lnTo>
                    <a:pt x="10539" y="17062"/>
                  </a:lnTo>
                  <a:lnTo>
                    <a:pt x="10149" y="17062"/>
                  </a:lnTo>
                  <a:lnTo>
                    <a:pt x="10539" y="17062"/>
                  </a:lnTo>
                  <a:lnTo>
                    <a:pt x="11060" y="17318"/>
                  </a:lnTo>
                  <a:lnTo>
                    <a:pt x="10149" y="17318"/>
                  </a:lnTo>
                  <a:lnTo>
                    <a:pt x="10539" y="17573"/>
                  </a:lnTo>
                  <a:lnTo>
                    <a:pt x="10539" y="17765"/>
                  </a:lnTo>
                  <a:lnTo>
                    <a:pt x="11060" y="18021"/>
                  </a:lnTo>
                  <a:lnTo>
                    <a:pt x="10149" y="18021"/>
                  </a:lnTo>
                  <a:lnTo>
                    <a:pt x="10149" y="18276"/>
                  </a:lnTo>
                  <a:lnTo>
                    <a:pt x="10539" y="18468"/>
                  </a:lnTo>
                  <a:lnTo>
                    <a:pt x="10149" y="18468"/>
                  </a:lnTo>
                  <a:lnTo>
                    <a:pt x="10539" y="18724"/>
                  </a:lnTo>
                  <a:lnTo>
                    <a:pt x="10149" y="18979"/>
                  </a:lnTo>
                  <a:lnTo>
                    <a:pt x="10149" y="19235"/>
                  </a:lnTo>
                  <a:lnTo>
                    <a:pt x="10539" y="19235"/>
                  </a:lnTo>
                  <a:lnTo>
                    <a:pt x="10149" y="19427"/>
                  </a:lnTo>
                  <a:lnTo>
                    <a:pt x="10149" y="19938"/>
                  </a:lnTo>
                  <a:lnTo>
                    <a:pt x="9628" y="19938"/>
                  </a:lnTo>
                  <a:lnTo>
                    <a:pt x="9628" y="20385"/>
                  </a:lnTo>
                  <a:lnTo>
                    <a:pt x="9108" y="20641"/>
                  </a:lnTo>
                  <a:lnTo>
                    <a:pt x="8587" y="20385"/>
                  </a:lnTo>
                  <a:lnTo>
                    <a:pt x="8197" y="20641"/>
                  </a:lnTo>
                  <a:lnTo>
                    <a:pt x="7156" y="20385"/>
                  </a:lnTo>
                  <a:lnTo>
                    <a:pt x="7156" y="20641"/>
                  </a:lnTo>
                  <a:lnTo>
                    <a:pt x="6245" y="20641"/>
                  </a:lnTo>
                  <a:lnTo>
                    <a:pt x="6245" y="21344"/>
                  </a:lnTo>
                  <a:lnTo>
                    <a:pt x="5334" y="21344"/>
                  </a:lnTo>
                  <a:lnTo>
                    <a:pt x="4293" y="21600"/>
                  </a:lnTo>
                  <a:lnTo>
                    <a:pt x="3773" y="21600"/>
                  </a:lnTo>
                  <a:lnTo>
                    <a:pt x="3773" y="20897"/>
                  </a:lnTo>
                  <a:lnTo>
                    <a:pt x="3383" y="20641"/>
                  </a:lnTo>
                  <a:lnTo>
                    <a:pt x="2862" y="20385"/>
                  </a:lnTo>
                  <a:lnTo>
                    <a:pt x="3773" y="20385"/>
                  </a:lnTo>
                  <a:lnTo>
                    <a:pt x="3773" y="19938"/>
                  </a:lnTo>
                  <a:lnTo>
                    <a:pt x="3383" y="19938"/>
                  </a:lnTo>
                  <a:lnTo>
                    <a:pt x="2342" y="19427"/>
                  </a:lnTo>
                  <a:lnTo>
                    <a:pt x="2342" y="19235"/>
                  </a:lnTo>
                  <a:lnTo>
                    <a:pt x="1951" y="18979"/>
                  </a:lnTo>
                  <a:lnTo>
                    <a:pt x="1951" y="18724"/>
                  </a:lnTo>
                  <a:lnTo>
                    <a:pt x="1431" y="18468"/>
                  </a:lnTo>
                  <a:lnTo>
                    <a:pt x="910" y="18468"/>
                  </a:lnTo>
                  <a:lnTo>
                    <a:pt x="910" y="17765"/>
                  </a:lnTo>
                  <a:lnTo>
                    <a:pt x="1431" y="17573"/>
                  </a:lnTo>
                  <a:lnTo>
                    <a:pt x="910" y="17573"/>
                  </a:lnTo>
                  <a:lnTo>
                    <a:pt x="910" y="17318"/>
                  </a:lnTo>
                  <a:lnTo>
                    <a:pt x="910" y="17573"/>
                  </a:lnTo>
                  <a:lnTo>
                    <a:pt x="1431" y="17573"/>
                  </a:lnTo>
                  <a:lnTo>
                    <a:pt x="910" y="17765"/>
                  </a:lnTo>
                  <a:lnTo>
                    <a:pt x="910" y="17573"/>
                  </a:lnTo>
                  <a:lnTo>
                    <a:pt x="520" y="17573"/>
                  </a:lnTo>
                  <a:lnTo>
                    <a:pt x="520" y="17062"/>
                  </a:lnTo>
                  <a:lnTo>
                    <a:pt x="0" y="16871"/>
                  </a:lnTo>
                  <a:lnTo>
                    <a:pt x="0" y="16615"/>
                  </a:lnTo>
                  <a:lnTo>
                    <a:pt x="520" y="16359"/>
                  </a:lnTo>
                  <a:close/>
                  <a:moveTo>
                    <a:pt x="13012" y="15912"/>
                  </a:moveTo>
                  <a:lnTo>
                    <a:pt x="13402" y="16104"/>
                  </a:lnTo>
                  <a:lnTo>
                    <a:pt x="13402" y="15912"/>
                  </a:lnTo>
                  <a:lnTo>
                    <a:pt x="13922" y="15656"/>
                  </a:lnTo>
                  <a:lnTo>
                    <a:pt x="13402" y="15656"/>
                  </a:lnTo>
                  <a:lnTo>
                    <a:pt x="13012" y="15912"/>
                  </a:lnTo>
                  <a:close/>
                  <a:moveTo>
                    <a:pt x="520" y="17765"/>
                  </a:moveTo>
                  <a:lnTo>
                    <a:pt x="520" y="18021"/>
                  </a:lnTo>
                  <a:lnTo>
                    <a:pt x="910" y="18021"/>
                  </a:lnTo>
                  <a:lnTo>
                    <a:pt x="910" y="17765"/>
                  </a:lnTo>
                  <a:lnTo>
                    <a:pt x="520" y="17765"/>
                  </a:lnTo>
                  <a:close/>
                  <a:moveTo>
                    <a:pt x="14963" y="17062"/>
                  </a:moveTo>
                  <a:lnTo>
                    <a:pt x="14963" y="17318"/>
                  </a:lnTo>
                  <a:lnTo>
                    <a:pt x="15354" y="17318"/>
                  </a:lnTo>
                  <a:lnTo>
                    <a:pt x="14963" y="17062"/>
                  </a:lnTo>
                  <a:close/>
                  <a:moveTo>
                    <a:pt x="14963" y="18021"/>
                  </a:moveTo>
                  <a:lnTo>
                    <a:pt x="15354" y="18276"/>
                  </a:lnTo>
                  <a:lnTo>
                    <a:pt x="15354" y="18021"/>
                  </a:lnTo>
                  <a:lnTo>
                    <a:pt x="15874" y="18021"/>
                  </a:lnTo>
                  <a:lnTo>
                    <a:pt x="14963" y="18021"/>
                  </a:lnTo>
                  <a:close/>
                  <a:moveTo>
                    <a:pt x="13402" y="19427"/>
                  </a:moveTo>
                  <a:lnTo>
                    <a:pt x="13922" y="19427"/>
                  </a:lnTo>
                  <a:lnTo>
                    <a:pt x="13922" y="19235"/>
                  </a:lnTo>
                  <a:lnTo>
                    <a:pt x="14963" y="18724"/>
                  </a:lnTo>
                  <a:lnTo>
                    <a:pt x="14443" y="18468"/>
                  </a:lnTo>
                  <a:lnTo>
                    <a:pt x="14963" y="18276"/>
                  </a:lnTo>
                  <a:lnTo>
                    <a:pt x="14963" y="18021"/>
                  </a:lnTo>
                  <a:lnTo>
                    <a:pt x="14443" y="18276"/>
                  </a:lnTo>
                  <a:lnTo>
                    <a:pt x="13922" y="18276"/>
                  </a:lnTo>
                  <a:lnTo>
                    <a:pt x="13402" y="18468"/>
                  </a:lnTo>
                  <a:lnTo>
                    <a:pt x="13402" y="19235"/>
                  </a:lnTo>
                  <a:lnTo>
                    <a:pt x="13922" y="19235"/>
                  </a:lnTo>
                  <a:lnTo>
                    <a:pt x="13402" y="19427"/>
                  </a:lnTo>
                  <a:close/>
                  <a:moveTo>
                    <a:pt x="10539" y="20130"/>
                  </a:moveTo>
                  <a:lnTo>
                    <a:pt x="10539" y="20385"/>
                  </a:lnTo>
                  <a:lnTo>
                    <a:pt x="11060" y="19938"/>
                  </a:lnTo>
                  <a:lnTo>
                    <a:pt x="11060" y="19427"/>
                  </a:lnTo>
                  <a:lnTo>
                    <a:pt x="11580" y="18979"/>
                  </a:lnTo>
                  <a:lnTo>
                    <a:pt x="11060" y="18979"/>
                  </a:lnTo>
                  <a:lnTo>
                    <a:pt x="11060" y="19235"/>
                  </a:lnTo>
                  <a:lnTo>
                    <a:pt x="10539" y="19427"/>
                  </a:lnTo>
                  <a:lnTo>
                    <a:pt x="10539" y="201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9" name="AutoShape 37"/>
            <p:cNvSpPr>
              <a:spLocks/>
            </p:cNvSpPr>
            <p:nvPr/>
          </p:nvSpPr>
          <p:spPr bwMode="auto">
            <a:xfrm>
              <a:off x="2682854" y="2143870"/>
              <a:ext cx="672730" cy="1048379"/>
            </a:xfrm>
            <a:custGeom>
              <a:avLst/>
              <a:gdLst>
                <a:gd name="T0" fmla="*/ 336365 w 21600"/>
                <a:gd name="T1" fmla="*/ 524190 h 21600"/>
                <a:gd name="T2" fmla="*/ 336365 w 21600"/>
                <a:gd name="T3" fmla="*/ 524190 h 21600"/>
                <a:gd name="T4" fmla="*/ 336365 w 21600"/>
                <a:gd name="T5" fmla="*/ 524190 h 21600"/>
                <a:gd name="T6" fmla="*/ 336365 w 21600"/>
                <a:gd name="T7" fmla="*/ 5241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79" y="20099"/>
                  </a:moveTo>
                  <a:cubicBezTo>
                    <a:pt x="16799" y="19799"/>
                    <a:pt x="16799" y="19799"/>
                    <a:pt x="16799" y="19799"/>
                  </a:cubicBezTo>
                  <a:cubicBezTo>
                    <a:pt x="17759" y="19199"/>
                    <a:pt x="17759" y="19199"/>
                    <a:pt x="17759" y="19199"/>
                  </a:cubicBezTo>
                  <a:cubicBezTo>
                    <a:pt x="18719" y="19199"/>
                    <a:pt x="18719" y="19199"/>
                    <a:pt x="18719" y="19199"/>
                  </a:cubicBezTo>
                  <a:cubicBezTo>
                    <a:pt x="19199" y="18599"/>
                    <a:pt x="19199" y="18599"/>
                    <a:pt x="19199" y="18599"/>
                  </a:cubicBezTo>
                  <a:cubicBezTo>
                    <a:pt x="19680" y="18000"/>
                    <a:pt x="19680" y="18000"/>
                    <a:pt x="19680" y="18000"/>
                  </a:cubicBezTo>
                  <a:cubicBezTo>
                    <a:pt x="20160" y="17400"/>
                    <a:pt x="20160" y="17400"/>
                    <a:pt x="20160" y="17400"/>
                  </a:cubicBezTo>
                  <a:cubicBezTo>
                    <a:pt x="21120" y="16500"/>
                    <a:pt x="21120" y="16500"/>
                    <a:pt x="21120" y="16500"/>
                  </a:cubicBezTo>
                  <a:cubicBezTo>
                    <a:pt x="21600" y="15900"/>
                    <a:pt x="21600" y="15900"/>
                    <a:pt x="21600" y="15900"/>
                  </a:cubicBezTo>
                  <a:cubicBezTo>
                    <a:pt x="21600" y="15300"/>
                    <a:pt x="21600" y="15300"/>
                    <a:pt x="21600" y="15300"/>
                  </a:cubicBezTo>
                  <a:cubicBezTo>
                    <a:pt x="20639" y="14700"/>
                    <a:pt x="20639" y="14700"/>
                    <a:pt x="20639" y="14700"/>
                  </a:cubicBezTo>
                  <a:cubicBezTo>
                    <a:pt x="20160" y="14700"/>
                    <a:pt x="20160" y="14700"/>
                    <a:pt x="20160" y="14700"/>
                  </a:cubicBezTo>
                  <a:cubicBezTo>
                    <a:pt x="19199" y="13800"/>
                    <a:pt x="19199" y="13800"/>
                    <a:pt x="19199" y="13800"/>
                  </a:cubicBezTo>
                  <a:cubicBezTo>
                    <a:pt x="19199" y="13500"/>
                    <a:pt x="19199" y="13500"/>
                    <a:pt x="19199" y="13500"/>
                  </a:cubicBezTo>
                  <a:cubicBezTo>
                    <a:pt x="19680" y="13200"/>
                    <a:pt x="19680" y="13200"/>
                    <a:pt x="19680" y="13200"/>
                  </a:cubicBezTo>
                  <a:cubicBezTo>
                    <a:pt x="19680" y="12899"/>
                    <a:pt x="19680" y="12899"/>
                    <a:pt x="19680" y="12899"/>
                  </a:cubicBezTo>
                  <a:cubicBezTo>
                    <a:pt x="18719" y="12599"/>
                    <a:pt x="18719" y="12599"/>
                    <a:pt x="18719" y="12599"/>
                  </a:cubicBezTo>
                  <a:cubicBezTo>
                    <a:pt x="18719" y="12300"/>
                    <a:pt x="18719" y="12300"/>
                    <a:pt x="18719" y="12300"/>
                  </a:cubicBezTo>
                  <a:cubicBezTo>
                    <a:pt x="18719" y="12000"/>
                    <a:pt x="18719" y="12000"/>
                    <a:pt x="18719" y="12000"/>
                  </a:cubicBezTo>
                  <a:cubicBezTo>
                    <a:pt x="18719" y="11699"/>
                    <a:pt x="18719" y="11699"/>
                    <a:pt x="18719" y="11699"/>
                  </a:cubicBezTo>
                  <a:cubicBezTo>
                    <a:pt x="18719" y="11699"/>
                    <a:pt x="18719" y="11699"/>
                    <a:pt x="18719" y="11699"/>
                  </a:cubicBezTo>
                  <a:cubicBezTo>
                    <a:pt x="18239" y="11399"/>
                    <a:pt x="18239" y="11399"/>
                    <a:pt x="18239" y="11399"/>
                  </a:cubicBezTo>
                  <a:cubicBezTo>
                    <a:pt x="17759" y="11399"/>
                    <a:pt x="17759" y="11399"/>
                    <a:pt x="17759" y="11399"/>
                  </a:cubicBezTo>
                  <a:cubicBezTo>
                    <a:pt x="17759" y="10800"/>
                    <a:pt x="17759" y="10800"/>
                    <a:pt x="17759" y="10800"/>
                  </a:cubicBezTo>
                  <a:cubicBezTo>
                    <a:pt x="18239" y="10800"/>
                    <a:pt x="18239" y="10800"/>
                    <a:pt x="18239" y="10800"/>
                  </a:cubicBezTo>
                  <a:cubicBezTo>
                    <a:pt x="17759" y="10800"/>
                    <a:pt x="17759" y="10800"/>
                    <a:pt x="17759" y="10800"/>
                  </a:cubicBezTo>
                  <a:cubicBezTo>
                    <a:pt x="17759" y="10500"/>
                    <a:pt x="17759" y="10500"/>
                    <a:pt x="17759" y="10500"/>
                  </a:cubicBezTo>
                  <a:cubicBezTo>
                    <a:pt x="17759" y="9599"/>
                    <a:pt x="17759" y="9599"/>
                    <a:pt x="17759" y="9599"/>
                  </a:cubicBezTo>
                  <a:cubicBezTo>
                    <a:pt x="18239" y="9599"/>
                    <a:pt x="18239" y="9599"/>
                    <a:pt x="18239" y="9599"/>
                  </a:cubicBezTo>
                  <a:cubicBezTo>
                    <a:pt x="17279" y="8400"/>
                    <a:pt x="17279" y="8400"/>
                    <a:pt x="17279" y="8400"/>
                  </a:cubicBezTo>
                  <a:cubicBezTo>
                    <a:pt x="16319" y="7500"/>
                    <a:pt x="16319" y="7500"/>
                    <a:pt x="16319" y="7500"/>
                  </a:cubicBezTo>
                  <a:cubicBezTo>
                    <a:pt x="16319" y="7200"/>
                    <a:pt x="16319" y="7200"/>
                    <a:pt x="16319" y="7200"/>
                  </a:cubicBezTo>
                  <a:cubicBezTo>
                    <a:pt x="15839" y="6900"/>
                    <a:pt x="15839" y="6900"/>
                    <a:pt x="15839" y="6900"/>
                  </a:cubicBezTo>
                  <a:cubicBezTo>
                    <a:pt x="15839" y="6299"/>
                    <a:pt x="15839" y="6299"/>
                    <a:pt x="15839" y="6299"/>
                  </a:cubicBezTo>
                  <a:cubicBezTo>
                    <a:pt x="16319" y="5699"/>
                    <a:pt x="16319" y="5699"/>
                    <a:pt x="16319" y="5699"/>
                  </a:cubicBezTo>
                  <a:cubicBezTo>
                    <a:pt x="16799" y="5400"/>
                    <a:pt x="16799" y="5400"/>
                    <a:pt x="16799" y="5400"/>
                  </a:cubicBezTo>
                  <a:cubicBezTo>
                    <a:pt x="16319" y="5400"/>
                    <a:pt x="16319" y="5400"/>
                    <a:pt x="16319" y="5400"/>
                  </a:cubicBezTo>
                  <a:cubicBezTo>
                    <a:pt x="15359" y="5100"/>
                    <a:pt x="15359" y="5100"/>
                    <a:pt x="15359" y="5100"/>
                  </a:cubicBezTo>
                  <a:cubicBezTo>
                    <a:pt x="15359" y="4799"/>
                    <a:pt x="15359" y="4799"/>
                    <a:pt x="15359" y="4799"/>
                  </a:cubicBezTo>
                  <a:cubicBezTo>
                    <a:pt x="14879" y="4500"/>
                    <a:pt x="14879" y="4500"/>
                    <a:pt x="14879" y="4500"/>
                  </a:cubicBezTo>
                  <a:cubicBezTo>
                    <a:pt x="14399" y="4200"/>
                    <a:pt x="14399" y="4200"/>
                    <a:pt x="14399" y="4200"/>
                  </a:cubicBezTo>
                  <a:cubicBezTo>
                    <a:pt x="13919" y="4200"/>
                    <a:pt x="13919" y="4200"/>
                    <a:pt x="13919" y="4200"/>
                  </a:cubicBezTo>
                  <a:cubicBezTo>
                    <a:pt x="13439" y="3600"/>
                    <a:pt x="13439" y="3600"/>
                    <a:pt x="13439" y="3600"/>
                  </a:cubicBezTo>
                  <a:cubicBezTo>
                    <a:pt x="13439" y="3600"/>
                    <a:pt x="13439" y="3600"/>
                    <a:pt x="13439" y="3600"/>
                  </a:cubicBezTo>
                  <a:cubicBezTo>
                    <a:pt x="13439" y="3000"/>
                    <a:pt x="13439" y="3000"/>
                    <a:pt x="13439" y="3000"/>
                  </a:cubicBezTo>
                  <a:cubicBezTo>
                    <a:pt x="13439" y="2700"/>
                    <a:pt x="13439" y="2700"/>
                    <a:pt x="13439" y="2700"/>
                  </a:cubicBezTo>
                  <a:cubicBezTo>
                    <a:pt x="13439" y="2700"/>
                    <a:pt x="13439" y="2700"/>
                    <a:pt x="13439" y="2700"/>
                  </a:cubicBezTo>
                  <a:cubicBezTo>
                    <a:pt x="13439" y="2700"/>
                    <a:pt x="13439" y="2700"/>
                    <a:pt x="13439" y="2700"/>
                  </a:cubicBezTo>
                  <a:cubicBezTo>
                    <a:pt x="13919" y="2400"/>
                    <a:pt x="13919" y="2400"/>
                    <a:pt x="13919" y="2400"/>
                  </a:cubicBezTo>
                  <a:cubicBezTo>
                    <a:pt x="13919" y="2100"/>
                    <a:pt x="13919" y="2100"/>
                    <a:pt x="13919" y="2100"/>
                  </a:cubicBezTo>
                  <a:cubicBezTo>
                    <a:pt x="14399" y="1800"/>
                    <a:pt x="14399" y="1800"/>
                    <a:pt x="14399" y="1800"/>
                  </a:cubicBezTo>
                  <a:cubicBezTo>
                    <a:pt x="14399" y="1500"/>
                    <a:pt x="14399" y="1500"/>
                    <a:pt x="14399" y="1500"/>
                  </a:cubicBezTo>
                  <a:cubicBezTo>
                    <a:pt x="13919" y="1200"/>
                    <a:pt x="13919" y="1200"/>
                    <a:pt x="13919" y="1200"/>
                  </a:cubicBezTo>
                  <a:cubicBezTo>
                    <a:pt x="13919" y="900"/>
                    <a:pt x="13919" y="900"/>
                    <a:pt x="13919" y="900"/>
                  </a:cubicBezTo>
                  <a:cubicBezTo>
                    <a:pt x="13439" y="900"/>
                    <a:pt x="13439" y="900"/>
                    <a:pt x="13439" y="900"/>
                  </a:cubicBezTo>
                  <a:cubicBezTo>
                    <a:pt x="12959" y="900"/>
                    <a:pt x="12959" y="900"/>
                    <a:pt x="12959" y="900"/>
                  </a:cubicBezTo>
                  <a:cubicBezTo>
                    <a:pt x="12479" y="600"/>
                    <a:pt x="12479" y="600"/>
                    <a:pt x="12479" y="600"/>
                  </a:cubicBezTo>
                  <a:cubicBezTo>
                    <a:pt x="11999" y="300"/>
                    <a:pt x="11999" y="300"/>
                    <a:pt x="11999" y="300"/>
                  </a:cubicBezTo>
                  <a:cubicBezTo>
                    <a:pt x="11519" y="0"/>
                    <a:pt x="11519" y="0"/>
                    <a:pt x="11519" y="0"/>
                  </a:cubicBezTo>
                  <a:cubicBezTo>
                    <a:pt x="10560" y="0"/>
                    <a:pt x="10560" y="0"/>
                    <a:pt x="10560" y="0"/>
                  </a:cubicBezTo>
                  <a:cubicBezTo>
                    <a:pt x="10560" y="300"/>
                    <a:pt x="10560" y="300"/>
                    <a:pt x="10560" y="300"/>
                  </a:cubicBezTo>
                  <a:cubicBezTo>
                    <a:pt x="10560" y="600"/>
                    <a:pt x="10560" y="600"/>
                    <a:pt x="10560" y="600"/>
                  </a:cubicBezTo>
                  <a:cubicBezTo>
                    <a:pt x="10080" y="600"/>
                    <a:pt x="10080" y="600"/>
                    <a:pt x="10080" y="600"/>
                  </a:cubicBezTo>
                  <a:cubicBezTo>
                    <a:pt x="9599" y="300"/>
                    <a:pt x="9599" y="300"/>
                    <a:pt x="9599" y="300"/>
                  </a:cubicBezTo>
                  <a:cubicBezTo>
                    <a:pt x="9119" y="600"/>
                    <a:pt x="9119" y="600"/>
                    <a:pt x="9119" y="600"/>
                  </a:cubicBezTo>
                  <a:cubicBezTo>
                    <a:pt x="9119" y="600"/>
                    <a:pt x="9119" y="600"/>
                    <a:pt x="9119" y="600"/>
                  </a:cubicBezTo>
                  <a:cubicBezTo>
                    <a:pt x="8639" y="900"/>
                    <a:pt x="8639" y="900"/>
                    <a:pt x="8639" y="900"/>
                  </a:cubicBezTo>
                  <a:cubicBezTo>
                    <a:pt x="8639" y="900"/>
                    <a:pt x="8639" y="900"/>
                    <a:pt x="8639" y="900"/>
                  </a:cubicBezTo>
                  <a:cubicBezTo>
                    <a:pt x="8639" y="1200"/>
                    <a:pt x="8639" y="1200"/>
                    <a:pt x="8639" y="1200"/>
                  </a:cubicBezTo>
                  <a:cubicBezTo>
                    <a:pt x="8639" y="1500"/>
                    <a:pt x="8639" y="1500"/>
                    <a:pt x="8639" y="1500"/>
                  </a:cubicBezTo>
                  <a:cubicBezTo>
                    <a:pt x="8639" y="2100"/>
                    <a:pt x="8639" y="2100"/>
                    <a:pt x="8639" y="2100"/>
                  </a:cubicBezTo>
                  <a:cubicBezTo>
                    <a:pt x="8639" y="2400"/>
                    <a:pt x="8639" y="2400"/>
                    <a:pt x="8639" y="2400"/>
                  </a:cubicBezTo>
                  <a:cubicBezTo>
                    <a:pt x="8639" y="2700"/>
                    <a:pt x="8639" y="2700"/>
                    <a:pt x="8639" y="2700"/>
                  </a:cubicBezTo>
                  <a:cubicBezTo>
                    <a:pt x="8639" y="2700"/>
                    <a:pt x="8639" y="2700"/>
                    <a:pt x="8639" y="2700"/>
                  </a:cubicBezTo>
                  <a:cubicBezTo>
                    <a:pt x="8159" y="3000"/>
                    <a:pt x="8159" y="3000"/>
                    <a:pt x="8159" y="3000"/>
                  </a:cubicBezTo>
                  <a:cubicBezTo>
                    <a:pt x="7679" y="3000"/>
                    <a:pt x="7679" y="3000"/>
                    <a:pt x="7679" y="3000"/>
                  </a:cubicBezTo>
                  <a:cubicBezTo>
                    <a:pt x="7679" y="3000"/>
                    <a:pt x="7679" y="3000"/>
                    <a:pt x="7679" y="3000"/>
                  </a:cubicBezTo>
                  <a:cubicBezTo>
                    <a:pt x="7199" y="3000"/>
                    <a:pt x="7199" y="3000"/>
                    <a:pt x="7199" y="3000"/>
                  </a:cubicBezTo>
                  <a:cubicBezTo>
                    <a:pt x="7199" y="3300"/>
                    <a:pt x="7199" y="3300"/>
                    <a:pt x="7199" y="3300"/>
                  </a:cubicBezTo>
                  <a:cubicBezTo>
                    <a:pt x="6719" y="3300"/>
                    <a:pt x="6719" y="3300"/>
                    <a:pt x="6719" y="3300"/>
                  </a:cubicBezTo>
                  <a:cubicBezTo>
                    <a:pt x="5759" y="3000"/>
                    <a:pt x="5759" y="3000"/>
                    <a:pt x="5759" y="3000"/>
                  </a:cubicBezTo>
                  <a:cubicBezTo>
                    <a:pt x="5280" y="3000"/>
                    <a:pt x="5280" y="3000"/>
                    <a:pt x="5280" y="3000"/>
                  </a:cubicBezTo>
                  <a:cubicBezTo>
                    <a:pt x="5280" y="3300"/>
                    <a:pt x="5280" y="3300"/>
                    <a:pt x="5280" y="3300"/>
                  </a:cubicBezTo>
                  <a:cubicBezTo>
                    <a:pt x="4799" y="3600"/>
                    <a:pt x="4799" y="3600"/>
                    <a:pt x="4799" y="3600"/>
                  </a:cubicBezTo>
                  <a:cubicBezTo>
                    <a:pt x="3839" y="3600"/>
                    <a:pt x="3839" y="3600"/>
                    <a:pt x="3839" y="3600"/>
                  </a:cubicBezTo>
                  <a:cubicBezTo>
                    <a:pt x="2879" y="3300"/>
                    <a:pt x="2879" y="3300"/>
                    <a:pt x="2879" y="3300"/>
                  </a:cubicBezTo>
                  <a:cubicBezTo>
                    <a:pt x="2879" y="3000"/>
                    <a:pt x="2879" y="3000"/>
                    <a:pt x="2879" y="3000"/>
                  </a:cubicBezTo>
                  <a:cubicBezTo>
                    <a:pt x="2399" y="3000"/>
                    <a:pt x="2399" y="3000"/>
                    <a:pt x="2399" y="3000"/>
                  </a:cubicBezTo>
                  <a:cubicBezTo>
                    <a:pt x="1439" y="2400"/>
                    <a:pt x="1439" y="2400"/>
                    <a:pt x="1439" y="2400"/>
                  </a:cubicBezTo>
                  <a:cubicBezTo>
                    <a:pt x="1439" y="2100"/>
                    <a:pt x="1439" y="2100"/>
                    <a:pt x="1439" y="2100"/>
                  </a:cubicBezTo>
                  <a:cubicBezTo>
                    <a:pt x="959" y="2100"/>
                    <a:pt x="959" y="2100"/>
                    <a:pt x="959" y="2100"/>
                  </a:cubicBezTo>
                  <a:cubicBezTo>
                    <a:pt x="479" y="2400"/>
                    <a:pt x="479" y="2400"/>
                    <a:pt x="479" y="2400"/>
                  </a:cubicBezTo>
                  <a:cubicBezTo>
                    <a:pt x="479" y="2400"/>
                    <a:pt x="479" y="2400"/>
                    <a:pt x="479" y="2400"/>
                  </a:cubicBezTo>
                  <a:cubicBezTo>
                    <a:pt x="479" y="2700"/>
                    <a:pt x="479" y="2700"/>
                    <a:pt x="479" y="2700"/>
                  </a:cubicBezTo>
                  <a:cubicBezTo>
                    <a:pt x="479" y="2700"/>
                    <a:pt x="479" y="2700"/>
                    <a:pt x="479" y="2700"/>
                  </a:cubicBezTo>
                  <a:cubicBezTo>
                    <a:pt x="479" y="2700"/>
                    <a:pt x="479" y="2700"/>
                    <a:pt x="479" y="2700"/>
                  </a:cubicBezTo>
                  <a:cubicBezTo>
                    <a:pt x="0" y="2700"/>
                    <a:pt x="0" y="2700"/>
                    <a:pt x="0" y="2700"/>
                  </a:cubicBezTo>
                  <a:cubicBezTo>
                    <a:pt x="479" y="3000"/>
                    <a:pt x="479" y="3000"/>
                    <a:pt x="479" y="3000"/>
                  </a:cubicBezTo>
                  <a:cubicBezTo>
                    <a:pt x="959" y="3000"/>
                    <a:pt x="959" y="3000"/>
                    <a:pt x="959" y="3000"/>
                  </a:cubicBezTo>
                  <a:cubicBezTo>
                    <a:pt x="1919" y="3600"/>
                    <a:pt x="1919" y="3600"/>
                    <a:pt x="1919" y="3600"/>
                  </a:cubicBezTo>
                  <a:cubicBezTo>
                    <a:pt x="2399" y="3900"/>
                    <a:pt x="2399" y="3900"/>
                    <a:pt x="2399" y="3900"/>
                  </a:cubicBezTo>
                  <a:cubicBezTo>
                    <a:pt x="3359" y="3900"/>
                    <a:pt x="3359" y="3900"/>
                    <a:pt x="3359" y="3900"/>
                  </a:cubicBezTo>
                  <a:cubicBezTo>
                    <a:pt x="3359" y="3900"/>
                    <a:pt x="3359" y="3900"/>
                    <a:pt x="3359" y="3900"/>
                  </a:cubicBezTo>
                  <a:cubicBezTo>
                    <a:pt x="3839" y="4200"/>
                    <a:pt x="3839" y="4200"/>
                    <a:pt x="3839" y="4200"/>
                  </a:cubicBezTo>
                  <a:cubicBezTo>
                    <a:pt x="4319" y="4200"/>
                    <a:pt x="4319" y="4200"/>
                    <a:pt x="4319" y="4200"/>
                  </a:cubicBezTo>
                  <a:cubicBezTo>
                    <a:pt x="4319" y="4500"/>
                    <a:pt x="4319" y="4500"/>
                    <a:pt x="4319" y="4500"/>
                  </a:cubicBezTo>
                  <a:cubicBezTo>
                    <a:pt x="4799" y="4500"/>
                    <a:pt x="4799" y="4500"/>
                    <a:pt x="4799" y="4500"/>
                  </a:cubicBezTo>
                  <a:cubicBezTo>
                    <a:pt x="4799" y="4500"/>
                    <a:pt x="4799" y="4500"/>
                    <a:pt x="4799" y="4500"/>
                  </a:cubicBezTo>
                  <a:cubicBezTo>
                    <a:pt x="5280" y="4799"/>
                    <a:pt x="5280" y="4799"/>
                    <a:pt x="5280" y="4799"/>
                  </a:cubicBezTo>
                  <a:cubicBezTo>
                    <a:pt x="5280" y="4799"/>
                    <a:pt x="5280" y="4799"/>
                    <a:pt x="5280" y="4799"/>
                  </a:cubicBezTo>
                  <a:cubicBezTo>
                    <a:pt x="5759" y="5100"/>
                    <a:pt x="5759" y="5100"/>
                    <a:pt x="5759" y="5100"/>
                  </a:cubicBezTo>
                  <a:cubicBezTo>
                    <a:pt x="5280" y="5100"/>
                    <a:pt x="5280" y="5100"/>
                    <a:pt x="5280" y="5100"/>
                  </a:cubicBezTo>
                  <a:cubicBezTo>
                    <a:pt x="5759" y="5699"/>
                    <a:pt x="5759" y="5699"/>
                    <a:pt x="5759" y="5699"/>
                  </a:cubicBezTo>
                  <a:cubicBezTo>
                    <a:pt x="5280" y="6000"/>
                    <a:pt x="5280" y="6000"/>
                    <a:pt x="5280" y="6000"/>
                  </a:cubicBezTo>
                  <a:cubicBezTo>
                    <a:pt x="5280" y="6000"/>
                    <a:pt x="5280" y="6000"/>
                    <a:pt x="5280" y="6000"/>
                  </a:cubicBezTo>
                  <a:cubicBezTo>
                    <a:pt x="6239" y="6000"/>
                    <a:pt x="6239" y="6000"/>
                    <a:pt x="6239" y="6000"/>
                  </a:cubicBezTo>
                  <a:cubicBezTo>
                    <a:pt x="6239" y="6299"/>
                    <a:pt x="6239" y="6299"/>
                    <a:pt x="6239" y="6299"/>
                  </a:cubicBezTo>
                  <a:cubicBezTo>
                    <a:pt x="5759" y="6600"/>
                    <a:pt x="5759" y="6600"/>
                    <a:pt x="5759" y="6600"/>
                  </a:cubicBezTo>
                  <a:cubicBezTo>
                    <a:pt x="6239" y="6900"/>
                    <a:pt x="6239" y="6900"/>
                    <a:pt x="6239" y="6900"/>
                  </a:cubicBezTo>
                  <a:cubicBezTo>
                    <a:pt x="6239" y="7200"/>
                    <a:pt x="6239" y="7200"/>
                    <a:pt x="6239" y="7200"/>
                  </a:cubicBezTo>
                  <a:cubicBezTo>
                    <a:pt x="6239" y="7500"/>
                    <a:pt x="6239" y="7500"/>
                    <a:pt x="6239" y="7500"/>
                  </a:cubicBezTo>
                  <a:cubicBezTo>
                    <a:pt x="6239" y="7800"/>
                    <a:pt x="6239" y="7800"/>
                    <a:pt x="6239" y="7800"/>
                  </a:cubicBezTo>
                  <a:cubicBezTo>
                    <a:pt x="6239" y="7800"/>
                    <a:pt x="6239" y="7800"/>
                    <a:pt x="6239" y="7800"/>
                  </a:cubicBezTo>
                  <a:cubicBezTo>
                    <a:pt x="6239" y="8400"/>
                    <a:pt x="6239" y="8400"/>
                    <a:pt x="6239" y="8400"/>
                  </a:cubicBezTo>
                  <a:cubicBezTo>
                    <a:pt x="6239" y="8700"/>
                    <a:pt x="6239" y="8700"/>
                    <a:pt x="6239" y="8700"/>
                  </a:cubicBezTo>
                  <a:cubicBezTo>
                    <a:pt x="6239" y="9000"/>
                    <a:pt x="6239" y="9000"/>
                    <a:pt x="6239" y="9000"/>
                  </a:cubicBezTo>
                  <a:cubicBezTo>
                    <a:pt x="6719" y="9000"/>
                    <a:pt x="6719" y="9000"/>
                    <a:pt x="6719" y="9000"/>
                  </a:cubicBezTo>
                  <a:cubicBezTo>
                    <a:pt x="7199" y="9299"/>
                    <a:pt x="7199" y="9299"/>
                    <a:pt x="7199" y="9299"/>
                  </a:cubicBezTo>
                  <a:cubicBezTo>
                    <a:pt x="7679" y="9599"/>
                    <a:pt x="7679" y="9599"/>
                    <a:pt x="7679" y="9599"/>
                  </a:cubicBezTo>
                  <a:cubicBezTo>
                    <a:pt x="7199" y="9899"/>
                    <a:pt x="7199" y="9899"/>
                    <a:pt x="7199" y="9899"/>
                  </a:cubicBezTo>
                  <a:cubicBezTo>
                    <a:pt x="7679" y="9899"/>
                    <a:pt x="7679" y="9899"/>
                    <a:pt x="7679" y="9899"/>
                  </a:cubicBezTo>
                  <a:cubicBezTo>
                    <a:pt x="8159" y="9899"/>
                    <a:pt x="8159" y="9899"/>
                    <a:pt x="8159" y="9899"/>
                  </a:cubicBezTo>
                  <a:cubicBezTo>
                    <a:pt x="8159" y="10200"/>
                    <a:pt x="8159" y="10200"/>
                    <a:pt x="8159" y="10200"/>
                  </a:cubicBezTo>
                  <a:cubicBezTo>
                    <a:pt x="9119" y="10200"/>
                    <a:pt x="9119" y="10200"/>
                    <a:pt x="9119" y="10200"/>
                  </a:cubicBezTo>
                  <a:cubicBezTo>
                    <a:pt x="9599" y="10500"/>
                    <a:pt x="9599" y="10500"/>
                    <a:pt x="9599" y="10500"/>
                  </a:cubicBezTo>
                  <a:cubicBezTo>
                    <a:pt x="9599" y="10500"/>
                    <a:pt x="9599" y="10500"/>
                    <a:pt x="9599" y="10500"/>
                  </a:cubicBezTo>
                  <a:cubicBezTo>
                    <a:pt x="9599" y="10800"/>
                    <a:pt x="9599" y="10800"/>
                    <a:pt x="9599" y="10800"/>
                  </a:cubicBezTo>
                  <a:cubicBezTo>
                    <a:pt x="9599" y="11099"/>
                    <a:pt x="9599" y="11099"/>
                    <a:pt x="9599" y="11099"/>
                  </a:cubicBezTo>
                  <a:cubicBezTo>
                    <a:pt x="9599" y="11099"/>
                    <a:pt x="9599" y="11099"/>
                    <a:pt x="9599" y="11099"/>
                  </a:cubicBezTo>
                  <a:cubicBezTo>
                    <a:pt x="10080" y="11399"/>
                    <a:pt x="10080" y="11399"/>
                    <a:pt x="10080" y="11399"/>
                  </a:cubicBezTo>
                  <a:cubicBezTo>
                    <a:pt x="9599" y="11399"/>
                    <a:pt x="9599" y="11399"/>
                    <a:pt x="9599" y="11399"/>
                  </a:cubicBezTo>
                  <a:cubicBezTo>
                    <a:pt x="9599" y="11399"/>
                    <a:pt x="9599" y="11399"/>
                    <a:pt x="9599" y="11399"/>
                  </a:cubicBezTo>
                  <a:cubicBezTo>
                    <a:pt x="10080" y="11699"/>
                    <a:pt x="10080" y="11699"/>
                    <a:pt x="10080" y="11699"/>
                  </a:cubicBezTo>
                  <a:cubicBezTo>
                    <a:pt x="10080" y="12000"/>
                    <a:pt x="10080" y="12000"/>
                    <a:pt x="10080" y="12000"/>
                  </a:cubicBezTo>
                  <a:cubicBezTo>
                    <a:pt x="9599" y="11699"/>
                    <a:pt x="9599" y="11699"/>
                    <a:pt x="9599" y="11699"/>
                  </a:cubicBezTo>
                  <a:cubicBezTo>
                    <a:pt x="9119" y="11699"/>
                    <a:pt x="9119" y="11699"/>
                    <a:pt x="9119" y="11699"/>
                  </a:cubicBezTo>
                  <a:cubicBezTo>
                    <a:pt x="8159" y="12000"/>
                    <a:pt x="8159" y="12000"/>
                    <a:pt x="8159" y="12000"/>
                  </a:cubicBezTo>
                  <a:cubicBezTo>
                    <a:pt x="8159" y="12000"/>
                    <a:pt x="8159" y="12000"/>
                    <a:pt x="8159" y="12000"/>
                  </a:cubicBezTo>
                  <a:cubicBezTo>
                    <a:pt x="8159" y="12300"/>
                    <a:pt x="8159" y="12300"/>
                    <a:pt x="8159" y="12300"/>
                  </a:cubicBezTo>
                  <a:cubicBezTo>
                    <a:pt x="8159" y="12599"/>
                    <a:pt x="8159" y="12599"/>
                    <a:pt x="8159" y="12599"/>
                  </a:cubicBezTo>
                  <a:cubicBezTo>
                    <a:pt x="7679" y="12599"/>
                    <a:pt x="7679" y="12599"/>
                    <a:pt x="7679" y="12599"/>
                  </a:cubicBezTo>
                  <a:cubicBezTo>
                    <a:pt x="7199" y="12899"/>
                    <a:pt x="7199" y="12899"/>
                    <a:pt x="7199" y="12899"/>
                  </a:cubicBezTo>
                  <a:cubicBezTo>
                    <a:pt x="7199" y="13200"/>
                    <a:pt x="7199" y="13200"/>
                    <a:pt x="7199" y="13200"/>
                  </a:cubicBezTo>
                  <a:cubicBezTo>
                    <a:pt x="6719" y="13200"/>
                    <a:pt x="6719" y="13200"/>
                    <a:pt x="6719" y="13200"/>
                  </a:cubicBezTo>
                  <a:cubicBezTo>
                    <a:pt x="6719" y="13200"/>
                    <a:pt x="6719" y="13200"/>
                    <a:pt x="6719" y="13200"/>
                  </a:cubicBezTo>
                  <a:cubicBezTo>
                    <a:pt x="6719" y="13200"/>
                    <a:pt x="6719" y="13200"/>
                    <a:pt x="6719" y="13200"/>
                  </a:cubicBezTo>
                  <a:cubicBezTo>
                    <a:pt x="6719" y="13500"/>
                    <a:pt x="6719" y="13500"/>
                    <a:pt x="6719" y="13500"/>
                  </a:cubicBezTo>
                  <a:cubicBezTo>
                    <a:pt x="6719" y="13800"/>
                    <a:pt x="6719" y="13800"/>
                    <a:pt x="6719" y="13800"/>
                  </a:cubicBezTo>
                  <a:cubicBezTo>
                    <a:pt x="6239" y="13800"/>
                    <a:pt x="6239" y="13800"/>
                    <a:pt x="6239" y="13800"/>
                  </a:cubicBezTo>
                  <a:cubicBezTo>
                    <a:pt x="5759" y="13800"/>
                    <a:pt x="5759" y="13800"/>
                    <a:pt x="5759" y="13800"/>
                  </a:cubicBezTo>
                  <a:cubicBezTo>
                    <a:pt x="6239" y="14100"/>
                    <a:pt x="6239" y="14100"/>
                    <a:pt x="6239" y="14100"/>
                  </a:cubicBezTo>
                  <a:cubicBezTo>
                    <a:pt x="6239" y="14400"/>
                    <a:pt x="6239" y="14400"/>
                    <a:pt x="6239" y="14400"/>
                  </a:cubicBezTo>
                  <a:cubicBezTo>
                    <a:pt x="5759" y="14100"/>
                    <a:pt x="5759" y="14100"/>
                    <a:pt x="5759" y="14100"/>
                  </a:cubicBezTo>
                  <a:cubicBezTo>
                    <a:pt x="5759" y="14100"/>
                    <a:pt x="5759" y="14100"/>
                    <a:pt x="5759" y="14100"/>
                  </a:cubicBezTo>
                  <a:cubicBezTo>
                    <a:pt x="5280" y="14100"/>
                    <a:pt x="5280" y="14100"/>
                    <a:pt x="5280" y="14100"/>
                  </a:cubicBezTo>
                  <a:cubicBezTo>
                    <a:pt x="5280" y="14400"/>
                    <a:pt x="5280" y="14400"/>
                    <a:pt x="5280" y="14400"/>
                  </a:cubicBezTo>
                  <a:cubicBezTo>
                    <a:pt x="5280" y="14400"/>
                    <a:pt x="5280" y="14400"/>
                    <a:pt x="5280" y="14400"/>
                  </a:cubicBezTo>
                  <a:cubicBezTo>
                    <a:pt x="4799" y="14400"/>
                    <a:pt x="4799" y="14400"/>
                    <a:pt x="4799" y="14400"/>
                  </a:cubicBezTo>
                  <a:cubicBezTo>
                    <a:pt x="4799" y="14700"/>
                    <a:pt x="4799" y="14700"/>
                    <a:pt x="4799" y="14700"/>
                  </a:cubicBezTo>
                  <a:cubicBezTo>
                    <a:pt x="5280" y="14700"/>
                    <a:pt x="5280" y="14700"/>
                    <a:pt x="5280" y="14700"/>
                  </a:cubicBezTo>
                  <a:cubicBezTo>
                    <a:pt x="5280" y="14700"/>
                    <a:pt x="5280" y="14700"/>
                    <a:pt x="5280" y="14700"/>
                  </a:cubicBezTo>
                  <a:cubicBezTo>
                    <a:pt x="4799" y="15000"/>
                    <a:pt x="4799" y="15000"/>
                    <a:pt x="4799" y="15000"/>
                  </a:cubicBezTo>
                  <a:cubicBezTo>
                    <a:pt x="4799" y="15000"/>
                    <a:pt x="4799" y="15000"/>
                    <a:pt x="4799" y="15000"/>
                  </a:cubicBezTo>
                  <a:cubicBezTo>
                    <a:pt x="4319" y="15300"/>
                    <a:pt x="4319" y="15300"/>
                    <a:pt x="4319" y="15300"/>
                  </a:cubicBezTo>
                  <a:cubicBezTo>
                    <a:pt x="4319" y="15300"/>
                    <a:pt x="4319" y="15300"/>
                    <a:pt x="4319" y="15300"/>
                  </a:cubicBezTo>
                  <a:cubicBezTo>
                    <a:pt x="4319" y="15000"/>
                    <a:pt x="4319" y="15000"/>
                    <a:pt x="4319" y="15000"/>
                  </a:cubicBezTo>
                  <a:cubicBezTo>
                    <a:pt x="3839" y="15000"/>
                    <a:pt x="3839" y="15000"/>
                    <a:pt x="3839" y="15000"/>
                  </a:cubicBezTo>
                  <a:cubicBezTo>
                    <a:pt x="3359" y="15000"/>
                    <a:pt x="3359" y="15000"/>
                    <a:pt x="3359" y="15000"/>
                  </a:cubicBezTo>
                  <a:cubicBezTo>
                    <a:pt x="3839" y="15300"/>
                    <a:pt x="3839" y="15300"/>
                    <a:pt x="3839" y="15300"/>
                  </a:cubicBezTo>
                  <a:cubicBezTo>
                    <a:pt x="3359" y="15300"/>
                    <a:pt x="3359" y="15300"/>
                    <a:pt x="3359" y="15300"/>
                  </a:cubicBezTo>
                  <a:cubicBezTo>
                    <a:pt x="3839" y="15600"/>
                    <a:pt x="3839" y="15600"/>
                    <a:pt x="3839" y="15600"/>
                  </a:cubicBezTo>
                  <a:cubicBezTo>
                    <a:pt x="3359" y="15900"/>
                    <a:pt x="3359" y="15900"/>
                    <a:pt x="3359" y="15900"/>
                  </a:cubicBezTo>
                  <a:cubicBezTo>
                    <a:pt x="3359" y="15900"/>
                    <a:pt x="3359" y="15900"/>
                    <a:pt x="3359" y="15900"/>
                  </a:cubicBezTo>
                  <a:cubicBezTo>
                    <a:pt x="2879" y="16200"/>
                    <a:pt x="2879" y="16200"/>
                    <a:pt x="2879" y="16200"/>
                  </a:cubicBezTo>
                  <a:cubicBezTo>
                    <a:pt x="3359" y="16500"/>
                    <a:pt x="3359" y="16500"/>
                    <a:pt x="3359" y="16500"/>
                  </a:cubicBezTo>
                  <a:cubicBezTo>
                    <a:pt x="3359" y="16500"/>
                    <a:pt x="3359" y="16500"/>
                    <a:pt x="3359" y="16500"/>
                  </a:cubicBezTo>
                  <a:cubicBezTo>
                    <a:pt x="3359" y="16500"/>
                    <a:pt x="3359" y="16500"/>
                    <a:pt x="3359" y="16500"/>
                  </a:cubicBezTo>
                  <a:cubicBezTo>
                    <a:pt x="3359" y="16800"/>
                    <a:pt x="3359" y="16800"/>
                    <a:pt x="3359" y="16800"/>
                  </a:cubicBezTo>
                  <a:cubicBezTo>
                    <a:pt x="3359" y="16800"/>
                    <a:pt x="3359" y="16800"/>
                    <a:pt x="3359" y="16800"/>
                  </a:cubicBezTo>
                  <a:cubicBezTo>
                    <a:pt x="3839" y="16800"/>
                    <a:pt x="3839" y="16800"/>
                    <a:pt x="3839" y="16800"/>
                  </a:cubicBezTo>
                  <a:cubicBezTo>
                    <a:pt x="3839" y="17099"/>
                    <a:pt x="3839" y="17099"/>
                    <a:pt x="3839" y="17099"/>
                  </a:cubicBezTo>
                  <a:cubicBezTo>
                    <a:pt x="3359" y="17099"/>
                    <a:pt x="3359" y="17099"/>
                    <a:pt x="3359" y="17099"/>
                  </a:cubicBezTo>
                  <a:cubicBezTo>
                    <a:pt x="3839" y="17400"/>
                    <a:pt x="3839" y="17400"/>
                    <a:pt x="3839" y="17400"/>
                  </a:cubicBezTo>
                  <a:cubicBezTo>
                    <a:pt x="3839" y="17699"/>
                    <a:pt x="3839" y="17699"/>
                    <a:pt x="3839" y="17699"/>
                  </a:cubicBezTo>
                  <a:cubicBezTo>
                    <a:pt x="3839" y="18000"/>
                    <a:pt x="3839" y="18000"/>
                    <a:pt x="3839" y="18000"/>
                  </a:cubicBezTo>
                  <a:cubicBezTo>
                    <a:pt x="4319" y="18000"/>
                    <a:pt x="4319" y="18000"/>
                    <a:pt x="4319" y="18000"/>
                  </a:cubicBezTo>
                  <a:cubicBezTo>
                    <a:pt x="4319" y="18300"/>
                    <a:pt x="4319" y="18300"/>
                    <a:pt x="4319" y="18300"/>
                  </a:cubicBezTo>
                  <a:cubicBezTo>
                    <a:pt x="4319" y="18599"/>
                    <a:pt x="4319" y="18599"/>
                    <a:pt x="4319" y="18599"/>
                  </a:cubicBezTo>
                  <a:cubicBezTo>
                    <a:pt x="4319" y="18599"/>
                    <a:pt x="4319" y="18599"/>
                    <a:pt x="4319" y="18599"/>
                  </a:cubicBezTo>
                  <a:cubicBezTo>
                    <a:pt x="4319" y="18900"/>
                    <a:pt x="4319" y="18900"/>
                    <a:pt x="4319" y="18900"/>
                  </a:cubicBezTo>
                  <a:cubicBezTo>
                    <a:pt x="3839" y="19199"/>
                    <a:pt x="3839" y="19199"/>
                    <a:pt x="3839" y="19199"/>
                  </a:cubicBezTo>
                  <a:cubicBezTo>
                    <a:pt x="3839" y="19500"/>
                    <a:pt x="3839" y="19500"/>
                    <a:pt x="3839" y="19500"/>
                  </a:cubicBezTo>
                  <a:cubicBezTo>
                    <a:pt x="4319" y="19799"/>
                    <a:pt x="4319" y="19799"/>
                    <a:pt x="4319" y="19799"/>
                  </a:cubicBezTo>
                  <a:cubicBezTo>
                    <a:pt x="3839" y="20099"/>
                    <a:pt x="3839" y="20099"/>
                    <a:pt x="3839" y="20099"/>
                  </a:cubicBezTo>
                  <a:cubicBezTo>
                    <a:pt x="3839" y="20099"/>
                    <a:pt x="3839" y="20099"/>
                    <a:pt x="3839" y="20099"/>
                  </a:cubicBezTo>
                  <a:cubicBezTo>
                    <a:pt x="4319" y="20400"/>
                    <a:pt x="4319" y="20400"/>
                    <a:pt x="4319" y="20400"/>
                  </a:cubicBezTo>
                  <a:cubicBezTo>
                    <a:pt x="4799" y="20099"/>
                    <a:pt x="4799" y="20099"/>
                    <a:pt x="4799" y="20099"/>
                  </a:cubicBezTo>
                  <a:cubicBezTo>
                    <a:pt x="4799" y="20400"/>
                    <a:pt x="4799" y="20400"/>
                    <a:pt x="4799" y="20400"/>
                  </a:cubicBezTo>
                  <a:cubicBezTo>
                    <a:pt x="5280" y="20099"/>
                    <a:pt x="5280" y="20099"/>
                    <a:pt x="5280" y="20099"/>
                  </a:cubicBezTo>
                  <a:cubicBezTo>
                    <a:pt x="5759" y="20400"/>
                    <a:pt x="5759" y="20400"/>
                    <a:pt x="5759" y="20400"/>
                  </a:cubicBezTo>
                  <a:cubicBezTo>
                    <a:pt x="5759" y="20400"/>
                    <a:pt x="5759" y="20400"/>
                    <a:pt x="5759" y="20400"/>
                  </a:cubicBezTo>
                  <a:cubicBezTo>
                    <a:pt x="6239" y="20400"/>
                    <a:pt x="6239" y="20400"/>
                    <a:pt x="6239" y="20400"/>
                  </a:cubicBezTo>
                  <a:cubicBezTo>
                    <a:pt x="6719" y="20400"/>
                    <a:pt x="6719" y="20400"/>
                    <a:pt x="6719" y="20400"/>
                  </a:cubicBezTo>
                  <a:cubicBezTo>
                    <a:pt x="6719" y="20400"/>
                    <a:pt x="6719" y="20400"/>
                    <a:pt x="6719" y="20400"/>
                  </a:cubicBezTo>
                  <a:cubicBezTo>
                    <a:pt x="6719" y="20699"/>
                    <a:pt x="6719" y="20699"/>
                    <a:pt x="6719" y="20699"/>
                  </a:cubicBezTo>
                  <a:cubicBezTo>
                    <a:pt x="7199" y="20699"/>
                    <a:pt x="7199" y="20699"/>
                    <a:pt x="7199" y="20699"/>
                  </a:cubicBezTo>
                  <a:cubicBezTo>
                    <a:pt x="7679" y="20400"/>
                    <a:pt x="7679" y="20400"/>
                    <a:pt x="7679" y="20400"/>
                  </a:cubicBezTo>
                  <a:cubicBezTo>
                    <a:pt x="7679" y="20699"/>
                    <a:pt x="7679" y="20699"/>
                    <a:pt x="7679" y="20699"/>
                  </a:cubicBezTo>
                  <a:cubicBezTo>
                    <a:pt x="7199" y="21000"/>
                    <a:pt x="7199" y="21000"/>
                    <a:pt x="7199" y="21000"/>
                  </a:cubicBezTo>
                  <a:cubicBezTo>
                    <a:pt x="7679" y="21299"/>
                    <a:pt x="7679" y="21299"/>
                    <a:pt x="7679" y="21299"/>
                  </a:cubicBezTo>
                  <a:cubicBezTo>
                    <a:pt x="8159" y="21299"/>
                    <a:pt x="8159" y="21299"/>
                    <a:pt x="8159" y="21299"/>
                  </a:cubicBezTo>
                  <a:cubicBezTo>
                    <a:pt x="7679" y="21599"/>
                    <a:pt x="7679" y="21599"/>
                    <a:pt x="7679" y="21599"/>
                  </a:cubicBezTo>
                  <a:cubicBezTo>
                    <a:pt x="8159" y="21599"/>
                    <a:pt x="8159" y="21599"/>
                    <a:pt x="8159" y="21599"/>
                  </a:cubicBezTo>
                  <a:cubicBezTo>
                    <a:pt x="8159" y="21299"/>
                    <a:pt x="8159" y="21299"/>
                    <a:pt x="8159" y="21299"/>
                  </a:cubicBezTo>
                  <a:cubicBezTo>
                    <a:pt x="8159" y="21299"/>
                    <a:pt x="8159" y="21299"/>
                    <a:pt x="8159" y="21299"/>
                  </a:cubicBezTo>
                  <a:cubicBezTo>
                    <a:pt x="8639" y="21599"/>
                    <a:pt x="8639" y="21599"/>
                    <a:pt x="8639" y="21599"/>
                  </a:cubicBezTo>
                  <a:cubicBezTo>
                    <a:pt x="8639" y="21299"/>
                    <a:pt x="8639" y="21299"/>
                    <a:pt x="8639" y="21299"/>
                  </a:cubicBezTo>
                  <a:cubicBezTo>
                    <a:pt x="9119" y="21299"/>
                    <a:pt x="9119" y="21299"/>
                    <a:pt x="9119" y="21299"/>
                  </a:cubicBezTo>
                  <a:cubicBezTo>
                    <a:pt x="9599" y="21000"/>
                    <a:pt x="9599" y="21000"/>
                    <a:pt x="9599" y="21000"/>
                  </a:cubicBezTo>
                  <a:cubicBezTo>
                    <a:pt x="10080" y="21000"/>
                    <a:pt x="10080" y="21000"/>
                    <a:pt x="10080" y="21000"/>
                  </a:cubicBezTo>
                  <a:cubicBezTo>
                    <a:pt x="11039" y="20699"/>
                    <a:pt x="11039" y="20699"/>
                    <a:pt x="11039" y="20699"/>
                  </a:cubicBezTo>
                  <a:cubicBezTo>
                    <a:pt x="11039" y="20699"/>
                    <a:pt x="11039" y="20699"/>
                    <a:pt x="11039" y="20699"/>
                  </a:cubicBezTo>
                  <a:cubicBezTo>
                    <a:pt x="11519" y="20699"/>
                    <a:pt x="11519" y="20699"/>
                    <a:pt x="11519" y="20699"/>
                  </a:cubicBezTo>
                  <a:cubicBezTo>
                    <a:pt x="11999" y="20699"/>
                    <a:pt x="11999" y="20699"/>
                    <a:pt x="11999" y="20699"/>
                  </a:cubicBezTo>
                  <a:cubicBezTo>
                    <a:pt x="12479" y="20400"/>
                    <a:pt x="12479" y="20400"/>
                    <a:pt x="12479" y="20400"/>
                  </a:cubicBezTo>
                  <a:cubicBezTo>
                    <a:pt x="12479" y="20400"/>
                    <a:pt x="12479" y="20400"/>
                    <a:pt x="12479" y="20400"/>
                  </a:cubicBezTo>
                  <a:cubicBezTo>
                    <a:pt x="12479" y="20699"/>
                    <a:pt x="12479" y="20699"/>
                    <a:pt x="12479" y="20699"/>
                  </a:cubicBezTo>
                  <a:cubicBezTo>
                    <a:pt x="12479" y="20699"/>
                    <a:pt x="12479" y="20699"/>
                    <a:pt x="12479" y="20699"/>
                  </a:cubicBezTo>
                  <a:cubicBezTo>
                    <a:pt x="12479" y="20400"/>
                    <a:pt x="12479" y="20400"/>
                    <a:pt x="12479" y="20400"/>
                  </a:cubicBezTo>
                  <a:cubicBezTo>
                    <a:pt x="12959" y="20400"/>
                    <a:pt x="12959" y="20400"/>
                    <a:pt x="12959" y="20400"/>
                  </a:cubicBezTo>
                  <a:cubicBezTo>
                    <a:pt x="12479" y="20400"/>
                    <a:pt x="12479" y="20400"/>
                    <a:pt x="12479" y="20400"/>
                  </a:cubicBezTo>
                  <a:cubicBezTo>
                    <a:pt x="12959" y="20099"/>
                    <a:pt x="12959" y="20099"/>
                    <a:pt x="12959" y="20099"/>
                  </a:cubicBezTo>
                  <a:cubicBezTo>
                    <a:pt x="12959" y="20400"/>
                    <a:pt x="12959" y="20400"/>
                    <a:pt x="12959" y="20400"/>
                  </a:cubicBezTo>
                  <a:cubicBezTo>
                    <a:pt x="13439" y="20400"/>
                    <a:pt x="13439" y="20400"/>
                    <a:pt x="13439" y="20400"/>
                  </a:cubicBezTo>
                  <a:cubicBezTo>
                    <a:pt x="13439" y="20099"/>
                    <a:pt x="13439" y="20099"/>
                    <a:pt x="13439" y="20099"/>
                  </a:cubicBezTo>
                  <a:cubicBezTo>
                    <a:pt x="13439" y="20400"/>
                    <a:pt x="13439" y="20400"/>
                    <a:pt x="13439" y="20400"/>
                  </a:cubicBezTo>
                  <a:cubicBezTo>
                    <a:pt x="13919" y="20400"/>
                    <a:pt x="13919" y="20400"/>
                    <a:pt x="13919" y="20400"/>
                  </a:cubicBezTo>
                  <a:cubicBezTo>
                    <a:pt x="13919" y="20400"/>
                    <a:pt x="13919" y="20400"/>
                    <a:pt x="13919" y="20400"/>
                  </a:cubicBezTo>
                  <a:cubicBezTo>
                    <a:pt x="14399" y="20400"/>
                    <a:pt x="14399" y="20400"/>
                    <a:pt x="14399" y="20400"/>
                  </a:cubicBezTo>
                  <a:cubicBezTo>
                    <a:pt x="14399" y="20400"/>
                    <a:pt x="14399" y="20400"/>
                    <a:pt x="14399" y="20400"/>
                  </a:cubicBezTo>
                  <a:cubicBezTo>
                    <a:pt x="14399" y="20400"/>
                    <a:pt x="14399" y="20400"/>
                    <a:pt x="14399" y="20400"/>
                  </a:cubicBezTo>
                  <a:cubicBezTo>
                    <a:pt x="14879" y="20099"/>
                    <a:pt x="14879" y="20099"/>
                    <a:pt x="14879" y="20099"/>
                  </a:cubicBezTo>
                  <a:cubicBezTo>
                    <a:pt x="15359" y="20400"/>
                    <a:pt x="15359" y="20400"/>
                    <a:pt x="15359" y="20400"/>
                  </a:cubicBezTo>
                  <a:cubicBezTo>
                    <a:pt x="15839" y="20400"/>
                    <a:pt x="15839" y="20400"/>
                    <a:pt x="15839" y="20400"/>
                  </a:cubicBezTo>
                  <a:cubicBezTo>
                    <a:pt x="16319" y="20099"/>
                    <a:pt x="16319" y="20099"/>
                    <a:pt x="16319" y="20099"/>
                  </a:cubicBezTo>
                  <a:cubicBezTo>
                    <a:pt x="15839" y="20099"/>
                    <a:pt x="15839" y="20099"/>
                    <a:pt x="15839" y="20099"/>
                  </a:cubicBezTo>
                  <a:cubicBezTo>
                    <a:pt x="16319" y="20099"/>
                    <a:pt x="16319" y="20099"/>
                    <a:pt x="16319" y="20099"/>
                  </a:cubicBezTo>
                  <a:cubicBezTo>
                    <a:pt x="16319" y="20099"/>
                    <a:pt x="16319" y="20099"/>
                    <a:pt x="16319" y="20099"/>
                  </a:cubicBezTo>
                  <a:cubicBezTo>
                    <a:pt x="16319" y="20400"/>
                    <a:pt x="16319" y="20400"/>
                    <a:pt x="16319" y="20400"/>
                  </a:cubicBezTo>
                  <a:cubicBezTo>
                    <a:pt x="16799" y="20400"/>
                    <a:pt x="16799" y="20400"/>
                    <a:pt x="16799" y="20400"/>
                  </a:cubicBezTo>
                  <a:cubicBezTo>
                    <a:pt x="16799" y="20400"/>
                    <a:pt x="16799" y="20099"/>
                    <a:pt x="17279" y="20099"/>
                  </a:cubicBezTo>
                  <a:close/>
                  <a:moveTo>
                    <a:pt x="9119" y="11399"/>
                  </a:moveTo>
                  <a:cubicBezTo>
                    <a:pt x="9119" y="11399"/>
                    <a:pt x="9119" y="11399"/>
                    <a:pt x="9119" y="11399"/>
                  </a:cubicBezTo>
                  <a:cubicBezTo>
                    <a:pt x="8639" y="11399"/>
                    <a:pt x="8639" y="11399"/>
                    <a:pt x="8639" y="11399"/>
                  </a:cubicBezTo>
                  <a:cubicBezTo>
                    <a:pt x="8159" y="11099"/>
                    <a:pt x="8159" y="11099"/>
                    <a:pt x="8159" y="11099"/>
                  </a:cubicBezTo>
                  <a:cubicBezTo>
                    <a:pt x="8639" y="11099"/>
                    <a:pt x="8639" y="11099"/>
                    <a:pt x="8639" y="11099"/>
                  </a:cubicBezTo>
                  <a:cubicBezTo>
                    <a:pt x="9119" y="11099"/>
                    <a:pt x="9119" y="11099"/>
                    <a:pt x="9119" y="11099"/>
                  </a:cubicBezTo>
                  <a:cubicBezTo>
                    <a:pt x="9119" y="11099"/>
                    <a:pt x="9119" y="11099"/>
                    <a:pt x="9119" y="11099"/>
                  </a:cubicBezTo>
                  <a:cubicBezTo>
                    <a:pt x="9119" y="11099"/>
                    <a:pt x="9119" y="11099"/>
                    <a:pt x="9119" y="11099"/>
                  </a:cubicBezTo>
                  <a:cubicBezTo>
                    <a:pt x="9119" y="11399"/>
                    <a:pt x="9119" y="11399"/>
                    <a:pt x="9119" y="11399"/>
                  </a:cubicBezTo>
                  <a:close/>
                  <a:moveTo>
                    <a:pt x="3359" y="14700"/>
                  </a:moveTo>
                  <a:cubicBezTo>
                    <a:pt x="3359" y="14700"/>
                    <a:pt x="3359" y="14700"/>
                    <a:pt x="3359" y="14700"/>
                  </a:cubicBezTo>
                  <a:cubicBezTo>
                    <a:pt x="3359" y="14700"/>
                    <a:pt x="3359" y="14700"/>
                    <a:pt x="3359" y="14700"/>
                  </a:cubicBezTo>
                  <a:cubicBezTo>
                    <a:pt x="3359" y="15000"/>
                    <a:pt x="3359" y="15000"/>
                    <a:pt x="3359" y="15000"/>
                  </a:cubicBezTo>
                  <a:cubicBezTo>
                    <a:pt x="3359" y="14700"/>
                    <a:pt x="3359" y="14700"/>
                    <a:pt x="3359" y="14700"/>
                  </a:cubicBezTo>
                  <a:close/>
                  <a:moveTo>
                    <a:pt x="2879" y="15000"/>
                  </a:moveTo>
                  <a:cubicBezTo>
                    <a:pt x="3359" y="15000"/>
                    <a:pt x="3359" y="15000"/>
                    <a:pt x="3359" y="15000"/>
                  </a:cubicBezTo>
                  <a:cubicBezTo>
                    <a:pt x="3359" y="15000"/>
                    <a:pt x="3359" y="15000"/>
                    <a:pt x="3359" y="15000"/>
                  </a:cubicBezTo>
                  <a:cubicBezTo>
                    <a:pt x="3359" y="15300"/>
                    <a:pt x="3359" y="15300"/>
                    <a:pt x="3359" y="15300"/>
                  </a:cubicBezTo>
                  <a:cubicBezTo>
                    <a:pt x="2879" y="15300"/>
                    <a:pt x="2879" y="15300"/>
                    <a:pt x="2879" y="15300"/>
                  </a:cubicBezTo>
                  <a:cubicBezTo>
                    <a:pt x="2879" y="15000"/>
                    <a:pt x="2879" y="15000"/>
                    <a:pt x="2879" y="15000"/>
                  </a:cubicBezTo>
                  <a:cubicBezTo>
                    <a:pt x="2879" y="15000"/>
                    <a:pt x="2879" y="15000"/>
                    <a:pt x="2879" y="15000"/>
                  </a:cubicBezTo>
                  <a:close/>
                  <a:moveTo>
                    <a:pt x="7199" y="21299"/>
                  </a:moveTo>
                  <a:cubicBezTo>
                    <a:pt x="7679" y="21299"/>
                    <a:pt x="7679" y="21299"/>
                    <a:pt x="7679" y="21299"/>
                  </a:cubicBezTo>
                  <a:cubicBezTo>
                    <a:pt x="7199" y="21599"/>
                    <a:pt x="7199" y="21599"/>
                    <a:pt x="7199" y="21599"/>
                  </a:cubicBezTo>
                  <a:cubicBezTo>
                    <a:pt x="7199" y="21299"/>
                    <a:pt x="7199" y="21299"/>
                    <a:pt x="7199" y="21299"/>
                  </a:cubicBezTo>
                  <a:cubicBezTo>
                    <a:pt x="7199" y="21299"/>
                    <a:pt x="7199" y="21299"/>
                    <a:pt x="7199" y="21299"/>
                  </a:cubicBezTo>
                  <a:cubicBezTo>
                    <a:pt x="7199" y="21299"/>
                    <a:pt x="7199" y="21299"/>
                    <a:pt x="7199" y="21299"/>
                  </a:cubicBezTo>
                  <a:close/>
                  <a:moveTo>
                    <a:pt x="6719" y="21000"/>
                  </a:moveTo>
                  <a:cubicBezTo>
                    <a:pt x="6719" y="21000"/>
                    <a:pt x="6719" y="21299"/>
                    <a:pt x="6719" y="21299"/>
                  </a:cubicBezTo>
                  <a:cubicBezTo>
                    <a:pt x="6719" y="21299"/>
                    <a:pt x="6719" y="21299"/>
                    <a:pt x="6719" y="21299"/>
                  </a:cubicBezTo>
                  <a:cubicBezTo>
                    <a:pt x="6719" y="21000"/>
                    <a:pt x="6719" y="21000"/>
                    <a:pt x="6719" y="21000"/>
                  </a:cubicBezTo>
                  <a:close/>
                  <a:moveTo>
                    <a:pt x="5759" y="20699"/>
                  </a:moveTo>
                  <a:cubicBezTo>
                    <a:pt x="6719" y="20699"/>
                    <a:pt x="6719" y="20699"/>
                    <a:pt x="6719" y="20699"/>
                  </a:cubicBezTo>
                  <a:cubicBezTo>
                    <a:pt x="6719" y="20699"/>
                    <a:pt x="6719" y="20699"/>
                    <a:pt x="6719" y="20699"/>
                  </a:cubicBezTo>
                  <a:cubicBezTo>
                    <a:pt x="6239" y="21000"/>
                    <a:pt x="6239" y="21000"/>
                    <a:pt x="6239" y="21000"/>
                  </a:cubicBezTo>
                  <a:cubicBezTo>
                    <a:pt x="5759" y="21000"/>
                    <a:pt x="5759" y="21000"/>
                    <a:pt x="5759" y="21000"/>
                  </a:cubicBezTo>
                  <a:cubicBezTo>
                    <a:pt x="5759" y="20699"/>
                    <a:pt x="5759" y="20699"/>
                    <a:pt x="5759" y="20699"/>
                  </a:cubicBezTo>
                  <a:close/>
                  <a:moveTo>
                    <a:pt x="5280" y="20400"/>
                  </a:moveTo>
                  <a:cubicBezTo>
                    <a:pt x="5280" y="20699"/>
                    <a:pt x="5280" y="20699"/>
                    <a:pt x="5280" y="20699"/>
                  </a:cubicBezTo>
                  <a:cubicBezTo>
                    <a:pt x="5280" y="20699"/>
                    <a:pt x="5280" y="20699"/>
                    <a:pt x="5280" y="20699"/>
                  </a:cubicBezTo>
                  <a:cubicBezTo>
                    <a:pt x="5280" y="20400"/>
                    <a:pt x="5280" y="20400"/>
                    <a:pt x="5280" y="20400"/>
                  </a:cubicBezTo>
                  <a:cubicBezTo>
                    <a:pt x="5280" y="20400"/>
                    <a:pt x="5280" y="20400"/>
                    <a:pt x="5280" y="20400"/>
                  </a:cubicBezTo>
                  <a:close/>
                  <a:moveTo>
                    <a:pt x="4319" y="20400"/>
                  </a:moveTo>
                  <a:cubicBezTo>
                    <a:pt x="4319" y="20400"/>
                    <a:pt x="4319" y="20400"/>
                    <a:pt x="4319" y="20400"/>
                  </a:cubicBezTo>
                  <a:cubicBezTo>
                    <a:pt x="4319" y="20400"/>
                    <a:pt x="4319" y="20400"/>
                    <a:pt x="4319" y="20400"/>
                  </a:cubicBezTo>
                  <a:cubicBezTo>
                    <a:pt x="4319" y="20400"/>
                    <a:pt x="4319" y="20400"/>
                    <a:pt x="4319" y="20400"/>
                  </a:cubicBezTo>
                  <a:close/>
                  <a:moveTo>
                    <a:pt x="1439" y="20699"/>
                  </a:moveTo>
                  <a:cubicBezTo>
                    <a:pt x="1919" y="21000"/>
                    <a:pt x="1919" y="21000"/>
                    <a:pt x="1919" y="21000"/>
                  </a:cubicBezTo>
                  <a:cubicBezTo>
                    <a:pt x="1919" y="20699"/>
                    <a:pt x="1919" y="20699"/>
                    <a:pt x="1919" y="20699"/>
                  </a:cubicBezTo>
                  <a:cubicBezTo>
                    <a:pt x="1439" y="20699"/>
                    <a:pt x="1439" y="20699"/>
                    <a:pt x="1439" y="20699"/>
                  </a:cubicBezTo>
                  <a:cubicBezTo>
                    <a:pt x="1439" y="20400"/>
                    <a:pt x="1439" y="20400"/>
                    <a:pt x="1439" y="20400"/>
                  </a:cubicBezTo>
                  <a:cubicBezTo>
                    <a:pt x="1919" y="20400"/>
                    <a:pt x="1919" y="20400"/>
                    <a:pt x="1919" y="20400"/>
                  </a:cubicBezTo>
                  <a:cubicBezTo>
                    <a:pt x="2399" y="20699"/>
                    <a:pt x="2399" y="20699"/>
                    <a:pt x="2399" y="20699"/>
                  </a:cubicBezTo>
                  <a:cubicBezTo>
                    <a:pt x="2399" y="21000"/>
                    <a:pt x="2399" y="21000"/>
                    <a:pt x="2399" y="21000"/>
                  </a:cubicBezTo>
                  <a:cubicBezTo>
                    <a:pt x="2399" y="21000"/>
                    <a:pt x="2399" y="21000"/>
                    <a:pt x="2399" y="21000"/>
                  </a:cubicBezTo>
                  <a:cubicBezTo>
                    <a:pt x="1919" y="21000"/>
                    <a:pt x="1919" y="21000"/>
                    <a:pt x="1919" y="21000"/>
                  </a:cubicBezTo>
                  <a:cubicBezTo>
                    <a:pt x="2399" y="21299"/>
                    <a:pt x="2399" y="21299"/>
                    <a:pt x="2399" y="21299"/>
                  </a:cubicBezTo>
                  <a:cubicBezTo>
                    <a:pt x="2399" y="21000"/>
                    <a:pt x="2399" y="21000"/>
                    <a:pt x="2399" y="21000"/>
                  </a:cubicBezTo>
                  <a:cubicBezTo>
                    <a:pt x="2879" y="21299"/>
                    <a:pt x="2879" y="21299"/>
                    <a:pt x="2879" y="21299"/>
                  </a:cubicBezTo>
                  <a:cubicBezTo>
                    <a:pt x="2399" y="21299"/>
                    <a:pt x="2399" y="21299"/>
                    <a:pt x="2399" y="21299"/>
                  </a:cubicBezTo>
                  <a:cubicBezTo>
                    <a:pt x="1919" y="21299"/>
                    <a:pt x="1919" y="21299"/>
                    <a:pt x="1919" y="21299"/>
                  </a:cubicBezTo>
                  <a:cubicBezTo>
                    <a:pt x="1439" y="21299"/>
                    <a:pt x="1439" y="21299"/>
                    <a:pt x="1439" y="21299"/>
                  </a:cubicBezTo>
                  <a:cubicBezTo>
                    <a:pt x="1439" y="21000"/>
                    <a:pt x="1439" y="21000"/>
                    <a:pt x="1439" y="21000"/>
                  </a:cubicBezTo>
                  <a:cubicBezTo>
                    <a:pt x="959" y="21000"/>
                    <a:pt x="959" y="21000"/>
                    <a:pt x="959" y="21000"/>
                  </a:cubicBezTo>
                  <a:lnTo>
                    <a:pt x="1439" y="206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0" name="AutoShape 38"/>
            <p:cNvSpPr>
              <a:spLocks/>
            </p:cNvSpPr>
            <p:nvPr/>
          </p:nvSpPr>
          <p:spPr bwMode="auto">
            <a:xfrm>
              <a:off x="2876208" y="3207952"/>
              <a:ext cx="342409" cy="200255"/>
            </a:xfrm>
            <a:custGeom>
              <a:avLst/>
              <a:gdLst>
                <a:gd name="T0" fmla="*/ 171205 w 21600"/>
                <a:gd name="T1" fmla="*/ 100128 h 21600"/>
                <a:gd name="T2" fmla="*/ 171205 w 21600"/>
                <a:gd name="T3" fmla="*/ 100128 h 21600"/>
                <a:gd name="T4" fmla="*/ 171205 w 21600"/>
                <a:gd name="T5" fmla="*/ 100128 h 21600"/>
                <a:gd name="T6" fmla="*/ 171205 w 21600"/>
                <a:gd name="T7" fmla="*/ 10012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37" y="21599"/>
                  </a:moveTo>
                  <a:lnTo>
                    <a:pt x="21599" y="20329"/>
                  </a:lnTo>
                  <a:lnTo>
                    <a:pt x="20837" y="18635"/>
                  </a:lnTo>
                  <a:lnTo>
                    <a:pt x="21599" y="18635"/>
                  </a:lnTo>
                  <a:lnTo>
                    <a:pt x="21599" y="16941"/>
                  </a:lnTo>
                  <a:lnTo>
                    <a:pt x="19821" y="12282"/>
                  </a:lnTo>
                  <a:lnTo>
                    <a:pt x="19821" y="7623"/>
                  </a:lnTo>
                  <a:lnTo>
                    <a:pt x="20837" y="5929"/>
                  </a:lnTo>
                  <a:lnTo>
                    <a:pt x="20837" y="4658"/>
                  </a:lnTo>
                  <a:lnTo>
                    <a:pt x="21599" y="2964"/>
                  </a:lnTo>
                  <a:lnTo>
                    <a:pt x="21599" y="1270"/>
                  </a:lnTo>
                  <a:lnTo>
                    <a:pt x="21599" y="2964"/>
                  </a:lnTo>
                  <a:lnTo>
                    <a:pt x="18042" y="2964"/>
                  </a:lnTo>
                  <a:lnTo>
                    <a:pt x="16009" y="1270"/>
                  </a:lnTo>
                  <a:lnTo>
                    <a:pt x="15247" y="1270"/>
                  </a:lnTo>
                  <a:lnTo>
                    <a:pt x="14230" y="0"/>
                  </a:lnTo>
                  <a:lnTo>
                    <a:pt x="13214" y="1270"/>
                  </a:lnTo>
                  <a:lnTo>
                    <a:pt x="12197" y="0"/>
                  </a:lnTo>
                  <a:lnTo>
                    <a:pt x="12197" y="1270"/>
                  </a:lnTo>
                  <a:lnTo>
                    <a:pt x="11435" y="2964"/>
                  </a:lnTo>
                  <a:lnTo>
                    <a:pt x="11435" y="1270"/>
                  </a:lnTo>
                  <a:lnTo>
                    <a:pt x="9402" y="1270"/>
                  </a:lnTo>
                  <a:lnTo>
                    <a:pt x="9402" y="2964"/>
                  </a:lnTo>
                  <a:lnTo>
                    <a:pt x="6607" y="2964"/>
                  </a:lnTo>
                  <a:lnTo>
                    <a:pt x="5844" y="4658"/>
                  </a:lnTo>
                  <a:lnTo>
                    <a:pt x="4828" y="5929"/>
                  </a:lnTo>
                  <a:lnTo>
                    <a:pt x="5844" y="9317"/>
                  </a:lnTo>
                  <a:lnTo>
                    <a:pt x="6607" y="9317"/>
                  </a:lnTo>
                  <a:lnTo>
                    <a:pt x="6607" y="11011"/>
                  </a:lnTo>
                  <a:lnTo>
                    <a:pt x="5844" y="11011"/>
                  </a:lnTo>
                  <a:lnTo>
                    <a:pt x="5844" y="12282"/>
                  </a:lnTo>
                  <a:lnTo>
                    <a:pt x="6607" y="13976"/>
                  </a:lnTo>
                  <a:lnTo>
                    <a:pt x="7623" y="15670"/>
                  </a:lnTo>
                  <a:lnTo>
                    <a:pt x="8640" y="15670"/>
                  </a:lnTo>
                  <a:lnTo>
                    <a:pt x="8640" y="13976"/>
                  </a:lnTo>
                  <a:lnTo>
                    <a:pt x="9402" y="12282"/>
                  </a:lnTo>
                  <a:lnTo>
                    <a:pt x="9402" y="13976"/>
                  </a:lnTo>
                  <a:lnTo>
                    <a:pt x="8640" y="16941"/>
                  </a:lnTo>
                  <a:lnTo>
                    <a:pt x="8640" y="18635"/>
                  </a:lnTo>
                  <a:lnTo>
                    <a:pt x="9402" y="16941"/>
                  </a:lnTo>
                  <a:lnTo>
                    <a:pt x="10418" y="16941"/>
                  </a:lnTo>
                  <a:lnTo>
                    <a:pt x="11435" y="15670"/>
                  </a:lnTo>
                  <a:lnTo>
                    <a:pt x="12197" y="16941"/>
                  </a:lnTo>
                  <a:lnTo>
                    <a:pt x="13214" y="16941"/>
                  </a:lnTo>
                  <a:lnTo>
                    <a:pt x="13214" y="15670"/>
                  </a:lnTo>
                  <a:lnTo>
                    <a:pt x="14230" y="16941"/>
                  </a:lnTo>
                  <a:lnTo>
                    <a:pt x="15247" y="18635"/>
                  </a:lnTo>
                  <a:lnTo>
                    <a:pt x="16009" y="18635"/>
                  </a:lnTo>
                  <a:lnTo>
                    <a:pt x="17025" y="20329"/>
                  </a:lnTo>
                  <a:lnTo>
                    <a:pt x="17025" y="21599"/>
                  </a:lnTo>
                  <a:lnTo>
                    <a:pt x="20837" y="21599"/>
                  </a:lnTo>
                  <a:close/>
                  <a:moveTo>
                    <a:pt x="3811" y="7623"/>
                  </a:moveTo>
                  <a:lnTo>
                    <a:pt x="4828" y="7623"/>
                  </a:lnTo>
                  <a:lnTo>
                    <a:pt x="3811" y="7623"/>
                  </a:lnTo>
                  <a:close/>
                  <a:moveTo>
                    <a:pt x="2032" y="11011"/>
                  </a:moveTo>
                  <a:lnTo>
                    <a:pt x="2032" y="9317"/>
                  </a:lnTo>
                  <a:lnTo>
                    <a:pt x="0" y="9317"/>
                  </a:lnTo>
                  <a:lnTo>
                    <a:pt x="1016" y="7623"/>
                  </a:lnTo>
                  <a:lnTo>
                    <a:pt x="3811" y="7623"/>
                  </a:lnTo>
                  <a:lnTo>
                    <a:pt x="3811" y="9317"/>
                  </a:lnTo>
                  <a:lnTo>
                    <a:pt x="2795" y="9317"/>
                  </a:lnTo>
                  <a:lnTo>
                    <a:pt x="2032" y="11011"/>
                  </a:lnTo>
                  <a:close/>
                  <a:moveTo>
                    <a:pt x="3811" y="11011"/>
                  </a:moveTo>
                  <a:lnTo>
                    <a:pt x="4828" y="11011"/>
                  </a:lnTo>
                  <a:lnTo>
                    <a:pt x="5844" y="12282"/>
                  </a:lnTo>
                  <a:lnTo>
                    <a:pt x="4828" y="12282"/>
                  </a:lnTo>
                  <a:lnTo>
                    <a:pt x="3811" y="11011"/>
                  </a:lnTo>
                  <a:close/>
                  <a:moveTo>
                    <a:pt x="0" y="18635"/>
                  </a:moveTo>
                  <a:lnTo>
                    <a:pt x="1016" y="16941"/>
                  </a:lnTo>
                  <a:lnTo>
                    <a:pt x="2032" y="15670"/>
                  </a:lnTo>
                  <a:lnTo>
                    <a:pt x="2795" y="15670"/>
                  </a:lnTo>
                  <a:lnTo>
                    <a:pt x="3811" y="13976"/>
                  </a:lnTo>
                  <a:lnTo>
                    <a:pt x="3811" y="12282"/>
                  </a:lnTo>
                  <a:lnTo>
                    <a:pt x="4828" y="12282"/>
                  </a:lnTo>
                  <a:lnTo>
                    <a:pt x="3811" y="12282"/>
                  </a:lnTo>
                  <a:lnTo>
                    <a:pt x="3811" y="11011"/>
                  </a:lnTo>
                  <a:lnTo>
                    <a:pt x="2032" y="11011"/>
                  </a:lnTo>
                  <a:lnTo>
                    <a:pt x="1016" y="12282"/>
                  </a:lnTo>
                  <a:lnTo>
                    <a:pt x="0" y="12282"/>
                  </a:lnTo>
                  <a:lnTo>
                    <a:pt x="0" y="15670"/>
                  </a:lnTo>
                  <a:lnTo>
                    <a:pt x="1016" y="15670"/>
                  </a:lnTo>
                  <a:lnTo>
                    <a:pt x="1016" y="16941"/>
                  </a:lnTo>
                  <a:lnTo>
                    <a:pt x="0" y="16941"/>
                  </a:lnTo>
                  <a:lnTo>
                    <a:pt x="0" y="18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1" name="AutoShape 39"/>
            <p:cNvSpPr>
              <a:spLocks/>
            </p:cNvSpPr>
            <p:nvPr/>
          </p:nvSpPr>
          <p:spPr bwMode="auto">
            <a:xfrm>
              <a:off x="2831897" y="3353232"/>
              <a:ext cx="418946" cy="204179"/>
            </a:xfrm>
            <a:custGeom>
              <a:avLst/>
              <a:gdLst>
                <a:gd name="T0" fmla="*/ 209473 w 21600"/>
                <a:gd name="T1" fmla="*/ 102090 h 21600"/>
                <a:gd name="T2" fmla="*/ 209473 w 21600"/>
                <a:gd name="T3" fmla="*/ 102090 h 21600"/>
                <a:gd name="T4" fmla="*/ 209473 w 21600"/>
                <a:gd name="T5" fmla="*/ 102090 h 21600"/>
                <a:gd name="T6" fmla="*/ 209473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6615"/>
                  </a:moveTo>
                  <a:lnTo>
                    <a:pt x="21599" y="13707"/>
                  </a:lnTo>
                  <a:lnTo>
                    <a:pt x="20769" y="12046"/>
                  </a:lnTo>
                  <a:lnTo>
                    <a:pt x="19938" y="10800"/>
                  </a:lnTo>
                  <a:lnTo>
                    <a:pt x="19938" y="5815"/>
                  </a:lnTo>
                  <a:lnTo>
                    <a:pt x="16199" y="5815"/>
                  </a:lnTo>
                  <a:lnTo>
                    <a:pt x="16199" y="4569"/>
                  </a:lnTo>
                  <a:lnTo>
                    <a:pt x="15369" y="2907"/>
                  </a:lnTo>
                  <a:lnTo>
                    <a:pt x="14746" y="2907"/>
                  </a:lnTo>
                  <a:lnTo>
                    <a:pt x="13915" y="1246"/>
                  </a:lnTo>
                  <a:lnTo>
                    <a:pt x="13084" y="0"/>
                  </a:lnTo>
                  <a:lnTo>
                    <a:pt x="13084" y="1246"/>
                  </a:lnTo>
                  <a:lnTo>
                    <a:pt x="12253" y="1246"/>
                  </a:lnTo>
                  <a:lnTo>
                    <a:pt x="11630" y="0"/>
                  </a:lnTo>
                  <a:lnTo>
                    <a:pt x="10800" y="1246"/>
                  </a:lnTo>
                  <a:lnTo>
                    <a:pt x="9969" y="1246"/>
                  </a:lnTo>
                  <a:lnTo>
                    <a:pt x="9346" y="2907"/>
                  </a:lnTo>
                  <a:lnTo>
                    <a:pt x="9346" y="4569"/>
                  </a:lnTo>
                  <a:lnTo>
                    <a:pt x="9969" y="5815"/>
                  </a:lnTo>
                  <a:lnTo>
                    <a:pt x="9346" y="9138"/>
                  </a:lnTo>
                  <a:lnTo>
                    <a:pt x="8515" y="10800"/>
                  </a:lnTo>
                  <a:lnTo>
                    <a:pt x="7684" y="10800"/>
                  </a:lnTo>
                  <a:lnTo>
                    <a:pt x="7061" y="9138"/>
                  </a:lnTo>
                  <a:lnTo>
                    <a:pt x="7061" y="7476"/>
                  </a:lnTo>
                  <a:lnTo>
                    <a:pt x="5400" y="4569"/>
                  </a:lnTo>
                  <a:lnTo>
                    <a:pt x="5400" y="2907"/>
                  </a:lnTo>
                  <a:lnTo>
                    <a:pt x="4569" y="2907"/>
                  </a:lnTo>
                  <a:lnTo>
                    <a:pt x="3946" y="4569"/>
                  </a:lnTo>
                  <a:lnTo>
                    <a:pt x="3115" y="4569"/>
                  </a:lnTo>
                  <a:lnTo>
                    <a:pt x="3115" y="5815"/>
                  </a:lnTo>
                  <a:lnTo>
                    <a:pt x="2284" y="5815"/>
                  </a:lnTo>
                  <a:lnTo>
                    <a:pt x="1661" y="7476"/>
                  </a:lnTo>
                  <a:lnTo>
                    <a:pt x="1661" y="10800"/>
                  </a:lnTo>
                  <a:lnTo>
                    <a:pt x="830" y="12046"/>
                  </a:lnTo>
                  <a:lnTo>
                    <a:pt x="830" y="15369"/>
                  </a:lnTo>
                  <a:lnTo>
                    <a:pt x="0" y="15369"/>
                  </a:lnTo>
                  <a:lnTo>
                    <a:pt x="830" y="18276"/>
                  </a:lnTo>
                  <a:lnTo>
                    <a:pt x="830" y="19938"/>
                  </a:lnTo>
                  <a:lnTo>
                    <a:pt x="1661" y="18276"/>
                  </a:lnTo>
                  <a:lnTo>
                    <a:pt x="2284" y="16615"/>
                  </a:lnTo>
                  <a:lnTo>
                    <a:pt x="3946" y="15369"/>
                  </a:lnTo>
                  <a:lnTo>
                    <a:pt x="6230" y="15369"/>
                  </a:lnTo>
                  <a:lnTo>
                    <a:pt x="7061" y="16615"/>
                  </a:lnTo>
                  <a:lnTo>
                    <a:pt x="7684" y="15369"/>
                  </a:lnTo>
                  <a:lnTo>
                    <a:pt x="8515" y="15369"/>
                  </a:lnTo>
                  <a:lnTo>
                    <a:pt x="9346" y="16615"/>
                  </a:lnTo>
                  <a:lnTo>
                    <a:pt x="10800" y="16615"/>
                  </a:lnTo>
                  <a:lnTo>
                    <a:pt x="11630" y="15369"/>
                  </a:lnTo>
                  <a:lnTo>
                    <a:pt x="13084" y="16615"/>
                  </a:lnTo>
                  <a:lnTo>
                    <a:pt x="13915" y="16615"/>
                  </a:lnTo>
                  <a:lnTo>
                    <a:pt x="14746" y="19938"/>
                  </a:lnTo>
                  <a:lnTo>
                    <a:pt x="15369" y="19938"/>
                  </a:lnTo>
                  <a:lnTo>
                    <a:pt x="16199" y="21599"/>
                  </a:lnTo>
                  <a:lnTo>
                    <a:pt x="19315" y="21599"/>
                  </a:lnTo>
                  <a:lnTo>
                    <a:pt x="19938" y="19938"/>
                  </a:lnTo>
                  <a:lnTo>
                    <a:pt x="21599" y="166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2" name="AutoShape 40"/>
            <p:cNvSpPr>
              <a:spLocks/>
            </p:cNvSpPr>
            <p:nvPr/>
          </p:nvSpPr>
          <p:spPr bwMode="auto">
            <a:xfrm>
              <a:off x="2848012" y="3498512"/>
              <a:ext cx="326297" cy="204179"/>
            </a:xfrm>
            <a:custGeom>
              <a:avLst/>
              <a:gdLst>
                <a:gd name="T0" fmla="*/ 163149 w 21600"/>
                <a:gd name="T1" fmla="*/ 102090 h 21600"/>
                <a:gd name="T2" fmla="*/ 163149 w 21600"/>
                <a:gd name="T3" fmla="*/ 102090 h 21600"/>
                <a:gd name="T4" fmla="*/ 163149 w 21600"/>
                <a:gd name="T5" fmla="*/ 102090 h 21600"/>
                <a:gd name="T6" fmla="*/ 163149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33" y="17030"/>
                  </a:moveTo>
                  <a:lnTo>
                    <a:pt x="6933" y="13707"/>
                  </a:lnTo>
                  <a:lnTo>
                    <a:pt x="8000" y="12046"/>
                  </a:lnTo>
                  <a:lnTo>
                    <a:pt x="6933" y="12046"/>
                  </a:lnTo>
                  <a:lnTo>
                    <a:pt x="5866" y="10800"/>
                  </a:lnTo>
                  <a:lnTo>
                    <a:pt x="2933" y="10800"/>
                  </a:lnTo>
                  <a:lnTo>
                    <a:pt x="1866" y="7476"/>
                  </a:lnTo>
                  <a:lnTo>
                    <a:pt x="0" y="7476"/>
                  </a:lnTo>
                  <a:lnTo>
                    <a:pt x="0" y="4569"/>
                  </a:lnTo>
                  <a:lnTo>
                    <a:pt x="1066" y="2907"/>
                  </a:lnTo>
                  <a:lnTo>
                    <a:pt x="1866" y="1246"/>
                  </a:lnTo>
                  <a:lnTo>
                    <a:pt x="4000" y="0"/>
                  </a:lnTo>
                  <a:lnTo>
                    <a:pt x="6933" y="0"/>
                  </a:lnTo>
                  <a:lnTo>
                    <a:pt x="8000" y="1246"/>
                  </a:lnTo>
                  <a:lnTo>
                    <a:pt x="8800" y="0"/>
                  </a:lnTo>
                  <a:lnTo>
                    <a:pt x="9866" y="0"/>
                  </a:lnTo>
                  <a:lnTo>
                    <a:pt x="10933" y="1246"/>
                  </a:lnTo>
                  <a:lnTo>
                    <a:pt x="12799" y="1246"/>
                  </a:lnTo>
                  <a:lnTo>
                    <a:pt x="13866" y="0"/>
                  </a:lnTo>
                  <a:lnTo>
                    <a:pt x="15733" y="1246"/>
                  </a:lnTo>
                  <a:lnTo>
                    <a:pt x="16799" y="1246"/>
                  </a:lnTo>
                  <a:lnTo>
                    <a:pt x="17866" y="4569"/>
                  </a:lnTo>
                  <a:lnTo>
                    <a:pt x="18666" y="4569"/>
                  </a:lnTo>
                  <a:lnTo>
                    <a:pt x="19733" y="6230"/>
                  </a:lnTo>
                  <a:lnTo>
                    <a:pt x="21599" y="6230"/>
                  </a:lnTo>
                  <a:lnTo>
                    <a:pt x="20799" y="9138"/>
                  </a:lnTo>
                  <a:lnTo>
                    <a:pt x="21599" y="9138"/>
                  </a:lnTo>
                  <a:lnTo>
                    <a:pt x="21599" y="10800"/>
                  </a:lnTo>
                  <a:lnTo>
                    <a:pt x="19733" y="10800"/>
                  </a:lnTo>
                  <a:lnTo>
                    <a:pt x="18666" y="13707"/>
                  </a:lnTo>
                  <a:lnTo>
                    <a:pt x="18666" y="15369"/>
                  </a:lnTo>
                  <a:lnTo>
                    <a:pt x="19733" y="15369"/>
                  </a:lnTo>
                  <a:lnTo>
                    <a:pt x="19733" y="17030"/>
                  </a:lnTo>
                  <a:lnTo>
                    <a:pt x="17866" y="17030"/>
                  </a:lnTo>
                  <a:lnTo>
                    <a:pt x="16799" y="18276"/>
                  </a:lnTo>
                  <a:lnTo>
                    <a:pt x="15733" y="18276"/>
                  </a:lnTo>
                  <a:lnTo>
                    <a:pt x="15733" y="19938"/>
                  </a:lnTo>
                  <a:lnTo>
                    <a:pt x="13866" y="21599"/>
                  </a:lnTo>
                  <a:lnTo>
                    <a:pt x="12799" y="19938"/>
                  </a:lnTo>
                  <a:lnTo>
                    <a:pt x="11733" y="21599"/>
                  </a:lnTo>
                  <a:lnTo>
                    <a:pt x="9866" y="21599"/>
                  </a:lnTo>
                  <a:lnTo>
                    <a:pt x="9866" y="17030"/>
                  </a:lnTo>
                  <a:lnTo>
                    <a:pt x="8800" y="17030"/>
                  </a:lnTo>
                  <a:lnTo>
                    <a:pt x="8000" y="15369"/>
                  </a:lnTo>
                  <a:lnTo>
                    <a:pt x="6933" y="170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3" name="AutoShape 41"/>
            <p:cNvSpPr>
              <a:spLocks/>
            </p:cNvSpPr>
            <p:nvPr/>
          </p:nvSpPr>
          <p:spPr bwMode="auto">
            <a:xfrm>
              <a:off x="3013170" y="3510293"/>
              <a:ext cx="551881" cy="380874"/>
            </a:xfrm>
            <a:custGeom>
              <a:avLst/>
              <a:gdLst>
                <a:gd name="T0" fmla="*/ 275941 w 21600"/>
                <a:gd name="T1" fmla="*/ 190437 h 21600"/>
                <a:gd name="T2" fmla="*/ 275941 w 21600"/>
                <a:gd name="T3" fmla="*/ 190437 h 21600"/>
                <a:gd name="T4" fmla="*/ 275941 w 21600"/>
                <a:gd name="T5" fmla="*/ 190437 h 21600"/>
                <a:gd name="T6" fmla="*/ 275941 w 21600"/>
                <a:gd name="T7" fmla="*/ 190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911"/>
                  </a:moveTo>
                  <a:lnTo>
                    <a:pt x="472" y="10911"/>
                  </a:lnTo>
                  <a:lnTo>
                    <a:pt x="1103" y="10020"/>
                  </a:lnTo>
                  <a:lnTo>
                    <a:pt x="1734" y="10911"/>
                  </a:lnTo>
                  <a:lnTo>
                    <a:pt x="2837" y="10020"/>
                  </a:lnTo>
                  <a:lnTo>
                    <a:pt x="2837" y="9129"/>
                  </a:lnTo>
                  <a:lnTo>
                    <a:pt x="3468" y="9129"/>
                  </a:lnTo>
                  <a:lnTo>
                    <a:pt x="4099" y="8461"/>
                  </a:lnTo>
                  <a:lnTo>
                    <a:pt x="5202" y="8461"/>
                  </a:lnTo>
                  <a:lnTo>
                    <a:pt x="5202" y="7571"/>
                  </a:lnTo>
                  <a:lnTo>
                    <a:pt x="4572" y="7571"/>
                  </a:lnTo>
                  <a:lnTo>
                    <a:pt x="4572" y="6680"/>
                  </a:lnTo>
                  <a:lnTo>
                    <a:pt x="5202" y="5121"/>
                  </a:lnTo>
                  <a:lnTo>
                    <a:pt x="6306" y="5121"/>
                  </a:lnTo>
                  <a:lnTo>
                    <a:pt x="6306" y="4230"/>
                  </a:lnTo>
                  <a:lnTo>
                    <a:pt x="5833" y="4230"/>
                  </a:lnTo>
                  <a:lnTo>
                    <a:pt x="6306" y="2672"/>
                  </a:lnTo>
                  <a:lnTo>
                    <a:pt x="7567" y="2672"/>
                  </a:lnTo>
                  <a:lnTo>
                    <a:pt x="8040" y="1781"/>
                  </a:lnTo>
                  <a:lnTo>
                    <a:pt x="9302" y="0"/>
                  </a:lnTo>
                  <a:lnTo>
                    <a:pt x="9932" y="0"/>
                  </a:lnTo>
                  <a:lnTo>
                    <a:pt x="10405" y="890"/>
                  </a:lnTo>
                  <a:lnTo>
                    <a:pt x="10405" y="0"/>
                  </a:lnTo>
                  <a:lnTo>
                    <a:pt x="11036" y="890"/>
                  </a:lnTo>
                  <a:lnTo>
                    <a:pt x="12140" y="890"/>
                  </a:lnTo>
                  <a:lnTo>
                    <a:pt x="12770" y="1781"/>
                  </a:lnTo>
                  <a:lnTo>
                    <a:pt x="13401" y="890"/>
                  </a:lnTo>
                  <a:lnTo>
                    <a:pt x="14505" y="890"/>
                  </a:lnTo>
                  <a:lnTo>
                    <a:pt x="14505" y="1781"/>
                  </a:lnTo>
                  <a:lnTo>
                    <a:pt x="16239" y="1781"/>
                  </a:lnTo>
                  <a:lnTo>
                    <a:pt x="16239" y="5121"/>
                  </a:lnTo>
                  <a:lnTo>
                    <a:pt x="16870" y="5789"/>
                  </a:lnTo>
                  <a:lnTo>
                    <a:pt x="17500" y="6680"/>
                  </a:lnTo>
                  <a:lnTo>
                    <a:pt x="17973" y="8461"/>
                  </a:lnTo>
                  <a:lnTo>
                    <a:pt x="18604" y="8461"/>
                  </a:lnTo>
                  <a:lnTo>
                    <a:pt x="18604" y="10020"/>
                  </a:lnTo>
                  <a:lnTo>
                    <a:pt x="19865" y="10020"/>
                  </a:lnTo>
                  <a:lnTo>
                    <a:pt x="20969" y="10911"/>
                  </a:lnTo>
                  <a:lnTo>
                    <a:pt x="20969" y="11579"/>
                  </a:lnTo>
                  <a:lnTo>
                    <a:pt x="21599" y="12470"/>
                  </a:lnTo>
                  <a:lnTo>
                    <a:pt x="20969" y="12470"/>
                  </a:lnTo>
                  <a:lnTo>
                    <a:pt x="20338" y="14251"/>
                  </a:lnTo>
                  <a:lnTo>
                    <a:pt x="19235" y="14251"/>
                  </a:lnTo>
                  <a:lnTo>
                    <a:pt x="18604" y="13360"/>
                  </a:lnTo>
                  <a:lnTo>
                    <a:pt x="18604" y="14919"/>
                  </a:lnTo>
                  <a:lnTo>
                    <a:pt x="19235" y="15810"/>
                  </a:lnTo>
                  <a:lnTo>
                    <a:pt x="19235" y="16701"/>
                  </a:lnTo>
                  <a:lnTo>
                    <a:pt x="19865" y="17369"/>
                  </a:lnTo>
                  <a:lnTo>
                    <a:pt x="19865" y="18259"/>
                  </a:lnTo>
                  <a:lnTo>
                    <a:pt x="18604" y="19150"/>
                  </a:lnTo>
                  <a:lnTo>
                    <a:pt x="17500" y="19150"/>
                  </a:lnTo>
                  <a:lnTo>
                    <a:pt x="17500" y="21600"/>
                  </a:lnTo>
                  <a:lnTo>
                    <a:pt x="16870" y="21600"/>
                  </a:lnTo>
                  <a:lnTo>
                    <a:pt x="16239" y="20709"/>
                  </a:lnTo>
                  <a:lnTo>
                    <a:pt x="14505" y="20709"/>
                  </a:lnTo>
                  <a:lnTo>
                    <a:pt x="14032" y="21600"/>
                  </a:lnTo>
                  <a:lnTo>
                    <a:pt x="13401" y="21600"/>
                  </a:lnTo>
                  <a:lnTo>
                    <a:pt x="13401" y="20709"/>
                  </a:lnTo>
                  <a:lnTo>
                    <a:pt x="12770" y="20709"/>
                  </a:lnTo>
                  <a:lnTo>
                    <a:pt x="12140" y="21600"/>
                  </a:lnTo>
                  <a:lnTo>
                    <a:pt x="11667" y="20709"/>
                  </a:lnTo>
                  <a:lnTo>
                    <a:pt x="8671" y="20709"/>
                  </a:lnTo>
                  <a:lnTo>
                    <a:pt x="8040" y="19818"/>
                  </a:lnTo>
                  <a:lnTo>
                    <a:pt x="4572" y="19818"/>
                  </a:lnTo>
                  <a:lnTo>
                    <a:pt x="2207" y="20709"/>
                  </a:lnTo>
                  <a:lnTo>
                    <a:pt x="1103" y="19818"/>
                  </a:lnTo>
                  <a:lnTo>
                    <a:pt x="472" y="19150"/>
                  </a:lnTo>
                  <a:lnTo>
                    <a:pt x="0" y="18259"/>
                  </a:lnTo>
                  <a:lnTo>
                    <a:pt x="472" y="17369"/>
                  </a:lnTo>
                  <a:lnTo>
                    <a:pt x="1103" y="16701"/>
                  </a:lnTo>
                  <a:lnTo>
                    <a:pt x="1103" y="14919"/>
                  </a:lnTo>
                  <a:lnTo>
                    <a:pt x="472" y="14251"/>
                  </a:lnTo>
                  <a:lnTo>
                    <a:pt x="472" y="13360"/>
                  </a:lnTo>
                  <a:lnTo>
                    <a:pt x="0" y="11579"/>
                  </a:lnTo>
                  <a:lnTo>
                    <a:pt x="0" y="109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4" name="AutoShape 42"/>
            <p:cNvSpPr>
              <a:spLocks/>
            </p:cNvSpPr>
            <p:nvPr/>
          </p:nvSpPr>
          <p:spPr bwMode="auto">
            <a:xfrm>
              <a:off x="2968867" y="3816560"/>
              <a:ext cx="1087643" cy="596829"/>
            </a:xfrm>
            <a:custGeom>
              <a:avLst/>
              <a:gdLst>
                <a:gd name="T0" fmla="*/ 543822 w 21600"/>
                <a:gd name="T1" fmla="*/ 298415 h 21600"/>
                <a:gd name="T2" fmla="*/ 543822 w 21600"/>
                <a:gd name="T3" fmla="*/ 298415 h 21600"/>
                <a:gd name="T4" fmla="*/ 543822 w 21600"/>
                <a:gd name="T5" fmla="*/ 298415 h 21600"/>
                <a:gd name="T6" fmla="*/ 543822 w 21600"/>
                <a:gd name="T7" fmla="*/ 2984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 y="1563"/>
                  </a:moveTo>
                  <a:lnTo>
                    <a:pt x="2000" y="2131"/>
                  </a:lnTo>
                  <a:lnTo>
                    <a:pt x="3200" y="1563"/>
                  </a:lnTo>
                  <a:lnTo>
                    <a:pt x="4960" y="1563"/>
                  </a:lnTo>
                  <a:lnTo>
                    <a:pt x="5279" y="2131"/>
                  </a:lnTo>
                  <a:lnTo>
                    <a:pt x="6800" y="2131"/>
                  </a:lnTo>
                  <a:lnTo>
                    <a:pt x="7040" y="2699"/>
                  </a:lnTo>
                  <a:lnTo>
                    <a:pt x="7360" y="2131"/>
                  </a:lnTo>
                  <a:lnTo>
                    <a:pt x="7680" y="2131"/>
                  </a:lnTo>
                  <a:lnTo>
                    <a:pt x="7680" y="2699"/>
                  </a:lnTo>
                  <a:lnTo>
                    <a:pt x="8000" y="2699"/>
                  </a:lnTo>
                  <a:lnTo>
                    <a:pt x="8240" y="2131"/>
                  </a:lnTo>
                  <a:lnTo>
                    <a:pt x="9120" y="2131"/>
                  </a:lnTo>
                  <a:lnTo>
                    <a:pt x="9440" y="2699"/>
                  </a:lnTo>
                  <a:lnTo>
                    <a:pt x="9760" y="2699"/>
                  </a:lnTo>
                  <a:lnTo>
                    <a:pt x="9760" y="1136"/>
                  </a:lnTo>
                  <a:lnTo>
                    <a:pt x="10320" y="1136"/>
                  </a:lnTo>
                  <a:lnTo>
                    <a:pt x="10960" y="568"/>
                  </a:lnTo>
                  <a:lnTo>
                    <a:pt x="11200" y="568"/>
                  </a:lnTo>
                  <a:lnTo>
                    <a:pt x="11200" y="0"/>
                  </a:lnTo>
                  <a:lnTo>
                    <a:pt x="13600" y="0"/>
                  </a:lnTo>
                  <a:lnTo>
                    <a:pt x="13600" y="1136"/>
                  </a:lnTo>
                  <a:lnTo>
                    <a:pt x="13920" y="1136"/>
                  </a:lnTo>
                  <a:lnTo>
                    <a:pt x="13920" y="1563"/>
                  </a:lnTo>
                  <a:lnTo>
                    <a:pt x="14160" y="2699"/>
                  </a:lnTo>
                  <a:lnTo>
                    <a:pt x="14800" y="2131"/>
                  </a:lnTo>
                  <a:lnTo>
                    <a:pt x="15040" y="2699"/>
                  </a:lnTo>
                  <a:lnTo>
                    <a:pt x="15040" y="3268"/>
                  </a:lnTo>
                  <a:lnTo>
                    <a:pt x="15360" y="3268"/>
                  </a:lnTo>
                  <a:lnTo>
                    <a:pt x="15360" y="3694"/>
                  </a:lnTo>
                  <a:lnTo>
                    <a:pt x="16239" y="5257"/>
                  </a:lnTo>
                  <a:lnTo>
                    <a:pt x="16239" y="4831"/>
                  </a:lnTo>
                  <a:lnTo>
                    <a:pt x="16880" y="5257"/>
                  </a:lnTo>
                  <a:lnTo>
                    <a:pt x="17440" y="5257"/>
                  </a:lnTo>
                  <a:lnTo>
                    <a:pt x="17760" y="4831"/>
                  </a:lnTo>
                  <a:lnTo>
                    <a:pt x="18000" y="4831"/>
                  </a:lnTo>
                  <a:lnTo>
                    <a:pt x="18320" y="5826"/>
                  </a:lnTo>
                  <a:lnTo>
                    <a:pt x="18640" y="6394"/>
                  </a:lnTo>
                  <a:lnTo>
                    <a:pt x="19840" y="6394"/>
                  </a:lnTo>
                  <a:lnTo>
                    <a:pt x="20079" y="6963"/>
                  </a:lnTo>
                  <a:lnTo>
                    <a:pt x="20400" y="6394"/>
                  </a:lnTo>
                  <a:lnTo>
                    <a:pt x="20720" y="6963"/>
                  </a:lnTo>
                  <a:lnTo>
                    <a:pt x="21280" y="6963"/>
                  </a:lnTo>
                  <a:lnTo>
                    <a:pt x="21280" y="7389"/>
                  </a:lnTo>
                  <a:lnTo>
                    <a:pt x="21599" y="7389"/>
                  </a:lnTo>
                  <a:lnTo>
                    <a:pt x="21599" y="7957"/>
                  </a:lnTo>
                  <a:lnTo>
                    <a:pt x="21280" y="8526"/>
                  </a:lnTo>
                  <a:lnTo>
                    <a:pt x="20960" y="8526"/>
                  </a:lnTo>
                  <a:lnTo>
                    <a:pt x="20960" y="9521"/>
                  </a:lnTo>
                  <a:lnTo>
                    <a:pt x="21599" y="10657"/>
                  </a:lnTo>
                  <a:lnTo>
                    <a:pt x="21280" y="11084"/>
                  </a:lnTo>
                  <a:lnTo>
                    <a:pt x="21280" y="11652"/>
                  </a:lnTo>
                  <a:lnTo>
                    <a:pt x="20960" y="12221"/>
                  </a:lnTo>
                  <a:lnTo>
                    <a:pt x="20400" y="12221"/>
                  </a:lnTo>
                  <a:lnTo>
                    <a:pt x="20079" y="12647"/>
                  </a:lnTo>
                  <a:lnTo>
                    <a:pt x="20079" y="13215"/>
                  </a:lnTo>
                  <a:lnTo>
                    <a:pt x="19840" y="13784"/>
                  </a:lnTo>
                  <a:lnTo>
                    <a:pt x="19840" y="14352"/>
                  </a:lnTo>
                  <a:lnTo>
                    <a:pt x="19840" y="13784"/>
                  </a:lnTo>
                  <a:lnTo>
                    <a:pt x="19520" y="13784"/>
                  </a:lnTo>
                  <a:lnTo>
                    <a:pt x="19200" y="14352"/>
                  </a:lnTo>
                  <a:lnTo>
                    <a:pt x="18640" y="14352"/>
                  </a:lnTo>
                  <a:lnTo>
                    <a:pt x="18640" y="14778"/>
                  </a:lnTo>
                  <a:lnTo>
                    <a:pt x="18000" y="14778"/>
                  </a:lnTo>
                  <a:lnTo>
                    <a:pt x="17760" y="15347"/>
                  </a:lnTo>
                  <a:lnTo>
                    <a:pt x="17440" y="15347"/>
                  </a:lnTo>
                  <a:lnTo>
                    <a:pt x="17440" y="15915"/>
                  </a:lnTo>
                  <a:lnTo>
                    <a:pt x="16880" y="15347"/>
                  </a:lnTo>
                  <a:lnTo>
                    <a:pt x="16560" y="15915"/>
                  </a:lnTo>
                  <a:lnTo>
                    <a:pt x="16239" y="15347"/>
                  </a:lnTo>
                  <a:lnTo>
                    <a:pt x="16239" y="15915"/>
                  </a:lnTo>
                  <a:lnTo>
                    <a:pt x="16560" y="15915"/>
                  </a:lnTo>
                  <a:lnTo>
                    <a:pt x="16239" y="16342"/>
                  </a:lnTo>
                  <a:lnTo>
                    <a:pt x="16239" y="16910"/>
                  </a:lnTo>
                  <a:lnTo>
                    <a:pt x="15920" y="16910"/>
                  </a:lnTo>
                  <a:lnTo>
                    <a:pt x="16239" y="16342"/>
                  </a:lnTo>
                  <a:lnTo>
                    <a:pt x="16239" y="15915"/>
                  </a:lnTo>
                  <a:lnTo>
                    <a:pt x="15920" y="15915"/>
                  </a:lnTo>
                  <a:lnTo>
                    <a:pt x="15680" y="16910"/>
                  </a:lnTo>
                  <a:lnTo>
                    <a:pt x="14480" y="16910"/>
                  </a:lnTo>
                  <a:lnTo>
                    <a:pt x="14480" y="17478"/>
                  </a:lnTo>
                  <a:lnTo>
                    <a:pt x="15040" y="17478"/>
                  </a:lnTo>
                  <a:lnTo>
                    <a:pt x="15360" y="17905"/>
                  </a:lnTo>
                  <a:lnTo>
                    <a:pt x="15680" y="17905"/>
                  </a:lnTo>
                  <a:lnTo>
                    <a:pt x="15360" y="17905"/>
                  </a:lnTo>
                  <a:lnTo>
                    <a:pt x="15360" y="18473"/>
                  </a:lnTo>
                  <a:lnTo>
                    <a:pt x="15920" y="18473"/>
                  </a:lnTo>
                  <a:lnTo>
                    <a:pt x="15920" y="19042"/>
                  </a:lnTo>
                  <a:lnTo>
                    <a:pt x="16239" y="19042"/>
                  </a:lnTo>
                  <a:lnTo>
                    <a:pt x="16560" y="19610"/>
                  </a:lnTo>
                  <a:lnTo>
                    <a:pt x="16560" y="19042"/>
                  </a:lnTo>
                  <a:lnTo>
                    <a:pt x="15680" y="17478"/>
                  </a:lnTo>
                  <a:lnTo>
                    <a:pt x="15680" y="16910"/>
                  </a:lnTo>
                  <a:lnTo>
                    <a:pt x="15920" y="17478"/>
                  </a:lnTo>
                  <a:lnTo>
                    <a:pt x="15920" y="17905"/>
                  </a:lnTo>
                  <a:lnTo>
                    <a:pt x="16560" y="19042"/>
                  </a:lnTo>
                  <a:lnTo>
                    <a:pt x="17440" y="19042"/>
                  </a:lnTo>
                  <a:lnTo>
                    <a:pt x="17440" y="18473"/>
                  </a:lnTo>
                  <a:lnTo>
                    <a:pt x="18320" y="18473"/>
                  </a:lnTo>
                  <a:lnTo>
                    <a:pt x="18000" y="19042"/>
                  </a:lnTo>
                  <a:lnTo>
                    <a:pt x="18000" y="19610"/>
                  </a:lnTo>
                  <a:lnTo>
                    <a:pt x="17440" y="20036"/>
                  </a:lnTo>
                  <a:lnTo>
                    <a:pt x="16880" y="19610"/>
                  </a:lnTo>
                  <a:lnTo>
                    <a:pt x="16560" y="20036"/>
                  </a:lnTo>
                  <a:lnTo>
                    <a:pt x="16560" y="20605"/>
                  </a:lnTo>
                  <a:lnTo>
                    <a:pt x="15920" y="20605"/>
                  </a:lnTo>
                  <a:lnTo>
                    <a:pt x="15360" y="21173"/>
                  </a:lnTo>
                  <a:lnTo>
                    <a:pt x="15040" y="21600"/>
                  </a:lnTo>
                  <a:lnTo>
                    <a:pt x="14480" y="21600"/>
                  </a:lnTo>
                  <a:lnTo>
                    <a:pt x="14160" y="21173"/>
                  </a:lnTo>
                  <a:lnTo>
                    <a:pt x="14480" y="20036"/>
                  </a:lnTo>
                  <a:lnTo>
                    <a:pt x="14160" y="19610"/>
                  </a:lnTo>
                  <a:lnTo>
                    <a:pt x="13920" y="19610"/>
                  </a:lnTo>
                  <a:lnTo>
                    <a:pt x="13600" y="19042"/>
                  </a:lnTo>
                  <a:lnTo>
                    <a:pt x="13280" y="19610"/>
                  </a:lnTo>
                  <a:lnTo>
                    <a:pt x="13600" y="18473"/>
                  </a:lnTo>
                  <a:lnTo>
                    <a:pt x="13920" y="18473"/>
                  </a:lnTo>
                  <a:lnTo>
                    <a:pt x="14160" y="17905"/>
                  </a:lnTo>
                  <a:lnTo>
                    <a:pt x="14480" y="17905"/>
                  </a:lnTo>
                  <a:lnTo>
                    <a:pt x="14160" y="17905"/>
                  </a:lnTo>
                  <a:lnTo>
                    <a:pt x="14160" y="16910"/>
                  </a:lnTo>
                  <a:lnTo>
                    <a:pt x="13920" y="17478"/>
                  </a:lnTo>
                  <a:lnTo>
                    <a:pt x="13600" y="16910"/>
                  </a:lnTo>
                  <a:lnTo>
                    <a:pt x="13280" y="16910"/>
                  </a:lnTo>
                  <a:lnTo>
                    <a:pt x="12960" y="17478"/>
                  </a:lnTo>
                  <a:lnTo>
                    <a:pt x="12720" y="16910"/>
                  </a:lnTo>
                  <a:lnTo>
                    <a:pt x="12400" y="16910"/>
                  </a:lnTo>
                  <a:lnTo>
                    <a:pt x="12400" y="16342"/>
                  </a:lnTo>
                  <a:lnTo>
                    <a:pt x="11519" y="16342"/>
                  </a:lnTo>
                  <a:lnTo>
                    <a:pt x="11519" y="15915"/>
                  </a:lnTo>
                  <a:lnTo>
                    <a:pt x="12400" y="15915"/>
                  </a:lnTo>
                  <a:lnTo>
                    <a:pt x="12079" y="15347"/>
                  </a:lnTo>
                  <a:lnTo>
                    <a:pt x="11840" y="15915"/>
                  </a:lnTo>
                  <a:lnTo>
                    <a:pt x="11519" y="15915"/>
                  </a:lnTo>
                  <a:lnTo>
                    <a:pt x="11519" y="15347"/>
                  </a:lnTo>
                  <a:lnTo>
                    <a:pt x="11200" y="15915"/>
                  </a:lnTo>
                  <a:lnTo>
                    <a:pt x="10960" y="15915"/>
                  </a:lnTo>
                  <a:lnTo>
                    <a:pt x="10640" y="16342"/>
                  </a:lnTo>
                  <a:lnTo>
                    <a:pt x="10640" y="16910"/>
                  </a:lnTo>
                  <a:lnTo>
                    <a:pt x="10320" y="17478"/>
                  </a:lnTo>
                  <a:lnTo>
                    <a:pt x="10000" y="18473"/>
                  </a:lnTo>
                  <a:lnTo>
                    <a:pt x="9760" y="18473"/>
                  </a:lnTo>
                  <a:lnTo>
                    <a:pt x="9760" y="19610"/>
                  </a:lnTo>
                  <a:lnTo>
                    <a:pt x="9440" y="19042"/>
                  </a:lnTo>
                  <a:lnTo>
                    <a:pt x="9120" y="19042"/>
                  </a:lnTo>
                  <a:lnTo>
                    <a:pt x="8880" y="19610"/>
                  </a:lnTo>
                  <a:lnTo>
                    <a:pt x="8000" y="19610"/>
                  </a:lnTo>
                  <a:lnTo>
                    <a:pt x="7680" y="19042"/>
                  </a:lnTo>
                  <a:lnTo>
                    <a:pt x="8000" y="18473"/>
                  </a:lnTo>
                  <a:lnTo>
                    <a:pt x="8240" y="18473"/>
                  </a:lnTo>
                  <a:lnTo>
                    <a:pt x="8560" y="17478"/>
                  </a:lnTo>
                  <a:lnTo>
                    <a:pt x="8560" y="16342"/>
                  </a:lnTo>
                  <a:lnTo>
                    <a:pt x="8880" y="16342"/>
                  </a:lnTo>
                  <a:lnTo>
                    <a:pt x="9120" y="15915"/>
                  </a:lnTo>
                  <a:lnTo>
                    <a:pt x="9440" y="16342"/>
                  </a:lnTo>
                  <a:lnTo>
                    <a:pt x="9760" y="16342"/>
                  </a:lnTo>
                  <a:lnTo>
                    <a:pt x="9760" y="14778"/>
                  </a:lnTo>
                  <a:lnTo>
                    <a:pt x="9440" y="14778"/>
                  </a:lnTo>
                  <a:lnTo>
                    <a:pt x="8880" y="14352"/>
                  </a:lnTo>
                  <a:lnTo>
                    <a:pt x="8880" y="13784"/>
                  </a:lnTo>
                  <a:lnTo>
                    <a:pt x="8560" y="13784"/>
                  </a:lnTo>
                  <a:lnTo>
                    <a:pt x="8560" y="12647"/>
                  </a:lnTo>
                  <a:lnTo>
                    <a:pt x="8240" y="12221"/>
                  </a:lnTo>
                  <a:lnTo>
                    <a:pt x="8000" y="11652"/>
                  </a:lnTo>
                  <a:lnTo>
                    <a:pt x="7360" y="11652"/>
                  </a:lnTo>
                  <a:lnTo>
                    <a:pt x="6800" y="11084"/>
                  </a:lnTo>
                  <a:lnTo>
                    <a:pt x="6480" y="11084"/>
                  </a:lnTo>
                  <a:lnTo>
                    <a:pt x="6160" y="10657"/>
                  </a:lnTo>
                  <a:lnTo>
                    <a:pt x="5920" y="10657"/>
                  </a:lnTo>
                  <a:lnTo>
                    <a:pt x="5920" y="11084"/>
                  </a:lnTo>
                  <a:lnTo>
                    <a:pt x="5600" y="10657"/>
                  </a:lnTo>
                  <a:lnTo>
                    <a:pt x="5600" y="11084"/>
                  </a:lnTo>
                  <a:lnTo>
                    <a:pt x="5279" y="10657"/>
                  </a:lnTo>
                  <a:lnTo>
                    <a:pt x="5279" y="12221"/>
                  </a:lnTo>
                  <a:lnTo>
                    <a:pt x="4960" y="12221"/>
                  </a:lnTo>
                  <a:lnTo>
                    <a:pt x="4720" y="12647"/>
                  </a:lnTo>
                  <a:lnTo>
                    <a:pt x="3840" y="12647"/>
                  </a:lnTo>
                  <a:lnTo>
                    <a:pt x="3520" y="13215"/>
                  </a:lnTo>
                  <a:lnTo>
                    <a:pt x="2639" y="13215"/>
                  </a:lnTo>
                  <a:lnTo>
                    <a:pt x="2639" y="12647"/>
                  </a:lnTo>
                  <a:lnTo>
                    <a:pt x="1760" y="12647"/>
                  </a:lnTo>
                  <a:lnTo>
                    <a:pt x="1439" y="12221"/>
                  </a:lnTo>
                  <a:lnTo>
                    <a:pt x="560" y="12221"/>
                  </a:lnTo>
                  <a:lnTo>
                    <a:pt x="240" y="11652"/>
                  </a:lnTo>
                  <a:lnTo>
                    <a:pt x="0" y="11084"/>
                  </a:lnTo>
                  <a:lnTo>
                    <a:pt x="0" y="10657"/>
                  </a:lnTo>
                  <a:lnTo>
                    <a:pt x="240" y="9521"/>
                  </a:lnTo>
                  <a:lnTo>
                    <a:pt x="560" y="9521"/>
                  </a:lnTo>
                  <a:lnTo>
                    <a:pt x="560" y="8526"/>
                  </a:lnTo>
                  <a:lnTo>
                    <a:pt x="1439" y="6963"/>
                  </a:lnTo>
                  <a:lnTo>
                    <a:pt x="1439" y="6394"/>
                  </a:lnTo>
                  <a:lnTo>
                    <a:pt x="1760" y="5826"/>
                  </a:lnTo>
                  <a:lnTo>
                    <a:pt x="2000" y="5826"/>
                  </a:lnTo>
                  <a:lnTo>
                    <a:pt x="2000" y="5257"/>
                  </a:lnTo>
                  <a:lnTo>
                    <a:pt x="1760" y="4831"/>
                  </a:lnTo>
                  <a:lnTo>
                    <a:pt x="2000" y="4263"/>
                  </a:lnTo>
                  <a:lnTo>
                    <a:pt x="1760" y="4263"/>
                  </a:lnTo>
                  <a:lnTo>
                    <a:pt x="1439" y="3694"/>
                  </a:lnTo>
                  <a:lnTo>
                    <a:pt x="1439" y="156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5" name="AutoShape 43"/>
            <p:cNvSpPr>
              <a:spLocks/>
            </p:cNvSpPr>
            <p:nvPr/>
          </p:nvSpPr>
          <p:spPr bwMode="auto">
            <a:xfrm>
              <a:off x="3234731" y="4111044"/>
              <a:ext cx="225585" cy="231667"/>
            </a:xfrm>
            <a:custGeom>
              <a:avLst/>
              <a:gdLst>
                <a:gd name="T0" fmla="*/ 112793 w 21600"/>
                <a:gd name="T1" fmla="*/ 115834 h 21600"/>
                <a:gd name="T2" fmla="*/ 112793 w 21600"/>
                <a:gd name="T3" fmla="*/ 115834 h 21600"/>
                <a:gd name="T4" fmla="*/ 112793 w 21600"/>
                <a:gd name="T5" fmla="*/ 115834 h 21600"/>
                <a:gd name="T6" fmla="*/ 112793 w 21600"/>
                <a:gd name="T7" fmla="*/ 1158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027"/>
                  </a:moveTo>
                  <a:lnTo>
                    <a:pt x="0" y="0"/>
                  </a:lnTo>
                  <a:lnTo>
                    <a:pt x="1542" y="1098"/>
                  </a:lnTo>
                  <a:lnTo>
                    <a:pt x="1542" y="0"/>
                  </a:lnTo>
                  <a:lnTo>
                    <a:pt x="3085" y="1098"/>
                  </a:lnTo>
                  <a:lnTo>
                    <a:pt x="3085" y="0"/>
                  </a:lnTo>
                  <a:lnTo>
                    <a:pt x="4242" y="0"/>
                  </a:lnTo>
                  <a:lnTo>
                    <a:pt x="5785" y="1098"/>
                  </a:lnTo>
                  <a:lnTo>
                    <a:pt x="7328" y="1098"/>
                  </a:lnTo>
                  <a:lnTo>
                    <a:pt x="10028" y="2562"/>
                  </a:lnTo>
                  <a:lnTo>
                    <a:pt x="13114" y="2562"/>
                  </a:lnTo>
                  <a:lnTo>
                    <a:pt x="14271" y="4027"/>
                  </a:lnTo>
                  <a:lnTo>
                    <a:pt x="15814" y="5125"/>
                  </a:lnTo>
                  <a:lnTo>
                    <a:pt x="15814" y="8054"/>
                  </a:lnTo>
                  <a:lnTo>
                    <a:pt x="17357" y="8054"/>
                  </a:lnTo>
                  <a:lnTo>
                    <a:pt x="17357" y="9518"/>
                  </a:lnTo>
                  <a:lnTo>
                    <a:pt x="20057" y="10616"/>
                  </a:lnTo>
                  <a:lnTo>
                    <a:pt x="21599" y="10616"/>
                  </a:lnTo>
                  <a:lnTo>
                    <a:pt x="21599" y="14644"/>
                  </a:lnTo>
                  <a:lnTo>
                    <a:pt x="20057" y="14644"/>
                  </a:lnTo>
                  <a:lnTo>
                    <a:pt x="18514" y="13545"/>
                  </a:lnTo>
                  <a:lnTo>
                    <a:pt x="17357" y="14644"/>
                  </a:lnTo>
                  <a:lnTo>
                    <a:pt x="15814" y="14644"/>
                  </a:lnTo>
                  <a:lnTo>
                    <a:pt x="15814" y="17572"/>
                  </a:lnTo>
                  <a:lnTo>
                    <a:pt x="14271" y="20135"/>
                  </a:lnTo>
                  <a:lnTo>
                    <a:pt x="13114" y="20135"/>
                  </a:lnTo>
                  <a:lnTo>
                    <a:pt x="11571" y="21599"/>
                  </a:lnTo>
                  <a:lnTo>
                    <a:pt x="11571" y="14644"/>
                  </a:lnTo>
                  <a:lnTo>
                    <a:pt x="10028" y="12081"/>
                  </a:lnTo>
                  <a:lnTo>
                    <a:pt x="10028" y="10616"/>
                  </a:lnTo>
                  <a:lnTo>
                    <a:pt x="5785" y="9518"/>
                  </a:lnTo>
                  <a:lnTo>
                    <a:pt x="5785" y="8054"/>
                  </a:lnTo>
                  <a:lnTo>
                    <a:pt x="4242" y="5125"/>
                  </a:lnTo>
                  <a:lnTo>
                    <a:pt x="3085" y="4027"/>
                  </a:lnTo>
                  <a:lnTo>
                    <a:pt x="0" y="40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6" name="AutoShape 44"/>
            <p:cNvSpPr>
              <a:spLocks/>
            </p:cNvSpPr>
            <p:nvPr/>
          </p:nvSpPr>
          <p:spPr bwMode="auto">
            <a:xfrm>
              <a:off x="2876208" y="4154239"/>
              <a:ext cx="584107" cy="318050"/>
            </a:xfrm>
            <a:custGeom>
              <a:avLst/>
              <a:gdLst>
                <a:gd name="T0" fmla="*/ 292054 w 21600"/>
                <a:gd name="T1" fmla="*/ 159025 h 21600"/>
                <a:gd name="T2" fmla="*/ 292054 w 21600"/>
                <a:gd name="T3" fmla="*/ 159025 h 21600"/>
                <a:gd name="T4" fmla="*/ 292054 w 21600"/>
                <a:gd name="T5" fmla="*/ 159025 h 21600"/>
                <a:gd name="T6" fmla="*/ 292054 w 21600"/>
                <a:gd name="T7" fmla="*/ 1590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68" y="0"/>
                  </a:moveTo>
                  <a:lnTo>
                    <a:pt x="6107" y="0"/>
                  </a:lnTo>
                  <a:lnTo>
                    <a:pt x="6703" y="800"/>
                  </a:lnTo>
                  <a:lnTo>
                    <a:pt x="8342" y="800"/>
                  </a:lnTo>
                  <a:lnTo>
                    <a:pt x="8342" y="1866"/>
                  </a:lnTo>
                  <a:lnTo>
                    <a:pt x="9980" y="1866"/>
                  </a:lnTo>
                  <a:lnTo>
                    <a:pt x="10576" y="800"/>
                  </a:lnTo>
                  <a:lnTo>
                    <a:pt x="12215" y="800"/>
                  </a:lnTo>
                  <a:lnTo>
                    <a:pt x="12662" y="0"/>
                  </a:lnTo>
                  <a:lnTo>
                    <a:pt x="14449" y="0"/>
                  </a:lnTo>
                  <a:lnTo>
                    <a:pt x="14896" y="800"/>
                  </a:lnTo>
                  <a:lnTo>
                    <a:pt x="15492" y="2933"/>
                  </a:lnTo>
                  <a:lnTo>
                    <a:pt x="15492" y="4000"/>
                  </a:lnTo>
                  <a:lnTo>
                    <a:pt x="17131" y="4799"/>
                  </a:lnTo>
                  <a:lnTo>
                    <a:pt x="17131" y="5866"/>
                  </a:lnTo>
                  <a:lnTo>
                    <a:pt x="17726" y="7733"/>
                  </a:lnTo>
                  <a:lnTo>
                    <a:pt x="17726" y="11733"/>
                  </a:lnTo>
                  <a:lnTo>
                    <a:pt x="18322" y="13866"/>
                  </a:lnTo>
                  <a:lnTo>
                    <a:pt x="19961" y="13866"/>
                  </a:lnTo>
                  <a:lnTo>
                    <a:pt x="20408" y="12800"/>
                  </a:lnTo>
                  <a:lnTo>
                    <a:pt x="21004" y="12800"/>
                  </a:lnTo>
                  <a:lnTo>
                    <a:pt x="21599" y="13866"/>
                  </a:lnTo>
                  <a:lnTo>
                    <a:pt x="21004" y="13866"/>
                  </a:lnTo>
                  <a:lnTo>
                    <a:pt x="21599" y="14666"/>
                  </a:lnTo>
                  <a:lnTo>
                    <a:pt x="21004" y="15733"/>
                  </a:lnTo>
                  <a:lnTo>
                    <a:pt x="20408" y="15733"/>
                  </a:lnTo>
                  <a:lnTo>
                    <a:pt x="19961" y="16800"/>
                  </a:lnTo>
                  <a:lnTo>
                    <a:pt x="19365" y="16800"/>
                  </a:lnTo>
                  <a:lnTo>
                    <a:pt x="19365" y="20799"/>
                  </a:lnTo>
                  <a:lnTo>
                    <a:pt x="18769" y="20799"/>
                  </a:lnTo>
                  <a:lnTo>
                    <a:pt x="18322" y="19733"/>
                  </a:lnTo>
                  <a:lnTo>
                    <a:pt x="17726" y="20799"/>
                  </a:lnTo>
                  <a:lnTo>
                    <a:pt x="17131" y="19733"/>
                  </a:lnTo>
                  <a:lnTo>
                    <a:pt x="14896" y="19733"/>
                  </a:lnTo>
                  <a:lnTo>
                    <a:pt x="13853" y="20799"/>
                  </a:lnTo>
                  <a:lnTo>
                    <a:pt x="13257" y="20799"/>
                  </a:lnTo>
                  <a:lnTo>
                    <a:pt x="12662" y="21599"/>
                  </a:lnTo>
                  <a:lnTo>
                    <a:pt x="7746" y="21599"/>
                  </a:lnTo>
                  <a:lnTo>
                    <a:pt x="7746" y="20799"/>
                  </a:lnTo>
                  <a:lnTo>
                    <a:pt x="7150" y="20799"/>
                  </a:lnTo>
                  <a:lnTo>
                    <a:pt x="6703" y="21599"/>
                  </a:lnTo>
                  <a:lnTo>
                    <a:pt x="6107" y="20799"/>
                  </a:lnTo>
                  <a:lnTo>
                    <a:pt x="6703" y="20799"/>
                  </a:lnTo>
                  <a:lnTo>
                    <a:pt x="6703" y="19733"/>
                  </a:lnTo>
                  <a:lnTo>
                    <a:pt x="5511" y="19733"/>
                  </a:lnTo>
                  <a:lnTo>
                    <a:pt x="5511" y="18666"/>
                  </a:lnTo>
                  <a:lnTo>
                    <a:pt x="5064" y="17599"/>
                  </a:lnTo>
                  <a:lnTo>
                    <a:pt x="5511" y="16800"/>
                  </a:lnTo>
                  <a:lnTo>
                    <a:pt x="5064" y="16800"/>
                  </a:lnTo>
                  <a:lnTo>
                    <a:pt x="4468" y="17599"/>
                  </a:lnTo>
                  <a:lnTo>
                    <a:pt x="3426" y="17599"/>
                  </a:lnTo>
                  <a:lnTo>
                    <a:pt x="3426" y="16800"/>
                  </a:lnTo>
                  <a:lnTo>
                    <a:pt x="2234" y="16800"/>
                  </a:lnTo>
                  <a:lnTo>
                    <a:pt x="2234" y="15733"/>
                  </a:lnTo>
                  <a:lnTo>
                    <a:pt x="2830" y="14666"/>
                  </a:lnTo>
                  <a:lnTo>
                    <a:pt x="2234" y="14666"/>
                  </a:lnTo>
                  <a:lnTo>
                    <a:pt x="1191" y="13866"/>
                  </a:lnTo>
                  <a:lnTo>
                    <a:pt x="1191" y="12800"/>
                  </a:lnTo>
                  <a:lnTo>
                    <a:pt x="0" y="10666"/>
                  </a:lnTo>
                  <a:lnTo>
                    <a:pt x="595" y="9866"/>
                  </a:lnTo>
                  <a:lnTo>
                    <a:pt x="1191" y="8799"/>
                  </a:lnTo>
                  <a:lnTo>
                    <a:pt x="2234" y="8799"/>
                  </a:lnTo>
                  <a:lnTo>
                    <a:pt x="2234" y="7733"/>
                  </a:lnTo>
                  <a:lnTo>
                    <a:pt x="2830" y="5866"/>
                  </a:lnTo>
                  <a:lnTo>
                    <a:pt x="3426" y="2933"/>
                  </a:lnTo>
                  <a:lnTo>
                    <a:pt x="3873" y="1866"/>
                  </a:lnTo>
                  <a:lnTo>
                    <a:pt x="4468" y="1866"/>
                  </a:lnTo>
                  <a:lnTo>
                    <a:pt x="5064" y="800"/>
                  </a:lnTo>
                  <a:lnTo>
                    <a:pt x="4468"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7" name="AutoShape 45"/>
            <p:cNvSpPr>
              <a:spLocks/>
            </p:cNvSpPr>
            <p:nvPr/>
          </p:nvSpPr>
          <p:spPr bwMode="auto">
            <a:xfrm>
              <a:off x="2622428" y="4122826"/>
              <a:ext cx="390750" cy="219884"/>
            </a:xfrm>
            <a:custGeom>
              <a:avLst/>
              <a:gdLst>
                <a:gd name="T0" fmla="*/ 195375 w 21600"/>
                <a:gd name="T1" fmla="*/ 109942 h 21600"/>
                <a:gd name="T2" fmla="*/ 195375 w 21600"/>
                <a:gd name="T3" fmla="*/ 109942 h 21600"/>
                <a:gd name="T4" fmla="*/ 195375 w 21600"/>
                <a:gd name="T5" fmla="*/ 109942 h 21600"/>
                <a:gd name="T6" fmla="*/ 195375 w 21600"/>
                <a:gd name="T7" fmla="*/ 10994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028" y="18514"/>
                  </a:moveTo>
                  <a:lnTo>
                    <a:pt x="14919" y="17357"/>
                  </a:lnTo>
                  <a:lnTo>
                    <a:pt x="15810" y="15814"/>
                  </a:lnTo>
                  <a:lnTo>
                    <a:pt x="17369" y="15814"/>
                  </a:lnTo>
                  <a:lnTo>
                    <a:pt x="17369" y="14271"/>
                  </a:lnTo>
                  <a:lnTo>
                    <a:pt x="18259" y="11571"/>
                  </a:lnTo>
                  <a:lnTo>
                    <a:pt x="19150" y="7328"/>
                  </a:lnTo>
                  <a:lnTo>
                    <a:pt x="19818" y="5785"/>
                  </a:lnTo>
                  <a:lnTo>
                    <a:pt x="20709" y="5785"/>
                  </a:lnTo>
                  <a:lnTo>
                    <a:pt x="21600" y="4242"/>
                  </a:lnTo>
                  <a:lnTo>
                    <a:pt x="20709" y="3085"/>
                  </a:lnTo>
                  <a:lnTo>
                    <a:pt x="19818" y="1542"/>
                  </a:lnTo>
                  <a:lnTo>
                    <a:pt x="19150" y="0"/>
                  </a:lnTo>
                  <a:lnTo>
                    <a:pt x="18259" y="1542"/>
                  </a:lnTo>
                  <a:lnTo>
                    <a:pt x="17369" y="0"/>
                  </a:lnTo>
                  <a:lnTo>
                    <a:pt x="15810" y="1542"/>
                  </a:lnTo>
                  <a:lnTo>
                    <a:pt x="14919" y="0"/>
                  </a:lnTo>
                  <a:lnTo>
                    <a:pt x="13360" y="0"/>
                  </a:lnTo>
                  <a:lnTo>
                    <a:pt x="13360" y="1542"/>
                  </a:lnTo>
                  <a:lnTo>
                    <a:pt x="12470" y="3085"/>
                  </a:lnTo>
                  <a:lnTo>
                    <a:pt x="12470" y="4242"/>
                  </a:lnTo>
                  <a:lnTo>
                    <a:pt x="10911" y="3085"/>
                  </a:lnTo>
                  <a:lnTo>
                    <a:pt x="10020" y="4242"/>
                  </a:lnTo>
                  <a:lnTo>
                    <a:pt x="9129" y="4242"/>
                  </a:lnTo>
                  <a:lnTo>
                    <a:pt x="9129" y="5785"/>
                  </a:lnTo>
                  <a:lnTo>
                    <a:pt x="6680" y="5785"/>
                  </a:lnTo>
                  <a:lnTo>
                    <a:pt x="5789" y="7328"/>
                  </a:lnTo>
                  <a:lnTo>
                    <a:pt x="4230" y="5785"/>
                  </a:lnTo>
                  <a:lnTo>
                    <a:pt x="1781" y="4242"/>
                  </a:lnTo>
                  <a:lnTo>
                    <a:pt x="1781" y="7328"/>
                  </a:lnTo>
                  <a:lnTo>
                    <a:pt x="0" y="7328"/>
                  </a:lnTo>
                  <a:lnTo>
                    <a:pt x="890" y="8871"/>
                  </a:lnTo>
                  <a:lnTo>
                    <a:pt x="890" y="11571"/>
                  </a:lnTo>
                  <a:lnTo>
                    <a:pt x="0" y="13114"/>
                  </a:lnTo>
                  <a:lnTo>
                    <a:pt x="890" y="14271"/>
                  </a:lnTo>
                  <a:lnTo>
                    <a:pt x="890" y="17357"/>
                  </a:lnTo>
                  <a:lnTo>
                    <a:pt x="1781" y="17357"/>
                  </a:lnTo>
                  <a:lnTo>
                    <a:pt x="3340" y="18514"/>
                  </a:lnTo>
                  <a:lnTo>
                    <a:pt x="4230" y="20057"/>
                  </a:lnTo>
                  <a:lnTo>
                    <a:pt x="5121" y="20057"/>
                  </a:lnTo>
                  <a:lnTo>
                    <a:pt x="6680" y="21600"/>
                  </a:lnTo>
                  <a:lnTo>
                    <a:pt x="8239" y="21600"/>
                  </a:lnTo>
                  <a:lnTo>
                    <a:pt x="8239" y="20057"/>
                  </a:lnTo>
                  <a:lnTo>
                    <a:pt x="9129" y="21600"/>
                  </a:lnTo>
                  <a:lnTo>
                    <a:pt x="9129" y="20057"/>
                  </a:lnTo>
                  <a:lnTo>
                    <a:pt x="10911" y="20057"/>
                  </a:lnTo>
                  <a:lnTo>
                    <a:pt x="10911" y="18514"/>
                  </a:lnTo>
                  <a:lnTo>
                    <a:pt x="11579" y="17357"/>
                  </a:lnTo>
                  <a:lnTo>
                    <a:pt x="12470" y="18514"/>
                  </a:lnTo>
                  <a:lnTo>
                    <a:pt x="14028" y="185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8" name="AutoShape 46"/>
            <p:cNvSpPr>
              <a:spLocks/>
            </p:cNvSpPr>
            <p:nvPr/>
          </p:nvSpPr>
          <p:spPr bwMode="auto">
            <a:xfrm>
              <a:off x="2654654" y="4063928"/>
              <a:ext cx="326297" cy="133500"/>
            </a:xfrm>
            <a:custGeom>
              <a:avLst/>
              <a:gdLst>
                <a:gd name="T0" fmla="*/ 163149 w 21600"/>
                <a:gd name="T1" fmla="*/ 66750 h 21600"/>
                <a:gd name="T2" fmla="*/ 163149 w 21600"/>
                <a:gd name="T3" fmla="*/ 66750 h 21600"/>
                <a:gd name="T4" fmla="*/ 163149 w 21600"/>
                <a:gd name="T5" fmla="*/ 66750 h 21600"/>
                <a:gd name="T6" fmla="*/ 163149 w 21600"/>
                <a:gd name="T7" fmla="*/ 66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2933" y="19058"/>
                  </a:lnTo>
                  <a:lnTo>
                    <a:pt x="4799" y="21600"/>
                  </a:lnTo>
                  <a:lnTo>
                    <a:pt x="5866" y="19058"/>
                  </a:lnTo>
                  <a:lnTo>
                    <a:pt x="8800" y="19058"/>
                  </a:lnTo>
                  <a:lnTo>
                    <a:pt x="8800" y="16517"/>
                  </a:lnTo>
                  <a:lnTo>
                    <a:pt x="9866" y="16517"/>
                  </a:lnTo>
                  <a:lnTo>
                    <a:pt x="10933" y="14611"/>
                  </a:lnTo>
                  <a:lnTo>
                    <a:pt x="12799" y="16517"/>
                  </a:lnTo>
                  <a:lnTo>
                    <a:pt x="12799" y="14611"/>
                  </a:lnTo>
                  <a:lnTo>
                    <a:pt x="13866" y="12070"/>
                  </a:lnTo>
                  <a:lnTo>
                    <a:pt x="13866" y="9529"/>
                  </a:lnTo>
                  <a:lnTo>
                    <a:pt x="15733" y="9529"/>
                  </a:lnTo>
                  <a:lnTo>
                    <a:pt x="16799" y="12070"/>
                  </a:lnTo>
                  <a:lnTo>
                    <a:pt x="18666" y="9529"/>
                  </a:lnTo>
                  <a:lnTo>
                    <a:pt x="19733" y="12070"/>
                  </a:lnTo>
                  <a:lnTo>
                    <a:pt x="20799" y="9529"/>
                  </a:lnTo>
                  <a:lnTo>
                    <a:pt x="20799" y="7623"/>
                  </a:lnTo>
                  <a:lnTo>
                    <a:pt x="21599" y="2541"/>
                  </a:lnTo>
                  <a:lnTo>
                    <a:pt x="19733" y="0"/>
                  </a:lnTo>
                  <a:lnTo>
                    <a:pt x="12799" y="0"/>
                  </a:lnTo>
                  <a:lnTo>
                    <a:pt x="12799" y="2541"/>
                  </a:lnTo>
                  <a:lnTo>
                    <a:pt x="7733" y="2541"/>
                  </a:lnTo>
                  <a:lnTo>
                    <a:pt x="6933" y="5082"/>
                  </a:lnTo>
                  <a:lnTo>
                    <a:pt x="5866" y="7623"/>
                  </a:lnTo>
                  <a:lnTo>
                    <a:pt x="800" y="7623"/>
                  </a:lnTo>
                  <a:lnTo>
                    <a:pt x="0" y="9529"/>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9" name="AutoShape 47"/>
            <p:cNvSpPr>
              <a:spLocks/>
            </p:cNvSpPr>
            <p:nvPr/>
          </p:nvSpPr>
          <p:spPr bwMode="auto">
            <a:xfrm>
              <a:off x="3013170" y="4444800"/>
              <a:ext cx="386720" cy="204180"/>
            </a:xfrm>
            <a:custGeom>
              <a:avLst/>
              <a:gdLst>
                <a:gd name="T0" fmla="*/ 193360 w 21600"/>
                <a:gd name="T1" fmla="*/ 102090 h 21600"/>
                <a:gd name="T2" fmla="*/ 193360 w 21600"/>
                <a:gd name="T3" fmla="*/ 102090 h 21600"/>
                <a:gd name="T4" fmla="*/ 193360 w 21600"/>
                <a:gd name="T5" fmla="*/ 102090 h 21600"/>
                <a:gd name="T6" fmla="*/ 193360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74" y="0"/>
                  </a:moveTo>
                  <a:lnTo>
                    <a:pt x="2474" y="0"/>
                  </a:lnTo>
                  <a:lnTo>
                    <a:pt x="2474" y="1661"/>
                  </a:lnTo>
                  <a:lnTo>
                    <a:pt x="1574" y="1661"/>
                  </a:lnTo>
                  <a:lnTo>
                    <a:pt x="2474" y="2907"/>
                  </a:lnTo>
                  <a:lnTo>
                    <a:pt x="3149" y="1661"/>
                  </a:lnTo>
                  <a:lnTo>
                    <a:pt x="4049" y="1661"/>
                  </a:lnTo>
                  <a:lnTo>
                    <a:pt x="4049" y="2907"/>
                  </a:lnTo>
                  <a:lnTo>
                    <a:pt x="11474" y="2907"/>
                  </a:lnTo>
                  <a:lnTo>
                    <a:pt x="12374" y="1661"/>
                  </a:lnTo>
                  <a:lnTo>
                    <a:pt x="13274" y="1661"/>
                  </a:lnTo>
                  <a:lnTo>
                    <a:pt x="14849" y="0"/>
                  </a:lnTo>
                  <a:lnTo>
                    <a:pt x="18225" y="0"/>
                  </a:lnTo>
                  <a:lnTo>
                    <a:pt x="19125" y="1661"/>
                  </a:lnTo>
                  <a:lnTo>
                    <a:pt x="20024" y="0"/>
                  </a:lnTo>
                  <a:lnTo>
                    <a:pt x="20700" y="1661"/>
                  </a:lnTo>
                  <a:lnTo>
                    <a:pt x="21600" y="1661"/>
                  </a:lnTo>
                  <a:lnTo>
                    <a:pt x="21600" y="4569"/>
                  </a:lnTo>
                  <a:lnTo>
                    <a:pt x="20700" y="6230"/>
                  </a:lnTo>
                  <a:lnTo>
                    <a:pt x="20700" y="4569"/>
                  </a:lnTo>
                  <a:lnTo>
                    <a:pt x="19125" y="6230"/>
                  </a:lnTo>
                  <a:lnTo>
                    <a:pt x="20024" y="9138"/>
                  </a:lnTo>
                  <a:lnTo>
                    <a:pt x="18225" y="12461"/>
                  </a:lnTo>
                  <a:lnTo>
                    <a:pt x="19125" y="12461"/>
                  </a:lnTo>
                  <a:lnTo>
                    <a:pt x="20024" y="15369"/>
                  </a:lnTo>
                  <a:lnTo>
                    <a:pt x="20024" y="17030"/>
                  </a:lnTo>
                  <a:lnTo>
                    <a:pt x="19125" y="15369"/>
                  </a:lnTo>
                  <a:lnTo>
                    <a:pt x="19125" y="17030"/>
                  </a:lnTo>
                  <a:lnTo>
                    <a:pt x="18225" y="15369"/>
                  </a:lnTo>
                  <a:lnTo>
                    <a:pt x="16649" y="15369"/>
                  </a:lnTo>
                  <a:lnTo>
                    <a:pt x="15749" y="17030"/>
                  </a:lnTo>
                  <a:lnTo>
                    <a:pt x="14849" y="17030"/>
                  </a:lnTo>
                  <a:lnTo>
                    <a:pt x="14174" y="18276"/>
                  </a:lnTo>
                  <a:lnTo>
                    <a:pt x="14174" y="21599"/>
                  </a:lnTo>
                  <a:lnTo>
                    <a:pt x="7424" y="21599"/>
                  </a:lnTo>
                  <a:lnTo>
                    <a:pt x="6524" y="19938"/>
                  </a:lnTo>
                  <a:lnTo>
                    <a:pt x="6524" y="21599"/>
                  </a:lnTo>
                  <a:lnTo>
                    <a:pt x="4049" y="21599"/>
                  </a:lnTo>
                  <a:lnTo>
                    <a:pt x="3149" y="19938"/>
                  </a:lnTo>
                  <a:lnTo>
                    <a:pt x="3149" y="18276"/>
                  </a:lnTo>
                  <a:lnTo>
                    <a:pt x="674" y="13707"/>
                  </a:lnTo>
                  <a:lnTo>
                    <a:pt x="1574" y="13707"/>
                  </a:lnTo>
                  <a:lnTo>
                    <a:pt x="674" y="12461"/>
                  </a:lnTo>
                  <a:lnTo>
                    <a:pt x="674" y="10800"/>
                  </a:lnTo>
                  <a:lnTo>
                    <a:pt x="2474" y="7476"/>
                  </a:lnTo>
                  <a:lnTo>
                    <a:pt x="1574" y="6230"/>
                  </a:lnTo>
                  <a:lnTo>
                    <a:pt x="674" y="4569"/>
                  </a:lnTo>
                  <a:lnTo>
                    <a:pt x="0" y="1661"/>
                  </a:lnTo>
                  <a:lnTo>
                    <a:pt x="674"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0" name="AutoShape 48"/>
            <p:cNvSpPr>
              <a:spLocks/>
            </p:cNvSpPr>
            <p:nvPr/>
          </p:nvSpPr>
          <p:spPr bwMode="auto">
            <a:xfrm>
              <a:off x="2908436" y="4574372"/>
              <a:ext cx="177247" cy="117796"/>
            </a:xfrm>
            <a:custGeom>
              <a:avLst/>
              <a:gdLst>
                <a:gd name="T0" fmla="*/ 88624 w 21600"/>
                <a:gd name="T1" fmla="*/ 58898 h 21600"/>
                <a:gd name="T2" fmla="*/ 88624 w 21600"/>
                <a:gd name="T3" fmla="*/ 58898 h 21600"/>
                <a:gd name="T4" fmla="*/ 88624 w 21600"/>
                <a:gd name="T5" fmla="*/ 58898 h 21600"/>
                <a:gd name="T6" fmla="*/ 88624 w 21600"/>
                <a:gd name="T7" fmla="*/ 5889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236" y="0"/>
                  </a:moveTo>
                  <a:lnTo>
                    <a:pt x="19636" y="7919"/>
                  </a:lnTo>
                  <a:lnTo>
                    <a:pt x="19636" y="10800"/>
                  </a:lnTo>
                  <a:lnTo>
                    <a:pt x="21599" y="13679"/>
                  </a:lnTo>
                  <a:lnTo>
                    <a:pt x="19636" y="16559"/>
                  </a:lnTo>
                  <a:lnTo>
                    <a:pt x="12763" y="16559"/>
                  </a:lnTo>
                  <a:lnTo>
                    <a:pt x="10800" y="18719"/>
                  </a:lnTo>
                  <a:lnTo>
                    <a:pt x="8836" y="18719"/>
                  </a:lnTo>
                  <a:lnTo>
                    <a:pt x="5400" y="21599"/>
                  </a:lnTo>
                  <a:lnTo>
                    <a:pt x="3436" y="21599"/>
                  </a:lnTo>
                  <a:lnTo>
                    <a:pt x="3436" y="18719"/>
                  </a:lnTo>
                  <a:lnTo>
                    <a:pt x="1472" y="16559"/>
                  </a:lnTo>
                  <a:lnTo>
                    <a:pt x="0" y="10800"/>
                  </a:lnTo>
                  <a:lnTo>
                    <a:pt x="1472" y="7919"/>
                  </a:lnTo>
                  <a:lnTo>
                    <a:pt x="1472" y="5759"/>
                  </a:lnTo>
                  <a:lnTo>
                    <a:pt x="3436" y="2880"/>
                  </a:lnTo>
                  <a:lnTo>
                    <a:pt x="7363" y="2880"/>
                  </a:lnTo>
                  <a:lnTo>
                    <a:pt x="10800" y="0"/>
                  </a:lnTo>
                  <a:lnTo>
                    <a:pt x="10800" y="2880"/>
                  </a:lnTo>
                  <a:lnTo>
                    <a:pt x="14236"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1" name="AutoShape 49"/>
            <p:cNvSpPr>
              <a:spLocks/>
            </p:cNvSpPr>
            <p:nvPr/>
          </p:nvSpPr>
          <p:spPr bwMode="auto">
            <a:xfrm>
              <a:off x="2831904" y="4562595"/>
              <a:ext cx="120850" cy="200255"/>
            </a:xfrm>
            <a:custGeom>
              <a:avLst/>
              <a:gdLst>
                <a:gd name="T0" fmla="*/ 60425 w 21600"/>
                <a:gd name="T1" fmla="*/ 100128 h 21600"/>
                <a:gd name="T2" fmla="*/ 60425 w 21600"/>
                <a:gd name="T3" fmla="*/ 100128 h 21600"/>
                <a:gd name="T4" fmla="*/ 60425 w 21600"/>
                <a:gd name="T5" fmla="*/ 100128 h 21600"/>
                <a:gd name="T6" fmla="*/ 60425 w 21600"/>
                <a:gd name="T7" fmla="*/ 10012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839" y="5929"/>
                  </a:moveTo>
                  <a:lnTo>
                    <a:pt x="13679" y="7623"/>
                  </a:lnTo>
                  <a:lnTo>
                    <a:pt x="15839" y="11011"/>
                  </a:lnTo>
                  <a:lnTo>
                    <a:pt x="18719" y="12282"/>
                  </a:lnTo>
                  <a:lnTo>
                    <a:pt x="18719" y="13976"/>
                  </a:lnTo>
                  <a:lnTo>
                    <a:pt x="21600" y="13976"/>
                  </a:lnTo>
                  <a:lnTo>
                    <a:pt x="21600" y="15670"/>
                  </a:lnTo>
                  <a:lnTo>
                    <a:pt x="18719" y="18635"/>
                  </a:lnTo>
                  <a:lnTo>
                    <a:pt x="13679" y="18635"/>
                  </a:lnTo>
                  <a:lnTo>
                    <a:pt x="13679" y="21599"/>
                  </a:lnTo>
                  <a:lnTo>
                    <a:pt x="7919" y="21599"/>
                  </a:lnTo>
                  <a:lnTo>
                    <a:pt x="5759" y="18635"/>
                  </a:lnTo>
                  <a:lnTo>
                    <a:pt x="0" y="18635"/>
                  </a:lnTo>
                  <a:lnTo>
                    <a:pt x="2879" y="16941"/>
                  </a:lnTo>
                  <a:lnTo>
                    <a:pt x="0" y="15670"/>
                  </a:lnTo>
                  <a:lnTo>
                    <a:pt x="0" y="13976"/>
                  </a:lnTo>
                  <a:lnTo>
                    <a:pt x="2879" y="12282"/>
                  </a:lnTo>
                  <a:lnTo>
                    <a:pt x="0" y="11011"/>
                  </a:lnTo>
                  <a:lnTo>
                    <a:pt x="2879" y="7623"/>
                  </a:lnTo>
                  <a:lnTo>
                    <a:pt x="2879" y="5929"/>
                  </a:lnTo>
                  <a:lnTo>
                    <a:pt x="0" y="5929"/>
                  </a:lnTo>
                  <a:lnTo>
                    <a:pt x="0" y="1270"/>
                  </a:lnTo>
                  <a:lnTo>
                    <a:pt x="2879" y="0"/>
                  </a:lnTo>
                  <a:lnTo>
                    <a:pt x="5759" y="0"/>
                  </a:lnTo>
                  <a:lnTo>
                    <a:pt x="5759" y="1270"/>
                  </a:lnTo>
                  <a:lnTo>
                    <a:pt x="7919" y="0"/>
                  </a:lnTo>
                  <a:lnTo>
                    <a:pt x="10800" y="1270"/>
                  </a:lnTo>
                  <a:lnTo>
                    <a:pt x="13679" y="2964"/>
                  </a:lnTo>
                  <a:lnTo>
                    <a:pt x="15839" y="2964"/>
                  </a:lnTo>
                  <a:lnTo>
                    <a:pt x="15839" y="5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2" name="AutoShape 50"/>
            <p:cNvSpPr>
              <a:spLocks/>
            </p:cNvSpPr>
            <p:nvPr/>
          </p:nvSpPr>
          <p:spPr bwMode="auto">
            <a:xfrm>
              <a:off x="2787591" y="4299518"/>
              <a:ext cx="269900" cy="318051"/>
            </a:xfrm>
            <a:custGeom>
              <a:avLst/>
              <a:gdLst>
                <a:gd name="T0" fmla="*/ 134950 w 21600"/>
                <a:gd name="T1" fmla="*/ 159026 h 21600"/>
                <a:gd name="T2" fmla="*/ 134950 w 21600"/>
                <a:gd name="T3" fmla="*/ 159026 h 21600"/>
                <a:gd name="T4" fmla="*/ 134950 w 21600"/>
                <a:gd name="T5" fmla="*/ 159026 h 21600"/>
                <a:gd name="T6" fmla="*/ 134950 w 21600"/>
                <a:gd name="T7" fmla="*/ 1590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933"/>
                  </a:moveTo>
                  <a:lnTo>
                    <a:pt x="0" y="1866"/>
                  </a:lnTo>
                  <a:lnTo>
                    <a:pt x="2579" y="1866"/>
                  </a:lnTo>
                  <a:lnTo>
                    <a:pt x="2579" y="800"/>
                  </a:lnTo>
                  <a:lnTo>
                    <a:pt x="3546" y="0"/>
                  </a:lnTo>
                  <a:lnTo>
                    <a:pt x="4835" y="800"/>
                  </a:lnTo>
                  <a:lnTo>
                    <a:pt x="7092" y="800"/>
                  </a:lnTo>
                  <a:lnTo>
                    <a:pt x="9671" y="2933"/>
                  </a:lnTo>
                  <a:lnTo>
                    <a:pt x="9671" y="4000"/>
                  </a:lnTo>
                  <a:lnTo>
                    <a:pt x="11928" y="4799"/>
                  </a:lnTo>
                  <a:lnTo>
                    <a:pt x="13217" y="4799"/>
                  </a:lnTo>
                  <a:lnTo>
                    <a:pt x="11928" y="5866"/>
                  </a:lnTo>
                  <a:lnTo>
                    <a:pt x="11928" y="6933"/>
                  </a:lnTo>
                  <a:lnTo>
                    <a:pt x="14507" y="6933"/>
                  </a:lnTo>
                  <a:lnTo>
                    <a:pt x="14507" y="7733"/>
                  </a:lnTo>
                  <a:lnTo>
                    <a:pt x="16764" y="7733"/>
                  </a:lnTo>
                  <a:lnTo>
                    <a:pt x="18053" y="6933"/>
                  </a:lnTo>
                  <a:lnTo>
                    <a:pt x="19020" y="6933"/>
                  </a:lnTo>
                  <a:lnTo>
                    <a:pt x="18053" y="7733"/>
                  </a:lnTo>
                  <a:lnTo>
                    <a:pt x="19020" y="8799"/>
                  </a:lnTo>
                  <a:lnTo>
                    <a:pt x="19020" y="9866"/>
                  </a:lnTo>
                  <a:lnTo>
                    <a:pt x="18053" y="10933"/>
                  </a:lnTo>
                  <a:lnTo>
                    <a:pt x="19020" y="12800"/>
                  </a:lnTo>
                  <a:lnTo>
                    <a:pt x="20310" y="13866"/>
                  </a:lnTo>
                  <a:lnTo>
                    <a:pt x="21600" y="14666"/>
                  </a:lnTo>
                  <a:lnTo>
                    <a:pt x="19020" y="16800"/>
                  </a:lnTo>
                  <a:lnTo>
                    <a:pt x="19020" y="17866"/>
                  </a:lnTo>
                  <a:lnTo>
                    <a:pt x="20310" y="18666"/>
                  </a:lnTo>
                  <a:lnTo>
                    <a:pt x="19020" y="18666"/>
                  </a:lnTo>
                  <a:lnTo>
                    <a:pt x="16764" y="19733"/>
                  </a:lnTo>
                  <a:lnTo>
                    <a:pt x="16764" y="18666"/>
                  </a:lnTo>
                  <a:lnTo>
                    <a:pt x="14507" y="19733"/>
                  </a:lnTo>
                  <a:lnTo>
                    <a:pt x="11928" y="19733"/>
                  </a:lnTo>
                  <a:lnTo>
                    <a:pt x="10638" y="20799"/>
                  </a:lnTo>
                  <a:lnTo>
                    <a:pt x="10638" y="21599"/>
                  </a:lnTo>
                  <a:lnTo>
                    <a:pt x="10638" y="19733"/>
                  </a:lnTo>
                  <a:lnTo>
                    <a:pt x="9671" y="19733"/>
                  </a:lnTo>
                  <a:lnTo>
                    <a:pt x="8382" y="18666"/>
                  </a:lnTo>
                  <a:lnTo>
                    <a:pt x="7092" y="17866"/>
                  </a:lnTo>
                  <a:lnTo>
                    <a:pt x="8382" y="16800"/>
                  </a:lnTo>
                  <a:lnTo>
                    <a:pt x="8382" y="15733"/>
                  </a:lnTo>
                  <a:lnTo>
                    <a:pt x="7092" y="15733"/>
                  </a:lnTo>
                  <a:lnTo>
                    <a:pt x="6125" y="14666"/>
                  </a:lnTo>
                  <a:lnTo>
                    <a:pt x="3546" y="14666"/>
                  </a:lnTo>
                  <a:lnTo>
                    <a:pt x="3546" y="12800"/>
                  </a:lnTo>
                  <a:lnTo>
                    <a:pt x="2579" y="11733"/>
                  </a:lnTo>
                  <a:lnTo>
                    <a:pt x="2579" y="10933"/>
                  </a:lnTo>
                  <a:lnTo>
                    <a:pt x="3546" y="10933"/>
                  </a:lnTo>
                  <a:lnTo>
                    <a:pt x="3546" y="9866"/>
                  </a:lnTo>
                  <a:lnTo>
                    <a:pt x="2579" y="9866"/>
                  </a:lnTo>
                  <a:lnTo>
                    <a:pt x="1289" y="8799"/>
                  </a:lnTo>
                  <a:lnTo>
                    <a:pt x="2579" y="7733"/>
                  </a:lnTo>
                  <a:lnTo>
                    <a:pt x="2579" y="6933"/>
                  </a:lnTo>
                  <a:lnTo>
                    <a:pt x="1289" y="6933"/>
                  </a:lnTo>
                  <a:lnTo>
                    <a:pt x="1289" y="5866"/>
                  </a:lnTo>
                  <a:lnTo>
                    <a:pt x="2579" y="5866"/>
                  </a:lnTo>
                  <a:lnTo>
                    <a:pt x="2579" y="4799"/>
                  </a:lnTo>
                  <a:lnTo>
                    <a:pt x="1289" y="4799"/>
                  </a:lnTo>
                  <a:lnTo>
                    <a:pt x="0" y="4000"/>
                  </a:lnTo>
                  <a:lnTo>
                    <a:pt x="0" y="29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3" name="AutoShape 51"/>
            <p:cNvSpPr>
              <a:spLocks/>
            </p:cNvSpPr>
            <p:nvPr/>
          </p:nvSpPr>
          <p:spPr bwMode="auto">
            <a:xfrm>
              <a:off x="2771477" y="4487990"/>
              <a:ext cx="120850" cy="129576"/>
            </a:xfrm>
            <a:custGeom>
              <a:avLst/>
              <a:gdLst>
                <a:gd name="T0" fmla="*/ 60425 w 21600"/>
                <a:gd name="T1" fmla="*/ 64788 h 21600"/>
                <a:gd name="T2" fmla="*/ 60425 w 21600"/>
                <a:gd name="T3" fmla="*/ 64788 h 21600"/>
                <a:gd name="T4" fmla="*/ 60425 w 21600"/>
                <a:gd name="T5" fmla="*/ 64788 h 21600"/>
                <a:gd name="T6" fmla="*/ 60425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600"/>
                  </a:moveTo>
                  <a:lnTo>
                    <a:pt x="10800" y="14400"/>
                  </a:lnTo>
                  <a:lnTo>
                    <a:pt x="13679" y="12436"/>
                  </a:lnTo>
                  <a:lnTo>
                    <a:pt x="16559" y="12436"/>
                  </a:lnTo>
                  <a:lnTo>
                    <a:pt x="16559" y="14400"/>
                  </a:lnTo>
                  <a:lnTo>
                    <a:pt x="21600" y="9818"/>
                  </a:lnTo>
                  <a:lnTo>
                    <a:pt x="21600" y="7199"/>
                  </a:lnTo>
                  <a:lnTo>
                    <a:pt x="18719" y="7199"/>
                  </a:lnTo>
                  <a:lnTo>
                    <a:pt x="16559" y="4581"/>
                  </a:lnTo>
                  <a:lnTo>
                    <a:pt x="10800" y="4581"/>
                  </a:lnTo>
                  <a:lnTo>
                    <a:pt x="10800" y="0"/>
                  </a:lnTo>
                  <a:lnTo>
                    <a:pt x="8639" y="2618"/>
                  </a:lnTo>
                  <a:lnTo>
                    <a:pt x="8639" y="0"/>
                  </a:lnTo>
                  <a:lnTo>
                    <a:pt x="2879" y="0"/>
                  </a:lnTo>
                  <a:lnTo>
                    <a:pt x="2879" y="2618"/>
                  </a:lnTo>
                  <a:lnTo>
                    <a:pt x="5759" y="2618"/>
                  </a:lnTo>
                  <a:lnTo>
                    <a:pt x="5759" y="4581"/>
                  </a:lnTo>
                  <a:lnTo>
                    <a:pt x="2879" y="4581"/>
                  </a:lnTo>
                  <a:lnTo>
                    <a:pt x="2879" y="9818"/>
                  </a:lnTo>
                  <a:lnTo>
                    <a:pt x="0" y="12436"/>
                  </a:lnTo>
                  <a:lnTo>
                    <a:pt x="2879" y="14400"/>
                  </a:lnTo>
                  <a:lnTo>
                    <a:pt x="108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4" name="AutoShape 52"/>
            <p:cNvSpPr>
              <a:spLocks/>
            </p:cNvSpPr>
            <p:nvPr/>
          </p:nvSpPr>
          <p:spPr bwMode="auto">
            <a:xfrm>
              <a:off x="2461293" y="4299518"/>
              <a:ext cx="358523" cy="247372"/>
            </a:xfrm>
            <a:custGeom>
              <a:avLst/>
              <a:gdLst>
                <a:gd name="T0" fmla="*/ 179261 w 21600"/>
                <a:gd name="T1" fmla="*/ 123686 h 21600"/>
                <a:gd name="T2" fmla="*/ 179261 w 21600"/>
                <a:gd name="T3" fmla="*/ 123686 h 21600"/>
                <a:gd name="T4" fmla="*/ 179261 w 21600"/>
                <a:gd name="T5" fmla="*/ 123686 h 21600"/>
                <a:gd name="T6" fmla="*/ 179261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8894"/>
                  </a:moveTo>
                  <a:cubicBezTo>
                    <a:pt x="20700" y="7623"/>
                    <a:pt x="20700" y="7623"/>
                    <a:pt x="20700" y="7623"/>
                  </a:cubicBezTo>
                  <a:cubicBezTo>
                    <a:pt x="20700" y="7623"/>
                    <a:pt x="20700" y="7623"/>
                    <a:pt x="20700" y="7623"/>
                  </a:cubicBezTo>
                  <a:cubicBezTo>
                    <a:pt x="21600" y="7623"/>
                    <a:pt x="21600" y="7623"/>
                    <a:pt x="21600" y="7623"/>
                  </a:cubicBezTo>
                  <a:cubicBezTo>
                    <a:pt x="21600" y="6352"/>
                    <a:pt x="21600" y="6352"/>
                    <a:pt x="21600" y="6352"/>
                  </a:cubicBezTo>
                  <a:cubicBezTo>
                    <a:pt x="20700" y="6352"/>
                    <a:pt x="20700" y="6352"/>
                    <a:pt x="20700" y="6352"/>
                  </a:cubicBezTo>
                  <a:cubicBezTo>
                    <a:pt x="20700" y="6352"/>
                    <a:pt x="20700" y="6352"/>
                    <a:pt x="20700" y="6352"/>
                  </a:cubicBezTo>
                  <a:cubicBezTo>
                    <a:pt x="19800" y="5082"/>
                    <a:pt x="19800" y="5082"/>
                    <a:pt x="19800" y="5082"/>
                  </a:cubicBezTo>
                  <a:cubicBezTo>
                    <a:pt x="19800" y="3811"/>
                    <a:pt x="19800" y="3811"/>
                    <a:pt x="19800" y="3811"/>
                  </a:cubicBezTo>
                  <a:cubicBezTo>
                    <a:pt x="18900" y="2541"/>
                    <a:pt x="18900" y="2541"/>
                    <a:pt x="18900" y="2541"/>
                  </a:cubicBezTo>
                  <a:cubicBezTo>
                    <a:pt x="18900" y="3811"/>
                    <a:pt x="18900" y="3811"/>
                    <a:pt x="18900" y="3811"/>
                  </a:cubicBezTo>
                  <a:cubicBezTo>
                    <a:pt x="17099" y="3811"/>
                    <a:pt x="17099" y="3811"/>
                    <a:pt x="17099" y="3811"/>
                  </a:cubicBezTo>
                  <a:cubicBezTo>
                    <a:pt x="15299" y="2541"/>
                    <a:pt x="15299" y="2541"/>
                    <a:pt x="15299" y="2541"/>
                  </a:cubicBezTo>
                  <a:cubicBezTo>
                    <a:pt x="14400" y="2541"/>
                    <a:pt x="14400" y="2541"/>
                    <a:pt x="14400" y="2541"/>
                  </a:cubicBezTo>
                  <a:cubicBezTo>
                    <a:pt x="13499" y="1270"/>
                    <a:pt x="13499" y="1270"/>
                    <a:pt x="13499" y="1270"/>
                  </a:cubicBezTo>
                  <a:cubicBezTo>
                    <a:pt x="11700" y="0"/>
                    <a:pt x="11700" y="0"/>
                    <a:pt x="11700" y="0"/>
                  </a:cubicBezTo>
                  <a:cubicBezTo>
                    <a:pt x="10800" y="0"/>
                    <a:pt x="10800" y="0"/>
                    <a:pt x="10800" y="0"/>
                  </a:cubicBezTo>
                  <a:cubicBezTo>
                    <a:pt x="10800" y="0"/>
                    <a:pt x="10800" y="0"/>
                    <a:pt x="10800" y="0"/>
                  </a:cubicBezTo>
                  <a:cubicBezTo>
                    <a:pt x="8999" y="0"/>
                    <a:pt x="8999" y="0"/>
                    <a:pt x="8999" y="0"/>
                  </a:cubicBezTo>
                  <a:cubicBezTo>
                    <a:pt x="7200" y="1270"/>
                    <a:pt x="7200" y="1270"/>
                    <a:pt x="7200" y="1270"/>
                  </a:cubicBezTo>
                  <a:cubicBezTo>
                    <a:pt x="7200" y="2541"/>
                    <a:pt x="7200" y="2541"/>
                    <a:pt x="7200" y="2541"/>
                  </a:cubicBezTo>
                  <a:cubicBezTo>
                    <a:pt x="5399" y="3811"/>
                    <a:pt x="5399" y="3811"/>
                    <a:pt x="5399" y="3811"/>
                  </a:cubicBezTo>
                  <a:cubicBezTo>
                    <a:pt x="5399" y="5082"/>
                    <a:pt x="5399" y="5082"/>
                    <a:pt x="5399" y="5082"/>
                  </a:cubicBezTo>
                  <a:cubicBezTo>
                    <a:pt x="4499" y="5082"/>
                    <a:pt x="4499" y="5082"/>
                    <a:pt x="4499" y="5082"/>
                  </a:cubicBezTo>
                  <a:cubicBezTo>
                    <a:pt x="2699" y="5082"/>
                    <a:pt x="2699" y="5082"/>
                    <a:pt x="2699" y="5082"/>
                  </a:cubicBezTo>
                  <a:cubicBezTo>
                    <a:pt x="1799" y="5082"/>
                    <a:pt x="1799" y="5082"/>
                    <a:pt x="1799" y="5082"/>
                  </a:cubicBezTo>
                  <a:cubicBezTo>
                    <a:pt x="899" y="6352"/>
                    <a:pt x="899" y="6352"/>
                    <a:pt x="899" y="6352"/>
                  </a:cubicBezTo>
                  <a:cubicBezTo>
                    <a:pt x="0" y="6352"/>
                    <a:pt x="0" y="6352"/>
                    <a:pt x="0" y="6352"/>
                  </a:cubicBezTo>
                  <a:cubicBezTo>
                    <a:pt x="0" y="6352"/>
                    <a:pt x="0" y="6352"/>
                    <a:pt x="0" y="6352"/>
                  </a:cubicBezTo>
                  <a:cubicBezTo>
                    <a:pt x="0" y="7623"/>
                    <a:pt x="0" y="7623"/>
                    <a:pt x="0" y="7623"/>
                  </a:cubicBezTo>
                  <a:cubicBezTo>
                    <a:pt x="899" y="8894"/>
                    <a:pt x="899" y="8894"/>
                    <a:pt x="899" y="8894"/>
                  </a:cubicBezTo>
                  <a:cubicBezTo>
                    <a:pt x="899" y="10164"/>
                    <a:pt x="899" y="10164"/>
                    <a:pt x="899" y="10164"/>
                  </a:cubicBezTo>
                  <a:cubicBezTo>
                    <a:pt x="899" y="10164"/>
                    <a:pt x="899" y="10164"/>
                    <a:pt x="899" y="10164"/>
                  </a:cubicBezTo>
                  <a:cubicBezTo>
                    <a:pt x="1799" y="7623"/>
                    <a:pt x="1799" y="7623"/>
                    <a:pt x="1799" y="7623"/>
                  </a:cubicBezTo>
                  <a:cubicBezTo>
                    <a:pt x="2699" y="6352"/>
                    <a:pt x="2699" y="6352"/>
                    <a:pt x="2699" y="6352"/>
                  </a:cubicBezTo>
                  <a:cubicBezTo>
                    <a:pt x="2699" y="6352"/>
                    <a:pt x="2699" y="6352"/>
                    <a:pt x="2699" y="6352"/>
                  </a:cubicBezTo>
                  <a:cubicBezTo>
                    <a:pt x="3600" y="6352"/>
                    <a:pt x="3600" y="6352"/>
                    <a:pt x="3600" y="6352"/>
                  </a:cubicBezTo>
                  <a:cubicBezTo>
                    <a:pt x="4499" y="6352"/>
                    <a:pt x="4499" y="6352"/>
                    <a:pt x="4499" y="6352"/>
                  </a:cubicBezTo>
                  <a:cubicBezTo>
                    <a:pt x="4499" y="7623"/>
                    <a:pt x="4499" y="7623"/>
                    <a:pt x="4499" y="7623"/>
                  </a:cubicBezTo>
                  <a:cubicBezTo>
                    <a:pt x="5399" y="8894"/>
                    <a:pt x="5399" y="8894"/>
                    <a:pt x="5399" y="8894"/>
                  </a:cubicBezTo>
                  <a:cubicBezTo>
                    <a:pt x="5399" y="10164"/>
                    <a:pt x="5399" y="10164"/>
                    <a:pt x="5399" y="10164"/>
                  </a:cubicBezTo>
                  <a:cubicBezTo>
                    <a:pt x="7200" y="12705"/>
                    <a:pt x="7200" y="12705"/>
                    <a:pt x="7200" y="12705"/>
                  </a:cubicBezTo>
                  <a:cubicBezTo>
                    <a:pt x="7200" y="12705"/>
                    <a:pt x="7200" y="12705"/>
                    <a:pt x="7200" y="12705"/>
                  </a:cubicBezTo>
                  <a:cubicBezTo>
                    <a:pt x="8100" y="12705"/>
                    <a:pt x="8100" y="12705"/>
                    <a:pt x="8100" y="12705"/>
                  </a:cubicBezTo>
                  <a:cubicBezTo>
                    <a:pt x="7200" y="12705"/>
                    <a:pt x="7200" y="12705"/>
                    <a:pt x="7200" y="12705"/>
                  </a:cubicBezTo>
                  <a:cubicBezTo>
                    <a:pt x="6300" y="12705"/>
                    <a:pt x="6300" y="12705"/>
                    <a:pt x="6300" y="12705"/>
                  </a:cubicBezTo>
                  <a:cubicBezTo>
                    <a:pt x="6300" y="13976"/>
                    <a:pt x="6300" y="13976"/>
                    <a:pt x="6300" y="13976"/>
                  </a:cubicBezTo>
                  <a:cubicBezTo>
                    <a:pt x="6300" y="15247"/>
                    <a:pt x="6300" y="15247"/>
                    <a:pt x="6300" y="15247"/>
                  </a:cubicBezTo>
                  <a:cubicBezTo>
                    <a:pt x="7200" y="15247"/>
                    <a:pt x="7200" y="15247"/>
                    <a:pt x="7200" y="15247"/>
                  </a:cubicBezTo>
                  <a:cubicBezTo>
                    <a:pt x="8100" y="15247"/>
                    <a:pt x="8100" y="15247"/>
                    <a:pt x="8100" y="15247"/>
                  </a:cubicBezTo>
                  <a:cubicBezTo>
                    <a:pt x="8999" y="16517"/>
                    <a:pt x="8999" y="16517"/>
                    <a:pt x="8999" y="16517"/>
                  </a:cubicBezTo>
                  <a:cubicBezTo>
                    <a:pt x="9900" y="16517"/>
                    <a:pt x="9900" y="16517"/>
                    <a:pt x="9900" y="16517"/>
                  </a:cubicBezTo>
                  <a:cubicBezTo>
                    <a:pt x="9900" y="17788"/>
                    <a:pt x="9900" y="17788"/>
                    <a:pt x="9900" y="17788"/>
                  </a:cubicBezTo>
                  <a:cubicBezTo>
                    <a:pt x="10800" y="17788"/>
                    <a:pt x="10800" y="17788"/>
                    <a:pt x="10800" y="17788"/>
                  </a:cubicBezTo>
                  <a:cubicBezTo>
                    <a:pt x="12600" y="17788"/>
                    <a:pt x="12600" y="17788"/>
                    <a:pt x="12600" y="17788"/>
                  </a:cubicBezTo>
                  <a:cubicBezTo>
                    <a:pt x="13499" y="17788"/>
                    <a:pt x="13499" y="17788"/>
                    <a:pt x="13499" y="17788"/>
                  </a:cubicBezTo>
                  <a:cubicBezTo>
                    <a:pt x="15299" y="20329"/>
                    <a:pt x="15299" y="20329"/>
                    <a:pt x="15299" y="20329"/>
                  </a:cubicBezTo>
                  <a:cubicBezTo>
                    <a:pt x="15299" y="20329"/>
                    <a:pt x="15299" y="20329"/>
                    <a:pt x="15299" y="20329"/>
                  </a:cubicBezTo>
                  <a:cubicBezTo>
                    <a:pt x="14400" y="20329"/>
                    <a:pt x="14400" y="20329"/>
                    <a:pt x="14400" y="20329"/>
                  </a:cubicBezTo>
                  <a:cubicBezTo>
                    <a:pt x="14400" y="21600"/>
                    <a:pt x="14400" y="21600"/>
                    <a:pt x="14400" y="21600"/>
                  </a:cubicBezTo>
                  <a:cubicBezTo>
                    <a:pt x="15299" y="21600"/>
                    <a:pt x="15299" y="21600"/>
                    <a:pt x="15299" y="21600"/>
                  </a:cubicBezTo>
                  <a:cubicBezTo>
                    <a:pt x="15299" y="21600"/>
                    <a:pt x="15299" y="21600"/>
                    <a:pt x="15299" y="21600"/>
                  </a:cubicBezTo>
                  <a:cubicBezTo>
                    <a:pt x="15299" y="20329"/>
                    <a:pt x="15299" y="20329"/>
                    <a:pt x="15299" y="20329"/>
                  </a:cubicBezTo>
                  <a:cubicBezTo>
                    <a:pt x="12600" y="16517"/>
                    <a:pt x="12600" y="16517"/>
                    <a:pt x="12600" y="16517"/>
                  </a:cubicBezTo>
                  <a:cubicBezTo>
                    <a:pt x="9900" y="12705"/>
                    <a:pt x="9900" y="12705"/>
                    <a:pt x="9900" y="12705"/>
                  </a:cubicBezTo>
                  <a:cubicBezTo>
                    <a:pt x="9900" y="12705"/>
                    <a:pt x="9900" y="12705"/>
                    <a:pt x="9900" y="12705"/>
                  </a:cubicBezTo>
                  <a:cubicBezTo>
                    <a:pt x="9900" y="11435"/>
                    <a:pt x="9900" y="11435"/>
                    <a:pt x="9900" y="11435"/>
                  </a:cubicBezTo>
                  <a:cubicBezTo>
                    <a:pt x="8999" y="11435"/>
                    <a:pt x="8999" y="11435"/>
                    <a:pt x="8999" y="11435"/>
                  </a:cubicBezTo>
                  <a:cubicBezTo>
                    <a:pt x="8999" y="10164"/>
                    <a:pt x="8999" y="10164"/>
                    <a:pt x="8999" y="10164"/>
                  </a:cubicBezTo>
                  <a:cubicBezTo>
                    <a:pt x="8100" y="8894"/>
                    <a:pt x="8100" y="8894"/>
                    <a:pt x="8100" y="8894"/>
                  </a:cubicBezTo>
                  <a:cubicBezTo>
                    <a:pt x="8100" y="8894"/>
                    <a:pt x="8100" y="8894"/>
                    <a:pt x="8100" y="8894"/>
                  </a:cubicBezTo>
                  <a:cubicBezTo>
                    <a:pt x="8100" y="8894"/>
                    <a:pt x="8100" y="8894"/>
                    <a:pt x="8100" y="8894"/>
                  </a:cubicBezTo>
                  <a:cubicBezTo>
                    <a:pt x="8100" y="7623"/>
                    <a:pt x="8100" y="7623"/>
                    <a:pt x="8100" y="7623"/>
                  </a:cubicBezTo>
                  <a:cubicBezTo>
                    <a:pt x="8100" y="6352"/>
                    <a:pt x="8100" y="6352"/>
                    <a:pt x="8100" y="6352"/>
                  </a:cubicBezTo>
                  <a:cubicBezTo>
                    <a:pt x="8100" y="6352"/>
                    <a:pt x="8100" y="6352"/>
                    <a:pt x="8100" y="6352"/>
                  </a:cubicBezTo>
                  <a:cubicBezTo>
                    <a:pt x="8999" y="7623"/>
                    <a:pt x="8999" y="7623"/>
                    <a:pt x="8999" y="7623"/>
                  </a:cubicBezTo>
                  <a:cubicBezTo>
                    <a:pt x="9900" y="7623"/>
                    <a:pt x="9900" y="7623"/>
                    <a:pt x="9900" y="7623"/>
                  </a:cubicBezTo>
                  <a:cubicBezTo>
                    <a:pt x="9900" y="7623"/>
                    <a:pt x="9900" y="7623"/>
                    <a:pt x="9900" y="7623"/>
                  </a:cubicBezTo>
                  <a:cubicBezTo>
                    <a:pt x="9900" y="6352"/>
                    <a:pt x="9900" y="6352"/>
                    <a:pt x="9900" y="6352"/>
                  </a:cubicBezTo>
                  <a:cubicBezTo>
                    <a:pt x="10800" y="6352"/>
                    <a:pt x="10800" y="6352"/>
                    <a:pt x="10800" y="6352"/>
                  </a:cubicBezTo>
                  <a:cubicBezTo>
                    <a:pt x="11700" y="6352"/>
                    <a:pt x="11700" y="6352"/>
                    <a:pt x="11700" y="6352"/>
                  </a:cubicBezTo>
                  <a:cubicBezTo>
                    <a:pt x="11700" y="6352"/>
                    <a:pt x="11700" y="6352"/>
                    <a:pt x="11700" y="6352"/>
                  </a:cubicBezTo>
                  <a:cubicBezTo>
                    <a:pt x="12600" y="6352"/>
                    <a:pt x="12600" y="6352"/>
                    <a:pt x="12600" y="6352"/>
                  </a:cubicBezTo>
                  <a:cubicBezTo>
                    <a:pt x="12600" y="6352"/>
                    <a:pt x="12600" y="6352"/>
                    <a:pt x="12600" y="6352"/>
                  </a:cubicBezTo>
                  <a:cubicBezTo>
                    <a:pt x="13499" y="6352"/>
                    <a:pt x="13499" y="6352"/>
                    <a:pt x="13499" y="6352"/>
                  </a:cubicBezTo>
                  <a:cubicBezTo>
                    <a:pt x="13499" y="7623"/>
                    <a:pt x="13499" y="7623"/>
                    <a:pt x="13499" y="7623"/>
                  </a:cubicBezTo>
                  <a:cubicBezTo>
                    <a:pt x="14400" y="6352"/>
                    <a:pt x="14400" y="6352"/>
                    <a:pt x="14400" y="6352"/>
                  </a:cubicBezTo>
                  <a:cubicBezTo>
                    <a:pt x="15299" y="7623"/>
                    <a:pt x="15299" y="7623"/>
                    <a:pt x="15299" y="7623"/>
                  </a:cubicBezTo>
                  <a:cubicBezTo>
                    <a:pt x="16200" y="6352"/>
                    <a:pt x="16200" y="6352"/>
                    <a:pt x="16200" y="6352"/>
                  </a:cubicBezTo>
                  <a:cubicBezTo>
                    <a:pt x="16200" y="7623"/>
                    <a:pt x="16200" y="7623"/>
                    <a:pt x="16200" y="7623"/>
                  </a:cubicBezTo>
                  <a:cubicBezTo>
                    <a:pt x="17099" y="7623"/>
                    <a:pt x="17099" y="7623"/>
                    <a:pt x="17099" y="7623"/>
                  </a:cubicBezTo>
                  <a:cubicBezTo>
                    <a:pt x="17999" y="7623"/>
                    <a:pt x="17999" y="7623"/>
                    <a:pt x="17999" y="7623"/>
                  </a:cubicBezTo>
                  <a:cubicBezTo>
                    <a:pt x="17999" y="7623"/>
                    <a:pt x="17999" y="7623"/>
                    <a:pt x="17999" y="7623"/>
                  </a:cubicBezTo>
                  <a:cubicBezTo>
                    <a:pt x="18900" y="7623"/>
                    <a:pt x="18900" y="7623"/>
                    <a:pt x="18900" y="7623"/>
                  </a:cubicBezTo>
                  <a:cubicBezTo>
                    <a:pt x="20700" y="8894"/>
                    <a:pt x="20700" y="8894"/>
                    <a:pt x="20700" y="8894"/>
                  </a:cubicBezTo>
                  <a:cubicBezTo>
                    <a:pt x="20700" y="8894"/>
                    <a:pt x="20700" y="8894"/>
                    <a:pt x="20700" y="8894"/>
                  </a:cubicBezTo>
                  <a:close/>
                  <a:moveTo>
                    <a:pt x="12600" y="20329"/>
                  </a:moveTo>
                  <a:cubicBezTo>
                    <a:pt x="12600" y="20329"/>
                    <a:pt x="13499" y="20329"/>
                    <a:pt x="13499" y="20329"/>
                  </a:cubicBezTo>
                  <a:cubicBezTo>
                    <a:pt x="14400" y="21600"/>
                    <a:pt x="14400" y="21600"/>
                    <a:pt x="14400" y="21600"/>
                  </a:cubicBezTo>
                  <a:cubicBezTo>
                    <a:pt x="12600" y="21600"/>
                    <a:pt x="12600" y="21600"/>
                    <a:pt x="12600" y="21600"/>
                  </a:cubicBezTo>
                  <a:cubicBezTo>
                    <a:pt x="12600" y="20329"/>
                    <a:pt x="12600" y="20329"/>
                    <a:pt x="12600" y="20329"/>
                  </a:cubicBezTo>
                  <a:close/>
                  <a:moveTo>
                    <a:pt x="10800" y="19058"/>
                  </a:moveTo>
                  <a:cubicBezTo>
                    <a:pt x="13499" y="19058"/>
                    <a:pt x="13499" y="19058"/>
                    <a:pt x="13499" y="19058"/>
                  </a:cubicBezTo>
                  <a:cubicBezTo>
                    <a:pt x="12600" y="20329"/>
                    <a:pt x="12600" y="20329"/>
                    <a:pt x="12600" y="20329"/>
                  </a:cubicBezTo>
                  <a:cubicBezTo>
                    <a:pt x="10800" y="19058"/>
                    <a:pt x="10800" y="19058"/>
                    <a:pt x="10800" y="19058"/>
                  </a:cubicBezTo>
                  <a:close/>
                  <a:moveTo>
                    <a:pt x="11700" y="17788"/>
                  </a:moveTo>
                  <a:cubicBezTo>
                    <a:pt x="12600" y="17788"/>
                    <a:pt x="12600" y="17788"/>
                    <a:pt x="12600" y="17788"/>
                  </a:cubicBezTo>
                  <a:cubicBezTo>
                    <a:pt x="13499" y="19058"/>
                    <a:pt x="13499" y="19058"/>
                    <a:pt x="13499" y="19058"/>
                  </a:cubicBezTo>
                  <a:cubicBezTo>
                    <a:pt x="12600" y="19058"/>
                    <a:pt x="12600" y="19058"/>
                    <a:pt x="12600" y="19058"/>
                  </a:cubicBezTo>
                  <a:cubicBezTo>
                    <a:pt x="11700" y="19058"/>
                    <a:pt x="11700" y="19058"/>
                    <a:pt x="11700" y="19058"/>
                  </a:cubicBezTo>
                  <a:cubicBezTo>
                    <a:pt x="11700" y="17788"/>
                    <a:pt x="11700" y="17788"/>
                    <a:pt x="11700" y="17788"/>
                  </a:cubicBezTo>
                  <a:close/>
                  <a:moveTo>
                    <a:pt x="5399" y="11435"/>
                  </a:moveTo>
                  <a:cubicBezTo>
                    <a:pt x="6300" y="11435"/>
                    <a:pt x="6300" y="11435"/>
                    <a:pt x="6300" y="11435"/>
                  </a:cubicBezTo>
                  <a:cubicBezTo>
                    <a:pt x="6300" y="12705"/>
                    <a:pt x="6300" y="12705"/>
                    <a:pt x="6300" y="12705"/>
                  </a:cubicBezTo>
                  <a:cubicBezTo>
                    <a:pt x="6300" y="12705"/>
                    <a:pt x="6300" y="12705"/>
                    <a:pt x="6300" y="12705"/>
                  </a:cubicBezTo>
                  <a:cubicBezTo>
                    <a:pt x="5399" y="11435"/>
                    <a:pt x="5399" y="11435"/>
                    <a:pt x="5399" y="11435"/>
                  </a:cubicBezTo>
                  <a:close/>
                  <a:moveTo>
                    <a:pt x="4499" y="10164"/>
                  </a:moveTo>
                  <a:cubicBezTo>
                    <a:pt x="5399" y="11435"/>
                    <a:pt x="5399" y="11435"/>
                    <a:pt x="5399" y="11435"/>
                  </a:cubicBezTo>
                  <a:cubicBezTo>
                    <a:pt x="4499" y="11435"/>
                    <a:pt x="4499" y="11435"/>
                    <a:pt x="4499" y="11435"/>
                  </a:cubicBezTo>
                  <a:cubicBezTo>
                    <a:pt x="4499" y="10164"/>
                    <a:pt x="4499" y="10164"/>
                    <a:pt x="4499" y="10164"/>
                  </a:cubicBezTo>
                  <a:close/>
                  <a:moveTo>
                    <a:pt x="5399" y="13976"/>
                  </a:moveTo>
                  <a:cubicBezTo>
                    <a:pt x="6300" y="13976"/>
                    <a:pt x="6300" y="13976"/>
                    <a:pt x="6300" y="13976"/>
                  </a:cubicBezTo>
                  <a:cubicBezTo>
                    <a:pt x="6300" y="15247"/>
                    <a:pt x="6300" y="15247"/>
                    <a:pt x="6300" y="15247"/>
                  </a:cubicBezTo>
                  <a:cubicBezTo>
                    <a:pt x="5399" y="13976"/>
                    <a:pt x="5399" y="13976"/>
                    <a:pt x="5399" y="13976"/>
                  </a:cubicBezTo>
                  <a:close/>
                  <a:moveTo>
                    <a:pt x="4499" y="11435"/>
                  </a:moveTo>
                  <a:cubicBezTo>
                    <a:pt x="4499" y="12705"/>
                    <a:pt x="4499" y="12705"/>
                    <a:pt x="4499" y="12705"/>
                  </a:cubicBezTo>
                  <a:cubicBezTo>
                    <a:pt x="4499" y="12705"/>
                    <a:pt x="4499" y="12705"/>
                    <a:pt x="4499" y="12705"/>
                  </a:cubicBezTo>
                  <a:cubicBezTo>
                    <a:pt x="4499" y="11435"/>
                    <a:pt x="4499" y="11435"/>
                    <a:pt x="4499" y="11435"/>
                  </a:cubicBezTo>
                  <a:close/>
                  <a:moveTo>
                    <a:pt x="2699" y="8894"/>
                  </a:moveTo>
                  <a:cubicBezTo>
                    <a:pt x="3600" y="10164"/>
                    <a:pt x="3600" y="10164"/>
                    <a:pt x="3600" y="10164"/>
                  </a:cubicBezTo>
                  <a:cubicBezTo>
                    <a:pt x="4499" y="11435"/>
                    <a:pt x="4499" y="11435"/>
                    <a:pt x="4499" y="11435"/>
                  </a:cubicBezTo>
                  <a:cubicBezTo>
                    <a:pt x="3600" y="11435"/>
                    <a:pt x="3600" y="11435"/>
                    <a:pt x="3600" y="11435"/>
                  </a:cubicBezTo>
                  <a:cubicBezTo>
                    <a:pt x="2699" y="10164"/>
                    <a:pt x="2699" y="10164"/>
                    <a:pt x="2699" y="10164"/>
                  </a:cubicBezTo>
                  <a:cubicBezTo>
                    <a:pt x="3600" y="10164"/>
                    <a:pt x="3600" y="10164"/>
                    <a:pt x="3600" y="10164"/>
                  </a:cubicBezTo>
                  <a:cubicBezTo>
                    <a:pt x="2699" y="8894"/>
                    <a:pt x="2699" y="8894"/>
                    <a:pt x="2699" y="8894"/>
                  </a:cubicBezTo>
                  <a:close/>
                  <a:moveTo>
                    <a:pt x="3600" y="6352"/>
                  </a:moveTo>
                  <a:cubicBezTo>
                    <a:pt x="4499" y="8894"/>
                    <a:pt x="4499" y="8894"/>
                    <a:pt x="4499" y="8894"/>
                  </a:cubicBezTo>
                  <a:cubicBezTo>
                    <a:pt x="3600" y="8894"/>
                    <a:pt x="3600" y="8894"/>
                    <a:pt x="3600" y="8894"/>
                  </a:cubicBezTo>
                  <a:cubicBezTo>
                    <a:pt x="3600" y="8894"/>
                    <a:pt x="3600" y="8894"/>
                    <a:pt x="3600" y="8894"/>
                  </a:cubicBezTo>
                  <a:cubicBezTo>
                    <a:pt x="2699" y="8894"/>
                    <a:pt x="2699" y="8894"/>
                    <a:pt x="2699" y="8894"/>
                  </a:cubicBezTo>
                  <a:cubicBezTo>
                    <a:pt x="2699" y="7623"/>
                    <a:pt x="2699" y="7623"/>
                    <a:pt x="2699" y="7623"/>
                  </a:cubicBezTo>
                  <a:cubicBezTo>
                    <a:pt x="2699" y="7623"/>
                    <a:pt x="3600" y="6352"/>
                    <a:pt x="3600" y="6352"/>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5" name="AutoShape 53"/>
            <p:cNvSpPr>
              <a:spLocks/>
            </p:cNvSpPr>
            <p:nvPr/>
          </p:nvSpPr>
          <p:spPr bwMode="auto">
            <a:xfrm>
              <a:off x="2594230" y="4370194"/>
              <a:ext cx="237674" cy="192400"/>
            </a:xfrm>
            <a:custGeom>
              <a:avLst/>
              <a:gdLst>
                <a:gd name="T0" fmla="*/ 118837 w 21600"/>
                <a:gd name="T1" fmla="*/ 96200 h 21600"/>
                <a:gd name="T2" fmla="*/ 118837 w 21600"/>
                <a:gd name="T3" fmla="*/ 96200 h 21600"/>
                <a:gd name="T4" fmla="*/ 118837 w 21600"/>
                <a:gd name="T5" fmla="*/ 96200 h 21600"/>
                <a:gd name="T6" fmla="*/ 118837 w 21600"/>
                <a:gd name="T7" fmla="*/ 962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983" y="19836"/>
                  </a:moveTo>
                  <a:lnTo>
                    <a:pt x="10983" y="18073"/>
                  </a:lnTo>
                  <a:lnTo>
                    <a:pt x="6589" y="13224"/>
                  </a:lnTo>
                  <a:lnTo>
                    <a:pt x="2562" y="8375"/>
                  </a:lnTo>
                  <a:lnTo>
                    <a:pt x="2562" y="6612"/>
                  </a:lnTo>
                  <a:lnTo>
                    <a:pt x="1464" y="6612"/>
                  </a:lnTo>
                  <a:lnTo>
                    <a:pt x="1464" y="4848"/>
                  </a:lnTo>
                  <a:lnTo>
                    <a:pt x="0" y="3526"/>
                  </a:lnTo>
                  <a:lnTo>
                    <a:pt x="0" y="0"/>
                  </a:lnTo>
                  <a:lnTo>
                    <a:pt x="1464" y="1763"/>
                  </a:lnTo>
                  <a:lnTo>
                    <a:pt x="2562" y="1763"/>
                  </a:lnTo>
                  <a:lnTo>
                    <a:pt x="2562" y="0"/>
                  </a:lnTo>
                  <a:lnTo>
                    <a:pt x="8054" y="0"/>
                  </a:lnTo>
                  <a:lnTo>
                    <a:pt x="8054" y="1763"/>
                  </a:lnTo>
                  <a:lnTo>
                    <a:pt x="9518" y="0"/>
                  </a:lnTo>
                  <a:lnTo>
                    <a:pt x="10983" y="1763"/>
                  </a:lnTo>
                  <a:lnTo>
                    <a:pt x="12081" y="0"/>
                  </a:lnTo>
                  <a:lnTo>
                    <a:pt x="12081" y="1763"/>
                  </a:lnTo>
                  <a:lnTo>
                    <a:pt x="16108" y="1763"/>
                  </a:lnTo>
                  <a:lnTo>
                    <a:pt x="19037" y="3526"/>
                  </a:lnTo>
                  <a:lnTo>
                    <a:pt x="20501" y="3526"/>
                  </a:lnTo>
                  <a:lnTo>
                    <a:pt x="20501" y="4848"/>
                  </a:lnTo>
                  <a:lnTo>
                    <a:pt x="19037" y="6612"/>
                  </a:lnTo>
                  <a:lnTo>
                    <a:pt x="20501" y="8375"/>
                  </a:lnTo>
                  <a:lnTo>
                    <a:pt x="21600" y="8375"/>
                  </a:lnTo>
                  <a:lnTo>
                    <a:pt x="21600" y="10138"/>
                  </a:lnTo>
                  <a:lnTo>
                    <a:pt x="20501" y="10138"/>
                  </a:lnTo>
                  <a:lnTo>
                    <a:pt x="20501" y="11461"/>
                  </a:lnTo>
                  <a:lnTo>
                    <a:pt x="21600" y="13224"/>
                  </a:lnTo>
                  <a:lnTo>
                    <a:pt x="20501" y="14987"/>
                  </a:lnTo>
                  <a:lnTo>
                    <a:pt x="20501" y="13224"/>
                  </a:lnTo>
                  <a:lnTo>
                    <a:pt x="17572" y="13224"/>
                  </a:lnTo>
                  <a:lnTo>
                    <a:pt x="17572" y="14987"/>
                  </a:lnTo>
                  <a:lnTo>
                    <a:pt x="19037" y="14987"/>
                  </a:lnTo>
                  <a:lnTo>
                    <a:pt x="19037" y="16310"/>
                  </a:lnTo>
                  <a:lnTo>
                    <a:pt x="17572" y="16310"/>
                  </a:lnTo>
                  <a:lnTo>
                    <a:pt x="17572" y="19836"/>
                  </a:lnTo>
                  <a:lnTo>
                    <a:pt x="16108" y="21600"/>
                  </a:lnTo>
                  <a:lnTo>
                    <a:pt x="15010" y="19836"/>
                  </a:lnTo>
                  <a:lnTo>
                    <a:pt x="10983" y="19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6" name="AutoShape 54"/>
            <p:cNvSpPr>
              <a:spLocks/>
            </p:cNvSpPr>
            <p:nvPr/>
          </p:nvSpPr>
          <p:spPr bwMode="auto">
            <a:xfrm>
              <a:off x="2445182" y="4256326"/>
              <a:ext cx="193359" cy="113872"/>
            </a:xfrm>
            <a:custGeom>
              <a:avLst/>
              <a:gdLst>
                <a:gd name="T0" fmla="*/ 96680 w 21600"/>
                <a:gd name="T1" fmla="*/ 56936 h 21600"/>
                <a:gd name="T2" fmla="*/ 96680 w 21600"/>
                <a:gd name="T3" fmla="*/ 56936 h 21600"/>
                <a:gd name="T4" fmla="*/ 96680 w 21600"/>
                <a:gd name="T5" fmla="*/ 56936 h 21600"/>
                <a:gd name="T6" fmla="*/ 96680 w 21600"/>
                <a:gd name="T7" fmla="*/ 569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0" y="21599"/>
                  </a:moveTo>
                  <a:lnTo>
                    <a:pt x="3150" y="21599"/>
                  </a:lnTo>
                  <a:lnTo>
                    <a:pt x="4950" y="19365"/>
                  </a:lnTo>
                  <a:lnTo>
                    <a:pt x="11699" y="19365"/>
                  </a:lnTo>
                  <a:lnTo>
                    <a:pt x="11699" y="16386"/>
                  </a:lnTo>
                  <a:lnTo>
                    <a:pt x="14849" y="13406"/>
                  </a:lnTo>
                  <a:lnTo>
                    <a:pt x="14849" y="10427"/>
                  </a:lnTo>
                  <a:lnTo>
                    <a:pt x="18450" y="8193"/>
                  </a:lnTo>
                  <a:lnTo>
                    <a:pt x="21599" y="8193"/>
                  </a:lnTo>
                  <a:lnTo>
                    <a:pt x="21599" y="2234"/>
                  </a:lnTo>
                  <a:lnTo>
                    <a:pt x="19800" y="0"/>
                  </a:lnTo>
                  <a:lnTo>
                    <a:pt x="18450" y="2234"/>
                  </a:lnTo>
                  <a:lnTo>
                    <a:pt x="14849" y="5213"/>
                  </a:lnTo>
                  <a:lnTo>
                    <a:pt x="3150" y="5213"/>
                  </a:lnTo>
                  <a:lnTo>
                    <a:pt x="1800" y="8193"/>
                  </a:lnTo>
                  <a:lnTo>
                    <a:pt x="1800" y="10427"/>
                  </a:lnTo>
                  <a:lnTo>
                    <a:pt x="0" y="13406"/>
                  </a:lnTo>
                  <a:lnTo>
                    <a:pt x="1800" y="16386"/>
                  </a:lnTo>
                  <a:lnTo>
                    <a:pt x="3150" y="16386"/>
                  </a:lnTo>
                  <a:lnTo>
                    <a:pt x="3150" y="19365"/>
                  </a:lnTo>
                  <a:lnTo>
                    <a:pt x="1800" y="19365"/>
                  </a:lnTo>
                  <a:lnTo>
                    <a:pt x="18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7" name="AutoShape 55"/>
            <p:cNvSpPr>
              <a:spLocks/>
            </p:cNvSpPr>
            <p:nvPr/>
          </p:nvSpPr>
          <p:spPr bwMode="auto">
            <a:xfrm>
              <a:off x="2207515" y="4095336"/>
              <a:ext cx="447143" cy="188473"/>
            </a:xfrm>
            <a:custGeom>
              <a:avLst/>
              <a:gdLst>
                <a:gd name="T0" fmla="*/ 223572 w 21600"/>
                <a:gd name="T1" fmla="*/ 94237 h 21600"/>
                <a:gd name="T2" fmla="*/ 223572 w 21600"/>
                <a:gd name="T3" fmla="*/ 94237 h 21600"/>
                <a:gd name="T4" fmla="*/ 223572 w 21600"/>
                <a:gd name="T5" fmla="*/ 94237 h 21600"/>
                <a:gd name="T6" fmla="*/ 223572 w 21600"/>
                <a:gd name="T7" fmla="*/ 94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21600"/>
                  </a:moveTo>
                  <a:lnTo>
                    <a:pt x="17902" y="21600"/>
                  </a:lnTo>
                  <a:lnTo>
                    <a:pt x="19459" y="19799"/>
                  </a:lnTo>
                  <a:lnTo>
                    <a:pt x="20821" y="16650"/>
                  </a:lnTo>
                  <a:lnTo>
                    <a:pt x="20821" y="13499"/>
                  </a:lnTo>
                  <a:lnTo>
                    <a:pt x="20043" y="11699"/>
                  </a:lnTo>
                  <a:lnTo>
                    <a:pt x="21600" y="11699"/>
                  </a:lnTo>
                  <a:lnTo>
                    <a:pt x="21600" y="3149"/>
                  </a:lnTo>
                  <a:lnTo>
                    <a:pt x="20043" y="1799"/>
                  </a:lnTo>
                  <a:lnTo>
                    <a:pt x="17902" y="1799"/>
                  </a:lnTo>
                  <a:lnTo>
                    <a:pt x="17318" y="0"/>
                  </a:lnTo>
                  <a:lnTo>
                    <a:pt x="15762" y="0"/>
                  </a:lnTo>
                  <a:lnTo>
                    <a:pt x="14983" y="1799"/>
                  </a:lnTo>
                  <a:lnTo>
                    <a:pt x="14983" y="3149"/>
                  </a:lnTo>
                  <a:lnTo>
                    <a:pt x="13621" y="3149"/>
                  </a:lnTo>
                  <a:lnTo>
                    <a:pt x="12259" y="1799"/>
                  </a:lnTo>
                  <a:lnTo>
                    <a:pt x="11481" y="1799"/>
                  </a:lnTo>
                  <a:lnTo>
                    <a:pt x="11481" y="4949"/>
                  </a:lnTo>
                  <a:lnTo>
                    <a:pt x="10702" y="4949"/>
                  </a:lnTo>
                  <a:lnTo>
                    <a:pt x="10118" y="6749"/>
                  </a:lnTo>
                  <a:lnTo>
                    <a:pt x="9340" y="8099"/>
                  </a:lnTo>
                  <a:lnTo>
                    <a:pt x="9340" y="9899"/>
                  </a:lnTo>
                  <a:lnTo>
                    <a:pt x="10118" y="9899"/>
                  </a:lnTo>
                  <a:lnTo>
                    <a:pt x="10118" y="11699"/>
                  </a:lnTo>
                  <a:lnTo>
                    <a:pt x="7200" y="11699"/>
                  </a:lnTo>
                  <a:lnTo>
                    <a:pt x="5643" y="13499"/>
                  </a:lnTo>
                  <a:lnTo>
                    <a:pt x="4281" y="13499"/>
                  </a:lnTo>
                  <a:lnTo>
                    <a:pt x="3502" y="11699"/>
                  </a:lnTo>
                  <a:lnTo>
                    <a:pt x="2140" y="11699"/>
                  </a:lnTo>
                  <a:lnTo>
                    <a:pt x="2140" y="13499"/>
                  </a:lnTo>
                  <a:lnTo>
                    <a:pt x="1362" y="13499"/>
                  </a:lnTo>
                  <a:lnTo>
                    <a:pt x="583" y="11699"/>
                  </a:lnTo>
                  <a:lnTo>
                    <a:pt x="0" y="13499"/>
                  </a:lnTo>
                  <a:lnTo>
                    <a:pt x="0" y="14850"/>
                  </a:lnTo>
                  <a:lnTo>
                    <a:pt x="583" y="14850"/>
                  </a:lnTo>
                  <a:lnTo>
                    <a:pt x="583" y="16650"/>
                  </a:lnTo>
                  <a:lnTo>
                    <a:pt x="3502" y="16650"/>
                  </a:lnTo>
                  <a:lnTo>
                    <a:pt x="4281" y="18450"/>
                  </a:lnTo>
                  <a:lnTo>
                    <a:pt x="5643" y="16650"/>
                  </a:lnTo>
                  <a:lnTo>
                    <a:pt x="7783" y="16650"/>
                  </a:lnTo>
                  <a:lnTo>
                    <a:pt x="7783" y="18450"/>
                  </a:lnTo>
                  <a:lnTo>
                    <a:pt x="9340" y="19799"/>
                  </a:lnTo>
                  <a:lnTo>
                    <a:pt x="12259" y="19799"/>
                  </a:lnTo>
                  <a:lnTo>
                    <a:pt x="1284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8" name="AutoShape 56"/>
            <p:cNvSpPr>
              <a:spLocks/>
            </p:cNvSpPr>
            <p:nvPr/>
          </p:nvSpPr>
          <p:spPr bwMode="auto">
            <a:xfrm>
              <a:off x="2461299" y="3628086"/>
              <a:ext cx="608278" cy="451550"/>
            </a:xfrm>
            <a:custGeom>
              <a:avLst/>
              <a:gdLst>
                <a:gd name="T0" fmla="*/ 304139 w 21600"/>
                <a:gd name="T1" fmla="*/ 225775 h 21600"/>
                <a:gd name="T2" fmla="*/ 304139 w 21600"/>
                <a:gd name="T3" fmla="*/ 225775 h 21600"/>
                <a:gd name="T4" fmla="*/ 304139 w 21600"/>
                <a:gd name="T5" fmla="*/ 225775 h 21600"/>
                <a:gd name="T6" fmla="*/ 304139 w 21600"/>
                <a:gd name="T7" fmla="*/ 2257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31" y="21600"/>
                  </a:moveTo>
                  <a:lnTo>
                    <a:pt x="13732" y="21600"/>
                  </a:lnTo>
                  <a:lnTo>
                    <a:pt x="13732" y="20848"/>
                  </a:lnTo>
                  <a:lnTo>
                    <a:pt x="17451" y="20848"/>
                  </a:lnTo>
                  <a:lnTo>
                    <a:pt x="18452" y="21600"/>
                  </a:lnTo>
                  <a:lnTo>
                    <a:pt x="19025" y="21600"/>
                  </a:lnTo>
                  <a:lnTo>
                    <a:pt x="19025" y="20285"/>
                  </a:lnTo>
                  <a:lnTo>
                    <a:pt x="20598" y="18219"/>
                  </a:lnTo>
                  <a:lnTo>
                    <a:pt x="20598" y="17467"/>
                  </a:lnTo>
                  <a:lnTo>
                    <a:pt x="21170" y="16716"/>
                  </a:lnTo>
                  <a:lnTo>
                    <a:pt x="21599" y="16716"/>
                  </a:lnTo>
                  <a:lnTo>
                    <a:pt x="21599" y="15965"/>
                  </a:lnTo>
                  <a:lnTo>
                    <a:pt x="21170" y="15401"/>
                  </a:lnTo>
                  <a:lnTo>
                    <a:pt x="21599" y="14650"/>
                  </a:lnTo>
                  <a:lnTo>
                    <a:pt x="21170" y="14650"/>
                  </a:lnTo>
                  <a:lnTo>
                    <a:pt x="20598" y="13899"/>
                  </a:lnTo>
                  <a:lnTo>
                    <a:pt x="20598" y="11081"/>
                  </a:lnTo>
                  <a:lnTo>
                    <a:pt x="20026" y="10518"/>
                  </a:lnTo>
                  <a:lnTo>
                    <a:pt x="19597" y="9766"/>
                  </a:lnTo>
                  <a:lnTo>
                    <a:pt x="20026" y="9015"/>
                  </a:lnTo>
                  <a:lnTo>
                    <a:pt x="20598" y="8452"/>
                  </a:lnTo>
                  <a:lnTo>
                    <a:pt x="20598" y="6949"/>
                  </a:lnTo>
                  <a:lnTo>
                    <a:pt x="20026" y="6386"/>
                  </a:lnTo>
                  <a:lnTo>
                    <a:pt x="20026" y="5634"/>
                  </a:lnTo>
                  <a:lnTo>
                    <a:pt x="19597" y="4132"/>
                  </a:lnTo>
                  <a:lnTo>
                    <a:pt x="19025" y="3568"/>
                  </a:lnTo>
                  <a:lnTo>
                    <a:pt x="19025" y="1502"/>
                  </a:lnTo>
                  <a:lnTo>
                    <a:pt x="18452" y="1502"/>
                  </a:lnTo>
                  <a:lnTo>
                    <a:pt x="18023" y="751"/>
                  </a:lnTo>
                  <a:lnTo>
                    <a:pt x="14733" y="1502"/>
                  </a:lnTo>
                  <a:lnTo>
                    <a:pt x="11586" y="1502"/>
                  </a:lnTo>
                  <a:lnTo>
                    <a:pt x="11014" y="2066"/>
                  </a:lnTo>
                  <a:lnTo>
                    <a:pt x="10013" y="2066"/>
                  </a:lnTo>
                  <a:lnTo>
                    <a:pt x="10585" y="1502"/>
                  </a:lnTo>
                  <a:lnTo>
                    <a:pt x="11014" y="751"/>
                  </a:lnTo>
                  <a:lnTo>
                    <a:pt x="10585" y="1502"/>
                  </a:lnTo>
                  <a:lnTo>
                    <a:pt x="9441" y="2066"/>
                  </a:lnTo>
                  <a:lnTo>
                    <a:pt x="8439" y="751"/>
                  </a:lnTo>
                  <a:lnTo>
                    <a:pt x="9441" y="751"/>
                  </a:lnTo>
                  <a:lnTo>
                    <a:pt x="9011" y="0"/>
                  </a:lnTo>
                  <a:lnTo>
                    <a:pt x="7295" y="0"/>
                  </a:lnTo>
                  <a:lnTo>
                    <a:pt x="6866" y="751"/>
                  </a:lnTo>
                  <a:lnTo>
                    <a:pt x="5292" y="751"/>
                  </a:lnTo>
                  <a:lnTo>
                    <a:pt x="4720" y="1502"/>
                  </a:lnTo>
                  <a:lnTo>
                    <a:pt x="4148" y="1502"/>
                  </a:lnTo>
                  <a:lnTo>
                    <a:pt x="3719" y="2066"/>
                  </a:lnTo>
                  <a:lnTo>
                    <a:pt x="3719" y="2817"/>
                  </a:lnTo>
                  <a:lnTo>
                    <a:pt x="3147" y="2817"/>
                  </a:lnTo>
                  <a:lnTo>
                    <a:pt x="2002" y="3568"/>
                  </a:lnTo>
                  <a:lnTo>
                    <a:pt x="1001" y="3568"/>
                  </a:lnTo>
                  <a:lnTo>
                    <a:pt x="1001" y="4883"/>
                  </a:lnTo>
                  <a:lnTo>
                    <a:pt x="429" y="4883"/>
                  </a:lnTo>
                  <a:lnTo>
                    <a:pt x="429" y="6949"/>
                  </a:lnTo>
                  <a:lnTo>
                    <a:pt x="0" y="7700"/>
                  </a:lnTo>
                  <a:lnTo>
                    <a:pt x="429" y="9015"/>
                  </a:lnTo>
                  <a:lnTo>
                    <a:pt x="429" y="9766"/>
                  </a:lnTo>
                  <a:lnTo>
                    <a:pt x="1001" y="9766"/>
                  </a:lnTo>
                  <a:lnTo>
                    <a:pt x="1001" y="11081"/>
                  </a:lnTo>
                  <a:lnTo>
                    <a:pt x="1573" y="12584"/>
                  </a:lnTo>
                  <a:lnTo>
                    <a:pt x="2002" y="13335"/>
                  </a:lnTo>
                  <a:lnTo>
                    <a:pt x="2002" y="15401"/>
                  </a:lnTo>
                  <a:lnTo>
                    <a:pt x="3719" y="15401"/>
                  </a:lnTo>
                  <a:lnTo>
                    <a:pt x="4148" y="15965"/>
                  </a:lnTo>
                  <a:lnTo>
                    <a:pt x="4720" y="15965"/>
                  </a:lnTo>
                  <a:lnTo>
                    <a:pt x="4720" y="17467"/>
                  </a:lnTo>
                  <a:lnTo>
                    <a:pt x="5292" y="17467"/>
                  </a:lnTo>
                  <a:lnTo>
                    <a:pt x="5292" y="18219"/>
                  </a:lnTo>
                  <a:lnTo>
                    <a:pt x="5721" y="18219"/>
                  </a:lnTo>
                  <a:lnTo>
                    <a:pt x="5292" y="16716"/>
                  </a:lnTo>
                  <a:lnTo>
                    <a:pt x="5721" y="16716"/>
                  </a:lnTo>
                  <a:lnTo>
                    <a:pt x="6866" y="17467"/>
                  </a:lnTo>
                  <a:lnTo>
                    <a:pt x="7295" y="17467"/>
                  </a:lnTo>
                  <a:lnTo>
                    <a:pt x="7295" y="18219"/>
                  </a:lnTo>
                  <a:lnTo>
                    <a:pt x="9441" y="18219"/>
                  </a:lnTo>
                  <a:lnTo>
                    <a:pt x="10585" y="19533"/>
                  </a:lnTo>
                  <a:lnTo>
                    <a:pt x="11014" y="20848"/>
                  </a:lnTo>
                  <a:lnTo>
                    <a:pt x="11586" y="20848"/>
                  </a:lnTo>
                  <a:lnTo>
                    <a:pt x="11586" y="20285"/>
                  </a:lnTo>
                  <a:lnTo>
                    <a:pt x="12731" y="20285"/>
                  </a:lnTo>
                  <a:lnTo>
                    <a:pt x="12731"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9" name="AutoShape 57"/>
            <p:cNvSpPr>
              <a:spLocks/>
            </p:cNvSpPr>
            <p:nvPr/>
          </p:nvSpPr>
          <p:spPr bwMode="auto">
            <a:xfrm>
              <a:off x="2340450" y="3934352"/>
              <a:ext cx="479370" cy="188472"/>
            </a:xfrm>
            <a:custGeom>
              <a:avLst/>
              <a:gdLst>
                <a:gd name="T0" fmla="*/ 239685 w 21600"/>
                <a:gd name="T1" fmla="*/ 94236 h 21600"/>
                <a:gd name="T2" fmla="*/ 239685 w 21600"/>
                <a:gd name="T3" fmla="*/ 94236 h 21600"/>
                <a:gd name="T4" fmla="*/ 239685 w 21600"/>
                <a:gd name="T5" fmla="*/ 94236 h 21600"/>
                <a:gd name="T6" fmla="*/ 239685 w 21600"/>
                <a:gd name="T7" fmla="*/ 942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86" y="1799"/>
                  </a:moveTo>
                  <a:lnTo>
                    <a:pt x="10164" y="1799"/>
                  </a:lnTo>
                  <a:lnTo>
                    <a:pt x="10709" y="3149"/>
                  </a:lnTo>
                  <a:lnTo>
                    <a:pt x="11435" y="3149"/>
                  </a:lnTo>
                  <a:lnTo>
                    <a:pt x="11435" y="6749"/>
                  </a:lnTo>
                  <a:lnTo>
                    <a:pt x="12161" y="6749"/>
                  </a:lnTo>
                  <a:lnTo>
                    <a:pt x="12161" y="8549"/>
                  </a:lnTo>
                  <a:lnTo>
                    <a:pt x="12705" y="8549"/>
                  </a:lnTo>
                  <a:lnTo>
                    <a:pt x="12161" y="4949"/>
                  </a:lnTo>
                  <a:lnTo>
                    <a:pt x="12705" y="4949"/>
                  </a:lnTo>
                  <a:lnTo>
                    <a:pt x="14157" y="6749"/>
                  </a:lnTo>
                  <a:lnTo>
                    <a:pt x="14702" y="6749"/>
                  </a:lnTo>
                  <a:lnTo>
                    <a:pt x="14702" y="8549"/>
                  </a:lnTo>
                  <a:lnTo>
                    <a:pt x="17425" y="8549"/>
                  </a:lnTo>
                  <a:lnTo>
                    <a:pt x="18877" y="11699"/>
                  </a:lnTo>
                  <a:lnTo>
                    <a:pt x="19421" y="14850"/>
                  </a:lnTo>
                  <a:lnTo>
                    <a:pt x="20147" y="14850"/>
                  </a:lnTo>
                  <a:lnTo>
                    <a:pt x="20147" y="13499"/>
                  </a:lnTo>
                  <a:lnTo>
                    <a:pt x="21600" y="13499"/>
                  </a:lnTo>
                  <a:lnTo>
                    <a:pt x="21600" y="16650"/>
                  </a:lnTo>
                  <a:lnTo>
                    <a:pt x="19421" y="16650"/>
                  </a:lnTo>
                  <a:lnTo>
                    <a:pt x="18877" y="18450"/>
                  </a:lnTo>
                  <a:lnTo>
                    <a:pt x="18151" y="20249"/>
                  </a:lnTo>
                  <a:lnTo>
                    <a:pt x="14702" y="20249"/>
                  </a:lnTo>
                  <a:lnTo>
                    <a:pt x="14157" y="21600"/>
                  </a:lnTo>
                  <a:lnTo>
                    <a:pt x="12705" y="20249"/>
                  </a:lnTo>
                  <a:lnTo>
                    <a:pt x="10709" y="20249"/>
                  </a:lnTo>
                  <a:lnTo>
                    <a:pt x="10164" y="18450"/>
                  </a:lnTo>
                  <a:lnTo>
                    <a:pt x="8712" y="18450"/>
                  </a:lnTo>
                  <a:lnTo>
                    <a:pt x="7986" y="20249"/>
                  </a:lnTo>
                  <a:lnTo>
                    <a:pt x="7986" y="21600"/>
                  </a:lnTo>
                  <a:lnTo>
                    <a:pt x="6715" y="21600"/>
                  </a:lnTo>
                  <a:lnTo>
                    <a:pt x="5445" y="20249"/>
                  </a:lnTo>
                  <a:lnTo>
                    <a:pt x="4719" y="20249"/>
                  </a:lnTo>
                  <a:lnTo>
                    <a:pt x="3448" y="16650"/>
                  </a:lnTo>
                  <a:lnTo>
                    <a:pt x="1996" y="14850"/>
                  </a:lnTo>
                  <a:lnTo>
                    <a:pt x="1270" y="13499"/>
                  </a:lnTo>
                  <a:lnTo>
                    <a:pt x="1270" y="11699"/>
                  </a:lnTo>
                  <a:lnTo>
                    <a:pt x="726" y="8549"/>
                  </a:lnTo>
                  <a:lnTo>
                    <a:pt x="0" y="8549"/>
                  </a:lnTo>
                  <a:lnTo>
                    <a:pt x="0" y="6749"/>
                  </a:lnTo>
                  <a:lnTo>
                    <a:pt x="726" y="6749"/>
                  </a:lnTo>
                  <a:lnTo>
                    <a:pt x="1996" y="4949"/>
                  </a:lnTo>
                  <a:lnTo>
                    <a:pt x="2722" y="4949"/>
                  </a:lnTo>
                  <a:lnTo>
                    <a:pt x="3448" y="3149"/>
                  </a:lnTo>
                  <a:lnTo>
                    <a:pt x="5445" y="3149"/>
                  </a:lnTo>
                  <a:lnTo>
                    <a:pt x="5989" y="1799"/>
                  </a:lnTo>
                  <a:lnTo>
                    <a:pt x="6715" y="1799"/>
                  </a:lnTo>
                  <a:lnTo>
                    <a:pt x="7442" y="0"/>
                  </a:lnTo>
                  <a:lnTo>
                    <a:pt x="7442" y="1799"/>
                  </a:lnTo>
                  <a:lnTo>
                    <a:pt x="7986" y="1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0" name="AutoShape 58"/>
            <p:cNvSpPr>
              <a:spLocks/>
            </p:cNvSpPr>
            <p:nvPr/>
          </p:nvSpPr>
          <p:spPr bwMode="auto">
            <a:xfrm>
              <a:off x="1965811" y="3628086"/>
              <a:ext cx="551881" cy="585049"/>
            </a:xfrm>
            <a:custGeom>
              <a:avLst/>
              <a:gdLst>
                <a:gd name="T0" fmla="*/ 275941 w 21600"/>
                <a:gd name="T1" fmla="*/ 292525 h 21600"/>
                <a:gd name="T2" fmla="*/ 275941 w 21600"/>
                <a:gd name="T3" fmla="*/ 292525 h 21600"/>
                <a:gd name="T4" fmla="*/ 275941 w 21600"/>
                <a:gd name="T5" fmla="*/ 292525 h 21600"/>
                <a:gd name="T6" fmla="*/ 275941 w 21600"/>
                <a:gd name="T7" fmla="*/ 2925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33" y="0"/>
                  </a:moveTo>
                  <a:lnTo>
                    <a:pt x="6464" y="0"/>
                  </a:lnTo>
                  <a:lnTo>
                    <a:pt x="7725" y="579"/>
                  </a:lnTo>
                  <a:lnTo>
                    <a:pt x="8829" y="579"/>
                  </a:lnTo>
                  <a:lnTo>
                    <a:pt x="9459" y="1159"/>
                  </a:lnTo>
                  <a:lnTo>
                    <a:pt x="8829" y="1159"/>
                  </a:lnTo>
                  <a:lnTo>
                    <a:pt x="8829" y="1594"/>
                  </a:lnTo>
                  <a:lnTo>
                    <a:pt x="9459" y="1594"/>
                  </a:lnTo>
                  <a:lnTo>
                    <a:pt x="9459" y="2174"/>
                  </a:lnTo>
                  <a:lnTo>
                    <a:pt x="9932" y="2174"/>
                  </a:lnTo>
                  <a:lnTo>
                    <a:pt x="9932" y="1594"/>
                  </a:lnTo>
                  <a:lnTo>
                    <a:pt x="10563" y="1594"/>
                  </a:lnTo>
                  <a:lnTo>
                    <a:pt x="11194" y="2174"/>
                  </a:lnTo>
                  <a:lnTo>
                    <a:pt x="11824" y="1594"/>
                  </a:lnTo>
                  <a:lnTo>
                    <a:pt x="11824" y="2754"/>
                  </a:lnTo>
                  <a:lnTo>
                    <a:pt x="10563" y="2754"/>
                  </a:lnTo>
                  <a:lnTo>
                    <a:pt x="11194" y="3189"/>
                  </a:lnTo>
                  <a:lnTo>
                    <a:pt x="11824" y="2754"/>
                  </a:lnTo>
                  <a:lnTo>
                    <a:pt x="12297" y="3189"/>
                  </a:lnTo>
                  <a:lnTo>
                    <a:pt x="12928" y="3189"/>
                  </a:lnTo>
                  <a:lnTo>
                    <a:pt x="12928" y="2754"/>
                  </a:lnTo>
                  <a:lnTo>
                    <a:pt x="13559" y="2754"/>
                  </a:lnTo>
                  <a:lnTo>
                    <a:pt x="14032" y="2174"/>
                  </a:lnTo>
                  <a:lnTo>
                    <a:pt x="14662" y="2174"/>
                  </a:lnTo>
                  <a:lnTo>
                    <a:pt x="14662" y="1594"/>
                  </a:lnTo>
                  <a:lnTo>
                    <a:pt x="15293" y="1594"/>
                  </a:lnTo>
                  <a:lnTo>
                    <a:pt x="15293" y="2174"/>
                  </a:lnTo>
                  <a:lnTo>
                    <a:pt x="14662" y="2174"/>
                  </a:lnTo>
                  <a:lnTo>
                    <a:pt x="15766" y="2174"/>
                  </a:lnTo>
                  <a:lnTo>
                    <a:pt x="16397" y="1594"/>
                  </a:lnTo>
                  <a:lnTo>
                    <a:pt x="16397" y="2174"/>
                  </a:lnTo>
                  <a:lnTo>
                    <a:pt x="17027" y="2174"/>
                  </a:lnTo>
                  <a:lnTo>
                    <a:pt x="17658" y="2754"/>
                  </a:lnTo>
                  <a:lnTo>
                    <a:pt x="18131" y="2754"/>
                  </a:lnTo>
                  <a:lnTo>
                    <a:pt x="18131" y="3189"/>
                  </a:lnTo>
                  <a:lnTo>
                    <a:pt x="18762" y="3769"/>
                  </a:lnTo>
                  <a:lnTo>
                    <a:pt x="19865" y="3769"/>
                  </a:lnTo>
                  <a:lnTo>
                    <a:pt x="19865" y="5363"/>
                  </a:lnTo>
                  <a:lnTo>
                    <a:pt x="19392" y="5943"/>
                  </a:lnTo>
                  <a:lnTo>
                    <a:pt x="19865" y="6958"/>
                  </a:lnTo>
                  <a:lnTo>
                    <a:pt x="19865" y="7538"/>
                  </a:lnTo>
                  <a:lnTo>
                    <a:pt x="20496" y="7538"/>
                  </a:lnTo>
                  <a:lnTo>
                    <a:pt x="20496" y="8553"/>
                  </a:lnTo>
                  <a:lnTo>
                    <a:pt x="21127" y="9712"/>
                  </a:lnTo>
                  <a:lnTo>
                    <a:pt x="21599" y="10292"/>
                  </a:lnTo>
                  <a:lnTo>
                    <a:pt x="21599" y="11307"/>
                  </a:lnTo>
                  <a:lnTo>
                    <a:pt x="21127" y="11887"/>
                  </a:lnTo>
                  <a:lnTo>
                    <a:pt x="21127" y="11307"/>
                  </a:lnTo>
                  <a:lnTo>
                    <a:pt x="20496" y="11887"/>
                  </a:lnTo>
                  <a:lnTo>
                    <a:pt x="19865" y="11887"/>
                  </a:lnTo>
                  <a:lnTo>
                    <a:pt x="19392" y="12322"/>
                  </a:lnTo>
                  <a:lnTo>
                    <a:pt x="17658" y="12322"/>
                  </a:lnTo>
                  <a:lnTo>
                    <a:pt x="17027" y="12902"/>
                  </a:lnTo>
                  <a:lnTo>
                    <a:pt x="16397" y="12902"/>
                  </a:lnTo>
                  <a:lnTo>
                    <a:pt x="15293" y="13481"/>
                  </a:lnTo>
                  <a:lnTo>
                    <a:pt x="14662" y="13481"/>
                  </a:lnTo>
                  <a:lnTo>
                    <a:pt x="14662" y="14061"/>
                  </a:lnTo>
                  <a:lnTo>
                    <a:pt x="15293" y="14061"/>
                  </a:lnTo>
                  <a:lnTo>
                    <a:pt x="15766" y="15076"/>
                  </a:lnTo>
                  <a:lnTo>
                    <a:pt x="15766" y="15656"/>
                  </a:lnTo>
                  <a:lnTo>
                    <a:pt x="16397" y="16091"/>
                  </a:lnTo>
                  <a:lnTo>
                    <a:pt x="17658" y="16671"/>
                  </a:lnTo>
                  <a:lnTo>
                    <a:pt x="18762" y="17830"/>
                  </a:lnTo>
                  <a:lnTo>
                    <a:pt x="18762" y="18845"/>
                  </a:lnTo>
                  <a:lnTo>
                    <a:pt x="18131" y="18845"/>
                  </a:lnTo>
                  <a:lnTo>
                    <a:pt x="17658" y="19425"/>
                  </a:lnTo>
                  <a:lnTo>
                    <a:pt x="17027" y="19860"/>
                  </a:lnTo>
                  <a:lnTo>
                    <a:pt x="17027" y="20440"/>
                  </a:lnTo>
                  <a:lnTo>
                    <a:pt x="17658" y="20440"/>
                  </a:lnTo>
                  <a:lnTo>
                    <a:pt x="17658" y="21020"/>
                  </a:lnTo>
                  <a:lnTo>
                    <a:pt x="15293" y="21020"/>
                  </a:lnTo>
                  <a:lnTo>
                    <a:pt x="14032" y="21600"/>
                  </a:lnTo>
                  <a:lnTo>
                    <a:pt x="12928" y="21600"/>
                  </a:lnTo>
                  <a:lnTo>
                    <a:pt x="12297" y="21020"/>
                  </a:lnTo>
                  <a:lnTo>
                    <a:pt x="11194" y="21020"/>
                  </a:lnTo>
                  <a:lnTo>
                    <a:pt x="11194" y="21600"/>
                  </a:lnTo>
                  <a:lnTo>
                    <a:pt x="10563" y="21600"/>
                  </a:lnTo>
                  <a:lnTo>
                    <a:pt x="9932" y="21020"/>
                  </a:lnTo>
                  <a:lnTo>
                    <a:pt x="9459" y="21600"/>
                  </a:lnTo>
                  <a:lnTo>
                    <a:pt x="8829" y="21600"/>
                  </a:lnTo>
                  <a:lnTo>
                    <a:pt x="8198" y="21020"/>
                  </a:lnTo>
                  <a:lnTo>
                    <a:pt x="7094" y="21020"/>
                  </a:lnTo>
                  <a:lnTo>
                    <a:pt x="7094" y="20440"/>
                  </a:lnTo>
                  <a:lnTo>
                    <a:pt x="6464" y="20440"/>
                  </a:lnTo>
                  <a:lnTo>
                    <a:pt x="6464" y="21020"/>
                  </a:lnTo>
                  <a:lnTo>
                    <a:pt x="4729" y="21020"/>
                  </a:lnTo>
                  <a:lnTo>
                    <a:pt x="4729" y="20440"/>
                  </a:lnTo>
                  <a:lnTo>
                    <a:pt x="4099" y="20440"/>
                  </a:lnTo>
                  <a:lnTo>
                    <a:pt x="4099" y="19860"/>
                  </a:lnTo>
                  <a:lnTo>
                    <a:pt x="4729" y="18845"/>
                  </a:lnTo>
                  <a:lnTo>
                    <a:pt x="4729" y="18265"/>
                  </a:lnTo>
                  <a:lnTo>
                    <a:pt x="5360" y="17830"/>
                  </a:lnTo>
                  <a:lnTo>
                    <a:pt x="5833" y="17251"/>
                  </a:lnTo>
                  <a:lnTo>
                    <a:pt x="4729" y="17251"/>
                  </a:lnTo>
                  <a:lnTo>
                    <a:pt x="4099" y="16671"/>
                  </a:lnTo>
                  <a:lnTo>
                    <a:pt x="3626" y="17251"/>
                  </a:lnTo>
                  <a:lnTo>
                    <a:pt x="2995" y="16671"/>
                  </a:lnTo>
                  <a:lnTo>
                    <a:pt x="2364" y="17251"/>
                  </a:lnTo>
                  <a:lnTo>
                    <a:pt x="1891" y="16671"/>
                  </a:lnTo>
                  <a:lnTo>
                    <a:pt x="1891" y="16091"/>
                  </a:lnTo>
                  <a:lnTo>
                    <a:pt x="1261" y="16091"/>
                  </a:lnTo>
                  <a:lnTo>
                    <a:pt x="1261" y="14496"/>
                  </a:lnTo>
                  <a:lnTo>
                    <a:pt x="630" y="14061"/>
                  </a:lnTo>
                  <a:lnTo>
                    <a:pt x="0" y="14061"/>
                  </a:lnTo>
                  <a:lnTo>
                    <a:pt x="630" y="13481"/>
                  </a:lnTo>
                  <a:lnTo>
                    <a:pt x="0" y="12902"/>
                  </a:lnTo>
                  <a:lnTo>
                    <a:pt x="0" y="11307"/>
                  </a:lnTo>
                  <a:lnTo>
                    <a:pt x="630" y="10727"/>
                  </a:lnTo>
                  <a:lnTo>
                    <a:pt x="0" y="10292"/>
                  </a:lnTo>
                  <a:lnTo>
                    <a:pt x="630" y="9712"/>
                  </a:lnTo>
                  <a:lnTo>
                    <a:pt x="630" y="9132"/>
                  </a:lnTo>
                  <a:lnTo>
                    <a:pt x="2364" y="9132"/>
                  </a:lnTo>
                  <a:lnTo>
                    <a:pt x="2364" y="8553"/>
                  </a:lnTo>
                  <a:lnTo>
                    <a:pt x="2995" y="8118"/>
                  </a:lnTo>
                  <a:lnTo>
                    <a:pt x="2995" y="7538"/>
                  </a:lnTo>
                  <a:lnTo>
                    <a:pt x="1891" y="7538"/>
                  </a:lnTo>
                  <a:lnTo>
                    <a:pt x="1891" y="6958"/>
                  </a:lnTo>
                  <a:lnTo>
                    <a:pt x="2995" y="6958"/>
                  </a:lnTo>
                  <a:lnTo>
                    <a:pt x="2995" y="5943"/>
                  </a:lnTo>
                  <a:lnTo>
                    <a:pt x="3626" y="5943"/>
                  </a:lnTo>
                  <a:lnTo>
                    <a:pt x="3626" y="5363"/>
                  </a:lnTo>
                  <a:lnTo>
                    <a:pt x="2995" y="4928"/>
                  </a:lnTo>
                  <a:lnTo>
                    <a:pt x="2364" y="4928"/>
                  </a:lnTo>
                  <a:lnTo>
                    <a:pt x="2364" y="4348"/>
                  </a:lnTo>
                  <a:lnTo>
                    <a:pt x="3626" y="3769"/>
                  </a:lnTo>
                  <a:lnTo>
                    <a:pt x="4099" y="3769"/>
                  </a:lnTo>
                  <a:lnTo>
                    <a:pt x="4729" y="4348"/>
                  </a:lnTo>
                  <a:lnTo>
                    <a:pt x="4729" y="4928"/>
                  </a:lnTo>
                  <a:lnTo>
                    <a:pt x="5360" y="5363"/>
                  </a:lnTo>
                  <a:lnTo>
                    <a:pt x="5360" y="4348"/>
                  </a:lnTo>
                  <a:lnTo>
                    <a:pt x="5833" y="4348"/>
                  </a:lnTo>
                  <a:lnTo>
                    <a:pt x="5833" y="4928"/>
                  </a:lnTo>
                  <a:lnTo>
                    <a:pt x="6464" y="5363"/>
                  </a:lnTo>
                  <a:lnTo>
                    <a:pt x="5833" y="4928"/>
                  </a:lnTo>
                  <a:lnTo>
                    <a:pt x="5833" y="4348"/>
                  </a:lnTo>
                  <a:lnTo>
                    <a:pt x="6464" y="3769"/>
                  </a:lnTo>
                  <a:lnTo>
                    <a:pt x="7725" y="3769"/>
                  </a:lnTo>
                  <a:lnTo>
                    <a:pt x="8198" y="4348"/>
                  </a:lnTo>
                  <a:lnTo>
                    <a:pt x="9459" y="4348"/>
                  </a:lnTo>
                  <a:lnTo>
                    <a:pt x="8198" y="4348"/>
                  </a:lnTo>
                  <a:lnTo>
                    <a:pt x="7725" y="3189"/>
                  </a:lnTo>
                  <a:lnTo>
                    <a:pt x="6464" y="3189"/>
                  </a:lnTo>
                  <a:lnTo>
                    <a:pt x="6464" y="2754"/>
                  </a:lnTo>
                  <a:lnTo>
                    <a:pt x="7094" y="2754"/>
                  </a:lnTo>
                  <a:lnTo>
                    <a:pt x="6464" y="2174"/>
                  </a:lnTo>
                  <a:lnTo>
                    <a:pt x="6464" y="1594"/>
                  </a:lnTo>
                  <a:lnTo>
                    <a:pt x="6464" y="2174"/>
                  </a:lnTo>
                  <a:lnTo>
                    <a:pt x="6464" y="1594"/>
                  </a:lnTo>
                  <a:lnTo>
                    <a:pt x="7094" y="1594"/>
                  </a:lnTo>
                  <a:lnTo>
                    <a:pt x="6464" y="1159"/>
                  </a:lnTo>
                  <a:lnTo>
                    <a:pt x="6464" y="579"/>
                  </a:lnTo>
                  <a:lnTo>
                    <a:pt x="5833" y="579"/>
                  </a:lnTo>
                  <a:lnTo>
                    <a:pt x="583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1" name="AutoShape 59"/>
            <p:cNvSpPr>
              <a:spLocks/>
            </p:cNvSpPr>
            <p:nvPr/>
          </p:nvSpPr>
          <p:spPr bwMode="auto">
            <a:xfrm>
              <a:off x="2207202" y="4224914"/>
              <a:ext cx="12706" cy="15709"/>
            </a:xfrm>
            <a:custGeom>
              <a:avLst/>
              <a:gdLst>
                <a:gd name="T0" fmla="*/ 6353 w 21600"/>
                <a:gd name="T1" fmla="*/ 7855 h 21600"/>
                <a:gd name="T2" fmla="*/ 6353 w 21600"/>
                <a:gd name="T3" fmla="*/ 7855 h 21600"/>
                <a:gd name="T4" fmla="*/ 6353 w 21600"/>
                <a:gd name="T5" fmla="*/ 7855 h 21600"/>
                <a:gd name="T6" fmla="*/ 6353 w 21600"/>
                <a:gd name="T7" fmla="*/ 7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2" name="AutoShape 60"/>
            <p:cNvSpPr>
              <a:spLocks/>
            </p:cNvSpPr>
            <p:nvPr/>
          </p:nvSpPr>
          <p:spPr bwMode="auto">
            <a:xfrm>
              <a:off x="1981931" y="4181723"/>
              <a:ext cx="298097" cy="145283"/>
            </a:xfrm>
            <a:custGeom>
              <a:avLst/>
              <a:gdLst>
                <a:gd name="T0" fmla="*/ 149049 w 21600"/>
                <a:gd name="T1" fmla="*/ 72642 h 21600"/>
                <a:gd name="T2" fmla="*/ 149049 w 21600"/>
                <a:gd name="T3" fmla="*/ 72642 h 21600"/>
                <a:gd name="T4" fmla="*/ 149049 w 21600"/>
                <a:gd name="T5" fmla="*/ 72642 h 21600"/>
                <a:gd name="T6" fmla="*/ 149049 w 21600"/>
                <a:gd name="T7" fmla="*/ 7264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589" y="2335"/>
                  </a:moveTo>
                  <a:lnTo>
                    <a:pt x="10800" y="2335"/>
                  </a:lnTo>
                  <a:lnTo>
                    <a:pt x="10800" y="0"/>
                  </a:lnTo>
                  <a:lnTo>
                    <a:pt x="11967" y="0"/>
                  </a:lnTo>
                  <a:lnTo>
                    <a:pt x="11967" y="2335"/>
                  </a:lnTo>
                  <a:lnTo>
                    <a:pt x="14010" y="2335"/>
                  </a:lnTo>
                  <a:lnTo>
                    <a:pt x="15178" y="4670"/>
                  </a:lnTo>
                  <a:lnTo>
                    <a:pt x="16345" y="4670"/>
                  </a:lnTo>
                  <a:lnTo>
                    <a:pt x="16345" y="8756"/>
                  </a:lnTo>
                  <a:lnTo>
                    <a:pt x="21599" y="8756"/>
                  </a:lnTo>
                  <a:lnTo>
                    <a:pt x="20724" y="11091"/>
                  </a:lnTo>
                  <a:lnTo>
                    <a:pt x="20724" y="15178"/>
                  </a:lnTo>
                  <a:lnTo>
                    <a:pt x="18389" y="15178"/>
                  </a:lnTo>
                  <a:lnTo>
                    <a:pt x="18389" y="19264"/>
                  </a:lnTo>
                  <a:lnTo>
                    <a:pt x="17221" y="17513"/>
                  </a:lnTo>
                  <a:lnTo>
                    <a:pt x="15178" y="17513"/>
                  </a:lnTo>
                  <a:lnTo>
                    <a:pt x="15178" y="19264"/>
                  </a:lnTo>
                  <a:lnTo>
                    <a:pt x="14010" y="21599"/>
                  </a:lnTo>
                  <a:lnTo>
                    <a:pt x="13135" y="19264"/>
                  </a:lnTo>
                  <a:lnTo>
                    <a:pt x="11967" y="19264"/>
                  </a:lnTo>
                  <a:lnTo>
                    <a:pt x="11967" y="17513"/>
                  </a:lnTo>
                  <a:lnTo>
                    <a:pt x="10800" y="15178"/>
                  </a:lnTo>
                  <a:lnTo>
                    <a:pt x="9632" y="21599"/>
                  </a:lnTo>
                  <a:lnTo>
                    <a:pt x="7589" y="19264"/>
                  </a:lnTo>
                  <a:lnTo>
                    <a:pt x="6421" y="21599"/>
                  </a:lnTo>
                  <a:lnTo>
                    <a:pt x="5545" y="21599"/>
                  </a:lnTo>
                  <a:lnTo>
                    <a:pt x="5545" y="19264"/>
                  </a:lnTo>
                  <a:lnTo>
                    <a:pt x="4378" y="19264"/>
                  </a:lnTo>
                  <a:lnTo>
                    <a:pt x="4378" y="17513"/>
                  </a:lnTo>
                  <a:lnTo>
                    <a:pt x="3210" y="15178"/>
                  </a:lnTo>
                  <a:lnTo>
                    <a:pt x="2335" y="15178"/>
                  </a:lnTo>
                  <a:lnTo>
                    <a:pt x="1167" y="17513"/>
                  </a:lnTo>
                  <a:lnTo>
                    <a:pt x="2335" y="19264"/>
                  </a:lnTo>
                  <a:lnTo>
                    <a:pt x="0" y="19264"/>
                  </a:lnTo>
                  <a:lnTo>
                    <a:pt x="0" y="17513"/>
                  </a:lnTo>
                  <a:lnTo>
                    <a:pt x="1167" y="17513"/>
                  </a:lnTo>
                  <a:lnTo>
                    <a:pt x="1167" y="12843"/>
                  </a:lnTo>
                  <a:lnTo>
                    <a:pt x="2335" y="8756"/>
                  </a:lnTo>
                  <a:lnTo>
                    <a:pt x="3210" y="8756"/>
                  </a:lnTo>
                  <a:lnTo>
                    <a:pt x="4378" y="6421"/>
                  </a:lnTo>
                  <a:lnTo>
                    <a:pt x="4378" y="4670"/>
                  </a:lnTo>
                  <a:lnTo>
                    <a:pt x="3210" y="4670"/>
                  </a:lnTo>
                  <a:lnTo>
                    <a:pt x="4378" y="2335"/>
                  </a:lnTo>
                  <a:lnTo>
                    <a:pt x="5545" y="2335"/>
                  </a:lnTo>
                  <a:lnTo>
                    <a:pt x="5545" y="4670"/>
                  </a:lnTo>
                  <a:lnTo>
                    <a:pt x="6421" y="4670"/>
                  </a:lnTo>
                  <a:lnTo>
                    <a:pt x="7589" y="23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3" name="AutoShape 61"/>
            <p:cNvSpPr>
              <a:spLocks/>
            </p:cNvSpPr>
            <p:nvPr/>
          </p:nvSpPr>
          <p:spPr bwMode="auto">
            <a:xfrm>
              <a:off x="1832880" y="3761585"/>
              <a:ext cx="225586" cy="188473"/>
            </a:xfrm>
            <a:custGeom>
              <a:avLst/>
              <a:gdLst>
                <a:gd name="T0" fmla="*/ 112793 w 21600"/>
                <a:gd name="T1" fmla="*/ 94237 h 21600"/>
                <a:gd name="T2" fmla="*/ 112793 w 21600"/>
                <a:gd name="T3" fmla="*/ 94237 h 21600"/>
                <a:gd name="T4" fmla="*/ 112793 w 21600"/>
                <a:gd name="T5" fmla="*/ 94237 h 21600"/>
                <a:gd name="T6" fmla="*/ 112793 w 21600"/>
                <a:gd name="T7" fmla="*/ 94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28" y="21600"/>
                  </a:moveTo>
                  <a:lnTo>
                    <a:pt x="12728" y="19799"/>
                  </a:lnTo>
                  <a:lnTo>
                    <a:pt x="14271" y="17999"/>
                  </a:lnTo>
                  <a:lnTo>
                    <a:pt x="12728" y="16650"/>
                  </a:lnTo>
                  <a:lnTo>
                    <a:pt x="14271" y="14850"/>
                  </a:lnTo>
                  <a:lnTo>
                    <a:pt x="14271" y="13049"/>
                  </a:lnTo>
                  <a:lnTo>
                    <a:pt x="18514" y="13049"/>
                  </a:lnTo>
                  <a:lnTo>
                    <a:pt x="18514" y="11249"/>
                  </a:lnTo>
                  <a:lnTo>
                    <a:pt x="20057" y="9899"/>
                  </a:lnTo>
                  <a:lnTo>
                    <a:pt x="20057" y="8099"/>
                  </a:lnTo>
                  <a:lnTo>
                    <a:pt x="17357" y="8099"/>
                  </a:lnTo>
                  <a:lnTo>
                    <a:pt x="17357" y="6300"/>
                  </a:lnTo>
                  <a:lnTo>
                    <a:pt x="20057" y="6300"/>
                  </a:lnTo>
                  <a:lnTo>
                    <a:pt x="20057" y="3149"/>
                  </a:lnTo>
                  <a:lnTo>
                    <a:pt x="21599" y="3149"/>
                  </a:lnTo>
                  <a:lnTo>
                    <a:pt x="21599" y="1349"/>
                  </a:lnTo>
                  <a:lnTo>
                    <a:pt x="20057" y="1349"/>
                  </a:lnTo>
                  <a:lnTo>
                    <a:pt x="18514" y="0"/>
                  </a:lnTo>
                  <a:lnTo>
                    <a:pt x="15814" y="0"/>
                  </a:lnTo>
                  <a:lnTo>
                    <a:pt x="14271" y="1349"/>
                  </a:lnTo>
                  <a:lnTo>
                    <a:pt x="12728" y="0"/>
                  </a:lnTo>
                  <a:lnTo>
                    <a:pt x="12728" y="1349"/>
                  </a:lnTo>
                  <a:lnTo>
                    <a:pt x="11571" y="1349"/>
                  </a:lnTo>
                  <a:lnTo>
                    <a:pt x="10028" y="3149"/>
                  </a:lnTo>
                  <a:lnTo>
                    <a:pt x="7328" y="4949"/>
                  </a:lnTo>
                  <a:lnTo>
                    <a:pt x="7328" y="3149"/>
                  </a:lnTo>
                  <a:lnTo>
                    <a:pt x="5785" y="4949"/>
                  </a:lnTo>
                  <a:lnTo>
                    <a:pt x="5785" y="6300"/>
                  </a:lnTo>
                  <a:lnTo>
                    <a:pt x="4242" y="6300"/>
                  </a:lnTo>
                  <a:lnTo>
                    <a:pt x="4242" y="11249"/>
                  </a:lnTo>
                  <a:lnTo>
                    <a:pt x="3085" y="11249"/>
                  </a:lnTo>
                  <a:lnTo>
                    <a:pt x="3085" y="13049"/>
                  </a:lnTo>
                  <a:lnTo>
                    <a:pt x="4242" y="14850"/>
                  </a:lnTo>
                  <a:lnTo>
                    <a:pt x="5785" y="14850"/>
                  </a:lnTo>
                  <a:lnTo>
                    <a:pt x="4242" y="14850"/>
                  </a:lnTo>
                  <a:lnTo>
                    <a:pt x="3085" y="16650"/>
                  </a:lnTo>
                  <a:lnTo>
                    <a:pt x="4242" y="16650"/>
                  </a:lnTo>
                  <a:lnTo>
                    <a:pt x="4242" y="17999"/>
                  </a:lnTo>
                  <a:lnTo>
                    <a:pt x="3085" y="17999"/>
                  </a:lnTo>
                  <a:lnTo>
                    <a:pt x="1542" y="16650"/>
                  </a:lnTo>
                  <a:lnTo>
                    <a:pt x="0" y="16650"/>
                  </a:lnTo>
                  <a:lnTo>
                    <a:pt x="1542" y="17999"/>
                  </a:lnTo>
                  <a:lnTo>
                    <a:pt x="3085" y="17999"/>
                  </a:lnTo>
                  <a:lnTo>
                    <a:pt x="0" y="17999"/>
                  </a:lnTo>
                  <a:lnTo>
                    <a:pt x="0" y="19799"/>
                  </a:lnTo>
                  <a:lnTo>
                    <a:pt x="3085" y="19799"/>
                  </a:lnTo>
                  <a:lnTo>
                    <a:pt x="4242" y="17999"/>
                  </a:lnTo>
                  <a:lnTo>
                    <a:pt x="8485" y="17999"/>
                  </a:lnTo>
                  <a:lnTo>
                    <a:pt x="10028" y="19799"/>
                  </a:lnTo>
                  <a:lnTo>
                    <a:pt x="11571" y="19799"/>
                  </a:lnTo>
                  <a:lnTo>
                    <a:pt x="11571" y="21600"/>
                  </a:lnTo>
                  <a:lnTo>
                    <a:pt x="12728" y="21600"/>
                  </a:lnTo>
                  <a:close/>
                  <a:moveTo>
                    <a:pt x="0" y="16650"/>
                  </a:moveTo>
                  <a:lnTo>
                    <a:pt x="1542" y="14850"/>
                  </a:lnTo>
                  <a:lnTo>
                    <a:pt x="3085" y="16650"/>
                  </a:lnTo>
                  <a:lnTo>
                    <a:pt x="0" y="16650"/>
                  </a:lnTo>
                  <a:close/>
                  <a:moveTo>
                    <a:pt x="1542" y="14850"/>
                  </a:moveTo>
                  <a:lnTo>
                    <a:pt x="3085" y="14850"/>
                  </a:lnTo>
                  <a:lnTo>
                    <a:pt x="1542" y="148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4" name="AutoShape 62"/>
            <p:cNvSpPr>
              <a:spLocks/>
            </p:cNvSpPr>
            <p:nvPr/>
          </p:nvSpPr>
          <p:spPr bwMode="auto">
            <a:xfrm>
              <a:off x="1804679" y="3918648"/>
              <a:ext cx="177247" cy="133501"/>
            </a:xfrm>
            <a:custGeom>
              <a:avLst/>
              <a:gdLst>
                <a:gd name="T0" fmla="*/ 88624 w 21600"/>
                <a:gd name="T1" fmla="*/ 66751 h 21600"/>
                <a:gd name="T2" fmla="*/ 88624 w 21600"/>
                <a:gd name="T3" fmla="*/ 66751 h 21600"/>
                <a:gd name="T4" fmla="*/ 88624 w 21600"/>
                <a:gd name="T5" fmla="*/ 66751 h 21600"/>
                <a:gd name="T6" fmla="*/ 88624 w 21600"/>
                <a:gd name="T7" fmla="*/ 667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611"/>
                  </a:moveTo>
                  <a:lnTo>
                    <a:pt x="21599" y="12070"/>
                  </a:lnTo>
                  <a:lnTo>
                    <a:pt x="19636" y="9529"/>
                  </a:lnTo>
                  <a:lnTo>
                    <a:pt x="19636" y="5082"/>
                  </a:lnTo>
                  <a:lnTo>
                    <a:pt x="18163" y="5082"/>
                  </a:lnTo>
                  <a:lnTo>
                    <a:pt x="18163" y="2541"/>
                  </a:lnTo>
                  <a:lnTo>
                    <a:pt x="16200" y="2541"/>
                  </a:lnTo>
                  <a:lnTo>
                    <a:pt x="14236" y="0"/>
                  </a:lnTo>
                  <a:lnTo>
                    <a:pt x="8836" y="0"/>
                  </a:lnTo>
                  <a:lnTo>
                    <a:pt x="7363" y="2541"/>
                  </a:lnTo>
                  <a:lnTo>
                    <a:pt x="3436" y="2541"/>
                  </a:lnTo>
                  <a:lnTo>
                    <a:pt x="3436" y="0"/>
                  </a:lnTo>
                  <a:lnTo>
                    <a:pt x="1472" y="0"/>
                  </a:lnTo>
                  <a:lnTo>
                    <a:pt x="0" y="2541"/>
                  </a:lnTo>
                  <a:lnTo>
                    <a:pt x="0" y="6988"/>
                  </a:lnTo>
                  <a:lnTo>
                    <a:pt x="1472" y="9529"/>
                  </a:lnTo>
                  <a:lnTo>
                    <a:pt x="5400" y="12070"/>
                  </a:lnTo>
                  <a:lnTo>
                    <a:pt x="7363" y="14611"/>
                  </a:lnTo>
                  <a:lnTo>
                    <a:pt x="7363" y="16517"/>
                  </a:lnTo>
                  <a:lnTo>
                    <a:pt x="12763" y="16517"/>
                  </a:lnTo>
                  <a:lnTo>
                    <a:pt x="12763" y="19058"/>
                  </a:lnTo>
                  <a:lnTo>
                    <a:pt x="14236" y="21600"/>
                  </a:lnTo>
                  <a:lnTo>
                    <a:pt x="19636" y="21600"/>
                  </a:lnTo>
                  <a:lnTo>
                    <a:pt x="19636" y="19058"/>
                  </a:lnTo>
                  <a:lnTo>
                    <a:pt x="18163" y="16517"/>
                  </a:lnTo>
                  <a:lnTo>
                    <a:pt x="19636" y="16517"/>
                  </a:lnTo>
                  <a:lnTo>
                    <a:pt x="19636" y="146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5" name="AutoShape 63"/>
            <p:cNvSpPr>
              <a:spLocks/>
            </p:cNvSpPr>
            <p:nvPr/>
          </p:nvSpPr>
          <p:spPr bwMode="auto">
            <a:xfrm>
              <a:off x="1953733" y="4008956"/>
              <a:ext cx="44313" cy="54972"/>
            </a:xfrm>
            <a:custGeom>
              <a:avLst/>
              <a:gdLst>
                <a:gd name="T0" fmla="*/ 22157 w 21600"/>
                <a:gd name="T1" fmla="*/ 27486 h 21600"/>
                <a:gd name="T2" fmla="*/ 22157 w 21600"/>
                <a:gd name="T3" fmla="*/ 27486 h 21600"/>
                <a:gd name="T4" fmla="*/ 22157 w 21600"/>
                <a:gd name="T5" fmla="*/ 27486 h 21600"/>
                <a:gd name="T6" fmla="*/ 22157 w 21600"/>
                <a:gd name="T7" fmla="*/ 274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90" y="16971"/>
                  </a:moveTo>
                  <a:lnTo>
                    <a:pt x="5890" y="10800"/>
                  </a:lnTo>
                  <a:lnTo>
                    <a:pt x="0" y="4628"/>
                  </a:lnTo>
                  <a:lnTo>
                    <a:pt x="5890" y="4628"/>
                  </a:lnTo>
                  <a:lnTo>
                    <a:pt x="5890" y="0"/>
                  </a:lnTo>
                  <a:lnTo>
                    <a:pt x="13745" y="0"/>
                  </a:lnTo>
                  <a:lnTo>
                    <a:pt x="21599" y="4628"/>
                  </a:lnTo>
                  <a:lnTo>
                    <a:pt x="21599" y="21600"/>
                  </a:lnTo>
                  <a:lnTo>
                    <a:pt x="13745" y="21600"/>
                  </a:lnTo>
                  <a:lnTo>
                    <a:pt x="5890" y="169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6" name="AutoShape 64"/>
            <p:cNvSpPr>
              <a:spLocks/>
            </p:cNvSpPr>
            <p:nvPr/>
          </p:nvSpPr>
          <p:spPr bwMode="auto">
            <a:xfrm>
              <a:off x="1220582" y="2972361"/>
              <a:ext cx="44313" cy="102089"/>
            </a:xfrm>
            <a:custGeom>
              <a:avLst/>
              <a:gdLst>
                <a:gd name="T0" fmla="*/ 22157 w 21600"/>
                <a:gd name="T1" fmla="*/ 51045 h 21600"/>
                <a:gd name="T2" fmla="*/ 22157 w 21600"/>
                <a:gd name="T3" fmla="*/ 51045 h 21600"/>
                <a:gd name="T4" fmla="*/ 22157 w 21600"/>
                <a:gd name="T5" fmla="*/ 51045 h 21600"/>
                <a:gd name="T6" fmla="*/ 22157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15428"/>
                  </a:moveTo>
                  <a:cubicBezTo>
                    <a:pt x="14400" y="21599"/>
                    <a:pt x="14400" y="21599"/>
                    <a:pt x="14400" y="21599"/>
                  </a:cubicBezTo>
                  <a:cubicBezTo>
                    <a:pt x="14400" y="18514"/>
                    <a:pt x="14400" y="18514"/>
                    <a:pt x="14400" y="18514"/>
                  </a:cubicBezTo>
                  <a:cubicBezTo>
                    <a:pt x="14400" y="15428"/>
                    <a:pt x="14400" y="15428"/>
                    <a:pt x="14400" y="15428"/>
                  </a:cubicBezTo>
                  <a:cubicBezTo>
                    <a:pt x="14400" y="15428"/>
                    <a:pt x="14400" y="15428"/>
                    <a:pt x="14400" y="15428"/>
                  </a:cubicBezTo>
                  <a:close/>
                  <a:moveTo>
                    <a:pt x="14400" y="9257"/>
                  </a:moveTo>
                  <a:cubicBezTo>
                    <a:pt x="14400" y="12342"/>
                    <a:pt x="14400" y="12342"/>
                    <a:pt x="14400" y="12342"/>
                  </a:cubicBezTo>
                  <a:cubicBezTo>
                    <a:pt x="14400" y="12342"/>
                    <a:pt x="14400" y="12342"/>
                    <a:pt x="14400" y="12342"/>
                  </a:cubicBezTo>
                  <a:cubicBezTo>
                    <a:pt x="14400" y="12342"/>
                    <a:pt x="14400" y="12342"/>
                    <a:pt x="14400" y="12342"/>
                  </a:cubicBezTo>
                  <a:cubicBezTo>
                    <a:pt x="14400" y="9257"/>
                    <a:pt x="14400" y="9257"/>
                    <a:pt x="14400" y="9257"/>
                  </a:cubicBezTo>
                  <a:close/>
                  <a:moveTo>
                    <a:pt x="0" y="3085"/>
                  </a:moveTo>
                  <a:cubicBezTo>
                    <a:pt x="0" y="6171"/>
                    <a:pt x="0" y="6171"/>
                    <a:pt x="0" y="6171"/>
                  </a:cubicBezTo>
                  <a:cubicBezTo>
                    <a:pt x="7200" y="6171"/>
                    <a:pt x="7200" y="6171"/>
                    <a:pt x="7200" y="6171"/>
                  </a:cubicBezTo>
                  <a:cubicBezTo>
                    <a:pt x="0" y="3085"/>
                    <a:pt x="0" y="3085"/>
                    <a:pt x="0" y="3085"/>
                  </a:cubicBezTo>
                  <a:close/>
                  <a:moveTo>
                    <a:pt x="21599" y="0"/>
                  </a:moveTo>
                  <a:cubicBezTo>
                    <a:pt x="21599" y="3085"/>
                    <a:pt x="21599" y="3085"/>
                    <a:pt x="21599" y="3085"/>
                  </a:cubicBezTo>
                  <a:cubicBezTo>
                    <a:pt x="21599" y="0"/>
                    <a:pt x="21599" y="0"/>
                    <a:pt x="21599" y="0"/>
                  </a:cubicBezTo>
                  <a:cubicBezTo>
                    <a:pt x="21599" y="0"/>
                    <a:pt x="21599" y="0"/>
                    <a:pt x="21599" y="0"/>
                  </a:cubicBezTo>
                  <a:close/>
                  <a:moveTo>
                    <a:pt x="7200" y="0"/>
                  </a:moveTo>
                  <a:cubicBezTo>
                    <a:pt x="7200" y="0"/>
                    <a:pt x="14400" y="0"/>
                    <a:pt x="14400" y="0"/>
                  </a:cubicBezTo>
                  <a:cubicBezTo>
                    <a:pt x="21599" y="3085"/>
                    <a:pt x="21599" y="3085"/>
                    <a:pt x="21599" y="3085"/>
                  </a:cubicBezTo>
                  <a:cubicBezTo>
                    <a:pt x="21599" y="3085"/>
                    <a:pt x="21599" y="3085"/>
                    <a:pt x="21599" y="3085"/>
                  </a:cubicBezTo>
                  <a:cubicBezTo>
                    <a:pt x="14400" y="3085"/>
                    <a:pt x="14400" y="3085"/>
                    <a:pt x="14400" y="3085"/>
                  </a:cubicBezTo>
                  <a:cubicBezTo>
                    <a:pt x="7200" y="0"/>
                    <a:pt x="7200" y="0"/>
                    <a:pt x="7200" y="0"/>
                  </a:cubicBezTo>
                  <a:close/>
                  <a:moveTo>
                    <a:pt x="7200" y="0"/>
                  </a:moveTo>
                  <a:cubicBezTo>
                    <a:pt x="14400" y="6171"/>
                    <a:pt x="14400" y="6171"/>
                    <a:pt x="14400" y="6171"/>
                  </a:cubicBezTo>
                  <a:cubicBezTo>
                    <a:pt x="21599" y="9257"/>
                    <a:pt x="21599" y="9257"/>
                    <a:pt x="21599" y="9257"/>
                  </a:cubicBezTo>
                  <a:cubicBezTo>
                    <a:pt x="14400" y="9257"/>
                    <a:pt x="14400" y="9257"/>
                    <a:pt x="14400" y="9257"/>
                  </a:cubicBezTo>
                  <a:cubicBezTo>
                    <a:pt x="7200" y="6171"/>
                    <a:pt x="7200" y="6171"/>
                    <a:pt x="7200" y="6171"/>
                  </a:cubicBezTo>
                  <a:cubicBezTo>
                    <a:pt x="7200" y="3085"/>
                    <a:pt x="7200" y="3085"/>
                    <a:pt x="7200" y="3085"/>
                  </a:cubicBezTo>
                  <a:lnTo>
                    <a:pt x="72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7" name="AutoShape 65"/>
            <p:cNvSpPr>
              <a:spLocks/>
            </p:cNvSpPr>
            <p:nvPr/>
          </p:nvSpPr>
          <p:spPr bwMode="auto">
            <a:xfrm>
              <a:off x="1011108" y="3600601"/>
              <a:ext cx="269900" cy="306267"/>
            </a:xfrm>
            <a:custGeom>
              <a:avLst/>
              <a:gdLst>
                <a:gd name="T0" fmla="*/ 134950 w 21600"/>
                <a:gd name="T1" fmla="*/ 153134 h 21600"/>
                <a:gd name="T2" fmla="*/ 134950 w 21600"/>
                <a:gd name="T3" fmla="*/ 153134 h 21600"/>
                <a:gd name="T4" fmla="*/ 134950 w 21600"/>
                <a:gd name="T5" fmla="*/ 153134 h 21600"/>
                <a:gd name="T6" fmla="*/ 134950 w 21600"/>
                <a:gd name="T7" fmla="*/ 1531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125" y="21600"/>
                  </a:moveTo>
                  <a:lnTo>
                    <a:pt x="7414" y="21600"/>
                  </a:lnTo>
                  <a:lnTo>
                    <a:pt x="9671" y="20492"/>
                  </a:lnTo>
                  <a:lnTo>
                    <a:pt x="10961" y="20492"/>
                  </a:lnTo>
                  <a:lnTo>
                    <a:pt x="9671" y="19384"/>
                  </a:lnTo>
                  <a:lnTo>
                    <a:pt x="13217" y="19384"/>
                  </a:lnTo>
                  <a:lnTo>
                    <a:pt x="13217" y="18276"/>
                  </a:lnTo>
                  <a:lnTo>
                    <a:pt x="16764" y="18276"/>
                  </a:lnTo>
                  <a:lnTo>
                    <a:pt x="16764" y="17446"/>
                  </a:lnTo>
                  <a:lnTo>
                    <a:pt x="16764" y="18276"/>
                  </a:lnTo>
                  <a:lnTo>
                    <a:pt x="18053" y="17446"/>
                  </a:lnTo>
                  <a:lnTo>
                    <a:pt x="20310" y="17446"/>
                  </a:lnTo>
                  <a:lnTo>
                    <a:pt x="19343" y="16338"/>
                  </a:lnTo>
                  <a:lnTo>
                    <a:pt x="20310" y="15230"/>
                  </a:lnTo>
                  <a:lnTo>
                    <a:pt x="21600" y="14400"/>
                  </a:lnTo>
                  <a:lnTo>
                    <a:pt x="21600" y="11353"/>
                  </a:lnTo>
                  <a:lnTo>
                    <a:pt x="20310" y="11353"/>
                  </a:lnTo>
                  <a:lnTo>
                    <a:pt x="21600" y="11353"/>
                  </a:lnTo>
                  <a:lnTo>
                    <a:pt x="21600" y="10246"/>
                  </a:lnTo>
                  <a:lnTo>
                    <a:pt x="20310" y="9138"/>
                  </a:lnTo>
                  <a:lnTo>
                    <a:pt x="20310" y="7200"/>
                  </a:lnTo>
                  <a:lnTo>
                    <a:pt x="21600" y="8030"/>
                  </a:lnTo>
                  <a:lnTo>
                    <a:pt x="20310" y="7200"/>
                  </a:lnTo>
                  <a:lnTo>
                    <a:pt x="19343" y="7200"/>
                  </a:lnTo>
                  <a:lnTo>
                    <a:pt x="18053" y="4984"/>
                  </a:lnTo>
                  <a:lnTo>
                    <a:pt x="15797" y="4984"/>
                  </a:lnTo>
                  <a:lnTo>
                    <a:pt x="15797" y="6092"/>
                  </a:lnTo>
                  <a:lnTo>
                    <a:pt x="14507" y="6092"/>
                  </a:lnTo>
                  <a:lnTo>
                    <a:pt x="13217" y="4984"/>
                  </a:lnTo>
                  <a:lnTo>
                    <a:pt x="14507" y="3046"/>
                  </a:lnTo>
                  <a:lnTo>
                    <a:pt x="15797" y="1938"/>
                  </a:lnTo>
                  <a:lnTo>
                    <a:pt x="16764" y="830"/>
                  </a:lnTo>
                  <a:lnTo>
                    <a:pt x="15797" y="1938"/>
                  </a:lnTo>
                  <a:lnTo>
                    <a:pt x="16764" y="830"/>
                  </a:lnTo>
                  <a:lnTo>
                    <a:pt x="18053" y="0"/>
                  </a:lnTo>
                  <a:lnTo>
                    <a:pt x="15797" y="0"/>
                  </a:lnTo>
                  <a:lnTo>
                    <a:pt x="15797" y="830"/>
                  </a:lnTo>
                  <a:lnTo>
                    <a:pt x="14507" y="1938"/>
                  </a:lnTo>
                  <a:lnTo>
                    <a:pt x="14507" y="830"/>
                  </a:lnTo>
                  <a:lnTo>
                    <a:pt x="15797" y="830"/>
                  </a:lnTo>
                  <a:lnTo>
                    <a:pt x="14507" y="0"/>
                  </a:lnTo>
                  <a:lnTo>
                    <a:pt x="14507" y="830"/>
                  </a:lnTo>
                  <a:lnTo>
                    <a:pt x="13217" y="830"/>
                  </a:lnTo>
                  <a:lnTo>
                    <a:pt x="13217" y="0"/>
                  </a:lnTo>
                  <a:lnTo>
                    <a:pt x="12250" y="830"/>
                  </a:lnTo>
                  <a:lnTo>
                    <a:pt x="10961" y="830"/>
                  </a:lnTo>
                  <a:lnTo>
                    <a:pt x="10961" y="1938"/>
                  </a:lnTo>
                  <a:lnTo>
                    <a:pt x="12250" y="1938"/>
                  </a:lnTo>
                  <a:lnTo>
                    <a:pt x="10961" y="1938"/>
                  </a:lnTo>
                  <a:lnTo>
                    <a:pt x="10961" y="3046"/>
                  </a:lnTo>
                  <a:lnTo>
                    <a:pt x="9671" y="3046"/>
                  </a:lnTo>
                  <a:lnTo>
                    <a:pt x="9671" y="4153"/>
                  </a:lnTo>
                  <a:lnTo>
                    <a:pt x="12250" y="4153"/>
                  </a:lnTo>
                  <a:lnTo>
                    <a:pt x="10961" y="4984"/>
                  </a:lnTo>
                  <a:lnTo>
                    <a:pt x="9671" y="4984"/>
                  </a:lnTo>
                  <a:lnTo>
                    <a:pt x="10961" y="4984"/>
                  </a:lnTo>
                  <a:lnTo>
                    <a:pt x="8382" y="6092"/>
                  </a:lnTo>
                  <a:lnTo>
                    <a:pt x="8382" y="4984"/>
                  </a:lnTo>
                  <a:lnTo>
                    <a:pt x="7414" y="6092"/>
                  </a:lnTo>
                  <a:lnTo>
                    <a:pt x="7414" y="4984"/>
                  </a:lnTo>
                  <a:lnTo>
                    <a:pt x="3868" y="4984"/>
                  </a:lnTo>
                  <a:lnTo>
                    <a:pt x="3868" y="6092"/>
                  </a:lnTo>
                  <a:lnTo>
                    <a:pt x="4835" y="7200"/>
                  </a:lnTo>
                  <a:lnTo>
                    <a:pt x="3868" y="7200"/>
                  </a:lnTo>
                  <a:lnTo>
                    <a:pt x="4835" y="7200"/>
                  </a:lnTo>
                  <a:lnTo>
                    <a:pt x="4835" y="8030"/>
                  </a:lnTo>
                  <a:lnTo>
                    <a:pt x="3868" y="8030"/>
                  </a:lnTo>
                  <a:lnTo>
                    <a:pt x="3868" y="9138"/>
                  </a:lnTo>
                  <a:lnTo>
                    <a:pt x="4835" y="9138"/>
                  </a:lnTo>
                  <a:lnTo>
                    <a:pt x="2579" y="9138"/>
                  </a:lnTo>
                  <a:lnTo>
                    <a:pt x="3868" y="10246"/>
                  </a:lnTo>
                  <a:lnTo>
                    <a:pt x="2579" y="10246"/>
                  </a:lnTo>
                  <a:lnTo>
                    <a:pt x="4835" y="10246"/>
                  </a:lnTo>
                  <a:lnTo>
                    <a:pt x="4835" y="11353"/>
                  </a:lnTo>
                  <a:lnTo>
                    <a:pt x="8382" y="11353"/>
                  </a:lnTo>
                  <a:lnTo>
                    <a:pt x="7414" y="12184"/>
                  </a:lnTo>
                  <a:lnTo>
                    <a:pt x="6125" y="12184"/>
                  </a:lnTo>
                  <a:lnTo>
                    <a:pt x="4835" y="13292"/>
                  </a:lnTo>
                  <a:lnTo>
                    <a:pt x="6125" y="13292"/>
                  </a:lnTo>
                  <a:lnTo>
                    <a:pt x="4835" y="14400"/>
                  </a:lnTo>
                  <a:lnTo>
                    <a:pt x="6125" y="15230"/>
                  </a:lnTo>
                  <a:lnTo>
                    <a:pt x="7414" y="15230"/>
                  </a:lnTo>
                  <a:lnTo>
                    <a:pt x="7414" y="14400"/>
                  </a:lnTo>
                  <a:lnTo>
                    <a:pt x="8382" y="14400"/>
                  </a:lnTo>
                  <a:lnTo>
                    <a:pt x="6125" y="15230"/>
                  </a:lnTo>
                  <a:lnTo>
                    <a:pt x="3868" y="15230"/>
                  </a:lnTo>
                  <a:lnTo>
                    <a:pt x="3868" y="17446"/>
                  </a:lnTo>
                  <a:lnTo>
                    <a:pt x="2579" y="17446"/>
                  </a:lnTo>
                  <a:lnTo>
                    <a:pt x="2579" y="16338"/>
                  </a:lnTo>
                  <a:lnTo>
                    <a:pt x="1289" y="16338"/>
                  </a:lnTo>
                  <a:lnTo>
                    <a:pt x="0" y="17446"/>
                  </a:lnTo>
                  <a:lnTo>
                    <a:pt x="3868" y="17446"/>
                  </a:lnTo>
                  <a:lnTo>
                    <a:pt x="2579" y="18276"/>
                  </a:lnTo>
                  <a:lnTo>
                    <a:pt x="1289" y="18276"/>
                  </a:lnTo>
                  <a:lnTo>
                    <a:pt x="1289" y="19384"/>
                  </a:lnTo>
                  <a:lnTo>
                    <a:pt x="3868" y="19384"/>
                  </a:lnTo>
                  <a:lnTo>
                    <a:pt x="2579" y="20492"/>
                  </a:lnTo>
                  <a:lnTo>
                    <a:pt x="1289" y="20492"/>
                  </a:lnTo>
                  <a:lnTo>
                    <a:pt x="2579" y="20492"/>
                  </a:lnTo>
                  <a:lnTo>
                    <a:pt x="4835" y="19384"/>
                  </a:lnTo>
                  <a:lnTo>
                    <a:pt x="4835" y="20492"/>
                  </a:lnTo>
                  <a:lnTo>
                    <a:pt x="3868" y="20492"/>
                  </a:lnTo>
                  <a:lnTo>
                    <a:pt x="3868" y="21600"/>
                  </a:lnTo>
                  <a:lnTo>
                    <a:pt x="4835" y="20492"/>
                  </a:lnTo>
                  <a:lnTo>
                    <a:pt x="612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8" name="AutoShape 66"/>
            <p:cNvSpPr>
              <a:spLocks/>
            </p:cNvSpPr>
            <p:nvPr/>
          </p:nvSpPr>
          <p:spPr bwMode="auto">
            <a:xfrm>
              <a:off x="1176264" y="3117641"/>
              <a:ext cx="567992" cy="918804"/>
            </a:xfrm>
            <a:custGeom>
              <a:avLst/>
              <a:gdLst>
                <a:gd name="T0" fmla="*/ 283996 w 21600"/>
                <a:gd name="T1" fmla="*/ 459402 h 21600"/>
                <a:gd name="T2" fmla="*/ 283996 w 21600"/>
                <a:gd name="T3" fmla="*/ 459402 h 21600"/>
                <a:gd name="T4" fmla="*/ 283996 w 21600"/>
                <a:gd name="T5" fmla="*/ 459402 h 21600"/>
                <a:gd name="T6" fmla="*/ 283996 w 21600"/>
                <a:gd name="T7" fmla="*/ 4594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78" y="14057"/>
                  </a:moveTo>
                  <a:cubicBezTo>
                    <a:pt x="3410" y="13714"/>
                    <a:pt x="3410" y="13714"/>
                    <a:pt x="3410" y="13714"/>
                  </a:cubicBezTo>
                  <a:cubicBezTo>
                    <a:pt x="2842" y="13714"/>
                    <a:pt x="2842" y="13714"/>
                    <a:pt x="2842" y="13714"/>
                  </a:cubicBezTo>
                  <a:cubicBezTo>
                    <a:pt x="2273" y="13028"/>
                    <a:pt x="2273" y="13028"/>
                    <a:pt x="2273" y="13028"/>
                  </a:cubicBezTo>
                  <a:cubicBezTo>
                    <a:pt x="1705" y="13028"/>
                    <a:pt x="1705" y="13028"/>
                    <a:pt x="1705" y="13028"/>
                  </a:cubicBezTo>
                  <a:cubicBezTo>
                    <a:pt x="1136" y="13028"/>
                    <a:pt x="1136" y="13028"/>
                    <a:pt x="1136" y="13028"/>
                  </a:cubicBezTo>
                  <a:cubicBezTo>
                    <a:pt x="1136" y="13371"/>
                    <a:pt x="1136" y="13371"/>
                    <a:pt x="1136" y="13371"/>
                  </a:cubicBezTo>
                  <a:cubicBezTo>
                    <a:pt x="568" y="13371"/>
                    <a:pt x="568" y="13371"/>
                    <a:pt x="568" y="13371"/>
                  </a:cubicBezTo>
                  <a:cubicBezTo>
                    <a:pt x="0" y="13028"/>
                    <a:pt x="0" y="13028"/>
                    <a:pt x="0" y="13028"/>
                  </a:cubicBezTo>
                  <a:cubicBezTo>
                    <a:pt x="568" y="12342"/>
                    <a:pt x="568" y="12342"/>
                    <a:pt x="568" y="12342"/>
                  </a:cubicBezTo>
                  <a:cubicBezTo>
                    <a:pt x="568" y="12342"/>
                    <a:pt x="568" y="12342"/>
                    <a:pt x="568" y="12342"/>
                  </a:cubicBezTo>
                  <a:cubicBezTo>
                    <a:pt x="1136" y="11999"/>
                    <a:pt x="1136" y="11999"/>
                    <a:pt x="1136" y="11999"/>
                  </a:cubicBezTo>
                  <a:cubicBezTo>
                    <a:pt x="1136" y="11999"/>
                    <a:pt x="1136" y="11999"/>
                    <a:pt x="1136" y="11999"/>
                  </a:cubicBezTo>
                  <a:cubicBezTo>
                    <a:pt x="1705" y="11657"/>
                    <a:pt x="1705" y="11657"/>
                    <a:pt x="1705" y="11657"/>
                  </a:cubicBezTo>
                  <a:cubicBezTo>
                    <a:pt x="2273" y="11657"/>
                    <a:pt x="2273" y="11657"/>
                    <a:pt x="2273" y="11657"/>
                  </a:cubicBezTo>
                  <a:cubicBezTo>
                    <a:pt x="2273" y="11657"/>
                    <a:pt x="2273" y="11657"/>
                    <a:pt x="2273" y="11657"/>
                  </a:cubicBezTo>
                  <a:cubicBezTo>
                    <a:pt x="2273" y="11657"/>
                    <a:pt x="2273" y="11657"/>
                    <a:pt x="2273" y="11657"/>
                  </a:cubicBezTo>
                  <a:cubicBezTo>
                    <a:pt x="2842" y="11314"/>
                    <a:pt x="2842" y="11314"/>
                    <a:pt x="2842" y="11314"/>
                  </a:cubicBezTo>
                  <a:cubicBezTo>
                    <a:pt x="3410" y="11657"/>
                    <a:pt x="3410" y="11657"/>
                    <a:pt x="3410" y="11657"/>
                  </a:cubicBezTo>
                  <a:cubicBezTo>
                    <a:pt x="3978" y="11657"/>
                    <a:pt x="3978" y="11657"/>
                    <a:pt x="3978" y="11657"/>
                  </a:cubicBezTo>
                  <a:cubicBezTo>
                    <a:pt x="3978" y="11999"/>
                    <a:pt x="3978" y="11999"/>
                    <a:pt x="3978" y="11999"/>
                  </a:cubicBezTo>
                  <a:cubicBezTo>
                    <a:pt x="5115" y="12342"/>
                    <a:pt x="5115" y="12342"/>
                    <a:pt x="5115" y="12342"/>
                  </a:cubicBezTo>
                  <a:cubicBezTo>
                    <a:pt x="4547" y="12685"/>
                    <a:pt x="4547" y="12685"/>
                    <a:pt x="4547" y="12685"/>
                  </a:cubicBezTo>
                  <a:cubicBezTo>
                    <a:pt x="5115" y="12685"/>
                    <a:pt x="5115" y="12685"/>
                    <a:pt x="5115" y="12685"/>
                  </a:cubicBezTo>
                  <a:cubicBezTo>
                    <a:pt x="5115" y="13371"/>
                    <a:pt x="5115" y="13371"/>
                    <a:pt x="5115" y="13371"/>
                  </a:cubicBezTo>
                  <a:cubicBezTo>
                    <a:pt x="5115" y="12685"/>
                    <a:pt x="5115" y="12685"/>
                    <a:pt x="5115" y="12685"/>
                  </a:cubicBezTo>
                  <a:cubicBezTo>
                    <a:pt x="4547" y="12685"/>
                    <a:pt x="4547" y="12685"/>
                    <a:pt x="4547" y="12685"/>
                  </a:cubicBezTo>
                  <a:cubicBezTo>
                    <a:pt x="5115" y="13028"/>
                    <a:pt x="5115" y="13028"/>
                    <a:pt x="5115" y="13028"/>
                  </a:cubicBezTo>
                  <a:cubicBezTo>
                    <a:pt x="4547" y="13028"/>
                    <a:pt x="4547" y="13028"/>
                    <a:pt x="4547" y="13028"/>
                  </a:cubicBezTo>
                  <a:cubicBezTo>
                    <a:pt x="5115" y="13028"/>
                    <a:pt x="5115" y="13028"/>
                    <a:pt x="5115" y="13028"/>
                  </a:cubicBezTo>
                  <a:cubicBezTo>
                    <a:pt x="5115" y="13371"/>
                    <a:pt x="5115" y="13371"/>
                    <a:pt x="5115" y="13371"/>
                  </a:cubicBezTo>
                  <a:cubicBezTo>
                    <a:pt x="4547" y="13371"/>
                    <a:pt x="4547" y="13371"/>
                    <a:pt x="4547" y="13371"/>
                  </a:cubicBezTo>
                  <a:cubicBezTo>
                    <a:pt x="4547" y="13714"/>
                    <a:pt x="4547" y="13714"/>
                    <a:pt x="4547" y="13714"/>
                  </a:cubicBezTo>
                  <a:cubicBezTo>
                    <a:pt x="3978" y="13714"/>
                    <a:pt x="3978" y="13714"/>
                    <a:pt x="3978" y="13714"/>
                  </a:cubicBezTo>
                  <a:cubicBezTo>
                    <a:pt x="3978" y="13714"/>
                    <a:pt x="3978" y="13714"/>
                    <a:pt x="3978" y="13714"/>
                  </a:cubicBezTo>
                  <a:cubicBezTo>
                    <a:pt x="3978" y="14057"/>
                    <a:pt x="3978" y="14057"/>
                    <a:pt x="3978" y="14057"/>
                  </a:cubicBezTo>
                  <a:cubicBezTo>
                    <a:pt x="3978" y="14057"/>
                    <a:pt x="3978" y="14057"/>
                    <a:pt x="3978" y="14057"/>
                  </a:cubicBezTo>
                  <a:close/>
                  <a:moveTo>
                    <a:pt x="14210" y="1714"/>
                  </a:moveTo>
                  <a:cubicBezTo>
                    <a:pt x="14210" y="1714"/>
                    <a:pt x="14210" y="1714"/>
                    <a:pt x="14210" y="1714"/>
                  </a:cubicBezTo>
                  <a:cubicBezTo>
                    <a:pt x="14778" y="1714"/>
                    <a:pt x="14778" y="1714"/>
                    <a:pt x="14778" y="1714"/>
                  </a:cubicBezTo>
                  <a:cubicBezTo>
                    <a:pt x="14210" y="1714"/>
                    <a:pt x="14210" y="1714"/>
                    <a:pt x="14210" y="1714"/>
                  </a:cubicBezTo>
                  <a:close/>
                  <a:moveTo>
                    <a:pt x="15347" y="342"/>
                  </a:moveTo>
                  <a:cubicBezTo>
                    <a:pt x="15347" y="0"/>
                    <a:pt x="15347" y="0"/>
                    <a:pt x="15347" y="0"/>
                  </a:cubicBezTo>
                  <a:cubicBezTo>
                    <a:pt x="15347" y="0"/>
                    <a:pt x="15347" y="0"/>
                    <a:pt x="15347" y="0"/>
                  </a:cubicBezTo>
                  <a:cubicBezTo>
                    <a:pt x="15347" y="342"/>
                    <a:pt x="15347" y="342"/>
                    <a:pt x="15347" y="342"/>
                  </a:cubicBezTo>
                  <a:close/>
                  <a:moveTo>
                    <a:pt x="14210" y="685"/>
                  </a:moveTo>
                  <a:cubicBezTo>
                    <a:pt x="14210" y="342"/>
                    <a:pt x="14210" y="342"/>
                    <a:pt x="14210" y="342"/>
                  </a:cubicBezTo>
                  <a:cubicBezTo>
                    <a:pt x="13642" y="685"/>
                    <a:pt x="13642" y="685"/>
                    <a:pt x="13642" y="685"/>
                  </a:cubicBezTo>
                  <a:cubicBezTo>
                    <a:pt x="13642" y="685"/>
                    <a:pt x="13642" y="685"/>
                    <a:pt x="13642" y="685"/>
                  </a:cubicBezTo>
                  <a:cubicBezTo>
                    <a:pt x="13642" y="685"/>
                    <a:pt x="14210" y="685"/>
                    <a:pt x="14210" y="685"/>
                  </a:cubicBezTo>
                  <a:close/>
                  <a:moveTo>
                    <a:pt x="14778" y="685"/>
                  </a:moveTo>
                  <a:cubicBezTo>
                    <a:pt x="14210" y="342"/>
                    <a:pt x="14210" y="342"/>
                    <a:pt x="14210" y="342"/>
                  </a:cubicBezTo>
                  <a:cubicBezTo>
                    <a:pt x="14778" y="342"/>
                    <a:pt x="14778" y="342"/>
                    <a:pt x="14778" y="342"/>
                  </a:cubicBezTo>
                  <a:cubicBezTo>
                    <a:pt x="14778" y="0"/>
                    <a:pt x="14778" y="0"/>
                    <a:pt x="14778" y="0"/>
                  </a:cubicBezTo>
                  <a:cubicBezTo>
                    <a:pt x="14778" y="342"/>
                    <a:pt x="14778" y="342"/>
                    <a:pt x="14778" y="342"/>
                  </a:cubicBezTo>
                  <a:cubicBezTo>
                    <a:pt x="14778" y="685"/>
                    <a:pt x="14778" y="685"/>
                    <a:pt x="14778" y="685"/>
                  </a:cubicBezTo>
                  <a:cubicBezTo>
                    <a:pt x="14778" y="685"/>
                    <a:pt x="14778" y="685"/>
                    <a:pt x="14778" y="685"/>
                  </a:cubicBezTo>
                  <a:close/>
                  <a:moveTo>
                    <a:pt x="14210" y="1371"/>
                  </a:moveTo>
                  <a:cubicBezTo>
                    <a:pt x="14210" y="1371"/>
                    <a:pt x="14210" y="1371"/>
                    <a:pt x="14210" y="1371"/>
                  </a:cubicBezTo>
                  <a:cubicBezTo>
                    <a:pt x="13642" y="1371"/>
                    <a:pt x="13642" y="1371"/>
                    <a:pt x="13642" y="1371"/>
                  </a:cubicBezTo>
                  <a:cubicBezTo>
                    <a:pt x="13642" y="1028"/>
                    <a:pt x="13642" y="1028"/>
                    <a:pt x="13642" y="1028"/>
                  </a:cubicBezTo>
                  <a:cubicBezTo>
                    <a:pt x="13642" y="1028"/>
                    <a:pt x="13642" y="1028"/>
                    <a:pt x="13642" y="1028"/>
                  </a:cubicBezTo>
                  <a:cubicBezTo>
                    <a:pt x="14210" y="1028"/>
                    <a:pt x="14210" y="1028"/>
                    <a:pt x="14210" y="1028"/>
                  </a:cubicBezTo>
                  <a:cubicBezTo>
                    <a:pt x="14210" y="1028"/>
                    <a:pt x="14210" y="1028"/>
                    <a:pt x="14210" y="1028"/>
                  </a:cubicBezTo>
                  <a:cubicBezTo>
                    <a:pt x="14210" y="685"/>
                    <a:pt x="14210" y="685"/>
                    <a:pt x="14210" y="685"/>
                  </a:cubicBezTo>
                  <a:cubicBezTo>
                    <a:pt x="14210" y="685"/>
                    <a:pt x="14210" y="685"/>
                    <a:pt x="14210" y="685"/>
                  </a:cubicBezTo>
                  <a:cubicBezTo>
                    <a:pt x="14778" y="685"/>
                    <a:pt x="14778" y="685"/>
                    <a:pt x="14778" y="685"/>
                  </a:cubicBezTo>
                  <a:cubicBezTo>
                    <a:pt x="14778" y="1028"/>
                    <a:pt x="14778" y="1028"/>
                    <a:pt x="14778" y="1028"/>
                  </a:cubicBezTo>
                  <a:cubicBezTo>
                    <a:pt x="14778" y="1028"/>
                    <a:pt x="14778" y="1028"/>
                    <a:pt x="14778" y="1028"/>
                  </a:cubicBezTo>
                  <a:cubicBezTo>
                    <a:pt x="14778" y="1028"/>
                    <a:pt x="14778" y="1028"/>
                    <a:pt x="14778" y="1028"/>
                  </a:cubicBezTo>
                  <a:cubicBezTo>
                    <a:pt x="14778" y="1371"/>
                    <a:pt x="14778" y="1371"/>
                    <a:pt x="14778" y="1371"/>
                  </a:cubicBezTo>
                  <a:cubicBezTo>
                    <a:pt x="14778" y="1371"/>
                    <a:pt x="14778" y="1371"/>
                    <a:pt x="14778" y="1371"/>
                  </a:cubicBezTo>
                  <a:cubicBezTo>
                    <a:pt x="14210" y="1371"/>
                    <a:pt x="14210" y="1371"/>
                    <a:pt x="14210" y="1371"/>
                  </a:cubicBezTo>
                  <a:close/>
                  <a:moveTo>
                    <a:pt x="19326" y="18857"/>
                  </a:moveTo>
                  <a:cubicBezTo>
                    <a:pt x="19894" y="18857"/>
                    <a:pt x="19894" y="18857"/>
                    <a:pt x="19894" y="18857"/>
                  </a:cubicBezTo>
                  <a:cubicBezTo>
                    <a:pt x="19894" y="18857"/>
                    <a:pt x="19894" y="18857"/>
                    <a:pt x="19894" y="18857"/>
                  </a:cubicBezTo>
                  <a:cubicBezTo>
                    <a:pt x="19894" y="18514"/>
                    <a:pt x="19894" y="18514"/>
                    <a:pt x="19894" y="18514"/>
                  </a:cubicBezTo>
                  <a:cubicBezTo>
                    <a:pt x="19326" y="18514"/>
                    <a:pt x="19326" y="18514"/>
                    <a:pt x="19326" y="18514"/>
                  </a:cubicBezTo>
                  <a:cubicBezTo>
                    <a:pt x="19326" y="18857"/>
                    <a:pt x="19326" y="18857"/>
                    <a:pt x="19326" y="18857"/>
                  </a:cubicBezTo>
                  <a:close/>
                  <a:moveTo>
                    <a:pt x="14210" y="20228"/>
                  </a:moveTo>
                  <a:cubicBezTo>
                    <a:pt x="14778" y="20228"/>
                    <a:pt x="14778" y="20228"/>
                    <a:pt x="14778" y="20228"/>
                  </a:cubicBezTo>
                  <a:cubicBezTo>
                    <a:pt x="15347" y="20228"/>
                    <a:pt x="15347" y="20228"/>
                    <a:pt x="15347" y="20228"/>
                  </a:cubicBezTo>
                  <a:cubicBezTo>
                    <a:pt x="15347" y="20228"/>
                    <a:pt x="15347" y="20228"/>
                    <a:pt x="15347" y="20228"/>
                  </a:cubicBezTo>
                  <a:cubicBezTo>
                    <a:pt x="15347" y="20228"/>
                    <a:pt x="15347" y="20228"/>
                    <a:pt x="15347" y="20228"/>
                  </a:cubicBezTo>
                  <a:cubicBezTo>
                    <a:pt x="15347" y="20571"/>
                    <a:pt x="15347" y="20571"/>
                    <a:pt x="15347" y="20571"/>
                  </a:cubicBezTo>
                  <a:cubicBezTo>
                    <a:pt x="14778" y="20571"/>
                    <a:pt x="14778" y="20571"/>
                    <a:pt x="14778" y="20571"/>
                  </a:cubicBezTo>
                  <a:cubicBezTo>
                    <a:pt x="14778" y="20228"/>
                    <a:pt x="14778" y="20228"/>
                    <a:pt x="14778" y="20228"/>
                  </a:cubicBezTo>
                  <a:cubicBezTo>
                    <a:pt x="14210" y="20228"/>
                    <a:pt x="14210" y="20228"/>
                    <a:pt x="14210" y="20228"/>
                  </a:cubicBezTo>
                  <a:close/>
                  <a:moveTo>
                    <a:pt x="6252" y="10285"/>
                  </a:moveTo>
                  <a:cubicBezTo>
                    <a:pt x="6252" y="10285"/>
                    <a:pt x="6252" y="10285"/>
                    <a:pt x="6252" y="10285"/>
                  </a:cubicBezTo>
                  <a:cubicBezTo>
                    <a:pt x="6252" y="10628"/>
                    <a:pt x="6252" y="10628"/>
                    <a:pt x="6252" y="10628"/>
                  </a:cubicBezTo>
                  <a:cubicBezTo>
                    <a:pt x="6252" y="10285"/>
                    <a:pt x="6252" y="10285"/>
                    <a:pt x="6252" y="10285"/>
                  </a:cubicBezTo>
                  <a:cubicBezTo>
                    <a:pt x="6252" y="10285"/>
                    <a:pt x="6252" y="10285"/>
                    <a:pt x="6252" y="10285"/>
                  </a:cubicBezTo>
                  <a:close/>
                  <a:moveTo>
                    <a:pt x="3978" y="9942"/>
                  </a:moveTo>
                  <a:cubicBezTo>
                    <a:pt x="3978" y="9942"/>
                    <a:pt x="3978" y="9942"/>
                    <a:pt x="3978" y="9942"/>
                  </a:cubicBezTo>
                  <a:cubicBezTo>
                    <a:pt x="3978" y="9942"/>
                    <a:pt x="3978" y="9942"/>
                    <a:pt x="3978" y="9942"/>
                  </a:cubicBezTo>
                  <a:cubicBezTo>
                    <a:pt x="3978" y="9942"/>
                    <a:pt x="3978" y="9942"/>
                    <a:pt x="3978" y="9942"/>
                  </a:cubicBezTo>
                  <a:close/>
                  <a:moveTo>
                    <a:pt x="2273" y="9257"/>
                  </a:moveTo>
                  <a:cubicBezTo>
                    <a:pt x="2273" y="8914"/>
                    <a:pt x="2273" y="8914"/>
                    <a:pt x="2273" y="8914"/>
                  </a:cubicBezTo>
                  <a:cubicBezTo>
                    <a:pt x="2842" y="8914"/>
                    <a:pt x="2842" y="8914"/>
                    <a:pt x="2842" y="8914"/>
                  </a:cubicBezTo>
                  <a:cubicBezTo>
                    <a:pt x="2273" y="9257"/>
                    <a:pt x="2273" y="9257"/>
                    <a:pt x="2273" y="9257"/>
                  </a:cubicBezTo>
                  <a:close/>
                  <a:moveTo>
                    <a:pt x="2842" y="8914"/>
                  </a:moveTo>
                  <a:cubicBezTo>
                    <a:pt x="3410" y="8571"/>
                    <a:pt x="3410" y="8571"/>
                    <a:pt x="3410" y="8571"/>
                  </a:cubicBezTo>
                  <a:cubicBezTo>
                    <a:pt x="3410" y="8914"/>
                    <a:pt x="3410" y="8914"/>
                    <a:pt x="3410" y="8914"/>
                  </a:cubicBezTo>
                  <a:cubicBezTo>
                    <a:pt x="2842" y="8914"/>
                    <a:pt x="2842" y="8914"/>
                    <a:pt x="2842" y="8914"/>
                  </a:cubicBezTo>
                  <a:close/>
                  <a:moveTo>
                    <a:pt x="3978" y="8228"/>
                  </a:moveTo>
                  <a:cubicBezTo>
                    <a:pt x="3978" y="8228"/>
                    <a:pt x="3978" y="8228"/>
                    <a:pt x="3978" y="8228"/>
                  </a:cubicBezTo>
                  <a:cubicBezTo>
                    <a:pt x="3978" y="8228"/>
                    <a:pt x="3978" y="8228"/>
                    <a:pt x="3978" y="8228"/>
                  </a:cubicBezTo>
                  <a:cubicBezTo>
                    <a:pt x="3978" y="8228"/>
                    <a:pt x="3978" y="8228"/>
                    <a:pt x="3978" y="8228"/>
                  </a:cubicBezTo>
                  <a:close/>
                  <a:moveTo>
                    <a:pt x="3410" y="7885"/>
                  </a:moveTo>
                  <a:cubicBezTo>
                    <a:pt x="3410" y="8228"/>
                    <a:pt x="3410" y="8228"/>
                    <a:pt x="3410" y="8228"/>
                  </a:cubicBezTo>
                  <a:cubicBezTo>
                    <a:pt x="3978" y="8228"/>
                    <a:pt x="3978" y="8228"/>
                    <a:pt x="3978" y="8228"/>
                  </a:cubicBezTo>
                  <a:cubicBezTo>
                    <a:pt x="3978" y="7885"/>
                    <a:pt x="3978" y="7885"/>
                    <a:pt x="3978" y="7885"/>
                  </a:cubicBezTo>
                  <a:cubicBezTo>
                    <a:pt x="3410" y="7885"/>
                    <a:pt x="3410" y="7885"/>
                    <a:pt x="3410" y="7885"/>
                  </a:cubicBezTo>
                  <a:close/>
                  <a:moveTo>
                    <a:pt x="10231" y="4114"/>
                  </a:moveTo>
                  <a:cubicBezTo>
                    <a:pt x="10231" y="4114"/>
                    <a:pt x="10231" y="4114"/>
                    <a:pt x="10231" y="4114"/>
                  </a:cubicBezTo>
                  <a:cubicBezTo>
                    <a:pt x="10231" y="3771"/>
                    <a:pt x="10231" y="3771"/>
                    <a:pt x="10231" y="3771"/>
                  </a:cubicBezTo>
                  <a:cubicBezTo>
                    <a:pt x="10231" y="4114"/>
                    <a:pt x="10231" y="4114"/>
                    <a:pt x="10231" y="4114"/>
                  </a:cubicBezTo>
                  <a:close/>
                  <a:moveTo>
                    <a:pt x="9663" y="4114"/>
                  </a:moveTo>
                  <a:cubicBezTo>
                    <a:pt x="9663" y="4114"/>
                    <a:pt x="9663" y="4114"/>
                    <a:pt x="9663" y="4114"/>
                  </a:cubicBezTo>
                  <a:cubicBezTo>
                    <a:pt x="10231" y="4114"/>
                    <a:pt x="10231" y="4114"/>
                    <a:pt x="10231" y="4114"/>
                  </a:cubicBezTo>
                  <a:cubicBezTo>
                    <a:pt x="10231" y="4457"/>
                    <a:pt x="10231" y="4457"/>
                    <a:pt x="10231" y="4457"/>
                  </a:cubicBezTo>
                  <a:cubicBezTo>
                    <a:pt x="10800" y="4114"/>
                    <a:pt x="10800" y="4114"/>
                    <a:pt x="10800" y="4114"/>
                  </a:cubicBezTo>
                  <a:cubicBezTo>
                    <a:pt x="10231" y="4457"/>
                    <a:pt x="10231" y="4457"/>
                    <a:pt x="10231" y="4457"/>
                  </a:cubicBezTo>
                  <a:cubicBezTo>
                    <a:pt x="10231" y="4457"/>
                    <a:pt x="10231" y="4457"/>
                    <a:pt x="10231" y="4457"/>
                  </a:cubicBezTo>
                  <a:cubicBezTo>
                    <a:pt x="9663" y="4457"/>
                    <a:pt x="9663" y="4457"/>
                    <a:pt x="9663" y="4457"/>
                  </a:cubicBezTo>
                  <a:cubicBezTo>
                    <a:pt x="9663" y="4114"/>
                    <a:pt x="9663" y="4114"/>
                    <a:pt x="9663" y="4114"/>
                  </a:cubicBezTo>
                  <a:cubicBezTo>
                    <a:pt x="9663" y="4457"/>
                    <a:pt x="9663" y="4457"/>
                    <a:pt x="9663" y="4457"/>
                  </a:cubicBezTo>
                  <a:cubicBezTo>
                    <a:pt x="9663" y="4457"/>
                    <a:pt x="9663" y="4457"/>
                    <a:pt x="9663" y="4457"/>
                  </a:cubicBezTo>
                  <a:cubicBezTo>
                    <a:pt x="9663" y="4114"/>
                    <a:pt x="9663" y="4114"/>
                    <a:pt x="9663" y="4114"/>
                  </a:cubicBezTo>
                  <a:close/>
                  <a:moveTo>
                    <a:pt x="9663" y="4457"/>
                  </a:moveTo>
                  <a:cubicBezTo>
                    <a:pt x="9663" y="4799"/>
                    <a:pt x="9663" y="4799"/>
                    <a:pt x="9663" y="4799"/>
                  </a:cubicBezTo>
                  <a:cubicBezTo>
                    <a:pt x="9663" y="4457"/>
                    <a:pt x="9663" y="4457"/>
                    <a:pt x="9663" y="4457"/>
                  </a:cubicBezTo>
                  <a:cubicBezTo>
                    <a:pt x="9663" y="4457"/>
                    <a:pt x="9663" y="4457"/>
                    <a:pt x="9663" y="4457"/>
                  </a:cubicBezTo>
                  <a:cubicBezTo>
                    <a:pt x="9663" y="4457"/>
                    <a:pt x="9663" y="4457"/>
                    <a:pt x="9663" y="4457"/>
                  </a:cubicBezTo>
                  <a:close/>
                  <a:moveTo>
                    <a:pt x="2273" y="6171"/>
                  </a:moveTo>
                  <a:cubicBezTo>
                    <a:pt x="2273" y="6171"/>
                    <a:pt x="2273" y="6171"/>
                    <a:pt x="2273" y="6171"/>
                  </a:cubicBezTo>
                  <a:cubicBezTo>
                    <a:pt x="2273" y="5828"/>
                    <a:pt x="2273" y="5828"/>
                    <a:pt x="2273" y="5828"/>
                  </a:cubicBezTo>
                  <a:cubicBezTo>
                    <a:pt x="2273" y="5828"/>
                    <a:pt x="2273" y="5828"/>
                    <a:pt x="2273" y="5828"/>
                  </a:cubicBezTo>
                  <a:cubicBezTo>
                    <a:pt x="2842" y="5828"/>
                    <a:pt x="2842" y="5828"/>
                    <a:pt x="2842" y="5828"/>
                  </a:cubicBezTo>
                  <a:cubicBezTo>
                    <a:pt x="2842" y="5485"/>
                    <a:pt x="2842" y="5485"/>
                    <a:pt x="2842" y="5485"/>
                  </a:cubicBezTo>
                  <a:cubicBezTo>
                    <a:pt x="3978" y="5142"/>
                    <a:pt x="3978" y="5142"/>
                    <a:pt x="3978" y="5142"/>
                  </a:cubicBezTo>
                  <a:cubicBezTo>
                    <a:pt x="3978" y="5485"/>
                    <a:pt x="3978" y="5485"/>
                    <a:pt x="3978" y="5485"/>
                  </a:cubicBezTo>
                  <a:cubicBezTo>
                    <a:pt x="3410" y="5828"/>
                    <a:pt x="3410" y="5828"/>
                    <a:pt x="3410" y="5828"/>
                  </a:cubicBezTo>
                  <a:cubicBezTo>
                    <a:pt x="3410" y="5828"/>
                    <a:pt x="3410" y="5828"/>
                    <a:pt x="3410" y="5828"/>
                  </a:cubicBezTo>
                  <a:cubicBezTo>
                    <a:pt x="3410" y="6171"/>
                    <a:pt x="3410" y="6171"/>
                    <a:pt x="3410" y="6171"/>
                  </a:cubicBezTo>
                  <a:cubicBezTo>
                    <a:pt x="3410" y="6171"/>
                    <a:pt x="3410" y="6171"/>
                    <a:pt x="3410" y="6171"/>
                  </a:cubicBezTo>
                  <a:cubicBezTo>
                    <a:pt x="2842" y="6171"/>
                    <a:pt x="2842" y="6171"/>
                    <a:pt x="2842" y="6171"/>
                  </a:cubicBezTo>
                  <a:cubicBezTo>
                    <a:pt x="2273" y="6171"/>
                    <a:pt x="2273" y="6171"/>
                    <a:pt x="2273" y="6171"/>
                  </a:cubicBezTo>
                  <a:cubicBezTo>
                    <a:pt x="2273" y="6171"/>
                    <a:pt x="2273" y="6171"/>
                    <a:pt x="2273" y="6171"/>
                  </a:cubicBezTo>
                  <a:close/>
                  <a:moveTo>
                    <a:pt x="2273" y="6514"/>
                  </a:moveTo>
                  <a:cubicBezTo>
                    <a:pt x="2273" y="6514"/>
                    <a:pt x="2273" y="6514"/>
                    <a:pt x="2273" y="6514"/>
                  </a:cubicBezTo>
                  <a:cubicBezTo>
                    <a:pt x="2842" y="6514"/>
                    <a:pt x="2842" y="6514"/>
                    <a:pt x="2842" y="6514"/>
                  </a:cubicBezTo>
                  <a:cubicBezTo>
                    <a:pt x="2842" y="6171"/>
                    <a:pt x="2842" y="6171"/>
                    <a:pt x="2842" y="6171"/>
                  </a:cubicBezTo>
                  <a:cubicBezTo>
                    <a:pt x="2273" y="6514"/>
                    <a:pt x="2273" y="6514"/>
                    <a:pt x="2273" y="6514"/>
                  </a:cubicBezTo>
                  <a:cubicBezTo>
                    <a:pt x="2273" y="6514"/>
                    <a:pt x="2273" y="6514"/>
                    <a:pt x="2273" y="6514"/>
                  </a:cubicBezTo>
                  <a:cubicBezTo>
                    <a:pt x="2273" y="6514"/>
                    <a:pt x="2273" y="6514"/>
                    <a:pt x="2273" y="6514"/>
                  </a:cubicBezTo>
                  <a:close/>
                  <a:moveTo>
                    <a:pt x="2273" y="6857"/>
                  </a:moveTo>
                  <a:cubicBezTo>
                    <a:pt x="1705" y="7199"/>
                    <a:pt x="1705" y="7199"/>
                    <a:pt x="1705" y="7199"/>
                  </a:cubicBezTo>
                  <a:cubicBezTo>
                    <a:pt x="1136" y="6857"/>
                    <a:pt x="1136" y="6857"/>
                    <a:pt x="1136" y="6857"/>
                  </a:cubicBezTo>
                  <a:cubicBezTo>
                    <a:pt x="1705" y="6857"/>
                    <a:pt x="1705" y="6857"/>
                    <a:pt x="1705" y="6857"/>
                  </a:cubicBezTo>
                  <a:cubicBezTo>
                    <a:pt x="2273" y="6857"/>
                    <a:pt x="2273" y="6857"/>
                    <a:pt x="2273" y="6857"/>
                  </a:cubicBezTo>
                  <a:cubicBezTo>
                    <a:pt x="2273" y="6857"/>
                    <a:pt x="2273" y="6857"/>
                    <a:pt x="2273" y="6857"/>
                  </a:cubicBezTo>
                  <a:close/>
                  <a:moveTo>
                    <a:pt x="1705" y="7199"/>
                  </a:moveTo>
                  <a:cubicBezTo>
                    <a:pt x="1705" y="7199"/>
                    <a:pt x="1705" y="7199"/>
                    <a:pt x="1705" y="7199"/>
                  </a:cubicBezTo>
                  <a:cubicBezTo>
                    <a:pt x="1705" y="7199"/>
                    <a:pt x="1705" y="7199"/>
                    <a:pt x="1705" y="7199"/>
                  </a:cubicBezTo>
                  <a:cubicBezTo>
                    <a:pt x="2273" y="7199"/>
                    <a:pt x="2273" y="7199"/>
                    <a:pt x="2273" y="7199"/>
                  </a:cubicBezTo>
                  <a:cubicBezTo>
                    <a:pt x="1705" y="7199"/>
                    <a:pt x="1705" y="7199"/>
                    <a:pt x="1705" y="7199"/>
                  </a:cubicBezTo>
                  <a:close/>
                  <a:moveTo>
                    <a:pt x="1136" y="7885"/>
                  </a:moveTo>
                  <a:cubicBezTo>
                    <a:pt x="1705" y="8228"/>
                    <a:pt x="1705" y="8228"/>
                    <a:pt x="1705" y="8228"/>
                  </a:cubicBezTo>
                  <a:cubicBezTo>
                    <a:pt x="1136" y="8228"/>
                    <a:pt x="1136" y="8228"/>
                    <a:pt x="1136" y="8228"/>
                  </a:cubicBezTo>
                  <a:cubicBezTo>
                    <a:pt x="1136" y="8228"/>
                    <a:pt x="1136" y="8228"/>
                    <a:pt x="1136" y="8228"/>
                  </a:cubicBezTo>
                  <a:cubicBezTo>
                    <a:pt x="1136" y="7885"/>
                    <a:pt x="1136" y="7885"/>
                    <a:pt x="1136" y="7885"/>
                  </a:cubicBezTo>
                  <a:close/>
                  <a:moveTo>
                    <a:pt x="1705" y="7885"/>
                  </a:moveTo>
                  <a:cubicBezTo>
                    <a:pt x="1705" y="7542"/>
                    <a:pt x="1705" y="7542"/>
                    <a:pt x="1705" y="7542"/>
                  </a:cubicBezTo>
                  <a:cubicBezTo>
                    <a:pt x="1705" y="7542"/>
                    <a:pt x="1705" y="7542"/>
                    <a:pt x="1705" y="7542"/>
                  </a:cubicBezTo>
                  <a:cubicBezTo>
                    <a:pt x="1705" y="7199"/>
                    <a:pt x="1705" y="7199"/>
                    <a:pt x="1705" y="7199"/>
                  </a:cubicBezTo>
                  <a:cubicBezTo>
                    <a:pt x="1705" y="7199"/>
                    <a:pt x="1705" y="7199"/>
                    <a:pt x="1705" y="7199"/>
                  </a:cubicBezTo>
                  <a:cubicBezTo>
                    <a:pt x="1705" y="7542"/>
                    <a:pt x="1705" y="7542"/>
                    <a:pt x="1705" y="7542"/>
                  </a:cubicBezTo>
                  <a:cubicBezTo>
                    <a:pt x="1705" y="7542"/>
                    <a:pt x="1705" y="7542"/>
                    <a:pt x="1705" y="7542"/>
                  </a:cubicBezTo>
                  <a:cubicBezTo>
                    <a:pt x="1705" y="7885"/>
                    <a:pt x="1705" y="7885"/>
                    <a:pt x="1705" y="7885"/>
                  </a:cubicBezTo>
                  <a:cubicBezTo>
                    <a:pt x="1705" y="7885"/>
                    <a:pt x="1705" y="7885"/>
                    <a:pt x="1705" y="7885"/>
                  </a:cubicBezTo>
                  <a:close/>
                  <a:moveTo>
                    <a:pt x="4547" y="7885"/>
                  </a:moveTo>
                  <a:cubicBezTo>
                    <a:pt x="4547" y="7885"/>
                    <a:pt x="4547" y="7885"/>
                    <a:pt x="4547" y="7885"/>
                  </a:cubicBezTo>
                  <a:cubicBezTo>
                    <a:pt x="3978" y="7885"/>
                    <a:pt x="3978" y="7885"/>
                    <a:pt x="3978" y="7885"/>
                  </a:cubicBezTo>
                  <a:cubicBezTo>
                    <a:pt x="3410" y="7542"/>
                    <a:pt x="3410" y="7542"/>
                    <a:pt x="3410" y="7542"/>
                  </a:cubicBezTo>
                  <a:cubicBezTo>
                    <a:pt x="3410" y="7542"/>
                    <a:pt x="3410" y="7542"/>
                    <a:pt x="3410" y="7542"/>
                  </a:cubicBezTo>
                  <a:cubicBezTo>
                    <a:pt x="3410" y="7199"/>
                    <a:pt x="3410" y="7199"/>
                    <a:pt x="3410" y="7199"/>
                  </a:cubicBezTo>
                  <a:cubicBezTo>
                    <a:pt x="3410" y="7542"/>
                    <a:pt x="3410" y="7542"/>
                    <a:pt x="3410" y="7542"/>
                  </a:cubicBezTo>
                  <a:cubicBezTo>
                    <a:pt x="2842" y="7199"/>
                    <a:pt x="2842" y="7199"/>
                    <a:pt x="2842" y="7199"/>
                  </a:cubicBezTo>
                  <a:cubicBezTo>
                    <a:pt x="2842" y="7199"/>
                    <a:pt x="2842" y="7199"/>
                    <a:pt x="2842" y="7199"/>
                  </a:cubicBezTo>
                  <a:cubicBezTo>
                    <a:pt x="3410" y="7199"/>
                    <a:pt x="3410" y="7199"/>
                    <a:pt x="3410" y="7199"/>
                  </a:cubicBezTo>
                  <a:cubicBezTo>
                    <a:pt x="2842" y="6857"/>
                    <a:pt x="2842" y="6857"/>
                    <a:pt x="2842" y="6857"/>
                  </a:cubicBezTo>
                  <a:cubicBezTo>
                    <a:pt x="3410" y="7199"/>
                    <a:pt x="3410" y="7199"/>
                    <a:pt x="3410" y="7199"/>
                  </a:cubicBezTo>
                  <a:cubicBezTo>
                    <a:pt x="3410" y="6857"/>
                    <a:pt x="3410" y="6857"/>
                    <a:pt x="3410" y="6857"/>
                  </a:cubicBezTo>
                  <a:cubicBezTo>
                    <a:pt x="3978" y="6857"/>
                    <a:pt x="3978" y="6857"/>
                    <a:pt x="3978" y="6857"/>
                  </a:cubicBezTo>
                  <a:cubicBezTo>
                    <a:pt x="3978" y="6857"/>
                    <a:pt x="3978" y="6857"/>
                    <a:pt x="3978" y="6857"/>
                  </a:cubicBezTo>
                  <a:cubicBezTo>
                    <a:pt x="3978" y="7542"/>
                    <a:pt x="3978" y="7542"/>
                    <a:pt x="3978" y="7542"/>
                  </a:cubicBezTo>
                  <a:cubicBezTo>
                    <a:pt x="4547" y="7542"/>
                    <a:pt x="4547" y="7542"/>
                    <a:pt x="4547" y="7542"/>
                  </a:cubicBezTo>
                  <a:cubicBezTo>
                    <a:pt x="5115" y="7542"/>
                    <a:pt x="5115" y="7542"/>
                    <a:pt x="5115" y="7542"/>
                  </a:cubicBezTo>
                  <a:cubicBezTo>
                    <a:pt x="5115" y="7542"/>
                    <a:pt x="5115" y="7542"/>
                    <a:pt x="5115" y="7542"/>
                  </a:cubicBezTo>
                  <a:cubicBezTo>
                    <a:pt x="4547" y="7885"/>
                    <a:pt x="4547" y="7885"/>
                    <a:pt x="4547" y="7885"/>
                  </a:cubicBezTo>
                  <a:cubicBezTo>
                    <a:pt x="4547" y="7885"/>
                    <a:pt x="4547" y="7885"/>
                    <a:pt x="4547" y="7885"/>
                  </a:cubicBezTo>
                  <a:cubicBezTo>
                    <a:pt x="4547" y="7885"/>
                    <a:pt x="4547" y="7885"/>
                    <a:pt x="4547" y="7885"/>
                  </a:cubicBezTo>
                  <a:close/>
                  <a:moveTo>
                    <a:pt x="3410" y="9600"/>
                  </a:moveTo>
                  <a:cubicBezTo>
                    <a:pt x="4547" y="9257"/>
                    <a:pt x="4547" y="9257"/>
                    <a:pt x="4547" y="9257"/>
                  </a:cubicBezTo>
                  <a:cubicBezTo>
                    <a:pt x="4547" y="9600"/>
                    <a:pt x="4547" y="9600"/>
                    <a:pt x="4547" y="9600"/>
                  </a:cubicBezTo>
                  <a:cubicBezTo>
                    <a:pt x="5115" y="9257"/>
                    <a:pt x="5115" y="9257"/>
                    <a:pt x="5115" y="9257"/>
                  </a:cubicBezTo>
                  <a:cubicBezTo>
                    <a:pt x="4547" y="8914"/>
                    <a:pt x="4547" y="8914"/>
                    <a:pt x="4547" y="8914"/>
                  </a:cubicBezTo>
                  <a:cubicBezTo>
                    <a:pt x="4547" y="8914"/>
                    <a:pt x="4547" y="8914"/>
                    <a:pt x="4547" y="8914"/>
                  </a:cubicBezTo>
                  <a:cubicBezTo>
                    <a:pt x="3978" y="8914"/>
                    <a:pt x="3978" y="8914"/>
                    <a:pt x="3978" y="8914"/>
                  </a:cubicBezTo>
                  <a:cubicBezTo>
                    <a:pt x="3410" y="8914"/>
                    <a:pt x="3410" y="8914"/>
                    <a:pt x="3410" y="8914"/>
                  </a:cubicBezTo>
                  <a:cubicBezTo>
                    <a:pt x="3978" y="9257"/>
                    <a:pt x="3978" y="9257"/>
                    <a:pt x="3978" y="9257"/>
                  </a:cubicBezTo>
                  <a:cubicBezTo>
                    <a:pt x="3978" y="9257"/>
                    <a:pt x="3978" y="9257"/>
                    <a:pt x="3978" y="9257"/>
                  </a:cubicBezTo>
                  <a:cubicBezTo>
                    <a:pt x="3978" y="9257"/>
                    <a:pt x="3978" y="9257"/>
                    <a:pt x="3978" y="9257"/>
                  </a:cubicBezTo>
                  <a:cubicBezTo>
                    <a:pt x="3410" y="9600"/>
                    <a:pt x="3410" y="9600"/>
                    <a:pt x="3410" y="9600"/>
                  </a:cubicBezTo>
                  <a:close/>
                  <a:moveTo>
                    <a:pt x="3978" y="10285"/>
                  </a:moveTo>
                  <a:cubicBezTo>
                    <a:pt x="3978" y="10285"/>
                    <a:pt x="3978" y="10285"/>
                    <a:pt x="3978" y="10285"/>
                  </a:cubicBezTo>
                  <a:cubicBezTo>
                    <a:pt x="5115" y="9600"/>
                    <a:pt x="5115" y="9600"/>
                    <a:pt x="5115" y="9600"/>
                  </a:cubicBezTo>
                  <a:cubicBezTo>
                    <a:pt x="4547" y="10285"/>
                    <a:pt x="4547" y="10285"/>
                    <a:pt x="4547" y="10285"/>
                  </a:cubicBezTo>
                  <a:cubicBezTo>
                    <a:pt x="3978" y="10285"/>
                    <a:pt x="3978" y="10285"/>
                    <a:pt x="3978" y="10285"/>
                  </a:cubicBezTo>
                  <a:close/>
                  <a:moveTo>
                    <a:pt x="3410" y="10628"/>
                  </a:moveTo>
                  <a:cubicBezTo>
                    <a:pt x="3978" y="10628"/>
                    <a:pt x="3978" y="10628"/>
                    <a:pt x="3978" y="10628"/>
                  </a:cubicBezTo>
                  <a:cubicBezTo>
                    <a:pt x="3978" y="10285"/>
                    <a:pt x="3978" y="10285"/>
                    <a:pt x="3978" y="10285"/>
                  </a:cubicBezTo>
                  <a:cubicBezTo>
                    <a:pt x="3410" y="10285"/>
                    <a:pt x="3410" y="10285"/>
                    <a:pt x="3410" y="10285"/>
                  </a:cubicBezTo>
                  <a:cubicBezTo>
                    <a:pt x="3410" y="10628"/>
                    <a:pt x="3410" y="10628"/>
                    <a:pt x="3410" y="10628"/>
                  </a:cubicBezTo>
                  <a:cubicBezTo>
                    <a:pt x="3410" y="10628"/>
                    <a:pt x="3410" y="10628"/>
                    <a:pt x="3410" y="10628"/>
                  </a:cubicBezTo>
                  <a:cubicBezTo>
                    <a:pt x="3410" y="10628"/>
                    <a:pt x="3410" y="10628"/>
                    <a:pt x="3410" y="10628"/>
                  </a:cubicBezTo>
                  <a:close/>
                  <a:moveTo>
                    <a:pt x="5684" y="10628"/>
                  </a:moveTo>
                  <a:cubicBezTo>
                    <a:pt x="5684" y="11314"/>
                    <a:pt x="5684" y="11314"/>
                    <a:pt x="5684" y="11314"/>
                  </a:cubicBezTo>
                  <a:cubicBezTo>
                    <a:pt x="6252" y="11314"/>
                    <a:pt x="6252" y="11314"/>
                    <a:pt x="6252" y="11314"/>
                  </a:cubicBezTo>
                  <a:cubicBezTo>
                    <a:pt x="6252" y="10971"/>
                    <a:pt x="6252" y="10971"/>
                    <a:pt x="6252" y="10971"/>
                  </a:cubicBezTo>
                  <a:cubicBezTo>
                    <a:pt x="5684" y="10628"/>
                    <a:pt x="5684" y="10628"/>
                    <a:pt x="5684" y="10628"/>
                  </a:cubicBezTo>
                  <a:cubicBezTo>
                    <a:pt x="5684" y="10628"/>
                    <a:pt x="5684" y="10628"/>
                    <a:pt x="5684" y="10628"/>
                  </a:cubicBezTo>
                  <a:close/>
                  <a:moveTo>
                    <a:pt x="7389" y="15428"/>
                  </a:moveTo>
                  <a:cubicBezTo>
                    <a:pt x="7957" y="15428"/>
                    <a:pt x="7957" y="15428"/>
                    <a:pt x="7957" y="15428"/>
                  </a:cubicBezTo>
                  <a:cubicBezTo>
                    <a:pt x="8526" y="15085"/>
                    <a:pt x="8526" y="15085"/>
                    <a:pt x="8526" y="15085"/>
                  </a:cubicBezTo>
                  <a:cubicBezTo>
                    <a:pt x="7957" y="15085"/>
                    <a:pt x="7957" y="15085"/>
                    <a:pt x="7957" y="15085"/>
                  </a:cubicBezTo>
                  <a:cubicBezTo>
                    <a:pt x="7957" y="15085"/>
                    <a:pt x="7957" y="15085"/>
                    <a:pt x="7957" y="15085"/>
                  </a:cubicBezTo>
                  <a:cubicBezTo>
                    <a:pt x="7389" y="15085"/>
                    <a:pt x="7389" y="15085"/>
                    <a:pt x="7389" y="15085"/>
                  </a:cubicBezTo>
                  <a:cubicBezTo>
                    <a:pt x="7389" y="15085"/>
                    <a:pt x="7389" y="15428"/>
                    <a:pt x="7389" y="15428"/>
                  </a:cubicBezTo>
                  <a:close/>
                  <a:moveTo>
                    <a:pt x="6821" y="13714"/>
                  </a:moveTo>
                  <a:cubicBezTo>
                    <a:pt x="6821" y="13371"/>
                    <a:pt x="6821" y="13371"/>
                    <a:pt x="6821" y="13371"/>
                  </a:cubicBezTo>
                  <a:cubicBezTo>
                    <a:pt x="7389" y="13028"/>
                    <a:pt x="7389" y="13028"/>
                    <a:pt x="7389" y="13028"/>
                  </a:cubicBezTo>
                  <a:cubicBezTo>
                    <a:pt x="7389" y="13371"/>
                    <a:pt x="7389" y="13371"/>
                    <a:pt x="7389" y="13371"/>
                  </a:cubicBezTo>
                  <a:cubicBezTo>
                    <a:pt x="7389" y="13371"/>
                    <a:pt x="7389" y="13371"/>
                    <a:pt x="7389" y="13371"/>
                  </a:cubicBezTo>
                  <a:cubicBezTo>
                    <a:pt x="6821" y="13714"/>
                    <a:pt x="6821" y="13714"/>
                    <a:pt x="6821" y="13714"/>
                  </a:cubicBezTo>
                  <a:cubicBezTo>
                    <a:pt x="6821" y="13714"/>
                    <a:pt x="6821" y="13714"/>
                    <a:pt x="6821" y="13714"/>
                  </a:cubicBezTo>
                  <a:close/>
                  <a:moveTo>
                    <a:pt x="5684" y="21600"/>
                  </a:moveTo>
                  <a:cubicBezTo>
                    <a:pt x="6252" y="21600"/>
                    <a:pt x="6252" y="21600"/>
                    <a:pt x="6252" y="21600"/>
                  </a:cubicBezTo>
                  <a:cubicBezTo>
                    <a:pt x="5684" y="21257"/>
                    <a:pt x="5684" y="21257"/>
                    <a:pt x="5684" y="21257"/>
                  </a:cubicBezTo>
                  <a:cubicBezTo>
                    <a:pt x="6252" y="21257"/>
                    <a:pt x="6252" y="21257"/>
                    <a:pt x="6252" y="21257"/>
                  </a:cubicBezTo>
                  <a:cubicBezTo>
                    <a:pt x="6252" y="21257"/>
                    <a:pt x="6252" y="21257"/>
                    <a:pt x="6252" y="21257"/>
                  </a:cubicBezTo>
                  <a:cubicBezTo>
                    <a:pt x="6252" y="21257"/>
                    <a:pt x="6252" y="21257"/>
                    <a:pt x="6252" y="21257"/>
                  </a:cubicBezTo>
                  <a:cubicBezTo>
                    <a:pt x="6821" y="21257"/>
                    <a:pt x="6821" y="21257"/>
                    <a:pt x="6821" y="21257"/>
                  </a:cubicBezTo>
                  <a:cubicBezTo>
                    <a:pt x="6821" y="20914"/>
                    <a:pt x="6821" y="20914"/>
                    <a:pt x="6821" y="20914"/>
                  </a:cubicBezTo>
                  <a:cubicBezTo>
                    <a:pt x="7389" y="20914"/>
                    <a:pt x="7389" y="20914"/>
                    <a:pt x="7389" y="20914"/>
                  </a:cubicBezTo>
                  <a:cubicBezTo>
                    <a:pt x="7957" y="20914"/>
                    <a:pt x="7957" y="20914"/>
                    <a:pt x="7957" y="20914"/>
                  </a:cubicBezTo>
                  <a:cubicBezTo>
                    <a:pt x="7957" y="20914"/>
                    <a:pt x="7957" y="20914"/>
                    <a:pt x="7957" y="20914"/>
                  </a:cubicBezTo>
                  <a:cubicBezTo>
                    <a:pt x="7957" y="20914"/>
                    <a:pt x="7957" y="20914"/>
                    <a:pt x="7957" y="20914"/>
                  </a:cubicBezTo>
                  <a:cubicBezTo>
                    <a:pt x="8526" y="20914"/>
                    <a:pt x="8526" y="20914"/>
                    <a:pt x="8526" y="20914"/>
                  </a:cubicBezTo>
                  <a:cubicBezTo>
                    <a:pt x="8526" y="20914"/>
                    <a:pt x="8526" y="20914"/>
                    <a:pt x="8526" y="20914"/>
                  </a:cubicBezTo>
                  <a:cubicBezTo>
                    <a:pt x="9094" y="21257"/>
                    <a:pt x="9094" y="21257"/>
                    <a:pt x="9094" y="21257"/>
                  </a:cubicBezTo>
                  <a:cubicBezTo>
                    <a:pt x="9663" y="21257"/>
                    <a:pt x="9663" y="21257"/>
                    <a:pt x="9663" y="21257"/>
                  </a:cubicBezTo>
                  <a:cubicBezTo>
                    <a:pt x="9094" y="20914"/>
                    <a:pt x="9094" y="20914"/>
                    <a:pt x="9094" y="20914"/>
                  </a:cubicBezTo>
                  <a:cubicBezTo>
                    <a:pt x="9663" y="20914"/>
                    <a:pt x="9663" y="20914"/>
                    <a:pt x="9663" y="20914"/>
                  </a:cubicBezTo>
                  <a:cubicBezTo>
                    <a:pt x="9663" y="20914"/>
                    <a:pt x="9663" y="20914"/>
                    <a:pt x="9663" y="20914"/>
                  </a:cubicBezTo>
                  <a:cubicBezTo>
                    <a:pt x="9663" y="20571"/>
                    <a:pt x="9663" y="20571"/>
                    <a:pt x="9663" y="20571"/>
                  </a:cubicBezTo>
                  <a:cubicBezTo>
                    <a:pt x="9663" y="20571"/>
                    <a:pt x="9663" y="20571"/>
                    <a:pt x="9663" y="20571"/>
                  </a:cubicBezTo>
                  <a:cubicBezTo>
                    <a:pt x="10231" y="20228"/>
                    <a:pt x="10231" y="20228"/>
                    <a:pt x="10231" y="20228"/>
                  </a:cubicBezTo>
                  <a:cubicBezTo>
                    <a:pt x="10231" y="20228"/>
                    <a:pt x="10231" y="20228"/>
                    <a:pt x="10231" y="20228"/>
                  </a:cubicBezTo>
                  <a:cubicBezTo>
                    <a:pt x="11368" y="20228"/>
                    <a:pt x="11368" y="20228"/>
                    <a:pt x="11368" y="20228"/>
                  </a:cubicBezTo>
                  <a:cubicBezTo>
                    <a:pt x="11368" y="20228"/>
                    <a:pt x="11368" y="20228"/>
                    <a:pt x="11368" y="20228"/>
                  </a:cubicBezTo>
                  <a:cubicBezTo>
                    <a:pt x="11936" y="20571"/>
                    <a:pt x="11936" y="20571"/>
                    <a:pt x="11936" y="20571"/>
                  </a:cubicBezTo>
                  <a:cubicBezTo>
                    <a:pt x="12505" y="20228"/>
                    <a:pt x="12505" y="20228"/>
                    <a:pt x="12505" y="20228"/>
                  </a:cubicBezTo>
                  <a:cubicBezTo>
                    <a:pt x="13073" y="20228"/>
                    <a:pt x="13073" y="20228"/>
                    <a:pt x="13073" y="20228"/>
                  </a:cubicBezTo>
                  <a:cubicBezTo>
                    <a:pt x="13073" y="20571"/>
                    <a:pt x="13073" y="20571"/>
                    <a:pt x="13073" y="20571"/>
                  </a:cubicBezTo>
                  <a:cubicBezTo>
                    <a:pt x="13642" y="20228"/>
                    <a:pt x="13642" y="20228"/>
                    <a:pt x="13642" y="20228"/>
                  </a:cubicBezTo>
                  <a:cubicBezTo>
                    <a:pt x="14210" y="20228"/>
                    <a:pt x="14210" y="20228"/>
                    <a:pt x="14210" y="20228"/>
                  </a:cubicBezTo>
                  <a:cubicBezTo>
                    <a:pt x="14210" y="20228"/>
                    <a:pt x="14210" y="20228"/>
                    <a:pt x="14210" y="20228"/>
                  </a:cubicBezTo>
                  <a:cubicBezTo>
                    <a:pt x="14778" y="19885"/>
                    <a:pt x="14778" y="19885"/>
                    <a:pt x="14778" y="19885"/>
                  </a:cubicBezTo>
                  <a:cubicBezTo>
                    <a:pt x="15347" y="19885"/>
                    <a:pt x="15347" y="19885"/>
                    <a:pt x="15347" y="19885"/>
                  </a:cubicBezTo>
                  <a:cubicBezTo>
                    <a:pt x="15347" y="19885"/>
                    <a:pt x="15347" y="19885"/>
                    <a:pt x="15347" y="19885"/>
                  </a:cubicBezTo>
                  <a:cubicBezTo>
                    <a:pt x="15915" y="19885"/>
                    <a:pt x="15915" y="19885"/>
                    <a:pt x="15915" y="19885"/>
                  </a:cubicBezTo>
                  <a:cubicBezTo>
                    <a:pt x="15915" y="19885"/>
                    <a:pt x="15915" y="19885"/>
                    <a:pt x="15915" y="19885"/>
                  </a:cubicBezTo>
                  <a:cubicBezTo>
                    <a:pt x="15915" y="20228"/>
                    <a:pt x="15915" y="20228"/>
                    <a:pt x="15915" y="20228"/>
                  </a:cubicBezTo>
                  <a:cubicBezTo>
                    <a:pt x="16484" y="19885"/>
                    <a:pt x="16484" y="19885"/>
                    <a:pt x="16484" y="19885"/>
                  </a:cubicBezTo>
                  <a:cubicBezTo>
                    <a:pt x="17052" y="19885"/>
                    <a:pt x="17052" y="19885"/>
                    <a:pt x="17052" y="19885"/>
                  </a:cubicBezTo>
                  <a:cubicBezTo>
                    <a:pt x="17621" y="19885"/>
                    <a:pt x="17621" y="19885"/>
                    <a:pt x="17621" y="19885"/>
                  </a:cubicBezTo>
                  <a:cubicBezTo>
                    <a:pt x="18189" y="19885"/>
                    <a:pt x="18189" y="19885"/>
                    <a:pt x="18189" y="19885"/>
                  </a:cubicBezTo>
                  <a:cubicBezTo>
                    <a:pt x="18757" y="19885"/>
                    <a:pt x="18757" y="19885"/>
                    <a:pt x="18757" y="19885"/>
                  </a:cubicBezTo>
                  <a:cubicBezTo>
                    <a:pt x="18757" y="19885"/>
                    <a:pt x="18757" y="19885"/>
                    <a:pt x="18757" y="19885"/>
                  </a:cubicBezTo>
                  <a:cubicBezTo>
                    <a:pt x="19326" y="19885"/>
                    <a:pt x="19326" y="19885"/>
                    <a:pt x="19326" y="19885"/>
                  </a:cubicBezTo>
                  <a:cubicBezTo>
                    <a:pt x="19894" y="19542"/>
                    <a:pt x="19894" y="19542"/>
                    <a:pt x="19894" y="19542"/>
                  </a:cubicBezTo>
                  <a:cubicBezTo>
                    <a:pt x="19894" y="19542"/>
                    <a:pt x="19894" y="19542"/>
                    <a:pt x="19894" y="19542"/>
                  </a:cubicBezTo>
                  <a:cubicBezTo>
                    <a:pt x="19894" y="19542"/>
                    <a:pt x="19894" y="19542"/>
                    <a:pt x="19894" y="19542"/>
                  </a:cubicBezTo>
                  <a:cubicBezTo>
                    <a:pt x="19894" y="19542"/>
                    <a:pt x="19894" y="19542"/>
                    <a:pt x="19894" y="19542"/>
                  </a:cubicBezTo>
                  <a:cubicBezTo>
                    <a:pt x="20463" y="19200"/>
                    <a:pt x="20463" y="19200"/>
                    <a:pt x="20463" y="19200"/>
                  </a:cubicBezTo>
                  <a:cubicBezTo>
                    <a:pt x="21031" y="19200"/>
                    <a:pt x="21031" y="19200"/>
                    <a:pt x="21031" y="19200"/>
                  </a:cubicBezTo>
                  <a:cubicBezTo>
                    <a:pt x="21031" y="18857"/>
                    <a:pt x="21031" y="18857"/>
                    <a:pt x="21031" y="18857"/>
                  </a:cubicBezTo>
                  <a:cubicBezTo>
                    <a:pt x="21031" y="18857"/>
                    <a:pt x="21031" y="18857"/>
                    <a:pt x="21031" y="18857"/>
                  </a:cubicBezTo>
                  <a:cubicBezTo>
                    <a:pt x="21031" y="18857"/>
                    <a:pt x="21031" y="18857"/>
                    <a:pt x="21031" y="18857"/>
                  </a:cubicBezTo>
                  <a:cubicBezTo>
                    <a:pt x="20463" y="18857"/>
                    <a:pt x="20463" y="18857"/>
                    <a:pt x="20463" y="18857"/>
                  </a:cubicBezTo>
                  <a:cubicBezTo>
                    <a:pt x="19894" y="18857"/>
                    <a:pt x="19894" y="18857"/>
                    <a:pt x="19894" y="18857"/>
                  </a:cubicBezTo>
                  <a:cubicBezTo>
                    <a:pt x="19894" y="18857"/>
                    <a:pt x="19894" y="18857"/>
                    <a:pt x="19894" y="18857"/>
                  </a:cubicBezTo>
                  <a:cubicBezTo>
                    <a:pt x="19326" y="18857"/>
                    <a:pt x="19326" y="18857"/>
                    <a:pt x="19326" y="18857"/>
                  </a:cubicBezTo>
                  <a:cubicBezTo>
                    <a:pt x="19326" y="18857"/>
                    <a:pt x="19326" y="18857"/>
                    <a:pt x="19326" y="18857"/>
                  </a:cubicBezTo>
                  <a:cubicBezTo>
                    <a:pt x="19326" y="18514"/>
                    <a:pt x="19326" y="18514"/>
                    <a:pt x="19326" y="18514"/>
                  </a:cubicBezTo>
                  <a:cubicBezTo>
                    <a:pt x="19326" y="18514"/>
                    <a:pt x="19326" y="18514"/>
                    <a:pt x="19326" y="18514"/>
                  </a:cubicBezTo>
                  <a:cubicBezTo>
                    <a:pt x="19326" y="18514"/>
                    <a:pt x="19326" y="18514"/>
                    <a:pt x="19326" y="18514"/>
                  </a:cubicBezTo>
                  <a:cubicBezTo>
                    <a:pt x="18757" y="18514"/>
                    <a:pt x="18757" y="18514"/>
                    <a:pt x="18757" y="18514"/>
                  </a:cubicBezTo>
                  <a:cubicBezTo>
                    <a:pt x="18757" y="18514"/>
                    <a:pt x="18757" y="18514"/>
                    <a:pt x="18757" y="18514"/>
                  </a:cubicBezTo>
                  <a:cubicBezTo>
                    <a:pt x="19326" y="18514"/>
                    <a:pt x="19326" y="18514"/>
                    <a:pt x="19326" y="18514"/>
                  </a:cubicBezTo>
                  <a:cubicBezTo>
                    <a:pt x="19326" y="18514"/>
                    <a:pt x="19326" y="18514"/>
                    <a:pt x="19326" y="18514"/>
                  </a:cubicBezTo>
                  <a:cubicBezTo>
                    <a:pt x="19894" y="18514"/>
                    <a:pt x="19894" y="18514"/>
                    <a:pt x="19894" y="18514"/>
                  </a:cubicBezTo>
                  <a:cubicBezTo>
                    <a:pt x="19894" y="18171"/>
                    <a:pt x="19894" y="18171"/>
                    <a:pt x="19894" y="18171"/>
                  </a:cubicBezTo>
                  <a:cubicBezTo>
                    <a:pt x="19326" y="18171"/>
                    <a:pt x="19326" y="18171"/>
                    <a:pt x="19326" y="18171"/>
                  </a:cubicBezTo>
                  <a:cubicBezTo>
                    <a:pt x="19894" y="18171"/>
                    <a:pt x="19894" y="18171"/>
                    <a:pt x="19894" y="18171"/>
                  </a:cubicBezTo>
                  <a:cubicBezTo>
                    <a:pt x="19894" y="17828"/>
                    <a:pt x="19894" y="17828"/>
                    <a:pt x="19894" y="17828"/>
                  </a:cubicBezTo>
                  <a:cubicBezTo>
                    <a:pt x="19894" y="18171"/>
                    <a:pt x="19894" y="18171"/>
                    <a:pt x="19894" y="18171"/>
                  </a:cubicBezTo>
                  <a:cubicBezTo>
                    <a:pt x="20463" y="17828"/>
                    <a:pt x="20463" y="17828"/>
                    <a:pt x="20463" y="17828"/>
                  </a:cubicBezTo>
                  <a:cubicBezTo>
                    <a:pt x="20463" y="17828"/>
                    <a:pt x="20463" y="17828"/>
                    <a:pt x="20463" y="17828"/>
                  </a:cubicBezTo>
                  <a:cubicBezTo>
                    <a:pt x="20463" y="17828"/>
                    <a:pt x="20463" y="17828"/>
                    <a:pt x="20463" y="17828"/>
                  </a:cubicBezTo>
                  <a:cubicBezTo>
                    <a:pt x="20463" y="17485"/>
                    <a:pt x="20463" y="17485"/>
                    <a:pt x="20463" y="17485"/>
                  </a:cubicBezTo>
                  <a:cubicBezTo>
                    <a:pt x="19894" y="17485"/>
                    <a:pt x="19894" y="17485"/>
                    <a:pt x="19894" y="17485"/>
                  </a:cubicBezTo>
                  <a:cubicBezTo>
                    <a:pt x="20463" y="17485"/>
                    <a:pt x="20463" y="17485"/>
                    <a:pt x="20463" y="17485"/>
                  </a:cubicBezTo>
                  <a:cubicBezTo>
                    <a:pt x="20463" y="17485"/>
                    <a:pt x="20463" y="17485"/>
                    <a:pt x="20463" y="17485"/>
                  </a:cubicBezTo>
                  <a:cubicBezTo>
                    <a:pt x="20463" y="17485"/>
                    <a:pt x="20463" y="17485"/>
                    <a:pt x="20463" y="17485"/>
                  </a:cubicBezTo>
                  <a:cubicBezTo>
                    <a:pt x="21031" y="17485"/>
                    <a:pt x="21031" y="17485"/>
                    <a:pt x="21031" y="17485"/>
                  </a:cubicBezTo>
                  <a:cubicBezTo>
                    <a:pt x="21031" y="17485"/>
                    <a:pt x="21031" y="17485"/>
                    <a:pt x="21031" y="17485"/>
                  </a:cubicBezTo>
                  <a:cubicBezTo>
                    <a:pt x="21031" y="16799"/>
                    <a:pt x="21031" y="16799"/>
                    <a:pt x="21031" y="16799"/>
                  </a:cubicBezTo>
                  <a:cubicBezTo>
                    <a:pt x="21600" y="16457"/>
                    <a:pt x="21600" y="16457"/>
                    <a:pt x="21600" y="16457"/>
                  </a:cubicBezTo>
                  <a:cubicBezTo>
                    <a:pt x="21031" y="16457"/>
                    <a:pt x="21031" y="16457"/>
                    <a:pt x="21031" y="16457"/>
                  </a:cubicBezTo>
                  <a:cubicBezTo>
                    <a:pt x="21031" y="16114"/>
                    <a:pt x="21031" y="16114"/>
                    <a:pt x="21031" y="16114"/>
                  </a:cubicBezTo>
                  <a:cubicBezTo>
                    <a:pt x="20463" y="15771"/>
                    <a:pt x="20463" y="15771"/>
                    <a:pt x="20463" y="15771"/>
                  </a:cubicBezTo>
                  <a:cubicBezTo>
                    <a:pt x="19326" y="15771"/>
                    <a:pt x="19326" y="15771"/>
                    <a:pt x="19326" y="15771"/>
                  </a:cubicBezTo>
                  <a:cubicBezTo>
                    <a:pt x="18189" y="15771"/>
                    <a:pt x="18189" y="15771"/>
                    <a:pt x="18189" y="15771"/>
                  </a:cubicBezTo>
                  <a:cubicBezTo>
                    <a:pt x="18189" y="16114"/>
                    <a:pt x="18189" y="16114"/>
                    <a:pt x="18189" y="16114"/>
                  </a:cubicBezTo>
                  <a:cubicBezTo>
                    <a:pt x="18189" y="16114"/>
                    <a:pt x="18189" y="16114"/>
                    <a:pt x="18189" y="16114"/>
                  </a:cubicBezTo>
                  <a:cubicBezTo>
                    <a:pt x="17621" y="16114"/>
                    <a:pt x="17621" y="16114"/>
                    <a:pt x="17621" y="16114"/>
                  </a:cubicBezTo>
                  <a:cubicBezTo>
                    <a:pt x="17621" y="15771"/>
                    <a:pt x="17621" y="15771"/>
                    <a:pt x="17621" y="15771"/>
                  </a:cubicBezTo>
                  <a:cubicBezTo>
                    <a:pt x="18189" y="15428"/>
                    <a:pt x="18189" y="15428"/>
                    <a:pt x="18189" y="15428"/>
                  </a:cubicBezTo>
                  <a:cubicBezTo>
                    <a:pt x="18189" y="15085"/>
                    <a:pt x="18189" y="15085"/>
                    <a:pt x="18189" y="15085"/>
                  </a:cubicBezTo>
                  <a:cubicBezTo>
                    <a:pt x="17621" y="14742"/>
                    <a:pt x="17621" y="14742"/>
                    <a:pt x="17621" y="14742"/>
                  </a:cubicBezTo>
                  <a:cubicBezTo>
                    <a:pt x="17052" y="14742"/>
                    <a:pt x="17052" y="14742"/>
                    <a:pt x="17052" y="14742"/>
                  </a:cubicBezTo>
                  <a:cubicBezTo>
                    <a:pt x="17052" y="14400"/>
                    <a:pt x="17052" y="14400"/>
                    <a:pt x="17052" y="14400"/>
                  </a:cubicBezTo>
                  <a:cubicBezTo>
                    <a:pt x="16484" y="14400"/>
                    <a:pt x="16484" y="14400"/>
                    <a:pt x="16484" y="14400"/>
                  </a:cubicBezTo>
                  <a:cubicBezTo>
                    <a:pt x="16484" y="14400"/>
                    <a:pt x="16484" y="14400"/>
                    <a:pt x="16484" y="14400"/>
                  </a:cubicBezTo>
                  <a:cubicBezTo>
                    <a:pt x="15915" y="14400"/>
                    <a:pt x="15915" y="14400"/>
                    <a:pt x="15915" y="14400"/>
                  </a:cubicBezTo>
                  <a:cubicBezTo>
                    <a:pt x="15915" y="14400"/>
                    <a:pt x="15915" y="14400"/>
                    <a:pt x="15915" y="14400"/>
                  </a:cubicBezTo>
                  <a:cubicBezTo>
                    <a:pt x="15915" y="14400"/>
                    <a:pt x="15915" y="14400"/>
                    <a:pt x="15915" y="14400"/>
                  </a:cubicBezTo>
                  <a:cubicBezTo>
                    <a:pt x="15915" y="14400"/>
                    <a:pt x="15915" y="14400"/>
                    <a:pt x="15915" y="14400"/>
                  </a:cubicBezTo>
                  <a:cubicBezTo>
                    <a:pt x="16484" y="14400"/>
                    <a:pt x="16484" y="14400"/>
                    <a:pt x="16484" y="14400"/>
                  </a:cubicBezTo>
                  <a:cubicBezTo>
                    <a:pt x="16484" y="14400"/>
                    <a:pt x="16484" y="14400"/>
                    <a:pt x="16484" y="14400"/>
                  </a:cubicBezTo>
                  <a:cubicBezTo>
                    <a:pt x="17052" y="14400"/>
                    <a:pt x="17052" y="14400"/>
                    <a:pt x="17052" y="14400"/>
                  </a:cubicBezTo>
                  <a:cubicBezTo>
                    <a:pt x="17052" y="14400"/>
                    <a:pt x="17052" y="14400"/>
                    <a:pt x="17052" y="14400"/>
                  </a:cubicBezTo>
                  <a:cubicBezTo>
                    <a:pt x="17052" y="14400"/>
                    <a:pt x="17052" y="14400"/>
                    <a:pt x="17052" y="14400"/>
                  </a:cubicBezTo>
                  <a:cubicBezTo>
                    <a:pt x="17621" y="14400"/>
                    <a:pt x="17621" y="14400"/>
                    <a:pt x="17621" y="14400"/>
                  </a:cubicBezTo>
                  <a:cubicBezTo>
                    <a:pt x="17052" y="14057"/>
                    <a:pt x="17052" y="14057"/>
                    <a:pt x="17052" y="14057"/>
                  </a:cubicBezTo>
                  <a:cubicBezTo>
                    <a:pt x="16484" y="13714"/>
                    <a:pt x="16484" y="13714"/>
                    <a:pt x="16484" y="13714"/>
                  </a:cubicBezTo>
                  <a:cubicBezTo>
                    <a:pt x="16484" y="13714"/>
                    <a:pt x="16484" y="13714"/>
                    <a:pt x="16484" y="13714"/>
                  </a:cubicBezTo>
                  <a:cubicBezTo>
                    <a:pt x="17052" y="13714"/>
                    <a:pt x="17052" y="13714"/>
                    <a:pt x="17052" y="13714"/>
                  </a:cubicBezTo>
                  <a:cubicBezTo>
                    <a:pt x="16484" y="13371"/>
                    <a:pt x="16484" y="13371"/>
                    <a:pt x="16484" y="13371"/>
                  </a:cubicBezTo>
                  <a:cubicBezTo>
                    <a:pt x="16484" y="13371"/>
                    <a:pt x="16484" y="13371"/>
                    <a:pt x="16484" y="13371"/>
                  </a:cubicBezTo>
                  <a:cubicBezTo>
                    <a:pt x="16484" y="13371"/>
                    <a:pt x="16484" y="13371"/>
                    <a:pt x="16484" y="13371"/>
                  </a:cubicBezTo>
                  <a:cubicBezTo>
                    <a:pt x="15915" y="13028"/>
                    <a:pt x="15915" y="13028"/>
                    <a:pt x="15915" y="13028"/>
                  </a:cubicBezTo>
                  <a:cubicBezTo>
                    <a:pt x="15347" y="12685"/>
                    <a:pt x="15347" y="12685"/>
                    <a:pt x="15347" y="12685"/>
                  </a:cubicBezTo>
                  <a:cubicBezTo>
                    <a:pt x="14210" y="12685"/>
                    <a:pt x="14210" y="12685"/>
                    <a:pt x="14210" y="12685"/>
                  </a:cubicBezTo>
                  <a:cubicBezTo>
                    <a:pt x="14210" y="12342"/>
                    <a:pt x="14210" y="12342"/>
                    <a:pt x="14210" y="12342"/>
                  </a:cubicBezTo>
                  <a:cubicBezTo>
                    <a:pt x="14210" y="12342"/>
                    <a:pt x="14210" y="12342"/>
                    <a:pt x="14210" y="12342"/>
                  </a:cubicBezTo>
                  <a:cubicBezTo>
                    <a:pt x="14210" y="11999"/>
                    <a:pt x="14210" y="11999"/>
                    <a:pt x="14210" y="11999"/>
                  </a:cubicBezTo>
                  <a:cubicBezTo>
                    <a:pt x="13642" y="11657"/>
                    <a:pt x="13642" y="11657"/>
                    <a:pt x="13642" y="11657"/>
                  </a:cubicBezTo>
                  <a:cubicBezTo>
                    <a:pt x="13642" y="10971"/>
                    <a:pt x="13642" y="10971"/>
                    <a:pt x="13642" y="10971"/>
                  </a:cubicBezTo>
                  <a:cubicBezTo>
                    <a:pt x="13073" y="10971"/>
                    <a:pt x="13073" y="10971"/>
                    <a:pt x="13073" y="10971"/>
                  </a:cubicBezTo>
                  <a:cubicBezTo>
                    <a:pt x="13073" y="10971"/>
                    <a:pt x="13073" y="10971"/>
                    <a:pt x="13073" y="10971"/>
                  </a:cubicBezTo>
                  <a:cubicBezTo>
                    <a:pt x="12505" y="10285"/>
                    <a:pt x="12505" y="10285"/>
                    <a:pt x="12505" y="10285"/>
                  </a:cubicBezTo>
                  <a:cubicBezTo>
                    <a:pt x="11936" y="10285"/>
                    <a:pt x="11936" y="10285"/>
                    <a:pt x="11936" y="10285"/>
                  </a:cubicBezTo>
                  <a:cubicBezTo>
                    <a:pt x="11368" y="9942"/>
                    <a:pt x="11368" y="9942"/>
                    <a:pt x="11368" y="9942"/>
                  </a:cubicBezTo>
                  <a:cubicBezTo>
                    <a:pt x="10800" y="9942"/>
                    <a:pt x="10800" y="9942"/>
                    <a:pt x="10800" y="9942"/>
                  </a:cubicBezTo>
                  <a:cubicBezTo>
                    <a:pt x="10800" y="9942"/>
                    <a:pt x="10800" y="9942"/>
                    <a:pt x="10800" y="9942"/>
                  </a:cubicBezTo>
                  <a:cubicBezTo>
                    <a:pt x="10231" y="10285"/>
                    <a:pt x="10231" y="10285"/>
                    <a:pt x="10231" y="10285"/>
                  </a:cubicBezTo>
                  <a:cubicBezTo>
                    <a:pt x="9663" y="9942"/>
                    <a:pt x="9663" y="9942"/>
                    <a:pt x="9663" y="9942"/>
                  </a:cubicBezTo>
                  <a:cubicBezTo>
                    <a:pt x="9663" y="9942"/>
                    <a:pt x="9663" y="9942"/>
                    <a:pt x="9663" y="9942"/>
                  </a:cubicBezTo>
                  <a:cubicBezTo>
                    <a:pt x="9094" y="9942"/>
                    <a:pt x="9094" y="9942"/>
                    <a:pt x="9094" y="9942"/>
                  </a:cubicBezTo>
                  <a:cubicBezTo>
                    <a:pt x="9094" y="9942"/>
                    <a:pt x="9094" y="9942"/>
                    <a:pt x="9094" y="9942"/>
                  </a:cubicBezTo>
                  <a:cubicBezTo>
                    <a:pt x="9094" y="9942"/>
                    <a:pt x="9094" y="9942"/>
                    <a:pt x="9094" y="9942"/>
                  </a:cubicBezTo>
                  <a:cubicBezTo>
                    <a:pt x="9663" y="9942"/>
                    <a:pt x="9663" y="9942"/>
                    <a:pt x="9663" y="9942"/>
                  </a:cubicBezTo>
                  <a:cubicBezTo>
                    <a:pt x="10231" y="9942"/>
                    <a:pt x="10231" y="9942"/>
                    <a:pt x="10231" y="9942"/>
                  </a:cubicBezTo>
                  <a:cubicBezTo>
                    <a:pt x="10231" y="9600"/>
                    <a:pt x="10231" y="9600"/>
                    <a:pt x="10231" y="9600"/>
                  </a:cubicBezTo>
                  <a:cubicBezTo>
                    <a:pt x="10800" y="9600"/>
                    <a:pt x="10800" y="9600"/>
                    <a:pt x="10800" y="9600"/>
                  </a:cubicBezTo>
                  <a:cubicBezTo>
                    <a:pt x="11368" y="9600"/>
                    <a:pt x="11368" y="9600"/>
                    <a:pt x="11368" y="9600"/>
                  </a:cubicBezTo>
                  <a:cubicBezTo>
                    <a:pt x="10800" y="9257"/>
                    <a:pt x="10800" y="9257"/>
                    <a:pt x="10800" y="9257"/>
                  </a:cubicBezTo>
                  <a:cubicBezTo>
                    <a:pt x="10800" y="9257"/>
                    <a:pt x="10800" y="9257"/>
                    <a:pt x="10800" y="9257"/>
                  </a:cubicBezTo>
                  <a:cubicBezTo>
                    <a:pt x="10800" y="9257"/>
                    <a:pt x="10800" y="9257"/>
                    <a:pt x="10800" y="9257"/>
                  </a:cubicBezTo>
                  <a:cubicBezTo>
                    <a:pt x="10231" y="9257"/>
                    <a:pt x="10231" y="9257"/>
                    <a:pt x="10231" y="9257"/>
                  </a:cubicBezTo>
                  <a:cubicBezTo>
                    <a:pt x="9663" y="9257"/>
                    <a:pt x="9663" y="9257"/>
                    <a:pt x="9663" y="9257"/>
                  </a:cubicBezTo>
                  <a:cubicBezTo>
                    <a:pt x="10231" y="9257"/>
                    <a:pt x="10231" y="9257"/>
                    <a:pt x="10231" y="9257"/>
                  </a:cubicBezTo>
                  <a:cubicBezTo>
                    <a:pt x="10800" y="9257"/>
                    <a:pt x="10800" y="9257"/>
                    <a:pt x="10800" y="9257"/>
                  </a:cubicBezTo>
                  <a:cubicBezTo>
                    <a:pt x="11368" y="8914"/>
                    <a:pt x="11368" y="8914"/>
                    <a:pt x="11368" y="8914"/>
                  </a:cubicBezTo>
                  <a:cubicBezTo>
                    <a:pt x="11368" y="8914"/>
                    <a:pt x="11368" y="8914"/>
                    <a:pt x="11368" y="8914"/>
                  </a:cubicBezTo>
                  <a:cubicBezTo>
                    <a:pt x="11368" y="8571"/>
                    <a:pt x="11368" y="8571"/>
                    <a:pt x="11368" y="8571"/>
                  </a:cubicBezTo>
                  <a:cubicBezTo>
                    <a:pt x="11936" y="8228"/>
                    <a:pt x="11936" y="8228"/>
                    <a:pt x="11936" y="8228"/>
                  </a:cubicBezTo>
                  <a:cubicBezTo>
                    <a:pt x="11936" y="8228"/>
                    <a:pt x="11936" y="8228"/>
                    <a:pt x="11936" y="8228"/>
                  </a:cubicBezTo>
                  <a:cubicBezTo>
                    <a:pt x="11936" y="8228"/>
                    <a:pt x="11936" y="8228"/>
                    <a:pt x="11936" y="8228"/>
                  </a:cubicBezTo>
                  <a:cubicBezTo>
                    <a:pt x="12505" y="7885"/>
                    <a:pt x="12505" y="7885"/>
                    <a:pt x="12505" y="7885"/>
                  </a:cubicBezTo>
                  <a:cubicBezTo>
                    <a:pt x="11936" y="7885"/>
                    <a:pt x="11936" y="7885"/>
                    <a:pt x="11936" y="7885"/>
                  </a:cubicBezTo>
                  <a:cubicBezTo>
                    <a:pt x="12505" y="7542"/>
                    <a:pt x="12505" y="7542"/>
                    <a:pt x="12505" y="7542"/>
                  </a:cubicBezTo>
                  <a:cubicBezTo>
                    <a:pt x="13073" y="7199"/>
                    <a:pt x="13073" y="7199"/>
                    <a:pt x="13073" y="7199"/>
                  </a:cubicBezTo>
                  <a:cubicBezTo>
                    <a:pt x="13073" y="7199"/>
                    <a:pt x="13073" y="7199"/>
                    <a:pt x="13073" y="7199"/>
                  </a:cubicBezTo>
                  <a:cubicBezTo>
                    <a:pt x="12505" y="6857"/>
                    <a:pt x="12505" y="6857"/>
                    <a:pt x="12505" y="6857"/>
                  </a:cubicBezTo>
                  <a:cubicBezTo>
                    <a:pt x="11936" y="6857"/>
                    <a:pt x="11936" y="6857"/>
                    <a:pt x="11936" y="6857"/>
                  </a:cubicBezTo>
                  <a:cubicBezTo>
                    <a:pt x="11368" y="6857"/>
                    <a:pt x="11368" y="6857"/>
                    <a:pt x="11368" y="6857"/>
                  </a:cubicBezTo>
                  <a:cubicBezTo>
                    <a:pt x="10231" y="6857"/>
                    <a:pt x="10231" y="6857"/>
                    <a:pt x="10231" y="6857"/>
                  </a:cubicBezTo>
                  <a:cubicBezTo>
                    <a:pt x="10231" y="6857"/>
                    <a:pt x="10231" y="6857"/>
                    <a:pt x="10231" y="6857"/>
                  </a:cubicBezTo>
                  <a:cubicBezTo>
                    <a:pt x="10231" y="6857"/>
                    <a:pt x="10231" y="6857"/>
                    <a:pt x="10231" y="6857"/>
                  </a:cubicBezTo>
                  <a:cubicBezTo>
                    <a:pt x="9663" y="6857"/>
                    <a:pt x="9663" y="6857"/>
                    <a:pt x="9663" y="6857"/>
                  </a:cubicBezTo>
                  <a:cubicBezTo>
                    <a:pt x="9094" y="6857"/>
                    <a:pt x="9094" y="6857"/>
                    <a:pt x="9094" y="6857"/>
                  </a:cubicBezTo>
                  <a:cubicBezTo>
                    <a:pt x="9094" y="6857"/>
                    <a:pt x="9094" y="6857"/>
                    <a:pt x="9094" y="6857"/>
                  </a:cubicBezTo>
                  <a:cubicBezTo>
                    <a:pt x="9094" y="6857"/>
                    <a:pt x="9094" y="6857"/>
                    <a:pt x="9094" y="6857"/>
                  </a:cubicBezTo>
                  <a:cubicBezTo>
                    <a:pt x="8526" y="7199"/>
                    <a:pt x="8526" y="7199"/>
                    <a:pt x="8526" y="7199"/>
                  </a:cubicBezTo>
                  <a:cubicBezTo>
                    <a:pt x="8526" y="7199"/>
                    <a:pt x="8526" y="7199"/>
                    <a:pt x="8526" y="7199"/>
                  </a:cubicBezTo>
                  <a:cubicBezTo>
                    <a:pt x="7957" y="7199"/>
                    <a:pt x="7957" y="7199"/>
                    <a:pt x="7957" y="7199"/>
                  </a:cubicBezTo>
                  <a:cubicBezTo>
                    <a:pt x="7957" y="7199"/>
                    <a:pt x="7957" y="7199"/>
                    <a:pt x="7957" y="7199"/>
                  </a:cubicBezTo>
                  <a:cubicBezTo>
                    <a:pt x="8526" y="6857"/>
                    <a:pt x="8526" y="6857"/>
                    <a:pt x="8526" y="6857"/>
                  </a:cubicBezTo>
                  <a:cubicBezTo>
                    <a:pt x="8526" y="6514"/>
                    <a:pt x="8526" y="6514"/>
                    <a:pt x="8526" y="6514"/>
                  </a:cubicBezTo>
                  <a:cubicBezTo>
                    <a:pt x="8526" y="6514"/>
                    <a:pt x="8526" y="6514"/>
                    <a:pt x="8526" y="6514"/>
                  </a:cubicBezTo>
                  <a:cubicBezTo>
                    <a:pt x="7957" y="6514"/>
                    <a:pt x="7957" y="6514"/>
                    <a:pt x="7957" y="6514"/>
                  </a:cubicBezTo>
                  <a:cubicBezTo>
                    <a:pt x="8526" y="6514"/>
                    <a:pt x="8526" y="6514"/>
                    <a:pt x="8526" y="6514"/>
                  </a:cubicBezTo>
                  <a:cubicBezTo>
                    <a:pt x="8526" y="6171"/>
                    <a:pt x="8526" y="6171"/>
                    <a:pt x="8526" y="6171"/>
                  </a:cubicBezTo>
                  <a:cubicBezTo>
                    <a:pt x="9663" y="5828"/>
                    <a:pt x="9663" y="5828"/>
                    <a:pt x="9663" y="5828"/>
                  </a:cubicBezTo>
                  <a:cubicBezTo>
                    <a:pt x="9663" y="5485"/>
                    <a:pt x="9663" y="5485"/>
                    <a:pt x="9663" y="5485"/>
                  </a:cubicBezTo>
                  <a:cubicBezTo>
                    <a:pt x="10231" y="5485"/>
                    <a:pt x="10231" y="5485"/>
                    <a:pt x="10231" y="5485"/>
                  </a:cubicBezTo>
                  <a:cubicBezTo>
                    <a:pt x="10231" y="5485"/>
                    <a:pt x="10231" y="5485"/>
                    <a:pt x="10231" y="5485"/>
                  </a:cubicBezTo>
                  <a:cubicBezTo>
                    <a:pt x="10231" y="5142"/>
                    <a:pt x="10231" y="5142"/>
                    <a:pt x="10231" y="5142"/>
                  </a:cubicBezTo>
                  <a:cubicBezTo>
                    <a:pt x="10231" y="5142"/>
                    <a:pt x="10231" y="5142"/>
                    <a:pt x="10231" y="5142"/>
                  </a:cubicBezTo>
                  <a:cubicBezTo>
                    <a:pt x="10231" y="4799"/>
                    <a:pt x="10231" y="4799"/>
                    <a:pt x="10231" y="4799"/>
                  </a:cubicBezTo>
                  <a:cubicBezTo>
                    <a:pt x="9663" y="4799"/>
                    <a:pt x="9663" y="4799"/>
                    <a:pt x="9663" y="4799"/>
                  </a:cubicBezTo>
                  <a:cubicBezTo>
                    <a:pt x="9663" y="5142"/>
                    <a:pt x="9663" y="5142"/>
                    <a:pt x="9663" y="5142"/>
                  </a:cubicBezTo>
                  <a:cubicBezTo>
                    <a:pt x="9094" y="5142"/>
                    <a:pt x="9094" y="5142"/>
                    <a:pt x="9094" y="5142"/>
                  </a:cubicBezTo>
                  <a:cubicBezTo>
                    <a:pt x="8526" y="5142"/>
                    <a:pt x="8526" y="5142"/>
                    <a:pt x="8526" y="5142"/>
                  </a:cubicBezTo>
                  <a:cubicBezTo>
                    <a:pt x="7957" y="5142"/>
                    <a:pt x="7957" y="5142"/>
                    <a:pt x="7957" y="5142"/>
                  </a:cubicBezTo>
                  <a:cubicBezTo>
                    <a:pt x="7957" y="5142"/>
                    <a:pt x="7957" y="5142"/>
                    <a:pt x="7957" y="5142"/>
                  </a:cubicBezTo>
                  <a:cubicBezTo>
                    <a:pt x="7389" y="5142"/>
                    <a:pt x="7389" y="5142"/>
                    <a:pt x="7389" y="5142"/>
                  </a:cubicBezTo>
                  <a:cubicBezTo>
                    <a:pt x="7389" y="5142"/>
                    <a:pt x="7389" y="5142"/>
                    <a:pt x="7389" y="5142"/>
                  </a:cubicBezTo>
                  <a:cubicBezTo>
                    <a:pt x="7389" y="5142"/>
                    <a:pt x="7389" y="5142"/>
                    <a:pt x="7389" y="5142"/>
                  </a:cubicBezTo>
                  <a:cubicBezTo>
                    <a:pt x="7389" y="5142"/>
                    <a:pt x="7389" y="5142"/>
                    <a:pt x="7389" y="5142"/>
                  </a:cubicBezTo>
                  <a:cubicBezTo>
                    <a:pt x="6821" y="5485"/>
                    <a:pt x="6821" y="5485"/>
                    <a:pt x="6821" y="5485"/>
                  </a:cubicBezTo>
                  <a:cubicBezTo>
                    <a:pt x="6821" y="5142"/>
                    <a:pt x="6821" y="5142"/>
                    <a:pt x="6821" y="5142"/>
                  </a:cubicBezTo>
                  <a:cubicBezTo>
                    <a:pt x="6252" y="5142"/>
                    <a:pt x="6252" y="5142"/>
                    <a:pt x="6252" y="5142"/>
                  </a:cubicBezTo>
                  <a:cubicBezTo>
                    <a:pt x="6252" y="5142"/>
                    <a:pt x="6252" y="5142"/>
                    <a:pt x="6252" y="5142"/>
                  </a:cubicBezTo>
                  <a:cubicBezTo>
                    <a:pt x="6252" y="5142"/>
                    <a:pt x="6252" y="5142"/>
                    <a:pt x="6252" y="5142"/>
                  </a:cubicBezTo>
                  <a:cubicBezTo>
                    <a:pt x="6252" y="5485"/>
                    <a:pt x="6252" y="5485"/>
                    <a:pt x="6252" y="5485"/>
                  </a:cubicBezTo>
                  <a:cubicBezTo>
                    <a:pt x="6252" y="5485"/>
                    <a:pt x="6252" y="5485"/>
                    <a:pt x="6252" y="5485"/>
                  </a:cubicBezTo>
                  <a:cubicBezTo>
                    <a:pt x="6252" y="5828"/>
                    <a:pt x="6252" y="5828"/>
                    <a:pt x="6252" y="5828"/>
                  </a:cubicBezTo>
                  <a:cubicBezTo>
                    <a:pt x="5684" y="5828"/>
                    <a:pt x="5684" y="5828"/>
                    <a:pt x="5684" y="5828"/>
                  </a:cubicBezTo>
                  <a:cubicBezTo>
                    <a:pt x="5684" y="5828"/>
                    <a:pt x="5684" y="5828"/>
                    <a:pt x="5684" y="5828"/>
                  </a:cubicBezTo>
                  <a:cubicBezTo>
                    <a:pt x="5684" y="6171"/>
                    <a:pt x="5684" y="6171"/>
                    <a:pt x="5684" y="6171"/>
                  </a:cubicBezTo>
                  <a:cubicBezTo>
                    <a:pt x="5684" y="6171"/>
                    <a:pt x="5684" y="6171"/>
                    <a:pt x="5684" y="6171"/>
                  </a:cubicBezTo>
                  <a:cubicBezTo>
                    <a:pt x="6252" y="6514"/>
                    <a:pt x="6252" y="6514"/>
                    <a:pt x="6252" y="6514"/>
                  </a:cubicBezTo>
                  <a:cubicBezTo>
                    <a:pt x="6252" y="6514"/>
                    <a:pt x="6252" y="6514"/>
                    <a:pt x="6252" y="6514"/>
                  </a:cubicBezTo>
                  <a:cubicBezTo>
                    <a:pt x="5684" y="6514"/>
                    <a:pt x="5684" y="6514"/>
                    <a:pt x="5684" y="6514"/>
                  </a:cubicBezTo>
                  <a:cubicBezTo>
                    <a:pt x="5684" y="6514"/>
                    <a:pt x="5684" y="6514"/>
                    <a:pt x="5684" y="6514"/>
                  </a:cubicBezTo>
                  <a:cubicBezTo>
                    <a:pt x="5115" y="6171"/>
                    <a:pt x="5115" y="6171"/>
                    <a:pt x="5115" y="6171"/>
                  </a:cubicBezTo>
                  <a:cubicBezTo>
                    <a:pt x="5115" y="6514"/>
                    <a:pt x="5115" y="6514"/>
                    <a:pt x="5115" y="6514"/>
                  </a:cubicBezTo>
                  <a:cubicBezTo>
                    <a:pt x="5115" y="6514"/>
                    <a:pt x="5115" y="6514"/>
                    <a:pt x="5115" y="6514"/>
                  </a:cubicBezTo>
                  <a:cubicBezTo>
                    <a:pt x="5115" y="6514"/>
                    <a:pt x="5115" y="6514"/>
                    <a:pt x="5115" y="6514"/>
                  </a:cubicBezTo>
                  <a:cubicBezTo>
                    <a:pt x="5115" y="6514"/>
                    <a:pt x="5115" y="6514"/>
                    <a:pt x="5115" y="6514"/>
                  </a:cubicBezTo>
                  <a:cubicBezTo>
                    <a:pt x="4547" y="6514"/>
                    <a:pt x="4547" y="6514"/>
                    <a:pt x="4547" y="6514"/>
                  </a:cubicBezTo>
                  <a:cubicBezTo>
                    <a:pt x="5115" y="6857"/>
                    <a:pt x="5115" y="6857"/>
                    <a:pt x="5115" y="6857"/>
                  </a:cubicBezTo>
                  <a:cubicBezTo>
                    <a:pt x="4547" y="6857"/>
                    <a:pt x="4547" y="6857"/>
                    <a:pt x="4547" y="6857"/>
                  </a:cubicBezTo>
                  <a:cubicBezTo>
                    <a:pt x="5115" y="7199"/>
                    <a:pt x="5115" y="7199"/>
                    <a:pt x="5115" y="7199"/>
                  </a:cubicBezTo>
                  <a:cubicBezTo>
                    <a:pt x="5115" y="7199"/>
                    <a:pt x="5115" y="7199"/>
                    <a:pt x="5115" y="7199"/>
                  </a:cubicBezTo>
                  <a:cubicBezTo>
                    <a:pt x="5115" y="7199"/>
                    <a:pt x="5115" y="7199"/>
                    <a:pt x="5115" y="7199"/>
                  </a:cubicBezTo>
                  <a:cubicBezTo>
                    <a:pt x="4547" y="7199"/>
                    <a:pt x="4547" y="7199"/>
                    <a:pt x="4547" y="7199"/>
                  </a:cubicBezTo>
                  <a:cubicBezTo>
                    <a:pt x="4547" y="7199"/>
                    <a:pt x="4547" y="7199"/>
                    <a:pt x="4547" y="7199"/>
                  </a:cubicBezTo>
                  <a:cubicBezTo>
                    <a:pt x="4547" y="7542"/>
                    <a:pt x="4547" y="7542"/>
                    <a:pt x="4547" y="7542"/>
                  </a:cubicBezTo>
                  <a:cubicBezTo>
                    <a:pt x="5115" y="7542"/>
                    <a:pt x="5115" y="7542"/>
                    <a:pt x="5115" y="7542"/>
                  </a:cubicBezTo>
                  <a:cubicBezTo>
                    <a:pt x="5115" y="7542"/>
                    <a:pt x="5115" y="7542"/>
                    <a:pt x="5115" y="7542"/>
                  </a:cubicBezTo>
                  <a:cubicBezTo>
                    <a:pt x="5115" y="7542"/>
                    <a:pt x="5115" y="7542"/>
                    <a:pt x="5115" y="7542"/>
                  </a:cubicBezTo>
                  <a:cubicBezTo>
                    <a:pt x="5115" y="7542"/>
                    <a:pt x="5115" y="7542"/>
                    <a:pt x="5115" y="7542"/>
                  </a:cubicBezTo>
                  <a:cubicBezTo>
                    <a:pt x="5684" y="7542"/>
                    <a:pt x="5684" y="7542"/>
                    <a:pt x="5684" y="7542"/>
                  </a:cubicBezTo>
                  <a:cubicBezTo>
                    <a:pt x="5115" y="7542"/>
                    <a:pt x="5115" y="7542"/>
                    <a:pt x="5115" y="7542"/>
                  </a:cubicBezTo>
                  <a:cubicBezTo>
                    <a:pt x="5684" y="7542"/>
                    <a:pt x="5684" y="7542"/>
                    <a:pt x="5684" y="7542"/>
                  </a:cubicBezTo>
                  <a:cubicBezTo>
                    <a:pt x="5115" y="7542"/>
                    <a:pt x="5115" y="7542"/>
                    <a:pt x="5115" y="7542"/>
                  </a:cubicBezTo>
                  <a:cubicBezTo>
                    <a:pt x="5115" y="7542"/>
                    <a:pt x="5115" y="7542"/>
                    <a:pt x="5115" y="7542"/>
                  </a:cubicBezTo>
                  <a:cubicBezTo>
                    <a:pt x="5115" y="7885"/>
                    <a:pt x="5115" y="7885"/>
                    <a:pt x="5115" y="7885"/>
                  </a:cubicBezTo>
                  <a:cubicBezTo>
                    <a:pt x="5115" y="7885"/>
                    <a:pt x="5115" y="7885"/>
                    <a:pt x="5115" y="7885"/>
                  </a:cubicBezTo>
                  <a:cubicBezTo>
                    <a:pt x="5115" y="7885"/>
                    <a:pt x="5115" y="7885"/>
                    <a:pt x="5115" y="7885"/>
                  </a:cubicBezTo>
                  <a:cubicBezTo>
                    <a:pt x="4547" y="7885"/>
                    <a:pt x="4547" y="7885"/>
                    <a:pt x="4547" y="7885"/>
                  </a:cubicBezTo>
                  <a:cubicBezTo>
                    <a:pt x="5115" y="8228"/>
                    <a:pt x="5115" y="8228"/>
                    <a:pt x="5115" y="8228"/>
                  </a:cubicBezTo>
                  <a:cubicBezTo>
                    <a:pt x="5115" y="8228"/>
                    <a:pt x="5115" y="8228"/>
                    <a:pt x="5115" y="8228"/>
                  </a:cubicBezTo>
                  <a:cubicBezTo>
                    <a:pt x="4547" y="8228"/>
                    <a:pt x="4547" y="8228"/>
                    <a:pt x="4547" y="8228"/>
                  </a:cubicBezTo>
                  <a:cubicBezTo>
                    <a:pt x="4547" y="8228"/>
                    <a:pt x="4547" y="8228"/>
                    <a:pt x="4547" y="8228"/>
                  </a:cubicBezTo>
                  <a:cubicBezTo>
                    <a:pt x="4547" y="8228"/>
                    <a:pt x="4547" y="8228"/>
                    <a:pt x="4547" y="8228"/>
                  </a:cubicBezTo>
                  <a:cubicBezTo>
                    <a:pt x="4547" y="8571"/>
                    <a:pt x="4547" y="8571"/>
                    <a:pt x="4547" y="8571"/>
                  </a:cubicBezTo>
                  <a:cubicBezTo>
                    <a:pt x="4547" y="8571"/>
                    <a:pt x="4547" y="8571"/>
                    <a:pt x="4547" y="8571"/>
                  </a:cubicBezTo>
                  <a:cubicBezTo>
                    <a:pt x="3978" y="8571"/>
                    <a:pt x="3978" y="8571"/>
                    <a:pt x="3978" y="8571"/>
                  </a:cubicBezTo>
                  <a:cubicBezTo>
                    <a:pt x="3978" y="8571"/>
                    <a:pt x="3978" y="8571"/>
                    <a:pt x="3978" y="8571"/>
                  </a:cubicBezTo>
                  <a:cubicBezTo>
                    <a:pt x="3978" y="8571"/>
                    <a:pt x="3978" y="8571"/>
                    <a:pt x="3978" y="8571"/>
                  </a:cubicBezTo>
                  <a:cubicBezTo>
                    <a:pt x="4547" y="8571"/>
                    <a:pt x="4547" y="8571"/>
                    <a:pt x="4547" y="8571"/>
                  </a:cubicBezTo>
                  <a:cubicBezTo>
                    <a:pt x="4547" y="8571"/>
                    <a:pt x="4547" y="8571"/>
                    <a:pt x="4547" y="8571"/>
                  </a:cubicBezTo>
                  <a:cubicBezTo>
                    <a:pt x="4547" y="8914"/>
                    <a:pt x="4547" y="8914"/>
                    <a:pt x="4547" y="8914"/>
                  </a:cubicBezTo>
                  <a:cubicBezTo>
                    <a:pt x="4547" y="8914"/>
                    <a:pt x="4547" y="8914"/>
                    <a:pt x="4547" y="8914"/>
                  </a:cubicBezTo>
                  <a:cubicBezTo>
                    <a:pt x="4547" y="8914"/>
                    <a:pt x="4547" y="8914"/>
                    <a:pt x="4547" y="8914"/>
                  </a:cubicBezTo>
                  <a:cubicBezTo>
                    <a:pt x="4547" y="8914"/>
                    <a:pt x="4547" y="8914"/>
                    <a:pt x="4547" y="8914"/>
                  </a:cubicBezTo>
                  <a:cubicBezTo>
                    <a:pt x="5115" y="8914"/>
                    <a:pt x="5115" y="8914"/>
                    <a:pt x="5115" y="8914"/>
                  </a:cubicBezTo>
                  <a:cubicBezTo>
                    <a:pt x="6252" y="8571"/>
                    <a:pt x="6252" y="8571"/>
                    <a:pt x="6252" y="8571"/>
                  </a:cubicBezTo>
                  <a:cubicBezTo>
                    <a:pt x="5684" y="8571"/>
                    <a:pt x="5684" y="8571"/>
                    <a:pt x="5684" y="8571"/>
                  </a:cubicBezTo>
                  <a:cubicBezTo>
                    <a:pt x="6252" y="8571"/>
                    <a:pt x="6252" y="8571"/>
                    <a:pt x="6252" y="8571"/>
                  </a:cubicBezTo>
                  <a:cubicBezTo>
                    <a:pt x="5684" y="8914"/>
                    <a:pt x="5684" y="8914"/>
                    <a:pt x="5684" y="8914"/>
                  </a:cubicBezTo>
                  <a:cubicBezTo>
                    <a:pt x="5684" y="9257"/>
                    <a:pt x="5684" y="9257"/>
                    <a:pt x="5684" y="9257"/>
                  </a:cubicBezTo>
                  <a:cubicBezTo>
                    <a:pt x="5684" y="9257"/>
                    <a:pt x="5684" y="9257"/>
                    <a:pt x="5684" y="9257"/>
                  </a:cubicBezTo>
                  <a:cubicBezTo>
                    <a:pt x="5115" y="9600"/>
                    <a:pt x="5115" y="9600"/>
                    <a:pt x="5115" y="9600"/>
                  </a:cubicBezTo>
                  <a:cubicBezTo>
                    <a:pt x="5115" y="9600"/>
                    <a:pt x="5115" y="9600"/>
                    <a:pt x="5115" y="9600"/>
                  </a:cubicBezTo>
                  <a:cubicBezTo>
                    <a:pt x="5115" y="9942"/>
                    <a:pt x="5115" y="9942"/>
                    <a:pt x="5115" y="9942"/>
                  </a:cubicBezTo>
                  <a:cubicBezTo>
                    <a:pt x="5115" y="10285"/>
                    <a:pt x="5115" y="10285"/>
                    <a:pt x="5115" y="10285"/>
                  </a:cubicBezTo>
                  <a:cubicBezTo>
                    <a:pt x="5115" y="10285"/>
                    <a:pt x="5115" y="10285"/>
                    <a:pt x="5115" y="10285"/>
                  </a:cubicBezTo>
                  <a:cubicBezTo>
                    <a:pt x="5115" y="10628"/>
                    <a:pt x="5115" y="10628"/>
                    <a:pt x="5115" y="10628"/>
                  </a:cubicBezTo>
                  <a:cubicBezTo>
                    <a:pt x="5115" y="10285"/>
                    <a:pt x="5115" y="10285"/>
                    <a:pt x="5115" y="10285"/>
                  </a:cubicBezTo>
                  <a:cubicBezTo>
                    <a:pt x="5115" y="10628"/>
                    <a:pt x="5115" y="10628"/>
                    <a:pt x="5115" y="10628"/>
                  </a:cubicBezTo>
                  <a:cubicBezTo>
                    <a:pt x="5115" y="10971"/>
                    <a:pt x="5115" y="10971"/>
                    <a:pt x="5115" y="10971"/>
                  </a:cubicBezTo>
                  <a:cubicBezTo>
                    <a:pt x="4547" y="11314"/>
                    <a:pt x="4547" y="11314"/>
                    <a:pt x="4547" y="11314"/>
                  </a:cubicBezTo>
                  <a:cubicBezTo>
                    <a:pt x="4547" y="11314"/>
                    <a:pt x="4547" y="11314"/>
                    <a:pt x="4547" y="11314"/>
                  </a:cubicBezTo>
                  <a:cubicBezTo>
                    <a:pt x="5115" y="11314"/>
                    <a:pt x="5115" y="11314"/>
                    <a:pt x="5115" y="11314"/>
                  </a:cubicBezTo>
                  <a:cubicBezTo>
                    <a:pt x="5115" y="10971"/>
                    <a:pt x="5115" y="10971"/>
                    <a:pt x="5115" y="10971"/>
                  </a:cubicBezTo>
                  <a:cubicBezTo>
                    <a:pt x="5115" y="10971"/>
                    <a:pt x="5115" y="10971"/>
                    <a:pt x="5115" y="10971"/>
                  </a:cubicBezTo>
                  <a:cubicBezTo>
                    <a:pt x="5115" y="10628"/>
                    <a:pt x="5115" y="10628"/>
                    <a:pt x="5115" y="10628"/>
                  </a:cubicBezTo>
                  <a:cubicBezTo>
                    <a:pt x="5684" y="10628"/>
                    <a:pt x="5684" y="10628"/>
                    <a:pt x="5684" y="10628"/>
                  </a:cubicBezTo>
                  <a:cubicBezTo>
                    <a:pt x="5115" y="9942"/>
                    <a:pt x="5115" y="9942"/>
                    <a:pt x="5115" y="9942"/>
                  </a:cubicBezTo>
                  <a:cubicBezTo>
                    <a:pt x="5684" y="9942"/>
                    <a:pt x="5684" y="9942"/>
                    <a:pt x="5684" y="9942"/>
                  </a:cubicBezTo>
                  <a:cubicBezTo>
                    <a:pt x="6252" y="9600"/>
                    <a:pt x="6252" y="9600"/>
                    <a:pt x="6252" y="9600"/>
                  </a:cubicBezTo>
                  <a:cubicBezTo>
                    <a:pt x="5684" y="9942"/>
                    <a:pt x="5684" y="9942"/>
                    <a:pt x="5684" y="9942"/>
                  </a:cubicBezTo>
                  <a:cubicBezTo>
                    <a:pt x="5684" y="10285"/>
                    <a:pt x="5684" y="10285"/>
                    <a:pt x="5684" y="10285"/>
                  </a:cubicBezTo>
                  <a:cubicBezTo>
                    <a:pt x="5684" y="10285"/>
                    <a:pt x="5684" y="10285"/>
                    <a:pt x="5684" y="10285"/>
                  </a:cubicBezTo>
                  <a:cubicBezTo>
                    <a:pt x="5684" y="10285"/>
                    <a:pt x="5684" y="10285"/>
                    <a:pt x="5684" y="10285"/>
                  </a:cubicBezTo>
                  <a:cubicBezTo>
                    <a:pt x="6252" y="9942"/>
                    <a:pt x="6252" y="9942"/>
                    <a:pt x="6252" y="9942"/>
                  </a:cubicBezTo>
                  <a:cubicBezTo>
                    <a:pt x="6252" y="10285"/>
                    <a:pt x="6252" y="10285"/>
                    <a:pt x="6252" y="10285"/>
                  </a:cubicBezTo>
                  <a:cubicBezTo>
                    <a:pt x="6821" y="9942"/>
                    <a:pt x="6821" y="9942"/>
                    <a:pt x="6821" y="9942"/>
                  </a:cubicBezTo>
                  <a:cubicBezTo>
                    <a:pt x="6821" y="9600"/>
                    <a:pt x="6821" y="9600"/>
                    <a:pt x="6821" y="9600"/>
                  </a:cubicBezTo>
                  <a:cubicBezTo>
                    <a:pt x="6821" y="9600"/>
                    <a:pt x="6821" y="9600"/>
                    <a:pt x="6821" y="9600"/>
                  </a:cubicBezTo>
                  <a:cubicBezTo>
                    <a:pt x="6821" y="9942"/>
                    <a:pt x="6821" y="9942"/>
                    <a:pt x="6821" y="9942"/>
                  </a:cubicBezTo>
                  <a:cubicBezTo>
                    <a:pt x="7389" y="10285"/>
                    <a:pt x="7389" y="10285"/>
                    <a:pt x="7389" y="10285"/>
                  </a:cubicBezTo>
                  <a:cubicBezTo>
                    <a:pt x="6821" y="10285"/>
                    <a:pt x="6821" y="10285"/>
                    <a:pt x="6821" y="10285"/>
                  </a:cubicBezTo>
                  <a:cubicBezTo>
                    <a:pt x="6821" y="10628"/>
                    <a:pt x="6821" y="10628"/>
                    <a:pt x="6821" y="10628"/>
                  </a:cubicBezTo>
                  <a:cubicBezTo>
                    <a:pt x="6821" y="10628"/>
                    <a:pt x="6821" y="10628"/>
                    <a:pt x="6821" y="10628"/>
                  </a:cubicBezTo>
                  <a:cubicBezTo>
                    <a:pt x="6821" y="10628"/>
                    <a:pt x="6821" y="10628"/>
                    <a:pt x="6821" y="10628"/>
                  </a:cubicBezTo>
                  <a:cubicBezTo>
                    <a:pt x="7389" y="10971"/>
                    <a:pt x="7389" y="10971"/>
                    <a:pt x="7389" y="10971"/>
                  </a:cubicBezTo>
                  <a:cubicBezTo>
                    <a:pt x="6821" y="11314"/>
                    <a:pt x="6821" y="11314"/>
                    <a:pt x="6821" y="11314"/>
                  </a:cubicBezTo>
                  <a:cubicBezTo>
                    <a:pt x="6252" y="11999"/>
                    <a:pt x="6252" y="11999"/>
                    <a:pt x="6252" y="11999"/>
                  </a:cubicBezTo>
                  <a:cubicBezTo>
                    <a:pt x="6252" y="11999"/>
                    <a:pt x="6252" y="11999"/>
                    <a:pt x="6252" y="11999"/>
                  </a:cubicBezTo>
                  <a:cubicBezTo>
                    <a:pt x="6252" y="11999"/>
                    <a:pt x="6252" y="11999"/>
                    <a:pt x="6252" y="11999"/>
                  </a:cubicBezTo>
                  <a:cubicBezTo>
                    <a:pt x="6252" y="12342"/>
                    <a:pt x="6252" y="12342"/>
                    <a:pt x="6252" y="12342"/>
                  </a:cubicBezTo>
                  <a:cubicBezTo>
                    <a:pt x="6821" y="12685"/>
                    <a:pt x="6821" y="12685"/>
                    <a:pt x="6821" y="12685"/>
                  </a:cubicBezTo>
                  <a:cubicBezTo>
                    <a:pt x="6252" y="12342"/>
                    <a:pt x="6252" y="12342"/>
                    <a:pt x="6252" y="12342"/>
                  </a:cubicBezTo>
                  <a:cubicBezTo>
                    <a:pt x="6821" y="12342"/>
                    <a:pt x="6821" y="12342"/>
                    <a:pt x="6821" y="12342"/>
                  </a:cubicBezTo>
                  <a:cubicBezTo>
                    <a:pt x="7389" y="12685"/>
                    <a:pt x="7389" y="12685"/>
                    <a:pt x="7389" y="12685"/>
                  </a:cubicBezTo>
                  <a:cubicBezTo>
                    <a:pt x="7389" y="12342"/>
                    <a:pt x="7389" y="12342"/>
                    <a:pt x="7389" y="12342"/>
                  </a:cubicBezTo>
                  <a:cubicBezTo>
                    <a:pt x="7389" y="11999"/>
                    <a:pt x="7389" y="11999"/>
                    <a:pt x="7389" y="11999"/>
                  </a:cubicBezTo>
                  <a:cubicBezTo>
                    <a:pt x="7389" y="11999"/>
                    <a:pt x="7389" y="11999"/>
                    <a:pt x="7389" y="11999"/>
                  </a:cubicBezTo>
                  <a:cubicBezTo>
                    <a:pt x="7957" y="12342"/>
                    <a:pt x="7957" y="12342"/>
                    <a:pt x="7957" y="12342"/>
                  </a:cubicBezTo>
                  <a:cubicBezTo>
                    <a:pt x="8526" y="12342"/>
                    <a:pt x="8526" y="12342"/>
                    <a:pt x="8526" y="12342"/>
                  </a:cubicBezTo>
                  <a:cubicBezTo>
                    <a:pt x="8526" y="12342"/>
                    <a:pt x="8526" y="12342"/>
                    <a:pt x="8526" y="12342"/>
                  </a:cubicBezTo>
                  <a:cubicBezTo>
                    <a:pt x="9094" y="12342"/>
                    <a:pt x="9094" y="12342"/>
                    <a:pt x="9094" y="12342"/>
                  </a:cubicBezTo>
                  <a:cubicBezTo>
                    <a:pt x="9094" y="11999"/>
                    <a:pt x="9094" y="11999"/>
                    <a:pt x="9094" y="11999"/>
                  </a:cubicBezTo>
                  <a:cubicBezTo>
                    <a:pt x="10800" y="11999"/>
                    <a:pt x="10800" y="11999"/>
                    <a:pt x="10800" y="11999"/>
                  </a:cubicBezTo>
                  <a:cubicBezTo>
                    <a:pt x="9663" y="11999"/>
                    <a:pt x="9663" y="11999"/>
                    <a:pt x="9663" y="11999"/>
                  </a:cubicBezTo>
                  <a:cubicBezTo>
                    <a:pt x="9094" y="13028"/>
                    <a:pt x="9094" y="13028"/>
                    <a:pt x="9094" y="13028"/>
                  </a:cubicBezTo>
                  <a:cubicBezTo>
                    <a:pt x="9663" y="13371"/>
                    <a:pt x="9663" y="13371"/>
                    <a:pt x="9663" y="13371"/>
                  </a:cubicBezTo>
                  <a:cubicBezTo>
                    <a:pt x="10231" y="13371"/>
                    <a:pt x="10231" y="13371"/>
                    <a:pt x="10231" y="13371"/>
                  </a:cubicBezTo>
                  <a:cubicBezTo>
                    <a:pt x="10231" y="13714"/>
                    <a:pt x="10231" y="13714"/>
                    <a:pt x="10231" y="13714"/>
                  </a:cubicBezTo>
                  <a:cubicBezTo>
                    <a:pt x="10800" y="13371"/>
                    <a:pt x="10800" y="13371"/>
                    <a:pt x="10800" y="13371"/>
                  </a:cubicBezTo>
                  <a:cubicBezTo>
                    <a:pt x="10800" y="13371"/>
                    <a:pt x="10800" y="13371"/>
                    <a:pt x="10800" y="13371"/>
                  </a:cubicBezTo>
                  <a:cubicBezTo>
                    <a:pt x="10800" y="13714"/>
                    <a:pt x="10800" y="13714"/>
                    <a:pt x="10800" y="13714"/>
                  </a:cubicBezTo>
                  <a:cubicBezTo>
                    <a:pt x="10800" y="14057"/>
                    <a:pt x="10800" y="14057"/>
                    <a:pt x="10800" y="14057"/>
                  </a:cubicBezTo>
                  <a:cubicBezTo>
                    <a:pt x="10800" y="14057"/>
                    <a:pt x="10800" y="14057"/>
                    <a:pt x="10800" y="14057"/>
                  </a:cubicBezTo>
                  <a:cubicBezTo>
                    <a:pt x="10800" y="14400"/>
                    <a:pt x="10800" y="14400"/>
                    <a:pt x="10800" y="14400"/>
                  </a:cubicBezTo>
                  <a:cubicBezTo>
                    <a:pt x="10231" y="14742"/>
                    <a:pt x="10231" y="14742"/>
                    <a:pt x="10231" y="14742"/>
                  </a:cubicBezTo>
                  <a:cubicBezTo>
                    <a:pt x="10800" y="15085"/>
                    <a:pt x="10800" y="15085"/>
                    <a:pt x="10800" y="15085"/>
                  </a:cubicBezTo>
                  <a:cubicBezTo>
                    <a:pt x="10800" y="15085"/>
                    <a:pt x="10800" y="15085"/>
                    <a:pt x="10800" y="15085"/>
                  </a:cubicBezTo>
                  <a:cubicBezTo>
                    <a:pt x="11368" y="15085"/>
                    <a:pt x="11368" y="15085"/>
                    <a:pt x="11368" y="15085"/>
                  </a:cubicBezTo>
                  <a:cubicBezTo>
                    <a:pt x="11368" y="15085"/>
                    <a:pt x="11368" y="15085"/>
                    <a:pt x="11368" y="15085"/>
                  </a:cubicBezTo>
                  <a:cubicBezTo>
                    <a:pt x="10800" y="15085"/>
                    <a:pt x="10800" y="15085"/>
                    <a:pt x="10800" y="15085"/>
                  </a:cubicBezTo>
                  <a:cubicBezTo>
                    <a:pt x="10800" y="15085"/>
                    <a:pt x="10800" y="15085"/>
                    <a:pt x="10800" y="15085"/>
                  </a:cubicBezTo>
                  <a:cubicBezTo>
                    <a:pt x="10231" y="15085"/>
                    <a:pt x="10231" y="15085"/>
                    <a:pt x="10231" y="15085"/>
                  </a:cubicBezTo>
                  <a:cubicBezTo>
                    <a:pt x="10231" y="15428"/>
                    <a:pt x="10231" y="15428"/>
                    <a:pt x="10231" y="15428"/>
                  </a:cubicBezTo>
                  <a:cubicBezTo>
                    <a:pt x="10800" y="15428"/>
                    <a:pt x="10800" y="15428"/>
                    <a:pt x="10800" y="15428"/>
                  </a:cubicBezTo>
                  <a:cubicBezTo>
                    <a:pt x="10231" y="15428"/>
                    <a:pt x="10231" y="15428"/>
                    <a:pt x="10231" y="15428"/>
                  </a:cubicBezTo>
                  <a:cubicBezTo>
                    <a:pt x="10231" y="15085"/>
                    <a:pt x="10231" y="15085"/>
                    <a:pt x="10231" y="15085"/>
                  </a:cubicBezTo>
                  <a:cubicBezTo>
                    <a:pt x="9094" y="15428"/>
                    <a:pt x="9094" y="15428"/>
                    <a:pt x="9094" y="15428"/>
                  </a:cubicBezTo>
                  <a:cubicBezTo>
                    <a:pt x="9094" y="15428"/>
                    <a:pt x="9094" y="15428"/>
                    <a:pt x="9094" y="15428"/>
                  </a:cubicBezTo>
                  <a:cubicBezTo>
                    <a:pt x="7957" y="15428"/>
                    <a:pt x="7957" y="15428"/>
                    <a:pt x="7957" y="15428"/>
                  </a:cubicBezTo>
                  <a:cubicBezTo>
                    <a:pt x="7389" y="15771"/>
                    <a:pt x="7389" y="15771"/>
                    <a:pt x="7389" y="15771"/>
                  </a:cubicBezTo>
                  <a:cubicBezTo>
                    <a:pt x="6821" y="16114"/>
                    <a:pt x="6821" y="16114"/>
                    <a:pt x="6821" y="16114"/>
                  </a:cubicBezTo>
                  <a:cubicBezTo>
                    <a:pt x="6821" y="16114"/>
                    <a:pt x="6821" y="16114"/>
                    <a:pt x="6821" y="16114"/>
                  </a:cubicBezTo>
                  <a:cubicBezTo>
                    <a:pt x="7389" y="16114"/>
                    <a:pt x="7389" y="16114"/>
                    <a:pt x="7389" y="16114"/>
                  </a:cubicBezTo>
                  <a:cubicBezTo>
                    <a:pt x="7389" y="16114"/>
                    <a:pt x="7389" y="16114"/>
                    <a:pt x="7389" y="16114"/>
                  </a:cubicBezTo>
                  <a:cubicBezTo>
                    <a:pt x="7389" y="16114"/>
                    <a:pt x="7389" y="16114"/>
                    <a:pt x="7389" y="16114"/>
                  </a:cubicBezTo>
                  <a:cubicBezTo>
                    <a:pt x="8526" y="16114"/>
                    <a:pt x="8526" y="16114"/>
                    <a:pt x="8526" y="16114"/>
                  </a:cubicBezTo>
                  <a:cubicBezTo>
                    <a:pt x="7957" y="16114"/>
                    <a:pt x="7957" y="16114"/>
                    <a:pt x="7957" y="16114"/>
                  </a:cubicBezTo>
                  <a:cubicBezTo>
                    <a:pt x="8526" y="16457"/>
                    <a:pt x="8526" y="16457"/>
                    <a:pt x="8526" y="16457"/>
                  </a:cubicBezTo>
                  <a:cubicBezTo>
                    <a:pt x="7957" y="16457"/>
                    <a:pt x="7957" y="16457"/>
                    <a:pt x="7957" y="16457"/>
                  </a:cubicBezTo>
                  <a:cubicBezTo>
                    <a:pt x="8526" y="16799"/>
                    <a:pt x="8526" y="16799"/>
                    <a:pt x="8526" y="16799"/>
                  </a:cubicBezTo>
                  <a:cubicBezTo>
                    <a:pt x="8526" y="16799"/>
                    <a:pt x="8526" y="16799"/>
                    <a:pt x="8526" y="16799"/>
                  </a:cubicBezTo>
                  <a:cubicBezTo>
                    <a:pt x="7957" y="17142"/>
                    <a:pt x="7957" y="17142"/>
                    <a:pt x="7957" y="17142"/>
                  </a:cubicBezTo>
                  <a:cubicBezTo>
                    <a:pt x="7389" y="17485"/>
                    <a:pt x="7389" y="17485"/>
                    <a:pt x="7389" y="17485"/>
                  </a:cubicBezTo>
                  <a:cubicBezTo>
                    <a:pt x="7389" y="17485"/>
                    <a:pt x="7389" y="17485"/>
                    <a:pt x="7389" y="17485"/>
                  </a:cubicBezTo>
                  <a:cubicBezTo>
                    <a:pt x="6821" y="17485"/>
                    <a:pt x="6821" y="17485"/>
                    <a:pt x="6821" y="17485"/>
                  </a:cubicBezTo>
                  <a:cubicBezTo>
                    <a:pt x="6252" y="17828"/>
                    <a:pt x="6252" y="17828"/>
                    <a:pt x="6252" y="17828"/>
                  </a:cubicBezTo>
                  <a:cubicBezTo>
                    <a:pt x="6252" y="17828"/>
                    <a:pt x="6252" y="17828"/>
                    <a:pt x="6252" y="17828"/>
                  </a:cubicBezTo>
                  <a:cubicBezTo>
                    <a:pt x="5684" y="17828"/>
                    <a:pt x="5684" y="17828"/>
                    <a:pt x="5684" y="17828"/>
                  </a:cubicBezTo>
                  <a:cubicBezTo>
                    <a:pt x="5684" y="17828"/>
                    <a:pt x="5684" y="17828"/>
                    <a:pt x="5684" y="17828"/>
                  </a:cubicBezTo>
                  <a:cubicBezTo>
                    <a:pt x="6252" y="18171"/>
                    <a:pt x="6252" y="18171"/>
                    <a:pt x="6252" y="18171"/>
                  </a:cubicBezTo>
                  <a:cubicBezTo>
                    <a:pt x="5684" y="18171"/>
                    <a:pt x="5684" y="18171"/>
                    <a:pt x="5684" y="18171"/>
                  </a:cubicBezTo>
                  <a:cubicBezTo>
                    <a:pt x="6252" y="18171"/>
                    <a:pt x="6252" y="18171"/>
                    <a:pt x="6252" y="18171"/>
                  </a:cubicBezTo>
                  <a:cubicBezTo>
                    <a:pt x="6252" y="18514"/>
                    <a:pt x="6252" y="18514"/>
                    <a:pt x="6252" y="18514"/>
                  </a:cubicBezTo>
                  <a:cubicBezTo>
                    <a:pt x="6252" y="18514"/>
                    <a:pt x="6252" y="18514"/>
                    <a:pt x="6252" y="18514"/>
                  </a:cubicBezTo>
                  <a:cubicBezTo>
                    <a:pt x="6821" y="18514"/>
                    <a:pt x="6821" y="18514"/>
                    <a:pt x="6821" y="18514"/>
                  </a:cubicBezTo>
                  <a:cubicBezTo>
                    <a:pt x="6821" y="18171"/>
                    <a:pt x="6821" y="18171"/>
                    <a:pt x="6821" y="18171"/>
                  </a:cubicBezTo>
                  <a:cubicBezTo>
                    <a:pt x="7957" y="18171"/>
                    <a:pt x="7957" y="18171"/>
                    <a:pt x="7957" y="18171"/>
                  </a:cubicBezTo>
                  <a:cubicBezTo>
                    <a:pt x="7957" y="18171"/>
                    <a:pt x="7957" y="18171"/>
                    <a:pt x="7957" y="18171"/>
                  </a:cubicBezTo>
                  <a:cubicBezTo>
                    <a:pt x="8526" y="18514"/>
                    <a:pt x="8526" y="18514"/>
                    <a:pt x="8526" y="18514"/>
                  </a:cubicBezTo>
                  <a:cubicBezTo>
                    <a:pt x="7957" y="18514"/>
                    <a:pt x="7957" y="18514"/>
                    <a:pt x="7957" y="18514"/>
                  </a:cubicBezTo>
                  <a:cubicBezTo>
                    <a:pt x="7957" y="18514"/>
                    <a:pt x="7957" y="18514"/>
                    <a:pt x="7957" y="18514"/>
                  </a:cubicBezTo>
                  <a:cubicBezTo>
                    <a:pt x="8526" y="18514"/>
                    <a:pt x="8526" y="18514"/>
                    <a:pt x="8526" y="18514"/>
                  </a:cubicBezTo>
                  <a:cubicBezTo>
                    <a:pt x="8526" y="18514"/>
                    <a:pt x="8526" y="18514"/>
                    <a:pt x="8526" y="18514"/>
                  </a:cubicBezTo>
                  <a:cubicBezTo>
                    <a:pt x="9094" y="18514"/>
                    <a:pt x="9094" y="18514"/>
                    <a:pt x="9094" y="18514"/>
                  </a:cubicBezTo>
                  <a:cubicBezTo>
                    <a:pt x="9094" y="18857"/>
                    <a:pt x="9094" y="18857"/>
                    <a:pt x="9094" y="18857"/>
                  </a:cubicBezTo>
                  <a:cubicBezTo>
                    <a:pt x="9663" y="18857"/>
                    <a:pt x="9663" y="18857"/>
                    <a:pt x="9663" y="18857"/>
                  </a:cubicBezTo>
                  <a:cubicBezTo>
                    <a:pt x="10231" y="18857"/>
                    <a:pt x="10231" y="18857"/>
                    <a:pt x="10231" y="18857"/>
                  </a:cubicBezTo>
                  <a:cubicBezTo>
                    <a:pt x="10800" y="18857"/>
                    <a:pt x="10800" y="18857"/>
                    <a:pt x="10800" y="18857"/>
                  </a:cubicBezTo>
                  <a:cubicBezTo>
                    <a:pt x="10800" y="18514"/>
                    <a:pt x="10800" y="18514"/>
                    <a:pt x="10800" y="18514"/>
                  </a:cubicBezTo>
                  <a:cubicBezTo>
                    <a:pt x="11368" y="18514"/>
                    <a:pt x="11368" y="18514"/>
                    <a:pt x="11368" y="18514"/>
                  </a:cubicBezTo>
                  <a:cubicBezTo>
                    <a:pt x="11936" y="18514"/>
                    <a:pt x="11936" y="18514"/>
                    <a:pt x="11936" y="18514"/>
                  </a:cubicBezTo>
                  <a:cubicBezTo>
                    <a:pt x="11936" y="18171"/>
                    <a:pt x="11936" y="18171"/>
                    <a:pt x="11936" y="18171"/>
                  </a:cubicBezTo>
                  <a:cubicBezTo>
                    <a:pt x="11368" y="18514"/>
                    <a:pt x="11368" y="18514"/>
                    <a:pt x="11368" y="18514"/>
                  </a:cubicBezTo>
                  <a:cubicBezTo>
                    <a:pt x="10800" y="18857"/>
                    <a:pt x="10800" y="18857"/>
                    <a:pt x="10800" y="18857"/>
                  </a:cubicBezTo>
                  <a:cubicBezTo>
                    <a:pt x="10800" y="19200"/>
                    <a:pt x="10800" y="19200"/>
                    <a:pt x="10800" y="19200"/>
                  </a:cubicBezTo>
                  <a:cubicBezTo>
                    <a:pt x="10231" y="19200"/>
                    <a:pt x="10231" y="19200"/>
                    <a:pt x="10231" y="19200"/>
                  </a:cubicBezTo>
                  <a:cubicBezTo>
                    <a:pt x="10231" y="19542"/>
                    <a:pt x="10231" y="19542"/>
                    <a:pt x="10231" y="19542"/>
                  </a:cubicBezTo>
                  <a:cubicBezTo>
                    <a:pt x="9663" y="19200"/>
                    <a:pt x="9663" y="19200"/>
                    <a:pt x="9663" y="19200"/>
                  </a:cubicBezTo>
                  <a:cubicBezTo>
                    <a:pt x="8526" y="19200"/>
                    <a:pt x="8526" y="19200"/>
                    <a:pt x="8526" y="19200"/>
                  </a:cubicBezTo>
                  <a:cubicBezTo>
                    <a:pt x="7957" y="19200"/>
                    <a:pt x="7957" y="19200"/>
                    <a:pt x="7957" y="19200"/>
                  </a:cubicBezTo>
                  <a:cubicBezTo>
                    <a:pt x="7957" y="19542"/>
                    <a:pt x="7957" y="19542"/>
                    <a:pt x="7957" y="19542"/>
                  </a:cubicBezTo>
                  <a:cubicBezTo>
                    <a:pt x="7957" y="19542"/>
                    <a:pt x="7957" y="19542"/>
                    <a:pt x="7957" y="19542"/>
                  </a:cubicBezTo>
                  <a:cubicBezTo>
                    <a:pt x="7389" y="19542"/>
                    <a:pt x="7389" y="19542"/>
                    <a:pt x="7389" y="19542"/>
                  </a:cubicBezTo>
                  <a:cubicBezTo>
                    <a:pt x="7389" y="20228"/>
                    <a:pt x="7389" y="20228"/>
                    <a:pt x="7389" y="20228"/>
                  </a:cubicBezTo>
                  <a:cubicBezTo>
                    <a:pt x="6821" y="20228"/>
                    <a:pt x="6821" y="20228"/>
                    <a:pt x="6821" y="20228"/>
                  </a:cubicBezTo>
                  <a:cubicBezTo>
                    <a:pt x="6821" y="20571"/>
                    <a:pt x="6821" y="20571"/>
                    <a:pt x="6821" y="20571"/>
                  </a:cubicBezTo>
                  <a:cubicBezTo>
                    <a:pt x="6252" y="20571"/>
                    <a:pt x="6252" y="20571"/>
                    <a:pt x="6252" y="20571"/>
                  </a:cubicBezTo>
                  <a:cubicBezTo>
                    <a:pt x="6252" y="20914"/>
                    <a:pt x="6252" y="20914"/>
                    <a:pt x="6252" y="20914"/>
                  </a:cubicBezTo>
                  <a:cubicBezTo>
                    <a:pt x="5684" y="20914"/>
                    <a:pt x="5684" y="20914"/>
                    <a:pt x="5684" y="20914"/>
                  </a:cubicBezTo>
                  <a:cubicBezTo>
                    <a:pt x="5684" y="20914"/>
                    <a:pt x="5684" y="20914"/>
                    <a:pt x="5684" y="20914"/>
                  </a:cubicBezTo>
                  <a:cubicBezTo>
                    <a:pt x="5115" y="21257"/>
                    <a:pt x="5115" y="21257"/>
                    <a:pt x="5115" y="21257"/>
                  </a:cubicBezTo>
                  <a:cubicBezTo>
                    <a:pt x="5115" y="21257"/>
                    <a:pt x="5115" y="21257"/>
                    <a:pt x="5115" y="21257"/>
                  </a:cubicBezTo>
                  <a:cubicBezTo>
                    <a:pt x="4547" y="21257"/>
                    <a:pt x="4547" y="21257"/>
                    <a:pt x="4547" y="21257"/>
                  </a:cubicBezTo>
                  <a:cubicBezTo>
                    <a:pt x="4547" y="21600"/>
                    <a:pt x="4547" y="21600"/>
                    <a:pt x="4547" y="21600"/>
                  </a:cubicBezTo>
                  <a:cubicBezTo>
                    <a:pt x="5115" y="21600"/>
                    <a:pt x="5115" y="21600"/>
                    <a:pt x="5115" y="21600"/>
                  </a:cubicBezTo>
                  <a:cubicBezTo>
                    <a:pt x="5115" y="21257"/>
                    <a:pt x="5115" y="21257"/>
                    <a:pt x="5115" y="21257"/>
                  </a:cubicBezTo>
                  <a:cubicBezTo>
                    <a:pt x="5684" y="21257"/>
                    <a:pt x="5684" y="21257"/>
                    <a:pt x="5684" y="21257"/>
                  </a:cubicBezTo>
                  <a:lnTo>
                    <a:pt x="568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9" name="AutoShape 67"/>
            <p:cNvSpPr>
              <a:spLocks/>
            </p:cNvSpPr>
            <p:nvPr/>
          </p:nvSpPr>
          <p:spPr bwMode="auto">
            <a:xfrm>
              <a:off x="1357543" y="3950060"/>
              <a:ext cx="862058" cy="698917"/>
            </a:xfrm>
            <a:custGeom>
              <a:avLst/>
              <a:gdLst>
                <a:gd name="T0" fmla="*/ 431029 w 21600"/>
                <a:gd name="T1" fmla="*/ 349459 h 21600"/>
                <a:gd name="T2" fmla="*/ 431029 w 21600"/>
                <a:gd name="T3" fmla="*/ 349459 h 21600"/>
                <a:gd name="T4" fmla="*/ 431029 w 21600"/>
                <a:gd name="T5" fmla="*/ 349459 h 21600"/>
                <a:gd name="T6" fmla="*/ 431029 w 21600"/>
                <a:gd name="T7" fmla="*/ 3494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62" y="11649"/>
                  </a:moveTo>
                  <a:lnTo>
                    <a:pt x="17562" y="11164"/>
                  </a:lnTo>
                  <a:lnTo>
                    <a:pt x="17158" y="11164"/>
                  </a:lnTo>
                  <a:lnTo>
                    <a:pt x="17158" y="10800"/>
                  </a:lnTo>
                  <a:lnTo>
                    <a:pt x="16755" y="10314"/>
                  </a:lnTo>
                  <a:lnTo>
                    <a:pt x="16452" y="10314"/>
                  </a:lnTo>
                  <a:lnTo>
                    <a:pt x="16048" y="10800"/>
                  </a:lnTo>
                  <a:lnTo>
                    <a:pt x="16452" y="11164"/>
                  </a:lnTo>
                  <a:lnTo>
                    <a:pt x="15644" y="11164"/>
                  </a:lnTo>
                  <a:lnTo>
                    <a:pt x="15644" y="10800"/>
                  </a:lnTo>
                  <a:lnTo>
                    <a:pt x="16048" y="10800"/>
                  </a:lnTo>
                  <a:lnTo>
                    <a:pt x="16048" y="9829"/>
                  </a:lnTo>
                  <a:lnTo>
                    <a:pt x="16452" y="8979"/>
                  </a:lnTo>
                  <a:lnTo>
                    <a:pt x="16755" y="8979"/>
                  </a:lnTo>
                  <a:lnTo>
                    <a:pt x="17158" y="8494"/>
                  </a:lnTo>
                  <a:lnTo>
                    <a:pt x="17158" y="8130"/>
                  </a:lnTo>
                  <a:lnTo>
                    <a:pt x="16755" y="8130"/>
                  </a:lnTo>
                  <a:lnTo>
                    <a:pt x="17158" y="7644"/>
                  </a:lnTo>
                  <a:lnTo>
                    <a:pt x="17562" y="7644"/>
                  </a:lnTo>
                  <a:lnTo>
                    <a:pt x="17562" y="8130"/>
                  </a:lnTo>
                  <a:lnTo>
                    <a:pt x="17865" y="8130"/>
                  </a:lnTo>
                  <a:lnTo>
                    <a:pt x="18269" y="7644"/>
                  </a:lnTo>
                  <a:lnTo>
                    <a:pt x="18269" y="7159"/>
                  </a:lnTo>
                  <a:lnTo>
                    <a:pt x="17865" y="7159"/>
                  </a:lnTo>
                  <a:lnTo>
                    <a:pt x="17865" y="6674"/>
                  </a:lnTo>
                  <a:lnTo>
                    <a:pt x="18269" y="5824"/>
                  </a:lnTo>
                  <a:lnTo>
                    <a:pt x="18269" y="5339"/>
                  </a:lnTo>
                  <a:lnTo>
                    <a:pt x="18672" y="4975"/>
                  </a:lnTo>
                  <a:lnTo>
                    <a:pt x="18975" y="4489"/>
                  </a:lnTo>
                  <a:lnTo>
                    <a:pt x="18269" y="4489"/>
                  </a:lnTo>
                  <a:lnTo>
                    <a:pt x="17865" y="4004"/>
                  </a:lnTo>
                  <a:lnTo>
                    <a:pt x="17562" y="4489"/>
                  </a:lnTo>
                  <a:lnTo>
                    <a:pt x="17158" y="4004"/>
                  </a:lnTo>
                  <a:lnTo>
                    <a:pt x="16755" y="4489"/>
                  </a:lnTo>
                  <a:lnTo>
                    <a:pt x="16452" y="4004"/>
                  </a:lnTo>
                  <a:lnTo>
                    <a:pt x="16452" y="3519"/>
                  </a:lnTo>
                  <a:lnTo>
                    <a:pt x="15644" y="3519"/>
                  </a:lnTo>
                  <a:lnTo>
                    <a:pt x="15241" y="3155"/>
                  </a:lnTo>
                  <a:lnTo>
                    <a:pt x="14130" y="3155"/>
                  </a:lnTo>
                  <a:lnTo>
                    <a:pt x="13828" y="2669"/>
                  </a:lnTo>
                  <a:lnTo>
                    <a:pt x="13828" y="2184"/>
                  </a:lnTo>
                  <a:lnTo>
                    <a:pt x="12717" y="2184"/>
                  </a:lnTo>
                  <a:lnTo>
                    <a:pt x="12717" y="1820"/>
                  </a:lnTo>
                  <a:lnTo>
                    <a:pt x="12314" y="1334"/>
                  </a:lnTo>
                  <a:lnTo>
                    <a:pt x="11506" y="849"/>
                  </a:lnTo>
                  <a:lnTo>
                    <a:pt x="11203" y="364"/>
                  </a:lnTo>
                  <a:lnTo>
                    <a:pt x="11203" y="0"/>
                  </a:lnTo>
                  <a:lnTo>
                    <a:pt x="10093" y="0"/>
                  </a:lnTo>
                  <a:lnTo>
                    <a:pt x="9689" y="364"/>
                  </a:lnTo>
                  <a:lnTo>
                    <a:pt x="9689" y="1820"/>
                  </a:lnTo>
                  <a:lnTo>
                    <a:pt x="9285" y="2184"/>
                  </a:lnTo>
                  <a:lnTo>
                    <a:pt x="8579" y="2669"/>
                  </a:lnTo>
                  <a:lnTo>
                    <a:pt x="7469" y="2669"/>
                  </a:lnTo>
                  <a:lnTo>
                    <a:pt x="7065" y="3155"/>
                  </a:lnTo>
                  <a:lnTo>
                    <a:pt x="7469" y="3519"/>
                  </a:lnTo>
                  <a:lnTo>
                    <a:pt x="7771" y="3519"/>
                  </a:lnTo>
                  <a:lnTo>
                    <a:pt x="7469" y="4004"/>
                  </a:lnTo>
                  <a:lnTo>
                    <a:pt x="6358" y="4004"/>
                  </a:lnTo>
                  <a:lnTo>
                    <a:pt x="5955" y="3519"/>
                  </a:lnTo>
                  <a:lnTo>
                    <a:pt x="5551" y="4004"/>
                  </a:lnTo>
                  <a:lnTo>
                    <a:pt x="5551" y="3519"/>
                  </a:lnTo>
                  <a:lnTo>
                    <a:pt x="5147" y="3519"/>
                  </a:lnTo>
                  <a:lnTo>
                    <a:pt x="5551" y="3155"/>
                  </a:lnTo>
                  <a:lnTo>
                    <a:pt x="4441" y="3155"/>
                  </a:lnTo>
                  <a:lnTo>
                    <a:pt x="4441" y="3519"/>
                  </a:lnTo>
                  <a:lnTo>
                    <a:pt x="4844" y="4004"/>
                  </a:lnTo>
                  <a:lnTo>
                    <a:pt x="4844" y="4975"/>
                  </a:lnTo>
                  <a:lnTo>
                    <a:pt x="5147" y="5339"/>
                  </a:lnTo>
                  <a:lnTo>
                    <a:pt x="3734" y="5339"/>
                  </a:lnTo>
                  <a:lnTo>
                    <a:pt x="3330" y="5824"/>
                  </a:lnTo>
                  <a:lnTo>
                    <a:pt x="2624" y="4975"/>
                  </a:lnTo>
                  <a:lnTo>
                    <a:pt x="2220" y="4975"/>
                  </a:lnTo>
                  <a:lnTo>
                    <a:pt x="1816" y="5339"/>
                  </a:lnTo>
                  <a:lnTo>
                    <a:pt x="302" y="5339"/>
                  </a:lnTo>
                  <a:lnTo>
                    <a:pt x="0" y="5824"/>
                  </a:lnTo>
                  <a:lnTo>
                    <a:pt x="0" y="6310"/>
                  </a:lnTo>
                  <a:lnTo>
                    <a:pt x="302" y="5824"/>
                  </a:lnTo>
                  <a:lnTo>
                    <a:pt x="706" y="6310"/>
                  </a:lnTo>
                  <a:lnTo>
                    <a:pt x="302" y="6310"/>
                  </a:lnTo>
                  <a:lnTo>
                    <a:pt x="706" y="6310"/>
                  </a:lnTo>
                  <a:lnTo>
                    <a:pt x="706" y="6674"/>
                  </a:lnTo>
                  <a:lnTo>
                    <a:pt x="302" y="6674"/>
                  </a:lnTo>
                  <a:lnTo>
                    <a:pt x="706" y="7159"/>
                  </a:lnTo>
                  <a:lnTo>
                    <a:pt x="706" y="7644"/>
                  </a:lnTo>
                  <a:lnTo>
                    <a:pt x="1110" y="7159"/>
                  </a:lnTo>
                  <a:lnTo>
                    <a:pt x="1413" y="7159"/>
                  </a:lnTo>
                  <a:lnTo>
                    <a:pt x="1816" y="7644"/>
                  </a:lnTo>
                  <a:lnTo>
                    <a:pt x="2220" y="7644"/>
                  </a:lnTo>
                  <a:lnTo>
                    <a:pt x="2624" y="8130"/>
                  </a:lnTo>
                  <a:lnTo>
                    <a:pt x="2927" y="7644"/>
                  </a:lnTo>
                  <a:lnTo>
                    <a:pt x="2927" y="8130"/>
                  </a:lnTo>
                  <a:lnTo>
                    <a:pt x="3330" y="8130"/>
                  </a:lnTo>
                  <a:lnTo>
                    <a:pt x="3330" y="8494"/>
                  </a:lnTo>
                  <a:lnTo>
                    <a:pt x="4441" y="8494"/>
                  </a:lnTo>
                  <a:lnTo>
                    <a:pt x="4441" y="8979"/>
                  </a:lnTo>
                  <a:lnTo>
                    <a:pt x="4441" y="8494"/>
                  </a:lnTo>
                  <a:lnTo>
                    <a:pt x="4037" y="8494"/>
                  </a:lnTo>
                  <a:lnTo>
                    <a:pt x="3734" y="8979"/>
                  </a:lnTo>
                  <a:lnTo>
                    <a:pt x="4037" y="8979"/>
                  </a:lnTo>
                  <a:lnTo>
                    <a:pt x="4037" y="9829"/>
                  </a:lnTo>
                  <a:lnTo>
                    <a:pt x="4844" y="10314"/>
                  </a:lnTo>
                  <a:lnTo>
                    <a:pt x="5147" y="10800"/>
                  </a:lnTo>
                  <a:lnTo>
                    <a:pt x="5551" y="10800"/>
                  </a:lnTo>
                  <a:lnTo>
                    <a:pt x="5551" y="11649"/>
                  </a:lnTo>
                  <a:lnTo>
                    <a:pt x="5147" y="12134"/>
                  </a:lnTo>
                  <a:lnTo>
                    <a:pt x="5551" y="12134"/>
                  </a:lnTo>
                  <a:lnTo>
                    <a:pt x="5955" y="12620"/>
                  </a:lnTo>
                  <a:lnTo>
                    <a:pt x="6358" y="13469"/>
                  </a:lnTo>
                  <a:lnTo>
                    <a:pt x="5955" y="12984"/>
                  </a:lnTo>
                  <a:lnTo>
                    <a:pt x="5955" y="12620"/>
                  </a:lnTo>
                  <a:lnTo>
                    <a:pt x="5551" y="12620"/>
                  </a:lnTo>
                  <a:lnTo>
                    <a:pt x="5147" y="13469"/>
                  </a:lnTo>
                  <a:lnTo>
                    <a:pt x="5147" y="14319"/>
                  </a:lnTo>
                  <a:lnTo>
                    <a:pt x="5551" y="14319"/>
                  </a:lnTo>
                  <a:lnTo>
                    <a:pt x="5147" y="14319"/>
                  </a:lnTo>
                  <a:lnTo>
                    <a:pt x="5147" y="15775"/>
                  </a:lnTo>
                  <a:lnTo>
                    <a:pt x="4844" y="17110"/>
                  </a:lnTo>
                  <a:lnTo>
                    <a:pt x="4441" y="17110"/>
                  </a:lnTo>
                  <a:lnTo>
                    <a:pt x="4844" y="17110"/>
                  </a:lnTo>
                  <a:lnTo>
                    <a:pt x="4844" y="17474"/>
                  </a:lnTo>
                  <a:lnTo>
                    <a:pt x="5147" y="17474"/>
                  </a:lnTo>
                  <a:lnTo>
                    <a:pt x="5147" y="17959"/>
                  </a:lnTo>
                  <a:lnTo>
                    <a:pt x="5551" y="17959"/>
                  </a:lnTo>
                  <a:lnTo>
                    <a:pt x="6358" y="18444"/>
                  </a:lnTo>
                  <a:lnTo>
                    <a:pt x="6661" y="18930"/>
                  </a:lnTo>
                  <a:lnTo>
                    <a:pt x="7065" y="18444"/>
                  </a:lnTo>
                  <a:lnTo>
                    <a:pt x="7469" y="18930"/>
                  </a:lnTo>
                  <a:lnTo>
                    <a:pt x="10800" y="18930"/>
                  </a:lnTo>
                  <a:lnTo>
                    <a:pt x="11506" y="19294"/>
                  </a:lnTo>
                  <a:lnTo>
                    <a:pt x="11910" y="19294"/>
                  </a:lnTo>
                  <a:lnTo>
                    <a:pt x="11506" y="19294"/>
                  </a:lnTo>
                  <a:lnTo>
                    <a:pt x="11506" y="17959"/>
                  </a:lnTo>
                  <a:lnTo>
                    <a:pt x="11910" y="17959"/>
                  </a:lnTo>
                  <a:lnTo>
                    <a:pt x="12314" y="17474"/>
                  </a:lnTo>
                  <a:lnTo>
                    <a:pt x="12717" y="16624"/>
                  </a:lnTo>
                  <a:lnTo>
                    <a:pt x="13020" y="16624"/>
                  </a:lnTo>
                  <a:lnTo>
                    <a:pt x="13020" y="17110"/>
                  </a:lnTo>
                  <a:lnTo>
                    <a:pt x="14534" y="17110"/>
                  </a:lnTo>
                  <a:lnTo>
                    <a:pt x="15644" y="17474"/>
                  </a:lnTo>
                  <a:lnTo>
                    <a:pt x="16048" y="17959"/>
                  </a:lnTo>
                  <a:lnTo>
                    <a:pt x="16755" y="17959"/>
                  </a:lnTo>
                  <a:lnTo>
                    <a:pt x="16755" y="17474"/>
                  </a:lnTo>
                  <a:lnTo>
                    <a:pt x="17158" y="17110"/>
                  </a:lnTo>
                  <a:lnTo>
                    <a:pt x="18269" y="16139"/>
                  </a:lnTo>
                  <a:lnTo>
                    <a:pt x="18269" y="15289"/>
                  </a:lnTo>
                  <a:lnTo>
                    <a:pt x="17865" y="15289"/>
                  </a:lnTo>
                  <a:lnTo>
                    <a:pt x="17562" y="14804"/>
                  </a:lnTo>
                  <a:lnTo>
                    <a:pt x="17158" y="13955"/>
                  </a:lnTo>
                  <a:lnTo>
                    <a:pt x="16755" y="13469"/>
                  </a:lnTo>
                  <a:lnTo>
                    <a:pt x="17158" y="13469"/>
                  </a:lnTo>
                  <a:lnTo>
                    <a:pt x="17562" y="12984"/>
                  </a:lnTo>
                  <a:lnTo>
                    <a:pt x="17562" y="12620"/>
                  </a:lnTo>
                  <a:lnTo>
                    <a:pt x="17158" y="12134"/>
                  </a:lnTo>
                  <a:lnTo>
                    <a:pt x="17158" y="11649"/>
                  </a:lnTo>
                  <a:lnTo>
                    <a:pt x="17562" y="11649"/>
                  </a:lnTo>
                  <a:close/>
                  <a:moveTo>
                    <a:pt x="20893" y="21600"/>
                  </a:moveTo>
                  <a:lnTo>
                    <a:pt x="20489" y="21600"/>
                  </a:lnTo>
                  <a:lnTo>
                    <a:pt x="20186" y="21114"/>
                  </a:lnTo>
                  <a:lnTo>
                    <a:pt x="20489" y="21114"/>
                  </a:lnTo>
                  <a:lnTo>
                    <a:pt x="20489" y="20629"/>
                  </a:lnTo>
                  <a:lnTo>
                    <a:pt x="20186" y="20629"/>
                  </a:lnTo>
                  <a:lnTo>
                    <a:pt x="20489" y="20629"/>
                  </a:lnTo>
                  <a:lnTo>
                    <a:pt x="20186" y="20629"/>
                  </a:lnTo>
                  <a:lnTo>
                    <a:pt x="20186" y="20265"/>
                  </a:lnTo>
                  <a:lnTo>
                    <a:pt x="19783" y="19779"/>
                  </a:lnTo>
                  <a:lnTo>
                    <a:pt x="20186" y="19779"/>
                  </a:lnTo>
                  <a:lnTo>
                    <a:pt x="20186" y="19294"/>
                  </a:lnTo>
                  <a:lnTo>
                    <a:pt x="19783" y="19294"/>
                  </a:lnTo>
                  <a:lnTo>
                    <a:pt x="20186" y="18930"/>
                  </a:lnTo>
                  <a:lnTo>
                    <a:pt x="20489" y="18930"/>
                  </a:lnTo>
                  <a:lnTo>
                    <a:pt x="20893" y="18444"/>
                  </a:lnTo>
                  <a:lnTo>
                    <a:pt x="20893" y="18930"/>
                  </a:lnTo>
                  <a:lnTo>
                    <a:pt x="21297" y="18930"/>
                  </a:lnTo>
                  <a:lnTo>
                    <a:pt x="21297" y="18444"/>
                  </a:lnTo>
                  <a:lnTo>
                    <a:pt x="21297" y="18930"/>
                  </a:lnTo>
                  <a:lnTo>
                    <a:pt x="21599" y="19779"/>
                  </a:lnTo>
                  <a:lnTo>
                    <a:pt x="21297" y="20265"/>
                  </a:lnTo>
                  <a:lnTo>
                    <a:pt x="21297" y="21600"/>
                  </a:lnTo>
                  <a:lnTo>
                    <a:pt x="2089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0" name="AutoShape 68"/>
            <p:cNvSpPr>
              <a:spLocks/>
            </p:cNvSpPr>
            <p:nvPr/>
          </p:nvSpPr>
          <p:spPr bwMode="auto">
            <a:xfrm>
              <a:off x="2533805" y="5025921"/>
              <a:ext cx="32227" cy="31413"/>
            </a:xfrm>
            <a:custGeom>
              <a:avLst/>
              <a:gdLst>
                <a:gd name="T0" fmla="*/ 16114 w 21600"/>
                <a:gd name="T1" fmla="*/ 15707 h 21600"/>
                <a:gd name="T2" fmla="*/ 16114 w 21600"/>
                <a:gd name="T3" fmla="*/ 15707 h 21600"/>
                <a:gd name="T4" fmla="*/ 16114 w 21600"/>
                <a:gd name="T5" fmla="*/ 15707 h 21600"/>
                <a:gd name="T6" fmla="*/ 16114 w 21600"/>
                <a:gd name="T7" fmla="*/ 15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10800" y="21599"/>
                  </a:lnTo>
                  <a:lnTo>
                    <a:pt x="21600" y="108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1" name="AutoShape 69"/>
            <p:cNvSpPr>
              <a:spLocks/>
            </p:cNvSpPr>
            <p:nvPr/>
          </p:nvSpPr>
          <p:spPr bwMode="auto">
            <a:xfrm>
              <a:off x="2026236" y="4240619"/>
              <a:ext cx="761353" cy="742112"/>
            </a:xfrm>
            <a:custGeom>
              <a:avLst/>
              <a:gdLst>
                <a:gd name="T0" fmla="*/ 380677 w 21600"/>
                <a:gd name="T1" fmla="*/ 371056 h 21600"/>
                <a:gd name="T2" fmla="*/ 380677 w 21600"/>
                <a:gd name="T3" fmla="*/ 371056 h 21600"/>
                <a:gd name="T4" fmla="*/ 380677 w 21600"/>
                <a:gd name="T5" fmla="*/ 371056 h 21600"/>
                <a:gd name="T6" fmla="*/ 380677 w 21600"/>
                <a:gd name="T7" fmla="*/ 3710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14" y="6742"/>
                  </a:moveTo>
                  <a:lnTo>
                    <a:pt x="1714" y="5942"/>
                  </a:lnTo>
                  <a:lnTo>
                    <a:pt x="1257" y="5942"/>
                  </a:lnTo>
                  <a:lnTo>
                    <a:pt x="914" y="5485"/>
                  </a:lnTo>
                  <a:lnTo>
                    <a:pt x="457" y="4685"/>
                  </a:lnTo>
                  <a:lnTo>
                    <a:pt x="0" y="4228"/>
                  </a:lnTo>
                  <a:lnTo>
                    <a:pt x="457" y="4228"/>
                  </a:lnTo>
                  <a:lnTo>
                    <a:pt x="914" y="3771"/>
                  </a:lnTo>
                  <a:lnTo>
                    <a:pt x="914" y="3428"/>
                  </a:lnTo>
                  <a:lnTo>
                    <a:pt x="457" y="2971"/>
                  </a:lnTo>
                  <a:lnTo>
                    <a:pt x="457" y="2514"/>
                  </a:lnTo>
                  <a:lnTo>
                    <a:pt x="1257" y="2514"/>
                  </a:lnTo>
                  <a:lnTo>
                    <a:pt x="1714" y="2057"/>
                  </a:lnTo>
                  <a:lnTo>
                    <a:pt x="2514" y="2514"/>
                  </a:lnTo>
                  <a:lnTo>
                    <a:pt x="2971" y="1257"/>
                  </a:lnTo>
                  <a:lnTo>
                    <a:pt x="3428" y="1714"/>
                  </a:lnTo>
                  <a:lnTo>
                    <a:pt x="3428" y="2057"/>
                  </a:lnTo>
                  <a:lnTo>
                    <a:pt x="3885" y="2057"/>
                  </a:lnTo>
                  <a:lnTo>
                    <a:pt x="4228" y="2514"/>
                  </a:lnTo>
                  <a:lnTo>
                    <a:pt x="4685" y="2057"/>
                  </a:lnTo>
                  <a:lnTo>
                    <a:pt x="4685" y="1714"/>
                  </a:lnTo>
                  <a:lnTo>
                    <a:pt x="5485" y="1714"/>
                  </a:lnTo>
                  <a:lnTo>
                    <a:pt x="5942" y="2057"/>
                  </a:lnTo>
                  <a:lnTo>
                    <a:pt x="5942" y="1257"/>
                  </a:lnTo>
                  <a:lnTo>
                    <a:pt x="6857" y="1257"/>
                  </a:lnTo>
                  <a:lnTo>
                    <a:pt x="6857" y="457"/>
                  </a:lnTo>
                  <a:lnTo>
                    <a:pt x="7199" y="0"/>
                  </a:lnTo>
                  <a:lnTo>
                    <a:pt x="7657" y="457"/>
                  </a:lnTo>
                  <a:lnTo>
                    <a:pt x="8457" y="0"/>
                  </a:lnTo>
                  <a:lnTo>
                    <a:pt x="9714" y="0"/>
                  </a:lnTo>
                  <a:lnTo>
                    <a:pt x="9714" y="457"/>
                  </a:lnTo>
                  <a:lnTo>
                    <a:pt x="10628" y="799"/>
                  </a:lnTo>
                  <a:lnTo>
                    <a:pt x="12342" y="799"/>
                  </a:lnTo>
                  <a:lnTo>
                    <a:pt x="12685" y="1257"/>
                  </a:lnTo>
                  <a:lnTo>
                    <a:pt x="12342" y="1714"/>
                  </a:lnTo>
                  <a:lnTo>
                    <a:pt x="12342" y="2057"/>
                  </a:lnTo>
                  <a:lnTo>
                    <a:pt x="11885" y="2514"/>
                  </a:lnTo>
                  <a:lnTo>
                    <a:pt x="12342" y="2971"/>
                  </a:lnTo>
                  <a:lnTo>
                    <a:pt x="11428" y="2971"/>
                  </a:lnTo>
                  <a:lnTo>
                    <a:pt x="11085" y="3428"/>
                  </a:lnTo>
                  <a:lnTo>
                    <a:pt x="10171" y="3428"/>
                  </a:lnTo>
                  <a:lnTo>
                    <a:pt x="9714" y="3771"/>
                  </a:lnTo>
                  <a:lnTo>
                    <a:pt x="10171" y="4228"/>
                  </a:lnTo>
                  <a:lnTo>
                    <a:pt x="10171" y="4685"/>
                  </a:lnTo>
                  <a:lnTo>
                    <a:pt x="9714" y="5028"/>
                  </a:lnTo>
                  <a:lnTo>
                    <a:pt x="10171" y="5485"/>
                  </a:lnTo>
                  <a:lnTo>
                    <a:pt x="10171" y="5942"/>
                  </a:lnTo>
                  <a:lnTo>
                    <a:pt x="11085" y="6400"/>
                  </a:lnTo>
                  <a:lnTo>
                    <a:pt x="11885" y="7199"/>
                  </a:lnTo>
                  <a:lnTo>
                    <a:pt x="13142" y="7999"/>
                  </a:lnTo>
                  <a:lnTo>
                    <a:pt x="13142" y="8914"/>
                  </a:lnTo>
                  <a:lnTo>
                    <a:pt x="13599" y="9371"/>
                  </a:lnTo>
                  <a:lnTo>
                    <a:pt x="13942" y="9371"/>
                  </a:lnTo>
                  <a:lnTo>
                    <a:pt x="13942" y="9714"/>
                  </a:lnTo>
                  <a:lnTo>
                    <a:pt x="14857" y="10171"/>
                  </a:lnTo>
                  <a:lnTo>
                    <a:pt x="14857" y="10628"/>
                  </a:lnTo>
                  <a:lnTo>
                    <a:pt x="16914" y="10628"/>
                  </a:lnTo>
                  <a:lnTo>
                    <a:pt x="17371" y="10971"/>
                  </a:lnTo>
                  <a:lnTo>
                    <a:pt x="16914" y="11428"/>
                  </a:lnTo>
                  <a:lnTo>
                    <a:pt x="16914" y="11885"/>
                  </a:lnTo>
                  <a:lnTo>
                    <a:pt x="18171" y="11885"/>
                  </a:lnTo>
                  <a:lnTo>
                    <a:pt x="19542" y="12685"/>
                  </a:lnTo>
                  <a:lnTo>
                    <a:pt x="19885" y="13142"/>
                  </a:lnTo>
                  <a:lnTo>
                    <a:pt x="20342" y="13600"/>
                  </a:lnTo>
                  <a:lnTo>
                    <a:pt x="21142" y="13600"/>
                  </a:lnTo>
                  <a:lnTo>
                    <a:pt x="21142" y="13942"/>
                  </a:lnTo>
                  <a:lnTo>
                    <a:pt x="21600" y="13942"/>
                  </a:lnTo>
                  <a:lnTo>
                    <a:pt x="21600" y="14399"/>
                  </a:lnTo>
                  <a:lnTo>
                    <a:pt x="21142" y="14857"/>
                  </a:lnTo>
                  <a:lnTo>
                    <a:pt x="21142" y="15200"/>
                  </a:lnTo>
                  <a:lnTo>
                    <a:pt x="20342" y="14399"/>
                  </a:lnTo>
                  <a:lnTo>
                    <a:pt x="20342" y="13942"/>
                  </a:lnTo>
                  <a:lnTo>
                    <a:pt x="19542" y="13942"/>
                  </a:lnTo>
                  <a:lnTo>
                    <a:pt x="19085" y="13600"/>
                  </a:lnTo>
                  <a:lnTo>
                    <a:pt x="18628" y="13942"/>
                  </a:lnTo>
                  <a:lnTo>
                    <a:pt x="18628" y="14857"/>
                  </a:lnTo>
                  <a:lnTo>
                    <a:pt x="18171" y="14857"/>
                  </a:lnTo>
                  <a:lnTo>
                    <a:pt x="18171" y="15657"/>
                  </a:lnTo>
                  <a:lnTo>
                    <a:pt x="18628" y="15657"/>
                  </a:lnTo>
                  <a:lnTo>
                    <a:pt x="19085" y="16114"/>
                  </a:lnTo>
                  <a:lnTo>
                    <a:pt x="19085" y="16914"/>
                  </a:lnTo>
                  <a:lnTo>
                    <a:pt x="18628" y="16914"/>
                  </a:lnTo>
                  <a:lnTo>
                    <a:pt x="18628" y="18171"/>
                  </a:lnTo>
                  <a:lnTo>
                    <a:pt x="17828" y="18628"/>
                  </a:lnTo>
                  <a:lnTo>
                    <a:pt x="17828" y="19085"/>
                  </a:lnTo>
                  <a:lnTo>
                    <a:pt x="16571" y="19085"/>
                  </a:lnTo>
                  <a:lnTo>
                    <a:pt x="16571" y="18628"/>
                  </a:lnTo>
                  <a:lnTo>
                    <a:pt x="16914" y="18171"/>
                  </a:lnTo>
                  <a:lnTo>
                    <a:pt x="17371" y="18171"/>
                  </a:lnTo>
                  <a:lnTo>
                    <a:pt x="17371" y="17371"/>
                  </a:lnTo>
                  <a:lnTo>
                    <a:pt x="17828" y="17371"/>
                  </a:lnTo>
                  <a:lnTo>
                    <a:pt x="17828" y="16914"/>
                  </a:lnTo>
                  <a:lnTo>
                    <a:pt x="17371" y="16571"/>
                  </a:lnTo>
                  <a:lnTo>
                    <a:pt x="17371" y="16114"/>
                  </a:lnTo>
                  <a:lnTo>
                    <a:pt x="16914" y="15657"/>
                  </a:lnTo>
                  <a:lnTo>
                    <a:pt x="16914" y="14857"/>
                  </a:lnTo>
                  <a:lnTo>
                    <a:pt x="16571" y="14399"/>
                  </a:lnTo>
                  <a:lnTo>
                    <a:pt x="16571" y="14857"/>
                  </a:lnTo>
                  <a:lnTo>
                    <a:pt x="15657" y="14399"/>
                  </a:lnTo>
                  <a:lnTo>
                    <a:pt x="15314" y="14399"/>
                  </a:lnTo>
                  <a:lnTo>
                    <a:pt x="15314" y="13600"/>
                  </a:lnTo>
                  <a:lnTo>
                    <a:pt x="14399" y="13600"/>
                  </a:lnTo>
                  <a:lnTo>
                    <a:pt x="14399" y="13142"/>
                  </a:lnTo>
                  <a:lnTo>
                    <a:pt x="13599" y="13142"/>
                  </a:lnTo>
                  <a:lnTo>
                    <a:pt x="13142" y="12342"/>
                  </a:lnTo>
                  <a:lnTo>
                    <a:pt x="11885" y="12342"/>
                  </a:lnTo>
                  <a:lnTo>
                    <a:pt x="11885" y="11885"/>
                  </a:lnTo>
                  <a:lnTo>
                    <a:pt x="11085" y="11885"/>
                  </a:lnTo>
                  <a:lnTo>
                    <a:pt x="10628" y="11428"/>
                  </a:lnTo>
                  <a:lnTo>
                    <a:pt x="9714" y="10628"/>
                  </a:lnTo>
                  <a:lnTo>
                    <a:pt x="9371" y="10171"/>
                  </a:lnTo>
                  <a:lnTo>
                    <a:pt x="8914" y="9714"/>
                  </a:lnTo>
                  <a:lnTo>
                    <a:pt x="8457" y="9714"/>
                  </a:lnTo>
                  <a:lnTo>
                    <a:pt x="8457" y="9371"/>
                  </a:lnTo>
                  <a:lnTo>
                    <a:pt x="8114" y="8914"/>
                  </a:lnTo>
                  <a:lnTo>
                    <a:pt x="7657" y="8457"/>
                  </a:lnTo>
                  <a:lnTo>
                    <a:pt x="7199" y="8457"/>
                  </a:lnTo>
                  <a:lnTo>
                    <a:pt x="7199" y="7999"/>
                  </a:lnTo>
                  <a:lnTo>
                    <a:pt x="6857" y="7657"/>
                  </a:lnTo>
                  <a:lnTo>
                    <a:pt x="6399" y="6742"/>
                  </a:lnTo>
                  <a:lnTo>
                    <a:pt x="6399" y="6400"/>
                  </a:lnTo>
                  <a:lnTo>
                    <a:pt x="5942" y="6400"/>
                  </a:lnTo>
                  <a:lnTo>
                    <a:pt x="5485" y="5942"/>
                  </a:lnTo>
                  <a:lnTo>
                    <a:pt x="5142" y="5942"/>
                  </a:lnTo>
                  <a:lnTo>
                    <a:pt x="3885" y="5485"/>
                  </a:lnTo>
                  <a:lnTo>
                    <a:pt x="2971" y="5942"/>
                  </a:lnTo>
                  <a:lnTo>
                    <a:pt x="2971" y="6400"/>
                  </a:lnTo>
                  <a:lnTo>
                    <a:pt x="2514" y="6742"/>
                  </a:lnTo>
                  <a:lnTo>
                    <a:pt x="1714" y="6742"/>
                  </a:lnTo>
                  <a:close/>
                  <a:moveTo>
                    <a:pt x="2971" y="12685"/>
                  </a:moveTo>
                  <a:lnTo>
                    <a:pt x="3428" y="12685"/>
                  </a:lnTo>
                  <a:lnTo>
                    <a:pt x="3428" y="12342"/>
                  </a:lnTo>
                  <a:lnTo>
                    <a:pt x="2971" y="12342"/>
                  </a:lnTo>
                  <a:lnTo>
                    <a:pt x="2971" y="12685"/>
                  </a:lnTo>
                  <a:close/>
                  <a:moveTo>
                    <a:pt x="8114" y="9714"/>
                  </a:moveTo>
                  <a:close/>
                  <a:moveTo>
                    <a:pt x="6399" y="8914"/>
                  </a:moveTo>
                  <a:lnTo>
                    <a:pt x="7199" y="8914"/>
                  </a:lnTo>
                  <a:lnTo>
                    <a:pt x="6857" y="8457"/>
                  </a:lnTo>
                  <a:lnTo>
                    <a:pt x="6857" y="8914"/>
                  </a:lnTo>
                  <a:lnTo>
                    <a:pt x="6399" y="8914"/>
                  </a:lnTo>
                  <a:close/>
                  <a:moveTo>
                    <a:pt x="4228" y="17371"/>
                  </a:moveTo>
                  <a:lnTo>
                    <a:pt x="4228" y="16914"/>
                  </a:lnTo>
                  <a:lnTo>
                    <a:pt x="4228" y="17371"/>
                  </a:lnTo>
                  <a:lnTo>
                    <a:pt x="4685" y="16914"/>
                  </a:lnTo>
                  <a:lnTo>
                    <a:pt x="4685" y="16571"/>
                  </a:lnTo>
                  <a:lnTo>
                    <a:pt x="5942" y="16571"/>
                  </a:lnTo>
                  <a:lnTo>
                    <a:pt x="5942" y="15657"/>
                  </a:lnTo>
                  <a:lnTo>
                    <a:pt x="5485" y="14857"/>
                  </a:lnTo>
                  <a:lnTo>
                    <a:pt x="5942" y="14399"/>
                  </a:lnTo>
                  <a:lnTo>
                    <a:pt x="5485" y="13942"/>
                  </a:lnTo>
                  <a:lnTo>
                    <a:pt x="5942" y="13600"/>
                  </a:lnTo>
                  <a:lnTo>
                    <a:pt x="5942" y="13142"/>
                  </a:lnTo>
                  <a:lnTo>
                    <a:pt x="5142" y="12342"/>
                  </a:lnTo>
                  <a:lnTo>
                    <a:pt x="4685" y="12342"/>
                  </a:lnTo>
                  <a:lnTo>
                    <a:pt x="3885" y="13142"/>
                  </a:lnTo>
                  <a:lnTo>
                    <a:pt x="3428" y="13142"/>
                  </a:lnTo>
                  <a:lnTo>
                    <a:pt x="2971" y="12685"/>
                  </a:lnTo>
                  <a:lnTo>
                    <a:pt x="2971" y="13600"/>
                  </a:lnTo>
                  <a:lnTo>
                    <a:pt x="3428" y="13600"/>
                  </a:lnTo>
                  <a:lnTo>
                    <a:pt x="3428" y="13942"/>
                  </a:lnTo>
                  <a:lnTo>
                    <a:pt x="3885" y="13942"/>
                  </a:lnTo>
                  <a:lnTo>
                    <a:pt x="3885" y="14399"/>
                  </a:lnTo>
                  <a:lnTo>
                    <a:pt x="3428" y="14857"/>
                  </a:lnTo>
                  <a:lnTo>
                    <a:pt x="3885" y="14857"/>
                  </a:lnTo>
                  <a:lnTo>
                    <a:pt x="3885" y="15200"/>
                  </a:lnTo>
                  <a:lnTo>
                    <a:pt x="3428" y="16114"/>
                  </a:lnTo>
                  <a:lnTo>
                    <a:pt x="3885" y="16914"/>
                  </a:lnTo>
                  <a:lnTo>
                    <a:pt x="4228" y="17371"/>
                  </a:lnTo>
                  <a:close/>
                  <a:moveTo>
                    <a:pt x="16114" y="21600"/>
                  </a:moveTo>
                  <a:lnTo>
                    <a:pt x="16114" y="20800"/>
                  </a:lnTo>
                  <a:lnTo>
                    <a:pt x="15657" y="20342"/>
                  </a:lnTo>
                  <a:lnTo>
                    <a:pt x="16114" y="19542"/>
                  </a:lnTo>
                  <a:lnTo>
                    <a:pt x="16571" y="19085"/>
                  </a:lnTo>
                  <a:lnTo>
                    <a:pt x="16571" y="18628"/>
                  </a:lnTo>
                  <a:lnTo>
                    <a:pt x="16114" y="18171"/>
                  </a:lnTo>
                  <a:lnTo>
                    <a:pt x="15657" y="18628"/>
                  </a:lnTo>
                  <a:lnTo>
                    <a:pt x="15314" y="18628"/>
                  </a:lnTo>
                  <a:lnTo>
                    <a:pt x="14857" y="19085"/>
                  </a:lnTo>
                  <a:lnTo>
                    <a:pt x="12685" y="19085"/>
                  </a:lnTo>
                  <a:lnTo>
                    <a:pt x="12342" y="18628"/>
                  </a:lnTo>
                  <a:lnTo>
                    <a:pt x="11885" y="18628"/>
                  </a:lnTo>
                  <a:lnTo>
                    <a:pt x="11885" y="19085"/>
                  </a:lnTo>
                  <a:lnTo>
                    <a:pt x="11428" y="18628"/>
                  </a:lnTo>
                  <a:lnTo>
                    <a:pt x="11085" y="19085"/>
                  </a:lnTo>
                  <a:lnTo>
                    <a:pt x="11085" y="19542"/>
                  </a:lnTo>
                  <a:lnTo>
                    <a:pt x="11428" y="19885"/>
                  </a:lnTo>
                  <a:lnTo>
                    <a:pt x="11885" y="19885"/>
                  </a:lnTo>
                  <a:lnTo>
                    <a:pt x="12685" y="20342"/>
                  </a:lnTo>
                  <a:lnTo>
                    <a:pt x="13142" y="20800"/>
                  </a:lnTo>
                  <a:lnTo>
                    <a:pt x="13942" y="21142"/>
                  </a:lnTo>
                  <a:lnTo>
                    <a:pt x="14399" y="20800"/>
                  </a:lnTo>
                  <a:lnTo>
                    <a:pt x="14857" y="21142"/>
                  </a:lnTo>
                  <a:lnTo>
                    <a:pt x="15657" y="21600"/>
                  </a:lnTo>
                  <a:lnTo>
                    <a:pt x="1611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2" name="AutoShape 70"/>
            <p:cNvSpPr>
              <a:spLocks/>
            </p:cNvSpPr>
            <p:nvPr/>
          </p:nvSpPr>
          <p:spPr bwMode="auto">
            <a:xfrm>
              <a:off x="1071526" y="4472285"/>
              <a:ext cx="821776" cy="553637"/>
            </a:xfrm>
            <a:custGeom>
              <a:avLst/>
              <a:gdLst>
                <a:gd name="T0" fmla="*/ 410888 w 21600"/>
                <a:gd name="T1" fmla="*/ 276819 h 21600"/>
                <a:gd name="T2" fmla="*/ 410888 w 21600"/>
                <a:gd name="T3" fmla="*/ 276819 h 21600"/>
                <a:gd name="T4" fmla="*/ 410888 w 21600"/>
                <a:gd name="T5" fmla="*/ 276819 h 21600"/>
                <a:gd name="T6" fmla="*/ 410888 w 21600"/>
                <a:gd name="T7" fmla="*/ 2768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174" y="1136"/>
                  </a:moveTo>
                  <a:cubicBezTo>
                    <a:pt x="12567" y="1136"/>
                    <a:pt x="12567" y="1136"/>
                    <a:pt x="12567" y="1136"/>
                  </a:cubicBezTo>
                  <a:cubicBezTo>
                    <a:pt x="12567" y="1705"/>
                    <a:pt x="12567" y="1705"/>
                    <a:pt x="12567" y="1705"/>
                  </a:cubicBezTo>
                  <a:cubicBezTo>
                    <a:pt x="12959" y="1705"/>
                    <a:pt x="12959" y="1705"/>
                    <a:pt x="12959" y="1705"/>
                  </a:cubicBezTo>
                  <a:cubicBezTo>
                    <a:pt x="12959" y="2273"/>
                    <a:pt x="12959" y="2273"/>
                    <a:pt x="12959" y="2273"/>
                  </a:cubicBezTo>
                  <a:cubicBezTo>
                    <a:pt x="12959" y="2273"/>
                    <a:pt x="12959" y="2273"/>
                    <a:pt x="12959" y="2273"/>
                  </a:cubicBezTo>
                  <a:cubicBezTo>
                    <a:pt x="13352" y="2273"/>
                    <a:pt x="13352" y="2273"/>
                    <a:pt x="13352" y="2273"/>
                  </a:cubicBezTo>
                  <a:cubicBezTo>
                    <a:pt x="14138" y="2842"/>
                    <a:pt x="14138" y="2842"/>
                    <a:pt x="14138" y="2842"/>
                  </a:cubicBezTo>
                  <a:cubicBezTo>
                    <a:pt x="14530" y="3410"/>
                    <a:pt x="14530" y="3410"/>
                    <a:pt x="14530" y="3410"/>
                  </a:cubicBezTo>
                  <a:cubicBezTo>
                    <a:pt x="14923" y="2842"/>
                    <a:pt x="14923" y="2842"/>
                    <a:pt x="14923" y="2842"/>
                  </a:cubicBezTo>
                  <a:cubicBezTo>
                    <a:pt x="15316" y="3410"/>
                    <a:pt x="15316" y="3410"/>
                    <a:pt x="15316" y="3410"/>
                  </a:cubicBezTo>
                  <a:cubicBezTo>
                    <a:pt x="15709" y="3410"/>
                    <a:pt x="15709" y="3410"/>
                    <a:pt x="15709" y="3410"/>
                  </a:cubicBezTo>
                  <a:cubicBezTo>
                    <a:pt x="15709" y="3410"/>
                    <a:pt x="15709" y="3410"/>
                    <a:pt x="15709" y="3410"/>
                  </a:cubicBezTo>
                  <a:cubicBezTo>
                    <a:pt x="16101" y="3410"/>
                    <a:pt x="16101" y="3410"/>
                    <a:pt x="16101" y="3410"/>
                  </a:cubicBezTo>
                  <a:cubicBezTo>
                    <a:pt x="16887" y="3410"/>
                    <a:pt x="16887" y="3410"/>
                    <a:pt x="16887" y="3410"/>
                  </a:cubicBezTo>
                  <a:cubicBezTo>
                    <a:pt x="17280" y="3410"/>
                    <a:pt x="17280" y="3410"/>
                    <a:pt x="17280" y="3410"/>
                  </a:cubicBezTo>
                  <a:cubicBezTo>
                    <a:pt x="17672" y="3410"/>
                    <a:pt x="17672" y="3410"/>
                    <a:pt x="17672" y="3410"/>
                  </a:cubicBezTo>
                  <a:cubicBezTo>
                    <a:pt x="18065" y="3410"/>
                    <a:pt x="18065" y="3410"/>
                    <a:pt x="18065" y="3410"/>
                  </a:cubicBezTo>
                  <a:cubicBezTo>
                    <a:pt x="18850" y="3410"/>
                    <a:pt x="18850" y="3410"/>
                    <a:pt x="18850" y="3410"/>
                  </a:cubicBezTo>
                  <a:cubicBezTo>
                    <a:pt x="19636" y="3978"/>
                    <a:pt x="19636" y="3978"/>
                    <a:pt x="19636" y="3978"/>
                  </a:cubicBezTo>
                  <a:cubicBezTo>
                    <a:pt x="20029" y="3978"/>
                    <a:pt x="20029" y="3978"/>
                    <a:pt x="20029" y="3978"/>
                  </a:cubicBezTo>
                  <a:cubicBezTo>
                    <a:pt x="20029" y="4547"/>
                    <a:pt x="20029" y="4547"/>
                    <a:pt x="20029" y="4547"/>
                  </a:cubicBezTo>
                  <a:cubicBezTo>
                    <a:pt x="19636" y="4547"/>
                    <a:pt x="19636" y="4547"/>
                    <a:pt x="19636" y="4547"/>
                  </a:cubicBezTo>
                  <a:cubicBezTo>
                    <a:pt x="19636" y="5115"/>
                    <a:pt x="19636" y="5115"/>
                    <a:pt x="19636" y="5115"/>
                  </a:cubicBezTo>
                  <a:cubicBezTo>
                    <a:pt x="19636" y="5684"/>
                    <a:pt x="19636" y="5684"/>
                    <a:pt x="19636" y="5684"/>
                  </a:cubicBezTo>
                  <a:cubicBezTo>
                    <a:pt x="19636" y="6252"/>
                    <a:pt x="19636" y="6252"/>
                    <a:pt x="19636" y="6252"/>
                  </a:cubicBezTo>
                  <a:cubicBezTo>
                    <a:pt x="18850" y="6821"/>
                    <a:pt x="18850" y="6821"/>
                    <a:pt x="18850" y="6821"/>
                  </a:cubicBezTo>
                  <a:cubicBezTo>
                    <a:pt x="18850" y="6821"/>
                    <a:pt x="18458" y="7389"/>
                    <a:pt x="18458" y="7389"/>
                  </a:cubicBezTo>
                  <a:cubicBezTo>
                    <a:pt x="18458" y="7389"/>
                    <a:pt x="18065" y="7389"/>
                    <a:pt x="18065" y="7389"/>
                  </a:cubicBezTo>
                  <a:cubicBezTo>
                    <a:pt x="17280" y="7389"/>
                    <a:pt x="17280" y="7389"/>
                    <a:pt x="17280" y="7389"/>
                  </a:cubicBezTo>
                  <a:cubicBezTo>
                    <a:pt x="16887" y="7957"/>
                    <a:pt x="16887" y="7957"/>
                    <a:pt x="16887" y="7957"/>
                  </a:cubicBezTo>
                  <a:cubicBezTo>
                    <a:pt x="16494" y="8526"/>
                    <a:pt x="16494" y="8526"/>
                    <a:pt x="16494" y="8526"/>
                  </a:cubicBezTo>
                  <a:cubicBezTo>
                    <a:pt x="16494" y="8526"/>
                    <a:pt x="16494" y="8526"/>
                    <a:pt x="16494" y="8526"/>
                  </a:cubicBezTo>
                  <a:cubicBezTo>
                    <a:pt x="16494" y="9094"/>
                    <a:pt x="16494" y="9094"/>
                    <a:pt x="16494" y="9094"/>
                  </a:cubicBezTo>
                  <a:cubicBezTo>
                    <a:pt x="16494" y="9094"/>
                    <a:pt x="16494" y="9094"/>
                    <a:pt x="16494" y="9094"/>
                  </a:cubicBezTo>
                  <a:cubicBezTo>
                    <a:pt x="16101" y="9094"/>
                    <a:pt x="16101" y="9094"/>
                    <a:pt x="16101" y="9094"/>
                  </a:cubicBezTo>
                  <a:cubicBezTo>
                    <a:pt x="16494" y="9094"/>
                    <a:pt x="16494" y="9094"/>
                    <a:pt x="16494" y="9094"/>
                  </a:cubicBezTo>
                  <a:cubicBezTo>
                    <a:pt x="16101" y="9094"/>
                    <a:pt x="16101" y="9094"/>
                    <a:pt x="16101" y="9094"/>
                  </a:cubicBezTo>
                  <a:cubicBezTo>
                    <a:pt x="15709" y="10231"/>
                    <a:pt x="15709" y="10231"/>
                    <a:pt x="15709" y="10231"/>
                  </a:cubicBezTo>
                  <a:cubicBezTo>
                    <a:pt x="15316" y="10231"/>
                    <a:pt x="15316" y="10231"/>
                    <a:pt x="15316" y="10231"/>
                  </a:cubicBezTo>
                  <a:cubicBezTo>
                    <a:pt x="14530" y="11936"/>
                    <a:pt x="14530" y="11936"/>
                    <a:pt x="14530" y="11936"/>
                  </a:cubicBezTo>
                  <a:cubicBezTo>
                    <a:pt x="14530" y="11936"/>
                    <a:pt x="14530" y="11936"/>
                    <a:pt x="14530" y="11936"/>
                  </a:cubicBezTo>
                  <a:cubicBezTo>
                    <a:pt x="14530" y="13073"/>
                    <a:pt x="14530" y="13073"/>
                    <a:pt x="14530" y="13073"/>
                  </a:cubicBezTo>
                  <a:cubicBezTo>
                    <a:pt x="14923" y="13073"/>
                    <a:pt x="14923" y="13073"/>
                    <a:pt x="14923" y="13073"/>
                  </a:cubicBezTo>
                  <a:cubicBezTo>
                    <a:pt x="14923" y="13642"/>
                    <a:pt x="14923" y="13642"/>
                    <a:pt x="14923" y="13642"/>
                  </a:cubicBezTo>
                  <a:cubicBezTo>
                    <a:pt x="15316" y="14210"/>
                    <a:pt x="15316" y="14210"/>
                    <a:pt x="15316" y="14210"/>
                  </a:cubicBezTo>
                  <a:cubicBezTo>
                    <a:pt x="14923" y="14778"/>
                    <a:pt x="14923" y="14778"/>
                    <a:pt x="14923" y="14778"/>
                  </a:cubicBezTo>
                  <a:cubicBezTo>
                    <a:pt x="14530" y="14778"/>
                    <a:pt x="14530" y="14778"/>
                    <a:pt x="14530" y="14778"/>
                  </a:cubicBezTo>
                  <a:cubicBezTo>
                    <a:pt x="14530" y="15347"/>
                    <a:pt x="14530" y="15347"/>
                    <a:pt x="14530" y="15347"/>
                  </a:cubicBezTo>
                  <a:cubicBezTo>
                    <a:pt x="14138" y="16484"/>
                    <a:pt x="14138" y="16484"/>
                    <a:pt x="14138" y="16484"/>
                  </a:cubicBezTo>
                  <a:cubicBezTo>
                    <a:pt x="13745" y="17052"/>
                    <a:pt x="13745" y="17052"/>
                    <a:pt x="13745" y="17052"/>
                  </a:cubicBezTo>
                  <a:cubicBezTo>
                    <a:pt x="14138" y="17052"/>
                    <a:pt x="14138" y="17052"/>
                    <a:pt x="14138" y="17052"/>
                  </a:cubicBezTo>
                  <a:cubicBezTo>
                    <a:pt x="13745" y="17621"/>
                    <a:pt x="13745" y="17621"/>
                    <a:pt x="13745" y="17621"/>
                  </a:cubicBezTo>
                  <a:cubicBezTo>
                    <a:pt x="13352" y="17621"/>
                    <a:pt x="13352" y="17621"/>
                    <a:pt x="13352" y="17621"/>
                  </a:cubicBezTo>
                  <a:cubicBezTo>
                    <a:pt x="12174" y="18189"/>
                    <a:pt x="12174" y="18189"/>
                    <a:pt x="12174" y="18189"/>
                  </a:cubicBezTo>
                  <a:cubicBezTo>
                    <a:pt x="12174" y="18757"/>
                    <a:pt x="12174" y="18757"/>
                    <a:pt x="12174" y="18757"/>
                  </a:cubicBezTo>
                  <a:cubicBezTo>
                    <a:pt x="11781" y="19326"/>
                    <a:pt x="11781" y="19326"/>
                    <a:pt x="11781" y="19326"/>
                  </a:cubicBezTo>
                  <a:cubicBezTo>
                    <a:pt x="11389" y="19326"/>
                    <a:pt x="11389" y="19326"/>
                    <a:pt x="11389" y="19326"/>
                  </a:cubicBezTo>
                  <a:cubicBezTo>
                    <a:pt x="10996" y="18757"/>
                    <a:pt x="10996" y="18757"/>
                    <a:pt x="10996" y="18757"/>
                  </a:cubicBezTo>
                  <a:cubicBezTo>
                    <a:pt x="10996" y="19326"/>
                    <a:pt x="10996" y="19326"/>
                    <a:pt x="10996" y="19326"/>
                  </a:cubicBezTo>
                  <a:cubicBezTo>
                    <a:pt x="10603" y="19894"/>
                    <a:pt x="10603" y="19894"/>
                    <a:pt x="10603" y="19894"/>
                  </a:cubicBezTo>
                  <a:cubicBezTo>
                    <a:pt x="10603" y="19326"/>
                    <a:pt x="10603" y="19326"/>
                    <a:pt x="10603" y="19326"/>
                  </a:cubicBezTo>
                  <a:cubicBezTo>
                    <a:pt x="10210" y="19326"/>
                    <a:pt x="10210" y="19326"/>
                    <a:pt x="10210" y="19326"/>
                  </a:cubicBezTo>
                  <a:cubicBezTo>
                    <a:pt x="9818" y="19326"/>
                    <a:pt x="9818" y="19326"/>
                    <a:pt x="9818" y="19326"/>
                  </a:cubicBezTo>
                  <a:cubicBezTo>
                    <a:pt x="9425" y="19326"/>
                    <a:pt x="9425" y="19326"/>
                    <a:pt x="9425" y="19326"/>
                  </a:cubicBezTo>
                  <a:cubicBezTo>
                    <a:pt x="8640" y="19326"/>
                    <a:pt x="8640" y="19326"/>
                    <a:pt x="8640" y="19326"/>
                  </a:cubicBezTo>
                  <a:cubicBezTo>
                    <a:pt x="8640" y="19326"/>
                    <a:pt x="8640" y="19326"/>
                    <a:pt x="8640" y="19326"/>
                  </a:cubicBezTo>
                  <a:cubicBezTo>
                    <a:pt x="7854" y="19326"/>
                    <a:pt x="7854" y="19326"/>
                    <a:pt x="7854" y="19326"/>
                  </a:cubicBezTo>
                  <a:cubicBezTo>
                    <a:pt x="7461" y="20463"/>
                    <a:pt x="7461" y="20463"/>
                    <a:pt x="7461" y="20463"/>
                  </a:cubicBezTo>
                  <a:cubicBezTo>
                    <a:pt x="6676" y="20463"/>
                    <a:pt x="6676" y="20463"/>
                    <a:pt x="6676" y="20463"/>
                  </a:cubicBezTo>
                  <a:cubicBezTo>
                    <a:pt x="6283" y="20463"/>
                    <a:pt x="6283" y="20463"/>
                    <a:pt x="6283" y="20463"/>
                  </a:cubicBezTo>
                  <a:cubicBezTo>
                    <a:pt x="6283" y="21031"/>
                    <a:pt x="6283" y="21031"/>
                    <a:pt x="6283" y="21031"/>
                  </a:cubicBezTo>
                  <a:cubicBezTo>
                    <a:pt x="5890" y="21599"/>
                    <a:pt x="5890" y="21599"/>
                    <a:pt x="5890" y="21599"/>
                  </a:cubicBezTo>
                  <a:cubicBezTo>
                    <a:pt x="5498" y="21031"/>
                    <a:pt x="5498" y="21031"/>
                    <a:pt x="5498" y="21031"/>
                  </a:cubicBezTo>
                  <a:cubicBezTo>
                    <a:pt x="4712" y="20463"/>
                    <a:pt x="4712" y="20463"/>
                    <a:pt x="4712" y="20463"/>
                  </a:cubicBezTo>
                  <a:cubicBezTo>
                    <a:pt x="4320" y="19326"/>
                    <a:pt x="4320" y="19326"/>
                    <a:pt x="4320" y="19326"/>
                  </a:cubicBezTo>
                  <a:cubicBezTo>
                    <a:pt x="4712" y="19326"/>
                    <a:pt x="4712" y="19326"/>
                    <a:pt x="4712" y="19326"/>
                  </a:cubicBezTo>
                  <a:cubicBezTo>
                    <a:pt x="3927" y="18189"/>
                    <a:pt x="3927" y="18189"/>
                    <a:pt x="3927" y="18189"/>
                  </a:cubicBezTo>
                  <a:cubicBezTo>
                    <a:pt x="3141" y="18189"/>
                    <a:pt x="3141" y="18189"/>
                    <a:pt x="3141" y="18189"/>
                  </a:cubicBezTo>
                  <a:cubicBezTo>
                    <a:pt x="3141" y="18189"/>
                    <a:pt x="3141" y="18189"/>
                    <a:pt x="3141" y="18189"/>
                  </a:cubicBezTo>
                  <a:cubicBezTo>
                    <a:pt x="3141" y="17621"/>
                    <a:pt x="3141" y="17621"/>
                    <a:pt x="3141" y="17621"/>
                  </a:cubicBezTo>
                  <a:cubicBezTo>
                    <a:pt x="2749" y="17052"/>
                    <a:pt x="2749" y="17052"/>
                    <a:pt x="2749" y="17052"/>
                  </a:cubicBezTo>
                  <a:cubicBezTo>
                    <a:pt x="3141" y="16484"/>
                    <a:pt x="3141" y="16484"/>
                    <a:pt x="3141" y="16484"/>
                  </a:cubicBezTo>
                  <a:cubicBezTo>
                    <a:pt x="3534" y="15915"/>
                    <a:pt x="3534" y="15915"/>
                    <a:pt x="3534" y="15915"/>
                  </a:cubicBezTo>
                  <a:cubicBezTo>
                    <a:pt x="3534" y="15347"/>
                    <a:pt x="3534" y="15347"/>
                    <a:pt x="3534" y="15347"/>
                  </a:cubicBezTo>
                  <a:cubicBezTo>
                    <a:pt x="3141" y="15347"/>
                    <a:pt x="3141" y="15347"/>
                    <a:pt x="3141" y="15347"/>
                  </a:cubicBezTo>
                  <a:cubicBezTo>
                    <a:pt x="3141" y="14778"/>
                    <a:pt x="3141" y="14778"/>
                    <a:pt x="3141" y="14778"/>
                  </a:cubicBezTo>
                  <a:cubicBezTo>
                    <a:pt x="3534" y="13642"/>
                    <a:pt x="3534" y="13642"/>
                    <a:pt x="3534" y="13642"/>
                  </a:cubicBezTo>
                  <a:cubicBezTo>
                    <a:pt x="3534" y="13073"/>
                    <a:pt x="3534" y="13073"/>
                    <a:pt x="3534" y="13073"/>
                  </a:cubicBezTo>
                  <a:cubicBezTo>
                    <a:pt x="3141" y="12505"/>
                    <a:pt x="3141" y="12505"/>
                    <a:pt x="3141" y="12505"/>
                  </a:cubicBezTo>
                  <a:cubicBezTo>
                    <a:pt x="2749" y="11368"/>
                    <a:pt x="2749" y="11368"/>
                    <a:pt x="2749" y="11368"/>
                  </a:cubicBezTo>
                  <a:cubicBezTo>
                    <a:pt x="3141" y="11368"/>
                    <a:pt x="3141" y="11368"/>
                    <a:pt x="3141" y="11368"/>
                  </a:cubicBezTo>
                  <a:cubicBezTo>
                    <a:pt x="3534" y="11368"/>
                    <a:pt x="3534" y="11368"/>
                    <a:pt x="3534" y="11368"/>
                  </a:cubicBezTo>
                  <a:cubicBezTo>
                    <a:pt x="3927" y="10800"/>
                    <a:pt x="3927" y="10800"/>
                    <a:pt x="3927" y="10800"/>
                  </a:cubicBezTo>
                  <a:cubicBezTo>
                    <a:pt x="3534" y="10231"/>
                    <a:pt x="3534" y="10231"/>
                    <a:pt x="3534" y="10231"/>
                  </a:cubicBezTo>
                  <a:cubicBezTo>
                    <a:pt x="3927" y="9663"/>
                    <a:pt x="3927" y="9663"/>
                    <a:pt x="3927" y="9663"/>
                  </a:cubicBezTo>
                  <a:cubicBezTo>
                    <a:pt x="3927" y="8526"/>
                    <a:pt x="3927" y="8526"/>
                    <a:pt x="3927" y="8526"/>
                  </a:cubicBezTo>
                  <a:cubicBezTo>
                    <a:pt x="3927" y="7957"/>
                    <a:pt x="3927" y="7957"/>
                    <a:pt x="3927" y="7957"/>
                  </a:cubicBezTo>
                  <a:cubicBezTo>
                    <a:pt x="4712" y="6821"/>
                    <a:pt x="4712" y="6821"/>
                    <a:pt x="4712" y="6821"/>
                  </a:cubicBezTo>
                  <a:cubicBezTo>
                    <a:pt x="4712" y="6821"/>
                    <a:pt x="4712" y="6821"/>
                    <a:pt x="4712" y="6821"/>
                  </a:cubicBezTo>
                  <a:cubicBezTo>
                    <a:pt x="5105" y="6252"/>
                    <a:pt x="5105" y="6252"/>
                    <a:pt x="5105" y="6252"/>
                  </a:cubicBezTo>
                  <a:cubicBezTo>
                    <a:pt x="4712" y="5684"/>
                    <a:pt x="4712" y="5684"/>
                    <a:pt x="4712" y="5684"/>
                  </a:cubicBezTo>
                  <a:cubicBezTo>
                    <a:pt x="4712" y="5115"/>
                    <a:pt x="4712" y="5115"/>
                    <a:pt x="4712" y="5115"/>
                  </a:cubicBezTo>
                  <a:cubicBezTo>
                    <a:pt x="3534" y="5115"/>
                    <a:pt x="3534" y="5115"/>
                    <a:pt x="3534" y="5115"/>
                  </a:cubicBezTo>
                  <a:cubicBezTo>
                    <a:pt x="3534" y="5684"/>
                    <a:pt x="3534" y="5684"/>
                    <a:pt x="3534" y="5684"/>
                  </a:cubicBezTo>
                  <a:cubicBezTo>
                    <a:pt x="2356" y="5115"/>
                    <a:pt x="2356" y="5115"/>
                    <a:pt x="2356" y="5115"/>
                  </a:cubicBezTo>
                  <a:cubicBezTo>
                    <a:pt x="1963" y="5684"/>
                    <a:pt x="1963" y="5684"/>
                    <a:pt x="1963" y="5684"/>
                  </a:cubicBezTo>
                  <a:cubicBezTo>
                    <a:pt x="1570" y="5115"/>
                    <a:pt x="1570" y="5115"/>
                    <a:pt x="1570" y="5115"/>
                  </a:cubicBezTo>
                  <a:cubicBezTo>
                    <a:pt x="1570" y="5115"/>
                    <a:pt x="1570" y="5115"/>
                    <a:pt x="1570" y="5115"/>
                  </a:cubicBezTo>
                  <a:cubicBezTo>
                    <a:pt x="1570" y="4547"/>
                    <a:pt x="1570" y="4547"/>
                    <a:pt x="1570" y="4547"/>
                  </a:cubicBezTo>
                  <a:cubicBezTo>
                    <a:pt x="785" y="5115"/>
                    <a:pt x="785" y="5115"/>
                    <a:pt x="785" y="5115"/>
                  </a:cubicBezTo>
                  <a:cubicBezTo>
                    <a:pt x="785" y="4547"/>
                    <a:pt x="785" y="4547"/>
                    <a:pt x="785" y="4547"/>
                  </a:cubicBezTo>
                  <a:cubicBezTo>
                    <a:pt x="1178" y="4547"/>
                    <a:pt x="1178" y="4547"/>
                    <a:pt x="1178" y="4547"/>
                  </a:cubicBezTo>
                  <a:cubicBezTo>
                    <a:pt x="785" y="3978"/>
                    <a:pt x="785" y="3978"/>
                    <a:pt x="785" y="3978"/>
                  </a:cubicBezTo>
                  <a:cubicBezTo>
                    <a:pt x="1178" y="3978"/>
                    <a:pt x="1178" y="3978"/>
                    <a:pt x="1178" y="3978"/>
                  </a:cubicBezTo>
                  <a:cubicBezTo>
                    <a:pt x="785" y="3978"/>
                    <a:pt x="785" y="3978"/>
                    <a:pt x="785" y="3978"/>
                  </a:cubicBezTo>
                  <a:cubicBezTo>
                    <a:pt x="785" y="3410"/>
                    <a:pt x="785" y="3410"/>
                    <a:pt x="785" y="3410"/>
                  </a:cubicBezTo>
                  <a:cubicBezTo>
                    <a:pt x="785" y="3410"/>
                    <a:pt x="785" y="3410"/>
                    <a:pt x="785" y="3410"/>
                  </a:cubicBezTo>
                  <a:cubicBezTo>
                    <a:pt x="392" y="3410"/>
                    <a:pt x="392" y="3410"/>
                    <a:pt x="392" y="3410"/>
                  </a:cubicBezTo>
                  <a:cubicBezTo>
                    <a:pt x="785" y="2842"/>
                    <a:pt x="785" y="2842"/>
                    <a:pt x="785" y="2842"/>
                  </a:cubicBezTo>
                  <a:cubicBezTo>
                    <a:pt x="392" y="2842"/>
                    <a:pt x="392" y="2842"/>
                    <a:pt x="392" y="2842"/>
                  </a:cubicBezTo>
                  <a:cubicBezTo>
                    <a:pt x="392" y="2842"/>
                    <a:pt x="392" y="2842"/>
                    <a:pt x="392" y="2842"/>
                  </a:cubicBezTo>
                  <a:cubicBezTo>
                    <a:pt x="392" y="2842"/>
                    <a:pt x="392" y="2842"/>
                    <a:pt x="392" y="2842"/>
                  </a:cubicBezTo>
                  <a:cubicBezTo>
                    <a:pt x="0" y="2273"/>
                    <a:pt x="0" y="2273"/>
                    <a:pt x="0" y="2273"/>
                  </a:cubicBezTo>
                  <a:cubicBezTo>
                    <a:pt x="392" y="1705"/>
                    <a:pt x="392" y="1705"/>
                    <a:pt x="392" y="1705"/>
                  </a:cubicBezTo>
                  <a:cubicBezTo>
                    <a:pt x="785" y="1136"/>
                    <a:pt x="785" y="1136"/>
                    <a:pt x="785" y="1136"/>
                  </a:cubicBezTo>
                  <a:cubicBezTo>
                    <a:pt x="1178" y="1705"/>
                    <a:pt x="1178" y="1705"/>
                    <a:pt x="1178" y="1705"/>
                  </a:cubicBezTo>
                  <a:cubicBezTo>
                    <a:pt x="1570" y="1705"/>
                    <a:pt x="1570" y="1705"/>
                    <a:pt x="1570" y="1705"/>
                  </a:cubicBezTo>
                  <a:cubicBezTo>
                    <a:pt x="1963" y="1136"/>
                    <a:pt x="1963" y="1136"/>
                    <a:pt x="1963" y="1136"/>
                  </a:cubicBezTo>
                  <a:cubicBezTo>
                    <a:pt x="1963" y="1136"/>
                    <a:pt x="1963" y="1136"/>
                    <a:pt x="1963" y="1136"/>
                  </a:cubicBezTo>
                  <a:cubicBezTo>
                    <a:pt x="1570" y="568"/>
                    <a:pt x="1570" y="568"/>
                    <a:pt x="1570" y="568"/>
                  </a:cubicBezTo>
                  <a:cubicBezTo>
                    <a:pt x="2356" y="0"/>
                    <a:pt x="2356" y="0"/>
                    <a:pt x="2356" y="0"/>
                  </a:cubicBezTo>
                  <a:cubicBezTo>
                    <a:pt x="2356" y="568"/>
                    <a:pt x="2356" y="568"/>
                    <a:pt x="2356" y="568"/>
                  </a:cubicBezTo>
                  <a:cubicBezTo>
                    <a:pt x="2749" y="0"/>
                    <a:pt x="2749" y="0"/>
                    <a:pt x="2749" y="0"/>
                  </a:cubicBezTo>
                  <a:cubicBezTo>
                    <a:pt x="3141" y="0"/>
                    <a:pt x="3141" y="0"/>
                    <a:pt x="3141" y="0"/>
                  </a:cubicBezTo>
                  <a:cubicBezTo>
                    <a:pt x="3534" y="1136"/>
                    <a:pt x="3534" y="1136"/>
                    <a:pt x="3534" y="1136"/>
                  </a:cubicBezTo>
                  <a:cubicBezTo>
                    <a:pt x="3927" y="568"/>
                    <a:pt x="3927" y="568"/>
                    <a:pt x="3927" y="568"/>
                  </a:cubicBezTo>
                  <a:cubicBezTo>
                    <a:pt x="4320" y="568"/>
                    <a:pt x="4320" y="568"/>
                    <a:pt x="4320" y="568"/>
                  </a:cubicBezTo>
                  <a:cubicBezTo>
                    <a:pt x="4712" y="568"/>
                    <a:pt x="4712" y="568"/>
                    <a:pt x="4712" y="568"/>
                  </a:cubicBezTo>
                  <a:cubicBezTo>
                    <a:pt x="5105" y="568"/>
                    <a:pt x="5105" y="568"/>
                    <a:pt x="5105" y="568"/>
                  </a:cubicBezTo>
                  <a:cubicBezTo>
                    <a:pt x="5498" y="568"/>
                    <a:pt x="5498" y="568"/>
                    <a:pt x="5498" y="568"/>
                  </a:cubicBezTo>
                  <a:cubicBezTo>
                    <a:pt x="5890" y="568"/>
                    <a:pt x="5890" y="568"/>
                    <a:pt x="5890" y="568"/>
                  </a:cubicBezTo>
                  <a:cubicBezTo>
                    <a:pt x="6283" y="568"/>
                    <a:pt x="6283" y="568"/>
                    <a:pt x="6283" y="568"/>
                  </a:cubicBezTo>
                  <a:cubicBezTo>
                    <a:pt x="7461" y="1136"/>
                    <a:pt x="7461" y="1136"/>
                    <a:pt x="7461" y="1136"/>
                  </a:cubicBezTo>
                  <a:cubicBezTo>
                    <a:pt x="7854" y="1136"/>
                    <a:pt x="7854" y="1136"/>
                    <a:pt x="7854" y="1136"/>
                  </a:cubicBezTo>
                  <a:cubicBezTo>
                    <a:pt x="8640" y="568"/>
                    <a:pt x="8640" y="568"/>
                    <a:pt x="8640" y="568"/>
                  </a:cubicBezTo>
                  <a:cubicBezTo>
                    <a:pt x="9425" y="1136"/>
                    <a:pt x="9425" y="1136"/>
                    <a:pt x="9425" y="1136"/>
                  </a:cubicBezTo>
                  <a:cubicBezTo>
                    <a:pt x="9425" y="1136"/>
                    <a:pt x="9425" y="1136"/>
                    <a:pt x="9425" y="1136"/>
                  </a:cubicBezTo>
                  <a:cubicBezTo>
                    <a:pt x="10210" y="1136"/>
                    <a:pt x="10210" y="1136"/>
                    <a:pt x="10210" y="1136"/>
                  </a:cubicBezTo>
                  <a:cubicBezTo>
                    <a:pt x="10603" y="1136"/>
                    <a:pt x="10603" y="1136"/>
                    <a:pt x="10603" y="1136"/>
                  </a:cubicBezTo>
                  <a:cubicBezTo>
                    <a:pt x="10996" y="1136"/>
                    <a:pt x="10996" y="1136"/>
                    <a:pt x="10996" y="1136"/>
                  </a:cubicBezTo>
                  <a:cubicBezTo>
                    <a:pt x="11781" y="1705"/>
                    <a:pt x="11781" y="1705"/>
                    <a:pt x="11781" y="1705"/>
                  </a:cubicBezTo>
                  <a:cubicBezTo>
                    <a:pt x="11781" y="1136"/>
                    <a:pt x="11781" y="1136"/>
                    <a:pt x="11781" y="1136"/>
                  </a:cubicBezTo>
                  <a:cubicBezTo>
                    <a:pt x="12174" y="1136"/>
                    <a:pt x="12174" y="1136"/>
                    <a:pt x="12174" y="1136"/>
                  </a:cubicBezTo>
                  <a:cubicBezTo>
                    <a:pt x="12174" y="1136"/>
                    <a:pt x="12174" y="1136"/>
                    <a:pt x="12174" y="1136"/>
                  </a:cubicBezTo>
                  <a:close/>
                  <a:moveTo>
                    <a:pt x="20814" y="11368"/>
                  </a:moveTo>
                  <a:cubicBezTo>
                    <a:pt x="21207" y="11368"/>
                    <a:pt x="21207" y="11368"/>
                    <a:pt x="21207" y="11368"/>
                  </a:cubicBezTo>
                  <a:cubicBezTo>
                    <a:pt x="21599" y="11368"/>
                    <a:pt x="21599" y="11368"/>
                    <a:pt x="21599" y="11368"/>
                  </a:cubicBezTo>
                  <a:cubicBezTo>
                    <a:pt x="21599" y="11368"/>
                    <a:pt x="21599" y="11368"/>
                    <a:pt x="21599" y="11368"/>
                  </a:cubicBezTo>
                  <a:cubicBezTo>
                    <a:pt x="21207" y="10800"/>
                    <a:pt x="21207" y="10800"/>
                    <a:pt x="21207" y="10800"/>
                  </a:cubicBezTo>
                  <a:cubicBezTo>
                    <a:pt x="20814" y="10800"/>
                    <a:pt x="20814" y="10800"/>
                    <a:pt x="20814" y="10800"/>
                  </a:cubicBezTo>
                  <a:cubicBezTo>
                    <a:pt x="20814" y="11368"/>
                    <a:pt x="20814" y="11368"/>
                    <a:pt x="20814" y="11368"/>
                  </a:cubicBezTo>
                  <a:close/>
                  <a:moveTo>
                    <a:pt x="19636" y="12505"/>
                  </a:moveTo>
                  <a:cubicBezTo>
                    <a:pt x="20029" y="11936"/>
                    <a:pt x="20029" y="11936"/>
                    <a:pt x="20029" y="11936"/>
                  </a:cubicBezTo>
                  <a:cubicBezTo>
                    <a:pt x="20421" y="11368"/>
                    <a:pt x="20421" y="11368"/>
                    <a:pt x="20421" y="11368"/>
                  </a:cubicBezTo>
                  <a:cubicBezTo>
                    <a:pt x="20029" y="11368"/>
                    <a:pt x="20029" y="11368"/>
                    <a:pt x="20029" y="11368"/>
                  </a:cubicBezTo>
                  <a:cubicBezTo>
                    <a:pt x="19636" y="11368"/>
                    <a:pt x="19636" y="11368"/>
                    <a:pt x="19636" y="11368"/>
                  </a:cubicBezTo>
                  <a:cubicBezTo>
                    <a:pt x="19243" y="11936"/>
                    <a:pt x="19243" y="11936"/>
                    <a:pt x="19243" y="11936"/>
                  </a:cubicBezTo>
                  <a:cubicBezTo>
                    <a:pt x="19243" y="12505"/>
                    <a:pt x="19243" y="12505"/>
                    <a:pt x="19243" y="12505"/>
                  </a:cubicBezTo>
                  <a:cubicBezTo>
                    <a:pt x="19243" y="12505"/>
                    <a:pt x="19243" y="12505"/>
                    <a:pt x="19243" y="12505"/>
                  </a:cubicBezTo>
                  <a:cubicBezTo>
                    <a:pt x="19636" y="12505"/>
                    <a:pt x="19636" y="12505"/>
                    <a:pt x="19636" y="12505"/>
                  </a:cubicBezTo>
                  <a:close/>
                  <a:moveTo>
                    <a:pt x="17672" y="14210"/>
                  </a:moveTo>
                  <a:cubicBezTo>
                    <a:pt x="17672" y="13642"/>
                    <a:pt x="17672" y="13642"/>
                    <a:pt x="17672" y="13642"/>
                  </a:cubicBezTo>
                  <a:cubicBezTo>
                    <a:pt x="18065" y="13642"/>
                    <a:pt x="18065" y="13642"/>
                    <a:pt x="18065" y="13642"/>
                  </a:cubicBezTo>
                  <a:cubicBezTo>
                    <a:pt x="17672" y="13073"/>
                    <a:pt x="17672" y="13073"/>
                    <a:pt x="17672" y="13073"/>
                  </a:cubicBezTo>
                  <a:cubicBezTo>
                    <a:pt x="17280" y="13642"/>
                    <a:pt x="17280" y="13642"/>
                    <a:pt x="17280" y="13642"/>
                  </a:cubicBezTo>
                  <a:cubicBezTo>
                    <a:pt x="17280" y="13642"/>
                    <a:pt x="17280" y="13642"/>
                    <a:pt x="17280" y="13642"/>
                  </a:cubicBezTo>
                  <a:lnTo>
                    <a:pt x="17672" y="14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3" name="AutoShape 71"/>
            <p:cNvSpPr>
              <a:spLocks/>
            </p:cNvSpPr>
            <p:nvPr/>
          </p:nvSpPr>
          <p:spPr bwMode="auto">
            <a:xfrm>
              <a:off x="1059450" y="4590080"/>
              <a:ext cx="205447" cy="365167"/>
            </a:xfrm>
            <a:custGeom>
              <a:avLst/>
              <a:gdLst>
                <a:gd name="T0" fmla="*/ 102724 w 21600"/>
                <a:gd name="T1" fmla="*/ 182584 h 21600"/>
                <a:gd name="T2" fmla="*/ 102724 w 21600"/>
                <a:gd name="T3" fmla="*/ 182584 h 21600"/>
                <a:gd name="T4" fmla="*/ 102724 w 21600"/>
                <a:gd name="T5" fmla="*/ 182584 h 21600"/>
                <a:gd name="T6" fmla="*/ 102724 w 21600"/>
                <a:gd name="T7" fmla="*/ 1825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6" y="20670"/>
                  </a:moveTo>
                  <a:lnTo>
                    <a:pt x="13976" y="19741"/>
                  </a:lnTo>
                  <a:lnTo>
                    <a:pt x="12282" y="19045"/>
                  </a:lnTo>
                  <a:lnTo>
                    <a:pt x="15670" y="17187"/>
                  </a:lnTo>
                  <a:lnTo>
                    <a:pt x="15670" y="16258"/>
                  </a:lnTo>
                  <a:lnTo>
                    <a:pt x="13976" y="16258"/>
                  </a:lnTo>
                  <a:lnTo>
                    <a:pt x="13976" y="15561"/>
                  </a:lnTo>
                  <a:lnTo>
                    <a:pt x="15670" y="13703"/>
                  </a:lnTo>
                  <a:lnTo>
                    <a:pt x="15670" y="13006"/>
                  </a:lnTo>
                  <a:lnTo>
                    <a:pt x="13976" y="12077"/>
                  </a:lnTo>
                  <a:lnTo>
                    <a:pt x="12282" y="10219"/>
                  </a:lnTo>
                  <a:lnTo>
                    <a:pt x="15670" y="10219"/>
                  </a:lnTo>
                  <a:lnTo>
                    <a:pt x="16941" y="9522"/>
                  </a:lnTo>
                  <a:lnTo>
                    <a:pt x="15670" y="8593"/>
                  </a:lnTo>
                  <a:lnTo>
                    <a:pt x="16941" y="7664"/>
                  </a:lnTo>
                  <a:lnTo>
                    <a:pt x="16941" y="5109"/>
                  </a:lnTo>
                  <a:lnTo>
                    <a:pt x="20329" y="3483"/>
                  </a:lnTo>
                  <a:lnTo>
                    <a:pt x="21599" y="2554"/>
                  </a:lnTo>
                  <a:lnTo>
                    <a:pt x="20329" y="1625"/>
                  </a:lnTo>
                  <a:lnTo>
                    <a:pt x="20329" y="929"/>
                  </a:lnTo>
                  <a:lnTo>
                    <a:pt x="15670" y="929"/>
                  </a:lnTo>
                  <a:lnTo>
                    <a:pt x="15670" y="1625"/>
                  </a:lnTo>
                  <a:lnTo>
                    <a:pt x="11011" y="929"/>
                  </a:lnTo>
                  <a:lnTo>
                    <a:pt x="9317" y="1625"/>
                  </a:lnTo>
                  <a:lnTo>
                    <a:pt x="7623" y="929"/>
                  </a:lnTo>
                  <a:lnTo>
                    <a:pt x="7623" y="0"/>
                  </a:lnTo>
                  <a:lnTo>
                    <a:pt x="4658" y="929"/>
                  </a:lnTo>
                  <a:lnTo>
                    <a:pt x="4658" y="6038"/>
                  </a:lnTo>
                  <a:lnTo>
                    <a:pt x="5929" y="6038"/>
                  </a:lnTo>
                  <a:lnTo>
                    <a:pt x="4658" y="6967"/>
                  </a:lnTo>
                  <a:lnTo>
                    <a:pt x="4658" y="8593"/>
                  </a:lnTo>
                  <a:lnTo>
                    <a:pt x="2964" y="10219"/>
                  </a:lnTo>
                  <a:lnTo>
                    <a:pt x="0" y="12077"/>
                  </a:lnTo>
                  <a:lnTo>
                    <a:pt x="0" y="14632"/>
                  </a:lnTo>
                  <a:lnTo>
                    <a:pt x="1270" y="14632"/>
                  </a:lnTo>
                  <a:lnTo>
                    <a:pt x="1270" y="13703"/>
                  </a:lnTo>
                  <a:lnTo>
                    <a:pt x="2964" y="13703"/>
                  </a:lnTo>
                  <a:lnTo>
                    <a:pt x="2964" y="14632"/>
                  </a:lnTo>
                  <a:lnTo>
                    <a:pt x="1270" y="14632"/>
                  </a:lnTo>
                  <a:lnTo>
                    <a:pt x="1270" y="16258"/>
                  </a:lnTo>
                  <a:lnTo>
                    <a:pt x="2964" y="15561"/>
                  </a:lnTo>
                  <a:lnTo>
                    <a:pt x="4658" y="15561"/>
                  </a:lnTo>
                  <a:lnTo>
                    <a:pt x="4658" y="17187"/>
                  </a:lnTo>
                  <a:lnTo>
                    <a:pt x="2964" y="18116"/>
                  </a:lnTo>
                  <a:lnTo>
                    <a:pt x="2964" y="21600"/>
                  </a:lnTo>
                  <a:lnTo>
                    <a:pt x="4658" y="20670"/>
                  </a:lnTo>
                  <a:lnTo>
                    <a:pt x="7623" y="21600"/>
                  </a:lnTo>
                  <a:lnTo>
                    <a:pt x="11011" y="21600"/>
                  </a:lnTo>
                  <a:lnTo>
                    <a:pt x="13976"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4" name="AutoShape 72"/>
            <p:cNvSpPr>
              <a:spLocks/>
            </p:cNvSpPr>
            <p:nvPr/>
          </p:nvSpPr>
          <p:spPr bwMode="auto">
            <a:xfrm>
              <a:off x="2864126" y="4605782"/>
              <a:ext cx="563963" cy="494738"/>
            </a:xfrm>
            <a:custGeom>
              <a:avLst/>
              <a:gdLst>
                <a:gd name="T0" fmla="*/ 281982 w 21600"/>
                <a:gd name="T1" fmla="*/ 247369 h 21600"/>
                <a:gd name="T2" fmla="*/ 281982 w 21600"/>
                <a:gd name="T3" fmla="*/ 247369 h 21600"/>
                <a:gd name="T4" fmla="*/ 281982 w 21600"/>
                <a:gd name="T5" fmla="*/ 247369 h 21600"/>
                <a:gd name="T6" fmla="*/ 281982 w 21600"/>
                <a:gd name="T7" fmla="*/ 2473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15" y="0"/>
                  </a:moveTo>
                  <a:cubicBezTo>
                    <a:pt x="15915" y="0"/>
                    <a:pt x="15915" y="0"/>
                    <a:pt x="15915" y="0"/>
                  </a:cubicBezTo>
                  <a:cubicBezTo>
                    <a:pt x="15347" y="635"/>
                    <a:pt x="15347" y="635"/>
                    <a:pt x="15347" y="635"/>
                  </a:cubicBezTo>
                  <a:cubicBezTo>
                    <a:pt x="15347" y="1270"/>
                    <a:pt x="15347" y="1270"/>
                    <a:pt x="15347" y="1270"/>
                  </a:cubicBezTo>
                  <a:cubicBezTo>
                    <a:pt x="15347" y="1905"/>
                    <a:pt x="15347" y="1905"/>
                    <a:pt x="15347" y="1905"/>
                  </a:cubicBezTo>
                  <a:cubicBezTo>
                    <a:pt x="15347" y="1905"/>
                    <a:pt x="15347" y="1905"/>
                    <a:pt x="15347" y="1905"/>
                  </a:cubicBezTo>
                  <a:cubicBezTo>
                    <a:pt x="14210" y="1905"/>
                    <a:pt x="14210" y="1905"/>
                    <a:pt x="14210" y="1905"/>
                  </a:cubicBezTo>
                  <a:cubicBezTo>
                    <a:pt x="13642" y="1905"/>
                    <a:pt x="13642" y="1905"/>
                    <a:pt x="13642" y="1905"/>
                  </a:cubicBezTo>
                  <a:cubicBezTo>
                    <a:pt x="13073" y="1905"/>
                    <a:pt x="13073" y="1905"/>
                    <a:pt x="13073" y="1905"/>
                  </a:cubicBezTo>
                  <a:cubicBezTo>
                    <a:pt x="12505" y="1905"/>
                    <a:pt x="12505" y="1905"/>
                    <a:pt x="12505" y="1905"/>
                  </a:cubicBezTo>
                  <a:cubicBezTo>
                    <a:pt x="12505" y="1905"/>
                    <a:pt x="12505" y="1905"/>
                    <a:pt x="12505" y="1905"/>
                  </a:cubicBezTo>
                  <a:cubicBezTo>
                    <a:pt x="11936" y="1905"/>
                    <a:pt x="11936" y="1905"/>
                    <a:pt x="11936" y="1905"/>
                  </a:cubicBezTo>
                  <a:cubicBezTo>
                    <a:pt x="11936" y="1905"/>
                    <a:pt x="11936" y="1905"/>
                    <a:pt x="11936" y="1905"/>
                  </a:cubicBezTo>
                  <a:cubicBezTo>
                    <a:pt x="10800" y="1905"/>
                    <a:pt x="10800" y="1905"/>
                    <a:pt x="10800" y="1905"/>
                  </a:cubicBezTo>
                  <a:cubicBezTo>
                    <a:pt x="10231" y="1270"/>
                    <a:pt x="10231" y="1270"/>
                    <a:pt x="10231" y="1270"/>
                  </a:cubicBezTo>
                  <a:cubicBezTo>
                    <a:pt x="10231" y="1905"/>
                    <a:pt x="10231" y="1905"/>
                    <a:pt x="10231" y="1905"/>
                  </a:cubicBezTo>
                  <a:cubicBezTo>
                    <a:pt x="9094" y="1905"/>
                    <a:pt x="9094" y="1905"/>
                    <a:pt x="9094" y="1905"/>
                  </a:cubicBezTo>
                  <a:cubicBezTo>
                    <a:pt x="8526" y="1905"/>
                    <a:pt x="8526" y="1905"/>
                    <a:pt x="8526" y="1905"/>
                  </a:cubicBezTo>
                  <a:cubicBezTo>
                    <a:pt x="8526" y="1905"/>
                    <a:pt x="8526" y="1905"/>
                    <a:pt x="8526" y="1905"/>
                  </a:cubicBezTo>
                  <a:cubicBezTo>
                    <a:pt x="7957" y="2541"/>
                    <a:pt x="7957" y="2541"/>
                    <a:pt x="7957" y="2541"/>
                  </a:cubicBezTo>
                  <a:cubicBezTo>
                    <a:pt x="7389" y="2541"/>
                    <a:pt x="7389" y="2541"/>
                    <a:pt x="7389" y="2541"/>
                  </a:cubicBezTo>
                  <a:cubicBezTo>
                    <a:pt x="6821" y="2541"/>
                    <a:pt x="6821" y="2541"/>
                    <a:pt x="6821" y="2541"/>
                  </a:cubicBezTo>
                  <a:cubicBezTo>
                    <a:pt x="5684" y="2541"/>
                    <a:pt x="5684" y="2541"/>
                    <a:pt x="5684" y="2541"/>
                  </a:cubicBezTo>
                  <a:cubicBezTo>
                    <a:pt x="5115" y="3176"/>
                    <a:pt x="5115" y="3176"/>
                    <a:pt x="5115" y="3176"/>
                  </a:cubicBezTo>
                  <a:cubicBezTo>
                    <a:pt x="5115" y="3176"/>
                    <a:pt x="5115" y="3176"/>
                    <a:pt x="5115" y="3176"/>
                  </a:cubicBezTo>
                  <a:cubicBezTo>
                    <a:pt x="4547" y="3176"/>
                    <a:pt x="4547" y="3176"/>
                    <a:pt x="4547" y="3176"/>
                  </a:cubicBezTo>
                  <a:cubicBezTo>
                    <a:pt x="3410" y="3811"/>
                    <a:pt x="3410" y="3811"/>
                    <a:pt x="3410" y="3811"/>
                  </a:cubicBezTo>
                  <a:cubicBezTo>
                    <a:pt x="3410" y="4447"/>
                    <a:pt x="3410" y="4447"/>
                    <a:pt x="3410" y="4447"/>
                  </a:cubicBezTo>
                  <a:cubicBezTo>
                    <a:pt x="2842" y="5717"/>
                    <a:pt x="2842" y="5717"/>
                    <a:pt x="2842" y="5717"/>
                  </a:cubicBezTo>
                  <a:cubicBezTo>
                    <a:pt x="1705" y="5717"/>
                    <a:pt x="1705" y="5717"/>
                    <a:pt x="1705" y="5717"/>
                  </a:cubicBezTo>
                  <a:cubicBezTo>
                    <a:pt x="1705" y="6352"/>
                    <a:pt x="1705" y="6352"/>
                    <a:pt x="1705" y="6352"/>
                  </a:cubicBezTo>
                  <a:cubicBezTo>
                    <a:pt x="1705" y="6988"/>
                    <a:pt x="1705" y="6988"/>
                    <a:pt x="1705" y="6988"/>
                  </a:cubicBezTo>
                  <a:cubicBezTo>
                    <a:pt x="1136" y="6988"/>
                    <a:pt x="1136" y="6988"/>
                    <a:pt x="1136" y="6988"/>
                  </a:cubicBezTo>
                  <a:cubicBezTo>
                    <a:pt x="1136" y="7623"/>
                    <a:pt x="1136" y="7623"/>
                    <a:pt x="1136" y="7623"/>
                  </a:cubicBezTo>
                  <a:cubicBezTo>
                    <a:pt x="1136" y="8258"/>
                    <a:pt x="1136" y="8258"/>
                    <a:pt x="1136" y="8258"/>
                  </a:cubicBezTo>
                  <a:cubicBezTo>
                    <a:pt x="2273" y="8894"/>
                    <a:pt x="2273" y="8894"/>
                    <a:pt x="2273" y="8894"/>
                  </a:cubicBezTo>
                  <a:cubicBezTo>
                    <a:pt x="2842" y="9529"/>
                    <a:pt x="2842" y="9529"/>
                    <a:pt x="2842" y="9529"/>
                  </a:cubicBezTo>
                  <a:cubicBezTo>
                    <a:pt x="2842" y="9529"/>
                    <a:pt x="2842" y="9529"/>
                    <a:pt x="2842" y="9529"/>
                  </a:cubicBezTo>
                  <a:cubicBezTo>
                    <a:pt x="2842" y="9529"/>
                    <a:pt x="2842" y="9529"/>
                    <a:pt x="2842" y="9529"/>
                  </a:cubicBezTo>
                  <a:cubicBezTo>
                    <a:pt x="3410" y="10800"/>
                    <a:pt x="3410" y="10800"/>
                    <a:pt x="3410" y="10800"/>
                  </a:cubicBezTo>
                  <a:cubicBezTo>
                    <a:pt x="3978" y="11435"/>
                    <a:pt x="3978" y="11435"/>
                    <a:pt x="3978" y="11435"/>
                  </a:cubicBezTo>
                  <a:cubicBezTo>
                    <a:pt x="3978" y="11435"/>
                    <a:pt x="3978" y="11435"/>
                    <a:pt x="3978" y="11435"/>
                  </a:cubicBezTo>
                  <a:cubicBezTo>
                    <a:pt x="4547" y="11435"/>
                    <a:pt x="4547" y="11435"/>
                    <a:pt x="4547" y="11435"/>
                  </a:cubicBezTo>
                  <a:cubicBezTo>
                    <a:pt x="5115" y="11435"/>
                    <a:pt x="5115" y="11435"/>
                    <a:pt x="5115" y="11435"/>
                  </a:cubicBezTo>
                  <a:cubicBezTo>
                    <a:pt x="5684" y="11435"/>
                    <a:pt x="5684" y="11435"/>
                    <a:pt x="5684" y="11435"/>
                  </a:cubicBezTo>
                  <a:cubicBezTo>
                    <a:pt x="5684" y="11435"/>
                    <a:pt x="5684" y="11435"/>
                    <a:pt x="5684" y="11435"/>
                  </a:cubicBezTo>
                  <a:cubicBezTo>
                    <a:pt x="6252" y="11435"/>
                    <a:pt x="6252" y="11435"/>
                    <a:pt x="6252" y="11435"/>
                  </a:cubicBezTo>
                  <a:cubicBezTo>
                    <a:pt x="6821" y="11435"/>
                    <a:pt x="6821" y="11435"/>
                    <a:pt x="6821" y="11435"/>
                  </a:cubicBezTo>
                  <a:cubicBezTo>
                    <a:pt x="7389" y="11435"/>
                    <a:pt x="7389" y="11435"/>
                    <a:pt x="7389" y="11435"/>
                  </a:cubicBezTo>
                  <a:cubicBezTo>
                    <a:pt x="7389" y="12070"/>
                    <a:pt x="7389" y="12070"/>
                    <a:pt x="7389" y="12070"/>
                  </a:cubicBezTo>
                  <a:cubicBezTo>
                    <a:pt x="7389" y="12070"/>
                    <a:pt x="7389" y="12070"/>
                    <a:pt x="7389" y="12070"/>
                  </a:cubicBezTo>
                  <a:cubicBezTo>
                    <a:pt x="7957" y="12070"/>
                    <a:pt x="7957" y="12070"/>
                    <a:pt x="7957" y="12070"/>
                  </a:cubicBezTo>
                  <a:cubicBezTo>
                    <a:pt x="8526" y="12070"/>
                    <a:pt x="8526" y="12070"/>
                    <a:pt x="8526" y="12070"/>
                  </a:cubicBezTo>
                  <a:cubicBezTo>
                    <a:pt x="7957" y="12705"/>
                    <a:pt x="7957" y="12705"/>
                    <a:pt x="7957" y="12705"/>
                  </a:cubicBezTo>
                  <a:cubicBezTo>
                    <a:pt x="7957" y="12705"/>
                    <a:pt x="7957" y="12705"/>
                    <a:pt x="7957" y="12705"/>
                  </a:cubicBezTo>
                  <a:cubicBezTo>
                    <a:pt x="7389" y="12705"/>
                    <a:pt x="7389" y="12705"/>
                    <a:pt x="7389" y="12705"/>
                  </a:cubicBezTo>
                  <a:cubicBezTo>
                    <a:pt x="6821" y="12070"/>
                    <a:pt x="6821" y="12070"/>
                    <a:pt x="6821" y="12070"/>
                  </a:cubicBezTo>
                  <a:cubicBezTo>
                    <a:pt x="5684" y="11435"/>
                    <a:pt x="5684" y="11435"/>
                    <a:pt x="5684" y="11435"/>
                  </a:cubicBezTo>
                  <a:cubicBezTo>
                    <a:pt x="5684" y="12070"/>
                    <a:pt x="5684" y="12070"/>
                    <a:pt x="5684" y="12070"/>
                  </a:cubicBezTo>
                  <a:cubicBezTo>
                    <a:pt x="5115" y="12070"/>
                    <a:pt x="5115" y="12070"/>
                    <a:pt x="5115" y="12070"/>
                  </a:cubicBezTo>
                  <a:cubicBezTo>
                    <a:pt x="4547" y="12070"/>
                    <a:pt x="4547" y="12070"/>
                    <a:pt x="4547" y="12070"/>
                  </a:cubicBezTo>
                  <a:cubicBezTo>
                    <a:pt x="3978" y="12070"/>
                    <a:pt x="3978" y="12070"/>
                    <a:pt x="3978" y="12070"/>
                  </a:cubicBezTo>
                  <a:cubicBezTo>
                    <a:pt x="3978" y="12705"/>
                    <a:pt x="3978" y="12705"/>
                    <a:pt x="3978" y="12705"/>
                  </a:cubicBezTo>
                  <a:cubicBezTo>
                    <a:pt x="3978" y="12705"/>
                    <a:pt x="3978" y="12705"/>
                    <a:pt x="3978" y="12705"/>
                  </a:cubicBezTo>
                  <a:cubicBezTo>
                    <a:pt x="4547" y="13341"/>
                    <a:pt x="4547" y="13341"/>
                    <a:pt x="4547" y="13341"/>
                  </a:cubicBezTo>
                  <a:cubicBezTo>
                    <a:pt x="5115" y="13976"/>
                    <a:pt x="5115" y="13976"/>
                    <a:pt x="5115" y="13976"/>
                  </a:cubicBezTo>
                  <a:cubicBezTo>
                    <a:pt x="5684" y="13976"/>
                    <a:pt x="5684" y="13976"/>
                    <a:pt x="5684" y="13976"/>
                  </a:cubicBezTo>
                  <a:cubicBezTo>
                    <a:pt x="5684" y="14611"/>
                    <a:pt x="5684" y="14611"/>
                    <a:pt x="5684" y="14611"/>
                  </a:cubicBezTo>
                  <a:cubicBezTo>
                    <a:pt x="5115" y="14611"/>
                    <a:pt x="5115" y="14611"/>
                    <a:pt x="5115" y="14611"/>
                  </a:cubicBezTo>
                  <a:cubicBezTo>
                    <a:pt x="5115" y="15247"/>
                    <a:pt x="5115" y="15247"/>
                    <a:pt x="5115" y="15247"/>
                  </a:cubicBezTo>
                  <a:cubicBezTo>
                    <a:pt x="5684" y="15882"/>
                    <a:pt x="5684" y="15882"/>
                    <a:pt x="5684" y="15882"/>
                  </a:cubicBezTo>
                  <a:cubicBezTo>
                    <a:pt x="6252" y="16517"/>
                    <a:pt x="6252" y="16517"/>
                    <a:pt x="6252" y="16517"/>
                  </a:cubicBezTo>
                  <a:cubicBezTo>
                    <a:pt x="6252" y="15882"/>
                    <a:pt x="6252" y="15882"/>
                    <a:pt x="6252" y="15882"/>
                  </a:cubicBezTo>
                  <a:cubicBezTo>
                    <a:pt x="6252" y="15882"/>
                    <a:pt x="6252" y="15882"/>
                    <a:pt x="6252" y="15882"/>
                  </a:cubicBezTo>
                  <a:cubicBezTo>
                    <a:pt x="6252" y="15247"/>
                    <a:pt x="6252" y="15247"/>
                    <a:pt x="6252" y="15247"/>
                  </a:cubicBezTo>
                  <a:cubicBezTo>
                    <a:pt x="6252" y="15882"/>
                    <a:pt x="6252" y="15882"/>
                    <a:pt x="6252" y="15882"/>
                  </a:cubicBezTo>
                  <a:cubicBezTo>
                    <a:pt x="7389" y="15882"/>
                    <a:pt x="7389" y="15882"/>
                    <a:pt x="7389" y="15882"/>
                  </a:cubicBezTo>
                  <a:cubicBezTo>
                    <a:pt x="7389" y="16517"/>
                    <a:pt x="7389" y="16517"/>
                    <a:pt x="7389" y="16517"/>
                  </a:cubicBezTo>
                  <a:cubicBezTo>
                    <a:pt x="7389" y="17152"/>
                    <a:pt x="7389" y="17152"/>
                    <a:pt x="7389" y="17152"/>
                  </a:cubicBezTo>
                  <a:cubicBezTo>
                    <a:pt x="7389" y="17152"/>
                    <a:pt x="7389" y="17152"/>
                    <a:pt x="7389" y="17152"/>
                  </a:cubicBezTo>
                  <a:cubicBezTo>
                    <a:pt x="7389" y="16517"/>
                    <a:pt x="7389" y="16517"/>
                    <a:pt x="7389" y="16517"/>
                  </a:cubicBezTo>
                  <a:cubicBezTo>
                    <a:pt x="7957" y="15882"/>
                    <a:pt x="7957" y="15882"/>
                    <a:pt x="7957" y="15882"/>
                  </a:cubicBezTo>
                  <a:cubicBezTo>
                    <a:pt x="7957" y="15882"/>
                    <a:pt x="7957" y="15882"/>
                    <a:pt x="7957" y="15882"/>
                  </a:cubicBezTo>
                  <a:cubicBezTo>
                    <a:pt x="8526" y="16517"/>
                    <a:pt x="8526" y="16517"/>
                    <a:pt x="8526" y="16517"/>
                  </a:cubicBezTo>
                  <a:cubicBezTo>
                    <a:pt x="9094" y="17152"/>
                    <a:pt x="9094" y="17152"/>
                    <a:pt x="9094" y="17152"/>
                  </a:cubicBezTo>
                  <a:cubicBezTo>
                    <a:pt x="8526" y="16517"/>
                    <a:pt x="8526" y="16517"/>
                    <a:pt x="8526" y="16517"/>
                  </a:cubicBezTo>
                  <a:cubicBezTo>
                    <a:pt x="9094" y="15882"/>
                    <a:pt x="9094" y="15882"/>
                    <a:pt x="9094" y="15882"/>
                  </a:cubicBezTo>
                  <a:cubicBezTo>
                    <a:pt x="8526" y="15882"/>
                    <a:pt x="8526" y="15882"/>
                    <a:pt x="8526" y="15882"/>
                  </a:cubicBezTo>
                  <a:cubicBezTo>
                    <a:pt x="7957" y="14611"/>
                    <a:pt x="7957" y="14611"/>
                    <a:pt x="7957" y="14611"/>
                  </a:cubicBezTo>
                  <a:cubicBezTo>
                    <a:pt x="7957" y="13976"/>
                    <a:pt x="7957" y="13976"/>
                    <a:pt x="7957" y="13976"/>
                  </a:cubicBezTo>
                  <a:cubicBezTo>
                    <a:pt x="7957" y="13976"/>
                    <a:pt x="7957" y="13976"/>
                    <a:pt x="7957" y="13976"/>
                  </a:cubicBezTo>
                  <a:cubicBezTo>
                    <a:pt x="7957" y="13976"/>
                    <a:pt x="7957" y="13976"/>
                    <a:pt x="7957" y="13976"/>
                  </a:cubicBezTo>
                  <a:cubicBezTo>
                    <a:pt x="8526" y="14611"/>
                    <a:pt x="8526" y="14611"/>
                    <a:pt x="8526" y="14611"/>
                  </a:cubicBezTo>
                  <a:cubicBezTo>
                    <a:pt x="8526" y="14611"/>
                    <a:pt x="8526" y="14611"/>
                    <a:pt x="8526" y="14611"/>
                  </a:cubicBezTo>
                  <a:cubicBezTo>
                    <a:pt x="8526" y="14611"/>
                    <a:pt x="8526" y="14611"/>
                    <a:pt x="8526" y="14611"/>
                  </a:cubicBezTo>
                  <a:cubicBezTo>
                    <a:pt x="9094" y="14611"/>
                    <a:pt x="9094" y="14611"/>
                    <a:pt x="9094" y="14611"/>
                  </a:cubicBezTo>
                  <a:cubicBezTo>
                    <a:pt x="9663" y="14611"/>
                    <a:pt x="9663" y="14611"/>
                    <a:pt x="9663" y="14611"/>
                  </a:cubicBezTo>
                  <a:cubicBezTo>
                    <a:pt x="9663" y="14611"/>
                    <a:pt x="9663" y="14611"/>
                    <a:pt x="9663" y="14611"/>
                  </a:cubicBezTo>
                  <a:cubicBezTo>
                    <a:pt x="9663" y="13976"/>
                    <a:pt x="9663" y="13976"/>
                    <a:pt x="9663" y="13976"/>
                  </a:cubicBezTo>
                  <a:cubicBezTo>
                    <a:pt x="9663" y="13976"/>
                    <a:pt x="9663" y="13976"/>
                    <a:pt x="9663" y="13976"/>
                  </a:cubicBezTo>
                  <a:cubicBezTo>
                    <a:pt x="9094" y="13976"/>
                    <a:pt x="9094" y="13976"/>
                    <a:pt x="9094" y="13976"/>
                  </a:cubicBezTo>
                  <a:cubicBezTo>
                    <a:pt x="8526" y="13976"/>
                    <a:pt x="8526" y="13976"/>
                    <a:pt x="8526" y="13976"/>
                  </a:cubicBezTo>
                  <a:cubicBezTo>
                    <a:pt x="8526" y="13341"/>
                    <a:pt x="8526" y="13341"/>
                    <a:pt x="8526" y="13341"/>
                  </a:cubicBezTo>
                  <a:cubicBezTo>
                    <a:pt x="8526" y="13341"/>
                    <a:pt x="8526" y="13341"/>
                    <a:pt x="8526" y="13341"/>
                  </a:cubicBezTo>
                  <a:cubicBezTo>
                    <a:pt x="8526" y="12705"/>
                    <a:pt x="8526" y="12705"/>
                    <a:pt x="8526" y="12705"/>
                  </a:cubicBezTo>
                  <a:cubicBezTo>
                    <a:pt x="9094" y="12705"/>
                    <a:pt x="9094" y="12705"/>
                    <a:pt x="9094" y="12705"/>
                  </a:cubicBezTo>
                  <a:cubicBezTo>
                    <a:pt x="9663" y="12705"/>
                    <a:pt x="9663" y="12705"/>
                    <a:pt x="9663" y="12705"/>
                  </a:cubicBezTo>
                  <a:cubicBezTo>
                    <a:pt x="10231" y="13341"/>
                    <a:pt x="10231" y="13341"/>
                    <a:pt x="10231" y="13341"/>
                  </a:cubicBezTo>
                  <a:cubicBezTo>
                    <a:pt x="10231" y="13341"/>
                    <a:pt x="10231" y="13341"/>
                    <a:pt x="10231" y="13341"/>
                  </a:cubicBezTo>
                  <a:cubicBezTo>
                    <a:pt x="10800" y="13341"/>
                    <a:pt x="10800" y="13341"/>
                    <a:pt x="10800" y="13341"/>
                  </a:cubicBezTo>
                  <a:cubicBezTo>
                    <a:pt x="10800" y="13341"/>
                    <a:pt x="10800" y="13341"/>
                    <a:pt x="10800" y="13341"/>
                  </a:cubicBezTo>
                  <a:cubicBezTo>
                    <a:pt x="10231" y="12705"/>
                    <a:pt x="10231" y="12705"/>
                    <a:pt x="10231" y="12705"/>
                  </a:cubicBezTo>
                  <a:cubicBezTo>
                    <a:pt x="10800" y="12070"/>
                    <a:pt x="10800" y="12070"/>
                    <a:pt x="10800" y="12070"/>
                  </a:cubicBezTo>
                  <a:cubicBezTo>
                    <a:pt x="10231" y="11435"/>
                    <a:pt x="10231" y="11435"/>
                    <a:pt x="10231" y="11435"/>
                  </a:cubicBezTo>
                  <a:cubicBezTo>
                    <a:pt x="9094" y="10800"/>
                    <a:pt x="9094" y="10800"/>
                    <a:pt x="9094" y="10800"/>
                  </a:cubicBezTo>
                  <a:cubicBezTo>
                    <a:pt x="9094" y="10800"/>
                    <a:pt x="9094" y="10800"/>
                    <a:pt x="9094" y="10800"/>
                  </a:cubicBezTo>
                  <a:cubicBezTo>
                    <a:pt x="8526" y="10164"/>
                    <a:pt x="8526" y="10164"/>
                    <a:pt x="8526" y="10164"/>
                  </a:cubicBezTo>
                  <a:cubicBezTo>
                    <a:pt x="8526" y="10800"/>
                    <a:pt x="8526" y="10800"/>
                    <a:pt x="8526" y="10800"/>
                  </a:cubicBezTo>
                  <a:cubicBezTo>
                    <a:pt x="7957" y="10164"/>
                    <a:pt x="7957" y="10164"/>
                    <a:pt x="7957" y="10164"/>
                  </a:cubicBezTo>
                  <a:cubicBezTo>
                    <a:pt x="7389" y="10164"/>
                    <a:pt x="7389" y="10164"/>
                    <a:pt x="7389" y="10164"/>
                  </a:cubicBezTo>
                  <a:cubicBezTo>
                    <a:pt x="7389" y="9529"/>
                    <a:pt x="7389" y="9529"/>
                    <a:pt x="7389" y="9529"/>
                  </a:cubicBezTo>
                  <a:cubicBezTo>
                    <a:pt x="7957" y="9529"/>
                    <a:pt x="7957" y="9529"/>
                    <a:pt x="7957" y="9529"/>
                  </a:cubicBezTo>
                  <a:cubicBezTo>
                    <a:pt x="7957" y="9529"/>
                    <a:pt x="7957" y="9529"/>
                    <a:pt x="7957" y="9529"/>
                  </a:cubicBezTo>
                  <a:cubicBezTo>
                    <a:pt x="7957" y="8894"/>
                    <a:pt x="7957" y="8894"/>
                    <a:pt x="7957" y="8894"/>
                  </a:cubicBezTo>
                  <a:cubicBezTo>
                    <a:pt x="7389" y="8894"/>
                    <a:pt x="7389" y="8894"/>
                    <a:pt x="7389" y="8894"/>
                  </a:cubicBezTo>
                  <a:cubicBezTo>
                    <a:pt x="7957" y="8258"/>
                    <a:pt x="7957" y="8258"/>
                    <a:pt x="7957" y="8258"/>
                  </a:cubicBezTo>
                  <a:cubicBezTo>
                    <a:pt x="7957" y="8258"/>
                    <a:pt x="7957" y="8258"/>
                    <a:pt x="7957" y="8258"/>
                  </a:cubicBezTo>
                  <a:cubicBezTo>
                    <a:pt x="7957" y="8258"/>
                    <a:pt x="7957" y="8258"/>
                    <a:pt x="7957" y="8258"/>
                  </a:cubicBezTo>
                  <a:cubicBezTo>
                    <a:pt x="8526" y="8894"/>
                    <a:pt x="8526" y="8894"/>
                    <a:pt x="8526" y="8894"/>
                  </a:cubicBezTo>
                  <a:cubicBezTo>
                    <a:pt x="8526" y="8894"/>
                    <a:pt x="8526" y="8894"/>
                    <a:pt x="8526" y="8894"/>
                  </a:cubicBezTo>
                  <a:cubicBezTo>
                    <a:pt x="8526" y="8894"/>
                    <a:pt x="8526" y="8894"/>
                    <a:pt x="8526" y="8894"/>
                  </a:cubicBezTo>
                  <a:cubicBezTo>
                    <a:pt x="8526" y="8894"/>
                    <a:pt x="8526" y="8894"/>
                    <a:pt x="8526" y="8894"/>
                  </a:cubicBezTo>
                  <a:cubicBezTo>
                    <a:pt x="8526" y="8258"/>
                    <a:pt x="8526" y="8258"/>
                    <a:pt x="8526" y="8258"/>
                  </a:cubicBezTo>
                  <a:cubicBezTo>
                    <a:pt x="8526" y="8258"/>
                    <a:pt x="8526" y="8258"/>
                    <a:pt x="8526" y="8258"/>
                  </a:cubicBezTo>
                  <a:cubicBezTo>
                    <a:pt x="7957" y="6988"/>
                    <a:pt x="7957" y="6988"/>
                    <a:pt x="7957" y="6988"/>
                  </a:cubicBezTo>
                  <a:cubicBezTo>
                    <a:pt x="7389" y="6988"/>
                    <a:pt x="7389" y="6988"/>
                    <a:pt x="7389" y="6988"/>
                  </a:cubicBezTo>
                  <a:cubicBezTo>
                    <a:pt x="7389" y="6352"/>
                    <a:pt x="7389" y="6352"/>
                    <a:pt x="7389" y="6352"/>
                  </a:cubicBezTo>
                  <a:cubicBezTo>
                    <a:pt x="6821" y="6352"/>
                    <a:pt x="6821" y="6352"/>
                    <a:pt x="6821" y="6352"/>
                  </a:cubicBezTo>
                  <a:cubicBezTo>
                    <a:pt x="6821" y="5717"/>
                    <a:pt x="6821" y="5717"/>
                    <a:pt x="6821" y="5717"/>
                  </a:cubicBezTo>
                  <a:cubicBezTo>
                    <a:pt x="6821" y="5082"/>
                    <a:pt x="6821" y="5082"/>
                    <a:pt x="6821" y="5082"/>
                  </a:cubicBezTo>
                  <a:cubicBezTo>
                    <a:pt x="7389" y="4447"/>
                    <a:pt x="7389" y="4447"/>
                    <a:pt x="7389" y="4447"/>
                  </a:cubicBezTo>
                  <a:cubicBezTo>
                    <a:pt x="7957" y="4447"/>
                    <a:pt x="7957" y="4447"/>
                    <a:pt x="7957" y="4447"/>
                  </a:cubicBezTo>
                  <a:cubicBezTo>
                    <a:pt x="7957" y="4447"/>
                    <a:pt x="7957" y="4447"/>
                    <a:pt x="7957" y="4447"/>
                  </a:cubicBezTo>
                  <a:cubicBezTo>
                    <a:pt x="7389" y="4447"/>
                    <a:pt x="7389" y="4447"/>
                    <a:pt x="7389" y="4447"/>
                  </a:cubicBezTo>
                  <a:cubicBezTo>
                    <a:pt x="7389" y="5082"/>
                    <a:pt x="7389" y="5082"/>
                    <a:pt x="7389" y="5082"/>
                  </a:cubicBezTo>
                  <a:cubicBezTo>
                    <a:pt x="8526" y="5082"/>
                    <a:pt x="8526" y="5082"/>
                    <a:pt x="8526" y="5082"/>
                  </a:cubicBezTo>
                  <a:cubicBezTo>
                    <a:pt x="8526" y="5717"/>
                    <a:pt x="8526" y="5717"/>
                    <a:pt x="8526" y="5717"/>
                  </a:cubicBezTo>
                  <a:cubicBezTo>
                    <a:pt x="9094" y="6352"/>
                    <a:pt x="9094" y="6352"/>
                    <a:pt x="9094" y="6352"/>
                  </a:cubicBezTo>
                  <a:cubicBezTo>
                    <a:pt x="9663" y="6352"/>
                    <a:pt x="9663" y="6352"/>
                    <a:pt x="9663" y="6352"/>
                  </a:cubicBezTo>
                  <a:cubicBezTo>
                    <a:pt x="9094" y="5717"/>
                    <a:pt x="9094" y="5717"/>
                    <a:pt x="9094" y="5717"/>
                  </a:cubicBezTo>
                  <a:cubicBezTo>
                    <a:pt x="9094" y="5717"/>
                    <a:pt x="9094" y="5717"/>
                    <a:pt x="9094" y="5717"/>
                  </a:cubicBezTo>
                  <a:cubicBezTo>
                    <a:pt x="9094" y="5082"/>
                    <a:pt x="9094" y="5082"/>
                    <a:pt x="9094" y="5082"/>
                  </a:cubicBezTo>
                  <a:cubicBezTo>
                    <a:pt x="9663" y="5717"/>
                    <a:pt x="9663" y="5717"/>
                    <a:pt x="9663" y="5717"/>
                  </a:cubicBezTo>
                  <a:cubicBezTo>
                    <a:pt x="9663" y="5717"/>
                    <a:pt x="9663" y="5717"/>
                    <a:pt x="9663" y="5717"/>
                  </a:cubicBezTo>
                  <a:cubicBezTo>
                    <a:pt x="10231" y="6352"/>
                    <a:pt x="10231" y="6352"/>
                    <a:pt x="10231" y="6352"/>
                  </a:cubicBezTo>
                  <a:cubicBezTo>
                    <a:pt x="10231" y="5717"/>
                    <a:pt x="10231" y="5717"/>
                    <a:pt x="10231" y="5717"/>
                  </a:cubicBezTo>
                  <a:cubicBezTo>
                    <a:pt x="10231" y="5717"/>
                    <a:pt x="10231" y="5717"/>
                    <a:pt x="10231" y="5717"/>
                  </a:cubicBezTo>
                  <a:cubicBezTo>
                    <a:pt x="9663" y="5082"/>
                    <a:pt x="9663" y="5082"/>
                    <a:pt x="9663" y="5082"/>
                  </a:cubicBezTo>
                  <a:cubicBezTo>
                    <a:pt x="9663" y="5082"/>
                    <a:pt x="9663" y="5082"/>
                    <a:pt x="9663" y="5082"/>
                  </a:cubicBezTo>
                  <a:cubicBezTo>
                    <a:pt x="10800" y="5082"/>
                    <a:pt x="10800" y="5082"/>
                    <a:pt x="10800" y="5082"/>
                  </a:cubicBezTo>
                  <a:cubicBezTo>
                    <a:pt x="10800" y="5717"/>
                    <a:pt x="10800" y="5717"/>
                    <a:pt x="10800" y="5717"/>
                  </a:cubicBezTo>
                  <a:cubicBezTo>
                    <a:pt x="11368" y="5082"/>
                    <a:pt x="11368" y="5082"/>
                    <a:pt x="11368" y="5082"/>
                  </a:cubicBezTo>
                  <a:cubicBezTo>
                    <a:pt x="10800" y="5082"/>
                    <a:pt x="10800" y="5082"/>
                    <a:pt x="10800" y="5082"/>
                  </a:cubicBezTo>
                  <a:cubicBezTo>
                    <a:pt x="10231" y="4447"/>
                    <a:pt x="10231" y="4447"/>
                    <a:pt x="10231" y="4447"/>
                  </a:cubicBezTo>
                  <a:cubicBezTo>
                    <a:pt x="9663" y="4447"/>
                    <a:pt x="9663" y="4447"/>
                    <a:pt x="9663" y="4447"/>
                  </a:cubicBezTo>
                  <a:cubicBezTo>
                    <a:pt x="9663" y="3811"/>
                    <a:pt x="9663" y="3811"/>
                    <a:pt x="9663" y="3811"/>
                  </a:cubicBezTo>
                  <a:cubicBezTo>
                    <a:pt x="10231" y="3811"/>
                    <a:pt x="10231" y="3811"/>
                    <a:pt x="10231" y="3811"/>
                  </a:cubicBezTo>
                  <a:cubicBezTo>
                    <a:pt x="10800" y="3811"/>
                    <a:pt x="10800" y="3811"/>
                    <a:pt x="10800" y="3811"/>
                  </a:cubicBezTo>
                  <a:cubicBezTo>
                    <a:pt x="10800" y="3176"/>
                    <a:pt x="10800" y="3176"/>
                    <a:pt x="10800" y="3176"/>
                  </a:cubicBezTo>
                  <a:cubicBezTo>
                    <a:pt x="11368" y="3176"/>
                    <a:pt x="11368" y="3176"/>
                    <a:pt x="11368" y="3176"/>
                  </a:cubicBezTo>
                  <a:cubicBezTo>
                    <a:pt x="11936" y="3176"/>
                    <a:pt x="11936" y="3176"/>
                    <a:pt x="11936" y="3176"/>
                  </a:cubicBezTo>
                  <a:cubicBezTo>
                    <a:pt x="12505" y="3176"/>
                    <a:pt x="12505" y="3176"/>
                    <a:pt x="12505" y="3176"/>
                  </a:cubicBezTo>
                  <a:cubicBezTo>
                    <a:pt x="12505" y="3176"/>
                    <a:pt x="12505" y="3176"/>
                    <a:pt x="12505" y="3176"/>
                  </a:cubicBezTo>
                  <a:cubicBezTo>
                    <a:pt x="12505" y="2541"/>
                    <a:pt x="12505" y="2541"/>
                    <a:pt x="12505" y="2541"/>
                  </a:cubicBezTo>
                  <a:cubicBezTo>
                    <a:pt x="13073" y="2541"/>
                    <a:pt x="13073" y="2541"/>
                    <a:pt x="13073" y="2541"/>
                  </a:cubicBezTo>
                  <a:cubicBezTo>
                    <a:pt x="13073" y="3176"/>
                    <a:pt x="13073" y="3176"/>
                    <a:pt x="13073" y="3176"/>
                  </a:cubicBezTo>
                  <a:cubicBezTo>
                    <a:pt x="14210" y="3176"/>
                    <a:pt x="14210" y="3176"/>
                    <a:pt x="14210" y="3176"/>
                  </a:cubicBezTo>
                  <a:cubicBezTo>
                    <a:pt x="15347" y="3176"/>
                    <a:pt x="15347" y="3176"/>
                    <a:pt x="15347" y="3176"/>
                  </a:cubicBezTo>
                  <a:cubicBezTo>
                    <a:pt x="15915" y="3176"/>
                    <a:pt x="15915" y="3176"/>
                    <a:pt x="15915" y="3176"/>
                  </a:cubicBezTo>
                  <a:cubicBezTo>
                    <a:pt x="15915" y="2541"/>
                    <a:pt x="15915" y="2541"/>
                    <a:pt x="15915" y="2541"/>
                  </a:cubicBezTo>
                  <a:cubicBezTo>
                    <a:pt x="15915" y="1905"/>
                    <a:pt x="15915" y="1905"/>
                    <a:pt x="15915" y="1905"/>
                  </a:cubicBezTo>
                  <a:cubicBezTo>
                    <a:pt x="16484" y="1905"/>
                    <a:pt x="16484" y="1905"/>
                    <a:pt x="16484" y="1905"/>
                  </a:cubicBezTo>
                  <a:cubicBezTo>
                    <a:pt x="16484" y="1270"/>
                    <a:pt x="16484" y="1270"/>
                    <a:pt x="16484" y="1270"/>
                  </a:cubicBezTo>
                  <a:cubicBezTo>
                    <a:pt x="15915" y="635"/>
                    <a:pt x="15915" y="635"/>
                    <a:pt x="15915" y="635"/>
                  </a:cubicBezTo>
                  <a:cubicBezTo>
                    <a:pt x="15915" y="0"/>
                    <a:pt x="15915" y="0"/>
                    <a:pt x="15915" y="0"/>
                  </a:cubicBezTo>
                  <a:close/>
                  <a:moveTo>
                    <a:pt x="10231" y="19694"/>
                  </a:moveTo>
                  <a:cubicBezTo>
                    <a:pt x="10231" y="19694"/>
                    <a:pt x="10231" y="19694"/>
                    <a:pt x="10231" y="19694"/>
                  </a:cubicBezTo>
                  <a:cubicBezTo>
                    <a:pt x="10231" y="19694"/>
                    <a:pt x="10231" y="19694"/>
                    <a:pt x="10231" y="19694"/>
                  </a:cubicBezTo>
                  <a:cubicBezTo>
                    <a:pt x="10231" y="20329"/>
                    <a:pt x="10231" y="20329"/>
                    <a:pt x="10231" y="20329"/>
                  </a:cubicBezTo>
                  <a:cubicBezTo>
                    <a:pt x="10231" y="20964"/>
                    <a:pt x="10231" y="20964"/>
                    <a:pt x="10231" y="20964"/>
                  </a:cubicBezTo>
                  <a:cubicBezTo>
                    <a:pt x="10800" y="20964"/>
                    <a:pt x="10800" y="20964"/>
                    <a:pt x="10800" y="20964"/>
                  </a:cubicBezTo>
                  <a:cubicBezTo>
                    <a:pt x="11368" y="20964"/>
                    <a:pt x="11368" y="20964"/>
                    <a:pt x="11368" y="20964"/>
                  </a:cubicBezTo>
                  <a:cubicBezTo>
                    <a:pt x="11936" y="20964"/>
                    <a:pt x="11936" y="20964"/>
                    <a:pt x="11936" y="20964"/>
                  </a:cubicBezTo>
                  <a:cubicBezTo>
                    <a:pt x="11936" y="20964"/>
                    <a:pt x="11936" y="20964"/>
                    <a:pt x="11936" y="20964"/>
                  </a:cubicBezTo>
                  <a:cubicBezTo>
                    <a:pt x="12505" y="20964"/>
                    <a:pt x="12505" y="20964"/>
                    <a:pt x="12505" y="20964"/>
                  </a:cubicBezTo>
                  <a:cubicBezTo>
                    <a:pt x="13073" y="20964"/>
                    <a:pt x="13073" y="20964"/>
                    <a:pt x="13073" y="20964"/>
                  </a:cubicBezTo>
                  <a:cubicBezTo>
                    <a:pt x="13073" y="21599"/>
                    <a:pt x="13073" y="21599"/>
                    <a:pt x="13073" y="21599"/>
                  </a:cubicBezTo>
                  <a:cubicBezTo>
                    <a:pt x="13642" y="21599"/>
                    <a:pt x="13642" y="21599"/>
                    <a:pt x="13642" y="21599"/>
                  </a:cubicBezTo>
                  <a:cubicBezTo>
                    <a:pt x="14210" y="20964"/>
                    <a:pt x="14210" y="20964"/>
                    <a:pt x="14210" y="20964"/>
                  </a:cubicBezTo>
                  <a:cubicBezTo>
                    <a:pt x="14778" y="20964"/>
                    <a:pt x="14778" y="20964"/>
                    <a:pt x="14778" y="20964"/>
                  </a:cubicBezTo>
                  <a:cubicBezTo>
                    <a:pt x="15915" y="20964"/>
                    <a:pt x="15915" y="20964"/>
                    <a:pt x="15915" y="20964"/>
                  </a:cubicBezTo>
                  <a:cubicBezTo>
                    <a:pt x="16484" y="20964"/>
                    <a:pt x="16484" y="20964"/>
                    <a:pt x="16484" y="20964"/>
                  </a:cubicBezTo>
                  <a:cubicBezTo>
                    <a:pt x="17052" y="20964"/>
                    <a:pt x="17052" y="20964"/>
                    <a:pt x="17052" y="20964"/>
                  </a:cubicBezTo>
                  <a:cubicBezTo>
                    <a:pt x="17052" y="20329"/>
                    <a:pt x="17052" y="20329"/>
                    <a:pt x="17052" y="20329"/>
                  </a:cubicBezTo>
                  <a:cubicBezTo>
                    <a:pt x="17052" y="20329"/>
                    <a:pt x="17052" y="20329"/>
                    <a:pt x="17052" y="20329"/>
                  </a:cubicBezTo>
                  <a:cubicBezTo>
                    <a:pt x="17052" y="19694"/>
                    <a:pt x="17052" y="19694"/>
                    <a:pt x="17052" y="19694"/>
                  </a:cubicBezTo>
                  <a:cubicBezTo>
                    <a:pt x="17052" y="20329"/>
                    <a:pt x="17052" y="20329"/>
                    <a:pt x="17052" y="20329"/>
                  </a:cubicBezTo>
                  <a:cubicBezTo>
                    <a:pt x="17052" y="20329"/>
                    <a:pt x="17052" y="20329"/>
                    <a:pt x="17052" y="20329"/>
                  </a:cubicBezTo>
                  <a:cubicBezTo>
                    <a:pt x="16484" y="20964"/>
                    <a:pt x="16484" y="20964"/>
                    <a:pt x="16484" y="20964"/>
                  </a:cubicBezTo>
                  <a:cubicBezTo>
                    <a:pt x="16484" y="20329"/>
                    <a:pt x="16484" y="20329"/>
                    <a:pt x="16484" y="20329"/>
                  </a:cubicBezTo>
                  <a:cubicBezTo>
                    <a:pt x="15915" y="20329"/>
                    <a:pt x="15915" y="20329"/>
                    <a:pt x="15915" y="20329"/>
                  </a:cubicBezTo>
                  <a:cubicBezTo>
                    <a:pt x="15915" y="20329"/>
                    <a:pt x="15915" y="20329"/>
                    <a:pt x="15915" y="20329"/>
                  </a:cubicBezTo>
                  <a:cubicBezTo>
                    <a:pt x="15915" y="20329"/>
                    <a:pt x="15915" y="20329"/>
                    <a:pt x="15915" y="20329"/>
                  </a:cubicBezTo>
                  <a:cubicBezTo>
                    <a:pt x="15915" y="20329"/>
                    <a:pt x="15915" y="20329"/>
                    <a:pt x="15915" y="20329"/>
                  </a:cubicBezTo>
                  <a:cubicBezTo>
                    <a:pt x="15347" y="20329"/>
                    <a:pt x="15347" y="20329"/>
                    <a:pt x="15347" y="20329"/>
                  </a:cubicBezTo>
                  <a:cubicBezTo>
                    <a:pt x="14778" y="19694"/>
                    <a:pt x="14778" y="19694"/>
                    <a:pt x="14778" y="19694"/>
                  </a:cubicBezTo>
                  <a:cubicBezTo>
                    <a:pt x="14210" y="19694"/>
                    <a:pt x="14210" y="19694"/>
                    <a:pt x="14210" y="19694"/>
                  </a:cubicBezTo>
                  <a:cubicBezTo>
                    <a:pt x="13642" y="19694"/>
                    <a:pt x="13642" y="19694"/>
                    <a:pt x="13642" y="19694"/>
                  </a:cubicBezTo>
                  <a:cubicBezTo>
                    <a:pt x="13073" y="20329"/>
                    <a:pt x="13073" y="20329"/>
                    <a:pt x="13073" y="20329"/>
                  </a:cubicBezTo>
                  <a:cubicBezTo>
                    <a:pt x="12505" y="20329"/>
                    <a:pt x="12505" y="20329"/>
                    <a:pt x="12505" y="20329"/>
                  </a:cubicBezTo>
                  <a:cubicBezTo>
                    <a:pt x="11936" y="20329"/>
                    <a:pt x="11936" y="20329"/>
                    <a:pt x="11936" y="20329"/>
                  </a:cubicBezTo>
                  <a:cubicBezTo>
                    <a:pt x="11936" y="19694"/>
                    <a:pt x="11936" y="19694"/>
                    <a:pt x="11936" y="19694"/>
                  </a:cubicBezTo>
                  <a:cubicBezTo>
                    <a:pt x="11368" y="19694"/>
                    <a:pt x="11368" y="19694"/>
                    <a:pt x="11368" y="19694"/>
                  </a:cubicBezTo>
                  <a:cubicBezTo>
                    <a:pt x="11936" y="19694"/>
                    <a:pt x="11936" y="19694"/>
                    <a:pt x="11936" y="19694"/>
                  </a:cubicBezTo>
                  <a:cubicBezTo>
                    <a:pt x="11368" y="19058"/>
                    <a:pt x="11368" y="19058"/>
                    <a:pt x="11368" y="19058"/>
                  </a:cubicBezTo>
                  <a:cubicBezTo>
                    <a:pt x="11368" y="19694"/>
                    <a:pt x="11368" y="19694"/>
                    <a:pt x="11368" y="19694"/>
                  </a:cubicBezTo>
                  <a:cubicBezTo>
                    <a:pt x="11368" y="19694"/>
                    <a:pt x="11368" y="19694"/>
                    <a:pt x="11368" y="19694"/>
                  </a:cubicBezTo>
                  <a:cubicBezTo>
                    <a:pt x="11368" y="19694"/>
                    <a:pt x="11368" y="19694"/>
                    <a:pt x="11368" y="19694"/>
                  </a:cubicBezTo>
                  <a:cubicBezTo>
                    <a:pt x="11368" y="19694"/>
                    <a:pt x="11368" y="19694"/>
                    <a:pt x="11368" y="19694"/>
                  </a:cubicBezTo>
                  <a:cubicBezTo>
                    <a:pt x="10800" y="19694"/>
                    <a:pt x="10800" y="19694"/>
                    <a:pt x="10800" y="19694"/>
                  </a:cubicBezTo>
                  <a:cubicBezTo>
                    <a:pt x="10800" y="19694"/>
                    <a:pt x="10800" y="19694"/>
                    <a:pt x="10800" y="19694"/>
                  </a:cubicBezTo>
                  <a:cubicBezTo>
                    <a:pt x="10800" y="19058"/>
                    <a:pt x="10800" y="19058"/>
                    <a:pt x="10800" y="19058"/>
                  </a:cubicBezTo>
                  <a:cubicBezTo>
                    <a:pt x="10800" y="19694"/>
                    <a:pt x="10800" y="19694"/>
                    <a:pt x="10800" y="19694"/>
                  </a:cubicBezTo>
                  <a:cubicBezTo>
                    <a:pt x="10800" y="19694"/>
                    <a:pt x="10800" y="19694"/>
                    <a:pt x="10800" y="19694"/>
                  </a:cubicBezTo>
                  <a:cubicBezTo>
                    <a:pt x="10231" y="19694"/>
                    <a:pt x="10231" y="19694"/>
                    <a:pt x="10231" y="19694"/>
                  </a:cubicBezTo>
                  <a:close/>
                  <a:moveTo>
                    <a:pt x="568" y="6988"/>
                  </a:moveTo>
                  <a:cubicBezTo>
                    <a:pt x="568" y="7623"/>
                    <a:pt x="568" y="7623"/>
                    <a:pt x="568" y="7623"/>
                  </a:cubicBezTo>
                  <a:cubicBezTo>
                    <a:pt x="568" y="7623"/>
                    <a:pt x="568" y="7623"/>
                    <a:pt x="568" y="7623"/>
                  </a:cubicBezTo>
                  <a:cubicBezTo>
                    <a:pt x="1136" y="8258"/>
                    <a:pt x="1136" y="8258"/>
                    <a:pt x="1136" y="8258"/>
                  </a:cubicBezTo>
                  <a:cubicBezTo>
                    <a:pt x="1136" y="8258"/>
                    <a:pt x="1136" y="8258"/>
                    <a:pt x="1136" y="8258"/>
                  </a:cubicBezTo>
                  <a:cubicBezTo>
                    <a:pt x="1136" y="8258"/>
                    <a:pt x="1136" y="8258"/>
                    <a:pt x="1136" y="8258"/>
                  </a:cubicBezTo>
                  <a:cubicBezTo>
                    <a:pt x="568" y="8258"/>
                    <a:pt x="568" y="8258"/>
                    <a:pt x="568" y="8258"/>
                  </a:cubicBezTo>
                  <a:cubicBezTo>
                    <a:pt x="0" y="7623"/>
                    <a:pt x="0" y="7623"/>
                    <a:pt x="0" y="7623"/>
                  </a:cubicBezTo>
                  <a:cubicBezTo>
                    <a:pt x="0" y="7623"/>
                    <a:pt x="0" y="7623"/>
                    <a:pt x="0" y="7623"/>
                  </a:cubicBezTo>
                  <a:cubicBezTo>
                    <a:pt x="0" y="7623"/>
                    <a:pt x="0" y="7623"/>
                    <a:pt x="0" y="7623"/>
                  </a:cubicBezTo>
                  <a:cubicBezTo>
                    <a:pt x="0" y="6988"/>
                    <a:pt x="0" y="6988"/>
                    <a:pt x="0" y="6988"/>
                  </a:cubicBezTo>
                  <a:cubicBezTo>
                    <a:pt x="0" y="6988"/>
                    <a:pt x="0" y="6988"/>
                    <a:pt x="0" y="6988"/>
                  </a:cubicBezTo>
                  <a:cubicBezTo>
                    <a:pt x="568" y="6988"/>
                    <a:pt x="568" y="6988"/>
                    <a:pt x="568" y="6988"/>
                  </a:cubicBezTo>
                  <a:close/>
                  <a:moveTo>
                    <a:pt x="2273" y="10800"/>
                  </a:moveTo>
                  <a:cubicBezTo>
                    <a:pt x="2273" y="10800"/>
                    <a:pt x="2273" y="10800"/>
                    <a:pt x="2273" y="10800"/>
                  </a:cubicBezTo>
                  <a:cubicBezTo>
                    <a:pt x="2842" y="10164"/>
                    <a:pt x="2842" y="10164"/>
                    <a:pt x="2842" y="10164"/>
                  </a:cubicBezTo>
                  <a:cubicBezTo>
                    <a:pt x="2842" y="10164"/>
                    <a:pt x="2842" y="10164"/>
                    <a:pt x="2842" y="10164"/>
                  </a:cubicBezTo>
                  <a:cubicBezTo>
                    <a:pt x="2842" y="10800"/>
                    <a:pt x="2842" y="10800"/>
                    <a:pt x="2842" y="10800"/>
                  </a:cubicBezTo>
                  <a:cubicBezTo>
                    <a:pt x="2842" y="10800"/>
                    <a:pt x="2842" y="10800"/>
                    <a:pt x="2842" y="10800"/>
                  </a:cubicBezTo>
                  <a:cubicBezTo>
                    <a:pt x="2273" y="10800"/>
                    <a:pt x="2273" y="10800"/>
                    <a:pt x="2273" y="10800"/>
                  </a:cubicBezTo>
                  <a:cubicBezTo>
                    <a:pt x="2273" y="10800"/>
                    <a:pt x="2273" y="10800"/>
                    <a:pt x="2273" y="10800"/>
                  </a:cubicBezTo>
                  <a:close/>
                  <a:moveTo>
                    <a:pt x="2273" y="11435"/>
                  </a:moveTo>
                  <a:cubicBezTo>
                    <a:pt x="2273" y="10800"/>
                    <a:pt x="2273" y="10800"/>
                    <a:pt x="2273" y="10800"/>
                  </a:cubicBezTo>
                  <a:cubicBezTo>
                    <a:pt x="2842" y="11435"/>
                    <a:pt x="2842" y="11435"/>
                    <a:pt x="2842" y="11435"/>
                  </a:cubicBezTo>
                  <a:cubicBezTo>
                    <a:pt x="2842" y="11435"/>
                    <a:pt x="2842" y="11435"/>
                    <a:pt x="2842" y="11435"/>
                  </a:cubicBezTo>
                  <a:cubicBezTo>
                    <a:pt x="2842" y="11435"/>
                    <a:pt x="2842" y="11435"/>
                    <a:pt x="2842" y="11435"/>
                  </a:cubicBezTo>
                  <a:cubicBezTo>
                    <a:pt x="2842" y="12070"/>
                    <a:pt x="2842" y="12070"/>
                    <a:pt x="2842" y="12070"/>
                  </a:cubicBezTo>
                  <a:cubicBezTo>
                    <a:pt x="2842" y="12070"/>
                    <a:pt x="2842" y="12070"/>
                    <a:pt x="2842" y="12070"/>
                  </a:cubicBezTo>
                  <a:cubicBezTo>
                    <a:pt x="3410" y="12070"/>
                    <a:pt x="3410" y="12070"/>
                    <a:pt x="3410" y="12070"/>
                  </a:cubicBezTo>
                  <a:cubicBezTo>
                    <a:pt x="2842" y="12705"/>
                    <a:pt x="2842" y="12705"/>
                    <a:pt x="2842" y="12705"/>
                  </a:cubicBezTo>
                  <a:cubicBezTo>
                    <a:pt x="2842" y="12070"/>
                    <a:pt x="2842" y="12070"/>
                    <a:pt x="2842"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1705" y="12070"/>
                    <a:pt x="1705" y="12070"/>
                    <a:pt x="1705" y="12070"/>
                  </a:cubicBezTo>
                  <a:cubicBezTo>
                    <a:pt x="1705" y="11435"/>
                    <a:pt x="1705" y="11435"/>
                    <a:pt x="1705" y="11435"/>
                  </a:cubicBezTo>
                  <a:cubicBezTo>
                    <a:pt x="2273" y="11435"/>
                    <a:pt x="2273" y="11435"/>
                    <a:pt x="2273" y="11435"/>
                  </a:cubicBezTo>
                  <a:cubicBezTo>
                    <a:pt x="2273" y="11435"/>
                    <a:pt x="2273" y="11435"/>
                    <a:pt x="2273" y="11435"/>
                  </a:cubicBezTo>
                  <a:close/>
                  <a:moveTo>
                    <a:pt x="3410" y="13341"/>
                  </a:moveTo>
                  <a:cubicBezTo>
                    <a:pt x="3410" y="13341"/>
                    <a:pt x="3410" y="13341"/>
                    <a:pt x="3410" y="13341"/>
                  </a:cubicBezTo>
                  <a:cubicBezTo>
                    <a:pt x="3410" y="13341"/>
                    <a:pt x="3410" y="13341"/>
                    <a:pt x="3410" y="13341"/>
                  </a:cubicBezTo>
                  <a:cubicBezTo>
                    <a:pt x="3410" y="13341"/>
                    <a:pt x="3410" y="13341"/>
                    <a:pt x="3410" y="13341"/>
                  </a:cubicBezTo>
                  <a:cubicBezTo>
                    <a:pt x="2842" y="13341"/>
                    <a:pt x="2842" y="13341"/>
                    <a:pt x="2842" y="13341"/>
                  </a:cubicBezTo>
                  <a:cubicBezTo>
                    <a:pt x="2273" y="13341"/>
                    <a:pt x="2273" y="13341"/>
                    <a:pt x="2273" y="13341"/>
                  </a:cubicBezTo>
                  <a:cubicBezTo>
                    <a:pt x="2842" y="12705"/>
                    <a:pt x="2842" y="12705"/>
                    <a:pt x="2842" y="12705"/>
                  </a:cubicBezTo>
                  <a:cubicBezTo>
                    <a:pt x="2842" y="12705"/>
                    <a:pt x="2842" y="12705"/>
                    <a:pt x="2842" y="12705"/>
                  </a:cubicBezTo>
                  <a:cubicBezTo>
                    <a:pt x="2842" y="12705"/>
                    <a:pt x="2842" y="12705"/>
                    <a:pt x="2842" y="12705"/>
                  </a:cubicBezTo>
                  <a:cubicBezTo>
                    <a:pt x="3410" y="13341"/>
                    <a:pt x="3410" y="13341"/>
                    <a:pt x="3410" y="13341"/>
                  </a:cubicBezTo>
                  <a:close/>
                  <a:moveTo>
                    <a:pt x="18757" y="19058"/>
                  </a:moveTo>
                  <a:cubicBezTo>
                    <a:pt x="18757" y="19058"/>
                    <a:pt x="18757" y="19058"/>
                    <a:pt x="18757" y="19058"/>
                  </a:cubicBezTo>
                  <a:cubicBezTo>
                    <a:pt x="19326" y="18423"/>
                    <a:pt x="19326" y="18423"/>
                    <a:pt x="19326" y="18423"/>
                  </a:cubicBezTo>
                  <a:cubicBezTo>
                    <a:pt x="19326" y="19058"/>
                    <a:pt x="19326" y="19058"/>
                    <a:pt x="19326" y="19058"/>
                  </a:cubicBezTo>
                  <a:cubicBezTo>
                    <a:pt x="18757" y="19058"/>
                    <a:pt x="18757" y="19058"/>
                    <a:pt x="18757" y="19058"/>
                  </a:cubicBezTo>
                  <a:close/>
                  <a:moveTo>
                    <a:pt x="18757" y="20329"/>
                  </a:moveTo>
                  <a:cubicBezTo>
                    <a:pt x="18757" y="19694"/>
                    <a:pt x="18757" y="19694"/>
                    <a:pt x="18757" y="19694"/>
                  </a:cubicBezTo>
                  <a:cubicBezTo>
                    <a:pt x="18757" y="19058"/>
                    <a:pt x="18757" y="19058"/>
                    <a:pt x="18757" y="19058"/>
                  </a:cubicBezTo>
                  <a:cubicBezTo>
                    <a:pt x="18757" y="19058"/>
                    <a:pt x="18757" y="19058"/>
                    <a:pt x="18757" y="19058"/>
                  </a:cubicBezTo>
                  <a:cubicBezTo>
                    <a:pt x="18757" y="19058"/>
                    <a:pt x="18757" y="19058"/>
                    <a:pt x="18757" y="19058"/>
                  </a:cubicBezTo>
                  <a:cubicBezTo>
                    <a:pt x="19326" y="19694"/>
                    <a:pt x="19326" y="19694"/>
                    <a:pt x="19326" y="19694"/>
                  </a:cubicBezTo>
                  <a:cubicBezTo>
                    <a:pt x="19326" y="20329"/>
                    <a:pt x="19326" y="20329"/>
                    <a:pt x="19326" y="20329"/>
                  </a:cubicBezTo>
                  <a:cubicBezTo>
                    <a:pt x="18757" y="20329"/>
                    <a:pt x="18757" y="20329"/>
                    <a:pt x="18757" y="20329"/>
                  </a:cubicBezTo>
                  <a:close/>
                  <a:moveTo>
                    <a:pt x="20463" y="18423"/>
                  </a:moveTo>
                  <a:cubicBezTo>
                    <a:pt x="19894" y="18423"/>
                    <a:pt x="19894" y="18423"/>
                    <a:pt x="19894" y="18423"/>
                  </a:cubicBezTo>
                  <a:cubicBezTo>
                    <a:pt x="20463" y="18423"/>
                    <a:pt x="20463" y="18423"/>
                    <a:pt x="20463" y="18423"/>
                  </a:cubicBezTo>
                  <a:cubicBezTo>
                    <a:pt x="19894" y="18423"/>
                    <a:pt x="19894" y="18423"/>
                    <a:pt x="19894" y="18423"/>
                  </a:cubicBezTo>
                  <a:cubicBezTo>
                    <a:pt x="19894" y="17788"/>
                    <a:pt x="19894" y="17788"/>
                    <a:pt x="19894" y="17788"/>
                  </a:cubicBezTo>
                  <a:cubicBezTo>
                    <a:pt x="20463" y="17152"/>
                    <a:pt x="20463" y="17152"/>
                    <a:pt x="20463" y="17152"/>
                  </a:cubicBezTo>
                  <a:cubicBezTo>
                    <a:pt x="21031" y="17152"/>
                    <a:pt x="21031" y="17152"/>
                    <a:pt x="21031" y="17152"/>
                  </a:cubicBezTo>
                  <a:cubicBezTo>
                    <a:pt x="21600" y="17152"/>
                    <a:pt x="21600" y="17152"/>
                    <a:pt x="21600" y="17152"/>
                  </a:cubicBezTo>
                  <a:cubicBezTo>
                    <a:pt x="21600" y="17152"/>
                    <a:pt x="21600" y="17152"/>
                    <a:pt x="21600" y="17152"/>
                  </a:cubicBezTo>
                  <a:cubicBezTo>
                    <a:pt x="21600" y="17152"/>
                    <a:pt x="21600" y="17152"/>
                    <a:pt x="21600" y="17152"/>
                  </a:cubicBezTo>
                  <a:cubicBezTo>
                    <a:pt x="21031" y="17788"/>
                    <a:pt x="21031" y="17788"/>
                    <a:pt x="21031" y="17788"/>
                  </a:cubicBezTo>
                  <a:cubicBezTo>
                    <a:pt x="21031" y="17788"/>
                    <a:pt x="21031" y="17788"/>
                    <a:pt x="21031" y="17788"/>
                  </a:cubicBezTo>
                  <a:cubicBezTo>
                    <a:pt x="21031" y="17788"/>
                    <a:pt x="21031" y="17788"/>
                    <a:pt x="21031" y="17788"/>
                  </a:cubicBezTo>
                  <a:cubicBezTo>
                    <a:pt x="21031" y="17788"/>
                    <a:pt x="21031" y="17788"/>
                    <a:pt x="21031" y="17788"/>
                  </a:cubicBezTo>
                  <a:cubicBezTo>
                    <a:pt x="20463" y="18423"/>
                    <a:pt x="20463" y="18423"/>
                    <a:pt x="20463" y="18423"/>
                  </a:cubicBezTo>
                  <a:cubicBezTo>
                    <a:pt x="20463" y="18423"/>
                    <a:pt x="20463" y="18423"/>
                    <a:pt x="20463" y="18423"/>
                  </a:cubicBezTo>
                  <a:cubicBezTo>
                    <a:pt x="20463" y="18423"/>
                    <a:pt x="20463" y="18423"/>
                    <a:pt x="20463" y="18423"/>
                  </a:cubicBezTo>
                  <a:close/>
                  <a:moveTo>
                    <a:pt x="17052" y="17152"/>
                  </a:moveTo>
                  <a:cubicBezTo>
                    <a:pt x="16484" y="16517"/>
                    <a:pt x="16484" y="16517"/>
                    <a:pt x="16484" y="16517"/>
                  </a:cubicBezTo>
                  <a:cubicBezTo>
                    <a:pt x="16484" y="16517"/>
                    <a:pt x="16484" y="16517"/>
                    <a:pt x="16484" y="16517"/>
                  </a:cubicBezTo>
                  <a:cubicBezTo>
                    <a:pt x="17052" y="16517"/>
                    <a:pt x="17052" y="16517"/>
                    <a:pt x="17052" y="16517"/>
                  </a:cubicBezTo>
                  <a:cubicBezTo>
                    <a:pt x="17052" y="16517"/>
                    <a:pt x="17052" y="16517"/>
                    <a:pt x="17052" y="16517"/>
                  </a:cubicBezTo>
                  <a:cubicBezTo>
                    <a:pt x="17052" y="17152"/>
                    <a:pt x="17052" y="17152"/>
                    <a:pt x="17052" y="17152"/>
                  </a:cubicBezTo>
                  <a:cubicBezTo>
                    <a:pt x="17052" y="17152"/>
                    <a:pt x="17052" y="17152"/>
                    <a:pt x="17052" y="17152"/>
                  </a:cubicBezTo>
                  <a:close/>
                  <a:moveTo>
                    <a:pt x="17052" y="13341"/>
                  </a:moveTo>
                  <a:cubicBezTo>
                    <a:pt x="17052" y="13341"/>
                    <a:pt x="17052" y="13341"/>
                    <a:pt x="17052" y="13341"/>
                  </a:cubicBezTo>
                  <a:cubicBezTo>
                    <a:pt x="17621" y="13341"/>
                    <a:pt x="17621" y="13341"/>
                    <a:pt x="17621" y="13341"/>
                  </a:cubicBezTo>
                  <a:cubicBezTo>
                    <a:pt x="17621" y="13341"/>
                    <a:pt x="17621" y="13341"/>
                    <a:pt x="17621" y="13341"/>
                  </a:cubicBezTo>
                  <a:cubicBezTo>
                    <a:pt x="17621" y="13341"/>
                    <a:pt x="17621" y="13341"/>
                    <a:pt x="17621" y="13341"/>
                  </a:cubicBezTo>
                  <a:cubicBezTo>
                    <a:pt x="18189" y="13341"/>
                    <a:pt x="18189" y="13341"/>
                    <a:pt x="18189" y="13341"/>
                  </a:cubicBezTo>
                  <a:cubicBezTo>
                    <a:pt x="18189" y="13341"/>
                    <a:pt x="18189" y="13341"/>
                    <a:pt x="18189" y="13341"/>
                  </a:cubicBezTo>
                  <a:cubicBezTo>
                    <a:pt x="17621" y="13341"/>
                    <a:pt x="17621" y="13341"/>
                    <a:pt x="17621" y="13341"/>
                  </a:cubicBezTo>
                  <a:cubicBezTo>
                    <a:pt x="17621" y="13976"/>
                    <a:pt x="17621" y="13976"/>
                    <a:pt x="17621" y="13976"/>
                  </a:cubicBezTo>
                  <a:cubicBezTo>
                    <a:pt x="17621" y="13976"/>
                    <a:pt x="17621" y="13976"/>
                    <a:pt x="17621" y="13976"/>
                  </a:cubicBezTo>
                  <a:cubicBezTo>
                    <a:pt x="17052" y="13341"/>
                    <a:pt x="17052" y="13341"/>
                    <a:pt x="17052" y="13341"/>
                  </a:cubicBezTo>
                  <a:cubicBezTo>
                    <a:pt x="17052" y="13341"/>
                    <a:pt x="17052" y="13341"/>
                    <a:pt x="17052" y="13341"/>
                  </a:cubicBezTo>
                  <a:cubicBezTo>
                    <a:pt x="16484" y="13341"/>
                    <a:pt x="16484" y="13341"/>
                    <a:pt x="16484" y="13341"/>
                  </a:cubicBezTo>
                  <a:cubicBezTo>
                    <a:pt x="17052" y="13341"/>
                    <a:pt x="17052" y="13341"/>
                    <a:pt x="17052" y="13341"/>
                  </a:cubicBezTo>
                  <a:close/>
                  <a:moveTo>
                    <a:pt x="15915" y="10800"/>
                  </a:moveTo>
                  <a:cubicBezTo>
                    <a:pt x="15915" y="11435"/>
                    <a:pt x="15915" y="11435"/>
                    <a:pt x="15915" y="11435"/>
                  </a:cubicBezTo>
                  <a:cubicBezTo>
                    <a:pt x="15915" y="11435"/>
                    <a:pt x="15915" y="11435"/>
                    <a:pt x="15915" y="11435"/>
                  </a:cubicBezTo>
                  <a:cubicBezTo>
                    <a:pt x="15347" y="12070"/>
                    <a:pt x="15347" y="12070"/>
                    <a:pt x="15347" y="12070"/>
                  </a:cubicBezTo>
                  <a:cubicBezTo>
                    <a:pt x="15347" y="11435"/>
                    <a:pt x="15347" y="11435"/>
                    <a:pt x="15347" y="11435"/>
                  </a:cubicBezTo>
                  <a:cubicBezTo>
                    <a:pt x="15347" y="11435"/>
                    <a:pt x="15347" y="11435"/>
                    <a:pt x="15347" y="11435"/>
                  </a:cubicBezTo>
                  <a:cubicBezTo>
                    <a:pt x="15347" y="11435"/>
                    <a:pt x="15347" y="11435"/>
                    <a:pt x="15347" y="11435"/>
                  </a:cubicBezTo>
                  <a:cubicBezTo>
                    <a:pt x="15347" y="10800"/>
                    <a:pt x="15347" y="10800"/>
                    <a:pt x="15347" y="10800"/>
                  </a:cubicBezTo>
                  <a:cubicBezTo>
                    <a:pt x="15347" y="10800"/>
                    <a:pt x="15347" y="10800"/>
                    <a:pt x="15347" y="10800"/>
                  </a:cubicBezTo>
                  <a:cubicBezTo>
                    <a:pt x="15347" y="10800"/>
                    <a:pt x="15347" y="10800"/>
                    <a:pt x="15347" y="10800"/>
                  </a:cubicBezTo>
                  <a:cubicBezTo>
                    <a:pt x="15347" y="10164"/>
                    <a:pt x="15347" y="10164"/>
                    <a:pt x="15347" y="10164"/>
                  </a:cubicBezTo>
                  <a:cubicBezTo>
                    <a:pt x="15915" y="10800"/>
                    <a:pt x="15915" y="10800"/>
                    <a:pt x="15915" y="10800"/>
                  </a:cubicBezTo>
                  <a:cubicBezTo>
                    <a:pt x="15915" y="10800"/>
                    <a:pt x="15915" y="10800"/>
                    <a:pt x="15915" y="10800"/>
                  </a:cubicBezTo>
                  <a:close/>
                  <a:moveTo>
                    <a:pt x="15347" y="9529"/>
                  </a:moveTo>
                  <a:cubicBezTo>
                    <a:pt x="14778" y="8894"/>
                    <a:pt x="14778" y="8894"/>
                    <a:pt x="14778" y="8894"/>
                  </a:cubicBezTo>
                  <a:cubicBezTo>
                    <a:pt x="15347" y="8258"/>
                    <a:pt x="15347" y="8258"/>
                    <a:pt x="15347" y="8258"/>
                  </a:cubicBezTo>
                  <a:cubicBezTo>
                    <a:pt x="15915" y="8258"/>
                    <a:pt x="15915" y="8258"/>
                    <a:pt x="15915" y="8258"/>
                  </a:cubicBezTo>
                  <a:cubicBezTo>
                    <a:pt x="15915" y="8258"/>
                    <a:pt x="15915" y="8258"/>
                    <a:pt x="15915" y="8258"/>
                  </a:cubicBezTo>
                  <a:cubicBezTo>
                    <a:pt x="16484" y="8258"/>
                    <a:pt x="16484" y="8258"/>
                    <a:pt x="16484" y="8258"/>
                  </a:cubicBezTo>
                  <a:cubicBezTo>
                    <a:pt x="16484" y="8258"/>
                    <a:pt x="16484" y="8258"/>
                    <a:pt x="16484" y="8258"/>
                  </a:cubicBezTo>
                  <a:cubicBezTo>
                    <a:pt x="16484" y="8258"/>
                    <a:pt x="16484" y="8258"/>
                    <a:pt x="16484" y="8258"/>
                  </a:cubicBezTo>
                  <a:cubicBezTo>
                    <a:pt x="16484" y="8258"/>
                    <a:pt x="16484" y="8258"/>
                    <a:pt x="16484" y="8258"/>
                  </a:cubicBezTo>
                  <a:cubicBezTo>
                    <a:pt x="16484" y="8894"/>
                    <a:pt x="16484" y="8894"/>
                    <a:pt x="16484" y="8894"/>
                  </a:cubicBezTo>
                  <a:cubicBezTo>
                    <a:pt x="16484" y="9529"/>
                    <a:pt x="16484" y="9529"/>
                    <a:pt x="16484" y="9529"/>
                  </a:cubicBezTo>
                  <a:cubicBezTo>
                    <a:pt x="15915" y="9529"/>
                    <a:pt x="15915" y="9529"/>
                    <a:pt x="15915" y="9529"/>
                  </a:cubicBezTo>
                  <a:cubicBezTo>
                    <a:pt x="15915" y="9529"/>
                    <a:pt x="15915" y="9529"/>
                    <a:pt x="15915" y="9529"/>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347" y="9529"/>
                    <a:pt x="15347" y="9529"/>
                    <a:pt x="15347" y="9529"/>
                  </a:cubicBezTo>
                  <a:cubicBezTo>
                    <a:pt x="15347" y="9529"/>
                    <a:pt x="15347" y="9529"/>
                    <a:pt x="15347" y="9529"/>
                  </a:cubicBezTo>
                  <a:close/>
                  <a:moveTo>
                    <a:pt x="14210" y="4447"/>
                  </a:moveTo>
                  <a:cubicBezTo>
                    <a:pt x="14210" y="4447"/>
                    <a:pt x="14210" y="4447"/>
                    <a:pt x="14210" y="4447"/>
                  </a:cubicBezTo>
                  <a:cubicBezTo>
                    <a:pt x="14210" y="4447"/>
                    <a:pt x="14210" y="4447"/>
                    <a:pt x="14210" y="4447"/>
                  </a:cubicBezTo>
                  <a:cubicBezTo>
                    <a:pt x="14778" y="4447"/>
                    <a:pt x="14778" y="4447"/>
                    <a:pt x="14778" y="4447"/>
                  </a:cubicBezTo>
                  <a:cubicBezTo>
                    <a:pt x="14778" y="4447"/>
                    <a:pt x="14778" y="4447"/>
                    <a:pt x="14778" y="4447"/>
                  </a:cubicBezTo>
                  <a:cubicBezTo>
                    <a:pt x="14210" y="5082"/>
                    <a:pt x="14210" y="5082"/>
                    <a:pt x="14210" y="5082"/>
                  </a:cubicBezTo>
                  <a:cubicBezTo>
                    <a:pt x="14210" y="4447"/>
                    <a:pt x="14210" y="4447"/>
                    <a:pt x="14210" y="4447"/>
                  </a:cubicBezTo>
                  <a:close/>
                  <a:moveTo>
                    <a:pt x="13073" y="5717"/>
                  </a:moveTo>
                  <a:cubicBezTo>
                    <a:pt x="13073" y="5717"/>
                    <a:pt x="13073" y="5717"/>
                    <a:pt x="13073" y="5717"/>
                  </a:cubicBezTo>
                  <a:cubicBezTo>
                    <a:pt x="13642" y="6352"/>
                    <a:pt x="13642" y="6352"/>
                    <a:pt x="13642" y="6352"/>
                  </a:cubicBezTo>
                  <a:cubicBezTo>
                    <a:pt x="13642" y="5717"/>
                    <a:pt x="13642" y="5717"/>
                    <a:pt x="13642" y="5717"/>
                  </a:cubicBezTo>
                  <a:cubicBezTo>
                    <a:pt x="14210" y="5717"/>
                    <a:pt x="14210" y="5717"/>
                    <a:pt x="14210" y="5717"/>
                  </a:cubicBezTo>
                  <a:cubicBezTo>
                    <a:pt x="13642" y="6352"/>
                    <a:pt x="13642" y="6352"/>
                    <a:pt x="13642" y="6352"/>
                  </a:cubicBezTo>
                  <a:cubicBezTo>
                    <a:pt x="13642" y="6988"/>
                    <a:pt x="13642" y="6988"/>
                    <a:pt x="13642" y="6988"/>
                  </a:cubicBezTo>
                  <a:cubicBezTo>
                    <a:pt x="13073" y="6352"/>
                    <a:pt x="13073" y="6352"/>
                    <a:pt x="13073" y="6352"/>
                  </a:cubicBezTo>
                  <a:cubicBezTo>
                    <a:pt x="13073" y="6988"/>
                    <a:pt x="13073" y="6988"/>
                    <a:pt x="13073" y="6988"/>
                  </a:cubicBezTo>
                  <a:cubicBezTo>
                    <a:pt x="13073" y="6352"/>
                    <a:pt x="13073" y="6352"/>
                    <a:pt x="13073" y="6352"/>
                  </a:cubicBezTo>
                  <a:cubicBezTo>
                    <a:pt x="12505" y="6352"/>
                    <a:pt x="12505" y="6352"/>
                    <a:pt x="12505" y="6352"/>
                  </a:cubicBezTo>
                  <a:cubicBezTo>
                    <a:pt x="13073" y="5717"/>
                    <a:pt x="13073" y="5717"/>
                    <a:pt x="13073" y="5717"/>
                  </a:cubicBezTo>
                  <a:close/>
                  <a:moveTo>
                    <a:pt x="11936" y="3811"/>
                  </a:moveTo>
                  <a:cubicBezTo>
                    <a:pt x="11936" y="3811"/>
                    <a:pt x="11936" y="3811"/>
                    <a:pt x="11936" y="3811"/>
                  </a:cubicBezTo>
                  <a:cubicBezTo>
                    <a:pt x="12505" y="3811"/>
                    <a:pt x="12505" y="3811"/>
                    <a:pt x="12505" y="3811"/>
                  </a:cubicBezTo>
                  <a:cubicBezTo>
                    <a:pt x="12505" y="3811"/>
                    <a:pt x="12505" y="3811"/>
                    <a:pt x="12505" y="3811"/>
                  </a:cubicBezTo>
                  <a:cubicBezTo>
                    <a:pt x="11936" y="4447"/>
                    <a:pt x="11936" y="4447"/>
                    <a:pt x="11936" y="4447"/>
                  </a:cubicBezTo>
                  <a:cubicBezTo>
                    <a:pt x="11936" y="4447"/>
                    <a:pt x="11936" y="4447"/>
                    <a:pt x="11936" y="4447"/>
                  </a:cubicBezTo>
                  <a:cubicBezTo>
                    <a:pt x="11368" y="4447"/>
                    <a:pt x="11368" y="4447"/>
                    <a:pt x="11368" y="4447"/>
                  </a:cubicBezTo>
                  <a:cubicBezTo>
                    <a:pt x="11936" y="3811"/>
                    <a:pt x="11936" y="3811"/>
                    <a:pt x="11936" y="3811"/>
                  </a:cubicBezTo>
                  <a:close/>
                  <a:moveTo>
                    <a:pt x="9663" y="8894"/>
                  </a:moveTo>
                  <a:cubicBezTo>
                    <a:pt x="9663" y="8894"/>
                    <a:pt x="9663" y="8894"/>
                    <a:pt x="9663" y="8894"/>
                  </a:cubicBezTo>
                  <a:cubicBezTo>
                    <a:pt x="9663" y="8894"/>
                    <a:pt x="9663" y="8894"/>
                    <a:pt x="9663" y="8894"/>
                  </a:cubicBezTo>
                  <a:cubicBezTo>
                    <a:pt x="9663" y="9529"/>
                    <a:pt x="9663" y="9529"/>
                    <a:pt x="9663" y="9529"/>
                  </a:cubicBezTo>
                  <a:cubicBezTo>
                    <a:pt x="9663" y="9529"/>
                    <a:pt x="9663" y="9529"/>
                    <a:pt x="9663" y="9529"/>
                  </a:cubicBezTo>
                  <a:cubicBezTo>
                    <a:pt x="9663" y="8894"/>
                    <a:pt x="9663" y="8894"/>
                    <a:pt x="9663" y="8894"/>
                  </a:cubicBezTo>
                  <a:close/>
                  <a:moveTo>
                    <a:pt x="9094" y="8894"/>
                  </a:moveTo>
                  <a:cubicBezTo>
                    <a:pt x="9094" y="8894"/>
                    <a:pt x="9094" y="8894"/>
                    <a:pt x="9094" y="8894"/>
                  </a:cubicBezTo>
                  <a:cubicBezTo>
                    <a:pt x="9094" y="8894"/>
                    <a:pt x="9094" y="8894"/>
                    <a:pt x="9094" y="8894"/>
                  </a:cubicBezTo>
                  <a:cubicBezTo>
                    <a:pt x="9094" y="8894"/>
                    <a:pt x="9094" y="8894"/>
                    <a:pt x="9094" y="8894"/>
                  </a:cubicBezTo>
                  <a:cubicBezTo>
                    <a:pt x="9094" y="8894"/>
                    <a:pt x="9094" y="8894"/>
                    <a:pt x="9094" y="8894"/>
                  </a:cubicBezTo>
                  <a:close/>
                  <a:moveTo>
                    <a:pt x="11936" y="9529"/>
                  </a:moveTo>
                  <a:cubicBezTo>
                    <a:pt x="11936" y="9529"/>
                    <a:pt x="11936" y="9529"/>
                    <a:pt x="11936" y="9529"/>
                  </a:cubicBezTo>
                  <a:cubicBezTo>
                    <a:pt x="11936" y="9529"/>
                    <a:pt x="11936" y="9529"/>
                    <a:pt x="11936" y="9529"/>
                  </a:cubicBezTo>
                  <a:cubicBezTo>
                    <a:pt x="12505" y="9529"/>
                    <a:pt x="12505" y="9529"/>
                    <a:pt x="12505" y="9529"/>
                  </a:cubicBezTo>
                  <a:cubicBezTo>
                    <a:pt x="12505" y="10164"/>
                    <a:pt x="12505" y="10164"/>
                    <a:pt x="12505" y="10164"/>
                  </a:cubicBezTo>
                  <a:cubicBezTo>
                    <a:pt x="12505" y="10164"/>
                    <a:pt x="12505" y="10164"/>
                    <a:pt x="12505" y="10164"/>
                  </a:cubicBezTo>
                  <a:cubicBezTo>
                    <a:pt x="11936" y="10164"/>
                    <a:pt x="11936" y="10164"/>
                    <a:pt x="11936" y="10164"/>
                  </a:cubicBezTo>
                  <a:cubicBezTo>
                    <a:pt x="11936" y="10164"/>
                    <a:pt x="11936" y="10164"/>
                    <a:pt x="11936" y="10164"/>
                  </a:cubicBezTo>
                  <a:cubicBezTo>
                    <a:pt x="11936" y="9529"/>
                    <a:pt x="11936" y="9529"/>
                    <a:pt x="11936" y="9529"/>
                  </a:cubicBezTo>
                  <a:close/>
                  <a:moveTo>
                    <a:pt x="15915" y="13976"/>
                  </a:moveTo>
                  <a:cubicBezTo>
                    <a:pt x="15915" y="13976"/>
                    <a:pt x="15915" y="13976"/>
                    <a:pt x="15915" y="13976"/>
                  </a:cubicBezTo>
                  <a:cubicBezTo>
                    <a:pt x="15915" y="13976"/>
                    <a:pt x="15915" y="13976"/>
                    <a:pt x="15915" y="13976"/>
                  </a:cubicBezTo>
                  <a:cubicBezTo>
                    <a:pt x="16484" y="13976"/>
                    <a:pt x="16484" y="13976"/>
                    <a:pt x="16484" y="13976"/>
                  </a:cubicBezTo>
                  <a:cubicBezTo>
                    <a:pt x="16484" y="13976"/>
                    <a:pt x="16484" y="13976"/>
                    <a:pt x="16484" y="13976"/>
                  </a:cubicBezTo>
                  <a:cubicBezTo>
                    <a:pt x="15915" y="13976"/>
                    <a:pt x="15915" y="13976"/>
                    <a:pt x="15915" y="13976"/>
                  </a:cubicBezTo>
                  <a:close/>
                  <a:moveTo>
                    <a:pt x="11936" y="17152"/>
                  </a:moveTo>
                  <a:cubicBezTo>
                    <a:pt x="11936" y="16517"/>
                    <a:pt x="11936" y="16517"/>
                    <a:pt x="11936" y="16517"/>
                  </a:cubicBezTo>
                  <a:cubicBezTo>
                    <a:pt x="12505" y="16517"/>
                    <a:pt x="12505" y="16517"/>
                    <a:pt x="12505" y="16517"/>
                  </a:cubicBezTo>
                  <a:cubicBezTo>
                    <a:pt x="12505" y="16517"/>
                    <a:pt x="12505" y="16517"/>
                    <a:pt x="12505" y="16517"/>
                  </a:cubicBezTo>
                  <a:cubicBezTo>
                    <a:pt x="11936" y="17152"/>
                    <a:pt x="11936" y="17152"/>
                    <a:pt x="11936" y="17152"/>
                  </a:cubicBezTo>
                  <a:cubicBezTo>
                    <a:pt x="11936" y="17152"/>
                    <a:pt x="11936" y="17152"/>
                    <a:pt x="11936" y="17152"/>
                  </a:cubicBezTo>
                  <a:close/>
                  <a:moveTo>
                    <a:pt x="11936" y="15247"/>
                  </a:moveTo>
                  <a:cubicBezTo>
                    <a:pt x="11936" y="15247"/>
                    <a:pt x="11936" y="15247"/>
                    <a:pt x="11936" y="15247"/>
                  </a:cubicBezTo>
                  <a:cubicBezTo>
                    <a:pt x="11936" y="15247"/>
                    <a:pt x="11936" y="15247"/>
                    <a:pt x="11936" y="15247"/>
                  </a:cubicBezTo>
                  <a:cubicBezTo>
                    <a:pt x="11936" y="15247"/>
                    <a:pt x="11936" y="15247"/>
                    <a:pt x="11936" y="15247"/>
                  </a:cubicBezTo>
                  <a:close/>
                  <a:moveTo>
                    <a:pt x="11936" y="14611"/>
                  </a:moveTo>
                  <a:cubicBezTo>
                    <a:pt x="11936" y="14611"/>
                    <a:pt x="11936" y="14611"/>
                    <a:pt x="11936" y="14611"/>
                  </a:cubicBezTo>
                  <a:cubicBezTo>
                    <a:pt x="11936" y="14611"/>
                    <a:pt x="11936" y="14611"/>
                    <a:pt x="11936" y="14611"/>
                  </a:cubicBezTo>
                  <a:cubicBezTo>
                    <a:pt x="11936" y="14611"/>
                    <a:pt x="11936" y="14611"/>
                    <a:pt x="11936" y="14611"/>
                  </a:cubicBezTo>
                  <a:cubicBezTo>
                    <a:pt x="11936" y="14611"/>
                    <a:pt x="11936" y="14611"/>
                    <a:pt x="11936" y="14611"/>
                  </a:cubicBezTo>
                  <a:close/>
                  <a:moveTo>
                    <a:pt x="11368" y="13976"/>
                  </a:moveTo>
                  <a:cubicBezTo>
                    <a:pt x="11368" y="13976"/>
                    <a:pt x="11368" y="13976"/>
                    <a:pt x="11368" y="13976"/>
                  </a:cubicBezTo>
                  <a:cubicBezTo>
                    <a:pt x="11936" y="13976"/>
                    <a:pt x="11936" y="13976"/>
                    <a:pt x="11936" y="13976"/>
                  </a:cubicBezTo>
                  <a:cubicBezTo>
                    <a:pt x="11936" y="13976"/>
                    <a:pt x="11936" y="13976"/>
                    <a:pt x="11936" y="13976"/>
                  </a:cubicBezTo>
                  <a:cubicBezTo>
                    <a:pt x="11368" y="13976"/>
                    <a:pt x="11368" y="13976"/>
                    <a:pt x="11368" y="13976"/>
                  </a:cubicBezTo>
                  <a:close/>
                  <a:moveTo>
                    <a:pt x="13642" y="15882"/>
                  </a:moveTo>
                  <a:cubicBezTo>
                    <a:pt x="13642" y="15247"/>
                    <a:pt x="13642" y="15247"/>
                    <a:pt x="13642" y="15247"/>
                  </a:cubicBezTo>
                  <a:cubicBezTo>
                    <a:pt x="13642" y="15247"/>
                    <a:pt x="13642" y="15247"/>
                    <a:pt x="13642" y="15247"/>
                  </a:cubicBezTo>
                  <a:cubicBezTo>
                    <a:pt x="14210" y="15247"/>
                    <a:pt x="14210" y="15247"/>
                    <a:pt x="14210" y="15247"/>
                  </a:cubicBezTo>
                  <a:cubicBezTo>
                    <a:pt x="14210" y="15247"/>
                    <a:pt x="14210" y="15247"/>
                    <a:pt x="14210" y="15247"/>
                  </a:cubicBezTo>
                  <a:cubicBezTo>
                    <a:pt x="13642" y="15882"/>
                    <a:pt x="13642" y="15882"/>
                    <a:pt x="13642" y="15882"/>
                  </a:cubicBezTo>
                  <a:close/>
                  <a:moveTo>
                    <a:pt x="14778" y="15882"/>
                  </a:moveTo>
                  <a:cubicBezTo>
                    <a:pt x="14210" y="15247"/>
                    <a:pt x="14210" y="15247"/>
                    <a:pt x="14210" y="15247"/>
                  </a:cubicBezTo>
                  <a:cubicBezTo>
                    <a:pt x="14778" y="15247"/>
                    <a:pt x="14778" y="15247"/>
                    <a:pt x="14778" y="15247"/>
                  </a:cubicBezTo>
                  <a:cubicBezTo>
                    <a:pt x="14778" y="15247"/>
                    <a:pt x="14778" y="15247"/>
                    <a:pt x="14778" y="15247"/>
                  </a:cubicBezTo>
                  <a:cubicBezTo>
                    <a:pt x="14778" y="15247"/>
                    <a:pt x="14778" y="15247"/>
                    <a:pt x="14778" y="15247"/>
                  </a:cubicBezTo>
                  <a:cubicBezTo>
                    <a:pt x="14778" y="15882"/>
                    <a:pt x="14778" y="15882"/>
                    <a:pt x="14778" y="15882"/>
                  </a:cubicBezTo>
                  <a:cubicBezTo>
                    <a:pt x="14778" y="15882"/>
                    <a:pt x="14778" y="15882"/>
                    <a:pt x="14778" y="15882"/>
                  </a:cubicBezTo>
                  <a:close/>
                  <a:moveTo>
                    <a:pt x="14210" y="14611"/>
                  </a:moveTo>
                  <a:cubicBezTo>
                    <a:pt x="14210" y="13976"/>
                    <a:pt x="14210" y="13976"/>
                    <a:pt x="14210" y="13976"/>
                  </a:cubicBezTo>
                  <a:cubicBezTo>
                    <a:pt x="14778" y="14611"/>
                    <a:pt x="14778" y="14611"/>
                    <a:pt x="14778" y="14611"/>
                  </a:cubicBezTo>
                  <a:cubicBezTo>
                    <a:pt x="14210" y="14611"/>
                    <a:pt x="14210" y="14611"/>
                    <a:pt x="14210" y="14611"/>
                  </a:cubicBezTo>
                  <a:close/>
                  <a:moveTo>
                    <a:pt x="13642" y="13976"/>
                  </a:moveTo>
                  <a:cubicBezTo>
                    <a:pt x="13642" y="13976"/>
                    <a:pt x="13642" y="13976"/>
                    <a:pt x="13642" y="13976"/>
                  </a:cubicBezTo>
                  <a:cubicBezTo>
                    <a:pt x="14210" y="13976"/>
                    <a:pt x="14210" y="13976"/>
                    <a:pt x="14210" y="13976"/>
                  </a:cubicBezTo>
                  <a:cubicBezTo>
                    <a:pt x="14210" y="13976"/>
                    <a:pt x="14210" y="13976"/>
                    <a:pt x="14210" y="13976"/>
                  </a:cubicBezTo>
                  <a:cubicBezTo>
                    <a:pt x="13642" y="13976"/>
                    <a:pt x="13642" y="13976"/>
                    <a:pt x="13642" y="13976"/>
                  </a:cubicBezTo>
                  <a:cubicBezTo>
                    <a:pt x="13642" y="13976"/>
                    <a:pt x="13642" y="13976"/>
                    <a:pt x="13642" y="13976"/>
                  </a:cubicBezTo>
                  <a:close/>
                  <a:moveTo>
                    <a:pt x="12505" y="12705"/>
                  </a:moveTo>
                  <a:cubicBezTo>
                    <a:pt x="12505" y="12705"/>
                    <a:pt x="12505" y="12705"/>
                    <a:pt x="12505" y="12705"/>
                  </a:cubicBezTo>
                  <a:cubicBezTo>
                    <a:pt x="13073" y="13341"/>
                    <a:pt x="13073" y="13341"/>
                    <a:pt x="13073" y="13341"/>
                  </a:cubicBezTo>
                  <a:cubicBezTo>
                    <a:pt x="13642" y="13341"/>
                    <a:pt x="13642" y="13341"/>
                    <a:pt x="13642" y="13341"/>
                  </a:cubicBezTo>
                  <a:cubicBezTo>
                    <a:pt x="13642" y="13976"/>
                    <a:pt x="13642" y="13976"/>
                    <a:pt x="13642" y="13976"/>
                  </a:cubicBezTo>
                  <a:cubicBezTo>
                    <a:pt x="13073" y="13976"/>
                    <a:pt x="13073" y="13976"/>
                    <a:pt x="13073" y="13976"/>
                  </a:cubicBezTo>
                  <a:cubicBezTo>
                    <a:pt x="12505" y="13341"/>
                    <a:pt x="12505" y="13341"/>
                    <a:pt x="12505" y="13341"/>
                  </a:cubicBezTo>
                  <a:cubicBezTo>
                    <a:pt x="12505" y="13341"/>
                    <a:pt x="12505" y="13341"/>
                    <a:pt x="12505" y="13341"/>
                  </a:cubicBezTo>
                  <a:cubicBezTo>
                    <a:pt x="12505" y="12705"/>
                    <a:pt x="12505" y="12705"/>
                    <a:pt x="12505" y="12705"/>
                  </a:cubicBezTo>
                  <a:close/>
                  <a:moveTo>
                    <a:pt x="7957" y="9529"/>
                  </a:moveTo>
                  <a:cubicBezTo>
                    <a:pt x="7957" y="9529"/>
                    <a:pt x="7957" y="9529"/>
                    <a:pt x="7957" y="9529"/>
                  </a:cubicBezTo>
                  <a:cubicBezTo>
                    <a:pt x="9094" y="9529"/>
                    <a:pt x="9094" y="9529"/>
                    <a:pt x="9094" y="9529"/>
                  </a:cubicBezTo>
                  <a:cubicBezTo>
                    <a:pt x="9094" y="9529"/>
                    <a:pt x="9094" y="9529"/>
                    <a:pt x="9094" y="9529"/>
                  </a:cubicBezTo>
                  <a:cubicBezTo>
                    <a:pt x="9663" y="10164"/>
                    <a:pt x="9663" y="10164"/>
                    <a:pt x="9663" y="10164"/>
                  </a:cubicBezTo>
                  <a:cubicBezTo>
                    <a:pt x="10231" y="10164"/>
                    <a:pt x="10231" y="10164"/>
                    <a:pt x="10231" y="10164"/>
                  </a:cubicBezTo>
                  <a:cubicBezTo>
                    <a:pt x="10231" y="10164"/>
                    <a:pt x="10231" y="10164"/>
                    <a:pt x="10231" y="10164"/>
                  </a:cubicBezTo>
                  <a:cubicBezTo>
                    <a:pt x="10231" y="10164"/>
                    <a:pt x="10231" y="10164"/>
                    <a:pt x="10231" y="10164"/>
                  </a:cubicBezTo>
                  <a:cubicBezTo>
                    <a:pt x="10231" y="10164"/>
                    <a:pt x="10231" y="10164"/>
                    <a:pt x="10231" y="10164"/>
                  </a:cubicBezTo>
                  <a:cubicBezTo>
                    <a:pt x="11368" y="10800"/>
                    <a:pt x="11368" y="10800"/>
                    <a:pt x="11368" y="10800"/>
                  </a:cubicBezTo>
                  <a:cubicBezTo>
                    <a:pt x="11368" y="11435"/>
                    <a:pt x="11368" y="11435"/>
                    <a:pt x="11368" y="11435"/>
                  </a:cubicBezTo>
                  <a:cubicBezTo>
                    <a:pt x="11368" y="11435"/>
                    <a:pt x="11368" y="11435"/>
                    <a:pt x="11368" y="11435"/>
                  </a:cubicBezTo>
                  <a:cubicBezTo>
                    <a:pt x="11368" y="11435"/>
                    <a:pt x="11368" y="11435"/>
                    <a:pt x="11368" y="11435"/>
                  </a:cubicBezTo>
                  <a:cubicBezTo>
                    <a:pt x="11368" y="12070"/>
                    <a:pt x="11368" y="12070"/>
                    <a:pt x="11368" y="12070"/>
                  </a:cubicBezTo>
                  <a:cubicBezTo>
                    <a:pt x="11936" y="12070"/>
                    <a:pt x="11936" y="12070"/>
                    <a:pt x="11936" y="12070"/>
                  </a:cubicBezTo>
                  <a:cubicBezTo>
                    <a:pt x="11936" y="12070"/>
                    <a:pt x="11936" y="12070"/>
                    <a:pt x="11936" y="12070"/>
                  </a:cubicBezTo>
                  <a:cubicBezTo>
                    <a:pt x="12505" y="12070"/>
                    <a:pt x="12505" y="12070"/>
                    <a:pt x="12505" y="12070"/>
                  </a:cubicBezTo>
                  <a:cubicBezTo>
                    <a:pt x="11936" y="12705"/>
                    <a:pt x="11936" y="12705"/>
                    <a:pt x="11936" y="12705"/>
                  </a:cubicBezTo>
                  <a:cubicBezTo>
                    <a:pt x="11936" y="12705"/>
                    <a:pt x="11936" y="12705"/>
                    <a:pt x="11936" y="12705"/>
                  </a:cubicBezTo>
                  <a:cubicBezTo>
                    <a:pt x="11368" y="12705"/>
                    <a:pt x="11368" y="12705"/>
                    <a:pt x="11368" y="12705"/>
                  </a:cubicBezTo>
                  <a:cubicBezTo>
                    <a:pt x="11368" y="12705"/>
                    <a:pt x="11368" y="12705"/>
                    <a:pt x="11368" y="12705"/>
                  </a:cubicBezTo>
                  <a:cubicBezTo>
                    <a:pt x="11368" y="12070"/>
                    <a:pt x="11368" y="12070"/>
                    <a:pt x="11368" y="12070"/>
                  </a:cubicBezTo>
                  <a:cubicBezTo>
                    <a:pt x="11368" y="12070"/>
                    <a:pt x="11368" y="12070"/>
                    <a:pt x="11368" y="12070"/>
                  </a:cubicBezTo>
                  <a:cubicBezTo>
                    <a:pt x="10800" y="12070"/>
                    <a:pt x="10800" y="12070"/>
                    <a:pt x="10800" y="12070"/>
                  </a:cubicBezTo>
                  <a:cubicBezTo>
                    <a:pt x="10800" y="11435"/>
                    <a:pt x="10800" y="11435"/>
                    <a:pt x="10800" y="11435"/>
                  </a:cubicBezTo>
                  <a:cubicBezTo>
                    <a:pt x="10800" y="11435"/>
                    <a:pt x="10800" y="11435"/>
                    <a:pt x="10800" y="11435"/>
                  </a:cubicBezTo>
                  <a:cubicBezTo>
                    <a:pt x="10231" y="11435"/>
                    <a:pt x="10231" y="11435"/>
                    <a:pt x="10231" y="11435"/>
                  </a:cubicBezTo>
                  <a:cubicBezTo>
                    <a:pt x="9663" y="10800"/>
                    <a:pt x="9663" y="10800"/>
                    <a:pt x="9663" y="10800"/>
                  </a:cubicBezTo>
                  <a:cubicBezTo>
                    <a:pt x="9663" y="10800"/>
                    <a:pt x="9663" y="10800"/>
                    <a:pt x="9663" y="10800"/>
                  </a:cubicBezTo>
                  <a:cubicBezTo>
                    <a:pt x="9094" y="10800"/>
                    <a:pt x="9094" y="10800"/>
                    <a:pt x="9094" y="10800"/>
                  </a:cubicBezTo>
                  <a:cubicBezTo>
                    <a:pt x="9094" y="10164"/>
                    <a:pt x="9094" y="10164"/>
                    <a:pt x="9094" y="10164"/>
                  </a:cubicBezTo>
                  <a:cubicBezTo>
                    <a:pt x="9094" y="10164"/>
                    <a:pt x="9094" y="10164"/>
                    <a:pt x="9094" y="10164"/>
                  </a:cubicBezTo>
                  <a:cubicBezTo>
                    <a:pt x="8526" y="10164"/>
                    <a:pt x="8526" y="10164"/>
                    <a:pt x="8526" y="10164"/>
                  </a:cubicBezTo>
                  <a:cubicBezTo>
                    <a:pt x="8526" y="9529"/>
                    <a:pt x="8526" y="9529"/>
                    <a:pt x="8526" y="9529"/>
                  </a:cubicBezTo>
                  <a:cubicBezTo>
                    <a:pt x="7957" y="9529"/>
                    <a:pt x="7957" y="9529"/>
                    <a:pt x="7957" y="9529"/>
                  </a:cubicBezTo>
                  <a:cubicBezTo>
                    <a:pt x="7957" y="9529"/>
                    <a:pt x="7957" y="9529"/>
                    <a:pt x="7957" y="9529"/>
                  </a:cubicBezTo>
                  <a:close/>
                  <a:moveTo>
                    <a:pt x="8526" y="17152"/>
                  </a:moveTo>
                  <a:cubicBezTo>
                    <a:pt x="8526" y="17152"/>
                    <a:pt x="8526" y="17152"/>
                    <a:pt x="8526" y="17152"/>
                  </a:cubicBezTo>
                  <a:cubicBezTo>
                    <a:pt x="8526" y="17788"/>
                    <a:pt x="8526" y="17788"/>
                    <a:pt x="8526" y="17788"/>
                  </a:cubicBezTo>
                  <a:cubicBezTo>
                    <a:pt x="9094" y="17788"/>
                    <a:pt x="9094" y="17788"/>
                    <a:pt x="9094" y="17788"/>
                  </a:cubicBezTo>
                  <a:cubicBezTo>
                    <a:pt x="8526" y="18423"/>
                    <a:pt x="8526" y="18423"/>
                    <a:pt x="8526" y="18423"/>
                  </a:cubicBezTo>
                  <a:cubicBezTo>
                    <a:pt x="8526" y="18423"/>
                    <a:pt x="8526" y="18423"/>
                    <a:pt x="8526" y="18423"/>
                  </a:cubicBezTo>
                  <a:cubicBezTo>
                    <a:pt x="8526" y="17788"/>
                    <a:pt x="8526" y="17788"/>
                    <a:pt x="8526" y="17788"/>
                  </a:cubicBezTo>
                  <a:cubicBezTo>
                    <a:pt x="8526" y="17788"/>
                    <a:pt x="8526" y="17788"/>
                    <a:pt x="8526" y="17788"/>
                  </a:cubicBezTo>
                  <a:cubicBezTo>
                    <a:pt x="8526" y="17152"/>
                    <a:pt x="8526" y="17152"/>
                    <a:pt x="8526" y="17152"/>
                  </a:cubicBezTo>
                  <a:close/>
                  <a:moveTo>
                    <a:pt x="8526" y="16517"/>
                  </a:moveTo>
                  <a:cubicBezTo>
                    <a:pt x="8526" y="17152"/>
                    <a:pt x="8526" y="17152"/>
                    <a:pt x="8526" y="17152"/>
                  </a:cubicBezTo>
                  <a:cubicBezTo>
                    <a:pt x="8526" y="17152"/>
                    <a:pt x="8526" y="17152"/>
                    <a:pt x="8526" y="17152"/>
                  </a:cubicBezTo>
                  <a:lnTo>
                    <a:pt x="8526"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5" name="AutoShape 73"/>
            <p:cNvSpPr>
              <a:spLocks/>
            </p:cNvSpPr>
            <p:nvPr/>
          </p:nvSpPr>
          <p:spPr bwMode="auto">
            <a:xfrm>
              <a:off x="4427108" y="4574372"/>
              <a:ext cx="374634" cy="263079"/>
            </a:xfrm>
            <a:custGeom>
              <a:avLst/>
              <a:gdLst>
                <a:gd name="T0" fmla="*/ 187317 w 21600"/>
                <a:gd name="T1" fmla="*/ 131540 h 21600"/>
                <a:gd name="T2" fmla="*/ 187317 w 21600"/>
                <a:gd name="T3" fmla="*/ 131540 h 21600"/>
                <a:gd name="T4" fmla="*/ 187317 w 21600"/>
                <a:gd name="T5" fmla="*/ 131540 h 21600"/>
                <a:gd name="T6" fmla="*/ 187317 w 21600"/>
                <a:gd name="T7" fmla="*/ 1315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29" y="4835"/>
                  </a:moveTo>
                  <a:lnTo>
                    <a:pt x="929" y="3546"/>
                  </a:lnTo>
                  <a:lnTo>
                    <a:pt x="1858" y="3546"/>
                  </a:lnTo>
                  <a:lnTo>
                    <a:pt x="4412" y="4835"/>
                  </a:lnTo>
                  <a:lnTo>
                    <a:pt x="6038" y="4835"/>
                  </a:lnTo>
                  <a:lnTo>
                    <a:pt x="6967" y="6125"/>
                  </a:lnTo>
                  <a:lnTo>
                    <a:pt x="6967" y="2579"/>
                  </a:lnTo>
                  <a:lnTo>
                    <a:pt x="6038" y="2579"/>
                  </a:lnTo>
                  <a:lnTo>
                    <a:pt x="6038" y="0"/>
                  </a:lnTo>
                  <a:lnTo>
                    <a:pt x="6967" y="1289"/>
                  </a:lnTo>
                  <a:lnTo>
                    <a:pt x="8593" y="2579"/>
                  </a:lnTo>
                  <a:lnTo>
                    <a:pt x="9522" y="3546"/>
                  </a:lnTo>
                  <a:lnTo>
                    <a:pt x="11380" y="3546"/>
                  </a:lnTo>
                  <a:lnTo>
                    <a:pt x="11380" y="2579"/>
                  </a:lnTo>
                  <a:lnTo>
                    <a:pt x="13006" y="2579"/>
                  </a:lnTo>
                  <a:lnTo>
                    <a:pt x="13935" y="0"/>
                  </a:lnTo>
                  <a:lnTo>
                    <a:pt x="14632" y="1289"/>
                  </a:lnTo>
                  <a:lnTo>
                    <a:pt x="16490" y="2579"/>
                  </a:lnTo>
                  <a:lnTo>
                    <a:pt x="16490" y="4835"/>
                  </a:lnTo>
                  <a:lnTo>
                    <a:pt x="18116" y="6125"/>
                  </a:lnTo>
                  <a:lnTo>
                    <a:pt x="18116" y="7414"/>
                  </a:lnTo>
                  <a:lnTo>
                    <a:pt x="19045" y="8382"/>
                  </a:lnTo>
                  <a:lnTo>
                    <a:pt x="20670" y="8382"/>
                  </a:lnTo>
                  <a:lnTo>
                    <a:pt x="21600" y="9671"/>
                  </a:lnTo>
                  <a:lnTo>
                    <a:pt x="19045" y="9671"/>
                  </a:lnTo>
                  <a:lnTo>
                    <a:pt x="18116" y="10961"/>
                  </a:lnTo>
                  <a:lnTo>
                    <a:pt x="18116" y="18053"/>
                  </a:lnTo>
                  <a:lnTo>
                    <a:pt x="17187" y="19343"/>
                  </a:lnTo>
                  <a:lnTo>
                    <a:pt x="17187" y="16764"/>
                  </a:lnTo>
                  <a:lnTo>
                    <a:pt x="16490" y="16764"/>
                  </a:lnTo>
                  <a:lnTo>
                    <a:pt x="16490" y="18053"/>
                  </a:lnTo>
                  <a:lnTo>
                    <a:pt x="17187" y="19343"/>
                  </a:lnTo>
                  <a:lnTo>
                    <a:pt x="16490" y="19343"/>
                  </a:lnTo>
                  <a:lnTo>
                    <a:pt x="17187" y="20310"/>
                  </a:lnTo>
                  <a:lnTo>
                    <a:pt x="17187" y="21599"/>
                  </a:lnTo>
                  <a:lnTo>
                    <a:pt x="15561" y="21599"/>
                  </a:lnTo>
                  <a:lnTo>
                    <a:pt x="13935" y="19343"/>
                  </a:lnTo>
                  <a:lnTo>
                    <a:pt x="14632" y="18053"/>
                  </a:lnTo>
                  <a:lnTo>
                    <a:pt x="13935" y="16764"/>
                  </a:lnTo>
                  <a:lnTo>
                    <a:pt x="14632" y="16764"/>
                  </a:lnTo>
                  <a:lnTo>
                    <a:pt x="13935" y="15474"/>
                  </a:lnTo>
                  <a:lnTo>
                    <a:pt x="13006" y="14507"/>
                  </a:lnTo>
                  <a:lnTo>
                    <a:pt x="12077" y="15474"/>
                  </a:lnTo>
                  <a:lnTo>
                    <a:pt x="11380" y="15474"/>
                  </a:lnTo>
                  <a:lnTo>
                    <a:pt x="11380" y="16764"/>
                  </a:lnTo>
                  <a:lnTo>
                    <a:pt x="10451" y="16764"/>
                  </a:lnTo>
                  <a:lnTo>
                    <a:pt x="9522" y="18053"/>
                  </a:lnTo>
                  <a:lnTo>
                    <a:pt x="9522" y="19343"/>
                  </a:lnTo>
                  <a:lnTo>
                    <a:pt x="7896" y="19343"/>
                  </a:lnTo>
                  <a:lnTo>
                    <a:pt x="7896" y="18053"/>
                  </a:lnTo>
                  <a:lnTo>
                    <a:pt x="8593" y="16764"/>
                  </a:lnTo>
                  <a:lnTo>
                    <a:pt x="7896" y="15474"/>
                  </a:lnTo>
                  <a:lnTo>
                    <a:pt x="8593" y="15474"/>
                  </a:lnTo>
                  <a:lnTo>
                    <a:pt x="7896" y="14507"/>
                  </a:lnTo>
                  <a:lnTo>
                    <a:pt x="6967" y="14507"/>
                  </a:lnTo>
                  <a:lnTo>
                    <a:pt x="5341" y="13217"/>
                  </a:lnTo>
                  <a:lnTo>
                    <a:pt x="4412" y="11928"/>
                  </a:lnTo>
                  <a:lnTo>
                    <a:pt x="5341" y="10961"/>
                  </a:lnTo>
                  <a:lnTo>
                    <a:pt x="3483" y="8382"/>
                  </a:lnTo>
                  <a:lnTo>
                    <a:pt x="3483" y="7414"/>
                  </a:lnTo>
                  <a:lnTo>
                    <a:pt x="2787" y="6125"/>
                  </a:lnTo>
                  <a:lnTo>
                    <a:pt x="1858" y="6125"/>
                  </a:lnTo>
                  <a:lnTo>
                    <a:pt x="929" y="4835"/>
                  </a:lnTo>
                  <a:close/>
                  <a:moveTo>
                    <a:pt x="6967" y="19343"/>
                  </a:moveTo>
                  <a:lnTo>
                    <a:pt x="5341" y="15474"/>
                  </a:lnTo>
                  <a:lnTo>
                    <a:pt x="4412" y="15474"/>
                  </a:lnTo>
                  <a:lnTo>
                    <a:pt x="3483" y="14507"/>
                  </a:lnTo>
                  <a:lnTo>
                    <a:pt x="2787" y="14507"/>
                  </a:lnTo>
                  <a:lnTo>
                    <a:pt x="1858" y="13217"/>
                  </a:lnTo>
                  <a:lnTo>
                    <a:pt x="0" y="13217"/>
                  </a:lnTo>
                  <a:lnTo>
                    <a:pt x="929" y="14507"/>
                  </a:lnTo>
                  <a:lnTo>
                    <a:pt x="1858" y="14507"/>
                  </a:lnTo>
                  <a:lnTo>
                    <a:pt x="1858" y="16764"/>
                  </a:lnTo>
                  <a:lnTo>
                    <a:pt x="3483" y="18053"/>
                  </a:lnTo>
                  <a:lnTo>
                    <a:pt x="5341" y="19343"/>
                  </a:lnTo>
                  <a:lnTo>
                    <a:pt x="6967" y="1934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6" name="AutoShape 74"/>
            <p:cNvSpPr>
              <a:spLocks/>
            </p:cNvSpPr>
            <p:nvPr/>
          </p:nvSpPr>
          <p:spPr bwMode="auto">
            <a:xfrm>
              <a:off x="4415022" y="4751065"/>
              <a:ext cx="1341427" cy="961995"/>
            </a:xfrm>
            <a:custGeom>
              <a:avLst/>
              <a:gdLst>
                <a:gd name="T0" fmla="*/ 670714 w 21600"/>
                <a:gd name="T1" fmla="*/ 480998 h 21600"/>
                <a:gd name="T2" fmla="*/ 670714 w 21600"/>
                <a:gd name="T3" fmla="*/ 480998 h 21600"/>
                <a:gd name="T4" fmla="*/ 670714 w 21600"/>
                <a:gd name="T5" fmla="*/ 480998 h 21600"/>
                <a:gd name="T6" fmla="*/ 670714 w 21600"/>
                <a:gd name="T7" fmla="*/ 48099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4" y="0"/>
                  </a:moveTo>
                  <a:lnTo>
                    <a:pt x="713" y="0"/>
                  </a:lnTo>
                  <a:lnTo>
                    <a:pt x="713" y="617"/>
                  </a:lnTo>
                  <a:lnTo>
                    <a:pt x="1167" y="969"/>
                  </a:lnTo>
                  <a:lnTo>
                    <a:pt x="1686" y="1322"/>
                  </a:lnTo>
                  <a:lnTo>
                    <a:pt x="2854" y="1322"/>
                  </a:lnTo>
                  <a:lnTo>
                    <a:pt x="2854" y="969"/>
                  </a:lnTo>
                  <a:lnTo>
                    <a:pt x="3113" y="617"/>
                  </a:lnTo>
                  <a:lnTo>
                    <a:pt x="3372" y="617"/>
                  </a:lnTo>
                  <a:lnTo>
                    <a:pt x="3372" y="264"/>
                  </a:lnTo>
                  <a:lnTo>
                    <a:pt x="3567" y="264"/>
                  </a:lnTo>
                  <a:lnTo>
                    <a:pt x="3827" y="0"/>
                  </a:lnTo>
                  <a:lnTo>
                    <a:pt x="4086" y="264"/>
                  </a:lnTo>
                  <a:lnTo>
                    <a:pt x="4281" y="617"/>
                  </a:lnTo>
                  <a:lnTo>
                    <a:pt x="4086" y="617"/>
                  </a:lnTo>
                  <a:lnTo>
                    <a:pt x="4281" y="969"/>
                  </a:lnTo>
                  <a:lnTo>
                    <a:pt x="4086" y="1322"/>
                  </a:lnTo>
                  <a:lnTo>
                    <a:pt x="4540" y="1939"/>
                  </a:lnTo>
                  <a:lnTo>
                    <a:pt x="4994" y="1939"/>
                  </a:lnTo>
                  <a:lnTo>
                    <a:pt x="4994" y="2909"/>
                  </a:lnTo>
                  <a:lnTo>
                    <a:pt x="5254" y="2909"/>
                  </a:lnTo>
                  <a:lnTo>
                    <a:pt x="5513" y="3262"/>
                  </a:lnTo>
                  <a:lnTo>
                    <a:pt x="5772" y="3262"/>
                  </a:lnTo>
                  <a:lnTo>
                    <a:pt x="5967" y="3614"/>
                  </a:lnTo>
                  <a:lnTo>
                    <a:pt x="6227" y="3262"/>
                  </a:lnTo>
                  <a:lnTo>
                    <a:pt x="6486" y="3614"/>
                  </a:lnTo>
                  <a:lnTo>
                    <a:pt x="6681" y="3614"/>
                  </a:lnTo>
                  <a:lnTo>
                    <a:pt x="6681" y="3879"/>
                  </a:lnTo>
                  <a:lnTo>
                    <a:pt x="7394" y="4231"/>
                  </a:lnTo>
                  <a:lnTo>
                    <a:pt x="7654" y="4231"/>
                  </a:lnTo>
                  <a:lnTo>
                    <a:pt x="8172" y="4584"/>
                  </a:lnTo>
                  <a:lnTo>
                    <a:pt x="8627" y="4584"/>
                  </a:lnTo>
                  <a:lnTo>
                    <a:pt x="9340" y="4231"/>
                  </a:lnTo>
                  <a:lnTo>
                    <a:pt x="10572" y="4231"/>
                  </a:lnTo>
                  <a:lnTo>
                    <a:pt x="10767" y="3879"/>
                  </a:lnTo>
                  <a:lnTo>
                    <a:pt x="10572" y="3614"/>
                  </a:lnTo>
                  <a:lnTo>
                    <a:pt x="10572" y="3262"/>
                  </a:lnTo>
                  <a:lnTo>
                    <a:pt x="11286" y="3262"/>
                  </a:lnTo>
                  <a:lnTo>
                    <a:pt x="11286" y="2909"/>
                  </a:lnTo>
                  <a:lnTo>
                    <a:pt x="11481" y="2556"/>
                  </a:lnTo>
                  <a:lnTo>
                    <a:pt x="11999" y="2292"/>
                  </a:lnTo>
                  <a:lnTo>
                    <a:pt x="12454" y="1939"/>
                  </a:lnTo>
                  <a:lnTo>
                    <a:pt x="12972" y="2292"/>
                  </a:lnTo>
                  <a:lnTo>
                    <a:pt x="12972" y="1939"/>
                  </a:lnTo>
                  <a:lnTo>
                    <a:pt x="13167" y="1586"/>
                  </a:lnTo>
                  <a:lnTo>
                    <a:pt x="13427" y="1939"/>
                  </a:lnTo>
                  <a:lnTo>
                    <a:pt x="13686" y="1939"/>
                  </a:lnTo>
                  <a:lnTo>
                    <a:pt x="13881" y="2292"/>
                  </a:lnTo>
                  <a:lnTo>
                    <a:pt x="14399" y="2292"/>
                  </a:lnTo>
                  <a:lnTo>
                    <a:pt x="14854" y="2909"/>
                  </a:lnTo>
                  <a:lnTo>
                    <a:pt x="15113" y="2909"/>
                  </a:lnTo>
                  <a:lnTo>
                    <a:pt x="15372" y="2556"/>
                  </a:lnTo>
                  <a:lnTo>
                    <a:pt x="15827" y="2909"/>
                  </a:lnTo>
                  <a:lnTo>
                    <a:pt x="16086" y="2909"/>
                  </a:lnTo>
                  <a:lnTo>
                    <a:pt x="16086" y="3614"/>
                  </a:lnTo>
                  <a:lnTo>
                    <a:pt x="16281" y="3262"/>
                  </a:lnTo>
                  <a:lnTo>
                    <a:pt x="16800" y="3614"/>
                  </a:lnTo>
                  <a:lnTo>
                    <a:pt x="17254" y="4231"/>
                  </a:lnTo>
                  <a:lnTo>
                    <a:pt x="17772" y="4231"/>
                  </a:lnTo>
                  <a:lnTo>
                    <a:pt x="17967" y="4584"/>
                  </a:lnTo>
                  <a:lnTo>
                    <a:pt x="17967" y="5554"/>
                  </a:lnTo>
                  <a:lnTo>
                    <a:pt x="18227" y="5906"/>
                  </a:lnTo>
                  <a:lnTo>
                    <a:pt x="18227" y="6171"/>
                  </a:lnTo>
                  <a:lnTo>
                    <a:pt x="17967" y="6524"/>
                  </a:lnTo>
                  <a:lnTo>
                    <a:pt x="18227" y="6876"/>
                  </a:lnTo>
                  <a:lnTo>
                    <a:pt x="17967" y="7141"/>
                  </a:lnTo>
                  <a:lnTo>
                    <a:pt x="17772" y="7141"/>
                  </a:lnTo>
                  <a:lnTo>
                    <a:pt x="17772" y="7493"/>
                  </a:lnTo>
                  <a:lnTo>
                    <a:pt x="17967" y="7493"/>
                  </a:lnTo>
                  <a:lnTo>
                    <a:pt x="17772" y="7846"/>
                  </a:lnTo>
                  <a:lnTo>
                    <a:pt x="17772" y="8111"/>
                  </a:lnTo>
                  <a:lnTo>
                    <a:pt x="17967" y="8463"/>
                  </a:lnTo>
                  <a:lnTo>
                    <a:pt x="17967" y="8816"/>
                  </a:lnTo>
                  <a:lnTo>
                    <a:pt x="18227" y="8816"/>
                  </a:lnTo>
                  <a:lnTo>
                    <a:pt x="17967" y="9433"/>
                  </a:lnTo>
                  <a:lnTo>
                    <a:pt x="17967" y="9786"/>
                  </a:lnTo>
                  <a:lnTo>
                    <a:pt x="18227" y="10403"/>
                  </a:lnTo>
                  <a:lnTo>
                    <a:pt x="18486" y="11108"/>
                  </a:lnTo>
                  <a:lnTo>
                    <a:pt x="18227" y="11108"/>
                  </a:lnTo>
                  <a:lnTo>
                    <a:pt x="18486" y="11461"/>
                  </a:lnTo>
                  <a:lnTo>
                    <a:pt x="18486" y="11725"/>
                  </a:lnTo>
                  <a:lnTo>
                    <a:pt x="19459" y="11725"/>
                  </a:lnTo>
                  <a:lnTo>
                    <a:pt x="19654" y="12431"/>
                  </a:lnTo>
                  <a:lnTo>
                    <a:pt x="19459" y="12695"/>
                  </a:lnTo>
                  <a:lnTo>
                    <a:pt x="19654" y="13048"/>
                  </a:lnTo>
                  <a:lnTo>
                    <a:pt x="19654" y="13400"/>
                  </a:lnTo>
                  <a:lnTo>
                    <a:pt x="18745" y="14723"/>
                  </a:lnTo>
                  <a:lnTo>
                    <a:pt x="19459" y="15693"/>
                  </a:lnTo>
                  <a:lnTo>
                    <a:pt x="19459" y="16045"/>
                  </a:lnTo>
                  <a:lnTo>
                    <a:pt x="19654" y="16310"/>
                  </a:lnTo>
                  <a:lnTo>
                    <a:pt x="19913" y="16310"/>
                  </a:lnTo>
                  <a:lnTo>
                    <a:pt x="20172" y="16662"/>
                  </a:lnTo>
                  <a:lnTo>
                    <a:pt x="20627" y="16662"/>
                  </a:lnTo>
                  <a:lnTo>
                    <a:pt x="20627" y="17015"/>
                  </a:lnTo>
                  <a:lnTo>
                    <a:pt x="20886" y="17015"/>
                  </a:lnTo>
                  <a:lnTo>
                    <a:pt x="20886" y="17280"/>
                  </a:lnTo>
                  <a:lnTo>
                    <a:pt x="21145" y="17632"/>
                  </a:lnTo>
                  <a:lnTo>
                    <a:pt x="21145" y="18249"/>
                  </a:lnTo>
                  <a:lnTo>
                    <a:pt x="21599" y="18249"/>
                  </a:lnTo>
                  <a:lnTo>
                    <a:pt x="21599" y="19307"/>
                  </a:lnTo>
                  <a:lnTo>
                    <a:pt x="21340" y="18955"/>
                  </a:lnTo>
                  <a:lnTo>
                    <a:pt x="20627" y="19307"/>
                  </a:lnTo>
                  <a:lnTo>
                    <a:pt x="20367" y="19572"/>
                  </a:lnTo>
                  <a:lnTo>
                    <a:pt x="20172" y="19572"/>
                  </a:lnTo>
                  <a:lnTo>
                    <a:pt x="20172" y="21247"/>
                  </a:lnTo>
                  <a:lnTo>
                    <a:pt x="19913" y="21247"/>
                  </a:lnTo>
                  <a:lnTo>
                    <a:pt x="19913" y="21600"/>
                  </a:lnTo>
                  <a:lnTo>
                    <a:pt x="19459" y="21247"/>
                  </a:lnTo>
                  <a:lnTo>
                    <a:pt x="19200" y="21247"/>
                  </a:lnTo>
                  <a:lnTo>
                    <a:pt x="19200" y="20894"/>
                  </a:lnTo>
                  <a:lnTo>
                    <a:pt x="18940" y="20894"/>
                  </a:lnTo>
                  <a:lnTo>
                    <a:pt x="18940" y="21247"/>
                  </a:lnTo>
                  <a:lnTo>
                    <a:pt x="18745" y="21247"/>
                  </a:lnTo>
                  <a:lnTo>
                    <a:pt x="18486" y="20894"/>
                  </a:lnTo>
                  <a:lnTo>
                    <a:pt x="17059" y="20894"/>
                  </a:lnTo>
                  <a:lnTo>
                    <a:pt x="16800" y="20542"/>
                  </a:lnTo>
                  <a:lnTo>
                    <a:pt x="16540" y="20894"/>
                  </a:lnTo>
                  <a:lnTo>
                    <a:pt x="16281" y="20542"/>
                  </a:lnTo>
                  <a:lnTo>
                    <a:pt x="15372" y="20542"/>
                  </a:lnTo>
                  <a:lnTo>
                    <a:pt x="15372" y="19924"/>
                  </a:lnTo>
                  <a:lnTo>
                    <a:pt x="15113" y="19572"/>
                  </a:lnTo>
                  <a:lnTo>
                    <a:pt x="14854" y="18955"/>
                  </a:lnTo>
                  <a:lnTo>
                    <a:pt x="14854" y="18602"/>
                  </a:lnTo>
                  <a:lnTo>
                    <a:pt x="14140" y="18602"/>
                  </a:lnTo>
                  <a:lnTo>
                    <a:pt x="13686" y="18955"/>
                  </a:lnTo>
                  <a:lnTo>
                    <a:pt x="13427" y="18602"/>
                  </a:lnTo>
                  <a:lnTo>
                    <a:pt x="13427" y="18955"/>
                  </a:lnTo>
                  <a:lnTo>
                    <a:pt x="13167" y="19307"/>
                  </a:lnTo>
                  <a:lnTo>
                    <a:pt x="12713" y="19572"/>
                  </a:lnTo>
                  <a:lnTo>
                    <a:pt x="12259" y="19307"/>
                  </a:lnTo>
                  <a:lnTo>
                    <a:pt x="11999" y="18955"/>
                  </a:lnTo>
                  <a:lnTo>
                    <a:pt x="11740" y="19307"/>
                  </a:lnTo>
                  <a:lnTo>
                    <a:pt x="11481" y="19307"/>
                  </a:lnTo>
                  <a:lnTo>
                    <a:pt x="11286" y="18955"/>
                  </a:lnTo>
                  <a:lnTo>
                    <a:pt x="11027" y="18955"/>
                  </a:lnTo>
                  <a:lnTo>
                    <a:pt x="10767" y="18602"/>
                  </a:lnTo>
                  <a:lnTo>
                    <a:pt x="10572" y="18602"/>
                  </a:lnTo>
                  <a:lnTo>
                    <a:pt x="10313" y="18249"/>
                  </a:lnTo>
                  <a:lnTo>
                    <a:pt x="10572" y="17985"/>
                  </a:lnTo>
                  <a:lnTo>
                    <a:pt x="10054" y="17985"/>
                  </a:lnTo>
                  <a:lnTo>
                    <a:pt x="9859" y="17632"/>
                  </a:lnTo>
                  <a:lnTo>
                    <a:pt x="9081" y="17632"/>
                  </a:lnTo>
                  <a:lnTo>
                    <a:pt x="8886" y="17280"/>
                  </a:lnTo>
                  <a:lnTo>
                    <a:pt x="8367" y="16662"/>
                  </a:lnTo>
                  <a:lnTo>
                    <a:pt x="8367" y="16310"/>
                  </a:lnTo>
                  <a:lnTo>
                    <a:pt x="8172" y="16310"/>
                  </a:lnTo>
                  <a:lnTo>
                    <a:pt x="8172" y="16045"/>
                  </a:lnTo>
                  <a:lnTo>
                    <a:pt x="8367" y="16045"/>
                  </a:lnTo>
                  <a:lnTo>
                    <a:pt x="7913" y="16045"/>
                  </a:lnTo>
                  <a:lnTo>
                    <a:pt x="7913" y="15340"/>
                  </a:lnTo>
                  <a:lnTo>
                    <a:pt x="7654" y="14987"/>
                  </a:lnTo>
                  <a:lnTo>
                    <a:pt x="7394" y="14723"/>
                  </a:lnTo>
                  <a:lnTo>
                    <a:pt x="7394" y="14370"/>
                  </a:lnTo>
                  <a:lnTo>
                    <a:pt x="7200" y="14017"/>
                  </a:lnTo>
                  <a:lnTo>
                    <a:pt x="6940" y="14723"/>
                  </a:lnTo>
                  <a:lnTo>
                    <a:pt x="6681" y="14370"/>
                  </a:lnTo>
                  <a:lnTo>
                    <a:pt x="6486" y="14370"/>
                  </a:lnTo>
                  <a:lnTo>
                    <a:pt x="6227" y="14017"/>
                  </a:lnTo>
                  <a:lnTo>
                    <a:pt x="6486" y="14017"/>
                  </a:lnTo>
                  <a:lnTo>
                    <a:pt x="6227" y="14017"/>
                  </a:lnTo>
                  <a:lnTo>
                    <a:pt x="6227" y="14370"/>
                  </a:lnTo>
                  <a:lnTo>
                    <a:pt x="5772" y="14370"/>
                  </a:lnTo>
                  <a:lnTo>
                    <a:pt x="5772" y="14017"/>
                  </a:lnTo>
                  <a:lnTo>
                    <a:pt x="5772" y="14370"/>
                  </a:lnTo>
                  <a:lnTo>
                    <a:pt x="5772" y="14017"/>
                  </a:lnTo>
                  <a:lnTo>
                    <a:pt x="5513" y="14017"/>
                  </a:lnTo>
                  <a:lnTo>
                    <a:pt x="5254" y="13753"/>
                  </a:lnTo>
                  <a:lnTo>
                    <a:pt x="5254" y="13048"/>
                  </a:lnTo>
                  <a:lnTo>
                    <a:pt x="4800" y="13048"/>
                  </a:lnTo>
                  <a:lnTo>
                    <a:pt x="4800" y="12431"/>
                  </a:lnTo>
                  <a:lnTo>
                    <a:pt x="4994" y="12078"/>
                  </a:lnTo>
                  <a:lnTo>
                    <a:pt x="4800" y="11461"/>
                  </a:lnTo>
                  <a:lnTo>
                    <a:pt x="4540" y="11461"/>
                  </a:lnTo>
                  <a:lnTo>
                    <a:pt x="4281" y="10755"/>
                  </a:lnTo>
                  <a:lnTo>
                    <a:pt x="4086" y="10755"/>
                  </a:lnTo>
                  <a:lnTo>
                    <a:pt x="3372" y="10138"/>
                  </a:lnTo>
                  <a:lnTo>
                    <a:pt x="3113" y="10138"/>
                  </a:lnTo>
                  <a:lnTo>
                    <a:pt x="3113" y="10403"/>
                  </a:lnTo>
                  <a:lnTo>
                    <a:pt x="2854" y="10138"/>
                  </a:lnTo>
                  <a:lnTo>
                    <a:pt x="2854" y="9433"/>
                  </a:lnTo>
                  <a:lnTo>
                    <a:pt x="2594" y="9433"/>
                  </a:lnTo>
                  <a:lnTo>
                    <a:pt x="2594" y="9168"/>
                  </a:lnTo>
                  <a:lnTo>
                    <a:pt x="2400" y="9168"/>
                  </a:lnTo>
                  <a:lnTo>
                    <a:pt x="2140" y="8816"/>
                  </a:lnTo>
                  <a:lnTo>
                    <a:pt x="2140" y="7846"/>
                  </a:lnTo>
                  <a:lnTo>
                    <a:pt x="2400" y="7493"/>
                  </a:lnTo>
                  <a:lnTo>
                    <a:pt x="2400" y="7141"/>
                  </a:lnTo>
                  <a:lnTo>
                    <a:pt x="2594" y="7141"/>
                  </a:lnTo>
                  <a:lnTo>
                    <a:pt x="2594" y="6171"/>
                  </a:lnTo>
                  <a:lnTo>
                    <a:pt x="2854" y="6171"/>
                  </a:lnTo>
                  <a:lnTo>
                    <a:pt x="2594" y="5906"/>
                  </a:lnTo>
                  <a:lnTo>
                    <a:pt x="2400" y="5906"/>
                  </a:lnTo>
                  <a:lnTo>
                    <a:pt x="1881" y="5554"/>
                  </a:lnTo>
                  <a:lnTo>
                    <a:pt x="1686" y="5554"/>
                  </a:lnTo>
                  <a:lnTo>
                    <a:pt x="1427" y="5201"/>
                  </a:lnTo>
                  <a:lnTo>
                    <a:pt x="1427" y="4848"/>
                  </a:lnTo>
                  <a:lnTo>
                    <a:pt x="1167" y="4848"/>
                  </a:lnTo>
                  <a:lnTo>
                    <a:pt x="1167" y="4584"/>
                  </a:lnTo>
                  <a:lnTo>
                    <a:pt x="972" y="4231"/>
                  </a:lnTo>
                  <a:lnTo>
                    <a:pt x="713" y="4231"/>
                  </a:lnTo>
                  <a:lnTo>
                    <a:pt x="972" y="3879"/>
                  </a:lnTo>
                  <a:lnTo>
                    <a:pt x="713" y="3614"/>
                  </a:lnTo>
                  <a:lnTo>
                    <a:pt x="194" y="2909"/>
                  </a:lnTo>
                  <a:lnTo>
                    <a:pt x="194" y="2556"/>
                  </a:lnTo>
                  <a:lnTo>
                    <a:pt x="454" y="1939"/>
                  </a:lnTo>
                  <a:lnTo>
                    <a:pt x="0" y="1939"/>
                  </a:lnTo>
                  <a:lnTo>
                    <a:pt x="0" y="264"/>
                  </a:lnTo>
                  <a:lnTo>
                    <a:pt x="194" y="264"/>
                  </a:lnTo>
                  <a:lnTo>
                    <a:pt x="194" y="0"/>
                  </a:lnTo>
                  <a:lnTo>
                    <a:pt x="454"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7" name="AutoShape 75"/>
            <p:cNvSpPr>
              <a:spLocks/>
            </p:cNvSpPr>
            <p:nvPr/>
          </p:nvSpPr>
          <p:spPr bwMode="auto">
            <a:xfrm>
              <a:off x="4338490" y="4633272"/>
              <a:ext cx="237674" cy="176696"/>
            </a:xfrm>
            <a:custGeom>
              <a:avLst/>
              <a:gdLst>
                <a:gd name="T0" fmla="*/ 118837 w 21600"/>
                <a:gd name="T1" fmla="*/ 88348 h 21600"/>
                <a:gd name="T2" fmla="*/ 118837 w 21600"/>
                <a:gd name="T3" fmla="*/ 88348 h 21600"/>
                <a:gd name="T4" fmla="*/ 118837 w 21600"/>
                <a:gd name="T5" fmla="*/ 88348 h 21600"/>
                <a:gd name="T6" fmla="*/ 118837 w 21600"/>
                <a:gd name="T7" fmla="*/ 8834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518" y="0"/>
                  </a:lnTo>
                  <a:lnTo>
                    <a:pt x="10983" y="1920"/>
                  </a:lnTo>
                  <a:lnTo>
                    <a:pt x="12447" y="1920"/>
                  </a:lnTo>
                  <a:lnTo>
                    <a:pt x="13545" y="3840"/>
                  </a:lnTo>
                  <a:lnTo>
                    <a:pt x="13545" y="5280"/>
                  </a:lnTo>
                  <a:lnTo>
                    <a:pt x="16474" y="9120"/>
                  </a:lnTo>
                  <a:lnTo>
                    <a:pt x="15010" y="10560"/>
                  </a:lnTo>
                  <a:lnTo>
                    <a:pt x="16474" y="12480"/>
                  </a:lnTo>
                  <a:lnTo>
                    <a:pt x="19037" y="14400"/>
                  </a:lnTo>
                  <a:lnTo>
                    <a:pt x="20501" y="14400"/>
                  </a:lnTo>
                  <a:lnTo>
                    <a:pt x="21600" y="15840"/>
                  </a:lnTo>
                  <a:lnTo>
                    <a:pt x="20501" y="15840"/>
                  </a:lnTo>
                  <a:lnTo>
                    <a:pt x="21600" y="17760"/>
                  </a:lnTo>
                  <a:lnTo>
                    <a:pt x="20501" y="19680"/>
                  </a:lnTo>
                  <a:lnTo>
                    <a:pt x="20501" y="21599"/>
                  </a:lnTo>
                  <a:lnTo>
                    <a:pt x="19037" y="21599"/>
                  </a:lnTo>
                  <a:lnTo>
                    <a:pt x="16474" y="15840"/>
                  </a:lnTo>
                  <a:lnTo>
                    <a:pt x="15010" y="15840"/>
                  </a:lnTo>
                  <a:lnTo>
                    <a:pt x="13545" y="14400"/>
                  </a:lnTo>
                  <a:lnTo>
                    <a:pt x="12447" y="14400"/>
                  </a:lnTo>
                  <a:lnTo>
                    <a:pt x="10983" y="12480"/>
                  </a:lnTo>
                  <a:lnTo>
                    <a:pt x="8054" y="12480"/>
                  </a:lnTo>
                  <a:lnTo>
                    <a:pt x="6955" y="10560"/>
                  </a:lnTo>
                  <a:lnTo>
                    <a:pt x="4027" y="10560"/>
                  </a:lnTo>
                  <a:lnTo>
                    <a:pt x="2928" y="9120"/>
                  </a:lnTo>
                  <a:lnTo>
                    <a:pt x="2928" y="3840"/>
                  </a:lnTo>
                  <a:lnTo>
                    <a:pt x="1464" y="3840"/>
                  </a:lnTo>
                  <a:lnTo>
                    <a:pt x="1464" y="192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8" name="AutoShape 76"/>
            <p:cNvSpPr>
              <a:spLocks/>
            </p:cNvSpPr>
            <p:nvPr/>
          </p:nvSpPr>
          <p:spPr bwMode="auto">
            <a:xfrm>
              <a:off x="3234731" y="4590080"/>
              <a:ext cx="1240718" cy="435843"/>
            </a:xfrm>
            <a:custGeom>
              <a:avLst/>
              <a:gdLst>
                <a:gd name="T0" fmla="*/ 620359 w 21600"/>
                <a:gd name="T1" fmla="*/ 217922 h 21600"/>
                <a:gd name="T2" fmla="*/ 620359 w 21600"/>
                <a:gd name="T3" fmla="*/ 217922 h 21600"/>
                <a:gd name="T4" fmla="*/ 620359 w 21600"/>
                <a:gd name="T5" fmla="*/ 217922 h 21600"/>
                <a:gd name="T6" fmla="*/ 620359 w 21600"/>
                <a:gd name="T7" fmla="*/ 2179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1" y="4281"/>
                  </a:moveTo>
                  <a:lnTo>
                    <a:pt x="771" y="4281"/>
                  </a:lnTo>
                  <a:lnTo>
                    <a:pt x="771" y="2918"/>
                  </a:lnTo>
                  <a:lnTo>
                    <a:pt x="1051" y="2918"/>
                  </a:lnTo>
                  <a:lnTo>
                    <a:pt x="1051" y="2140"/>
                  </a:lnTo>
                  <a:lnTo>
                    <a:pt x="771" y="1362"/>
                  </a:lnTo>
                  <a:lnTo>
                    <a:pt x="771" y="778"/>
                  </a:lnTo>
                  <a:lnTo>
                    <a:pt x="1051" y="778"/>
                  </a:lnTo>
                  <a:lnTo>
                    <a:pt x="1332" y="0"/>
                  </a:lnTo>
                  <a:lnTo>
                    <a:pt x="1823" y="0"/>
                  </a:lnTo>
                  <a:lnTo>
                    <a:pt x="2103" y="778"/>
                  </a:lnTo>
                  <a:lnTo>
                    <a:pt x="2103" y="0"/>
                  </a:lnTo>
                  <a:lnTo>
                    <a:pt x="2875" y="2140"/>
                  </a:lnTo>
                  <a:lnTo>
                    <a:pt x="3155" y="2140"/>
                  </a:lnTo>
                  <a:lnTo>
                    <a:pt x="3366" y="2918"/>
                  </a:lnTo>
                  <a:lnTo>
                    <a:pt x="3646" y="3697"/>
                  </a:lnTo>
                  <a:lnTo>
                    <a:pt x="3366" y="4281"/>
                  </a:lnTo>
                  <a:lnTo>
                    <a:pt x="3155" y="4281"/>
                  </a:lnTo>
                  <a:lnTo>
                    <a:pt x="2875" y="3697"/>
                  </a:lnTo>
                  <a:lnTo>
                    <a:pt x="2594" y="3697"/>
                  </a:lnTo>
                  <a:lnTo>
                    <a:pt x="2594" y="4281"/>
                  </a:lnTo>
                  <a:lnTo>
                    <a:pt x="1823" y="4281"/>
                  </a:lnTo>
                  <a:lnTo>
                    <a:pt x="1823" y="5059"/>
                  </a:lnTo>
                  <a:lnTo>
                    <a:pt x="1332" y="5837"/>
                  </a:lnTo>
                  <a:lnTo>
                    <a:pt x="771" y="7200"/>
                  </a:lnTo>
                  <a:lnTo>
                    <a:pt x="771" y="5837"/>
                  </a:lnTo>
                  <a:lnTo>
                    <a:pt x="1051" y="5837"/>
                  </a:lnTo>
                  <a:lnTo>
                    <a:pt x="1332" y="5059"/>
                  </a:lnTo>
                  <a:lnTo>
                    <a:pt x="561" y="5059"/>
                  </a:lnTo>
                  <a:lnTo>
                    <a:pt x="561" y="4281"/>
                  </a:lnTo>
                  <a:close/>
                  <a:moveTo>
                    <a:pt x="17392" y="778"/>
                  </a:moveTo>
                  <a:lnTo>
                    <a:pt x="17181" y="1362"/>
                  </a:lnTo>
                  <a:lnTo>
                    <a:pt x="17181" y="2140"/>
                  </a:lnTo>
                  <a:lnTo>
                    <a:pt x="16901" y="2140"/>
                  </a:lnTo>
                  <a:lnTo>
                    <a:pt x="16340" y="2918"/>
                  </a:lnTo>
                  <a:lnTo>
                    <a:pt x="16340" y="3697"/>
                  </a:lnTo>
                  <a:lnTo>
                    <a:pt x="15358" y="3697"/>
                  </a:lnTo>
                  <a:lnTo>
                    <a:pt x="15358" y="2918"/>
                  </a:lnTo>
                  <a:lnTo>
                    <a:pt x="14797" y="2918"/>
                  </a:lnTo>
                  <a:lnTo>
                    <a:pt x="14306" y="3697"/>
                  </a:lnTo>
                  <a:lnTo>
                    <a:pt x="13535" y="3697"/>
                  </a:lnTo>
                  <a:lnTo>
                    <a:pt x="13254" y="2918"/>
                  </a:lnTo>
                  <a:lnTo>
                    <a:pt x="12974" y="3697"/>
                  </a:lnTo>
                  <a:lnTo>
                    <a:pt x="12763" y="2918"/>
                  </a:lnTo>
                  <a:lnTo>
                    <a:pt x="12483" y="2918"/>
                  </a:lnTo>
                  <a:lnTo>
                    <a:pt x="11992" y="2140"/>
                  </a:lnTo>
                  <a:lnTo>
                    <a:pt x="11711" y="2140"/>
                  </a:lnTo>
                  <a:lnTo>
                    <a:pt x="11431" y="1362"/>
                  </a:lnTo>
                  <a:lnTo>
                    <a:pt x="11431" y="778"/>
                  </a:lnTo>
                  <a:lnTo>
                    <a:pt x="11150" y="778"/>
                  </a:lnTo>
                  <a:lnTo>
                    <a:pt x="10659" y="1362"/>
                  </a:lnTo>
                  <a:lnTo>
                    <a:pt x="10168" y="778"/>
                  </a:lnTo>
                  <a:lnTo>
                    <a:pt x="10168" y="0"/>
                  </a:lnTo>
                  <a:lnTo>
                    <a:pt x="8064" y="0"/>
                  </a:lnTo>
                  <a:lnTo>
                    <a:pt x="7574" y="778"/>
                  </a:lnTo>
                  <a:lnTo>
                    <a:pt x="7012" y="778"/>
                  </a:lnTo>
                  <a:lnTo>
                    <a:pt x="6732" y="1362"/>
                  </a:lnTo>
                  <a:lnTo>
                    <a:pt x="6522" y="2140"/>
                  </a:lnTo>
                  <a:lnTo>
                    <a:pt x="6241" y="2140"/>
                  </a:lnTo>
                  <a:lnTo>
                    <a:pt x="6241" y="3697"/>
                  </a:lnTo>
                  <a:lnTo>
                    <a:pt x="5750" y="3697"/>
                  </a:lnTo>
                  <a:lnTo>
                    <a:pt x="5189" y="2918"/>
                  </a:lnTo>
                  <a:lnTo>
                    <a:pt x="4418" y="2918"/>
                  </a:lnTo>
                  <a:lnTo>
                    <a:pt x="4137" y="3697"/>
                  </a:lnTo>
                  <a:lnTo>
                    <a:pt x="3927" y="2918"/>
                  </a:lnTo>
                  <a:lnTo>
                    <a:pt x="3646" y="3697"/>
                  </a:lnTo>
                  <a:lnTo>
                    <a:pt x="3927" y="4281"/>
                  </a:lnTo>
                  <a:lnTo>
                    <a:pt x="4137" y="4281"/>
                  </a:lnTo>
                  <a:lnTo>
                    <a:pt x="4418" y="5059"/>
                  </a:lnTo>
                  <a:lnTo>
                    <a:pt x="3646" y="5059"/>
                  </a:lnTo>
                  <a:lnTo>
                    <a:pt x="3366" y="5837"/>
                  </a:lnTo>
                  <a:lnTo>
                    <a:pt x="3366" y="6421"/>
                  </a:lnTo>
                  <a:lnTo>
                    <a:pt x="3646" y="5837"/>
                  </a:lnTo>
                  <a:lnTo>
                    <a:pt x="3927" y="6421"/>
                  </a:lnTo>
                  <a:lnTo>
                    <a:pt x="2594" y="6421"/>
                  </a:lnTo>
                  <a:lnTo>
                    <a:pt x="2384" y="5837"/>
                  </a:lnTo>
                  <a:lnTo>
                    <a:pt x="2103" y="6421"/>
                  </a:lnTo>
                  <a:lnTo>
                    <a:pt x="1823" y="6421"/>
                  </a:lnTo>
                  <a:lnTo>
                    <a:pt x="1542" y="5837"/>
                  </a:lnTo>
                  <a:lnTo>
                    <a:pt x="1332" y="5837"/>
                  </a:lnTo>
                  <a:lnTo>
                    <a:pt x="771" y="7200"/>
                  </a:lnTo>
                  <a:lnTo>
                    <a:pt x="771" y="9340"/>
                  </a:lnTo>
                  <a:lnTo>
                    <a:pt x="1542" y="9340"/>
                  </a:lnTo>
                  <a:lnTo>
                    <a:pt x="1332" y="10118"/>
                  </a:lnTo>
                  <a:lnTo>
                    <a:pt x="1542" y="10897"/>
                  </a:lnTo>
                  <a:lnTo>
                    <a:pt x="1542" y="11481"/>
                  </a:lnTo>
                  <a:lnTo>
                    <a:pt x="1823" y="11481"/>
                  </a:lnTo>
                  <a:lnTo>
                    <a:pt x="1542" y="11481"/>
                  </a:lnTo>
                  <a:lnTo>
                    <a:pt x="1332" y="12259"/>
                  </a:lnTo>
                  <a:lnTo>
                    <a:pt x="1542" y="12259"/>
                  </a:lnTo>
                  <a:lnTo>
                    <a:pt x="1542" y="13037"/>
                  </a:lnTo>
                  <a:lnTo>
                    <a:pt x="1332" y="13037"/>
                  </a:lnTo>
                  <a:lnTo>
                    <a:pt x="1051" y="12259"/>
                  </a:lnTo>
                  <a:lnTo>
                    <a:pt x="1051" y="14400"/>
                  </a:lnTo>
                  <a:lnTo>
                    <a:pt x="1542" y="14400"/>
                  </a:lnTo>
                  <a:lnTo>
                    <a:pt x="2103" y="15956"/>
                  </a:lnTo>
                  <a:lnTo>
                    <a:pt x="1823" y="15956"/>
                  </a:lnTo>
                  <a:lnTo>
                    <a:pt x="1823" y="16540"/>
                  </a:lnTo>
                  <a:lnTo>
                    <a:pt x="2103" y="16540"/>
                  </a:lnTo>
                  <a:lnTo>
                    <a:pt x="2384" y="17318"/>
                  </a:lnTo>
                  <a:lnTo>
                    <a:pt x="2384" y="18097"/>
                  </a:lnTo>
                  <a:lnTo>
                    <a:pt x="2103" y="18097"/>
                  </a:lnTo>
                  <a:lnTo>
                    <a:pt x="2103" y="18681"/>
                  </a:lnTo>
                  <a:lnTo>
                    <a:pt x="2594" y="18097"/>
                  </a:lnTo>
                  <a:lnTo>
                    <a:pt x="3155" y="18097"/>
                  </a:lnTo>
                  <a:lnTo>
                    <a:pt x="3155" y="18681"/>
                  </a:lnTo>
                  <a:lnTo>
                    <a:pt x="2384" y="18681"/>
                  </a:lnTo>
                  <a:lnTo>
                    <a:pt x="2103" y="19459"/>
                  </a:lnTo>
                  <a:lnTo>
                    <a:pt x="2875" y="19459"/>
                  </a:lnTo>
                  <a:lnTo>
                    <a:pt x="2875" y="18681"/>
                  </a:lnTo>
                  <a:lnTo>
                    <a:pt x="2875" y="19459"/>
                  </a:lnTo>
                  <a:lnTo>
                    <a:pt x="3155" y="19459"/>
                  </a:lnTo>
                  <a:lnTo>
                    <a:pt x="3366" y="18681"/>
                  </a:lnTo>
                  <a:lnTo>
                    <a:pt x="3646" y="18681"/>
                  </a:lnTo>
                  <a:lnTo>
                    <a:pt x="3927" y="19459"/>
                  </a:lnTo>
                  <a:lnTo>
                    <a:pt x="3927" y="18681"/>
                  </a:lnTo>
                  <a:lnTo>
                    <a:pt x="4137" y="18681"/>
                  </a:lnTo>
                  <a:lnTo>
                    <a:pt x="4137" y="20237"/>
                  </a:lnTo>
                  <a:lnTo>
                    <a:pt x="4418" y="21016"/>
                  </a:lnTo>
                  <a:lnTo>
                    <a:pt x="5470" y="21016"/>
                  </a:lnTo>
                  <a:lnTo>
                    <a:pt x="5470" y="20237"/>
                  </a:lnTo>
                  <a:lnTo>
                    <a:pt x="5961" y="20237"/>
                  </a:lnTo>
                  <a:lnTo>
                    <a:pt x="5961" y="18681"/>
                  </a:lnTo>
                  <a:lnTo>
                    <a:pt x="6732" y="18681"/>
                  </a:lnTo>
                  <a:lnTo>
                    <a:pt x="7293" y="19459"/>
                  </a:lnTo>
                  <a:lnTo>
                    <a:pt x="7574" y="19459"/>
                  </a:lnTo>
                  <a:lnTo>
                    <a:pt x="7784" y="21016"/>
                  </a:lnTo>
                  <a:lnTo>
                    <a:pt x="9327" y="21016"/>
                  </a:lnTo>
                  <a:lnTo>
                    <a:pt x="9607" y="20237"/>
                  </a:lnTo>
                  <a:lnTo>
                    <a:pt x="9607" y="21016"/>
                  </a:lnTo>
                  <a:lnTo>
                    <a:pt x="9888" y="20237"/>
                  </a:lnTo>
                  <a:lnTo>
                    <a:pt x="10379" y="18681"/>
                  </a:lnTo>
                  <a:lnTo>
                    <a:pt x="10659" y="18097"/>
                  </a:lnTo>
                  <a:lnTo>
                    <a:pt x="10940" y="18681"/>
                  </a:lnTo>
                  <a:lnTo>
                    <a:pt x="11711" y="18681"/>
                  </a:lnTo>
                  <a:lnTo>
                    <a:pt x="11992" y="18097"/>
                  </a:lnTo>
                  <a:lnTo>
                    <a:pt x="12202" y="18097"/>
                  </a:lnTo>
                  <a:lnTo>
                    <a:pt x="12202" y="18681"/>
                  </a:lnTo>
                  <a:lnTo>
                    <a:pt x="11992" y="19459"/>
                  </a:lnTo>
                  <a:lnTo>
                    <a:pt x="11711" y="20237"/>
                  </a:lnTo>
                  <a:lnTo>
                    <a:pt x="12202" y="21599"/>
                  </a:lnTo>
                  <a:lnTo>
                    <a:pt x="12483" y="21016"/>
                  </a:lnTo>
                  <a:lnTo>
                    <a:pt x="12763" y="21016"/>
                  </a:lnTo>
                  <a:lnTo>
                    <a:pt x="12483" y="20237"/>
                  </a:lnTo>
                  <a:lnTo>
                    <a:pt x="12763" y="20237"/>
                  </a:lnTo>
                  <a:lnTo>
                    <a:pt x="12763" y="18681"/>
                  </a:lnTo>
                  <a:lnTo>
                    <a:pt x="14025" y="18681"/>
                  </a:lnTo>
                  <a:lnTo>
                    <a:pt x="14025" y="18097"/>
                  </a:lnTo>
                  <a:lnTo>
                    <a:pt x="15077" y="18097"/>
                  </a:lnTo>
                  <a:lnTo>
                    <a:pt x="15568" y="18681"/>
                  </a:lnTo>
                  <a:lnTo>
                    <a:pt x="16129" y="18681"/>
                  </a:lnTo>
                  <a:lnTo>
                    <a:pt x="16129" y="18097"/>
                  </a:lnTo>
                  <a:lnTo>
                    <a:pt x="16340" y="18097"/>
                  </a:lnTo>
                  <a:lnTo>
                    <a:pt x="16620" y="17318"/>
                  </a:lnTo>
                  <a:lnTo>
                    <a:pt x="17953" y="17318"/>
                  </a:lnTo>
                  <a:lnTo>
                    <a:pt x="18444" y="16540"/>
                  </a:lnTo>
                  <a:lnTo>
                    <a:pt x="18724" y="16540"/>
                  </a:lnTo>
                  <a:lnTo>
                    <a:pt x="18935" y="17318"/>
                  </a:lnTo>
                  <a:lnTo>
                    <a:pt x="19215" y="16540"/>
                  </a:lnTo>
                  <a:lnTo>
                    <a:pt x="19496" y="16540"/>
                  </a:lnTo>
                  <a:lnTo>
                    <a:pt x="19776" y="15956"/>
                  </a:lnTo>
                  <a:lnTo>
                    <a:pt x="19987" y="15956"/>
                  </a:lnTo>
                  <a:lnTo>
                    <a:pt x="20548" y="16540"/>
                  </a:lnTo>
                  <a:lnTo>
                    <a:pt x="21038" y="16540"/>
                  </a:lnTo>
                  <a:lnTo>
                    <a:pt x="21038" y="17318"/>
                  </a:lnTo>
                  <a:lnTo>
                    <a:pt x="21319" y="17318"/>
                  </a:lnTo>
                  <a:lnTo>
                    <a:pt x="21599" y="16540"/>
                  </a:lnTo>
                  <a:lnTo>
                    <a:pt x="21319" y="15956"/>
                  </a:lnTo>
                  <a:lnTo>
                    <a:pt x="20758" y="14400"/>
                  </a:lnTo>
                  <a:lnTo>
                    <a:pt x="20758" y="13621"/>
                  </a:lnTo>
                  <a:lnTo>
                    <a:pt x="21038" y="12259"/>
                  </a:lnTo>
                  <a:lnTo>
                    <a:pt x="20548" y="12259"/>
                  </a:lnTo>
                  <a:lnTo>
                    <a:pt x="20548" y="8562"/>
                  </a:lnTo>
                  <a:lnTo>
                    <a:pt x="20758" y="8562"/>
                  </a:lnTo>
                  <a:lnTo>
                    <a:pt x="20758" y="7978"/>
                  </a:lnTo>
                  <a:lnTo>
                    <a:pt x="21038" y="7978"/>
                  </a:lnTo>
                  <a:lnTo>
                    <a:pt x="20758" y="7200"/>
                  </a:lnTo>
                  <a:lnTo>
                    <a:pt x="20548" y="6421"/>
                  </a:lnTo>
                  <a:lnTo>
                    <a:pt x="19987" y="6421"/>
                  </a:lnTo>
                  <a:lnTo>
                    <a:pt x="19776" y="5837"/>
                  </a:lnTo>
                  <a:lnTo>
                    <a:pt x="19776" y="3697"/>
                  </a:lnTo>
                  <a:lnTo>
                    <a:pt x="19496" y="3697"/>
                  </a:lnTo>
                  <a:lnTo>
                    <a:pt x="19496" y="2918"/>
                  </a:lnTo>
                  <a:lnTo>
                    <a:pt x="19215" y="2140"/>
                  </a:lnTo>
                  <a:lnTo>
                    <a:pt x="18935" y="2140"/>
                  </a:lnTo>
                  <a:lnTo>
                    <a:pt x="18444" y="1362"/>
                  </a:lnTo>
                  <a:lnTo>
                    <a:pt x="17392" y="1362"/>
                  </a:lnTo>
                  <a:lnTo>
                    <a:pt x="17392" y="778"/>
                  </a:lnTo>
                  <a:close/>
                  <a:moveTo>
                    <a:pt x="2594" y="19459"/>
                  </a:moveTo>
                  <a:lnTo>
                    <a:pt x="2875" y="19459"/>
                  </a:lnTo>
                  <a:lnTo>
                    <a:pt x="2594" y="19459"/>
                  </a:lnTo>
                  <a:close/>
                  <a:moveTo>
                    <a:pt x="0" y="6421"/>
                  </a:moveTo>
                  <a:lnTo>
                    <a:pt x="280" y="7200"/>
                  </a:lnTo>
                  <a:lnTo>
                    <a:pt x="561" y="6421"/>
                  </a:lnTo>
                  <a:lnTo>
                    <a:pt x="0" y="642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9" name="AutoShape 77"/>
            <p:cNvSpPr>
              <a:spLocks/>
            </p:cNvSpPr>
            <p:nvPr/>
          </p:nvSpPr>
          <p:spPr bwMode="auto">
            <a:xfrm>
              <a:off x="4129015" y="4912051"/>
              <a:ext cx="644531" cy="553638"/>
            </a:xfrm>
            <a:custGeom>
              <a:avLst/>
              <a:gdLst>
                <a:gd name="T0" fmla="*/ 322266 w 21600"/>
                <a:gd name="T1" fmla="*/ 276819 h 21600"/>
                <a:gd name="T2" fmla="*/ 322266 w 21600"/>
                <a:gd name="T3" fmla="*/ 276819 h 21600"/>
                <a:gd name="T4" fmla="*/ 322266 w 21600"/>
                <a:gd name="T5" fmla="*/ 276819 h 21600"/>
                <a:gd name="T6" fmla="*/ 322266 w 21600"/>
                <a:gd name="T7" fmla="*/ 2768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8689"/>
                  </a:moveTo>
                  <a:lnTo>
                    <a:pt x="21599" y="18076"/>
                  </a:lnTo>
                  <a:lnTo>
                    <a:pt x="21059" y="18076"/>
                  </a:lnTo>
                  <a:lnTo>
                    <a:pt x="20519" y="17617"/>
                  </a:lnTo>
                  <a:lnTo>
                    <a:pt x="20519" y="16391"/>
                  </a:lnTo>
                  <a:lnTo>
                    <a:pt x="19575" y="16391"/>
                  </a:lnTo>
                  <a:lnTo>
                    <a:pt x="19575" y="15319"/>
                  </a:lnTo>
                  <a:lnTo>
                    <a:pt x="19980" y="14706"/>
                  </a:lnTo>
                  <a:lnTo>
                    <a:pt x="19575" y="13634"/>
                  </a:lnTo>
                  <a:lnTo>
                    <a:pt x="19035" y="13634"/>
                  </a:lnTo>
                  <a:lnTo>
                    <a:pt x="18495" y="12408"/>
                  </a:lnTo>
                  <a:lnTo>
                    <a:pt x="18090" y="12408"/>
                  </a:lnTo>
                  <a:lnTo>
                    <a:pt x="16605" y="11336"/>
                  </a:lnTo>
                  <a:lnTo>
                    <a:pt x="16065" y="11336"/>
                  </a:lnTo>
                  <a:lnTo>
                    <a:pt x="16065" y="11795"/>
                  </a:lnTo>
                  <a:lnTo>
                    <a:pt x="15525" y="11336"/>
                  </a:lnTo>
                  <a:lnTo>
                    <a:pt x="15525" y="10110"/>
                  </a:lnTo>
                  <a:lnTo>
                    <a:pt x="14984" y="10110"/>
                  </a:lnTo>
                  <a:lnTo>
                    <a:pt x="14984" y="9651"/>
                  </a:lnTo>
                  <a:lnTo>
                    <a:pt x="14580" y="9651"/>
                  </a:lnTo>
                  <a:lnTo>
                    <a:pt x="14039" y="9038"/>
                  </a:lnTo>
                  <a:lnTo>
                    <a:pt x="14039" y="7353"/>
                  </a:lnTo>
                  <a:lnTo>
                    <a:pt x="14580" y="6740"/>
                  </a:lnTo>
                  <a:lnTo>
                    <a:pt x="14580" y="6127"/>
                  </a:lnTo>
                  <a:lnTo>
                    <a:pt x="14984" y="6127"/>
                  </a:lnTo>
                  <a:lnTo>
                    <a:pt x="14984" y="4442"/>
                  </a:lnTo>
                  <a:lnTo>
                    <a:pt x="15525" y="4442"/>
                  </a:lnTo>
                  <a:lnTo>
                    <a:pt x="14984" y="3982"/>
                  </a:lnTo>
                  <a:lnTo>
                    <a:pt x="14580" y="3982"/>
                  </a:lnTo>
                  <a:lnTo>
                    <a:pt x="13500" y="3370"/>
                  </a:lnTo>
                  <a:lnTo>
                    <a:pt x="13094" y="3370"/>
                  </a:lnTo>
                  <a:lnTo>
                    <a:pt x="12555" y="2757"/>
                  </a:lnTo>
                  <a:lnTo>
                    <a:pt x="12555" y="2144"/>
                  </a:lnTo>
                  <a:lnTo>
                    <a:pt x="12014" y="2144"/>
                  </a:lnTo>
                  <a:lnTo>
                    <a:pt x="12014" y="1685"/>
                  </a:lnTo>
                  <a:lnTo>
                    <a:pt x="11610" y="1072"/>
                  </a:lnTo>
                  <a:lnTo>
                    <a:pt x="10529" y="1072"/>
                  </a:lnTo>
                  <a:lnTo>
                    <a:pt x="10529" y="459"/>
                  </a:lnTo>
                  <a:lnTo>
                    <a:pt x="9584" y="459"/>
                  </a:lnTo>
                  <a:lnTo>
                    <a:pt x="8505" y="0"/>
                  </a:lnTo>
                  <a:lnTo>
                    <a:pt x="8100" y="0"/>
                  </a:lnTo>
                  <a:lnTo>
                    <a:pt x="7560" y="459"/>
                  </a:lnTo>
                  <a:lnTo>
                    <a:pt x="7019" y="459"/>
                  </a:lnTo>
                  <a:lnTo>
                    <a:pt x="6479" y="1072"/>
                  </a:lnTo>
                  <a:lnTo>
                    <a:pt x="6074" y="1685"/>
                  </a:lnTo>
                  <a:lnTo>
                    <a:pt x="5535" y="1685"/>
                  </a:lnTo>
                  <a:lnTo>
                    <a:pt x="4590" y="2144"/>
                  </a:lnTo>
                  <a:lnTo>
                    <a:pt x="4590" y="6740"/>
                  </a:lnTo>
                  <a:lnTo>
                    <a:pt x="4050" y="7353"/>
                  </a:lnTo>
                  <a:lnTo>
                    <a:pt x="4050" y="7812"/>
                  </a:lnTo>
                  <a:lnTo>
                    <a:pt x="0" y="10723"/>
                  </a:lnTo>
                  <a:lnTo>
                    <a:pt x="1080" y="13634"/>
                  </a:lnTo>
                  <a:lnTo>
                    <a:pt x="3105" y="14093"/>
                  </a:lnTo>
                  <a:lnTo>
                    <a:pt x="13500" y="21599"/>
                  </a:lnTo>
                  <a:lnTo>
                    <a:pt x="17549" y="21599"/>
                  </a:lnTo>
                  <a:lnTo>
                    <a:pt x="18090" y="20374"/>
                  </a:lnTo>
                  <a:lnTo>
                    <a:pt x="18495" y="19302"/>
                  </a:lnTo>
                  <a:lnTo>
                    <a:pt x="19575" y="18689"/>
                  </a:lnTo>
                  <a:lnTo>
                    <a:pt x="20519" y="19302"/>
                  </a:lnTo>
                  <a:lnTo>
                    <a:pt x="21059" y="19302"/>
                  </a:lnTo>
                  <a:lnTo>
                    <a:pt x="21059" y="18689"/>
                  </a:lnTo>
                  <a:lnTo>
                    <a:pt x="21599" y="186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0" name="AutoShape 78"/>
            <p:cNvSpPr>
              <a:spLocks/>
            </p:cNvSpPr>
            <p:nvPr/>
          </p:nvSpPr>
          <p:spPr bwMode="auto">
            <a:xfrm>
              <a:off x="4652697" y="5391084"/>
              <a:ext cx="120851" cy="102089"/>
            </a:xfrm>
            <a:custGeom>
              <a:avLst/>
              <a:gdLst>
                <a:gd name="T0" fmla="*/ 60426 w 21600"/>
                <a:gd name="T1" fmla="*/ 51045 h 21600"/>
                <a:gd name="T2" fmla="*/ 60426 w 21600"/>
                <a:gd name="T3" fmla="*/ 51045 h 21600"/>
                <a:gd name="T4" fmla="*/ 60426 w 21600"/>
                <a:gd name="T5" fmla="*/ 51045 h 21600"/>
                <a:gd name="T6" fmla="*/ 60426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784"/>
                  </a:moveTo>
                  <a:lnTo>
                    <a:pt x="2879" y="9138"/>
                  </a:lnTo>
                  <a:lnTo>
                    <a:pt x="5039" y="3323"/>
                  </a:lnTo>
                  <a:lnTo>
                    <a:pt x="10800" y="0"/>
                  </a:lnTo>
                  <a:lnTo>
                    <a:pt x="15839" y="3323"/>
                  </a:lnTo>
                  <a:lnTo>
                    <a:pt x="18719" y="3323"/>
                  </a:lnTo>
                  <a:lnTo>
                    <a:pt x="18719" y="9138"/>
                  </a:lnTo>
                  <a:lnTo>
                    <a:pt x="12959" y="9138"/>
                  </a:lnTo>
                  <a:lnTo>
                    <a:pt x="18719" y="12461"/>
                  </a:lnTo>
                  <a:lnTo>
                    <a:pt x="18719" y="15784"/>
                  </a:lnTo>
                  <a:lnTo>
                    <a:pt x="21600" y="18276"/>
                  </a:lnTo>
                  <a:lnTo>
                    <a:pt x="18719" y="18276"/>
                  </a:lnTo>
                  <a:lnTo>
                    <a:pt x="21600" y="18276"/>
                  </a:lnTo>
                  <a:lnTo>
                    <a:pt x="12959" y="21599"/>
                  </a:lnTo>
                  <a:lnTo>
                    <a:pt x="12959" y="18276"/>
                  </a:lnTo>
                  <a:lnTo>
                    <a:pt x="2879" y="15784"/>
                  </a:lnTo>
                  <a:lnTo>
                    <a:pt x="0" y="157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1" name="AutoShape 79"/>
            <p:cNvSpPr>
              <a:spLocks/>
            </p:cNvSpPr>
            <p:nvPr/>
          </p:nvSpPr>
          <p:spPr bwMode="auto">
            <a:xfrm>
              <a:off x="3697984" y="5041629"/>
              <a:ext cx="149051" cy="70677"/>
            </a:xfrm>
            <a:custGeom>
              <a:avLst/>
              <a:gdLst>
                <a:gd name="T0" fmla="*/ 74526 w 21600"/>
                <a:gd name="T1" fmla="*/ 35339 h 21600"/>
                <a:gd name="T2" fmla="*/ 74526 w 21600"/>
                <a:gd name="T3" fmla="*/ 35339 h 21600"/>
                <a:gd name="T4" fmla="*/ 74526 w 21600"/>
                <a:gd name="T5" fmla="*/ 35339 h 21600"/>
                <a:gd name="T6" fmla="*/ 74526 w 21600"/>
                <a:gd name="T7" fmla="*/ 353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335" y="21600"/>
                  </a:moveTo>
                  <a:lnTo>
                    <a:pt x="0" y="18000"/>
                  </a:lnTo>
                  <a:lnTo>
                    <a:pt x="0" y="13200"/>
                  </a:lnTo>
                  <a:lnTo>
                    <a:pt x="2335" y="8400"/>
                  </a:lnTo>
                  <a:lnTo>
                    <a:pt x="4086" y="8400"/>
                  </a:lnTo>
                  <a:lnTo>
                    <a:pt x="6421" y="4799"/>
                  </a:lnTo>
                  <a:lnTo>
                    <a:pt x="8756" y="8400"/>
                  </a:lnTo>
                  <a:lnTo>
                    <a:pt x="10508" y="8400"/>
                  </a:lnTo>
                  <a:lnTo>
                    <a:pt x="15178" y="4799"/>
                  </a:lnTo>
                  <a:lnTo>
                    <a:pt x="19264" y="0"/>
                  </a:lnTo>
                  <a:lnTo>
                    <a:pt x="21599" y="0"/>
                  </a:lnTo>
                  <a:lnTo>
                    <a:pt x="19264" y="4799"/>
                  </a:lnTo>
                  <a:lnTo>
                    <a:pt x="17513" y="4799"/>
                  </a:lnTo>
                  <a:lnTo>
                    <a:pt x="15178" y="8400"/>
                  </a:lnTo>
                  <a:lnTo>
                    <a:pt x="15178" y="18000"/>
                  </a:lnTo>
                  <a:lnTo>
                    <a:pt x="10508" y="18000"/>
                  </a:lnTo>
                  <a:lnTo>
                    <a:pt x="10508" y="21600"/>
                  </a:lnTo>
                  <a:lnTo>
                    <a:pt x="233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2" name="AutoShape 80"/>
            <p:cNvSpPr>
              <a:spLocks/>
            </p:cNvSpPr>
            <p:nvPr/>
          </p:nvSpPr>
          <p:spPr bwMode="auto">
            <a:xfrm>
              <a:off x="3907461" y="4923833"/>
              <a:ext cx="414917" cy="337679"/>
            </a:xfrm>
            <a:custGeom>
              <a:avLst/>
              <a:gdLst>
                <a:gd name="T0" fmla="*/ 207459 w 21600"/>
                <a:gd name="T1" fmla="*/ 168840 h 21600"/>
                <a:gd name="T2" fmla="*/ 207459 w 21600"/>
                <a:gd name="T3" fmla="*/ 168840 h 21600"/>
                <a:gd name="T4" fmla="*/ 207459 w 21600"/>
                <a:gd name="T5" fmla="*/ 168840 h 21600"/>
                <a:gd name="T6" fmla="*/ 207459 w 21600"/>
                <a:gd name="T7" fmla="*/ 1688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533" y="16827"/>
                  </a:moveTo>
                  <a:lnTo>
                    <a:pt x="17825" y="12055"/>
                  </a:lnTo>
                  <a:lnTo>
                    <a:pt x="17825" y="11302"/>
                  </a:lnTo>
                  <a:lnTo>
                    <a:pt x="18664" y="10297"/>
                  </a:lnTo>
                  <a:lnTo>
                    <a:pt x="18664" y="2762"/>
                  </a:lnTo>
                  <a:lnTo>
                    <a:pt x="20132" y="2009"/>
                  </a:lnTo>
                  <a:lnTo>
                    <a:pt x="20970" y="2009"/>
                  </a:lnTo>
                  <a:lnTo>
                    <a:pt x="21599" y="1004"/>
                  </a:lnTo>
                  <a:lnTo>
                    <a:pt x="20970" y="0"/>
                  </a:lnTo>
                  <a:lnTo>
                    <a:pt x="20132" y="0"/>
                  </a:lnTo>
                  <a:lnTo>
                    <a:pt x="18664" y="1004"/>
                  </a:lnTo>
                  <a:lnTo>
                    <a:pt x="14679" y="1004"/>
                  </a:lnTo>
                  <a:lnTo>
                    <a:pt x="13840" y="2009"/>
                  </a:lnTo>
                  <a:lnTo>
                    <a:pt x="13211" y="2009"/>
                  </a:lnTo>
                  <a:lnTo>
                    <a:pt x="13211" y="2762"/>
                  </a:lnTo>
                  <a:lnTo>
                    <a:pt x="11533" y="2762"/>
                  </a:lnTo>
                  <a:lnTo>
                    <a:pt x="10066" y="2009"/>
                  </a:lnTo>
                  <a:lnTo>
                    <a:pt x="6920" y="2009"/>
                  </a:lnTo>
                  <a:lnTo>
                    <a:pt x="6920" y="2762"/>
                  </a:lnTo>
                  <a:lnTo>
                    <a:pt x="3145" y="2762"/>
                  </a:lnTo>
                  <a:lnTo>
                    <a:pt x="3145" y="4772"/>
                  </a:lnTo>
                  <a:lnTo>
                    <a:pt x="2306" y="4772"/>
                  </a:lnTo>
                  <a:lnTo>
                    <a:pt x="3145" y="5776"/>
                  </a:lnTo>
                  <a:lnTo>
                    <a:pt x="2306" y="5776"/>
                  </a:lnTo>
                  <a:lnTo>
                    <a:pt x="1467" y="6530"/>
                  </a:lnTo>
                  <a:lnTo>
                    <a:pt x="838" y="5776"/>
                  </a:lnTo>
                  <a:lnTo>
                    <a:pt x="838" y="6530"/>
                  </a:lnTo>
                  <a:lnTo>
                    <a:pt x="0" y="6530"/>
                  </a:lnTo>
                  <a:lnTo>
                    <a:pt x="0" y="7534"/>
                  </a:lnTo>
                  <a:lnTo>
                    <a:pt x="1467" y="9293"/>
                  </a:lnTo>
                  <a:lnTo>
                    <a:pt x="838" y="10297"/>
                  </a:lnTo>
                  <a:lnTo>
                    <a:pt x="838" y="12055"/>
                  </a:lnTo>
                  <a:lnTo>
                    <a:pt x="2306" y="12055"/>
                  </a:lnTo>
                  <a:lnTo>
                    <a:pt x="2306" y="13060"/>
                  </a:lnTo>
                  <a:lnTo>
                    <a:pt x="3145" y="13060"/>
                  </a:lnTo>
                  <a:lnTo>
                    <a:pt x="3145" y="15069"/>
                  </a:lnTo>
                  <a:lnTo>
                    <a:pt x="2306" y="15069"/>
                  </a:lnTo>
                  <a:lnTo>
                    <a:pt x="1467" y="15823"/>
                  </a:lnTo>
                  <a:lnTo>
                    <a:pt x="1467" y="17832"/>
                  </a:lnTo>
                  <a:lnTo>
                    <a:pt x="2306" y="19590"/>
                  </a:lnTo>
                  <a:lnTo>
                    <a:pt x="1467" y="19590"/>
                  </a:lnTo>
                  <a:lnTo>
                    <a:pt x="2306" y="19590"/>
                  </a:lnTo>
                  <a:lnTo>
                    <a:pt x="3145" y="20595"/>
                  </a:lnTo>
                  <a:lnTo>
                    <a:pt x="3774" y="21600"/>
                  </a:lnTo>
                  <a:lnTo>
                    <a:pt x="4613" y="21600"/>
                  </a:lnTo>
                  <a:lnTo>
                    <a:pt x="11533" y="168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3" name="AutoShape 81"/>
            <p:cNvSpPr>
              <a:spLocks/>
            </p:cNvSpPr>
            <p:nvPr/>
          </p:nvSpPr>
          <p:spPr bwMode="auto">
            <a:xfrm>
              <a:off x="3830926" y="5186908"/>
              <a:ext cx="104736" cy="263079"/>
            </a:xfrm>
            <a:custGeom>
              <a:avLst/>
              <a:gdLst>
                <a:gd name="T0" fmla="*/ 52368 w 21600"/>
                <a:gd name="T1" fmla="*/ 131540 h 21600"/>
                <a:gd name="T2" fmla="*/ 52368 w 21600"/>
                <a:gd name="T3" fmla="*/ 131540 h 21600"/>
                <a:gd name="T4" fmla="*/ 52368 w 21600"/>
                <a:gd name="T5" fmla="*/ 131540 h 21600"/>
                <a:gd name="T6" fmla="*/ 52368 w 21600"/>
                <a:gd name="T7" fmla="*/ 1315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61" y="21599"/>
                  </a:moveTo>
                  <a:lnTo>
                    <a:pt x="15784" y="20310"/>
                  </a:lnTo>
                  <a:lnTo>
                    <a:pt x="15784" y="15474"/>
                  </a:lnTo>
                  <a:lnTo>
                    <a:pt x="19107" y="15474"/>
                  </a:lnTo>
                  <a:lnTo>
                    <a:pt x="19107" y="10638"/>
                  </a:lnTo>
                  <a:lnTo>
                    <a:pt x="12461" y="10638"/>
                  </a:lnTo>
                  <a:lnTo>
                    <a:pt x="12461" y="4835"/>
                  </a:lnTo>
                  <a:lnTo>
                    <a:pt x="15784" y="4835"/>
                  </a:lnTo>
                  <a:lnTo>
                    <a:pt x="15784" y="6125"/>
                  </a:lnTo>
                  <a:lnTo>
                    <a:pt x="19107" y="6125"/>
                  </a:lnTo>
                  <a:lnTo>
                    <a:pt x="19107" y="1289"/>
                  </a:lnTo>
                  <a:lnTo>
                    <a:pt x="21599" y="0"/>
                  </a:lnTo>
                  <a:lnTo>
                    <a:pt x="19107" y="0"/>
                  </a:lnTo>
                  <a:lnTo>
                    <a:pt x="19107" y="1289"/>
                  </a:lnTo>
                  <a:lnTo>
                    <a:pt x="12461" y="1289"/>
                  </a:lnTo>
                  <a:lnTo>
                    <a:pt x="9138" y="2256"/>
                  </a:lnTo>
                  <a:lnTo>
                    <a:pt x="6646" y="6125"/>
                  </a:lnTo>
                  <a:lnTo>
                    <a:pt x="0" y="10638"/>
                  </a:lnTo>
                  <a:lnTo>
                    <a:pt x="3323" y="11928"/>
                  </a:lnTo>
                  <a:lnTo>
                    <a:pt x="6646" y="14507"/>
                  </a:lnTo>
                  <a:lnTo>
                    <a:pt x="9138" y="16764"/>
                  </a:lnTo>
                  <a:lnTo>
                    <a:pt x="12461" y="19020"/>
                  </a:lnTo>
                  <a:lnTo>
                    <a:pt x="9138" y="20310"/>
                  </a:lnTo>
                  <a:lnTo>
                    <a:pt x="12461"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4" name="AutoShape 82"/>
            <p:cNvSpPr>
              <a:spLocks/>
            </p:cNvSpPr>
            <p:nvPr/>
          </p:nvSpPr>
          <p:spPr bwMode="auto">
            <a:xfrm>
              <a:off x="3923576" y="5186908"/>
              <a:ext cx="28200" cy="58900"/>
            </a:xfrm>
            <a:custGeom>
              <a:avLst/>
              <a:gdLst>
                <a:gd name="T0" fmla="*/ 14100 w 21600"/>
                <a:gd name="T1" fmla="*/ 29450 h 21600"/>
                <a:gd name="T2" fmla="*/ 14100 w 21600"/>
                <a:gd name="T3" fmla="*/ 29450 h 21600"/>
                <a:gd name="T4" fmla="*/ 14100 w 21600"/>
                <a:gd name="T5" fmla="*/ 29450 h 21600"/>
                <a:gd name="T6" fmla="*/ 14100 w 21600"/>
                <a:gd name="T7" fmla="*/ 29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0" y="5759"/>
                  </a:lnTo>
                  <a:lnTo>
                    <a:pt x="9257" y="0"/>
                  </a:lnTo>
                  <a:lnTo>
                    <a:pt x="9257" y="5759"/>
                  </a:lnTo>
                  <a:lnTo>
                    <a:pt x="21599" y="15839"/>
                  </a:lnTo>
                  <a:lnTo>
                    <a:pt x="9257" y="15839"/>
                  </a:lnTo>
                  <a:lnTo>
                    <a:pt x="9257" y="21599"/>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5" name="AutoShape 83"/>
            <p:cNvSpPr>
              <a:spLocks/>
            </p:cNvSpPr>
            <p:nvPr/>
          </p:nvSpPr>
          <p:spPr bwMode="auto">
            <a:xfrm>
              <a:off x="3891342" y="5245805"/>
              <a:ext cx="32227" cy="70677"/>
            </a:xfrm>
            <a:custGeom>
              <a:avLst/>
              <a:gdLst>
                <a:gd name="T0" fmla="*/ 16114 w 21600"/>
                <a:gd name="T1" fmla="*/ 35339 h 21600"/>
                <a:gd name="T2" fmla="*/ 16114 w 21600"/>
                <a:gd name="T3" fmla="*/ 35339 h 21600"/>
                <a:gd name="T4" fmla="*/ 16114 w 21600"/>
                <a:gd name="T5" fmla="*/ 35339 h 21600"/>
                <a:gd name="T6" fmla="*/ 16114 w 21600"/>
                <a:gd name="T7" fmla="*/ 353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600"/>
                  </a:moveTo>
                  <a:lnTo>
                    <a:pt x="0" y="21600"/>
                  </a:lnTo>
                  <a:lnTo>
                    <a:pt x="0" y="0"/>
                  </a:lnTo>
                  <a:lnTo>
                    <a:pt x="10800" y="0"/>
                  </a:lnTo>
                  <a:lnTo>
                    <a:pt x="10800" y="4799"/>
                  </a:lnTo>
                  <a:lnTo>
                    <a:pt x="21600" y="4799"/>
                  </a:lnTo>
                  <a:lnTo>
                    <a:pt x="216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6" name="AutoShape 84"/>
            <p:cNvSpPr>
              <a:spLocks/>
            </p:cNvSpPr>
            <p:nvPr/>
          </p:nvSpPr>
          <p:spPr bwMode="auto">
            <a:xfrm>
              <a:off x="3891348" y="5112304"/>
              <a:ext cx="76539" cy="90312"/>
            </a:xfrm>
            <a:custGeom>
              <a:avLst/>
              <a:gdLst>
                <a:gd name="T0" fmla="*/ 38270 w 21600"/>
                <a:gd name="T1" fmla="*/ 45156 h 21600"/>
                <a:gd name="T2" fmla="*/ 38270 w 21600"/>
                <a:gd name="T3" fmla="*/ 45156 h 21600"/>
                <a:gd name="T4" fmla="*/ 38270 w 21600"/>
                <a:gd name="T5" fmla="*/ 45156 h 21600"/>
                <a:gd name="T6" fmla="*/ 38270 w 21600"/>
                <a:gd name="T7" fmla="*/ 451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9094" y="21599"/>
                  </a:lnTo>
                  <a:lnTo>
                    <a:pt x="9094" y="17843"/>
                  </a:lnTo>
                  <a:lnTo>
                    <a:pt x="12505" y="17843"/>
                  </a:lnTo>
                  <a:lnTo>
                    <a:pt x="12505" y="14086"/>
                  </a:lnTo>
                  <a:lnTo>
                    <a:pt x="17052" y="11269"/>
                  </a:lnTo>
                  <a:lnTo>
                    <a:pt x="21599" y="11269"/>
                  </a:lnTo>
                  <a:lnTo>
                    <a:pt x="21599" y="3756"/>
                  </a:lnTo>
                  <a:lnTo>
                    <a:pt x="17052" y="3756"/>
                  </a:lnTo>
                  <a:lnTo>
                    <a:pt x="17052" y="0"/>
                  </a:lnTo>
                  <a:lnTo>
                    <a:pt x="9094" y="0"/>
                  </a:lnTo>
                  <a:lnTo>
                    <a:pt x="4547" y="11269"/>
                  </a:lnTo>
                  <a:lnTo>
                    <a:pt x="4547" y="14086"/>
                  </a:lnTo>
                  <a:lnTo>
                    <a:pt x="0" y="17843"/>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7" name="AutoShape 85"/>
            <p:cNvSpPr>
              <a:spLocks/>
            </p:cNvSpPr>
            <p:nvPr/>
          </p:nvSpPr>
          <p:spPr bwMode="auto">
            <a:xfrm>
              <a:off x="3891345" y="5186908"/>
              <a:ext cx="269900" cy="290563"/>
            </a:xfrm>
            <a:custGeom>
              <a:avLst/>
              <a:gdLst>
                <a:gd name="T0" fmla="*/ 134950 w 21600"/>
                <a:gd name="T1" fmla="*/ 145282 h 21600"/>
                <a:gd name="T2" fmla="*/ 134950 w 21600"/>
                <a:gd name="T3" fmla="*/ 145282 h 21600"/>
                <a:gd name="T4" fmla="*/ 134950 w 21600"/>
                <a:gd name="T5" fmla="*/ 145282 h 21600"/>
                <a:gd name="T6" fmla="*/ 134950 w 21600"/>
                <a:gd name="T7" fmla="*/ 145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9" y="18389"/>
                  </a:moveTo>
                  <a:lnTo>
                    <a:pt x="1289" y="14010"/>
                  </a:lnTo>
                  <a:lnTo>
                    <a:pt x="2579" y="14010"/>
                  </a:lnTo>
                  <a:lnTo>
                    <a:pt x="2579" y="4378"/>
                  </a:lnTo>
                  <a:lnTo>
                    <a:pt x="3546" y="4378"/>
                  </a:lnTo>
                  <a:lnTo>
                    <a:pt x="3546" y="3210"/>
                  </a:lnTo>
                  <a:lnTo>
                    <a:pt x="4835" y="3210"/>
                  </a:lnTo>
                  <a:lnTo>
                    <a:pt x="6125" y="4378"/>
                  </a:lnTo>
                  <a:lnTo>
                    <a:pt x="7092" y="5545"/>
                  </a:lnTo>
                  <a:lnTo>
                    <a:pt x="8382" y="5545"/>
                  </a:lnTo>
                  <a:lnTo>
                    <a:pt x="19020" y="0"/>
                  </a:lnTo>
                  <a:lnTo>
                    <a:pt x="21600" y="5545"/>
                  </a:lnTo>
                  <a:lnTo>
                    <a:pt x="19020" y="7589"/>
                  </a:lnTo>
                  <a:lnTo>
                    <a:pt x="11928" y="8756"/>
                  </a:lnTo>
                  <a:lnTo>
                    <a:pt x="18053" y="14010"/>
                  </a:lnTo>
                  <a:lnTo>
                    <a:pt x="15474" y="16345"/>
                  </a:lnTo>
                  <a:lnTo>
                    <a:pt x="15474" y="18389"/>
                  </a:lnTo>
                  <a:lnTo>
                    <a:pt x="10638" y="18389"/>
                  </a:lnTo>
                  <a:lnTo>
                    <a:pt x="7092" y="21599"/>
                  </a:lnTo>
                  <a:lnTo>
                    <a:pt x="2579" y="20724"/>
                  </a:lnTo>
                  <a:lnTo>
                    <a:pt x="0" y="20724"/>
                  </a:lnTo>
                  <a:lnTo>
                    <a:pt x="1289" y="19556"/>
                  </a:lnTo>
                  <a:lnTo>
                    <a:pt x="1289" y="183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8" name="AutoShape 86"/>
            <p:cNvSpPr>
              <a:spLocks/>
            </p:cNvSpPr>
            <p:nvPr/>
          </p:nvSpPr>
          <p:spPr bwMode="auto">
            <a:xfrm>
              <a:off x="3891342" y="5261512"/>
              <a:ext cx="1373656" cy="1016967"/>
            </a:xfrm>
            <a:custGeom>
              <a:avLst/>
              <a:gdLst>
                <a:gd name="T0" fmla="*/ 686828 w 21600"/>
                <a:gd name="T1" fmla="*/ 508484 h 21600"/>
                <a:gd name="T2" fmla="*/ 686828 w 21600"/>
                <a:gd name="T3" fmla="*/ 508484 h 21600"/>
                <a:gd name="T4" fmla="*/ 686828 w 21600"/>
                <a:gd name="T5" fmla="*/ 508484 h 21600"/>
                <a:gd name="T6" fmla="*/ 686828 w 21600"/>
                <a:gd name="T7" fmla="*/ 5084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872" y="4586"/>
                  </a:moveTo>
                  <a:lnTo>
                    <a:pt x="13112" y="4920"/>
                  </a:lnTo>
                  <a:lnTo>
                    <a:pt x="13112" y="4586"/>
                  </a:lnTo>
                  <a:lnTo>
                    <a:pt x="12225" y="4336"/>
                  </a:lnTo>
                  <a:lnTo>
                    <a:pt x="10071" y="4336"/>
                  </a:lnTo>
                  <a:lnTo>
                    <a:pt x="5194" y="250"/>
                  </a:lnTo>
                  <a:lnTo>
                    <a:pt x="4243" y="0"/>
                  </a:lnTo>
                  <a:lnTo>
                    <a:pt x="3737" y="583"/>
                  </a:lnTo>
                  <a:lnTo>
                    <a:pt x="2343" y="917"/>
                  </a:lnTo>
                  <a:lnTo>
                    <a:pt x="3547" y="2418"/>
                  </a:lnTo>
                  <a:lnTo>
                    <a:pt x="3040" y="3085"/>
                  </a:lnTo>
                  <a:lnTo>
                    <a:pt x="3040" y="3669"/>
                  </a:lnTo>
                  <a:lnTo>
                    <a:pt x="2090" y="3669"/>
                  </a:lnTo>
                  <a:lnTo>
                    <a:pt x="1393" y="4586"/>
                  </a:lnTo>
                  <a:lnTo>
                    <a:pt x="506" y="4336"/>
                  </a:lnTo>
                  <a:lnTo>
                    <a:pt x="0" y="4336"/>
                  </a:lnTo>
                  <a:lnTo>
                    <a:pt x="0" y="5504"/>
                  </a:lnTo>
                  <a:lnTo>
                    <a:pt x="253" y="5837"/>
                  </a:lnTo>
                  <a:lnTo>
                    <a:pt x="253" y="5504"/>
                  </a:lnTo>
                  <a:lnTo>
                    <a:pt x="950" y="6421"/>
                  </a:lnTo>
                  <a:lnTo>
                    <a:pt x="950" y="6755"/>
                  </a:lnTo>
                  <a:lnTo>
                    <a:pt x="1203" y="7088"/>
                  </a:lnTo>
                  <a:lnTo>
                    <a:pt x="1393" y="7422"/>
                  </a:lnTo>
                  <a:lnTo>
                    <a:pt x="1646" y="8006"/>
                  </a:lnTo>
                  <a:lnTo>
                    <a:pt x="2090" y="8589"/>
                  </a:lnTo>
                  <a:lnTo>
                    <a:pt x="2090" y="8923"/>
                  </a:lnTo>
                  <a:lnTo>
                    <a:pt x="2343" y="8923"/>
                  </a:lnTo>
                  <a:lnTo>
                    <a:pt x="2597" y="9590"/>
                  </a:lnTo>
                  <a:lnTo>
                    <a:pt x="2850" y="9590"/>
                  </a:lnTo>
                  <a:lnTo>
                    <a:pt x="2850" y="10508"/>
                  </a:lnTo>
                  <a:lnTo>
                    <a:pt x="3040" y="10758"/>
                  </a:lnTo>
                  <a:lnTo>
                    <a:pt x="3547" y="10758"/>
                  </a:lnTo>
                  <a:lnTo>
                    <a:pt x="3737" y="11091"/>
                  </a:lnTo>
                  <a:lnTo>
                    <a:pt x="4243" y="11759"/>
                  </a:lnTo>
                  <a:lnTo>
                    <a:pt x="4243" y="12009"/>
                  </a:lnTo>
                  <a:lnTo>
                    <a:pt x="4434" y="12342"/>
                  </a:lnTo>
                  <a:lnTo>
                    <a:pt x="4687" y="12676"/>
                  </a:lnTo>
                  <a:lnTo>
                    <a:pt x="4687" y="14511"/>
                  </a:lnTo>
                  <a:lnTo>
                    <a:pt x="4940" y="14844"/>
                  </a:lnTo>
                  <a:lnTo>
                    <a:pt x="4940" y="15094"/>
                  </a:lnTo>
                  <a:lnTo>
                    <a:pt x="5637" y="16012"/>
                  </a:lnTo>
                  <a:lnTo>
                    <a:pt x="5890" y="16012"/>
                  </a:lnTo>
                  <a:lnTo>
                    <a:pt x="6080" y="16345"/>
                  </a:lnTo>
                  <a:lnTo>
                    <a:pt x="6587" y="16679"/>
                  </a:lnTo>
                  <a:lnTo>
                    <a:pt x="6777" y="17013"/>
                  </a:lnTo>
                  <a:lnTo>
                    <a:pt x="7031" y="18180"/>
                  </a:lnTo>
                  <a:lnTo>
                    <a:pt x="7284" y="18180"/>
                  </a:lnTo>
                  <a:lnTo>
                    <a:pt x="7284" y="18514"/>
                  </a:lnTo>
                  <a:lnTo>
                    <a:pt x="8234" y="19431"/>
                  </a:lnTo>
                  <a:lnTo>
                    <a:pt x="8424" y="20098"/>
                  </a:lnTo>
                  <a:lnTo>
                    <a:pt x="8678" y="20098"/>
                  </a:lnTo>
                  <a:lnTo>
                    <a:pt x="8931" y="21016"/>
                  </a:lnTo>
                  <a:lnTo>
                    <a:pt x="9184" y="21016"/>
                  </a:lnTo>
                  <a:lnTo>
                    <a:pt x="9374" y="20682"/>
                  </a:lnTo>
                  <a:lnTo>
                    <a:pt x="9628" y="20349"/>
                  </a:lnTo>
                  <a:lnTo>
                    <a:pt x="9374" y="20098"/>
                  </a:lnTo>
                  <a:lnTo>
                    <a:pt x="9628" y="19431"/>
                  </a:lnTo>
                  <a:lnTo>
                    <a:pt x="9881" y="19431"/>
                  </a:lnTo>
                  <a:lnTo>
                    <a:pt x="10071" y="19765"/>
                  </a:lnTo>
                  <a:lnTo>
                    <a:pt x="10768" y="19765"/>
                  </a:lnTo>
                  <a:lnTo>
                    <a:pt x="11718" y="20098"/>
                  </a:lnTo>
                  <a:lnTo>
                    <a:pt x="12668" y="20682"/>
                  </a:lnTo>
                  <a:lnTo>
                    <a:pt x="12668" y="21599"/>
                  </a:lnTo>
                  <a:lnTo>
                    <a:pt x="14568" y="18847"/>
                  </a:lnTo>
                  <a:lnTo>
                    <a:pt x="21346" y="16345"/>
                  </a:lnTo>
                  <a:lnTo>
                    <a:pt x="21600" y="13593"/>
                  </a:lnTo>
                  <a:lnTo>
                    <a:pt x="21346" y="12676"/>
                  </a:lnTo>
                  <a:lnTo>
                    <a:pt x="20903" y="12926"/>
                  </a:lnTo>
                  <a:lnTo>
                    <a:pt x="17862" y="12342"/>
                  </a:lnTo>
                  <a:lnTo>
                    <a:pt x="17609" y="11425"/>
                  </a:lnTo>
                  <a:lnTo>
                    <a:pt x="17356" y="11091"/>
                  </a:lnTo>
                  <a:lnTo>
                    <a:pt x="17356" y="10174"/>
                  </a:lnTo>
                  <a:lnTo>
                    <a:pt x="17102" y="10174"/>
                  </a:lnTo>
                  <a:lnTo>
                    <a:pt x="16659" y="9840"/>
                  </a:lnTo>
                  <a:lnTo>
                    <a:pt x="16405" y="9590"/>
                  </a:lnTo>
                  <a:lnTo>
                    <a:pt x="16405" y="9257"/>
                  </a:lnTo>
                  <a:lnTo>
                    <a:pt x="15962" y="8339"/>
                  </a:lnTo>
                  <a:lnTo>
                    <a:pt x="15709" y="8339"/>
                  </a:lnTo>
                  <a:lnTo>
                    <a:pt x="15709" y="7422"/>
                  </a:lnTo>
                  <a:lnTo>
                    <a:pt x="15455" y="7088"/>
                  </a:lnTo>
                  <a:lnTo>
                    <a:pt x="15012" y="6421"/>
                  </a:lnTo>
                  <a:lnTo>
                    <a:pt x="14758" y="6171"/>
                  </a:lnTo>
                  <a:lnTo>
                    <a:pt x="15012" y="6171"/>
                  </a:lnTo>
                  <a:lnTo>
                    <a:pt x="14758" y="6171"/>
                  </a:lnTo>
                  <a:lnTo>
                    <a:pt x="14315" y="5837"/>
                  </a:lnTo>
                  <a:lnTo>
                    <a:pt x="14062" y="5254"/>
                  </a:lnTo>
                  <a:lnTo>
                    <a:pt x="14062" y="4920"/>
                  </a:lnTo>
                  <a:lnTo>
                    <a:pt x="13872" y="4920"/>
                  </a:lnTo>
                  <a:lnTo>
                    <a:pt x="13872" y="4586"/>
                  </a:lnTo>
                  <a:lnTo>
                    <a:pt x="13872" y="4920"/>
                  </a:lnTo>
                  <a:lnTo>
                    <a:pt x="13872" y="458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9" name="AutoShape 87"/>
            <p:cNvSpPr>
              <a:spLocks/>
            </p:cNvSpPr>
            <p:nvPr/>
          </p:nvSpPr>
          <p:spPr bwMode="auto">
            <a:xfrm>
              <a:off x="4950794" y="5638454"/>
              <a:ext cx="44313" cy="102089"/>
            </a:xfrm>
            <a:custGeom>
              <a:avLst/>
              <a:gdLst>
                <a:gd name="T0" fmla="*/ 22157 w 21600"/>
                <a:gd name="T1" fmla="*/ 51045 h 21600"/>
                <a:gd name="T2" fmla="*/ 22157 w 21600"/>
                <a:gd name="T3" fmla="*/ 51045 h 21600"/>
                <a:gd name="T4" fmla="*/ 22157 w 21600"/>
                <a:gd name="T5" fmla="*/ 51045 h 21600"/>
                <a:gd name="T6" fmla="*/ 22157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21599"/>
                  </a:moveTo>
                  <a:lnTo>
                    <a:pt x="0" y="18276"/>
                  </a:lnTo>
                  <a:lnTo>
                    <a:pt x="0" y="3323"/>
                  </a:lnTo>
                  <a:lnTo>
                    <a:pt x="7854" y="3323"/>
                  </a:lnTo>
                  <a:lnTo>
                    <a:pt x="7854" y="0"/>
                  </a:lnTo>
                  <a:lnTo>
                    <a:pt x="13745" y="3323"/>
                  </a:lnTo>
                  <a:lnTo>
                    <a:pt x="21599" y="3323"/>
                  </a:lnTo>
                  <a:lnTo>
                    <a:pt x="13745" y="9138"/>
                  </a:lnTo>
                  <a:lnTo>
                    <a:pt x="13745" y="12461"/>
                  </a:lnTo>
                  <a:lnTo>
                    <a:pt x="21599" y="12461"/>
                  </a:lnTo>
                  <a:lnTo>
                    <a:pt x="21599" y="21599"/>
                  </a:lnTo>
                  <a:lnTo>
                    <a:pt x="137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0" name="AutoShape 88"/>
            <p:cNvSpPr>
              <a:spLocks/>
            </p:cNvSpPr>
            <p:nvPr/>
          </p:nvSpPr>
          <p:spPr bwMode="auto">
            <a:xfrm>
              <a:off x="4995105" y="5654162"/>
              <a:ext cx="330323" cy="215959"/>
            </a:xfrm>
            <a:custGeom>
              <a:avLst/>
              <a:gdLst>
                <a:gd name="T0" fmla="*/ 165162 w 21600"/>
                <a:gd name="T1" fmla="*/ 107980 h 21600"/>
                <a:gd name="T2" fmla="*/ 165162 w 21600"/>
                <a:gd name="T3" fmla="*/ 107980 h 21600"/>
                <a:gd name="T4" fmla="*/ 165162 w 21600"/>
                <a:gd name="T5" fmla="*/ 107980 h 21600"/>
                <a:gd name="T6" fmla="*/ 165162 w 21600"/>
                <a:gd name="T7" fmla="*/ 1079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10"/>
                  </a:moveTo>
                  <a:lnTo>
                    <a:pt x="0" y="12960"/>
                  </a:lnTo>
                  <a:lnTo>
                    <a:pt x="1053" y="14530"/>
                  </a:lnTo>
                  <a:lnTo>
                    <a:pt x="2107" y="18850"/>
                  </a:lnTo>
                  <a:lnTo>
                    <a:pt x="14751" y="21600"/>
                  </a:lnTo>
                  <a:lnTo>
                    <a:pt x="16595" y="20421"/>
                  </a:lnTo>
                  <a:lnTo>
                    <a:pt x="20546" y="4319"/>
                  </a:lnTo>
                  <a:lnTo>
                    <a:pt x="21599" y="4319"/>
                  </a:lnTo>
                  <a:lnTo>
                    <a:pt x="20546" y="2749"/>
                  </a:lnTo>
                  <a:lnTo>
                    <a:pt x="20546" y="1178"/>
                  </a:lnTo>
                  <a:lnTo>
                    <a:pt x="20546" y="2749"/>
                  </a:lnTo>
                  <a:lnTo>
                    <a:pt x="20546" y="1178"/>
                  </a:lnTo>
                  <a:lnTo>
                    <a:pt x="19492" y="1178"/>
                  </a:lnTo>
                  <a:lnTo>
                    <a:pt x="19492" y="0"/>
                  </a:lnTo>
                  <a:lnTo>
                    <a:pt x="18439" y="1178"/>
                  </a:lnTo>
                  <a:lnTo>
                    <a:pt x="16595" y="2749"/>
                  </a:lnTo>
                  <a:lnTo>
                    <a:pt x="16595" y="4319"/>
                  </a:lnTo>
                  <a:lnTo>
                    <a:pt x="13697" y="7069"/>
                  </a:lnTo>
                  <a:lnTo>
                    <a:pt x="13697" y="8640"/>
                  </a:lnTo>
                  <a:lnTo>
                    <a:pt x="12643" y="10210"/>
                  </a:lnTo>
                  <a:lnTo>
                    <a:pt x="11853" y="10210"/>
                  </a:lnTo>
                  <a:lnTo>
                    <a:pt x="11853" y="11389"/>
                  </a:lnTo>
                  <a:lnTo>
                    <a:pt x="9746" y="11389"/>
                  </a:lnTo>
                  <a:lnTo>
                    <a:pt x="8692" y="12960"/>
                  </a:lnTo>
                  <a:lnTo>
                    <a:pt x="8692" y="11389"/>
                  </a:lnTo>
                  <a:lnTo>
                    <a:pt x="5004" y="11389"/>
                  </a:lnTo>
                  <a:lnTo>
                    <a:pt x="2897" y="12960"/>
                  </a:lnTo>
                  <a:lnTo>
                    <a:pt x="1053" y="12960"/>
                  </a:lnTo>
                  <a:lnTo>
                    <a:pt x="1053" y="11389"/>
                  </a:lnTo>
                  <a:lnTo>
                    <a:pt x="0" y="10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1" name="AutoShape 89"/>
            <p:cNvSpPr>
              <a:spLocks/>
            </p:cNvSpPr>
            <p:nvPr/>
          </p:nvSpPr>
          <p:spPr bwMode="auto">
            <a:xfrm>
              <a:off x="551878" y="5230097"/>
              <a:ext cx="28201" cy="15709"/>
            </a:xfrm>
            <a:custGeom>
              <a:avLst/>
              <a:gdLst>
                <a:gd name="T0" fmla="*/ 14101 w 21600"/>
                <a:gd name="T1" fmla="*/ 7855 h 21600"/>
                <a:gd name="T2" fmla="*/ 14101 w 21600"/>
                <a:gd name="T3" fmla="*/ 7855 h 21600"/>
                <a:gd name="T4" fmla="*/ 14101 w 21600"/>
                <a:gd name="T5" fmla="*/ 7855 h 21600"/>
                <a:gd name="T6" fmla="*/ 14101 w 21600"/>
                <a:gd name="T7" fmla="*/ 7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599"/>
                  </a:moveTo>
                  <a:cubicBezTo>
                    <a:pt x="10800" y="21599"/>
                    <a:pt x="10800" y="21599"/>
                    <a:pt x="10800" y="21599"/>
                  </a:cubicBezTo>
                  <a:cubicBezTo>
                    <a:pt x="0" y="0"/>
                    <a:pt x="0" y="0"/>
                    <a:pt x="0" y="0"/>
                  </a:cubicBezTo>
                  <a:cubicBezTo>
                    <a:pt x="21599" y="0"/>
                    <a:pt x="21599" y="0"/>
                    <a:pt x="21599" y="0"/>
                  </a:cubicBezTo>
                  <a:cubicBezTo>
                    <a:pt x="21599" y="21599"/>
                    <a:pt x="21599" y="21599"/>
                    <a:pt x="21599" y="21599"/>
                  </a:cubicBezTo>
                  <a:cubicBezTo>
                    <a:pt x="21599" y="21599"/>
                    <a:pt x="10800" y="21599"/>
                    <a:pt x="10800" y="21599"/>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2" name="AutoShape 90"/>
            <p:cNvSpPr>
              <a:spLocks/>
            </p:cNvSpPr>
            <p:nvPr/>
          </p:nvSpPr>
          <p:spPr bwMode="auto">
            <a:xfrm>
              <a:off x="491456" y="5477467"/>
              <a:ext cx="298097" cy="86385"/>
            </a:xfrm>
            <a:custGeom>
              <a:avLst/>
              <a:gdLst>
                <a:gd name="T0" fmla="*/ 149049 w 21600"/>
                <a:gd name="T1" fmla="*/ 43193 h 21600"/>
                <a:gd name="T2" fmla="*/ 149049 w 21600"/>
                <a:gd name="T3" fmla="*/ 43193 h 21600"/>
                <a:gd name="T4" fmla="*/ 149049 w 21600"/>
                <a:gd name="T5" fmla="*/ 43193 h 21600"/>
                <a:gd name="T6" fmla="*/ 149049 w 21600"/>
                <a:gd name="T7" fmla="*/ 431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240" y="14400"/>
                  </a:moveTo>
                  <a:cubicBezTo>
                    <a:pt x="3240" y="14400"/>
                    <a:pt x="3240" y="14400"/>
                    <a:pt x="3240" y="14400"/>
                  </a:cubicBezTo>
                  <a:cubicBezTo>
                    <a:pt x="3240" y="14400"/>
                    <a:pt x="3240" y="14400"/>
                    <a:pt x="3240" y="14400"/>
                  </a:cubicBezTo>
                  <a:cubicBezTo>
                    <a:pt x="4320" y="14400"/>
                    <a:pt x="4320" y="14400"/>
                    <a:pt x="4320" y="14400"/>
                  </a:cubicBezTo>
                  <a:cubicBezTo>
                    <a:pt x="4320" y="14400"/>
                    <a:pt x="4320" y="14400"/>
                    <a:pt x="4320" y="14400"/>
                  </a:cubicBezTo>
                  <a:cubicBezTo>
                    <a:pt x="4320" y="14400"/>
                    <a:pt x="3240" y="14400"/>
                    <a:pt x="3240" y="14400"/>
                  </a:cubicBezTo>
                  <a:close/>
                  <a:moveTo>
                    <a:pt x="0" y="21599"/>
                  </a:moveTo>
                  <a:cubicBezTo>
                    <a:pt x="0" y="21599"/>
                    <a:pt x="0" y="21599"/>
                    <a:pt x="0" y="21599"/>
                  </a:cubicBezTo>
                  <a:cubicBezTo>
                    <a:pt x="0" y="17999"/>
                    <a:pt x="0" y="17999"/>
                    <a:pt x="0" y="17999"/>
                  </a:cubicBezTo>
                  <a:cubicBezTo>
                    <a:pt x="1080" y="17999"/>
                    <a:pt x="1080" y="17999"/>
                    <a:pt x="1080" y="17999"/>
                  </a:cubicBezTo>
                  <a:cubicBezTo>
                    <a:pt x="1080" y="21599"/>
                    <a:pt x="1080" y="21599"/>
                    <a:pt x="1080" y="21599"/>
                  </a:cubicBezTo>
                  <a:cubicBezTo>
                    <a:pt x="0" y="21599"/>
                    <a:pt x="0" y="21599"/>
                    <a:pt x="0" y="21599"/>
                  </a:cubicBezTo>
                  <a:cubicBezTo>
                    <a:pt x="0" y="21599"/>
                    <a:pt x="0" y="21599"/>
                    <a:pt x="0" y="21599"/>
                  </a:cubicBezTo>
                  <a:close/>
                  <a:moveTo>
                    <a:pt x="1080" y="10800"/>
                  </a:moveTo>
                  <a:cubicBezTo>
                    <a:pt x="1080" y="7200"/>
                    <a:pt x="1080" y="7200"/>
                    <a:pt x="1080" y="7200"/>
                  </a:cubicBezTo>
                  <a:cubicBezTo>
                    <a:pt x="1080" y="3600"/>
                    <a:pt x="1080" y="3600"/>
                    <a:pt x="1080" y="3600"/>
                  </a:cubicBezTo>
                  <a:cubicBezTo>
                    <a:pt x="1080" y="3600"/>
                    <a:pt x="1080" y="3600"/>
                    <a:pt x="1080" y="3600"/>
                  </a:cubicBezTo>
                  <a:cubicBezTo>
                    <a:pt x="1080" y="3600"/>
                    <a:pt x="2160" y="3600"/>
                    <a:pt x="2160" y="3600"/>
                  </a:cubicBezTo>
                  <a:cubicBezTo>
                    <a:pt x="2160" y="7200"/>
                    <a:pt x="2160" y="7200"/>
                    <a:pt x="2160" y="7200"/>
                  </a:cubicBezTo>
                  <a:cubicBezTo>
                    <a:pt x="2160" y="7200"/>
                    <a:pt x="1080" y="10800"/>
                    <a:pt x="1080" y="10800"/>
                  </a:cubicBezTo>
                  <a:close/>
                  <a:moveTo>
                    <a:pt x="8640" y="14400"/>
                  </a:moveTo>
                  <a:cubicBezTo>
                    <a:pt x="7559" y="14400"/>
                    <a:pt x="7559" y="14400"/>
                    <a:pt x="7559" y="14400"/>
                  </a:cubicBezTo>
                  <a:cubicBezTo>
                    <a:pt x="6479" y="17999"/>
                    <a:pt x="6479" y="17999"/>
                    <a:pt x="6479" y="17999"/>
                  </a:cubicBezTo>
                  <a:cubicBezTo>
                    <a:pt x="5400" y="14400"/>
                    <a:pt x="5400" y="14400"/>
                    <a:pt x="5400" y="14400"/>
                  </a:cubicBezTo>
                  <a:cubicBezTo>
                    <a:pt x="4320" y="14400"/>
                    <a:pt x="4320" y="14400"/>
                    <a:pt x="4320" y="14400"/>
                  </a:cubicBezTo>
                  <a:cubicBezTo>
                    <a:pt x="5400" y="10800"/>
                    <a:pt x="5400" y="10800"/>
                    <a:pt x="5400" y="10800"/>
                  </a:cubicBezTo>
                  <a:cubicBezTo>
                    <a:pt x="6479" y="10800"/>
                    <a:pt x="6479" y="10800"/>
                    <a:pt x="6479" y="10800"/>
                  </a:cubicBezTo>
                  <a:cubicBezTo>
                    <a:pt x="7559" y="10800"/>
                    <a:pt x="7559" y="10800"/>
                    <a:pt x="7559" y="10800"/>
                  </a:cubicBezTo>
                  <a:cubicBezTo>
                    <a:pt x="7559" y="10800"/>
                    <a:pt x="7559" y="10800"/>
                    <a:pt x="7559" y="10800"/>
                  </a:cubicBezTo>
                  <a:cubicBezTo>
                    <a:pt x="8640" y="10800"/>
                    <a:pt x="8640" y="10800"/>
                    <a:pt x="8640" y="10800"/>
                  </a:cubicBezTo>
                  <a:cubicBezTo>
                    <a:pt x="8640" y="14400"/>
                    <a:pt x="8640" y="14400"/>
                    <a:pt x="8640" y="14400"/>
                  </a:cubicBezTo>
                  <a:close/>
                  <a:moveTo>
                    <a:pt x="10800" y="14400"/>
                  </a:moveTo>
                  <a:cubicBezTo>
                    <a:pt x="9719" y="17999"/>
                    <a:pt x="9719" y="17999"/>
                    <a:pt x="9719" y="17999"/>
                  </a:cubicBezTo>
                  <a:cubicBezTo>
                    <a:pt x="10800" y="21599"/>
                    <a:pt x="10800" y="21599"/>
                    <a:pt x="10800" y="21599"/>
                  </a:cubicBezTo>
                  <a:cubicBezTo>
                    <a:pt x="11879" y="17999"/>
                    <a:pt x="11879" y="17999"/>
                    <a:pt x="11879" y="17999"/>
                  </a:cubicBezTo>
                  <a:cubicBezTo>
                    <a:pt x="12959" y="17999"/>
                    <a:pt x="12959" y="17999"/>
                    <a:pt x="12959" y="17999"/>
                  </a:cubicBezTo>
                  <a:cubicBezTo>
                    <a:pt x="11879" y="14400"/>
                    <a:pt x="11879" y="14400"/>
                    <a:pt x="11879" y="14400"/>
                  </a:cubicBezTo>
                  <a:cubicBezTo>
                    <a:pt x="11879" y="14400"/>
                    <a:pt x="11879" y="14400"/>
                    <a:pt x="11879" y="14400"/>
                  </a:cubicBezTo>
                  <a:cubicBezTo>
                    <a:pt x="10800" y="14400"/>
                    <a:pt x="10800" y="14400"/>
                    <a:pt x="10800" y="14400"/>
                  </a:cubicBezTo>
                  <a:close/>
                  <a:moveTo>
                    <a:pt x="19439" y="3600"/>
                  </a:moveTo>
                  <a:cubicBezTo>
                    <a:pt x="20519" y="0"/>
                    <a:pt x="20519" y="0"/>
                    <a:pt x="20519" y="0"/>
                  </a:cubicBezTo>
                  <a:cubicBezTo>
                    <a:pt x="20519" y="0"/>
                    <a:pt x="20519" y="0"/>
                    <a:pt x="20519" y="0"/>
                  </a:cubicBezTo>
                  <a:cubicBezTo>
                    <a:pt x="21599" y="0"/>
                    <a:pt x="21599" y="0"/>
                    <a:pt x="21599" y="0"/>
                  </a:cubicBezTo>
                  <a:cubicBezTo>
                    <a:pt x="20519" y="0"/>
                    <a:pt x="20519" y="0"/>
                    <a:pt x="20519" y="0"/>
                  </a:cubicBezTo>
                  <a:cubicBezTo>
                    <a:pt x="19439" y="3600"/>
                    <a:pt x="19439" y="3600"/>
                    <a:pt x="19439" y="3600"/>
                  </a:cubicBezTo>
                  <a:close/>
                  <a:moveTo>
                    <a:pt x="16199" y="14400"/>
                  </a:moveTo>
                  <a:cubicBezTo>
                    <a:pt x="17280" y="10800"/>
                    <a:pt x="17280" y="10800"/>
                    <a:pt x="17280" y="10800"/>
                  </a:cubicBezTo>
                  <a:cubicBezTo>
                    <a:pt x="17280" y="10800"/>
                    <a:pt x="17280" y="10800"/>
                    <a:pt x="17280" y="10800"/>
                  </a:cubicBezTo>
                  <a:cubicBezTo>
                    <a:pt x="19439" y="7200"/>
                    <a:pt x="19439" y="7200"/>
                    <a:pt x="19439" y="7200"/>
                  </a:cubicBezTo>
                  <a:cubicBezTo>
                    <a:pt x="19439" y="10800"/>
                    <a:pt x="19439" y="10800"/>
                    <a:pt x="19439" y="10800"/>
                  </a:cubicBezTo>
                  <a:cubicBezTo>
                    <a:pt x="18360" y="14400"/>
                    <a:pt x="18360" y="14400"/>
                    <a:pt x="18360" y="14400"/>
                  </a:cubicBezTo>
                  <a:cubicBezTo>
                    <a:pt x="17280" y="14400"/>
                    <a:pt x="17280" y="14400"/>
                    <a:pt x="17280" y="14400"/>
                  </a:cubicBezTo>
                  <a:lnTo>
                    <a:pt x="16199" y="14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3" name="AutoShape 91"/>
            <p:cNvSpPr>
              <a:spLocks/>
            </p:cNvSpPr>
            <p:nvPr/>
          </p:nvSpPr>
          <p:spPr bwMode="auto">
            <a:xfrm>
              <a:off x="0" y="6207798"/>
              <a:ext cx="161132" cy="129577"/>
            </a:xfrm>
            <a:custGeom>
              <a:avLst/>
              <a:gdLst>
                <a:gd name="T0" fmla="*/ 80566 w 21600"/>
                <a:gd name="T1" fmla="*/ 64789 h 21600"/>
                <a:gd name="T2" fmla="*/ 80566 w 21600"/>
                <a:gd name="T3" fmla="*/ 64789 h 21600"/>
                <a:gd name="T4" fmla="*/ 80566 w 21600"/>
                <a:gd name="T5" fmla="*/ 64789 h 21600"/>
                <a:gd name="T6" fmla="*/ 80566 w 21600"/>
                <a:gd name="T7" fmla="*/ 6478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399"/>
                  </a:moveTo>
                  <a:cubicBezTo>
                    <a:pt x="3927" y="0"/>
                    <a:pt x="3927" y="0"/>
                    <a:pt x="3927" y="0"/>
                  </a:cubicBezTo>
                  <a:cubicBezTo>
                    <a:pt x="1963" y="0"/>
                    <a:pt x="1963" y="0"/>
                    <a:pt x="1963" y="0"/>
                  </a:cubicBezTo>
                  <a:cubicBezTo>
                    <a:pt x="1963" y="0"/>
                    <a:pt x="1963" y="0"/>
                    <a:pt x="1963" y="0"/>
                  </a:cubicBezTo>
                  <a:cubicBezTo>
                    <a:pt x="0" y="0"/>
                    <a:pt x="0" y="0"/>
                    <a:pt x="0" y="0"/>
                  </a:cubicBezTo>
                  <a:cubicBezTo>
                    <a:pt x="0" y="0"/>
                    <a:pt x="0" y="0"/>
                    <a:pt x="0" y="0"/>
                  </a:cubicBezTo>
                  <a:cubicBezTo>
                    <a:pt x="0" y="0"/>
                    <a:pt x="0" y="0"/>
                    <a:pt x="0" y="0"/>
                  </a:cubicBezTo>
                  <a:cubicBezTo>
                    <a:pt x="0" y="0"/>
                    <a:pt x="1963" y="2399"/>
                    <a:pt x="1963" y="2399"/>
                  </a:cubicBezTo>
                  <a:close/>
                  <a:moveTo>
                    <a:pt x="3927" y="2399"/>
                  </a:moveTo>
                  <a:cubicBezTo>
                    <a:pt x="3927" y="2399"/>
                    <a:pt x="3927" y="2399"/>
                    <a:pt x="3927" y="2399"/>
                  </a:cubicBezTo>
                  <a:cubicBezTo>
                    <a:pt x="3927" y="0"/>
                    <a:pt x="3927" y="0"/>
                    <a:pt x="3927" y="0"/>
                  </a:cubicBezTo>
                  <a:cubicBezTo>
                    <a:pt x="3927" y="0"/>
                    <a:pt x="3927" y="0"/>
                    <a:pt x="3927" y="0"/>
                  </a:cubicBezTo>
                  <a:cubicBezTo>
                    <a:pt x="3927" y="2399"/>
                    <a:pt x="3927" y="2399"/>
                    <a:pt x="3927" y="2399"/>
                  </a:cubicBezTo>
                  <a:cubicBezTo>
                    <a:pt x="3927" y="2399"/>
                    <a:pt x="3927" y="2399"/>
                    <a:pt x="3927" y="2399"/>
                  </a:cubicBezTo>
                  <a:close/>
                  <a:moveTo>
                    <a:pt x="9818" y="4800"/>
                  </a:moveTo>
                  <a:cubicBezTo>
                    <a:pt x="9818" y="4800"/>
                    <a:pt x="9818" y="4800"/>
                    <a:pt x="9818" y="4800"/>
                  </a:cubicBezTo>
                  <a:cubicBezTo>
                    <a:pt x="9818" y="4800"/>
                    <a:pt x="9818" y="4800"/>
                    <a:pt x="9818" y="4800"/>
                  </a:cubicBezTo>
                  <a:cubicBezTo>
                    <a:pt x="7854" y="4800"/>
                    <a:pt x="7854" y="4800"/>
                    <a:pt x="7854" y="4800"/>
                  </a:cubicBezTo>
                  <a:cubicBezTo>
                    <a:pt x="7854" y="4800"/>
                    <a:pt x="7854" y="4800"/>
                    <a:pt x="7854" y="4800"/>
                  </a:cubicBezTo>
                  <a:cubicBezTo>
                    <a:pt x="9818" y="4800"/>
                    <a:pt x="9818" y="4800"/>
                    <a:pt x="9818" y="4800"/>
                  </a:cubicBezTo>
                  <a:cubicBezTo>
                    <a:pt x="9818" y="4800"/>
                    <a:pt x="9818" y="4800"/>
                    <a:pt x="9818" y="4800"/>
                  </a:cubicBezTo>
                  <a:cubicBezTo>
                    <a:pt x="9818" y="4800"/>
                    <a:pt x="9818" y="4800"/>
                    <a:pt x="9818" y="4800"/>
                  </a:cubicBezTo>
                  <a:cubicBezTo>
                    <a:pt x="9818" y="4800"/>
                    <a:pt x="9818" y="4800"/>
                    <a:pt x="9818" y="4800"/>
                  </a:cubicBezTo>
                  <a:close/>
                  <a:moveTo>
                    <a:pt x="13745" y="4800"/>
                  </a:moveTo>
                  <a:cubicBezTo>
                    <a:pt x="11781" y="4800"/>
                    <a:pt x="11781" y="4800"/>
                    <a:pt x="11781" y="4800"/>
                  </a:cubicBezTo>
                  <a:cubicBezTo>
                    <a:pt x="11781" y="4800"/>
                    <a:pt x="11781" y="4800"/>
                    <a:pt x="11781" y="4800"/>
                  </a:cubicBezTo>
                  <a:cubicBezTo>
                    <a:pt x="11781" y="4800"/>
                    <a:pt x="11781" y="4800"/>
                    <a:pt x="11781" y="4800"/>
                  </a:cubicBezTo>
                  <a:cubicBezTo>
                    <a:pt x="13745" y="4800"/>
                    <a:pt x="13745" y="4800"/>
                    <a:pt x="13745" y="4800"/>
                  </a:cubicBezTo>
                  <a:close/>
                  <a:moveTo>
                    <a:pt x="21599" y="4800"/>
                  </a:moveTo>
                  <a:cubicBezTo>
                    <a:pt x="19636" y="2399"/>
                    <a:pt x="19636" y="2399"/>
                    <a:pt x="19636" y="2399"/>
                  </a:cubicBezTo>
                  <a:cubicBezTo>
                    <a:pt x="21599" y="2399"/>
                    <a:pt x="21599" y="2399"/>
                    <a:pt x="21599" y="2399"/>
                  </a:cubicBezTo>
                  <a:cubicBezTo>
                    <a:pt x="21599" y="2399"/>
                    <a:pt x="21599" y="2399"/>
                    <a:pt x="21599" y="2399"/>
                  </a:cubicBezTo>
                  <a:cubicBezTo>
                    <a:pt x="21599" y="4800"/>
                    <a:pt x="21599" y="4800"/>
                    <a:pt x="21599" y="4800"/>
                  </a:cubicBezTo>
                  <a:close/>
                  <a:moveTo>
                    <a:pt x="19636" y="9600"/>
                  </a:moveTo>
                  <a:cubicBezTo>
                    <a:pt x="19636" y="9600"/>
                    <a:pt x="19636" y="9600"/>
                    <a:pt x="19636" y="9600"/>
                  </a:cubicBezTo>
                  <a:cubicBezTo>
                    <a:pt x="19636" y="7200"/>
                    <a:pt x="19636" y="7200"/>
                    <a:pt x="19636" y="7200"/>
                  </a:cubicBezTo>
                  <a:cubicBezTo>
                    <a:pt x="21599" y="9600"/>
                    <a:pt x="21599" y="9600"/>
                    <a:pt x="21599" y="9600"/>
                  </a:cubicBezTo>
                  <a:cubicBezTo>
                    <a:pt x="21599" y="9600"/>
                    <a:pt x="21599" y="9600"/>
                    <a:pt x="21599" y="9600"/>
                  </a:cubicBezTo>
                  <a:cubicBezTo>
                    <a:pt x="21599" y="9600"/>
                    <a:pt x="21599" y="9600"/>
                    <a:pt x="21599" y="9600"/>
                  </a:cubicBezTo>
                  <a:cubicBezTo>
                    <a:pt x="19636" y="9600"/>
                    <a:pt x="19636" y="9600"/>
                    <a:pt x="19636" y="9600"/>
                  </a:cubicBezTo>
                  <a:close/>
                  <a:moveTo>
                    <a:pt x="17672" y="19200"/>
                  </a:moveTo>
                  <a:cubicBezTo>
                    <a:pt x="17672" y="19200"/>
                    <a:pt x="17672" y="19200"/>
                    <a:pt x="17672" y="19200"/>
                  </a:cubicBezTo>
                  <a:cubicBezTo>
                    <a:pt x="17672" y="16800"/>
                    <a:pt x="17672" y="16800"/>
                    <a:pt x="17672" y="16800"/>
                  </a:cubicBezTo>
                  <a:cubicBezTo>
                    <a:pt x="19636" y="19200"/>
                    <a:pt x="19636" y="19200"/>
                    <a:pt x="19636" y="19200"/>
                  </a:cubicBezTo>
                  <a:cubicBezTo>
                    <a:pt x="17672" y="19200"/>
                    <a:pt x="17672" y="19200"/>
                    <a:pt x="17672" y="19200"/>
                  </a:cubicBezTo>
                  <a:close/>
                  <a:moveTo>
                    <a:pt x="13745" y="21600"/>
                  </a:moveTo>
                  <a:cubicBezTo>
                    <a:pt x="13745" y="19200"/>
                    <a:pt x="13745" y="19200"/>
                    <a:pt x="13745" y="19200"/>
                  </a:cubicBezTo>
                  <a:cubicBezTo>
                    <a:pt x="13745" y="16800"/>
                    <a:pt x="13745" y="16800"/>
                    <a:pt x="13745" y="16800"/>
                  </a:cubicBezTo>
                  <a:cubicBezTo>
                    <a:pt x="13745" y="19200"/>
                    <a:pt x="13745" y="19200"/>
                    <a:pt x="13745" y="19200"/>
                  </a:cubicBezTo>
                  <a:cubicBezTo>
                    <a:pt x="15709" y="21600"/>
                    <a:pt x="15709" y="21600"/>
                    <a:pt x="15709" y="21600"/>
                  </a:cubicBezTo>
                  <a:cubicBezTo>
                    <a:pt x="15709" y="21600"/>
                    <a:pt x="15709" y="21600"/>
                    <a:pt x="15709" y="21600"/>
                  </a:cubicBezTo>
                  <a:lnTo>
                    <a:pt x="1374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4" name="AutoShape 92"/>
            <p:cNvSpPr>
              <a:spLocks/>
            </p:cNvSpPr>
            <p:nvPr/>
          </p:nvSpPr>
          <p:spPr bwMode="auto">
            <a:xfrm>
              <a:off x="5055529" y="5622747"/>
              <a:ext cx="507566" cy="612534"/>
            </a:xfrm>
            <a:custGeom>
              <a:avLst/>
              <a:gdLst>
                <a:gd name="T0" fmla="*/ 253783 w 21600"/>
                <a:gd name="T1" fmla="*/ 306267 h 21600"/>
                <a:gd name="T2" fmla="*/ 253783 w 21600"/>
                <a:gd name="T3" fmla="*/ 306267 h 21600"/>
                <a:gd name="T4" fmla="*/ 253783 w 21600"/>
                <a:gd name="T5" fmla="*/ 306267 h 21600"/>
                <a:gd name="T6" fmla="*/ 253783 w 21600"/>
                <a:gd name="T7" fmla="*/ 3062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85" y="15923"/>
                  </a:moveTo>
                  <a:lnTo>
                    <a:pt x="8228" y="14400"/>
                  </a:lnTo>
                  <a:lnTo>
                    <a:pt x="8914" y="9830"/>
                  </a:lnTo>
                  <a:lnTo>
                    <a:pt x="8228" y="8307"/>
                  </a:lnTo>
                  <a:lnTo>
                    <a:pt x="10800" y="2630"/>
                  </a:lnTo>
                  <a:lnTo>
                    <a:pt x="11485" y="2630"/>
                  </a:lnTo>
                  <a:lnTo>
                    <a:pt x="11485" y="3600"/>
                  </a:lnTo>
                  <a:lnTo>
                    <a:pt x="11999" y="4707"/>
                  </a:lnTo>
                  <a:lnTo>
                    <a:pt x="11999" y="5123"/>
                  </a:lnTo>
                  <a:lnTo>
                    <a:pt x="13885" y="5676"/>
                  </a:lnTo>
                  <a:lnTo>
                    <a:pt x="14571" y="6230"/>
                  </a:lnTo>
                  <a:lnTo>
                    <a:pt x="15257" y="5676"/>
                  </a:lnTo>
                  <a:lnTo>
                    <a:pt x="16457" y="6230"/>
                  </a:lnTo>
                  <a:lnTo>
                    <a:pt x="17828" y="6230"/>
                  </a:lnTo>
                  <a:lnTo>
                    <a:pt x="18342" y="6784"/>
                  </a:lnTo>
                  <a:lnTo>
                    <a:pt x="19028" y="7200"/>
                  </a:lnTo>
                  <a:lnTo>
                    <a:pt x="19028" y="7753"/>
                  </a:lnTo>
                  <a:lnTo>
                    <a:pt x="19714" y="7753"/>
                  </a:lnTo>
                  <a:lnTo>
                    <a:pt x="20228" y="8723"/>
                  </a:lnTo>
                  <a:lnTo>
                    <a:pt x="21600" y="8723"/>
                  </a:lnTo>
                  <a:lnTo>
                    <a:pt x="20914" y="9276"/>
                  </a:lnTo>
                  <a:lnTo>
                    <a:pt x="20914" y="10384"/>
                  </a:lnTo>
                  <a:lnTo>
                    <a:pt x="19028" y="11907"/>
                  </a:lnTo>
                  <a:lnTo>
                    <a:pt x="19028" y="12323"/>
                  </a:lnTo>
                  <a:lnTo>
                    <a:pt x="18342" y="12323"/>
                  </a:lnTo>
                  <a:lnTo>
                    <a:pt x="18342" y="13430"/>
                  </a:lnTo>
                  <a:lnTo>
                    <a:pt x="17828" y="13430"/>
                  </a:lnTo>
                  <a:lnTo>
                    <a:pt x="17828" y="12876"/>
                  </a:lnTo>
                  <a:lnTo>
                    <a:pt x="17142" y="12876"/>
                  </a:lnTo>
                  <a:lnTo>
                    <a:pt x="17142" y="13430"/>
                  </a:lnTo>
                  <a:lnTo>
                    <a:pt x="16457" y="13430"/>
                  </a:lnTo>
                  <a:lnTo>
                    <a:pt x="17142" y="13430"/>
                  </a:lnTo>
                  <a:lnTo>
                    <a:pt x="16457" y="13846"/>
                  </a:lnTo>
                  <a:lnTo>
                    <a:pt x="15771" y="14400"/>
                  </a:lnTo>
                  <a:lnTo>
                    <a:pt x="15771" y="14953"/>
                  </a:lnTo>
                  <a:lnTo>
                    <a:pt x="16457" y="15507"/>
                  </a:lnTo>
                  <a:lnTo>
                    <a:pt x="16457" y="16476"/>
                  </a:lnTo>
                  <a:lnTo>
                    <a:pt x="15257" y="16476"/>
                  </a:lnTo>
                  <a:lnTo>
                    <a:pt x="15257" y="17030"/>
                  </a:lnTo>
                  <a:lnTo>
                    <a:pt x="14571" y="16476"/>
                  </a:lnTo>
                  <a:lnTo>
                    <a:pt x="13885" y="17030"/>
                  </a:lnTo>
                  <a:lnTo>
                    <a:pt x="12685" y="17446"/>
                  </a:lnTo>
                  <a:lnTo>
                    <a:pt x="12685" y="18553"/>
                  </a:lnTo>
                  <a:lnTo>
                    <a:pt x="11999" y="19107"/>
                  </a:lnTo>
                  <a:lnTo>
                    <a:pt x="10114" y="19107"/>
                  </a:lnTo>
                  <a:lnTo>
                    <a:pt x="9428" y="19523"/>
                  </a:lnTo>
                  <a:lnTo>
                    <a:pt x="9428" y="20076"/>
                  </a:lnTo>
                  <a:lnTo>
                    <a:pt x="8914" y="21046"/>
                  </a:lnTo>
                  <a:lnTo>
                    <a:pt x="8228" y="20630"/>
                  </a:lnTo>
                  <a:lnTo>
                    <a:pt x="7542" y="21046"/>
                  </a:lnTo>
                  <a:lnTo>
                    <a:pt x="5657" y="21046"/>
                  </a:lnTo>
                  <a:lnTo>
                    <a:pt x="5142" y="21600"/>
                  </a:lnTo>
                  <a:lnTo>
                    <a:pt x="3771" y="21600"/>
                  </a:lnTo>
                  <a:lnTo>
                    <a:pt x="2571" y="20076"/>
                  </a:lnTo>
                  <a:lnTo>
                    <a:pt x="2571" y="19523"/>
                  </a:lnTo>
                  <a:lnTo>
                    <a:pt x="0" y="17030"/>
                  </a:lnTo>
                  <a:lnTo>
                    <a:pt x="685" y="15923"/>
                  </a:lnTo>
                  <a:close/>
                  <a:moveTo>
                    <a:pt x="10800" y="1523"/>
                  </a:moveTo>
                  <a:lnTo>
                    <a:pt x="10800" y="0"/>
                  </a:lnTo>
                  <a:lnTo>
                    <a:pt x="10114" y="0"/>
                  </a:lnTo>
                  <a:lnTo>
                    <a:pt x="10114" y="1523"/>
                  </a:lnTo>
                  <a:lnTo>
                    <a:pt x="10800" y="15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5" name="AutoShape 93"/>
            <p:cNvSpPr>
              <a:spLocks/>
            </p:cNvSpPr>
            <p:nvPr/>
          </p:nvSpPr>
          <p:spPr bwMode="auto">
            <a:xfrm>
              <a:off x="4443222" y="6074293"/>
              <a:ext cx="805662" cy="439770"/>
            </a:xfrm>
            <a:custGeom>
              <a:avLst/>
              <a:gdLst>
                <a:gd name="T0" fmla="*/ 402831 w 21600"/>
                <a:gd name="T1" fmla="*/ 219885 h 21600"/>
                <a:gd name="T2" fmla="*/ 402831 w 21600"/>
                <a:gd name="T3" fmla="*/ 219885 h 21600"/>
                <a:gd name="T4" fmla="*/ 402831 w 21600"/>
                <a:gd name="T5" fmla="*/ 219885 h 21600"/>
                <a:gd name="T6" fmla="*/ 402831 w 21600"/>
                <a:gd name="T7" fmla="*/ 2198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32" y="8678"/>
                  </a:moveTo>
                  <a:lnTo>
                    <a:pt x="864" y="8678"/>
                  </a:lnTo>
                  <a:lnTo>
                    <a:pt x="1188" y="7907"/>
                  </a:lnTo>
                  <a:lnTo>
                    <a:pt x="1620" y="7135"/>
                  </a:lnTo>
                  <a:lnTo>
                    <a:pt x="1188" y="6557"/>
                  </a:lnTo>
                  <a:lnTo>
                    <a:pt x="1620" y="5014"/>
                  </a:lnTo>
                  <a:lnTo>
                    <a:pt x="2052" y="5014"/>
                  </a:lnTo>
                  <a:lnTo>
                    <a:pt x="2376" y="5785"/>
                  </a:lnTo>
                  <a:lnTo>
                    <a:pt x="3564" y="5785"/>
                  </a:lnTo>
                  <a:lnTo>
                    <a:pt x="5184" y="6557"/>
                  </a:lnTo>
                  <a:lnTo>
                    <a:pt x="6803" y="7907"/>
                  </a:lnTo>
                  <a:lnTo>
                    <a:pt x="6803" y="10028"/>
                  </a:lnTo>
                  <a:lnTo>
                    <a:pt x="10044" y="3664"/>
                  </a:lnTo>
                  <a:lnTo>
                    <a:pt x="16848" y="0"/>
                  </a:lnTo>
                  <a:lnTo>
                    <a:pt x="16416" y="1542"/>
                  </a:lnTo>
                  <a:lnTo>
                    <a:pt x="18035" y="5014"/>
                  </a:lnTo>
                  <a:lnTo>
                    <a:pt x="18035" y="5785"/>
                  </a:lnTo>
                  <a:lnTo>
                    <a:pt x="18792" y="7907"/>
                  </a:lnTo>
                  <a:lnTo>
                    <a:pt x="18359" y="7907"/>
                  </a:lnTo>
                  <a:lnTo>
                    <a:pt x="18035" y="8678"/>
                  </a:lnTo>
                  <a:lnTo>
                    <a:pt x="17172" y="9449"/>
                  </a:lnTo>
                  <a:lnTo>
                    <a:pt x="17172" y="10800"/>
                  </a:lnTo>
                  <a:lnTo>
                    <a:pt x="16848" y="11571"/>
                  </a:lnTo>
                  <a:lnTo>
                    <a:pt x="16416" y="11571"/>
                  </a:lnTo>
                  <a:lnTo>
                    <a:pt x="15659" y="12150"/>
                  </a:lnTo>
                  <a:lnTo>
                    <a:pt x="14363" y="12921"/>
                  </a:lnTo>
                  <a:lnTo>
                    <a:pt x="12419" y="13692"/>
                  </a:lnTo>
                  <a:lnTo>
                    <a:pt x="11987" y="13692"/>
                  </a:lnTo>
                  <a:lnTo>
                    <a:pt x="11987" y="14464"/>
                  </a:lnTo>
                  <a:lnTo>
                    <a:pt x="11556" y="15042"/>
                  </a:lnTo>
                  <a:lnTo>
                    <a:pt x="10800" y="15814"/>
                  </a:lnTo>
                  <a:lnTo>
                    <a:pt x="9612" y="15814"/>
                  </a:lnTo>
                  <a:lnTo>
                    <a:pt x="9179" y="16585"/>
                  </a:lnTo>
                  <a:lnTo>
                    <a:pt x="9179" y="17164"/>
                  </a:lnTo>
                  <a:lnTo>
                    <a:pt x="7991" y="17164"/>
                  </a:lnTo>
                  <a:lnTo>
                    <a:pt x="7235" y="17935"/>
                  </a:lnTo>
                  <a:lnTo>
                    <a:pt x="6803" y="17935"/>
                  </a:lnTo>
                  <a:lnTo>
                    <a:pt x="6803" y="17164"/>
                  </a:lnTo>
                  <a:lnTo>
                    <a:pt x="5615" y="17164"/>
                  </a:lnTo>
                  <a:lnTo>
                    <a:pt x="5184" y="17935"/>
                  </a:lnTo>
                  <a:lnTo>
                    <a:pt x="5184" y="18707"/>
                  </a:lnTo>
                  <a:lnTo>
                    <a:pt x="4860" y="18707"/>
                  </a:lnTo>
                  <a:lnTo>
                    <a:pt x="4428" y="19285"/>
                  </a:lnTo>
                  <a:lnTo>
                    <a:pt x="3564" y="19285"/>
                  </a:lnTo>
                  <a:lnTo>
                    <a:pt x="3240" y="20057"/>
                  </a:lnTo>
                  <a:lnTo>
                    <a:pt x="2376" y="19285"/>
                  </a:lnTo>
                  <a:lnTo>
                    <a:pt x="2376" y="20057"/>
                  </a:lnTo>
                  <a:lnTo>
                    <a:pt x="2052" y="20057"/>
                  </a:lnTo>
                  <a:lnTo>
                    <a:pt x="2052" y="18707"/>
                  </a:lnTo>
                  <a:lnTo>
                    <a:pt x="1188" y="17164"/>
                  </a:lnTo>
                  <a:lnTo>
                    <a:pt x="1620" y="17164"/>
                  </a:lnTo>
                  <a:lnTo>
                    <a:pt x="1620" y="16585"/>
                  </a:lnTo>
                  <a:lnTo>
                    <a:pt x="1188" y="15814"/>
                  </a:lnTo>
                  <a:lnTo>
                    <a:pt x="864" y="12921"/>
                  </a:lnTo>
                  <a:lnTo>
                    <a:pt x="432" y="12150"/>
                  </a:lnTo>
                  <a:lnTo>
                    <a:pt x="432" y="11571"/>
                  </a:lnTo>
                  <a:lnTo>
                    <a:pt x="0" y="11571"/>
                  </a:lnTo>
                  <a:lnTo>
                    <a:pt x="432" y="11571"/>
                  </a:lnTo>
                  <a:lnTo>
                    <a:pt x="432" y="8678"/>
                  </a:lnTo>
                  <a:close/>
                  <a:moveTo>
                    <a:pt x="17172" y="21600"/>
                  </a:moveTo>
                  <a:lnTo>
                    <a:pt x="17604" y="21600"/>
                  </a:lnTo>
                  <a:lnTo>
                    <a:pt x="17172" y="21600"/>
                  </a:lnTo>
                  <a:close/>
                  <a:moveTo>
                    <a:pt x="19655" y="20828"/>
                  </a:moveTo>
                  <a:lnTo>
                    <a:pt x="19655" y="20057"/>
                  </a:lnTo>
                  <a:lnTo>
                    <a:pt x="19979" y="19285"/>
                  </a:lnTo>
                  <a:lnTo>
                    <a:pt x="20411" y="20057"/>
                  </a:lnTo>
                  <a:lnTo>
                    <a:pt x="21599" y="20057"/>
                  </a:lnTo>
                  <a:lnTo>
                    <a:pt x="21599" y="20828"/>
                  </a:lnTo>
                  <a:lnTo>
                    <a:pt x="19655" y="208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6" name="AutoShape 94"/>
            <p:cNvSpPr>
              <a:spLocks/>
            </p:cNvSpPr>
            <p:nvPr/>
          </p:nvSpPr>
          <p:spPr bwMode="auto">
            <a:xfrm>
              <a:off x="3234731" y="5304700"/>
              <a:ext cx="821776" cy="612534"/>
            </a:xfrm>
            <a:custGeom>
              <a:avLst/>
              <a:gdLst>
                <a:gd name="T0" fmla="*/ 410888 w 21600"/>
                <a:gd name="T1" fmla="*/ 306267 h 21600"/>
                <a:gd name="T2" fmla="*/ 410888 w 21600"/>
                <a:gd name="T3" fmla="*/ 306267 h 21600"/>
                <a:gd name="T4" fmla="*/ 410888 w 21600"/>
                <a:gd name="T5" fmla="*/ 306267 h 21600"/>
                <a:gd name="T6" fmla="*/ 410888 w 21600"/>
                <a:gd name="T7" fmla="*/ 3062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58" y="5123"/>
                  </a:moveTo>
                  <a:lnTo>
                    <a:pt x="16835" y="4569"/>
                  </a:lnTo>
                  <a:lnTo>
                    <a:pt x="17258" y="4015"/>
                  </a:lnTo>
                  <a:lnTo>
                    <a:pt x="16835" y="3046"/>
                  </a:lnTo>
                  <a:lnTo>
                    <a:pt x="16517" y="2076"/>
                  </a:lnTo>
                  <a:lnTo>
                    <a:pt x="16094" y="969"/>
                  </a:lnTo>
                  <a:lnTo>
                    <a:pt x="15670" y="415"/>
                  </a:lnTo>
                  <a:lnTo>
                    <a:pt x="15352" y="969"/>
                  </a:lnTo>
                  <a:lnTo>
                    <a:pt x="12917" y="969"/>
                  </a:lnTo>
                  <a:lnTo>
                    <a:pt x="12176" y="415"/>
                  </a:lnTo>
                  <a:lnTo>
                    <a:pt x="12176" y="969"/>
                  </a:lnTo>
                  <a:lnTo>
                    <a:pt x="12599" y="1523"/>
                  </a:lnTo>
                  <a:lnTo>
                    <a:pt x="12176" y="969"/>
                  </a:lnTo>
                  <a:lnTo>
                    <a:pt x="11752" y="969"/>
                  </a:lnTo>
                  <a:lnTo>
                    <a:pt x="11752" y="415"/>
                  </a:lnTo>
                  <a:lnTo>
                    <a:pt x="11011" y="415"/>
                  </a:lnTo>
                  <a:lnTo>
                    <a:pt x="10588" y="0"/>
                  </a:lnTo>
                  <a:lnTo>
                    <a:pt x="10588" y="415"/>
                  </a:lnTo>
                  <a:lnTo>
                    <a:pt x="9847" y="415"/>
                  </a:lnTo>
                  <a:lnTo>
                    <a:pt x="10164" y="0"/>
                  </a:lnTo>
                  <a:lnTo>
                    <a:pt x="9847" y="415"/>
                  </a:lnTo>
                  <a:lnTo>
                    <a:pt x="8682" y="415"/>
                  </a:lnTo>
                  <a:lnTo>
                    <a:pt x="8682" y="969"/>
                  </a:lnTo>
                  <a:lnTo>
                    <a:pt x="8258" y="969"/>
                  </a:lnTo>
                  <a:lnTo>
                    <a:pt x="7835" y="1523"/>
                  </a:lnTo>
                  <a:lnTo>
                    <a:pt x="7094" y="1523"/>
                  </a:lnTo>
                  <a:lnTo>
                    <a:pt x="6247" y="969"/>
                  </a:lnTo>
                  <a:lnTo>
                    <a:pt x="4341" y="969"/>
                  </a:lnTo>
                  <a:lnTo>
                    <a:pt x="3917" y="415"/>
                  </a:lnTo>
                  <a:lnTo>
                    <a:pt x="2011" y="415"/>
                  </a:lnTo>
                  <a:lnTo>
                    <a:pt x="1588" y="0"/>
                  </a:lnTo>
                  <a:lnTo>
                    <a:pt x="423" y="0"/>
                  </a:lnTo>
                  <a:lnTo>
                    <a:pt x="423" y="415"/>
                  </a:lnTo>
                  <a:lnTo>
                    <a:pt x="0" y="1523"/>
                  </a:lnTo>
                  <a:lnTo>
                    <a:pt x="423" y="2076"/>
                  </a:lnTo>
                  <a:lnTo>
                    <a:pt x="423" y="2492"/>
                  </a:lnTo>
                  <a:lnTo>
                    <a:pt x="0" y="3046"/>
                  </a:lnTo>
                  <a:lnTo>
                    <a:pt x="0" y="4015"/>
                  </a:lnTo>
                  <a:lnTo>
                    <a:pt x="423" y="5123"/>
                  </a:lnTo>
                  <a:lnTo>
                    <a:pt x="847" y="21600"/>
                  </a:lnTo>
                  <a:lnTo>
                    <a:pt x="21599" y="21600"/>
                  </a:lnTo>
                  <a:lnTo>
                    <a:pt x="21176" y="21046"/>
                  </a:lnTo>
                  <a:lnTo>
                    <a:pt x="20752" y="21046"/>
                  </a:lnTo>
                  <a:lnTo>
                    <a:pt x="20752" y="20492"/>
                  </a:lnTo>
                  <a:lnTo>
                    <a:pt x="20435" y="20492"/>
                  </a:lnTo>
                  <a:lnTo>
                    <a:pt x="20435" y="19938"/>
                  </a:lnTo>
                  <a:lnTo>
                    <a:pt x="19588" y="19938"/>
                  </a:lnTo>
                  <a:lnTo>
                    <a:pt x="19270" y="19523"/>
                  </a:lnTo>
                  <a:lnTo>
                    <a:pt x="18847" y="18415"/>
                  </a:lnTo>
                  <a:lnTo>
                    <a:pt x="18847" y="17446"/>
                  </a:lnTo>
                  <a:lnTo>
                    <a:pt x="19588" y="17446"/>
                  </a:lnTo>
                  <a:lnTo>
                    <a:pt x="19270" y="16892"/>
                  </a:lnTo>
                  <a:lnTo>
                    <a:pt x="18847" y="16338"/>
                  </a:lnTo>
                  <a:lnTo>
                    <a:pt x="18423" y="16338"/>
                  </a:lnTo>
                  <a:lnTo>
                    <a:pt x="18423" y="15923"/>
                  </a:lnTo>
                  <a:lnTo>
                    <a:pt x="17682" y="14400"/>
                  </a:lnTo>
                  <a:lnTo>
                    <a:pt x="17258" y="14400"/>
                  </a:lnTo>
                  <a:lnTo>
                    <a:pt x="17258" y="13846"/>
                  </a:lnTo>
                  <a:lnTo>
                    <a:pt x="16094" y="11769"/>
                  </a:lnTo>
                  <a:lnTo>
                    <a:pt x="16094" y="10246"/>
                  </a:lnTo>
                  <a:lnTo>
                    <a:pt x="15670" y="10246"/>
                  </a:lnTo>
                  <a:lnTo>
                    <a:pt x="15670" y="9692"/>
                  </a:lnTo>
                  <a:lnTo>
                    <a:pt x="15352" y="9138"/>
                  </a:lnTo>
                  <a:lnTo>
                    <a:pt x="15352" y="8169"/>
                  </a:lnTo>
                  <a:lnTo>
                    <a:pt x="14082" y="7200"/>
                  </a:lnTo>
                  <a:lnTo>
                    <a:pt x="14082" y="6646"/>
                  </a:lnTo>
                  <a:lnTo>
                    <a:pt x="13341" y="6092"/>
                  </a:lnTo>
                  <a:lnTo>
                    <a:pt x="13341" y="5676"/>
                  </a:lnTo>
                  <a:lnTo>
                    <a:pt x="12917" y="5123"/>
                  </a:lnTo>
                  <a:lnTo>
                    <a:pt x="12917" y="4015"/>
                  </a:lnTo>
                  <a:lnTo>
                    <a:pt x="13341" y="4015"/>
                  </a:lnTo>
                  <a:lnTo>
                    <a:pt x="13341" y="4569"/>
                  </a:lnTo>
                  <a:lnTo>
                    <a:pt x="14505" y="6092"/>
                  </a:lnTo>
                  <a:lnTo>
                    <a:pt x="14505" y="6646"/>
                  </a:lnTo>
                  <a:lnTo>
                    <a:pt x="16094" y="8723"/>
                  </a:lnTo>
                  <a:lnTo>
                    <a:pt x="16517" y="8723"/>
                  </a:lnTo>
                  <a:lnTo>
                    <a:pt x="16835" y="8169"/>
                  </a:lnTo>
                  <a:lnTo>
                    <a:pt x="16835" y="6092"/>
                  </a:lnTo>
                  <a:lnTo>
                    <a:pt x="17258" y="51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7" name="AutoShape 95"/>
            <p:cNvSpPr>
              <a:spLocks/>
            </p:cNvSpPr>
            <p:nvPr/>
          </p:nvSpPr>
          <p:spPr bwMode="auto">
            <a:xfrm>
              <a:off x="3085685" y="5917233"/>
              <a:ext cx="1087643" cy="1103350"/>
            </a:xfrm>
            <a:custGeom>
              <a:avLst/>
              <a:gdLst>
                <a:gd name="T0" fmla="*/ 543822 w 21600"/>
                <a:gd name="T1" fmla="*/ 551675 h 21600"/>
                <a:gd name="T2" fmla="*/ 543822 w 21600"/>
                <a:gd name="T3" fmla="*/ 551675 h 21600"/>
                <a:gd name="T4" fmla="*/ 543822 w 21600"/>
                <a:gd name="T5" fmla="*/ 551675 h 21600"/>
                <a:gd name="T6" fmla="*/ 543822 w 21600"/>
                <a:gd name="T7" fmla="*/ 5516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600" y="0"/>
                  </a:moveTo>
                  <a:lnTo>
                    <a:pt x="19280" y="0"/>
                  </a:lnTo>
                  <a:lnTo>
                    <a:pt x="19280" y="538"/>
                  </a:lnTo>
                  <a:lnTo>
                    <a:pt x="19840" y="1076"/>
                  </a:lnTo>
                  <a:lnTo>
                    <a:pt x="19599" y="1076"/>
                  </a:lnTo>
                  <a:lnTo>
                    <a:pt x="19599" y="845"/>
                  </a:lnTo>
                  <a:lnTo>
                    <a:pt x="19599" y="1076"/>
                  </a:lnTo>
                  <a:lnTo>
                    <a:pt x="19840" y="1921"/>
                  </a:lnTo>
                  <a:lnTo>
                    <a:pt x="19840" y="2844"/>
                  </a:lnTo>
                  <a:lnTo>
                    <a:pt x="20160" y="3382"/>
                  </a:lnTo>
                  <a:lnTo>
                    <a:pt x="20160" y="3689"/>
                  </a:lnTo>
                  <a:lnTo>
                    <a:pt x="20480" y="3689"/>
                  </a:lnTo>
                  <a:lnTo>
                    <a:pt x="21040" y="4227"/>
                  </a:lnTo>
                  <a:lnTo>
                    <a:pt x="21360" y="4227"/>
                  </a:lnTo>
                  <a:lnTo>
                    <a:pt x="21599" y="4535"/>
                  </a:lnTo>
                  <a:lnTo>
                    <a:pt x="21599" y="4842"/>
                  </a:lnTo>
                  <a:lnTo>
                    <a:pt x="21360" y="5073"/>
                  </a:lnTo>
                  <a:lnTo>
                    <a:pt x="20720" y="5073"/>
                  </a:lnTo>
                  <a:lnTo>
                    <a:pt x="20480" y="5380"/>
                  </a:lnTo>
                  <a:lnTo>
                    <a:pt x="20160" y="5380"/>
                  </a:lnTo>
                  <a:lnTo>
                    <a:pt x="20480" y="5688"/>
                  </a:lnTo>
                  <a:lnTo>
                    <a:pt x="19840" y="5688"/>
                  </a:lnTo>
                  <a:lnTo>
                    <a:pt x="19840" y="5918"/>
                  </a:lnTo>
                  <a:lnTo>
                    <a:pt x="19599" y="6226"/>
                  </a:lnTo>
                  <a:lnTo>
                    <a:pt x="19840" y="6226"/>
                  </a:lnTo>
                  <a:lnTo>
                    <a:pt x="19840" y="6533"/>
                  </a:lnTo>
                  <a:lnTo>
                    <a:pt x="19599" y="6841"/>
                  </a:lnTo>
                  <a:lnTo>
                    <a:pt x="19599" y="7379"/>
                  </a:lnTo>
                  <a:lnTo>
                    <a:pt x="19280" y="7686"/>
                  </a:lnTo>
                  <a:lnTo>
                    <a:pt x="19280" y="7917"/>
                  </a:lnTo>
                  <a:lnTo>
                    <a:pt x="18960" y="8224"/>
                  </a:lnTo>
                  <a:lnTo>
                    <a:pt x="19280" y="8839"/>
                  </a:lnTo>
                  <a:lnTo>
                    <a:pt x="19280" y="9916"/>
                  </a:lnTo>
                  <a:lnTo>
                    <a:pt x="18640" y="10530"/>
                  </a:lnTo>
                  <a:lnTo>
                    <a:pt x="18640" y="10761"/>
                  </a:lnTo>
                  <a:lnTo>
                    <a:pt x="18400" y="10761"/>
                  </a:lnTo>
                  <a:lnTo>
                    <a:pt x="18400" y="11069"/>
                  </a:lnTo>
                  <a:lnTo>
                    <a:pt x="18079" y="11376"/>
                  </a:lnTo>
                  <a:lnTo>
                    <a:pt x="18079" y="11683"/>
                  </a:lnTo>
                  <a:lnTo>
                    <a:pt x="17520" y="11914"/>
                  </a:lnTo>
                  <a:lnTo>
                    <a:pt x="17520" y="12222"/>
                  </a:lnTo>
                  <a:lnTo>
                    <a:pt x="17200" y="13067"/>
                  </a:lnTo>
                  <a:lnTo>
                    <a:pt x="16880" y="13067"/>
                  </a:lnTo>
                  <a:lnTo>
                    <a:pt x="16639" y="13682"/>
                  </a:lnTo>
                  <a:lnTo>
                    <a:pt x="16639" y="14220"/>
                  </a:lnTo>
                  <a:lnTo>
                    <a:pt x="16320" y="14528"/>
                  </a:lnTo>
                  <a:lnTo>
                    <a:pt x="16320" y="15681"/>
                  </a:lnTo>
                  <a:lnTo>
                    <a:pt x="16000" y="15911"/>
                  </a:lnTo>
                  <a:lnTo>
                    <a:pt x="15120" y="15911"/>
                  </a:lnTo>
                  <a:lnTo>
                    <a:pt x="15120" y="16219"/>
                  </a:lnTo>
                  <a:lnTo>
                    <a:pt x="14800" y="16526"/>
                  </a:lnTo>
                  <a:lnTo>
                    <a:pt x="15120" y="16757"/>
                  </a:lnTo>
                  <a:lnTo>
                    <a:pt x="15680" y="16526"/>
                  </a:lnTo>
                  <a:lnTo>
                    <a:pt x="15680" y="16757"/>
                  </a:lnTo>
                  <a:lnTo>
                    <a:pt x="16000" y="17064"/>
                  </a:lnTo>
                  <a:lnTo>
                    <a:pt x="16320" y="17064"/>
                  </a:lnTo>
                  <a:lnTo>
                    <a:pt x="16320" y="17679"/>
                  </a:lnTo>
                  <a:lnTo>
                    <a:pt x="16639" y="17679"/>
                  </a:lnTo>
                  <a:lnTo>
                    <a:pt x="16880" y="17910"/>
                  </a:lnTo>
                  <a:lnTo>
                    <a:pt x="17200" y="17910"/>
                  </a:lnTo>
                  <a:lnTo>
                    <a:pt x="17200" y="18217"/>
                  </a:lnTo>
                  <a:lnTo>
                    <a:pt x="17520" y="18525"/>
                  </a:lnTo>
                  <a:lnTo>
                    <a:pt x="17520" y="18755"/>
                  </a:lnTo>
                  <a:lnTo>
                    <a:pt x="17760" y="19063"/>
                  </a:lnTo>
                  <a:lnTo>
                    <a:pt x="17760" y="19370"/>
                  </a:lnTo>
                  <a:lnTo>
                    <a:pt x="16880" y="20216"/>
                  </a:lnTo>
                  <a:lnTo>
                    <a:pt x="16639" y="20523"/>
                  </a:lnTo>
                  <a:lnTo>
                    <a:pt x="16320" y="20523"/>
                  </a:lnTo>
                  <a:lnTo>
                    <a:pt x="16320" y="20754"/>
                  </a:lnTo>
                  <a:lnTo>
                    <a:pt x="16000" y="21061"/>
                  </a:lnTo>
                  <a:lnTo>
                    <a:pt x="15680" y="21061"/>
                  </a:lnTo>
                  <a:lnTo>
                    <a:pt x="15440" y="21369"/>
                  </a:lnTo>
                  <a:lnTo>
                    <a:pt x="15120" y="21061"/>
                  </a:lnTo>
                  <a:lnTo>
                    <a:pt x="14800" y="21061"/>
                  </a:lnTo>
                  <a:lnTo>
                    <a:pt x="14560" y="21369"/>
                  </a:lnTo>
                  <a:lnTo>
                    <a:pt x="13920" y="21369"/>
                  </a:lnTo>
                  <a:lnTo>
                    <a:pt x="13920" y="21600"/>
                  </a:lnTo>
                  <a:lnTo>
                    <a:pt x="13360" y="21600"/>
                  </a:lnTo>
                  <a:lnTo>
                    <a:pt x="13360" y="21369"/>
                  </a:lnTo>
                  <a:lnTo>
                    <a:pt x="12480" y="21369"/>
                  </a:lnTo>
                  <a:lnTo>
                    <a:pt x="12160" y="21061"/>
                  </a:lnTo>
                  <a:lnTo>
                    <a:pt x="12160" y="21600"/>
                  </a:lnTo>
                  <a:lnTo>
                    <a:pt x="11600" y="21600"/>
                  </a:lnTo>
                  <a:lnTo>
                    <a:pt x="11600" y="21061"/>
                  </a:lnTo>
                  <a:lnTo>
                    <a:pt x="11280" y="21061"/>
                  </a:lnTo>
                  <a:lnTo>
                    <a:pt x="11280" y="20754"/>
                  </a:lnTo>
                  <a:lnTo>
                    <a:pt x="10960" y="20754"/>
                  </a:lnTo>
                  <a:lnTo>
                    <a:pt x="10640" y="20523"/>
                  </a:lnTo>
                  <a:lnTo>
                    <a:pt x="10400" y="20216"/>
                  </a:lnTo>
                  <a:lnTo>
                    <a:pt x="10080" y="20216"/>
                  </a:lnTo>
                  <a:lnTo>
                    <a:pt x="9760" y="20523"/>
                  </a:lnTo>
                  <a:lnTo>
                    <a:pt x="8880" y="20523"/>
                  </a:lnTo>
                  <a:lnTo>
                    <a:pt x="8640" y="20754"/>
                  </a:lnTo>
                  <a:lnTo>
                    <a:pt x="8319" y="20523"/>
                  </a:lnTo>
                  <a:lnTo>
                    <a:pt x="8000" y="20523"/>
                  </a:lnTo>
                  <a:lnTo>
                    <a:pt x="8000" y="20216"/>
                  </a:lnTo>
                  <a:lnTo>
                    <a:pt x="7680" y="20216"/>
                  </a:lnTo>
                  <a:lnTo>
                    <a:pt x="7440" y="19908"/>
                  </a:lnTo>
                  <a:lnTo>
                    <a:pt x="7440" y="19601"/>
                  </a:lnTo>
                  <a:lnTo>
                    <a:pt x="7120" y="19601"/>
                  </a:lnTo>
                  <a:lnTo>
                    <a:pt x="7120" y="19370"/>
                  </a:lnTo>
                  <a:lnTo>
                    <a:pt x="6800" y="19063"/>
                  </a:lnTo>
                  <a:lnTo>
                    <a:pt x="7120" y="19063"/>
                  </a:lnTo>
                  <a:lnTo>
                    <a:pt x="6800" y="18755"/>
                  </a:lnTo>
                  <a:lnTo>
                    <a:pt x="6240" y="18755"/>
                  </a:lnTo>
                  <a:lnTo>
                    <a:pt x="6240" y="18525"/>
                  </a:lnTo>
                  <a:lnTo>
                    <a:pt x="5920" y="18217"/>
                  </a:lnTo>
                  <a:lnTo>
                    <a:pt x="5680" y="17910"/>
                  </a:lnTo>
                  <a:lnTo>
                    <a:pt x="5680" y="17679"/>
                  </a:lnTo>
                  <a:lnTo>
                    <a:pt x="5360" y="17372"/>
                  </a:lnTo>
                  <a:lnTo>
                    <a:pt x="5040" y="17679"/>
                  </a:lnTo>
                  <a:lnTo>
                    <a:pt x="5040" y="17372"/>
                  </a:lnTo>
                  <a:lnTo>
                    <a:pt x="4720" y="17372"/>
                  </a:lnTo>
                  <a:lnTo>
                    <a:pt x="4480" y="17064"/>
                  </a:lnTo>
                  <a:lnTo>
                    <a:pt x="4720" y="16757"/>
                  </a:lnTo>
                  <a:lnTo>
                    <a:pt x="4480" y="16526"/>
                  </a:lnTo>
                  <a:lnTo>
                    <a:pt x="4159" y="16526"/>
                  </a:lnTo>
                  <a:lnTo>
                    <a:pt x="4159" y="16219"/>
                  </a:lnTo>
                  <a:lnTo>
                    <a:pt x="3280" y="16219"/>
                  </a:lnTo>
                  <a:lnTo>
                    <a:pt x="2960" y="15911"/>
                  </a:lnTo>
                  <a:lnTo>
                    <a:pt x="2960" y="15681"/>
                  </a:lnTo>
                  <a:lnTo>
                    <a:pt x="3280" y="15681"/>
                  </a:lnTo>
                  <a:lnTo>
                    <a:pt x="2960" y="15373"/>
                  </a:lnTo>
                  <a:lnTo>
                    <a:pt x="2639" y="15373"/>
                  </a:lnTo>
                  <a:lnTo>
                    <a:pt x="2639" y="15681"/>
                  </a:lnTo>
                  <a:lnTo>
                    <a:pt x="2079" y="15681"/>
                  </a:lnTo>
                  <a:lnTo>
                    <a:pt x="2079" y="14758"/>
                  </a:lnTo>
                  <a:lnTo>
                    <a:pt x="2400" y="14528"/>
                  </a:lnTo>
                  <a:lnTo>
                    <a:pt x="1760" y="13913"/>
                  </a:lnTo>
                  <a:lnTo>
                    <a:pt x="1520" y="13375"/>
                  </a:lnTo>
                  <a:lnTo>
                    <a:pt x="1200" y="13067"/>
                  </a:lnTo>
                  <a:lnTo>
                    <a:pt x="1200" y="12222"/>
                  </a:lnTo>
                  <a:lnTo>
                    <a:pt x="640" y="12222"/>
                  </a:lnTo>
                  <a:lnTo>
                    <a:pt x="640" y="11376"/>
                  </a:lnTo>
                  <a:lnTo>
                    <a:pt x="320" y="11069"/>
                  </a:lnTo>
                  <a:lnTo>
                    <a:pt x="640" y="11069"/>
                  </a:lnTo>
                  <a:lnTo>
                    <a:pt x="640" y="10761"/>
                  </a:lnTo>
                  <a:lnTo>
                    <a:pt x="320" y="10761"/>
                  </a:lnTo>
                  <a:lnTo>
                    <a:pt x="0" y="11069"/>
                  </a:lnTo>
                  <a:lnTo>
                    <a:pt x="0" y="10761"/>
                  </a:lnTo>
                  <a:lnTo>
                    <a:pt x="320" y="10223"/>
                  </a:lnTo>
                  <a:lnTo>
                    <a:pt x="640" y="10223"/>
                  </a:lnTo>
                  <a:lnTo>
                    <a:pt x="640" y="9916"/>
                  </a:lnTo>
                  <a:lnTo>
                    <a:pt x="320" y="9685"/>
                  </a:lnTo>
                  <a:lnTo>
                    <a:pt x="640" y="9377"/>
                  </a:lnTo>
                  <a:lnTo>
                    <a:pt x="640" y="8839"/>
                  </a:lnTo>
                  <a:lnTo>
                    <a:pt x="880" y="8839"/>
                  </a:lnTo>
                  <a:lnTo>
                    <a:pt x="1200" y="8224"/>
                  </a:lnTo>
                  <a:lnTo>
                    <a:pt x="1520" y="7917"/>
                  </a:lnTo>
                  <a:lnTo>
                    <a:pt x="1200" y="7917"/>
                  </a:lnTo>
                  <a:lnTo>
                    <a:pt x="1200" y="7686"/>
                  </a:lnTo>
                  <a:lnTo>
                    <a:pt x="1520" y="7379"/>
                  </a:lnTo>
                  <a:lnTo>
                    <a:pt x="2639" y="7379"/>
                  </a:lnTo>
                  <a:lnTo>
                    <a:pt x="2400" y="2844"/>
                  </a:lnTo>
                  <a:lnTo>
                    <a:pt x="2400" y="2229"/>
                  </a:lnTo>
                  <a:lnTo>
                    <a:pt x="3840" y="2229"/>
                  </a:lnTo>
                  <a:lnTo>
                    <a:pt x="3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8" name="AutoShape 96"/>
            <p:cNvSpPr>
              <a:spLocks/>
            </p:cNvSpPr>
            <p:nvPr/>
          </p:nvSpPr>
          <p:spPr bwMode="auto">
            <a:xfrm>
              <a:off x="3830920" y="6337374"/>
              <a:ext cx="1015134" cy="683213"/>
            </a:xfrm>
            <a:custGeom>
              <a:avLst/>
              <a:gdLst>
                <a:gd name="T0" fmla="*/ 507567 w 21600"/>
                <a:gd name="T1" fmla="*/ 341607 h 21600"/>
                <a:gd name="T2" fmla="*/ 507567 w 21600"/>
                <a:gd name="T3" fmla="*/ 341607 h 21600"/>
                <a:gd name="T4" fmla="*/ 507567 w 21600"/>
                <a:gd name="T5" fmla="*/ 341607 h 21600"/>
                <a:gd name="T6" fmla="*/ 507567 w 21600"/>
                <a:gd name="T7" fmla="*/ 3416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171" y="17999"/>
                  </a:moveTo>
                  <a:lnTo>
                    <a:pt x="3171" y="17503"/>
                  </a:lnTo>
                  <a:lnTo>
                    <a:pt x="2914" y="17006"/>
                  </a:lnTo>
                  <a:lnTo>
                    <a:pt x="2914" y="16634"/>
                  </a:lnTo>
                  <a:lnTo>
                    <a:pt x="2571" y="16137"/>
                  </a:lnTo>
                  <a:lnTo>
                    <a:pt x="2571" y="15641"/>
                  </a:lnTo>
                  <a:lnTo>
                    <a:pt x="2228" y="15641"/>
                  </a:lnTo>
                  <a:lnTo>
                    <a:pt x="1971" y="15268"/>
                  </a:lnTo>
                  <a:lnTo>
                    <a:pt x="1628" y="15268"/>
                  </a:lnTo>
                  <a:lnTo>
                    <a:pt x="1628" y="14275"/>
                  </a:lnTo>
                  <a:lnTo>
                    <a:pt x="1285" y="14275"/>
                  </a:lnTo>
                  <a:lnTo>
                    <a:pt x="942" y="13779"/>
                  </a:lnTo>
                  <a:lnTo>
                    <a:pt x="942" y="13406"/>
                  </a:lnTo>
                  <a:lnTo>
                    <a:pt x="342" y="13779"/>
                  </a:lnTo>
                  <a:lnTo>
                    <a:pt x="0" y="13406"/>
                  </a:lnTo>
                  <a:lnTo>
                    <a:pt x="342" y="12910"/>
                  </a:lnTo>
                  <a:lnTo>
                    <a:pt x="342" y="12413"/>
                  </a:lnTo>
                  <a:lnTo>
                    <a:pt x="1285" y="12413"/>
                  </a:lnTo>
                  <a:lnTo>
                    <a:pt x="1628" y="12041"/>
                  </a:lnTo>
                  <a:lnTo>
                    <a:pt x="1628" y="10179"/>
                  </a:lnTo>
                  <a:lnTo>
                    <a:pt x="1971" y="9682"/>
                  </a:lnTo>
                  <a:lnTo>
                    <a:pt x="1971" y="8813"/>
                  </a:lnTo>
                  <a:lnTo>
                    <a:pt x="2228" y="7820"/>
                  </a:lnTo>
                  <a:lnTo>
                    <a:pt x="2571" y="7820"/>
                  </a:lnTo>
                  <a:lnTo>
                    <a:pt x="2914" y="6455"/>
                  </a:lnTo>
                  <a:lnTo>
                    <a:pt x="2914" y="5958"/>
                  </a:lnTo>
                  <a:lnTo>
                    <a:pt x="3514" y="5586"/>
                  </a:lnTo>
                  <a:lnTo>
                    <a:pt x="3514" y="5089"/>
                  </a:lnTo>
                  <a:lnTo>
                    <a:pt x="3857" y="4593"/>
                  </a:lnTo>
                  <a:lnTo>
                    <a:pt x="3857" y="4096"/>
                  </a:lnTo>
                  <a:lnTo>
                    <a:pt x="4114" y="4096"/>
                  </a:lnTo>
                  <a:lnTo>
                    <a:pt x="4114" y="3724"/>
                  </a:lnTo>
                  <a:lnTo>
                    <a:pt x="4800" y="2731"/>
                  </a:lnTo>
                  <a:lnTo>
                    <a:pt x="4800" y="1365"/>
                  </a:lnTo>
                  <a:lnTo>
                    <a:pt x="5742" y="1365"/>
                  </a:lnTo>
                  <a:lnTo>
                    <a:pt x="6085" y="0"/>
                  </a:lnTo>
                  <a:lnTo>
                    <a:pt x="6342" y="496"/>
                  </a:lnTo>
                  <a:lnTo>
                    <a:pt x="7028" y="993"/>
                  </a:lnTo>
                  <a:lnTo>
                    <a:pt x="7285" y="496"/>
                  </a:lnTo>
                  <a:lnTo>
                    <a:pt x="8314" y="496"/>
                  </a:lnTo>
                  <a:lnTo>
                    <a:pt x="8571" y="993"/>
                  </a:lnTo>
                  <a:lnTo>
                    <a:pt x="9257" y="993"/>
                  </a:lnTo>
                  <a:lnTo>
                    <a:pt x="9514" y="1365"/>
                  </a:lnTo>
                  <a:lnTo>
                    <a:pt x="9857" y="1365"/>
                  </a:lnTo>
                  <a:lnTo>
                    <a:pt x="10200" y="1862"/>
                  </a:lnTo>
                  <a:lnTo>
                    <a:pt x="10200" y="2358"/>
                  </a:lnTo>
                  <a:lnTo>
                    <a:pt x="11142" y="2358"/>
                  </a:lnTo>
                  <a:lnTo>
                    <a:pt x="11142" y="2731"/>
                  </a:lnTo>
                  <a:lnTo>
                    <a:pt x="11485" y="2731"/>
                  </a:lnTo>
                  <a:lnTo>
                    <a:pt x="11742" y="3227"/>
                  </a:lnTo>
                  <a:lnTo>
                    <a:pt x="12085" y="3227"/>
                  </a:lnTo>
                  <a:lnTo>
                    <a:pt x="12428" y="4096"/>
                  </a:lnTo>
                  <a:lnTo>
                    <a:pt x="12428" y="4593"/>
                  </a:lnTo>
                  <a:lnTo>
                    <a:pt x="12685" y="4593"/>
                  </a:lnTo>
                  <a:lnTo>
                    <a:pt x="13028" y="5089"/>
                  </a:lnTo>
                  <a:lnTo>
                    <a:pt x="12685" y="5089"/>
                  </a:lnTo>
                  <a:lnTo>
                    <a:pt x="12685" y="6455"/>
                  </a:lnTo>
                  <a:lnTo>
                    <a:pt x="12428" y="6951"/>
                  </a:lnTo>
                  <a:lnTo>
                    <a:pt x="12428" y="7820"/>
                  </a:lnTo>
                  <a:lnTo>
                    <a:pt x="13028" y="7820"/>
                  </a:lnTo>
                  <a:lnTo>
                    <a:pt x="13371" y="7324"/>
                  </a:lnTo>
                  <a:lnTo>
                    <a:pt x="13714" y="7324"/>
                  </a:lnTo>
                  <a:lnTo>
                    <a:pt x="13971" y="7820"/>
                  </a:lnTo>
                  <a:lnTo>
                    <a:pt x="13714" y="7820"/>
                  </a:lnTo>
                  <a:lnTo>
                    <a:pt x="13971" y="8813"/>
                  </a:lnTo>
                  <a:lnTo>
                    <a:pt x="14314" y="9682"/>
                  </a:lnTo>
                  <a:lnTo>
                    <a:pt x="14657" y="9682"/>
                  </a:lnTo>
                  <a:lnTo>
                    <a:pt x="14657" y="11048"/>
                  </a:lnTo>
                  <a:lnTo>
                    <a:pt x="15257" y="11048"/>
                  </a:lnTo>
                  <a:lnTo>
                    <a:pt x="15600" y="11544"/>
                  </a:lnTo>
                  <a:lnTo>
                    <a:pt x="19714" y="12910"/>
                  </a:lnTo>
                  <a:lnTo>
                    <a:pt x="21599" y="12910"/>
                  </a:lnTo>
                  <a:lnTo>
                    <a:pt x="17142" y="18868"/>
                  </a:lnTo>
                  <a:lnTo>
                    <a:pt x="14914" y="18868"/>
                  </a:lnTo>
                  <a:lnTo>
                    <a:pt x="14657" y="19365"/>
                  </a:lnTo>
                  <a:lnTo>
                    <a:pt x="14314" y="19862"/>
                  </a:lnTo>
                  <a:lnTo>
                    <a:pt x="13971" y="19862"/>
                  </a:lnTo>
                  <a:lnTo>
                    <a:pt x="13714" y="20234"/>
                  </a:lnTo>
                  <a:lnTo>
                    <a:pt x="12685" y="20234"/>
                  </a:lnTo>
                  <a:lnTo>
                    <a:pt x="12685" y="20731"/>
                  </a:lnTo>
                  <a:lnTo>
                    <a:pt x="11485" y="20731"/>
                  </a:lnTo>
                  <a:lnTo>
                    <a:pt x="11485" y="20234"/>
                  </a:lnTo>
                  <a:lnTo>
                    <a:pt x="10200" y="20234"/>
                  </a:lnTo>
                  <a:lnTo>
                    <a:pt x="9257" y="21599"/>
                  </a:lnTo>
                  <a:lnTo>
                    <a:pt x="8314" y="21599"/>
                  </a:lnTo>
                  <a:lnTo>
                    <a:pt x="7971" y="21227"/>
                  </a:lnTo>
                  <a:lnTo>
                    <a:pt x="7285" y="21227"/>
                  </a:lnTo>
                  <a:lnTo>
                    <a:pt x="7028" y="20731"/>
                  </a:lnTo>
                  <a:lnTo>
                    <a:pt x="6685" y="20731"/>
                  </a:lnTo>
                  <a:lnTo>
                    <a:pt x="6085" y="19862"/>
                  </a:lnTo>
                  <a:lnTo>
                    <a:pt x="5142" y="19862"/>
                  </a:lnTo>
                  <a:lnTo>
                    <a:pt x="4800" y="19365"/>
                  </a:lnTo>
                  <a:lnTo>
                    <a:pt x="4457" y="19862"/>
                  </a:lnTo>
                  <a:lnTo>
                    <a:pt x="4114" y="19862"/>
                  </a:lnTo>
                  <a:lnTo>
                    <a:pt x="3857" y="19365"/>
                  </a:lnTo>
                  <a:lnTo>
                    <a:pt x="3857" y="17999"/>
                  </a:lnTo>
                  <a:lnTo>
                    <a:pt x="3514" y="18372"/>
                  </a:lnTo>
                  <a:lnTo>
                    <a:pt x="3171" y="179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9" name="AutoShape 97"/>
            <p:cNvSpPr>
              <a:spLocks/>
            </p:cNvSpPr>
            <p:nvPr/>
          </p:nvSpPr>
          <p:spPr bwMode="auto">
            <a:xfrm>
              <a:off x="4040395" y="6148899"/>
              <a:ext cx="447143" cy="349463"/>
            </a:xfrm>
            <a:custGeom>
              <a:avLst/>
              <a:gdLst>
                <a:gd name="T0" fmla="*/ 223572 w 21600"/>
                <a:gd name="T1" fmla="*/ 174732 h 21600"/>
                <a:gd name="T2" fmla="*/ 223572 w 21600"/>
                <a:gd name="T3" fmla="*/ 174732 h 21600"/>
                <a:gd name="T4" fmla="*/ 223572 w 21600"/>
                <a:gd name="T5" fmla="*/ 174732 h 21600"/>
                <a:gd name="T6" fmla="*/ 223572 w 21600"/>
                <a:gd name="T7" fmla="*/ 174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59" y="21600"/>
                  </a:moveTo>
                  <a:lnTo>
                    <a:pt x="18681" y="20629"/>
                  </a:lnTo>
                  <a:lnTo>
                    <a:pt x="18097" y="20629"/>
                  </a:lnTo>
                  <a:lnTo>
                    <a:pt x="18097" y="19658"/>
                  </a:lnTo>
                  <a:lnTo>
                    <a:pt x="17318" y="17959"/>
                  </a:lnTo>
                  <a:lnTo>
                    <a:pt x="16540" y="17959"/>
                  </a:lnTo>
                  <a:lnTo>
                    <a:pt x="15956" y="16988"/>
                  </a:lnTo>
                  <a:lnTo>
                    <a:pt x="15178" y="16988"/>
                  </a:lnTo>
                  <a:lnTo>
                    <a:pt x="15178" y="16260"/>
                  </a:lnTo>
                  <a:lnTo>
                    <a:pt x="13037" y="16260"/>
                  </a:lnTo>
                  <a:lnTo>
                    <a:pt x="13037" y="15289"/>
                  </a:lnTo>
                  <a:lnTo>
                    <a:pt x="12259" y="14319"/>
                  </a:lnTo>
                  <a:lnTo>
                    <a:pt x="11481" y="14319"/>
                  </a:lnTo>
                  <a:lnTo>
                    <a:pt x="10897" y="13591"/>
                  </a:lnTo>
                  <a:lnTo>
                    <a:pt x="9340" y="13591"/>
                  </a:lnTo>
                  <a:lnTo>
                    <a:pt x="8756" y="12620"/>
                  </a:lnTo>
                  <a:lnTo>
                    <a:pt x="6421" y="12620"/>
                  </a:lnTo>
                  <a:lnTo>
                    <a:pt x="5837" y="13591"/>
                  </a:lnTo>
                  <a:lnTo>
                    <a:pt x="4281" y="12620"/>
                  </a:lnTo>
                  <a:lnTo>
                    <a:pt x="3697" y="11649"/>
                  </a:lnTo>
                  <a:lnTo>
                    <a:pt x="2918" y="14319"/>
                  </a:lnTo>
                  <a:lnTo>
                    <a:pt x="778" y="14319"/>
                  </a:lnTo>
                  <a:lnTo>
                    <a:pt x="778" y="13591"/>
                  </a:lnTo>
                  <a:lnTo>
                    <a:pt x="0" y="11649"/>
                  </a:lnTo>
                  <a:lnTo>
                    <a:pt x="778" y="10678"/>
                  </a:lnTo>
                  <a:lnTo>
                    <a:pt x="778" y="9950"/>
                  </a:lnTo>
                  <a:lnTo>
                    <a:pt x="1556" y="8979"/>
                  </a:lnTo>
                  <a:lnTo>
                    <a:pt x="1556" y="7280"/>
                  </a:lnTo>
                  <a:lnTo>
                    <a:pt x="2140" y="6310"/>
                  </a:lnTo>
                  <a:lnTo>
                    <a:pt x="2140" y="5339"/>
                  </a:lnTo>
                  <a:lnTo>
                    <a:pt x="1556" y="5339"/>
                  </a:lnTo>
                  <a:lnTo>
                    <a:pt x="2140" y="4368"/>
                  </a:lnTo>
                  <a:lnTo>
                    <a:pt x="2140" y="3640"/>
                  </a:lnTo>
                  <a:lnTo>
                    <a:pt x="3697" y="3640"/>
                  </a:lnTo>
                  <a:lnTo>
                    <a:pt x="2918" y="2669"/>
                  </a:lnTo>
                  <a:lnTo>
                    <a:pt x="3697" y="2669"/>
                  </a:lnTo>
                  <a:lnTo>
                    <a:pt x="4281" y="1698"/>
                  </a:lnTo>
                  <a:lnTo>
                    <a:pt x="5837" y="1698"/>
                  </a:lnTo>
                  <a:lnTo>
                    <a:pt x="6421" y="970"/>
                  </a:lnTo>
                  <a:lnTo>
                    <a:pt x="6421" y="0"/>
                  </a:lnTo>
                  <a:lnTo>
                    <a:pt x="7200" y="970"/>
                  </a:lnTo>
                  <a:lnTo>
                    <a:pt x="8756" y="5339"/>
                  </a:lnTo>
                  <a:lnTo>
                    <a:pt x="9340" y="8008"/>
                  </a:lnTo>
                  <a:lnTo>
                    <a:pt x="9340" y="8979"/>
                  </a:lnTo>
                  <a:lnTo>
                    <a:pt x="10118" y="8979"/>
                  </a:lnTo>
                  <a:lnTo>
                    <a:pt x="10118" y="9950"/>
                  </a:lnTo>
                  <a:lnTo>
                    <a:pt x="10897" y="10678"/>
                  </a:lnTo>
                  <a:lnTo>
                    <a:pt x="10897" y="11649"/>
                  </a:lnTo>
                  <a:lnTo>
                    <a:pt x="10897" y="9950"/>
                  </a:lnTo>
                  <a:lnTo>
                    <a:pt x="12259" y="11649"/>
                  </a:lnTo>
                  <a:lnTo>
                    <a:pt x="13621" y="11649"/>
                  </a:lnTo>
                  <a:lnTo>
                    <a:pt x="14400" y="12620"/>
                  </a:lnTo>
                  <a:lnTo>
                    <a:pt x="15956" y="13591"/>
                  </a:lnTo>
                  <a:lnTo>
                    <a:pt x="16540" y="15289"/>
                  </a:lnTo>
                  <a:lnTo>
                    <a:pt x="17318" y="16260"/>
                  </a:lnTo>
                  <a:lnTo>
                    <a:pt x="18097" y="16260"/>
                  </a:lnTo>
                  <a:lnTo>
                    <a:pt x="18681" y="16988"/>
                  </a:lnTo>
                  <a:lnTo>
                    <a:pt x="18681" y="16260"/>
                  </a:lnTo>
                  <a:lnTo>
                    <a:pt x="18681" y="16988"/>
                  </a:lnTo>
                  <a:lnTo>
                    <a:pt x="20237" y="18930"/>
                  </a:lnTo>
                  <a:lnTo>
                    <a:pt x="20237" y="19658"/>
                  </a:lnTo>
                  <a:lnTo>
                    <a:pt x="21016" y="19658"/>
                  </a:lnTo>
                  <a:lnTo>
                    <a:pt x="21016" y="20629"/>
                  </a:lnTo>
                  <a:lnTo>
                    <a:pt x="21600" y="19658"/>
                  </a:lnTo>
                  <a:lnTo>
                    <a:pt x="21600" y="20629"/>
                  </a:lnTo>
                  <a:lnTo>
                    <a:pt x="21016" y="20629"/>
                  </a:lnTo>
                  <a:lnTo>
                    <a:pt x="21016" y="21600"/>
                  </a:lnTo>
                  <a:lnTo>
                    <a:pt x="1945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0" name="AutoShape 98"/>
            <p:cNvSpPr>
              <a:spLocks/>
            </p:cNvSpPr>
            <p:nvPr/>
          </p:nvSpPr>
          <p:spPr bwMode="auto">
            <a:xfrm>
              <a:off x="4415028" y="6482653"/>
              <a:ext cx="88625" cy="102088"/>
            </a:xfrm>
            <a:custGeom>
              <a:avLst/>
              <a:gdLst>
                <a:gd name="T0" fmla="*/ 44313 w 21600"/>
                <a:gd name="T1" fmla="*/ 51044 h 21600"/>
                <a:gd name="T2" fmla="*/ 44313 w 21600"/>
                <a:gd name="T3" fmla="*/ 51044 h 21600"/>
                <a:gd name="T4" fmla="*/ 44313 w 21600"/>
                <a:gd name="T5" fmla="*/ 51044 h 21600"/>
                <a:gd name="T6" fmla="*/ 44313 w 21600"/>
                <a:gd name="T7" fmla="*/ 51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21599"/>
                  </a:moveTo>
                  <a:lnTo>
                    <a:pt x="14727" y="18276"/>
                  </a:lnTo>
                  <a:lnTo>
                    <a:pt x="10800" y="18276"/>
                  </a:lnTo>
                  <a:lnTo>
                    <a:pt x="6872" y="21599"/>
                  </a:lnTo>
                  <a:lnTo>
                    <a:pt x="0" y="21599"/>
                  </a:lnTo>
                  <a:lnTo>
                    <a:pt x="0" y="15784"/>
                  </a:lnTo>
                  <a:lnTo>
                    <a:pt x="2945" y="12461"/>
                  </a:lnTo>
                  <a:lnTo>
                    <a:pt x="2945" y="3323"/>
                  </a:lnTo>
                  <a:lnTo>
                    <a:pt x="14727" y="3323"/>
                  </a:lnTo>
                  <a:lnTo>
                    <a:pt x="14727" y="0"/>
                  </a:lnTo>
                  <a:lnTo>
                    <a:pt x="17672" y="0"/>
                  </a:lnTo>
                  <a:lnTo>
                    <a:pt x="21599" y="3323"/>
                  </a:lnTo>
                  <a:lnTo>
                    <a:pt x="21599" y="9138"/>
                  </a:lnTo>
                  <a:lnTo>
                    <a:pt x="17672" y="9138"/>
                  </a:lnTo>
                  <a:lnTo>
                    <a:pt x="14727" y="12461"/>
                  </a:lnTo>
                  <a:lnTo>
                    <a:pt x="10800" y="12461"/>
                  </a:lnTo>
                  <a:lnTo>
                    <a:pt x="14727" y="15784"/>
                  </a:lnTo>
                  <a:lnTo>
                    <a:pt x="17672" y="12461"/>
                  </a:lnTo>
                  <a:lnTo>
                    <a:pt x="21599" y="12461"/>
                  </a:lnTo>
                  <a:lnTo>
                    <a:pt x="21599" y="15784"/>
                  </a:lnTo>
                  <a:lnTo>
                    <a:pt x="17672" y="18276"/>
                  </a:lnTo>
                  <a:lnTo>
                    <a:pt x="1767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1" name="AutoShape 99"/>
            <p:cNvSpPr>
              <a:spLocks/>
            </p:cNvSpPr>
            <p:nvPr/>
          </p:nvSpPr>
          <p:spPr bwMode="auto">
            <a:xfrm>
              <a:off x="4370716" y="6525842"/>
              <a:ext cx="668701" cy="789228"/>
            </a:xfrm>
            <a:custGeom>
              <a:avLst/>
              <a:gdLst>
                <a:gd name="T0" fmla="*/ 334351 w 21600"/>
                <a:gd name="T1" fmla="*/ 394614 h 21600"/>
                <a:gd name="T2" fmla="*/ 334351 w 21600"/>
                <a:gd name="T3" fmla="*/ 394614 h 21600"/>
                <a:gd name="T4" fmla="*/ 334351 w 21600"/>
                <a:gd name="T5" fmla="*/ 394614 h 21600"/>
                <a:gd name="T6" fmla="*/ 334351 w 21600"/>
                <a:gd name="T7" fmla="*/ 3946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1" y="12788"/>
                  </a:moveTo>
                  <a:lnTo>
                    <a:pt x="1821" y="12358"/>
                  </a:lnTo>
                  <a:lnTo>
                    <a:pt x="3383" y="12358"/>
                  </a:lnTo>
                  <a:lnTo>
                    <a:pt x="3773" y="12035"/>
                  </a:lnTo>
                  <a:lnTo>
                    <a:pt x="4293" y="12035"/>
                  </a:lnTo>
                  <a:lnTo>
                    <a:pt x="4814" y="11605"/>
                  </a:lnTo>
                  <a:lnTo>
                    <a:pt x="5204" y="11176"/>
                  </a:lnTo>
                  <a:lnTo>
                    <a:pt x="8587" y="11176"/>
                  </a:lnTo>
                  <a:lnTo>
                    <a:pt x="15354" y="6017"/>
                  </a:lnTo>
                  <a:lnTo>
                    <a:pt x="12491" y="6017"/>
                  </a:lnTo>
                  <a:lnTo>
                    <a:pt x="6245" y="4835"/>
                  </a:lnTo>
                  <a:lnTo>
                    <a:pt x="5725" y="4405"/>
                  </a:lnTo>
                  <a:lnTo>
                    <a:pt x="4814" y="4405"/>
                  </a:lnTo>
                  <a:lnTo>
                    <a:pt x="4814" y="3223"/>
                  </a:lnTo>
                  <a:lnTo>
                    <a:pt x="4293" y="3223"/>
                  </a:lnTo>
                  <a:lnTo>
                    <a:pt x="3773" y="2471"/>
                  </a:lnTo>
                  <a:lnTo>
                    <a:pt x="3383" y="1611"/>
                  </a:lnTo>
                  <a:lnTo>
                    <a:pt x="3773" y="1182"/>
                  </a:lnTo>
                  <a:lnTo>
                    <a:pt x="4293" y="859"/>
                  </a:lnTo>
                  <a:lnTo>
                    <a:pt x="5725" y="2041"/>
                  </a:lnTo>
                  <a:lnTo>
                    <a:pt x="5725" y="2471"/>
                  </a:lnTo>
                  <a:lnTo>
                    <a:pt x="6245" y="2471"/>
                  </a:lnTo>
                  <a:lnTo>
                    <a:pt x="6636" y="2794"/>
                  </a:lnTo>
                  <a:lnTo>
                    <a:pt x="7677" y="2794"/>
                  </a:lnTo>
                  <a:lnTo>
                    <a:pt x="8197" y="2471"/>
                  </a:lnTo>
                  <a:lnTo>
                    <a:pt x="9108" y="2471"/>
                  </a:lnTo>
                  <a:lnTo>
                    <a:pt x="9628" y="1611"/>
                  </a:lnTo>
                  <a:lnTo>
                    <a:pt x="10019" y="1611"/>
                  </a:lnTo>
                  <a:lnTo>
                    <a:pt x="10019" y="2041"/>
                  </a:lnTo>
                  <a:lnTo>
                    <a:pt x="10539" y="2041"/>
                  </a:lnTo>
                  <a:lnTo>
                    <a:pt x="10539" y="1611"/>
                  </a:lnTo>
                  <a:lnTo>
                    <a:pt x="11060" y="2041"/>
                  </a:lnTo>
                  <a:lnTo>
                    <a:pt x="11971" y="2041"/>
                  </a:lnTo>
                  <a:lnTo>
                    <a:pt x="13012" y="1182"/>
                  </a:lnTo>
                  <a:lnTo>
                    <a:pt x="16265" y="1182"/>
                  </a:lnTo>
                  <a:lnTo>
                    <a:pt x="17826" y="859"/>
                  </a:lnTo>
                  <a:lnTo>
                    <a:pt x="19648" y="859"/>
                  </a:lnTo>
                  <a:lnTo>
                    <a:pt x="19648" y="429"/>
                  </a:lnTo>
                  <a:lnTo>
                    <a:pt x="20168" y="429"/>
                  </a:lnTo>
                  <a:lnTo>
                    <a:pt x="20168" y="0"/>
                  </a:lnTo>
                  <a:lnTo>
                    <a:pt x="21600" y="0"/>
                  </a:lnTo>
                  <a:lnTo>
                    <a:pt x="21600" y="429"/>
                  </a:lnTo>
                  <a:lnTo>
                    <a:pt x="21209" y="859"/>
                  </a:lnTo>
                  <a:lnTo>
                    <a:pt x="21209" y="1182"/>
                  </a:lnTo>
                  <a:lnTo>
                    <a:pt x="21600" y="1182"/>
                  </a:lnTo>
                  <a:lnTo>
                    <a:pt x="21209" y="1611"/>
                  </a:lnTo>
                  <a:lnTo>
                    <a:pt x="21209" y="2471"/>
                  </a:lnTo>
                  <a:lnTo>
                    <a:pt x="21600" y="2471"/>
                  </a:lnTo>
                  <a:lnTo>
                    <a:pt x="21600" y="2794"/>
                  </a:lnTo>
                  <a:lnTo>
                    <a:pt x="21209" y="2794"/>
                  </a:lnTo>
                  <a:lnTo>
                    <a:pt x="20689" y="3223"/>
                  </a:lnTo>
                  <a:lnTo>
                    <a:pt x="21209" y="3223"/>
                  </a:lnTo>
                  <a:lnTo>
                    <a:pt x="20689" y="3653"/>
                  </a:lnTo>
                  <a:lnTo>
                    <a:pt x="20689" y="4405"/>
                  </a:lnTo>
                  <a:lnTo>
                    <a:pt x="20168" y="5265"/>
                  </a:lnTo>
                  <a:lnTo>
                    <a:pt x="19648" y="6017"/>
                  </a:lnTo>
                  <a:lnTo>
                    <a:pt x="19257" y="6017"/>
                  </a:lnTo>
                  <a:lnTo>
                    <a:pt x="18737" y="6447"/>
                  </a:lnTo>
                  <a:lnTo>
                    <a:pt x="18737" y="6770"/>
                  </a:lnTo>
                  <a:lnTo>
                    <a:pt x="18216" y="7200"/>
                  </a:lnTo>
                  <a:lnTo>
                    <a:pt x="17306" y="8811"/>
                  </a:lnTo>
                  <a:lnTo>
                    <a:pt x="17306" y="9241"/>
                  </a:lnTo>
                  <a:lnTo>
                    <a:pt x="16265" y="9994"/>
                  </a:lnTo>
                  <a:lnTo>
                    <a:pt x="16265" y="10423"/>
                  </a:lnTo>
                  <a:lnTo>
                    <a:pt x="14833" y="12035"/>
                  </a:lnTo>
                  <a:lnTo>
                    <a:pt x="13012" y="13540"/>
                  </a:lnTo>
                  <a:lnTo>
                    <a:pt x="10539" y="15152"/>
                  </a:lnTo>
                  <a:lnTo>
                    <a:pt x="9628" y="16011"/>
                  </a:lnTo>
                  <a:lnTo>
                    <a:pt x="9108" y="16011"/>
                  </a:lnTo>
                  <a:lnTo>
                    <a:pt x="8197" y="16334"/>
                  </a:lnTo>
                  <a:lnTo>
                    <a:pt x="6245" y="17946"/>
                  </a:lnTo>
                  <a:lnTo>
                    <a:pt x="5725" y="17946"/>
                  </a:lnTo>
                  <a:lnTo>
                    <a:pt x="4814" y="19128"/>
                  </a:lnTo>
                  <a:lnTo>
                    <a:pt x="4293" y="19128"/>
                  </a:lnTo>
                  <a:lnTo>
                    <a:pt x="3773" y="19558"/>
                  </a:lnTo>
                  <a:lnTo>
                    <a:pt x="3383" y="19558"/>
                  </a:lnTo>
                  <a:lnTo>
                    <a:pt x="3383" y="19988"/>
                  </a:lnTo>
                  <a:lnTo>
                    <a:pt x="1431" y="21599"/>
                  </a:lnTo>
                  <a:lnTo>
                    <a:pt x="0" y="20417"/>
                  </a:lnTo>
                  <a:lnTo>
                    <a:pt x="0" y="14400"/>
                  </a:lnTo>
                  <a:lnTo>
                    <a:pt x="1821" y="1278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2" name="AutoShape 100"/>
            <p:cNvSpPr>
              <a:spLocks/>
            </p:cNvSpPr>
            <p:nvPr/>
          </p:nvSpPr>
          <p:spPr bwMode="auto">
            <a:xfrm>
              <a:off x="8797820" y="5987909"/>
              <a:ext cx="149050" cy="129576"/>
            </a:xfrm>
            <a:custGeom>
              <a:avLst/>
              <a:gdLst>
                <a:gd name="T0" fmla="*/ 74525 w 21600"/>
                <a:gd name="T1" fmla="*/ 64788 h 21600"/>
                <a:gd name="T2" fmla="*/ 74525 w 21600"/>
                <a:gd name="T3" fmla="*/ 64788 h 21600"/>
                <a:gd name="T4" fmla="*/ 74525 w 21600"/>
                <a:gd name="T5" fmla="*/ 64788 h 21600"/>
                <a:gd name="T6" fmla="*/ 74525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39" y="0"/>
                  </a:moveTo>
                  <a:cubicBezTo>
                    <a:pt x="17280" y="0"/>
                    <a:pt x="17280" y="0"/>
                    <a:pt x="17280" y="0"/>
                  </a:cubicBezTo>
                  <a:cubicBezTo>
                    <a:pt x="17280" y="2399"/>
                    <a:pt x="17280" y="2399"/>
                    <a:pt x="17280" y="2399"/>
                  </a:cubicBezTo>
                  <a:cubicBezTo>
                    <a:pt x="17280" y="2399"/>
                    <a:pt x="15119" y="0"/>
                    <a:pt x="15119" y="0"/>
                  </a:cubicBezTo>
                  <a:cubicBezTo>
                    <a:pt x="12959" y="0"/>
                    <a:pt x="12959" y="0"/>
                    <a:pt x="12959" y="0"/>
                  </a:cubicBezTo>
                  <a:cubicBezTo>
                    <a:pt x="12959" y="0"/>
                    <a:pt x="12959" y="0"/>
                    <a:pt x="12959" y="0"/>
                  </a:cubicBezTo>
                  <a:cubicBezTo>
                    <a:pt x="10800" y="2399"/>
                    <a:pt x="10800" y="2399"/>
                    <a:pt x="10800" y="2399"/>
                  </a:cubicBezTo>
                  <a:cubicBezTo>
                    <a:pt x="8640" y="2399"/>
                    <a:pt x="8640" y="2399"/>
                    <a:pt x="8640" y="2399"/>
                  </a:cubicBezTo>
                  <a:cubicBezTo>
                    <a:pt x="6480" y="2399"/>
                    <a:pt x="6480" y="2399"/>
                    <a:pt x="6480" y="2399"/>
                  </a:cubicBezTo>
                  <a:cubicBezTo>
                    <a:pt x="6480" y="2399"/>
                    <a:pt x="6480" y="2399"/>
                    <a:pt x="6480" y="2399"/>
                  </a:cubicBezTo>
                  <a:cubicBezTo>
                    <a:pt x="4320" y="4800"/>
                    <a:pt x="4320" y="4800"/>
                    <a:pt x="4320" y="4800"/>
                  </a:cubicBezTo>
                  <a:cubicBezTo>
                    <a:pt x="2160" y="7200"/>
                    <a:pt x="2160" y="7200"/>
                    <a:pt x="2160" y="7200"/>
                  </a:cubicBezTo>
                  <a:cubicBezTo>
                    <a:pt x="0" y="9600"/>
                    <a:pt x="0" y="9600"/>
                    <a:pt x="0" y="9600"/>
                  </a:cubicBezTo>
                  <a:cubicBezTo>
                    <a:pt x="0" y="9600"/>
                    <a:pt x="0" y="9600"/>
                    <a:pt x="0" y="9600"/>
                  </a:cubicBezTo>
                  <a:cubicBezTo>
                    <a:pt x="0" y="14400"/>
                    <a:pt x="0" y="14400"/>
                    <a:pt x="0" y="14400"/>
                  </a:cubicBezTo>
                  <a:cubicBezTo>
                    <a:pt x="2160" y="16800"/>
                    <a:pt x="2160" y="16800"/>
                    <a:pt x="2160" y="16800"/>
                  </a:cubicBezTo>
                  <a:cubicBezTo>
                    <a:pt x="2160" y="16800"/>
                    <a:pt x="2160" y="16800"/>
                    <a:pt x="2160" y="16800"/>
                  </a:cubicBezTo>
                  <a:cubicBezTo>
                    <a:pt x="4320" y="19200"/>
                    <a:pt x="4320" y="19200"/>
                    <a:pt x="4320" y="19200"/>
                  </a:cubicBezTo>
                  <a:cubicBezTo>
                    <a:pt x="6480" y="19200"/>
                    <a:pt x="6480" y="19200"/>
                    <a:pt x="6480" y="19200"/>
                  </a:cubicBezTo>
                  <a:cubicBezTo>
                    <a:pt x="6480" y="19200"/>
                    <a:pt x="6480" y="19200"/>
                    <a:pt x="6480" y="19200"/>
                  </a:cubicBezTo>
                  <a:cubicBezTo>
                    <a:pt x="8640" y="19200"/>
                    <a:pt x="8640" y="19200"/>
                    <a:pt x="8640" y="19200"/>
                  </a:cubicBezTo>
                  <a:cubicBezTo>
                    <a:pt x="10800" y="21600"/>
                    <a:pt x="10800" y="21600"/>
                    <a:pt x="10800" y="21600"/>
                  </a:cubicBezTo>
                  <a:cubicBezTo>
                    <a:pt x="10800" y="19200"/>
                    <a:pt x="10800" y="19200"/>
                    <a:pt x="10800" y="19200"/>
                  </a:cubicBezTo>
                  <a:cubicBezTo>
                    <a:pt x="10800" y="19200"/>
                    <a:pt x="10800" y="19200"/>
                    <a:pt x="10800" y="19200"/>
                  </a:cubicBezTo>
                  <a:cubicBezTo>
                    <a:pt x="12959" y="16800"/>
                    <a:pt x="12959" y="16800"/>
                    <a:pt x="12959" y="16800"/>
                  </a:cubicBezTo>
                  <a:cubicBezTo>
                    <a:pt x="15119" y="19200"/>
                    <a:pt x="15119" y="19200"/>
                    <a:pt x="15119" y="19200"/>
                  </a:cubicBezTo>
                  <a:cubicBezTo>
                    <a:pt x="15119" y="16800"/>
                    <a:pt x="15119" y="16800"/>
                    <a:pt x="15119" y="16800"/>
                  </a:cubicBezTo>
                  <a:cubicBezTo>
                    <a:pt x="15119" y="16800"/>
                    <a:pt x="15119" y="16800"/>
                    <a:pt x="15119" y="16800"/>
                  </a:cubicBezTo>
                  <a:cubicBezTo>
                    <a:pt x="17280" y="14400"/>
                    <a:pt x="17280" y="14400"/>
                    <a:pt x="17280" y="14400"/>
                  </a:cubicBezTo>
                  <a:cubicBezTo>
                    <a:pt x="19439" y="14400"/>
                    <a:pt x="19439" y="14400"/>
                    <a:pt x="19439" y="14400"/>
                  </a:cubicBezTo>
                  <a:cubicBezTo>
                    <a:pt x="19439" y="12000"/>
                    <a:pt x="19439" y="12000"/>
                    <a:pt x="19439" y="12000"/>
                  </a:cubicBezTo>
                  <a:cubicBezTo>
                    <a:pt x="19439" y="9600"/>
                    <a:pt x="19439" y="9600"/>
                    <a:pt x="19439" y="9600"/>
                  </a:cubicBezTo>
                  <a:cubicBezTo>
                    <a:pt x="21599" y="9600"/>
                    <a:pt x="21599" y="9600"/>
                    <a:pt x="21599" y="9600"/>
                  </a:cubicBezTo>
                  <a:cubicBezTo>
                    <a:pt x="21599" y="7200"/>
                    <a:pt x="21599" y="7200"/>
                    <a:pt x="21599" y="7200"/>
                  </a:cubicBezTo>
                  <a:cubicBezTo>
                    <a:pt x="21599" y="4800"/>
                    <a:pt x="21599" y="4800"/>
                    <a:pt x="21599" y="4800"/>
                  </a:cubicBezTo>
                  <a:cubicBezTo>
                    <a:pt x="21599" y="2399"/>
                    <a:pt x="21599" y="2399"/>
                    <a:pt x="21599" y="2399"/>
                  </a:cubicBezTo>
                  <a:lnTo>
                    <a:pt x="19439"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3" name="AutoShape 101"/>
            <p:cNvSpPr>
              <a:spLocks/>
            </p:cNvSpPr>
            <p:nvPr/>
          </p:nvSpPr>
          <p:spPr bwMode="auto">
            <a:xfrm>
              <a:off x="5905501" y="3310037"/>
              <a:ext cx="4056508" cy="2662169"/>
            </a:xfrm>
            <a:custGeom>
              <a:avLst/>
              <a:gdLst>
                <a:gd name="T0" fmla="*/ 2028254 w 21600"/>
                <a:gd name="T1" fmla="*/ 1331085 h 21600"/>
                <a:gd name="T2" fmla="*/ 2028254 w 21600"/>
                <a:gd name="T3" fmla="*/ 1331085 h 21600"/>
                <a:gd name="T4" fmla="*/ 2028254 w 21600"/>
                <a:gd name="T5" fmla="*/ 1331085 h 21600"/>
                <a:gd name="T6" fmla="*/ 2028254 w 21600"/>
                <a:gd name="T7" fmla="*/ 13310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14" y="3759"/>
                  </a:moveTo>
                  <a:lnTo>
                    <a:pt x="21514" y="3663"/>
                  </a:lnTo>
                  <a:lnTo>
                    <a:pt x="21449" y="3536"/>
                  </a:lnTo>
                  <a:lnTo>
                    <a:pt x="21449" y="3281"/>
                  </a:lnTo>
                  <a:lnTo>
                    <a:pt x="21128" y="3281"/>
                  </a:lnTo>
                  <a:lnTo>
                    <a:pt x="21128" y="3408"/>
                  </a:lnTo>
                  <a:lnTo>
                    <a:pt x="21042" y="3408"/>
                  </a:lnTo>
                  <a:lnTo>
                    <a:pt x="21042" y="3536"/>
                  </a:lnTo>
                  <a:lnTo>
                    <a:pt x="20892" y="3536"/>
                  </a:lnTo>
                  <a:lnTo>
                    <a:pt x="20892" y="3663"/>
                  </a:lnTo>
                  <a:lnTo>
                    <a:pt x="20806" y="3759"/>
                  </a:lnTo>
                  <a:lnTo>
                    <a:pt x="20806" y="3886"/>
                  </a:lnTo>
                  <a:lnTo>
                    <a:pt x="20720" y="3886"/>
                  </a:lnTo>
                  <a:lnTo>
                    <a:pt x="20656" y="4014"/>
                  </a:lnTo>
                  <a:lnTo>
                    <a:pt x="20484" y="4014"/>
                  </a:lnTo>
                  <a:lnTo>
                    <a:pt x="20420" y="3886"/>
                  </a:lnTo>
                  <a:lnTo>
                    <a:pt x="20334" y="4014"/>
                  </a:lnTo>
                  <a:lnTo>
                    <a:pt x="20248" y="4014"/>
                  </a:lnTo>
                  <a:lnTo>
                    <a:pt x="20248" y="3759"/>
                  </a:lnTo>
                  <a:lnTo>
                    <a:pt x="20162" y="3759"/>
                  </a:lnTo>
                  <a:lnTo>
                    <a:pt x="20098" y="3663"/>
                  </a:lnTo>
                  <a:lnTo>
                    <a:pt x="20162" y="3536"/>
                  </a:lnTo>
                  <a:lnTo>
                    <a:pt x="20098" y="3408"/>
                  </a:lnTo>
                  <a:lnTo>
                    <a:pt x="20098" y="3281"/>
                  </a:lnTo>
                  <a:lnTo>
                    <a:pt x="20012" y="3281"/>
                  </a:lnTo>
                  <a:lnTo>
                    <a:pt x="20012" y="3185"/>
                  </a:lnTo>
                  <a:lnTo>
                    <a:pt x="20098" y="3185"/>
                  </a:lnTo>
                  <a:lnTo>
                    <a:pt x="20098" y="3058"/>
                  </a:lnTo>
                  <a:lnTo>
                    <a:pt x="20012" y="3058"/>
                  </a:lnTo>
                  <a:lnTo>
                    <a:pt x="20012" y="3185"/>
                  </a:lnTo>
                  <a:lnTo>
                    <a:pt x="19862" y="3185"/>
                  </a:lnTo>
                  <a:lnTo>
                    <a:pt x="19862" y="3058"/>
                  </a:lnTo>
                  <a:lnTo>
                    <a:pt x="19690" y="3058"/>
                  </a:lnTo>
                  <a:lnTo>
                    <a:pt x="19690" y="2930"/>
                  </a:lnTo>
                  <a:lnTo>
                    <a:pt x="19626" y="2930"/>
                  </a:lnTo>
                  <a:lnTo>
                    <a:pt x="19626" y="2835"/>
                  </a:lnTo>
                  <a:lnTo>
                    <a:pt x="19540" y="2835"/>
                  </a:lnTo>
                  <a:lnTo>
                    <a:pt x="19540" y="2707"/>
                  </a:lnTo>
                  <a:lnTo>
                    <a:pt x="19455" y="2707"/>
                  </a:lnTo>
                  <a:lnTo>
                    <a:pt x="19455" y="2835"/>
                  </a:lnTo>
                  <a:lnTo>
                    <a:pt x="19369" y="2707"/>
                  </a:lnTo>
                  <a:lnTo>
                    <a:pt x="19369" y="2835"/>
                  </a:lnTo>
                  <a:lnTo>
                    <a:pt x="19304" y="2835"/>
                  </a:lnTo>
                  <a:lnTo>
                    <a:pt x="19304" y="2707"/>
                  </a:lnTo>
                  <a:lnTo>
                    <a:pt x="19133" y="2707"/>
                  </a:lnTo>
                  <a:lnTo>
                    <a:pt x="19133" y="2580"/>
                  </a:lnTo>
                  <a:lnTo>
                    <a:pt x="19068" y="2707"/>
                  </a:lnTo>
                  <a:lnTo>
                    <a:pt x="18983" y="2580"/>
                  </a:lnTo>
                  <a:lnTo>
                    <a:pt x="18983" y="2707"/>
                  </a:lnTo>
                  <a:lnTo>
                    <a:pt x="18983" y="2580"/>
                  </a:lnTo>
                  <a:lnTo>
                    <a:pt x="18897" y="2707"/>
                  </a:lnTo>
                  <a:lnTo>
                    <a:pt x="18897" y="2580"/>
                  </a:lnTo>
                  <a:lnTo>
                    <a:pt x="18832" y="2580"/>
                  </a:lnTo>
                  <a:lnTo>
                    <a:pt x="18747" y="2453"/>
                  </a:lnTo>
                  <a:lnTo>
                    <a:pt x="18661" y="2357"/>
                  </a:lnTo>
                  <a:lnTo>
                    <a:pt x="18661" y="2230"/>
                  </a:lnTo>
                  <a:lnTo>
                    <a:pt x="18575" y="2230"/>
                  </a:lnTo>
                  <a:lnTo>
                    <a:pt x="18575" y="2007"/>
                  </a:lnTo>
                  <a:lnTo>
                    <a:pt x="18511" y="2007"/>
                  </a:lnTo>
                  <a:lnTo>
                    <a:pt x="18511" y="1879"/>
                  </a:lnTo>
                  <a:lnTo>
                    <a:pt x="18339" y="1624"/>
                  </a:lnTo>
                  <a:lnTo>
                    <a:pt x="18339" y="1529"/>
                  </a:lnTo>
                  <a:lnTo>
                    <a:pt x="18189" y="1529"/>
                  </a:lnTo>
                  <a:lnTo>
                    <a:pt x="18275" y="1401"/>
                  </a:lnTo>
                  <a:lnTo>
                    <a:pt x="18189" y="1401"/>
                  </a:lnTo>
                  <a:lnTo>
                    <a:pt x="18189" y="1274"/>
                  </a:lnTo>
                  <a:lnTo>
                    <a:pt x="18103" y="1274"/>
                  </a:lnTo>
                  <a:lnTo>
                    <a:pt x="18103" y="1051"/>
                  </a:lnTo>
                  <a:lnTo>
                    <a:pt x="18017" y="1051"/>
                  </a:lnTo>
                  <a:lnTo>
                    <a:pt x="17953" y="923"/>
                  </a:lnTo>
                  <a:lnTo>
                    <a:pt x="17953" y="796"/>
                  </a:lnTo>
                  <a:lnTo>
                    <a:pt x="17867" y="796"/>
                  </a:lnTo>
                  <a:lnTo>
                    <a:pt x="17867" y="573"/>
                  </a:lnTo>
                  <a:lnTo>
                    <a:pt x="17781" y="573"/>
                  </a:lnTo>
                  <a:lnTo>
                    <a:pt x="17781" y="446"/>
                  </a:lnTo>
                  <a:lnTo>
                    <a:pt x="17631" y="446"/>
                  </a:lnTo>
                  <a:lnTo>
                    <a:pt x="17631" y="223"/>
                  </a:lnTo>
                  <a:lnTo>
                    <a:pt x="17545" y="350"/>
                  </a:lnTo>
                  <a:lnTo>
                    <a:pt x="17545" y="223"/>
                  </a:lnTo>
                  <a:lnTo>
                    <a:pt x="17481" y="223"/>
                  </a:lnTo>
                  <a:lnTo>
                    <a:pt x="17545" y="223"/>
                  </a:lnTo>
                  <a:lnTo>
                    <a:pt x="17481" y="95"/>
                  </a:lnTo>
                  <a:lnTo>
                    <a:pt x="17224" y="95"/>
                  </a:lnTo>
                  <a:lnTo>
                    <a:pt x="17224" y="223"/>
                  </a:lnTo>
                  <a:lnTo>
                    <a:pt x="17159" y="95"/>
                  </a:lnTo>
                  <a:lnTo>
                    <a:pt x="16988" y="95"/>
                  </a:lnTo>
                  <a:lnTo>
                    <a:pt x="16923" y="0"/>
                  </a:lnTo>
                  <a:lnTo>
                    <a:pt x="16516" y="0"/>
                  </a:lnTo>
                  <a:lnTo>
                    <a:pt x="16516" y="95"/>
                  </a:lnTo>
                  <a:lnTo>
                    <a:pt x="16194" y="95"/>
                  </a:lnTo>
                  <a:lnTo>
                    <a:pt x="16194" y="223"/>
                  </a:lnTo>
                  <a:lnTo>
                    <a:pt x="15894" y="223"/>
                  </a:lnTo>
                  <a:lnTo>
                    <a:pt x="15808" y="350"/>
                  </a:lnTo>
                  <a:lnTo>
                    <a:pt x="15808" y="446"/>
                  </a:lnTo>
                  <a:lnTo>
                    <a:pt x="15722" y="573"/>
                  </a:lnTo>
                  <a:lnTo>
                    <a:pt x="15722" y="796"/>
                  </a:lnTo>
                  <a:lnTo>
                    <a:pt x="15958" y="796"/>
                  </a:lnTo>
                  <a:lnTo>
                    <a:pt x="15958" y="923"/>
                  </a:lnTo>
                  <a:lnTo>
                    <a:pt x="16044" y="923"/>
                  </a:lnTo>
                  <a:lnTo>
                    <a:pt x="16044" y="1051"/>
                  </a:lnTo>
                  <a:lnTo>
                    <a:pt x="16130" y="1178"/>
                  </a:lnTo>
                  <a:lnTo>
                    <a:pt x="16044" y="1274"/>
                  </a:lnTo>
                  <a:lnTo>
                    <a:pt x="15958" y="1401"/>
                  </a:lnTo>
                  <a:lnTo>
                    <a:pt x="15958" y="1529"/>
                  </a:lnTo>
                  <a:lnTo>
                    <a:pt x="15894" y="1624"/>
                  </a:lnTo>
                  <a:lnTo>
                    <a:pt x="15894" y="2007"/>
                  </a:lnTo>
                  <a:lnTo>
                    <a:pt x="15958" y="2007"/>
                  </a:lnTo>
                  <a:lnTo>
                    <a:pt x="15958" y="2102"/>
                  </a:lnTo>
                  <a:lnTo>
                    <a:pt x="15894" y="2102"/>
                  </a:lnTo>
                  <a:lnTo>
                    <a:pt x="15894" y="2230"/>
                  </a:lnTo>
                  <a:lnTo>
                    <a:pt x="15958" y="2230"/>
                  </a:lnTo>
                  <a:lnTo>
                    <a:pt x="15958" y="2453"/>
                  </a:lnTo>
                  <a:lnTo>
                    <a:pt x="15894" y="2453"/>
                  </a:lnTo>
                  <a:lnTo>
                    <a:pt x="15894" y="2580"/>
                  </a:lnTo>
                  <a:lnTo>
                    <a:pt x="16044" y="2580"/>
                  </a:lnTo>
                  <a:lnTo>
                    <a:pt x="16044" y="2835"/>
                  </a:lnTo>
                  <a:lnTo>
                    <a:pt x="15958" y="2930"/>
                  </a:lnTo>
                  <a:lnTo>
                    <a:pt x="15722" y="2930"/>
                  </a:lnTo>
                  <a:lnTo>
                    <a:pt x="15572" y="3185"/>
                  </a:lnTo>
                  <a:lnTo>
                    <a:pt x="15336" y="3185"/>
                  </a:lnTo>
                  <a:lnTo>
                    <a:pt x="15336" y="3058"/>
                  </a:lnTo>
                  <a:lnTo>
                    <a:pt x="15250" y="3058"/>
                  </a:lnTo>
                  <a:lnTo>
                    <a:pt x="15250" y="3185"/>
                  </a:lnTo>
                  <a:lnTo>
                    <a:pt x="15165" y="3886"/>
                  </a:lnTo>
                  <a:lnTo>
                    <a:pt x="15165" y="4237"/>
                  </a:lnTo>
                  <a:lnTo>
                    <a:pt x="15079" y="4460"/>
                  </a:lnTo>
                  <a:lnTo>
                    <a:pt x="15165" y="4587"/>
                  </a:lnTo>
                  <a:lnTo>
                    <a:pt x="15336" y="4715"/>
                  </a:lnTo>
                  <a:lnTo>
                    <a:pt x="15486" y="4587"/>
                  </a:lnTo>
                  <a:lnTo>
                    <a:pt x="15722" y="4587"/>
                  </a:lnTo>
                  <a:lnTo>
                    <a:pt x="15808" y="4715"/>
                  </a:lnTo>
                  <a:lnTo>
                    <a:pt x="15894" y="4587"/>
                  </a:lnTo>
                  <a:lnTo>
                    <a:pt x="15894" y="4364"/>
                  </a:lnTo>
                  <a:lnTo>
                    <a:pt x="15958" y="4364"/>
                  </a:lnTo>
                  <a:lnTo>
                    <a:pt x="16044" y="4237"/>
                  </a:lnTo>
                  <a:lnTo>
                    <a:pt x="16194" y="4364"/>
                  </a:lnTo>
                  <a:lnTo>
                    <a:pt x="16280" y="4460"/>
                  </a:lnTo>
                  <a:lnTo>
                    <a:pt x="16430" y="4587"/>
                  </a:lnTo>
                  <a:lnTo>
                    <a:pt x="16516" y="4842"/>
                  </a:lnTo>
                  <a:lnTo>
                    <a:pt x="16602" y="4938"/>
                  </a:lnTo>
                  <a:lnTo>
                    <a:pt x="16687" y="5065"/>
                  </a:lnTo>
                  <a:lnTo>
                    <a:pt x="16687" y="5192"/>
                  </a:lnTo>
                  <a:lnTo>
                    <a:pt x="16602" y="5192"/>
                  </a:lnTo>
                  <a:lnTo>
                    <a:pt x="16602" y="5288"/>
                  </a:lnTo>
                  <a:lnTo>
                    <a:pt x="16280" y="5288"/>
                  </a:lnTo>
                  <a:lnTo>
                    <a:pt x="16194" y="5415"/>
                  </a:lnTo>
                  <a:lnTo>
                    <a:pt x="16130" y="5543"/>
                  </a:lnTo>
                  <a:lnTo>
                    <a:pt x="15958" y="5543"/>
                  </a:lnTo>
                  <a:lnTo>
                    <a:pt x="15958" y="5670"/>
                  </a:lnTo>
                  <a:lnTo>
                    <a:pt x="15808" y="5670"/>
                  </a:lnTo>
                  <a:lnTo>
                    <a:pt x="15722" y="5893"/>
                  </a:lnTo>
                  <a:lnTo>
                    <a:pt x="15722" y="6116"/>
                  </a:lnTo>
                  <a:lnTo>
                    <a:pt x="15636" y="6116"/>
                  </a:lnTo>
                  <a:lnTo>
                    <a:pt x="15486" y="6371"/>
                  </a:lnTo>
                  <a:lnTo>
                    <a:pt x="15400" y="6371"/>
                  </a:lnTo>
                  <a:lnTo>
                    <a:pt x="15250" y="6244"/>
                  </a:lnTo>
                  <a:lnTo>
                    <a:pt x="15250" y="6371"/>
                  </a:lnTo>
                  <a:lnTo>
                    <a:pt x="15165" y="6499"/>
                  </a:lnTo>
                  <a:lnTo>
                    <a:pt x="15079" y="6594"/>
                  </a:lnTo>
                  <a:lnTo>
                    <a:pt x="15014" y="6594"/>
                  </a:lnTo>
                  <a:lnTo>
                    <a:pt x="15014" y="6722"/>
                  </a:lnTo>
                  <a:lnTo>
                    <a:pt x="14929" y="6849"/>
                  </a:lnTo>
                  <a:lnTo>
                    <a:pt x="14843" y="6722"/>
                  </a:lnTo>
                  <a:lnTo>
                    <a:pt x="14693" y="6722"/>
                  </a:lnTo>
                  <a:lnTo>
                    <a:pt x="14607" y="6594"/>
                  </a:lnTo>
                  <a:lnTo>
                    <a:pt x="14371" y="6594"/>
                  </a:lnTo>
                  <a:lnTo>
                    <a:pt x="14285" y="6722"/>
                  </a:lnTo>
                  <a:lnTo>
                    <a:pt x="14221" y="6849"/>
                  </a:lnTo>
                  <a:lnTo>
                    <a:pt x="14221" y="7200"/>
                  </a:lnTo>
                  <a:lnTo>
                    <a:pt x="14371" y="7327"/>
                  </a:lnTo>
                  <a:lnTo>
                    <a:pt x="14542" y="7423"/>
                  </a:lnTo>
                  <a:lnTo>
                    <a:pt x="14542" y="7550"/>
                  </a:lnTo>
                  <a:lnTo>
                    <a:pt x="14457" y="7550"/>
                  </a:lnTo>
                  <a:lnTo>
                    <a:pt x="14457" y="7677"/>
                  </a:lnTo>
                  <a:lnTo>
                    <a:pt x="14285" y="7900"/>
                  </a:lnTo>
                  <a:lnTo>
                    <a:pt x="14221" y="8123"/>
                  </a:lnTo>
                  <a:lnTo>
                    <a:pt x="14135" y="8251"/>
                  </a:lnTo>
                  <a:lnTo>
                    <a:pt x="14049" y="8251"/>
                  </a:lnTo>
                  <a:lnTo>
                    <a:pt x="13985" y="8378"/>
                  </a:lnTo>
                  <a:lnTo>
                    <a:pt x="13813" y="8378"/>
                  </a:lnTo>
                  <a:lnTo>
                    <a:pt x="13749" y="8506"/>
                  </a:lnTo>
                  <a:lnTo>
                    <a:pt x="13427" y="8506"/>
                  </a:lnTo>
                  <a:lnTo>
                    <a:pt x="13341" y="8601"/>
                  </a:lnTo>
                  <a:lnTo>
                    <a:pt x="13256" y="8601"/>
                  </a:lnTo>
                  <a:lnTo>
                    <a:pt x="12784" y="8856"/>
                  </a:lnTo>
                  <a:lnTo>
                    <a:pt x="12698" y="8952"/>
                  </a:lnTo>
                  <a:lnTo>
                    <a:pt x="12548" y="9207"/>
                  </a:lnTo>
                  <a:lnTo>
                    <a:pt x="12312" y="9207"/>
                  </a:lnTo>
                  <a:lnTo>
                    <a:pt x="12312" y="9079"/>
                  </a:lnTo>
                  <a:lnTo>
                    <a:pt x="12140" y="9079"/>
                  </a:lnTo>
                  <a:lnTo>
                    <a:pt x="11990" y="9207"/>
                  </a:lnTo>
                  <a:lnTo>
                    <a:pt x="11904" y="9079"/>
                  </a:lnTo>
                  <a:lnTo>
                    <a:pt x="11754" y="9079"/>
                  </a:lnTo>
                  <a:lnTo>
                    <a:pt x="11604" y="8952"/>
                  </a:lnTo>
                  <a:lnTo>
                    <a:pt x="11346" y="8856"/>
                  </a:lnTo>
                  <a:lnTo>
                    <a:pt x="11196" y="8601"/>
                  </a:lnTo>
                  <a:lnTo>
                    <a:pt x="10553" y="8601"/>
                  </a:lnTo>
                  <a:lnTo>
                    <a:pt x="10553" y="8729"/>
                  </a:lnTo>
                  <a:lnTo>
                    <a:pt x="9287" y="8729"/>
                  </a:lnTo>
                  <a:lnTo>
                    <a:pt x="9201" y="8506"/>
                  </a:lnTo>
                  <a:lnTo>
                    <a:pt x="9201" y="8378"/>
                  </a:lnTo>
                  <a:lnTo>
                    <a:pt x="9137" y="8251"/>
                  </a:lnTo>
                  <a:lnTo>
                    <a:pt x="9051" y="8123"/>
                  </a:lnTo>
                  <a:lnTo>
                    <a:pt x="9051" y="8028"/>
                  </a:lnTo>
                  <a:lnTo>
                    <a:pt x="8966" y="7900"/>
                  </a:lnTo>
                  <a:lnTo>
                    <a:pt x="8901" y="7900"/>
                  </a:lnTo>
                  <a:lnTo>
                    <a:pt x="8901" y="7773"/>
                  </a:lnTo>
                  <a:lnTo>
                    <a:pt x="8730" y="7773"/>
                  </a:lnTo>
                  <a:lnTo>
                    <a:pt x="8665" y="7677"/>
                  </a:lnTo>
                  <a:lnTo>
                    <a:pt x="8494" y="7550"/>
                  </a:lnTo>
                  <a:lnTo>
                    <a:pt x="8343" y="7550"/>
                  </a:lnTo>
                  <a:lnTo>
                    <a:pt x="8343" y="7423"/>
                  </a:lnTo>
                  <a:lnTo>
                    <a:pt x="8258" y="7423"/>
                  </a:lnTo>
                  <a:lnTo>
                    <a:pt x="8022" y="7327"/>
                  </a:lnTo>
                  <a:lnTo>
                    <a:pt x="7314" y="7327"/>
                  </a:lnTo>
                  <a:lnTo>
                    <a:pt x="7142" y="7072"/>
                  </a:lnTo>
                  <a:lnTo>
                    <a:pt x="7142" y="6849"/>
                  </a:lnTo>
                  <a:lnTo>
                    <a:pt x="7228" y="6849"/>
                  </a:lnTo>
                  <a:lnTo>
                    <a:pt x="7228" y="6371"/>
                  </a:lnTo>
                  <a:lnTo>
                    <a:pt x="7142" y="6244"/>
                  </a:lnTo>
                  <a:lnTo>
                    <a:pt x="7078" y="6116"/>
                  </a:lnTo>
                  <a:lnTo>
                    <a:pt x="6992" y="6021"/>
                  </a:lnTo>
                  <a:lnTo>
                    <a:pt x="6992" y="5893"/>
                  </a:lnTo>
                  <a:lnTo>
                    <a:pt x="6906" y="5766"/>
                  </a:lnTo>
                  <a:lnTo>
                    <a:pt x="6821" y="5670"/>
                  </a:lnTo>
                  <a:lnTo>
                    <a:pt x="6756" y="5543"/>
                  </a:lnTo>
                  <a:lnTo>
                    <a:pt x="6670" y="5543"/>
                  </a:lnTo>
                  <a:lnTo>
                    <a:pt x="6585" y="5670"/>
                  </a:lnTo>
                  <a:lnTo>
                    <a:pt x="6520" y="5543"/>
                  </a:lnTo>
                  <a:lnTo>
                    <a:pt x="6349" y="5543"/>
                  </a:lnTo>
                  <a:lnTo>
                    <a:pt x="6263" y="5670"/>
                  </a:lnTo>
                  <a:lnTo>
                    <a:pt x="6199" y="5543"/>
                  </a:lnTo>
                  <a:lnTo>
                    <a:pt x="6199" y="5415"/>
                  </a:lnTo>
                  <a:lnTo>
                    <a:pt x="6113" y="5415"/>
                  </a:lnTo>
                  <a:lnTo>
                    <a:pt x="6027" y="5288"/>
                  </a:lnTo>
                  <a:lnTo>
                    <a:pt x="6027" y="5192"/>
                  </a:lnTo>
                  <a:lnTo>
                    <a:pt x="5963" y="5192"/>
                  </a:lnTo>
                  <a:lnTo>
                    <a:pt x="5877" y="5065"/>
                  </a:lnTo>
                  <a:lnTo>
                    <a:pt x="5877" y="4938"/>
                  </a:lnTo>
                  <a:lnTo>
                    <a:pt x="5877" y="5065"/>
                  </a:lnTo>
                  <a:lnTo>
                    <a:pt x="5791" y="4938"/>
                  </a:lnTo>
                  <a:lnTo>
                    <a:pt x="5791" y="4842"/>
                  </a:lnTo>
                  <a:lnTo>
                    <a:pt x="5727" y="4842"/>
                  </a:lnTo>
                  <a:lnTo>
                    <a:pt x="5641" y="4715"/>
                  </a:lnTo>
                  <a:lnTo>
                    <a:pt x="5641" y="4842"/>
                  </a:lnTo>
                  <a:lnTo>
                    <a:pt x="5555" y="4938"/>
                  </a:lnTo>
                  <a:lnTo>
                    <a:pt x="5469" y="5065"/>
                  </a:lnTo>
                  <a:lnTo>
                    <a:pt x="5469" y="5192"/>
                  </a:lnTo>
                  <a:lnTo>
                    <a:pt x="5405" y="5288"/>
                  </a:lnTo>
                  <a:lnTo>
                    <a:pt x="5319" y="5288"/>
                  </a:lnTo>
                  <a:lnTo>
                    <a:pt x="5233" y="5415"/>
                  </a:lnTo>
                  <a:lnTo>
                    <a:pt x="5233" y="5670"/>
                  </a:lnTo>
                  <a:lnTo>
                    <a:pt x="5319" y="5893"/>
                  </a:lnTo>
                  <a:lnTo>
                    <a:pt x="5405" y="6021"/>
                  </a:lnTo>
                  <a:lnTo>
                    <a:pt x="5405" y="6116"/>
                  </a:lnTo>
                  <a:lnTo>
                    <a:pt x="5319" y="6244"/>
                  </a:lnTo>
                  <a:lnTo>
                    <a:pt x="5233" y="6244"/>
                  </a:lnTo>
                  <a:lnTo>
                    <a:pt x="5169" y="6371"/>
                  </a:lnTo>
                  <a:lnTo>
                    <a:pt x="5083" y="6371"/>
                  </a:lnTo>
                  <a:lnTo>
                    <a:pt x="5083" y="6244"/>
                  </a:lnTo>
                  <a:lnTo>
                    <a:pt x="4997" y="6244"/>
                  </a:lnTo>
                  <a:lnTo>
                    <a:pt x="4847" y="6371"/>
                  </a:lnTo>
                  <a:lnTo>
                    <a:pt x="4761" y="6371"/>
                  </a:lnTo>
                  <a:lnTo>
                    <a:pt x="4611" y="6244"/>
                  </a:lnTo>
                  <a:lnTo>
                    <a:pt x="4525" y="6244"/>
                  </a:lnTo>
                  <a:lnTo>
                    <a:pt x="4440" y="6499"/>
                  </a:lnTo>
                  <a:lnTo>
                    <a:pt x="4440" y="6722"/>
                  </a:lnTo>
                  <a:lnTo>
                    <a:pt x="4375" y="6945"/>
                  </a:lnTo>
                  <a:lnTo>
                    <a:pt x="4375" y="7327"/>
                  </a:lnTo>
                  <a:lnTo>
                    <a:pt x="4525" y="7327"/>
                  </a:lnTo>
                  <a:lnTo>
                    <a:pt x="4440" y="7423"/>
                  </a:lnTo>
                  <a:lnTo>
                    <a:pt x="4440" y="7550"/>
                  </a:lnTo>
                  <a:lnTo>
                    <a:pt x="4139" y="7550"/>
                  </a:lnTo>
                  <a:lnTo>
                    <a:pt x="3968" y="7677"/>
                  </a:lnTo>
                  <a:lnTo>
                    <a:pt x="3732" y="7677"/>
                  </a:lnTo>
                  <a:lnTo>
                    <a:pt x="3646" y="7773"/>
                  </a:lnTo>
                  <a:lnTo>
                    <a:pt x="3732" y="7900"/>
                  </a:lnTo>
                  <a:lnTo>
                    <a:pt x="3882" y="7900"/>
                  </a:lnTo>
                  <a:lnTo>
                    <a:pt x="3882" y="8251"/>
                  </a:lnTo>
                  <a:lnTo>
                    <a:pt x="3968" y="8251"/>
                  </a:lnTo>
                  <a:lnTo>
                    <a:pt x="3968" y="8378"/>
                  </a:lnTo>
                  <a:lnTo>
                    <a:pt x="4054" y="8506"/>
                  </a:lnTo>
                  <a:lnTo>
                    <a:pt x="4054" y="8601"/>
                  </a:lnTo>
                  <a:lnTo>
                    <a:pt x="4139" y="8601"/>
                  </a:lnTo>
                  <a:lnTo>
                    <a:pt x="4139" y="8856"/>
                  </a:lnTo>
                  <a:lnTo>
                    <a:pt x="4054" y="8856"/>
                  </a:lnTo>
                  <a:lnTo>
                    <a:pt x="4054" y="8952"/>
                  </a:lnTo>
                  <a:lnTo>
                    <a:pt x="4139" y="9079"/>
                  </a:lnTo>
                  <a:lnTo>
                    <a:pt x="4054" y="9079"/>
                  </a:lnTo>
                  <a:lnTo>
                    <a:pt x="4054" y="9334"/>
                  </a:lnTo>
                  <a:lnTo>
                    <a:pt x="3968" y="9430"/>
                  </a:lnTo>
                  <a:lnTo>
                    <a:pt x="3818" y="9334"/>
                  </a:lnTo>
                  <a:lnTo>
                    <a:pt x="3646" y="9079"/>
                  </a:lnTo>
                  <a:lnTo>
                    <a:pt x="3088" y="9079"/>
                  </a:lnTo>
                  <a:lnTo>
                    <a:pt x="2938" y="8952"/>
                  </a:lnTo>
                  <a:lnTo>
                    <a:pt x="2788" y="9079"/>
                  </a:lnTo>
                  <a:lnTo>
                    <a:pt x="2531" y="9079"/>
                  </a:lnTo>
                  <a:lnTo>
                    <a:pt x="2466" y="9207"/>
                  </a:lnTo>
                  <a:lnTo>
                    <a:pt x="2295" y="9079"/>
                  </a:lnTo>
                  <a:lnTo>
                    <a:pt x="1737" y="9079"/>
                  </a:lnTo>
                  <a:lnTo>
                    <a:pt x="1737" y="9430"/>
                  </a:lnTo>
                  <a:lnTo>
                    <a:pt x="1201" y="9430"/>
                  </a:lnTo>
                  <a:lnTo>
                    <a:pt x="1115" y="9334"/>
                  </a:lnTo>
                  <a:lnTo>
                    <a:pt x="943" y="9334"/>
                  </a:lnTo>
                  <a:lnTo>
                    <a:pt x="943" y="9430"/>
                  </a:lnTo>
                  <a:lnTo>
                    <a:pt x="879" y="9557"/>
                  </a:lnTo>
                  <a:lnTo>
                    <a:pt x="879" y="9684"/>
                  </a:lnTo>
                  <a:lnTo>
                    <a:pt x="793" y="9907"/>
                  </a:lnTo>
                  <a:lnTo>
                    <a:pt x="707" y="10035"/>
                  </a:lnTo>
                  <a:lnTo>
                    <a:pt x="793" y="10162"/>
                  </a:lnTo>
                  <a:lnTo>
                    <a:pt x="943" y="10162"/>
                  </a:lnTo>
                  <a:lnTo>
                    <a:pt x="1029" y="10258"/>
                  </a:lnTo>
                  <a:lnTo>
                    <a:pt x="1115" y="10258"/>
                  </a:lnTo>
                  <a:lnTo>
                    <a:pt x="1115" y="10035"/>
                  </a:lnTo>
                  <a:lnTo>
                    <a:pt x="1201" y="10035"/>
                  </a:lnTo>
                  <a:lnTo>
                    <a:pt x="1351" y="10258"/>
                  </a:lnTo>
                  <a:lnTo>
                    <a:pt x="1351" y="10385"/>
                  </a:lnTo>
                  <a:lnTo>
                    <a:pt x="1265" y="10513"/>
                  </a:lnTo>
                  <a:lnTo>
                    <a:pt x="943" y="10513"/>
                  </a:lnTo>
                  <a:lnTo>
                    <a:pt x="879" y="10385"/>
                  </a:lnTo>
                  <a:lnTo>
                    <a:pt x="793" y="10513"/>
                  </a:lnTo>
                  <a:lnTo>
                    <a:pt x="707" y="10513"/>
                  </a:lnTo>
                  <a:lnTo>
                    <a:pt x="643" y="10608"/>
                  </a:lnTo>
                  <a:lnTo>
                    <a:pt x="557" y="10608"/>
                  </a:lnTo>
                  <a:lnTo>
                    <a:pt x="557" y="10736"/>
                  </a:lnTo>
                  <a:lnTo>
                    <a:pt x="643" y="10863"/>
                  </a:lnTo>
                  <a:lnTo>
                    <a:pt x="471" y="10991"/>
                  </a:lnTo>
                  <a:lnTo>
                    <a:pt x="321" y="10991"/>
                  </a:lnTo>
                  <a:lnTo>
                    <a:pt x="386" y="11086"/>
                  </a:lnTo>
                  <a:lnTo>
                    <a:pt x="235" y="11214"/>
                  </a:lnTo>
                  <a:lnTo>
                    <a:pt x="235" y="11341"/>
                  </a:lnTo>
                  <a:lnTo>
                    <a:pt x="0" y="11341"/>
                  </a:lnTo>
                  <a:lnTo>
                    <a:pt x="0" y="11564"/>
                  </a:lnTo>
                  <a:lnTo>
                    <a:pt x="85" y="11692"/>
                  </a:lnTo>
                  <a:lnTo>
                    <a:pt x="235" y="11692"/>
                  </a:lnTo>
                  <a:lnTo>
                    <a:pt x="235" y="12042"/>
                  </a:lnTo>
                  <a:lnTo>
                    <a:pt x="321" y="12042"/>
                  </a:lnTo>
                  <a:lnTo>
                    <a:pt x="321" y="12169"/>
                  </a:lnTo>
                  <a:lnTo>
                    <a:pt x="235" y="12392"/>
                  </a:lnTo>
                  <a:lnTo>
                    <a:pt x="150" y="12743"/>
                  </a:lnTo>
                  <a:lnTo>
                    <a:pt x="235" y="12870"/>
                  </a:lnTo>
                  <a:lnTo>
                    <a:pt x="386" y="12870"/>
                  </a:lnTo>
                  <a:lnTo>
                    <a:pt x="471" y="12743"/>
                  </a:lnTo>
                  <a:lnTo>
                    <a:pt x="557" y="12743"/>
                  </a:lnTo>
                  <a:lnTo>
                    <a:pt x="557" y="12615"/>
                  </a:lnTo>
                  <a:lnTo>
                    <a:pt x="643" y="12615"/>
                  </a:lnTo>
                  <a:lnTo>
                    <a:pt x="707" y="12743"/>
                  </a:lnTo>
                  <a:lnTo>
                    <a:pt x="793" y="12743"/>
                  </a:lnTo>
                  <a:lnTo>
                    <a:pt x="793" y="12520"/>
                  </a:lnTo>
                  <a:lnTo>
                    <a:pt x="1029" y="12520"/>
                  </a:lnTo>
                  <a:lnTo>
                    <a:pt x="1029" y="12265"/>
                  </a:lnTo>
                  <a:lnTo>
                    <a:pt x="1115" y="12169"/>
                  </a:lnTo>
                  <a:lnTo>
                    <a:pt x="1115" y="11915"/>
                  </a:lnTo>
                  <a:lnTo>
                    <a:pt x="1265" y="11915"/>
                  </a:lnTo>
                  <a:lnTo>
                    <a:pt x="1265" y="12042"/>
                  </a:lnTo>
                  <a:lnTo>
                    <a:pt x="1351" y="12042"/>
                  </a:lnTo>
                  <a:lnTo>
                    <a:pt x="1351" y="12265"/>
                  </a:lnTo>
                  <a:lnTo>
                    <a:pt x="1437" y="12265"/>
                  </a:lnTo>
                  <a:lnTo>
                    <a:pt x="1437" y="12870"/>
                  </a:lnTo>
                  <a:lnTo>
                    <a:pt x="1501" y="12870"/>
                  </a:lnTo>
                  <a:lnTo>
                    <a:pt x="1501" y="12998"/>
                  </a:lnTo>
                  <a:lnTo>
                    <a:pt x="1737" y="12998"/>
                  </a:lnTo>
                  <a:lnTo>
                    <a:pt x="1737" y="12870"/>
                  </a:lnTo>
                  <a:lnTo>
                    <a:pt x="1823" y="12870"/>
                  </a:lnTo>
                  <a:lnTo>
                    <a:pt x="1909" y="12743"/>
                  </a:lnTo>
                  <a:lnTo>
                    <a:pt x="1909" y="12615"/>
                  </a:lnTo>
                  <a:lnTo>
                    <a:pt x="1994" y="12615"/>
                  </a:lnTo>
                  <a:lnTo>
                    <a:pt x="2144" y="12520"/>
                  </a:lnTo>
                  <a:lnTo>
                    <a:pt x="2230" y="12392"/>
                  </a:lnTo>
                  <a:lnTo>
                    <a:pt x="2230" y="12520"/>
                  </a:lnTo>
                  <a:lnTo>
                    <a:pt x="2380" y="12520"/>
                  </a:lnTo>
                  <a:lnTo>
                    <a:pt x="2466" y="12392"/>
                  </a:lnTo>
                  <a:lnTo>
                    <a:pt x="2616" y="12392"/>
                  </a:lnTo>
                  <a:lnTo>
                    <a:pt x="2616" y="12520"/>
                  </a:lnTo>
                  <a:lnTo>
                    <a:pt x="2466" y="12615"/>
                  </a:lnTo>
                  <a:lnTo>
                    <a:pt x="2616" y="12615"/>
                  </a:lnTo>
                  <a:lnTo>
                    <a:pt x="2702" y="12743"/>
                  </a:lnTo>
                  <a:lnTo>
                    <a:pt x="2702" y="12615"/>
                  </a:lnTo>
                  <a:lnTo>
                    <a:pt x="2938" y="12615"/>
                  </a:lnTo>
                  <a:lnTo>
                    <a:pt x="3024" y="12870"/>
                  </a:lnTo>
                  <a:lnTo>
                    <a:pt x="3260" y="13221"/>
                  </a:lnTo>
                  <a:lnTo>
                    <a:pt x="3260" y="13348"/>
                  </a:lnTo>
                  <a:lnTo>
                    <a:pt x="3324" y="13348"/>
                  </a:lnTo>
                  <a:lnTo>
                    <a:pt x="3324" y="13444"/>
                  </a:lnTo>
                  <a:lnTo>
                    <a:pt x="3646" y="13444"/>
                  </a:lnTo>
                  <a:lnTo>
                    <a:pt x="3818" y="13699"/>
                  </a:lnTo>
                  <a:lnTo>
                    <a:pt x="3968" y="13699"/>
                  </a:lnTo>
                  <a:lnTo>
                    <a:pt x="4054" y="13922"/>
                  </a:lnTo>
                  <a:lnTo>
                    <a:pt x="4139" y="14176"/>
                  </a:lnTo>
                  <a:lnTo>
                    <a:pt x="4204" y="14176"/>
                  </a:lnTo>
                  <a:lnTo>
                    <a:pt x="4289" y="14272"/>
                  </a:lnTo>
                  <a:lnTo>
                    <a:pt x="4289" y="14527"/>
                  </a:lnTo>
                  <a:lnTo>
                    <a:pt x="4375" y="14750"/>
                  </a:lnTo>
                  <a:lnTo>
                    <a:pt x="4440" y="14750"/>
                  </a:lnTo>
                  <a:lnTo>
                    <a:pt x="4440" y="15005"/>
                  </a:lnTo>
                  <a:lnTo>
                    <a:pt x="4525" y="15100"/>
                  </a:lnTo>
                  <a:lnTo>
                    <a:pt x="4440" y="15228"/>
                  </a:lnTo>
                  <a:lnTo>
                    <a:pt x="4375" y="15228"/>
                  </a:lnTo>
                  <a:lnTo>
                    <a:pt x="4289" y="15355"/>
                  </a:lnTo>
                  <a:lnTo>
                    <a:pt x="4289" y="15451"/>
                  </a:lnTo>
                  <a:lnTo>
                    <a:pt x="4375" y="15578"/>
                  </a:lnTo>
                  <a:lnTo>
                    <a:pt x="4375" y="15706"/>
                  </a:lnTo>
                  <a:lnTo>
                    <a:pt x="4440" y="15833"/>
                  </a:lnTo>
                  <a:lnTo>
                    <a:pt x="4375" y="15833"/>
                  </a:lnTo>
                  <a:lnTo>
                    <a:pt x="4440" y="15929"/>
                  </a:lnTo>
                  <a:lnTo>
                    <a:pt x="4440" y="16056"/>
                  </a:lnTo>
                  <a:lnTo>
                    <a:pt x="4525" y="16056"/>
                  </a:lnTo>
                  <a:lnTo>
                    <a:pt x="4525" y="16184"/>
                  </a:lnTo>
                  <a:lnTo>
                    <a:pt x="4847" y="16184"/>
                  </a:lnTo>
                  <a:lnTo>
                    <a:pt x="4933" y="16279"/>
                  </a:lnTo>
                  <a:lnTo>
                    <a:pt x="4997" y="16279"/>
                  </a:lnTo>
                  <a:lnTo>
                    <a:pt x="4997" y="16407"/>
                  </a:lnTo>
                  <a:lnTo>
                    <a:pt x="5083" y="16407"/>
                  </a:lnTo>
                  <a:lnTo>
                    <a:pt x="5083" y="16534"/>
                  </a:lnTo>
                  <a:lnTo>
                    <a:pt x="5233" y="16534"/>
                  </a:lnTo>
                  <a:lnTo>
                    <a:pt x="5233" y="16661"/>
                  </a:lnTo>
                  <a:lnTo>
                    <a:pt x="5319" y="16661"/>
                  </a:lnTo>
                  <a:lnTo>
                    <a:pt x="5405" y="16534"/>
                  </a:lnTo>
                  <a:lnTo>
                    <a:pt x="5469" y="16534"/>
                  </a:lnTo>
                  <a:lnTo>
                    <a:pt x="5641" y="16661"/>
                  </a:lnTo>
                  <a:lnTo>
                    <a:pt x="5791" y="16661"/>
                  </a:lnTo>
                  <a:lnTo>
                    <a:pt x="5877" y="16884"/>
                  </a:lnTo>
                  <a:lnTo>
                    <a:pt x="6027" y="16884"/>
                  </a:lnTo>
                  <a:lnTo>
                    <a:pt x="6113" y="17012"/>
                  </a:lnTo>
                  <a:lnTo>
                    <a:pt x="6113" y="17107"/>
                  </a:lnTo>
                  <a:lnTo>
                    <a:pt x="6199" y="17107"/>
                  </a:lnTo>
                  <a:lnTo>
                    <a:pt x="6199" y="17012"/>
                  </a:lnTo>
                  <a:lnTo>
                    <a:pt x="6434" y="17012"/>
                  </a:lnTo>
                  <a:lnTo>
                    <a:pt x="6434" y="17235"/>
                  </a:lnTo>
                  <a:lnTo>
                    <a:pt x="6756" y="17235"/>
                  </a:lnTo>
                  <a:lnTo>
                    <a:pt x="6670" y="17490"/>
                  </a:lnTo>
                  <a:lnTo>
                    <a:pt x="6756" y="17585"/>
                  </a:lnTo>
                  <a:lnTo>
                    <a:pt x="6992" y="17585"/>
                  </a:lnTo>
                  <a:lnTo>
                    <a:pt x="7078" y="17490"/>
                  </a:lnTo>
                  <a:lnTo>
                    <a:pt x="7314" y="17490"/>
                  </a:lnTo>
                  <a:lnTo>
                    <a:pt x="7314" y="17585"/>
                  </a:lnTo>
                  <a:lnTo>
                    <a:pt x="7464" y="17713"/>
                  </a:lnTo>
                  <a:lnTo>
                    <a:pt x="7464" y="17840"/>
                  </a:lnTo>
                  <a:lnTo>
                    <a:pt x="7700" y="17840"/>
                  </a:lnTo>
                  <a:lnTo>
                    <a:pt x="7786" y="17713"/>
                  </a:lnTo>
                  <a:lnTo>
                    <a:pt x="7872" y="17713"/>
                  </a:lnTo>
                  <a:lnTo>
                    <a:pt x="7872" y="17840"/>
                  </a:lnTo>
                  <a:lnTo>
                    <a:pt x="7936" y="17713"/>
                  </a:lnTo>
                  <a:lnTo>
                    <a:pt x="8022" y="17713"/>
                  </a:lnTo>
                  <a:lnTo>
                    <a:pt x="8022" y="17936"/>
                  </a:lnTo>
                  <a:lnTo>
                    <a:pt x="8172" y="17936"/>
                  </a:lnTo>
                  <a:lnTo>
                    <a:pt x="8258" y="17713"/>
                  </a:lnTo>
                  <a:lnTo>
                    <a:pt x="8408" y="17585"/>
                  </a:lnTo>
                  <a:lnTo>
                    <a:pt x="8579" y="17585"/>
                  </a:lnTo>
                  <a:lnTo>
                    <a:pt x="8730" y="17713"/>
                  </a:lnTo>
                  <a:lnTo>
                    <a:pt x="8815" y="17713"/>
                  </a:lnTo>
                  <a:lnTo>
                    <a:pt x="8901" y="17585"/>
                  </a:lnTo>
                  <a:lnTo>
                    <a:pt x="8966" y="17713"/>
                  </a:lnTo>
                  <a:lnTo>
                    <a:pt x="9287" y="17713"/>
                  </a:lnTo>
                  <a:lnTo>
                    <a:pt x="9373" y="17585"/>
                  </a:lnTo>
                  <a:lnTo>
                    <a:pt x="9459" y="17585"/>
                  </a:lnTo>
                  <a:lnTo>
                    <a:pt x="9459" y="17490"/>
                  </a:lnTo>
                  <a:lnTo>
                    <a:pt x="9523" y="17490"/>
                  </a:lnTo>
                  <a:lnTo>
                    <a:pt x="9523" y="17362"/>
                  </a:lnTo>
                  <a:lnTo>
                    <a:pt x="9609" y="17235"/>
                  </a:lnTo>
                  <a:lnTo>
                    <a:pt x="9845" y="17235"/>
                  </a:lnTo>
                  <a:lnTo>
                    <a:pt x="9931" y="17107"/>
                  </a:lnTo>
                  <a:lnTo>
                    <a:pt x="9931" y="17012"/>
                  </a:lnTo>
                  <a:lnTo>
                    <a:pt x="10017" y="16884"/>
                  </a:lnTo>
                  <a:lnTo>
                    <a:pt x="10081" y="17012"/>
                  </a:lnTo>
                  <a:lnTo>
                    <a:pt x="10317" y="17012"/>
                  </a:lnTo>
                  <a:lnTo>
                    <a:pt x="10317" y="16884"/>
                  </a:lnTo>
                  <a:lnTo>
                    <a:pt x="10488" y="16757"/>
                  </a:lnTo>
                  <a:lnTo>
                    <a:pt x="10553" y="16757"/>
                  </a:lnTo>
                  <a:lnTo>
                    <a:pt x="10553" y="16884"/>
                  </a:lnTo>
                  <a:lnTo>
                    <a:pt x="10639" y="16884"/>
                  </a:lnTo>
                  <a:lnTo>
                    <a:pt x="10553" y="17012"/>
                  </a:lnTo>
                  <a:lnTo>
                    <a:pt x="10639" y="17107"/>
                  </a:lnTo>
                  <a:lnTo>
                    <a:pt x="10724" y="17107"/>
                  </a:lnTo>
                  <a:lnTo>
                    <a:pt x="10810" y="17235"/>
                  </a:lnTo>
                  <a:lnTo>
                    <a:pt x="10810" y="17362"/>
                  </a:lnTo>
                  <a:lnTo>
                    <a:pt x="10724" y="17362"/>
                  </a:lnTo>
                  <a:lnTo>
                    <a:pt x="10724" y="17490"/>
                  </a:lnTo>
                  <a:lnTo>
                    <a:pt x="10960" y="17490"/>
                  </a:lnTo>
                  <a:lnTo>
                    <a:pt x="10960" y="17585"/>
                  </a:lnTo>
                  <a:lnTo>
                    <a:pt x="11282" y="17585"/>
                  </a:lnTo>
                  <a:lnTo>
                    <a:pt x="11282" y="17713"/>
                  </a:lnTo>
                  <a:lnTo>
                    <a:pt x="11346" y="17713"/>
                  </a:lnTo>
                  <a:lnTo>
                    <a:pt x="11346" y="17840"/>
                  </a:lnTo>
                  <a:lnTo>
                    <a:pt x="11432" y="17840"/>
                  </a:lnTo>
                  <a:lnTo>
                    <a:pt x="11518" y="17936"/>
                  </a:lnTo>
                  <a:lnTo>
                    <a:pt x="11518" y="18063"/>
                  </a:lnTo>
                  <a:lnTo>
                    <a:pt x="11604" y="18286"/>
                  </a:lnTo>
                  <a:lnTo>
                    <a:pt x="11604" y="18764"/>
                  </a:lnTo>
                  <a:lnTo>
                    <a:pt x="11518" y="18764"/>
                  </a:lnTo>
                  <a:lnTo>
                    <a:pt x="11432" y="18892"/>
                  </a:lnTo>
                  <a:lnTo>
                    <a:pt x="11432" y="19115"/>
                  </a:lnTo>
                  <a:lnTo>
                    <a:pt x="11346" y="19115"/>
                  </a:lnTo>
                  <a:lnTo>
                    <a:pt x="11282" y="19242"/>
                  </a:lnTo>
                  <a:lnTo>
                    <a:pt x="11346" y="19369"/>
                  </a:lnTo>
                  <a:lnTo>
                    <a:pt x="11282" y="19369"/>
                  </a:lnTo>
                  <a:lnTo>
                    <a:pt x="11282" y="19497"/>
                  </a:lnTo>
                  <a:lnTo>
                    <a:pt x="11346" y="19497"/>
                  </a:lnTo>
                  <a:lnTo>
                    <a:pt x="11346" y="19592"/>
                  </a:lnTo>
                  <a:lnTo>
                    <a:pt x="11432" y="19592"/>
                  </a:lnTo>
                  <a:lnTo>
                    <a:pt x="11432" y="19847"/>
                  </a:lnTo>
                  <a:lnTo>
                    <a:pt x="11518" y="19720"/>
                  </a:lnTo>
                  <a:lnTo>
                    <a:pt x="11668" y="19720"/>
                  </a:lnTo>
                  <a:lnTo>
                    <a:pt x="11668" y="19847"/>
                  </a:lnTo>
                  <a:lnTo>
                    <a:pt x="11754" y="19943"/>
                  </a:lnTo>
                  <a:lnTo>
                    <a:pt x="11840" y="19847"/>
                  </a:lnTo>
                  <a:lnTo>
                    <a:pt x="11840" y="20070"/>
                  </a:lnTo>
                  <a:lnTo>
                    <a:pt x="11904" y="20198"/>
                  </a:lnTo>
                  <a:lnTo>
                    <a:pt x="12076" y="20198"/>
                  </a:lnTo>
                  <a:lnTo>
                    <a:pt x="12140" y="20325"/>
                  </a:lnTo>
                  <a:lnTo>
                    <a:pt x="12140" y="20421"/>
                  </a:lnTo>
                  <a:lnTo>
                    <a:pt x="12076" y="20676"/>
                  </a:lnTo>
                  <a:lnTo>
                    <a:pt x="11990" y="20676"/>
                  </a:lnTo>
                  <a:lnTo>
                    <a:pt x="11990" y="20771"/>
                  </a:lnTo>
                  <a:lnTo>
                    <a:pt x="12226" y="20771"/>
                  </a:lnTo>
                  <a:lnTo>
                    <a:pt x="12226" y="21026"/>
                  </a:lnTo>
                  <a:lnTo>
                    <a:pt x="12312" y="21153"/>
                  </a:lnTo>
                  <a:lnTo>
                    <a:pt x="12398" y="21026"/>
                  </a:lnTo>
                  <a:lnTo>
                    <a:pt x="12462" y="21026"/>
                  </a:lnTo>
                  <a:lnTo>
                    <a:pt x="12633" y="20899"/>
                  </a:lnTo>
                  <a:lnTo>
                    <a:pt x="12698" y="21026"/>
                  </a:lnTo>
                  <a:lnTo>
                    <a:pt x="12633" y="21153"/>
                  </a:lnTo>
                  <a:lnTo>
                    <a:pt x="12698" y="21153"/>
                  </a:lnTo>
                  <a:lnTo>
                    <a:pt x="12698" y="21249"/>
                  </a:lnTo>
                  <a:lnTo>
                    <a:pt x="12869" y="21153"/>
                  </a:lnTo>
                  <a:lnTo>
                    <a:pt x="12869" y="20548"/>
                  </a:lnTo>
                  <a:lnTo>
                    <a:pt x="13020" y="20548"/>
                  </a:lnTo>
                  <a:lnTo>
                    <a:pt x="13020" y="20676"/>
                  </a:lnTo>
                  <a:lnTo>
                    <a:pt x="13020" y="20548"/>
                  </a:lnTo>
                  <a:lnTo>
                    <a:pt x="13105" y="20548"/>
                  </a:lnTo>
                  <a:lnTo>
                    <a:pt x="13105" y="20421"/>
                  </a:lnTo>
                  <a:lnTo>
                    <a:pt x="13256" y="20421"/>
                  </a:lnTo>
                  <a:lnTo>
                    <a:pt x="13256" y="20548"/>
                  </a:lnTo>
                  <a:lnTo>
                    <a:pt x="13341" y="20548"/>
                  </a:lnTo>
                  <a:lnTo>
                    <a:pt x="13341" y="20421"/>
                  </a:lnTo>
                  <a:lnTo>
                    <a:pt x="13491" y="20421"/>
                  </a:lnTo>
                  <a:lnTo>
                    <a:pt x="13577" y="20548"/>
                  </a:lnTo>
                  <a:lnTo>
                    <a:pt x="13663" y="20421"/>
                  </a:lnTo>
                  <a:lnTo>
                    <a:pt x="13663" y="20325"/>
                  </a:lnTo>
                  <a:lnTo>
                    <a:pt x="13749" y="20325"/>
                  </a:lnTo>
                  <a:lnTo>
                    <a:pt x="13813" y="20421"/>
                  </a:lnTo>
                  <a:lnTo>
                    <a:pt x="13899" y="20325"/>
                  </a:lnTo>
                  <a:lnTo>
                    <a:pt x="13899" y="20198"/>
                  </a:lnTo>
                  <a:lnTo>
                    <a:pt x="13985" y="20070"/>
                  </a:lnTo>
                  <a:lnTo>
                    <a:pt x="14135" y="20070"/>
                  </a:lnTo>
                  <a:lnTo>
                    <a:pt x="14221" y="20198"/>
                  </a:lnTo>
                  <a:lnTo>
                    <a:pt x="14285" y="20198"/>
                  </a:lnTo>
                  <a:lnTo>
                    <a:pt x="14285" y="20325"/>
                  </a:lnTo>
                  <a:lnTo>
                    <a:pt x="14693" y="20325"/>
                  </a:lnTo>
                  <a:lnTo>
                    <a:pt x="14607" y="20421"/>
                  </a:lnTo>
                  <a:lnTo>
                    <a:pt x="14542" y="20676"/>
                  </a:lnTo>
                  <a:lnTo>
                    <a:pt x="14607" y="20676"/>
                  </a:lnTo>
                  <a:lnTo>
                    <a:pt x="14607" y="20771"/>
                  </a:lnTo>
                  <a:lnTo>
                    <a:pt x="14778" y="20771"/>
                  </a:lnTo>
                  <a:lnTo>
                    <a:pt x="14778" y="20899"/>
                  </a:lnTo>
                  <a:lnTo>
                    <a:pt x="14843" y="20899"/>
                  </a:lnTo>
                  <a:lnTo>
                    <a:pt x="14929" y="21026"/>
                  </a:lnTo>
                  <a:lnTo>
                    <a:pt x="15014" y="20899"/>
                  </a:lnTo>
                  <a:lnTo>
                    <a:pt x="15014" y="21026"/>
                  </a:lnTo>
                  <a:lnTo>
                    <a:pt x="15079" y="20899"/>
                  </a:lnTo>
                  <a:lnTo>
                    <a:pt x="15079" y="21026"/>
                  </a:lnTo>
                  <a:lnTo>
                    <a:pt x="15250" y="21026"/>
                  </a:lnTo>
                  <a:lnTo>
                    <a:pt x="15250" y="20771"/>
                  </a:lnTo>
                  <a:lnTo>
                    <a:pt x="15336" y="20899"/>
                  </a:lnTo>
                  <a:lnTo>
                    <a:pt x="15400" y="21026"/>
                  </a:lnTo>
                  <a:lnTo>
                    <a:pt x="15486" y="21153"/>
                  </a:lnTo>
                  <a:lnTo>
                    <a:pt x="15572" y="21026"/>
                  </a:lnTo>
                  <a:lnTo>
                    <a:pt x="15572" y="21153"/>
                  </a:lnTo>
                  <a:lnTo>
                    <a:pt x="15636" y="21026"/>
                  </a:lnTo>
                  <a:lnTo>
                    <a:pt x="15722" y="21026"/>
                  </a:lnTo>
                  <a:lnTo>
                    <a:pt x="15808" y="21153"/>
                  </a:lnTo>
                  <a:lnTo>
                    <a:pt x="15722" y="21153"/>
                  </a:lnTo>
                  <a:lnTo>
                    <a:pt x="15636" y="21249"/>
                  </a:lnTo>
                  <a:lnTo>
                    <a:pt x="15636" y="21376"/>
                  </a:lnTo>
                  <a:lnTo>
                    <a:pt x="15722" y="21504"/>
                  </a:lnTo>
                  <a:lnTo>
                    <a:pt x="15808" y="21504"/>
                  </a:lnTo>
                  <a:lnTo>
                    <a:pt x="15808" y="21600"/>
                  </a:lnTo>
                  <a:lnTo>
                    <a:pt x="15958" y="21600"/>
                  </a:lnTo>
                  <a:lnTo>
                    <a:pt x="16044" y="21504"/>
                  </a:lnTo>
                  <a:lnTo>
                    <a:pt x="15958" y="21504"/>
                  </a:lnTo>
                  <a:lnTo>
                    <a:pt x="15958" y="21376"/>
                  </a:lnTo>
                  <a:lnTo>
                    <a:pt x="15894" y="21376"/>
                  </a:lnTo>
                  <a:lnTo>
                    <a:pt x="15894" y="21249"/>
                  </a:lnTo>
                  <a:lnTo>
                    <a:pt x="15958" y="21153"/>
                  </a:lnTo>
                  <a:lnTo>
                    <a:pt x="15958" y="21026"/>
                  </a:lnTo>
                  <a:lnTo>
                    <a:pt x="15958" y="21153"/>
                  </a:lnTo>
                  <a:lnTo>
                    <a:pt x="16130" y="21153"/>
                  </a:lnTo>
                  <a:lnTo>
                    <a:pt x="16194" y="21026"/>
                  </a:lnTo>
                  <a:lnTo>
                    <a:pt x="16366" y="21026"/>
                  </a:lnTo>
                  <a:lnTo>
                    <a:pt x="16366" y="20899"/>
                  </a:lnTo>
                  <a:lnTo>
                    <a:pt x="16602" y="20899"/>
                  </a:lnTo>
                  <a:lnTo>
                    <a:pt x="16687" y="20771"/>
                  </a:lnTo>
                  <a:lnTo>
                    <a:pt x="16752" y="20771"/>
                  </a:lnTo>
                  <a:lnTo>
                    <a:pt x="16752" y="20676"/>
                  </a:lnTo>
                  <a:lnTo>
                    <a:pt x="16838" y="20676"/>
                  </a:lnTo>
                  <a:lnTo>
                    <a:pt x="16923" y="20548"/>
                  </a:lnTo>
                  <a:lnTo>
                    <a:pt x="16923" y="20325"/>
                  </a:lnTo>
                  <a:lnTo>
                    <a:pt x="16988" y="20325"/>
                  </a:lnTo>
                  <a:lnTo>
                    <a:pt x="17074" y="20421"/>
                  </a:lnTo>
                  <a:lnTo>
                    <a:pt x="17159" y="20421"/>
                  </a:lnTo>
                  <a:lnTo>
                    <a:pt x="17159" y="20548"/>
                  </a:lnTo>
                  <a:lnTo>
                    <a:pt x="17074" y="20548"/>
                  </a:lnTo>
                  <a:lnTo>
                    <a:pt x="17224" y="20548"/>
                  </a:lnTo>
                  <a:lnTo>
                    <a:pt x="17224" y="20421"/>
                  </a:lnTo>
                  <a:lnTo>
                    <a:pt x="17310" y="20421"/>
                  </a:lnTo>
                  <a:lnTo>
                    <a:pt x="17310" y="20325"/>
                  </a:lnTo>
                  <a:lnTo>
                    <a:pt x="17395" y="20421"/>
                  </a:lnTo>
                  <a:lnTo>
                    <a:pt x="17481" y="20325"/>
                  </a:lnTo>
                  <a:lnTo>
                    <a:pt x="17545" y="20325"/>
                  </a:lnTo>
                  <a:lnTo>
                    <a:pt x="17545" y="20421"/>
                  </a:lnTo>
                  <a:lnTo>
                    <a:pt x="17631" y="20325"/>
                  </a:lnTo>
                  <a:lnTo>
                    <a:pt x="17717" y="20325"/>
                  </a:lnTo>
                  <a:lnTo>
                    <a:pt x="17717" y="20198"/>
                  </a:lnTo>
                  <a:lnTo>
                    <a:pt x="17953" y="20198"/>
                  </a:lnTo>
                  <a:lnTo>
                    <a:pt x="18017" y="20070"/>
                  </a:lnTo>
                  <a:lnTo>
                    <a:pt x="18017" y="19847"/>
                  </a:lnTo>
                  <a:lnTo>
                    <a:pt x="18103" y="19720"/>
                  </a:lnTo>
                  <a:lnTo>
                    <a:pt x="18189" y="19720"/>
                  </a:lnTo>
                  <a:lnTo>
                    <a:pt x="18189" y="19847"/>
                  </a:lnTo>
                  <a:lnTo>
                    <a:pt x="18275" y="19847"/>
                  </a:lnTo>
                  <a:lnTo>
                    <a:pt x="18275" y="19592"/>
                  </a:lnTo>
                  <a:lnTo>
                    <a:pt x="18425" y="19592"/>
                  </a:lnTo>
                  <a:lnTo>
                    <a:pt x="18425" y="19497"/>
                  </a:lnTo>
                  <a:lnTo>
                    <a:pt x="18511" y="19497"/>
                  </a:lnTo>
                  <a:lnTo>
                    <a:pt x="18425" y="19369"/>
                  </a:lnTo>
                  <a:lnTo>
                    <a:pt x="18425" y="19497"/>
                  </a:lnTo>
                  <a:lnTo>
                    <a:pt x="18339" y="19369"/>
                  </a:lnTo>
                  <a:lnTo>
                    <a:pt x="18425" y="19369"/>
                  </a:lnTo>
                  <a:lnTo>
                    <a:pt x="18511" y="19242"/>
                  </a:lnTo>
                  <a:lnTo>
                    <a:pt x="18575" y="19242"/>
                  </a:lnTo>
                  <a:lnTo>
                    <a:pt x="18661" y="19369"/>
                  </a:lnTo>
                  <a:lnTo>
                    <a:pt x="18661" y="19242"/>
                  </a:lnTo>
                  <a:lnTo>
                    <a:pt x="18575" y="19115"/>
                  </a:lnTo>
                  <a:lnTo>
                    <a:pt x="18747" y="19115"/>
                  </a:lnTo>
                  <a:lnTo>
                    <a:pt x="18747" y="19019"/>
                  </a:lnTo>
                  <a:lnTo>
                    <a:pt x="18661" y="19019"/>
                  </a:lnTo>
                  <a:lnTo>
                    <a:pt x="18575" y="18892"/>
                  </a:lnTo>
                  <a:lnTo>
                    <a:pt x="18661" y="18892"/>
                  </a:lnTo>
                  <a:lnTo>
                    <a:pt x="18661" y="19019"/>
                  </a:lnTo>
                  <a:lnTo>
                    <a:pt x="18747" y="19019"/>
                  </a:lnTo>
                  <a:lnTo>
                    <a:pt x="18747" y="18892"/>
                  </a:lnTo>
                  <a:lnTo>
                    <a:pt x="18661" y="18892"/>
                  </a:lnTo>
                  <a:lnTo>
                    <a:pt x="18661" y="18764"/>
                  </a:lnTo>
                  <a:lnTo>
                    <a:pt x="18832" y="18764"/>
                  </a:lnTo>
                  <a:lnTo>
                    <a:pt x="18832" y="18892"/>
                  </a:lnTo>
                  <a:lnTo>
                    <a:pt x="18897" y="18892"/>
                  </a:lnTo>
                  <a:lnTo>
                    <a:pt x="18897" y="18764"/>
                  </a:lnTo>
                  <a:lnTo>
                    <a:pt x="18832" y="18764"/>
                  </a:lnTo>
                  <a:lnTo>
                    <a:pt x="18832" y="18669"/>
                  </a:lnTo>
                  <a:lnTo>
                    <a:pt x="18897" y="18669"/>
                  </a:lnTo>
                  <a:lnTo>
                    <a:pt x="18832" y="18669"/>
                  </a:lnTo>
                  <a:lnTo>
                    <a:pt x="18897" y="18541"/>
                  </a:lnTo>
                  <a:lnTo>
                    <a:pt x="18832" y="18414"/>
                  </a:lnTo>
                  <a:lnTo>
                    <a:pt x="18747" y="18541"/>
                  </a:lnTo>
                  <a:lnTo>
                    <a:pt x="18832" y="18414"/>
                  </a:lnTo>
                  <a:lnTo>
                    <a:pt x="18832" y="18286"/>
                  </a:lnTo>
                  <a:lnTo>
                    <a:pt x="18983" y="18286"/>
                  </a:lnTo>
                  <a:lnTo>
                    <a:pt x="18897" y="18191"/>
                  </a:lnTo>
                  <a:lnTo>
                    <a:pt x="18897" y="18286"/>
                  </a:lnTo>
                  <a:lnTo>
                    <a:pt x="18832" y="18191"/>
                  </a:lnTo>
                  <a:lnTo>
                    <a:pt x="18897" y="18191"/>
                  </a:lnTo>
                  <a:lnTo>
                    <a:pt x="18832" y="18063"/>
                  </a:lnTo>
                  <a:lnTo>
                    <a:pt x="18747" y="18063"/>
                  </a:lnTo>
                  <a:lnTo>
                    <a:pt x="18832" y="18063"/>
                  </a:lnTo>
                  <a:lnTo>
                    <a:pt x="18832" y="17936"/>
                  </a:lnTo>
                  <a:lnTo>
                    <a:pt x="18832" y="18063"/>
                  </a:lnTo>
                  <a:lnTo>
                    <a:pt x="18832" y="17936"/>
                  </a:lnTo>
                  <a:lnTo>
                    <a:pt x="18897" y="17936"/>
                  </a:lnTo>
                  <a:lnTo>
                    <a:pt x="18897" y="18063"/>
                  </a:lnTo>
                  <a:lnTo>
                    <a:pt x="18983" y="18063"/>
                  </a:lnTo>
                  <a:lnTo>
                    <a:pt x="19068" y="17936"/>
                  </a:lnTo>
                  <a:lnTo>
                    <a:pt x="19068" y="17840"/>
                  </a:lnTo>
                  <a:lnTo>
                    <a:pt x="19133" y="17840"/>
                  </a:lnTo>
                  <a:lnTo>
                    <a:pt x="19068" y="17840"/>
                  </a:lnTo>
                  <a:lnTo>
                    <a:pt x="18983" y="17713"/>
                  </a:lnTo>
                  <a:lnTo>
                    <a:pt x="19133" y="17713"/>
                  </a:lnTo>
                  <a:lnTo>
                    <a:pt x="19133" y="17362"/>
                  </a:lnTo>
                  <a:lnTo>
                    <a:pt x="19068" y="17235"/>
                  </a:lnTo>
                  <a:lnTo>
                    <a:pt x="19219" y="17362"/>
                  </a:lnTo>
                  <a:lnTo>
                    <a:pt x="19219" y="17235"/>
                  </a:lnTo>
                  <a:lnTo>
                    <a:pt x="19304" y="17107"/>
                  </a:lnTo>
                  <a:lnTo>
                    <a:pt x="19369" y="17107"/>
                  </a:lnTo>
                  <a:lnTo>
                    <a:pt x="19369" y="17235"/>
                  </a:lnTo>
                  <a:lnTo>
                    <a:pt x="19369" y="17107"/>
                  </a:lnTo>
                  <a:lnTo>
                    <a:pt x="19455" y="17107"/>
                  </a:lnTo>
                  <a:lnTo>
                    <a:pt x="19369" y="17012"/>
                  </a:lnTo>
                  <a:lnTo>
                    <a:pt x="19304" y="17012"/>
                  </a:lnTo>
                  <a:lnTo>
                    <a:pt x="19304" y="16884"/>
                  </a:lnTo>
                  <a:lnTo>
                    <a:pt x="19369" y="16884"/>
                  </a:lnTo>
                  <a:lnTo>
                    <a:pt x="19369" y="16757"/>
                  </a:lnTo>
                  <a:lnTo>
                    <a:pt x="19304" y="16757"/>
                  </a:lnTo>
                  <a:lnTo>
                    <a:pt x="19369" y="16757"/>
                  </a:lnTo>
                  <a:lnTo>
                    <a:pt x="19369" y="16661"/>
                  </a:lnTo>
                  <a:lnTo>
                    <a:pt x="19304" y="16661"/>
                  </a:lnTo>
                  <a:lnTo>
                    <a:pt x="19304" y="16534"/>
                  </a:lnTo>
                  <a:lnTo>
                    <a:pt x="19540" y="16534"/>
                  </a:lnTo>
                  <a:lnTo>
                    <a:pt x="19540" y="16407"/>
                  </a:lnTo>
                  <a:lnTo>
                    <a:pt x="19455" y="16279"/>
                  </a:lnTo>
                  <a:lnTo>
                    <a:pt x="19369" y="16279"/>
                  </a:lnTo>
                  <a:lnTo>
                    <a:pt x="19455" y="16407"/>
                  </a:lnTo>
                  <a:lnTo>
                    <a:pt x="19369" y="16407"/>
                  </a:lnTo>
                  <a:lnTo>
                    <a:pt x="19304" y="16534"/>
                  </a:lnTo>
                  <a:lnTo>
                    <a:pt x="19219" y="16407"/>
                  </a:lnTo>
                  <a:lnTo>
                    <a:pt x="19304" y="16407"/>
                  </a:lnTo>
                  <a:lnTo>
                    <a:pt x="19455" y="16184"/>
                  </a:lnTo>
                  <a:lnTo>
                    <a:pt x="19369" y="16184"/>
                  </a:lnTo>
                  <a:lnTo>
                    <a:pt x="19369" y="16056"/>
                  </a:lnTo>
                  <a:lnTo>
                    <a:pt x="19369" y="16184"/>
                  </a:lnTo>
                  <a:lnTo>
                    <a:pt x="19219" y="15929"/>
                  </a:lnTo>
                  <a:lnTo>
                    <a:pt x="19133" y="15929"/>
                  </a:lnTo>
                  <a:lnTo>
                    <a:pt x="19068" y="16056"/>
                  </a:lnTo>
                  <a:lnTo>
                    <a:pt x="18983" y="16056"/>
                  </a:lnTo>
                  <a:lnTo>
                    <a:pt x="18897" y="15833"/>
                  </a:lnTo>
                  <a:lnTo>
                    <a:pt x="18832" y="15929"/>
                  </a:lnTo>
                  <a:lnTo>
                    <a:pt x="18747" y="15929"/>
                  </a:lnTo>
                  <a:lnTo>
                    <a:pt x="18747" y="16056"/>
                  </a:lnTo>
                  <a:lnTo>
                    <a:pt x="18747" y="15929"/>
                  </a:lnTo>
                  <a:lnTo>
                    <a:pt x="18832" y="15833"/>
                  </a:lnTo>
                  <a:lnTo>
                    <a:pt x="19068" y="15833"/>
                  </a:lnTo>
                  <a:lnTo>
                    <a:pt x="19068" y="15706"/>
                  </a:lnTo>
                  <a:lnTo>
                    <a:pt x="19133" y="15706"/>
                  </a:lnTo>
                  <a:lnTo>
                    <a:pt x="19219" y="15578"/>
                  </a:lnTo>
                  <a:lnTo>
                    <a:pt x="19304" y="15578"/>
                  </a:lnTo>
                  <a:lnTo>
                    <a:pt x="19304" y="15451"/>
                  </a:lnTo>
                  <a:lnTo>
                    <a:pt x="19219" y="15355"/>
                  </a:lnTo>
                  <a:lnTo>
                    <a:pt x="19068" y="15100"/>
                  </a:lnTo>
                  <a:lnTo>
                    <a:pt x="18983" y="15100"/>
                  </a:lnTo>
                  <a:lnTo>
                    <a:pt x="18832" y="14877"/>
                  </a:lnTo>
                  <a:lnTo>
                    <a:pt x="18747" y="14877"/>
                  </a:lnTo>
                  <a:lnTo>
                    <a:pt x="18661" y="15005"/>
                  </a:lnTo>
                  <a:lnTo>
                    <a:pt x="18575" y="15005"/>
                  </a:lnTo>
                  <a:lnTo>
                    <a:pt x="18511" y="14877"/>
                  </a:lnTo>
                  <a:lnTo>
                    <a:pt x="18511" y="14750"/>
                  </a:lnTo>
                  <a:lnTo>
                    <a:pt x="18425" y="14750"/>
                  </a:lnTo>
                  <a:lnTo>
                    <a:pt x="18339" y="14877"/>
                  </a:lnTo>
                  <a:lnTo>
                    <a:pt x="18189" y="14877"/>
                  </a:lnTo>
                  <a:lnTo>
                    <a:pt x="18103" y="15005"/>
                  </a:lnTo>
                  <a:lnTo>
                    <a:pt x="18189" y="14750"/>
                  </a:lnTo>
                  <a:lnTo>
                    <a:pt x="18511" y="14750"/>
                  </a:lnTo>
                  <a:lnTo>
                    <a:pt x="18511" y="14877"/>
                  </a:lnTo>
                  <a:lnTo>
                    <a:pt x="18897" y="14877"/>
                  </a:lnTo>
                  <a:lnTo>
                    <a:pt x="18983" y="15005"/>
                  </a:lnTo>
                  <a:lnTo>
                    <a:pt x="19304" y="15005"/>
                  </a:lnTo>
                  <a:lnTo>
                    <a:pt x="19219" y="14877"/>
                  </a:lnTo>
                  <a:lnTo>
                    <a:pt x="19133" y="14623"/>
                  </a:lnTo>
                  <a:lnTo>
                    <a:pt x="18897" y="14623"/>
                  </a:lnTo>
                  <a:lnTo>
                    <a:pt x="18832" y="14400"/>
                  </a:lnTo>
                  <a:lnTo>
                    <a:pt x="18832" y="14272"/>
                  </a:lnTo>
                  <a:lnTo>
                    <a:pt x="18747" y="14176"/>
                  </a:lnTo>
                  <a:lnTo>
                    <a:pt x="18661" y="14049"/>
                  </a:lnTo>
                  <a:lnTo>
                    <a:pt x="18661" y="13826"/>
                  </a:lnTo>
                  <a:lnTo>
                    <a:pt x="18511" y="13571"/>
                  </a:lnTo>
                  <a:lnTo>
                    <a:pt x="18339" y="13444"/>
                  </a:lnTo>
                  <a:lnTo>
                    <a:pt x="18275" y="13444"/>
                  </a:lnTo>
                  <a:lnTo>
                    <a:pt x="18275" y="13348"/>
                  </a:lnTo>
                  <a:lnTo>
                    <a:pt x="18103" y="13221"/>
                  </a:lnTo>
                  <a:lnTo>
                    <a:pt x="18103" y="12615"/>
                  </a:lnTo>
                  <a:lnTo>
                    <a:pt x="18189" y="12615"/>
                  </a:lnTo>
                  <a:lnTo>
                    <a:pt x="18275" y="12520"/>
                  </a:lnTo>
                  <a:lnTo>
                    <a:pt x="18339" y="12392"/>
                  </a:lnTo>
                  <a:lnTo>
                    <a:pt x="18275" y="12392"/>
                  </a:lnTo>
                  <a:lnTo>
                    <a:pt x="18275" y="12265"/>
                  </a:lnTo>
                  <a:lnTo>
                    <a:pt x="18425" y="12265"/>
                  </a:lnTo>
                  <a:lnTo>
                    <a:pt x="18425" y="12169"/>
                  </a:lnTo>
                  <a:lnTo>
                    <a:pt x="18511" y="12169"/>
                  </a:lnTo>
                  <a:lnTo>
                    <a:pt x="18511" y="12042"/>
                  </a:lnTo>
                  <a:lnTo>
                    <a:pt x="18425" y="11915"/>
                  </a:lnTo>
                  <a:lnTo>
                    <a:pt x="18511" y="11915"/>
                  </a:lnTo>
                  <a:lnTo>
                    <a:pt x="18511" y="12042"/>
                  </a:lnTo>
                  <a:lnTo>
                    <a:pt x="18575" y="11915"/>
                  </a:lnTo>
                  <a:lnTo>
                    <a:pt x="18747" y="11915"/>
                  </a:lnTo>
                  <a:lnTo>
                    <a:pt x="18832" y="11787"/>
                  </a:lnTo>
                  <a:lnTo>
                    <a:pt x="18897" y="11787"/>
                  </a:lnTo>
                  <a:lnTo>
                    <a:pt x="18983" y="11915"/>
                  </a:lnTo>
                  <a:lnTo>
                    <a:pt x="19068" y="11787"/>
                  </a:lnTo>
                  <a:lnTo>
                    <a:pt x="18983" y="11692"/>
                  </a:lnTo>
                  <a:lnTo>
                    <a:pt x="19068" y="11564"/>
                  </a:lnTo>
                  <a:lnTo>
                    <a:pt x="18983" y="11437"/>
                  </a:lnTo>
                  <a:lnTo>
                    <a:pt x="19068" y="11437"/>
                  </a:lnTo>
                  <a:lnTo>
                    <a:pt x="19068" y="11341"/>
                  </a:lnTo>
                  <a:lnTo>
                    <a:pt x="18983" y="11437"/>
                  </a:lnTo>
                  <a:lnTo>
                    <a:pt x="18832" y="11437"/>
                  </a:lnTo>
                  <a:lnTo>
                    <a:pt x="18897" y="11341"/>
                  </a:lnTo>
                  <a:lnTo>
                    <a:pt x="18832" y="11341"/>
                  </a:lnTo>
                  <a:lnTo>
                    <a:pt x="18747" y="11437"/>
                  </a:lnTo>
                  <a:lnTo>
                    <a:pt x="18511" y="11437"/>
                  </a:lnTo>
                  <a:lnTo>
                    <a:pt x="18511" y="11341"/>
                  </a:lnTo>
                  <a:lnTo>
                    <a:pt x="18425" y="11341"/>
                  </a:lnTo>
                  <a:lnTo>
                    <a:pt x="18425" y="11214"/>
                  </a:lnTo>
                  <a:lnTo>
                    <a:pt x="18339" y="11214"/>
                  </a:lnTo>
                  <a:lnTo>
                    <a:pt x="18189" y="11341"/>
                  </a:lnTo>
                  <a:lnTo>
                    <a:pt x="18103" y="11341"/>
                  </a:lnTo>
                  <a:lnTo>
                    <a:pt x="18103" y="11437"/>
                  </a:lnTo>
                  <a:lnTo>
                    <a:pt x="17953" y="11564"/>
                  </a:lnTo>
                  <a:lnTo>
                    <a:pt x="18017" y="11564"/>
                  </a:lnTo>
                  <a:lnTo>
                    <a:pt x="18017" y="11692"/>
                  </a:lnTo>
                  <a:lnTo>
                    <a:pt x="17867" y="11692"/>
                  </a:lnTo>
                  <a:lnTo>
                    <a:pt x="17781" y="11787"/>
                  </a:lnTo>
                  <a:lnTo>
                    <a:pt x="17717" y="11692"/>
                  </a:lnTo>
                  <a:lnTo>
                    <a:pt x="17631" y="11437"/>
                  </a:lnTo>
                  <a:lnTo>
                    <a:pt x="17631" y="11341"/>
                  </a:lnTo>
                  <a:lnTo>
                    <a:pt x="17481" y="11341"/>
                  </a:lnTo>
                  <a:lnTo>
                    <a:pt x="17481" y="11214"/>
                  </a:lnTo>
                  <a:lnTo>
                    <a:pt x="17395" y="11341"/>
                  </a:lnTo>
                  <a:lnTo>
                    <a:pt x="17395" y="11214"/>
                  </a:lnTo>
                  <a:lnTo>
                    <a:pt x="17395" y="11341"/>
                  </a:lnTo>
                  <a:lnTo>
                    <a:pt x="17310" y="11214"/>
                  </a:lnTo>
                  <a:lnTo>
                    <a:pt x="17310" y="11086"/>
                  </a:lnTo>
                  <a:lnTo>
                    <a:pt x="17224" y="10991"/>
                  </a:lnTo>
                  <a:lnTo>
                    <a:pt x="17159" y="10991"/>
                  </a:lnTo>
                  <a:lnTo>
                    <a:pt x="17159" y="10863"/>
                  </a:lnTo>
                  <a:lnTo>
                    <a:pt x="17074" y="10736"/>
                  </a:lnTo>
                  <a:lnTo>
                    <a:pt x="17159" y="10736"/>
                  </a:lnTo>
                  <a:lnTo>
                    <a:pt x="17159" y="10385"/>
                  </a:lnTo>
                  <a:lnTo>
                    <a:pt x="17310" y="10513"/>
                  </a:lnTo>
                  <a:lnTo>
                    <a:pt x="17545" y="10513"/>
                  </a:lnTo>
                  <a:lnTo>
                    <a:pt x="17545" y="10162"/>
                  </a:lnTo>
                  <a:lnTo>
                    <a:pt x="17631" y="9907"/>
                  </a:lnTo>
                  <a:lnTo>
                    <a:pt x="17717" y="9780"/>
                  </a:lnTo>
                  <a:lnTo>
                    <a:pt x="17781" y="9780"/>
                  </a:lnTo>
                  <a:lnTo>
                    <a:pt x="17867" y="9684"/>
                  </a:lnTo>
                  <a:lnTo>
                    <a:pt x="17953" y="9684"/>
                  </a:lnTo>
                  <a:lnTo>
                    <a:pt x="17953" y="9430"/>
                  </a:lnTo>
                  <a:lnTo>
                    <a:pt x="18017" y="9334"/>
                  </a:lnTo>
                  <a:lnTo>
                    <a:pt x="18017" y="9207"/>
                  </a:lnTo>
                  <a:lnTo>
                    <a:pt x="18103" y="9079"/>
                  </a:lnTo>
                  <a:lnTo>
                    <a:pt x="18189" y="9079"/>
                  </a:lnTo>
                  <a:lnTo>
                    <a:pt x="18189" y="9207"/>
                  </a:lnTo>
                  <a:lnTo>
                    <a:pt x="18275" y="9207"/>
                  </a:lnTo>
                  <a:lnTo>
                    <a:pt x="18275" y="9079"/>
                  </a:lnTo>
                  <a:lnTo>
                    <a:pt x="18339" y="9207"/>
                  </a:lnTo>
                  <a:lnTo>
                    <a:pt x="18511" y="9334"/>
                  </a:lnTo>
                  <a:lnTo>
                    <a:pt x="18575" y="9430"/>
                  </a:lnTo>
                  <a:lnTo>
                    <a:pt x="18511" y="9430"/>
                  </a:lnTo>
                  <a:lnTo>
                    <a:pt x="18511" y="9557"/>
                  </a:lnTo>
                  <a:lnTo>
                    <a:pt x="18425" y="9684"/>
                  </a:lnTo>
                  <a:lnTo>
                    <a:pt x="18425" y="9780"/>
                  </a:lnTo>
                  <a:lnTo>
                    <a:pt x="18339" y="9780"/>
                  </a:lnTo>
                  <a:lnTo>
                    <a:pt x="18339" y="9907"/>
                  </a:lnTo>
                  <a:lnTo>
                    <a:pt x="18425" y="10035"/>
                  </a:lnTo>
                  <a:lnTo>
                    <a:pt x="18425" y="10162"/>
                  </a:lnTo>
                  <a:lnTo>
                    <a:pt x="18339" y="10162"/>
                  </a:lnTo>
                  <a:lnTo>
                    <a:pt x="18425" y="10258"/>
                  </a:lnTo>
                  <a:lnTo>
                    <a:pt x="18511" y="10258"/>
                  </a:lnTo>
                  <a:lnTo>
                    <a:pt x="18575" y="10162"/>
                  </a:lnTo>
                  <a:lnTo>
                    <a:pt x="18511" y="10258"/>
                  </a:lnTo>
                  <a:lnTo>
                    <a:pt x="18511" y="10385"/>
                  </a:lnTo>
                  <a:lnTo>
                    <a:pt x="18425" y="10385"/>
                  </a:lnTo>
                  <a:lnTo>
                    <a:pt x="18339" y="10513"/>
                  </a:lnTo>
                  <a:lnTo>
                    <a:pt x="18275" y="10513"/>
                  </a:lnTo>
                  <a:lnTo>
                    <a:pt x="18339" y="10608"/>
                  </a:lnTo>
                  <a:lnTo>
                    <a:pt x="18511" y="10608"/>
                  </a:lnTo>
                  <a:lnTo>
                    <a:pt x="18511" y="10513"/>
                  </a:lnTo>
                  <a:lnTo>
                    <a:pt x="18661" y="10385"/>
                  </a:lnTo>
                  <a:lnTo>
                    <a:pt x="18575" y="10258"/>
                  </a:lnTo>
                  <a:lnTo>
                    <a:pt x="18661" y="10162"/>
                  </a:lnTo>
                  <a:lnTo>
                    <a:pt x="18832" y="10035"/>
                  </a:lnTo>
                  <a:lnTo>
                    <a:pt x="18897" y="10035"/>
                  </a:lnTo>
                  <a:lnTo>
                    <a:pt x="18897" y="9907"/>
                  </a:lnTo>
                  <a:lnTo>
                    <a:pt x="18983" y="9907"/>
                  </a:lnTo>
                  <a:lnTo>
                    <a:pt x="19068" y="9780"/>
                  </a:lnTo>
                  <a:lnTo>
                    <a:pt x="19133" y="9907"/>
                  </a:lnTo>
                  <a:lnTo>
                    <a:pt x="19219" y="9907"/>
                  </a:lnTo>
                  <a:lnTo>
                    <a:pt x="19369" y="9684"/>
                  </a:lnTo>
                  <a:lnTo>
                    <a:pt x="19369" y="9780"/>
                  </a:lnTo>
                  <a:lnTo>
                    <a:pt x="19540" y="9684"/>
                  </a:lnTo>
                  <a:lnTo>
                    <a:pt x="20570" y="8729"/>
                  </a:lnTo>
                  <a:lnTo>
                    <a:pt x="20656" y="8028"/>
                  </a:lnTo>
                  <a:lnTo>
                    <a:pt x="20956" y="7677"/>
                  </a:lnTo>
                  <a:lnTo>
                    <a:pt x="20956" y="7423"/>
                  </a:lnTo>
                  <a:lnTo>
                    <a:pt x="21128" y="7423"/>
                  </a:lnTo>
                  <a:lnTo>
                    <a:pt x="21128" y="6945"/>
                  </a:lnTo>
                  <a:lnTo>
                    <a:pt x="21042" y="6945"/>
                  </a:lnTo>
                  <a:lnTo>
                    <a:pt x="21042" y="6499"/>
                  </a:lnTo>
                  <a:lnTo>
                    <a:pt x="20956" y="6371"/>
                  </a:lnTo>
                  <a:lnTo>
                    <a:pt x="20956" y="6244"/>
                  </a:lnTo>
                  <a:lnTo>
                    <a:pt x="20892" y="6116"/>
                  </a:lnTo>
                  <a:lnTo>
                    <a:pt x="20892" y="6021"/>
                  </a:lnTo>
                  <a:lnTo>
                    <a:pt x="20956" y="6021"/>
                  </a:lnTo>
                  <a:lnTo>
                    <a:pt x="20956" y="5766"/>
                  </a:lnTo>
                  <a:lnTo>
                    <a:pt x="21042" y="5670"/>
                  </a:lnTo>
                  <a:lnTo>
                    <a:pt x="21128" y="5670"/>
                  </a:lnTo>
                  <a:lnTo>
                    <a:pt x="21213" y="5766"/>
                  </a:lnTo>
                  <a:lnTo>
                    <a:pt x="21514" y="5766"/>
                  </a:lnTo>
                  <a:lnTo>
                    <a:pt x="21514" y="5543"/>
                  </a:lnTo>
                  <a:lnTo>
                    <a:pt x="21449" y="5415"/>
                  </a:lnTo>
                  <a:lnTo>
                    <a:pt x="21514" y="5288"/>
                  </a:lnTo>
                  <a:lnTo>
                    <a:pt x="21514" y="4364"/>
                  </a:lnTo>
                  <a:lnTo>
                    <a:pt x="21449" y="4364"/>
                  </a:lnTo>
                  <a:lnTo>
                    <a:pt x="21514" y="4364"/>
                  </a:lnTo>
                  <a:lnTo>
                    <a:pt x="21514" y="4237"/>
                  </a:lnTo>
                  <a:lnTo>
                    <a:pt x="21449" y="4109"/>
                  </a:lnTo>
                  <a:lnTo>
                    <a:pt x="21514" y="4014"/>
                  </a:lnTo>
                  <a:lnTo>
                    <a:pt x="21600" y="4014"/>
                  </a:lnTo>
                  <a:lnTo>
                    <a:pt x="21600" y="3759"/>
                  </a:lnTo>
                  <a:lnTo>
                    <a:pt x="21514" y="3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4" name="AutoShape 102"/>
            <p:cNvSpPr>
              <a:spLocks/>
            </p:cNvSpPr>
            <p:nvPr/>
          </p:nvSpPr>
          <p:spPr bwMode="auto">
            <a:xfrm>
              <a:off x="9514862" y="5622750"/>
              <a:ext cx="120851" cy="247372"/>
            </a:xfrm>
            <a:custGeom>
              <a:avLst/>
              <a:gdLst>
                <a:gd name="T0" fmla="*/ 60426 w 21600"/>
                <a:gd name="T1" fmla="*/ 123686 h 21600"/>
                <a:gd name="T2" fmla="*/ 60426 w 21600"/>
                <a:gd name="T3" fmla="*/ 123686 h 21600"/>
                <a:gd name="T4" fmla="*/ 60426 w 21600"/>
                <a:gd name="T5" fmla="*/ 123686 h 21600"/>
                <a:gd name="T6" fmla="*/ 60426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19" y="1371"/>
                  </a:moveTo>
                  <a:lnTo>
                    <a:pt x="15839" y="0"/>
                  </a:lnTo>
                  <a:lnTo>
                    <a:pt x="13679" y="0"/>
                  </a:lnTo>
                  <a:lnTo>
                    <a:pt x="13679" y="1371"/>
                  </a:lnTo>
                  <a:lnTo>
                    <a:pt x="10800" y="1371"/>
                  </a:lnTo>
                  <a:lnTo>
                    <a:pt x="7919" y="2742"/>
                  </a:lnTo>
                  <a:lnTo>
                    <a:pt x="5039" y="3771"/>
                  </a:lnTo>
                  <a:lnTo>
                    <a:pt x="5039" y="5142"/>
                  </a:lnTo>
                  <a:lnTo>
                    <a:pt x="2879" y="7885"/>
                  </a:lnTo>
                  <a:lnTo>
                    <a:pt x="0" y="10285"/>
                  </a:lnTo>
                  <a:lnTo>
                    <a:pt x="0" y="14057"/>
                  </a:lnTo>
                  <a:lnTo>
                    <a:pt x="2879" y="15428"/>
                  </a:lnTo>
                  <a:lnTo>
                    <a:pt x="2879" y="16799"/>
                  </a:lnTo>
                  <a:lnTo>
                    <a:pt x="5039" y="16799"/>
                  </a:lnTo>
                  <a:lnTo>
                    <a:pt x="5039" y="17828"/>
                  </a:lnTo>
                  <a:lnTo>
                    <a:pt x="7919" y="17828"/>
                  </a:lnTo>
                  <a:lnTo>
                    <a:pt x="10800" y="19200"/>
                  </a:lnTo>
                  <a:lnTo>
                    <a:pt x="10800" y="21600"/>
                  </a:lnTo>
                  <a:lnTo>
                    <a:pt x="13679" y="21600"/>
                  </a:lnTo>
                  <a:lnTo>
                    <a:pt x="13679" y="16799"/>
                  </a:lnTo>
                  <a:lnTo>
                    <a:pt x="15839" y="14057"/>
                  </a:lnTo>
                  <a:lnTo>
                    <a:pt x="15839" y="12685"/>
                  </a:lnTo>
                  <a:lnTo>
                    <a:pt x="18719" y="12685"/>
                  </a:lnTo>
                  <a:lnTo>
                    <a:pt x="15839" y="12685"/>
                  </a:lnTo>
                  <a:lnTo>
                    <a:pt x="18719" y="10285"/>
                  </a:lnTo>
                  <a:lnTo>
                    <a:pt x="18719" y="8914"/>
                  </a:lnTo>
                  <a:lnTo>
                    <a:pt x="15839" y="7885"/>
                  </a:lnTo>
                  <a:lnTo>
                    <a:pt x="18719" y="6514"/>
                  </a:lnTo>
                  <a:lnTo>
                    <a:pt x="18719" y="2742"/>
                  </a:lnTo>
                  <a:lnTo>
                    <a:pt x="21600" y="2742"/>
                  </a:lnTo>
                  <a:lnTo>
                    <a:pt x="21600" y="1371"/>
                  </a:lnTo>
                  <a:lnTo>
                    <a:pt x="18719" y="13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5" name="AutoShape 103"/>
            <p:cNvSpPr>
              <a:spLocks/>
            </p:cNvSpPr>
            <p:nvPr/>
          </p:nvSpPr>
          <p:spPr bwMode="auto">
            <a:xfrm>
              <a:off x="3726184" y="6906714"/>
              <a:ext cx="700927" cy="596830"/>
            </a:xfrm>
            <a:custGeom>
              <a:avLst/>
              <a:gdLst>
                <a:gd name="T0" fmla="*/ 350464 w 21600"/>
                <a:gd name="T1" fmla="*/ 298415 h 21600"/>
                <a:gd name="T2" fmla="*/ 350464 w 21600"/>
                <a:gd name="T3" fmla="*/ 298415 h 21600"/>
                <a:gd name="T4" fmla="*/ 350464 w 21600"/>
                <a:gd name="T5" fmla="*/ 298415 h 21600"/>
                <a:gd name="T6" fmla="*/ 350464 w 21600"/>
                <a:gd name="T7" fmla="*/ 2984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586" y="2557"/>
                  </a:moveTo>
                  <a:lnTo>
                    <a:pt x="5586" y="2131"/>
                  </a:lnTo>
                  <a:lnTo>
                    <a:pt x="6082" y="2131"/>
                  </a:lnTo>
                  <a:lnTo>
                    <a:pt x="6455" y="1563"/>
                  </a:lnTo>
                  <a:lnTo>
                    <a:pt x="7820" y="0"/>
                  </a:lnTo>
                  <a:lnTo>
                    <a:pt x="8317" y="426"/>
                  </a:lnTo>
                  <a:lnTo>
                    <a:pt x="8813" y="0"/>
                  </a:lnTo>
                  <a:lnTo>
                    <a:pt x="8813" y="1563"/>
                  </a:lnTo>
                  <a:lnTo>
                    <a:pt x="9186" y="2131"/>
                  </a:lnTo>
                  <a:lnTo>
                    <a:pt x="9682" y="2131"/>
                  </a:lnTo>
                  <a:lnTo>
                    <a:pt x="10179" y="1563"/>
                  </a:lnTo>
                  <a:lnTo>
                    <a:pt x="10675" y="2131"/>
                  </a:lnTo>
                  <a:lnTo>
                    <a:pt x="12041" y="2131"/>
                  </a:lnTo>
                  <a:lnTo>
                    <a:pt x="12910" y="3126"/>
                  </a:lnTo>
                  <a:lnTo>
                    <a:pt x="13406" y="3126"/>
                  </a:lnTo>
                  <a:lnTo>
                    <a:pt x="13779" y="3694"/>
                  </a:lnTo>
                  <a:lnTo>
                    <a:pt x="14772" y="3694"/>
                  </a:lnTo>
                  <a:lnTo>
                    <a:pt x="15268" y="4121"/>
                  </a:lnTo>
                  <a:lnTo>
                    <a:pt x="16634" y="4121"/>
                  </a:lnTo>
                  <a:lnTo>
                    <a:pt x="17999" y="2557"/>
                  </a:lnTo>
                  <a:lnTo>
                    <a:pt x="19862" y="2557"/>
                  </a:lnTo>
                  <a:lnTo>
                    <a:pt x="19862" y="3126"/>
                  </a:lnTo>
                  <a:lnTo>
                    <a:pt x="21599" y="3126"/>
                  </a:lnTo>
                  <a:lnTo>
                    <a:pt x="19862" y="5257"/>
                  </a:lnTo>
                  <a:lnTo>
                    <a:pt x="19862" y="13215"/>
                  </a:lnTo>
                  <a:lnTo>
                    <a:pt x="21227" y="14778"/>
                  </a:lnTo>
                  <a:lnTo>
                    <a:pt x="20234" y="15773"/>
                  </a:lnTo>
                  <a:lnTo>
                    <a:pt x="19862" y="16342"/>
                  </a:lnTo>
                  <a:lnTo>
                    <a:pt x="20234" y="16342"/>
                  </a:lnTo>
                  <a:lnTo>
                    <a:pt x="19365" y="16342"/>
                  </a:lnTo>
                  <a:lnTo>
                    <a:pt x="18868" y="16768"/>
                  </a:lnTo>
                  <a:lnTo>
                    <a:pt x="18372" y="16768"/>
                  </a:lnTo>
                  <a:lnTo>
                    <a:pt x="18372" y="17336"/>
                  </a:lnTo>
                  <a:lnTo>
                    <a:pt x="17999" y="17905"/>
                  </a:lnTo>
                  <a:lnTo>
                    <a:pt x="17503" y="18473"/>
                  </a:lnTo>
                  <a:lnTo>
                    <a:pt x="17503" y="19468"/>
                  </a:lnTo>
                  <a:lnTo>
                    <a:pt x="15641" y="21600"/>
                  </a:lnTo>
                  <a:lnTo>
                    <a:pt x="13406" y="19468"/>
                  </a:lnTo>
                  <a:lnTo>
                    <a:pt x="12910" y="19468"/>
                  </a:lnTo>
                  <a:lnTo>
                    <a:pt x="12910" y="18900"/>
                  </a:lnTo>
                  <a:lnTo>
                    <a:pt x="12413" y="18473"/>
                  </a:lnTo>
                  <a:lnTo>
                    <a:pt x="5089" y="13642"/>
                  </a:lnTo>
                  <a:lnTo>
                    <a:pt x="4593" y="13642"/>
                  </a:lnTo>
                  <a:lnTo>
                    <a:pt x="5089" y="11510"/>
                  </a:lnTo>
                  <a:lnTo>
                    <a:pt x="5089" y="11084"/>
                  </a:lnTo>
                  <a:lnTo>
                    <a:pt x="6455" y="9521"/>
                  </a:lnTo>
                  <a:lnTo>
                    <a:pt x="6455" y="8952"/>
                  </a:lnTo>
                  <a:lnTo>
                    <a:pt x="7448" y="8952"/>
                  </a:lnTo>
                  <a:lnTo>
                    <a:pt x="7448" y="8384"/>
                  </a:lnTo>
                  <a:lnTo>
                    <a:pt x="7820" y="7815"/>
                  </a:lnTo>
                  <a:lnTo>
                    <a:pt x="7820" y="6821"/>
                  </a:lnTo>
                  <a:lnTo>
                    <a:pt x="7448" y="6252"/>
                  </a:lnTo>
                  <a:lnTo>
                    <a:pt x="7820" y="6252"/>
                  </a:lnTo>
                  <a:lnTo>
                    <a:pt x="7448" y="6252"/>
                  </a:lnTo>
                  <a:lnTo>
                    <a:pt x="6951" y="5826"/>
                  </a:lnTo>
                  <a:lnTo>
                    <a:pt x="6951" y="5257"/>
                  </a:lnTo>
                  <a:lnTo>
                    <a:pt x="6455" y="4689"/>
                  </a:lnTo>
                  <a:lnTo>
                    <a:pt x="6455" y="3694"/>
                  </a:lnTo>
                  <a:lnTo>
                    <a:pt x="6082" y="3694"/>
                  </a:lnTo>
                  <a:lnTo>
                    <a:pt x="6082" y="3126"/>
                  </a:lnTo>
                  <a:lnTo>
                    <a:pt x="5586" y="2557"/>
                  </a:lnTo>
                  <a:close/>
                  <a:moveTo>
                    <a:pt x="0" y="13642"/>
                  </a:moveTo>
                  <a:lnTo>
                    <a:pt x="1862" y="13642"/>
                  </a:lnTo>
                  <a:lnTo>
                    <a:pt x="0" y="1364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6" name="AutoShape 104"/>
            <p:cNvSpPr>
              <a:spLocks/>
            </p:cNvSpPr>
            <p:nvPr/>
          </p:nvSpPr>
          <p:spPr bwMode="auto">
            <a:xfrm>
              <a:off x="3593246" y="6977390"/>
              <a:ext cx="386720" cy="337679"/>
            </a:xfrm>
            <a:custGeom>
              <a:avLst/>
              <a:gdLst>
                <a:gd name="T0" fmla="*/ 193360 w 21600"/>
                <a:gd name="T1" fmla="*/ 168840 h 21600"/>
                <a:gd name="T2" fmla="*/ 193360 w 21600"/>
                <a:gd name="T3" fmla="*/ 168840 h 21600"/>
                <a:gd name="T4" fmla="*/ 193360 w 21600"/>
                <a:gd name="T5" fmla="*/ 168840 h 21600"/>
                <a:gd name="T6" fmla="*/ 193360 w 21600"/>
                <a:gd name="T7" fmla="*/ 1688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49" y="15823"/>
                  </a:moveTo>
                  <a:lnTo>
                    <a:pt x="16649" y="15069"/>
                  </a:lnTo>
                  <a:lnTo>
                    <a:pt x="19125" y="12306"/>
                  </a:lnTo>
                  <a:lnTo>
                    <a:pt x="19125" y="11302"/>
                  </a:lnTo>
                  <a:lnTo>
                    <a:pt x="20924" y="11302"/>
                  </a:lnTo>
                  <a:lnTo>
                    <a:pt x="20924" y="10297"/>
                  </a:lnTo>
                  <a:lnTo>
                    <a:pt x="21600" y="9293"/>
                  </a:lnTo>
                  <a:lnTo>
                    <a:pt x="21600" y="7534"/>
                  </a:lnTo>
                  <a:lnTo>
                    <a:pt x="20924" y="6530"/>
                  </a:lnTo>
                  <a:lnTo>
                    <a:pt x="21600" y="6530"/>
                  </a:lnTo>
                  <a:lnTo>
                    <a:pt x="20924" y="6530"/>
                  </a:lnTo>
                  <a:lnTo>
                    <a:pt x="20024" y="5776"/>
                  </a:lnTo>
                  <a:lnTo>
                    <a:pt x="20024" y="4772"/>
                  </a:lnTo>
                  <a:lnTo>
                    <a:pt x="19125" y="3767"/>
                  </a:lnTo>
                  <a:lnTo>
                    <a:pt x="19125" y="2009"/>
                  </a:lnTo>
                  <a:lnTo>
                    <a:pt x="18449" y="2009"/>
                  </a:lnTo>
                  <a:lnTo>
                    <a:pt x="18449" y="1004"/>
                  </a:lnTo>
                  <a:lnTo>
                    <a:pt x="17549" y="0"/>
                  </a:lnTo>
                  <a:lnTo>
                    <a:pt x="16649" y="1004"/>
                  </a:lnTo>
                  <a:lnTo>
                    <a:pt x="15749" y="1004"/>
                  </a:lnTo>
                  <a:lnTo>
                    <a:pt x="15075" y="2009"/>
                  </a:lnTo>
                  <a:lnTo>
                    <a:pt x="14174" y="1004"/>
                  </a:lnTo>
                  <a:lnTo>
                    <a:pt x="13274" y="1004"/>
                  </a:lnTo>
                  <a:lnTo>
                    <a:pt x="12600" y="2009"/>
                  </a:lnTo>
                  <a:lnTo>
                    <a:pt x="10800" y="2009"/>
                  </a:lnTo>
                  <a:lnTo>
                    <a:pt x="10800" y="2762"/>
                  </a:lnTo>
                  <a:lnTo>
                    <a:pt x="9224" y="2762"/>
                  </a:lnTo>
                  <a:lnTo>
                    <a:pt x="9224" y="2009"/>
                  </a:lnTo>
                  <a:lnTo>
                    <a:pt x="6750" y="2009"/>
                  </a:lnTo>
                  <a:lnTo>
                    <a:pt x="5849" y="1004"/>
                  </a:lnTo>
                  <a:lnTo>
                    <a:pt x="5849" y="3767"/>
                  </a:lnTo>
                  <a:lnTo>
                    <a:pt x="4949" y="3767"/>
                  </a:lnTo>
                  <a:lnTo>
                    <a:pt x="4949" y="7534"/>
                  </a:lnTo>
                  <a:lnTo>
                    <a:pt x="5849" y="8539"/>
                  </a:lnTo>
                  <a:lnTo>
                    <a:pt x="5849" y="9293"/>
                  </a:lnTo>
                  <a:lnTo>
                    <a:pt x="4274" y="11302"/>
                  </a:lnTo>
                  <a:lnTo>
                    <a:pt x="2474" y="13060"/>
                  </a:lnTo>
                  <a:lnTo>
                    <a:pt x="899" y="15823"/>
                  </a:lnTo>
                  <a:lnTo>
                    <a:pt x="899" y="18837"/>
                  </a:lnTo>
                  <a:lnTo>
                    <a:pt x="0" y="20595"/>
                  </a:lnTo>
                  <a:lnTo>
                    <a:pt x="0" y="21600"/>
                  </a:lnTo>
                  <a:lnTo>
                    <a:pt x="899" y="21600"/>
                  </a:lnTo>
                  <a:lnTo>
                    <a:pt x="1574" y="20595"/>
                  </a:lnTo>
                  <a:lnTo>
                    <a:pt x="2474" y="21600"/>
                  </a:lnTo>
                  <a:lnTo>
                    <a:pt x="3374" y="20595"/>
                  </a:lnTo>
                  <a:lnTo>
                    <a:pt x="4274" y="20595"/>
                  </a:lnTo>
                  <a:lnTo>
                    <a:pt x="4949" y="19590"/>
                  </a:lnTo>
                  <a:lnTo>
                    <a:pt x="15749" y="19590"/>
                  </a:lnTo>
                  <a:lnTo>
                    <a:pt x="16649" y="158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7" name="AutoShape 105"/>
            <p:cNvSpPr>
              <a:spLocks/>
            </p:cNvSpPr>
            <p:nvPr/>
          </p:nvSpPr>
          <p:spPr bwMode="auto">
            <a:xfrm>
              <a:off x="2594230" y="6569037"/>
              <a:ext cx="866088" cy="510446"/>
            </a:xfrm>
            <a:custGeom>
              <a:avLst/>
              <a:gdLst>
                <a:gd name="T0" fmla="*/ 433044 w 21600"/>
                <a:gd name="T1" fmla="*/ 255223 h 21600"/>
                <a:gd name="T2" fmla="*/ 433044 w 21600"/>
                <a:gd name="T3" fmla="*/ 255223 h 21600"/>
                <a:gd name="T4" fmla="*/ 433044 w 21600"/>
                <a:gd name="T5" fmla="*/ 255223 h 21600"/>
                <a:gd name="T6" fmla="*/ 433044 w 21600"/>
                <a:gd name="T7" fmla="*/ 2552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63" y="0"/>
                  </a:moveTo>
                  <a:lnTo>
                    <a:pt x="13763" y="664"/>
                  </a:lnTo>
                  <a:lnTo>
                    <a:pt x="14165" y="1329"/>
                  </a:lnTo>
                  <a:lnTo>
                    <a:pt x="14466" y="2492"/>
                  </a:lnTo>
                  <a:lnTo>
                    <a:pt x="15270" y="3821"/>
                  </a:lnTo>
                  <a:lnTo>
                    <a:pt x="14868" y="4320"/>
                  </a:lnTo>
                  <a:lnTo>
                    <a:pt x="14868" y="6313"/>
                  </a:lnTo>
                  <a:lnTo>
                    <a:pt x="15572" y="6313"/>
                  </a:lnTo>
                  <a:lnTo>
                    <a:pt x="15572" y="5649"/>
                  </a:lnTo>
                  <a:lnTo>
                    <a:pt x="15973" y="5649"/>
                  </a:lnTo>
                  <a:lnTo>
                    <a:pt x="16375" y="6313"/>
                  </a:lnTo>
                  <a:lnTo>
                    <a:pt x="15973" y="6313"/>
                  </a:lnTo>
                  <a:lnTo>
                    <a:pt x="15973" y="6812"/>
                  </a:lnTo>
                  <a:lnTo>
                    <a:pt x="16375" y="7476"/>
                  </a:lnTo>
                  <a:lnTo>
                    <a:pt x="17480" y="7476"/>
                  </a:lnTo>
                  <a:lnTo>
                    <a:pt x="17480" y="8141"/>
                  </a:lnTo>
                  <a:lnTo>
                    <a:pt x="17882" y="8141"/>
                  </a:lnTo>
                  <a:lnTo>
                    <a:pt x="18184" y="8640"/>
                  </a:lnTo>
                  <a:lnTo>
                    <a:pt x="17882" y="9304"/>
                  </a:lnTo>
                  <a:lnTo>
                    <a:pt x="18184" y="9969"/>
                  </a:lnTo>
                  <a:lnTo>
                    <a:pt x="18586" y="9969"/>
                  </a:lnTo>
                  <a:lnTo>
                    <a:pt x="18586" y="10633"/>
                  </a:lnTo>
                  <a:lnTo>
                    <a:pt x="18987" y="9969"/>
                  </a:lnTo>
                  <a:lnTo>
                    <a:pt x="19389" y="10633"/>
                  </a:lnTo>
                  <a:lnTo>
                    <a:pt x="19389" y="11132"/>
                  </a:lnTo>
                  <a:lnTo>
                    <a:pt x="19691" y="11796"/>
                  </a:lnTo>
                  <a:lnTo>
                    <a:pt x="20093" y="12461"/>
                  </a:lnTo>
                  <a:lnTo>
                    <a:pt x="20093" y="12960"/>
                  </a:lnTo>
                  <a:lnTo>
                    <a:pt x="20796" y="12960"/>
                  </a:lnTo>
                  <a:lnTo>
                    <a:pt x="21198" y="13624"/>
                  </a:lnTo>
                  <a:lnTo>
                    <a:pt x="20796" y="13624"/>
                  </a:lnTo>
                  <a:lnTo>
                    <a:pt x="21198" y="14289"/>
                  </a:lnTo>
                  <a:lnTo>
                    <a:pt x="21198" y="14787"/>
                  </a:lnTo>
                  <a:lnTo>
                    <a:pt x="21599" y="14787"/>
                  </a:lnTo>
                  <a:lnTo>
                    <a:pt x="21599" y="15452"/>
                  </a:lnTo>
                  <a:lnTo>
                    <a:pt x="21198" y="14787"/>
                  </a:lnTo>
                  <a:lnTo>
                    <a:pt x="20796" y="14787"/>
                  </a:lnTo>
                  <a:lnTo>
                    <a:pt x="20494" y="15452"/>
                  </a:lnTo>
                  <a:lnTo>
                    <a:pt x="19691" y="15452"/>
                  </a:lnTo>
                  <a:lnTo>
                    <a:pt x="19389" y="14787"/>
                  </a:lnTo>
                  <a:lnTo>
                    <a:pt x="18184" y="14787"/>
                  </a:lnTo>
                  <a:lnTo>
                    <a:pt x="17882" y="15452"/>
                  </a:lnTo>
                  <a:lnTo>
                    <a:pt x="15572" y="15452"/>
                  </a:lnTo>
                  <a:lnTo>
                    <a:pt x="15270" y="16116"/>
                  </a:lnTo>
                  <a:lnTo>
                    <a:pt x="13361" y="16116"/>
                  </a:lnTo>
                  <a:lnTo>
                    <a:pt x="13060" y="16781"/>
                  </a:lnTo>
                  <a:lnTo>
                    <a:pt x="13060" y="17280"/>
                  </a:lnTo>
                  <a:lnTo>
                    <a:pt x="13361" y="17280"/>
                  </a:lnTo>
                  <a:lnTo>
                    <a:pt x="10749" y="17280"/>
                  </a:lnTo>
                  <a:lnTo>
                    <a:pt x="10448" y="16781"/>
                  </a:lnTo>
                  <a:lnTo>
                    <a:pt x="10046" y="16781"/>
                  </a:lnTo>
                  <a:lnTo>
                    <a:pt x="9644" y="16116"/>
                  </a:lnTo>
                  <a:lnTo>
                    <a:pt x="9343" y="16116"/>
                  </a:lnTo>
                  <a:lnTo>
                    <a:pt x="8941" y="15452"/>
                  </a:lnTo>
                  <a:lnTo>
                    <a:pt x="7434" y="15452"/>
                  </a:lnTo>
                  <a:lnTo>
                    <a:pt x="7434" y="16781"/>
                  </a:lnTo>
                  <a:lnTo>
                    <a:pt x="7032" y="16781"/>
                  </a:lnTo>
                  <a:lnTo>
                    <a:pt x="7032" y="18609"/>
                  </a:lnTo>
                  <a:lnTo>
                    <a:pt x="6731" y="18609"/>
                  </a:lnTo>
                  <a:lnTo>
                    <a:pt x="6731" y="19107"/>
                  </a:lnTo>
                  <a:lnTo>
                    <a:pt x="6329" y="18609"/>
                  </a:lnTo>
                  <a:lnTo>
                    <a:pt x="5224" y="18609"/>
                  </a:lnTo>
                  <a:lnTo>
                    <a:pt x="4420" y="19107"/>
                  </a:lnTo>
                  <a:lnTo>
                    <a:pt x="4119" y="19107"/>
                  </a:lnTo>
                  <a:lnTo>
                    <a:pt x="3717" y="19772"/>
                  </a:lnTo>
                  <a:lnTo>
                    <a:pt x="3013" y="21600"/>
                  </a:lnTo>
                  <a:lnTo>
                    <a:pt x="3013" y="20436"/>
                  </a:lnTo>
                  <a:lnTo>
                    <a:pt x="2210" y="20436"/>
                  </a:lnTo>
                  <a:lnTo>
                    <a:pt x="2210" y="19772"/>
                  </a:lnTo>
                  <a:lnTo>
                    <a:pt x="1808" y="19107"/>
                  </a:lnTo>
                  <a:lnTo>
                    <a:pt x="1506" y="17944"/>
                  </a:lnTo>
                  <a:lnTo>
                    <a:pt x="1105" y="17280"/>
                  </a:lnTo>
                  <a:lnTo>
                    <a:pt x="703" y="16781"/>
                  </a:lnTo>
                  <a:lnTo>
                    <a:pt x="401" y="16781"/>
                  </a:lnTo>
                  <a:lnTo>
                    <a:pt x="401" y="12960"/>
                  </a:lnTo>
                  <a:lnTo>
                    <a:pt x="0" y="12461"/>
                  </a:lnTo>
                  <a:lnTo>
                    <a:pt x="401" y="12461"/>
                  </a:lnTo>
                  <a:lnTo>
                    <a:pt x="703" y="11796"/>
                  </a:lnTo>
                  <a:lnTo>
                    <a:pt x="1105" y="11132"/>
                  </a:lnTo>
                  <a:lnTo>
                    <a:pt x="1506" y="9969"/>
                  </a:lnTo>
                  <a:lnTo>
                    <a:pt x="1506" y="9304"/>
                  </a:lnTo>
                  <a:lnTo>
                    <a:pt x="1808" y="9304"/>
                  </a:lnTo>
                  <a:lnTo>
                    <a:pt x="1808" y="8640"/>
                  </a:lnTo>
                  <a:lnTo>
                    <a:pt x="2210" y="8640"/>
                  </a:lnTo>
                  <a:lnTo>
                    <a:pt x="2210" y="9304"/>
                  </a:lnTo>
                  <a:lnTo>
                    <a:pt x="3315" y="9304"/>
                  </a:lnTo>
                  <a:lnTo>
                    <a:pt x="3315" y="8141"/>
                  </a:lnTo>
                  <a:lnTo>
                    <a:pt x="3717" y="8141"/>
                  </a:lnTo>
                  <a:lnTo>
                    <a:pt x="4119" y="8640"/>
                  </a:lnTo>
                  <a:lnTo>
                    <a:pt x="4119" y="9304"/>
                  </a:lnTo>
                  <a:lnTo>
                    <a:pt x="4420" y="8640"/>
                  </a:lnTo>
                  <a:lnTo>
                    <a:pt x="4822" y="8640"/>
                  </a:lnTo>
                  <a:lnTo>
                    <a:pt x="5224" y="8141"/>
                  </a:lnTo>
                  <a:lnTo>
                    <a:pt x="5626" y="8141"/>
                  </a:lnTo>
                  <a:lnTo>
                    <a:pt x="6731" y="7476"/>
                  </a:lnTo>
                  <a:lnTo>
                    <a:pt x="7032" y="7476"/>
                  </a:lnTo>
                  <a:lnTo>
                    <a:pt x="7434" y="6812"/>
                  </a:lnTo>
                  <a:lnTo>
                    <a:pt x="7836" y="6812"/>
                  </a:lnTo>
                  <a:lnTo>
                    <a:pt x="7836" y="6313"/>
                  </a:lnTo>
                  <a:lnTo>
                    <a:pt x="7434" y="6313"/>
                  </a:lnTo>
                  <a:lnTo>
                    <a:pt x="7434" y="4984"/>
                  </a:lnTo>
                  <a:lnTo>
                    <a:pt x="8137" y="4984"/>
                  </a:lnTo>
                  <a:lnTo>
                    <a:pt x="8539" y="5649"/>
                  </a:lnTo>
                  <a:lnTo>
                    <a:pt x="9343" y="5649"/>
                  </a:lnTo>
                  <a:lnTo>
                    <a:pt x="10046" y="4984"/>
                  </a:lnTo>
                  <a:lnTo>
                    <a:pt x="10448" y="4984"/>
                  </a:lnTo>
                  <a:lnTo>
                    <a:pt x="10448" y="4320"/>
                  </a:lnTo>
                  <a:lnTo>
                    <a:pt x="10749" y="4320"/>
                  </a:lnTo>
                  <a:lnTo>
                    <a:pt x="10448" y="3821"/>
                  </a:lnTo>
                  <a:lnTo>
                    <a:pt x="10749" y="3821"/>
                  </a:lnTo>
                  <a:lnTo>
                    <a:pt x="10749" y="3156"/>
                  </a:lnTo>
                  <a:lnTo>
                    <a:pt x="11151" y="2492"/>
                  </a:lnTo>
                  <a:lnTo>
                    <a:pt x="11553" y="2492"/>
                  </a:lnTo>
                  <a:lnTo>
                    <a:pt x="11553" y="1993"/>
                  </a:lnTo>
                  <a:lnTo>
                    <a:pt x="11854" y="1993"/>
                  </a:lnTo>
                  <a:lnTo>
                    <a:pt x="11854" y="1329"/>
                  </a:lnTo>
                  <a:lnTo>
                    <a:pt x="12256" y="664"/>
                  </a:lnTo>
                  <a:lnTo>
                    <a:pt x="13361" y="664"/>
                  </a:lnTo>
                  <a:lnTo>
                    <a:pt x="1376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8" name="AutoShape 106"/>
            <p:cNvSpPr>
              <a:spLocks/>
            </p:cNvSpPr>
            <p:nvPr/>
          </p:nvSpPr>
          <p:spPr bwMode="auto">
            <a:xfrm>
              <a:off x="2251827" y="5214392"/>
              <a:ext cx="1027220" cy="848125"/>
            </a:xfrm>
            <a:custGeom>
              <a:avLst/>
              <a:gdLst>
                <a:gd name="T0" fmla="*/ 513610 w 21600"/>
                <a:gd name="T1" fmla="*/ 424063 h 21600"/>
                <a:gd name="T2" fmla="*/ 513610 w 21600"/>
                <a:gd name="T3" fmla="*/ 424063 h 21600"/>
                <a:gd name="T4" fmla="*/ 513610 w 21600"/>
                <a:gd name="T5" fmla="*/ 424063 h 21600"/>
                <a:gd name="T6" fmla="*/ 513610 w 21600"/>
                <a:gd name="T7" fmla="*/ 4240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75" y="21599"/>
                  </a:moveTo>
                  <a:lnTo>
                    <a:pt x="20075" y="20800"/>
                  </a:lnTo>
                  <a:lnTo>
                    <a:pt x="21599" y="20800"/>
                  </a:lnTo>
                  <a:lnTo>
                    <a:pt x="21007" y="6000"/>
                  </a:lnTo>
                  <a:lnTo>
                    <a:pt x="20668" y="5200"/>
                  </a:lnTo>
                  <a:lnTo>
                    <a:pt x="20668" y="4500"/>
                  </a:lnTo>
                  <a:lnTo>
                    <a:pt x="21007" y="4100"/>
                  </a:lnTo>
                  <a:lnTo>
                    <a:pt x="21007" y="3800"/>
                  </a:lnTo>
                  <a:lnTo>
                    <a:pt x="20668" y="3400"/>
                  </a:lnTo>
                  <a:lnTo>
                    <a:pt x="21007" y="2600"/>
                  </a:lnTo>
                  <a:lnTo>
                    <a:pt x="21007" y="1900"/>
                  </a:lnTo>
                  <a:lnTo>
                    <a:pt x="20668" y="1900"/>
                  </a:lnTo>
                  <a:lnTo>
                    <a:pt x="20329" y="1500"/>
                  </a:lnTo>
                  <a:lnTo>
                    <a:pt x="20075" y="1900"/>
                  </a:lnTo>
                  <a:lnTo>
                    <a:pt x="19143" y="1500"/>
                  </a:lnTo>
                  <a:lnTo>
                    <a:pt x="18804" y="1500"/>
                  </a:lnTo>
                  <a:lnTo>
                    <a:pt x="18211" y="1200"/>
                  </a:lnTo>
                  <a:lnTo>
                    <a:pt x="18211" y="800"/>
                  </a:lnTo>
                  <a:lnTo>
                    <a:pt x="17534" y="400"/>
                  </a:lnTo>
                  <a:lnTo>
                    <a:pt x="15077" y="400"/>
                  </a:lnTo>
                  <a:lnTo>
                    <a:pt x="14400" y="800"/>
                  </a:lnTo>
                  <a:lnTo>
                    <a:pt x="14061" y="1200"/>
                  </a:lnTo>
                  <a:lnTo>
                    <a:pt x="14061" y="1500"/>
                  </a:lnTo>
                  <a:lnTo>
                    <a:pt x="13807" y="1900"/>
                  </a:lnTo>
                  <a:lnTo>
                    <a:pt x="13807" y="2600"/>
                  </a:lnTo>
                  <a:lnTo>
                    <a:pt x="14061" y="3000"/>
                  </a:lnTo>
                  <a:lnTo>
                    <a:pt x="14061" y="3800"/>
                  </a:lnTo>
                  <a:lnTo>
                    <a:pt x="13807" y="4100"/>
                  </a:lnTo>
                  <a:lnTo>
                    <a:pt x="13807" y="4500"/>
                  </a:lnTo>
                  <a:lnTo>
                    <a:pt x="13129" y="4900"/>
                  </a:lnTo>
                  <a:lnTo>
                    <a:pt x="12197" y="4900"/>
                  </a:lnTo>
                  <a:lnTo>
                    <a:pt x="11943" y="4100"/>
                  </a:lnTo>
                  <a:lnTo>
                    <a:pt x="11265" y="3800"/>
                  </a:lnTo>
                  <a:lnTo>
                    <a:pt x="10672" y="3400"/>
                  </a:lnTo>
                  <a:lnTo>
                    <a:pt x="9741" y="3000"/>
                  </a:lnTo>
                  <a:lnTo>
                    <a:pt x="8131" y="3000"/>
                  </a:lnTo>
                  <a:lnTo>
                    <a:pt x="7538" y="1900"/>
                  </a:lnTo>
                  <a:lnTo>
                    <a:pt x="7538" y="1500"/>
                  </a:lnTo>
                  <a:lnTo>
                    <a:pt x="7200" y="1200"/>
                  </a:lnTo>
                  <a:lnTo>
                    <a:pt x="6268" y="800"/>
                  </a:lnTo>
                  <a:lnTo>
                    <a:pt x="5929" y="400"/>
                  </a:lnTo>
                  <a:lnTo>
                    <a:pt x="3134" y="400"/>
                  </a:lnTo>
                  <a:lnTo>
                    <a:pt x="2795" y="0"/>
                  </a:lnTo>
                  <a:lnTo>
                    <a:pt x="2456" y="0"/>
                  </a:lnTo>
                  <a:lnTo>
                    <a:pt x="2456" y="1500"/>
                  </a:lnTo>
                  <a:lnTo>
                    <a:pt x="1524" y="1900"/>
                  </a:lnTo>
                  <a:lnTo>
                    <a:pt x="1524" y="2300"/>
                  </a:lnTo>
                  <a:lnTo>
                    <a:pt x="931" y="2300"/>
                  </a:lnTo>
                  <a:lnTo>
                    <a:pt x="592" y="2600"/>
                  </a:lnTo>
                  <a:lnTo>
                    <a:pt x="592" y="3000"/>
                  </a:lnTo>
                  <a:lnTo>
                    <a:pt x="931" y="3400"/>
                  </a:lnTo>
                  <a:lnTo>
                    <a:pt x="931" y="4100"/>
                  </a:lnTo>
                  <a:lnTo>
                    <a:pt x="592" y="4100"/>
                  </a:lnTo>
                  <a:lnTo>
                    <a:pt x="592" y="4500"/>
                  </a:lnTo>
                  <a:lnTo>
                    <a:pt x="0" y="4500"/>
                  </a:lnTo>
                  <a:lnTo>
                    <a:pt x="0" y="5200"/>
                  </a:lnTo>
                  <a:lnTo>
                    <a:pt x="338" y="5600"/>
                  </a:lnTo>
                  <a:lnTo>
                    <a:pt x="338" y="8200"/>
                  </a:lnTo>
                  <a:lnTo>
                    <a:pt x="592" y="8600"/>
                  </a:lnTo>
                  <a:lnTo>
                    <a:pt x="338" y="9300"/>
                  </a:lnTo>
                  <a:lnTo>
                    <a:pt x="338" y="9700"/>
                  </a:lnTo>
                  <a:lnTo>
                    <a:pt x="592" y="10100"/>
                  </a:lnTo>
                  <a:lnTo>
                    <a:pt x="592" y="10400"/>
                  </a:lnTo>
                  <a:lnTo>
                    <a:pt x="338" y="10400"/>
                  </a:lnTo>
                  <a:lnTo>
                    <a:pt x="0" y="10800"/>
                  </a:lnTo>
                  <a:lnTo>
                    <a:pt x="0" y="11200"/>
                  </a:lnTo>
                  <a:lnTo>
                    <a:pt x="338" y="11900"/>
                  </a:lnTo>
                  <a:lnTo>
                    <a:pt x="592" y="12300"/>
                  </a:lnTo>
                  <a:lnTo>
                    <a:pt x="592" y="12700"/>
                  </a:lnTo>
                  <a:lnTo>
                    <a:pt x="931" y="13000"/>
                  </a:lnTo>
                  <a:lnTo>
                    <a:pt x="931" y="13800"/>
                  </a:lnTo>
                  <a:lnTo>
                    <a:pt x="1270" y="14100"/>
                  </a:lnTo>
                  <a:lnTo>
                    <a:pt x="2456" y="14100"/>
                  </a:lnTo>
                  <a:lnTo>
                    <a:pt x="2795" y="14500"/>
                  </a:lnTo>
                  <a:lnTo>
                    <a:pt x="3134" y="15300"/>
                  </a:lnTo>
                  <a:lnTo>
                    <a:pt x="3472" y="15600"/>
                  </a:lnTo>
                  <a:lnTo>
                    <a:pt x="5929" y="16400"/>
                  </a:lnTo>
                  <a:lnTo>
                    <a:pt x="6268" y="16700"/>
                  </a:lnTo>
                  <a:lnTo>
                    <a:pt x="9063" y="15300"/>
                  </a:lnTo>
                  <a:lnTo>
                    <a:pt x="2007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9" name="AutoShape 107"/>
            <p:cNvSpPr>
              <a:spLocks/>
            </p:cNvSpPr>
            <p:nvPr/>
          </p:nvSpPr>
          <p:spPr bwMode="auto">
            <a:xfrm>
              <a:off x="2114859" y="4939539"/>
              <a:ext cx="253785" cy="451550"/>
            </a:xfrm>
            <a:custGeom>
              <a:avLst/>
              <a:gdLst>
                <a:gd name="T0" fmla="*/ 126893 w 21600"/>
                <a:gd name="T1" fmla="*/ 225775 h 21600"/>
                <a:gd name="T2" fmla="*/ 126893 w 21600"/>
                <a:gd name="T3" fmla="*/ 225775 h 21600"/>
                <a:gd name="T4" fmla="*/ 126893 w 21600"/>
                <a:gd name="T5" fmla="*/ 225775 h 21600"/>
                <a:gd name="T6" fmla="*/ 126893 w 21600"/>
                <a:gd name="T7" fmla="*/ 2257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657" y="21600"/>
                  </a:moveTo>
                  <a:lnTo>
                    <a:pt x="14057" y="21600"/>
                  </a:lnTo>
                  <a:lnTo>
                    <a:pt x="14057" y="20848"/>
                  </a:lnTo>
                  <a:lnTo>
                    <a:pt x="15428" y="20848"/>
                  </a:lnTo>
                  <a:lnTo>
                    <a:pt x="15428" y="19533"/>
                  </a:lnTo>
                  <a:lnTo>
                    <a:pt x="14057" y="18782"/>
                  </a:lnTo>
                  <a:lnTo>
                    <a:pt x="14057" y="18031"/>
                  </a:lnTo>
                  <a:lnTo>
                    <a:pt x="15428" y="17467"/>
                  </a:lnTo>
                  <a:lnTo>
                    <a:pt x="17828" y="17467"/>
                  </a:lnTo>
                  <a:lnTo>
                    <a:pt x="17828" y="16716"/>
                  </a:lnTo>
                  <a:lnTo>
                    <a:pt x="21599" y="15965"/>
                  </a:lnTo>
                  <a:lnTo>
                    <a:pt x="21599" y="13147"/>
                  </a:lnTo>
                  <a:lnTo>
                    <a:pt x="20571" y="13147"/>
                  </a:lnTo>
                  <a:lnTo>
                    <a:pt x="19200" y="12584"/>
                  </a:lnTo>
                  <a:lnTo>
                    <a:pt x="19200" y="11833"/>
                  </a:lnTo>
                  <a:lnTo>
                    <a:pt x="17828" y="11833"/>
                  </a:lnTo>
                  <a:lnTo>
                    <a:pt x="17828" y="12584"/>
                  </a:lnTo>
                  <a:lnTo>
                    <a:pt x="16800" y="11833"/>
                  </a:lnTo>
                  <a:lnTo>
                    <a:pt x="15428" y="11833"/>
                  </a:lnTo>
                  <a:lnTo>
                    <a:pt x="13028" y="10518"/>
                  </a:lnTo>
                  <a:lnTo>
                    <a:pt x="14057" y="9766"/>
                  </a:lnTo>
                  <a:lnTo>
                    <a:pt x="17828" y="7700"/>
                  </a:lnTo>
                  <a:lnTo>
                    <a:pt x="17828" y="6949"/>
                  </a:lnTo>
                  <a:lnTo>
                    <a:pt x="19200" y="6949"/>
                  </a:lnTo>
                  <a:lnTo>
                    <a:pt x="17828" y="6198"/>
                  </a:lnTo>
                  <a:lnTo>
                    <a:pt x="17828" y="5634"/>
                  </a:lnTo>
                  <a:lnTo>
                    <a:pt x="16800" y="4883"/>
                  </a:lnTo>
                  <a:lnTo>
                    <a:pt x="15428" y="4132"/>
                  </a:lnTo>
                  <a:lnTo>
                    <a:pt x="15428" y="3568"/>
                  </a:lnTo>
                  <a:lnTo>
                    <a:pt x="16800" y="2817"/>
                  </a:lnTo>
                  <a:lnTo>
                    <a:pt x="17828" y="1314"/>
                  </a:lnTo>
                  <a:lnTo>
                    <a:pt x="17828" y="751"/>
                  </a:lnTo>
                  <a:lnTo>
                    <a:pt x="15428" y="2066"/>
                  </a:lnTo>
                  <a:lnTo>
                    <a:pt x="14057" y="2066"/>
                  </a:lnTo>
                  <a:lnTo>
                    <a:pt x="13028" y="1314"/>
                  </a:lnTo>
                  <a:lnTo>
                    <a:pt x="13028" y="751"/>
                  </a:lnTo>
                  <a:lnTo>
                    <a:pt x="11657" y="0"/>
                  </a:lnTo>
                  <a:lnTo>
                    <a:pt x="10285" y="0"/>
                  </a:lnTo>
                  <a:lnTo>
                    <a:pt x="10285" y="751"/>
                  </a:lnTo>
                  <a:lnTo>
                    <a:pt x="10285" y="0"/>
                  </a:lnTo>
                  <a:lnTo>
                    <a:pt x="8914" y="751"/>
                  </a:lnTo>
                  <a:lnTo>
                    <a:pt x="6514" y="751"/>
                  </a:lnTo>
                  <a:lnTo>
                    <a:pt x="5142" y="1314"/>
                  </a:lnTo>
                  <a:lnTo>
                    <a:pt x="5142" y="4132"/>
                  </a:lnTo>
                  <a:lnTo>
                    <a:pt x="4114" y="5634"/>
                  </a:lnTo>
                  <a:lnTo>
                    <a:pt x="4114" y="6198"/>
                  </a:lnTo>
                  <a:lnTo>
                    <a:pt x="5142" y="6198"/>
                  </a:lnTo>
                  <a:lnTo>
                    <a:pt x="5142" y="6949"/>
                  </a:lnTo>
                  <a:lnTo>
                    <a:pt x="4114" y="6949"/>
                  </a:lnTo>
                  <a:lnTo>
                    <a:pt x="5142" y="7700"/>
                  </a:lnTo>
                  <a:lnTo>
                    <a:pt x="4114" y="7700"/>
                  </a:lnTo>
                  <a:lnTo>
                    <a:pt x="4114" y="9015"/>
                  </a:lnTo>
                  <a:lnTo>
                    <a:pt x="1371" y="10518"/>
                  </a:lnTo>
                  <a:lnTo>
                    <a:pt x="0" y="11833"/>
                  </a:lnTo>
                  <a:lnTo>
                    <a:pt x="1371" y="12584"/>
                  </a:lnTo>
                  <a:lnTo>
                    <a:pt x="1371" y="13147"/>
                  </a:lnTo>
                  <a:lnTo>
                    <a:pt x="2742" y="13147"/>
                  </a:lnTo>
                  <a:lnTo>
                    <a:pt x="4114" y="13899"/>
                  </a:lnTo>
                  <a:lnTo>
                    <a:pt x="4114" y="14650"/>
                  </a:lnTo>
                  <a:lnTo>
                    <a:pt x="5142" y="15401"/>
                  </a:lnTo>
                  <a:lnTo>
                    <a:pt x="6514" y="15401"/>
                  </a:lnTo>
                  <a:lnTo>
                    <a:pt x="8914" y="15965"/>
                  </a:lnTo>
                  <a:lnTo>
                    <a:pt x="11657" y="21600"/>
                  </a:lnTo>
                  <a:close/>
                  <a:moveTo>
                    <a:pt x="16800" y="11081"/>
                  </a:moveTo>
                  <a:lnTo>
                    <a:pt x="19200" y="11081"/>
                  </a:lnTo>
                  <a:lnTo>
                    <a:pt x="17828" y="11833"/>
                  </a:lnTo>
                  <a:lnTo>
                    <a:pt x="16800" y="1108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0" name="AutoShape 108"/>
            <p:cNvSpPr>
              <a:spLocks/>
            </p:cNvSpPr>
            <p:nvPr/>
          </p:nvSpPr>
          <p:spPr bwMode="auto">
            <a:xfrm>
              <a:off x="1087647" y="4955245"/>
              <a:ext cx="1329341" cy="1134762"/>
            </a:xfrm>
            <a:custGeom>
              <a:avLst/>
              <a:gdLst>
                <a:gd name="T0" fmla="*/ 664671 w 21600"/>
                <a:gd name="T1" fmla="*/ 567381 h 21600"/>
                <a:gd name="T2" fmla="*/ 664671 w 21600"/>
                <a:gd name="T3" fmla="*/ 567381 h 21600"/>
                <a:gd name="T4" fmla="*/ 664671 w 21600"/>
                <a:gd name="T5" fmla="*/ 567381 h 21600"/>
                <a:gd name="T6" fmla="*/ 664671 w 21600"/>
                <a:gd name="T7" fmla="*/ 5673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6592"/>
                  </a:moveTo>
                  <a:lnTo>
                    <a:pt x="21338" y="16368"/>
                  </a:lnTo>
                  <a:lnTo>
                    <a:pt x="21076" y="15770"/>
                  </a:lnTo>
                  <a:lnTo>
                    <a:pt x="20814" y="15471"/>
                  </a:lnTo>
                  <a:lnTo>
                    <a:pt x="19898" y="15471"/>
                  </a:lnTo>
                  <a:lnTo>
                    <a:pt x="19636" y="15247"/>
                  </a:lnTo>
                  <a:lnTo>
                    <a:pt x="19636" y="14649"/>
                  </a:lnTo>
                  <a:lnTo>
                    <a:pt x="19374" y="14424"/>
                  </a:lnTo>
                  <a:lnTo>
                    <a:pt x="19374" y="14125"/>
                  </a:lnTo>
                  <a:lnTo>
                    <a:pt x="19178" y="13826"/>
                  </a:lnTo>
                  <a:lnTo>
                    <a:pt x="18916" y="13303"/>
                  </a:lnTo>
                  <a:lnTo>
                    <a:pt x="18916" y="13004"/>
                  </a:lnTo>
                  <a:lnTo>
                    <a:pt x="19178" y="12705"/>
                  </a:lnTo>
                  <a:lnTo>
                    <a:pt x="19374" y="12705"/>
                  </a:lnTo>
                  <a:lnTo>
                    <a:pt x="19374" y="12481"/>
                  </a:lnTo>
                  <a:lnTo>
                    <a:pt x="19178" y="12182"/>
                  </a:lnTo>
                  <a:lnTo>
                    <a:pt x="19178" y="11883"/>
                  </a:lnTo>
                  <a:lnTo>
                    <a:pt x="19374" y="11360"/>
                  </a:lnTo>
                  <a:lnTo>
                    <a:pt x="19178" y="11061"/>
                  </a:lnTo>
                  <a:lnTo>
                    <a:pt x="19178" y="9118"/>
                  </a:lnTo>
                  <a:lnTo>
                    <a:pt x="18916" y="8819"/>
                  </a:lnTo>
                  <a:lnTo>
                    <a:pt x="18916" y="8296"/>
                  </a:lnTo>
                  <a:lnTo>
                    <a:pt x="18392" y="6053"/>
                  </a:lnTo>
                  <a:lnTo>
                    <a:pt x="17934" y="5829"/>
                  </a:lnTo>
                  <a:lnTo>
                    <a:pt x="17672" y="5829"/>
                  </a:lnTo>
                  <a:lnTo>
                    <a:pt x="17476" y="5530"/>
                  </a:lnTo>
                  <a:lnTo>
                    <a:pt x="17476" y="5231"/>
                  </a:lnTo>
                  <a:lnTo>
                    <a:pt x="17214" y="4932"/>
                  </a:lnTo>
                  <a:lnTo>
                    <a:pt x="16952" y="4932"/>
                  </a:lnTo>
                  <a:lnTo>
                    <a:pt x="16952" y="4708"/>
                  </a:lnTo>
                  <a:lnTo>
                    <a:pt x="16690" y="4409"/>
                  </a:lnTo>
                  <a:lnTo>
                    <a:pt x="16952" y="3886"/>
                  </a:lnTo>
                  <a:lnTo>
                    <a:pt x="17476" y="3288"/>
                  </a:lnTo>
                  <a:lnTo>
                    <a:pt x="17476" y="2765"/>
                  </a:lnTo>
                  <a:lnTo>
                    <a:pt x="17672" y="2765"/>
                  </a:lnTo>
                  <a:lnTo>
                    <a:pt x="17476" y="2466"/>
                  </a:lnTo>
                  <a:lnTo>
                    <a:pt x="17672" y="2466"/>
                  </a:lnTo>
                  <a:lnTo>
                    <a:pt x="17672" y="2167"/>
                  </a:lnTo>
                  <a:lnTo>
                    <a:pt x="17476" y="2167"/>
                  </a:lnTo>
                  <a:lnTo>
                    <a:pt x="17476" y="1943"/>
                  </a:lnTo>
                  <a:lnTo>
                    <a:pt x="17672" y="1345"/>
                  </a:lnTo>
                  <a:lnTo>
                    <a:pt x="17672" y="224"/>
                  </a:lnTo>
                  <a:lnTo>
                    <a:pt x="17214" y="224"/>
                  </a:lnTo>
                  <a:lnTo>
                    <a:pt x="16690" y="523"/>
                  </a:lnTo>
                  <a:lnTo>
                    <a:pt x="16494" y="224"/>
                  </a:lnTo>
                  <a:lnTo>
                    <a:pt x="16232" y="0"/>
                  </a:lnTo>
                  <a:lnTo>
                    <a:pt x="16232" y="224"/>
                  </a:lnTo>
                  <a:lnTo>
                    <a:pt x="15512" y="224"/>
                  </a:lnTo>
                  <a:lnTo>
                    <a:pt x="15512" y="0"/>
                  </a:lnTo>
                  <a:lnTo>
                    <a:pt x="15250" y="0"/>
                  </a:lnTo>
                  <a:lnTo>
                    <a:pt x="15250" y="224"/>
                  </a:lnTo>
                  <a:lnTo>
                    <a:pt x="15054" y="224"/>
                  </a:lnTo>
                  <a:lnTo>
                    <a:pt x="14792" y="523"/>
                  </a:lnTo>
                  <a:lnTo>
                    <a:pt x="14072" y="523"/>
                  </a:lnTo>
                  <a:lnTo>
                    <a:pt x="14072" y="224"/>
                  </a:lnTo>
                  <a:lnTo>
                    <a:pt x="12632" y="224"/>
                  </a:lnTo>
                  <a:lnTo>
                    <a:pt x="12632" y="523"/>
                  </a:lnTo>
                  <a:lnTo>
                    <a:pt x="12109" y="523"/>
                  </a:lnTo>
                  <a:lnTo>
                    <a:pt x="11847" y="822"/>
                  </a:lnTo>
                  <a:lnTo>
                    <a:pt x="11650" y="822"/>
                  </a:lnTo>
                  <a:lnTo>
                    <a:pt x="11389" y="523"/>
                  </a:lnTo>
                  <a:lnTo>
                    <a:pt x="11127" y="523"/>
                  </a:lnTo>
                  <a:lnTo>
                    <a:pt x="10669" y="822"/>
                  </a:lnTo>
                  <a:lnTo>
                    <a:pt x="10407" y="523"/>
                  </a:lnTo>
                  <a:lnTo>
                    <a:pt x="9949" y="1121"/>
                  </a:lnTo>
                  <a:lnTo>
                    <a:pt x="9425" y="1121"/>
                  </a:lnTo>
                  <a:lnTo>
                    <a:pt x="9229" y="1345"/>
                  </a:lnTo>
                  <a:lnTo>
                    <a:pt x="9229" y="1644"/>
                  </a:lnTo>
                  <a:lnTo>
                    <a:pt x="8247" y="1644"/>
                  </a:lnTo>
                  <a:lnTo>
                    <a:pt x="7985" y="1943"/>
                  </a:lnTo>
                  <a:lnTo>
                    <a:pt x="7723" y="2167"/>
                  </a:lnTo>
                  <a:lnTo>
                    <a:pt x="7723" y="2466"/>
                  </a:lnTo>
                  <a:lnTo>
                    <a:pt x="7003" y="2466"/>
                  </a:lnTo>
                  <a:lnTo>
                    <a:pt x="7265" y="2765"/>
                  </a:lnTo>
                  <a:lnTo>
                    <a:pt x="7265" y="3886"/>
                  </a:lnTo>
                  <a:lnTo>
                    <a:pt x="7527" y="4110"/>
                  </a:lnTo>
                  <a:lnTo>
                    <a:pt x="7527" y="4932"/>
                  </a:lnTo>
                  <a:lnTo>
                    <a:pt x="7723" y="5231"/>
                  </a:lnTo>
                  <a:lnTo>
                    <a:pt x="7723" y="5530"/>
                  </a:lnTo>
                  <a:lnTo>
                    <a:pt x="7985" y="5829"/>
                  </a:lnTo>
                  <a:lnTo>
                    <a:pt x="8247" y="5829"/>
                  </a:lnTo>
                  <a:lnTo>
                    <a:pt x="7985" y="6053"/>
                  </a:lnTo>
                  <a:lnTo>
                    <a:pt x="7985" y="6352"/>
                  </a:lnTo>
                  <a:lnTo>
                    <a:pt x="6545" y="6352"/>
                  </a:lnTo>
                  <a:lnTo>
                    <a:pt x="5825" y="7175"/>
                  </a:lnTo>
                  <a:lnTo>
                    <a:pt x="5825" y="7773"/>
                  </a:lnTo>
                  <a:lnTo>
                    <a:pt x="5105" y="8296"/>
                  </a:lnTo>
                  <a:lnTo>
                    <a:pt x="3861" y="9118"/>
                  </a:lnTo>
                  <a:lnTo>
                    <a:pt x="2879" y="9716"/>
                  </a:lnTo>
                  <a:lnTo>
                    <a:pt x="1701" y="9716"/>
                  </a:lnTo>
                  <a:lnTo>
                    <a:pt x="981" y="9940"/>
                  </a:lnTo>
                  <a:lnTo>
                    <a:pt x="458" y="10538"/>
                  </a:lnTo>
                  <a:lnTo>
                    <a:pt x="0" y="10762"/>
                  </a:lnTo>
                  <a:lnTo>
                    <a:pt x="0" y="11883"/>
                  </a:lnTo>
                  <a:lnTo>
                    <a:pt x="3861" y="14649"/>
                  </a:lnTo>
                  <a:lnTo>
                    <a:pt x="10930" y="19656"/>
                  </a:lnTo>
                  <a:lnTo>
                    <a:pt x="11127" y="20179"/>
                  </a:lnTo>
                  <a:lnTo>
                    <a:pt x="11650" y="20179"/>
                  </a:lnTo>
                  <a:lnTo>
                    <a:pt x="12109" y="20478"/>
                  </a:lnTo>
                  <a:lnTo>
                    <a:pt x="12370" y="20777"/>
                  </a:lnTo>
                  <a:lnTo>
                    <a:pt x="12632" y="20777"/>
                  </a:lnTo>
                  <a:lnTo>
                    <a:pt x="12632" y="21600"/>
                  </a:lnTo>
                  <a:lnTo>
                    <a:pt x="13810" y="21600"/>
                  </a:lnTo>
                  <a:lnTo>
                    <a:pt x="15512" y="21076"/>
                  </a:lnTo>
                  <a:lnTo>
                    <a:pt x="16690" y="19955"/>
                  </a:lnTo>
                  <a:lnTo>
                    <a:pt x="21600" y="1659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1" name="AutoShape 109"/>
            <p:cNvSpPr>
              <a:spLocks/>
            </p:cNvSpPr>
            <p:nvPr/>
          </p:nvSpPr>
          <p:spPr bwMode="auto">
            <a:xfrm>
              <a:off x="817744" y="5025918"/>
              <a:ext cx="777465" cy="537934"/>
            </a:xfrm>
            <a:custGeom>
              <a:avLst/>
              <a:gdLst>
                <a:gd name="T0" fmla="*/ 388733 w 21600"/>
                <a:gd name="T1" fmla="*/ 268967 h 21600"/>
                <a:gd name="T2" fmla="*/ 388733 w 21600"/>
                <a:gd name="T3" fmla="*/ 268967 h 21600"/>
                <a:gd name="T4" fmla="*/ 388733 w 21600"/>
                <a:gd name="T5" fmla="*/ 268967 h 21600"/>
                <a:gd name="T6" fmla="*/ 388733 w 21600"/>
                <a:gd name="T7" fmla="*/ 268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498" y="21599"/>
                  </a:moveTo>
                  <a:lnTo>
                    <a:pt x="7498" y="19865"/>
                  </a:lnTo>
                  <a:lnTo>
                    <a:pt x="8281" y="19392"/>
                  </a:lnTo>
                  <a:lnTo>
                    <a:pt x="9177" y="18131"/>
                  </a:lnTo>
                  <a:lnTo>
                    <a:pt x="10408" y="17658"/>
                  </a:lnTo>
                  <a:lnTo>
                    <a:pt x="12422" y="17658"/>
                  </a:lnTo>
                  <a:lnTo>
                    <a:pt x="14101" y="16397"/>
                  </a:lnTo>
                  <a:lnTo>
                    <a:pt x="16227" y="14662"/>
                  </a:lnTo>
                  <a:lnTo>
                    <a:pt x="17459" y="13559"/>
                  </a:lnTo>
                  <a:lnTo>
                    <a:pt x="17459" y="12297"/>
                  </a:lnTo>
                  <a:lnTo>
                    <a:pt x="18690" y="10563"/>
                  </a:lnTo>
                  <a:lnTo>
                    <a:pt x="21152" y="10563"/>
                  </a:lnTo>
                  <a:lnTo>
                    <a:pt x="21152" y="9932"/>
                  </a:lnTo>
                  <a:lnTo>
                    <a:pt x="21599" y="9459"/>
                  </a:lnTo>
                  <a:lnTo>
                    <a:pt x="21152" y="9459"/>
                  </a:lnTo>
                  <a:lnTo>
                    <a:pt x="20704" y="8829"/>
                  </a:lnTo>
                  <a:lnTo>
                    <a:pt x="20704" y="8198"/>
                  </a:lnTo>
                  <a:lnTo>
                    <a:pt x="20368" y="7567"/>
                  </a:lnTo>
                  <a:lnTo>
                    <a:pt x="20368" y="5833"/>
                  </a:lnTo>
                  <a:lnTo>
                    <a:pt x="19921" y="5360"/>
                  </a:lnTo>
                  <a:lnTo>
                    <a:pt x="19921" y="2995"/>
                  </a:lnTo>
                  <a:lnTo>
                    <a:pt x="19473" y="2364"/>
                  </a:lnTo>
                  <a:lnTo>
                    <a:pt x="18242" y="2364"/>
                  </a:lnTo>
                  <a:lnTo>
                    <a:pt x="17906" y="1734"/>
                  </a:lnTo>
                  <a:lnTo>
                    <a:pt x="17459" y="1734"/>
                  </a:lnTo>
                  <a:lnTo>
                    <a:pt x="17011" y="2364"/>
                  </a:lnTo>
                  <a:lnTo>
                    <a:pt x="16227" y="1734"/>
                  </a:lnTo>
                  <a:lnTo>
                    <a:pt x="15780" y="1734"/>
                  </a:lnTo>
                  <a:lnTo>
                    <a:pt x="15332" y="2364"/>
                  </a:lnTo>
                  <a:lnTo>
                    <a:pt x="14549" y="2364"/>
                  </a:lnTo>
                  <a:lnTo>
                    <a:pt x="14101" y="1261"/>
                  </a:lnTo>
                  <a:lnTo>
                    <a:pt x="13765" y="1261"/>
                  </a:lnTo>
                  <a:lnTo>
                    <a:pt x="13765" y="0"/>
                  </a:lnTo>
                  <a:lnTo>
                    <a:pt x="13318" y="630"/>
                  </a:lnTo>
                  <a:lnTo>
                    <a:pt x="12870" y="630"/>
                  </a:lnTo>
                  <a:lnTo>
                    <a:pt x="12422" y="1261"/>
                  </a:lnTo>
                  <a:lnTo>
                    <a:pt x="12422" y="2364"/>
                  </a:lnTo>
                  <a:lnTo>
                    <a:pt x="12087" y="2995"/>
                  </a:lnTo>
                  <a:lnTo>
                    <a:pt x="12087" y="4099"/>
                  </a:lnTo>
                  <a:lnTo>
                    <a:pt x="10855" y="5833"/>
                  </a:lnTo>
                  <a:lnTo>
                    <a:pt x="10408" y="5833"/>
                  </a:lnTo>
                  <a:lnTo>
                    <a:pt x="9624" y="6464"/>
                  </a:lnTo>
                  <a:lnTo>
                    <a:pt x="9177" y="7094"/>
                  </a:lnTo>
                  <a:lnTo>
                    <a:pt x="8281" y="7567"/>
                  </a:lnTo>
                  <a:lnTo>
                    <a:pt x="7946" y="7567"/>
                  </a:lnTo>
                  <a:lnTo>
                    <a:pt x="7498" y="8198"/>
                  </a:lnTo>
                  <a:lnTo>
                    <a:pt x="6715" y="8829"/>
                  </a:lnTo>
                  <a:lnTo>
                    <a:pt x="7050" y="9932"/>
                  </a:lnTo>
                  <a:lnTo>
                    <a:pt x="7050" y="10563"/>
                  </a:lnTo>
                  <a:lnTo>
                    <a:pt x="6267" y="11194"/>
                  </a:lnTo>
                  <a:lnTo>
                    <a:pt x="5819" y="12297"/>
                  </a:lnTo>
                  <a:lnTo>
                    <a:pt x="5819" y="12928"/>
                  </a:lnTo>
                  <a:lnTo>
                    <a:pt x="6267" y="14032"/>
                  </a:lnTo>
                  <a:lnTo>
                    <a:pt x="5819" y="14662"/>
                  </a:lnTo>
                  <a:lnTo>
                    <a:pt x="6267" y="15293"/>
                  </a:lnTo>
                  <a:lnTo>
                    <a:pt x="6267" y="15766"/>
                  </a:lnTo>
                  <a:lnTo>
                    <a:pt x="5036" y="17658"/>
                  </a:lnTo>
                  <a:lnTo>
                    <a:pt x="4588" y="18131"/>
                  </a:lnTo>
                  <a:lnTo>
                    <a:pt x="4140" y="18762"/>
                  </a:lnTo>
                  <a:lnTo>
                    <a:pt x="3805" y="18762"/>
                  </a:lnTo>
                  <a:lnTo>
                    <a:pt x="2574" y="20496"/>
                  </a:lnTo>
                  <a:lnTo>
                    <a:pt x="447" y="21127"/>
                  </a:lnTo>
                  <a:lnTo>
                    <a:pt x="0" y="21599"/>
                  </a:lnTo>
                  <a:lnTo>
                    <a:pt x="7498"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2" name="AutoShape 110"/>
            <p:cNvSpPr>
              <a:spLocks/>
            </p:cNvSpPr>
            <p:nvPr/>
          </p:nvSpPr>
          <p:spPr bwMode="auto">
            <a:xfrm>
              <a:off x="551875" y="5563847"/>
              <a:ext cx="535766" cy="396579"/>
            </a:xfrm>
            <a:custGeom>
              <a:avLst/>
              <a:gdLst>
                <a:gd name="T0" fmla="*/ 267883 w 21600"/>
                <a:gd name="T1" fmla="*/ 198290 h 21600"/>
                <a:gd name="T2" fmla="*/ 267883 w 21600"/>
                <a:gd name="T3" fmla="*/ 198290 h 21600"/>
                <a:gd name="T4" fmla="*/ 267883 w 21600"/>
                <a:gd name="T5" fmla="*/ 198290 h 21600"/>
                <a:gd name="T6" fmla="*/ 267883 w 21600"/>
                <a:gd name="T7" fmla="*/ 198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55"/>
                  </a:moveTo>
                  <a:lnTo>
                    <a:pt x="21600" y="0"/>
                  </a:lnTo>
                  <a:lnTo>
                    <a:pt x="10718" y="0"/>
                  </a:lnTo>
                  <a:lnTo>
                    <a:pt x="10231" y="1710"/>
                  </a:lnTo>
                  <a:lnTo>
                    <a:pt x="10231" y="3207"/>
                  </a:lnTo>
                  <a:lnTo>
                    <a:pt x="9581" y="3207"/>
                  </a:lnTo>
                  <a:lnTo>
                    <a:pt x="7795" y="4063"/>
                  </a:lnTo>
                  <a:lnTo>
                    <a:pt x="7145" y="4918"/>
                  </a:lnTo>
                  <a:lnTo>
                    <a:pt x="6496" y="5560"/>
                  </a:lnTo>
                  <a:lnTo>
                    <a:pt x="7145" y="6415"/>
                  </a:lnTo>
                  <a:lnTo>
                    <a:pt x="5359" y="8768"/>
                  </a:lnTo>
                  <a:lnTo>
                    <a:pt x="5359" y="9623"/>
                  </a:lnTo>
                  <a:lnTo>
                    <a:pt x="3572" y="11976"/>
                  </a:lnTo>
                  <a:lnTo>
                    <a:pt x="2923" y="13687"/>
                  </a:lnTo>
                  <a:lnTo>
                    <a:pt x="1786" y="15184"/>
                  </a:lnTo>
                  <a:lnTo>
                    <a:pt x="1786" y="16039"/>
                  </a:lnTo>
                  <a:lnTo>
                    <a:pt x="2436" y="16039"/>
                  </a:lnTo>
                  <a:lnTo>
                    <a:pt x="1786" y="16039"/>
                  </a:lnTo>
                  <a:lnTo>
                    <a:pt x="487" y="18392"/>
                  </a:lnTo>
                  <a:lnTo>
                    <a:pt x="0" y="19247"/>
                  </a:lnTo>
                  <a:lnTo>
                    <a:pt x="0" y="21600"/>
                  </a:lnTo>
                  <a:lnTo>
                    <a:pt x="10718" y="21600"/>
                  </a:lnTo>
                  <a:lnTo>
                    <a:pt x="10718" y="14328"/>
                  </a:lnTo>
                  <a:lnTo>
                    <a:pt x="11368" y="14328"/>
                  </a:lnTo>
                  <a:lnTo>
                    <a:pt x="12018" y="13687"/>
                  </a:lnTo>
                  <a:lnTo>
                    <a:pt x="13154" y="13687"/>
                  </a:lnTo>
                  <a:lnTo>
                    <a:pt x="13154" y="5560"/>
                  </a:lnTo>
                  <a:lnTo>
                    <a:pt x="21600" y="5560"/>
                  </a:lnTo>
                  <a:lnTo>
                    <a:pt x="21600" y="8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3" name="AutoShape 111"/>
            <p:cNvSpPr>
              <a:spLocks/>
            </p:cNvSpPr>
            <p:nvPr/>
          </p:nvSpPr>
          <p:spPr bwMode="auto">
            <a:xfrm>
              <a:off x="551875" y="5579556"/>
              <a:ext cx="773435" cy="773524"/>
            </a:xfrm>
            <a:custGeom>
              <a:avLst/>
              <a:gdLst>
                <a:gd name="T0" fmla="*/ 386718 w 21600"/>
                <a:gd name="T1" fmla="*/ 386762 h 21600"/>
                <a:gd name="T2" fmla="*/ 386718 w 21600"/>
                <a:gd name="T3" fmla="*/ 386762 h 21600"/>
                <a:gd name="T4" fmla="*/ 386718 w 21600"/>
                <a:gd name="T5" fmla="*/ 386762 h 21600"/>
                <a:gd name="T6" fmla="*/ 386718 w 21600"/>
                <a:gd name="T7" fmla="*/ 38676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635"/>
                  </a:moveTo>
                  <a:lnTo>
                    <a:pt x="7424" y="10635"/>
                  </a:lnTo>
                  <a:lnTo>
                    <a:pt x="7424" y="6907"/>
                  </a:lnTo>
                  <a:lnTo>
                    <a:pt x="7874" y="6907"/>
                  </a:lnTo>
                  <a:lnTo>
                    <a:pt x="8325" y="6578"/>
                  </a:lnTo>
                  <a:lnTo>
                    <a:pt x="9112" y="6578"/>
                  </a:lnTo>
                  <a:lnTo>
                    <a:pt x="9112" y="2412"/>
                  </a:lnTo>
                  <a:lnTo>
                    <a:pt x="14962" y="2412"/>
                  </a:lnTo>
                  <a:lnTo>
                    <a:pt x="14962" y="0"/>
                  </a:lnTo>
                  <a:lnTo>
                    <a:pt x="21600" y="4056"/>
                  </a:lnTo>
                  <a:lnTo>
                    <a:pt x="19575" y="4056"/>
                  </a:lnTo>
                  <a:lnTo>
                    <a:pt x="20812" y="18749"/>
                  </a:lnTo>
                  <a:lnTo>
                    <a:pt x="21600" y="18749"/>
                  </a:lnTo>
                  <a:lnTo>
                    <a:pt x="20812" y="20393"/>
                  </a:lnTo>
                  <a:lnTo>
                    <a:pt x="14174" y="20393"/>
                  </a:lnTo>
                  <a:lnTo>
                    <a:pt x="13725" y="19955"/>
                  </a:lnTo>
                  <a:lnTo>
                    <a:pt x="13274" y="20393"/>
                  </a:lnTo>
                  <a:lnTo>
                    <a:pt x="13274" y="19516"/>
                  </a:lnTo>
                  <a:lnTo>
                    <a:pt x="12487" y="19516"/>
                  </a:lnTo>
                  <a:lnTo>
                    <a:pt x="11587" y="19955"/>
                  </a:lnTo>
                  <a:lnTo>
                    <a:pt x="11249" y="20722"/>
                  </a:lnTo>
                  <a:lnTo>
                    <a:pt x="10800" y="19955"/>
                  </a:lnTo>
                  <a:lnTo>
                    <a:pt x="10800" y="19516"/>
                  </a:lnTo>
                  <a:lnTo>
                    <a:pt x="10350" y="19516"/>
                  </a:lnTo>
                  <a:lnTo>
                    <a:pt x="9562" y="19955"/>
                  </a:lnTo>
                  <a:lnTo>
                    <a:pt x="9562" y="21161"/>
                  </a:lnTo>
                  <a:lnTo>
                    <a:pt x="9112" y="21161"/>
                  </a:lnTo>
                  <a:lnTo>
                    <a:pt x="8662" y="21599"/>
                  </a:lnTo>
                  <a:lnTo>
                    <a:pt x="8325" y="21161"/>
                  </a:lnTo>
                  <a:lnTo>
                    <a:pt x="7874" y="20722"/>
                  </a:lnTo>
                  <a:lnTo>
                    <a:pt x="7424" y="20722"/>
                  </a:lnTo>
                  <a:lnTo>
                    <a:pt x="7424" y="20393"/>
                  </a:lnTo>
                  <a:lnTo>
                    <a:pt x="7087" y="20393"/>
                  </a:lnTo>
                  <a:lnTo>
                    <a:pt x="7087" y="19955"/>
                  </a:lnTo>
                  <a:lnTo>
                    <a:pt x="6637" y="19516"/>
                  </a:lnTo>
                  <a:lnTo>
                    <a:pt x="6637" y="19187"/>
                  </a:lnTo>
                  <a:lnTo>
                    <a:pt x="5399" y="19187"/>
                  </a:lnTo>
                  <a:lnTo>
                    <a:pt x="4499" y="18310"/>
                  </a:lnTo>
                  <a:lnTo>
                    <a:pt x="2474" y="18310"/>
                  </a:lnTo>
                  <a:lnTo>
                    <a:pt x="1687" y="18749"/>
                  </a:lnTo>
                  <a:lnTo>
                    <a:pt x="1237" y="19187"/>
                  </a:lnTo>
                  <a:lnTo>
                    <a:pt x="337" y="19187"/>
                  </a:lnTo>
                  <a:lnTo>
                    <a:pt x="787" y="18310"/>
                  </a:lnTo>
                  <a:lnTo>
                    <a:pt x="787" y="17543"/>
                  </a:lnTo>
                  <a:lnTo>
                    <a:pt x="1237" y="17104"/>
                  </a:lnTo>
                  <a:lnTo>
                    <a:pt x="1687" y="15898"/>
                  </a:lnTo>
                  <a:lnTo>
                    <a:pt x="1237" y="14253"/>
                  </a:lnTo>
                  <a:lnTo>
                    <a:pt x="787" y="13486"/>
                  </a:lnTo>
                  <a:lnTo>
                    <a:pt x="1237" y="13486"/>
                  </a:lnTo>
                  <a:lnTo>
                    <a:pt x="1237" y="12170"/>
                  </a:lnTo>
                  <a:lnTo>
                    <a:pt x="787" y="11403"/>
                  </a:lnTo>
                  <a:lnTo>
                    <a:pt x="337" y="11403"/>
                  </a:lnTo>
                  <a:lnTo>
                    <a:pt x="337" y="10964"/>
                  </a:lnTo>
                  <a:lnTo>
                    <a:pt x="0" y="11403"/>
                  </a:lnTo>
                  <a:lnTo>
                    <a:pt x="0" y="10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4" name="AutoShape 112"/>
            <p:cNvSpPr>
              <a:spLocks/>
            </p:cNvSpPr>
            <p:nvPr/>
          </p:nvSpPr>
          <p:spPr bwMode="auto">
            <a:xfrm>
              <a:off x="862060" y="5724838"/>
              <a:ext cx="1075561" cy="891319"/>
            </a:xfrm>
            <a:custGeom>
              <a:avLst/>
              <a:gdLst>
                <a:gd name="T0" fmla="*/ 537781 w 21600"/>
                <a:gd name="T1" fmla="*/ 445659 h 21600"/>
                <a:gd name="T2" fmla="*/ 537781 w 21600"/>
                <a:gd name="T3" fmla="*/ 445659 h 21600"/>
                <a:gd name="T4" fmla="*/ 537781 w 21600"/>
                <a:gd name="T5" fmla="*/ 445659 h 21600"/>
                <a:gd name="T6" fmla="*/ 537781 w 21600"/>
                <a:gd name="T7" fmla="*/ 445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224"/>
                  </a:moveTo>
                  <a:lnTo>
                    <a:pt x="323" y="14844"/>
                  </a:lnTo>
                  <a:lnTo>
                    <a:pt x="647" y="14844"/>
                  </a:lnTo>
                  <a:lnTo>
                    <a:pt x="647" y="13797"/>
                  </a:lnTo>
                  <a:lnTo>
                    <a:pt x="1213" y="13416"/>
                  </a:lnTo>
                  <a:lnTo>
                    <a:pt x="1537" y="13416"/>
                  </a:lnTo>
                  <a:lnTo>
                    <a:pt x="1537" y="13797"/>
                  </a:lnTo>
                  <a:lnTo>
                    <a:pt x="1860" y="14463"/>
                  </a:lnTo>
                  <a:lnTo>
                    <a:pt x="2103" y="13797"/>
                  </a:lnTo>
                  <a:lnTo>
                    <a:pt x="2750" y="13416"/>
                  </a:lnTo>
                  <a:lnTo>
                    <a:pt x="3316" y="13416"/>
                  </a:lnTo>
                  <a:lnTo>
                    <a:pt x="3316" y="14177"/>
                  </a:lnTo>
                  <a:lnTo>
                    <a:pt x="3640" y="13797"/>
                  </a:lnTo>
                  <a:lnTo>
                    <a:pt x="3964" y="14177"/>
                  </a:lnTo>
                  <a:lnTo>
                    <a:pt x="8737" y="14177"/>
                  </a:lnTo>
                  <a:lnTo>
                    <a:pt x="9303" y="12750"/>
                  </a:lnTo>
                  <a:lnTo>
                    <a:pt x="8737" y="12750"/>
                  </a:lnTo>
                  <a:lnTo>
                    <a:pt x="7847" y="0"/>
                  </a:lnTo>
                  <a:lnTo>
                    <a:pt x="9303" y="0"/>
                  </a:lnTo>
                  <a:lnTo>
                    <a:pt x="18040" y="6375"/>
                  </a:lnTo>
                  <a:lnTo>
                    <a:pt x="18283" y="7041"/>
                  </a:lnTo>
                  <a:lnTo>
                    <a:pt x="18930" y="7041"/>
                  </a:lnTo>
                  <a:lnTo>
                    <a:pt x="19496" y="7422"/>
                  </a:lnTo>
                  <a:lnTo>
                    <a:pt x="19820" y="7802"/>
                  </a:lnTo>
                  <a:lnTo>
                    <a:pt x="20143" y="7802"/>
                  </a:lnTo>
                  <a:lnTo>
                    <a:pt x="20143" y="8849"/>
                  </a:lnTo>
                  <a:lnTo>
                    <a:pt x="21600" y="8849"/>
                  </a:lnTo>
                  <a:lnTo>
                    <a:pt x="21600" y="11323"/>
                  </a:lnTo>
                  <a:lnTo>
                    <a:pt x="21276" y="12750"/>
                  </a:lnTo>
                  <a:lnTo>
                    <a:pt x="21276" y="13416"/>
                  </a:lnTo>
                  <a:lnTo>
                    <a:pt x="21033" y="13797"/>
                  </a:lnTo>
                  <a:lnTo>
                    <a:pt x="20386" y="14177"/>
                  </a:lnTo>
                  <a:lnTo>
                    <a:pt x="19496" y="14177"/>
                  </a:lnTo>
                  <a:lnTo>
                    <a:pt x="19173" y="14463"/>
                  </a:lnTo>
                  <a:lnTo>
                    <a:pt x="18283" y="14463"/>
                  </a:lnTo>
                  <a:lnTo>
                    <a:pt x="18040" y="14844"/>
                  </a:lnTo>
                  <a:lnTo>
                    <a:pt x="16503" y="14844"/>
                  </a:lnTo>
                  <a:lnTo>
                    <a:pt x="16179" y="14463"/>
                  </a:lnTo>
                  <a:lnTo>
                    <a:pt x="15289" y="14463"/>
                  </a:lnTo>
                  <a:lnTo>
                    <a:pt x="14723" y="14844"/>
                  </a:lnTo>
                  <a:lnTo>
                    <a:pt x="14399" y="14844"/>
                  </a:lnTo>
                  <a:lnTo>
                    <a:pt x="14076" y="15224"/>
                  </a:lnTo>
                  <a:lnTo>
                    <a:pt x="12296" y="16271"/>
                  </a:lnTo>
                  <a:lnTo>
                    <a:pt x="12296" y="16651"/>
                  </a:lnTo>
                  <a:lnTo>
                    <a:pt x="11406" y="16937"/>
                  </a:lnTo>
                  <a:lnTo>
                    <a:pt x="10840" y="16937"/>
                  </a:lnTo>
                  <a:lnTo>
                    <a:pt x="10516" y="17698"/>
                  </a:lnTo>
                  <a:lnTo>
                    <a:pt x="10193" y="18364"/>
                  </a:lnTo>
                  <a:lnTo>
                    <a:pt x="9626" y="19125"/>
                  </a:lnTo>
                  <a:lnTo>
                    <a:pt x="9303" y="19411"/>
                  </a:lnTo>
                  <a:lnTo>
                    <a:pt x="9303" y="20172"/>
                  </a:lnTo>
                  <a:lnTo>
                    <a:pt x="9060" y="20172"/>
                  </a:lnTo>
                  <a:lnTo>
                    <a:pt x="9060" y="21219"/>
                  </a:lnTo>
                  <a:lnTo>
                    <a:pt x="8737" y="21600"/>
                  </a:lnTo>
                  <a:lnTo>
                    <a:pt x="8089" y="21600"/>
                  </a:lnTo>
                  <a:lnTo>
                    <a:pt x="8089" y="21219"/>
                  </a:lnTo>
                  <a:lnTo>
                    <a:pt x="7523" y="21219"/>
                  </a:lnTo>
                  <a:lnTo>
                    <a:pt x="7199" y="21600"/>
                  </a:lnTo>
                  <a:lnTo>
                    <a:pt x="6633" y="21600"/>
                  </a:lnTo>
                  <a:lnTo>
                    <a:pt x="6310" y="21219"/>
                  </a:lnTo>
                  <a:lnTo>
                    <a:pt x="6067" y="21600"/>
                  </a:lnTo>
                  <a:lnTo>
                    <a:pt x="6067" y="21219"/>
                  </a:lnTo>
                  <a:lnTo>
                    <a:pt x="5420" y="21219"/>
                  </a:lnTo>
                  <a:lnTo>
                    <a:pt x="5420" y="20458"/>
                  </a:lnTo>
                  <a:lnTo>
                    <a:pt x="5096" y="20458"/>
                  </a:lnTo>
                  <a:lnTo>
                    <a:pt x="5096" y="20838"/>
                  </a:lnTo>
                  <a:lnTo>
                    <a:pt x="4853" y="20838"/>
                  </a:lnTo>
                  <a:lnTo>
                    <a:pt x="4853" y="20458"/>
                  </a:lnTo>
                  <a:lnTo>
                    <a:pt x="5096" y="20172"/>
                  </a:lnTo>
                  <a:lnTo>
                    <a:pt x="5096" y="19792"/>
                  </a:lnTo>
                  <a:lnTo>
                    <a:pt x="4853" y="19792"/>
                  </a:lnTo>
                  <a:lnTo>
                    <a:pt x="4853" y="19411"/>
                  </a:lnTo>
                  <a:lnTo>
                    <a:pt x="4530" y="19125"/>
                  </a:lnTo>
                  <a:lnTo>
                    <a:pt x="4206" y="18745"/>
                  </a:lnTo>
                  <a:lnTo>
                    <a:pt x="3316" y="18745"/>
                  </a:lnTo>
                  <a:lnTo>
                    <a:pt x="2993" y="19125"/>
                  </a:lnTo>
                  <a:lnTo>
                    <a:pt x="1537" y="19125"/>
                  </a:lnTo>
                  <a:lnTo>
                    <a:pt x="1537" y="18364"/>
                  </a:lnTo>
                  <a:lnTo>
                    <a:pt x="1213" y="18364"/>
                  </a:lnTo>
                  <a:lnTo>
                    <a:pt x="1213" y="17698"/>
                  </a:lnTo>
                  <a:lnTo>
                    <a:pt x="970" y="17698"/>
                  </a:lnTo>
                  <a:lnTo>
                    <a:pt x="970" y="17318"/>
                  </a:lnTo>
                  <a:lnTo>
                    <a:pt x="647" y="17318"/>
                  </a:lnTo>
                  <a:lnTo>
                    <a:pt x="647" y="16937"/>
                  </a:lnTo>
                  <a:lnTo>
                    <a:pt x="323" y="16651"/>
                  </a:lnTo>
                  <a:lnTo>
                    <a:pt x="0" y="16651"/>
                  </a:lnTo>
                  <a:lnTo>
                    <a:pt x="0" y="152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5" name="AutoShape 113"/>
            <p:cNvSpPr>
              <a:spLocks/>
            </p:cNvSpPr>
            <p:nvPr/>
          </p:nvSpPr>
          <p:spPr bwMode="auto">
            <a:xfrm>
              <a:off x="1313225" y="6321666"/>
              <a:ext cx="503540" cy="321975"/>
            </a:xfrm>
            <a:custGeom>
              <a:avLst/>
              <a:gdLst>
                <a:gd name="T0" fmla="*/ 251770 w 21600"/>
                <a:gd name="T1" fmla="*/ 160988 h 21600"/>
                <a:gd name="T2" fmla="*/ 251770 w 21600"/>
                <a:gd name="T3" fmla="*/ 160988 h 21600"/>
                <a:gd name="T4" fmla="*/ 251770 w 21600"/>
                <a:gd name="T5" fmla="*/ 160988 h 21600"/>
                <a:gd name="T6" fmla="*/ 251770 w 21600"/>
                <a:gd name="T7" fmla="*/ 1609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702"/>
                  </a:moveTo>
                  <a:lnTo>
                    <a:pt x="0" y="15804"/>
                  </a:lnTo>
                  <a:lnTo>
                    <a:pt x="518" y="15804"/>
                  </a:lnTo>
                  <a:lnTo>
                    <a:pt x="518" y="13697"/>
                  </a:lnTo>
                  <a:lnTo>
                    <a:pt x="1209" y="12907"/>
                  </a:lnTo>
                  <a:lnTo>
                    <a:pt x="2419" y="10800"/>
                  </a:lnTo>
                  <a:lnTo>
                    <a:pt x="3110" y="8956"/>
                  </a:lnTo>
                  <a:lnTo>
                    <a:pt x="3801" y="6848"/>
                  </a:lnTo>
                  <a:lnTo>
                    <a:pt x="5011" y="6848"/>
                  </a:lnTo>
                  <a:lnTo>
                    <a:pt x="6912" y="6058"/>
                  </a:lnTo>
                  <a:lnTo>
                    <a:pt x="6912" y="5004"/>
                  </a:lnTo>
                  <a:lnTo>
                    <a:pt x="10713" y="2107"/>
                  </a:lnTo>
                  <a:lnTo>
                    <a:pt x="11404" y="1053"/>
                  </a:lnTo>
                  <a:lnTo>
                    <a:pt x="12095" y="1053"/>
                  </a:lnTo>
                  <a:lnTo>
                    <a:pt x="13305" y="0"/>
                  </a:lnTo>
                  <a:lnTo>
                    <a:pt x="15206" y="0"/>
                  </a:lnTo>
                  <a:lnTo>
                    <a:pt x="15897" y="1053"/>
                  </a:lnTo>
                  <a:lnTo>
                    <a:pt x="15897" y="2107"/>
                  </a:lnTo>
                  <a:lnTo>
                    <a:pt x="15206" y="3160"/>
                  </a:lnTo>
                  <a:lnTo>
                    <a:pt x="15206" y="3951"/>
                  </a:lnTo>
                  <a:lnTo>
                    <a:pt x="17798" y="6848"/>
                  </a:lnTo>
                  <a:lnTo>
                    <a:pt x="17798" y="7902"/>
                  </a:lnTo>
                  <a:lnTo>
                    <a:pt x="19180" y="8956"/>
                  </a:lnTo>
                  <a:lnTo>
                    <a:pt x="20390" y="8956"/>
                  </a:lnTo>
                  <a:lnTo>
                    <a:pt x="21081" y="9746"/>
                  </a:lnTo>
                  <a:lnTo>
                    <a:pt x="20390" y="10800"/>
                  </a:lnTo>
                  <a:lnTo>
                    <a:pt x="21081" y="11853"/>
                  </a:lnTo>
                  <a:lnTo>
                    <a:pt x="21599" y="11853"/>
                  </a:lnTo>
                  <a:lnTo>
                    <a:pt x="21599" y="12907"/>
                  </a:lnTo>
                  <a:lnTo>
                    <a:pt x="21081" y="13697"/>
                  </a:lnTo>
                  <a:lnTo>
                    <a:pt x="19180" y="13697"/>
                  </a:lnTo>
                  <a:lnTo>
                    <a:pt x="17798" y="15804"/>
                  </a:lnTo>
                  <a:lnTo>
                    <a:pt x="18489" y="16595"/>
                  </a:lnTo>
                  <a:lnTo>
                    <a:pt x="17280" y="16595"/>
                  </a:lnTo>
                  <a:lnTo>
                    <a:pt x="14688" y="15804"/>
                  </a:lnTo>
                  <a:lnTo>
                    <a:pt x="13996" y="15804"/>
                  </a:lnTo>
                  <a:lnTo>
                    <a:pt x="13305" y="16595"/>
                  </a:lnTo>
                  <a:lnTo>
                    <a:pt x="6912" y="16595"/>
                  </a:lnTo>
                  <a:lnTo>
                    <a:pt x="6912" y="19756"/>
                  </a:lnTo>
                  <a:lnTo>
                    <a:pt x="7603" y="20546"/>
                  </a:lnTo>
                  <a:lnTo>
                    <a:pt x="7603" y="21599"/>
                  </a:lnTo>
                  <a:lnTo>
                    <a:pt x="6912" y="21599"/>
                  </a:lnTo>
                  <a:lnTo>
                    <a:pt x="6393" y="20546"/>
                  </a:lnTo>
                  <a:lnTo>
                    <a:pt x="5702" y="21599"/>
                  </a:lnTo>
                  <a:lnTo>
                    <a:pt x="5011" y="21599"/>
                  </a:lnTo>
                  <a:lnTo>
                    <a:pt x="3801" y="20546"/>
                  </a:lnTo>
                  <a:lnTo>
                    <a:pt x="3110" y="19756"/>
                  </a:lnTo>
                  <a:lnTo>
                    <a:pt x="1900" y="19756"/>
                  </a:lnTo>
                  <a:lnTo>
                    <a:pt x="1209" y="18702"/>
                  </a:lnTo>
                  <a:lnTo>
                    <a:pt x="0" y="17648"/>
                  </a:lnTo>
                  <a:lnTo>
                    <a:pt x="0" y="1870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6" name="AutoShape 114"/>
            <p:cNvSpPr>
              <a:spLocks/>
            </p:cNvSpPr>
            <p:nvPr/>
          </p:nvSpPr>
          <p:spPr bwMode="auto">
            <a:xfrm>
              <a:off x="507570" y="6235283"/>
              <a:ext cx="431032" cy="263077"/>
            </a:xfrm>
            <a:custGeom>
              <a:avLst/>
              <a:gdLst>
                <a:gd name="T0" fmla="*/ 215516 w 21600"/>
                <a:gd name="T1" fmla="*/ 131539 h 21600"/>
                <a:gd name="T2" fmla="*/ 215516 w 21600"/>
                <a:gd name="T3" fmla="*/ 131539 h 21600"/>
                <a:gd name="T4" fmla="*/ 215516 w 21600"/>
                <a:gd name="T5" fmla="*/ 131539 h 21600"/>
                <a:gd name="T6" fmla="*/ 215516 w 21600"/>
                <a:gd name="T7" fmla="*/ 1315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826" y="2579"/>
                  </a:moveTo>
                  <a:lnTo>
                    <a:pt x="4441" y="2579"/>
                  </a:lnTo>
                  <a:lnTo>
                    <a:pt x="5248" y="1289"/>
                  </a:lnTo>
                  <a:lnTo>
                    <a:pt x="6661" y="0"/>
                  </a:lnTo>
                  <a:lnTo>
                    <a:pt x="10295" y="0"/>
                  </a:lnTo>
                  <a:lnTo>
                    <a:pt x="11910" y="2579"/>
                  </a:lnTo>
                  <a:lnTo>
                    <a:pt x="14130" y="2579"/>
                  </a:lnTo>
                  <a:lnTo>
                    <a:pt x="14130" y="3546"/>
                  </a:lnTo>
                  <a:lnTo>
                    <a:pt x="14938" y="4835"/>
                  </a:lnTo>
                  <a:lnTo>
                    <a:pt x="14938" y="6125"/>
                  </a:lnTo>
                  <a:lnTo>
                    <a:pt x="15543" y="6125"/>
                  </a:lnTo>
                  <a:lnTo>
                    <a:pt x="15543" y="7092"/>
                  </a:lnTo>
                  <a:lnTo>
                    <a:pt x="16351" y="7092"/>
                  </a:lnTo>
                  <a:lnTo>
                    <a:pt x="17158" y="8382"/>
                  </a:lnTo>
                  <a:lnTo>
                    <a:pt x="17764" y="9671"/>
                  </a:lnTo>
                  <a:lnTo>
                    <a:pt x="17764" y="14507"/>
                  </a:lnTo>
                  <a:lnTo>
                    <a:pt x="18571" y="14507"/>
                  </a:lnTo>
                  <a:lnTo>
                    <a:pt x="19379" y="15474"/>
                  </a:lnTo>
                  <a:lnTo>
                    <a:pt x="19379" y="16764"/>
                  </a:lnTo>
                  <a:lnTo>
                    <a:pt x="20186" y="16764"/>
                  </a:lnTo>
                  <a:lnTo>
                    <a:pt x="20186" y="18053"/>
                  </a:lnTo>
                  <a:lnTo>
                    <a:pt x="20792" y="18053"/>
                  </a:lnTo>
                  <a:lnTo>
                    <a:pt x="20792" y="20310"/>
                  </a:lnTo>
                  <a:lnTo>
                    <a:pt x="21600" y="20310"/>
                  </a:lnTo>
                  <a:lnTo>
                    <a:pt x="21600" y="21600"/>
                  </a:lnTo>
                  <a:lnTo>
                    <a:pt x="20186" y="21600"/>
                  </a:lnTo>
                  <a:lnTo>
                    <a:pt x="19379" y="20310"/>
                  </a:lnTo>
                  <a:lnTo>
                    <a:pt x="19379" y="21600"/>
                  </a:lnTo>
                  <a:lnTo>
                    <a:pt x="17764" y="20310"/>
                  </a:lnTo>
                  <a:lnTo>
                    <a:pt x="16351" y="20310"/>
                  </a:lnTo>
                  <a:lnTo>
                    <a:pt x="14938" y="19020"/>
                  </a:lnTo>
                  <a:lnTo>
                    <a:pt x="7469" y="19020"/>
                  </a:lnTo>
                  <a:lnTo>
                    <a:pt x="6661" y="20310"/>
                  </a:lnTo>
                  <a:lnTo>
                    <a:pt x="4441" y="20310"/>
                  </a:lnTo>
                  <a:lnTo>
                    <a:pt x="3633" y="21600"/>
                  </a:lnTo>
                  <a:lnTo>
                    <a:pt x="2826" y="21600"/>
                  </a:lnTo>
                  <a:lnTo>
                    <a:pt x="2826" y="20310"/>
                  </a:lnTo>
                  <a:lnTo>
                    <a:pt x="2220" y="19020"/>
                  </a:lnTo>
                  <a:lnTo>
                    <a:pt x="2826" y="20310"/>
                  </a:lnTo>
                  <a:lnTo>
                    <a:pt x="3633" y="19020"/>
                  </a:lnTo>
                  <a:lnTo>
                    <a:pt x="2220" y="19020"/>
                  </a:lnTo>
                  <a:lnTo>
                    <a:pt x="2220" y="18053"/>
                  </a:lnTo>
                  <a:lnTo>
                    <a:pt x="2826" y="16764"/>
                  </a:lnTo>
                  <a:lnTo>
                    <a:pt x="4441" y="16764"/>
                  </a:lnTo>
                  <a:lnTo>
                    <a:pt x="5248" y="15474"/>
                  </a:lnTo>
                  <a:lnTo>
                    <a:pt x="7469" y="15474"/>
                  </a:lnTo>
                  <a:lnTo>
                    <a:pt x="8074" y="14507"/>
                  </a:lnTo>
                  <a:lnTo>
                    <a:pt x="8882" y="15474"/>
                  </a:lnTo>
                  <a:lnTo>
                    <a:pt x="10295" y="15474"/>
                  </a:lnTo>
                  <a:lnTo>
                    <a:pt x="11102" y="16764"/>
                  </a:lnTo>
                  <a:lnTo>
                    <a:pt x="11910" y="16764"/>
                  </a:lnTo>
                  <a:lnTo>
                    <a:pt x="12717" y="15474"/>
                  </a:lnTo>
                  <a:lnTo>
                    <a:pt x="11910" y="15474"/>
                  </a:lnTo>
                  <a:lnTo>
                    <a:pt x="10295" y="14507"/>
                  </a:lnTo>
                  <a:lnTo>
                    <a:pt x="9689" y="14507"/>
                  </a:lnTo>
                  <a:lnTo>
                    <a:pt x="8882" y="13217"/>
                  </a:lnTo>
                  <a:lnTo>
                    <a:pt x="6661" y="13217"/>
                  </a:lnTo>
                  <a:lnTo>
                    <a:pt x="5248" y="14507"/>
                  </a:lnTo>
                  <a:lnTo>
                    <a:pt x="4441" y="14507"/>
                  </a:lnTo>
                  <a:lnTo>
                    <a:pt x="4441" y="15474"/>
                  </a:lnTo>
                  <a:lnTo>
                    <a:pt x="2826" y="15474"/>
                  </a:lnTo>
                  <a:lnTo>
                    <a:pt x="2826" y="14507"/>
                  </a:lnTo>
                  <a:lnTo>
                    <a:pt x="2220" y="13217"/>
                  </a:lnTo>
                  <a:lnTo>
                    <a:pt x="2826" y="13217"/>
                  </a:lnTo>
                  <a:lnTo>
                    <a:pt x="2826" y="11928"/>
                  </a:lnTo>
                  <a:lnTo>
                    <a:pt x="2220" y="11928"/>
                  </a:lnTo>
                  <a:lnTo>
                    <a:pt x="1413" y="10961"/>
                  </a:lnTo>
                  <a:lnTo>
                    <a:pt x="0" y="9671"/>
                  </a:lnTo>
                  <a:lnTo>
                    <a:pt x="2220" y="6125"/>
                  </a:lnTo>
                  <a:lnTo>
                    <a:pt x="2826" y="3546"/>
                  </a:lnTo>
                  <a:lnTo>
                    <a:pt x="2826" y="257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7" name="AutoShape 115"/>
            <p:cNvSpPr>
              <a:spLocks/>
            </p:cNvSpPr>
            <p:nvPr/>
          </p:nvSpPr>
          <p:spPr bwMode="auto">
            <a:xfrm>
              <a:off x="551875" y="6396270"/>
              <a:ext cx="209473" cy="58900"/>
            </a:xfrm>
            <a:custGeom>
              <a:avLst/>
              <a:gdLst>
                <a:gd name="T0" fmla="*/ 104737 w 21600"/>
                <a:gd name="T1" fmla="*/ 29450 h 21600"/>
                <a:gd name="T2" fmla="*/ 104737 w 21600"/>
                <a:gd name="T3" fmla="*/ 29450 h 21600"/>
                <a:gd name="T4" fmla="*/ 104737 w 21600"/>
                <a:gd name="T5" fmla="*/ 29450 h 21600"/>
                <a:gd name="T6" fmla="*/ 104737 w 21600"/>
                <a:gd name="T7" fmla="*/ 29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1246" y="15839"/>
                  </a:lnTo>
                  <a:lnTo>
                    <a:pt x="4569" y="15839"/>
                  </a:lnTo>
                  <a:lnTo>
                    <a:pt x="6230" y="10079"/>
                  </a:lnTo>
                  <a:lnTo>
                    <a:pt x="10800" y="10079"/>
                  </a:lnTo>
                  <a:lnTo>
                    <a:pt x="12046" y="5759"/>
                  </a:lnTo>
                  <a:lnTo>
                    <a:pt x="13707" y="10079"/>
                  </a:lnTo>
                  <a:lnTo>
                    <a:pt x="16615" y="10079"/>
                  </a:lnTo>
                  <a:lnTo>
                    <a:pt x="18276" y="15839"/>
                  </a:lnTo>
                  <a:lnTo>
                    <a:pt x="19938" y="15839"/>
                  </a:lnTo>
                  <a:lnTo>
                    <a:pt x="21599" y="10079"/>
                  </a:lnTo>
                  <a:lnTo>
                    <a:pt x="19938" y="10079"/>
                  </a:lnTo>
                  <a:lnTo>
                    <a:pt x="16615" y="5759"/>
                  </a:lnTo>
                  <a:lnTo>
                    <a:pt x="15369" y="5759"/>
                  </a:lnTo>
                  <a:lnTo>
                    <a:pt x="13707" y="0"/>
                  </a:lnTo>
                  <a:lnTo>
                    <a:pt x="9138" y="0"/>
                  </a:lnTo>
                  <a:lnTo>
                    <a:pt x="6230" y="5759"/>
                  </a:lnTo>
                  <a:lnTo>
                    <a:pt x="4569" y="5759"/>
                  </a:lnTo>
                  <a:lnTo>
                    <a:pt x="4569" y="10079"/>
                  </a:lnTo>
                  <a:lnTo>
                    <a:pt x="1246" y="10079"/>
                  </a:lnTo>
                  <a:lnTo>
                    <a:pt x="2907" y="15839"/>
                  </a:lnTo>
                  <a:lnTo>
                    <a:pt x="4569" y="10079"/>
                  </a:lnTo>
                  <a:lnTo>
                    <a:pt x="2907" y="15839"/>
                  </a:lnTo>
                  <a:lnTo>
                    <a:pt x="1246" y="15839"/>
                  </a:lnTo>
                  <a:lnTo>
                    <a:pt x="0" y="10079"/>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8" name="AutoShape 116"/>
            <p:cNvSpPr>
              <a:spLocks/>
            </p:cNvSpPr>
            <p:nvPr/>
          </p:nvSpPr>
          <p:spPr bwMode="auto">
            <a:xfrm>
              <a:off x="563961" y="6466945"/>
              <a:ext cx="197389" cy="102089"/>
            </a:xfrm>
            <a:custGeom>
              <a:avLst/>
              <a:gdLst>
                <a:gd name="T0" fmla="*/ 98694 w 21600"/>
                <a:gd name="T1" fmla="*/ 51045 h 21600"/>
                <a:gd name="T2" fmla="*/ 98694 w 21600"/>
                <a:gd name="T3" fmla="*/ 51045 h 21600"/>
                <a:gd name="T4" fmla="*/ 98694 w 21600"/>
                <a:gd name="T5" fmla="*/ 51045 h 21600"/>
                <a:gd name="T6" fmla="*/ 98694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646"/>
                  </a:moveTo>
                  <a:lnTo>
                    <a:pt x="1763" y="6646"/>
                  </a:lnTo>
                  <a:lnTo>
                    <a:pt x="3526" y="3323"/>
                  </a:lnTo>
                  <a:lnTo>
                    <a:pt x="8375" y="3323"/>
                  </a:lnTo>
                  <a:lnTo>
                    <a:pt x="10138" y="0"/>
                  </a:lnTo>
                  <a:lnTo>
                    <a:pt x="21600" y="0"/>
                  </a:lnTo>
                  <a:lnTo>
                    <a:pt x="21600" y="15784"/>
                  </a:lnTo>
                  <a:lnTo>
                    <a:pt x="18073" y="15784"/>
                  </a:lnTo>
                  <a:lnTo>
                    <a:pt x="16310" y="19107"/>
                  </a:lnTo>
                  <a:lnTo>
                    <a:pt x="14987" y="19107"/>
                  </a:lnTo>
                  <a:lnTo>
                    <a:pt x="13224" y="21599"/>
                  </a:lnTo>
                  <a:lnTo>
                    <a:pt x="11461" y="21599"/>
                  </a:lnTo>
                  <a:lnTo>
                    <a:pt x="11461" y="19107"/>
                  </a:lnTo>
                  <a:lnTo>
                    <a:pt x="8375" y="21599"/>
                  </a:lnTo>
                  <a:lnTo>
                    <a:pt x="10138" y="19107"/>
                  </a:lnTo>
                  <a:lnTo>
                    <a:pt x="10138" y="15784"/>
                  </a:lnTo>
                  <a:lnTo>
                    <a:pt x="8375" y="15784"/>
                  </a:lnTo>
                  <a:lnTo>
                    <a:pt x="6612" y="12461"/>
                  </a:lnTo>
                  <a:lnTo>
                    <a:pt x="8375" y="12461"/>
                  </a:lnTo>
                  <a:lnTo>
                    <a:pt x="3526" y="12461"/>
                  </a:lnTo>
                  <a:lnTo>
                    <a:pt x="1763" y="9969"/>
                  </a:lnTo>
                  <a:lnTo>
                    <a:pt x="3526" y="6646"/>
                  </a:lnTo>
                  <a:lnTo>
                    <a:pt x="0" y="664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9" name="AutoShape 117"/>
            <p:cNvSpPr>
              <a:spLocks/>
            </p:cNvSpPr>
            <p:nvPr/>
          </p:nvSpPr>
          <p:spPr bwMode="auto">
            <a:xfrm>
              <a:off x="684814" y="6466945"/>
              <a:ext cx="479369" cy="408359"/>
            </a:xfrm>
            <a:custGeom>
              <a:avLst/>
              <a:gdLst>
                <a:gd name="T0" fmla="*/ 239685 w 21600"/>
                <a:gd name="T1" fmla="*/ 204180 h 21600"/>
                <a:gd name="T2" fmla="*/ 239685 w 21600"/>
                <a:gd name="T3" fmla="*/ 204180 h 21600"/>
                <a:gd name="T4" fmla="*/ 239685 w 21600"/>
                <a:gd name="T5" fmla="*/ 204180 h 21600"/>
                <a:gd name="T6" fmla="*/ 239685 w 21600"/>
                <a:gd name="T7" fmla="*/ 204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5400"/>
                  </a:moveTo>
                  <a:lnTo>
                    <a:pt x="726" y="4776"/>
                  </a:lnTo>
                  <a:lnTo>
                    <a:pt x="1270" y="4776"/>
                  </a:lnTo>
                  <a:lnTo>
                    <a:pt x="1996" y="3946"/>
                  </a:lnTo>
                  <a:lnTo>
                    <a:pt x="3448" y="3946"/>
                  </a:lnTo>
                  <a:lnTo>
                    <a:pt x="3448" y="0"/>
                  </a:lnTo>
                  <a:lnTo>
                    <a:pt x="5445" y="0"/>
                  </a:lnTo>
                  <a:lnTo>
                    <a:pt x="6715" y="830"/>
                  </a:lnTo>
                  <a:lnTo>
                    <a:pt x="7986" y="830"/>
                  </a:lnTo>
                  <a:lnTo>
                    <a:pt x="9438" y="1661"/>
                  </a:lnTo>
                  <a:lnTo>
                    <a:pt x="9438" y="830"/>
                  </a:lnTo>
                  <a:lnTo>
                    <a:pt x="10164" y="1661"/>
                  </a:lnTo>
                  <a:lnTo>
                    <a:pt x="11435" y="1661"/>
                  </a:lnTo>
                  <a:lnTo>
                    <a:pt x="11435" y="2492"/>
                  </a:lnTo>
                  <a:lnTo>
                    <a:pt x="14702" y="2492"/>
                  </a:lnTo>
                  <a:lnTo>
                    <a:pt x="15428" y="1661"/>
                  </a:lnTo>
                  <a:lnTo>
                    <a:pt x="17425" y="1661"/>
                  </a:lnTo>
                  <a:lnTo>
                    <a:pt x="18151" y="2492"/>
                  </a:lnTo>
                  <a:lnTo>
                    <a:pt x="18877" y="3115"/>
                  </a:lnTo>
                  <a:lnTo>
                    <a:pt x="18877" y="3946"/>
                  </a:lnTo>
                  <a:lnTo>
                    <a:pt x="19421" y="3946"/>
                  </a:lnTo>
                  <a:lnTo>
                    <a:pt x="19421" y="4776"/>
                  </a:lnTo>
                  <a:lnTo>
                    <a:pt x="18877" y="5400"/>
                  </a:lnTo>
                  <a:lnTo>
                    <a:pt x="18877" y="6230"/>
                  </a:lnTo>
                  <a:lnTo>
                    <a:pt x="19421" y="6230"/>
                  </a:lnTo>
                  <a:lnTo>
                    <a:pt x="19421" y="5400"/>
                  </a:lnTo>
                  <a:lnTo>
                    <a:pt x="20147" y="5400"/>
                  </a:lnTo>
                  <a:lnTo>
                    <a:pt x="20147" y="7061"/>
                  </a:lnTo>
                  <a:lnTo>
                    <a:pt x="21600" y="7061"/>
                  </a:lnTo>
                  <a:lnTo>
                    <a:pt x="21600" y="7892"/>
                  </a:lnTo>
                  <a:lnTo>
                    <a:pt x="20873" y="7892"/>
                  </a:lnTo>
                  <a:lnTo>
                    <a:pt x="20147" y="8515"/>
                  </a:lnTo>
                  <a:lnTo>
                    <a:pt x="20147" y="12461"/>
                  </a:lnTo>
                  <a:lnTo>
                    <a:pt x="20873" y="12461"/>
                  </a:lnTo>
                  <a:lnTo>
                    <a:pt x="20873" y="13292"/>
                  </a:lnTo>
                  <a:lnTo>
                    <a:pt x="20147" y="13292"/>
                  </a:lnTo>
                  <a:lnTo>
                    <a:pt x="20147" y="14746"/>
                  </a:lnTo>
                  <a:lnTo>
                    <a:pt x="20873" y="14746"/>
                  </a:lnTo>
                  <a:lnTo>
                    <a:pt x="20873" y="15576"/>
                  </a:lnTo>
                  <a:lnTo>
                    <a:pt x="19421" y="17030"/>
                  </a:lnTo>
                  <a:lnTo>
                    <a:pt x="18877" y="17861"/>
                  </a:lnTo>
                  <a:lnTo>
                    <a:pt x="19421" y="18692"/>
                  </a:lnTo>
                  <a:lnTo>
                    <a:pt x="18151" y="20146"/>
                  </a:lnTo>
                  <a:lnTo>
                    <a:pt x="18877" y="20146"/>
                  </a:lnTo>
                  <a:lnTo>
                    <a:pt x="14157" y="21599"/>
                  </a:lnTo>
                  <a:lnTo>
                    <a:pt x="12705" y="20976"/>
                  </a:lnTo>
                  <a:lnTo>
                    <a:pt x="12161" y="20976"/>
                  </a:lnTo>
                  <a:lnTo>
                    <a:pt x="11435" y="20146"/>
                  </a:lnTo>
                  <a:lnTo>
                    <a:pt x="11435" y="19315"/>
                  </a:lnTo>
                  <a:lnTo>
                    <a:pt x="12705" y="17861"/>
                  </a:lnTo>
                  <a:lnTo>
                    <a:pt x="12705" y="12461"/>
                  </a:lnTo>
                  <a:lnTo>
                    <a:pt x="12161" y="11630"/>
                  </a:lnTo>
                  <a:lnTo>
                    <a:pt x="12705" y="10800"/>
                  </a:lnTo>
                  <a:lnTo>
                    <a:pt x="11435" y="10176"/>
                  </a:lnTo>
                  <a:lnTo>
                    <a:pt x="11435" y="9346"/>
                  </a:lnTo>
                  <a:lnTo>
                    <a:pt x="10709" y="8515"/>
                  </a:lnTo>
                  <a:lnTo>
                    <a:pt x="7442" y="8515"/>
                  </a:lnTo>
                  <a:lnTo>
                    <a:pt x="7442" y="9346"/>
                  </a:lnTo>
                  <a:lnTo>
                    <a:pt x="6715" y="10176"/>
                  </a:lnTo>
                  <a:lnTo>
                    <a:pt x="6715" y="10800"/>
                  </a:lnTo>
                  <a:lnTo>
                    <a:pt x="4719" y="10800"/>
                  </a:lnTo>
                  <a:lnTo>
                    <a:pt x="3993" y="10176"/>
                  </a:lnTo>
                  <a:lnTo>
                    <a:pt x="3448" y="9346"/>
                  </a:lnTo>
                  <a:lnTo>
                    <a:pt x="2722" y="9346"/>
                  </a:lnTo>
                  <a:lnTo>
                    <a:pt x="2722" y="7892"/>
                  </a:lnTo>
                  <a:lnTo>
                    <a:pt x="1996" y="8515"/>
                  </a:lnTo>
                  <a:lnTo>
                    <a:pt x="1270" y="8515"/>
                  </a:lnTo>
                  <a:lnTo>
                    <a:pt x="726" y="7061"/>
                  </a:lnTo>
                  <a:lnTo>
                    <a:pt x="726" y="6230"/>
                  </a:lnTo>
                  <a:lnTo>
                    <a:pt x="0" y="5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0" name="AutoShape 118"/>
            <p:cNvSpPr>
              <a:spLocks/>
            </p:cNvSpPr>
            <p:nvPr/>
          </p:nvSpPr>
          <p:spPr bwMode="auto">
            <a:xfrm>
              <a:off x="789545" y="6627932"/>
              <a:ext cx="177247" cy="204180"/>
            </a:xfrm>
            <a:custGeom>
              <a:avLst/>
              <a:gdLst>
                <a:gd name="T0" fmla="*/ 88624 w 21600"/>
                <a:gd name="T1" fmla="*/ 102090 h 21600"/>
                <a:gd name="T2" fmla="*/ 88624 w 21600"/>
                <a:gd name="T3" fmla="*/ 102090 h 21600"/>
                <a:gd name="T4" fmla="*/ 88624 w 21600"/>
                <a:gd name="T5" fmla="*/ 102090 h 21600"/>
                <a:gd name="T6" fmla="*/ 88624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400" y="18692"/>
                  </a:moveTo>
                  <a:lnTo>
                    <a:pt x="5400" y="17030"/>
                  </a:lnTo>
                  <a:lnTo>
                    <a:pt x="3436" y="17030"/>
                  </a:lnTo>
                  <a:lnTo>
                    <a:pt x="5400" y="18692"/>
                  </a:lnTo>
                  <a:close/>
                  <a:moveTo>
                    <a:pt x="1963" y="4569"/>
                  </a:moveTo>
                  <a:lnTo>
                    <a:pt x="5400" y="4569"/>
                  </a:lnTo>
                  <a:lnTo>
                    <a:pt x="5400" y="3323"/>
                  </a:lnTo>
                  <a:lnTo>
                    <a:pt x="7363" y="1661"/>
                  </a:lnTo>
                  <a:lnTo>
                    <a:pt x="7363" y="0"/>
                  </a:lnTo>
                  <a:lnTo>
                    <a:pt x="16200" y="0"/>
                  </a:lnTo>
                  <a:lnTo>
                    <a:pt x="18163" y="1661"/>
                  </a:lnTo>
                  <a:lnTo>
                    <a:pt x="18163" y="3323"/>
                  </a:lnTo>
                  <a:lnTo>
                    <a:pt x="21599" y="4569"/>
                  </a:lnTo>
                  <a:lnTo>
                    <a:pt x="20127" y="6230"/>
                  </a:lnTo>
                  <a:lnTo>
                    <a:pt x="21599" y="7892"/>
                  </a:lnTo>
                  <a:lnTo>
                    <a:pt x="21599" y="18692"/>
                  </a:lnTo>
                  <a:lnTo>
                    <a:pt x="18163" y="21599"/>
                  </a:lnTo>
                  <a:lnTo>
                    <a:pt x="16200" y="20353"/>
                  </a:lnTo>
                  <a:lnTo>
                    <a:pt x="14727" y="20353"/>
                  </a:lnTo>
                  <a:lnTo>
                    <a:pt x="8836" y="18692"/>
                  </a:lnTo>
                  <a:lnTo>
                    <a:pt x="7363" y="18692"/>
                  </a:lnTo>
                  <a:lnTo>
                    <a:pt x="7363" y="17030"/>
                  </a:lnTo>
                  <a:lnTo>
                    <a:pt x="5400" y="15369"/>
                  </a:lnTo>
                  <a:lnTo>
                    <a:pt x="7363" y="15369"/>
                  </a:lnTo>
                  <a:lnTo>
                    <a:pt x="5400" y="15369"/>
                  </a:lnTo>
                  <a:lnTo>
                    <a:pt x="3436" y="14123"/>
                  </a:lnTo>
                  <a:lnTo>
                    <a:pt x="3436" y="12461"/>
                  </a:lnTo>
                  <a:lnTo>
                    <a:pt x="1963" y="10800"/>
                  </a:lnTo>
                  <a:lnTo>
                    <a:pt x="0" y="10800"/>
                  </a:lnTo>
                  <a:lnTo>
                    <a:pt x="0" y="9553"/>
                  </a:lnTo>
                  <a:lnTo>
                    <a:pt x="1963" y="7892"/>
                  </a:lnTo>
                  <a:lnTo>
                    <a:pt x="0" y="7892"/>
                  </a:lnTo>
                  <a:lnTo>
                    <a:pt x="0" y="6230"/>
                  </a:lnTo>
                  <a:lnTo>
                    <a:pt x="1963" y="456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1" name="AutoShape 119"/>
            <p:cNvSpPr>
              <a:spLocks/>
            </p:cNvSpPr>
            <p:nvPr/>
          </p:nvSpPr>
          <p:spPr bwMode="auto">
            <a:xfrm>
              <a:off x="910400" y="6718243"/>
              <a:ext cx="265871" cy="247371"/>
            </a:xfrm>
            <a:custGeom>
              <a:avLst/>
              <a:gdLst>
                <a:gd name="T0" fmla="*/ 132936 w 21600"/>
                <a:gd name="T1" fmla="*/ 123686 h 21600"/>
                <a:gd name="T2" fmla="*/ 132936 w 21600"/>
                <a:gd name="T3" fmla="*/ 123686 h 21600"/>
                <a:gd name="T4" fmla="*/ 132936 w 21600"/>
                <a:gd name="T5" fmla="*/ 123686 h 21600"/>
                <a:gd name="T6" fmla="*/ 132936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8914"/>
                  </a:moveTo>
                  <a:lnTo>
                    <a:pt x="981" y="7542"/>
                  </a:lnTo>
                  <a:lnTo>
                    <a:pt x="3600" y="4800"/>
                  </a:lnTo>
                  <a:lnTo>
                    <a:pt x="3600" y="3771"/>
                  </a:lnTo>
                  <a:lnTo>
                    <a:pt x="4581" y="2400"/>
                  </a:lnTo>
                  <a:lnTo>
                    <a:pt x="4581" y="1028"/>
                  </a:lnTo>
                  <a:lnTo>
                    <a:pt x="5890" y="0"/>
                  </a:lnTo>
                  <a:lnTo>
                    <a:pt x="5890" y="1028"/>
                  </a:lnTo>
                  <a:lnTo>
                    <a:pt x="8181" y="0"/>
                  </a:lnTo>
                  <a:lnTo>
                    <a:pt x="9490" y="0"/>
                  </a:lnTo>
                  <a:lnTo>
                    <a:pt x="10800" y="1028"/>
                  </a:lnTo>
                  <a:lnTo>
                    <a:pt x="12109" y="2400"/>
                  </a:lnTo>
                  <a:lnTo>
                    <a:pt x="10800" y="3771"/>
                  </a:lnTo>
                  <a:lnTo>
                    <a:pt x="10800" y="4800"/>
                  </a:lnTo>
                  <a:lnTo>
                    <a:pt x="12109" y="6171"/>
                  </a:lnTo>
                  <a:lnTo>
                    <a:pt x="13090" y="6171"/>
                  </a:lnTo>
                  <a:lnTo>
                    <a:pt x="14400" y="4800"/>
                  </a:lnTo>
                  <a:lnTo>
                    <a:pt x="15709" y="4800"/>
                  </a:lnTo>
                  <a:lnTo>
                    <a:pt x="15709" y="6171"/>
                  </a:lnTo>
                  <a:lnTo>
                    <a:pt x="16690" y="6171"/>
                  </a:lnTo>
                  <a:lnTo>
                    <a:pt x="15709" y="7542"/>
                  </a:lnTo>
                  <a:lnTo>
                    <a:pt x="16690" y="8914"/>
                  </a:lnTo>
                  <a:lnTo>
                    <a:pt x="14400" y="11314"/>
                  </a:lnTo>
                  <a:lnTo>
                    <a:pt x="15709" y="11314"/>
                  </a:lnTo>
                  <a:lnTo>
                    <a:pt x="15709" y="12685"/>
                  </a:lnTo>
                  <a:lnTo>
                    <a:pt x="16690" y="11314"/>
                  </a:lnTo>
                  <a:lnTo>
                    <a:pt x="18000" y="12685"/>
                  </a:lnTo>
                  <a:lnTo>
                    <a:pt x="19309" y="12685"/>
                  </a:lnTo>
                  <a:lnTo>
                    <a:pt x="19309" y="13714"/>
                  </a:lnTo>
                  <a:lnTo>
                    <a:pt x="21599" y="13714"/>
                  </a:lnTo>
                  <a:lnTo>
                    <a:pt x="21599" y="15085"/>
                  </a:lnTo>
                  <a:lnTo>
                    <a:pt x="20618" y="16457"/>
                  </a:lnTo>
                  <a:lnTo>
                    <a:pt x="21599" y="16457"/>
                  </a:lnTo>
                  <a:lnTo>
                    <a:pt x="20618" y="17485"/>
                  </a:lnTo>
                  <a:lnTo>
                    <a:pt x="20618" y="21600"/>
                  </a:lnTo>
                  <a:lnTo>
                    <a:pt x="15709" y="20228"/>
                  </a:lnTo>
                  <a:lnTo>
                    <a:pt x="12109" y="17485"/>
                  </a:lnTo>
                  <a:lnTo>
                    <a:pt x="10800" y="17485"/>
                  </a:lnTo>
                  <a:lnTo>
                    <a:pt x="7200" y="13714"/>
                  </a:lnTo>
                  <a:lnTo>
                    <a:pt x="4581" y="12685"/>
                  </a:lnTo>
                  <a:lnTo>
                    <a:pt x="3600" y="12685"/>
                  </a:lnTo>
                  <a:lnTo>
                    <a:pt x="2290" y="11314"/>
                  </a:lnTo>
                  <a:lnTo>
                    <a:pt x="2290" y="9942"/>
                  </a:lnTo>
                  <a:lnTo>
                    <a:pt x="981" y="8914"/>
                  </a:lnTo>
                  <a:lnTo>
                    <a:pt x="0" y="89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2" name="AutoShape 120"/>
            <p:cNvSpPr>
              <a:spLocks/>
            </p:cNvSpPr>
            <p:nvPr/>
          </p:nvSpPr>
          <p:spPr bwMode="auto">
            <a:xfrm>
              <a:off x="1087640" y="6584738"/>
              <a:ext cx="418946" cy="392651"/>
            </a:xfrm>
            <a:custGeom>
              <a:avLst/>
              <a:gdLst>
                <a:gd name="T0" fmla="*/ 209473 w 21600"/>
                <a:gd name="T1" fmla="*/ 196326 h 21600"/>
                <a:gd name="T2" fmla="*/ 209473 w 21600"/>
                <a:gd name="T3" fmla="*/ 196326 h 21600"/>
                <a:gd name="T4" fmla="*/ 209473 w 21600"/>
                <a:gd name="T5" fmla="*/ 196326 h 21600"/>
                <a:gd name="T6" fmla="*/ 209473 w 21600"/>
                <a:gd name="T7" fmla="*/ 1963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46" y="20951"/>
                  </a:moveTo>
                  <a:lnTo>
                    <a:pt x="3946" y="18359"/>
                  </a:lnTo>
                  <a:lnTo>
                    <a:pt x="4569" y="17712"/>
                  </a:lnTo>
                  <a:lnTo>
                    <a:pt x="3946" y="17712"/>
                  </a:lnTo>
                  <a:lnTo>
                    <a:pt x="4569" y="16848"/>
                  </a:lnTo>
                  <a:lnTo>
                    <a:pt x="4569" y="15983"/>
                  </a:lnTo>
                  <a:lnTo>
                    <a:pt x="3115" y="15983"/>
                  </a:lnTo>
                  <a:lnTo>
                    <a:pt x="3115" y="15336"/>
                  </a:lnTo>
                  <a:lnTo>
                    <a:pt x="2284" y="15336"/>
                  </a:lnTo>
                  <a:lnTo>
                    <a:pt x="1453" y="14472"/>
                  </a:lnTo>
                  <a:lnTo>
                    <a:pt x="830" y="15336"/>
                  </a:lnTo>
                  <a:lnTo>
                    <a:pt x="830" y="14472"/>
                  </a:lnTo>
                  <a:lnTo>
                    <a:pt x="0" y="14472"/>
                  </a:lnTo>
                  <a:lnTo>
                    <a:pt x="1453" y="12960"/>
                  </a:lnTo>
                  <a:lnTo>
                    <a:pt x="830" y="12096"/>
                  </a:lnTo>
                  <a:lnTo>
                    <a:pt x="1453" y="11231"/>
                  </a:lnTo>
                  <a:lnTo>
                    <a:pt x="3115" y="9719"/>
                  </a:lnTo>
                  <a:lnTo>
                    <a:pt x="3115" y="8856"/>
                  </a:lnTo>
                  <a:lnTo>
                    <a:pt x="2284" y="8856"/>
                  </a:lnTo>
                  <a:lnTo>
                    <a:pt x="2284" y="7343"/>
                  </a:lnTo>
                  <a:lnTo>
                    <a:pt x="3115" y="7343"/>
                  </a:lnTo>
                  <a:lnTo>
                    <a:pt x="3115" y="6480"/>
                  </a:lnTo>
                  <a:lnTo>
                    <a:pt x="2284" y="6480"/>
                  </a:lnTo>
                  <a:lnTo>
                    <a:pt x="2284" y="2376"/>
                  </a:lnTo>
                  <a:lnTo>
                    <a:pt x="3115" y="1727"/>
                  </a:lnTo>
                  <a:lnTo>
                    <a:pt x="4569" y="864"/>
                  </a:lnTo>
                  <a:lnTo>
                    <a:pt x="5400" y="1727"/>
                  </a:lnTo>
                  <a:lnTo>
                    <a:pt x="6853" y="1727"/>
                  </a:lnTo>
                  <a:lnTo>
                    <a:pt x="7684" y="864"/>
                  </a:lnTo>
                  <a:lnTo>
                    <a:pt x="9138" y="864"/>
                  </a:lnTo>
                  <a:lnTo>
                    <a:pt x="9138" y="1727"/>
                  </a:lnTo>
                  <a:lnTo>
                    <a:pt x="10800" y="1727"/>
                  </a:lnTo>
                  <a:lnTo>
                    <a:pt x="11630" y="864"/>
                  </a:lnTo>
                  <a:lnTo>
                    <a:pt x="11630" y="0"/>
                  </a:lnTo>
                  <a:lnTo>
                    <a:pt x="13084" y="864"/>
                  </a:lnTo>
                  <a:lnTo>
                    <a:pt x="13915" y="1727"/>
                  </a:lnTo>
                  <a:lnTo>
                    <a:pt x="15369" y="1727"/>
                  </a:lnTo>
                  <a:lnTo>
                    <a:pt x="16199" y="2376"/>
                  </a:lnTo>
                  <a:lnTo>
                    <a:pt x="17653" y="3240"/>
                  </a:lnTo>
                  <a:lnTo>
                    <a:pt x="18484" y="3240"/>
                  </a:lnTo>
                  <a:lnTo>
                    <a:pt x="19315" y="2376"/>
                  </a:lnTo>
                  <a:lnTo>
                    <a:pt x="19938" y="3240"/>
                  </a:lnTo>
                  <a:lnTo>
                    <a:pt x="20769" y="3240"/>
                  </a:lnTo>
                  <a:lnTo>
                    <a:pt x="20769" y="5615"/>
                  </a:lnTo>
                  <a:lnTo>
                    <a:pt x="21599" y="6480"/>
                  </a:lnTo>
                  <a:lnTo>
                    <a:pt x="21599" y="7992"/>
                  </a:lnTo>
                  <a:lnTo>
                    <a:pt x="19315" y="10367"/>
                  </a:lnTo>
                  <a:lnTo>
                    <a:pt x="19315" y="13607"/>
                  </a:lnTo>
                  <a:lnTo>
                    <a:pt x="18484" y="14472"/>
                  </a:lnTo>
                  <a:lnTo>
                    <a:pt x="19315" y="14472"/>
                  </a:lnTo>
                  <a:lnTo>
                    <a:pt x="19315" y="15983"/>
                  </a:lnTo>
                  <a:lnTo>
                    <a:pt x="19938" y="16848"/>
                  </a:lnTo>
                  <a:lnTo>
                    <a:pt x="20769" y="16848"/>
                  </a:lnTo>
                  <a:lnTo>
                    <a:pt x="20769" y="18359"/>
                  </a:lnTo>
                  <a:lnTo>
                    <a:pt x="19315" y="18359"/>
                  </a:lnTo>
                  <a:lnTo>
                    <a:pt x="19315" y="17712"/>
                  </a:lnTo>
                  <a:lnTo>
                    <a:pt x="18484" y="18359"/>
                  </a:lnTo>
                  <a:lnTo>
                    <a:pt x="18484" y="19223"/>
                  </a:lnTo>
                  <a:lnTo>
                    <a:pt x="16199" y="18359"/>
                  </a:lnTo>
                  <a:lnTo>
                    <a:pt x="9969" y="18359"/>
                  </a:lnTo>
                  <a:lnTo>
                    <a:pt x="9138" y="19223"/>
                  </a:lnTo>
                  <a:lnTo>
                    <a:pt x="6853" y="20088"/>
                  </a:lnTo>
                  <a:lnTo>
                    <a:pt x="5400" y="20088"/>
                  </a:lnTo>
                  <a:lnTo>
                    <a:pt x="4569" y="21599"/>
                  </a:lnTo>
                  <a:lnTo>
                    <a:pt x="3946" y="209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3" name="AutoShape 121"/>
            <p:cNvSpPr>
              <a:spLocks/>
            </p:cNvSpPr>
            <p:nvPr/>
          </p:nvSpPr>
          <p:spPr bwMode="auto">
            <a:xfrm>
              <a:off x="1446166" y="6557257"/>
              <a:ext cx="281982" cy="392650"/>
            </a:xfrm>
            <a:custGeom>
              <a:avLst/>
              <a:gdLst>
                <a:gd name="T0" fmla="*/ 140991 w 21600"/>
                <a:gd name="T1" fmla="*/ 196325 h 21600"/>
                <a:gd name="T2" fmla="*/ 140991 w 21600"/>
                <a:gd name="T3" fmla="*/ 196325 h 21600"/>
                <a:gd name="T4" fmla="*/ 140991 w 21600"/>
                <a:gd name="T5" fmla="*/ 196325 h 21600"/>
                <a:gd name="T6" fmla="*/ 140991 w 21600"/>
                <a:gd name="T7" fmla="*/ 1963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4" y="19871"/>
                  </a:moveTo>
                  <a:lnTo>
                    <a:pt x="3394" y="19871"/>
                  </a:lnTo>
                  <a:lnTo>
                    <a:pt x="3394" y="18359"/>
                  </a:lnTo>
                  <a:lnTo>
                    <a:pt x="2159" y="18359"/>
                  </a:lnTo>
                  <a:lnTo>
                    <a:pt x="1234" y="17495"/>
                  </a:lnTo>
                  <a:lnTo>
                    <a:pt x="1234" y="15983"/>
                  </a:lnTo>
                  <a:lnTo>
                    <a:pt x="0" y="15983"/>
                  </a:lnTo>
                  <a:lnTo>
                    <a:pt x="1234" y="15119"/>
                  </a:lnTo>
                  <a:lnTo>
                    <a:pt x="1234" y="11879"/>
                  </a:lnTo>
                  <a:lnTo>
                    <a:pt x="4628" y="9503"/>
                  </a:lnTo>
                  <a:lnTo>
                    <a:pt x="4628" y="7992"/>
                  </a:lnTo>
                  <a:lnTo>
                    <a:pt x="3394" y="7127"/>
                  </a:lnTo>
                  <a:lnTo>
                    <a:pt x="3394" y="3887"/>
                  </a:lnTo>
                  <a:lnTo>
                    <a:pt x="2159" y="3240"/>
                  </a:lnTo>
                  <a:lnTo>
                    <a:pt x="2159" y="648"/>
                  </a:lnTo>
                  <a:lnTo>
                    <a:pt x="13577" y="648"/>
                  </a:lnTo>
                  <a:lnTo>
                    <a:pt x="14811" y="0"/>
                  </a:lnTo>
                  <a:lnTo>
                    <a:pt x="16045" y="648"/>
                  </a:lnTo>
                  <a:lnTo>
                    <a:pt x="16045" y="1512"/>
                  </a:lnTo>
                  <a:lnTo>
                    <a:pt x="16971" y="2376"/>
                  </a:lnTo>
                  <a:lnTo>
                    <a:pt x="18205" y="3240"/>
                  </a:lnTo>
                  <a:lnTo>
                    <a:pt x="18205" y="5615"/>
                  </a:lnTo>
                  <a:lnTo>
                    <a:pt x="19440" y="5615"/>
                  </a:lnTo>
                  <a:lnTo>
                    <a:pt x="19440" y="11231"/>
                  </a:lnTo>
                  <a:lnTo>
                    <a:pt x="20674" y="12743"/>
                  </a:lnTo>
                  <a:lnTo>
                    <a:pt x="19440" y="13607"/>
                  </a:lnTo>
                  <a:lnTo>
                    <a:pt x="19440" y="16848"/>
                  </a:lnTo>
                  <a:lnTo>
                    <a:pt x="20674" y="16848"/>
                  </a:lnTo>
                  <a:lnTo>
                    <a:pt x="21600" y="17495"/>
                  </a:lnTo>
                  <a:lnTo>
                    <a:pt x="19440" y="17495"/>
                  </a:lnTo>
                  <a:lnTo>
                    <a:pt x="16045" y="18359"/>
                  </a:lnTo>
                  <a:lnTo>
                    <a:pt x="13577" y="19871"/>
                  </a:lnTo>
                  <a:lnTo>
                    <a:pt x="10182" y="19871"/>
                  </a:lnTo>
                  <a:lnTo>
                    <a:pt x="6788" y="21599"/>
                  </a:lnTo>
                  <a:lnTo>
                    <a:pt x="4628" y="20735"/>
                  </a:lnTo>
                  <a:lnTo>
                    <a:pt x="1234" y="20735"/>
                  </a:lnTo>
                  <a:lnTo>
                    <a:pt x="1234" y="198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4" name="AutoShape 122"/>
            <p:cNvSpPr>
              <a:spLocks/>
            </p:cNvSpPr>
            <p:nvPr/>
          </p:nvSpPr>
          <p:spPr bwMode="auto">
            <a:xfrm>
              <a:off x="1639520" y="6557257"/>
              <a:ext cx="132936" cy="318050"/>
            </a:xfrm>
            <a:custGeom>
              <a:avLst/>
              <a:gdLst>
                <a:gd name="T0" fmla="*/ 66468 w 21600"/>
                <a:gd name="T1" fmla="*/ 159025 h 21600"/>
                <a:gd name="T2" fmla="*/ 66468 w 21600"/>
                <a:gd name="T3" fmla="*/ 159025 h 21600"/>
                <a:gd name="T4" fmla="*/ 66468 w 21600"/>
                <a:gd name="T5" fmla="*/ 159025 h 21600"/>
                <a:gd name="T6" fmla="*/ 66468 w 21600"/>
                <a:gd name="T7" fmla="*/ 1590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36" y="800"/>
                  </a:moveTo>
                  <a:lnTo>
                    <a:pt x="2618" y="0"/>
                  </a:lnTo>
                  <a:lnTo>
                    <a:pt x="0" y="0"/>
                  </a:lnTo>
                  <a:lnTo>
                    <a:pt x="2618" y="800"/>
                  </a:lnTo>
                  <a:lnTo>
                    <a:pt x="2618" y="1866"/>
                  </a:lnTo>
                  <a:lnTo>
                    <a:pt x="4581" y="2933"/>
                  </a:lnTo>
                  <a:lnTo>
                    <a:pt x="7200" y="4000"/>
                  </a:lnTo>
                  <a:lnTo>
                    <a:pt x="7200" y="6933"/>
                  </a:lnTo>
                  <a:lnTo>
                    <a:pt x="9818" y="6933"/>
                  </a:lnTo>
                  <a:lnTo>
                    <a:pt x="9818" y="13866"/>
                  </a:lnTo>
                  <a:lnTo>
                    <a:pt x="12436" y="15733"/>
                  </a:lnTo>
                  <a:lnTo>
                    <a:pt x="9818" y="16800"/>
                  </a:lnTo>
                  <a:lnTo>
                    <a:pt x="9818" y="20799"/>
                  </a:lnTo>
                  <a:lnTo>
                    <a:pt x="12436" y="20799"/>
                  </a:lnTo>
                  <a:lnTo>
                    <a:pt x="14400" y="21599"/>
                  </a:lnTo>
                  <a:lnTo>
                    <a:pt x="21599" y="20799"/>
                  </a:lnTo>
                  <a:lnTo>
                    <a:pt x="21599" y="17866"/>
                  </a:lnTo>
                  <a:lnTo>
                    <a:pt x="19636" y="16800"/>
                  </a:lnTo>
                  <a:lnTo>
                    <a:pt x="19636" y="11733"/>
                  </a:lnTo>
                  <a:lnTo>
                    <a:pt x="21599" y="10933"/>
                  </a:lnTo>
                  <a:lnTo>
                    <a:pt x="21599" y="7733"/>
                  </a:lnTo>
                  <a:lnTo>
                    <a:pt x="19636" y="5866"/>
                  </a:lnTo>
                  <a:lnTo>
                    <a:pt x="17018" y="4000"/>
                  </a:lnTo>
                  <a:lnTo>
                    <a:pt x="14400" y="4000"/>
                  </a:lnTo>
                  <a:lnTo>
                    <a:pt x="12436" y="2933"/>
                  </a:lnTo>
                  <a:lnTo>
                    <a:pt x="12436" y="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5" name="AutoShape 123"/>
            <p:cNvSpPr>
              <a:spLocks/>
            </p:cNvSpPr>
            <p:nvPr/>
          </p:nvSpPr>
          <p:spPr bwMode="auto">
            <a:xfrm>
              <a:off x="1716062" y="6482653"/>
              <a:ext cx="205447" cy="380874"/>
            </a:xfrm>
            <a:custGeom>
              <a:avLst/>
              <a:gdLst>
                <a:gd name="T0" fmla="*/ 102724 w 21600"/>
                <a:gd name="T1" fmla="*/ 190437 h 21600"/>
                <a:gd name="T2" fmla="*/ 102724 w 21600"/>
                <a:gd name="T3" fmla="*/ 190437 h 21600"/>
                <a:gd name="T4" fmla="*/ 102724 w 21600"/>
                <a:gd name="T5" fmla="*/ 190437 h 21600"/>
                <a:gd name="T6" fmla="*/ 102724 w 21600"/>
                <a:gd name="T7" fmla="*/ 190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588" y="890"/>
                  </a:moveTo>
                  <a:lnTo>
                    <a:pt x="10588" y="1781"/>
                  </a:lnTo>
                  <a:lnTo>
                    <a:pt x="9317" y="2449"/>
                  </a:lnTo>
                  <a:lnTo>
                    <a:pt x="4658" y="2449"/>
                  </a:lnTo>
                  <a:lnTo>
                    <a:pt x="1270" y="4230"/>
                  </a:lnTo>
                  <a:lnTo>
                    <a:pt x="2964" y="4898"/>
                  </a:lnTo>
                  <a:lnTo>
                    <a:pt x="0" y="4898"/>
                  </a:lnTo>
                  <a:lnTo>
                    <a:pt x="0" y="6680"/>
                  </a:lnTo>
                  <a:lnTo>
                    <a:pt x="1270" y="7571"/>
                  </a:lnTo>
                  <a:lnTo>
                    <a:pt x="2964" y="7571"/>
                  </a:lnTo>
                  <a:lnTo>
                    <a:pt x="4658" y="9129"/>
                  </a:lnTo>
                  <a:lnTo>
                    <a:pt x="5929" y="10688"/>
                  </a:lnTo>
                  <a:lnTo>
                    <a:pt x="5929" y="13360"/>
                  </a:lnTo>
                  <a:lnTo>
                    <a:pt x="4658" y="14028"/>
                  </a:lnTo>
                  <a:lnTo>
                    <a:pt x="4658" y="18259"/>
                  </a:lnTo>
                  <a:lnTo>
                    <a:pt x="5929" y="19150"/>
                  </a:lnTo>
                  <a:lnTo>
                    <a:pt x="5929" y="21600"/>
                  </a:lnTo>
                  <a:lnTo>
                    <a:pt x="9317" y="21600"/>
                  </a:lnTo>
                  <a:lnTo>
                    <a:pt x="13976" y="20709"/>
                  </a:lnTo>
                  <a:lnTo>
                    <a:pt x="13976" y="11579"/>
                  </a:lnTo>
                  <a:lnTo>
                    <a:pt x="15670" y="11579"/>
                  </a:lnTo>
                  <a:lnTo>
                    <a:pt x="16941" y="10688"/>
                  </a:lnTo>
                  <a:lnTo>
                    <a:pt x="18635" y="10020"/>
                  </a:lnTo>
                  <a:lnTo>
                    <a:pt x="18635" y="9129"/>
                  </a:lnTo>
                  <a:lnTo>
                    <a:pt x="20329" y="9129"/>
                  </a:lnTo>
                  <a:lnTo>
                    <a:pt x="20329" y="8239"/>
                  </a:lnTo>
                  <a:lnTo>
                    <a:pt x="18635" y="7571"/>
                  </a:lnTo>
                  <a:lnTo>
                    <a:pt x="20329" y="6680"/>
                  </a:lnTo>
                  <a:lnTo>
                    <a:pt x="21599" y="6680"/>
                  </a:lnTo>
                  <a:lnTo>
                    <a:pt x="20329" y="4898"/>
                  </a:lnTo>
                  <a:lnTo>
                    <a:pt x="20329" y="4230"/>
                  </a:lnTo>
                  <a:lnTo>
                    <a:pt x="18635" y="4230"/>
                  </a:lnTo>
                  <a:lnTo>
                    <a:pt x="18635" y="2449"/>
                  </a:lnTo>
                  <a:lnTo>
                    <a:pt x="16941" y="1781"/>
                  </a:lnTo>
                  <a:lnTo>
                    <a:pt x="15670" y="1781"/>
                  </a:lnTo>
                  <a:lnTo>
                    <a:pt x="15670" y="890"/>
                  </a:lnTo>
                  <a:lnTo>
                    <a:pt x="12282" y="0"/>
                  </a:lnTo>
                  <a:lnTo>
                    <a:pt x="12282" y="890"/>
                  </a:lnTo>
                  <a:lnTo>
                    <a:pt x="10588" y="89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6" name="AutoShape 124"/>
            <p:cNvSpPr>
              <a:spLocks/>
            </p:cNvSpPr>
            <p:nvPr/>
          </p:nvSpPr>
          <p:spPr bwMode="auto">
            <a:xfrm>
              <a:off x="2445182" y="5815146"/>
              <a:ext cx="773435" cy="973772"/>
            </a:xfrm>
            <a:custGeom>
              <a:avLst/>
              <a:gdLst>
                <a:gd name="T0" fmla="*/ 386718 w 21600"/>
                <a:gd name="T1" fmla="*/ 486886 h 21600"/>
                <a:gd name="T2" fmla="*/ 386718 w 21600"/>
                <a:gd name="T3" fmla="*/ 486886 h 21600"/>
                <a:gd name="T4" fmla="*/ 386718 w 21600"/>
                <a:gd name="T5" fmla="*/ 486886 h 21600"/>
                <a:gd name="T6" fmla="*/ 386718 w 21600"/>
                <a:gd name="T7" fmla="*/ 4868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612" y="609"/>
                  </a:moveTo>
                  <a:lnTo>
                    <a:pt x="6637" y="0"/>
                  </a:lnTo>
                  <a:lnTo>
                    <a:pt x="21262" y="5487"/>
                  </a:lnTo>
                  <a:lnTo>
                    <a:pt x="21600" y="10625"/>
                  </a:lnTo>
                  <a:lnTo>
                    <a:pt x="20025" y="10625"/>
                  </a:lnTo>
                  <a:lnTo>
                    <a:pt x="19575" y="10974"/>
                  </a:lnTo>
                  <a:lnTo>
                    <a:pt x="19575" y="11235"/>
                  </a:lnTo>
                  <a:lnTo>
                    <a:pt x="20025" y="11235"/>
                  </a:lnTo>
                  <a:lnTo>
                    <a:pt x="19575" y="11583"/>
                  </a:lnTo>
                  <a:lnTo>
                    <a:pt x="19124" y="12280"/>
                  </a:lnTo>
                  <a:lnTo>
                    <a:pt x="18787" y="12280"/>
                  </a:lnTo>
                  <a:lnTo>
                    <a:pt x="18787" y="12890"/>
                  </a:lnTo>
                  <a:lnTo>
                    <a:pt x="18337" y="13238"/>
                  </a:lnTo>
                  <a:lnTo>
                    <a:pt x="18787" y="13500"/>
                  </a:lnTo>
                  <a:lnTo>
                    <a:pt x="18787" y="13848"/>
                  </a:lnTo>
                  <a:lnTo>
                    <a:pt x="18337" y="13848"/>
                  </a:lnTo>
                  <a:lnTo>
                    <a:pt x="17887" y="14458"/>
                  </a:lnTo>
                  <a:lnTo>
                    <a:pt x="17887" y="14806"/>
                  </a:lnTo>
                  <a:lnTo>
                    <a:pt x="18337" y="14458"/>
                  </a:lnTo>
                  <a:lnTo>
                    <a:pt x="18787" y="14458"/>
                  </a:lnTo>
                  <a:lnTo>
                    <a:pt x="18787" y="14806"/>
                  </a:lnTo>
                  <a:lnTo>
                    <a:pt x="18337" y="14806"/>
                  </a:lnTo>
                  <a:lnTo>
                    <a:pt x="18787" y="15154"/>
                  </a:lnTo>
                  <a:lnTo>
                    <a:pt x="18787" y="16112"/>
                  </a:lnTo>
                  <a:lnTo>
                    <a:pt x="19575" y="16112"/>
                  </a:lnTo>
                  <a:lnTo>
                    <a:pt x="19575" y="16722"/>
                  </a:lnTo>
                  <a:lnTo>
                    <a:pt x="19124" y="17070"/>
                  </a:lnTo>
                  <a:lnTo>
                    <a:pt x="17887" y="17070"/>
                  </a:lnTo>
                  <a:lnTo>
                    <a:pt x="17437" y="17419"/>
                  </a:lnTo>
                  <a:lnTo>
                    <a:pt x="17437" y="17767"/>
                  </a:lnTo>
                  <a:lnTo>
                    <a:pt x="17099" y="17767"/>
                  </a:lnTo>
                  <a:lnTo>
                    <a:pt x="17099" y="18029"/>
                  </a:lnTo>
                  <a:lnTo>
                    <a:pt x="16650" y="18029"/>
                  </a:lnTo>
                  <a:lnTo>
                    <a:pt x="16199" y="18377"/>
                  </a:lnTo>
                  <a:lnTo>
                    <a:pt x="16199" y="18725"/>
                  </a:lnTo>
                  <a:lnTo>
                    <a:pt x="15862" y="18725"/>
                  </a:lnTo>
                  <a:lnTo>
                    <a:pt x="16199" y="18987"/>
                  </a:lnTo>
                  <a:lnTo>
                    <a:pt x="15862" y="18987"/>
                  </a:lnTo>
                  <a:lnTo>
                    <a:pt x="15862" y="19335"/>
                  </a:lnTo>
                  <a:lnTo>
                    <a:pt x="15412" y="19335"/>
                  </a:lnTo>
                  <a:lnTo>
                    <a:pt x="14624" y="19683"/>
                  </a:lnTo>
                  <a:lnTo>
                    <a:pt x="13725" y="19683"/>
                  </a:lnTo>
                  <a:lnTo>
                    <a:pt x="13274" y="19335"/>
                  </a:lnTo>
                  <a:lnTo>
                    <a:pt x="12487" y="19335"/>
                  </a:lnTo>
                  <a:lnTo>
                    <a:pt x="12487" y="20032"/>
                  </a:lnTo>
                  <a:lnTo>
                    <a:pt x="12937" y="20032"/>
                  </a:lnTo>
                  <a:lnTo>
                    <a:pt x="12937" y="20293"/>
                  </a:lnTo>
                  <a:lnTo>
                    <a:pt x="12487" y="20293"/>
                  </a:lnTo>
                  <a:lnTo>
                    <a:pt x="12037" y="20641"/>
                  </a:lnTo>
                  <a:lnTo>
                    <a:pt x="11700" y="20641"/>
                  </a:lnTo>
                  <a:lnTo>
                    <a:pt x="10462" y="20990"/>
                  </a:lnTo>
                  <a:lnTo>
                    <a:pt x="10012" y="20990"/>
                  </a:lnTo>
                  <a:lnTo>
                    <a:pt x="9562" y="21251"/>
                  </a:lnTo>
                  <a:lnTo>
                    <a:pt x="9112" y="21251"/>
                  </a:lnTo>
                  <a:lnTo>
                    <a:pt x="8774" y="21600"/>
                  </a:lnTo>
                  <a:lnTo>
                    <a:pt x="8774" y="21251"/>
                  </a:lnTo>
                  <a:lnTo>
                    <a:pt x="8325" y="20990"/>
                  </a:lnTo>
                  <a:lnTo>
                    <a:pt x="7874" y="20990"/>
                  </a:lnTo>
                  <a:lnTo>
                    <a:pt x="7874" y="21600"/>
                  </a:lnTo>
                  <a:lnTo>
                    <a:pt x="6637" y="21600"/>
                  </a:lnTo>
                  <a:lnTo>
                    <a:pt x="6637" y="21251"/>
                  </a:lnTo>
                  <a:lnTo>
                    <a:pt x="6187" y="21251"/>
                  </a:lnTo>
                  <a:lnTo>
                    <a:pt x="6187" y="20641"/>
                  </a:lnTo>
                  <a:lnTo>
                    <a:pt x="5850" y="20293"/>
                  </a:lnTo>
                  <a:lnTo>
                    <a:pt x="5399" y="20293"/>
                  </a:lnTo>
                  <a:lnTo>
                    <a:pt x="4949" y="19683"/>
                  </a:lnTo>
                  <a:lnTo>
                    <a:pt x="4162" y="19335"/>
                  </a:lnTo>
                  <a:lnTo>
                    <a:pt x="3712" y="19335"/>
                  </a:lnTo>
                  <a:lnTo>
                    <a:pt x="3712" y="18377"/>
                  </a:lnTo>
                  <a:lnTo>
                    <a:pt x="6187" y="18377"/>
                  </a:lnTo>
                  <a:lnTo>
                    <a:pt x="5850" y="18029"/>
                  </a:lnTo>
                  <a:lnTo>
                    <a:pt x="5399" y="17767"/>
                  </a:lnTo>
                  <a:lnTo>
                    <a:pt x="4949" y="17419"/>
                  </a:lnTo>
                  <a:lnTo>
                    <a:pt x="4949" y="16722"/>
                  </a:lnTo>
                  <a:lnTo>
                    <a:pt x="5399" y="16461"/>
                  </a:lnTo>
                  <a:lnTo>
                    <a:pt x="4949" y="16461"/>
                  </a:lnTo>
                  <a:lnTo>
                    <a:pt x="4949" y="16112"/>
                  </a:lnTo>
                  <a:lnTo>
                    <a:pt x="5399" y="16112"/>
                  </a:lnTo>
                  <a:lnTo>
                    <a:pt x="5399" y="15764"/>
                  </a:lnTo>
                  <a:lnTo>
                    <a:pt x="4949" y="15503"/>
                  </a:lnTo>
                  <a:lnTo>
                    <a:pt x="4949" y="15154"/>
                  </a:lnTo>
                  <a:lnTo>
                    <a:pt x="4612" y="14806"/>
                  </a:lnTo>
                  <a:lnTo>
                    <a:pt x="4162" y="14458"/>
                  </a:lnTo>
                  <a:lnTo>
                    <a:pt x="3375" y="14196"/>
                  </a:lnTo>
                  <a:lnTo>
                    <a:pt x="2474" y="13500"/>
                  </a:lnTo>
                  <a:lnTo>
                    <a:pt x="2024" y="11932"/>
                  </a:lnTo>
                  <a:lnTo>
                    <a:pt x="2024" y="11583"/>
                  </a:lnTo>
                  <a:lnTo>
                    <a:pt x="2474" y="11583"/>
                  </a:lnTo>
                  <a:lnTo>
                    <a:pt x="2924" y="11235"/>
                  </a:lnTo>
                  <a:lnTo>
                    <a:pt x="5850" y="9319"/>
                  </a:lnTo>
                  <a:lnTo>
                    <a:pt x="5850" y="7403"/>
                  </a:lnTo>
                  <a:lnTo>
                    <a:pt x="6187" y="4790"/>
                  </a:lnTo>
                  <a:lnTo>
                    <a:pt x="6637" y="4790"/>
                  </a:lnTo>
                  <a:lnTo>
                    <a:pt x="6637" y="4180"/>
                  </a:lnTo>
                  <a:lnTo>
                    <a:pt x="5399" y="3222"/>
                  </a:lnTo>
                  <a:lnTo>
                    <a:pt x="5399" y="2525"/>
                  </a:lnTo>
                  <a:lnTo>
                    <a:pt x="4612" y="958"/>
                  </a:lnTo>
                  <a:lnTo>
                    <a:pt x="4612" y="609"/>
                  </a:lnTo>
                  <a:close/>
                  <a:moveTo>
                    <a:pt x="449" y="14196"/>
                  </a:moveTo>
                  <a:lnTo>
                    <a:pt x="0" y="14196"/>
                  </a:lnTo>
                  <a:lnTo>
                    <a:pt x="449" y="1419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7" name="AutoShape 125"/>
            <p:cNvSpPr>
              <a:spLocks/>
            </p:cNvSpPr>
            <p:nvPr/>
          </p:nvSpPr>
          <p:spPr bwMode="auto">
            <a:xfrm>
              <a:off x="1667717" y="5826928"/>
              <a:ext cx="1015134" cy="698918"/>
            </a:xfrm>
            <a:custGeom>
              <a:avLst/>
              <a:gdLst>
                <a:gd name="T0" fmla="*/ 507567 w 21600"/>
                <a:gd name="T1" fmla="*/ 349459 h 21600"/>
                <a:gd name="T2" fmla="*/ 507567 w 21600"/>
                <a:gd name="T3" fmla="*/ 349459 h 21600"/>
                <a:gd name="T4" fmla="*/ 507567 w 21600"/>
                <a:gd name="T5" fmla="*/ 349459 h 21600"/>
                <a:gd name="T6" fmla="*/ 507567 w 21600"/>
                <a:gd name="T7" fmla="*/ 3494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800" y="21600"/>
                  </a:moveTo>
                  <a:lnTo>
                    <a:pt x="4457" y="21235"/>
                  </a:lnTo>
                  <a:lnTo>
                    <a:pt x="4200" y="21235"/>
                  </a:lnTo>
                  <a:lnTo>
                    <a:pt x="4200" y="20750"/>
                  </a:lnTo>
                  <a:lnTo>
                    <a:pt x="3514" y="20265"/>
                  </a:lnTo>
                  <a:lnTo>
                    <a:pt x="3514" y="20750"/>
                  </a:lnTo>
                  <a:lnTo>
                    <a:pt x="2914" y="20750"/>
                  </a:lnTo>
                  <a:lnTo>
                    <a:pt x="2571" y="20265"/>
                  </a:lnTo>
                  <a:lnTo>
                    <a:pt x="2914" y="19779"/>
                  </a:lnTo>
                  <a:lnTo>
                    <a:pt x="2571" y="19415"/>
                  </a:lnTo>
                  <a:lnTo>
                    <a:pt x="1971" y="19415"/>
                  </a:lnTo>
                  <a:lnTo>
                    <a:pt x="1285" y="18930"/>
                  </a:lnTo>
                  <a:lnTo>
                    <a:pt x="1285" y="18444"/>
                  </a:lnTo>
                  <a:lnTo>
                    <a:pt x="0" y="17110"/>
                  </a:lnTo>
                  <a:lnTo>
                    <a:pt x="0" y="16746"/>
                  </a:lnTo>
                  <a:lnTo>
                    <a:pt x="342" y="16260"/>
                  </a:lnTo>
                  <a:lnTo>
                    <a:pt x="342" y="15775"/>
                  </a:lnTo>
                  <a:lnTo>
                    <a:pt x="1971" y="15775"/>
                  </a:lnTo>
                  <a:lnTo>
                    <a:pt x="2228" y="15289"/>
                  </a:lnTo>
                  <a:lnTo>
                    <a:pt x="3171" y="15289"/>
                  </a:lnTo>
                  <a:lnTo>
                    <a:pt x="3514" y="14925"/>
                  </a:lnTo>
                  <a:lnTo>
                    <a:pt x="4457" y="14925"/>
                  </a:lnTo>
                  <a:lnTo>
                    <a:pt x="5142" y="14440"/>
                  </a:lnTo>
                  <a:lnTo>
                    <a:pt x="5400" y="13955"/>
                  </a:lnTo>
                  <a:lnTo>
                    <a:pt x="5400" y="13105"/>
                  </a:lnTo>
                  <a:lnTo>
                    <a:pt x="5742" y="11285"/>
                  </a:lnTo>
                  <a:lnTo>
                    <a:pt x="5742" y="8130"/>
                  </a:lnTo>
                  <a:lnTo>
                    <a:pt x="7971" y="7280"/>
                  </a:lnTo>
                  <a:lnTo>
                    <a:pt x="9514" y="5460"/>
                  </a:lnTo>
                  <a:lnTo>
                    <a:pt x="15942" y="0"/>
                  </a:lnTo>
                  <a:lnTo>
                    <a:pt x="18428" y="970"/>
                  </a:lnTo>
                  <a:lnTo>
                    <a:pt x="18771" y="1334"/>
                  </a:lnTo>
                  <a:lnTo>
                    <a:pt x="20057" y="485"/>
                  </a:lnTo>
                  <a:lnTo>
                    <a:pt x="20057" y="970"/>
                  </a:lnTo>
                  <a:lnTo>
                    <a:pt x="20657" y="3155"/>
                  </a:lnTo>
                  <a:lnTo>
                    <a:pt x="20657" y="4125"/>
                  </a:lnTo>
                  <a:lnTo>
                    <a:pt x="21599" y="5460"/>
                  </a:lnTo>
                  <a:lnTo>
                    <a:pt x="21599" y="6310"/>
                  </a:lnTo>
                  <a:lnTo>
                    <a:pt x="21257" y="6310"/>
                  </a:lnTo>
                  <a:lnTo>
                    <a:pt x="21000" y="9950"/>
                  </a:lnTo>
                  <a:lnTo>
                    <a:pt x="21000" y="12620"/>
                  </a:lnTo>
                  <a:lnTo>
                    <a:pt x="18771" y="15289"/>
                  </a:lnTo>
                  <a:lnTo>
                    <a:pt x="18428" y="15775"/>
                  </a:lnTo>
                  <a:lnTo>
                    <a:pt x="18085" y="15775"/>
                  </a:lnTo>
                  <a:lnTo>
                    <a:pt x="18085" y="16260"/>
                  </a:lnTo>
                  <a:lnTo>
                    <a:pt x="18428" y="18444"/>
                  </a:lnTo>
                  <a:lnTo>
                    <a:pt x="18085" y="18080"/>
                  </a:lnTo>
                  <a:lnTo>
                    <a:pt x="17828" y="18444"/>
                  </a:lnTo>
                  <a:lnTo>
                    <a:pt x="17828" y="18930"/>
                  </a:lnTo>
                  <a:lnTo>
                    <a:pt x="16885" y="18930"/>
                  </a:lnTo>
                  <a:lnTo>
                    <a:pt x="16885" y="19415"/>
                  </a:lnTo>
                  <a:lnTo>
                    <a:pt x="15942" y="19415"/>
                  </a:lnTo>
                  <a:lnTo>
                    <a:pt x="15600" y="18930"/>
                  </a:lnTo>
                  <a:lnTo>
                    <a:pt x="13371" y="18930"/>
                  </a:lnTo>
                  <a:lnTo>
                    <a:pt x="13028" y="19779"/>
                  </a:lnTo>
                  <a:lnTo>
                    <a:pt x="11742" y="19779"/>
                  </a:lnTo>
                  <a:lnTo>
                    <a:pt x="11142" y="19415"/>
                  </a:lnTo>
                  <a:lnTo>
                    <a:pt x="10800" y="19415"/>
                  </a:lnTo>
                  <a:lnTo>
                    <a:pt x="10800" y="18930"/>
                  </a:lnTo>
                  <a:lnTo>
                    <a:pt x="9514" y="18930"/>
                  </a:lnTo>
                  <a:lnTo>
                    <a:pt x="9514" y="19415"/>
                  </a:lnTo>
                  <a:lnTo>
                    <a:pt x="8914" y="19415"/>
                  </a:lnTo>
                  <a:lnTo>
                    <a:pt x="8571" y="18444"/>
                  </a:lnTo>
                  <a:lnTo>
                    <a:pt x="8314" y="18080"/>
                  </a:lnTo>
                  <a:lnTo>
                    <a:pt x="5742" y="18080"/>
                  </a:lnTo>
                  <a:lnTo>
                    <a:pt x="5400" y="18444"/>
                  </a:lnTo>
                  <a:lnTo>
                    <a:pt x="5142" y="18444"/>
                  </a:lnTo>
                  <a:lnTo>
                    <a:pt x="5142" y="18930"/>
                  </a:lnTo>
                  <a:lnTo>
                    <a:pt x="5400" y="18930"/>
                  </a:lnTo>
                  <a:lnTo>
                    <a:pt x="5142" y="18930"/>
                  </a:lnTo>
                  <a:lnTo>
                    <a:pt x="5142" y="19415"/>
                  </a:lnTo>
                  <a:lnTo>
                    <a:pt x="5400" y="19779"/>
                  </a:lnTo>
                  <a:lnTo>
                    <a:pt x="5142" y="19779"/>
                  </a:lnTo>
                  <a:lnTo>
                    <a:pt x="4800" y="20265"/>
                  </a:lnTo>
                  <a:lnTo>
                    <a:pt x="4800" y="20750"/>
                  </a:lnTo>
                  <a:lnTo>
                    <a:pt x="5142" y="21235"/>
                  </a:lnTo>
                  <a:lnTo>
                    <a:pt x="5142" y="21600"/>
                  </a:lnTo>
                  <a:lnTo>
                    <a:pt x="48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8" name="AutoShape 126"/>
            <p:cNvSpPr>
              <a:spLocks/>
            </p:cNvSpPr>
            <p:nvPr/>
          </p:nvSpPr>
          <p:spPr bwMode="auto">
            <a:xfrm>
              <a:off x="1848993" y="6411974"/>
              <a:ext cx="745238" cy="565417"/>
            </a:xfrm>
            <a:custGeom>
              <a:avLst/>
              <a:gdLst>
                <a:gd name="T0" fmla="*/ 372619 w 21600"/>
                <a:gd name="T1" fmla="*/ 282709 h 21600"/>
                <a:gd name="T2" fmla="*/ 372619 w 21600"/>
                <a:gd name="T3" fmla="*/ 282709 h 21600"/>
                <a:gd name="T4" fmla="*/ 372619 w 21600"/>
                <a:gd name="T5" fmla="*/ 282709 h 21600"/>
                <a:gd name="T6" fmla="*/ 372619 w 21600"/>
                <a:gd name="T7" fmla="*/ 2827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82" y="1650"/>
                  </a:moveTo>
                  <a:lnTo>
                    <a:pt x="19848" y="450"/>
                  </a:lnTo>
                  <a:lnTo>
                    <a:pt x="19381" y="0"/>
                  </a:lnTo>
                  <a:lnTo>
                    <a:pt x="19031" y="450"/>
                  </a:lnTo>
                  <a:lnTo>
                    <a:pt x="19031" y="1050"/>
                  </a:lnTo>
                  <a:lnTo>
                    <a:pt x="17747" y="1050"/>
                  </a:lnTo>
                  <a:lnTo>
                    <a:pt x="17747" y="1650"/>
                  </a:lnTo>
                  <a:lnTo>
                    <a:pt x="16462" y="1650"/>
                  </a:lnTo>
                  <a:lnTo>
                    <a:pt x="15995" y="1050"/>
                  </a:lnTo>
                  <a:lnTo>
                    <a:pt x="12960" y="1050"/>
                  </a:lnTo>
                  <a:lnTo>
                    <a:pt x="12492" y="2100"/>
                  </a:lnTo>
                  <a:lnTo>
                    <a:pt x="10741" y="2100"/>
                  </a:lnTo>
                  <a:lnTo>
                    <a:pt x="9924" y="1650"/>
                  </a:lnTo>
                  <a:lnTo>
                    <a:pt x="9457" y="1650"/>
                  </a:lnTo>
                  <a:lnTo>
                    <a:pt x="9457" y="1050"/>
                  </a:lnTo>
                  <a:lnTo>
                    <a:pt x="7705" y="1050"/>
                  </a:lnTo>
                  <a:lnTo>
                    <a:pt x="7705" y="1650"/>
                  </a:lnTo>
                  <a:lnTo>
                    <a:pt x="6888" y="1650"/>
                  </a:lnTo>
                  <a:lnTo>
                    <a:pt x="6421" y="450"/>
                  </a:lnTo>
                  <a:lnTo>
                    <a:pt x="6071" y="0"/>
                  </a:lnTo>
                  <a:lnTo>
                    <a:pt x="2568" y="0"/>
                  </a:lnTo>
                  <a:lnTo>
                    <a:pt x="2101" y="450"/>
                  </a:lnTo>
                  <a:lnTo>
                    <a:pt x="1751" y="450"/>
                  </a:lnTo>
                  <a:lnTo>
                    <a:pt x="1751" y="1050"/>
                  </a:lnTo>
                  <a:lnTo>
                    <a:pt x="2101" y="1050"/>
                  </a:lnTo>
                  <a:lnTo>
                    <a:pt x="1751" y="1050"/>
                  </a:lnTo>
                  <a:lnTo>
                    <a:pt x="1751" y="1650"/>
                  </a:lnTo>
                  <a:lnTo>
                    <a:pt x="2101" y="2100"/>
                  </a:lnTo>
                  <a:lnTo>
                    <a:pt x="1751" y="2100"/>
                  </a:lnTo>
                  <a:lnTo>
                    <a:pt x="1284" y="2700"/>
                  </a:lnTo>
                  <a:lnTo>
                    <a:pt x="1284" y="3300"/>
                  </a:lnTo>
                  <a:lnTo>
                    <a:pt x="1751" y="3900"/>
                  </a:lnTo>
                  <a:lnTo>
                    <a:pt x="1751" y="4350"/>
                  </a:lnTo>
                  <a:lnTo>
                    <a:pt x="1284" y="4350"/>
                  </a:lnTo>
                  <a:lnTo>
                    <a:pt x="1284" y="5550"/>
                  </a:lnTo>
                  <a:lnTo>
                    <a:pt x="1751" y="5550"/>
                  </a:lnTo>
                  <a:lnTo>
                    <a:pt x="1751" y="6000"/>
                  </a:lnTo>
                  <a:lnTo>
                    <a:pt x="2101" y="7200"/>
                  </a:lnTo>
                  <a:lnTo>
                    <a:pt x="1751" y="7200"/>
                  </a:lnTo>
                  <a:lnTo>
                    <a:pt x="1284" y="7800"/>
                  </a:lnTo>
                  <a:lnTo>
                    <a:pt x="1751" y="8250"/>
                  </a:lnTo>
                  <a:lnTo>
                    <a:pt x="1751" y="8850"/>
                  </a:lnTo>
                  <a:lnTo>
                    <a:pt x="1284" y="8850"/>
                  </a:lnTo>
                  <a:lnTo>
                    <a:pt x="1284" y="9450"/>
                  </a:lnTo>
                  <a:lnTo>
                    <a:pt x="817" y="9900"/>
                  </a:lnTo>
                  <a:lnTo>
                    <a:pt x="467" y="10500"/>
                  </a:lnTo>
                  <a:lnTo>
                    <a:pt x="0" y="10500"/>
                  </a:lnTo>
                  <a:lnTo>
                    <a:pt x="0" y="16650"/>
                  </a:lnTo>
                  <a:lnTo>
                    <a:pt x="1284" y="16650"/>
                  </a:lnTo>
                  <a:lnTo>
                    <a:pt x="2568" y="17249"/>
                  </a:lnTo>
                  <a:lnTo>
                    <a:pt x="3385" y="18299"/>
                  </a:lnTo>
                  <a:lnTo>
                    <a:pt x="3852" y="19349"/>
                  </a:lnTo>
                  <a:lnTo>
                    <a:pt x="3852" y="19950"/>
                  </a:lnTo>
                  <a:lnTo>
                    <a:pt x="4319" y="19950"/>
                  </a:lnTo>
                  <a:lnTo>
                    <a:pt x="4319" y="21150"/>
                  </a:lnTo>
                  <a:lnTo>
                    <a:pt x="4787" y="21599"/>
                  </a:lnTo>
                  <a:lnTo>
                    <a:pt x="7355" y="21599"/>
                  </a:lnTo>
                  <a:lnTo>
                    <a:pt x="7705" y="21150"/>
                  </a:lnTo>
                  <a:lnTo>
                    <a:pt x="8172" y="21599"/>
                  </a:lnTo>
                  <a:lnTo>
                    <a:pt x="9107" y="21150"/>
                  </a:lnTo>
                  <a:lnTo>
                    <a:pt x="9924" y="21150"/>
                  </a:lnTo>
                  <a:lnTo>
                    <a:pt x="9924" y="20549"/>
                  </a:lnTo>
                  <a:lnTo>
                    <a:pt x="10391" y="21150"/>
                  </a:lnTo>
                  <a:lnTo>
                    <a:pt x="10391" y="20549"/>
                  </a:lnTo>
                  <a:lnTo>
                    <a:pt x="11208" y="19950"/>
                  </a:lnTo>
                  <a:lnTo>
                    <a:pt x="11208" y="17700"/>
                  </a:lnTo>
                  <a:lnTo>
                    <a:pt x="11675" y="17700"/>
                  </a:lnTo>
                  <a:lnTo>
                    <a:pt x="12142" y="17249"/>
                  </a:lnTo>
                  <a:lnTo>
                    <a:pt x="12492" y="16650"/>
                  </a:lnTo>
                  <a:lnTo>
                    <a:pt x="12492" y="16049"/>
                  </a:lnTo>
                  <a:lnTo>
                    <a:pt x="12960" y="16049"/>
                  </a:lnTo>
                  <a:lnTo>
                    <a:pt x="13427" y="15600"/>
                  </a:lnTo>
                  <a:lnTo>
                    <a:pt x="13777" y="16049"/>
                  </a:lnTo>
                  <a:lnTo>
                    <a:pt x="14244" y="15600"/>
                  </a:lnTo>
                  <a:lnTo>
                    <a:pt x="14711" y="16049"/>
                  </a:lnTo>
                  <a:lnTo>
                    <a:pt x="14711" y="16650"/>
                  </a:lnTo>
                  <a:lnTo>
                    <a:pt x="15528" y="16650"/>
                  </a:lnTo>
                  <a:lnTo>
                    <a:pt x="15995" y="16049"/>
                  </a:lnTo>
                  <a:lnTo>
                    <a:pt x="15995" y="15600"/>
                  </a:lnTo>
                  <a:lnTo>
                    <a:pt x="16462" y="15600"/>
                  </a:lnTo>
                  <a:lnTo>
                    <a:pt x="16812" y="15000"/>
                  </a:lnTo>
                  <a:lnTo>
                    <a:pt x="16812" y="14400"/>
                  </a:lnTo>
                  <a:lnTo>
                    <a:pt x="17280" y="13350"/>
                  </a:lnTo>
                  <a:lnTo>
                    <a:pt x="17280" y="12750"/>
                  </a:lnTo>
                  <a:lnTo>
                    <a:pt x="17747" y="12750"/>
                  </a:lnTo>
                  <a:lnTo>
                    <a:pt x="18097" y="12150"/>
                  </a:lnTo>
                  <a:lnTo>
                    <a:pt x="18564" y="11700"/>
                  </a:lnTo>
                  <a:lnTo>
                    <a:pt x="18564" y="9900"/>
                  </a:lnTo>
                  <a:lnTo>
                    <a:pt x="19031" y="9900"/>
                  </a:lnTo>
                  <a:lnTo>
                    <a:pt x="19848" y="8850"/>
                  </a:lnTo>
                  <a:lnTo>
                    <a:pt x="19848" y="7200"/>
                  </a:lnTo>
                  <a:lnTo>
                    <a:pt x="20315" y="6600"/>
                  </a:lnTo>
                  <a:lnTo>
                    <a:pt x="20315" y="6000"/>
                  </a:lnTo>
                  <a:lnTo>
                    <a:pt x="21132" y="6000"/>
                  </a:lnTo>
                  <a:lnTo>
                    <a:pt x="21132" y="5550"/>
                  </a:lnTo>
                  <a:lnTo>
                    <a:pt x="21600" y="5550"/>
                  </a:lnTo>
                  <a:lnTo>
                    <a:pt x="21600" y="3900"/>
                  </a:lnTo>
                  <a:lnTo>
                    <a:pt x="21132" y="3900"/>
                  </a:lnTo>
                  <a:lnTo>
                    <a:pt x="21132" y="2100"/>
                  </a:lnTo>
                  <a:lnTo>
                    <a:pt x="20782" y="16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9" name="AutoShape 127"/>
            <p:cNvSpPr>
              <a:spLocks/>
            </p:cNvSpPr>
            <p:nvPr/>
          </p:nvSpPr>
          <p:spPr bwMode="auto">
            <a:xfrm>
              <a:off x="2070548" y="7212517"/>
              <a:ext cx="16116" cy="12709"/>
            </a:xfrm>
            <a:custGeom>
              <a:avLst/>
              <a:gdLst>
                <a:gd name="T0" fmla="*/ 8058 w 21600"/>
                <a:gd name="T1" fmla="*/ 6355 h 21600"/>
                <a:gd name="T2" fmla="*/ 8058 w 21600"/>
                <a:gd name="T3" fmla="*/ 6355 h 21600"/>
                <a:gd name="T4" fmla="*/ 8058 w 21600"/>
                <a:gd name="T5" fmla="*/ 6355 h 21600"/>
                <a:gd name="T6" fmla="*/ 8058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0"/>
                  </a:lnTo>
                  <a:lnTo>
                    <a:pt x="21599" y="21600"/>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0" name="AutoShape 128"/>
            <p:cNvSpPr>
              <a:spLocks/>
            </p:cNvSpPr>
            <p:nvPr/>
          </p:nvSpPr>
          <p:spPr bwMode="auto">
            <a:xfrm>
              <a:off x="2191400" y="7008800"/>
              <a:ext cx="28201" cy="43192"/>
            </a:xfrm>
            <a:custGeom>
              <a:avLst/>
              <a:gdLst>
                <a:gd name="T0" fmla="*/ 14101 w 21600"/>
                <a:gd name="T1" fmla="*/ 21596 h 21600"/>
                <a:gd name="T2" fmla="*/ 14101 w 21600"/>
                <a:gd name="T3" fmla="*/ 21596 h 21600"/>
                <a:gd name="T4" fmla="*/ 14101 w 21600"/>
                <a:gd name="T5" fmla="*/ 21596 h 21600"/>
                <a:gd name="T6" fmla="*/ 14101 w 21600"/>
                <a:gd name="T7" fmla="*/ 215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745"/>
                  </a:moveTo>
                  <a:lnTo>
                    <a:pt x="0" y="5890"/>
                  </a:lnTo>
                  <a:lnTo>
                    <a:pt x="12342" y="5890"/>
                  </a:lnTo>
                  <a:lnTo>
                    <a:pt x="12342" y="0"/>
                  </a:lnTo>
                  <a:lnTo>
                    <a:pt x="21599" y="0"/>
                  </a:lnTo>
                  <a:lnTo>
                    <a:pt x="21599" y="21599"/>
                  </a:lnTo>
                  <a:lnTo>
                    <a:pt x="12342" y="13745"/>
                  </a:lnTo>
                  <a:lnTo>
                    <a:pt x="0" y="137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1" name="AutoShape 129"/>
            <p:cNvSpPr>
              <a:spLocks/>
            </p:cNvSpPr>
            <p:nvPr/>
          </p:nvSpPr>
          <p:spPr bwMode="auto">
            <a:xfrm>
              <a:off x="2207515" y="6455169"/>
              <a:ext cx="507566" cy="667506"/>
            </a:xfrm>
            <a:custGeom>
              <a:avLst/>
              <a:gdLst>
                <a:gd name="T0" fmla="*/ 253783 w 21600"/>
                <a:gd name="T1" fmla="*/ 333753 h 21600"/>
                <a:gd name="T2" fmla="*/ 253783 w 21600"/>
                <a:gd name="T3" fmla="*/ 333753 h 21600"/>
                <a:gd name="T4" fmla="*/ 253783 w 21600"/>
                <a:gd name="T5" fmla="*/ 333753 h 21600"/>
                <a:gd name="T6" fmla="*/ 253783 w 21600"/>
                <a:gd name="T7" fmla="*/ 3337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0" y="16009"/>
                  </a:lnTo>
                  <a:lnTo>
                    <a:pt x="1200" y="15501"/>
                  </a:lnTo>
                  <a:lnTo>
                    <a:pt x="1200" y="13595"/>
                  </a:lnTo>
                  <a:lnTo>
                    <a:pt x="1885" y="13595"/>
                  </a:lnTo>
                  <a:lnTo>
                    <a:pt x="2571" y="13214"/>
                  </a:lnTo>
                  <a:lnTo>
                    <a:pt x="3085" y="12705"/>
                  </a:lnTo>
                  <a:lnTo>
                    <a:pt x="3085" y="12197"/>
                  </a:lnTo>
                  <a:lnTo>
                    <a:pt x="3771" y="12197"/>
                  </a:lnTo>
                  <a:lnTo>
                    <a:pt x="4457" y="11816"/>
                  </a:lnTo>
                  <a:lnTo>
                    <a:pt x="4971" y="12197"/>
                  </a:lnTo>
                  <a:lnTo>
                    <a:pt x="5657" y="11816"/>
                  </a:lnTo>
                  <a:lnTo>
                    <a:pt x="6342" y="12197"/>
                  </a:lnTo>
                  <a:lnTo>
                    <a:pt x="6342" y="12705"/>
                  </a:lnTo>
                  <a:lnTo>
                    <a:pt x="7542" y="12705"/>
                  </a:lnTo>
                  <a:lnTo>
                    <a:pt x="8228" y="12197"/>
                  </a:lnTo>
                  <a:lnTo>
                    <a:pt x="8228" y="11816"/>
                  </a:lnTo>
                  <a:lnTo>
                    <a:pt x="8914" y="11816"/>
                  </a:lnTo>
                  <a:lnTo>
                    <a:pt x="9428" y="11308"/>
                  </a:lnTo>
                  <a:lnTo>
                    <a:pt x="9428" y="10800"/>
                  </a:lnTo>
                  <a:lnTo>
                    <a:pt x="10114" y="9910"/>
                  </a:lnTo>
                  <a:lnTo>
                    <a:pt x="10114" y="9402"/>
                  </a:lnTo>
                  <a:lnTo>
                    <a:pt x="10800" y="9402"/>
                  </a:lnTo>
                  <a:lnTo>
                    <a:pt x="11314" y="8894"/>
                  </a:lnTo>
                  <a:lnTo>
                    <a:pt x="11999" y="8512"/>
                  </a:lnTo>
                  <a:lnTo>
                    <a:pt x="11999" y="6988"/>
                  </a:lnTo>
                  <a:lnTo>
                    <a:pt x="12685" y="6988"/>
                  </a:lnTo>
                  <a:lnTo>
                    <a:pt x="13885" y="6098"/>
                  </a:lnTo>
                  <a:lnTo>
                    <a:pt x="13885" y="4701"/>
                  </a:lnTo>
                  <a:lnTo>
                    <a:pt x="14571" y="4192"/>
                  </a:lnTo>
                  <a:lnTo>
                    <a:pt x="14571" y="3684"/>
                  </a:lnTo>
                  <a:lnTo>
                    <a:pt x="15771" y="3684"/>
                  </a:lnTo>
                  <a:lnTo>
                    <a:pt x="15771" y="3303"/>
                  </a:lnTo>
                  <a:lnTo>
                    <a:pt x="16457" y="3303"/>
                  </a:lnTo>
                  <a:lnTo>
                    <a:pt x="16457" y="1905"/>
                  </a:lnTo>
                  <a:lnTo>
                    <a:pt x="15771" y="1905"/>
                  </a:lnTo>
                  <a:lnTo>
                    <a:pt x="15771" y="381"/>
                  </a:lnTo>
                  <a:lnTo>
                    <a:pt x="15257" y="0"/>
                  </a:lnTo>
                  <a:lnTo>
                    <a:pt x="16457" y="381"/>
                  </a:lnTo>
                  <a:lnTo>
                    <a:pt x="17142" y="889"/>
                  </a:lnTo>
                  <a:lnTo>
                    <a:pt x="17657" y="1397"/>
                  </a:lnTo>
                  <a:lnTo>
                    <a:pt x="17657" y="1905"/>
                  </a:lnTo>
                  <a:lnTo>
                    <a:pt x="18342" y="2287"/>
                  </a:lnTo>
                  <a:lnTo>
                    <a:pt x="18342" y="2795"/>
                  </a:lnTo>
                  <a:lnTo>
                    <a:pt x="17657" y="2795"/>
                  </a:lnTo>
                  <a:lnTo>
                    <a:pt x="17657" y="3303"/>
                  </a:lnTo>
                  <a:lnTo>
                    <a:pt x="18342" y="3303"/>
                  </a:lnTo>
                  <a:lnTo>
                    <a:pt x="17657" y="3684"/>
                  </a:lnTo>
                  <a:lnTo>
                    <a:pt x="17657" y="4701"/>
                  </a:lnTo>
                  <a:lnTo>
                    <a:pt x="18342" y="5209"/>
                  </a:lnTo>
                  <a:lnTo>
                    <a:pt x="19028" y="5590"/>
                  </a:lnTo>
                  <a:lnTo>
                    <a:pt x="19542" y="6098"/>
                  </a:lnTo>
                  <a:lnTo>
                    <a:pt x="15771" y="6098"/>
                  </a:lnTo>
                  <a:lnTo>
                    <a:pt x="15771" y="7496"/>
                  </a:lnTo>
                  <a:lnTo>
                    <a:pt x="16457" y="7496"/>
                  </a:lnTo>
                  <a:lnTo>
                    <a:pt x="17657" y="8004"/>
                  </a:lnTo>
                  <a:lnTo>
                    <a:pt x="18342" y="8894"/>
                  </a:lnTo>
                  <a:lnTo>
                    <a:pt x="19028" y="8894"/>
                  </a:lnTo>
                  <a:lnTo>
                    <a:pt x="19542" y="9402"/>
                  </a:lnTo>
                  <a:lnTo>
                    <a:pt x="19542" y="10800"/>
                  </a:lnTo>
                  <a:lnTo>
                    <a:pt x="19028" y="10800"/>
                  </a:lnTo>
                  <a:lnTo>
                    <a:pt x="19028" y="11308"/>
                  </a:lnTo>
                  <a:lnTo>
                    <a:pt x="18342" y="12197"/>
                  </a:lnTo>
                  <a:lnTo>
                    <a:pt x="17657" y="12705"/>
                  </a:lnTo>
                  <a:lnTo>
                    <a:pt x="17142" y="13214"/>
                  </a:lnTo>
                  <a:lnTo>
                    <a:pt x="16457" y="13214"/>
                  </a:lnTo>
                  <a:lnTo>
                    <a:pt x="17142" y="13595"/>
                  </a:lnTo>
                  <a:lnTo>
                    <a:pt x="17142" y="16517"/>
                  </a:lnTo>
                  <a:lnTo>
                    <a:pt x="17657" y="16517"/>
                  </a:lnTo>
                  <a:lnTo>
                    <a:pt x="18342" y="16898"/>
                  </a:lnTo>
                  <a:lnTo>
                    <a:pt x="19028" y="17407"/>
                  </a:lnTo>
                  <a:lnTo>
                    <a:pt x="19542" y="18296"/>
                  </a:lnTo>
                  <a:lnTo>
                    <a:pt x="20228" y="18804"/>
                  </a:lnTo>
                  <a:lnTo>
                    <a:pt x="20228" y="19312"/>
                  </a:lnTo>
                  <a:lnTo>
                    <a:pt x="21600" y="19312"/>
                  </a:lnTo>
                  <a:lnTo>
                    <a:pt x="21600" y="20710"/>
                  </a:lnTo>
                  <a:lnTo>
                    <a:pt x="20914" y="21218"/>
                  </a:lnTo>
                  <a:lnTo>
                    <a:pt x="20914" y="21599"/>
                  </a:lnTo>
                  <a:lnTo>
                    <a:pt x="19028" y="21599"/>
                  </a:lnTo>
                  <a:lnTo>
                    <a:pt x="19028" y="21218"/>
                  </a:lnTo>
                  <a:lnTo>
                    <a:pt x="18342" y="21218"/>
                  </a:lnTo>
                  <a:lnTo>
                    <a:pt x="18342" y="21599"/>
                  </a:lnTo>
                  <a:lnTo>
                    <a:pt x="17657" y="21218"/>
                  </a:lnTo>
                  <a:lnTo>
                    <a:pt x="12685" y="21218"/>
                  </a:lnTo>
                  <a:lnTo>
                    <a:pt x="12685" y="20710"/>
                  </a:lnTo>
                  <a:lnTo>
                    <a:pt x="11999" y="21218"/>
                  </a:lnTo>
                  <a:lnTo>
                    <a:pt x="11314" y="20710"/>
                  </a:lnTo>
                  <a:lnTo>
                    <a:pt x="8228" y="20710"/>
                  </a:lnTo>
                  <a:lnTo>
                    <a:pt x="7542" y="21218"/>
                  </a:lnTo>
                  <a:lnTo>
                    <a:pt x="3085" y="21218"/>
                  </a:lnTo>
                  <a:lnTo>
                    <a:pt x="3771" y="20710"/>
                  </a:lnTo>
                  <a:lnTo>
                    <a:pt x="3085" y="20710"/>
                  </a:lnTo>
                  <a:lnTo>
                    <a:pt x="3771" y="19821"/>
                  </a:lnTo>
                  <a:lnTo>
                    <a:pt x="3771" y="19312"/>
                  </a:lnTo>
                  <a:lnTo>
                    <a:pt x="3085" y="18804"/>
                  </a:lnTo>
                  <a:lnTo>
                    <a:pt x="3085" y="17407"/>
                  </a:lnTo>
                  <a:lnTo>
                    <a:pt x="1200" y="17407"/>
                  </a:lnTo>
                  <a:lnTo>
                    <a:pt x="1200" y="16009"/>
                  </a:lnTo>
                  <a:lnTo>
                    <a:pt x="514" y="16517"/>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2" name="AutoShape 130"/>
            <p:cNvSpPr>
              <a:spLocks/>
            </p:cNvSpPr>
            <p:nvPr/>
          </p:nvSpPr>
          <p:spPr bwMode="auto">
            <a:xfrm>
              <a:off x="2219597" y="7095183"/>
              <a:ext cx="374634" cy="365167"/>
            </a:xfrm>
            <a:custGeom>
              <a:avLst/>
              <a:gdLst>
                <a:gd name="T0" fmla="*/ 187317 w 21600"/>
                <a:gd name="T1" fmla="*/ 182584 h 21600"/>
                <a:gd name="T2" fmla="*/ 187317 w 21600"/>
                <a:gd name="T3" fmla="*/ 182584 h 21600"/>
                <a:gd name="T4" fmla="*/ 187317 w 21600"/>
                <a:gd name="T5" fmla="*/ 182584 h 21600"/>
                <a:gd name="T6" fmla="*/ 187317 w 21600"/>
                <a:gd name="T7" fmla="*/ 1825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522" y="929"/>
                  </a:moveTo>
                  <a:lnTo>
                    <a:pt x="10451" y="0"/>
                  </a:lnTo>
                  <a:lnTo>
                    <a:pt x="14632" y="0"/>
                  </a:lnTo>
                  <a:lnTo>
                    <a:pt x="15561" y="929"/>
                  </a:lnTo>
                  <a:lnTo>
                    <a:pt x="16490" y="0"/>
                  </a:lnTo>
                  <a:lnTo>
                    <a:pt x="16490" y="3483"/>
                  </a:lnTo>
                  <a:lnTo>
                    <a:pt x="17187" y="4412"/>
                  </a:lnTo>
                  <a:lnTo>
                    <a:pt x="17187" y="3483"/>
                  </a:lnTo>
                  <a:lnTo>
                    <a:pt x="21600" y="3483"/>
                  </a:lnTo>
                  <a:lnTo>
                    <a:pt x="21600" y="6038"/>
                  </a:lnTo>
                  <a:lnTo>
                    <a:pt x="20670" y="6038"/>
                  </a:lnTo>
                  <a:lnTo>
                    <a:pt x="19974" y="6967"/>
                  </a:lnTo>
                  <a:lnTo>
                    <a:pt x="19974" y="7664"/>
                  </a:lnTo>
                  <a:lnTo>
                    <a:pt x="19045" y="8593"/>
                  </a:lnTo>
                  <a:lnTo>
                    <a:pt x="19974" y="8593"/>
                  </a:lnTo>
                  <a:lnTo>
                    <a:pt x="19974" y="9522"/>
                  </a:lnTo>
                  <a:lnTo>
                    <a:pt x="20670" y="9522"/>
                  </a:lnTo>
                  <a:lnTo>
                    <a:pt x="20670" y="10451"/>
                  </a:lnTo>
                  <a:lnTo>
                    <a:pt x="21600" y="10451"/>
                  </a:lnTo>
                  <a:lnTo>
                    <a:pt x="21600" y="11148"/>
                  </a:lnTo>
                  <a:lnTo>
                    <a:pt x="20670" y="13006"/>
                  </a:lnTo>
                  <a:lnTo>
                    <a:pt x="19974" y="15561"/>
                  </a:lnTo>
                  <a:lnTo>
                    <a:pt x="20670" y="16258"/>
                  </a:lnTo>
                  <a:lnTo>
                    <a:pt x="19974" y="16258"/>
                  </a:lnTo>
                  <a:lnTo>
                    <a:pt x="19045" y="15561"/>
                  </a:lnTo>
                  <a:lnTo>
                    <a:pt x="18116" y="15561"/>
                  </a:lnTo>
                  <a:lnTo>
                    <a:pt x="17187" y="16258"/>
                  </a:lnTo>
                  <a:lnTo>
                    <a:pt x="16490" y="16258"/>
                  </a:lnTo>
                  <a:lnTo>
                    <a:pt x="15561" y="15561"/>
                  </a:lnTo>
                  <a:lnTo>
                    <a:pt x="15561" y="14632"/>
                  </a:lnTo>
                  <a:lnTo>
                    <a:pt x="13935" y="14632"/>
                  </a:lnTo>
                  <a:lnTo>
                    <a:pt x="13935" y="16258"/>
                  </a:lnTo>
                  <a:lnTo>
                    <a:pt x="12077" y="16258"/>
                  </a:lnTo>
                  <a:lnTo>
                    <a:pt x="11380" y="17187"/>
                  </a:lnTo>
                  <a:lnTo>
                    <a:pt x="10451" y="16258"/>
                  </a:lnTo>
                  <a:lnTo>
                    <a:pt x="9522" y="17187"/>
                  </a:lnTo>
                  <a:lnTo>
                    <a:pt x="9522" y="18116"/>
                  </a:lnTo>
                  <a:lnTo>
                    <a:pt x="12077" y="18116"/>
                  </a:lnTo>
                  <a:lnTo>
                    <a:pt x="12077" y="20670"/>
                  </a:lnTo>
                  <a:lnTo>
                    <a:pt x="11380" y="19741"/>
                  </a:lnTo>
                  <a:lnTo>
                    <a:pt x="10451" y="19741"/>
                  </a:lnTo>
                  <a:lnTo>
                    <a:pt x="10451" y="20670"/>
                  </a:lnTo>
                  <a:lnTo>
                    <a:pt x="9522" y="20670"/>
                  </a:lnTo>
                  <a:lnTo>
                    <a:pt x="8593" y="21600"/>
                  </a:lnTo>
                  <a:lnTo>
                    <a:pt x="7896" y="21600"/>
                  </a:lnTo>
                  <a:lnTo>
                    <a:pt x="7896" y="20670"/>
                  </a:lnTo>
                  <a:lnTo>
                    <a:pt x="6038" y="19741"/>
                  </a:lnTo>
                  <a:lnTo>
                    <a:pt x="6038" y="19045"/>
                  </a:lnTo>
                  <a:lnTo>
                    <a:pt x="4412" y="18116"/>
                  </a:lnTo>
                  <a:lnTo>
                    <a:pt x="3483" y="17187"/>
                  </a:lnTo>
                  <a:lnTo>
                    <a:pt x="2787" y="16258"/>
                  </a:lnTo>
                  <a:lnTo>
                    <a:pt x="1858" y="15561"/>
                  </a:lnTo>
                  <a:lnTo>
                    <a:pt x="1858" y="13703"/>
                  </a:lnTo>
                  <a:lnTo>
                    <a:pt x="929" y="13006"/>
                  </a:lnTo>
                  <a:lnTo>
                    <a:pt x="929" y="12077"/>
                  </a:lnTo>
                  <a:lnTo>
                    <a:pt x="0" y="10451"/>
                  </a:lnTo>
                  <a:lnTo>
                    <a:pt x="1858" y="10451"/>
                  </a:lnTo>
                  <a:lnTo>
                    <a:pt x="1858" y="7664"/>
                  </a:lnTo>
                  <a:lnTo>
                    <a:pt x="3483" y="6967"/>
                  </a:lnTo>
                  <a:lnTo>
                    <a:pt x="2787" y="6967"/>
                  </a:lnTo>
                  <a:lnTo>
                    <a:pt x="1858" y="6038"/>
                  </a:lnTo>
                  <a:lnTo>
                    <a:pt x="2787" y="6038"/>
                  </a:lnTo>
                  <a:lnTo>
                    <a:pt x="2787" y="5109"/>
                  </a:lnTo>
                  <a:lnTo>
                    <a:pt x="3483" y="5109"/>
                  </a:lnTo>
                  <a:lnTo>
                    <a:pt x="3483" y="4412"/>
                  </a:lnTo>
                  <a:lnTo>
                    <a:pt x="4412" y="4412"/>
                  </a:lnTo>
                  <a:lnTo>
                    <a:pt x="4412" y="5109"/>
                  </a:lnTo>
                  <a:lnTo>
                    <a:pt x="9522" y="5109"/>
                  </a:lnTo>
                  <a:lnTo>
                    <a:pt x="9522" y="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3" name="AutoShape 131"/>
            <p:cNvSpPr>
              <a:spLocks/>
            </p:cNvSpPr>
            <p:nvPr/>
          </p:nvSpPr>
          <p:spPr bwMode="auto">
            <a:xfrm>
              <a:off x="2251824" y="7110893"/>
              <a:ext cx="132936" cy="70677"/>
            </a:xfrm>
            <a:custGeom>
              <a:avLst/>
              <a:gdLst>
                <a:gd name="T0" fmla="*/ 66468 w 21600"/>
                <a:gd name="T1" fmla="*/ 35339 h 21600"/>
                <a:gd name="T2" fmla="*/ 66468 w 21600"/>
                <a:gd name="T3" fmla="*/ 35339 h 21600"/>
                <a:gd name="T4" fmla="*/ 66468 w 21600"/>
                <a:gd name="T5" fmla="*/ 35339 h 21600"/>
                <a:gd name="T6" fmla="*/ 66468 w 21600"/>
                <a:gd name="T7" fmla="*/ 353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18" y="21600"/>
                  </a:moveTo>
                  <a:lnTo>
                    <a:pt x="4581" y="21600"/>
                  </a:lnTo>
                  <a:lnTo>
                    <a:pt x="4581" y="18000"/>
                  </a:lnTo>
                  <a:lnTo>
                    <a:pt x="7200" y="18000"/>
                  </a:lnTo>
                  <a:lnTo>
                    <a:pt x="7200" y="21600"/>
                  </a:lnTo>
                  <a:lnTo>
                    <a:pt x="21599" y="21600"/>
                  </a:lnTo>
                  <a:lnTo>
                    <a:pt x="21599" y="0"/>
                  </a:lnTo>
                  <a:lnTo>
                    <a:pt x="4581" y="0"/>
                  </a:lnTo>
                  <a:lnTo>
                    <a:pt x="7200" y="3600"/>
                  </a:lnTo>
                  <a:lnTo>
                    <a:pt x="2618" y="8400"/>
                  </a:lnTo>
                  <a:lnTo>
                    <a:pt x="0" y="18000"/>
                  </a:lnTo>
                  <a:lnTo>
                    <a:pt x="2618" y="18000"/>
                  </a:lnTo>
                  <a:lnTo>
                    <a:pt x="2618"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4" name="AutoShape 132"/>
            <p:cNvSpPr>
              <a:spLocks/>
            </p:cNvSpPr>
            <p:nvPr/>
          </p:nvSpPr>
          <p:spPr bwMode="auto">
            <a:xfrm>
              <a:off x="2368647" y="7008803"/>
              <a:ext cx="507566" cy="522226"/>
            </a:xfrm>
            <a:custGeom>
              <a:avLst/>
              <a:gdLst>
                <a:gd name="T0" fmla="*/ 253783 w 21600"/>
                <a:gd name="T1" fmla="*/ 261113 h 21600"/>
                <a:gd name="T2" fmla="*/ 253783 w 21600"/>
                <a:gd name="T3" fmla="*/ 261113 h 21600"/>
                <a:gd name="T4" fmla="*/ 253783 w 21600"/>
                <a:gd name="T5" fmla="*/ 261113 h 21600"/>
                <a:gd name="T6" fmla="*/ 253783 w 21600"/>
                <a:gd name="T7" fmla="*/ 2611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676"/>
                  </a:moveTo>
                  <a:lnTo>
                    <a:pt x="685" y="18027"/>
                  </a:lnTo>
                  <a:lnTo>
                    <a:pt x="1371" y="18027"/>
                  </a:lnTo>
                  <a:lnTo>
                    <a:pt x="1371" y="17377"/>
                  </a:lnTo>
                  <a:lnTo>
                    <a:pt x="2057" y="17377"/>
                  </a:lnTo>
                  <a:lnTo>
                    <a:pt x="2571" y="18027"/>
                  </a:lnTo>
                  <a:lnTo>
                    <a:pt x="2571" y="16240"/>
                  </a:lnTo>
                  <a:lnTo>
                    <a:pt x="685" y="16240"/>
                  </a:lnTo>
                  <a:lnTo>
                    <a:pt x="685" y="15590"/>
                  </a:lnTo>
                  <a:lnTo>
                    <a:pt x="1371" y="14941"/>
                  </a:lnTo>
                  <a:lnTo>
                    <a:pt x="2057" y="15590"/>
                  </a:lnTo>
                  <a:lnTo>
                    <a:pt x="2571" y="14941"/>
                  </a:lnTo>
                  <a:lnTo>
                    <a:pt x="3942" y="14941"/>
                  </a:lnTo>
                  <a:lnTo>
                    <a:pt x="3942" y="13804"/>
                  </a:lnTo>
                  <a:lnTo>
                    <a:pt x="5142" y="13804"/>
                  </a:lnTo>
                  <a:lnTo>
                    <a:pt x="5142" y="14454"/>
                  </a:lnTo>
                  <a:lnTo>
                    <a:pt x="5828" y="14941"/>
                  </a:lnTo>
                  <a:lnTo>
                    <a:pt x="6342" y="14941"/>
                  </a:lnTo>
                  <a:lnTo>
                    <a:pt x="7028" y="14454"/>
                  </a:lnTo>
                  <a:lnTo>
                    <a:pt x="7714" y="14454"/>
                  </a:lnTo>
                  <a:lnTo>
                    <a:pt x="8400" y="14941"/>
                  </a:lnTo>
                  <a:lnTo>
                    <a:pt x="8914" y="14941"/>
                  </a:lnTo>
                  <a:lnTo>
                    <a:pt x="8400" y="14454"/>
                  </a:lnTo>
                  <a:lnTo>
                    <a:pt x="8914" y="12667"/>
                  </a:lnTo>
                  <a:lnTo>
                    <a:pt x="9600" y="11368"/>
                  </a:lnTo>
                  <a:lnTo>
                    <a:pt x="9600" y="10881"/>
                  </a:lnTo>
                  <a:lnTo>
                    <a:pt x="8914" y="10881"/>
                  </a:lnTo>
                  <a:lnTo>
                    <a:pt x="8914" y="10231"/>
                  </a:lnTo>
                  <a:lnTo>
                    <a:pt x="8400" y="10231"/>
                  </a:lnTo>
                  <a:lnTo>
                    <a:pt x="8400" y="9581"/>
                  </a:lnTo>
                  <a:lnTo>
                    <a:pt x="7714" y="9581"/>
                  </a:lnTo>
                  <a:lnTo>
                    <a:pt x="8400" y="8932"/>
                  </a:lnTo>
                  <a:lnTo>
                    <a:pt x="8400" y="8445"/>
                  </a:lnTo>
                  <a:lnTo>
                    <a:pt x="8914" y="7795"/>
                  </a:lnTo>
                  <a:lnTo>
                    <a:pt x="9600" y="7795"/>
                  </a:lnTo>
                  <a:lnTo>
                    <a:pt x="9600" y="6009"/>
                  </a:lnTo>
                  <a:lnTo>
                    <a:pt x="6342" y="6009"/>
                  </a:lnTo>
                  <a:lnTo>
                    <a:pt x="6342" y="6658"/>
                  </a:lnTo>
                  <a:lnTo>
                    <a:pt x="5828" y="6009"/>
                  </a:lnTo>
                  <a:lnTo>
                    <a:pt x="5828" y="4222"/>
                  </a:lnTo>
                  <a:lnTo>
                    <a:pt x="10800" y="4222"/>
                  </a:lnTo>
                  <a:lnTo>
                    <a:pt x="11485" y="4709"/>
                  </a:lnTo>
                  <a:lnTo>
                    <a:pt x="11485" y="4222"/>
                  </a:lnTo>
                  <a:lnTo>
                    <a:pt x="12171" y="4222"/>
                  </a:lnTo>
                  <a:lnTo>
                    <a:pt x="12171" y="4709"/>
                  </a:lnTo>
                  <a:lnTo>
                    <a:pt x="14057" y="4709"/>
                  </a:lnTo>
                  <a:lnTo>
                    <a:pt x="14057" y="4222"/>
                  </a:lnTo>
                  <a:lnTo>
                    <a:pt x="14742" y="3572"/>
                  </a:lnTo>
                  <a:lnTo>
                    <a:pt x="14742" y="2923"/>
                  </a:lnTo>
                  <a:lnTo>
                    <a:pt x="15942" y="1136"/>
                  </a:lnTo>
                  <a:lnTo>
                    <a:pt x="16628" y="487"/>
                  </a:lnTo>
                  <a:lnTo>
                    <a:pt x="17142" y="487"/>
                  </a:lnTo>
                  <a:lnTo>
                    <a:pt x="18514" y="0"/>
                  </a:lnTo>
                  <a:lnTo>
                    <a:pt x="20400" y="0"/>
                  </a:lnTo>
                  <a:lnTo>
                    <a:pt x="21085" y="487"/>
                  </a:lnTo>
                  <a:lnTo>
                    <a:pt x="21085" y="0"/>
                  </a:lnTo>
                  <a:lnTo>
                    <a:pt x="21600" y="0"/>
                  </a:lnTo>
                  <a:lnTo>
                    <a:pt x="21600" y="1786"/>
                  </a:lnTo>
                  <a:lnTo>
                    <a:pt x="21085" y="1786"/>
                  </a:lnTo>
                  <a:lnTo>
                    <a:pt x="21085" y="2436"/>
                  </a:lnTo>
                  <a:lnTo>
                    <a:pt x="19714" y="3572"/>
                  </a:lnTo>
                  <a:lnTo>
                    <a:pt x="20400" y="4709"/>
                  </a:lnTo>
                  <a:lnTo>
                    <a:pt x="19714" y="5359"/>
                  </a:lnTo>
                  <a:lnTo>
                    <a:pt x="19714" y="6009"/>
                  </a:lnTo>
                  <a:lnTo>
                    <a:pt x="19200" y="6658"/>
                  </a:lnTo>
                  <a:lnTo>
                    <a:pt x="19714" y="7145"/>
                  </a:lnTo>
                  <a:lnTo>
                    <a:pt x="19200" y="7795"/>
                  </a:lnTo>
                  <a:lnTo>
                    <a:pt x="19714" y="7795"/>
                  </a:lnTo>
                  <a:lnTo>
                    <a:pt x="19200" y="8445"/>
                  </a:lnTo>
                  <a:lnTo>
                    <a:pt x="19200" y="8932"/>
                  </a:lnTo>
                  <a:lnTo>
                    <a:pt x="18514" y="9581"/>
                  </a:lnTo>
                  <a:lnTo>
                    <a:pt x="18514" y="10231"/>
                  </a:lnTo>
                  <a:lnTo>
                    <a:pt x="17828" y="11368"/>
                  </a:lnTo>
                  <a:lnTo>
                    <a:pt x="17142" y="12018"/>
                  </a:lnTo>
                  <a:lnTo>
                    <a:pt x="16628" y="12018"/>
                  </a:lnTo>
                  <a:lnTo>
                    <a:pt x="15942" y="12667"/>
                  </a:lnTo>
                  <a:lnTo>
                    <a:pt x="15257" y="13154"/>
                  </a:lnTo>
                  <a:lnTo>
                    <a:pt x="15257" y="13804"/>
                  </a:lnTo>
                  <a:lnTo>
                    <a:pt x="14742" y="14454"/>
                  </a:lnTo>
                  <a:lnTo>
                    <a:pt x="14057" y="14941"/>
                  </a:lnTo>
                  <a:lnTo>
                    <a:pt x="14057" y="18027"/>
                  </a:lnTo>
                  <a:lnTo>
                    <a:pt x="13371" y="18676"/>
                  </a:lnTo>
                  <a:lnTo>
                    <a:pt x="12685" y="19163"/>
                  </a:lnTo>
                  <a:lnTo>
                    <a:pt x="11485" y="20463"/>
                  </a:lnTo>
                  <a:lnTo>
                    <a:pt x="10800" y="21112"/>
                  </a:lnTo>
                  <a:lnTo>
                    <a:pt x="9600" y="21112"/>
                  </a:lnTo>
                  <a:lnTo>
                    <a:pt x="9600" y="20463"/>
                  </a:lnTo>
                  <a:lnTo>
                    <a:pt x="8914" y="20463"/>
                  </a:lnTo>
                  <a:lnTo>
                    <a:pt x="9600" y="19813"/>
                  </a:lnTo>
                  <a:lnTo>
                    <a:pt x="8914" y="19813"/>
                  </a:lnTo>
                  <a:lnTo>
                    <a:pt x="8400" y="20463"/>
                  </a:lnTo>
                  <a:lnTo>
                    <a:pt x="7714" y="20463"/>
                  </a:lnTo>
                  <a:lnTo>
                    <a:pt x="7028" y="21112"/>
                  </a:lnTo>
                  <a:lnTo>
                    <a:pt x="6342" y="21112"/>
                  </a:lnTo>
                  <a:lnTo>
                    <a:pt x="6342" y="20463"/>
                  </a:lnTo>
                  <a:lnTo>
                    <a:pt x="5828" y="20463"/>
                  </a:lnTo>
                  <a:lnTo>
                    <a:pt x="5828" y="21112"/>
                  </a:lnTo>
                  <a:lnTo>
                    <a:pt x="5828" y="20463"/>
                  </a:lnTo>
                  <a:lnTo>
                    <a:pt x="5142" y="19813"/>
                  </a:lnTo>
                  <a:lnTo>
                    <a:pt x="4457" y="19813"/>
                  </a:lnTo>
                  <a:lnTo>
                    <a:pt x="4457" y="20463"/>
                  </a:lnTo>
                  <a:lnTo>
                    <a:pt x="3942" y="20463"/>
                  </a:lnTo>
                  <a:lnTo>
                    <a:pt x="3257" y="21112"/>
                  </a:lnTo>
                  <a:lnTo>
                    <a:pt x="2571" y="21599"/>
                  </a:lnTo>
                  <a:lnTo>
                    <a:pt x="2057" y="21112"/>
                  </a:lnTo>
                  <a:lnTo>
                    <a:pt x="2057" y="19813"/>
                  </a:lnTo>
                  <a:lnTo>
                    <a:pt x="685" y="19163"/>
                  </a:lnTo>
                  <a:lnTo>
                    <a:pt x="0" y="1867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5" name="AutoShape 133"/>
            <p:cNvSpPr>
              <a:spLocks/>
            </p:cNvSpPr>
            <p:nvPr/>
          </p:nvSpPr>
          <p:spPr bwMode="auto">
            <a:xfrm>
              <a:off x="2429074" y="7487836"/>
              <a:ext cx="76539" cy="86385"/>
            </a:xfrm>
            <a:custGeom>
              <a:avLst/>
              <a:gdLst>
                <a:gd name="T0" fmla="*/ 38270 w 21600"/>
                <a:gd name="T1" fmla="*/ 43193 h 21600"/>
                <a:gd name="T2" fmla="*/ 38270 w 21600"/>
                <a:gd name="T3" fmla="*/ 43193 h 21600"/>
                <a:gd name="T4" fmla="*/ 38270 w 21600"/>
                <a:gd name="T5" fmla="*/ 43193 h 21600"/>
                <a:gd name="T6" fmla="*/ 38270 w 21600"/>
                <a:gd name="T7" fmla="*/ 431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854"/>
                  </a:moveTo>
                  <a:lnTo>
                    <a:pt x="21599" y="3927"/>
                  </a:lnTo>
                  <a:lnTo>
                    <a:pt x="17052" y="0"/>
                  </a:lnTo>
                  <a:lnTo>
                    <a:pt x="12505" y="0"/>
                  </a:lnTo>
                  <a:lnTo>
                    <a:pt x="12505" y="3927"/>
                  </a:lnTo>
                  <a:lnTo>
                    <a:pt x="9094" y="3927"/>
                  </a:lnTo>
                  <a:lnTo>
                    <a:pt x="4547" y="7854"/>
                  </a:lnTo>
                  <a:lnTo>
                    <a:pt x="0" y="10800"/>
                  </a:lnTo>
                  <a:lnTo>
                    <a:pt x="4547" y="18654"/>
                  </a:lnTo>
                  <a:lnTo>
                    <a:pt x="0" y="18654"/>
                  </a:lnTo>
                  <a:lnTo>
                    <a:pt x="0" y="21599"/>
                  </a:lnTo>
                  <a:lnTo>
                    <a:pt x="4547" y="18654"/>
                  </a:lnTo>
                  <a:lnTo>
                    <a:pt x="12505" y="18654"/>
                  </a:lnTo>
                  <a:lnTo>
                    <a:pt x="9094" y="10800"/>
                  </a:lnTo>
                  <a:lnTo>
                    <a:pt x="12505" y="10800"/>
                  </a:lnTo>
                  <a:lnTo>
                    <a:pt x="17052" y="7854"/>
                  </a:lnTo>
                  <a:lnTo>
                    <a:pt x="21599" y="785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6" name="AutoShape 134"/>
            <p:cNvSpPr>
              <a:spLocks/>
            </p:cNvSpPr>
            <p:nvPr/>
          </p:nvSpPr>
          <p:spPr bwMode="auto">
            <a:xfrm>
              <a:off x="3577135" y="7283656"/>
              <a:ext cx="745239" cy="671433"/>
            </a:xfrm>
            <a:custGeom>
              <a:avLst/>
              <a:gdLst>
                <a:gd name="T0" fmla="*/ 372620 w 21600"/>
                <a:gd name="T1" fmla="*/ 335717 h 21600"/>
                <a:gd name="T2" fmla="*/ 372620 w 21600"/>
                <a:gd name="T3" fmla="*/ 335717 h 21600"/>
                <a:gd name="T4" fmla="*/ 372620 w 21600"/>
                <a:gd name="T5" fmla="*/ 335717 h 21600"/>
                <a:gd name="T6" fmla="*/ 372620 w 21600"/>
                <a:gd name="T7" fmla="*/ 3357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85" y="505"/>
                  </a:moveTo>
                  <a:lnTo>
                    <a:pt x="3035" y="0"/>
                  </a:lnTo>
                  <a:lnTo>
                    <a:pt x="9107" y="0"/>
                  </a:lnTo>
                  <a:lnTo>
                    <a:pt x="15995" y="4294"/>
                  </a:lnTo>
                  <a:lnTo>
                    <a:pt x="16462" y="4673"/>
                  </a:lnTo>
                  <a:lnTo>
                    <a:pt x="16462" y="5178"/>
                  </a:lnTo>
                  <a:lnTo>
                    <a:pt x="16929" y="5178"/>
                  </a:lnTo>
                  <a:lnTo>
                    <a:pt x="19031" y="7073"/>
                  </a:lnTo>
                  <a:lnTo>
                    <a:pt x="19031" y="7578"/>
                  </a:lnTo>
                  <a:lnTo>
                    <a:pt x="18681" y="8968"/>
                  </a:lnTo>
                  <a:lnTo>
                    <a:pt x="18214" y="9347"/>
                  </a:lnTo>
                  <a:lnTo>
                    <a:pt x="18214" y="9852"/>
                  </a:lnTo>
                  <a:lnTo>
                    <a:pt x="19031" y="10357"/>
                  </a:lnTo>
                  <a:lnTo>
                    <a:pt x="19031" y="10863"/>
                  </a:lnTo>
                  <a:lnTo>
                    <a:pt x="19498" y="10863"/>
                  </a:lnTo>
                  <a:lnTo>
                    <a:pt x="19965" y="11747"/>
                  </a:lnTo>
                  <a:lnTo>
                    <a:pt x="19031" y="11747"/>
                  </a:lnTo>
                  <a:lnTo>
                    <a:pt x="19031" y="13136"/>
                  </a:lnTo>
                  <a:lnTo>
                    <a:pt x="19498" y="13136"/>
                  </a:lnTo>
                  <a:lnTo>
                    <a:pt x="19498" y="13642"/>
                  </a:lnTo>
                  <a:lnTo>
                    <a:pt x="19031" y="14147"/>
                  </a:lnTo>
                  <a:lnTo>
                    <a:pt x="19031" y="14526"/>
                  </a:lnTo>
                  <a:lnTo>
                    <a:pt x="19498" y="15031"/>
                  </a:lnTo>
                  <a:lnTo>
                    <a:pt x="19498" y="15536"/>
                  </a:lnTo>
                  <a:lnTo>
                    <a:pt x="19965" y="15536"/>
                  </a:lnTo>
                  <a:lnTo>
                    <a:pt x="19498" y="15915"/>
                  </a:lnTo>
                  <a:lnTo>
                    <a:pt x="19965" y="15915"/>
                  </a:lnTo>
                  <a:lnTo>
                    <a:pt x="19965" y="16926"/>
                  </a:lnTo>
                  <a:lnTo>
                    <a:pt x="20315" y="17810"/>
                  </a:lnTo>
                  <a:lnTo>
                    <a:pt x="21600" y="17810"/>
                  </a:lnTo>
                  <a:lnTo>
                    <a:pt x="21600" y="18315"/>
                  </a:lnTo>
                  <a:lnTo>
                    <a:pt x="20782" y="18315"/>
                  </a:lnTo>
                  <a:lnTo>
                    <a:pt x="20782" y="18821"/>
                  </a:lnTo>
                  <a:lnTo>
                    <a:pt x="19965" y="18821"/>
                  </a:lnTo>
                  <a:lnTo>
                    <a:pt x="19965" y="19199"/>
                  </a:lnTo>
                  <a:lnTo>
                    <a:pt x="19031" y="19199"/>
                  </a:lnTo>
                  <a:lnTo>
                    <a:pt x="19031" y="19705"/>
                  </a:lnTo>
                  <a:lnTo>
                    <a:pt x="18681" y="19199"/>
                  </a:lnTo>
                  <a:lnTo>
                    <a:pt x="17747" y="19705"/>
                  </a:lnTo>
                  <a:lnTo>
                    <a:pt x="16462" y="19705"/>
                  </a:lnTo>
                  <a:lnTo>
                    <a:pt x="16462" y="20210"/>
                  </a:lnTo>
                  <a:lnTo>
                    <a:pt x="15645" y="20210"/>
                  </a:lnTo>
                  <a:lnTo>
                    <a:pt x="15178" y="20589"/>
                  </a:lnTo>
                  <a:lnTo>
                    <a:pt x="15178" y="20210"/>
                  </a:lnTo>
                  <a:lnTo>
                    <a:pt x="14361" y="20210"/>
                  </a:lnTo>
                  <a:lnTo>
                    <a:pt x="13894" y="20589"/>
                  </a:lnTo>
                  <a:lnTo>
                    <a:pt x="13427" y="20589"/>
                  </a:lnTo>
                  <a:lnTo>
                    <a:pt x="12960" y="20210"/>
                  </a:lnTo>
                  <a:lnTo>
                    <a:pt x="12609" y="20210"/>
                  </a:lnTo>
                  <a:lnTo>
                    <a:pt x="12609" y="19705"/>
                  </a:lnTo>
                  <a:lnTo>
                    <a:pt x="12142" y="19705"/>
                  </a:lnTo>
                  <a:lnTo>
                    <a:pt x="12142" y="20210"/>
                  </a:lnTo>
                  <a:lnTo>
                    <a:pt x="10041" y="20210"/>
                  </a:lnTo>
                  <a:lnTo>
                    <a:pt x="9574" y="21600"/>
                  </a:lnTo>
                  <a:lnTo>
                    <a:pt x="9574" y="17810"/>
                  </a:lnTo>
                  <a:lnTo>
                    <a:pt x="8639" y="16926"/>
                  </a:lnTo>
                  <a:lnTo>
                    <a:pt x="8289" y="16421"/>
                  </a:lnTo>
                  <a:lnTo>
                    <a:pt x="7355" y="16421"/>
                  </a:lnTo>
                  <a:lnTo>
                    <a:pt x="7355" y="15915"/>
                  </a:lnTo>
                  <a:lnTo>
                    <a:pt x="7005" y="15915"/>
                  </a:lnTo>
                  <a:lnTo>
                    <a:pt x="6538" y="15536"/>
                  </a:lnTo>
                  <a:lnTo>
                    <a:pt x="6071" y="15536"/>
                  </a:lnTo>
                  <a:lnTo>
                    <a:pt x="6071" y="15031"/>
                  </a:lnTo>
                  <a:lnTo>
                    <a:pt x="4319" y="15031"/>
                  </a:lnTo>
                  <a:lnTo>
                    <a:pt x="4319" y="14526"/>
                  </a:lnTo>
                  <a:lnTo>
                    <a:pt x="3969" y="14147"/>
                  </a:lnTo>
                  <a:lnTo>
                    <a:pt x="2685" y="14147"/>
                  </a:lnTo>
                  <a:lnTo>
                    <a:pt x="2218" y="12252"/>
                  </a:lnTo>
                  <a:lnTo>
                    <a:pt x="934" y="10863"/>
                  </a:lnTo>
                  <a:lnTo>
                    <a:pt x="467" y="8463"/>
                  </a:lnTo>
                  <a:lnTo>
                    <a:pt x="0" y="6568"/>
                  </a:lnTo>
                  <a:lnTo>
                    <a:pt x="1751" y="6568"/>
                  </a:lnTo>
                  <a:lnTo>
                    <a:pt x="1751" y="6063"/>
                  </a:lnTo>
                  <a:lnTo>
                    <a:pt x="2685" y="5684"/>
                  </a:lnTo>
                  <a:lnTo>
                    <a:pt x="3035" y="5178"/>
                  </a:lnTo>
                  <a:lnTo>
                    <a:pt x="3035" y="4673"/>
                  </a:lnTo>
                  <a:lnTo>
                    <a:pt x="3502" y="4673"/>
                  </a:lnTo>
                  <a:lnTo>
                    <a:pt x="3035" y="4294"/>
                  </a:lnTo>
                  <a:lnTo>
                    <a:pt x="3035" y="3789"/>
                  </a:lnTo>
                  <a:lnTo>
                    <a:pt x="2685" y="3789"/>
                  </a:lnTo>
                  <a:lnTo>
                    <a:pt x="2685" y="3284"/>
                  </a:lnTo>
                  <a:lnTo>
                    <a:pt x="3035" y="2778"/>
                  </a:lnTo>
                  <a:lnTo>
                    <a:pt x="3502" y="2399"/>
                  </a:lnTo>
                  <a:lnTo>
                    <a:pt x="3035" y="1894"/>
                  </a:lnTo>
                  <a:lnTo>
                    <a:pt x="3035" y="1010"/>
                  </a:lnTo>
                  <a:lnTo>
                    <a:pt x="2685" y="1010"/>
                  </a:lnTo>
                  <a:lnTo>
                    <a:pt x="2685" y="50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7" name="AutoShape 135"/>
            <p:cNvSpPr>
              <a:spLocks/>
            </p:cNvSpPr>
            <p:nvPr/>
          </p:nvSpPr>
          <p:spPr bwMode="auto">
            <a:xfrm>
              <a:off x="3565050" y="7299365"/>
              <a:ext cx="132936" cy="102089"/>
            </a:xfrm>
            <a:custGeom>
              <a:avLst/>
              <a:gdLst>
                <a:gd name="T0" fmla="*/ 66468 w 21600"/>
                <a:gd name="T1" fmla="*/ 51045 h 21600"/>
                <a:gd name="T2" fmla="*/ 66468 w 21600"/>
                <a:gd name="T3" fmla="*/ 51045 h 21600"/>
                <a:gd name="T4" fmla="*/ 66468 w 21600"/>
                <a:gd name="T5" fmla="*/ 51045 h 21600"/>
                <a:gd name="T6" fmla="*/ 66468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81" y="3323"/>
                  </a:moveTo>
                  <a:lnTo>
                    <a:pt x="7200" y="3323"/>
                  </a:lnTo>
                  <a:lnTo>
                    <a:pt x="9163" y="0"/>
                  </a:lnTo>
                  <a:lnTo>
                    <a:pt x="11781" y="3323"/>
                  </a:lnTo>
                  <a:lnTo>
                    <a:pt x="14400" y="0"/>
                  </a:lnTo>
                  <a:lnTo>
                    <a:pt x="17018" y="3323"/>
                  </a:lnTo>
                  <a:lnTo>
                    <a:pt x="18981" y="3323"/>
                  </a:lnTo>
                  <a:lnTo>
                    <a:pt x="18981" y="9138"/>
                  </a:lnTo>
                  <a:lnTo>
                    <a:pt x="21599" y="12461"/>
                  </a:lnTo>
                  <a:lnTo>
                    <a:pt x="18981" y="14953"/>
                  </a:lnTo>
                  <a:lnTo>
                    <a:pt x="17018" y="18276"/>
                  </a:lnTo>
                  <a:lnTo>
                    <a:pt x="17018" y="14953"/>
                  </a:lnTo>
                  <a:lnTo>
                    <a:pt x="14400" y="14953"/>
                  </a:lnTo>
                  <a:lnTo>
                    <a:pt x="14400" y="12461"/>
                  </a:lnTo>
                  <a:lnTo>
                    <a:pt x="11781" y="12461"/>
                  </a:lnTo>
                  <a:lnTo>
                    <a:pt x="11781" y="14953"/>
                  </a:lnTo>
                  <a:lnTo>
                    <a:pt x="9163" y="18276"/>
                  </a:lnTo>
                  <a:lnTo>
                    <a:pt x="7200" y="21599"/>
                  </a:lnTo>
                  <a:lnTo>
                    <a:pt x="7200" y="18276"/>
                  </a:lnTo>
                  <a:lnTo>
                    <a:pt x="4581" y="21599"/>
                  </a:lnTo>
                  <a:lnTo>
                    <a:pt x="4581" y="18276"/>
                  </a:lnTo>
                  <a:lnTo>
                    <a:pt x="1963" y="18276"/>
                  </a:lnTo>
                  <a:lnTo>
                    <a:pt x="1963" y="14953"/>
                  </a:lnTo>
                  <a:lnTo>
                    <a:pt x="0" y="14953"/>
                  </a:lnTo>
                  <a:lnTo>
                    <a:pt x="0" y="18276"/>
                  </a:lnTo>
                  <a:lnTo>
                    <a:pt x="0" y="5815"/>
                  </a:lnTo>
                  <a:lnTo>
                    <a:pt x="1963" y="5815"/>
                  </a:lnTo>
                  <a:lnTo>
                    <a:pt x="4581" y="33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8" name="AutoShape 136"/>
            <p:cNvSpPr>
              <a:spLocks/>
            </p:cNvSpPr>
            <p:nvPr/>
          </p:nvSpPr>
          <p:spPr bwMode="auto">
            <a:xfrm>
              <a:off x="3565050" y="7358264"/>
              <a:ext cx="132936" cy="129576"/>
            </a:xfrm>
            <a:custGeom>
              <a:avLst/>
              <a:gdLst>
                <a:gd name="T0" fmla="*/ 66468 w 21600"/>
                <a:gd name="T1" fmla="*/ 64788 h 21600"/>
                <a:gd name="T2" fmla="*/ 66468 w 21600"/>
                <a:gd name="T3" fmla="*/ 64788 h 21600"/>
                <a:gd name="T4" fmla="*/ 66468 w 21600"/>
                <a:gd name="T5" fmla="*/ 64788 h 21600"/>
                <a:gd name="T6" fmla="*/ 66468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1600"/>
                  </a:moveTo>
                  <a:lnTo>
                    <a:pt x="11781" y="21600"/>
                  </a:lnTo>
                  <a:lnTo>
                    <a:pt x="11781" y="18981"/>
                  </a:lnTo>
                  <a:lnTo>
                    <a:pt x="17018" y="17018"/>
                  </a:lnTo>
                  <a:lnTo>
                    <a:pt x="18981" y="14400"/>
                  </a:lnTo>
                  <a:lnTo>
                    <a:pt x="18981" y="11781"/>
                  </a:lnTo>
                  <a:lnTo>
                    <a:pt x="21599" y="11781"/>
                  </a:lnTo>
                  <a:lnTo>
                    <a:pt x="18981" y="9818"/>
                  </a:lnTo>
                  <a:lnTo>
                    <a:pt x="18981" y="7199"/>
                  </a:lnTo>
                  <a:lnTo>
                    <a:pt x="17018" y="7199"/>
                  </a:lnTo>
                  <a:lnTo>
                    <a:pt x="17018" y="1963"/>
                  </a:lnTo>
                  <a:lnTo>
                    <a:pt x="14400" y="1963"/>
                  </a:lnTo>
                  <a:lnTo>
                    <a:pt x="14400" y="0"/>
                  </a:lnTo>
                  <a:lnTo>
                    <a:pt x="11781" y="0"/>
                  </a:lnTo>
                  <a:lnTo>
                    <a:pt x="11781" y="1963"/>
                  </a:lnTo>
                  <a:lnTo>
                    <a:pt x="9163" y="4581"/>
                  </a:lnTo>
                  <a:lnTo>
                    <a:pt x="7200" y="7199"/>
                  </a:lnTo>
                  <a:lnTo>
                    <a:pt x="7200" y="4581"/>
                  </a:lnTo>
                  <a:lnTo>
                    <a:pt x="4581" y="7199"/>
                  </a:lnTo>
                  <a:lnTo>
                    <a:pt x="4581" y="4581"/>
                  </a:lnTo>
                  <a:lnTo>
                    <a:pt x="1963" y="4581"/>
                  </a:lnTo>
                  <a:lnTo>
                    <a:pt x="1963" y="1963"/>
                  </a:lnTo>
                  <a:lnTo>
                    <a:pt x="0" y="1963"/>
                  </a:lnTo>
                  <a:lnTo>
                    <a:pt x="0" y="11781"/>
                  </a:lnTo>
                  <a:lnTo>
                    <a:pt x="196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9" name="AutoShape 137"/>
            <p:cNvSpPr>
              <a:spLocks/>
            </p:cNvSpPr>
            <p:nvPr/>
          </p:nvSpPr>
          <p:spPr bwMode="auto">
            <a:xfrm>
              <a:off x="2429074" y="6918495"/>
              <a:ext cx="1268918" cy="1107275"/>
            </a:xfrm>
            <a:custGeom>
              <a:avLst/>
              <a:gdLst>
                <a:gd name="T0" fmla="*/ 634459 w 21600"/>
                <a:gd name="T1" fmla="*/ 553638 h 21600"/>
                <a:gd name="T2" fmla="*/ 634459 w 21600"/>
                <a:gd name="T3" fmla="*/ 553638 h 21600"/>
                <a:gd name="T4" fmla="*/ 634459 w 21600"/>
                <a:gd name="T5" fmla="*/ 553638 h 21600"/>
                <a:gd name="T6" fmla="*/ 634459 w 21600"/>
                <a:gd name="T7" fmla="*/ 5536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2791"/>
                  </a:moveTo>
                  <a:lnTo>
                    <a:pt x="274" y="12561"/>
                  </a:lnTo>
                  <a:lnTo>
                    <a:pt x="754" y="12561"/>
                  </a:lnTo>
                  <a:lnTo>
                    <a:pt x="548" y="11948"/>
                  </a:lnTo>
                  <a:lnTo>
                    <a:pt x="754" y="11948"/>
                  </a:lnTo>
                  <a:lnTo>
                    <a:pt x="1028" y="11719"/>
                  </a:lnTo>
                  <a:lnTo>
                    <a:pt x="1302" y="11412"/>
                  </a:lnTo>
                  <a:lnTo>
                    <a:pt x="1508" y="11412"/>
                  </a:lnTo>
                  <a:lnTo>
                    <a:pt x="1508" y="11719"/>
                  </a:lnTo>
                  <a:lnTo>
                    <a:pt x="1782" y="11719"/>
                  </a:lnTo>
                  <a:lnTo>
                    <a:pt x="2057" y="11412"/>
                  </a:lnTo>
                  <a:lnTo>
                    <a:pt x="2331" y="11412"/>
                  </a:lnTo>
                  <a:lnTo>
                    <a:pt x="2537" y="11106"/>
                  </a:lnTo>
                  <a:lnTo>
                    <a:pt x="2811" y="11106"/>
                  </a:lnTo>
                  <a:lnTo>
                    <a:pt x="2537" y="11412"/>
                  </a:lnTo>
                  <a:lnTo>
                    <a:pt x="2811" y="11412"/>
                  </a:lnTo>
                  <a:lnTo>
                    <a:pt x="2811" y="11719"/>
                  </a:lnTo>
                  <a:lnTo>
                    <a:pt x="3291" y="11719"/>
                  </a:lnTo>
                  <a:lnTo>
                    <a:pt x="3565" y="11412"/>
                  </a:lnTo>
                  <a:lnTo>
                    <a:pt x="4045" y="10800"/>
                  </a:lnTo>
                  <a:lnTo>
                    <a:pt x="4319" y="10570"/>
                  </a:lnTo>
                  <a:lnTo>
                    <a:pt x="4594" y="10263"/>
                  </a:lnTo>
                  <a:lnTo>
                    <a:pt x="4594" y="8808"/>
                  </a:lnTo>
                  <a:lnTo>
                    <a:pt x="4868" y="8578"/>
                  </a:lnTo>
                  <a:lnTo>
                    <a:pt x="5074" y="8272"/>
                  </a:lnTo>
                  <a:lnTo>
                    <a:pt x="5074" y="7965"/>
                  </a:lnTo>
                  <a:lnTo>
                    <a:pt x="5348" y="7736"/>
                  </a:lnTo>
                  <a:lnTo>
                    <a:pt x="5622" y="7429"/>
                  </a:lnTo>
                  <a:lnTo>
                    <a:pt x="5828" y="7429"/>
                  </a:lnTo>
                  <a:lnTo>
                    <a:pt x="6102" y="7123"/>
                  </a:lnTo>
                  <a:lnTo>
                    <a:pt x="6377" y="6587"/>
                  </a:lnTo>
                  <a:lnTo>
                    <a:pt x="6377" y="6280"/>
                  </a:lnTo>
                  <a:lnTo>
                    <a:pt x="6651" y="5974"/>
                  </a:lnTo>
                  <a:lnTo>
                    <a:pt x="6651" y="5744"/>
                  </a:lnTo>
                  <a:lnTo>
                    <a:pt x="6857" y="5438"/>
                  </a:lnTo>
                  <a:lnTo>
                    <a:pt x="6651" y="5438"/>
                  </a:lnTo>
                  <a:lnTo>
                    <a:pt x="6857" y="5131"/>
                  </a:lnTo>
                  <a:lnTo>
                    <a:pt x="6651" y="4902"/>
                  </a:lnTo>
                  <a:lnTo>
                    <a:pt x="6857" y="4595"/>
                  </a:lnTo>
                  <a:lnTo>
                    <a:pt x="6857" y="4289"/>
                  </a:lnTo>
                  <a:lnTo>
                    <a:pt x="7131" y="3982"/>
                  </a:lnTo>
                  <a:lnTo>
                    <a:pt x="6857" y="3446"/>
                  </a:lnTo>
                  <a:lnTo>
                    <a:pt x="7405" y="2910"/>
                  </a:lnTo>
                  <a:lnTo>
                    <a:pt x="7405" y="2604"/>
                  </a:lnTo>
                  <a:lnTo>
                    <a:pt x="7611" y="2604"/>
                  </a:lnTo>
                  <a:lnTo>
                    <a:pt x="7611" y="919"/>
                  </a:lnTo>
                  <a:lnTo>
                    <a:pt x="7885" y="919"/>
                  </a:lnTo>
                  <a:lnTo>
                    <a:pt x="7885" y="306"/>
                  </a:lnTo>
                  <a:lnTo>
                    <a:pt x="8914" y="306"/>
                  </a:lnTo>
                  <a:lnTo>
                    <a:pt x="9188" y="612"/>
                  </a:lnTo>
                  <a:lnTo>
                    <a:pt x="9394" y="612"/>
                  </a:lnTo>
                  <a:lnTo>
                    <a:pt x="9668" y="919"/>
                  </a:lnTo>
                  <a:lnTo>
                    <a:pt x="9942" y="919"/>
                  </a:lnTo>
                  <a:lnTo>
                    <a:pt x="10148" y="1148"/>
                  </a:lnTo>
                  <a:lnTo>
                    <a:pt x="11725" y="1148"/>
                  </a:lnTo>
                  <a:lnTo>
                    <a:pt x="11725" y="919"/>
                  </a:lnTo>
                  <a:lnTo>
                    <a:pt x="11931" y="612"/>
                  </a:lnTo>
                  <a:lnTo>
                    <a:pt x="13234" y="612"/>
                  </a:lnTo>
                  <a:lnTo>
                    <a:pt x="13439" y="306"/>
                  </a:lnTo>
                  <a:lnTo>
                    <a:pt x="15017" y="306"/>
                  </a:lnTo>
                  <a:lnTo>
                    <a:pt x="15222" y="0"/>
                  </a:lnTo>
                  <a:lnTo>
                    <a:pt x="16045" y="0"/>
                  </a:lnTo>
                  <a:lnTo>
                    <a:pt x="16251" y="306"/>
                  </a:lnTo>
                  <a:lnTo>
                    <a:pt x="16799" y="306"/>
                  </a:lnTo>
                  <a:lnTo>
                    <a:pt x="17005" y="0"/>
                  </a:lnTo>
                  <a:lnTo>
                    <a:pt x="17279" y="0"/>
                  </a:lnTo>
                  <a:lnTo>
                    <a:pt x="17554" y="306"/>
                  </a:lnTo>
                  <a:lnTo>
                    <a:pt x="17759" y="612"/>
                  </a:lnTo>
                  <a:lnTo>
                    <a:pt x="18034" y="612"/>
                  </a:lnTo>
                  <a:lnTo>
                    <a:pt x="18034" y="919"/>
                  </a:lnTo>
                  <a:lnTo>
                    <a:pt x="18308" y="919"/>
                  </a:lnTo>
                  <a:lnTo>
                    <a:pt x="18582" y="1148"/>
                  </a:lnTo>
                  <a:lnTo>
                    <a:pt x="18788" y="919"/>
                  </a:lnTo>
                  <a:lnTo>
                    <a:pt x="19542" y="919"/>
                  </a:lnTo>
                  <a:lnTo>
                    <a:pt x="19817" y="612"/>
                  </a:lnTo>
                  <a:lnTo>
                    <a:pt x="20091" y="612"/>
                  </a:lnTo>
                  <a:lnTo>
                    <a:pt x="20297" y="919"/>
                  </a:lnTo>
                  <a:lnTo>
                    <a:pt x="20571" y="1148"/>
                  </a:lnTo>
                  <a:lnTo>
                    <a:pt x="20845" y="1148"/>
                  </a:lnTo>
                  <a:lnTo>
                    <a:pt x="20845" y="1455"/>
                  </a:lnTo>
                  <a:lnTo>
                    <a:pt x="21119" y="1455"/>
                  </a:lnTo>
                  <a:lnTo>
                    <a:pt x="21119" y="1991"/>
                  </a:lnTo>
                  <a:lnTo>
                    <a:pt x="21600" y="1991"/>
                  </a:lnTo>
                  <a:lnTo>
                    <a:pt x="21600" y="2297"/>
                  </a:lnTo>
                  <a:lnTo>
                    <a:pt x="21325" y="2297"/>
                  </a:lnTo>
                  <a:lnTo>
                    <a:pt x="21325" y="3446"/>
                  </a:lnTo>
                  <a:lnTo>
                    <a:pt x="21600" y="3753"/>
                  </a:lnTo>
                  <a:lnTo>
                    <a:pt x="21600" y="3982"/>
                  </a:lnTo>
                  <a:lnTo>
                    <a:pt x="21119" y="4595"/>
                  </a:lnTo>
                  <a:lnTo>
                    <a:pt x="20571" y="5131"/>
                  </a:lnTo>
                  <a:lnTo>
                    <a:pt x="20091" y="5974"/>
                  </a:lnTo>
                  <a:lnTo>
                    <a:pt x="20091" y="6893"/>
                  </a:lnTo>
                  <a:lnTo>
                    <a:pt x="19817" y="7429"/>
                  </a:lnTo>
                  <a:lnTo>
                    <a:pt x="19817" y="7736"/>
                  </a:lnTo>
                  <a:lnTo>
                    <a:pt x="19542" y="7965"/>
                  </a:lnTo>
                  <a:lnTo>
                    <a:pt x="19337" y="7965"/>
                  </a:lnTo>
                  <a:lnTo>
                    <a:pt x="19337" y="9957"/>
                  </a:lnTo>
                  <a:lnTo>
                    <a:pt x="19817" y="12255"/>
                  </a:lnTo>
                  <a:lnTo>
                    <a:pt x="20091" y="13710"/>
                  </a:lnTo>
                  <a:lnTo>
                    <a:pt x="20845" y="14553"/>
                  </a:lnTo>
                  <a:lnTo>
                    <a:pt x="21119" y="15702"/>
                  </a:lnTo>
                  <a:lnTo>
                    <a:pt x="20845" y="15395"/>
                  </a:lnTo>
                  <a:lnTo>
                    <a:pt x="19062" y="15931"/>
                  </a:lnTo>
                  <a:lnTo>
                    <a:pt x="18582" y="16774"/>
                  </a:lnTo>
                  <a:lnTo>
                    <a:pt x="18582" y="17080"/>
                  </a:lnTo>
                  <a:lnTo>
                    <a:pt x="18788" y="17080"/>
                  </a:lnTo>
                  <a:lnTo>
                    <a:pt x="18788" y="18229"/>
                  </a:lnTo>
                  <a:lnTo>
                    <a:pt x="18582" y="18536"/>
                  </a:lnTo>
                  <a:lnTo>
                    <a:pt x="18582" y="19914"/>
                  </a:lnTo>
                  <a:lnTo>
                    <a:pt x="18788" y="20221"/>
                  </a:lnTo>
                  <a:lnTo>
                    <a:pt x="19062" y="20221"/>
                  </a:lnTo>
                  <a:lnTo>
                    <a:pt x="19062" y="20527"/>
                  </a:lnTo>
                  <a:lnTo>
                    <a:pt x="19542" y="20527"/>
                  </a:lnTo>
                  <a:lnTo>
                    <a:pt x="19542" y="20221"/>
                  </a:lnTo>
                  <a:lnTo>
                    <a:pt x="19817" y="20221"/>
                  </a:lnTo>
                  <a:lnTo>
                    <a:pt x="20091" y="21370"/>
                  </a:lnTo>
                  <a:lnTo>
                    <a:pt x="19817" y="21599"/>
                  </a:lnTo>
                  <a:lnTo>
                    <a:pt x="19817" y="21370"/>
                  </a:lnTo>
                  <a:lnTo>
                    <a:pt x="19542" y="21370"/>
                  </a:lnTo>
                  <a:lnTo>
                    <a:pt x="19337" y="21599"/>
                  </a:lnTo>
                  <a:lnTo>
                    <a:pt x="19062" y="21599"/>
                  </a:lnTo>
                  <a:lnTo>
                    <a:pt x="18788" y="21370"/>
                  </a:lnTo>
                  <a:lnTo>
                    <a:pt x="18582" y="21063"/>
                  </a:lnTo>
                  <a:lnTo>
                    <a:pt x="18582" y="20757"/>
                  </a:lnTo>
                  <a:lnTo>
                    <a:pt x="18308" y="20527"/>
                  </a:lnTo>
                  <a:lnTo>
                    <a:pt x="18034" y="20527"/>
                  </a:lnTo>
                  <a:lnTo>
                    <a:pt x="17554" y="20221"/>
                  </a:lnTo>
                  <a:lnTo>
                    <a:pt x="17279" y="20221"/>
                  </a:lnTo>
                  <a:lnTo>
                    <a:pt x="17279" y="19914"/>
                  </a:lnTo>
                  <a:lnTo>
                    <a:pt x="17005" y="19608"/>
                  </a:lnTo>
                  <a:lnTo>
                    <a:pt x="17005" y="19378"/>
                  </a:lnTo>
                  <a:lnTo>
                    <a:pt x="16799" y="19378"/>
                  </a:lnTo>
                  <a:lnTo>
                    <a:pt x="16525" y="19608"/>
                  </a:lnTo>
                  <a:lnTo>
                    <a:pt x="16525" y="19914"/>
                  </a:lnTo>
                  <a:lnTo>
                    <a:pt x="15497" y="19914"/>
                  </a:lnTo>
                  <a:lnTo>
                    <a:pt x="15222" y="19608"/>
                  </a:lnTo>
                  <a:lnTo>
                    <a:pt x="15017" y="19608"/>
                  </a:lnTo>
                  <a:lnTo>
                    <a:pt x="15017" y="19378"/>
                  </a:lnTo>
                  <a:lnTo>
                    <a:pt x="14742" y="19072"/>
                  </a:lnTo>
                  <a:lnTo>
                    <a:pt x="13988" y="19072"/>
                  </a:lnTo>
                  <a:lnTo>
                    <a:pt x="13988" y="19378"/>
                  </a:lnTo>
                  <a:lnTo>
                    <a:pt x="13714" y="19072"/>
                  </a:lnTo>
                  <a:lnTo>
                    <a:pt x="13714" y="18765"/>
                  </a:lnTo>
                  <a:lnTo>
                    <a:pt x="12960" y="18765"/>
                  </a:lnTo>
                  <a:lnTo>
                    <a:pt x="12685" y="19072"/>
                  </a:lnTo>
                  <a:lnTo>
                    <a:pt x="11931" y="19072"/>
                  </a:lnTo>
                  <a:lnTo>
                    <a:pt x="11931" y="18765"/>
                  </a:lnTo>
                  <a:lnTo>
                    <a:pt x="11725" y="18765"/>
                  </a:lnTo>
                  <a:lnTo>
                    <a:pt x="11725" y="19072"/>
                  </a:lnTo>
                  <a:lnTo>
                    <a:pt x="11451" y="19072"/>
                  </a:lnTo>
                  <a:lnTo>
                    <a:pt x="11451" y="17923"/>
                  </a:lnTo>
                  <a:lnTo>
                    <a:pt x="11177" y="17617"/>
                  </a:lnTo>
                  <a:lnTo>
                    <a:pt x="11451" y="17387"/>
                  </a:lnTo>
                  <a:lnTo>
                    <a:pt x="11177" y="17387"/>
                  </a:lnTo>
                  <a:lnTo>
                    <a:pt x="11177" y="17080"/>
                  </a:lnTo>
                  <a:lnTo>
                    <a:pt x="10902" y="16774"/>
                  </a:lnTo>
                  <a:lnTo>
                    <a:pt x="10902" y="14553"/>
                  </a:lnTo>
                  <a:lnTo>
                    <a:pt x="9668" y="14553"/>
                  </a:lnTo>
                  <a:lnTo>
                    <a:pt x="9668" y="13940"/>
                  </a:lnTo>
                  <a:lnTo>
                    <a:pt x="9394" y="13940"/>
                  </a:lnTo>
                  <a:lnTo>
                    <a:pt x="9394" y="14246"/>
                  </a:lnTo>
                  <a:lnTo>
                    <a:pt x="8365" y="14246"/>
                  </a:lnTo>
                  <a:lnTo>
                    <a:pt x="8365" y="14553"/>
                  </a:lnTo>
                  <a:lnTo>
                    <a:pt x="8159" y="14553"/>
                  </a:lnTo>
                  <a:lnTo>
                    <a:pt x="8159" y="15089"/>
                  </a:lnTo>
                  <a:lnTo>
                    <a:pt x="7405" y="15395"/>
                  </a:lnTo>
                  <a:lnTo>
                    <a:pt x="6102" y="15395"/>
                  </a:lnTo>
                  <a:lnTo>
                    <a:pt x="5828" y="14782"/>
                  </a:lnTo>
                  <a:lnTo>
                    <a:pt x="5622" y="14553"/>
                  </a:lnTo>
                  <a:lnTo>
                    <a:pt x="5622" y="13940"/>
                  </a:lnTo>
                  <a:lnTo>
                    <a:pt x="5348" y="13710"/>
                  </a:lnTo>
                  <a:lnTo>
                    <a:pt x="5348" y="12791"/>
                  </a:lnTo>
                  <a:lnTo>
                    <a:pt x="754" y="12791"/>
                  </a:lnTo>
                  <a:lnTo>
                    <a:pt x="754" y="13097"/>
                  </a:lnTo>
                  <a:lnTo>
                    <a:pt x="548" y="13097"/>
                  </a:lnTo>
                  <a:lnTo>
                    <a:pt x="548" y="12791"/>
                  </a:lnTo>
                  <a:lnTo>
                    <a:pt x="0" y="127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0" name="AutoShape 138"/>
            <p:cNvSpPr>
              <a:spLocks/>
            </p:cNvSpPr>
            <p:nvPr/>
          </p:nvSpPr>
          <p:spPr bwMode="auto">
            <a:xfrm>
              <a:off x="3802719" y="7778398"/>
              <a:ext cx="209473" cy="467255"/>
            </a:xfrm>
            <a:custGeom>
              <a:avLst/>
              <a:gdLst>
                <a:gd name="T0" fmla="*/ 104737 w 21600"/>
                <a:gd name="T1" fmla="*/ 233627 h 21600"/>
                <a:gd name="T2" fmla="*/ 104737 w 21600"/>
                <a:gd name="T3" fmla="*/ 233627 h 21600"/>
                <a:gd name="T4" fmla="*/ 104737 w 21600"/>
                <a:gd name="T5" fmla="*/ 233627 h 21600"/>
                <a:gd name="T6" fmla="*/ 104737 w 21600"/>
                <a:gd name="T7" fmla="*/ 23362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1" y="0"/>
                  </a:moveTo>
                  <a:lnTo>
                    <a:pt x="2907" y="0"/>
                  </a:lnTo>
                  <a:lnTo>
                    <a:pt x="2907" y="726"/>
                  </a:lnTo>
                  <a:lnTo>
                    <a:pt x="6230" y="726"/>
                  </a:lnTo>
                  <a:lnTo>
                    <a:pt x="7476" y="1452"/>
                  </a:lnTo>
                  <a:lnTo>
                    <a:pt x="10800" y="2722"/>
                  </a:lnTo>
                  <a:lnTo>
                    <a:pt x="10800" y="10890"/>
                  </a:lnTo>
                  <a:lnTo>
                    <a:pt x="13707" y="11435"/>
                  </a:lnTo>
                  <a:lnTo>
                    <a:pt x="15369" y="12161"/>
                  </a:lnTo>
                  <a:lnTo>
                    <a:pt x="18276" y="12887"/>
                  </a:lnTo>
                  <a:lnTo>
                    <a:pt x="18276" y="13613"/>
                  </a:lnTo>
                  <a:lnTo>
                    <a:pt x="19938" y="14157"/>
                  </a:lnTo>
                  <a:lnTo>
                    <a:pt x="19938" y="14884"/>
                  </a:lnTo>
                  <a:lnTo>
                    <a:pt x="21599" y="15610"/>
                  </a:lnTo>
                  <a:lnTo>
                    <a:pt x="19938" y="15610"/>
                  </a:lnTo>
                  <a:lnTo>
                    <a:pt x="19938" y="16154"/>
                  </a:lnTo>
                  <a:lnTo>
                    <a:pt x="18276" y="16154"/>
                  </a:lnTo>
                  <a:lnTo>
                    <a:pt x="19938" y="16154"/>
                  </a:lnTo>
                  <a:lnTo>
                    <a:pt x="18276" y="16880"/>
                  </a:lnTo>
                  <a:lnTo>
                    <a:pt x="19938" y="16880"/>
                  </a:lnTo>
                  <a:lnTo>
                    <a:pt x="19938" y="18151"/>
                  </a:lnTo>
                  <a:lnTo>
                    <a:pt x="18276" y="18877"/>
                  </a:lnTo>
                  <a:lnTo>
                    <a:pt x="17030" y="18877"/>
                  </a:lnTo>
                  <a:lnTo>
                    <a:pt x="17030" y="20329"/>
                  </a:lnTo>
                  <a:lnTo>
                    <a:pt x="15369" y="20873"/>
                  </a:lnTo>
                  <a:lnTo>
                    <a:pt x="15369" y="21599"/>
                  </a:lnTo>
                  <a:lnTo>
                    <a:pt x="13707" y="21599"/>
                  </a:lnTo>
                  <a:lnTo>
                    <a:pt x="13707" y="20873"/>
                  </a:lnTo>
                  <a:lnTo>
                    <a:pt x="10800" y="19603"/>
                  </a:lnTo>
                  <a:lnTo>
                    <a:pt x="9138" y="19603"/>
                  </a:lnTo>
                  <a:lnTo>
                    <a:pt x="9138" y="16880"/>
                  </a:lnTo>
                  <a:lnTo>
                    <a:pt x="10800" y="16154"/>
                  </a:lnTo>
                  <a:lnTo>
                    <a:pt x="12461" y="15610"/>
                  </a:lnTo>
                  <a:lnTo>
                    <a:pt x="12461" y="14884"/>
                  </a:lnTo>
                  <a:lnTo>
                    <a:pt x="10800" y="14157"/>
                  </a:lnTo>
                  <a:lnTo>
                    <a:pt x="4569" y="14157"/>
                  </a:lnTo>
                  <a:lnTo>
                    <a:pt x="4569" y="13613"/>
                  </a:lnTo>
                  <a:lnTo>
                    <a:pt x="2907" y="13613"/>
                  </a:lnTo>
                  <a:lnTo>
                    <a:pt x="2907" y="12887"/>
                  </a:lnTo>
                  <a:lnTo>
                    <a:pt x="1661" y="13613"/>
                  </a:lnTo>
                  <a:lnTo>
                    <a:pt x="1661" y="12887"/>
                  </a:lnTo>
                  <a:lnTo>
                    <a:pt x="0" y="12161"/>
                  </a:lnTo>
                  <a:lnTo>
                    <a:pt x="0" y="11435"/>
                  </a:lnTo>
                  <a:lnTo>
                    <a:pt x="1661" y="10890"/>
                  </a:lnTo>
                  <a:lnTo>
                    <a:pt x="1661" y="9438"/>
                  </a:lnTo>
                  <a:lnTo>
                    <a:pt x="2907" y="9438"/>
                  </a:lnTo>
                  <a:lnTo>
                    <a:pt x="4569" y="8894"/>
                  </a:lnTo>
                  <a:lnTo>
                    <a:pt x="4569" y="8168"/>
                  </a:lnTo>
                  <a:lnTo>
                    <a:pt x="2907" y="7442"/>
                  </a:lnTo>
                  <a:lnTo>
                    <a:pt x="4569" y="7442"/>
                  </a:lnTo>
                  <a:lnTo>
                    <a:pt x="2907" y="6715"/>
                  </a:lnTo>
                  <a:lnTo>
                    <a:pt x="4569" y="6715"/>
                  </a:lnTo>
                  <a:lnTo>
                    <a:pt x="4569" y="6171"/>
                  </a:lnTo>
                  <a:lnTo>
                    <a:pt x="2907" y="5445"/>
                  </a:lnTo>
                  <a:lnTo>
                    <a:pt x="2907" y="4719"/>
                  </a:lnTo>
                  <a:lnTo>
                    <a:pt x="4569" y="4174"/>
                  </a:lnTo>
                  <a:lnTo>
                    <a:pt x="6230" y="4174"/>
                  </a:lnTo>
                  <a:lnTo>
                    <a:pt x="6230" y="3448"/>
                  </a:lnTo>
                  <a:lnTo>
                    <a:pt x="2907" y="1996"/>
                  </a:lnTo>
                  <a:lnTo>
                    <a:pt x="4569" y="1452"/>
                  </a:lnTo>
                  <a:lnTo>
                    <a:pt x="2907" y="1452"/>
                  </a:lnTo>
                  <a:lnTo>
                    <a:pt x="2907" y="726"/>
                  </a:lnTo>
                  <a:lnTo>
                    <a:pt x="1661" y="726"/>
                  </a:lnTo>
                  <a:lnTo>
                    <a:pt x="1661"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1" name="AutoShape 139"/>
            <p:cNvSpPr>
              <a:spLocks/>
            </p:cNvSpPr>
            <p:nvPr/>
          </p:nvSpPr>
          <p:spPr bwMode="auto">
            <a:xfrm>
              <a:off x="3069566" y="7707720"/>
              <a:ext cx="793580" cy="596829"/>
            </a:xfrm>
            <a:custGeom>
              <a:avLst/>
              <a:gdLst>
                <a:gd name="T0" fmla="*/ 396790 w 21600"/>
                <a:gd name="T1" fmla="*/ 298415 h 21600"/>
                <a:gd name="T2" fmla="*/ 396790 w 21600"/>
                <a:gd name="T3" fmla="*/ 298415 h 21600"/>
                <a:gd name="T4" fmla="*/ 396790 w 21600"/>
                <a:gd name="T5" fmla="*/ 298415 h 21600"/>
                <a:gd name="T6" fmla="*/ 396790 w 21600"/>
                <a:gd name="T7" fmla="*/ 2984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56" y="6252"/>
                  </a:moveTo>
                  <a:lnTo>
                    <a:pt x="4495" y="6252"/>
                  </a:lnTo>
                  <a:lnTo>
                    <a:pt x="4495" y="6821"/>
                  </a:lnTo>
                  <a:lnTo>
                    <a:pt x="4934" y="7389"/>
                  </a:lnTo>
                  <a:lnTo>
                    <a:pt x="4934" y="6821"/>
                  </a:lnTo>
                  <a:lnTo>
                    <a:pt x="6140" y="6821"/>
                  </a:lnTo>
                  <a:lnTo>
                    <a:pt x="6578" y="7389"/>
                  </a:lnTo>
                  <a:lnTo>
                    <a:pt x="6578" y="7815"/>
                  </a:lnTo>
                  <a:lnTo>
                    <a:pt x="6907" y="7815"/>
                  </a:lnTo>
                  <a:lnTo>
                    <a:pt x="7346" y="8384"/>
                  </a:lnTo>
                  <a:lnTo>
                    <a:pt x="8990" y="8384"/>
                  </a:lnTo>
                  <a:lnTo>
                    <a:pt x="8990" y="7815"/>
                  </a:lnTo>
                  <a:lnTo>
                    <a:pt x="9429" y="7389"/>
                  </a:lnTo>
                  <a:lnTo>
                    <a:pt x="9758" y="7389"/>
                  </a:lnTo>
                  <a:lnTo>
                    <a:pt x="9758" y="7815"/>
                  </a:lnTo>
                  <a:lnTo>
                    <a:pt x="10196" y="8384"/>
                  </a:lnTo>
                  <a:lnTo>
                    <a:pt x="10196" y="8952"/>
                  </a:lnTo>
                  <a:lnTo>
                    <a:pt x="10635" y="8952"/>
                  </a:lnTo>
                  <a:lnTo>
                    <a:pt x="11403" y="9521"/>
                  </a:lnTo>
                  <a:lnTo>
                    <a:pt x="11841" y="9521"/>
                  </a:lnTo>
                  <a:lnTo>
                    <a:pt x="12280" y="9947"/>
                  </a:lnTo>
                  <a:lnTo>
                    <a:pt x="12280" y="10515"/>
                  </a:lnTo>
                  <a:lnTo>
                    <a:pt x="12609" y="11084"/>
                  </a:lnTo>
                  <a:lnTo>
                    <a:pt x="13047" y="11510"/>
                  </a:lnTo>
                  <a:lnTo>
                    <a:pt x="13486" y="11510"/>
                  </a:lnTo>
                  <a:lnTo>
                    <a:pt x="13815" y="11084"/>
                  </a:lnTo>
                  <a:lnTo>
                    <a:pt x="14253" y="11084"/>
                  </a:lnTo>
                  <a:lnTo>
                    <a:pt x="14253" y="11510"/>
                  </a:lnTo>
                  <a:lnTo>
                    <a:pt x="14692" y="11084"/>
                  </a:lnTo>
                  <a:lnTo>
                    <a:pt x="14253" y="8952"/>
                  </a:lnTo>
                  <a:lnTo>
                    <a:pt x="13815" y="8952"/>
                  </a:lnTo>
                  <a:lnTo>
                    <a:pt x="13815" y="9521"/>
                  </a:lnTo>
                  <a:lnTo>
                    <a:pt x="13047" y="9521"/>
                  </a:lnTo>
                  <a:lnTo>
                    <a:pt x="13047" y="8952"/>
                  </a:lnTo>
                  <a:lnTo>
                    <a:pt x="12609" y="8952"/>
                  </a:lnTo>
                  <a:lnTo>
                    <a:pt x="12280" y="8384"/>
                  </a:lnTo>
                  <a:lnTo>
                    <a:pt x="12280" y="5826"/>
                  </a:lnTo>
                  <a:lnTo>
                    <a:pt x="12609" y="5257"/>
                  </a:lnTo>
                  <a:lnTo>
                    <a:pt x="12609" y="3126"/>
                  </a:lnTo>
                  <a:lnTo>
                    <a:pt x="12280" y="3126"/>
                  </a:lnTo>
                  <a:lnTo>
                    <a:pt x="12280" y="2557"/>
                  </a:lnTo>
                  <a:lnTo>
                    <a:pt x="13047" y="994"/>
                  </a:lnTo>
                  <a:lnTo>
                    <a:pt x="15898" y="0"/>
                  </a:lnTo>
                  <a:lnTo>
                    <a:pt x="16665" y="568"/>
                  </a:lnTo>
                  <a:lnTo>
                    <a:pt x="17543" y="568"/>
                  </a:lnTo>
                  <a:lnTo>
                    <a:pt x="17872" y="994"/>
                  </a:lnTo>
                  <a:lnTo>
                    <a:pt x="17872" y="1563"/>
                  </a:lnTo>
                  <a:lnTo>
                    <a:pt x="19516" y="1563"/>
                  </a:lnTo>
                  <a:lnTo>
                    <a:pt x="19516" y="2131"/>
                  </a:lnTo>
                  <a:lnTo>
                    <a:pt x="19955" y="2131"/>
                  </a:lnTo>
                  <a:lnTo>
                    <a:pt x="20393" y="2557"/>
                  </a:lnTo>
                  <a:lnTo>
                    <a:pt x="20393" y="3126"/>
                  </a:lnTo>
                  <a:lnTo>
                    <a:pt x="20722" y="3126"/>
                  </a:lnTo>
                  <a:lnTo>
                    <a:pt x="20722" y="3694"/>
                  </a:lnTo>
                  <a:lnTo>
                    <a:pt x="21161" y="3694"/>
                  </a:lnTo>
                  <a:lnTo>
                    <a:pt x="20722" y="4121"/>
                  </a:lnTo>
                  <a:lnTo>
                    <a:pt x="21599" y="5257"/>
                  </a:lnTo>
                  <a:lnTo>
                    <a:pt x="21599" y="5826"/>
                  </a:lnTo>
                  <a:lnTo>
                    <a:pt x="21161" y="5826"/>
                  </a:lnTo>
                  <a:lnTo>
                    <a:pt x="20722" y="6252"/>
                  </a:lnTo>
                  <a:lnTo>
                    <a:pt x="20722" y="6821"/>
                  </a:lnTo>
                  <a:lnTo>
                    <a:pt x="21161" y="7389"/>
                  </a:lnTo>
                  <a:lnTo>
                    <a:pt x="21161" y="7815"/>
                  </a:lnTo>
                  <a:lnTo>
                    <a:pt x="20722" y="7815"/>
                  </a:lnTo>
                  <a:lnTo>
                    <a:pt x="21161" y="8384"/>
                  </a:lnTo>
                  <a:lnTo>
                    <a:pt x="20722" y="8384"/>
                  </a:lnTo>
                  <a:lnTo>
                    <a:pt x="21161" y="8952"/>
                  </a:lnTo>
                  <a:lnTo>
                    <a:pt x="21161" y="9521"/>
                  </a:lnTo>
                  <a:lnTo>
                    <a:pt x="20722" y="9947"/>
                  </a:lnTo>
                  <a:lnTo>
                    <a:pt x="20393" y="9947"/>
                  </a:lnTo>
                  <a:lnTo>
                    <a:pt x="20393" y="11084"/>
                  </a:lnTo>
                  <a:lnTo>
                    <a:pt x="19955" y="11510"/>
                  </a:lnTo>
                  <a:lnTo>
                    <a:pt x="19955" y="12078"/>
                  </a:lnTo>
                  <a:lnTo>
                    <a:pt x="20393" y="12647"/>
                  </a:lnTo>
                  <a:lnTo>
                    <a:pt x="20393" y="13215"/>
                  </a:lnTo>
                  <a:lnTo>
                    <a:pt x="19955" y="13215"/>
                  </a:lnTo>
                  <a:lnTo>
                    <a:pt x="18749" y="13642"/>
                  </a:lnTo>
                  <a:lnTo>
                    <a:pt x="18310" y="13642"/>
                  </a:lnTo>
                  <a:lnTo>
                    <a:pt x="16665" y="14778"/>
                  </a:lnTo>
                  <a:lnTo>
                    <a:pt x="16337" y="14778"/>
                  </a:lnTo>
                  <a:lnTo>
                    <a:pt x="15459" y="15205"/>
                  </a:lnTo>
                  <a:lnTo>
                    <a:pt x="15459" y="16342"/>
                  </a:lnTo>
                  <a:lnTo>
                    <a:pt x="13047" y="16342"/>
                  </a:lnTo>
                  <a:lnTo>
                    <a:pt x="12609" y="16768"/>
                  </a:lnTo>
                  <a:lnTo>
                    <a:pt x="12609" y="17905"/>
                  </a:lnTo>
                  <a:lnTo>
                    <a:pt x="12280" y="17905"/>
                  </a:lnTo>
                  <a:lnTo>
                    <a:pt x="11841" y="18473"/>
                  </a:lnTo>
                  <a:lnTo>
                    <a:pt x="10635" y="18900"/>
                  </a:lnTo>
                  <a:lnTo>
                    <a:pt x="9758" y="20463"/>
                  </a:lnTo>
                  <a:lnTo>
                    <a:pt x="9429" y="21031"/>
                  </a:lnTo>
                  <a:lnTo>
                    <a:pt x="8990" y="21600"/>
                  </a:lnTo>
                  <a:lnTo>
                    <a:pt x="8552" y="21600"/>
                  </a:lnTo>
                  <a:lnTo>
                    <a:pt x="8223" y="21031"/>
                  </a:lnTo>
                  <a:lnTo>
                    <a:pt x="5701" y="21031"/>
                  </a:lnTo>
                  <a:lnTo>
                    <a:pt x="5701" y="20463"/>
                  </a:lnTo>
                  <a:lnTo>
                    <a:pt x="5372" y="20463"/>
                  </a:lnTo>
                  <a:lnTo>
                    <a:pt x="4934" y="20036"/>
                  </a:lnTo>
                  <a:lnTo>
                    <a:pt x="4495" y="20463"/>
                  </a:lnTo>
                  <a:lnTo>
                    <a:pt x="4056" y="20036"/>
                  </a:lnTo>
                  <a:lnTo>
                    <a:pt x="2521" y="20463"/>
                  </a:lnTo>
                  <a:lnTo>
                    <a:pt x="2083" y="20036"/>
                  </a:lnTo>
                  <a:lnTo>
                    <a:pt x="1644" y="19468"/>
                  </a:lnTo>
                  <a:lnTo>
                    <a:pt x="1315" y="19468"/>
                  </a:lnTo>
                  <a:lnTo>
                    <a:pt x="877" y="18900"/>
                  </a:lnTo>
                  <a:lnTo>
                    <a:pt x="877" y="18473"/>
                  </a:lnTo>
                  <a:lnTo>
                    <a:pt x="438" y="18473"/>
                  </a:lnTo>
                  <a:lnTo>
                    <a:pt x="0" y="17905"/>
                  </a:lnTo>
                  <a:lnTo>
                    <a:pt x="0" y="10515"/>
                  </a:lnTo>
                  <a:lnTo>
                    <a:pt x="4056" y="10515"/>
                  </a:lnTo>
                  <a:lnTo>
                    <a:pt x="4056" y="7389"/>
                  </a:lnTo>
                  <a:lnTo>
                    <a:pt x="3727" y="6821"/>
                  </a:lnTo>
                  <a:lnTo>
                    <a:pt x="4056" y="6821"/>
                  </a:lnTo>
                  <a:lnTo>
                    <a:pt x="4056" y="625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2" name="AutoShape 140"/>
            <p:cNvSpPr>
              <a:spLocks/>
            </p:cNvSpPr>
            <p:nvPr/>
          </p:nvSpPr>
          <p:spPr bwMode="auto">
            <a:xfrm>
              <a:off x="2384761" y="7574215"/>
              <a:ext cx="833862" cy="730330"/>
            </a:xfrm>
            <a:custGeom>
              <a:avLst/>
              <a:gdLst>
                <a:gd name="T0" fmla="*/ 416931 w 21600"/>
                <a:gd name="T1" fmla="*/ 365165 h 21600"/>
                <a:gd name="T2" fmla="*/ 416931 w 21600"/>
                <a:gd name="T3" fmla="*/ 365165 h 21600"/>
                <a:gd name="T4" fmla="*/ 416931 w 21600"/>
                <a:gd name="T5" fmla="*/ 365165 h 21600"/>
                <a:gd name="T6" fmla="*/ 416931 w 21600"/>
                <a:gd name="T7" fmla="*/ 3651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139" y="20670"/>
                  </a:moveTo>
                  <a:lnTo>
                    <a:pt x="19721" y="20322"/>
                  </a:lnTo>
                  <a:lnTo>
                    <a:pt x="19304" y="19858"/>
                  </a:lnTo>
                  <a:lnTo>
                    <a:pt x="18991" y="19858"/>
                  </a:lnTo>
                  <a:lnTo>
                    <a:pt x="18573" y="19393"/>
                  </a:lnTo>
                  <a:lnTo>
                    <a:pt x="18573" y="19045"/>
                  </a:lnTo>
                  <a:lnTo>
                    <a:pt x="18156" y="19045"/>
                  </a:lnTo>
                  <a:lnTo>
                    <a:pt x="17739" y="18580"/>
                  </a:lnTo>
                  <a:lnTo>
                    <a:pt x="17739" y="12541"/>
                  </a:lnTo>
                  <a:lnTo>
                    <a:pt x="21599" y="12541"/>
                  </a:lnTo>
                  <a:lnTo>
                    <a:pt x="21599" y="9987"/>
                  </a:lnTo>
                  <a:lnTo>
                    <a:pt x="21286" y="9522"/>
                  </a:lnTo>
                  <a:lnTo>
                    <a:pt x="21599" y="9522"/>
                  </a:lnTo>
                  <a:lnTo>
                    <a:pt x="21599" y="9058"/>
                  </a:lnTo>
                  <a:lnTo>
                    <a:pt x="20869" y="9058"/>
                  </a:lnTo>
                  <a:lnTo>
                    <a:pt x="20452" y="9522"/>
                  </a:lnTo>
                  <a:lnTo>
                    <a:pt x="19304" y="9522"/>
                  </a:lnTo>
                  <a:lnTo>
                    <a:pt x="19304" y="9058"/>
                  </a:lnTo>
                  <a:lnTo>
                    <a:pt x="18991" y="9058"/>
                  </a:lnTo>
                  <a:lnTo>
                    <a:pt x="18991" y="9522"/>
                  </a:lnTo>
                  <a:lnTo>
                    <a:pt x="18573" y="9522"/>
                  </a:lnTo>
                  <a:lnTo>
                    <a:pt x="18573" y="7780"/>
                  </a:lnTo>
                  <a:lnTo>
                    <a:pt x="18156" y="7316"/>
                  </a:lnTo>
                  <a:lnTo>
                    <a:pt x="18573" y="6967"/>
                  </a:lnTo>
                  <a:lnTo>
                    <a:pt x="18156" y="6967"/>
                  </a:lnTo>
                  <a:lnTo>
                    <a:pt x="18156" y="6503"/>
                  </a:lnTo>
                  <a:lnTo>
                    <a:pt x="17739" y="6038"/>
                  </a:lnTo>
                  <a:lnTo>
                    <a:pt x="17739" y="2670"/>
                  </a:lnTo>
                  <a:lnTo>
                    <a:pt x="15860" y="2670"/>
                  </a:lnTo>
                  <a:lnTo>
                    <a:pt x="15860" y="1741"/>
                  </a:lnTo>
                  <a:lnTo>
                    <a:pt x="15443" y="1741"/>
                  </a:lnTo>
                  <a:lnTo>
                    <a:pt x="15443" y="2206"/>
                  </a:lnTo>
                  <a:lnTo>
                    <a:pt x="13878" y="2206"/>
                  </a:lnTo>
                  <a:lnTo>
                    <a:pt x="13878" y="2670"/>
                  </a:lnTo>
                  <a:lnTo>
                    <a:pt x="13565" y="2670"/>
                  </a:lnTo>
                  <a:lnTo>
                    <a:pt x="13565" y="3483"/>
                  </a:lnTo>
                  <a:lnTo>
                    <a:pt x="12417" y="3948"/>
                  </a:lnTo>
                  <a:lnTo>
                    <a:pt x="10434" y="3948"/>
                  </a:lnTo>
                  <a:lnTo>
                    <a:pt x="10017" y="3019"/>
                  </a:lnTo>
                  <a:lnTo>
                    <a:pt x="9704" y="2670"/>
                  </a:lnTo>
                  <a:lnTo>
                    <a:pt x="9704" y="1741"/>
                  </a:lnTo>
                  <a:lnTo>
                    <a:pt x="9286" y="1393"/>
                  </a:lnTo>
                  <a:lnTo>
                    <a:pt x="9286" y="0"/>
                  </a:lnTo>
                  <a:lnTo>
                    <a:pt x="2295" y="0"/>
                  </a:lnTo>
                  <a:lnTo>
                    <a:pt x="2295" y="464"/>
                  </a:lnTo>
                  <a:lnTo>
                    <a:pt x="1565" y="464"/>
                  </a:lnTo>
                  <a:lnTo>
                    <a:pt x="1982" y="929"/>
                  </a:lnTo>
                  <a:lnTo>
                    <a:pt x="1982" y="1393"/>
                  </a:lnTo>
                  <a:lnTo>
                    <a:pt x="2713" y="2206"/>
                  </a:lnTo>
                  <a:lnTo>
                    <a:pt x="2713" y="3483"/>
                  </a:lnTo>
                  <a:lnTo>
                    <a:pt x="3443" y="4412"/>
                  </a:lnTo>
                  <a:lnTo>
                    <a:pt x="3130" y="4761"/>
                  </a:lnTo>
                  <a:lnTo>
                    <a:pt x="2713" y="5690"/>
                  </a:lnTo>
                  <a:lnTo>
                    <a:pt x="3130" y="5690"/>
                  </a:lnTo>
                  <a:lnTo>
                    <a:pt x="3130" y="7316"/>
                  </a:lnTo>
                  <a:lnTo>
                    <a:pt x="3860" y="8245"/>
                  </a:lnTo>
                  <a:lnTo>
                    <a:pt x="3860" y="8709"/>
                  </a:lnTo>
                  <a:lnTo>
                    <a:pt x="4278" y="9058"/>
                  </a:lnTo>
                  <a:lnTo>
                    <a:pt x="4278" y="10335"/>
                  </a:lnTo>
                  <a:lnTo>
                    <a:pt x="3443" y="11729"/>
                  </a:lnTo>
                  <a:lnTo>
                    <a:pt x="3130" y="11729"/>
                  </a:lnTo>
                  <a:lnTo>
                    <a:pt x="2295" y="12077"/>
                  </a:lnTo>
                  <a:lnTo>
                    <a:pt x="2295" y="12541"/>
                  </a:lnTo>
                  <a:lnTo>
                    <a:pt x="1565" y="13354"/>
                  </a:lnTo>
                  <a:lnTo>
                    <a:pt x="1565" y="14283"/>
                  </a:lnTo>
                  <a:lnTo>
                    <a:pt x="1147" y="14283"/>
                  </a:lnTo>
                  <a:lnTo>
                    <a:pt x="1147" y="15561"/>
                  </a:lnTo>
                  <a:lnTo>
                    <a:pt x="834" y="16374"/>
                  </a:lnTo>
                  <a:lnTo>
                    <a:pt x="834" y="16838"/>
                  </a:lnTo>
                  <a:lnTo>
                    <a:pt x="417" y="17303"/>
                  </a:lnTo>
                  <a:lnTo>
                    <a:pt x="417" y="19393"/>
                  </a:lnTo>
                  <a:lnTo>
                    <a:pt x="0" y="19858"/>
                  </a:lnTo>
                  <a:lnTo>
                    <a:pt x="0" y="20322"/>
                  </a:lnTo>
                  <a:lnTo>
                    <a:pt x="834" y="20322"/>
                  </a:lnTo>
                  <a:lnTo>
                    <a:pt x="834" y="19858"/>
                  </a:lnTo>
                  <a:lnTo>
                    <a:pt x="1147" y="19858"/>
                  </a:lnTo>
                  <a:lnTo>
                    <a:pt x="1565" y="20322"/>
                  </a:lnTo>
                  <a:lnTo>
                    <a:pt x="1565" y="19858"/>
                  </a:lnTo>
                  <a:lnTo>
                    <a:pt x="2295" y="19393"/>
                  </a:lnTo>
                  <a:lnTo>
                    <a:pt x="3130" y="19393"/>
                  </a:lnTo>
                  <a:lnTo>
                    <a:pt x="3130" y="19858"/>
                  </a:lnTo>
                  <a:lnTo>
                    <a:pt x="3443" y="19858"/>
                  </a:lnTo>
                  <a:lnTo>
                    <a:pt x="3860" y="20322"/>
                  </a:lnTo>
                  <a:lnTo>
                    <a:pt x="11582" y="20322"/>
                  </a:lnTo>
                  <a:lnTo>
                    <a:pt x="12000" y="20670"/>
                  </a:lnTo>
                  <a:lnTo>
                    <a:pt x="12417" y="20670"/>
                  </a:lnTo>
                  <a:lnTo>
                    <a:pt x="12730" y="21135"/>
                  </a:lnTo>
                  <a:lnTo>
                    <a:pt x="14713" y="21135"/>
                  </a:lnTo>
                  <a:lnTo>
                    <a:pt x="14713" y="20670"/>
                  </a:lnTo>
                  <a:lnTo>
                    <a:pt x="14713" y="21135"/>
                  </a:lnTo>
                  <a:lnTo>
                    <a:pt x="15443" y="21135"/>
                  </a:lnTo>
                  <a:lnTo>
                    <a:pt x="15443" y="21600"/>
                  </a:lnTo>
                  <a:lnTo>
                    <a:pt x="16278" y="21600"/>
                  </a:lnTo>
                  <a:lnTo>
                    <a:pt x="16278" y="21135"/>
                  </a:lnTo>
                  <a:lnTo>
                    <a:pt x="16591" y="21135"/>
                  </a:lnTo>
                  <a:lnTo>
                    <a:pt x="17008" y="21600"/>
                  </a:lnTo>
                  <a:lnTo>
                    <a:pt x="17426" y="21600"/>
                  </a:lnTo>
                  <a:lnTo>
                    <a:pt x="20139"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3" name="AutoShape 141"/>
            <p:cNvSpPr>
              <a:spLocks/>
            </p:cNvSpPr>
            <p:nvPr/>
          </p:nvSpPr>
          <p:spPr bwMode="auto">
            <a:xfrm>
              <a:off x="3279046" y="8159267"/>
              <a:ext cx="523681" cy="408359"/>
            </a:xfrm>
            <a:custGeom>
              <a:avLst/>
              <a:gdLst>
                <a:gd name="T0" fmla="*/ 261841 w 21600"/>
                <a:gd name="T1" fmla="*/ 204180 h 21600"/>
                <a:gd name="T2" fmla="*/ 261841 w 21600"/>
                <a:gd name="T3" fmla="*/ 204180 h 21600"/>
                <a:gd name="T4" fmla="*/ 261841 w 21600"/>
                <a:gd name="T5" fmla="*/ 204180 h 21600"/>
                <a:gd name="T6" fmla="*/ 261841 w 21600"/>
                <a:gd name="T7" fmla="*/ 204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853"/>
                  </a:moveTo>
                  <a:lnTo>
                    <a:pt x="3821" y="6853"/>
                  </a:lnTo>
                  <a:lnTo>
                    <a:pt x="4320" y="7684"/>
                  </a:lnTo>
                  <a:lnTo>
                    <a:pt x="4984" y="7684"/>
                  </a:lnTo>
                  <a:lnTo>
                    <a:pt x="5649" y="6853"/>
                  </a:lnTo>
                  <a:lnTo>
                    <a:pt x="6147" y="6023"/>
                  </a:lnTo>
                  <a:lnTo>
                    <a:pt x="7476" y="3738"/>
                  </a:lnTo>
                  <a:lnTo>
                    <a:pt x="9304" y="3115"/>
                  </a:lnTo>
                  <a:lnTo>
                    <a:pt x="9969" y="2284"/>
                  </a:lnTo>
                  <a:lnTo>
                    <a:pt x="10467" y="2284"/>
                  </a:lnTo>
                  <a:lnTo>
                    <a:pt x="10467" y="623"/>
                  </a:lnTo>
                  <a:lnTo>
                    <a:pt x="11132" y="0"/>
                  </a:lnTo>
                  <a:lnTo>
                    <a:pt x="14787" y="0"/>
                  </a:lnTo>
                  <a:lnTo>
                    <a:pt x="14787" y="623"/>
                  </a:lnTo>
                  <a:lnTo>
                    <a:pt x="16116" y="623"/>
                  </a:lnTo>
                  <a:lnTo>
                    <a:pt x="16116" y="1453"/>
                  </a:lnTo>
                  <a:lnTo>
                    <a:pt x="16615" y="1453"/>
                  </a:lnTo>
                  <a:lnTo>
                    <a:pt x="16615" y="623"/>
                  </a:lnTo>
                  <a:lnTo>
                    <a:pt x="17280" y="1453"/>
                  </a:lnTo>
                  <a:lnTo>
                    <a:pt x="18443" y="1453"/>
                  </a:lnTo>
                  <a:lnTo>
                    <a:pt x="18443" y="2284"/>
                  </a:lnTo>
                  <a:lnTo>
                    <a:pt x="20270" y="2284"/>
                  </a:lnTo>
                  <a:lnTo>
                    <a:pt x="20270" y="3115"/>
                  </a:lnTo>
                  <a:lnTo>
                    <a:pt x="20935" y="3738"/>
                  </a:lnTo>
                  <a:lnTo>
                    <a:pt x="21599" y="3738"/>
                  </a:lnTo>
                  <a:lnTo>
                    <a:pt x="21599" y="6023"/>
                  </a:lnTo>
                  <a:lnTo>
                    <a:pt x="20935" y="6853"/>
                  </a:lnTo>
                  <a:lnTo>
                    <a:pt x="20935" y="8515"/>
                  </a:lnTo>
                  <a:lnTo>
                    <a:pt x="21599" y="8515"/>
                  </a:lnTo>
                  <a:lnTo>
                    <a:pt x="20935" y="8515"/>
                  </a:lnTo>
                  <a:lnTo>
                    <a:pt x="20935" y="9969"/>
                  </a:lnTo>
                  <a:lnTo>
                    <a:pt x="20270" y="10800"/>
                  </a:lnTo>
                  <a:lnTo>
                    <a:pt x="20935" y="11423"/>
                  </a:lnTo>
                  <a:lnTo>
                    <a:pt x="20935" y="13915"/>
                  </a:lnTo>
                  <a:lnTo>
                    <a:pt x="20270" y="14538"/>
                  </a:lnTo>
                  <a:lnTo>
                    <a:pt x="19772" y="14538"/>
                  </a:lnTo>
                  <a:lnTo>
                    <a:pt x="19772" y="18484"/>
                  </a:lnTo>
                  <a:lnTo>
                    <a:pt x="16615" y="21599"/>
                  </a:lnTo>
                  <a:lnTo>
                    <a:pt x="16116" y="21599"/>
                  </a:lnTo>
                  <a:lnTo>
                    <a:pt x="14787" y="20769"/>
                  </a:lnTo>
                  <a:lnTo>
                    <a:pt x="14123" y="21599"/>
                  </a:lnTo>
                  <a:lnTo>
                    <a:pt x="13624" y="21599"/>
                  </a:lnTo>
                  <a:lnTo>
                    <a:pt x="12960" y="20769"/>
                  </a:lnTo>
                  <a:lnTo>
                    <a:pt x="11132" y="20769"/>
                  </a:lnTo>
                  <a:lnTo>
                    <a:pt x="10467" y="19938"/>
                  </a:lnTo>
                  <a:lnTo>
                    <a:pt x="10467" y="19315"/>
                  </a:lnTo>
                  <a:lnTo>
                    <a:pt x="9304" y="19315"/>
                  </a:lnTo>
                  <a:lnTo>
                    <a:pt x="8640" y="18484"/>
                  </a:lnTo>
                  <a:lnTo>
                    <a:pt x="7975" y="19315"/>
                  </a:lnTo>
                  <a:lnTo>
                    <a:pt x="7476" y="18484"/>
                  </a:lnTo>
                  <a:lnTo>
                    <a:pt x="6147" y="16823"/>
                  </a:lnTo>
                  <a:lnTo>
                    <a:pt x="6147" y="15369"/>
                  </a:lnTo>
                  <a:lnTo>
                    <a:pt x="5649" y="15369"/>
                  </a:lnTo>
                  <a:lnTo>
                    <a:pt x="5649" y="14538"/>
                  </a:lnTo>
                  <a:lnTo>
                    <a:pt x="4984" y="13915"/>
                  </a:lnTo>
                  <a:lnTo>
                    <a:pt x="4320" y="13915"/>
                  </a:lnTo>
                  <a:lnTo>
                    <a:pt x="3821" y="13084"/>
                  </a:lnTo>
                  <a:lnTo>
                    <a:pt x="3156" y="11423"/>
                  </a:lnTo>
                  <a:lnTo>
                    <a:pt x="2492" y="11423"/>
                  </a:lnTo>
                  <a:lnTo>
                    <a:pt x="2492" y="10800"/>
                  </a:lnTo>
                  <a:lnTo>
                    <a:pt x="1827" y="9969"/>
                  </a:lnTo>
                  <a:lnTo>
                    <a:pt x="1827" y="9138"/>
                  </a:lnTo>
                  <a:lnTo>
                    <a:pt x="1329" y="9138"/>
                  </a:lnTo>
                  <a:lnTo>
                    <a:pt x="1329" y="8515"/>
                  </a:lnTo>
                  <a:lnTo>
                    <a:pt x="664" y="8515"/>
                  </a:lnTo>
                  <a:lnTo>
                    <a:pt x="664" y="7684"/>
                  </a:lnTo>
                  <a:lnTo>
                    <a:pt x="0" y="7684"/>
                  </a:lnTo>
                  <a:lnTo>
                    <a:pt x="0" y="685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4" name="AutoShape 142"/>
            <p:cNvSpPr>
              <a:spLocks/>
            </p:cNvSpPr>
            <p:nvPr/>
          </p:nvSpPr>
          <p:spPr bwMode="auto">
            <a:xfrm>
              <a:off x="2920521" y="8288840"/>
              <a:ext cx="628415" cy="537933"/>
            </a:xfrm>
            <a:custGeom>
              <a:avLst/>
              <a:gdLst>
                <a:gd name="T0" fmla="*/ 314208 w 21600"/>
                <a:gd name="T1" fmla="*/ 268967 h 21600"/>
                <a:gd name="T2" fmla="*/ 314208 w 21600"/>
                <a:gd name="T3" fmla="*/ 268967 h 21600"/>
                <a:gd name="T4" fmla="*/ 314208 w 21600"/>
                <a:gd name="T5" fmla="*/ 268967 h 21600"/>
                <a:gd name="T6" fmla="*/ 314208 w 21600"/>
                <a:gd name="T7" fmla="*/ 268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23" y="0"/>
                  </a:moveTo>
                  <a:lnTo>
                    <a:pt x="12323" y="630"/>
                  </a:lnTo>
                  <a:lnTo>
                    <a:pt x="12876" y="630"/>
                  </a:lnTo>
                  <a:lnTo>
                    <a:pt x="12876" y="1261"/>
                  </a:lnTo>
                  <a:lnTo>
                    <a:pt x="13430" y="1261"/>
                  </a:lnTo>
                  <a:lnTo>
                    <a:pt x="13430" y="1734"/>
                  </a:lnTo>
                  <a:lnTo>
                    <a:pt x="13846" y="1734"/>
                  </a:lnTo>
                  <a:lnTo>
                    <a:pt x="13846" y="2364"/>
                  </a:lnTo>
                  <a:lnTo>
                    <a:pt x="14399" y="2995"/>
                  </a:lnTo>
                  <a:lnTo>
                    <a:pt x="14399" y="3468"/>
                  </a:lnTo>
                  <a:lnTo>
                    <a:pt x="14953" y="3468"/>
                  </a:lnTo>
                  <a:lnTo>
                    <a:pt x="15507" y="4729"/>
                  </a:lnTo>
                  <a:lnTo>
                    <a:pt x="15923" y="5360"/>
                  </a:lnTo>
                  <a:lnTo>
                    <a:pt x="16476" y="5360"/>
                  </a:lnTo>
                  <a:lnTo>
                    <a:pt x="17030" y="5833"/>
                  </a:lnTo>
                  <a:lnTo>
                    <a:pt x="17030" y="6464"/>
                  </a:lnTo>
                  <a:lnTo>
                    <a:pt x="17446" y="6464"/>
                  </a:lnTo>
                  <a:lnTo>
                    <a:pt x="17446" y="7567"/>
                  </a:lnTo>
                  <a:lnTo>
                    <a:pt x="18553" y="8829"/>
                  </a:lnTo>
                  <a:lnTo>
                    <a:pt x="18969" y="9459"/>
                  </a:lnTo>
                  <a:lnTo>
                    <a:pt x="19523" y="8829"/>
                  </a:lnTo>
                  <a:lnTo>
                    <a:pt x="20076" y="9459"/>
                  </a:lnTo>
                  <a:lnTo>
                    <a:pt x="21046" y="9459"/>
                  </a:lnTo>
                  <a:lnTo>
                    <a:pt x="21046" y="9932"/>
                  </a:lnTo>
                  <a:lnTo>
                    <a:pt x="21599" y="10563"/>
                  </a:lnTo>
                  <a:lnTo>
                    <a:pt x="20630" y="10563"/>
                  </a:lnTo>
                  <a:lnTo>
                    <a:pt x="20630" y="11194"/>
                  </a:lnTo>
                  <a:lnTo>
                    <a:pt x="20076" y="11194"/>
                  </a:lnTo>
                  <a:lnTo>
                    <a:pt x="20076" y="11667"/>
                  </a:lnTo>
                  <a:lnTo>
                    <a:pt x="18553" y="11667"/>
                  </a:lnTo>
                  <a:lnTo>
                    <a:pt x="17999" y="12297"/>
                  </a:lnTo>
                  <a:lnTo>
                    <a:pt x="17446" y="12297"/>
                  </a:lnTo>
                  <a:lnTo>
                    <a:pt x="17446" y="12928"/>
                  </a:lnTo>
                  <a:lnTo>
                    <a:pt x="17030" y="12928"/>
                  </a:lnTo>
                  <a:lnTo>
                    <a:pt x="17030" y="13401"/>
                  </a:lnTo>
                  <a:lnTo>
                    <a:pt x="16476" y="13401"/>
                  </a:lnTo>
                  <a:lnTo>
                    <a:pt x="15507" y="14032"/>
                  </a:lnTo>
                  <a:lnTo>
                    <a:pt x="15507" y="14662"/>
                  </a:lnTo>
                  <a:lnTo>
                    <a:pt x="15923" y="15293"/>
                  </a:lnTo>
                  <a:lnTo>
                    <a:pt x="15507" y="15293"/>
                  </a:lnTo>
                  <a:lnTo>
                    <a:pt x="15507" y="15766"/>
                  </a:lnTo>
                  <a:lnTo>
                    <a:pt x="14953" y="15766"/>
                  </a:lnTo>
                  <a:lnTo>
                    <a:pt x="13846" y="17027"/>
                  </a:lnTo>
                  <a:lnTo>
                    <a:pt x="13430" y="17027"/>
                  </a:lnTo>
                  <a:lnTo>
                    <a:pt x="12876" y="17500"/>
                  </a:lnTo>
                  <a:lnTo>
                    <a:pt x="12876" y="19392"/>
                  </a:lnTo>
                  <a:lnTo>
                    <a:pt x="9830" y="19392"/>
                  </a:lnTo>
                  <a:lnTo>
                    <a:pt x="8723" y="18762"/>
                  </a:lnTo>
                  <a:lnTo>
                    <a:pt x="8307" y="18131"/>
                  </a:lnTo>
                  <a:lnTo>
                    <a:pt x="7199" y="18131"/>
                  </a:lnTo>
                  <a:lnTo>
                    <a:pt x="6784" y="18762"/>
                  </a:lnTo>
                  <a:lnTo>
                    <a:pt x="6230" y="19865"/>
                  </a:lnTo>
                  <a:lnTo>
                    <a:pt x="5676" y="20496"/>
                  </a:lnTo>
                  <a:lnTo>
                    <a:pt x="5123" y="20496"/>
                  </a:lnTo>
                  <a:lnTo>
                    <a:pt x="4707" y="21127"/>
                  </a:lnTo>
                  <a:lnTo>
                    <a:pt x="4153" y="21127"/>
                  </a:lnTo>
                  <a:lnTo>
                    <a:pt x="3599" y="21599"/>
                  </a:lnTo>
                  <a:lnTo>
                    <a:pt x="1661" y="21599"/>
                  </a:lnTo>
                  <a:lnTo>
                    <a:pt x="1661" y="19865"/>
                  </a:lnTo>
                  <a:lnTo>
                    <a:pt x="1107" y="18762"/>
                  </a:lnTo>
                  <a:lnTo>
                    <a:pt x="1107" y="18131"/>
                  </a:lnTo>
                  <a:lnTo>
                    <a:pt x="0" y="17500"/>
                  </a:lnTo>
                  <a:lnTo>
                    <a:pt x="0" y="17027"/>
                  </a:lnTo>
                  <a:lnTo>
                    <a:pt x="553" y="9932"/>
                  </a:lnTo>
                  <a:lnTo>
                    <a:pt x="2630" y="9932"/>
                  </a:lnTo>
                  <a:lnTo>
                    <a:pt x="3184" y="1261"/>
                  </a:lnTo>
                  <a:lnTo>
                    <a:pt x="6784" y="1261"/>
                  </a:lnTo>
                  <a:lnTo>
                    <a:pt x="7753" y="630"/>
                  </a:lnTo>
                  <a:lnTo>
                    <a:pt x="8307" y="630"/>
                  </a:lnTo>
                  <a:lnTo>
                    <a:pt x="8307" y="1734"/>
                  </a:lnTo>
                  <a:lnTo>
                    <a:pt x="9276" y="1261"/>
                  </a:lnTo>
                  <a:lnTo>
                    <a:pt x="9830" y="630"/>
                  </a:lnTo>
                  <a:lnTo>
                    <a:pt x="10246" y="0"/>
                  </a:lnTo>
                  <a:lnTo>
                    <a:pt x="10800" y="630"/>
                  </a:lnTo>
                  <a:lnTo>
                    <a:pt x="11353" y="0"/>
                  </a:lnTo>
                  <a:lnTo>
                    <a:pt x="1232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5" name="AutoShape 143"/>
            <p:cNvSpPr>
              <a:spLocks/>
            </p:cNvSpPr>
            <p:nvPr/>
          </p:nvSpPr>
          <p:spPr bwMode="auto">
            <a:xfrm>
              <a:off x="2384761" y="8229946"/>
              <a:ext cx="894285" cy="746037"/>
            </a:xfrm>
            <a:custGeom>
              <a:avLst/>
              <a:gdLst>
                <a:gd name="T0" fmla="*/ 447142 w 21600"/>
                <a:gd name="T1" fmla="*/ 373019 h 21600"/>
                <a:gd name="T2" fmla="*/ 447142 w 21600"/>
                <a:gd name="T3" fmla="*/ 373019 h 21600"/>
                <a:gd name="T4" fmla="*/ 447142 w 21600"/>
                <a:gd name="T5" fmla="*/ 373019 h 21600"/>
                <a:gd name="T6" fmla="*/ 447142 w 21600"/>
                <a:gd name="T7" fmla="*/ 3730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940" y="14324"/>
                  </a:moveTo>
                  <a:lnTo>
                    <a:pt x="12940" y="13983"/>
                  </a:lnTo>
                  <a:lnTo>
                    <a:pt x="13329" y="8867"/>
                  </a:lnTo>
                  <a:lnTo>
                    <a:pt x="14789" y="8867"/>
                  </a:lnTo>
                  <a:lnTo>
                    <a:pt x="15178" y="2614"/>
                  </a:lnTo>
                  <a:lnTo>
                    <a:pt x="17708" y="2614"/>
                  </a:lnTo>
                  <a:lnTo>
                    <a:pt x="18389" y="2159"/>
                  </a:lnTo>
                  <a:lnTo>
                    <a:pt x="18778" y="2159"/>
                  </a:lnTo>
                  <a:lnTo>
                    <a:pt x="18778" y="2955"/>
                  </a:lnTo>
                  <a:lnTo>
                    <a:pt x="19459" y="2614"/>
                  </a:lnTo>
                  <a:lnTo>
                    <a:pt x="19848" y="2159"/>
                  </a:lnTo>
                  <a:lnTo>
                    <a:pt x="20140" y="1705"/>
                  </a:lnTo>
                  <a:lnTo>
                    <a:pt x="20529" y="2159"/>
                  </a:lnTo>
                  <a:lnTo>
                    <a:pt x="20918" y="1705"/>
                  </a:lnTo>
                  <a:lnTo>
                    <a:pt x="21600" y="1705"/>
                  </a:lnTo>
                  <a:lnTo>
                    <a:pt x="21600" y="1250"/>
                  </a:lnTo>
                  <a:lnTo>
                    <a:pt x="21308" y="1250"/>
                  </a:lnTo>
                  <a:lnTo>
                    <a:pt x="20918" y="909"/>
                  </a:lnTo>
                  <a:lnTo>
                    <a:pt x="20529" y="1250"/>
                  </a:lnTo>
                  <a:lnTo>
                    <a:pt x="20140" y="909"/>
                  </a:lnTo>
                  <a:lnTo>
                    <a:pt x="16248" y="2159"/>
                  </a:lnTo>
                  <a:lnTo>
                    <a:pt x="15859" y="2159"/>
                  </a:lnTo>
                  <a:lnTo>
                    <a:pt x="15470" y="1705"/>
                  </a:lnTo>
                  <a:lnTo>
                    <a:pt x="15178" y="1705"/>
                  </a:lnTo>
                  <a:lnTo>
                    <a:pt x="15178" y="2159"/>
                  </a:lnTo>
                  <a:lnTo>
                    <a:pt x="14400" y="2159"/>
                  </a:lnTo>
                  <a:lnTo>
                    <a:pt x="14400" y="1705"/>
                  </a:lnTo>
                  <a:lnTo>
                    <a:pt x="13718" y="1705"/>
                  </a:lnTo>
                  <a:lnTo>
                    <a:pt x="13718" y="1250"/>
                  </a:lnTo>
                  <a:lnTo>
                    <a:pt x="13718" y="1705"/>
                  </a:lnTo>
                  <a:lnTo>
                    <a:pt x="11870" y="1705"/>
                  </a:lnTo>
                  <a:lnTo>
                    <a:pt x="11578" y="1250"/>
                  </a:lnTo>
                  <a:lnTo>
                    <a:pt x="11189" y="1250"/>
                  </a:lnTo>
                  <a:lnTo>
                    <a:pt x="10800" y="909"/>
                  </a:lnTo>
                  <a:lnTo>
                    <a:pt x="3600" y="909"/>
                  </a:lnTo>
                  <a:lnTo>
                    <a:pt x="3210" y="454"/>
                  </a:lnTo>
                  <a:lnTo>
                    <a:pt x="2918" y="454"/>
                  </a:lnTo>
                  <a:lnTo>
                    <a:pt x="2918" y="0"/>
                  </a:lnTo>
                  <a:lnTo>
                    <a:pt x="2140" y="0"/>
                  </a:lnTo>
                  <a:lnTo>
                    <a:pt x="1459" y="454"/>
                  </a:lnTo>
                  <a:lnTo>
                    <a:pt x="1459" y="909"/>
                  </a:lnTo>
                  <a:lnTo>
                    <a:pt x="1070" y="454"/>
                  </a:lnTo>
                  <a:lnTo>
                    <a:pt x="778" y="454"/>
                  </a:lnTo>
                  <a:lnTo>
                    <a:pt x="778" y="909"/>
                  </a:lnTo>
                  <a:lnTo>
                    <a:pt x="0" y="909"/>
                  </a:lnTo>
                  <a:lnTo>
                    <a:pt x="389" y="2159"/>
                  </a:lnTo>
                  <a:lnTo>
                    <a:pt x="1070" y="3410"/>
                  </a:lnTo>
                  <a:lnTo>
                    <a:pt x="1848" y="4206"/>
                  </a:lnTo>
                  <a:lnTo>
                    <a:pt x="2529" y="5911"/>
                  </a:lnTo>
                  <a:lnTo>
                    <a:pt x="2529" y="6821"/>
                  </a:lnTo>
                  <a:lnTo>
                    <a:pt x="3210" y="8071"/>
                  </a:lnTo>
                  <a:lnTo>
                    <a:pt x="3210" y="8526"/>
                  </a:lnTo>
                  <a:lnTo>
                    <a:pt x="4378" y="9776"/>
                  </a:lnTo>
                  <a:lnTo>
                    <a:pt x="4378" y="10572"/>
                  </a:lnTo>
                  <a:lnTo>
                    <a:pt x="3989" y="10572"/>
                  </a:lnTo>
                  <a:lnTo>
                    <a:pt x="4378" y="11368"/>
                  </a:lnTo>
                  <a:lnTo>
                    <a:pt x="4378" y="12732"/>
                  </a:lnTo>
                  <a:lnTo>
                    <a:pt x="4670" y="13983"/>
                  </a:lnTo>
                  <a:lnTo>
                    <a:pt x="4670" y="14778"/>
                  </a:lnTo>
                  <a:lnTo>
                    <a:pt x="5059" y="15233"/>
                  </a:lnTo>
                  <a:lnTo>
                    <a:pt x="4670" y="15233"/>
                  </a:lnTo>
                  <a:lnTo>
                    <a:pt x="5059" y="15688"/>
                  </a:lnTo>
                  <a:lnTo>
                    <a:pt x="5059" y="16484"/>
                  </a:lnTo>
                  <a:lnTo>
                    <a:pt x="5448" y="16938"/>
                  </a:lnTo>
                  <a:lnTo>
                    <a:pt x="5059" y="16938"/>
                  </a:lnTo>
                  <a:lnTo>
                    <a:pt x="5059" y="17279"/>
                  </a:lnTo>
                  <a:lnTo>
                    <a:pt x="5448" y="17734"/>
                  </a:lnTo>
                  <a:lnTo>
                    <a:pt x="5448" y="18644"/>
                  </a:lnTo>
                  <a:lnTo>
                    <a:pt x="6518" y="19894"/>
                  </a:lnTo>
                  <a:lnTo>
                    <a:pt x="6518" y="20235"/>
                  </a:lnTo>
                  <a:lnTo>
                    <a:pt x="7200" y="20690"/>
                  </a:lnTo>
                  <a:lnTo>
                    <a:pt x="7589" y="20690"/>
                  </a:lnTo>
                  <a:lnTo>
                    <a:pt x="7589" y="20235"/>
                  </a:lnTo>
                  <a:lnTo>
                    <a:pt x="7978" y="19894"/>
                  </a:lnTo>
                  <a:lnTo>
                    <a:pt x="8659" y="19894"/>
                  </a:lnTo>
                  <a:lnTo>
                    <a:pt x="8659" y="21145"/>
                  </a:lnTo>
                  <a:lnTo>
                    <a:pt x="10800" y="21145"/>
                  </a:lnTo>
                  <a:lnTo>
                    <a:pt x="10800" y="21600"/>
                  </a:lnTo>
                  <a:lnTo>
                    <a:pt x="11189" y="21600"/>
                  </a:lnTo>
                  <a:lnTo>
                    <a:pt x="11189" y="21145"/>
                  </a:lnTo>
                  <a:lnTo>
                    <a:pt x="11578" y="20690"/>
                  </a:lnTo>
                  <a:lnTo>
                    <a:pt x="11870" y="20690"/>
                  </a:lnTo>
                  <a:lnTo>
                    <a:pt x="12259" y="20235"/>
                  </a:lnTo>
                  <a:lnTo>
                    <a:pt x="12940" y="20235"/>
                  </a:lnTo>
                  <a:lnTo>
                    <a:pt x="12940" y="143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6" name="AutoShape 144"/>
            <p:cNvSpPr>
              <a:spLocks/>
            </p:cNvSpPr>
            <p:nvPr/>
          </p:nvSpPr>
          <p:spPr bwMode="auto">
            <a:xfrm>
              <a:off x="5265001" y="8477311"/>
              <a:ext cx="44313" cy="31413"/>
            </a:xfrm>
            <a:custGeom>
              <a:avLst/>
              <a:gdLst>
                <a:gd name="T0" fmla="*/ 22157 w 21600"/>
                <a:gd name="T1" fmla="*/ 15707 h 21600"/>
                <a:gd name="T2" fmla="*/ 22157 w 21600"/>
                <a:gd name="T3" fmla="*/ 15707 h 21600"/>
                <a:gd name="T4" fmla="*/ 22157 w 21600"/>
                <a:gd name="T5" fmla="*/ 15707 h 21600"/>
                <a:gd name="T6" fmla="*/ 22157 w 21600"/>
                <a:gd name="T7" fmla="*/ 15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5890" y="21599"/>
                  </a:lnTo>
                  <a:lnTo>
                    <a:pt x="21599" y="10800"/>
                  </a:lnTo>
                  <a:lnTo>
                    <a:pt x="13745" y="10800"/>
                  </a:lnTo>
                  <a:lnTo>
                    <a:pt x="13745" y="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7" name="AutoShape 145"/>
            <p:cNvSpPr>
              <a:spLocks/>
            </p:cNvSpPr>
            <p:nvPr/>
          </p:nvSpPr>
          <p:spPr bwMode="auto">
            <a:xfrm>
              <a:off x="4443225" y="7939385"/>
              <a:ext cx="507566" cy="832420"/>
            </a:xfrm>
            <a:custGeom>
              <a:avLst/>
              <a:gdLst>
                <a:gd name="T0" fmla="*/ 253783 w 21600"/>
                <a:gd name="T1" fmla="*/ 416210 h 21600"/>
                <a:gd name="T2" fmla="*/ 253783 w 21600"/>
                <a:gd name="T3" fmla="*/ 416210 h 21600"/>
                <a:gd name="T4" fmla="*/ 253783 w 21600"/>
                <a:gd name="T5" fmla="*/ 416210 h 21600"/>
                <a:gd name="T6" fmla="*/ 253783 w 21600"/>
                <a:gd name="T7" fmla="*/ 4162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57" y="21599"/>
                  </a:moveTo>
                  <a:lnTo>
                    <a:pt x="5657" y="21599"/>
                  </a:lnTo>
                  <a:lnTo>
                    <a:pt x="7028" y="20784"/>
                  </a:lnTo>
                  <a:lnTo>
                    <a:pt x="10114" y="20784"/>
                  </a:lnTo>
                  <a:lnTo>
                    <a:pt x="10114" y="20377"/>
                  </a:lnTo>
                  <a:lnTo>
                    <a:pt x="10800" y="20377"/>
                  </a:lnTo>
                  <a:lnTo>
                    <a:pt x="11485" y="20071"/>
                  </a:lnTo>
                  <a:lnTo>
                    <a:pt x="11485" y="19256"/>
                  </a:lnTo>
                  <a:lnTo>
                    <a:pt x="11999" y="18950"/>
                  </a:lnTo>
                  <a:lnTo>
                    <a:pt x="11999" y="18543"/>
                  </a:lnTo>
                  <a:lnTo>
                    <a:pt x="12685" y="17728"/>
                  </a:lnTo>
                  <a:lnTo>
                    <a:pt x="13371" y="17422"/>
                  </a:lnTo>
                  <a:lnTo>
                    <a:pt x="14057" y="16301"/>
                  </a:lnTo>
                  <a:lnTo>
                    <a:pt x="14057" y="15894"/>
                  </a:lnTo>
                  <a:lnTo>
                    <a:pt x="14571" y="15486"/>
                  </a:lnTo>
                  <a:lnTo>
                    <a:pt x="14571" y="14773"/>
                  </a:lnTo>
                  <a:lnTo>
                    <a:pt x="15257" y="13958"/>
                  </a:lnTo>
                  <a:lnTo>
                    <a:pt x="15942" y="12837"/>
                  </a:lnTo>
                  <a:lnTo>
                    <a:pt x="16457" y="12532"/>
                  </a:lnTo>
                  <a:lnTo>
                    <a:pt x="16457" y="12124"/>
                  </a:lnTo>
                  <a:lnTo>
                    <a:pt x="17142" y="11309"/>
                  </a:lnTo>
                  <a:lnTo>
                    <a:pt x="17828" y="10596"/>
                  </a:lnTo>
                  <a:lnTo>
                    <a:pt x="18342" y="9883"/>
                  </a:lnTo>
                  <a:lnTo>
                    <a:pt x="18342" y="9067"/>
                  </a:lnTo>
                  <a:lnTo>
                    <a:pt x="19028" y="9067"/>
                  </a:lnTo>
                  <a:lnTo>
                    <a:pt x="19028" y="8660"/>
                  </a:lnTo>
                  <a:lnTo>
                    <a:pt x="18342" y="8354"/>
                  </a:lnTo>
                  <a:lnTo>
                    <a:pt x="19714" y="7539"/>
                  </a:lnTo>
                  <a:lnTo>
                    <a:pt x="19028" y="7233"/>
                  </a:lnTo>
                  <a:lnTo>
                    <a:pt x="19714" y="7233"/>
                  </a:lnTo>
                  <a:lnTo>
                    <a:pt x="19714" y="5298"/>
                  </a:lnTo>
                  <a:lnTo>
                    <a:pt x="20914" y="6011"/>
                  </a:lnTo>
                  <a:lnTo>
                    <a:pt x="20914" y="5705"/>
                  </a:lnTo>
                  <a:lnTo>
                    <a:pt x="21600" y="5705"/>
                  </a:lnTo>
                  <a:lnTo>
                    <a:pt x="21600" y="4890"/>
                  </a:lnTo>
                  <a:lnTo>
                    <a:pt x="20914" y="4584"/>
                  </a:lnTo>
                  <a:lnTo>
                    <a:pt x="20914" y="1528"/>
                  </a:lnTo>
                  <a:lnTo>
                    <a:pt x="20400" y="1120"/>
                  </a:lnTo>
                  <a:lnTo>
                    <a:pt x="20400" y="1528"/>
                  </a:lnTo>
                  <a:lnTo>
                    <a:pt x="19714" y="1120"/>
                  </a:lnTo>
                  <a:lnTo>
                    <a:pt x="19714" y="815"/>
                  </a:lnTo>
                  <a:lnTo>
                    <a:pt x="19028" y="815"/>
                  </a:lnTo>
                  <a:lnTo>
                    <a:pt x="19714" y="407"/>
                  </a:lnTo>
                  <a:lnTo>
                    <a:pt x="19028" y="0"/>
                  </a:lnTo>
                  <a:lnTo>
                    <a:pt x="18342" y="407"/>
                  </a:lnTo>
                  <a:lnTo>
                    <a:pt x="18342" y="815"/>
                  </a:lnTo>
                  <a:lnTo>
                    <a:pt x="17828" y="407"/>
                  </a:lnTo>
                  <a:lnTo>
                    <a:pt x="17142" y="407"/>
                  </a:lnTo>
                  <a:lnTo>
                    <a:pt x="17828" y="815"/>
                  </a:lnTo>
                  <a:lnTo>
                    <a:pt x="17828" y="1120"/>
                  </a:lnTo>
                  <a:lnTo>
                    <a:pt x="18342" y="1120"/>
                  </a:lnTo>
                  <a:lnTo>
                    <a:pt x="18342" y="1528"/>
                  </a:lnTo>
                  <a:lnTo>
                    <a:pt x="17828" y="1528"/>
                  </a:lnTo>
                  <a:lnTo>
                    <a:pt x="17828" y="2241"/>
                  </a:lnTo>
                  <a:lnTo>
                    <a:pt x="17142" y="2241"/>
                  </a:lnTo>
                  <a:lnTo>
                    <a:pt x="16457" y="2649"/>
                  </a:lnTo>
                  <a:lnTo>
                    <a:pt x="16457" y="3056"/>
                  </a:lnTo>
                  <a:lnTo>
                    <a:pt x="15942" y="3056"/>
                  </a:lnTo>
                  <a:lnTo>
                    <a:pt x="15942" y="2649"/>
                  </a:lnTo>
                  <a:lnTo>
                    <a:pt x="15257" y="2649"/>
                  </a:lnTo>
                  <a:lnTo>
                    <a:pt x="15257" y="3056"/>
                  </a:lnTo>
                  <a:lnTo>
                    <a:pt x="15942" y="3464"/>
                  </a:lnTo>
                  <a:lnTo>
                    <a:pt x="15257" y="3464"/>
                  </a:lnTo>
                  <a:lnTo>
                    <a:pt x="14571" y="3769"/>
                  </a:lnTo>
                  <a:lnTo>
                    <a:pt x="15257" y="4177"/>
                  </a:lnTo>
                  <a:lnTo>
                    <a:pt x="14571" y="4177"/>
                  </a:lnTo>
                  <a:lnTo>
                    <a:pt x="14571" y="4584"/>
                  </a:lnTo>
                  <a:lnTo>
                    <a:pt x="13371" y="4890"/>
                  </a:lnTo>
                  <a:lnTo>
                    <a:pt x="13371" y="4584"/>
                  </a:lnTo>
                  <a:lnTo>
                    <a:pt x="14057" y="4584"/>
                  </a:lnTo>
                  <a:lnTo>
                    <a:pt x="13371" y="4177"/>
                  </a:lnTo>
                  <a:lnTo>
                    <a:pt x="12685" y="4584"/>
                  </a:lnTo>
                  <a:lnTo>
                    <a:pt x="13371" y="4584"/>
                  </a:lnTo>
                  <a:lnTo>
                    <a:pt x="12685" y="4890"/>
                  </a:lnTo>
                  <a:lnTo>
                    <a:pt x="12685" y="5298"/>
                  </a:lnTo>
                  <a:lnTo>
                    <a:pt x="13371" y="5298"/>
                  </a:lnTo>
                  <a:lnTo>
                    <a:pt x="12685" y="5298"/>
                  </a:lnTo>
                  <a:lnTo>
                    <a:pt x="11999" y="5705"/>
                  </a:lnTo>
                  <a:lnTo>
                    <a:pt x="11999" y="4890"/>
                  </a:lnTo>
                  <a:lnTo>
                    <a:pt x="10800" y="5705"/>
                  </a:lnTo>
                  <a:lnTo>
                    <a:pt x="10800" y="6418"/>
                  </a:lnTo>
                  <a:lnTo>
                    <a:pt x="10114" y="6011"/>
                  </a:lnTo>
                  <a:lnTo>
                    <a:pt x="10114" y="5705"/>
                  </a:lnTo>
                  <a:lnTo>
                    <a:pt x="9600" y="6011"/>
                  </a:lnTo>
                  <a:lnTo>
                    <a:pt x="8228" y="5705"/>
                  </a:lnTo>
                  <a:lnTo>
                    <a:pt x="8228" y="6418"/>
                  </a:lnTo>
                  <a:lnTo>
                    <a:pt x="7714" y="6418"/>
                  </a:lnTo>
                  <a:lnTo>
                    <a:pt x="7714" y="6011"/>
                  </a:lnTo>
                  <a:lnTo>
                    <a:pt x="7028" y="6418"/>
                  </a:lnTo>
                  <a:lnTo>
                    <a:pt x="7028" y="6011"/>
                  </a:lnTo>
                  <a:lnTo>
                    <a:pt x="5657" y="6826"/>
                  </a:lnTo>
                  <a:lnTo>
                    <a:pt x="5142" y="6418"/>
                  </a:lnTo>
                  <a:lnTo>
                    <a:pt x="4457" y="6418"/>
                  </a:lnTo>
                  <a:lnTo>
                    <a:pt x="4457" y="7233"/>
                  </a:lnTo>
                  <a:lnTo>
                    <a:pt x="3771" y="7947"/>
                  </a:lnTo>
                  <a:lnTo>
                    <a:pt x="3257" y="8354"/>
                  </a:lnTo>
                  <a:lnTo>
                    <a:pt x="3257" y="9883"/>
                  </a:lnTo>
                  <a:lnTo>
                    <a:pt x="3771" y="11003"/>
                  </a:lnTo>
                  <a:lnTo>
                    <a:pt x="4457" y="11309"/>
                  </a:lnTo>
                  <a:lnTo>
                    <a:pt x="4457" y="11716"/>
                  </a:lnTo>
                  <a:lnTo>
                    <a:pt x="3771" y="12532"/>
                  </a:lnTo>
                  <a:lnTo>
                    <a:pt x="3257" y="12837"/>
                  </a:lnTo>
                  <a:lnTo>
                    <a:pt x="3257" y="13245"/>
                  </a:lnTo>
                  <a:lnTo>
                    <a:pt x="2571" y="13652"/>
                  </a:lnTo>
                  <a:lnTo>
                    <a:pt x="2571" y="14366"/>
                  </a:lnTo>
                  <a:lnTo>
                    <a:pt x="1371" y="14366"/>
                  </a:lnTo>
                  <a:lnTo>
                    <a:pt x="685" y="14773"/>
                  </a:lnTo>
                  <a:lnTo>
                    <a:pt x="685" y="15181"/>
                  </a:lnTo>
                  <a:lnTo>
                    <a:pt x="0" y="15486"/>
                  </a:lnTo>
                  <a:lnTo>
                    <a:pt x="685" y="15894"/>
                  </a:lnTo>
                  <a:lnTo>
                    <a:pt x="0" y="16301"/>
                  </a:lnTo>
                  <a:lnTo>
                    <a:pt x="685" y="16301"/>
                  </a:lnTo>
                  <a:lnTo>
                    <a:pt x="685" y="17015"/>
                  </a:lnTo>
                  <a:lnTo>
                    <a:pt x="1371" y="17422"/>
                  </a:lnTo>
                  <a:lnTo>
                    <a:pt x="1371" y="18135"/>
                  </a:lnTo>
                  <a:lnTo>
                    <a:pt x="1885" y="17728"/>
                  </a:lnTo>
                  <a:lnTo>
                    <a:pt x="1371" y="18135"/>
                  </a:lnTo>
                  <a:lnTo>
                    <a:pt x="685" y="18135"/>
                  </a:lnTo>
                  <a:lnTo>
                    <a:pt x="685" y="18543"/>
                  </a:lnTo>
                  <a:lnTo>
                    <a:pt x="1371" y="18950"/>
                  </a:lnTo>
                  <a:lnTo>
                    <a:pt x="685" y="19664"/>
                  </a:lnTo>
                  <a:lnTo>
                    <a:pt x="1371" y="19664"/>
                  </a:lnTo>
                  <a:lnTo>
                    <a:pt x="1371" y="20071"/>
                  </a:lnTo>
                  <a:lnTo>
                    <a:pt x="2571" y="20784"/>
                  </a:lnTo>
                  <a:lnTo>
                    <a:pt x="3771" y="20784"/>
                  </a:lnTo>
                  <a:lnTo>
                    <a:pt x="4457" y="21192"/>
                  </a:lnTo>
                  <a:lnTo>
                    <a:pt x="4457" y="21599"/>
                  </a:lnTo>
                  <a:close/>
                  <a:moveTo>
                    <a:pt x="17142" y="1528"/>
                  </a:moveTo>
                  <a:lnTo>
                    <a:pt x="17142" y="1120"/>
                  </a:lnTo>
                  <a:lnTo>
                    <a:pt x="17142" y="1528"/>
                  </a:lnTo>
                  <a:close/>
                  <a:moveTo>
                    <a:pt x="17142" y="1935"/>
                  </a:moveTo>
                  <a:lnTo>
                    <a:pt x="17142" y="2241"/>
                  </a:lnTo>
                  <a:lnTo>
                    <a:pt x="17142" y="1935"/>
                  </a:lnTo>
                  <a:close/>
                  <a:moveTo>
                    <a:pt x="15942" y="1935"/>
                  </a:moveTo>
                  <a:lnTo>
                    <a:pt x="16457" y="1935"/>
                  </a:lnTo>
                  <a:lnTo>
                    <a:pt x="16457" y="2241"/>
                  </a:lnTo>
                  <a:lnTo>
                    <a:pt x="15942" y="2241"/>
                  </a:lnTo>
                  <a:lnTo>
                    <a:pt x="15942" y="1935"/>
                  </a:lnTo>
                  <a:close/>
                  <a:moveTo>
                    <a:pt x="19714" y="7947"/>
                  </a:moveTo>
                  <a:lnTo>
                    <a:pt x="19714" y="7539"/>
                  </a:lnTo>
                  <a:lnTo>
                    <a:pt x="20400" y="7539"/>
                  </a:lnTo>
                  <a:lnTo>
                    <a:pt x="20400" y="7233"/>
                  </a:lnTo>
                  <a:lnTo>
                    <a:pt x="20400" y="7539"/>
                  </a:lnTo>
                  <a:lnTo>
                    <a:pt x="19714" y="79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8" name="AutoShape 146"/>
            <p:cNvSpPr>
              <a:spLocks/>
            </p:cNvSpPr>
            <p:nvPr/>
          </p:nvSpPr>
          <p:spPr bwMode="auto">
            <a:xfrm>
              <a:off x="3637564" y="7853001"/>
              <a:ext cx="684812" cy="973772"/>
            </a:xfrm>
            <a:custGeom>
              <a:avLst/>
              <a:gdLst>
                <a:gd name="T0" fmla="*/ 342406 w 21600"/>
                <a:gd name="T1" fmla="*/ 486886 h 21600"/>
                <a:gd name="T2" fmla="*/ 342406 w 21600"/>
                <a:gd name="T3" fmla="*/ 486886 h 21600"/>
                <a:gd name="T4" fmla="*/ 342406 w 21600"/>
                <a:gd name="T5" fmla="*/ 486886 h 21600"/>
                <a:gd name="T6" fmla="*/ 342406 w 21600"/>
                <a:gd name="T7" fmla="*/ 4868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 y="15851"/>
                  </a:moveTo>
                  <a:lnTo>
                    <a:pt x="3811" y="14545"/>
                  </a:lnTo>
                  <a:lnTo>
                    <a:pt x="3811" y="12890"/>
                  </a:lnTo>
                  <a:lnTo>
                    <a:pt x="4192" y="12890"/>
                  </a:lnTo>
                  <a:lnTo>
                    <a:pt x="4701" y="12629"/>
                  </a:lnTo>
                  <a:lnTo>
                    <a:pt x="4701" y="11583"/>
                  </a:lnTo>
                  <a:lnTo>
                    <a:pt x="4192" y="11322"/>
                  </a:lnTo>
                  <a:lnTo>
                    <a:pt x="4701" y="10974"/>
                  </a:lnTo>
                  <a:lnTo>
                    <a:pt x="4701" y="10364"/>
                  </a:lnTo>
                  <a:lnTo>
                    <a:pt x="5209" y="10364"/>
                  </a:lnTo>
                  <a:lnTo>
                    <a:pt x="4701" y="10364"/>
                  </a:lnTo>
                  <a:lnTo>
                    <a:pt x="4701" y="9667"/>
                  </a:lnTo>
                  <a:lnTo>
                    <a:pt x="5209" y="9319"/>
                  </a:lnTo>
                  <a:lnTo>
                    <a:pt x="5209" y="8361"/>
                  </a:lnTo>
                  <a:lnTo>
                    <a:pt x="4701" y="8361"/>
                  </a:lnTo>
                  <a:lnTo>
                    <a:pt x="4192" y="8100"/>
                  </a:lnTo>
                  <a:lnTo>
                    <a:pt x="4192" y="7751"/>
                  </a:lnTo>
                  <a:lnTo>
                    <a:pt x="2795" y="7751"/>
                  </a:lnTo>
                  <a:lnTo>
                    <a:pt x="2795" y="7403"/>
                  </a:lnTo>
                  <a:lnTo>
                    <a:pt x="1905" y="7403"/>
                  </a:lnTo>
                  <a:lnTo>
                    <a:pt x="1397" y="7054"/>
                  </a:lnTo>
                  <a:lnTo>
                    <a:pt x="1397" y="7403"/>
                  </a:lnTo>
                  <a:lnTo>
                    <a:pt x="1016" y="7403"/>
                  </a:lnTo>
                  <a:lnTo>
                    <a:pt x="1016" y="7054"/>
                  </a:lnTo>
                  <a:lnTo>
                    <a:pt x="0" y="7054"/>
                  </a:lnTo>
                  <a:lnTo>
                    <a:pt x="0" y="6096"/>
                  </a:lnTo>
                  <a:lnTo>
                    <a:pt x="1016" y="5835"/>
                  </a:lnTo>
                  <a:lnTo>
                    <a:pt x="1397" y="5835"/>
                  </a:lnTo>
                  <a:lnTo>
                    <a:pt x="3303" y="5138"/>
                  </a:lnTo>
                  <a:lnTo>
                    <a:pt x="3811" y="5138"/>
                  </a:lnTo>
                  <a:lnTo>
                    <a:pt x="5209" y="4877"/>
                  </a:lnTo>
                  <a:lnTo>
                    <a:pt x="5717" y="4877"/>
                  </a:lnTo>
                  <a:lnTo>
                    <a:pt x="6098" y="4529"/>
                  </a:lnTo>
                  <a:lnTo>
                    <a:pt x="6098" y="4877"/>
                  </a:lnTo>
                  <a:lnTo>
                    <a:pt x="6607" y="4877"/>
                  </a:lnTo>
                  <a:lnTo>
                    <a:pt x="6607" y="5138"/>
                  </a:lnTo>
                  <a:lnTo>
                    <a:pt x="8512" y="5138"/>
                  </a:lnTo>
                  <a:lnTo>
                    <a:pt x="9021" y="5487"/>
                  </a:lnTo>
                  <a:lnTo>
                    <a:pt x="9021" y="5835"/>
                  </a:lnTo>
                  <a:lnTo>
                    <a:pt x="8512" y="6096"/>
                  </a:lnTo>
                  <a:lnTo>
                    <a:pt x="8004" y="6445"/>
                  </a:lnTo>
                  <a:lnTo>
                    <a:pt x="8004" y="7751"/>
                  </a:lnTo>
                  <a:lnTo>
                    <a:pt x="8512" y="7751"/>
                  </a:lnTo>
                  <a:lnTo>
                    <a:pt x="9402" y="8361"/>
                  </a:lnTo>
                  <a:lnTo>
                    <a:pt x="9402" y="8709"/>
                  </a:lnTo>
                  <a:lnTo>
                    <a:pt x="9910" y="8709"/>
                  </a:lnTo>
                  <a:lnTo>
                    <a:pt x="9910" y="8361"/>
                  </a:lnTo>
                  <a:lnTo>
                    <a:pt x="10418" y="8100"/>
                  </a:lnTo>
                  <a:lnTo>
                    <a:pt x="10418" y="7403"/>
                  </a:lnTo>
                  <a:lnTo>
                    <a:pt x="10800" y="7403"/>
                  </a:lnTo>
                  <a:lnTo>
                    <a:pt x="11308" y="7054"/>
                  </a:lnTo>
                  <a:lnTo>
                    <a:pt x="11308" y="6445"/>
                  </a:lnTo>
                  <a:lnTo>
                    <a:pt x="10800" y="6445"/>
                  </a:lnTo>
                  <a:lnTo>
                    <a:pt x="11308" y="6096"/>
                  </a:lnTo>
                  <a:lnTo>
                    <a:pt x="10800" y="6096"/>
                  </a:lnTo>
                  <a:lnTo>
                    <a:pt x="11308" y="6096"/>
                  </a:lnTo>
                  <a:lnTo>
                    <a:pt x="11308" y="5835"/>
                  </a:lnTo>
                  <a:lnTo>
                    <a:pt x="11816" y="5835"/>
                  </a:lnTo>
                  <a:lnTo>
                    <a:pt x="11308" y="5487"/>
                  </a:lnTo>
                  <a:lnTo>
                    <a:pt x="11308" y="5138"/>
                  </a:lnTo>
                  <a:lnTo>
                    <a:pt x="10800" y="4877"/>
                  </a:lnTo>
                  <a:lnTo>
                    <a:pt x="10800" y="4529"/>
                  </a:lnTo>
                  <a:lnTo>
                    <a:pt x="9910" y="4180"/>
                  </a:lnTo>
                  <a:lnTo>
                    <a:pt x="9402" y="3832"/>
                  </a:lnTo>
                  <a:lnTo>
                    <a:pt x="8512" y="3570"/>
                  </a:lnTo>
                  <a:lnTo>
                    <a:pt x="8512" y="2612"/>
                  </a:lnTo>
                  <a:lnTo>
                    <a:pt x="9021" y="1306"/>
                  </a:lnTo>
                  <a:lnTo>
                    <a:pt x="11308" y="1306"/>
                  </a:lnTo>
                  <a:lnTo>
                    <a:pt x="11308" y="958"/>
                  </a:lnTo>
                  <a:lnTo>
                    <a:pt x="11816" y="958"/>
                  </a:lnTo>
                  <a:lnTo>
                    <a:pt x="11816" y="1306"/>
                  </a:lnTo>
                  <a:lnTo>
                    <a:pt x="12197" y="1306"/>
                  </a:lnTo>
                  <a:lnTo>
                    <a:pt x="12705" y="1567"/>
                  </a:lnTo>
                  <a:lnTo>
                    <a:pt x="13214" y="1567"/>
                  </a:lnTo>
                  <a:lnTo>
                    <a:pt x="13722" y="1306"/>
                  </a:lnTo>
                  <a:lnTo>
                    <a:pt x="14611" y="1306"/>
                  </a:lnTo>
                  <a:lnTo>
                    <a:pt x="14611" y="1567"/>
                  </a:lnTo>
                  <a:lnTo>
                    <a:pt x="15120" y="1306"/>
                  </a:lnTo>
                  <a:lnTo>
                    <a:pt x="16009" y="1306"/>
                  </a:lnTo>
                  <a:lnTo>
                    <a:pt x="16009" y="958"/>
                  </a:lnTo>
                  <a:lnTo>
                    <a:pt x="17407" y="958"/>
                  </a:lnTo>
                  <a:lnTo>
                    <a:pt x="18423" y="609"/>
                  </a:lnTo>
                  <a:lnTo>
                    <a:pt x="18804" y="958"/>
                  </a:lnTo>
                  <a:lnTo>
                    <a:pt x="18804" y="609"/>
                  </a:lnTo>
                  <a:lnTo>
                    <a:pt x="19821" y="609"/>
                  </a:lnTo>
                  <a:lnTo>
                    <a:pt x="19821" y="348"/>
                  </a:lnTo>
                  <a:lnTo>
                    <a:pt x="20710" y="348"/>
                  </a:lnTo>
                  <a:lnTo>
                    <a:pt x="20710" y="0"/>
                  </a:lnTo>
                  <a:lnTo>
                    <a:pt x="21600" y="0"/>
                  </a:lnTo>
                  <a:lnTo>
                    <a:pt x="21600" y="609"/>
                  </a:lnTo>
                  <a:lnTo>
                    <a:pt x="21218" y="958"/>
                  </a:lnTo>
                  <a:lnTo>
                    <a:pt x="21218" y="4877"/>
                  </a:lnTo>
                  <a:lnTo>
                    <a:pt x="20710" y="4877"/>
                  </a:lnTo>
                  <a:lnTo>
                    <a:pt x="21600" y="4877"/>
                  </a:lnTo>
                  <a:lnTo>
                    <a:pt x="21600" y="5487"/>
                  </a:lnTo>
                  <a:lnTo>
                    <a:pt x="21218" y="5835"/>
                  </a:lnTo>
                  <a:lnTo>
                    <a:pt x="20710" y="5835"/>
                  </a:lnTo>
                  <a:lnTo>
                    <a:pt x="20710" y="6096"/>
                  </a:lnTo>
                  <a:lnTo>
                    <a:pt x="21218" y="6096"/>
                  </a:lnTo>
                  <a:lnTo>
                    <a:pt x="20710" y="6445"/>
                  </a:lnTo>
                  <a:lnTo>
                    <a:pt x="20710" y="6793"/>
                  </a:lnTo>
                  <a:lnTo>
                    <a:pt x="20202" y="7054"/>
                  </a:lnTo>
                  <a:lnTo>
                    <a:pt x="19821" y="7403"/>
                  </a:lnTo>
                  <a:lnTo>
                    <a:pt x="19312" y="7403"/>
                  </a:lnTo>
                  <a:lnTo>
                    <a:pt x="19312" y="7751"/>
                  </a:lnTo>
                  <a:lnTo>
                    <a:pt x="17915" y="8361"/>
                  </a:lnTo>
                  <a:lnTo>
                    <a:pt x="16517" y="9058"/>
                  </a:lnTo>
                  <a:lnTo>
                    <a:pt x="16009" y="8709"/>
                  </a:lnTo>
                  <a:lnTo>
                    <a:pt x="16009" y="9058"/>
                  </a:lnTo>
                  <a:lnTo>
                    <a:pt x="15120" y="9058"/>
                  </a:lnTo>
                  <a:lnTo>
                    <a:pt x="14103" y="9319"/>
                  </a:lnTo>
                  <a:lnTo>
                    <a:pt x="13722" y="10016"/>
                  </a:lnTo>
                  <a:lnTo>
                    <a:pt x="13214" y="10016"/>
                  </a:lnTo>
                  <a:lnTo>
                    <a:pt x="13214" y="9667"/>
                  </a:lnTo>
                  <a:lnTo>
                    <a:pt x="13214" y="10016"/>
                  </a:lnTo>
                  <a:lnTo>
                    <a:pt x="12705" y="10016"/>
                  </a:lnTo>
                  <a:lnTo>
                    <a:pt x="12705" y="10364"/>
                  </a:lnTo>
                  <a:lnTo>
                    <a:pt x="11816" y="10625"/>
                  </a:lnTo>
                  <a:lnTo>
                    <a:pt x="11816" y="10974"/>
                  </a:lnTo>
                  <a:lnTo>
                    <a:pt x="11308" y="10974"/>
                  </a:lnTo>
                  <a:lnTo>
                    <a:pt x="9910" y="11583"/>
                  </a:lnTo>
                  <a:lnTo>
                    <a:pt x="9910" y="11932"/>
                  </a:lnTo>
                  <a:lnTo>
                    <a:pt x="9021" y="11932"/>
                  </a:lnTo>
                  <a:lnTo>
                    <a:pt x="9021" y="12280"/>
                  </a:lnTo>
                  <a:lnTo>
                    <a:pt x="8512" y="11932"/>
                  </a:lnTo>
                  <a:lnTo>
                    <a:pt x="8512" y="12890"/>
                  </a:lnTo>
                  <a:lnTo>
                    <a:pt x="8004" y="12890"/>
                  </a:lnTo>
                  <a:lnTo>
                    <a:pt x="9021" y="13587"/>
                  </a:lnTo>
                  <a:lnTo>
                    <a:pt x="9021" y="13848"/>
                  </a:lnTo>
                  <a:lnTo>
                    <a:pt x="8512" y="13848"/>
                  </a:lnTo>
                  <a:lnTo>
                    <a:pt x="9021" y="13848"/>
                  </a:lnTo>
                  <a:lnTo>
                    <a:pt x="9021" y="14545"/>
                  </a:lnTo>
                  <a:lnTo>
                    <a:pt x="9402" y="14893"/>
                  </a:lnTo>
                  <a:lnTo>
                    <a:pt x="9021" y="15503"/>
                  </a:lnTo>
                  <a:lnTo>
                    <a:pt x="9402" y="15851"/>
                  </a:lnTo>
                  <a:lnTo>
                    <a:pt x="9402" y="15154"/>
                  </a:lnTo>
                  <a:lnTo>
                    <a:pt x="9910" y="15503"/>
                  </a:lnTo>
                  <a:lnTo>
                    <a:pt x="9910" y="15851"/>
                  </a:lnTo>
                  <a:lnTo>
                    <a:pt x="9402" y="16112"/>
                  </a:lnTo>
                  <a:lnTo>
                    <a:pt x="9402" y="17070"/>
                  </a:lnTo>
                  <a:lnTo>
                    <a:pt x="9021" y="17419"/>
                  </a:lnTo>
                  <a:lnTo>
                    <a:pt x="9021" y="17767"/>
                  </a:lnTo>
                  <a:lnTo>
                    <a:pt x="9402" y="17419"/>
                  </a:lnTo>
                  <a:lnTo>
                    <a:pt x="9402" y="18116"/>
                  </a:lnTo>
                  <a:lnTo>
                    <a:pt x="8512" y="18725"/>
                  </a:lnTo>
                  <a:lnTo>
                    <a:pt x="7115" y="19074"/>
                  </a:lnTo>
                  <a:lnTo>
                    <a:pt x="5209" y="19335"/>
                  </a:lnTo>
                  <a:lnTo>
                    <a:pt x="4701" y="19683"/>
                  </a:lnTo>
                  <a:lnTo>
                    <a:pt x="3811" y="20032"/>
                  </a:lnTo>
                  <a:lnTo>
                    <a:pt x="3811" y="20380"/>
                  </a:lnTo>
                  <a:lnTo>
                    <a:pt x="3303" y="20641"/>
                  </a:lnTo>
                  <a:lnTo>
                    <a:pt x="2795" y="20641"/>
                  </a:lnTo>
                  <a:lnTo>
                    <a:pt x="3303" y="20990"/>
                  </a:lnTo>
                  <a:lnTo>
                    <a:pt x="3811" y="20990"/>
                  </a:lnTo>
                  <a:lnTo>
                    <a:pt x="3811" y="20641"/>
                  </a:lnTo>
                  <a:lnTo>
                    <a:pt x="3811" y="21600"/>
                  </a:lnTo>
                  <a:lnTo>
                    <a:pt x="2414" y="21600"/>
                  </a:lnTo>
                  <a:lnTo>
                    <a:pt x="2414" y="20990"/>
                  </a:lnTo>
                  <a:lnTo>
                    <a:pt x="1905" y="20641"/>
                  </a:lnTo>
                  <a:lnTo>
                    <a:pt x="1905" y="17070"/>
                  </a:lnTo>
                  <a:lnTo>
                    <a:pt x="1397" y="16809"/>
                  </a:lnTo>
                  <a:lnTo>
                    <a:pt x="1397" y="158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9" name="AutoShape 147"/>
            <p:cNvSpPr>
              <a:spLocks/>
            </p:cNvSpPr>
            <p:nvPr/>
          </p:nvSpPr>
          <p:spPr bwMode="auto">
            <a:xfrm>
              <a:off x="3621452" y="8771804"/>
              <a:ext cx="92654" cy="86385"/>
            </a:xfrm>
            <a:custGeom>
              <a:avLst/>
              <a:gdLst>
                <a:gd name="T0" fmla="*/ 46327 w 21600"/>
                <a:gd name="T1" fmla="*/ 43193 h 21600"/>
                <a:gd name="T2" fmla="*/ 46327 w 21600"/>
                <a:gd name="T3" fmla="*/ 43193 h 21600"/>
                <a:gd name="T4" fmla="*/ 46327 w 21600"/>
                <a:gd name="T5" fmla="*/ 43193 h 21600"/>
                <a:gd name="T6" fmla="*/ 46327 w 21600"/>
                <a:gd name="T7" fmla="*/ 431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843" y="2945"/>
                  </a:moveTo>
                  <a:lnTo>
                    <a:pt x="21599" y="6872"/>
                  </a:lnTo>
                  <a:lnTo>
                    <a:pt x="21599" y="13745"/>
                  </a:lnTo>
                  <a:lnTo>
                    <a:pt x="17843" y="13745"/>
                  </a:lnTo>
                  <a:lnTo>
                    <a:pt x="17843" y="21599"/>
                  </a:lnTo>
                  <a:lnTo>
                    <a:pt x="11269" y="21599"/>
                  </a:lnTo>
                  <a:lnTo>
                    <a:pt x="3756" y="17672"/>
                  </a:lnTo>
                  <a:lnTo>
                    <a:pt x="3756" y="13745"/>
                  </a:lnTo>
                  <a:lnTo>
                    <a:pt x="0" y="13745"/>
                  </a:lnTo>
                  <a:lnTo>
                    <a:pt x="0" y="6872"/>
                  </a:lnTo>
                  <a:lnTo>
                    <a:pt x="3756" y="2945"/>
                  </a:lnTo>
                  <a:lnTo>
                    <a:pt x="7513" y="0"/>
                  </a:lnTo>
                  <a:lnTo>
                    <a:pt x="11269" y="0"/>
                  </a:lnTo>
                  <a:lnTo>
                    <a:pt x="14086" y="2945"/>
                  </a:lnTo>
                  <a:lnTo>
                    <a:pt x="17843" y="29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0" name="AutoShape 148"/>
            <p:cNvSpPr>
              <a:spLocks/>
            </p:cNvSpPr>
            <p:nvPr/>
          </p:nvSpPr>
          <p:spPr bwMode="auto">
            <a:xfrm>
              <a:off x="2682854" y="8551918"/>
              <a:ext cx="1075560" cy="801008"/>
            </a:xfrm>
            <a:custGeom>
              <a:avLst/>
              <a:gdLst>
                <a:gd name="T0" fmla="*/ 537780 w 21600"/>
                <a:gd name="T1" fmla="*/ 400504 h 21600"/>
                <a:gd name="T2" fmla="*/ 537780 w 21600"/>
                <a:gd name="T3" fmla="*/ 400504 h 21600"/>
                <a:gd name="T4" fmla="*/ 537780 w 21600"/>
                <a:gd name="T5" fmla="*/ 400504 h 21600"/>
                <a:gd name="T6" fmla="*/ 537780 w 21600"/>
                <a:gd name="T7" fmla="*/ 4005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588"/>
                  </a:moveTo>
                  <a:lnTo>
                    <a:pt x="323" y="10588"/>
                  </a:lnTo>
                  <a:lnTo>
                    <a:pt x="323" y="10164"/>
                  </a:lnTo>
                  <a:lnTo>
                    <a:pt x="647" y="9847"/>
                  </a:lnTo>
                  <a:lnTo>
                    <a:pt x="1213" y="9847"/>
                  </a:lnTo>
                  <a:lnTo>
                    <a:pt x="1213" y="11011"/>
                  </a:lnTo>
                  <a:lnTo>
                    <a:pt x="2993" y="11011"/>
                  </a:lnTo>
                  <a:lnTo>
                    <a:pt x="2993" y="11435"/>
                  </a:lnTo>
                  <a:lnTo>
                    <a:pt x="3316" y="11435"/>
                  </a:lnTo>
                  <a:lnTo>
                    <a:pt x="3316" y="11011"/>
                  </a:lnTo>
                  <a:lnTo>
                    <a:pt x="3640" y="10588"/>
                  </a:lnTo>
                  <a:lnTo>
                    <a:pt x="3883" y="10588"/>
                  </a:lnTo>
                  <a:lnTo>
                    <a:pt x="4206" y="10164"/>
                  </a:lnTo>
                  <a:lnTo>
                    <a:pt x="4773" y="10164"/>
                  </a:lnTo>
                  <a:lnTo>
                    <a:pt x="4773" y="4658"/>
                  </a:lnTo>
                  <a:lnTo>
                    <a:pt x="5420" y="5082"/>
                  </a:lnTo>
                  <a:lnTo>
                    <a:pt x="5420" y="5505"/>
                  </a:lnTo>
                  <a:lnTo>
                    <a:pt x="5743" y="6247"/>
                  </a:lnTo>
                  <a:lnTo>
                    <a:pt x="5743" y="7411"/>
                  </a:lnTo>
                  <a:lnTo>
                    <a:pt x="6876" y="7411"/>
                  </a:lnTo>
                  <a:lnTo>
                    <a:pt x="7199" y="7094"/>
                  </a:lnTo>
                  <a:lnTo>
                    <a:pt x="7523" y="7094"/>
                  </a:lnTo>
                  <a:lnTo>
                    <a:pt x="7766" y="6670"/>
                  </a:lnTo>
                  <a:lnTo>
                    <a:pt x="8089" y="6670"/>
                  </a:lnTo>
                  <a:lnTo>
                    <a:pt x="8413" y="6247"/>
                  </a:lnTo>
                  <a:lnTo>
                    <a:pt x="8737" y="5505"/>
                  </a:lnTo>
                  <a:lnTo>
                    <a:pt x="8979" y="5082"/>
                  </a:lnTo>
                  <a:lnTo>
                    <a:pt x="9626" y="5082"/>
                  </a:lnTo>
                  <a:lnTo>
                    <a:pt x="9869" y="5505"/>
                  </a:lnTo>
                  <a:lnTo>
                    <a:pt x="10516" y="5929"/>
                  </a:lnTo>
                  <a:lnTo>
                    <a:pt x="12296" y="5929"/>
                  </a:lnTo>
                  <a:lnTo>
                    <a:pt x="12296" y="4658"/>
                  </a:lnTo>
                  <a:lnTo>
                    <a:pt x="12620" y="4341"/>
                  </a:lnTo>
                  <a:lnTo>
                    <a:pt x="12862" y="4341"/>
                  </a:lnTo>
                  <a:lnTo>
                    <a:pt x="13510" y="3494"/>
                  </a:lnTo>
                  <a:lnTo>
                    <a:pt x="13833" y="3494"/>
                  </a:lnTo>
                  <a:lnTo>
                    <a:pt x="13833" y="3176"/>
                  </a:lnTo>
                  <a:lnTo>
                    <a:pt x="14076" y="3176"/>
                  </a:lnTo>
                  <a:lnTo>
                    <a:pt x="13833" y="2752"/>
                  </a:lnTo>
                  <a:lnTo>
                    <a:pt x="13833" y="2329"/>
                  </a:lnTo>
                  <a:lnTo>
                    <a:pt x="14399" y="1905"/>
                  </a:lnTo>
                  <a:lnTo>
                    <a:pt x="14723" y="1905"/>
                  </a:lnTo>
                  <a:lnTo>
                    <a:pt x="14723" y="1588"/>
                  </a:lnTo>
                  <a:lnTo>
                    <a:pt x="14966" y="1588"/>
                  </a:lnTo>
                  <a:lnTo>
                    <a:pt x="14966" y="1164"/>
                  </a:lnTo>
                  <a:lnTo>
                    <a:pt x="15289" y="1164"/>
                  </a:lnTo>
                  <a:lnTo>
                    <a:pt x="15613" y="741"/>
                  </a:lnTo>
                  <a:lnTo>
                    <a:pt x="16503" y="741"/>
                  </a:lnTo>
                  <a:lnTo>
                    <a:pt x="16503" y="423"/>
                  </a:lnTo>
                  <a:lnTo>
                    <a:pt x="16826" y="423"/>
                  </a:lnTo>
                  <a:lnTo>
                    <a:pt x="16826" y="0"/>
                  </a:lnTo>
                  <a:lnTo>
                    <a:pt x="18283" y="0"/>
                  </a:lnTo>
                  <a:lnTo>
                    <a:pt x="18606" y="423"/>
                  </a:lnTo>
                  <a:lnTo>
                    <a:pt x="18849" y="423"/>
                  </a:lnTo>
                  <a:lnTo>
                    <a:pt x="19173" y="0"/>
                  </a:lnTo>
                  <a:lnTo>
                    <a:pt x="19820" y="423"/>
                  </a:lnTo>
                  <a:lnTo>
                    <a:pt x="20062" y="423"/>
                  </a:lnTo>
                  <a:lnTo>
                    <a:pt x="20062" y="1588"/>
                  </a:lnTo>
                  <a:lnTo>
                    <a:pt x="20386" y="1905"/>
                  </a:lnTo>
                  <a:lnTo>
                    <a:pt x="20386" y="6247"/>
                  </a:lnTo>
                  <a:lnTo>
                    <a:pt x="20062" y="6247"/>
                  </a:lnTo>
                  <a:lnTo>
                    <a:pt x="19820" y="5929"/>
                  </a:lnTo>
                  <a:lnTo>
                    <a:pt x="19496" y="5929"/>
                  </a:lnTo>
                  <a:lnTo>
                    <a:pt x="19173" y="6247"/>
                  </a:lnTo>
                  <a:lnTo>
                    <a:pt x="18849" y="6670"/>
                  </a:lnTo>
                  <a:lnTo>
                    <a:pt x="18849" y="7411"/>
                  </a:lnTo>
                  <a:lnTo>
                    <a:pt x="19173" y="7411"/>
                  </a:lnTo>
                  <a:lnTo>
                    <a:pt x="19173" y="7835"/>
                  </a:lnTo>
                  <a:lnTo>
                    <a:pt x="19820" y="8258"/>
                  </a:lnTo>
                  <a:lnTo>
                    <a:pt x="20386" y="8258"/>
                  </a:lnTo>
                  <a:lnTo>
                    <a:pt x="20386" y="7411"/>
                  </a:lnTo>
                  <a:lnTo>
                    <a:pt x="21600" y="7411"/>
                  </a:lnTo>
                  <a:lnTo>
                    <a:pt x="21276" y="7835"/>
                  </a:lnTo>
                  <a:lnTo>
                    <a:pt x="21600" y="7835"/>
                  </a:lnTo>
                  <a:lnTo>
                    <a:pt x="21276" y="8682"/>
                  </a:lnTo>
                  <a:lnTo>
                    <a:pt x="21276" y="9000"/>
                  </a:lnTo>
                  <a:lnTo>
                    <a:pt x="20952" y="9423"/>
                  </a:lnTo>
                  <a:lnTo>
                    <a:pt x="20952" y="10164"/>
                  </a:lnTo>
                  <a:lnTo>
                    <a:pt x="20710" y="10164"/>
                  </a:lnTo>
                  <a:lnTo>
                    <a:pt x="20710" y="10588"/>
                  </a:lnTo>
                  <a:lnTo>
                    <a:pt x="20386" y="11011"/>
                  </a:lnTo>
                  <a:lnTo>
                    <a:pt x="20062" y="11011"/>
                  </a:lnTo>
                  <a:lnTo>
                    <a:pt x="20062" y="11435"/>
                  </a:lnTo>
                  <a:lnTo>
                    <a:pt x="19820" y="11435"/>
                  </a:lnTo>
                  <a:lnTo>
                    <a:pt x="19820" y="11752"/>
                  </a:lnTo>
                  <a:lnTo>
                    <a:pt x="19496" y="11752"/>
                  </a:lnTo>
                  <a:lnTo>
                    <a:pt x="18849" y="12600"/>
                  </a:lnTo>
                  <a:lnTo>
                    <a:pt x="18849" y="12917"/>
                  </a:lnTo>
                  <a:lnTo>
                    <a:pt x="18606" y="12917"/>
                  </a:lnTo>
                  <a:lnTo>
                    <a:pt x="18283" y="13341"/>
                  </a:lnTo>
                  <a:lnTo>
                    <a:pt x="17716" y="14505"/>
                  </a:lnTo>
                  <a:lnTo>
                    <a:pt x="17393" y="14929"/>
                  </a:lnTo>
                  <a:lnTo>
                    <a:pt x="17393" y="15670"/>
                  </a:lnTo>
                  <a:lnTo>
                    <a:pt x="17069" y="15670"/>
                  </a:lnTo>
                  <a:lnTo>
                    <a:pt x="16826" y="16094"/>
                  </a:lnTo>
                  <a:lnTo>
                    <a:pt x="16503" y="16094"/>
                  </a:lnTo>
                  <a:lnTo>
                    <a:pt x="15289" y="17682"/>
                  </a:lnTo>
                  <a:lnTo>
                    <a:pt x="14966" y="17682"/>
                  </a:lnTo>
                  <a:lnTo>
                    <a:pt x="14966" y="18105"/>
                  </a:lnTo>
                  <a:lnTo>
                    <a:pt x="13833" y="18847"/>
                  </a:lnTo>
                  <a:lnTo>
                    <a:pt x="13833" y="19270"/>
                  </a:lnTo>
                  <a:lnTo>
                    <a:pt x="13510" y="19270"/>
                  </a:lnTo>
                  <a:lnTo>
                    <a:pt x="12862" y="19588"/>
                  </a:lnTo>
                  <a:lnTo>
                    <a:pt x="11406" y="19588"/>
                  </a:lnTo>
                  <a:lnTo>
                    <a:pt x="11406" y="20435"/>
                  </a:lnTo>
                  <a:lnTo>
                    <a:pt x="11083" y="20435"/>
                  </a:lnTo>
                  <a:lnTo>
                    <a:pt x="10759" y="20011"/>
                  </a:lnTo>
                  <a:lnTo>
                    <a:pt x="10516" y="20011"/>
                  </a:lnTo>
                  <a:lnTo>
                    <a:pt x="10193" y="20435"/>
                  </a:lnTo>
                  <a:lnTo>
                    <a:pt x="10516" y="20435"/>
                  </a:lnTo>
                  <a:lnTo>
                    <a:pt x="10193" y="20858"/>
                  </a:lnTo>
                  <a:lnTo>
                    <a:pt x="9626" y="20435"/>
                  </a:lnTo>
                  <a:lnTo>
                    <a:pt x="8979" y="20011"/>
                  </a:lnTo>
                  <a:lnTo>
                    <a:pt x="8413" y="20435"/>
                  </a:lnTo>
                  <a:lnTo>
                    <a:pt x="7199" y="20435"/>
                  </a:lnTo>
                  <a:lnTo>
                    <a:pt x="6876" y="20858"/>
                  </a:lnTo>
                  <a:lnTo>
                    <a:pt x="6876" y="20435"/>
                  </a:lnTo>
                  <a:lnTo>
                    <a:pt x="6633" y="20435"/>
                  </a:lnTo>
                  <a:lnTo>
                    <a:pt x="6633" y="20858"/>
                  </a:lnTo>
                  <a:lnTo>
                    <a:pt x="4773" y="20858"/>
                  </a:lnTo>
                  <a:lnTo>
                    <a:pt x="4530" y="21176"/>
                  </a:lnTo>
                  <a:lnTo>
                    <a:pt x="4206" y="21176"/>
                  </a:lnTo>
                  <a:lnTo>
                    <a:pt x="4206" y="21600"/>
                  </a:lnTo>
                  <a:lnTo>
                    <a:pt x="3883" y="21600"/>
                  </a:lnTo>
                  <a:lnTo>
                    <a:pt x="3316" y="21176"/>
                  </a:lnTo>
                  <a:lnTo>
                    <a:pt x="2993" y="20858"/>
                  </a:lnTo>
                  <a:lnTo>
                    <a:pt x="2750" y="20858"/>
                  </a:lnTo>
                  <a:lnTo>
                    <a:pt x="2750" y="20435"/>
                  </a:lnTo>
                  <a:lnTo>
                    <a:pt x="2103" y="20435"/>
                  </a:lnTo>
                  <a:lnTo>
                    <a:pt x="2103" y="20858"/>
                  </a:lnTo>
                  <a:lnTo>
                    <a:pt x="1779" y="20858"/>
                  </a:lnTo>
                  <a:lnTo>
                    <a:pt x="1779" y="20435"/>
                  </a:lnTo>
                  <a:lnTo>
                    <a:pt x="2103" y="20011"/>
                  </a:lnTo>
                  <a:lnTo>
                    <a:pt x="1779" y="19588"/>
                  </a:lnTo>
                  <a:lnTo>
                    <a:pt x="2103" y="19270"/>
                  </a:lnTo>
                  <a:lnTo>
                    <a:pt x="1779" y="18847"/>
                  </a:lnTo>
                  <a:lnTo>
                    <a:pt x="1779" y="18423"/>
                  </a:lnTo>
                  <a:lnTo>
                    <a:pt x="1537" y="18105"/>
                  </a:lnTo>
                  <a:lnTo>
                    <a:pt x="1537" y="17682"/>
                  </a:lnTo>
                  <a:lnTo>
                    <a:pt x="2103" y="17682"/>
                  </a:lnTo>
                  <a:lnTo>
                    <a:pt x="2103" y="17258"/>
                  </a:lnTo>
                  <a:lnTo>
                    <a:pt x="1779" y="16517"/>
                  </a:lnTo>
                  <a:lnTo>
                    <a:pt x="2103" y="16517"/>
                  </a:lnTo>
                  <a:lnTo>
                    <a:pt x="1537" y="15670"/>
                  </a:lnTo>
                  <a:lnTo>
                    <a:pt x="1537" y="15352"/>
                  </a:lnTo>
                  <a:lnTo>
                    <a:pt x="1213" y="14505"/>
                  </a:lnTo>
                  <a:lnTo>
                    <a:pt x="889" y="13764"/>
                  </a:lnTo>
                  <a:lnTo>
                    <a:pt x="647" y="12917"/>
                  </a:lnTo>
                  <a:lnTo>
                    <a:pt x="889" y="12600"/>
                  </a:lnTo>
                  <a:lnTo>
                    <a:pt x="647" y="11435"/>
                  </a:lnTo>
                  <a:lnTo>
                    <a:pt x="0" y="11011"/>
                  </a:lnTo>
                  <a:lnTo>
                    <a:pt x="0" y="10588"/>
                  </a:lnTo>
                  <a:close/>
                  <a:moveTo>
                    <a:pt x="14076" y="13764"/>
                  </a:moveTo>
                  <a:lnTo>
                    <a:pt x="14399" y="13764"/>
                  </a:lnTo>
                  <a:lnTo>
                    <a:pt x="14399" y="14082"/>
                  </a:lnTo>
                  <a:lnTo>
                    <a:pt x="14966" y="14082"/>
                  </a:lnTo>
                  <a:lnTo>
                    <a:pt x="15289" y="13764"/>
                  </a:lnTo>
                  <a:lnTo>
                    <a:pt x="15289" y="13341"/>
                  </a:lnTo>
                  <a:lnTo>
                    <a:pt x="16179" y="13341"/>
                  </a:lnTo>
                  <a:lnTo>
                    <a:pt x="16503" y="12917"/>
                  </a:lnTo>
                  <a:lnTo>
                    <a:pt x="16179" y="12600"/>
                  </a:lnTo>
                  <a:lnTo>
                    <a:pt x="16503" y="12600"/>
                  </a:lnTo>
                  <a:lnTo>
                    <a:pt x="16826" y="12176"/>
                  </a:lnTo>
                  <a:lnTo>
                    <a:pt x="16826" y="11752"/>
                  </a:lnTo>
                  <a:lnTo>
                    <a:pt x="16503" y="11011"/>
                  </a:lnTo>
                  <a:lnTo>
                    <a:pt x="15856" y="11011"/>
                  </a:lnTo>
                  <a:lnTo>
                    <a:pt x="15613" y="10588"/>
                  </a:lnTo>
                  <a:lnTo>
                    <a:pt x="15289" y="11011"/>
                  </a:lnTo>
                  <a:lnTo>
                    <a:pt x="14966" y="11011"/>
                  </a:lnTo>
                  <a:lnTo>
                    <a:pt x="14723" y="11435"/>
                  </a:lnTo>
                  <a:lnTo>
                    <a:pt x="14399" y="11435"/>
                  </a:lnTo>
                  <a:lnTo>
                    <a:pt x="14076" y="12176"/>
                  </a:lnTo>
                  <a:lnTo>
                    <a:pt x="13833" y="12176"/>
                  </a:lnTo>
                  <a:lnTo>
                    <a:pt x="13833" y="12600"/>
                  </a:lnTo>
                  <a:lnTo>
                    <a:pt x="14076" y="12917"/>
                  </a:lnTo>
                  <a:lnTo>
                    <a:pt x="14076" y="1376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1" name="AutoShape 149"/>
            <p:cNvSpPr>
              <a:spLocks/>
            </p:cNvSpPr>
            <p:nvPr/>
          </p:nvSpPr>
          <p:spPr bwMode="auto">
            <a:xfrm>
              <a:off x="3371692" y="8944570"/>
              <a:ext cx="149051" cy="129576"/>
            </a:xfrm>
            <a:custGeom>
              <a:avLst/>
              <a:gdLst>
                <a:gd name="T0" fmla="*/ 74526 w 21600"/>
                <a:gd name="T1" fmla="*/ 64788 h 21600"/>
                <a:gd name="T2" fmla="*/ 74526 w 21600"/>
                <a:gd name="T3" fmla="*/ 64788 h 21600"/>
                <a:gd name="T4" fmla="*/ 74526 w 21600"/>
                <a:gd name="T5" fmla="*/ 64788 h 21600"/>
                <a:gd name="T6" fmla="*/ 74526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19636"/>
                  </a:moveTo>
                  <a:lnTo>
                    <a:pt x="1751" y="14400"/>
                  </a:lnTo>
                  <a:lnTo>
                    <a:pt x="0" y="12436"/>
                  </a:lnTo>
                  <a:lnTo>
                    <a:pt x="0" y="9818"/>
                  </a:lnTo>
                  <a:lnTo>
                    <a:pt x="1751" y="9818"/>
                  </a:lnTo>
                  <a:lnTo>
                    <a:pt x="4086" y="5236"/>
                  </a:lnTo>
                  <a:lnTo>
                    <a:pt x="6421" y="5236"/>
                  </a:lnTo>
                  <a:lnTo>
                    <a:pt x="8172" y="2618"/>
                  </a:lnTo>
                  <a:lnTo>
                    <a:pt x="10508" y="2618"/>
                  </a:lnTo>
                  <a:lnTo>
                    <a:pt x="12843" y="0"/>
                  </a:lnTo>
                  <a:lnTo>
                    <a:pt x="14594" y="2618"/>
                  </a:lnTo>
                  <a:lnTo>
                    <a:pt x="19264" y="2618"/>
                  </a:lnTo>
                  <a:lnTo>
                    <a:pt x="21599" y="7199"/>
                  </a:lnTo>
                  <a:lnTo>
                    <a:pt x="21599" y="9818"/>
                  </a:lnTo>
                  <a:lnTo>
                    <a:pt x="19264" y="12436"/>
                  </a:lnTo>
                  <a:lnTo>
                    <a:pt x="16929" y="12436"/>
                  </a:lnTo>
                  <a:lnTo>
                    <a:pt x="19264" y="14400"/>
                  </a:lnTo>
                  <a:lnTo>
                    <a:pt x="16929" y="17018"/>
                  </a:lnTo>
                  <a:lnTo>
                    <a:pt x="10508" y="17018"/>
                  </a:lnTo>
                  <a:lnTo>
                    <a:pt x="10508" y="19636"/>
                  </a:lnTo>
                  <a:lnTo>
                    <a:pt x="8172" y="21600"/>
                  </a:lnTo>
                  <a:lnTo>
                    <a:pt x="4086" y="21600"/>
                  </a:lnTo>
                  <a:lnTo>
                    <a:pt x="4086" y="19636"/>
                  </a:lnTo>
                  <a:lnTo>
                    <a:pt x="1751" y="196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2" name="AutoShape 150"/>
            <p:cNvSpPr>
              <a:spLocks/>
            </p:cNvSpPr>
            <p:nvPr/>
          </p:nvSpPr>
          <p:spPr bwMode="auto">
            <a:xfrm>
              <a:off x="9007298" y="7868706"/>
              <a:ext cx="2698968" cy="2532594"/>
            </a:xfrm>
            <a:custGeom>
              <a:avLst/>
              <a:gdLst>
                <a:gd name="T0" fmla="*/ 1349484 w 21600"/>
                <a:gd name="T1" fmla="*/ 1266297 h 21600"/>
                <a:gd name="T2" fmla="*/ 1349484 w 21600"/>
                <a:gd name="T3" fmla="*/ 1266297 h 21600"/>
                <a:gd name="T4" fmla="*/ 1349484 w 21600"/>
                <a:gd name="T5" fmla="*/ 1266297 h 21600"/>
                <a:gd name="T6" fmla="*/ 1349484 w 21600"/>
                <a:gd name="T7" fmla="*/ 12662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241" y="10303"/>
                  </a:moveTo>
                  <a:cubicBezTo>
                    <a:pt x="21361" y="10055"/>
                    <a:pt x="21361" y="10055"/>
                    <a:pt x="21361" y="10055"/>
                  </a:cubicBezTo>
                  <a:cubicBezTo>
                    <a:pt x="21361" y="10179"/>
                    <a:pt x="21361" y="10179"/>
                    <a:pt x="21361" y="10179"/>
                  </a:cubicBezTo>
                  <a:cubicBezTo>
                    <a:pt x="21241" y="10303"/>
                    <a:pt x="21241" y="10303"/>
                    <a:pt x="21241" y="10303"/>
                  </a:cubicBezTo>
                  <a:close/>
                  <a:moveTo>
                    <a:pt x="21361" y="9062"/>
                  </a:moveTo>
                  <a:cubicBezTo>
                    <a:pt x="21241" y="8937"/>
                    <a:pt x="21241" y="8937"/>
                    <a:pt x="21241" y="8937"/>
                  </a:cubicBezTo>
                  <a:cubicBezTo>
                    <a:pt x="21361" y="8813"/>
                    <a:pt x="21361" y="8813"/>
                    <a:pt x="21361" y="8813"/>
                  </a:cubicBezTo>
                  <a:cubicBezTo>
                    <a:pt x="21361" y="8689"/>
                    <a:pt x="21361" y="8689"/>
                    <a:pt x="21361" y="8689"/>
                  </a:cubicBezTo>
                  <a:cubicBezTo>
                    <a:pt x="21361" y="8565"/>
                    <a:pt x="21361" y="8565"/>
                    <a:pt x="21361" y="8565"/>
                  </a:cubicBezTo>
                  <a:cubicBezTo>
                    <a:pt x="21480" y="8441"/>
                    <a:pt x="21480" y="8441"/>
                    <a:pt x="21480" y="8441"/>
                  </a:cubicBezTo>
                  <a:cubicBezTo>
                    <a:pt x="21480" y="8441"/>
                    <a:pt x="21480" y="8441"/>
                    <a:pt x="21480" y="8441"/>
                  </a:cubicBezTo>
                  <a:cubicBezTo>
                    <a:pt x="21480" y="8317"/>
                    <a:pt x="21480" y="8317"/>
                    <a:pt x="21480" y="8317"/>
                  </a:cubicBezTo>
                  <a:cubicBezTo>
                    <a:pt x="21480" y="8317"/>
                    <a:pt x="21480" y="8317"/>
                    <a:pt x="21480" y="8317"/>
                  </a:cubicBezTo>
                  <a:cubicBezTo>
                    <a:pt x="21600" y="8441"/>
                    <a:pt x="21600" y="8441"/>
                    <a:pt x="21600" y="8441"/>
                  </a:cubicBezTo>
                  <a:cubicBezTo>
                    <a:pt x="21480" y="8565"/>
                    <a:pt x="21480" y="8565"/>
                    <a:pt x="21480" y="8565"/>
                  </a:cubicBezTo>
                  <a:cubicBezTo>
                    <a:pt x="21361" y="8813"/>
                    <a:pt x="21361" y="8813"/>
                    <a:pt x="21361" y="8813"/>
                  </a:cubicBezTo>
                  <a:cubicBezTo>
                    <a:pt x="21361" y="8937"/>
                    <a:pt x="21361" y="8937"/>
                    <a:pt x="21361" y="8937"/>
                  </a:cubicBezTo>
                  <a:cubicBezTo>
                    <a:pt x="21361" y="9062"/>
                    <a:pt x="21361" y="9062"/>
                    <a:pt x="21361" y="9062"/>
                  </a:cubicBezTo>
                  <a:cubicBezTo>
                    <a:pt x="21361" y="9062"/>
                    <a:pt x="21361" y="9062"/>
                    <a:pt x="21361" y="9062"/>
                  </a:cubicBezTo>
                  <a:close/>
                  <a:moveTo>
                    <a:pt x="20406" y="7572"/>
                  </a:moveTo>
                  <a:cubicBezTo>
                    <a:pt x="20525" y="7696"/>
                    <a:pt x="20525" y="7696"/>
                    <a:pt x="20525" y="7696"/>
                  </a:cubicBezTo>
                  <a:cubicBezTo>
                    <a:pt x="20645" y="7820"/>
                    <a:pt x="20645" y="7820"/>
                    <a:pt x="20645" y="7820"/>
                  </a:cubicBezTo>
                  <a:cubicBezTo>
                    <a:pt x="20645" y="7696"/>
                    <a:pt x="20645" y="7696"/>
                    <a:pt x="20645" y="7696"/>
                  </a:cubicBezTo>
                  <a:cubicBezTo>
                    <a:pt x="20645" y="7696"/>
                    <a:pt x="20645" y="7696"/>
                    <a:pt x="20645" y="7696"/>
                  </a:cubicBezTo>
                  <a:cubicBezTo>
                    <a:pt x="20645" y="7572"/>
                    <a:pt x="20645" y="7572"/>
                    <a:pt x="20645" y="7572"/>
                  </a:cubicBezTo>
                  <a:cubicBezTo>
                    <a:pt x="20525" y="7572"/>
                    <a:pt x="20525" y="7572"/>
                    <a:pt x="20525" y="7572"/>
                  </a:cubicBezTo>
                  <a:cubicBezTo>
                    <a:pt x="20525" y="7572"/>
                    <a:pt x="20525" y="7572"/>
                    <a:pt x="20525" y="7572"/>
                  </a:cubicBezTo>
                  <a:cubicBezTo>
                    <a:pt x="20406" y="7572"/>
                    <a:pt x="20406" y="7572"/>
                    <a:pt x="20406" y="7572"/>
                  </a:cubicBezTo>
                  <a:close/>
                  <a:moveTo>
                    <a:pt x="20287" y="6827"/>
                  </a:moveTo>
                  <a:cubicBezTo>
                    <a:pt x="20287" y="6827"/>
                    <a:pt x="20287" y="6827"/>
                    <a:pt x="20287" y="6827"/>
                  </a:cubicBezTo>
                  <a:cubicBezTo>
                    <a:pt x="20287" y="6827"/>
                    <a:pt x="20287" y="6827"/>
                    <a:pt x="20287" y="6827"/>
                  </a:cubicBezTo>
                  <a:cubicBezTo>
                    <a:pt x="20287" y="6827"/>
                    <a:pt x="20287" y="6827"/>
                    <a:pt x="20287" y="6827"/>
                  </a:cubicBezTo>
                  <a:close/>
                  <a:moveTo>
                    <a:pt x="18258" y="4717"/>
                  </a:moveTo>
                  <a:cubicBezTo>
                    <a:pt x="18377" y="4593"/>
                    <a:pt x="18377" y="4593"/>
                    <a:pt x="18377" y="4593"/>
                  </a:cubicBezTo>
                  <a:cubicBezTo>
                    <a:pt x="18258" y="4468"/>
                    <a:pt x="18258" y="4468"/>
                    <a:pt x="18258" y="4468"/>
                  </a:cubicBezTo>
                  <a:cubicBezTo>
                    <a:pt x="18377" y="4468"/>
                    <a:pt x="18377" y="4468"/>
                    <a:pt x="18377" y="4468"/>
                  </a:cubicBezTo>
                  <a:cubicBezTo>
                    <a:pt x="18377" y="4468"/>
                    <a:pt x="18377" y="4468"/>
                    <a:pt x="18377" y="4468"/>
                  </a:cubicBezTo>
                  <a:cubicBezTo>
                    <a:pt x="18377" y="4593"/>
                    <a:pt x="18377" y="4593"/>
                    <a:pt x="18377" y="4593"/>
                  </a:cubicBezTo>
                  <a:cubicBezTo>
                    <a:pt x="18377" y="4717"/>
                    <a:pt x="18377" y="4717"/>
                    <a:pt x="18377" y="4717"/>
                  </a:cubicBezTo>
                  <a:cubicBezTo>
                    <a:pt x="18258" y="4717"/>
                    <a:pt x="18258" y="4717"/>
                    <a:pt x="18258" y="4717"/>
                  </a:cubicBezTo>
                  <a:close/>
                  <a:moveTo>
                    <a:pt x="16587" y="0"/>
                  </a:moveTo>
                  <a:cubicBezTo>
                    <a:pt x="16587" y="0"/>
                    <a:pt x="16587" y="0"/>
                    <a:pt x="16587" y="0"/>
                  </a:cubicBezTo>
                  <a:cubicBezTo>
                    <a:pt x="16587" y="0"/>
                    <a:pt x="16587" y="0"/>
                    <a:pt x="16587" y="0"/>
                  </a:cubicBezTo>
                  <a:cubicBezTo>
                    <a:pt x="16587" y="0"/>
                    <a:pt x="16587" y="0"/>
                    <a:pt x="16587" y="0"/>
                  </a:cubicBezTo>
                  <a:close/>
                  <a:moveTo>
                    <a:pt x="16468" y="248"/>
                  </a:moveTo>
                  <a:cubicBezTo>
                    <a:pt x="16468" y="372"/>
                    <a:pt x="16468" y="372"/>
                    <a:pt x="16468" y="372"/>
                  </a:cubicBezTo>
                  <a:cubicBezTo>
                    <a:pt x="16587" y="248"/>
                    <a:pt x="16587" y="248"/>
                    <a:pt x="16587" y="248"/>
                  </a:cubicBezTo>
                  <a:cubicBezTo>
                    <a:pt x="16587" y="248"/>
                    <a:pt x="16587" y="248"/>
                    <a:pt x="16587" y="248"/>
                  </a:cubicBezTo>
                  <a:cubicBezTo>
                    <a:pt x="16587" y="248"/>
                    <a:pt x="16587" y="248"/>
                    <a:pt x="16587" y="248"/>
                  </a:cubicBezTo>
                  <a:cubicBezTo>
                    <a:pt x="16468" y="248"/>
                    <a:pt x="16468" y="248"/>
                    <a:pt x="16468" y="248"/>
                  </a:cubicBezTo>
                  <a:close/>
                  <a:moveTo>
                    <a:pt x="14797" y="3724"/>
                  </a:moveTo>
                  <a:cubicBezTo>
                    <a:pt x="14797" y="3848"/>
                    <a:pt x="14797" y="3848"/>
                    <a:pt x="14797" y="3848"/>
                  </a:cubicBezTo>
                  <a:cubicBezTo>
                    <a:pt x="14917" y="3848"/>
                    <a:pt x="14917" y="3848"/>
                    <a:pt x="14917" y="3848"/>
                  </a:cubicBezTo>
                  <a:cubicBezTo>
                    <a:pt x="14917" y="3724"/>
                    <a:pt x="14917" y="3724"/>
                    <a:pt x="14917" y="3724"/>
                  </a:cubicBezTo>
                  <a:cubicBezTo>
                    <a:pt x="14797" y="3724"/>
                    <a:pt x="14797" y="3724"/>
                    <a:pt x="14797" y="3724"/>
                  </a:cubicBezTo>
                  <a:close/>
                  <a:moveTo>
                    <a:pt x="14678" y="3600"/>
                  </a:moveTo>
                  <a:cubicBezTo>
                    <a:pt x="14678" y="3600"/>
                    <a:pt x="14678" y="3600"/>
                    <a:pt x="14678" y="3600"/>
                  </a:cubicBezTo>
                  <a:cubicBezTo>
                    <a:pt x="14797" y="3600"/>
                    <a:pt x="14797" y="3600"/>
                    <a:pt x="14797" y="3600"/>
                  </a:cubicBezTo>
                  <a:cubicBezTo>
                    <a:pt x="14797" y="3475"/>
                    <a:pt x="14797" y="3475"/>
                    <a:pt x="14797" y="3475"/>
                  </a:cubicBezTo>
                  <a:cubicBezTo>
                    <a:pt x="14917" y="3475"/>
                    <a:pt x="14917" y="3475"/>
                    <a:pt x="14917" y="3475"/>
                  </a:cubicBezTo>
                  <a:cubicBezTo>
                    <a:pt x="14917" y="3475"/>
                    <a:pt x="14917" y="3475"/>
                    <a:pt x="14917" y="3475"/>
                  </a:cubicBezTo>
                  <a:cubicBezTo>
                    <a:pt x="14797" y="3475"/>
                    <a:pt x="14797" y="3475"/>
                    <a:pt x="14797" y="3475"/>
                  </a:cubicBezTo>
                  <a:cubicBezTo>
                    <a:pt x="14678" y="3475"/>
                    <a:pt x="14678" y="3475"/>
                    <a:pt x="14678" y="3475"/>
                  </a:cubicBezTo>
                  <a:cubicBezTo>
                    <a:pt x="14678" y="3475"/>
                    <a:pt x="14678" y="3600"/>
                    <a:pt x="14678" y="3600"/>
                  </a:cubicBezTo>
                  <a:close/>
                  <a:moveTo>
                    <a:pt x="13604" y="3103"/>
                  </a:moveTo>
                  <a:cubicBezTo>
                    <a:pt x="13604" y="2979"/>
                    <a:pt x="13604" y="2979"/>
                    <a:pt x="13604" y="2979"/>
                  </a:cubicBezTo>
                  <a:cubicBezTo>
                    <a:pt x="13604" y="2979"/>
                    <a:pt x="13604" y="2979"/>
                    <a:pt x="13604" y="2979"/>
                  </a:cubicBezTo>
                  <a:cubicBezTo>
                    <a:pt x="13604" y="2979"/>
                    <a:pt x="13604" y="2979"/>
                    <a:pt x="13604" y="2979"/>
                  </a:cubicBezTo>
                  <a:cubicBezTo>
                    <a:pt x="13604" y="3103"/>
                    <a:pt x="13604" y="3103"/>
                    <a:pt x="13604" y="3103"/>
                  </a:cubicBezTo>
                  <a:close/>
                  <a:moveTo>
                    <a:pt x="13246" y="1986"/>
                  </a:moveTo>
                  <a:cubicBezTo>
                    <a:pt x="13246" y="1986"/>
                    <a:pt x="13246" y="1986"/>
                    <a:pt x="13246" y="1986"/>
                  </a:cubicBezTo>
                  <a:cubicBezTo>
                    <a:pt x="13246" y="1986"/>
                    <a:pt x="13246" y="1986"/>
                    <a:pt x="13246" y="1986"/>
                  </a:cubicBezTo>
                  <a:cubicBezTo>
                    <a:pt x="13246" y="1986"/>
                    <a:pt x="13246" y="1986"/>
                    <a:pt x="13246" y="1986"/>
                  </a:cubicBezTo>
                  <a:cubicBezTo>
                    <a:pt x="13246" y="1862"/>
                    <a:pt x="13246" y="1862"/>
                    <a:pt x="13246" y="1862"/>
                  </a:cubicBezTo>
                  <a:cubicBezTo>
                    <a:pt x="13365" y="1986"/>
                    <a:pt x="13365" y="1986"/>
                    <a:pt x="13365" y="1986"/>
                  </a:cubicBezTo>
                  <a:cubicBezTo>
                    <a:pt x="13246" y="1986"/>
                    <a:pt x="13246" y="1986"/>
                    <a:pt x="13246" y="1986"/>
                  </a:cubicBezTo>
                  <a:close/>
                  <a:moveTo>
                    <a:pt x="13365" y="2110"/>
                  </a:moveTo>
                  <a:cubicBezTo>
                    <a:pt x="13365" y="2234"/>
                    <a:pt x="13365" y="2234"/>
                    <a:pt x="13365" y="2234"/>
                  </a:cubicBezTo>
                  <a:cubicBezTo>
                    <a:pt x="13365" y="2234"/>
                    <a:pt x="13365" y="2234"/>
                    <a:pt x="13365" y="2234"/>
                  </a:cubicBezTo>
                  <a:cubicBezTo>
                    <a:pt x="13485" y="2110"/>
                    <a:pt x="13485" y="2110"/>
                    <a:pt x="13485" y="2110"/>
                  </a:cubicBezTo>
                  <a:cubicBezTo>
                    <a:pt x="13604" y="2234"/>
                    <a:pt x="13604" y="2234"/>
                    <a:pt x="13604" y="2234"/>
                  </a:cubicBezTo>
                  <a:cubicBezTo>
                    <a:pt x="13604" y="2110"/>
                    <a:pt x="13604" y="2110"/>
                    <a:pt x="13604" y="2110"/>
                  </a:cubicBezTo>
                  <a:cubicBezTo>
                    <a:pt x="13604" y="2110"/>
                    <a:pt x="13604" y="2110"/>
                    <a:pt x="13604" y="2110"/>
                  </a:cubicBezTo>
                  <a:cubicBezTo>
                    <a:pt x="13485" y="2110"/>
                    <a:pt x="13485" y="2110"/>
                    <a:pt x="13485" y="2110"/>
                  </a:cubicBezTo>
                  <a:cubicBezTo>
                    <a:pt x="13485" y="2110"/>
                    <a:pt x="13485" y="2110"/>
                    <a:pt x="13485" y="2110"/>
                  </a:cubicBezTo>
                  <a:cubicBezTo>
                    <a:pt x="13604" y="1986"/>
                    <a:pt x="13604" y="1986"/>
                    <a:pt x="13604" y="1986"/>
                  </a:cubicBezTo>
                  <a:cubicBezTo>
                    <a:pt x="13604" y="1986"/>
                    <a:pt x="13604" y="1986"/>
                    <a:pt x="13604" y="1986"/>
                  </a:cubicBezTo>
                  <a:cubicBezTo>
                    <a:pt x="13485" y="1986"/>
                    <a:pt x="13485" y="1986"/>
                    <a:pt x="13485" y="1986"/>
                  </a:cubicBezTo>
                  <a:cubicBezTo>
                    <a:pt x="13485" y="1862"/>
                    <a:pt x="13485" y="1862"/>
                    <a:pt x="13485" y="1862"/>
                  </a:cubicBezTo>
                  <a:cubicBezTo>
                    <a:pt x="13485" y="1986"/>
                    <a:pt x="13485" y="1986"/>
                    <a:pt x="13485" y="1986"/>
                  </a:cubicBezTo>
                  <a:cubicBezTo>
                    <a:pt x="13485" y="1986"/>
                    <a:pt x="13485" y="1986"/>
                    <a:pt x="13485" y="1986"/>
                  </a:cubicBezTo>
                  <a:cubicBezTo>
                    <a:pt x="13365" y="1986"/>
                    <a:pt x="13365" y="1986"/>
                    <a:pt x="13365" y="1986"/>
                  </a:cubicBezTo>
                  <a:cubicBezTo>
                    <a:pt x="13365" y="1986"/>
                    <a:pt x="13365" y="1986"/>
                    <a:pt x="13365" y="1986"/>
                  </a:cubicBezTo>
                  <a:cubicBezTo>
                    <a:pt x="13365" y="1986"/>
                    <a:pt x="13365" y="1986"/>
                    <a:pt x="13365" y="1986"/>
                  </a:cubicBezTo>
                  <a:cubicBezTo>
                    <a:pt x="13365" y="2110"/>
                    <a:pt x="13365" y="2110"/>
                    <a:pt x="13365" y="2110"/>
                  </a:cubicBezTo>
                  <a:close/>
                  <a:moveTo>
                    <a:pt x="13485" y="620"/>
                  </a:moveTo>
                  <a:cubicBezTo>
                    <a:pt x="13485" y="620"/>
                    <a:pt x="13485" y="620"/>
                    <a:pt x="13485" y="620"/>
                  </a:cubicBezTo>
                  <a:cubicBezTo>
                    <a:pt x="13604" y="620"/>
                    <a:pt x="13604" y="620"/>
                    <a:pt x="13604" y="620"/>
                  </a:cubicBezTo>
                  <a:cubicBezTo>
                    <a:pt x="13604" y="496"/>
                    <a:pt x="13604" y="496"/>
                    <a:pt x="13604" y="496"/>
                  </a:cubicBezTo>
                  <a:cubicBezTo>
                    <a:pt x="13604" y="496"/>
                    <a:pt x="13604" y="496"/>
                    <a:pt x="13604" y="496"/>
                  </a:cubicBezTo>
                  <a:cubicBezTo>
                    <a:pt x="13485" y="496"/>
                    <a:pt x="13485" y="496"/>
                    <a:pt x="13485" y="496"/>
                  </a:cubicBezTo>
                  <a:cubicBezTo>
                    <a:pt x="13485" y="620"/>
                    <a:pt x="13485" y="620"/>
                    <a:pt x="13485" y="620"/>
                  </a:cubicBezTo>
                  <a:close/>
                  <a:moveTo>
                    <a:pt x="13365" y="744"/>
                  </a:moveTo>
                  <a:cubicBezTo>
                    <a:pt x="13365" y="744"/>
                    <a:pt x="13365" y="744"/>
                    <a:pt x="13365" y="744"/>
                  </a:cubicBezTo>
                  <a:cubicBezTo>
                    <a:pt x="13365" y="620"/>
                    <a:pt x="13365" y="620"/>
                    <a:pt x="13365" y="620"/>
                  </a:cubicBezTo>
                  <a:cubicBezTo>
                    <a:pt x="13365" y="744"/>
                    <a:pt x="13365" y="744"/>
                    <a:pt x="13365" y="744"/>
                  </a:cubicBezTo>
                  <a:close/>
                  <a:moveTo>
                    <a:pt x="13246" y="744"/>
                  </a:moveTo>
                  <a:cubicBezTo>
                    <a:pt x="13246" y="744"/>
                    <a:pt x="13246" y="744"/>
                    <a:pt x="13246" y="744"/>
                  </a:cubicBezTo>
                  <a:cubicBezTo>
                    <a:pt x="13365" y="744"/>
                    <a:pt x="13365" y="744"/>
                    <a:pt x="13365" y="744"/>
                  </a:cubicBezTo>
                  <a:cubicBezTo>
                    <a:pt x="13246" y="744"/>
                    <a:pt x="13246" y="744"/>
                    <a:pt x="13246" y="744"/>
                  </a:cubicBezTo>
                  <a:close/>
                  <a:moveTo>
                    <a:pt x="13127" y="868"/>
                  </a:moveTo>
                  <a:cubicBezTo>
                    <a:pt x="13127" y="868"/>
                    <a:pt x="13127" y="868"/>
                    <a:pt x="13127" y="868"/>
                  </a:cubicBezTo>
                  <a:cubicBezTo>
                    <a:pt x="13127" y="744"/>
                    <a:pt x="13127" y="744"/>
                    <a:pt x="13127" y="744"/>
                  </a:cubicBezTo>
                  <a:cubicBezTo>
                    <a:pt x="13127" y="868"/>
                    <a:pt x="13127" y="868"/>
                    <a:pt x="13127" y="868"/>
                  </a:cubicBezTo>
                  <a:close/>
                  <a:moveTo>
                    <a:pt x="12888" y="993"/>
                  </a:moveTo>
                  <a:cubicBezTo>
                    <a:pt x="12888" y="868"/>
                    <a:pt x="12888" y="868"/>
                    <a:pt x="12888" y="868"/>
                  </a:cubicBezTo>
                  <a:cubicBezTo>
                    <a:pt x="13007" y="868"/>
                    <a:pt x="13007" y="868"/>
                    <a:pt x="13007" y="868"/>
                  </a:cubicBezTo>
                  <a:cubicBezTo>
                    <a:pt x="13127" y="868"/>
                    <a:pt x="13127" y="868"/>
                    <a:pt x="13127" y="868"/>
                  </a:cubicBezTo>
                  <a:cubicBezTo>
                    <a:pt x="13127" y="868"/>
                    <a:pt x="13127" y="868"/>
                    <a:pt x="13127" y="868"/>
                  </a:cubicBezTo>
                  <a:cubicBezTo>
                    <a:pt x="13007" y="868"/>
                    <a:pt x="13007" y="868"/>
                    <a:pt x="13007" y="868"/>
                  </a:cubicBezTo>
                  <a:cubicBezTo>
                    <a:pt x="12888" y="993"/>
                    <a:pt x="12888" y="993"/>
                    <a:pt x="12888" y="993"/>
                  </a:cubicBezTo>
                  <a:close/>
                  <a:moveTo>
                    <a:pt x="12769" y="993"/>
                  </a:moveTo>
                  <a:cubicBezTo>
                    <a:pt x="12769" y="993"/>
                    <a:pt x="12769" y="993"/>
                    <a:pt x="12769" y="993"/>
                  </a:cubicBezTo>
                  <a:cubicBezTo>
                    <a:pt x="12888" y="993"/>
                    <a:pt x="12888" y="993"/>
                    <a:pt x="12888" y="993"/>
                  </a:cubicBezTo>
                  <a:cubicBezTo>
                    <a:pt x="12888" y="993"/>
                    <a:pt x="12888" y="993"/>
                    <a:pt x="12888" y="993"/>
                  </a:cubicBezTo>
                  <a:cubicBezTo>
                    <a:pt x="12769" y="993"/>
                    <a:pt x="12769" y="993"/>
                    <a:pt x="12769" y="993"/>
                  </a:cubicBezTo>
                  <a:close/>
                  <a:moveTo>
                    <a:pt x="11456" y="620"/>
                  </a:moveTo>
                  <a:cubicBezTo>
                    <a:pt x="11337" y="496"/>
                    <a:pt x="11337" y="496"/>
                    <a:pt x="11337" y="496"/>
                  </a:cubicBezTo>
                  <a:cubicBezTo>
                    <a:pt x="11337" y="496"/>
                    <a:pt x="11337" y="496"/>
                    <a:pt x="11337" y="496"/>
                  </a:cubicBezTo>
                  <a:cubicBezTo>
                    <a:pt x="11456" y="372"/>
                    <a:pt x="11456" y="372"/>
                    <a:pt x="11456" y="372"/>
                  </a:cubicBezTo>
                  <a:cubicBezTo>
                    <a:pt x="11456" y="496"/>
                    <a:pt x="11456" y="496"/>
                    <a:pt x="11456" y="496"/>
                  </a:cubicBezTo>
                  <a:cubicBezTo>
                    <a:pt x="11456" y="620"/>
                    <a:pt x="11456" y="620"/>
                    <a:pt x="11456" y="620"/>
                  </a:cubicBezTo>
                  <a:close/>
                  <a:moveTo>
                    <a:pt x="10262" y="496"/>
                  </a:moveTo>
                  <a:cubicBezTo>
                    <a:pt x="10262" y="620"/>
                    <a:pt x="10262" y="620"/>
                    <a:pt x="10262" y="620"/>
                  </a:cubicBezTo>
                  <a:cubicBezTo>
                    <a:pt x="10382" y="744"/>
                    <a:pt x="10382" y="744"/>
                    <a:pt x="10382" y="744"/>
                  </a:cubicBezTo>
                  <a:cubicBezTo>
                    <a:pt x="10382" y="868"/>
                    <a:pt x="10382" y="868"/>
                    <a:pt x="10382" y="868"/>
                  </a:cubicBezTo>
                  <a:cubicBezTo>
                    <a:pt x="10620" y="868"/>
                    <a:pt x="10620" y="868"/>
                    <a:pt x="10620" y="868"/>
                  </a:cubicBezTo>
                  <a:cubicBezTo>
                    <a:pt x="10740" y="744"/>
                    <a:pt x="10740" y="744"/>
                    <a:pt x="10740" y="744"/>
                  </a:cubicBezTo>
                  <a:cubicBezTo>
                    <a:pt x="10740" y="744"/>
                    <a:pt x="10740" y="744"/>
                    <a:pt x="10740" y="744"/>
                  </a:cubicBezTo>
                  <a:cubicBezTo>
                    <a:pt x="10859" y="744"/>
                    <a:pt x="10859" y="744"/>
                    <a:pt x="10859" y="744"/>
                  </a:cubicBezTo>
                  <a:cubicBezTo>
                    <a:pt x="10859" y="620"/>
                    <a:pt x="10859" y="620"/>
                    <a:pt x="10859" y="620"/>
                  </a:cubicBezTo>
                  <a:cubicBezTo>
                    <a:pt x="10859" y="620"/>
                    <a:pt x="10859" y="620"/>
                    <a:pt x="10859" y="620"/>
                  </a:cubicBezTo>
                  <a:cubicBezTo>
                    <a:pt x="10740" y="496"/>
                    <a:pt x="10740" y="496"/>
                    <a:pt x="10740" y="496"/>
                  </a:cubicBezTo>
                  <a:cubicBezTo>
                    <a:pt x="10740" y="496"/>
                    <a:pt x="10740" y="496"/>
                    <a:pt x="10740" y="496"/>
                  </a:cubicBezTo>
                  <a:cubicBezTo>
                    <a:pt x="10620" y="620"/>
                    <a:pt x="10620" y="620"/>
                    <a:pt x="10620" y="620"/>
                  </a:cubicBezTo>
                  <a:cubicBezTo>
                    <a:pt x="10501" y="620"/>
                    <a:pt x="10501" y="620"/>
                    <a:pt x="10501" y="620"/>
                  </a:cubicBezTo>
                  <a:cubicBezTo>
                    <a:pt x="10501" y="620"/>
                    <a:pt x="10501" y="620"/>
                    <a:pt x="10501" y="620"/>
                  </a:cubicBezTo>
                  <a:cubicBezTo>
                    <a:pt x="10382" y="620"/>
                    <a:pt x="10382" y="620"/>
                    <a:pt x="10382" y="620"/>
                  </a:cubicBezTo>
                  <a:cubicBezTo>
                    <a:pt x="10382" y="620"/>
                    <a:pt x="10382" y="620"/>
                    <a:pt x="10382" y="620"/>
                  </a:cubicBezTo>
                  <a:cubicBezTo>
                    <a:pt x="10382" y="620"/>
                    <a:pt x="10382" y="620"/>
                    <a:pt x="10382" y="620"/>
                  </a:cubicBezTo>
                  <a:cubicBezTo>
                    <a:pt x="10262" y="496"/>
                    <a:pt x="10262" y="496"/>
                    <a:pt x="10262" y="496"/>
                  </a:cubicBezTo>
                  <a:cubicBezTo>
                    <a:pt x="10262" y="496"/>
                    <a:pt x="10262" y="496"/>
                    <a:pt x="10262" y="496"/>
                  </a:cubicBezTo>
                  <a:cubicBezTo>
                    <a:pt x="10262" y="496"/>
                    <a:pt x="10262" y="496"/>
                    <a:pt x="10262" y="496"/>
                  </a:cubicBezTo>
                  <a:close/>
                  <a:moveTo>
                    <a:pt x="10262" y="620"/>
                  </a:moveTo>
                  <a:cubicBezTo>
                    <a:pt x="10262" y="744"/>
                    <a:pt x="10262" y="744"/>
                    <a:pt x="10262" y="744"/>
                  </a:cubicBezTo>
                  <a:cubicBezTo>
                    <a:pt x="10382" y="744"/>
                    <a:pt x="10382" y="744"/>
                    <a:pt x="10382" y="744"/>
                  </a:cubicBezTo>
                  <a:cubicBezTo>
                    <a:pt x="10382" y="868"/>
                    <a:pt x="10382" y="868"/>
                    <a:pt x="10382" y="868"/>
                  </a:cubicBezTo>
                  <a:cubicBezTo>
                    <a:pt x="10262" y="744"/>
                    <a:pt x="10262" y="744"/>
                    <a:pt x="10262"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620"/>
                    <a:pt x="10143" y="620"/>
                    <a:pt x="10143" y="620"/>
                  </a:cubicBezTo>
                  <a:cubicBezTo>
                    <a:pt x="10143" y="620"/>
                    <a:pt x="10143" y="620"/>
                    <a:pt x="10143" y="620"/>
                  </a:cubicBezTo>
                  <a:cubicBezTo>
                    <a:pt x="10143" y="620"/>
                    <a:pt x="10143" y="620"/>
                    <a:pt x="10143" y="620"/>
                  </a:cubicBezTo>
                  <a:cubicBezTo>
                    <a:pt x="10262" y="620"/>
                    <a:pt x="10262" y="620"/>
                    <a:pt x="10262" y="620"/>
                  </a:cubicBezTo>
                  <a:close/>
                  <a:moveTo>
                    <a:pt x="6802" y="2731"/>
                  </a:moveTo>
                  <a:cubicBezTo>
                    <a:pt x="6921" y="2731"/>
                    <a:pt x="6921" y="2731"/>
                    <a:pt x="6921" y="2731"/>
                  </a:cubicBezTo>
                  <a:cubicBezTo>
                    <a:pt x="6921" y="2731"/>
                    <a:pt x="6921" y="2731"/>
                    <a:pt x="6921" y="2731"/>
                  </a:cubicBezTo>
                  <a:cubicBezTo>
                    <a:pt x="6921" y="2606"/>
                    <a:pt x="6921" y="2606"/>
                    <a:pt x="6921" y="2606"/>
                  </a:cubicBezTo>
                  <a:cubicBezTo>
                    <a:pt x="6921" y="2606"/>
                    <a:pt x="6802" y="2731"/>
                    <a:pt x="6802" y="2731"/>
                  </a:cubicBezTo>
                  <a:close/>
                  <a:moveTo>
                    <a:pt x="6802" y="3103"/>
                  </a:moveTo>
                  <a:cubicBezTo>
                    <a:pt x="6802" y="2979"/>
                    <a:pt x="6802" y="2979"/>
                    <a:pt x="6802" y="2979"/>
                  </a:cubicBezTo>
                  <a:cubicBezTo>
                    <a:pt x="6802" y="2855"/>
                    <a:pt x="6802" y="2855"/>
                    <a:pt x="6802" y="2855"/>
                  </a:cubicBezTo>
                  <a:cubicBezTo>
                    <a:pt x="6802" y="2979"/>
                    <a:pt x="6802" y="2979"/>
                    <a:pt x="6802" y="2979"/>
                  </a:cubicBezTo>
                  <a:cubicBezTo>
                    <a:pt x="6802" y="3103"/>
                    <a:pt x="6802" y="3103"/>
                    <a:pt x="6802" y="3103"/>
                  </a:cubicBezTo>
                  <a:close/>
                  <a:moveTo>
                    <a:pt x="7279" y="2358"/>
                  </a:moveTo>
                  <a:cubicBezTo>
                    <a:pt x="7279" y="2358"/>
                    <a:pt x="7279" y="2358"/>
                    <a:pt x="7279" y="2358"/>
                  </a:cubicBezTo>
                  <a:cubicBezTo>
                    <a:pt x="7279" y="2234"/>
                    <a:pt x="7279" y="2234"/>
                    <a:pt x="7279" y="2234"/>
                  </a:cubicBezTo>
                  <a:cubicBezTo>
                    <a:pt x="7279" y="2234"/>
                    <a:pt x="7279" y="2234"/>
                    <a:pt x="7279" y="2234"/>
                  </a:cubicBezTo>
                  <a:cubicBezTo>
                    <a:pt x="7279" y="2358"/>
                    <a:pt x="7279" y="2358"/>
                    <a:pt x="7279" y="2358"/>
                  </a:cubicBezTo>
                  <a:close/>
                  <a:moveTo>
                    <a:pt x="1670" y="5710"/>
                  </a:moveTo>
                  <a:cubicBezTo>
                    <a:pt x="1670" y="5710"/>
                    <a:pt x="1670" y="5710"/>
                    <a:pt x="1670" y="5710"/>
                  </a:cubicBezTo>
                  <a:cubicBezTo>
                    <a:pt x="1790" y="5586"/>
                    <a:pt x="1790" y="5586"/>
                    <a:pt x="1790" y="5586"/>
                  </a:cubicBezTo>
                  <a:cubicBezTo>
                    <a:pt x="1790" y="5710"/>
                    <a:pt x="1790" y="5710"/>
                    <a:pt x="1790" y="5710"/>
                  </a:cubicBezTo>
                  <a:cubicBezTo>
                    <a:pt x="1670" y="5710"/>
                    <a:pt x="1670" y="5710"/>
                    <a:pt x="1670" y="5710"/>
                  </a:cubicBezTo>
                  <a:close/>
                  <a:moveTo>
                    <a:pt x="119" y="8317"/>
                  </a:moveTo>
                  <a:cubicBezTo>
                    <a:pt x="119" y="8068"/>
                    <a:pt x="119" y="8068"/>
                    <a:pt x="119" y="8068"/>
                  </a:cubicBezTo>
                  <a:cubicBezTo>
                    <a:pt x="119" y="8193"/>
                    <a:pt x="119" y="8193"/>
                    <a:pt x="119" y="8193"/>
                  </a:cubicBezTo>
                  <a:cubicBezTo>
                    <a:pt x="119" y="8193"/>
                    <a:pt x="119" y="8317"/>
                    <a:pt x="119" y="8317"/>
                  </a:cubicBezTo>
                  <a:close/>
                  <a:moveTo>
                    <a:pt x="119" y="8689"/>
                  </a:moveTo>
                  <a:cubicBezTo>
                    <a:pt x="0" y="8565"/>
                    <a:pt x="0" y="8565"/>
                    <a:pt x="0" y="8565"/>
                  </a:cubicBezTo>
                  <a:cubicBezTo>
                    <a:pt x="119" y="8441"/>
                    <a:pt x="119" y="8441"/>
                    <a:pt x="119" y="8441"/>
                  </a:cubicBezTo>
                  <a:cubicBezTo>
                    <a:pt x="119" y="8565"/>
                    <a:pt x="119" y="8565"/>
                    <a:pt x="119" y="8565"/>
                  </a:cubicBezTo>
                  <a:cubicBezTo>
                    <a:pt x="119" y="8689"/>
                    <a:pt x="119" y="8689"/>
                    <a:pt x="119" y="8689"/>
                  </a:cubicBezTo>
                  <a:close/>
                  <a:moveTo>
                    <a:pt x="11814" y="15144"/>
                  </a:moveTo>
                  <a:cubicBezTo>
                    <a:pt x="11814" y="15268"/>
                    <a:pt x="11814" y="15268"/>
                    <a:pt x="11814" y="15268"/>
                  </a:cubicBezTo>
                  <a:cubicBezTo>
                    <a:pt x="11814" y="15268"/>
                    <a:pt x="11814" y="15268"/>
                    <a:pt x="11814" y="15268"/>
                  </a:cubicBezTo>
                  <a:cubicBezTo>
                    <a:pt x="11933" y="15268"/>
                    <a:pt x="11933" y="15268"/>
                    <a:pt x="11933" y="15268"/>
                  </a:cubicBezTo>
                  <a:cubicBezTo>
                    <a:pt x="11814" y="15393"/>
                    <a:pt x="11814" y="15393"/>
                    <a:pt x="11814" y="15393"/>
                  </a:cubicBezTo>
                  <a:cubicBezTo>
                    <a:pt x="11933" y="15393"/>
                    <a:pt x="11933" y="15393"/>
                    <a:pt x="11933" y="15393"/>
                  </a:cubicBezTo>
                  <a:cubicBezTo>
                    <a:pt x="12053" y="15268"/>
                    <a:pt x="12053" y="15268"/>
                    <a:pt x="12053" y="15268"/>
                  </a:cubicBezTo>
                  <a:cubicBezTo>
                    <a:pt x="12053" y="15393"/>
                    <a:pt x="12053" y="15393"/>
                    <a:pt x="12053" y="15393"/>
                  </a:cubicBezTo>
                  <a:cubicBezTo>
                    <a:pt x="12053" y="15393"/>
                    <a:pt x="12053" y="15393"/>
                    <a:pt x="12053" y="15393"/>
                  </a:cubicBezTo>
                  <a:cubicBezTo>
                    <a:pt x="11814" y="15393"/>
                    <a:pt x="11814" y="15393"/>
                    <a:pt x="11814" y="15393"/>
                  </a:cubicBezTo>
                  <a:cubicBezTo>
                    <a:pt x="11814" y="15393"/>
                    <a:pt x="11814" y="15393"/>
                    <a:pt x="11814" y="15393"/>
                  </a:cubicBezTo>
                  <a:cubicBezTo>
                    <a:pt x="11695" y="15393"/>
                    <a:pt x="11695" y="15393"/>
                    <a:pt x="11695" y="15393"/>
                  </a:cubicBezTo>
                  <a:cubicBezTo>
                    <a:pt x="11695" y="15517"/>
                    <a:pt x="11695" y="15517"/>
                    <a:pt x="11695" y="15517"/>
                  </a:cubicBezTo>
                  <a:cubicBezTo>
                    <a:pt x="11695" y="15517"/>
                    <a:pt x="11695" y="15517"/>
                    <a:pt x="11695" y="15517"/>
                  </a:cubicBezTo>
                  <a:cubicBezTo>
                    <a:pt x="11695" y="15393"/>
                    <a:pt x="11695" y="15393"/>
                    <a:pt x="11695" y="15393"/>
                  </a:cubicBezTo>
                  <a:cubicBezTo>
                    <a:pt x="11575" y="15393"/>
                    <a:pt x="11575" y="15393"/>
                    <a:pt x="11575" y="15393"/>
                  </a:cubicBezTo>
                  <a:cubicBezTo>
                    <a:pt x="11456" y="15393"/>
                    <a:pt x="11456" y="15393"/>
                    <a:pt x="11456" y="15393"/>
                  </a:cubicBezTo>
                  <a:cubicBezTo>
                    <a:pt x="11456" y="15393"/>
                    <a:pt x="11456" y="15393"/>
                    <a:pt x="11456" y="15393"/>
                  </a:cubicBezTo>
                  <a:cubicBezTo>
                    <a:pt x="11337" y="15393"/>
                    <a:pt x="11337" y="15393"/>
                    <a:pt x="11337" y="15393"/>
                  </a:cubicBezTo>
                  <a:cubicBezTo>
                    <a:pt x="11217" y="15393"/>
                    <a:pt x="11217" y="15393"/>
                    <a:pt x="11217" y="15393"/>
                  </a:cubicBezTo>
                  <a:cubicBezTo>
                    <a:pt x="11217" y="15268"/>
                    <a:pt x="11217" y="15268"/>
                    <a:pt x="11217" y="15268"/>
                  </a:cubicBezTo>
                  <a:cubicBezTo>
                    <a:pt x="11337" y="15268"/>
                    <a:pt x="11337" y="15268"/>
                    <a:pt x="11337" y="15268"/>
                  </a:cubicBezTo>
                  <a:cubicBezTo>
                    <a:pt x="11695" y="15144"/>
                    <a:pt x="11695" y="15144"/>
                    <a:pt x="11695" y="15144"/>
                  </a:cubicBezTo>
                  <a:cubicBezTo>
                    <a:pt x="11695" y="15144"/>
                    <a:pt x="11695" y="15144"/>
                    <a:pt x="11695" y="15144"/>
                  </a:cubicBezTo>
                  <a:cubicBezTo>
                    <a:pt x="11814" y="15144"/>
                    <a:pt x="11814" y="15144"/>
                    <a:pt x="11814" y="15144"/>
                  </a:cubicBezTo>
                  <a:close/>
                  <a:moveTo>
                    <a:pt x="15275" y="17503"/>
                  </a:moveTo>
                  <a:cubicBezTo>
                    <a:pt x="15394" y="17503"/>
                    <a:pt x="15394" y="17503"/>
                    <a:pt x="15394" y="17503"/>
                  </a:cubicBezTo>
                  <a:cubicBezTo>
                    <a:pt x="15394" y="17503"/>
                    <a:pt x="15394" y="17503"/>
                    <a:pt x="15394" y="17503"/>
                  </a:cubicBezTo>
                  <a:cubicBezTo>
                    <a:pt x="15394" y="17627"/>
                    <a:pt x="15394" y="17627"/>
                    <a:pt x="15394" y="17627"/>
                  </a:cubicBezTo>
                  <a:cubicBezTo>
                    <a:pt x="15275" y="17503"/>
                    <a:pt x="15275" y="17503"/>
                    <a:pt x="15275" y="17503"/>
                  </a:cubicBezTo>
                  <a:close/>
                  <a:moveTo>
                    <a:pt x="15871" y="17875"/>
                  </a:moveTo>
                  <a:cubicBezTo>
                    <a:pt x="15871" y="17875"/>
                    <a:pt x="15871" y="17875"/>
                    <a:pt x="15871" y="17875"/>
                  </a:cubicBezTo>
                  <a:cubicBezTo>
                    <a:pt x="15871" y="17875"/>
                    <a:pt x="15871" y="17875"/>
                    <a:pt x="15871" y="17875"/>
                  </a:cubicBezTo>
                  <a:cubicBezTo>
                    <a:pt x="15871" y="17875"/>
                    <a:pt x="15871" y="17875"/>
                    <a:pt x="15871" y="17875"/>
                  </a:cubicBezTo>
                  <a:close/>
                  <a:moveTo>
                    <a:pt x="14559" y="19241"/>
                  </a:moveTo>
                  <a:cubicBezTo>
                    <a:pt x="14559" y="19241"/>
                    <a:pt x="14559" y="19241"/>
                    <a:pt x="14559" y="19241"/>
                  </a:cubicBezTo>
                  <a:cubicBezTo>
                    <a:pt x="14678" y="19241"/>
                    <a:pt x="14678" y="19241"/>
                    <a:pt x="14678" y="19241"/>
                  </a:cubicBezTo>
                  <a:cubicBezTo>
                    <a:pt x="14678" y="19241"/>
                    <a:pt x="14678" y="19241"/>
                    <a:pt x="14678" y="19241"/>
                  </a:cubicBezTo>
                  <a:cubicBezTo>
                    <a:pt x="14678" y="19117"/>
                    <a:pt x="14678" y="19117"/>
                    <a:pt x="14678" y="19117"/>
                  </a:cubicBezTo>
                  <a:cubicBezTo>
                    <a:pt x="14559" y="19241"/>
                    <a:pt x="14559" y="19241"/>
                    <a:pt x="14559" y="19241"/>
                  </a:cubicBezTo>
                  <a:close/>
                  <a:moveTo>
                    <a:pt x="14559" y="18993"/>
                  </a:moveTo>
                  <a:cubicBezTo>
                    <a:pt x="14559" y="19117"/>
                    <a:pt x="14559" y="19117"/>
                    <a:pt x="14559" y="19117"/>
                  </a:cubicBezTo>
                  <a:cubicBezTo>
                    <a:pt x="14678" y="19117"/>
                    <a:pt x="14678" y="19117"/>
                    <a:pt x="14678" y="19117"/>
                  </a:cubicBezTo>
                  <a:cubicBezTo>
                    <a:pt x="14678" y="18993"/>
                    <a:pt x="14678" y="18993"/>
                    <a:pt x="14678" y="18993"/>
                  </a:cubicBezTo>
                  <a:cubicBezTo>
                    <a:pt x="14559" y="18993"/>
                    <a:pt x="14559" y="18993"/>
                    <a:pt x="14559" y="18993"/>
                  </a:cubicBezTo>
                  <a:close/>
                  <a:moveTo>
                    <a:pt x="14559" y="19117"/>
                  </a:moveTo>
                  <a:cubicBezTo>
                    <a:pt x="14439" y="19117"/>
                    <a:pt x="14439" y="19117"/>
                    <a:pt x="14439" y="19117"/>
                  </a:cubicBezTo>
                  <a:cubicBezTo>
                    <a:pt x="14439" y="18993"/>
                    <a:pt x="14439" y="18993"/>
                    <a:pt x="14439" y="18993"/>
                  </a:cubicBezTo>
                  <a:cubicBezTo>
                    <a:pt x="14559" y="18993"/>
                    <a:pt x="14559" y="18993"/>
                    <a:pt x="14559" y="18993"/>
                  </a:cubicBezTo>
                  <a:cubicBezTo>
                    <a:pt x="14559" y="19117"/>
                    <a:pt x="14559" y="19117"/>
                    <a:pt x="14559" y="19117"/>
                  </a:cubicBezTo>
                  <a:cubicBezTo>
                    <a:pt x="14559" y="19117"/>
                    <a:pt x="14559" y="19117"/>
                    <a:pt x="14559" y="19117"/>
                  </a:cubicBezTo>
                  <a:close/>
                  <a:moveTo>
                    <a:pt x="14201" y="18744"/>
                  </a:moveTo>
                  <a:cubicBezTo>
                    <a:pt x="14201" y="18744"/>
                    <a:pt x="14201" y="18744"/>
                    <a:pt x="14201" y="18744"/>
                  </a:cubicBezTo>
                  <a:cubicBezTo>
                    <a:pt x="14201" y="18620"/>
                    <a:pt x="14201" y="18620"/>
                    <a:pt x="14201" y="18620"/>
                  </a:cubicBezTo>
                  <a:cubicBezTo>
                    <a:pt x="14201" y="18496"/>
                    <a:pt x="14201" y="18496"/>
                    <a:pt x="14201" y="18496"/>
                  </a:cubicBezTo>
                  <a:cubicBezTo>
                    <a:pt x="14201" y="18496"/>
                    <a:pt x="14201" y="18496"/>
                    <a:pt x="14201" y="18496"/>
                  </a:cubicBezTo>
                  <a:cubicBezTo>
                    <a:pt x="14320" y="18372"/>
                    <a:pt x="14320" y="18372"/>
                    <a:pt x="14320" y="18372"/>
                  </a:cubicBezTo>
                  <a:cubicBezTo>
                    <a:pt x="14320" y="18372"/>
                    <a:pt x="14320" y="18372"/>
                    <a:pt x="14320" y="18372"/>
                  </a:cubicBezTo>
                  <a:cubicBezTo>
                    <a:pt x="14439" y="18372"/>
                    <a:pt x="14439" y="18372"/>
                    <a:pt x="14439" y="18372"/>
                  </a:cubicBezTo>
                  <a:cubicBezTo>
                    <a:pt x="14439" y="18496"/>
                    <a:pt x="14439" y="18496"/>
                    <a:pt x="14439" y="18496"/>
                  </a:cubicBezTo>
                  <a:cubicBezTo>
                    <a:pt x="14439" y="18620"/>
                    <a:pt x="14439" y="18620"/>
                    <a:pt x="14439" y="18620"/>
                  </a:cubicBezTo>
                  <a:cubicBezTo>
                    <a:pt x="14320" y="18620"/>
                    <a:pt x="14320" y="18620"/>
                    <a:pt x="14320" y="18620"/>
                  </a:cubicBezTo>
                  <a:cubicBezTo>
                    <a:pt x="14320" y="18744"/>
                    <a:pt x="14320" y="18744"/>
                    <a:pt x="14320" y="18744"/>
                  </a:cubicBezTo>
                  <a:cubicBezTo>
                    <a:pt x="14201" y="18744"/>
                    <a:pt x="14201" y="18744"/>
                    <a:pt x="14201" y="18744"/>
                  </a:cubicBezTo>
                  <a:cubicBezTo>
                    <a:pt x="14201" y="18744"/>
                    <a:pt x="14201" y="18744"/>
                    <a:pt x="14201" y="18744"/>
                  </a:cubicBezTo>
                  <a:close/>
                  <a:moveTo>
                    <a:pt x="16229" y="18993"/>
                  </a:moveTo>
                  <a:cubicBezTo>
                    <a:pt x="16468" y="18868"/>
                    <a:pt x="16468" y="18868"/>
                    <a:pt x="16468" y="18868"/>
                  </a:cubicBezTo>
                  <a:cubicBezTo>
                    <a:pt x="16468" y="18868"/>
                    <a:pt x="16468" y="18868"/>
                    <a:pt x="16468" y="18868"/>
                  </a:cubicBezTo>
                  <a:cubicBezTo>
                    <a:pt x="16349" y="18620"/>
                    <a:pt x="16349" y="18620"/>
                    <a:pt x="16349" y="18620"/>
                  </a:cubicBezTo>
                  <a:cubicBezTo>
                    <a:pt x="16229" y="18744"/>
                    <a:pt x="16229" y="18744"/>
                    <a:pt x="16229" y="18744"/>
                  </a:cubicBezTo>
                  <a:cubicBezTo>
                    <a:pt x="16229" y="18744"/>
                    <a:pt x="16229" y="18744"/>
                    <a:pt x="16229" y="18744"/>
                  </a:cubicBezTo>
                  <a:cubicBezTo>
                    <a:pt x="16229" y="18868"/>
                    <a:pt x="16229" y="18868"/>
                    <a:pt x="16229" y="18868"/>
                  </a:cubicBezTo>
                  <a:cubicBezTo>
                    <a:pt x="16229" y="18993"/>
                    <a:pt x="16229" y="18993"/>
                    <a:pt x="16229" y="18993"/>
                  </a:cubicBezTo>
                  <a:cubicBezTo>
                    <a:pt x="16229" y="18993"/>
                    <a:pt x="16229" y="18993"/>
                    <a:pt x="16229" y="18993"/>
                  </a:cubicBezTo>
                  <a:close/>
                  <a:moveTo>
                    <a:pt x="16229" y="19117"/>
                  </a:moveTo>
                  <a:cubicBezTo>
                    <a:pt x="16229" y="19241"/>
                    <a:pt x="16229" y="19241"/>
                    <a:pt x="16229" y="19241"/>
                  </a:cubicBezTo>
                  <a:cubicBezTo>
                    <a:pt x="16349" y="19241"/>
                    <a:pt x="16349" y="19241"/>
                    <a:pt x="16349" y="19241"/>
                  </a:cubicBezTo>
                  <a:cubicBezTo>
                    <a:pt x="16468" y="19241"/>
                    <a:pt x="16468" y="19241"/>
                    <a:pt x="16468" y="19241"/>
                  </a:cubicBezTo>
                  <a:cubicBezTo>
                    <a:pt x="16468" y="19117"/>
                    <a:pt x="16468" y="19117"/>
                    <a:pt x="16468" y="19117"/>
                  </a:cubicBezTo>
                  <a:cubicBezTo>
                    <a:pt x="16349" y="19117"/>
                    <a:pt x="16349" y="19117"/>
                    <a:pt x="16349" y="19117"/>
                  </a:cubicBezTo>
                  <a:cubicBezTo>
                    <a:pt x="16229" y="19117"/>
                    <a:pt x="16229" y="19117"/>
                    <a:pt x="16229" y="19117"/>
                  </a:cubicBezTo>
                  <a:cubicBezTo>
                    <a:pt x="16229" y="19117"/>
                    <a:pt x="16229" y="19117"/>
                    <a:pt x="16229" y="19117"/>
                  </a:cubicBezTo>
                  <a:close/>
                  <a:moveTo>
                    <a:pt x="16229" y="19365"/>
                  </a:moveTo>
                  <a:cubicBezTo>
                    <a:pt x="16229" y="19365"/>
                    <a:pt x="16229" y="19365"/>
                    <a:pt x="16229" y="19365"/>
                  </a:cubicBezTo>
                  <a:cubicBezTo>
                    <a:pt x="16349" y="19241"/>
                    <a:pt x="16349" y="19241"/>
                    <a:pt x="16349" y="19241"/>
                  </a:cubicBezTo>
                  <a:cubicBezTo>
                    <a:pt x="16229" y="19365"/>
                    <a:pt x="16229" y="19365"/>
                    <a:pt x="16229" y="19365"/>
                  </a:cubicBezTo>
                  <a:close/>
                  <a:moveTo>
                    <a:pt x="15752" y="20979"/>
                  </a:moveTo>
                  <a:cubicBezTo>
                    <a:pt x="15752" y="20855"/>
                    <a:pt x="15752" y="20855"/>
                    <a:pt x="15752" y="20855"/>
                  </a:cubicBezTo>
                  <a:cubicBezTo>
                    <a:pt x="15752" y="20979"/>
                    <a:pt x="15752" y="20979"/>
                    <a:pt x="15752" y="20979"/>
                  </a:cubicBezTo>
                  <a:cubicBezTo>
                    <a:pt x="15752" y="20979"/>
                    <a:pt x="15752" y="20979"/>
                    <a:pt x="15752" y="20979"/>
                  </a:cubicBezTo>
                  <a:close/>
                  <a:moveTo>
                    <a:pt x="15155" y="21599"/>
                  </a:moveTo>
                  <a:cubicBezTo>
                    <a:pt x="15036" y="21475"/>
                    <a:pt x="15036" y="21475"/>
                    <a:pt x="15036" y="21475"/>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599"/>
                    <a:pt x="15155" y="21599"/>
                    <a:pt x="15155" y="21599"/>
                  </a:cubicBezTo>
                  <a:close/>
                  <a:moveTo>
                    <a:pt x="14439" y="21475"/>
                  </a:moveTo>
                  <a:cubicBezTo>
                    <a:pt x="14439" y="21351"/>
                    <a:pt x="14439" y="21351"/>
                    <a:pt x="14439" y="21351"/>
                  </a:cubicBezTo>
                  <a:cubicBezTo>
                    <a:pt x="14439" y="21351"/>
                    <a:pt x="14439" y="21351"/>
                    <a:pt x="14439" y="21351"/>
                  </a:cubicBezTo>
                  <a:cubicBezTo>
                    <a:pt x="14320" y="21351"/>
                    <a:pt x="14320" y="21351"/>
                    <a:pt x="14320" y="21351"/>
                  </a:cubicBezTo>
                  <a:cubicBezTo>
                    <a:pt x="14320" y="21227"/>
                    <a:pt x="14320" y="21227"/>
                    <a:pt x="14320" y="21227"/>
                  </a:cubicBezTo>
                  <a:cubicBezTo>
                    <a:pt x="14320" y="21103"/>
                    <a:pt x="14320" y="21103"/>
                    <a:pt x="14320" y="21103"/>
                  </a:cubicBezTo>
                  <a:cubicBezTo>
                    <a:pt x="14320" y="21103"/>
                    <a:pt x="14320" y="21103"/>
                    <a:pt x="14320" y="21103"/>
                  </a:cubicBezTo>
                  <a:cubicBezTo>
                    <a:pt x="14320" y="20855"/>
                    <a:pt x="14320" y="20855"/>
                    <a:pt x="14320" y="20855"/>
                  </a:cubicBezTo>
                  <a:cubicBezTo>
                    <a:pt x="14320" y="20731"/>
                    <a:pt x="14320" y="20731"/>
                    <a:pt x="14320" y="20731"/>
                  </a:cubicBezTo>
                  <a:cubicBezTo>
                    <a:pt x="14320" y="20731"/>
                    <a:pt x="14320" y="20731"/>
                    <a:pt x="14320" y="20731"/>
                  </a:cubicBezTo>
                  <a:cubicBezTo>
                    <a:pt x="14201" y="20482"/>
                    <a:pt x="14201" y="20482"/>
                    <a:pt x="14201" y="20482"/>
                  </a:cubicBezTo>
                  <a:cubicBezTo>
                    <a:pt x="14320" y="20482"/>
                    <a:pt x="14320" y="20482"/>
                    <a:pt x="14320" y="20482"/>
                  </a:cubicBezTo>
                  <a:cubicBezTo>
                    <a:pt x="14439" y="20482"/>
                    <a:pt x="14439" y="20482"/>
                    <a:pt x="14439" y="20482"/>
                  </a:cubicBezTo>
                  <a:cubicBezTo>
                    <a:pt x="14559" y="20482"/>
                    <a:pt x="14559" y="20482"/>
                    <a:pt x="14559" y="20482"/>
                  </a:cubicBezTo>
                  <a:cubicBezTo>
                    <a:pt x="14439" y="20482"/>
                    <a:pt x="14439" y="20482"/>
                    <a:pt x="14439" y="20482"/>
                  </a:cubicBezTo>
                  <a:cubicBezTo>
                    <a:pt x="14439" y="20358"/>
                    <a:pt x="14439" y="20358"/>
                    <a:pt x="14439" y="20358"/>
                  </a:cubicBezTo>
                  <a:cubicBezTo>
                    <a:pt x="14320" y="20358"/>
                    <a:pt x="14320" y="20358"/>
                    <a:pt x="14320" y="20358"/>
                  </a:cubicBezTo>
                  <a:cubicBezTo>
                    <a:pt x="14439" y="20234"/>
                    <a:pt x="14439" y="20234"/>
                    <a:pt x="14439" y="20234"/>
                  </a:cubicBezTo>
                  <a:cubicBezTo>
                    <a:pt x="14320" y="19986"/>
                    <a:pt x="14320" y="19986"/>
                    <a:pt x="14320" y="19986"/>
                  </a:cubicBezTo>
                  <a:cubicBezTo>
                    <a:pt x="14320" y="19862"/>
                    <a:pt x="14320" y="19862"/>
                    <a:pt x="14320" y="19862"/>
                  </a:cubicBezTo>
                  <a:cubicBezTo>
                    <a:pt x="14320" y="19737"/>
                    <a:pt x="14320" y="19737"/>
                    <a:pt x="14320" y="19737"/>
                  </a:cubicBezTo>
                  <a:cubicBezTo>
                    <a:pt x="14320" y="19489"/>
                    <a:pt x="14320" y="19489"/>
                    <a:pt x="14320" y="19489"/>
                  </a:cubicBezTo>
                  <a:cubicBezTo>
                    <a:pt x="14320" y="19365"/>
                    <a:pt x="14320" y="19365"/>
                    <a:pt x="14320" y="19365"/>
                  </a:cubicBezTo>
                  <a:cubicBezTo>
                    <a:pt x="14320" y="19365"/>
                    <a:pt x="14320" y="19365"/>
                    <a:pt x="14320" y="19365"/>
                  </a:cubicBezTo>
                  <a:cubicBezTo>
                    <a:pt x="14439" y="19241"/>
                    <a:pt x="14439" y="19241"/>
                    <a:pt x="14439" y="19241"/>
                  </a:cubicBezTo>
                  <a:cubicBezTo>
                    <a:pt x="14439" y="19241"/>
                    <a:pt x="14439" y="19241"/>
                    <a:pt x="14439" y="19241"/>
                  </a:cubicBezTo>
                  <a:cubicBezTo>
                    <a:pt x="14559" y="19241"/>
                    <a:pt x="14559" y="19241"/>
                    <a:pt x="14559" y="19241"/>
                  </a:cubicBezTo>
                  <a:cubicBezTo>
                    <a:pt x="14678" y="19365"/>
                    <a:pt x="14678" y="19365"/>
                    <a:pt x="14678" y="19365"/>
                  </a:cubicBezTo>
                  <a:cubicBezTo>
                    <a:pt x="14678" y="19365"/>
                    <a:pt x="14678" y="19365"/>
                    <a:pt x="14678" y="19365"/>
                  </a:cubicBezTo>
                  <a:cubicBezTo>
                    <a:pt x="14678" y="19365"/>
                    <a:pt x="14678" y="19365"/>
                    <a:pt x="14678" y="19365"/>
                  </a:cubicBezTo>
                  <a:cubicBezTo>
                    <a:pt x="14797" y="19241"/>
                    <a:pt x="14797" y="19241"/>
                    <a:pt x="14797" y="19241"/>
                  </a:cubicBezTo>
                  <a:cubicBezTo>
                    <a:pt x="14797" y="19365"/>
                    <a:pt x="14797" y="19365"/>
                    <a:pt x="14797" y="19365"/>
                  </a:cubicBezTo>
                  <a:cubicBezTo>
                    <a:pt x="14917" y="19489"/>
                    <a:pt x="14917" y="19489"/>
                    <a:pt x="14917" y="19489"/>
                  </a:cubicBezTo>
                  <a:cubicBezTo>
                    <a:pt x="15036" y="19613"/>
                    <a:pt x="15036" y="19613"/>
                    <a:pt x="15036" y="19613"/>
                  </a:cubicBezTo>
                  <a:cubicBezTo>
                    <a:pt x="15155" y="19737"/>
                    <a:pt x="15155" y="19737"/>
                    <a:pt x="15155" y="19737"/>
                  </a:cubicBezTo>
                  <a:cubicBezTo>
                    <a:pt x="15275" y="19613"/>
                    <a:pt x="15275" y="19613"/>
                    <a:pt x="15275" y="19613"/>
                  </a:cubicBezTo>
                  <a:cubicBezTo>
                    <a:pt x="15394" y="19613"/>
                    <a:pt x="15394" y="19613"/>
                    <a:pt x="15394" y="19613"/>
                  </a:cubicBezTo>
                  <a:cubicBezTo>
                    <a:pt x="15394" y="19737"/>
                    <a:pt x="15394" y="19737"/>
                    <a:pt x="15394" y="19737"/>
                  </a:cubicBezTo>
                  <a:cubicBezTo>
                    <a:pt x="15394" y="19613"/>
                    <a:pt x="15394" y="19613"/>
                    <a:pt x="15394" y="19613"/>
                  </a:cubicBezTo>
                  <a:cubicBezTo>
                    <a:pt x="15513" y="19613"/>
                    <a:pt x="15513" y="19613"/>
                    <a:pt x="15513" y="19613"/>
                  </a:cubicBezTo>
                  <a:cubicBezTo>
                    <a:pt x="15871" y="19613"/>
                    <a:pt x="15871" y="19613"/>
                    <a:pt x="15871" y="19613"/>
                  </a:cubicBezTo>
                  <a:cubicBezTo>
                    <a:pt x="15871" y="19613"/>
                    <a:pt x="15871" y="19613"/>
                    <a:pt x="15871" y="19613"/>
                  </a:cubicBezTo>
                  <a:cubicBezTo>
                    <a:pt x="15991" y="19489"/>
                    <a:pt x="15991" y="19489"/>
                    <a:pt x="15991" y="19489"/>
                  </a:cubicBezTo>
                  <a:cubicBezTo>
                    <a:pt x="15991" y="19489"/>
                    <a:pt x="15991" y="19489"/>
                    <a:pt x="15991" y="19489"/>
                  </a:cubicBezTo>
                  <a:cubicBezTo>
                    <a:pt x="15991" y="19489"/>
                    <a:pt x="15991" y="19489"/>
                    <a:pt x="15991" y="19489"/>
                  </a:cubicBezTo>
                  <a:cubicBezTo>
                    <a:pt x="16110" y="19489"/>
                    <a:pt x="16110" y="19489"/>
                    <a:pt x="16110" y="19489"/>
                  </a:cubicBezTo>
                  <a:cubicBezTo>
                    <a:pt x="16110" y="19489"/>
                    <a:pt x="16110" y="19489"/>
                    <a:pt x="16110" y="19489"/>
                  </a:cubicBezTo>
                  <a:cubicBezTo>
                    <a:pt x="16229" y="19489"/>
                    <a:pt x="16229" y="19489"/>
                    <a:pt x="16229" y="19489"/>
                  </a:cubicBezTo>
                  <a:cubicBezTo>
                    <a:pt x="16229" y="19613"/>
                    <a:pt x="16229" y="19613"/>
                    <a:pt x="16229" y="19613"/>
                  </a:cubicBezTo>
                  <a:cubicBezTo>
                    <a:pt x="16229" y="19862"/>
                    <a:pt x="16229" y="19862"/>
                    <a:pt x="16229" y="19862"/>
                  </a:cubicBezTo>
                  <a:cubicBezTo>
                    <a:pt x="16110" y="19986"/>
                    <a:pt x="16110" y="19986"/>
                    <a:pt x="16110" y="19986"/>
                  </a:cubicBezTo>
                  <a:cubicBezTo>
                    <a:pt x="16110" y="20234"/>
                    <a:pt x="16110" y="20234"/>
                    <a:pt x="16110" y="20234"/>
                  </a:cubicBezTo>
                  <a:cubicBezTo>
                    <a:pt x="15991" y="20234"/>
                    <a:pt x="15991" y="20234"/>
                    <a:pt x="15991" y="20234"/>
                  </a:cubicBezTo>
                  <a:cubicBezTo>
                    <a:pt x="15991" y="20358"/>
                    <a:pt x="15991" y="20358"/>
                    <a:pt x="15991" y="20358"/>
                  </a:cubicBezTo>
                  <a:cubicBezTo>
                    <a:pt x="15991" y="20482"/>
                    <a:pt x="15991" y="20482"/>
                    <a:pt x="15991" y="20482"/>
                  </a:cubicBezTo>
                  <a:cubicBezTo>
                    <a:pt x="15991" y="20482"/>
                    <a:pt x="15991" y="20482"/>
                    <a:pt x="15991" y="20482"/>
                  </a:cubicBezTo>
                  <a:cubicBezTo>
                    <a:pt x="15991" y="20606"/>
                    <a:pt x="15991" y="20606"/>
                    <a:pt x="15991" y="20606"/>
                  </a:cubicBezTo>
                  <a:cubicBezTo>
                    <a:pt x="15991" y="20606"/>
                    <a:pt x="15991" y="20606"/>
                    <a:pt x="15991" y="20606"/>
                  </a:cubicBezTo>
                  <a:cubicBezTo>
                    <a:pt x="15871" y="20482"/>
                    <a:pt x="15871" y="20482"/>
                    <a:pt x="15871" y="20482"/>
                  </a:cubicBezTo>
                  <a:cubicBezTo>
                    <a:pt x="15871" y="20482"/>
                    <a:pt x="15871" y="20482"/>
                    <a:pt x="15871" y="20482"/>
                  </a:cubicBezTo>
                  <a:cubicBezTo>
                    <a:pt x="15752" y="20606"/>
                    <a:pt x="15752" y="20606"/>
                    <a:pt x="15752" y="20606"/>
                  </a:cubicBezTo>
                  <a:cubicBezTo>
                    <a:pt x="15752" y="20731"/>
                    <a:pt x="15752" y="20731"/>
                    <a:pt x="15752" y="20731"/>
                  </a:cubicBezTo>
                  <a:cubicBezTo>
                    <a:pt x="15752" y="20855"/>
                    <a:pt x="15752" y="20855"/>
                    <a:pt x="15752" y="20855"/>
                  </a:cubicBezTo>
                  <a:cubicBezTo>
                    <a:pt x="15633" y="20855"/>
                    <a:pt x="15633" y="20855"/>
                    <a:pt x="15633" y="20855"/>
                  </a:cubicBezTo>
                  <a:cubicBezTo>
                    <a:pt x="15633" y="20979"/>
                    <a:pt x="15633" y="20979"/>
                    <a:pt x="15633" y="20979"/>
                  </a:cubicBezTo>
                  <a:cubicBezTo>
                    <a:pt x="15513" y="20979"/>
                    <a:pt x="15513" y="20979"/>
                    <a:pt x="15513" y="20979"/>
                  </a:cubicBezTo>
                  <a:cubicBezTo>
                    <a:pt x="15633" y="21103"/>
                    <a:pt x="15633" y="21103"/>
                    <a:pt x="15633" y="21103"/>
                  </a:cubicBezTo>
                  <a:cubicBezTo>
                    <a:pt x="15633" y="21103"/>
                    <a:pt x="15633" y="21103"/>
                    <a:pt x="15633" y="21103"/>
                  </a:cubicBezTo>
                  <a:cubicBezTo>
                    <a:pt x="15513" y="21351"/>
                    <a:pt x="15513" y="21351"/>
                    <a:pt x="15513" y="21351"/>
                  </a:cubicBezTo>
                  <a:cubicBezTo>
                    <a:pt x="15513" y="21351"/>
                    <a:pt x="15513" y="21351"/>
                    <a:pt x="15513" y="21351"/>
                  </a:cubicBezTo>
                  <a:cubicBezTo>
                    <a:pt x="15394" y="21351"/>
                    <a:pt x="15394" y="21351"/>
                    <a:pt x="15394" y="21351"/>
                  </a:cubicBezTo>
                  <a:cubicBezTo>
                    <a:pt x="15394" y="21227"/>
                    <a:pt x="15394" y="21227"/>
                    <a:pt x="15394" y="21227"/>
                  </a:cubicBezTo>
                  <a:cubicBezTo>
                    <a:pt x="15513" y="21227"/>
                    <a:pt x="15513" y="21227"/>
                    <a:pt x="15513" y="21227"/>
                  </a:cubicBezTo>
                  <a:cubicBezTo>
                    <a:pt x="15513" y="21103"/>
                    <a:pt x="15513" y="21103"/>
                    <a:pt x="15513" y="21103"/>
                  </a:cubicBezTo>
                  <a:cubicBezTo>
                    <a:pt x="15513" y="21103"/>
                    <a:pt x="15513" y="21103"/>
                    <a:pt x="15513" y="21103"/>
                  </a:cubicBezTo>
                  <a:cubicBezTo>
                    <a:pt x="15394" y="21103"/>
                    <a:pt x="15394" y="21103"/>
                    <a:pt x="15394" y="21103"/>
                  </a:cubicBezTo>
                  <a:cubicBezTo>
                    <a:pt x="15275" y="21227"/>
                    <a:pt x="15275" y="21227"/>
                    <a:pt x="15275" y="21227"/>
                  </a:cubicBezTo>
                  <a:cubicBezTo>
                    <a:pt x="15275" y="21227"/>
                    <a:pt x="15275" y="21227"/>
                    <a:pt x="15275" y="21227"/>
                  </a:cubicBezTo>
                  <a:cubicBezTo>
                    <a:pt x="15275" y="21103"/>
                    <a:pt x="15275" y="21103"/>
                    <a:pt x="15275" y="21103"/>
                  </a:cubicBezTo>
                  <a:cubicBezTo>
                    <a:pt x="15155" y="21227"/>
                    <a:pt x="15155" y="21227"/>
                    <a:pt x="15155" y="21227"/>
                  </a:cubicBezTo>
                  <a:cubicBezTo>
                    <a:pt x="15155" y="21227"/>
                    <a:pt x="15155" y="21227"/>
                    <a:pt x="15155" y="21227"/>
                  </a:cubicBezTo>
                  <a:cubicBezTo>
                    <a:pt x="15036" y="21351"/>
                    <a:pt x="15036" y="21351"/>
                    <a:pt x="15036" y="21351"/>
                  </a:cubicBezTo>
                  <a:cubicBezTo>
                    <a:pt x="15036" y="21227"/>
                    <a:pt x="15036" y="21227"/>
                    <a:pt x="15036" y="21227"/>
                  </a:cubicBezTo>
                  <a:cubicBezTo>
                    <a:pt x="14917" y="21351"/>
                    <a:pt x="14917" y="21351"/>
                    <a:pt x="14917" y="21351"/>
                  </a:cubicBezTo>
                  <a:cubicBezTo>
                    <a:pt x="14917" y="21475"/>
                    <a:pt x="14917" y="21475"/>
                    <a:pt x="14917" y="21475"/>
                  </a:cubicBezTo>
                  <a:cubicBezTo>
                    <a:pt x="14797" y="21599"/>
                    <a:pt x="14797" y="21599"/>
                    <a:pt x="14797" y="21599"/>
                  </a:cubicBezTo>
                  <a:cubicBezTo>
                    <a:pt x="14797" y="21599"/>
                    <a:pt x="14797" y="21599"/>
                    <a:pt x="14797" y="21599"/>
                  </a:cubicBezTo>
                  <a:cubicBezTo>
                    <a:pt x="14678" y="21599"/>
                    <a:pt x="14678" y="21599"/>
                    <a:pt x="14678" y="21599"/>
                  </a:cubicBezTo>
                  <a:cubicBezTo>
                    <a:pt x="14678" y="21475"/>
                    <a:pt x="14678" y="21475"/>
                    <a:pt x="14678" y="21475"/>
                  </a:cubicBezTo>
                  <a:cubicBezTo>
                    <a:pt x="14678" y="21599"/>
                    <a:pt x="14678" y="21599"/>
                    <a:pt x="14678" y="21599"/>
                  </a:cubicBezTo>
                  <a:cubicBezTo>
                    <a:pt x="14559" y="21475"/>
                    <a:pt x="14559" y="21475"/>
                    <a:pt x="14559" y="21475"/>
                  </a:cubicBezTo>
                  <a:cubicBezTo>
                    <a:pt x="14439" y="21475"/>
                    <a:pt x="14439" y="21475"/>
                    <a:pt x="14439" y="21475"/>
                  </a:cubicBezTo>
                  <a:cubicBezTo>
                    <a:pt x="14439" y="21475"/>
                    <a:pt x="14439" y="21475"/>
                    <a:pt x="14439" y="21475"/>
                  </a:cubicBezTo>
                  <a:close/>
                  <a:moveTo>
                    <a:pt x="238" y="13655"/>
                  </a:moveTo>
                  <a:cubicBezTo>
                    <a:pt x="358" y="13779"/>
                    <a:pt x="358" y="13779"/>
                    <a:pt x="358" y="13779"/>
                  </a:cubicBezTo>
                  <a:cubicBezTo>
                    <a:pt x="477" y="13779"/>
                    <a:pt x="477" y="13779"/>
                    <a:pt x="477" y="13779"/>
                  </a:cubicBezTo>
                  <a:cubicBezTo>
                    <a:pt x="716" y="14027"/>
                    <a:pt x="716" y="14027"/>
                    <a:pt x="716" y="14027"/>
                  </a:cubicBezTo>
                  <a:cubicBezTo>
                    <a:pt x="716" y="14027"/>
                    <a:pt x="716" y="14027"/>
                    <a:pt x="716" y="14027"/>
                  </a:cubicBezTo>
                  <a:cubicBezTo>
                    <a:pt x="716" y="14151"/>
                    <a:pt x="716" y="14151"/>
                    <a:pt x="716" y="14151"/>
                  </a:cubicBezTo>
                  <a:cubicBezTo>
                    <a:pt x="835" y="14151"/>
                    <a:pt x="835" y="14151"/>
                    <a:pt x="835" y="14151"/>
                  </a:cubicBezTo>
                  <a:cubicBezTo>
                    <a:pt x="835" y="14151"/>
                    <a:pt x="835" y="14151"/>
                    <a:pt x="835" y="14151"/>
                  </a:cubicBezTo>
                  <a:cubicBezTo>
                    <a:pt x="1074" y="14151"/>
                    <a:pt x="1074" y="14151"/>
                    <a:pt x="1074" y="14151"/>
                  </a:cubicBezTo>
                  <a:cubicBezTo>
                    <a:pt x="1074" y="14151"/>
                    <a:pt x="1074" y="14151"/>
                    <a:pt x="1074" y="14151"/>
                  </a:cubicBezTo>
                  <a:cubicBezTo>
                    <a:pt x="1074" y="14275"/>
                    <a:pt x="1074" y="14275"/>
                    <a:pt x="1074" y="14275"/>
                  </a:cubicBezTo>
                  <a:cubicBezTo>
                    <a:pt x="1193" y="14275"/>
                    <a:pt x="1193" y="14275"/>
                    <a:pt x="1193" y="14275"/>
                  </a:cubicBezTo>
                  <a:cubicBezTo>
                    <a:pt x="1312" y="14275"/>
                    <a:pt x="1312" y="14275"/>
                    <a:pt x="1312" y="14275"/>
                  </a:cubicBezTo>
                  <a:cubicBezTo>
                    <a:pt x="1432" y="14275"/>
                    <a:pt x="1432" y="14275"/>
                    <a:pt x="1432" y="14275"/>
                  </a:cubicBezTo>
                  <a:cubicBezTo>
                    <a:pt x="1432" y="14275"/>
                    <a:pt x="1432" y="14275"/>
                    <a:pt x="1432" y="14275"/>
                  </a:cubicBezTo>
                  <a:cubicBezTo>
                    <a:pt x="1551" y="14275"/>
                    <a:pt x="1551" y="14275"/>
                    <a:pt x="1551" y="14275"/>
                  </a:cubicBezTo>
                  <a:cubicBezTo>
                    <a:pt x="1670" y="14275"/>
                    <a:pt x="1670" y="14275"/>
                    <a:pt x="1670" y="14275"/>
                  </a:cubicBezTo>
                  <a:cubicBezTo>
                    <a:pt x="1790" y="14275"/>
                    <a:pt x="1790" y="14275"/>
                    <a:pt x="1790" y="14275"/>
                  </a:cubicBezTo>
                  <a:cubicBezTo>
                    <a:pt x="1790" y="14151"/>
                    <a:pt x="1790" y="14151"/>
                    <a:pt x="1790" y="14151"/>
                  </a:cubicBezTo>
                  <a:cubicBezTo>
                    <a:pt x="1909" y="14151"/>
                    <a:pt x="1909" y="14151"/>
                    <a:pt x="1909" y="14151"/>
                  </a:cubicBezTo>
                  <a:cubicBezTo>
                    <a:pt x="1909" y="14027"/>
                    <a:pt x="1909" y="14027"/>
                    <a:pt x="1909" y="14027"/>
                  </a:cubicBezTo>
                  <a:cubicBezTo>
                    <a:pt x="2148" y="14027"/>
                    <a:pt x="2148" y="14027"/>
                    <a:pt x="2148" y="14027"/>
                  </a:cubicBezTo>
                  <a:cubicBezTo>
                    <a:pt x="2148" y="14027"/>
                    <a:pt x="2148" y="14027"/>
                    <a:pt x="2148" y="14027"/>
                  </a:cubicBezTo>
                  <a:cubicBezTo>
                    <a:pt x="2267" y="13903"/>
                    <a:pt x="2267" y="13903"/>
                    <a:pt x="2267" y="13903"/>
                  </a:cubicBezTo>
                  <a:cubicBezTo>
                    <a:pt x="2267" y="13903"/>
                    <a:pt x="2267" y="13903"/>
                    <a:pt x="2267" y="13903"/>
                  </a:cubicBezTo>
                  <a:cubicBezTo>
                    <a:pt x="2386" y="14027"/>
                    <a:pt x="2386" y="14027"/>
                    <a:pt x="2386" y="14027"/>
                  </a:cubicBezTo>
                  <a:cubicBezTo>
                    <a:pt x="2506" y="13903"/>
                    <a:pt x="2506" y="13903"/>
                    <a:pt x="2506" y="13903"/>
                  </a:cubicBezTo>
                  <a:cubicBezTo>
                    <a:pt x="2506" y="13903"/>
                    <a:pt x="2506" y="13903"/>
                    <a:pt x="2506" y="13903"/>
                  </a:cubicBezTo>
                  <a:cubicBezTo>
                    <a:pt x="2506" y="13903"/>
                    <a:pt x="2506" y="13903"/>
                    <a:pt x="2506" y="13903"/>
                  </a:cubicBezTo>
                  <a:cubicBezTo>
                    <a:pt x="2625" y="13779"/>
                    <a:pt x="2625" y="13779"/>
                    <a:pt x="2625" y="13779"/>
                  </a:cubicBezTo>
                  <a:cubicBezTo>
                    <a:pt x="2864" y="13531"/>
                    <a:pt x="2864" y="13531"/>
                    <a:pt x="2864" y="13531"/>
                  </a:cubicBezTo>
                  <a:cubicBezTo>
                    <a:pt x="2983" y="13655"/>
                    <a:pt x="2983" y="13655"/>
                    <a:pt x="2983" y="13655"/>
                  </a:cubicBezTo>
                  <a:cubicBezTo>
                    <a:pt x="3102" y="13655"/>
                    <a:pt x="3102" y="13655"/>
                    <a:pt x="3102" y="13655"/>
                  </a:cubicBezTo>
                  <a:cubicBezTo>
                    <a:pt x="3102" y="13531"/>
                    <a:pt x="3102" y="13531"/>
                    <a:pt x="3102" y="13531"/>
                  </a:cubicBezTo>
                  <a:cubicBezTo>
                    <a:pt x="3460" y="13531"/>
                    <a:pt x="3460" y="13531"/>
                    <a:pt x="3460" y="13531"/>
                  </a:cubicBezTo>
                  <a:cubicBezTo>
                    <a:pt x="3460" y="13531"/>
                    <a:pt x="3460" y="13531"/>
                    <a:pt x="3460" y="13531"/>
                  </a:cubicBezTo>
                  <a:cubicBezTo>
                    <a:pt x="3699" y="13531"/>
                    <a:pt x="3699" y="13531"/>
                    <a:pt x="3699" y="13531"/>
                  </a:cubicBezTo>
                  <a:cubicBezTo>
                    <a:pt x="3699" y="13531"/>
                    <a:pt x="3699" y="13531"/>
                    <a:pt x="3699" y="13531"/>
                  </a:cubicBezTo>
                  <a:cubicBezTo>
                    <a:pt x="3818" y="13531"/>
                    <a:pt x="3818" y="13531"/>
                    <a:pt x="3818" y="13531"/>
                  </a:cubicBezTo>
                  <a:cubicBezTo>
                    <a:pt x="3938" y="13531"/>
                    <a:pt x="3938" y="13531"/>
                    <a:pt x="3938" y="13531"/>
                  </a:cubicBezTo>
                  <a:cubicBezTo>
                    <a:pt x="3938" y="13655"/>
                    <a:pt x="3938" y="13655"/>
                    <a:pt x="3938" y="13655"/>
                  </a:cubicBezTo>
                  <a:cubicBezTo>
                    <a:pt x="4057" y="13655"/>
                    <a:pt x="4057" y="13655"/>
                    <a:pt x="4057" y="13655"/>
                  </a:cubicBezTo>
                  <a:cubicBezTo>
                    <a:pt x="4057" y="13655"/>
                    <a:pt x="4057" y="13655"/>
                    <a:pt x="4057" y="13655"/>
                  </a:cubicBezTo>
                  <a:cubicBezTo>
                    <a:pt x="4176" y="13655"/>
                    <a:pt x="4176" y="13655"/>
                    <a:pt x="4176" y="13655"/>
                  </a:cubicBezTo>
                  <a:cubicBezTo>
                    <a:pt x="4176" y="13655"/>
                    <a:pt x="4176" y="13655"/>
                    <a:pt x="4176" y="13655"/>
                  </a:cubicBezTo>
                  <a:cubicBezTo>
                    <a:pt x="4415" y="13655"/>
                    <a:pt x="4415" y="13655"/>
                    <a:pt x="4415" y="13655"/>
                  </a:cubicBezTo>
                  <a:cubicBezTo>
                    <a:pt x="4415" y="13655"/>
                    <a:pt x="4415" y="13655"/>
                    <a:pt x="4415" y="13655"/>
                  </a:cubicBezTo>
                  <a:cubicBezTo>
                    <a:pt x="4415" y="13655"/>
                    <a:pt x="4415" y="13655"/>
                    <a:pt x="4415" y="13655"/>
                  </a:cubicBezTo>
                  <a:cubicBezTo>
                    <a:pt x="4534" y="13655"/>
                    <a:pt x="4534" y="13655"/>
                    <a:pt x="4534" y="13655"/>
                  </a:cubicBezTo>
                  <a:cubicBezTo>
                    <a:pt x="4654" y="13655"/>
                    <a:pt x="4654" y="13655"/>
                    <a:pt x="4654" y="13655"/>
                  </a:cubicBezTo>
                  <a:cubicBezTo>
                    <a:pt x="4773" y="13531"/>
                    <a:pt x="4773" y="13531"/>
                    <a:pt x="4773" y="13531"/>
                  </a:cubicBezTo>
                  <a:cubicBezTo>
                    <a:pt x="4892" y="13406"/>
                    <a:pt x="4892" y="13406"/>
                    <a:pt x="4892" y="13406"/>
                  </a:cubicBezTo>
                  <a:cubicBezTo>
                    <a:pt x="4892" y="13406"/>
                    <a:pt x="4892" y="13406"/>
                    <a:pt x="4892" y="13406"/>
                  </a:cubicBezTo>
                  <a:cubicBezTo>
                    <a:pt x="5012" y="13282"/>
                    <a:pt x="5012" y="13282"/>
                    <a:pt x="5012" y="13282"/>
                  </a:cubicBezTo>
                  <a:cubicBezTo>
                    <a:pt x="5131" y="13158"/>
                    <a:pt x="5131" y="13158"/>
                    <a:pt x="5131" y="13158"/>
                  </a:cubicBezTo>
                  <a:cubicBezTo>
                    <a:pt x="5250" y="13034"/>
                    <a:pt x="5250" y="13034"/>
                    <a:pt x="5250" y="13034"/>
                  </a:cubicBezTo>
                  <a:cubicBezTo>
                    <a:pt x="5370" y="13034"/>
                    <a:pt x="5370" y="13034"/>
                    <a:pt x="5370" y="13034"/>
                  </a:cubicBezTo>
                  <a:cubicBezTo>
                    <a:pt x="5489" y="13034"/>
                    <a:pt x="5489" y="13034"/>
                    <a:pt x="5489" y="13034"/>
                  </a:cubicBezTo>
                  <a:cubicBezTo>
                    <a:pt x="5608" y="12910"/>
                    <a:pt x="5608" y="12910"/>
                    <a:pt x="5608" y="12910"/>
                  </a:cubicBezTo>
                  <a:cubicBezTo>
                    <a:pt x="5966" y="12786"/>
                    <a:pt x="5966" y="12786"/>
                    <a:pt x="5966" y="12786"/>
                  </a:cubicBezTo>
                  <a:cubicBezTo>
                    <a:pt x="6086" y="12662"/>
                    <a:pt x="6086" y="12662"/>
                    <a:pt x="6086" y="12662"/>
                  </a:cubicBezTo>
                  <a:cubicBezTo>
                    <a:pt x="6205" y="12662"/>
                    <a:pt x="6205" y="12662"/>
                    <a:pt x="6205" y="12662"/>
                  </a:cubicBezTo>
                  <a:cubicBezTo>
                    <a:pt x="6324" y="12662"/>
                    <a:pt x="6324" y="12662"/>
                    <a:pt x="6324" y="12662"/>
                  </a:cubicBezTo>
                  <a:cubicBezTo>
                    <a:pt x="6324" y="12662"/>
                    <a:pt x="6324" y="12662"/>
                    <a:pt x="6324" y="12662"/>
                  </a:cubicBezTo>
                  <a:cubicBezTo>
                    <a:pt x="6563" y="12662"/>
                    <a:pt x="6563" y="12662"/>
                    <a:pt x="6563" y="12662"/>
                  </a:cubicBezTo>
                  <a:cubicBezTo>
                    <a:pt x="6682" y="12662"/>
                    <a:pt x="6682" y="12662"/>
                    <a:pt x="6682" y="12662"/>
                  </a:cubicBezTo>
                  <a:cubicBezTo>
                    <a:pt x="6802" y="12662"/>
                    <a:pt x="6802" y="12662"/>
                    <a:pt x="6802" y="12662"/>
                  </a:cubicBezTo>
                  <a:cubicBezTo>
                    <a:pt x="6921" y="12662"/>
                    <a:pt x="6921" y="12662"/>
                    <a:pt x="6921" y="12662"/>
                  </a:cubicBezTo>
                  <a:cubicBezTo>
                    <a:pt x="7279" y="12537"/>
                    <a:pt x="7279" y="12537"/>
                    <a:pt x="7279" y="12537"/>
                  </a:cubicBezTo>
                  <a:cubicBezTo>
                    <a:pt x="7398" y="12537"/>
                    <a:pt x="7398" y="12537"/>
                    <a:pt x="7398" y="12537"/>
                  </a:cubicBezTo>
                  <a:cubicBezTo>
                    <a:pt x="7518" y="12413"/>
                    <a:pt x="7518" y="12413"/>
                    <a:pt x="7518" y="12413"/>
                  </a:cubicBezTo>
                  <a:cubicBezTo>
                    <a:pt x="7637" y="12413"/>
                    <a:pt x="7637" y="12413"/>
                    <a:pt x="7637" y="12413"/>
                  </a:cubicBezTo>
                  <a:cubicBezTo>
                    <a:pt x="7756" y="12289"/>
                    <a:pt x="7756" y="12289"/>
                    <a:pt x="7756" y="12289"/>
                  </a:cubicBezTo>
                  <a:cubicBezTo>
                    <a:pt x="7995" y="12289"/>
                    <a:pt x="7995" y="12289"/>
                    <a:pt x="7995" y="12289"/>
                  </a:cubicBezTo>
                  <a:cubicBezTo>
                    <a:pt x="8592" y="12289"/>
                    <a:pt x="8592" y="12289"/>
                    <a:pt x="8592" y="12289"/>
                  </a:cubicBezTo>
                  <a:cubicBezTo>
                    <a:pt x="8830" y="12289"/>
                    <a:pt x="8830" y="12289"/>
                    <a:pt x="8830" y="12289"/>
                  </a:cubicBezTo>
                  <a:cubicBezTo>
                    <a:pt x="8950" y="12289"/>
                    <a:pt x="8950" y="12289"/>
                    <a:pt x="8950" y="12289"/>
                  </a:cubicBezTo>
                  <a:cubicBezTo>
                    <a:pt x="9069" y="12289"/>
                    <a:pt x="9069" y="12289"/>
                    <a:pt x="9069" y="12289"/>
                  </a:cubicBezTo>
                  <a:cubicBezTo>
                    <a:pt x="9188" y="12289"/>
                    <a:pt x="9188" y="12289"/>
                    <a:pt x="9188" y="12289"/>
                  </a:cubicBezTo>
                  <a:cubicBezTo>
                    <a:pt x="9308" y="12413"/>
                    <a:pt x="9308" y="12413"/>
                    <a:pt x="9308" y="12413"/>
                  </a:cubicBezTo>
                  <a:cubicBezTo>
                    <a:pt x="9427" y="12662"/>
                    <a:pt x="9427" y="12662"/>
                    <a:pt x="9427" y="12662"/>
                  </a:cubicBezTo>
                  <a:cubicBezTo>
                    <a:pt x="9546" y="12662"/>
                    <a:pt x="9546" y="12662"/>
                    <a:pt x="9546" y="12662"/>
                  </a:cubicBezTo>
                  <a:cubicBezTo>
                    <a:pt x="9666" y="12662"/>
                    <a:pt x="9666" y="12662"/>
                    <a:pt x="9666" y="12662"/>
                  </a:cubicBezTo>
                  <a:cubicBezTo>
                    <a:pt x="9666" y="12537"/>
                    <a:pt x="9666" y="12537"/>
                    <a:pt x="9666" y="12537"/>
                  </a:cubicBezTo>
                  <a:cubicBezTo>
                    <a:pt x="9785" y="12662"/>
                    <a:pt x="9785" y="12662"/>
                    <a:pt x="9785" y="12662"/>
                  </a:cubicBezTo>
                  <a:cubicBezTo>
                    <a:pt x="9785" y="12662"/>
                    <a:pt x="9785" y="12662"/>
                    <a:pt x="9785" y="12662"/>
                  </a:cubicBezTo>
                  <a:cubicBezTo>
                    <a:pt x="9904" y="12662"/>
                    <a:pt x="9904" y="12662"/>
                    <a:pt x="9904" y="12662"/>
                  </a:cubicBezTo>
                  <a:cubicBezTo>
                    <a:pt x="10024" y="12786"/>
                    <a:pt x="10024" y="12786"/>
                    <a:pt x="10024" y="12786"/>
                  </a:cubicBezTo>
                  <a:cubicBezTo>
                    <a:pt x="10143" y="12786"/>
                    <a:pt x="10143" y="12786"/>
                    <a:pt x="10143" y="12786"/>
                  </a:cubicBezTo>
                  <a:cubicBezTo>
                    <a:pt x="10262" y="12786"/>
                    <a:pt x="10262" y="12786"/>
                    <a:pt x="10262" y="12786"/>
                  </a:cubicBezTo>
                  <a:cubicBezTo>
                    <a:pt x="10501" y="12910"/>
                    <a:pt x="10501" y="12910"/>
                    <a:pt x="10501" y="12910"/>
                  </a:cubicBezTo>
                  <a:cubicBezTo>
                    <a:pt x="10382" y="13034"/>
                    <a:pt x="10382" y="13034"/>
                    <a:pt x="10382" y="13034"/>
                  </a:cubicBezTo>
                  <a:cubicBezTo>
                    <a:pt x="10501" y="13034"/>
                    <a:pt x="10501" y="13034"/>
                    <a:pt x="10501" y="13034"/>
                  </a:cubicBezTo>
                  <a:cubicBezTo>
                    <a:pt x="10620" y="13034"/>
                    <a:pt x="10620" y="13034"/>
                    <a:pt x="10620" y="13034"/>
                  </a:cubicBezTo>
                  <a:cubicBezTo>
                    <a:pt x="10501" y="13158"/>
                    <a:pt x="10501" y="13158"/>
                    <a:pt x="10501" y="13158"/>
                  </a:cubicBezTo>
                  <a:cubicBezTo>
                    <a:pt x="10501" y="13158"/>
                    <a:pt x="10501" y="13158"/>
                    <a:pt x="10501" y="13158"/>
                  </a:cubicBezTo>
                  <a:cubicBezTo>
                    <a:pt x="10501" y="13282"/>
                    <a:pt x="10501" y="13282"/>
                    <a:pt x="10501" y="13282"/>
                  </a:cubicBezTo>
                  <a:cubicBezTo>
                    <a:pt x="10501" y="13406"/>
                    <a:pt x="10501" y="13406"/>
                    <a:pt x="10501" y="13406"/>
                  </a:cubicBezTo>
                  <a:cubicBezTo>
                    <a:pt x="10620" y="13406"/>
                    <a:pt x="10620" y="13406"/>
                    <a:pt x="10620" y="13406"/>
                  </a:cubicBezTo>
                  <a:cubicBezTo>
                    <a:pt x="10740" y="13531"/>
                    <a:pt x="10740" y="13531"/>
                    <a:pt x="10740" y="13531"/>
                  </a:cubicBezTo>
                  <a:cubicBezTo>
                    <a:pt x="10740" y="13655"/>
                    <a:pt x="10740" y="13655"/>
                    <a:pt x="10740" y="13655"/>
                  </a:cubicBezTo>
                  <a:cubicBezTo>
                    <a:pt x="10740" y="13779"/>
                    <a:pt x="10740" y="13779"/>
                    <a:pt x="10740" y="13779"/>
                  </a:cubicBezTo>
                  <a:cubicBezTo>
                    <a:pt x="10859" y="14027"/>
                    <a:pt x="10859" y="14027"/>
                    <a:pt x="10859" y="14027"/>
                  </a:cubicBezTo>
                  <a:cubicBezTo>
                    <a:pt x="10859" y="14151"/>
                    <a:pt x="10859" y="14151"/>
                    <a:pt x="10859" y="14151"/>
                  </a:cubicBezTo>
                  <a:cubicBezTo>
                    <a:pt x="10859" y="14151"/>
                    <a:pt x="10859" y="14151"/>
                    <a:pt x="10859" y="14151"/>
                  </a:cubicBezTo>
                  <a:cubicBezTo>
                    <a:pt x="10859" y="14275"/>
                    <a:pt x="10859" y="14275"/>
                    <a:pt x="10859" y="14275"/>
                  </a:cubicBezTo>
                  <a:cubicBezTo>
                    <a:pt x="10859" y="14400"/>
                    <a:pt x="10859" y="14400"/>
                    <a:pt x="10859" y="14400"/>
                  </a:cubicBezTo>
                  <a:cubicBezTo>
                    <a:pt x="10740" y="14400"/>
                    <a:pt x="10740" y="14400"/>
                    <a:pt x="10740" y="14400"/>
                  </a:cubicBezTo>
                  <a:cubicBezTo>
                    <a:pt x="10740" y="14400"/>
                    <a:pt x="10740" y="14400"/>
                    <a:pt x="10740" y="14400"/>
                  </a:cubicBezTo>
                  <a:cubicBezTo>
                    <a:pt x="10859" y="14524"/>
                    <a:pt x="10859" y="14524"/>
                    <a:pt x="10859" y="14524"/>
                  </a:cubicBezTo>
                  <a:cubicBezTo>
                    <a:pt x="10859" y="14524"/>
                    <a:pt x="10859" y="14524"/>
                    <a:pt x="10859" y="14524"/>
                  </a:cubicBezTo>
                  <a:cubicBezTo>
                    <a:pt x="10979" y="14648"/>
                    <a:pt x="10979" y="14648"/>
                    <a:pt x="10979" y="14648"/>
                  </a:cubicBezTo>
                  <a:cubicBezTo>
                    <a:pt x="10979" y="14648"/>
                    <a:pt x="10979" y="14648"/>
                    <a:pt x="10979" y="14648"/>
                  </a:cubicBezTo>
                  <a:cubicBezTo>
                    <a:pt x="11098" y="14648"/>
                    <a:pt x="11098" y="14648"/>
                    <a:pt x="11098" y="14648"/>
                  </a:cubicBezTo>
                  <a:cubicBezTo>
                    <a:pt x="11098" y="14524"/>
                    <a:pt x="11098" y="14524"/>
                    <a:pt x="11098" y="14524"/>
                  </a:cubicBezTo>
                  <a:cubicBezTo>
                    <a:pt x="11098" y="14524"/>
                    <a:pt x="11098" y="14524"/>
                    <a:pt x="11098" y="14524"/>
                  </a:cubicBezTo>
                  <a:cubicBezTo>
                    <a:pt x="11098" y="14400"/>
                    <a:pt x="11098" y="14400"/>
                    <a:pt x="11098" y="14400"/>
                  </a:cubicBezTo>
                  <a:cubicBezTo>
                    <a:pt x="11217" y="14400"/>
                    <a:pt x="11217" y="14400"/>
                    <a:pt x="11217" y="14400"/>
                  </a:cubicBezTo>
                  <a:cubicBezTo>
                    <a:pt x="11217" y="14275"/>
                    <a:pt x="11217" y="14275"/>
                    <a:pt x="11217" y="14275"/>
                  </a:cubicBezTo>
                  <a:cubicBezTo>
                    <a:pt x="11337" y="14275"/>
                    <a:pt x="11337" y="14275"/>
                    <a:pt x="11337" y="14275"/>
                  </a:cubicBezTo>
                  <a:cubicBezTo>
                    <a:pt x="11337" y="14151"/>
                    <a:pt x="11337" y="14151"/>
                    <a:pt x="11337" y="14151"/>
                  </a:cubicBezTo>
                  <a:cubicBezTo>
                    <a:pt x="11456" y="14151"/>
                    <a:pt x="11456" y="14151"/>
                    <a:pt x="11456" y="14151"/>
                  </a:cubicBezTo>
                  <a:cubicBezTo>
                    <a:pt x="11575" y="14027"/>
                    <a:pt x="11575" y="14027"/>
                    <a:pt x="11575" y="14027"/>
                  </a:cubicBezTo>
                  <a:cubicBezTo>
                    <a:pt x="11695" y="13903"/>
                    <a:pt x="11695" y="13903"/>
                    <a:pt x="11695" y="13903"/>
                  </a:cubicBezTo>
                  <a:cubicBezTo>
                    <a:pt x="11814" y="13779"/>
                    <a:pt x="11814" y="13779"/>
                    <a:pt x="11814" y="13779"/>
                  </a:cubicBezTo>
                  <a:cubicBezTo>
                    <a:pt x="11814" y="13779"/>
                    <a:pt x="11814" y="13779"/>
                    <a:pt x="11814" y="13779"/>
                  </a:cubicBezTo>
                  <a:cubicBezTo>
                    <a:pt x="11933" y="13779"/>
                    <a:pt x="11933" y="13779"/>
                    <a:pt x="11933" y="13779"/>
                  </a:cubicBezTo>
                  <a:cubicBezTo>
                    <a:pt x="12053" y="13655"/>
                    <a:pt x="12053" y="13655"/>
                    <a:pt x="12053" y="13655"/>
                  </a:cubicBezTo>
                  <a:cubicBezTo>
                    <a:pt x="12172" y="13406"/>
                    <a:pt x="12172" y="13406"/>
                    <a:pt x="12172" y="13406"/>
                  </a:cubicBezTo>
                  <a:cubicBezTo>
                    <a:pt x="12291" y="13406"/>
                    <a:pt x="12291" y="13406"/>
                    <a:pt x="12291" y="13406"/>
                  </a:cubicBezTo>
                  <a:cubicBezTo>
                    <a:pt x="12411" y="13282"/>
                    <a:pt x="12411" y="13282"/>
                    <a:pt x="12411" y="13282"/>
                  </a:cubicBezTo>
                  <a:cubicBezTo>
                    <a:pt x="12291" y="13158"/>
                    <a:pt x="12291" y="13158"/>
                    <a:pt x="12291" y="13158"/>
                  </a:cubicBezTo>
                  <a:cubicBezTo>
                    <a:pt x="12411" y="13034"/>
                    <a:pt x="12411" y="13034"/>
                    <a:pt x="12411" y="13034"/>
                  </a:cubicBezTo>
                  <a:cubicBezTo>
                    <a:pt x="12411" y="13158"/>
                    <a:pt x="12411" y="13158"/>
                    <a:pt x="12411" y="13158"/>
                  </a:cubicBezTo>
                  <a:cubicBezTo>
                    <a:pt x="12411" y="13282"/>
                    <a:pt x="12411" y="13282"/>
                    <a:pt x="12411" y="13282"/>
                  </a:cubicBezTo>
                  <a:cubicBezTo>
                    <a:pt x="12411" y="13406"/>
                    <a:pt x="12411" y="13406"/>
                    <a:pt x="12411" y="13406"/>
                  </a:cubicBezTo>
                  <a:cubicBezTo>
                    <a:pt x="12411" y="13531"/>
                    <a:pt x="12411" y="13531"/>
                    <a:pt x="12411" y="13531"/>
                  </a:cubicBezTo>
                  <a:cubicBezTo>
                    <a:pt x="12291" y="13779"/>
                    <a:pt x="12291" y="13779"/>
                    <a:pt x="12291" y="13779"/>
                  </a:cubicBezTo>
                  <a:cubicBezTo>
                    <a:pt x="12172" y="13903"/>
                    <a:pt x="12172" y="13903"/>
                    <a:pt x="12172" y="13903"/>
                  </a:cubicBezTo>
                  <a:cubicBezTo>
                    <a:pt x="12053" y="14027"/>
                    <a:pt x="12053" y="14027"/>
                    <a:pt x="12053" y="14027"/>
                  </a:cubicBezTo>
                  <a:cubicBezTo>
                    <a:pt x="12053" y="14151"/>
                    <a:pt x="12053" y="14151"/>
                    <a:pt x="12053" y="14151"/>
                  </a:cubicBezTo>
                  <a:cubicBezTo>
                    <a:pt x="12053" y="14275"/>
                    <a:pt x="12053" y="14275"/>
                    <a:pt x="12053" y="14275"/>
                  </a:cubicBezTo>
                  <a:cubicBezTo>
                    <a:pt x="11933" y="14400"/>
                    <a:pt x="11933" y="14400"/>
                    <a:pt x="11933" y="14400"/>
                  </a:cubicBezTo>
                  <a:cubicBezTo>
                    <a:pt x="11933" y="14400"/>
                    <a:pt x="11933" y="14400"/>
                    <a:pt x="11933" y="14400"/>
                  </a:cubicBezTo>
                  <a:cubicBezTo>
                    <a:pt x="11814" y="14648"/>
                    <a:pt x="11814" y="14648"/>
                    <a:pt x="11814" y="14648"/>
                  </a:cubicBezTo>
                  <a:cubicBezTo>
                    <a:pt x="11575" y="14648"/>
                    <a:pt x="11575" y="14648"/>
                    <a:pt x="11575" y="14648"/>
                  </a:cubicBezTo>
                  <a:cubicBezTo>
                    <a:pt x="11575" y="14772"/>
                    <a:pt x="11575" y="14772"/>
                    <a:pt x="11575" y="14772"/>
                  </a:cubicBezTo>
                  <a:cubicBezTo>
                    <a:pt x="11456" y="14896"/>
                    <a:pt x="11456" y="14896"/>
                    <a:pt x="11456" y="14896"/>
                  </a:cubicBezTo>
                  <a:cubicBezTo>
                    <a:pt x="11456" y="14896"/>
                    <a:pt x="11456" y="14896"/>
                    <a:pt x="11456" y="14896"/>
                  </a:cubicBezTo>
                  <a:cubicBezTo>
                    <a:pt x="11695" y="14896"/>
                    <a:pt x="11695" y="14896"/>
                    <a:pt x="11695" y="14896"/>
                  </a:cubicBezTo>
                  <a:cubicBezTo>
                    <a:pt x="11814" y="14896"/>
                    <a:pt x="11814" y="14896"/>
                    <a:pt x="11814" y="14896"/>
                  </a:cubicBezTo>
                  <a:cubicBezTo>
                    <a:pt x="11933" y="14896"/>
                    <a:pt x="11933" y="14896"/>
                    <a:pt x="11933" y="14896"/>
                  </a:cubicBezTo>
                  <a:cubicBezTo>
                    <a:pt x="12172" y="14648"/>
                    <a:pt x="12172" y="14648"/>
                    <a:pt x="12172" y="14648"/>
                  </a:cubicBezTo>
                  <a:cubicBezTo>
                    <a:pt x="12172" y="14400"/>
                    <a:pt x="12172" y="14400"/>
                    <a:pt x="12172" y="14400"/>
                  </a:cubicBezTo>
                  <a:cubicBezTo>
                    <a:pt x="12291" y="14275"/>
                    <a:pt x="12291" y="14275"/>
                    <a:pt x="12291" y="14275"/>
                  </a:cubicBezTo>
                  <a:cubicBezTo>
                    <a:pt x="12411" y="14275"/>
                    <a:pt x="12411" y="14275"/>
                    <a:pt x="12411" y="14275"/>
                  </a:cubicBezTo>
                  <a:cubicBezTo>
                    <a:pt x="12411" y="14524"/>
                    <a:pt x="12411" y="14524"/>
                    <a:pt x="12411" y="14524"/>
                  </a:cubicBezTo>
                  <a:cubicBezTo>
                    <a:pt x="12411" y="14648"/>
                    <a:pt x="12411" y="14648"/>
                    <a:pt x="12411" y="14648"/>
                  </a:cubicBezTo>
                  <a:cubicBezTo>
                    <a:pt x="12411" y="14648"/>
                    <a:pt x="12411" y="14648"/>
                    <a:pt x="12411" y="14648"/>
                  </a:cubicBezTo>
                  <a:cubicBezTo>
                    <a:pt x="12411" y="14896"/>
                    <a:pt x="12411" y="14896"/>
                    <a:pt x="12411" y="14896"/>
                  </a:cubicBezTo>
                  <a:cubicBezTo>
                    <a:pt x="12291" y="15144"/>
                    <a:pt x="12291" y="15144"/>
                    <a:pt x="12291" y="15144"/>
                  </a:cubicBezTo>
                  <a:cubicBezTo>
                    <a:pt x="12053" y="15144"/>
                    <a:pt x="12053" y="15144"/>
                    <a:pt x="12053" y="15144"/>
                  </a:cubicBezTo>
                  <a:cubicBezTo>
                    <a:pt x="12172" y="15268"/>
                    <a:pt x="12172" y="15268"/>
                    <a:pt x="12172" y="15268"/>
                  </a:cubicBezTo>
                  <a:cubicBezTo>
                    <a:pt x="12291" y="15268"/>
                    <a:pt x="12291" y="15268"/>
                    <a:pt x="12291" y="15268"/>
                  </a:cubicBezTo>
                  <a:cubicBezTo>
                    <a:pt x="12411" y="15268"/>
                    <a:pt x="12411" y="15268"/>
                    <a:pt x="12411" y="15268"/>
                  </a:cubicBezTo>
                  <a:cubicBezTo>
                    <a:pt x="12411" y="15144"/>
                    <a:pt x="12411" y="15144"/>
                    <a:pt x="12411" y="15144"/>
                  </a:cubicBezTo>
                  <a:cubicBezTo>
                    <a:pt x="12530" y="15144"/>
                    <a:pt x="12530" y="15144"/>
                    <a:pt x="12530" y="15144"/>
                  </a:cubicBezTo>
                  <a:cubicBezTo>
                    <a:pt x="12649" y="15020"/>
                    <a:pt x="12649" y="15020"/>
                    <a:pt x="12649" y="15020"/>
                  </a:cubicBezTo>
                  <a:cubicBezTo>
                    <a:pt x="12769" y="15144"/>
                    <a:pt x="12769" y="15144"/>
                    <a:pt x="12769" y="15144"/>
                  </a:cubicBezTo>
                  <a:cubicBezTo>
                    <a:pt x="12769" y="15020"/>
                    <a:pt x="12769" y="15020"/>
                    <a:pt x="12769" y="15020"/>
                  </a:cubicBezTo>
                  <a:cubicBezTo>
                    <a:pt x="12769" y="15144"/>
                    <a:pt x="12769" y="15144"/>
                    <a:pt x="12769" y="15144"/>
                  </a:cubicBezTo>
                  <a:cubicBezTo>
                    <a:pt x="12649" y="15268"/>
                    <a:pt x="12649" y="15268"/>
                    <a:pt x="12649" y="15268"/>
                  </a:cubicBezTo>
                  <a:cubicBezTo>
                    <a:pt x="12649" y="15268"/>
                    <a:pt x="12649" y="15268"/>
                    <a:pt x="12649" y="15268"/>
                  </a:cubicBezTo>
                  <a:cubicBezTo>
                    <a:pt x="12530" y="15268"/>
                    <a:pt x="12530" y="15268"/>
                    <a:pt x="12530" y="15268"/>
                  </a:cubicBezTo>
                  <a:cubicBezTo>
                    <a:pt x="12649" y="15393"/>
                    <a:pt x="12649" y="15393"/>
                    <a:pt x="12649" y="15393"/>
                  </a:cubicBezTo>
                  <a:cubicBezTo>
                    <a:pt x="12769" y="15517"/>
                    <a:pt x="12769" y="15517"/>
                    <a:pt x="12769" y="15517"/>
                  </a:cubicBezTo>
                  <a:cubicBezTo>
                    <a:pt x="12769" y="15641"/>
                    <a:pt x="12769" y="15641"/>
                    <a:pt x="12769" y="15641"/>
                  </a:cubicBezTo>
                  <a:cubicBezTo>
                    <a:pt x="12769" y="15889"/>
                    <a:pt x="12769" y="15889"/>
                    <a:pt x="12769" y="15889"/>
                  </a:cubicBezTo>
                  <a:cubicBezTo>
                    <a:pt x="12769" y="16137"/>
                    <a:pt x="12769" y="16137"/>
                    <a:pt x="12769" y="16137"/>
                  </a:cubicBezTo>
                  <a:cubicBezTo>
                    <a:pt x="12649" y="16262"/>
                    <a:pt x="12649" y="16262"/>
                    <a:pt x="12649" y="16262"/>
                  </a:cubicBezTo>
                  <a:cubicBezTo>
                    <a:pt x="12649" y="16262"/>
                    <a:pt x="12649" y="16262"/>
                    <a:pt x="12649" y="16262"/>
                  </a:cubicBezTo>
                  <a:cubicBezTo>
                    <a:pt x="12649" y="16510"/>
                    <a:pt x="12649" y="16510"/>
                    <a:pt x="12649" y="16510"/>
                  </a:cubicBezTo>
                  <a:cubicBezTo>
                    <a:pt x="12769" y="16510"/>
                    <a:pt x="12769" y="16510"/>
                    <a:pt x="12769" y="16510"/>
                  </a:cubicBezTo>
                  <a:cubicBezTo>
                    <a:pt x="12769" y="16634"/>
                    <a:pt x="12769" y="16634"/>
                    <a:pt x="12769" y="16634"/>
                  </a:cubicBezTo>
                  <a:cubicBezTo>
                    <a:pt x="12888" y="16882"/>
                    <a:pt x="12888" y="16882"/>
                    <a:pt x="12888" y="16882"/>
                  </a:cubicBezTo>
                  <a:cubicBezTo>
                    <a:pt x="13007" y="17131"/>
                    <a:pt x="13007" y="17131"/>
                    <a:pt x="13007" y="17131"/>
                  </a:cubicBezTo>
                  <a:cubicBezTo>
                    <a:pt x="13127" y="17131"/>
                    <a:pt x="13127" y="17131"/>
                    <a:pt x="13127" y="17131"/>
                  </a:cubicBezTo>
                  <a:cubicBezTo>
                    <a:pt x="13246" y="17131"/>
                    <a:pt x="13246" y="17131"/>
                    <a:pt x="13246" y="17131"/>
                  </a:cubicBezTo>
                  <a:cubicBezTo>
                    <a:pt x="13365" y="17255"/>
                    <a:pt x="13365" y="17255"/>
                    <a:pt x="13365" y="17255"/>
                  </a:cubicBezTo>
                  <a:cubicBezTo>
                    <a:pt x="13485" y="17255"/>
                    <a:pt x="13485" y="17255"/>
                    <a:pt x="13485" y="17255"/>
                  </a:cubicBezTo>
                  <a:cubicBezTo>
                    <a:pt x="13485" y="17255"/>
                    <a:pt x="13485" y="17255"/>
                    <a:pt x="13485" y="17255"/>
                  </a:cubicBezTo>
                  <a:cubicBezTo>
                    <a:pt x="13485" y="17255"/>
                    <a:pt x="13485" y="17255"/>
                    <a:pt x="13485" y="17255"/>
                  </a:cubicBezTo>
                  <a:cubicBezTo>
                    <a:pt x="13604" y="17255"/>
                    <a:pt x="13604" y="17255"/>
                    <a:pt x="13604" y="17255"/>
                  </a:cubicBezTo>
                  <a:cubicBezTo>
                    <a:pt x="13723" y="17379"/>
                    <a:pt x="13723" y="17379"/>
                    <a:pt x="13723" y="17379"/>
                  </a:cubicBezTo>
                  <a:cubicBezTo>
                    <a:pt x="13843" y="17379"/>
                    <a:pt x="13843" y="17379"/>
                    <a:pt x="13843" y="17379"/>
                  </a:cubicBezTo>
                  <a:cubicBezTo>
                    <a:pt x="13962" y="17503"/>
                    <a:pt x="13962" y="17503"/>
                    <a:pt x="13962" y="17503"/>
                  </a:cubicBezTo>
                  <a:cubicBezTo>
                    <a:pt x="14081" y="17627"/>
                    <a:pt x="14081" y="17627"/>
                    <a:pt x="14081" y="17627"/>
                  </a:cubicBezTo>
                  <a:cubicBezTo>
                    <a:pt x="14081" y="17627"/>
                    <a:pt x="14081" y="17627"/>
                    <a:pt x="14081" y="17627"/>
                  </a:cubicBezTo>
                  <a:cubicBezTo>
                    <a:pt x="14201" y="17751"/>
                    <a:pt x="14201" y="17751"/>
                    <a:pt x="14201" y="17751"/>
                  </a:cubicBezTo>
                  <a:cubicBezTo>
                    <a:pt x="14320" y="17751"/>
                    <a:pt x="14320" y="17751"/>
                    <a:pt x="14320" y="17751"/>
                  </a:cubicBezTo>
                  <a:cubicBezTo>
                    <a:pt x="14320" y="17751"/>
                    <a:pt x="14320" y="17751"/>
                    <a:pt x="14320" y="17751"/>
                  </a:cubicBezTo>
                  <a:cubicBezTo>
                    <a:pt x="14559" y="17627"/>
                    <a:pt x="14559" y="17627"/>
                    <a:pt x="14559" y="17627"/>
                  </a:cubicBezTo>
                  <a:cubicBezTo>
                    <a:pt x="14678" y="17503"/>
                    <a:pt x="14678" y="17503"/>
                    <a:pt x="14678" y="17503"/>
                  </a:cubicBezTo>
                  <a:cubicBezTo>
                    <a:pt x="14797" y="17503"/>
                    <a:pt x="14797" y="17503"/>
                    <a:pt x="14797" y="17503"/>
                  </a:cubicBezTo>
                  <a:cubicBezTo>
                    <a:pt x="14917" y="17379"/>
                    <a:pt x="14917" y="17379"/>
                    <a:pt x="14917" y="17379"/>
                  </a:cubicBezTo>
                  <a:cubicBezTo>
                    <a:pt x="15036" y="17379"/>
                    <a:pt x="15036" y="17379"/>
                    <a:pt x="15036" y="17379"/>
                  </a:cubicBezTo>
                  <a:cubicBezTo>
                    <a:pt x="15036" y="17379"/>
                    <a:pt x="15036" y="17379"/>
                    <a:pt x="15036" y="17379"/>
                  </a:cubicBezTo>
                  <a:cubicBezTo>
                    <a:pt x="15036" y="17379"/>
                    <a:pt x="15036" y="17379"/>
                    <a:pt x="15036" y="17379"/>
                  </a:cubicBezTo>
                  <a:cubicBezTo>
                    <a:pt x="14917" y="17255"/>
                    <a:pt x="14917" y="17255"/>
                    <a:pt x="14917" y="17255"/>
                  </a:cubicBezTo>
                  <a:cubicBezTo>
                    <a:pt x="14917" y="17255"/>
                    <a:pt x="14917" y="17255"/>
                    <a:pt x="14917" y="17255"/>
                  </a:cubicBezTo>
                  <a:cubicBezTo>
                    <a:pt x="15155" y="17131"/>
                    <a:pt x="15155" y="17131"/>
                    <a:pt x="15155" y="17131"/>
                  </a:cubicBezTo>
                  <a:cubicBezTo>
                    <a:pt x="15275" y="17255"/>
                    <a:pt x="15275" y="17255"/>
                    <a:pt x="15275" y="17255"/>
                  </a:cubicBezTo>
                  <a:cubicBezTo>
                    <a:pt x="15275" y="17379"/>
                    <a:pt x="15275" y="17379"/>
                    <a:pt x="15275" y="17379"/>
                  </a:cubicBezTo>
                  <a:cubicBezTo>
                    <a:pt x="15155" y="17379"/>
                    <a:pt x="15155" y="17379"/>
                    <a:pt x="15155" y="17379"/>
                  </a:cubicBezTo>
                  <a:cubicBezTo>
                    <a:pt x="15155" y="17503"/>
                    <a:pt x="15155" y="17503"/>
                    <a:pt x="15155" y="17503"/>
                  </a:cubicBezTo>
                  <a:cubicBezTo>
                    <a:pt x="15155" y="17503"/>
                    <a:pt x="15155" y="17503"/>
                    <a:pt x="15155" y="17503"/>
                  </a:cubicBezTo>
                  <a:cubicBezTo>
                    <a:pt x="15275" y="17503"/>
                    <a:pt x="15275" y="17503"/>
                    <a:pt x="15275" y="17503"/>
                  </a:cubicBezTo>
                  <a:cubicBezTo>
                    <a:pt x="15394" y="17379"/>
                    <a:pt x="15394" y="17379"/>
                    <a:pt x="15394" y="17379"/>
                  </a:cubicBezTo>
                  <a:cubicBezTo>
                    <a:pt x="15513" y="17503"/>
                    <a:pt x="15513" y="17503"/>
                    <a:pt x="15513" y="17503"/>
                  </a:cubicBezTo>
                  <a:cubicBezTo>
                    <a:pt x="15513" y="17503"/>
                    <a:pt x="15513" y="17503"/>
                    <a:pt x="15513" y="17503"/>
                  </a:cubicBezTo>
                  <a:cubicBezTo>
                    <a:pt x="15394" y="17503"/>
                    <a:pt x="15394" y="17503"/>
                    <a:pt x="15394" y="17503"/>
                  </a:cubicBezTo>
                  <a:cubicBezTo>
                    <a:pt x="15275" y="17627"/>
                    <a:pt x="15275" y="17627"/>
                    <a:pt x="15275" y="17627"/>
                  </a:cubicBezTo>
                  <a:cubicBezTo>
                    <a:pt x="15513" y="17751"/>
                    <a:pt x="15513" y="17751"/>
                    <a:pt x="15513" y="17751"/>
                  </a:cubicBezTo>
                  <a:cubicBezTo>
                    <a:pt x="15513" y="18000"/>
                    <a:pt x="15513" y="18000"/>
                    <a:pt x="15513" y="18000"/>
                  </a:cubicBezTo>
                  <a:cubicBezTo>
                    <a:pt x="15513" y="17875"/>
                    <a:pt x="15513" y="17875"/>
                    <a:pt x="15513" y="17875"/>
                  </a:cubicBezTo>
                  <a:cubicBezTo>
                    <a:pt x="15633" y="18000"/>
                    <a:pt x="15633" y="18000"/>
                    <a:pt x="15633" y="18000"/>
                  </a:cubicBezTo>
                  <a:cubicBezTo>
                    <a:pt x="15633" y="18000"/>
                    <a:pt x="15633" y="18000"/>
                    <a:pt x="15633" y="18000"/>
                  </a:cubicBezTo>
                  <a:cubicBezTo>
                    <a:pt x="15752" y="18124"/>
                    <a:pt x="15752" y="18124"/>
                    <a:pt x="15752" y="18124"/>
                  </a:cubicBezTo>
                  <a:cubicBezTo>
                    <a:pt x="15752" y="18000"/>
                    <a:pt x="15752" y="18000"/>
                    <a:pt x="15752" y="18000"/>
                  </a:cubicBezTo>
                  <a:cubicBezTo>
                    <a:pt x="15752" y="17875"/>
                    <a:pt x="15752" y="17875"/>
                    <a:pt x="15752" y="17875"/>
                  </a:cubicBezTo>
                  <a:cubicBezTo>
                    <a:pt x="15633" y="18000"/>
                    <a:pt x="15633" y="18000"/>
                    <a:pt x="15633" y="18000"/>
                  </a:cubicBezTo>
                  <a:cubicBezTo>
                    <a:pt x="15633" y="17875"/>
                    <a:pt x="15633" y="17875"/>
                    <a:pt x="15633" y="17875"/>
                  </a:cubicBezTo>
                  <a:cubicBezTo>
                    <a:pt x="15752" y="17875"/>
                    <a:pt x="15752" y="17875"/>
                    <a:pt x="15752" y="17875"/>
                  </a:cubicBezTo>
                  <a:cubicBezTo>
                    <a:pt x="15991" y="17875"/>
                    <a:pt x="15991" y="17875"/>
                    <a:pt x="15991" y="17875"/>
                  </a:cubicBezTo>
                  <a:cubicBezTo>
                    <a:pt x="15991" y="17875"/>
                    <a:pt x="15991" y="17875"/>
                    <a:pt x="15991" y="17875"/>
                  </a:cubicBezTo>
                  <a:cubicBezTo>
                    <a:pt x="16110" y="17875"/>
                    <a:pt x="16110" y="17875"/>
                    <a:pt x="16110" y="17875"/>
                  </a:cubicBezTo>
                  <a:cubicBezTo>
                    <a:pt x="16229" y="17627"/>
                    <a:pt x="16229" y="17627"/>
                    <a:pt x="16229" y="17627"/>
                  </a:cubicBezTo>
                  <a:cubicBezTo>
                    <a:pt x="16468" y="17503"/>
                    <a:pt x="16468" y="17503"/>
                    <a:pt x="16468" y="17503"/>
                  </a:cubicBezTo>
                  <a:cubicBezTo>
                    <a:pt x="16587" y="17379"/>
                    <a:pt x="16587" y="17379"/>
                    <a:pt x="16587" y="17379"/>
                  </a:cubicBezTo>
                  <a:cubicBezTo>
                    <a:pt x="16587" y="17379"/>
                    <a:pt x="16587" y="17379"/>
                    <a:pt x="16587" y="17379"/>
                  </a:cubicBezTo>
                  <a:cubicBezTo>
                    <a:pt x="16468" y="17379"/>
                    <a:pt x="16468" y="17379"/>
                    <a:pt x="16468" y="17379"/>
                  </a:cubicBezTo>
                  <a:cubicBezTo>
                    <a:pt x="16468" y="17379"/>
                    <a:pt x="16468" y="17379"/>
                    <a:pt x="16468" y="17379"/>
                  </a:cubicBezTo>
                  <a:cubicBezTo>
                    <a:pt x="16349" y="17379"/>
                    <a:pt x="16349" y="17379"/>
                    <a:pt x="16349" y="17379"/>
                  </a:cubicBezTo>
                  <a:cubicBezTo>
                    <a:pt x="16468" y="17379"/>
                    <a:pt x="16468" y="17379"/>
                    <a:pt x="16468" y="17379"/>
                  </a:cubicBezTo>
                  <a:cubicBezTo>
                    <a:pt x="16587" y="17379"/>
                    <a:pt x="16587" y="17379"/>
                    <a:pt x="16587" y="17379"/>
                  </a:cubicBezTo>
                  <a:cubicBezTo>
                    <a:pt x="16826" y="17255"/>
                    <a:pt x="16826" y="17255"/>
                    <a:pt x="16826" y="17255"/>
                  </a:cubicBezTo>
                  <a:cubicBezTo>
                    <a:pt x="17303" y="17255"/>
                    <a:pt x="17303" y="17255"/>
                    <a:pt x="17303" y="17255"/>
                  </a:cubicBezTo>
                  <a:cubicBezTo>
                    <a:pt x="17542" y="17255"/>
                    <a:pt x="17542" y="17255"/>
                    <a:pt x="17542" y="17255"/>
                  </a:cubicBezTo>
                  <a:cubicBezTo>
                    <a:pt x="17661" y="17131"/>
                    <a:pt x="17661" y="17131"/>
                    <a:pt x="17661" y="17131"/>
                  </a:cubicBezTo>
                  <a:cubicBezTo>
                    <a:pt x="17661" y="17131"/>
                    <a:pt x="17661" y="17131"/>
                    <a:pt x="17661" y="17131"/>
                  </a:cubicBezTo>
                  <a:cubicBezTo>
                    <a:pt x="17781" y="17131"/>
                    <a:pt x="17781" y="17131"/>
                    <a:pt x="17781" y="17131"/>
                  </a:cubicBezTo>
                  <a:cubicBezTo>
                    <a:pt x="17900" y="17006"/>
                    <a:pt x="17900" y="17006"/>
                    <a:pt x="17900" y="17006"/>
                  </a:cubicBezTo>
                  <a:cubicBezTo>
                    <a:pt x="18019" y="16882"/>
                    <a:pt x="18019" y="16882"/>
                    <a:pt x="18019" y="16882"/>
                  </a:cubicBezTo>
                  <a:cubicBezTo>
                    <a:pt x="18019" y="16634"/>
                    <a:pt x="18019" y="16634"/>
                    <a:pt x="18019" y="16634"/>
                  </a:cubicBezTo>
                  <a:cubicBezTo>
                    <a:pt x="17900" y="16510"/>
                    <a:pt x="17900" y="16510"/>
                    <a:pt x="17900" y="16510"/>
                  </a:cubicBezTo>
                  <a:cubicBezTo>
                    <a:pt x="18139" y="16386"/>
                    <a:pt x="18139" y="16386"/>
                    <a:pt x="18139" y="16386"/>
                  </a:cubicBezTo>
                  <a:cubicBezTo>
                    <a:pt x="18139" y="16137"/>
                    <a:pt x="18139" y="16137"/>
                    <a:pt x="18139" y="16137"/>
                  </a:cubicBezTo>
                  <a:cubicBezTo>
                    <a:pt x="18258" y="16013"/>
                    <a:pt x="18258" y="16013"/>
                    <a:pt x="18258" y="16013"/>
                  </a:cubicBezTo>
                  <a:cubicBezTo>
                    <a:pt x="18258" y="15765"/>
                    <a:pt x="18258" y="15765"/>
                    <a:pt x="18258" y="15765"/>
                  </a:cubicBezTo>
                  <a:cubicBezTo>
                    <a:pt x="18377" y="15765"/>
                    <a:pt x="18377" y="15765"/>
                    <a:pt x="18377" y="15765"/>
                  </a:cubicBezTo>
                  <a:cubicBezTo>
                    <a:pt x="18377" y="15641"/>
                    <a:pt x="18377" y="15641"/>
                    <a:pt x="18377" y="15641"/>
                  </a:cubicBezTo>
                  <a:cubicBezTo>
                    <a:pt x="18616" y="15268"/>
                    <a:pt x="18616" y="15268"/>
                    <a:pt x="18616" y="15268"/>
                  </a:cubicBezTo>
                  <a:cubicBezTo>
                    <a:pt x="18735" y="15268"/>
                    <a:pt x="18735" y="15268"/>
                    <a:pt x="18735" y="15268"/>
                  </a:cubicBezTo>
                  <a:cubicBezTo>
                    <a:pt x="18855" y="15020"/>
                    <a:pt x="18855" y="15020"/>
                    <a:pt x="18855" y="15020"/>
                  </a:cubicBezTo>
                  <a:cubicBezTo>
                    <a:pt x="18974" y="14896"/>
                    <a:pt x="18974" y="14896"/>
                    <a:pt x="18974" y="14896"/>
                  </a:cubicBezTo>
                  <a:cubicBezTo>
                    <a:pt x="18974" y="14648"/>
                    <a:pt x="18974" y="14648"/>
                    <a:pt x="18974" y="14648"/>
                  </a:cubicBezTo>
                  <a:cubicBezTo>
                    <a:pt x="19213" y="14524"/>
                    <a:pt x="19213" y="14524"/>
                    <a:pt x="19213" y="14524"/>
                  </a:cubicBezTo>
                  <a:cubicBezTo>
                    <a:pt x="19093" y="14400"/>
                    <a:pt x="19093" y="14400"/>
                    <a:pt x="19093" y="14400"/>
                  </a:cubicBezTo>
                  <a:cubicBezTo>
                    <a:pt x="19213" y="14400"/>
                    <a:pt x="19213" y="14400"/>
                    <a:pt x="19213" y="14400"/>
                  </a:cubicBezTo>
                  <a:cubicBezTo>
                    <a:pt x="19332" y="14275"/>
                    <a:pt x="19332" y="14275"/>
                    <a:pt x="19332" y="14275"/>
                  </a:cubicBezTo>
                  <a:cubicBezTo>
                    <a:pt x="19213" y="14151"/>
                    <a:pt x="19213" y="14151"/>
                    <a:pt x="19213" y="14151"/>
                  </a:cubicBezTo>
                  <a:cubicBezTo>
                    <a:pt x="19451" y="14027"/>
                    <a:pt x="19451" y="14027"/>
                    <a:pt x="19451" y="14027"/>
                  </a:cubicBezTo>
                  <a:cubicBezTo>
                    <a:pt x="19571" y="13903"/>
                    <a:pt x="19571" y="13903"/>
                    <a:pt x="19571" y="13903"/>
                  </a:cubicBezTo>
                  <a:cubicBezTo>
                    <a:pt x="19571" y="13903"/>
                    <a:pt x="19571" y="13903"/>
                    <a:pt x="19571" y="13903"/>
                  </a:cubicBezTo>
                  <a:cubicBezTo>
                    <a:pt x="19690" y="13655"/>
                    <a:pt x="19690" y="13655"/>
                    <a:pt x="19690" y="13655"/>
                  </a:cubicBezTo>
                  <a:cubicBezTo>
                    <a:pt x="19809" y="13655"/>
                    <a:pt x="19809" y="13655"/>
                    <a:pt x="19809" y="13655"/>
                  </a:cubicBezTo>
                  <a:cubicBezTo>
                    <a:pt x="19929" y="13655"/>
                    <a:pt x="19929" y="13655"/>
                    <a:pt x="19929" y="13655"/>
                  </a:cubicBezTo>
                  <a:cubicBezTo>
                    <a:pt x="19809" y="13655"/>
                    <a:pt x="19809" y="13655"/>
                    <a:pt x="19809" y="13655"/>
                  </a:cubicBezTo>
                  <a:cubicBezTo>
                    <a:pt x="19809" y="13531"/>
                    <a:pt x="19809" y="13531"/>
                    <a:pt x="19809" y="13531"/>
                  </a:cubicBezTo>
                  <a:cubicBezTo>
                    <a:pt x="20048" y="13531"/>
                    <a:pt x="20048" y="13531"/>
                    <a:pt x="20048" y="13531"/>
                  </a:cubicBezTo>
                  <a:cubicBezTo>
                    <a:pt x="20167" y="13406"/>
                    <a:pt x="20167" y="13406"/>
                    <a:pt x="20167" y="13406"/>
                  </a:cubicBezTo>
                  <a:cubicBezTo>
                    <a:pt x="20167" y="13282"/>
                    <a:pt x="20167" y="13282"/>
                    <a:pt x="20167" y="13282"/>
                  </a:cubicBezTo>
                  <a:cubicBezTo>
                    <a:pt x="20167" y="13282"/>
                    <a:pt x="20167" y="13282"/>
                    <a:pt x="20167" y="13282"/>
                  </a:cubicBezTo>
                  <a:cubicBezTo>
                    <a:pt x="20167" y="13158"/>
                    <a:pt x="20167" y="13158"/>
                    <a:pt x="20167" y="13158"/>
                  </a:cubicBezTo>
                  <a:cubicBezTo>
                    <a:pt x="20406" y="13034"/>
                    <a:pt x="20406" y="13034"/>
                    <a:pt x="20406" y="13034"/>
                  </a:cubicBezTo>
                  <a:cubicBezTo>
                    <a:pt x="20406" y="12910"/>
                    <a:pt x="20406" y="12910"/>
                    <a:pt x="20406" y="12910"/>
                  </a:cubicBezTo>
                  <a:cubicBezTo>
                    <a:pt x="20525" y="12910"/>
                    <a:pt x="20525" y="12910"/>
                    <a:pt x="20525" y="12910"/>
                  </a:cubicBezTo>
                  <a:cubicBezTo>
                    <a:pt x="20645" y="12662"/>
                    <a:pt x="20645" y="12662"/>
                    <a:pt x="20645" y="12662"/>
                  </a:cubicBezTo>
                  <a:cubicBezTo>
                    <a:pt x="20645" y="12662"/>
                    <a:pt x="20645" y="12662"/>
                    <a:pt x="20645" y="12662"/>
                  </a:cubicBezTo>
                  <a:cubicBezTo>
                    <a:pt x="20645" y="12413"/>
                    <a:pt x="20645" y="12413"/>
                    <a:pt x="20645" y="12413"/>
                  </a:cubicBezTo>
                  <a:cubicBezTo>
                    <a:pt x="20645" y="12413"/>
                    <a:pt x="20645" y="12413"/>
                    <a:pt x="20645" y="12413"/>
                  </a:cubicBezTo>
                  <a:cubicBezTo>
                    <a:pt x="20645" y="12289"/>
                    <a:pt x="20645" y="12289"/>
                    <a:pt x="20645" y="12289"/>
                  </a:cubicBezTo>
                  <a:cubicBezTo>
                    <a:pt x="20764" y="12041"/>
                    <a:pt x="20764" y="12041"/>
                    <a:pt x="20764" y="12041"/>
                  </a:cubicBezTo>
                  <a:cubicBezTo>
                    <a:pt x="20764" y="11793"/>
                    <a:pt x="20764" y="11793"/>
                    <a:pt x="20764" y="11793"/>
                  </a:cubicBezTo>
                  <a:cubicBezTo>
                    <a:pt x="21003" y="11544"/>
                    <a:pt x="21003" y="11544"/>
                    <a:pt x="21003" y="11544"/>
                  </a:cubicBezTo>
                  <a:cubicBezTo>
                    <a:pt x="21003" y="11420"/>
                    <a:pt x="21003" y="11420"/>
                    <a:pt x="21003" y="11420"/>
                  </a:cubicBezTo>
                  <a:cubicBezTo>
                    <a:pt x="21122" y="11172"/>
                    <a:pt x="21122" y="11172"/>
                    <a:pt x="21122" y="11172"/>
                  </a:cubicBezTo>
                  <a:cubicBezTo>
                    <a:pt x="21241" y="11048"/>
                    <a:pt x="21241" y="11048"/>
                    <a:pt x="21241" y="11048"/>
                  </a:cubicBezTo>
                  <a:cubicBezTo>
                    <a:pt x="21241" y="10924"/>
                    <a:pt x="21241" y="10924"/>
                    <a:pt x="21241" y="10924"/>
                  </a:cubicBezTo>
                  <a:cubicBezTo>
                    <a:pt x="21241" y="10800"/>
                    <a:pt x="21241" y="10800"/>
                    <a:pt x="21241" y="10800"/>
                  </a:cubicBezTo>
                  <a:cubicBezTo>
                    <a:pt x="21361" y="10675"/>
                    <a:pt x="21361" y="10675"/>
                    <a:pt x="21361" y="10675"/>
                  </a:cubicBezTo>
                  <a:cubicBezTo>
                    <a:pt x="21241" y="10427"/>
                    <a:pt x="21241" y="10427"/>
                    <a:pt x="21241" y="10427"/>
                  </a:cubicBezTo>
                  <a:cubicBezTo>
                    <a:pt x="21241" y="10303"/>
                    <a:pt x="21241" y="10303"/>
                    <a:pt x="21241" y="10303"/>
                  </a:cubicBezTo>
                  <a:cubicBezTo>
                    <a:pt x="21241" y="10179"/>
                    <a:pt x="21241" y="10179"/>
                    <a:pt x="21241" y="10179"/>
                  </a:cubicBezTo>
                  <a:cubicBezTo>
                    <a:pt x="21122" y="10055"/>
                    <a:pt x="21122" y="10055"/>
                    <a:pt x="21122" y="10055"/>
                  </a:cubicBezTo>
                  <a:cubicBezTo>
                    <a:pt x="21122" y="9931"/>
                    <a:pt x="21122" y="9931"/>
                    <a:pt x="21122" y="9931"/>
                  </a:cubicBezTo>
                  <a:cubicBezTo>
                    <a:pt x="21241" y="9931"/>
                    <a:pt x="21241" y="9931"/>
                    <a:pt x="21241" y="9931"/>
                  </a:cubicBezTo>
                  <a:cubicBezTo>
                    <a:pt x="21241" y="9806"/>
                    <a:pt x="21241" y="9806"/>
                    <a:pt x="21241" y="9806"/>
                  </a:cubicBezTo>
                  <a:cubicBezTo>
                    <a:pt x="21241" y="9682"/>
                    <a:pt x="21241" y="9682"/>
                    <a:pt x="21241" y="9682"/>
                  </a:cubicBezTo>
                  <a:cubicBezTo>
                    <a:pt x="21241" y="9558"/>
                    <a:pt x="21241" y="9558"/>
                    <a:pt x="21241" y="9558"/>
                  </a:cubicBezTo>
                  <a:cubicBezTo>
                    <a:pt x="21241" y="9310"/>
                    <a:pt x="21241" y="9310"/>
                    <a:pt x="21241" y="9310"/>
                  </a:cubicBezTo>
                  <a:cubicBezTo>
                    <a:pt x="21361" y="9186"/>
                    <a:pt x="21361" y="9186"/>
                    <a:pt x="21361" y="9186"/>
                  </a:cubicBezTo>
                  <a:cubicBezTo>
                    <a:pt x="21241" y="9186"/>
                    <a:pt x="21241" y="9186"/>
                    <a:pt x="21241" y="9186"/>
                  </a:cubicBezTo>
                  <a:cubicBezTo>
                    <a:pt x="21241" y="9062"/>
                    <a:pt x="21241" y="9062"/>
                    <a:pt x="21241" y="9062"/>
                  </a:cubicBezTo>
                  <a:cubicBezTo>
                    <a:pt x="21241" y="8813"/>
                    <a:pt x="21241" y="8813"/>
                    <a:pt x="21241" y="8813"/>
                  </a:cubicBezTo>
                  <a:cubicBezTo>
                    <a:pt x="21241" y="8813"/>
                    <a:pt x="21241" y="8813"/>
                    <a:pt x="21241" y="8813"/>
                  </a:cubicBezTo>
                  <a:cubicBezTo>
                    <a:pt x="21241" y="8689"/>
                    <a:pt x="21241" y="8689"/>
                    <a:pt x="21241" y="8689"/>
                  </a:cubicBezTo>
                  <a:cubicBezTo>
                    <a:pt x="21122" y="8689"/>
                    <a:pt x="21122" y="8689"/>
                    <a:pt x="21122" y="8689"/>
                  </a:cubicBezTo>
                  <a:cubicBezTo>
                    <a:pt x="21122" y="8565"/>
                    <a:pt x="21122" y="8565"/>
                    <a:pt x="21122" y="8565"/>
                  </a:cubicBezTo>
                  <a:cubicBezTo>
                    <a:pt x="21122" y="8441"/>
                    <a:pt x="21122" y="8441"/>
                    <a:pt x="21122" y="8441"/>
                  </a:cubicBezTo>
                  <a:cubicBezTo>
                    <a:pt x="21003" y="8441"/>
                    <a:pt x="21003" y="8441"/>
                    <a:pt x="21003" y="8441"/>
                  </a:cubicBezTo>
                  <a:cubicBezTo>
                    <a:pt x="20883" y="8193"/>
                    <a:pt x="20883" y="8193"/>
                    <a:pt x="20883" y="8193"/>
                  </a:cubicBezTo>
                  <a:cubicBezTo>
                    <a:pt x="20883" y="8068"/>
                    <a:pt x="20883" y="8068"/>
                    <a:pt x="20883" y="8068"/>
                  </a:cubicBezTo>
                  <a:cubicBezTo>
                    <a:pt x="20883" y="7944"/>
                    <a:pt x="20883" y="7944"/>
                    <a:pt x="20883" y="7944"/>
                  </a:cubicBezTo>
                  <a:cubicBezTo>
                    <a:pt x="20764" y="7944"/>
                    <a:pt x="20764" y="7944"/>
                    <a:pt x="20764" y="7944"/>
                  </a:cubicBezTo>
                  <a:cubicBezTo>
                    <a:pt x="20645" y="8068"/>
                    <a:pt x="20645" y="8068"/>
                    <a:pt x="20645" y="8068"/>
                  </a:cubicBezTo>
                  <a:cubicBezTo>
                    <a:pt x="20645" y="7944"/>
                    <a:pt x="20645" y="7944"/>
                    <a:pt x="20645" y="7944"/>
                  </a:cubicBezTo>
                  <a:cubicBezTo>
                    <a:pt x="20645" y="7820"/>
                    <a:pt x="20645" y="7820"/>
                    <a:pt x="20645" y="7820"/>
                  </a:cubicBezTo>
                  <a:cubicBezTo>
                    <a:pt x="20525" y="7820"/>
                    <a:pt x="20525" y="7820"/>
                    <a:pt x="20525" y="7820"/>
                  </a:cubicBezTo>
                  <a:cubicBezTo>
                    <a:pt x="20525" y="7696"/>
                    <a:pt x="20525" y="7696"/>
                    <a:pt x="20525" y="7696"/>
                  </a:cubicBezTo>
                  <a:cubicBezTo>
                    <a:pt x="20406" y="7572"/>
                    <a:pt x="20406" y="7572"/>
                    <a:pt x="20406" y="7572"/>
                  </a:cubicBezTo>
                  <a:cubicBezTo>
                    <a:pt x="20287" y="7572"/>
                    <a:pt x="20287" y="7572"/>
                    <a:pt x="20287" y="7572"/>
                  </a:cubicBezTo>
                  <a:cubicBezTo>
                    <a:pt x="20406" y="7448"/>
                    <a:pt x="20406" y="7448"/>
                    <a:pt x="20406" y="7448"/>
                  </a:cubicBezTo>
                  <a:cubicBezTo>
                    <a:pt x="20287" y="7324"/>
                    <a:pt x="20287" y="7324"/>
                    <a:pt x="20287" y="7324"/>
                  </a:cubicBezTo>
                  <a:cubicBezTo>
                    <a:pt x="20406" y="7200"/>
                    <a:pt x="20406" y="7200"/>
                    <a:pt x="20406" y="7200"/>
                  </a:cubicBezTo>
                  <a:cubicBezTo>
                    <a:pt x="20406" y="7075"/>
                    <a:pt x="20406" y="7075"/>
                    <a:pt x="20406" y="7075"/>
                  </a:cubicBezTo>
                  <a:cubicBezTo>
                    <a:pt x="20406" y="7075"/>
                    <a:pt x="20406" y="7075"/>
                    <a:pt x="20406" y="7075"/>
                  </a:cubicBezTo>
                  <a:cubicBezTo>
                    <a:pt x="20406" y="6951"/>
                    <a:pt x="20406" y="6951"/>
                    <a:pt x="20406" y="6951"/>
                  </a:cubicBezTo>
                  <a:cubicBezTo>
                    <a:pt x="20287" y="6951"/>
                    <a:pt x="20287" y="6951"/>
                    <a:pt x="20287" y="6951"/>
                  </a:cubicBezTo>
                  <a:cubicBezTo>
                    <a:pt x="20287" y="6951"/>
                    <a:pt x="20287" y="6951"/>
                    <a:pt x="20287" y="6951"/>
                  </a:cubicBezTo>
                  <a:cubicBezTo>
                    <a:pt x="20287" y="6951"/>
                    <a:pt x="20287" y="6951"/>
                    <a:pt x="20287" y="6951"/>
                  </a:cubicBezTo>
                  <a:cubicBezTo>
                    <a:pt x="20287" y="7075"/>
                    <a:pt x="20287" y="7075"/>
                    <a:pt x="20287" y="7075"/>
                  </a:cubicBezTo>
                  <a:cubicBezTo>
                    <a:pt x="20048" y="6827"/>
                    <a:pt x="20048" y="6827"/>
                    <a:pt x="20048" y="6827"/>
                  </a:cubicBezTo>
                  <a:cubicBezTo>
                    <a:pt x="20048" y="6703"/>
                    <a:pt x="20048" y="6703"/>
                    <a:pt x="20048" y="6703"/>
                  </a:cubicBezTo>
                  <a:cubicBezTo>
                    <a:pt x="19929" y="6703"/>
                    <a:pt x="19929" y="6703"/>
                    <a:pt x="19929" y="6703"/>
                  </a:cubicBezTo>
                  <a:cubicBezTo>
                    <a:pt x="19929" y="6827"/>
                    <a:pt x="19929" y="6827"/>
                    <a:pt x="19929" y="6827"/>
                  </a:cubicBezTo>
                  <a:cubicBezTo>
                    <a:pt x="19929" y="6951"/>
                    <a:pt x="19929" y="6951"/>
                    <a:pt x="19929" y="6951"/>
                  </a:cubicBezTo>
                  <a:cubicBezTo>
                    <a:pt x="20048" y="7075"/>
                    <a:pt x="20048" y="7075"/>
                    <a:pt x="20048" y="7075"/>
                  </a:cubicBezTo>
                  <a:cubicBezTo>
                    <a:pt x="19929" y="6951"/>
                    <a:pt x="19929" y="6951"/>
                    <a:pt x="19929" y="6951"/>
                  </a:cubicBezTo>
                  <a:cubicBezTo>
                    <a:pt x="19809" y="6951"/>
                    <a:pt x="19809" y="6951"/>
                    <a:pt x="19809" y="6951"/>
                  </a:cubicBezTo>
                  <a:cubicBezTo>
                    <a:pt x="19809" y="6827"/>
                    <a:pt x="19809" y="6827"/>
                    <a:pt x="19809" y="6827"/>
                  </a:cubicBezTo>
                  <a:cubicBezTo>
                    <a:pt x="19809" y="6827"/>
                    <a:pt x="19809" y="6827"/>
                    <a:pt x="19809" y="6827"/>
                  </a:cubicBezTo>
                  <a:cubicBezTo>
                    <a:pt x="19809" y="6579"/>
                    <a:pt x="19809" y="6579"/>
                    <a:pt x="19809" y="6579"/>
                  </a:cubicBezTo>
                  <a:cubicBezTo>
                    <a:pt x="19809" y="6455"/>
                    <a:pt x="19809" y="6455"/>
                    <a:pt x="19809" y="6455"/>
                  </a:cubicBezTo>
                  <a:cubicBezTo>
                    <a:pt x="19809" y="6455"/>
                    <a:pt x="19809" y="6455"/>
                    <a:pt x="19809" y="6455"/>
                  </a:cubicBezTo>
                  <a:cubicBezTo>
                    <a:pt x="19690" y="6331"/>
                    <a:pt x="19690" y="6331"/>
                    <a:pt x="19690" y="6331"/>
                  </a:cubicBezTo>
                  <a:cubicBezTo>
                    <a:pt x="19690" y="6331"/>
                    <a:pt x="19690" y="6331"/>
                    <a:pt x="19690" y="6331"/>
                  </a:cubicBezTo>
                  <a:cubicBezTo>
                    <a:pt x="19690" y="6206"/>
                    <a:pt x="19690" y="6206"/>
                    <a:pt x="19690" y="6206"/>
                  </a:cubicBezTo>
                  <a:cubicBezTo>
                    <a:pt x="19690" y="6082"/>
                    <a:pt x="19690" y="6082"/>
                    <a:pt x="19690" y="6082"/>
                  </a:cubicBezTo>
                  <a:cubicBezTo>
                    <a:pt x="19571" y="5958"/>
                    <a:pt x="19571" y="5958"/>
                    <a:pt x="19571" y="5958"/>
                  </a:cubicBezTo>
                  <a:cubicBezTo>
                    <a:pt x="19451" y="5958"/>
                    <a:pt x="19451" y="5958"/>
                    <a:pt x="19451" y="5958"/>
                  </a:cubicBezTo>
                  <a:cubicBezTo>
                    <a:pt x="19451" y="5834"/>
                    <a:pt x="19451" y="5834"/>
                    <a:pt x="19451" y="5834"/>
                  </a:cubicBezTo>
                  <a:cubicBezTo>
                    <a:pt x="19571" y="5834"/>
                    <a:pt x="19571" y="5834"/>
                    <a:pt x="19571" y="5834"/>
                  </a:cubicBezTo>
                  <a:cubicBezTo>
                    <a:pt x="19571" y="5710"/>
                    <a:pt x="19571" y="5710"/>
                    <a:pt x="19571" y="5710"/>
                  </a:cubicBezTo>
                  <a:cubicBezTo>
                    <a:pt x="19451" y="5586"/>
                    <a:pt x="19451" y="5586"/>
                    <a:pt x="19451" y="5586"/>
                  </a:cubicBezTo>
                  <a:cubicBezTo>
                    <a:pt x="19451" y="5586"/>
                    <a:pt x="19451" y="5586"/>
                    <a:pt x="19451" y="5586"/>
                  </a:cubicBezTo>
                  <a:cubicBezTo>
                    <a:pt x="19332" y="5586"/>
                    <a:pt x="19332" y="5586"/>
                    <a:pt x="19332" y="5586"/>
                  </a:cubicBezTo>
                  <a:cubicBezTo>
                    <a:pt x="19213" y="5462"/>
                    <a:pt x="19213" y="5462"/>
                    <a:pt x="19213" y="5462"/>
                  </a:cubicBezTo>
                  <a:cubicBezTo>
                    <a:pt x="19093" y="5462"/>
                    <a:pt x="19093" y="5462"/>
                    <a:pt x="19093" y="5462"/>
                  </a:cubicBezTo>
                  <a:cubicBezTo>
                    <a:pt x="19093" y="5337"/>
                    <a:pt x="19093" y="5337"/>
                    <a:pt x="19093" y="5337"/>
                  </a:cubicBezTo>
                  <a:cubicBezTo>
                    <a:pt x="18974" y="5462"/>
                    <a:pt x="18974" y="5462"/>
                    <a:pt x="18974" y="5462"/>
                  </a:cubicBezTo>
                  <a:cubicBezTo>
                    <a:pt x="18974" y="5337"/>
                    <a:pt x="18974" y="5337"/>
                    <a:pt x="18974" y="5337"/>
                  </a:cubicBezTo>
                  <a:cubicBezTo>
                    <a:pt x="18855" y="5337"/>
                    <a:pt x="18855" y="5337"/>
                    <a:pt x="18855" y="5337"/>
                  </a:cubicBezTo>
                  <a:cubicBezTo>
                    <a:pt x="18735" y="5337"/>
                    <a:pt x="18735" y="5337"/>
                    <a:pt x="18735" y="5337"/>
                  </a:cubicBezTo>
                  <a:cubicBezTo>
                    <a:pt x="18855" y="5337"/>
                    <a:pt x="18855" y="5337"/>
                    <a:pt x="18855" y="5337"/>
                  </a:cubicBezTo>
                  <a:cubicBezTo>
                    <a:pt x="18974" y="5213"/>
                    <a:pt x="18974" y="5213"/>
                    <a:pt x="18974" y="5213"/>
                  </a:cubicBezTo>
                  <a:cubicBezTo>
                    <a:pt x="18974" y="5213"/>
                    <a:pt x="18974" y="5213"/>
                    <a:pt x="18974" y="5213"/>
                  </a:cubicBezTo>
                  <a:cubicBezTo>
                    <a:pt x="18855" y="5089"/>
                    <a:pt x="18855" y="5089"/>
                    <a:pt x="18855" y="5089"/>
                  </a:cubicBezTo>
                  <a:cubicBezTo>
                    <a:pt x="18735" y="5213"/>
                    <a:pt x="18735" y="5213"/>
                    <a:pt x="18735" y="5213"/>
                  </a:cubicBezTo>
                  <a:cubicBezTo>
                    <a:pt x="18735" y="5089"/>
                    <a:pt x="18735" y="5089"/>
                    <a:pt x="18735" y="5089"/>
                  </a:cubicBezTo>
                  <a:cubicBezTo>
                    <a:pt x="18616" y="5089"/>
                    <a:pt x="18616" y="5089"/>
                    <a:pt x="18616" y="5089"/>
                  </a:cubicBezTo>
                  <a:cubicBezTo>
                    <a:pt x="18616" y="5089"/>
                    <a:pt x="18616" y="5089"/>
                    <a:pt x="18616" y="5089"/>
                  </a:cubicBezTo>
                  <a:cubicBezTo>
                    <a:pt x="18377" y="4965"/>
                    <a:pt x="18377" y="4965"/>
                    <a:pt x="18377" y="4965"/>
                  </a:cubicBezTo>
                  <a:cubicBezTo>
                    <a:pt x="18258" y="4841"/>
                    <a:pt x="18258" y="4841"/>
                    <a:pt x="18258" y="4841"/>
                  </a:cubicBezTo>
                  <a:cubicBezTo>
                    <a:pt x="18258" y="4593"/>
                    <a:pt x="18258" y="4593"/>
                    <a:pt x="18258" y="4593"/>
                  </a:cubicBezTo>
                  <a:cubicBezTo>
                    <a:pt x="18258" y="4468"/>
                    <a:pt x="18258" y="4468"/>
                    <a:pt x="18258" y="4468"/>
                  </a:cubicBezTo>
                  <a:cubicBezTo>
                    <a:pt x="18258" y="4344"/>
                    <a:pt x="18258" y="4344"/>
                    <a:pt x="18258" y="4344"/>
                  </a:cubicBezTo>
                  <a:cubicBezTo>
                    <a:pt x="18258" y="4344"/>
                    <a:pt x="18258" y="4344"/>
                    <a:pt x="18258" y="4344"/>
                  </a:cubicBezTo>
                  <a:cubicBezTo>
                    <a:pt x="18258" y="4220"/>
                    <a:pt x="18258" y="4220"/>
                    <a:pt x="18258" y="4220"/>
                  </a:cubicBezTo>
                  <a:cubicBezTo>
                    <a:pt x="18258" y="3972"/>
                    <a:pt x="18258" y="3972"/>
                    <a:pt x="18258" y="3972"/>
                  </a:cubicBezTo>
                  <a:cubicBezTo>
                    <a:pt x="18139" y="3848"/>
                    <a:pt x="18139" y="3848"/>
                    <a:pt x="18139" y="3848"/>
                  </a:cubicBezTo>
                  <a:cubicBezTo>
                    <a:pt x="18258" y="3724"/>
                    <a:pt x="18258" y="3724"/>
                    <a:pt x="18258" y="3724"/>
                  </a:cubicBezTo>
                  <a:cubicBezTo>
                    <a:pt x="18139" y="3724"/>
                    <a:pt x="18139" y="3724"/>
                    <a:pt x="18139" y="3724"/>
                  </a:cubicBezTo>
                  <a:cubicBezTo>
                    <a:pt x="18139" y="3724"/>
                    <a:pt x="18139" y="3724"/>
                    <a:pt x="18139" y="3724"/>
                  </a:cubicBezTo>
                  <a:cubicBezTo>
                    <a:pt x="18019" y="3475"/>
                    <a:pt x="18019" y="3475"/>
                    <a:pt x="18019" y="3475"/>
                  </a:cubicBezTo>
                  <a:cubicBezTo>
                    <a:pt x="18019" y="3227"/>
                    <a:pt x="18019" y="3227"/>
                    <a:pt x="18019" y="3227"/>
                  </a:cubicBezTo>
                  <a:cubicBezTo>
                    <a:pt x="18019" y="3227"/>
                    <a:pt x="18019" y="3227"/>
                    <a:pt x="18019" y="3227"/>
                  </a:cubicBezTo>
                  <a:cubicBezTo>
                    <a:pt x="18019" y="3227"/>
                    <a:pt x="18019" y="3227"/>
                    <a:pt x="18019" y="3227"/>
                  </a:cubicBezTo>
                  <a:cubicBezTo>
                    <a:pt x="18019" y="3103"/>
                    <a:pt x="18019" y="3103"/>
                    <a:pt x="18019" y="3103"/>
                  </a:cubicBezTo>
                  <a:cubicBezTo>
                    <a:pt x="18019" y="2855"/>
                    <a:pt x="18019" y="2855"/>
                    <a:pt x="18019" y="2855"/>
                  </a:cubicBezTo>
                  <a:cubicBezTo>
                    <a:pt x="18019" y="2731"/>
                    <a:pt x="18019" y="2731"/>
                    <a:pt x="18019" y="2731"/>
                  </a:cubicBezTo>
                  <a:cubicBezTo>
                    <a:pt x="18019" y="2606"/>
                    <a:pt x="18019" y="2606"/>
                    <a:pt x="18019" y="2606"/>
                  </a:cubicBezTo>
                  <a:cubicBezTo>
                    <a:pt x="18019" y="2606"/>
                    <a:pt x="18019" y="2606"/>
                    <a:pt x="18019" y="2606"/>
                  </a:cubicBezTo>
                  <a:cubicBezTo>
                    <a:pt x="18019" y="2482"/>
                    <a:pt x="18019" y="2482"/>
                    <a:pt x="18019" y="2482"/>
                  </a:cubicBezTo>
                  <a:cubicBezTo>
                    <a:pt x="17781" y="2358"/>
                    <a:pt x="17781" y="2358"/>
                    <a:pt x="17781" y="2358"/>
                  </a:cubicBezTo>
                  <a:cubicBezTo>
                    <a:pt x="17661" y="2358"/>
                    <a:pt x="17661" y="2358"/>
                    <a:pt x="17661" y="2358"/>
                  </a:cubicBezTo>
                  <a:cubicBezTo>
                    <a:pt x="17781" y="2234"/>
                    <a:pt x="17781" y="2234"/>
                    <a:pt x="17781" y="2234"/>
                  </a:cubicBezTo>
                  <a:cubicBezTo>
                    <a:pt x="17661" y="2110"/>
                    <a:pt x="17661" y="2110"/>
                    <a:pt x="17661" y="2110"/>
                  </a:cubicBezTo>
                  <a:cubicBezTo>
                    <a:pt x="17542" y="2234"/>
                    <a:pt x="17542" y="2234"/>
                    <a:pt x="17542" y="2234"/>
                  </a:cubicBezTo>
                  <a:cubicBezTo>
                    <a:pt x="17423" y="2234"/>
                    <a:pt x="17423" y="2234"/>
                    <a:pt x="17423" y="2234"/>
                  </a:cubicBezTo>
                  <a:cubicBezTo>
                    <a:pt x="17423" y="2234"/>
                    <a:pt x="17423" y="2234"/>
                    <a:pt x="17423" y="2234"/>
                  </a:cubicBezTo>
                  <a:cubicBezTo>
                    <a:pt x="17303" y="2358"/>
                    <a:pt x="17303" y="2358"/>
                    <a:pt x="17303" y="2358"/>
                  </a:cubicBezTo>
                  <a:cubicBezTo>
                    <a:pt x="17184" y="2110"/>
                    <a:pt x="17184" y="2110"/>
                    <a:pt x="17184" y="2110"/>
                  </a:cubicBezTo>
                  <a:cubicBezTo>
                    <a:pt x="17184" y="2110"/>
                    <a:pt x="17184" y="2110"/>
                    <a:pt x="17184" y="2110"/>
                  </a:cubicBezTo>
                  <a:cubicBezTo>
                    <a:pt x="17184" y="1862"/>
                    <a:pt x="17184" y="1862"/>
                    <a:pt x="17184" y="1862"/>
                  </a:cubicBezTo>
                  <a:cubicBezTo>
                    <a:pt x="17184" y="1737"/>
                    <a:pt x="17184" y="1737"/>
                    <a:pt x="17184" y="1737"/>
                  </a:cubicBezTo>
                  <a:cubicBezTo>
                    <a:pt x="17184" y="1489"/>
                    <a:pt x="17184" y="1489"/>
                    <a:pt x="17184" y="1489"/>
                  </a:cubicBezTo>
                  <a:cubicBezTo>
                    <a:pt x="17184" y="1489"/>
                    <a:pt x="17184" y="1489"/>
                    <a:pt x="17184" y="1489"/>
                  </a:cubicBezTo>
                  <a:cubicBezTo>
                    <a:pt x="17065" y="1489"/>
                    <a:pt x="17065" y="1489"/>
                    <a:pt x="17065" y="1489"/>
                  </a:cubicBezTo>
                  <a:cubicBezTo>
                    <a:pt x="17184" y="1365"/>
                    <a:pt x="17184" y="1365"/>
                    <a:pt x="17184" y="1365"/>
                  </a:cubicBezTo>
                  <a:cubicBezTo>
                    <a:pt x="17065" y="1241"/>
                    <a:pt x="17065" y="1241"/>
                    <a:pt x="17065" y="1241"/>
                  </a:cubicBezTo>
                  <a:cubicBezTo>
                    <a:pt x="17065" y="1117"/>
                    <a:pt x="17065" y="1117"/>
                    <a:pt x="17065" y="1117"/>
                  </a:cubicBezTo>
                  <a:cubicBezTo>
                    <a:pt x="16945" y="1117"/>
                    <a:pt x="16945" y="1117"/>
                    <a:pt x="16945" y="1117"/>
                  </a:cubicBezTo>
                  <a:cubicBezTo>
                    <a:pt x="16945" y="993"/>
                    <a:pt x="16945" y="993"/>
                    <a:pt x="16945" y="993"/>
                  </a:cubicBezTo>
                  <a:cubicBezTo>
                    <a:pt x="17065" y="993"/>
                    <a:pt x="17065" y="993"/>
                    <a:pt x="17065" y="993"/>
                  </a:cubicBezTo>
                  <a:cubicBezTo>
                    <a:pt x="16945" y="868"/>
                    <a:pt x="16945" y="868"/>
                    <a:pt x="16945" y="868"/>
                  </a:cubicBezTo>
                  <a:cubicBezTo>
                    <a:pt x="16945" y="993"/>
                    <a:pt x="16945" y="993"/>
                    <a:pt x="16945" y="993"/>
                  </a:cubicBezTo>
                  <a:cubicBezTo>
                    <a:pt x="16826" y="868"/>
                    <a:pt x="16826" y="868"/>
                    <a:pt x="16826" y="868"/>
                  </a:cubicBezTo>
                  <a:cubicBezTo>
                    <a:pt x="16826" y="620"/>
                    <a:pt x="16826" y="620"/>
                    <a:pt x="16826" y="620"/>
                  </a:cubicBezTo>
                  <a:cubicBezTo>
                    <a:pt x="16826" y="620"/>
                    <a:pt x="16826" y="620"/>
                    <a:pt x="16826" y="620"/>
                  </a:cubicBezTo>
                  <a:cubicBezTo>
                    <a:pt x="16826" y="496"/>
                    <a:pt x="16826" y="496"/>
                    <a:pt x="16826" y="496"/>
                  </a:cubicBezTo>
                  <a:cubicBezTo>
                    <a:pt x="16707" y="372"/>
                    <a:pt x="16707" y="372"/>
                    <a:pt x="16707" y="372"/>
                  </a:cubicBezTo>
                  <a:cubicBezTo>
                    <a:pt x="16707" y="372"/>
                    <a:pt x="16707" y="372"/>
                    <a:pt x="16707" y="372"/>
                  </a:cubicBezTo>
                  <a:cubicBezTo>
                    <a:pt x="16587" y="372"/>
                    <a:pt x="16587" y="372"/>
                    <a:pt x="16587" y="372"/>
                  </a:cubicBezTo>
                  <a:cubicBezTo>
                    <a:pt x="16468" y="496"/>
                    <a:pt x="16468" y="496"/>
                    <a:pt x="16468" y="496"/>
                  </a:cubicBezTo>
                  <a:cubicBezTo>
                    <a:pt x="16468" y="620"/>
                    <a:pt x="16468" y="620"/>
                    <a:pt x="16468" y="620"/>
                  </a:cubicBezTo>
                  <a:cubicBezTo>
                    <a:pt x="16468" y="868"/>
                    <a:pt x="16468" y="868"/>
                    <a:pt x="16468" y="868"/>
                  </a:cubicBezTo>
                  <a:cubicBezTo>
                    <a:pt x="16468" y="868"/>
                    <a:pt x="16468" y="868"/>
                    <a:pt x="16468" y="868"/>
                  </a:cubicBezTo>
                  <a:cubicBezTo>
                    <a:pt x="16468" y="993"/>
                    <a:pt x="16468" y="993"/>
                    <a:pt x="16468" y="993"/>
                  </a:cubicBezTo>
                  <a:cubicBezTo>
                    <a:pt x="16349" y="993"/>
                    <a:pt x="16349" y="993"/>
                    <a:pt x="16349" y="993"/>
                  </a:cubicBezTo>
                  <a:cubicBezTo>
                    <a:pt x="16349" y="1117"/>
                    <a:pt x="16349" y="1117"/>
                    <a:pt x="16349" y="1117"/>
                  </a:cubicBezTo>
                  <a:cubicBezTo>
                    <a:pt x="16229" y="1241"/>
                    <a:pt x="16229" y="1241"/>
                    <a:pt x="16229" y="1241"/>
                  </a:cubicBezTo>
                  <a:cubicBezTo>
                    <a:pt x="16349" y="1241"/>
                    <a:pt x="16349" y="1241"/>
                    <a:pt x="16349" y="1241"/>
                  </a:cubicBezTo>
                  <a:cubicBezTo>
                    <a:pt x="16349" y="1365"/>
                    <a:pt x="16349" y="1365"/>
                    <a:pt x="16349" y="1365"/>
                  </a:cubicBezTo>
                  <a:cubicBezTo>
                    <a:pt x="16349" y="1365"/>
                    <a:pt x="16349" y="1365"/>
                    <a:pt x="16349" y="1365"/>
                  </a:cubicBezTo>
                  <a:cubicBezTo>
                    <a:pt x="16229" y="1365"/>
                    <a:pt x="16229" y="1365"/>
                    <a:pt x="16229" y="1365"/>
                  </a:cubicBezTo>
                  <a:cubicBezTo>
                    <a:pt x="16229" y="1489"/>
                    <a:pt x="16229" y="1489"/>
                    <a:pt x="16229" y="1489"/>
                  </a:cubicBezTo>
                  <a:cubicBezTo>
                    <a:pt x="16110" y="1613"/>
                    <a:pt x="16110" y="1613"/>
                    <a:pt x="16110" y="1613"/>
                  </a:cubicBezTo>
                  <a:cubicBezTo>
                    <a:pt x="16229" y="1737"/>
                    <a:pt x="16229" y="1737"/>
                    <a:pt x="16229" y="1737"/>
                  </a:cubicBezTo>
                  <a:cubicBezTo>
                    <a:pt x="16229" y="1737"/>
                    <a:pt x="16229" y="1737"/>
                    <a:pt x="16229" y="1737"/>
                  </a:cubicBezTo>
                  <a:cubicBezTo>
                    <a:pt x="16229" y="1737"/>
                    <a:pt x="16229" y="1737"/>
                    <a:pt x="16229" y="1737"/>
                  </a:cubicBezTo>
                  <a:cubicBezTo>
                    <a:pt x="16110" y="1862"/>
                    <a:pt x="16110" y="1862"/>
                    <a:pt x="16110" y="1862"/>
                  </a:cubicBezTo>
                  <a:cubicBezTo>
                    <a:pt x="16110" y="2110"/>
                    <a:pt x="16110" y="2110"/>
                    <a:pt x="16110" y="2110"/>
                  </a:cubicBezTo>
                  <a:cubicBezTo>
                    <a:pt x="16110" y="2234"/>
                    <a:pt x="16110" y="2234"/>
                    <a:pt x="16110" y="2234"/>
                  </a:cubicBezTo>
                  <a:cubicBezTo>
                    <a:pt x="16110" y="2358"/>
                    <a:pt x="16110" y="2358"/>
                    <a:pt x="16110" y="2358"/>
                  </a:cubicBezTo>
                  <a:cubicBezTo>
                    <a:pt x="16110" y="2482"/>
                    <a:pt x="16110" y="2482"/>
                    <a:pt x="16110" y="2482"/>
                  </a:cubicBezTo>
                  <a:cubicBezTo>
                    <a:pt x="16110" y="2731"/>
                    <a:pt x="16110" y="2731"/>
                    <a:pt x="16110" y="2731"/>
                  </a:cubicBezTo>
                  <a:cubicBezTo>
                    <a:pt x="15991" y="2731"/>
                    <a:pt x="15991" y="2731"/>
                    <a:pt x="15991" y="2731"/>
                  </a:cubicBezTo>
                  <a:cubicBezTo>
                    <a:pt x="15991" y="2855"/>
                    <a:pt x="15991" y="2855"/>
                    <a:pt x="15991" y="2855"/>
                  </a:cubicBezTo>
                  <a:cubicBezTo>
                    <a:pt x="15871" y="2979"/>
                    <a:pt x="15871" y="2979"/>
                    <a:pt x="15871" y="2979"/>
                  </a:cubicBezTo>
                  <a:cubicBezTo>
                    <a:pt x="15871" y="3351"/>
                    <a:pt x="15871" y="3351"/>
                    <a:pt x="15871" y="3351"/>
                  </a:cubicBezTo>
                  <a:cubicBezTo>
                    <a:pt x="15752" y="3475"/>
                    <a:pt x="15752" y="3475"/>
                    <a:pt x="15752" y="3475"/>
                  </a:cubicBezTo>
                  <a:cubicBezTo>
                    <a:pt x="15871" y="3475"/>
                    <a:pt x="15871" y="3475"/>
                    <a:pt x="15871" y="3475"/>
                  </a:cubicBezTo>
                  <a:cubicBezTo>
                    <a:pt x="15752" y="3724"/>
                    <a:pt x="15752" y="3724"/>
                    <a:pt x="15752" y="3724"/>
                  </a:cubicBezTo>
                  <a:cubicBezTo>
                    <a:pt x="15633" y="3724"/>
                    <a:pt x="15633" y="3724"/>
                    <a:pt x="15633" y="3724"/>
                  </a:cubicBezTo>
                  <a:cubicBezTo>
                    <a:pt x="15633" y="3972"/>
                    <a:pt x="15633" y="3972"/>
                    <a:pt x="15633" y="3972"/>
                  </a:cubicBezTo>
                  <a:cubicBezTo>
                    <a:pt x="15513" y="4096"/>
                    <a:pt x="15513" y="4096"/>
                    <a:pt x="15513" y="4096"/>
                  </a:cubicBezTo>
                  <a:cubicBezTo>
                    <a:pt x="15155" y="4220"/>
                    <a:pt x="15155" y="4220"/>
                    <a:pt x="15155" y="4220"/>
                  </a:cubicBezTo>
                  <a:cubicBezTo>
                    <a:pt x="15036" y="4096"/>
                    <a:pt x="15036" y="4096"/>
                    <a:pt x="15036" y="4096"/>
                  </a:cubicBezTo>
                  <a:cubicBezTo>
                    <a:pt x="14917" y="4096"/>
                    <a:pt x="14917" y="4096"/>
                    <a:pt x="14917" y="4096"/>
                  </a:cubicBezTo>
                  <a:cubicBezTo>
                    <a:pt x="14797" y="3972"/>
                    <a:pt x="14797" y="3972"/>
                    <a:pt x="14797" y="3972"/>
                  </a:cubicBezTo>
                  <a:cubicBezTo>
                    <a:pt x="14678" y="3848"/>
                    <a:pt x="14678" y="3848"/>
                    <a:pt x="14678" y="3848"/>
                  </a:cubicBezTo>
                  <a:cubicBezTo>
                    <a:pt x="14678" y="3848"/>
                    <a:pt x="14678" y="3848"/>
                    <a:pt x="14678" y="3848"/>
                  </a:cubicBezTo>
                  <a:cubicBezTo>
                    <a:pt x="14678" y="3848"/>
                    <a:pt x="14678" y="3848"/>
                    <a:pt x="14678" y="3848"/>
                  </a:cubicBezTo>
                  <a:cubicBezTo>
                    <a:pt x="14559" y="3724"/>
                    <a:pt x="14559" y="3724"/>
                    <a:pt x="14559" y="3724"/>
                  </a:cubicBezTo>
                  <a:cubicBezTo>
                    <a:pt x="14439" y="3724"/>
                    <a:pt x="14439" y="3724"/>
                    <a:pt x="14439" y="3724"/>
                  </a:cubicBezTo>
                  <a:cubicBezTo>
                    <a:pt x="14439" y="3600"/>
                    <a:pt x="14439" y="3600"/>
                    <a:pt x="14439" y="3600"/>
                  </a:cubicBezTo>
                  <a:cubicBezTo>
                    <a:pt x="14201" y="3600"/>
                    <a:pt x="14201" y="3600"/>
                    <a:pt x="14201" y="3600"/>
                  </a:cubicBezTo>
                  <a:cubicBezTo>
                    <a:pt x="14081" y="3475"/>
                    <a:pt x="14081" y="3475"/>
                    <a:pt x="14081" y="3475"/>
                  </a:cubicBezTo>
                  <a:cubicBezTo>
                    <a:pt x="14081" y="3475"/>
                    <a:pt x="14081" y="3475"/>
                    <a:pt x="14081" y="3475"/>
                  </a:cubicBezTo>
                  <a:cubicBezTo>
                    <a:pt x="13962" y="3351"/>
                    <a:pt x="13962" y="3351"/>
                    <a:pt x="13962" y="3351"/>
                  </a:cubicBezTo>
                  <a:cubicBezTo>
                    <a:pt x="13843" y="3351"/>
                    <a:pt x="13843" y="3351"/>
                    <a:pt x="13843" y="3351"/>
                  </a:cubicBezTo>
                  <a:cubicBezTo>
                    <a:pt x="13723" y="3227"/>
                    <a:pt x="13723" y="3227"/>
                    <a:pt x="13723" y="3227"/>
                  </a:cubicBezTo>
                  <a:cubicBezTo>
                    <a:pt x="13604" y="3103"/>
                    <a:pt x="13604" y="3103"/>
                    <a:pt x="13604" y="3103"/>
                  </a:cubicBezTo>
                  <a:cubicBezTo>
                    <a:pt x="13604" y="3103"/>
                    <a:pt x="13604" y="3103"/>
                    <a:pt x="13604" y="3103"/>
                  </a:cubicBezTo>
                  <a:cubicBezTo>
                    <a:pt x="13485" y="3103"/>
                    <a:pt x="13485" y="3103"/>
                    <a:pt x="13485" y="3103"/>
                  </a:cubicBezTo>
                  <a:cubicBezTo>
                    <a:pt x="13365" y="3103"/>
                    <a:pt x="13365" y="3103"/>
                    <a:pt x="13365" y="3103"/>
                  </a:cubicBezTo>
                  <a:cubicBezTo>
                    <a:pt x="13365" y="3103"/>
                    <a:pt x="13365" y="3103"/>
                    <a:pt x="13365" y="3103"/>
                  </a:cubicBezTo>
                  <a:cubicBezTo>
                    <a:pt x="13365" y="3103"/>
                    <a:pt x="13365" y="3103"/>
                    <a:pt x="13365" y="3103"/>
                  </a:cubicBezTo>
                  <a:cubicBezTo>
                    <a:pt x="13246" y="2979"/>
                    <a:pt x="13246" y="2979"/>
                    <a:pt x="13246" y="2979"/>
                  </a:cubicBezTo>
                  <a:cubicBezTo>
                    <a:pt x="13246" y="2855"/>
                    <a:pt x="13246" y="2855"/>
                    <a:pt x="13246" y="2855"/>
                  </a:cubicBezTo>
                  <a:cubicBezTo>
                    <a:pt x="13007" y="2731"/>
                    <a:pt x="13007" y="2731"/>
                    <a:pt x="13007" y="2731"/>
                  </a:cubicBezTo>
                  <a:cubicBezTo>
                    <a:pt x="13007" y="2731"/>
                    <a:pt x="13007" y="2731"/>
                    <a:pt x="13007" y="2731"/>
                  </a:cubicBezTo>
                  <a:cubicBezTo>
                    <a:pt x="12888" y="2606"/>
                    <a:pt x="12888" y="2606"/>
                    <a:pt x="12888" y="2606"/>
                  </a:cubicBezTo>
                  <a:cubicBezTo>
                    <a:pt x="12888" y="2482"/>
                    <a:pt x="12888" y="2482"/>
                    <a:pt x="12888" y="2482"/>
                  </a:cubicBezTo>
                  <a:cubicBezTo>
                    <a:pt x="12888" y="2358"/>
                    <a:pt x="12888" y="2358"/>
                    <a:pt x="12888" y="2358"/>
                  </a:cubicBezTo>
                  <a:cubicBezTo>
                    <a:pt x="13007" y="2234"/>
                    <a:pt x="13007" y="2234"/>
                    <a:pt x="13007" y="2234"/>
                  </a:cubicBezTo>
                  <a:cubicBezTo>
                    <a:pt x="13127" y="2110"/>
                    <a:pt x="13127" y="2110"/>
                    <a:pt x="13127" y="2110"/>
                  </a:cubicBezTo>
                  <a:cubicBezTo>
                    <a:pt x="13127" y="1986"/>
                    <a:pt x="13127" y="1986"/>
                    <a:pt x="13127" y="1986"/>
                  </a:cubicBezTo>
                  <a:cubicBezTo>
                    <a:pt x="13127" y="1862"/>
                    <a:pt x="13127" y="1862"/>
                    <a:pt x="13127" y="1862"/>
                  </a:cubicBezTo>
                  <a:cubicBezTo>
                    <a:pt x="13007" y="1986"/>
                    <a:pt x="13007" y="1986"/>
                    <a:pt x="13007" y="1986"/>
                  </a:cubicBezTo>
                  <a:cubicBezTo>
                    <a:pt x="13007" y="1862"/>
                    <a:pt x="13007" y="1862"/>
                    <a:pt x="13007" y="1862"/>
                  </a:cubicBezTo>
                  <a:cubicBezTo>
                    <a:pt x="13127" y="1737"/>
                    <a:pt x="13127" y="1737"/>
                    <a:pt x="13127" y="1737"/>
                  </a:cubicBezTo>
                  <a:cubicBezTo>
                    <a:pt x="13127" y="1613"/>
                    <a:pt x="13127" y="1613"/>
                    <a:pt x="13127" y="1613"/>
                  </a:cubicBezTo>
                  <a:cubicBezTo>
                    <a:pt x="13127" y="1613"/>
                    <a:pt x="13127" y="1613"/>
                    <a:pt x="13127" y="1613"/>
                  </a:cubicBezTo>
                  <a:cubicBezTo>
                    <a:pt x="13246" y="1613"/>
                    <a:pt x="13246" y="1613"/>
                    <a:pt x="13246" y="1613"/>
                  </a:cubicBezTo>
                  <a:cubicBezTo>
                    <a:pt x="13246" y="1613"/>
                    <a:pt x="13246" y="1613"/>
                    <a:pt x="13246" y="1613"/>
                  </a:cubicBezTo>
                  <a:cubicBezTo>
                    <a:pt x="13365" y="1613"/>
                    <a:pt x="13365" y="1613"/>
                    <a:pt x="13365" y="1613"/>
                  </a:cubicBezTo>
                  <a:cubicBezTo>
                    <a:pt x="13485" y="1613"/>
                    <a:pt x="13485" y="1613"/>
                    <a:pt x="13485" y="1613"/>
                  </a:cubicBezTo>
                  <a:cubicBezTo>
                    <a:pt x="13485" y="1489"/>
                    <a:pt x="13485" y="1489"/>
                    <a:pt x="13485" y="1489"/>
                  </a:cubicBezTo>
                  <a:cubicBezTo>
                    <a:pt x="13365" y="1489"/>
                    <a:pt x="13365" y="1489"/>
                    <a:pt x="13365" y="1489"/>
                  </a:cubicBezTo>
                  <a:cubicBezTo>
                    <a:pt x="13485" y="1365"/>
                    <a:pt x="13485" y="1365"/>
                    <a:pt x="13485" y="1365"/>
                  </a:cubicBezTo>
                  <a:cubicBezTo>
                    <a:pt x="13485" y="1365"/>
                    <a:pt x="13485" y="1365"/>
                    <a:pt x="13485" y="1365"/>
                  </a:cubicBezTo>
                  <a:cubicBezTo>
                    <a:pt x="13604" y="1241"/>
                    <a:pt x="13604" y="1241"/>
                    <a:pt x="13604" y="1241"/>
                  </a:cubicBezTo>
                  <a:cubicBezTo>
                    <a:pt x="13723" y="1241"/>
                    <a:pt x="13723" y="1241"/>
                    <a:pt x="13723" y="1241"/>
                  </a:cubicBezTo>
                  <a:cubicBezTo>
                    <a:pt x="13723" y="1117"/>
                    <a:pt x="13723" y="1117"/>
                    <a:pt x="13723" y="1117"/>
                  </a:cubicBezTo>
                  <a:cubicBezTo>
                    <a:pt x="13723" y="993"/>
                    <a:pt x="13723" y="993"/>
                    <a:pt x="13723" y="993"/>
                  </a:cubicBezTo>
                  <a:cubicBezTo>
                    <a:pt x="13604" y="993"/>
                    <a:pt x="13604" y="993"/>
                    <a:pt x="13604" y="993"/>
                  </a:cubicBezTo>
                  <a:cubicBezTo>
                    <a:pt x="13604" y="1117"/>
                    <a:pt x="13604" y="1117"/>
                    <a:pt x="13604" y="1117"/>
                  </a:cubicBezTo>
                  <a:cubicBezTo>
                    <a:pt x="13485" y="993"/>
                    <a:pt x="13485" y="993"/>
                    <a:pt x="13485" y="993"/>
                  </a:cubicBezTo>
                  <a:cubicBezTo>
                    <a:pt x="13485" y="868"/>
                    <a:pt x="13485" y="868"/>
                    <a:pt x="13485" y="868"/>
                  </a:cubicBezTo>
                  <a:cubicBezTo>
                    <a:pt x="13365" y="868"/>
                    <a:pt x="13365" y="868"/>
                    <a:pt x="13365" y="868"/>
                  </a:cubicBezTo>
                  <a:cubicBezTo>
                    <a:pt x="13246" y="1117"/>
                    <a:pt x="13246" y="1117"/>
                    <a:pt x="13246" y="1117"/>
                  </a:cubicBezTo>
                  <a:cubicBezTo>
                    <a:pt x="13365" y="1117"/>
                    <a:pt x="13365" y="1117"/>
                    <a:pt x="13365" y="1117"/>
                  </a:cubicBezTo>
                  <a:cubicBezTo>
                    <a:pt x="13365" y="1117"/>
                    <a:pt x="13365" y="1117"/>
                    <a:pt x="13365" y="1117"/>
                  </a:cubicBezTo>
                  <a:cubicBezTo>
                    <a:pt x="13246" y="1241"/>
                    <a:pt x="13246" y="1241"/>
                    <a:pt x="13246" y="1241"/>
                  </a:cubicBezTo>
                  <a:cubicBezTo>
                    <a:pt x="13127" y="1117"/>
                    <a:pt x="13127" y="1117"/>
                    <a:pt x="13127" y="1117"/>
                  </a:cubicBezTo>
                  <a:cubicBezTo>
                    <a:pt x="13127" y="1117"/>
                    <a:pt x="13127" y="1117"/>
                    <a:pt x="13127" y="1117"/>
                  </a:cubicBezTo>
                  <a:cubicBezTo>
                    <a:pt x="13127" y="993"/>
                    <a:pt x="13127" y="993"/>
                    <a:pt x="13127" y="993"/>
                  </a:cubicBezTo>
                  <a:cubicBezTo>
                    <a:pt x="13007" y="1117"/>
                    <a:pt x="13007" y="1117"/>
                    <a:pt x="13007" y="1117"/>
                  </a:cubicBezTo>
                  <a:cubicBezTo>
                    <a:pt x="13007" y="1117"/>
                    <a:pt x="13007" y="1117"/>
                    <a:pt x="13007" y="1117"/>
                  </a:cubicBezTo>
                  <a:cubicBezTo>
                    <a:pt x="13007" y="993"/>
                    <a:pt x="13007" y="993"/>
                    <a:pt x="13007" y="993"/>
                  </a:cubicBezTo>
                  <a:cubicBezTo>
                    <a:pt x="13007" y="993"/>
                    <a:pt x="13007" y="993"/>
                    <a:pt x="13007" y="993"/>
                  </a:cubicBezTo>
                  <a:cubicBezTo>
                    <a:pt x="13127" y="993"/>
                    <a:pt x="13127" y="993"/>
                    <a:pt x="13127" y="993"/>
                  </a:cubicBezTo>
                  <a:cubicBezTo>
                    <a:pt x="13007" y="993"/>
                    <a:pt x="13007" y="993"/>
                    <a:pt x="13007" y="993"/>
                  </a:cubicBezTo>
                  <a:cubicBezTo>
                    <a:pt x="12888" y="993"/>
                    <a:pt x="12888" y="993"/>
                    <a:pt x="12888" y="993"/>
                  </a:cubicBezTo>
                  <a:cubicBezTo>
                    <a:pt x="12769" y="1117"/>
                    <a:pt x="12769" y="1117"/>
                    <a:pt x="12769" y="1117"/>
                  </a:cubicBezTo>
                  <a:cubicBezTo>
                    <a:pt x="12769" y="1117"/>
                    <a:pt x="12769" y="1117"/>
                    <a:pt x="12769" y="1117"/>
                  </a:cubicBezTo>
                  <a:cubicBezTo>
                    <a:pt x="12769" y="1117"/>
                    <a:pt x="12769" y="1117"/>
                    <a:pt x="12769" y="1117"/>
                  </a:cubicBezTo>
                  <a:cubicBezTo>
                    <a:pt x="12769" y="1117"/>
                    <a:pt x="12769" y="1117"/>
                    <a:pt x="12769" y="1117"/>
                  </a:cubicBezTo>
                  <a:cubicBezTo>
                    <a:pt x="12649" y="1117"/>
                    <a:pt x="12649" y="1117"/>
                    <a:pt x="12649" y="1117"/>
                  </a:cubicBezTo>
                  <a:cubicBezTo>
                    <a:pt x="12649" y="993"/>
                    <a:pt x="12649" y="993"/>
                    <a:pt x="12649" y="993"/>
                  </a:cubicBezTo>
                  <a:cubicBezTo>
                    <a:pt x="12530" y="868"/>
                    <a:pt x="12530" y="868"/>
                    <a:pt x="12530" y="868"/>
                  </a:cubicBezTo>
                  <a:cubicBezTo>
                    <a:pt x="12530" y="868"/>
                    <a:pt x="12530" y="868"/>
                    <a:pt x="12530" y="868"/>
                  </a:cubicBezTo>
                  <a:cubicBezTo>
                    <a:pt x="12411" y="993"/>
                    <a:pt x="12411" y="993"/>
                    <a:pt x="12411" y="993"/>
                  </a:cubicBezTo>
                  <a:cubicBezTo>
                    <a:pt x="12291" y="993"/>
                    <a:pt x="12291" y="993"/>
                    <a:pt x="12291" y="993"/>
                  </a:cubicBezTo>
                  <a:cubicBezTo>
                    <a:pt x="12172" y="993"/>
                    <a:pt x="12172" y="993"/>
                    <a:pt x="12172" y="993"/>
                  </a:cubicBezTo>
                  <a:cubicBezTo>
                    <a:pt x="12172" y="868"/>
                    <a:pt x="12172" y="868"/>
                    <a:pt x="12172" y="868"/>
                  </a:cubicBezTo>
                  <a:cubicBezTo>
                    <a:pt x="12172" y="868"/>
                    <a:pt x="12172" y="868"/>
                    <a:pt x="12172" y="868"/>
                  </a:cubicBezTo>
                  <a:cubicBezTo>
                    <a:pt x="12053" y="744"/>
                    <a:pt x="12053" y="744"/>
                    <a:pt x="12053" y="744"/>
                  </a:cubicBezTo>
                  <a:cubicBezTo>
                    <a:pt x="11933" y="868"/>
                    <a:pt x="11933" y="868"/>
                    <a:pt x="11933" y="868"/>
                  </a:cubicBezTo>
                  <a:cubicBezTo>
                    <a:pt x="11814" y="868"/>
                    <a:pt x="11814" y="868"/>
                    <a:pt x="11814" y="868"/>
                  </a:cubicBezTo>
                  <a:cubicBezTo>
                    <a:pt x="11695" y="744"/>
                    <a:pt x="11695" y="744"/>
                    <a:pt x="11695" y="744"/>
                  </a:cubicBezTo>
                  <a:cubicBezTo>
                    <a:pt x="11695" y="744"/>
                    <a:pt x="11695" y="744"/>
                    <a:pt x="11695" y="744"/>
                  </a:cubicBezTo>
                  <a:cubicBezTo>
                    <a:pt x="11695" y="620"/>
                    <a:pt x="11695" y="620"/>
                    <a:pt x="11695" y="620"/>
                  </a:cubicBezTo>
                  <a:cubicBezTo>
                    <a:pt x="11575" y="620"/>
                    <a:pt x="11575" y="620"/>
                    <a:pt x="11575" y="620"/>
                  </a:cubicBezTo>
                  <a:cubicBezTo>
                    <a:pt x="11575" y="620"/>
                    <a:pt x="11575" y="620"/>
                    <a:pt x="11575" y="620"/>
                  </a:cubicBezTo>
                  <a:cubicBezTo>
                    <a:pt x="11456" y="744"/>
                    <a:pt x="11456" y="744"/>
                    <a:pt x="11456" y="744"/>
                  </a:cubicBezTo>
                  <a:cubicBezTo>
                    <a:pt x="11456" y="620"/>
                    <a:pt x="11456" y="620"/>
                    <a:pt x="11456" y="620"/>
                  </a:cubicBezTo>
                  <a:cubicBezTo>
                    <a:pt x="11337" y="620"/>
                    <a:pt x="11337" y="620"/>
                    <a:pt x="11337" y="620"/>
                  </a:cubicBezTo>
                  <a:cubicBezTo>
                    <a:pt x="11217" y="496"/>
                    <a:pt x="11217" y="496"/>
                    <a:pt x="11217" y="496"/>
                  </a:cubicBezTo>
                  <a:cubicBezTo>
                    <a:pt x="11098" y="496"/>
                    <a:pt x="11098" y="496"/>
                    <a:pt x="11098" y="496"/>
                  </a:cubicBezTo>
                  <a:cubicBezTo>
                    <a:pt x="11098" y="496"/>
                    <a:pt x="11098" y="496"/>
                    <a:pt x="11098" y="496"/>
                  </a:cubicBezTo>
                  <a:cubicBezTo>
                    <a:pt x="10979" y="496"/>
                    <a:pt x="10979" y="496"/>
                    <a:pt x="10979" y="496"/>
                  </a:cubicBezTo>
                  <a:cubicBezTo>
                    <a:pt x="11098" y="620"/>
                    <a:pt x="11098" y="620"/>
                    <a:pt x="11098" y="620"/>
                  </a:cubicBezTo>
                  <a:cubicBezTo>
                    <a:pt x="11098" y="620"/>
                    <a:pt x="11098" y="620"/>
                    <a:pt x="11098" y="620"/>
                  </a:cubicBezTo>
                  <a:cubicBezTo>
                    <a:pt x="11217" y="620"/>
                    <a:pt x="11217" y="620"/>
                    <a:pt x="11217" y="620"/>
                  </a:cubicBezTo>
                  <a:cubicBezTo>
                    <a:pt x="11217" y="620"/>
                    <a:pt x="11217" y="620"/>
                    <a:pt x="11217" y="620"/>
                  </a:cubicBezTo>
                  <a:cubicBezTo>
                    <a:pt x="11456" y="744"/>
                    <a:pt x="11456" y="744"/>
                    <a:pt x="11456" y="744"/>
                  </a:cubicBezTo>
                  <a:cubicBezTo>
                    <a:pt x="11337" y="868"/>
                    <a:pt x="11337" y="868"/>
                    <a:pt x="11337" y="868"/>
                  </a:cubicBezTo>
                  <a:cubicBezTo>
                    <a:pt x="11456" y="993"/>
                    <a:pt x="11456" y="993"/>
                    <a:pt x="11456" y="993"/>
                  </a:cubicBezTo>
                  <a:cubicBezTo>
                    <a:pt x="11337" y="993"/>
                    <a:pt x="11337" y="993"/>
                    <a:pt x="11337" y="993"/>
                  </a:cubicBezTo>
                  <a:cubicBezTo>
                    <a:pt x="11217" y="1117"/>
                    <a:pt x="11217" y="1117"/>
                    <a:pt x="11217" y="1117"/>
                  </a:cubicBezTo>
                  <a:cubicBezTo>
                    <a:pt x="11217" y="993"/>
                    <a:pt x="11217" y="993"/>
                    <a:pt x="11217" y="993"/>
                  </a:cubicBezTo>
                  <a:cubicBezTo>
                    <a:pt x="11217" y="993"/>
                    <a:pt x="11217" y="993"/>
                    <a:pt x="11217" y="993"/>
                  </a:cubicBezTo>
                  <a:cubicBezTo>
                    <a:pt x="11098" y="1117"/>
                    <a:pt x="11098" y="1117"/>
                    <a:pt x="11098" y="1117"/>
                  </a:cubicBezTo>
                  <a:cubicBezTo>
                    <a:pt x="10740" y="1117"/>
                    <a:pt x="10740" y="1117"/>
                    <a:pt x="10740" y="1117"/>
                  </a:cubicBezTo>
                  <a:cubicBezTo>
                    <a:pt x="10620" y="993"/>
                    <a:pt x="10620" y="993"/>
                    <a:pt x="10620" y="993"/>
                  </a:cubicBezTo>
                  <a:cubicBezTo>
                    <a:pt x="10620" y="993"/>
                    <a:pt x="10620" y="993"/>
                    <a:pt x="10620" y="993"/>
                  </a:cubicBezTo>
                  <a:cubicBezTo>
                    <a:pt x="10501" y="1117"/>
                    <a:pt x="10501" y="1117"/>
                    <a:pt x="10501" y="1117"/>
                  </a:cubicBezTo>
                  <a:cubicBezTo>
                    <a:pt x="10501" y="1117"/>
                    <a:pt x="10501" y="1117"/>
                    <a:pt x="10501" y="1117"/>
                  </a:cubicBezTo>
                  <a:cubicBezTo>
                    <a:pt x="10382" y="1117"/>
                    <a:pt x="10382" y="1117"/>
                    <a:pt x="10382" y="1117"/>
                  </a:cubicBezTo>
                  <a:cubicBezTo>
                    <a:pt x="10501" y="1241"/>
                    <a:pt x="10501" y="1241"/>
                    <a:pt x="10501" y="1241"/>
                  </a:cubicBezTo>
                  <a:cubicBezTo>
                    <a:pt x="10382" y="1241"/>
                    <a:pt x="10382" y="1241"/>
                    <a:pt x="10382" y="1241"/>
                  </a:cubicBezTo>
                  <a:cubicBezTo>
                    <a:pt x="10262" y="1241"/>
                    <a:pt x="10262" y="1241"/>
                    <a:pt x="10262" y="1241"/>
                  </a:cubicBezTo>
                  <a:cubicBezTo>
                    <a:pt x="10262" y="1241"/>
                    <a:pt x="10262" y="1241"/>
                    <a:pt x="10262" y="1241"/>
                  </a:cubicBezTo>
                  <a:cubicBezTo>
                    <a:pt x="10262" y="1365"/>
                    <a:pt x="10262" y="1365"/>
                    <a:pt x="10262" y="1365"/>
                  </a:cubicBezTo>
                  <a:cubicBezTo>
                    <a:pt x="10262" y="1365"/>
                    <a:pt x="10262" y="1365"/>
                    <a:pt x="10262" y="1365"/>
                  </a:cubicBezTo>
                  <a:cubicBezTo>
                    <a:pt x="10143" y="1365"/>
                    <a:pt x="10143" y="1365"/>
                    <a:pt x="10143" y="1365"/>
                  </a:cubicBezTo>
                  <a:cubicBezTo>
                    <a:pt x="10143" y="1365"/>
                    <a:pt x="10143" y="1365"/>
                    <a:pt x="10143" y="1365"/>
                  </a:cubicBezTo>
                  <a:cubicBezTo>
                    <a:pt x="10143" y="1489"/>
                    <a:pt x="10143" y="1489"/>
                    <a:pt x="10143" y="1489"/>
                  </a:cubicBezTo>
                  <a:cubicBezTo>
                    <a:pt x="10143" y="1489"/>
                    <a:pt x="10143" y="1489"/>
                    <a:pt x="10143" y="1489"/>
                  </a:cubicBezTo>
                  <a:cubicBezTo>
                    <a:pt x="10024" y="1489"/>
                    <a:pt x="10024" y="1489"/>
                    <a:pt x="10024" y="1489"/>
                  </a:cubicBezTo>
                  <a:cubicBezTo>
                    <a:pt x="10024" y="1613"/>
                    <a:pt x="10024" y="1613"/>
                    <a:pt x="10024" y="1613"/>
                  </a:cubicBezTo>
                  <a:cubicBezTo>
                    <a:pt x="10143" y="1613"/>
                    <a:pt x="10143" y="1613"/>
                    <a:pt x="10143" y="1613"/>
                  </a:cubicBezTo>
                  <a:cubicBezTo>
                    <a:pt x="10143" y="1737"/>
                    <a:pt x="10143" y="1737"/>
                    <a:pt x="10143" y="1737"/>
                  </a:cubicBezTo>
                  <a:cubicBezTo>
                    <a:pt x="10024" y="1613"/>
                    <a:pt x="10024" y="1613"/>
                    <a:pt x="10024" y="1613"/>
                  </a:cubicBezTo>
                  <a:cubicBezTo>
                    <a:pt x="9904" y="1737"/>
                    <a:pt x="9904" y="1737"/>
                    <a:pt x="9904" y="1737"/>
                  </a:cubicBezTo>
                  <a:cubicBezTo>
                    <a:pt x="9904" y="1737"/>
                    <a:pt x="9904" y="1737"/>
                    <a:pt x="9904" y="1737"/>
                  </a:cubicBezTo>
                  <a:cubicBezTo>
                    <a:pt x="9785" y="1862"/>
                    <a:pt x="9785" y="1862"/>
                    <a:pt x="9785" y="1862"/>
                  </a:cubicBezTo>
                  <a:cubicBezTo>
                    <a:pt x="9666" y="1986"/>
                    <a:pt x="9666" y="1986"/>
                    <a:pt x="9666" y="1986"/>
                  </a:cubicBezTo>
                  <a:cubicBezTo>
                    <a:pt x="9666" y="1986"/>
                    <a:pt x="9666" y="1986"/>
                    <a:pt x="9666" y="1986"/>
                  </a:cubicBezTo>
                  <a:cubicBezTo>
                    <a:pt x="9546" y="2234"/>
                    <a:pt x="9546" y="2234"/>
                    <a:pt x="9546" y="2234"/>
                  </a:cubicBezTo>
                  <a:cubicBezTo>
                    <a:pt x="9546" y="2234"/>
                    <a:pt x="9546" y="2234"/>
                    <a:pt x="9546" y="2234"/>
                  </a:cubicBezTo>
                  <a:cubicBezTo>
                    <a:pt x="9546" y="2234"/>
                    <a:pt x="9546" y="2234"/>
                    <a:pt x="9546" y="2234"/>
                  </a:cubicBezTo>
                  <a:cubicBezTo>
                    <a:pt x="9785" y="2358"/>
                    <a:pt x="9785" y="2358"/>
                    <a:pt x="9785" y="2358"/>
                  </a:cubicBezTo>
                  <a:cubicBezTo>
                    <a:pt x="9666" y="2358"/>
                    <a:pt x="9666" y="2358"/>
                    <a:pt x="9666" y="2358"/>
                  </a:cubicBezTo>
                  <a:cubicBezTo>
                    <a:pt x="9666" y="2358"/>
                    <a:pt x="9666" y="2358"/>
                    <a:pt x="9666" y="2358"/>
                  </a:cubicBezTo>
                  <a:cubicBezTo>
                    <a:pt x="9904" y="2482"/>
                    <a:pt x="9904" y="2482"/>
                    <a:pt x="9904" y="2482"/>
                  </a:cubicBezTo>
                  <a:cubicBezTo>
                    <a:pt x="9785" y="2482"/>
                    <a:pt x="9785" y="2482"/>
                    <a:pt x="9785" y="2482"/>
                  </a:cubicBezTo>
                  <a:cubicBezTo>
                    <a:pt x="9666" y="2482"/>
                    <a:pt x="9666" y="2482"/>
                    <a:pt x="9666" y="2482"/>
                  </a:cubicBezTo>
                  <a:cubicBezTo>
                    <a:pt x="9546" y="2482"/>
                    <a:pt x="9546" y="2482"/>
                    <a:pt x="9546" y="2482"/>
                  </a:cubicBezTo>
                  <a:cubicBezTo>
                    <a:pt x="9546" y="2482"/>
                    <a:pt x="9546" y="2482"/>
                    <a:pt x="9546" y="2482"/>
                  </a:cubicBezTo>
                  <a:cubicBezTo>
                    <a:pt x="9666" y="2606"/>
                    <a:pt x="9666" y="2606"/>
                    <a:pt x="9666" y="2606"/>
                  </a:cubicBezTo>
                  <a:cubicBezTo>
                    <a:pt x="9666" y="2731"/>
                    <a:pt x="9666" y="2731"/>
                    <a:pt x="9666" y="2731"/>
                  </a:cubicBezTo>
                  <a:cubicBezTo>
                    <a:pt x="9785" y="2731"/>
                    <a:pt x="9785" y="2731"/>
                    <a:pt x="9785" y="2731"/>
                  </a:cubicBezTo>
                  <a:cubicBezTo>
                    <a:pt x="9666" y="2731"/>
                    <a:pt x="9666" y="2731"/>
                    <a:pt x="9666" y="2731"/>
                  </a:cubicBezTo>
                  <a:cubicBezTo>
                    <a:pt x="9546" y="2482"/>
                    <a:pt x="9546" y="2482"/>
                    <a:pt x="9546" y="2482"/>
                  </a:cubicBezTo>
                  <a:cubicBezTo>
                    <a:pt x="9427" y="2482"/>
                    <a:pt x="9427" y="2482"/>
                    <a:pt x="9427" y="2482"/>
                  </a:cubicBezTo>
                  <a:cubicBezTo>
                    <a:pt x="9427" y="2606"/>
                    <a:pt x="9427" y="2606"/>
                    <a:pt x="9427" y="2606"/>
                  </a:cubicBezTo>
                  <a:cubicBezTo>
                    <a:pt x="9427" y="2606"/>
                    <a:pt x="9427" y="2606"/>
                    <a:pt x="9427" y="2606"/>
                  </a:cubicBezTo>
                  <a:cubicBezTo>
                    <a:pt x="9427" y="2606"/>
                    <a:pt x="9427" y="2606"/>
                    <a:pt x="9427" y="2606"/>
                  </a:cubicBezTo>
                  <a:cubicBezTo>
                    <a:pt x="9188" y="2482"/>
                    <a:pt x="9188" y="2482"/>
                    <a:pt x="9188" y="2482"/>
                  </a:cubicBezTo>
                  <a:cubicBezTo>
                    <a:pt x="8950" y="2482"/>
                    <a:pt x="8950" y="2482"/>
                    <a:pt x="8950" y="2482"/>
                  </a:cubicBezTo>
                  <a:cubicBezTo>
                    <a:pt x="9069" y="2482"/>
                    <a:pt x="9069" y="2482"/>
                    <a:pt x="9069" y="2482"/>
                  </a:cubicBezTo>
                  <a:cubicBezTo>
                    <a:pt x="8950" y="2606"/>
                    <a:pt x="8950" y="2606"/>
                    <a:pt x="8950" y="2606"/>
                  </a:cubicBezTo>
                  <a:cubicBezTo>
                    <a:pt x="8950" y="2482"/>
                    <a:pt x="8950" y="2482"/>
                    <a:pt x="8950" y="2482"/>
                  </a:cubicBezTo>
                  <a:cubicBezTo>
                    <a:pt x="8950" y="2482"/>
                    <a:pt x="8950" y="2482"/>
                    <a:pt x="8950" y="2482"/>
                  </a:cubicBezTo>
                  <a:cubicBezTo>
                    <a:pt x="8830" y="2606"/>
                    <a:pt x="8830" y="2606"/>
                    <a:pt x="8830" y="2606"/>
                  </a:cubicBezTo>
                  <a:cubicBezTo>
                    <a:pt x="8950" y="2731"/>
                    <a:pt x="8950" y="2731"/>
                    <a:pt x="8950" y="2731"/>
                  </a:cubicBezTo>
                  <a:cubicBezTo>
                    <a:pt x="8950" y="2731"/>
                    <a:pt x="8950" y="2731"/>
                    <a:pt x="8950" y="2731"/>
                  </a:cubicBezTo>
                  <a:cubicBezTo>
                    <a:pt x="8950" y="2731"/>
                    <a:pt x="8950" y="2731"/>
                    <a:pt x="8950" y="2731"/>
                  </a:cubicBezTo>
                  <a:cubicBezTo>
                    <a:pt x="8830" y="2731"/>
                    <a:pt x="8830" y="2731"/>
                    <a:pt x="8830" y="2731"/>
                  </a:cubicBezTo>
                  <a:cubicBezTo>
                    <a:pt x="8830" y="2731"/>
                    <a:pt x="8830" y="2731"/>
                    <a:pt x="8830" y="2731"/>
                  </a:cubicBezTo>
                  <a:cubicBezTo>
                    <a:pt x="8711" y="2855"/>
                    <a:pt x="8711" y="2855"/>
                    <a:pt x="8711" y="2855"/>
                  </a:cubicBezTo>
                  <a:cubicBezTo>
                    <a:pt x="8592" y="2855"/>
                    <a:pt x="8592" y="2855"/>
                    <a:pt x="8592" y="2855"/>
                  </a:cubicBezTo>
                  <a:cubicBezTo>
                    <a:pt x="8711" y="2855"/>
                    <a:pt x="8711" y="2855"/>
                    <a:pt x="8711" y="2855"/>
                  </a:cubicBezTo>
                  <a:cubicBezTo>
                    <a:pt x="8830" y="2731"/>
                    <a:pt x="8830" y="2731"/>
                    <a:pt x="8830" y="2731"/>
                  </a:cubicBezTo>
                  <a:cubicBezTo>
                    <a:pt x="8830" y="2482"/>
                    <a:pt x="8830" y="2482"/>
                    <a:pt x="8830" y="2482"/>
                  </a:cubicBezTo>
                  <a:cubicBezTo>
                    <a:pt x="8830" y="2482"/>
                    <a:pt x="8830" y="2482"/>
                    <a:pt x="8830" y="2482"/>
                  </a:cubicBezTo>
                  <a:cubicBezTo>
                    <a:pt x="8830" y="2358"/>
                    <a:pt x="8830" y="2358"/>
                    <a:pt x="8830" y="2358"/>
                  </a:cubicBezTo>
                  <a:cubicBezTo>
                    <a:pt x="8711" y="2358"/>
                    <a:pt x="8711" y="2358"/>
                    <a:pt x="8711" y="2358"/>
                  </a:cubicBezTo>
                  <a:cubicBezTo>
                    <a:pt x="8592" y="2110"/>
                    <a:pt x="8592" y="2110"/>
                    <a:pt x="8592" y="2110"/>
                  </a:cubicBezTo>
                  <a:cubicBezTo>
                    <a:pt x="8472" y="1986"/>
                    <a:pt x="8472" y="1986"/>
                    <a:pt x="8472" y="1986"/>
                  </a:cubicBezTo>
                  <a:cubicBezTo>
                    <a:pt x="8353" y="1986"/>
                    <a:pt x="8353" y="1986"/>
                    <a:pt x="8353" y="1986"/>
                  </a:cubicBezTo>
                  <a:cubicBezTo>
                    <a:pt x="8234" y="1862"/>
                    <a:pt x="8234" y="1862"/>
                    <a:pt x="8234" y="1862"/>
                  </a:cubicBezTo>
                  <a:cubicBezTo>
                    <a:pt x="8234" y="1986"/>
                    <a:pt x="8234" y="1986"/>
                    <a:pt x="8234" y="1986"/>
                  </a:cubicBezTo>
                  <a:cubicBezTo>
                    <a:pt x="8234" y="1986"/>
                    <a:pt x="8234" y="1986"/>
                    <a:pt x="8234" y="1986"/>
                  </a:cubicBezTo>
                  <a:cubicBezTo>
                    <a:pt x="8114" y="1986"/>
                    <a:pt x="8114" y="1986"/>
                    <a:pt x="8114" y="1986"/>
                  </a:cubicBezTo>
                  <a:cubicBezTo>
                    <a:pt x="8114" y="2110"/>
                    <a:pt x="8114" y="2110"/>
                    <a:pt x="8114" y="2110"/>
                  </a:cubicBezTo>
                  <a:cubicBezTo>
                    <a:pt x="7995" y="2110"/>
                    <a:pt x="7995" y="2110"/>
                    <a:pt x="7995" y="2110"/>
                  </a:cubicBezTo>
                  <a:cubicBezTo>
                    <a:pt x="7995" y="1986"/>
                    <a:pt x="7995" y="1986"/>
                    <a:pt x="7995" y="1986"/>
                  </a:cubicBezTo>
                  <a:cubicBezTo>
                    <a:pt x="7995" y="2110"/>
                    <a:pt x="7995" y="2110"/>
                    <a:pt x="7995" y="2110"/>
                  </a:cubicBezTo>
                  <a:cubicBezTo>
                    <a:pt x="7876" y="2110"/>
                    <a:pt x="7876" y="2110"/>
                    <a:pt x="7876" y="2110"/>
                  </a:cubicBezTo>
                  <a:cubicBezTo>
                    <a:pt x="7876" y="1986"/>
                    <a:pt x="7876" y="1986"/>
                    <a:pt x="7876" y="1986"/>
                  </a:cubicBezTo>
                  <a:cubicBezTo>
                    <a:pt x="7756" y="1986"/>
                    <a:pt x="7756" y="1986"/>
                    <a:pt x="7756" y="1986"/>
                  </a:cubicBezTo>
                  <a:cubicBezTo>
                    <a:pt x="7756" y="2110"/>
                    <a:pt x="7756" y="2110"/>
                    <a:pt x="7756" y="2110"/>
                  </a:cubicBezTo>
                  <a:cubicBezTo>
                    <a:pt x="7876" y="2110"/>
                    <a:pt x="7876" y="2110"/>
                    <a:pt x="7876" y="2110"/>
                  </a:cubicBezTo>
                  <a:cubicBezTo>
                    <a:pt x="7756" y="2110"/>
                    <a:pt x="7756" y="2110"/>
                    <a:pt x="7756" y="2110"/>
                  </a:cubicBezTo>
                  <a:cubicBezTo>
                    <a:pt x="7756" y="2234"/>
                    <a:pt x="7756" y="2234"/>
                    <a:pt x="7756" y="2234"/>
                  </a:cubicBezTo>
                  <a:cubicBezTo>
                    <a:pt x="7756" y="2358"/>
                    <a:pt x="7756" y="2358"/>
                    <a:pt x="7756" y="2358"/>
                  </a:cubicBezTo>
                  <a:cubicBezTo>
                    <a:pt x="7637" y="2358"/>
                    <a:pt x="7637" y="2358"/>
                    <a:pt x="7637" y="2358"/>
                  </a:cubicBezTo>
                  <a:cubicBezTo>
                    <a:pt x="7637" y="2358"/>
                    <a:pt x="7637" y="2358"/>
                    <a:pt x="7637" y="2358"/>
                  </a:cubicBezTo>
                  <a:cubicBezTo>
                    <a:pt x="7518" y="2358"/>
                    <a:pt x="7518" y="2358"/>
                    <a:pt x="7518" y="2358"/>
                  </a:cubicBezTo>
                  <a:cubicBezTo>
                    <a:pt x="7518" y="2234"/>
                    <a:pt x="7518" y="2234"/>
                    <a:pt x="7518" y="2234"/>
                  </a:cubicBezTo>
                  <a:cubicBezTo>
                    <a:pt x="7637" y="2234"/>
                    <a:pt x="7637" y="2234"/>
                    <a:pt x="7637" y="2234"/>
                  </a:cubicBezTo>
                  <a:cubicBezTo>
                    <a:pt x="7518" y="2234"/>
                    <a:pt x="7518" y="2234"/>
                    <a:pt x="7518" y="2234"/>
                  </a:cubicBezTo>
                  <a:cubicBezTo>
                    <a:pt x="7518" y="2234"/>
                    <a:pt x="7518" y="2234"/>
                    <a:pt x="7518" y="2234"/>
                  </a:cubicBezTo>
                  <a:cubicBezTo>
                    <a:pt x="7398" y="2358"/>
                    <a:pt x="7398" y="2358"/>
                    <a:pt x="7398" y="2358"/>
                  </a:cubicBezTo>
                  <a:cubicBezTo>
                    <a:pt x="7279" y="2358"/>
                    <a:pt x="7279" y="2358"/>
                    <a:pt x="7279" y="2358"/>
                  </a:cubicBezTo>
                  <a:cubicBezTo>
                    <a:pt x="7279" y="2482"/>
                    <a:pt x="7279" y="2482"/>
                    <a:pt x="7279" y="2482"/>
                  </a:cubicBezTo>
                  <a:cubicBezTo>
                    <a:pt x="7398" y="2482"/>
                    <a:pt x="7398" y="2482"/>
                    <a:pt x="7398" y="2482"/>
                  </a:cubicBezTo>
                  <a:cubicBezTo>
                    <a:pt x="7279" y="2606"/>
                    <a:pt x="7279" y="2606"/>
                    <a:pt x="7279" y="2606"/>
                  </a:cubicBezTo>
                  <a:cubicBezTo>
                    <a:pt x="7160" y="2606"/>
                    <a:pt x="7160" y="2606"/>
                    <a:pt x="7160" y="2606"/>
                  </a:cubicBezTo>
                  <a:cubicBezTo>
                    <a:pt x="7040" y="2606"/>
                    <a:pt x="7040" y="2606"/>
                    <a:pt x="7040" y="2606"/>
                  </a:cubicBezTo>
                  <a:cubicBezTo>
                    <a:pt x="7160" y="2731"/>
                    <a:pt x="7160" y="2731"/>
                    <a:pt x="7160" y="2731"/>
                  </a:cubicBezTo>
                  <a:cubicBezTo>
                    <a:pt x="7279" y="2731"/>
                    <a:pt x="7279" y="2731"/>
                    <a:pt x="7279" y="2731"/>
                  </a:cubicBezTo>
                  <a:cubicBezTo>
                    <a:pt x="7160" y="2855"/>
                    <a:pt x="7160" y="2855"/>
                    <a:pt x="7160" y="2855"/>
                  </a:cubicBezTo>
                  <a:cubicBezTo>
                    <a:pt x="7160" y="2855"/>
                    <a:pt x="7160" y="2855"/>
                    <a:pt x="7160" y="2855"/>
                  </a:cubicBezTo>
                  <a:cubicBezTo>
                    <a:pt x="7040" y="2731"/>
                    <a:pt x="7040" y="2731"/>
                    <a:pt x="7040" y="2731"/>
                  </a:cubicBezTo>
                  <a:cubicBezTo>
                    <a:pt x="6921" y="2855"/>
                    <a:pt x="6921" y="2855"/>
                    <a:pt x="6921" y="2855"/>
                  </a:cubicBezTo>
                  <a:cubicBezTo>
                    <a:pt x="6802" y="2855"/>
                    <a:pt x="6802" y="2855"/>
                    <a:pt x="6802" y="2855"/>
                  </a:cubicBezTo>
                  <a:cubicBezTo>
                    <a:pt x="6921" y="2855"/>
                    <a:pt x="6921" y="2855"/>
                    <a:pt x="6921" y="2855"/>
                  </a:cubicBezTo>
                  <a:cubicBezTo>
                    <a:pt x="6921" y="2979"/>
                    <a:pt x="6921" y="2979"/>
                    <a:pt x="6921" y="2979"/>
                  </a:cubicBezTo>
                  <a:cubicBezTo>
                    <a:pt x="6921" y="2979"/>
                    <a:pt x="6921" y="2979"/>
                    <a:pt x="6921" y="2979"/>
                  </a:cubicBezTo>
                  <a:cubicBezTo>
                    <a:pt x="6921" y="2979"/>
                    <a:pt x="6921" y="2979"/>
                    <a:pt x="6921" y="2979"/>
                  </a:cubicBezTo>
                  <a:cubicBezTo>
                    <a:pt x="6921" y="3103"/>
                    <a:pt x="6921" y="3103"/>
                    <a:pt x="6921" y="3103"/>
                  </a:cubicBezTo>
                  <a:cubicBezTo>
                    <a:pt x="6921" y="3227"/>
                    <a:pt x="6921" y="3227"/>
                    <a:pt x="6921" y="3227"/>
                  </a:cubicBezTo>
                  <a:cubicBezTo>
                    <a:pt x="6802" y="3227"/>
                    <a:pt x="6802" y="3227"/>
                    <a:pt x="6802" y="3227"/>
                  </a:cubicBezTo>
                  <a:cubicBezTo>
                    <a:pt x="6802" y="3351"/>
                    <a:pt x="6802" y="3351"/>
                    <a:pt x="6802" y="3351"/>
                  </a:cubicBezTo>
                  <a:cubicBezTo>
                    <a:pt x="6921" y="3351"/>
                    <a:pt x="6921" y="3351"/>
                    <a:pt x="6921" y="3351"/>
                  </a:cubicBezTo>
                  <a:cubicBezTo>
                    <a:pt x="6802" y="3351"/>
                    <a:pt x="6802" y="3351"/>
                    <a:pt x="6802" y="3351"/>
                  </a:cubicBezTo>
                  <a:cubicBezTo>
                    <a:pt x="6802" y="3475"/>
                    <a:pt x="6802" y="3475"/>
                    <a:pt x="6802" y="3475"/>
                  </a:cubicBezTo>
                  <a:cubicBezTo>
                    <a:pt x="6682" y="3351"/>
                    <a:pt x="6682" y="3351"/>
                    <a:pt x="6682" y="3351"/>
                  </a:cubicBezTo>
                  <a:cubicBezTo>
                    <a:pt x="6682" y="3351"/>
                    <a:pt x="6682" y="3351"/>
                    <a:pt x="6682" y="3351"/>
                  </a:cubicBezTo>
                  <a:cubicBezTo>
                    <a:pt x="6563" y="3227"/>
                    <a:pt x="6563" y="3227"/>
                    <a:pt x="6563" y="3227"/>
                  </a:cubicBezTo>
                  <a:cubicBezTo>
                    <a:pt x="6563" y="3351"/>
                    <a:pt x="6563" y="3351"/>
                    <a:pt x="6563" y="3351"/>
                  </a:cubicBezTo>
                  <a:cubicBezTo>
                    <a:pt x="6444" y="3227"/>
                    <a:pt x="6444" y="3227"/>
                    <a:pt x="6444" y="3227"/>
                  </a:cubicBezTo>
                  <a:cubicBezTo>
                    <a:pt x="6324" y="3227"/>
                    <a:pt x="6324" y="3227"/>
                    <a:pt x="6324" y="3227"/>
                  </a:cubicBezTo>
                  <a:cubicBezTo>
                    <a:pt x="6324" y="3227"/>
                    <a:pt x="6324" y="3227"/>
                    <a:pt x="6324" y="3227"/>
                  </a:cubicBezTo>
                  <a:cubicBezTo>
                    <a:pt x="6444" y="3351"/>
                    <a:pt x="6444" y="3351"/>
                    <a:pt x="6444" y="3351"/>
                  </a:cubicBezTo>
                  <a:cubicBezTo>
                    <a:pt x="6444" y="3351"/>
                    <a:pt x="6444" y="3351"/>
                    <a:pt x="6444" y="3351"/>
                  </a:cubicBezTo>
                  <a:cubicBezTo>
                    <a:pt x="6324" y="3475"/>
                    <a:pt x="6324" y="3475"/>
                    <a:pt x="6324" y="3475"/>
                  </a:cubicBezTo>
                  <a:cubicBezTo>
                    <a:pt x="6444" y="3600"/>
                    <a:pt x="6444" y="3600"/>
                    <a:pt x="6444" y="3600"/>
                  </a:cubicBezTo>
                  <a:cubicBezTo>
                    <a:pt x="6563" y="3600"/>
                    <a:pt x="6563" y="3600"/>
                    <a:pt x="6563" y="3600"/>
                  </a:cubicBezTo>
                  <a:cubicBezTo>
                    <a:pt x="6444" y="3600"/>
                    <a:pt x="6444" y="3600"/>
                    <a:pt x="6444" y="3600"/>
                  </a:cubicBezTo>
                  <a:cubicBezTo>
                    <a:pt x="6444" y="3724"/>
                    <a:pt x="6444" y="3724"/>
                    <a:pt x="6444" y="3724"/>
                  </a:cubicBezTo>
                  <a:cubicBezTo>
                    <a:pt x="6444" y="3724"/>
                    <a:pt x="6444" y="3724"/>
                    <a:pt x="6444" y="3724"/>
                  </a:cubicBezTo>
                  <a:cubicBezTo>
                    <a:pt x="6444" y="3724"/>
                    <a:pt x="6444" y="3724"/>
                    <a:pt x="6444" y="3724"/>
                  </a:cubicBezTo>
                  <a:cubicBezTo>
                    <a:pt x="6444" y="3848"/>
                    <a:pt x="6444" y="3848"/>
                    <a:pt x="6444" y="3848"/>
                  </a:cubicBezTo>
                  <a:cubicBezTo>
                    <a:pt x="6324" y="3972"/>
                    <a:pt x="6324" y="3972"/>
                    <a:pt x="6324" y="3972"/>
                  </a:cubicBezTo>
                  <a:cubicBezTo>
                    <a:pt x="6324" y="4096"/>
                    <a:pt x="6324" y="4096"/>
                    <a:pt x="6324" y="4096"/>
                  </a:cubicBezTo>
                  <a:cubicBezTo>
                    <a:pt x="6205" y="3724"/>
                    <a:pt x="6205" y="3724"/>
                    <a:pt x="6205" y="3724"/>
                  </a:cubicBezTo>
                  <a:cubicBezTo>
                    <a:pt x="6086" y="3475"/>
                    <a:pt x="6086" y="3475"/>
                    <a:pt x="6086" y="3475"/>
                  </a:cubicBezTo>
                  <a:cubicBezTo>
                    <a:pt x="5966" y="3475"/>
                    <a:pt x="5966" y="3475"/>
                    <a:pt x="5966" y="3475"/>
                  </a:cubicBezTo>
                  <a:cubicBezTo>
                    <a:pt x="6086" y="3351"/>
                    <a:pt x="6086" y="3351"/>
                    <a:pt x="6086" y="3351"/>
                  </a:cubicBezTo>
                  <a:cubicBezTo>
                    <a:pt x="5966" y="3351"/>
                    <a:pt x="5966" y="3351"/>
                    <a:pt x="5966" y="3351"/>
                  </a:cubicBezTo>
                  <a:cubicBezTo>
                    <a:pt x="5847" y="3475"/>
                    <a:pt x="5847" y="3475"/>
                    <a:pt x="5847" y="3475"/>
                  </a:cubicBezTo>
                  <a:cubicBezTo>
                    <a:pt x="5847" y="3600"/>
                    <a:pt x="5847" y="3600"/>
                    <a:pt x="5847" y="3600"/>
                  </a:cubicBezTo>
                  <a:cubicBezTo>
                    <a:pt x="5728" y="3600"/>
                    <a:pt x="5728" y="3600"/>
                    <a:pt x="5728" y="3600"/>
                  </a:cubicBezTo>
                  <a:cubicBezTo>
                    <a:pt x="5728" y="3600"/>
                    <a:pt x="5728" y="3600"/>
                    <a:pt x="5728" y="3600"/>
                  </a:cubicBezTo>
                  <a:cubicBezTo>
                    <a:pt x="5608" y="3600"/>
                    <a:pt x="5608" y="3600"/>
                    <a:pt x="5608" y="3600"/>
                  </a:cubicBezTo>
                  <a:cubicBezTo>
                    <a:pt x="5608" y="3724"/>
                    <a:pt x="5608" y="3724"/>
                    <a:pt x="5608" y="3724"/>
                  </a:cubicBezTo>
                  <a:cubicBezTo>
                    <a:pt x="5489" y="3724"/>
                    <a:pt x="5489" y="3724"/>
                    <a:pt x="5489" y="3724"/>
                  </a:cubicBezTo>
                  <a:cubicBezTo>
                    <a:pt x="5489" y="3848"/>
                    <a:pt x="5489" y="3848"/>
                    <a:pt x="5489" y="3848"/>
                  </a:cubicBezTo>
                  <a:cubicBezTo>
                    <a:pt x="5489" y="4220"/>
                    <a:pt x="5489" y="4220"/>
                    <a:pt x="5489" y="4220"/>
                  </a:cubicBezTo>
                  <a:cubicBezTo>
                    <a:pt x="5608" y="4220"/>
                    <a:pt x="5608" y="4220"/>
                    <a:pt x="5608" y="4220"/>
                  </a:cubicBezTo>
                  <a:cubicBezTo>
                    <a:pt x="5608" y="4344"/>
                    <a:pt x="5608" y="4344"/>
                    <a:pt x="5608" y="4344"/>
                  </a:cubicBezTo>
                  <a:cubicBezTo>
                    <a:pt x="5489" y="4344"/>
                    <a:pt x="5489" y="4344"/>
                    <a:pt x="5489" y="4344"/>
                  </a:cubicBezTo>
                  <a:cubicBezTo>
                    <a:pt x="5489" y="4468"/>
                    <a:pt x="5489" y="4468"/>
                    <a:pt x="5489" y="4468"/>
                  </a:cubicBezTo>
                  <a:cubicBezTo>
                    <a:pt x="5250" y="4468"/>
                    <a:pt x="5250" y="4468"/>
                    <a:pt x="5250" y="4468"/>
                  </a:cubicBezTo>
                  <a:cubicBezTo>
                    <a:pt x="5250" y="4468"/>
                    <a:pt x="5250" y="4468"/>
                    <a:pt x="5250" y="4468"/>
                  </a:cubicBezTo>
                  <a:cubicBezTo>
                    <a:pt x="5131" y="4593"/>
                    <a:pt x="5131" y="4593"/>
                    <a:pt x="5131" y="4593"/>
                  </a:cubicBezTo>
                  <a:cubicBezTo>
                    <a:pt x="5131" y="4717"/>
                    <a:pt x="5131" y="4717"/>
                    <a:pt x="5131" y="4717"/>
                  </a:cubicBezTo>
                  <a:cubicBezTo>
                    <a:pt x="5131" y="4841"/>
                    <a:pt x="5131" y="4841"/>
                    <a:pt x="5131" y="4841"/>
                  </a:cubicBezTo>
                  <a:cubicBezTo>
                    <a:pt x="4892" y="4965"/>
                    <a:pt x="4892" y="4965"/>
                    <a:pt x="4892" y="4965"/>
                  </a:cubicBezTo>
                  <a:cubicBezTo>
                    <a:pt x="4654" y="5213"/>
                    <a:pt x="4654" y="5213"/>
                    <a:pt x="4654" y="5213"/>
                  </a:cubicBezTo>
                  <a:cubicBezTo>
                    <a:pt x="4415" y="5213"/>
                    <a:pt x="4415" y="5213"/>
                    <a:pt x="4415" y="5213"/>
                  </a:cubicBezTo>
                  <a:cubicBezTo>
                    <a:pt x="4296" y="5213"/>
                    <a:pt x="4296" y="5213"/>
                    <a:pt x="4296" y="5213"/>
                  </a:cubicBezTo>
                  <a:cubicBezTo>
                    <a:pt x="4057" y="5213"/>
                    <a:pt x="4057" y="5213"/>
                    <a:pt x="4057" y="5213"/>
                  </a:cubicBezTo>
                  <a:cubicBezTo>
                    <a:pt x="3938" y="5337"/>
                    <a:pt x="3938" y="5337"/>
                    <a:pt x="3938" y="5337"/>
                  </a:cubicBezTo>
                  <a:cubicBezTo>
                    <a:pt x="3818" y="5213"/>
                    <a:pt x="3818" y="5213"/>
                    <a:pt x="3818" y="5213"/>
                  </a:cubicBezTo>
                  <a:cubicBezTo>
                    <a:pt x="3699" y="5337"/>
                    <a:pt x="3699" y="5337"/>
                    <a:pt x="3699" y="5337"/>
                  </a:cubicBezTo>
                  <a:cubicBezTo>
                    <a:pt x="3699" y="5462"/>
                    <a:pt x="3699" y="5462"/>
                    <a:pt x="3699" y="5462"/>
                  </a:cubicBezTo>
                  <a:cubicBezTo>
                    <a:pt x="3580" y="5462"/>
                    <a:pt x="3580" y="5462"/>
                    <a:pt x="3580" y="5462"/>
                  </a:cubicBezTo>
                  <a:cubicBezTo>
                    <a:pt x="3222" y="5462"/>
                    <a:pt x="3222" y="5462"/>
                    <a:pt x="3222" y="5462"/>
                  </a:cubicBezTo>
                  <a:cubicBezTo>
                    <a:pt x="3102" y="5462"/>
                    <a:pt x="3102" y="5462"/>
                    <a:pt x="3102" y="5462"/>
                  </a:cubicBezTo>
                  <a:cubicBezTo>
                    <a:pt x="3102" y="5586"/>
                    <a:pt x="3102" y="5586"/>
                    <a:pt x="3102" y="5586"/>
                  </a:cubicBezTo>
                  <a:cubicBezTo>
                    <a:pt x="2864" y="5710"/>
                    <a:pt x="2864" y="5710"/>
                    <a:pt x="2864" y="5710"/>
                  </a:cubicBezTo>
                  <a:cubicBezTo>
                    <a:pt x="2744" y="5710"/>
                    <a:pt x="2744" y="5710"/>
                    <a:pt x="2744" y="5710"/>
                  </a:cubicBezTo>
                  <a:cubicBezTo>
                    <a:pt x="2625" y="5586"/>
                    <a:pt x="2625" y="5586"/>
                    <a:pt x="2625" y="5586"/>
                  </a:cubicBezTo>
                  <a:cubicBezTo>
                    <a:pt x="2506" y="5586"/>
                    <a:pt x="2506" y="5586"/>
                    <a:pt x="2506" y="5586"/>
                  </a:cubicBezTo>
                  <a:cubicBezTo>
                    <a:pt x="2506" y="5586"/>
                    <a:pt x="2506" y="5586"/>
                    <a:pt x="2506" y="5586"/>
                  </a:cubicBezTo>
                  <a:cubicBezTo>
                    <a:pt x="2386" y="5586"/>
                    <a:pt x="2386" y="5586"/>
                    <a:pt x="2386" y="5586"/>
                  </a:cubicBezTo>
                  <a:cubicBezTo>
                    <a:pt x="2267" y="5710"/>
                    <a:pt x="2267" y="5710"/>
                    <a:pt x="2267" y="5710"/>
                  </a:cubicBezTo>
                  <a:cubicBezTo>
                    <a:pt x="2148" y="5834"/>
                    <a:pt x="2148" y="5834"/>
                    <a:pt x="2148" y="5834"/>
                  </a:cubicBezTo>
                  <a:cubicBezTo>
                    <a:pt x="2028" y="5834"/>
                    <a:pt x="2028" y="5834"/>
                    <a:pt x="2028" y="5834"/>
                  </a:cubicBezTo>
                  <a:cubicBezTo>
                    <a:pt x="2028" y="5834"/>
                    <a:pt x="2028" y="5834"/>
                    <a:pt x="2028" y="5834"/>
                  </a:cubicBezTo>
                  <a:cubicBezTo>
                    <a:pt x="1790" y="5958"/>
                    <a:pt x="1790" y="5958"/>
                    <a:pt x="1790" y="5958"/>
                  </a:cubicBezTo>
                  <a:cubicBezTo>
                    <a:pt x="1670" y="6082"/>
                    <a:pt x="1670" y="6082"/>
                    <a:pt x="1670" y="6082"/>
                  </a:cubicBezTo>
                  <a:cubicBezTo>
                    <a:pt x="1312" y="6206"/>
                    <a:pt x="1312" y="6206"/>
                    <a:pt x="1312" y="6206"/>
                  </a:cubicBezTo>
                  <a:cubicBezTo>
                    <a:pt x="1193" y="6331"/>
                    <a:pt x="1193" y="6331"/>
                    <a:pt x="1193" y="6331"/>
                  </a:cubicBezTo>
                  <a:cubicBezTo>
                    <a:pt x="1193" y="6455"/>
                    <a:pt x="1193" y="6455"/>
                    <a:pt x="1193" y="6455"/>
                  </a:cubicBezTo>
                  <a:cubicBezTo>
                    <a:pt x="1074" y="6579"/>
                    <a:pt x="1074" y="6579"/>
                    <a:pt x="1074" y="6579"/>
                  </a:cubicBezTo>
                  <a:cubicBezTo>
                    <a:pt x="954" y="6579"/>
                    <a:pt x="954" y="6579"/>
                    <a:pt x="954" y="6579"/>
                  </a:cubicBezTo>
                  <a:cubicBezTo>
                    <a:pt x="1074" y="6455"/>
                    <a:pt x="1074" y="6455"/>
                    <a:pt x="1074" y="6455"/>
                  </a:cubicBezTo>
                  <a:cubicBezTo>
                    <a:pt x="954" y="6455"/>
                    <a:pt x="954" y="6455"/>
                    <a:pt x="954" y="6455"/>
                  </a:cubicBezTo>
                  <a:cubicBezTo>
                    <a:pt x="1074" y="6331"/>
                    <a:pt x="1074" y="6331"/>
                    <a:pt x="1074" y="6331"/>
                  </a:cubicBezTo>
                  <a:cubicBezTo>
                    <a:pt x="1074" y="6206"/>
                    <a:pt x="1074" y="6206"/>
                    <a:pt x="1074" y="6206"/>
                  </a:cubicBezTo>
                  <a:cubicBezTo>
                    <a:pt x="835" y="6331"/>
                    <a:pt x="835" y="6331"/>
                    <a:pt x="835" y="6331"/>
                  </a:cubicBezTo>
                  <a:cubicBezTo>
                    <a:pt x="835" y="6455"/>
                    <a:pt x="835" y="6455"/>
                    <a:pt x="835" y="6455"/>
                  </a:cubicBezTo>
                  <a:cubicBezTo>
                    <a:pt x="716" y="6703"/>
                    <a:pt x="716" y="6703"/>
                    <a:pt x="716" y="6703"/>
                  </a:cubicBezTo>
                  <a:cubicBezTo>
                    <a:pt x="835" y="6827"/>
                    <a:pt x="835" y="6827"/>
                    <a:pt x="835" y="6827"/>
                  </a:cubicBezTo>
                  <a:cubicBezTo>
                    <a:pt x="716" y="6951"/>
                    <a:pt x="716" y="6951"/>
                    <a:pt x="716" y="6951"/>
                  </a:cubicBezTo>
                  <a:cubicBezTo>
                    <a:pt x="716" y="7200"/>
                    <a:pt x="716" y="7200"/>
                    <a:pt x="716" y="7200"/>
                  </a:cubicBezTo>
                  <a:cubicBezTo>
                    <a:pt x="596" y="7448"/>
                    <a:pt x="596" y="7448"/>
                    <a:pt x="596" y="7448"/>
                  </a:cubicBezTo>
                  <a:cubicBezTo>
                    <a:pt x="477" y="7696"/>
                    <a:pt x="477" y="7696"/>
                    <a:pt x="477" y="7696"/>
                  </a:cubicBezTo>
                  <a:cubicBezTo>
                    <a:pt x="477" y="7944"/>
                    <a:pt x="477" y="7944"/>
                    <a:pt x="477" y="7944"/>
                  </a:cubicBezTo>
                  <a:cubicBezTo>
                    <a:pt x="477" y="8193"/>
                    <a:pt x="477" y="8193"/>
                    <a:pt x="477" y="8193"/>
                  </a:cubicBezTo>
                  <a:cubicBezTo>
                    <a:pt x="716" y="8441"/>
                    <a:pt x="716" y="8441"/>
                    <a:pt x="716" y="8441"/>
                  </a:cubicBezTo>
                  <a:cubicBezTo>
                    <a:pt x="716" y="8565"/>
                    <a:pt x="716" y="8565"/>
                    <a:pt x="716" y="8565"/>
                  </a:cubicBezTo>
                  <a:cubicBezTo>
                    <a:pt x="716" y="8689"/>
                    <a:pt x="716" y="8689"/>
                    <a:pt x="716" y="8689"/>
                  </a:cubicBezTo>
                  <a:cubicBezTo>
                    <a:pt x="716" y="8813"/>
                    <a:pt x="716" y="8813"/>
                    <a:pt x="716" y="8813"/>
                  </a:cubicBezTo>
                  <a:cubicBezTo>
                    <a:pt x="716" y="8937"/>
                    <a:pt x="716" y="8937"/>
                    <a:pt x="716" y="8937"/>
                  </a:cubicBezTo>
                  <a:cubicBezTo>
                    <a:pt x="596" y="8937"/>
                    <a:pt x="596" y="8937"/>
                    <a:pt x="596" y="8937"/>
                  </a:cubicBezTo>
                  <a:cubicBezTo>
                    <a:pt x="596" y="8813"/>
                    <a:pt x="596" y="8813"/>
                    <a:pt x="596" y="8813"/>
                  </a:cubicBezTo>
                  <a:cubicBezTo>
                    <a:pt x="596" y="8689"/>
                    <a:pt x="596" y="8689"/>
                    <a:pt x="596" y="8689"/>
                  </a:cubicBezTo>
                  <a:cubicBezTo>
                    <a:pt x="477" y="8813"/>
                    <a:pt x="477" y="8813"/>
                    <a:pt x="477" y="8813"/>
                  </a:cubicBezTo>
                  <a:cubicBezTo>
                    <a:pt x="477" y="8813"/>
                    <a:pt x="477" y="8813"/>
                    <a:pt x="477" y="8813"/>
                  </a:cubicBezTo>
                  <a:cubicBezTo>
                    <a:pt x="477" y="8565"/>
                    <a:pt x="477" y="8565"/>
                    <a:pt x="477" y="8565"/>
                  </a:cubicBezTo>
                  <a:cubicBezTo>
                    <a:pt x="358" y="8441"/>
                    <a:pt x="358" y="8441"/>
                    <a:pt x="358" y="8441"/>
                  </a:cubicBezTo>
                  <a:cubicBezTo>
                    <a:pt x="358" y="8441"/>
                    <a:pt x="358" y="8441"/>
                    <a:pt x="358" y="8441"/>
                  </a:cubicBezTo>
                  <a:cubicBezTo>
                    <a:pt x="358" y="8689"/>
                    <a:pt x="358" y="8689"/>
                    <a:pt x="358" y="8689"/>
                  </a:cubicBezTo>
                  <a:cubicBezTo>
                    <a:pt x="477" y="8813"/>
                    <a:pt x="477" y="8813"/>
                    <a:pt x="477" y="8813"/>
                  </a:cubicBezTo>
                  <a:cubicBezTo>
                    <a:pt x="596" y="9062"/>
                    <a:pt x="596" y="9062"/>
                    <a:pt x="596" y="9062"/>
                  </a:cubicBezTo>
                  <a:cubicBezTo>
                    <a:pt x="477" y="9062"/>
                    <a:pt x="477" y="9062"/>
                    <a:pt x="477" y="9062"/>
                  </a:cubicBezTo>
                  <a:cubicBezTo>
                    <a:pt x="358" y="8937"/>
                    <a:pt x="358" y="8937"/>
                    <a:pt x="358" y="8937"/>
                  </a:cubicBezTo>
                  <a:cubicBezTo>
                    <a:pt x="238" y="8689"/>
                    <a:pt x="238" y="8689"/>
                    <a:pt x="238" y="8689"/>
                  </a:cubicBezTo>
                  <a:cubicBezTo>
                    <a:pt x="238" y="8813"/>
                    <a:pt x="238" y="8813"/>
                    <a:pt x="238" y="8813"/>
                  </a:cubicBezTo>
                  <a:cubicBezTo>
                    <a:pt x="119" y="8813"/>
                    <a:pt x="119" y="8813"/>
                    <a:pt x="119" y="8813"/>
                  </a:cubicBezTo>
                  <a:cubicBezTo>
                    <a:pt x="238" y="9062"/>
                    <a:pt x="238" y="9062"/>
                    <a:pt x="238" y="9062"/>
                  </a:cubicBezTo>
                  <a:cubicBezTo>
                    <a:pt x="477" y="9186"/>
                    <a:pt x="477" y="9186"/>
                    <a:pt x="477" y="9186"/>
                  </a:cubicBezTo>
                  <a:cubicBezTo>
                    <a:pt x="596" y="9558"/>
                    <a:pt x="596" y="9558"/>
                    <a:pt x="596" y="9558"/>
                  </a:cubicBezTo>
                  <a:cubicBezTo>
                    <a:pt x="477" y="10055"/>
                    <a:pt x="477" y="10055"/>
                    <a:pt x="477" y="10055"/>
                  </a:cubicBezTo>
                  <a:cubicBezTo>
                    <a:pt x="596" y="10055"/>
                    <a:pt x="596" y="10055"/>
                    <a:pt x="596" y="10055"/>
                  </a:cubicBezTo>
                  <a:cubicBezTo>
                    <a:pt x="716" y="10427"/>
                    <a:pt x="716" y="10427"/>
                    <a:pt x="716" y="10427"/>
                  </a:cubicBezTo>
                  <a:cubicBezTo>
                    <a:pt x="835" y="10800"/>
                    <a:pt x="835" y="10800"/>
                    <a:pt x="835" y="10800"/>
                  </a:cubicBezTo>
                  <a:cubicBezTo>
                    <a:pt x="716" y="10924"/>
                    <a:pt x="716" y="10924"/>
                    <a:pt x="716" y="10924"/>
                  </a:cubicBezTo>
                  <a:cubicBezTo>
                    <a:pt x="835" y="11420"/>
                    <a:pt x="835" y="11420"/>
                    <a:pt x="835" y="11420"/>
                  </a:cubicBezTo>
                  <a:cubicBezTo>
                    <a:pt x="716" y="11544"/>
                    <a:pt x="716" y="11544"/>
                    <a:pt x="716" y="11544"/>
                  </a:cubicBezTo>
                  <a:cubicBezTo>
                    <a:pt x="835" y="11668"/>
                    <a:pt x="835" y="11668"/>
                    <a:pt x="835" y="11668"/>
                  </a:cubicBezTo>
                  <a:cubicBezTo>
                    <a:pt x="835" y="11793"/>
                    <a:pt x="835" y="11793"/>
                    <a:pt x="835" y="11793"/>
                  </a:cubicBezTo>
                  <a:cubicBezTo>
                    <a:pt x="954" y="12041"/>
                    <a:pt x="954" y="12041"/>
                    <a:pt x="954" y="12041"/>
                  </a:cubicBezTo>
                  <a:cubicBezTo>
                    <a:pt x="954" y="12165"/>
                    <a:pt x="954" y="12165"/>
                    <a:pt x="954" y="12165"/>
                  </a:cubicBezTo>
                  <a:cubicBezTo>
                    <a:pt x="835" y="12289"/>
                    <a:pt x="835" y="12289"/>
                    <a:pt x="835" y="12289"/>
                  </a:cubicBezTo>
                  <a:cubicBezTo>
                    <a:pt x="835" y="12289"/>
                    <a:pt x="835" y="12289"/>
                    <a:pt x="835" y="12289"/>
                  </a:cubicBezTo>
                  <a:cubicBezTo>
                    <a:pt x="835" y="12413"/>
                    <a:pt x="835" y="12413"/>
                    <a:pt x="835" y="12413"/>
                  </a:cubicBezTo>
                  <a:cubicBezTo>
                    <a:pt x="835" y="12662"/>
                    <a:pt x="835" y="12662"/>
                    <a:pt x="835" y="12662"/>
                  </a:cubicBezTo>
                  <a:cubicBezTo>
                    <a:pt x="716" y="12786"/>
                    <a:pt x="716" y="12786"/>
                    <a:pt x="716" y="12786"/>
                  </a:cubicBezTo>
                  <a:cubicBezTo>
                    <a:pt x="716" y="12786"/>
                    <a:pt x="716" y="12786"/>
                    <a:pt x="716" y="12786"/>
                  </a:cubicBezTo>
                  <a:cubicBezTo>
                    <a:pt x="716" y="12910"/>
                    <a:pt x="716" y="12910"/>
                    <a:pt x="716" y="12910"/>
                  </a:cubicBezTo>
                  <a:cubicBezTo>
                    <a:pt x="596" y="13034"/>
                    <a:pt x="596" y="13034"/>
                    <a:pt x="596" y="13034"/>
                  </a:cubicBezTo>
                  <a:cubicBezTo>
                    <a:pt x="716" y="13158"/>
                    <a:pt x="716" y="13158"/>
                    <a:pt x="716" y="13158"/>
                  </a:cubicBezTo>
                  <a:cubicBezTo>
                    <a:pt x="477" y="13282"/>
                    <a:pt x="477" y="13282"/>
                    <a:pt x="477" y="13282"/>
                  </a:cubicBezTo>
                  <a:cubicBezTo>
                    <a:pt x="358" y="13158"/>
                    <a:pt x="358" y="13158"/>
                    <a:pt x="358" y="13158"/>
                  </a:cubicBezTo>
                  <a:cubicBezTo>
                    <a:pt x="238" y="13406"/>
                    <a:pt x="238" y="13406"/>
                    <a:pt x="238" y="13406"/>
                  </a:cubicBezTo>
                  <a:lnTo>
                    <a:pt x="238" y="136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3" name="AutoShape 151"/>
            <p:cNvSpPr>
              <a:spLocks/>
            </p:cNvSpPr>
            <p:nvPr/>
          </p:nvSpPr>
          <p:spPr bwMode="auto">
            <a:xfrm>
              <a:off x="310180" y="2552228"/>
              <a:ext cx="584107" cy="318050"/>
            </a:xfrm>
            <a:custGeom>
              <a:avLst/>
              <a:gdLst>
                <a:gd name="T0" fmla="*/ 292054 w 21600"/>
                <a:gd name="T1" fmla="*/ 159025 h 21600"/>
                <a:gd name="T2" fmla="*/ 292054 w 21600"/>
                <a:gd name="T3" fmla="*/ 159025 h 21600"/>
                <a:gd name="T4" fmla="*/ 292054 w 21600"/>
                <a:gd name="T5" fmla="*/ 159025 h 21600"/>
                <a:gd name="T6" fmla="*/ 292054 w 21600"/>
                <a:gd name="T7" fmla="*/ 1590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746" y="21599"/>
                  </a:moveTo>
                  <a:lnTo>
                    <a:pt x="7746" y="20799"/>
                  </a:lnTo>
                  <a:lnTo>
                    <a:pt x="7746" y="21599"/>
                  </a:lnTo>
                  <a:close/>
                  <a:moveTo>
                    <a:pt x="6703" y="18666"/>
                  </a:moveTo>
                  <a:lnTo>
                    <a:pt x="7299" y="17599"/>
                  </a:lnTo>
                  <a:lnTo>
                    <a:pt x="7299" y="18666"/>
                  </a:lnTo>
                  <a:lnTo>
                    <a:pt x="7746" y="19733"/>
                  </a:lnTo>
                  <a:lnTo>
                    <a:pt x="8937" y="19733"/>
                  </a:lnTo>
                  <a:lnTo>
                    <a:pt x="9384" y="20799"/>
                  </a:lnTo>
                  <a:lnTo>
                    <a:pt x="11619" y="20799"/>
                  </a:lnTo>
                  <a:lnTo>
                    <a:pt x="11619" y="19733"/>
                  </a:lnTo>
                  <a:lnTo>
                    <a:pt x="12215" y="20799"/>
                  </a:lnTo>
                  <a:lnTo>
                    <a:pt x="12811" y="19733"/>
                  </a:lnTo>
                  <a:lnTo>
                    <a:pt x="12811" y="18666"/>
                  </a:lnTo>
                  <a:lnTo>
                    <a:pt x="13853" y="18666"/>
                  </a:lnTo>
                  <a:lnTo>
                    <a:pt x="14449" y="17599"/>
                  </a:lnTo>
                  <a:lnTo>
                    <a:pt x="15492" y="17599"/>
                  </a:lnTo>
                  <a:lnTo>
                    <a:pt x="16684" y="16800"/>
                  </a:lnTo>
                  <a:lnTo>
                    <a:pt x="17131" y="15733"/>
                  </a:lnTo>
                  <a:lnTo>
                    <a:pt x="18322" y="14666"/>
                  </a:lnTo>
                  <a:lnTo>
                    <a:pt x="18322" y="13866"/>
                  </a:lnTo>
                  <a:lnTo>
                    <a:pt x="18769" y="13866"/>
                  </a:lnTo>
                  <a:lnTo>
                    <a:pt x="18769" y="14666"/>
                  </a:lnTo>
                  <a:lnTo>
                    <a:pt x="19365" y="14666"/>
                  </a:lnTo>
                  <a:lnTo>
                    <a:pt x="19961" y="13866"/>
                  </a:lnTo>
                  <a:lnTo>
                    <a:pt x="19365" y="13866"/>
                  </a:lnTo>
                  <a:lnTo>
                    <a:pt x="19365" y="12800"/>
                  </a:lnTo>
                  <a:lnTo>
                    <a:pt x="19961" y="12800"/>
                  </a:lnTo>
                  <a:lnTo>
                    <a:pt x="19961" y="11733"/>
                  </a:lnTo>
                  <a:lnTo>
                    <a:pt x="20408" y="11733"/>
                  </a:lnTo>
                  <a:lnTo>
                    <a:pt x="20408" y="12800"/>
                  </a:lnTo>
                  <a:lnTo>
                    <a:pt x="21004" y="12800"/>
                  </a:lnTo>
                  <a:lnTo>
                    <a:pt x="21004" y="10666"/>
                  </a:lnTo>
                  <a:lnTo>
                    <a:pt x="20408" y="9866"/>
                  </a:lnTo>
                  <a:lnTo>
                    <a:pt x="20408" y="7733"/>
                  </a:lnTo>
                  <a:lnTo>
                    <a:pt x="21599" y="7733"/>
                  </a:lnTo>
                  <a:lnTo>
                    <a:pt x="21599" y="6933"/>
                  </a:lnTo>
                  <a:lnTo>
                    <a:pt x="19961" y="6933"/>
                  </a:lnTo>
                  <a:lnTo>
                    <a:pt x="20408" y="5866"/>
                  </a:lnTo>
                  <a:lnTo>
                    <a:pt x="19365" y="5866"/>
                  </a:lnTo>
                  <a:lnTo>
                    <a:pt x="19365" y="4799"/>
                  </a:lnTo>
                  <a:lnTo>
                    <a:pt x="19961" y="4799"/>
                  </a:lnTo>
                  <a:lnTo>
                    <a:pt x="19961" y="2933"/>
                  </a:lnTo>
                  <a:lnTo>
                    <a:pt x="18769" y="2933"/>
                  </a:lnTo>
                  <a:lnTo>
                    <a:pt x="18769" y="1866"/>
                  </a:lnTo>
                  <a:lnTo>
                    <a:pt x="19365" y="1866"/>
                  </a:lnTo>
                  <a:lnTo>
                    <a:pt x="19365" y="800"/>
                  </a:lnTo>
                  <a:lnTo>
                    <a:pt x="19961" y="800"/>
                  </a:lnTo>
                  <a:lnTo>
                    <a:pt x="19365" y="800"/>
                  </a:lnTo>
                  <a:lnTo>
                    <a:pt x="18322" y="1866"/>
                  </a:lnTo>
                  <a:lnTo>
                    <a:pt x="18322" y="2933"/>
                  </a:lnTo>
                  <a:lnTo>
                    <a:pt x="17726" y="2933"/>
                  </a:lnTo>
                  <a:lnTo>
                    <a:pt x="17726" y="0"/>
                  </a:lnTo>
                  <a:lnTo>
                    <a:pt x="17131" y="0"/>
                  </a:lnTo>
                  <a:lnTo>
                    <a:pt x="16684" y="800"/>
                  </a:lnTo>
                  <a:lnTo>
                    <a:pt x="16684" y="0"/>
                  </a:lnTo>
                  <a:lnTo>
                    <a:pt x="16088" y="800"/>
                  </a:lnTo>
                  <a:lnTo>
                    <a:pt x="16088" y="1866"/>
                  </a:lnTo>
                  <a:lnTo>
                    <a:pt x="15492" y="1866"/>
                  </a:lnTo>
                  <a:lnTo>
                    <a:pt x="14896" y="2933"/>
                  </a:lnTo>
                  <a:lnTo>
                    <a:pt x="14896" y="1866"/>
                  </a:lnTo>
                  <a:lnTo>
                    <a:pt x="14449" y="2933"/>
                  </a:lnTo>
                  <a:lnTo>
                    <a:pt x="14449" y="3733"/>
                  </a:lnTo>
                  <a:lnTo>
                    <a:pt x="13853" y="3733"/>
                  </a:lnTo>
                  <a:lnTo>
                    <a:pt x="13257" y="1866"/>
                  </a:lnTo>
                  <a:lnTo>
                    <a:pt x="12811" y="1866"/>
                  </a:lnTo>
                  <a:lnTo>
                    <a:pt x="12215" y="3733"/>
                  </a:lnTo>
                  <a:lnTo>
                    <a:pt x="12811" y="4799"/>
                  </a:lnTo>
                  <a:lnTo>
                    <a:pt x="12215" y="6933"/>
                  </a:lnTo>
                  <a:lnTo>
                    <a:pt x="12811" y="4799"/>
                  </a:lnTo>
                  <a:lnTo>
                    <a:pt x="12215" y="3733"/>
                  </a:lnTo>
                  <a:lnTo>
                    <a:pt x="12215" y="2933"/>
                  </a:lnTo>
                  <a:lnTo>
                    <a:pt x="11619" y="2933"/>
                  </a:lnTo>
                  <a:lnTo>
                    <a:pt x="11619" y="1866"/>
                  </a:lnTo>
                  <a:lnTo>
                    <a:pt x="10576" y="2933"/>
                  </a:lnTo>
                  <a:lnTo>
                    <a:pt x="10576" y="3733"/>
                  </a:lnTo>
                  <a:lnTo>
                    <a:pt x="9980" y="4799"/>
                  </a:lnTo>
                  <a:lnTo>
                    <a:pt x="9384" y="4799"/>
                  </a:lnTo>
                  <a:lnTo>
                    <a:pt x="9384" y="1866"/>
                  </a:lnTo>
                  <a:lnTo>
                    <a:pt x="8937" y="1866"/>
                  </a:lnTo>
                  <a:lnTo>
                    <a:pt x="8342" y="2933"/>
                  </a:lnTo>
                  <a:lnTo>
                    <a:pt x="8342" y="4799"/>
                  </a:lnTo>
                  <a:lnTo>
                    <a:pt x="8937" y="4799"/>
                  </a:lnTo>
                  <a:lnTo>
                    <a:pt x="8342" y="5866"/>
                  </a:lnTo>
                  <a:lnTo>
                    <a:pt x="8342" y="6933"/>
                  </a:lnTo>
                  <a:lnTo>
                    <a:pt x="7746" y="6933"/>
                  </a:lnTo>
                  <a:lnTo>
                    <a:pt x="7746" y="5866"/>
                  </a:lnTo>
                  <a:lnTo>
                    <a:pt x="7299" y="6933"/>
                  </a:lnTo>
                  <a:lnTo>
                    <a:pt x="6703" y="7733"/>
                  </a:lnTo>
                  <a:lnTo>
                    <a:pt x="6703" y="8799"/>
                  </a:lnTo>
                  <a:lnTo>
                    <a:pt x="6703" y="7733"/>
                  </a:lnTo>
                  <a:lnTo>
                    <a:pt x="6107" y="7733"/>
                  </a:lnTo>
                  <a:lnTo>
                    <a:pt x="6107" y="6933"/>
                  </a:lnTo>
                  <a:lnTo>
                    <a:pt x="6703" y="5866"/>
                  </a:lnTo>
                  <a:lnTo>
                    <a:pt x="6107" y="5866"/>
                  </a:lnTo>
                  <a:lnTo>
                    <a:pt x="6107" y="4799"/>
                  </a:lnTo>
                  <a:lnTo>
                    <a:pt x="6703" y="3733"/>
                  </a:lnTo>
                  <a:lnTo>
                    <a:pt x="6107" y="2933"/>
                  </a:lnTo>
                  <a:lnTo>
                    <a:pt x="6703" y="2933"/>
                  </a:lnTo>
                  <a:lnTo>
                    <a:pt x="6107" y="1866"/>
                  </a:lnTo>
                  <a:lnTo>
                    <a:pt x="5511" y="1866"/>
                  </a:lnTo>
                  <a:lnTo>
                    <a:pt x="5064" y="800"/>
                  </a:lnTo>
                  <a:lnTo>
                    <a:pt x="5064" y="0"/>
                  </a:lnTo>
                  <a:lnTo>
                    <a:pt x="3426" y="0"/>
                  </a:lnTo>
                  <a:lnTo>
                    <a:pt x="3426" y="800"/>
                  </a:lnTo>
                  <a:lnTo>
                    <a:pt x="3873" y="0"/>
                  </a:lnTo>
                  <a:lnTo>
                    <a:pt x="4468" y="800"/>
                  </a:lnTo>
                  <a:lnTo>
                    <a:pt x="3873" y="800"/>
                  </a:lnTo>
                  <a:lnTo>
                    <a:pt x="5064" y="2933"/>
                  </a:lnTo>
                  <a:lnTo>
                    <a:pt x="4468" y="2933"/>
                  </a:lnTo>
                  <a:lnTo>
                    <a:pt x="4468" y="3733"/>
                  </a:lnTo>
                  <a:lnTo>
                    <a:pt x="4468" y="2933"/>
                  </a:lnTo>
                  <a:lnTo>
                    <a:pt x="3873" y="1866"/>
                  </a:lnTo>
                  <a:lnTo>
                    <a:pt x="3426" y="2933"/>
                  </a:lnTo>
                  <a:lnTo>
                    <a:pt x="3426" y="1866"/>
                  </a:lnTo>
                  <a:lnTo>
                    <a:pt x="2830" y="1866"/>
                  </a:lnTo>
                  <a:lnTo>
                    <a:pt x="2830" y="800"/>
                  </a:lnTo>
                  <a:lnTo>
                    <a:pt x="2234" y="1866"/>
                  </a:lnTo>
                  <a:lnTo>
                    <a:pt x="2830" y="1866"/>
                  </a:lnTo>
                  <a:lnTo>
                    <a:pt x="2234" y="2933"/>
                  </a:lnTo>
                  <a:lnTo>
                    <a:pt x="2234" y="1866"/>
                  </a:lnTo>
                  <a:lnTo>
                    <a:pt x="1787" y="1866"/>
                  </a:lnTo>
                  <a:lnTo>
                    <a:pt x="1787" y="2933"/>
                  </a:lnTo>
                  <a:lnTo>
                    <a:pt x="2234" y="2933"/>
                  </a:lnTo>
                  <a:lnTo>
                    <a:pt x="2234" y="3733"/>
                  </a:lnTo>
                  <a:lnTo>
                    <a:pt x="1787" y="2933"/>
                  </a:lnTo>
                  <a:lnTo>
                    <a:pt x="1787" y="3733"/>
                  </a:lnTo>
                  <a:lnTo>
                    <a:pt x="2234" y="3733"/>
                  </a:lnTo>
                  <a:lnTo>
                    <a:pt x="2234" y="4799"/>
                  </a:lnTo>
                  <a:lnTo>
                    <a:pt x="1787" y="4799"/>
                  </a:lnTo>
                  <a:lnTo>
                    <a:pt x="1191" y="3733"/>
                  </a:lnTo>
                  <a:lnTo>
                    <a:pt x="595" y="4799"/>
                  </a:lnTo>
                  <a:lnTo>
                    <a:pt x="1191" y="4799"/>
                  </a:lnTo>
                  <a:lnTo>
                    <a:pt x="1191" y="5866"/>
                  </a:lnTo>
                  <a:lnTo>
                    <a:pt x="595" y="4799"/>
                  </a:lnTo>
                  <a:lnTo>
                    <a:pt x="0" y="5866"/>
                  </a:lnTo>
                  <a:lnTo>
                    <a:pt x="595" y="5866"/>
                  </a:lnTo>
                  <a:lnTo>
                    <a:pt x="1191" y="6933"/>
                  </a:lnTo>
                  <a:lnTo>
                    <a:pt x="1787" y="6933"/>
                  </a:lnTo>
                  <a:lnTo>
                    <a:pt x="1787" y="5866"/>
                  </a:lnTo>
                  <a:lnTo>
                    <a:pt x="2234" y="5866"/>
                  </a:lnTo>
                  <a:lnTo>
                    <a:pt x="2830" y="4799"/>
                  </a:lnTo>
                  <a:lnTo>
                    <a:pt x="2830" y="5866"/>
                  </a:lnTo>
                  <a:lnTo>
                    <a:pt x="3426" y="5866"/>
                  </a:lnTo>
                  <a:lnTo>
                    <a:pt x="3426" y="6933"/>
                  </a:lnTo>
                  <a:lnTo>
                    <a:pt x="3873" y="6933"/>
                  </a:lnTo>
                  <a:lnTo>
                    <a:pt x="3873" y="5866"/>
                  </a:lnTo>
                  <a:lnTo>
                    <a:pt x="5064" y="5866"/>
                  </a:lnTo>
                  <a:lnTo>
                    <a:pt x="4468" y="6933"/>
                  </a:lnTo>
                  <a:lnTo>
                    <a:pt x="5064" y="6933"/>
                  </a:lnTo>
                  <a:lnTo>
                    <a:pt x="5064" y="7733"/>
                  </a:lnTo>
                  <a:lnTo>
                    <a:pt x="3873" y="7733"/>
                  </a:lnTo>
                  <a:lnTo>
                    <a:pt x="3873" y="8799"/>
                  </a:lnTo>
                  <a:lnTo>
                    <a:pt x="5064" y="8799"/>
                  </a:lnTo>
                  <a:lnTo>
                    <a:pt x="5064" y="7733"/>
                  </a:lnTo>
                  <a:lnTo>
                    <a:pt x="5511" y="7733"/>
                  </a:lnTo>
                  <a:lnTo>
                    <a:pt x="5511" y="8799"/>
                  </a:lnTo>
                  <a:lnTo>
                    <a:pt x="5064" y="8799"/>
                  </a:lnTo>
                  <a:lnTo>
                    <a:pt x="4468" y="9866"/>
                  </a:lnTo>
                  <a:lnTo>
                    <a:pt x="3873" y="8799"/>
                  </a:lnTo>
                  <a:lnTo>
                    <a:pt x="3873" y="9866"/>
                  </a:lnTo>
                  <a:lnTo>
                    <a:pt x="3426" y="9866"/>
                  </a:lnTo>
                  <a:lnTo>
                    <a:pt x="3426" y="8799"/>
                  </a:lnTo>
                  <a:lnTo>
                    <a:pt x="2830" y="8799"/>
                  </a:lnTo>
                  <a:lnTo>
                    <a:pt x="2830" y="9866"/>
                  </a:lnTo>
                  <a:lnTo>
                    <a:pt x="595" y="9866"/>
                  </a:lnTo>
                  <a:lnTo>
                    <a:pt x="595" y="10666"/>
                  </a:lnTo>
                  <a:lnTo>
                    <a:pt x="1191" y="10666"/>
                  </a:lnTo>
                  <a:lnTo>
                    <a:pt x="1787" y="11733"/>
                  </a:lnTo>
                  <a:lnTo>
                    <a:pt x="1787" y="10666"/>
                  </a:lnTo>
                  <a:lnTo>
                    <a:pt x="2234" y="11733"/>
                  </a:lnTo>
                  <a:lnTo>
                    <a:pt x="3426" y="11733"/>
                  </a:lnTo>
                  <a:lnTo>
                    <a:pt x="3426" y="12800"/>
                  </a:lnTo>
                  <a:lnTo>
                    <a:pt x="3873" y="12800"/>
                  </a:lnTo>
                  <a:lnTo>
                    <a:pt x="3873" y="13866"/>
                  </a:lnTo>
                  <a:lnTo>
                    <a:pt x="4468" y="13866"/>
                  </a:lnTo>
                  <a:lnTo>
                    <a:pt x="5064" y="12800"/>
                  </a:lnTo>
                  <a:lnTo>
                    <a:pt x="4468" y="13866"/>
                  </a:lnTo>
                  <a:lnTo>
                    <a:pt x="4468" y="14666"/>
                  </a:lnTo>
                  <a:lnTo>
                    <a:pt x="5064" y="13866"/>
                  </a:lnTo>
                  <a:lnTo>
                    <a:pt x="5511" y="13866"/>
                  </a:lnTo>
                  <a:lnTo>
                    <a:pt x="6107" y="14666"/>
                  </a:lnTo>
                  <a:lnTo>
                    <a:pt x="4468" y="14666"/>
                  </a:lnTo>
                  <a:lnTo>
                    <a:pt x="4468" y="15733"/>
                  </a:lnTo>
                  <a:lnTo>
                    <a:pt x="3873" y="15733"/>
                  </a:lnTo>
                  <a:lnTo>
                    <a:pt x="3426" y="16800"/>
                  </a:lnTo>
                  <a:lnTo>
                    <a:pt x="3426" y="15733"/>
                  </a:lnTo>
                  <a:lnTo>
                    <a:pt x="2830" y="15733"/>
                  </a:lnTo>
                  <a:lnTo>
                    <a:pt x="2830" y="18666"/>
                  </a:lnTo>
                  <a:lnTo>
                    <a:pt x="3426" y="18666"/>
                  </a:lnTo>
                  <a:lnTo>
                    <a:pt x="3426" y="17599"/>
                  </a:lnTo>
                  <a:lnTo>
                    <a:pt x="3873" y="18666"/>
                  </a:lnTo>
                  <a:lnTo>
                    <a:pt x="4468" y="18666"/>
                  </a:lnTo>
                  <a:lnTo>
                    <a:pt x="5511" y="17599"/>
                  </a:lnTo>
                  <a:lnTo>
                    <a:pt x="6107" y="17599"/>
                  </a:lnTo>
                  <a:lnTo>
                    <a:pt x="6107" y="18666"/>
                  </a:lnTo>
                  <a:lnTo>
                    <a:pt x="6703" y="1866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4" name="AutoShape 15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5" name="AutoShape 15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6" name="AutoShape 15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7" name="AutoShape 15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8" name="AutoShape 15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9" name="AutoShape 15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0" name="AutoShape 15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1" name="AutoShape 15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2" name="AutoShape 16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3" name="AutoShape 16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4" name="AutoShape 16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5" name="AutoShape 16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6" name="AutoShape 16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7" name="AutoShape 16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8" name="AutoShape 16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9" name="AutoShape 16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0" name="AutoShape 16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1" name="AutoShape 16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2" name="AutoShape 17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3" name="AutoShape 17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4" name="AutoShape 17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5" name="AutoShape 17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6" name="AutoShape 17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7" name="AutoShape 17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8" name="AutoShape 17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9" name="AutoShape 17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0" name="AutoShape 17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1" name="AutoShape 17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2" name="AutoShape 18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3" name="AutoShape 18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4" name="AutoShape 18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5" name="AutoShape 18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6" name="AutoShape 18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7" name="AutoShape 18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8" name="AutoShape 18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9" name="AutoShape 18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0" name="AutoShape 18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1" name="AutoShape 18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2" name="AutoShape 19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3" name="AutoShape 19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4" name="AutoShape 19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5" name="AutoShape 19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6" name="AutoShape 19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7" name="AutoShape 19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8" name="AutoShape 19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9" name="AutoShape 19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0" name="AutoShape 19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1" name="AutoShape 19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2" name="AutoShape 20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3" name="AutoShape 20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4" name="AutoShape 20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5" name="AutoShape 20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6" name="AutoShape 20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7" name="AutoShape 20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8" name="AutoShape 20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9" name="AutoShape 20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0" name="AutoShape 20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1" name="AutoShape 20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2" name="AutoShape 21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3" name="AutoShape 21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4" name="AutoShape 21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5" name="AutoShape 21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6" name="AutoShape 21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7" name="AutoShape 21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8648" name="AutoShape 216"/>
          <p:cNvSpPr>
            <a:spLocks/>
          </p:cNvSpPr>
          <p:nvPr/>
        </p:nvSpPr>
        <p:spPr bwMode="auto">
          <a:xfrm>
            <a:off x="13331825" y="3927475"/>
            <a:ext cx="2362200" cy="2362200"/>
          </a:xfrm>
          <a:custGeom>
            <a:avLst/>
            <a:gdLst>
              <a:gd name="T0" fmla="*/ 1181040 w 19679"/>
              <a:gd name="T1" fmla="*/ 1296395 h 19679"/>
              <a:gd name="T2" fmla="*/ 1181040 w 19679"/>
              <a:gd name="T3" fmla="*/ 1296395 h 19679"/>
              <a:gd name="T4" fmla="*/ 1181040 w 19679"/>
              <a:gd name="T5" fmla="*/ 1296395 h 19679"/>
              <a:gd name="T6" fmla="*/ 1181040 w 19679"/>
              <a:gd name="T7" fmla="*/ 129639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49" name="AutoShape 217"/>
          <p:cNvSpPr>
            <a:spLocks/>
          </p:cNvSpPr>
          <p:nvPr/>
        </p:nvSpPr>
        <p:spPr bwMode="auto">
          <a:xfrm>
            <a:off x="13119100" y="4552950"/>
            <a:ext cx="24003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6400" b="1">
                <a:solidFill>
                  <a:srgbClr val="FFFFFF"/>
                </a:solidFill>
                <a:latin typeface="Lato" charset="0"/>
                <a:ea typeface="ＭＳ Ｐゴシック" charset="0"/>
                <a:cs typeface="Lato" charset="0"/>
                <a:sym typeface="Lato" charset="0"/>
              </a:rPr>
              <a:t>60</a:t>
            </a:r>
            <a:endParaRPr lang="es-ES">
              <a:ea typeface="ＭＳ Ｐゴシック" charset="0"/>
            </a:endParaRPr>
          </a:p>
        </p:txBody>
      </p:sp>
      <p:sp>
        <p:nvSpPr>
          <p:cNvPr id="18650" name="AutoShape 218"/>
          <p:cNvSpPr>
            <a:spLocks/>
          </p:cNvSpPr>
          <p:nvPr/>
        </p:nvSpPr>
        <p:spPr bwMode="auto">
          <a:xfrm>
            <a:off x="14859000" y="47307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51" name="AutoShape 219"/>
          <p:cNvSpPr>
            <a:spLocks/>
          </p:cNvSpPr>
          <p:nvPr/>
        </p:nvSpPr>
        <p:spPr bwMode="auto">
          <a:xfrm>
            <a:off x="7558088" y="6057900"/>
            <a:ext cx="965200" cy="965200"/>
          </a:xfrm>
          <a:custGeom>
            <a:avLst/>
            <a:gdLst>
              <a:gd name="T0" fmla="*/ 482575 w 19679"/>
              <a:gd name="T1" fmla="*/ 529710 h 19679"/>
              <a:gd name="T2" fmla="*/ 482575 w 19679"/>
              <a:gd name="T3" fmla="*/ 529710 h 19679"/>
              <a:gd name="T4" fmla="*/ 482575 w 19679"/>
              <a:gd name="T5" fmla="*/ 529710 h 19679"/>
              <a:gd name="T6" fmla="*/ 482575 w 19679"/>
              <a:gd name="T7" fmla="*/ 5297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52" name="AutoShape 220"/>
          <p:cNvSpPr>
            <a:spLocks/>
          </p:cNvSpPr>
          <p:nvPr/>
        </p:nvSpPr>
        <p:spPr bwMode="auto">
          <a:xfrm>
            <a:off x="6718300" y="6316663"/>
            <a:ext cx="2400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800" b="1">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18653" name="AutoShape 221"/>
          <p:cNvSpPr>
            <a:spLocks/>
          </p:cNvSpPr>
          <p:nvPr/>
        </p:nvSpPr>
        <p:spPr bwMode="auto">
          <a:xfrm>
            <a:off x="8166100" y="6291263"/>
            <a:ext cx="1638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8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54" name="AutoShape 222"/>
          <p:cNvSpPr>
            <a:spLocks/>
          </p:cNvSpPr>
          <p:nvPr/>
        </p:nvSpPr>
        <p:spPr bwMode="auto">
          <a:xfrm>
            <a:off x="15671800" y="10629900"/>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55" name="AutoShape 223"/>
          <p:cNvSpPr>
            <a:spLocks/>
          </p:cNvSpPr>
          <p:nvPr/>
        </p:nvSpPr>
        <p:spPr bwMode="auto">
          <a:xfrm>
            <a:off x="15113000" y="110299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50</a:t>
            </a:r>
            <a:endParaRPr lang="es-ES">
              <a:ea typeface="ＭＳ Ｐゴシック" charset="0"/>
            </a:endParaRPr>
          </a:p>
        </p:txBody>
      </p:sp>
      <p:sp>
        <p:nvSpPr>
          <p:cNvPr id="18656" name="AutoShape 224"/>
          <p:cNvSpPr>
            <a:spLocks/>
          </p:cNvSpPr>
          <p:nvPr/>
        </p:nvSpPr>
        <p:spPr bwMode="auto">
          <a:xfrm>
            <a:off x="16675100" y="110807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57" name="AutoShape 225"/>
          <p:cNvSpPr>
            <a:spLocks/>
          </p:cNvSpPr>
          <p:nvPr/>
        </p:nvSpPr>
        <p:spPr bwMode="auto">
          <a:xfrm>
            <a:off x="8458200" y="5345113"/>
            <a:ext cx="3162300" cy="3162300"/>
          </a:xfrm>
          <a:custGeom>
            <a:avLst/>
            <a:gdLst>
              <a:gd name="T0" fmla="*/ 1581070 w 19679"/>
              <a:gd name="T1" fmla="*/ 1735497 h 19679"/>
              <a:gd name="T2" fmla="*/ 1581070 w 19679"/>
              <a:gd name="T3" fmla="*/ 1735497 h 19679"/>
              <a:gd name="T4" fmla="*/ 1581070 w 19679"/>
              <a:gd name="T5" fmla="*/ 1735497 h 19679"/>
              <a:gd name="T6" fmla="*/ 1581070 w 19679"/>
              <a:gd name="T7" fmla="*/ 173549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58" name="AutoShape 226"/>
          <p:cNvSpPr>
            <a:spLocks/>
          </p:cNvSpPr>
          <p:nvPr/>
        </p:nvSpPr>
        <p:spPr bwMode="auto">
          <a:xfrm>
            <a:off x="8661400" y="6356350"/>
            <a:ext cx="24003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6400" b="1">
                <a:solidFill>
                  <a:srgbClr val="FFFFFF"/>
                </a:solidFill>
                <a:latin typeface="Lato" charset="0"/>
                <a:ea typeface="ＭＳ Ｐゴシック" charset="0"/>
                <a:cs typeface="Lato" charset="0"/>
                <a:sym typeface="Lato" charset="0"/>
              </a:rPr>
              <a:t>70</a:t>
            </a:r>
            <a:endParaRPr lang="es-ES">
              <a:ea typeface="ＭＳ Ｐゴシック" charset="0"/>
            </a:endParaRPr>
          </a:p>
        </p:txBody>
      </p:sp>
      <p:sp>
        <p:nvSpPr>
          <p:cNvPr id="18659" name="AutoShape 227"/>
          <p:cNvSpPr>
            <a:spLocks/>
          </p:cNvSpPr>
          <p:nvPr/>
        </p:nvSpPr>
        <p:spPr bwMode="auto">
          <a:xfrm>
            <a:off x="10363200" y="65849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0" name="AutoShape 228"/>
          <p:cNvSpPr>
            <a:spLocks/>
          </p:cNvSpPr>
          <p:nvPr/>
        </p:nvSpPr>
        <p:spPr bwMode="auto">
          <a:xfrm>
            <a:off x="5740400" y="7734300"/>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61" name="AutoShape 229"/>
          <p:cNvSpPr>
            <a:spLocks/>
          </p:cNvSpPr>
          <p:nvPr/>
        </p:nvSpPr>
        <p:spPr bwMode="auto">
          <a:xfrm>
            <a:off x="5054600" y="8183563"/>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55</a:t>
            </a:r>
            <a:endParaRPr lang="es-ES">
              <a:ea typeface="ＭＳ Ｐゴシック" charset="0"/>
            </a:endParaRPr>
          </a:p>
        </p:txBody>
      </p:sp>
      <p:sp>
        <p:nvSpPr>
          <p:cNvPr id="18662" name="AutoShape 230"/>
          <p:cNvSpPr>
            <a:spLocks/>
          </p:cNvSpPr>
          <p:nvPr/>
        </p:nvSpPr>
        <p:spPr bwMode="auto">
          <a:xfrm>
            <a:off x="6642100" y="8183563"/>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3" name="AutoShape 231"/>
          <p:cNvSpPr>
            <a:spLocks/>
          </p:cNvSpPr>
          <p:nvPr/>
        </p:nvSpPr>
        <p:spPr bwMode="auto">
          <a:xfrm>
            <a:off x="13704888" y="9525000"/>
            <a:ext cx="965200" cy="965200"/>
          </a:xfrm>
          <a:custGeom>
            <a:avLst/>
            <a:gdLst>
              <a:gd name="T0" fmla="*/ 482575 w 19679"/>
              <a:gd name="T1" fmla="*/ 529710 h 19679"/>
              <a:gd name="T2" fmla="*/ 482575 w 19679"/>
              <a:gd name="T3" fmla="*/ 529710 h 19679"/>
              <a:gd name="T4" fmla="*/ 482575 w 19679"/>
              <a:gd name="T5" fmla="*/ 529710 h 19679"/>
              <a:gd name="T6" fmla="*/ 482575 w 19679"/>
              <a:gd name="T7" fmla="*/ 5297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64" name="AutoShape 232"/>
          <p:cNvSpPr>
            <a:spLocks/>
          </p:cNvSpPr>
          <p:nvPr/>
        </p:nvSpPr>
        <p:spPr bwMode="auto">
          <a:xfrm>
            <a:off x="12865100" y="9783763"/>
            <a:ext cx="2400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800" b="1">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18665" name="AutoShape 233"/>
          <p:cNvSpPr>
            <a:spLocks/>
          </p:cNvSpPr>
          <p:nvPr/>
        </p:nvSpPr>
        <p:spPr bwMode="auto">
          <a:xfrm>
            <a:off x="14312900" y="9758363"/>
            <a:ext cx="1638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8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6" name="AutoShape 234"/>
          <p:cNvSpPr>
            <a:spLocks/>
          </p:cNvSpPr>
          <p:nvPr/>
        </p:nvSpPr>
        <p:spPr bwMode="auto">
          <a:xfrm>
            <a:off x="13765213" y="6919913"/>
            <a:ext cx="1270000" cy="1270000"/>
          </a:xfrm>
          <a:custGeom>
            <a:avLst/>
            <a:gdLst>
              <a:gd name="T0" fmla="*/ 634968 w 19679"/>
              <a:gd name="T1" fmla="*/ 696987 h 19679"/>
              <a:gd name="T2" fmla="*/ 634968 w 19679"/>
              <a:gd name="T3" fmla="*/ 696987 h 19679"/>
              <a:gd name="T4" fmla="*/ 634968 w 19679"/>
              <a:gd name="T5" fmla="*/ 696987 h 19679"/>
              <a:gd name="T6" fmla="*/ 634968 w 19679"/>
              <a:gd name="T7" fmla="*/ 69698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67" name="AutoShape 235"/>
          <p:cNvSpPr>
            <a:spLocks/>
          </p:cNvSpPr>
          <p:nvPr/>
        </p:nvSpPr>
        <p:spPr bwMode="auto">
          <a:xfrm>
            <a:off x="13068300" y="7256463"/>
            <a:ext cx="24003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3600" b="1">
                <a:solidFill>
                  <a:srgbClr val="FFFFFF"/>
                </a:solidFill>
                <a:latin typeface="Lato" charset="0"/>
                <a:ea typeface="ＭＳ Ｐゴシック" charset="0"/>
                <a:cs typeface="Lato" charset="0"/>
                <a:sym typeface="Lato" charset="0"/>
              </a:rPr>
              <a:t>35</a:t>
            </a:r>
            <a:endParaRPr lang="es-ES">
              <a:ea typeface="ＭＳ Ｐゴシック" charset="0"/>
            </a:endParaRPr>
          </a:p>
        </p:txBody>
      </p:sp>
      <p:sp>
        <p:nvSpPr>
          <p:cNvPr id="18668" name="AutoShape 236"/>
          <p:cNvSpPr>
            <a:spLocks/>
          </p:cNvSpPr>
          <p:nvPr/>
        </p:nvSpPr>
        <p:spPr bwMode="auto">
          <a:xfrm>
            <a:off x="14579600" y="7319963"/>
            <a:ext cx="1638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8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9" name="AutoShape 237"/>
          <p:cNvSpPr>
            <a:spLocks/>
          </p:cNvSpPr>
          <p:nvPr/>
        </p:nvSpPr>
        <p:spPr bwMode="auto">
          <a:xfrm>
            <a:off x="9220200" y="7708900"/>
            <a:ext cx="2019300" cy="2019300"/>
          </a:xfrm>
          <a:custGeom>
            <a:avLst/>
            <a:gdLst>
              <a:gd name="T0" fmla="*/ 1009599 w 19679"/>
              <a:gd name="T1" fmla="*/ 1108209 h 19679"/>
              <a:gd name="T2" fmla="*/ 1009599 w 19679"/>
              <a:gd name="T3" fmla="*/ 1108209 h 19679"/>
              <a:gd name="T4" fmla="*/ 1009599 w 19679"/>
              <a:gd name="T5" fmla="*/ 1108209 h 19679"/>
              <a:gd name="T6" fmla="*/ 1009599 w 19679"/>
              <a:gd name="T7" fmla="*/ 110820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3"/>
                  <a:pt x="20638" y="12953"/>
                  <a:pt x="16796" y="16796"/>
                </a:cubicBezTo>
                <a:cubicBezTo>
                  <a:pt x="12953" y="20638"/>
                  <a:pt x="6723" y="20638"/>
                  <a:pt x="2881" y="16796"/>
                </a:cubicBezTo>
                <a:cubicBezTo>
                  <a:pt x="-961" y="12953"/>
                  <a:pt x="-961" y="6723"/>
                  <a:pt x="2881" y="2881"/>
                </a:cubicBezTo>
                <a:cubicBezTo>
                  <a:pt x="6723"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70" name="AutoShape 238"/>
          <p:cNvSpPr>
            <a:spLocks/>
          </p:cNvSpPr>
          <p:nvPr/>
        </p:nvSpPr>
        <p:spPr bwMode="auto">
          <a:xfrm>
            <a:off x="8737600" y="8234363"/>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45</a:t>
            </a:r>
            <a:endParaRPr lang="es-ES">
              <a:ea typeface="ＭＳ Ｐゴシック" charset="0"/>
            </a:endParaRPr>
          </a:p>
        </p:txBody>
      </p:sp>
      <p:sp>
        <p:nvSpPr>
          <p:cNvPr id="18671" name="AutoShape 239"/>
          <p:cNvSpPr>
            <a:spLocks/>
          </p:cNvSpPr>
          <p:nvPr/>
        </p:nvSpPr>
        <p:spPr bwMode="auto">
          <a:xfrm>
            <a:off x="10363200" y="8361363"/>
            <a:ext cx="1638300"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4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72" name="AutoShape 240"/>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chemeClr val="bg1">
                    <a:lumMod val="95000"/>
                  </a:schemeClr>
                </a:solidFill>
                <a:latin typeface="Lato" charset="0"/>
                <a:ea typeface="ＭＳ Ｐゴシック" charset="0"/>
                <a:cs typeface="Lato" charset="0"/>
                <a:sym typeface="Lato" charset="0"/>
              </a:rPr>
              <a:t>Continent Comparative Map</a:t>
            </a:r>
            <a:endParaRPr lang="es-ES">
              <a:solidFill>
                <a:schemeClr val="bg1">
                  <a:lumMod val="95000"/>
                </a:schemeClr>
              </a:solidFill>
              <a:ea typeface="ＭＳ Ｐゴシック" charset="0"/>
            </a:endParaRPr>
          </a:p>
        </p:txBody>
      </p:sp>
      <p:sp>
        <p:nvSpPr>
          <p:cNvPr id="18673" name="AutoShape 241"/>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8674" name="AutoShape 242"/>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64290C68-12A9-4262-BE1E-89FE19330A7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16</a:t>
            </a:fld>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8672"/>
                                        </p:tgtEl>
                                        <p:attrNameLst>
                                          <p:attrName>style.visibility</p:attrName>
                                        </p:attrNameLst>
                                      </p:cBhvr>
                                      <p:to>
                                        <p:strVal val="visible"/>
                                      </p:to>
                                    </p:set>
                                    <p:anim calcmode="lin" valueType="num">
                                      <p:cBhvr additive="base">
                                        <p:cTn id="7" dur="500" fill="hold"/>
                                        <p:tgtEl>
                                          <p:spTgt spid="18672"/>
                                        </p:tgtEl>
                                        <p:attrNameLst>
                                          <p:attrName>ppt_x</p:attrName>
                                        </p:attrNameLst>
                                      </p:cBhvr>
                                      <p:tavLst>
                                        <p:tav tm="0">
                                          <p:val>
                                            <p:strVal val="1+#ppt_w/2"/>
                                          </p:val>
                                        </p:tav>
                                        <p:tav tm="100000">
                                          <p:val>
                                            <p:strVal val="#ppt_x"/>
                                          </p:val>
                                        </p:tav>
                                      </p:tavLst>
                                    </p:anim>
                                    <p:anim calcmode="lin" valueType="num">
                                      <p:cBhvr additive="base">
                                        <p:cTn id="8" dur="500" fill="hold"/>
                                        <p:tgtEl>
                                          <p:spTgt spid="1867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8673"/>
                                        </p:tgtEl>
                                        <p:attrNameLst>
                                          <p:attrName>style.visibility</p:attrName>
                                        </p:attrNameLst>
                                      </p:cBhvr>
                                      <p:to>
                                        <p:strVal val="visible"/>
                                      </p:to>
                                    </p:set>
                                    <p:anim calcmode="lin" valueType="num">
                                      <p:cBhvr additive="base">
                                        <p:cTn id="12" dur="500" fill="hold"/>
                                        <p:tgtEl>
                                          <p:spTgt spid="18673"/>
                                        </p:tgtEl>
                                        <p:attrNameLst>
                                          <p:attrName>ppt_x</p:attrName>
                                        </p:attrNameLst>
                                      </p:cBhvr>
                                      <p:tavLst>
                                        <p:tav tm="0">
                                          <p:val>
                                            <p:strVal val="1+#ppt_w/2"/>
                                          </p:val>
                                        </p:tav>
                                        <p:tav tm="100000">
                                          <p:val>
                                            <p:strVal val="#ppt_x"/>
                                          </p:val>
                                        </p:tav>
                                      </p:tavLst>
                                    </p:anim>
                                    <p:anim calcmode="lin" valueType="num">
                                      <p:cBhvr additive="base">
                                        <p:cTn id="13" dur="500" fill="hold"/>
                                        <p:tgtEl>
                                          <p:spTgt spid="1867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18434"/>
                                        </p:tgtEl>
                                        <p:attrNameLst>
                                          <p:attrName>style.visibility</p:attrName>
                                        </p:attrNameLst>
                                      </p:cBhvr>
                                      <p:to>
                                        <p:strVal val="visible"/>
                                      </p:to>
                                    </p:set>
                                    <p:anim calcmode="lin" valueType="num">
                                      <p:cBhvr additive="base">
                                        <p:cTn id="17" dur="500" fill="hold"/>
                                        <p:tgtEl>
                                          <p:spTgt spid="18434"/>
                                        </p:tgtEl>
                                        <p:attrNameLst>
                                          <p:attrName>ppt_x</p:attrName>
                                        </p:attrNameLst>
                                      </p:cBhvr>
                                      <p:tavLst>
                                        <p:tav tm="0">
                                          <p:val>
                                            <p:strVal val="#ppt_x"/>
                                          </p:val>
                                        </p:tav>
                                        <p:tav tm="100000">
                                          <p:val>
                                            <p:strVal val="#ppt_x"/>
                                          </p:val>
                                        </p:tav>
                                      </p:tavLst>
                                    </p:anim>
                                    <p:anim calcmode="lin" valueType="num">
                                      <p:cBhvr additive="base">
                                        <p:cTn id="18" dur="500" fill="hold"/>
                                        <p:tgtEl>
                                          <p:spTgt spid="18434"/>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600"/>
                                  </p:stCondLst>
                                  <p:childTnLst>
                                    <p:set>
                                      <p:cBhvr>
                                        <p:cTn id="21" dur="1" fill="hold">
                                          <p:stCondLst>
                                            <p:cond delay="0"/>
                                          </p:stCondLst>
                                        </p:cTn>
                                        <p:tgtEl>
                                          <p:spTgt spid="18648"/>
                                        </p:tgtEl>
                                        <p:attrNameLst>
                                          <p:attrName>style.visibility</p:attrName>
                                        </p:attrNameLst>
                                      </p:cBhvr>
                                      <p:to>
                                        <p:strVal val="visible"/>
                                      </p:to>
                                    </p:set>
                                    <p:animEffect transition="in" filter="dissolve">
                                      <p:cBhvr>
                                        <p:cTn id="22" dur="500"/>
                                        <p:tgtEl>
                                          <p:spTgt spid="18648"/>
                                        </p:tgtEl>
                                      </p:cBhvr>
                                    </p:animEffect>
                                  </p:childTnLst>
                                </p:cTn>
                              </p:par>
                            </p:childTnLst>
                          </p:cTn>
                        </p:par>
                        <p:par>
                          <p:cTn id="23" fill="hold" nodeType="afterGroup">
                            <p:stCondLst>
                              <p:cond delay="2600"/>
                            </p:stCondLst>
                            <p:childTnLst>
                              <p:par>
                                <p:cTn id="24" presetID="9" presetClass="entr" presetSubtype="0" fill="hold" grpId="0" nodeType="afterEffect">
                                  <p:stCondLst>
                                    <p:cond delay="100"/>
                                  </p:stCondLst>
                                  <p:childTnLst>
                                    <p:set>
                                      <p:cBhvr>
                                        <p:cTn id="25" dur="1" fill="hold">
                                          <p:stCondLst>
                                            <p:cond delay="0"/>
                                          </p:stCondLst>
                                        </p:cTn>
                                        <p:tgtEl>
                                          <p:spTgt spid="18649"/>
                                        </p:tgtEl>
                                        <p:attrNameLst>
                                          <p:attrName>style.visibility</p:attrName>
                                        </p:attrNameLst>
                                      </p:cBhvr>
                                      <p:to>
                                        <p:strVal val="visible"/>
                                      </p:to>
                                    </p:set>
                                    <p:animEffect transition="in" filter="dissolve">
                                      <p:cBhvr>
                                        <p:cTn id="26" dur="500"/>
                                        <p:tgtEl>
                                          <p:spTgt spid="18649"/>
                                        </p:tgtEl>
                                      </p:cBhvr>
                                    </p:animEffect>
                                  </p:childTnLst>
                                </p:cTn>
                              </p:par>
                            </p:childTnLst>
                          </p:cTn>
                        </p:par>
                        <p:par>
                          <p:cTn id="27" fill="hold" nodeType="afterGroup">
                            <p:stCondLst>
                              <p:cond delay="3200"/>
                            </p:stCondLst>
                            <p:childTnLst>
                              <p:par>
                                <p:cTn id="28" presetID="9" presetClass="entr" presetSubtype="0" fill="hold" grpId="0" nodeType="afterEffect">
                                  <p:stCondLst>
                                    <p:cond delay="100"/>
                                  </p:stCondLst>
                                  <p:childTnLst>
                                    <p:set>
                                      <p:cBhvr>
                                        <p:cTn id="29" dur="1" fill="hold">
                                          <p:stCondLst>
                                            <p:cond delay="0"/>
                                          </p:stCondLst>
                                        </p:cTn>
                                        <p:tgtEl>
                                          <p:spTgt spid="18650"/>
                                        </p:tgtEl>
                                        <p:attrNameLst>
                                          <p:attrName>style.visibility</p:attrName>
                                        </p:attrNameLst>
                                      </p:cBhvr>
                                      <p:to>
                                        <p:strVal val="visible"/>
                                      </p:to>
                                    </p:set>
                                    <p:animEffect transition="in" filter="dissolve">
                                      <p:cBhvr>
                                        <p:cTn id="30" dur="500"/>
                                        <p:tgtEl>
                                          <p:spTgt spid="18650"/>
                                        </p:tgtEl>
                                      </p:cBhvr>
                                    </p:animEffect>
                                  </p:childTnLst>
                                </p:cTn>
                              </p:par>
                            </p:childTnLst>
                          </p:cTn>
                        </p:par>
                        <p:par>
                          <p:cTn id="31" fill="hold" nodeType="afterGroup">
                            <p:stCondLst>
                              <p:cond delay="3800"/>
                            </p:stCondLst>
                            <p:childTnLst>
                              <p:par>
                                <p:cTn id="32" presetID="9" presetClass="entr" presetSubtype="0" fill="hold" nodeType="afterEffect">
                                  <p:stCondLst>
                                    <p:cond delay="100"/>
                                  </p:stCondLst>
                                  <p:childTnLst>
                                    <p:set>
                                      <p:cBhvr>
                                        <p:cTn id="33" dur="1" fill="hold">
                                          <p:stCondLst>
                                            <p:cond delay="0"/>
                                          </p:stCondLst>
                                        </p:cTn>
                                        <p:tgtEl>
                                          <p:spTgt spid="18651"/>
                                        </p:tgtEl>
                                        <p:attrNameLst>
                                          <p:attrName>style.visibility</p:attrName>
                                        </p:attrNameLst>
                                      </p:cBhvr>
                                      <p:to>
                                        <p:strVal val="visible"/>
                                      </p:to>
                                    </p:set>
                                    <p:animEffect transition="in" filter="dissolve">
                                      <p:cBhvr>
                                        <p:cTn id="34" dur="500"/>
                                        <p:tgtEl>
                                          <p:spTgt spid="18651"/>
                                        </p:tgtEl>
                                      </p:cBhvr>
                                    </p:animEffect>
                                  </p:childTnLst>
                                </p:cTn>
                              </p:par>
                            </p:childTnLst>
                          </p:cTn>
                        </p:par>
                        <p:par>
                          <p:cTn id="35" fill="hold" nodeType="afterGroup">
                            <p:stCondLst>
                              <p:cond delay="4400"/>
                            </p:stCondLst>
                            <p:childTnLst>
                              <p:par>
                                <p:cTn id="36" presetID="9" presetClass="entr" presetSubtype="0" fill="hold" grpId="0" nodeType="afterEffect">
                                  <p:stCondLst>
                                    <p:cond delay="100"/>
                                  </p:stCondLst>
                                  <p:childTnLst>
                                    <p:set>
                                      <p:cBhvr>
                                        <p:cTn id="37" dur="1" fill="hold">
                                          <p:stCondLst>
                                            <p:cond delay="0"/>
                                          </p:stCondLst>
                                        </p:cTn>
                                        <p:tgtEl>
                                          <p:spTgt spid="18652"/>
                                        </p:tgtEl>
                                        <p:attrNameLst>
                                          <p:attrName>style.visibility</p:attrName>
                                        </p:attrNameLst>
                                      </p:cBhvr>
                                      <p:to>
                                        <p:strVal val="visible"/>
                                      </p:to>
                                    </p:set>
                                    <p:animEffect transition="in" filter="dissolve">
                                      <p:cBhvr>
                                        <p:cTn id="38" dur="500"/>
                                        <p:tgtEl>
                                          <p:spTgt spid="18652"/>
                                        </p:tgtEl>
                                      </p:cBhvr>
                                    </p:animEffect>
                                  </p:childTnLst>
                                </p:cTn>
                              </p:par>
                            </p:childTnLst>
                          </p:cTn>
                        </p:par>
                        <p:par>
                          <p:cTn id="39" fill="hold" nodeType="afterGroup">
                            <p:stCondLst>
                              <p:cond delay="5000"/>
                            </p:stCondLst>
                            <p:childTnLst>
                              <p:par>
                                <p:cTn id="40" presetID="9" presetClass="entr" presetSubtype="0" fill="hold" grpId="0" nodeType="afterEffect">
                                  <p:stCondLst>
                                    <p:cond delay="100"/>
                                  </p:stCondLst>
                                  <p:childTnLst>
                                    <p:set>
                                      <p:cBhvr>
                                        <p:cTn id="41" dur="1" fill="hold">
                                          <p:stCondLst>
                                            <p:cond delay="0"/>
                                          </p:stCondLst>
                                        </p:cTn>
                                        <p:tgtEl>
                                          <p:spTgt spid="18653"/>
                                        </p:tgtEl>
                                        <p:attrNameLst>
                                          <p:attrName>style.visibility</p:attrName>
                                        </p:attrNameLst>
                                      </p:cBhvr>
                                      <p:to>
                                        <p:strVal val="visible"/>
                                      </p:to>
                                    </p:set>
                                    <p:animEffect transition="in" filter="dissolve">
                                      <p:cBhvr>
                                        <p:cTn id="42" dur="500"/>
                                        <p:tgtEl>
                                          <p:spTgt spid="18653"/>
                                        </p:tgtEl>
                                      </p:cBhvr>
                                    </p:animEffect>
                                  </p:childTnLst>
                                </p:cTn>
                              </p:par>
                            </p:childTnLst>
                          </p:cTn>
                        </p:par>
                        <p:par>
                          <p:cTn id="43" fill="hold" nodeType="afterGroup">
                            <p:stCondLst>
                              <p:cond delay="5600"/>
                            </p:stCondLst>
                            <p:childTnLst>
                              <p:par>
                                <p:cTn id="44" presetID="9" presetClass="entr" presetSubtype="0" fill="hold" nodeType="afterEffect">
                                  <p:stCondLst>
                                    <p:cond delay="100"/>
                                  </p:stCondLst>
                                  <p:childTnLst>
                                    <p:set>
                                      <p:cBhvr>
                                        <p:cTn id="45" dur="1" fill="hold">
                                          <p:stCondLst>
                                            <p:cond delay="0"/>
                                          </p:stCondLst>
                                        </p:cTn>
                                        <p:tgtEl>
                                          <p:spTgt spid="18654"/>
                                        </p:tgtEl>
                                        <p:attrNameLst>
                                          <p:attrName>style.visibility</p:attrName>
                                        </p:attrNameLst>
                                      </p:cBhvr>
                                      <p:to>
                                        <p:strVal val="visible"/>
                                      </p:to>
                                    </p:set>
                                    <p:animEffect transition="in" filter="dissolve">
                                      <p:cBhvr>
                                        <p:cTn id="46" dur="500"/>
                                        <p:tgtEl>
                                          <p:spTgt spid="18654"/>
                                        </p:tgtEl>
                                      </p:cBhvr>
                                    </p:animEffect>
                                  </p:childTnLst>
                                </p:cTn>
                              </p:par>
                            </p:childTnLst>
                          </p:cTn>
                        </p:par>
                        <p:par>
                          <p:cTn id="47" fill="hold" nodeType="afterGroup">
                            <p:stCondLst>
                              <p:cond delay="6200"/>
                            </p:stCondLst>
                            <p:childTnLst>
                              <p:par>
                                <p:cTn id="48" presetID="9" presetClass="entr" presetSubtype="0" fill="hold" grpId="0" nodeType="afterEffect">
                                  <p:stCondLst>
                                    <p:cond delay="100"/>
                                  </p:stCondLst>
                                  <p:childTnLst>
                                    <p:set>
                                      <p:cBhvr>
                                        <p:cTn id="49" dur="1" fill="hold">
                                          <p:stCondLst>
                                            <p:cond delay="0"/>
                                          </p:stCondLst>
                                        </p:cTn>
                                        <p:tgtEl>
                                          <p:spTgt spid="18655"/>
                                        </p:tgtEl>
                                        <p:attrNameLst>
                                          <p:attrName>style.visibility</p:attrName>
                                        </p:attrNameLst>
                                      </p:cBhvr>
                                      <p:to>
                                        <p:strVal val="visible"/>
                                      </p:to>
                                    </p:set>
                                    <p:animEffect transition="in" filter="dissolve">
                                      <p:cBhvr>
                                        <p:cTn id="50" dur="500"/>
                                        <p:tgtEl>
                                          <p:spTgt spid="18655"/>
                                        </p:tgtEl>
                                      </p:cBhvr>
                                    </p:animEffect>
                                  </p:childTnLst>
                                </p:cTn>
                              </p:par>
                            </p:childTnLst>
                          </p:cTn>
                        </p:par>
                        <p:par>
                          <p:cTn id="51" fill="hold" nodeType="afterGroup">
                            <p:stCondLst>
                              <p:cond delay="6800"/>
                            </p:stCondLst>
                            <p:childTnLst>
                              <p:par>
                                <p:cTn id="52" presetID="9" presetClass="entr" presetSubtype="0" fill="hold" grpId="0" nodeType="afterEffect">
                                  <p:stCondLst>
                                    <p:cond delay="100"/>
                                  </p:stCondLst>
                                  <p:childTnLst>
                                    <p:set>
                                      <p:cBhvr>
                                        <p:cTn id="53" dur="1" fill="hold">
                                          <p:stCondLst>
                                            <p:cond delay="0"/>
                                          </p:stCondLst>
                                        </p:cTn>
                                        <p:tgtEl>
                                          <p:spTgt spid="18656"/>
                                        </p:tgtEl>
                                        <p:attrNameLst>
                                          <p:attrName>style.visibility</p:attrName>
                                        </p:attrNameLst>
                                      </p:cBhvr>
                                      <p:to>
                                        <p:strVal val="visible"/>
                                      </p:to>
                                    </p:set>
                                    <p:animEffect transition="in" filter="dissolve">
                                      <p:cBhvr>
                                        <p:cTn id="54" dur="500"/>
                                        <p:tgtEl>
                                          <p:spTgt spid="18656"/>
                                        </p:tgtEl>
                                      </p:cBhvr>
                                    </p:animEffect>
                                  </p:childTnLst>
                                </p:cTn>
                              </p:par>
                            </p:childTnLst>
                          </p:cTn>
                        </p:par>
                        <p:par>
                          <p:cTn id="55" fill="hold" nodeType="afterGroup">
                            <p:stCondLst>
                              <p:cond delay="7400"/>
                            </p:stCondLst>
                            <p:childTnLst>
                              <p:par>
                                <p:cTn id="56" presetID="9" presetClass="entr" presetSubtype="0" fill="hold" nodeType="afterEffect">
                                  <p:stCondLst>
                                    <p:cond delay="100"/>
                                  </p:stCondLst>
                                  <p:childTnLst>
                                    <p:set>
                                      <p:cBhvr>
                                        <p:cTn id="57" dur="1" fill="hold">
                                          <p:stCondLst>
                                            <p:cond delay="0"/>
                                          </p:stCondLst>
                                        </p:cTn>
                                        <p:tgtEl>
                                          <p:spTgt spid="18657"/>
                                        </p:tgtEl>
                                        <p:attrNameLst>
                                          <p:attrName>style.visibility</p:attrName>
                                        </p:attrNameLst>
                                      </p:cBhvr>
                                      <p:to>
                                        <p:strVal val="visible"/>
                                      </p:to>
                                    </p:set>
                                    <p:animEffect transition="in" filter="dissolve">
                                      <p:cBhvr>
                                        <p:cTn id="58" dur="500"/>
                                        <p:tgtEl>
                                          <p:spTgt spid="18657"/>
                                        </p:tgtEl>
                                      </p:cBhvr>
                                    </p:animEffect>
                                  </p:childTnLst>
                                </p:cTn>
                              </p:par>
                            </p:childTnLst>
                          </p:cTn>
                        </p:par>
                        <p:par>
                          <p:cTn id="59" fill="hold" nodeType="afterGroup">
                            <p:stCondLst>
                              <p:cond delay="8000"/>
                            </p:stCondLst>
                            <p:childTnLst>
                              <p:par>
                                <p:cTn id="60" presetID="9" presetClass="entr" presetSubtype="0" fill="hold" grpId="0" nodeType="afterEffect">
                                  <p:stCondLst>
                                    <p:cond delay="100"/>
                                  </p:stCondLst>
                                  <p:childTnLst>
                                    <p:set>
                                      <p:cBhvr>
                                        <p:cTn id="61" dur="1" fill="hold">
                                          <p:stCondLst>
                                            <p:cond delay="0"/>
                                          </p:stCondLst>
                                        </p:cTn>
                                        <p:tgtEl>
                                          <p:spTgt spid="18658"/>
                                        </p:tgtEl>
                                        <p:attrNameLst>
                                          <p:attrName>style.visibility</p:attrName>
                                        </p:attrNameLst>
                                      </p:cBhvr>
                                      <p:to>
                                        <p:strVal val="visible"/>
                                      </p:to>
                                    </p:set>
                                    <p:animEffect transition="in" filter="dissolve">
                                      <p:cBhvr>
                                        <p:cTn id="62" dur="500"/>
                                        <p:tgtEl>
                                          <p:spTgt spid="18658"/>
                                        </p:tgtEl>
                                      </p:cBhvr>
                                    </p:animEffect>
                                  </p:childTnLst>
                                </p:cTn>
                              </p:par>
                            </p:childTnLst>
                          </p:cTn>
                        </p:par>
                        <p:par>
                          <p:cTn id="63" fill="hold" nodeType="afterGroup">
                            <p:stCondLst>
                              <p:cond delay="8600"/>
                            </p:stCondLst>
                            <p:childTnLst>
                              <p:par>
                                <p:cTn id="64" presetID="9" presetClass="entr" presetSubtype="0" fill="hold" grpId="0" nodeType="afterEffect">
                                  <p:stCondLst>
                                    <p:cond delay="100"/>
                                  </p:stCondLst>
                                  <p:childTnLst>
                                    <p:set>
                                      <p:cBhvr>
                                        <p:cTn id="65" dur="1" fill="hold">
                                          <p:stCondLst>
                                            <p:cond delay="0"/>
                                          </p:stCondLst>
                                        </p:cTn>
                                        <p:tgtEl>
                                          <p:spTgt spid="18659"/>
                                        </p:tgtEl>
                                        <p:attrNameLst>
                                          <p:attrName>style.visibility</p:attrName>
                                        </p:attrNameLst>
                                      </p:cBhvr>
                                      <p:to>
                                        <p:strVal val="visible"/>
                                      </p:to>
                                    </p:set>
                                    <p:animEffect transition="in" filter="dissolve">
                                      <p:cBhvr>
                                        <p:cTn id="66" dur="500"/>
                                        <p:tgtEl>
                                          <p:spTgt spid="18659"/>
                                        </p:tgtEl>
                                      </p:cBhvr>
                                    </p:animEffect>
                                  </p:childTnLst>
                                </p:cTn>
                              </p:par>
                            </p:childTnLst>
                          </p:cTn>
                        </p:par>
                        <p:par>
                          <p:cTn id="67" fill="hold" nodeType="afterGroup">
                            <p:stCondLst>
                              <p:cond delay="9200"/>
                            </p:stCondLst>
                            <p:childTnLst>
                              <p:par>
                                <p:cTn id="68" presetID="9" presetClass="entr" presetSubtype="0" fill="hold" nodeType="afterEffect">
                                  <p:stCondLst>
                                    <p:cond delay="100"/>
                                  </p:stCondLst>
                                  <p:childTnLst>
                                    <p:set>
                                      <p:cBhvr>
                                        <p:cTn id="69" dur="1" fill="hold">
                                          <p:stCondLst>
                                            <p:cond delay="0"/>
                                          </p:stCondLst>
                                        </p:cTn>
                                        <p:tgtEl>
                                          <p:spTgt spid="18660"/>
                                        </p:tgtEl>
                                        <p:attrNameLst>
                                          <p:attrName>style.visibility</p:attrName>
                                        </p:attrNameLst>
                                      </p:cBhvr>
                                      <p:to>
                                        <p:strVal val="visible"/>
                                      </p:to>
                                    </p:set>
                                    <p:animEffect transition="in" filter="dissolve">
                                      <p:cBhvr>
                                        <p:cTn id="70" dur="500"/>
                                        <p:tgtEl>
                                          <p:spTgt spid="18660"/>
                                        </p:tgtEl>
                                      </p:cBhvr>
                                    </p:animEffect>
                                  </p:childTnLst>
                                </p:cTn>
                              </p:par>
                            </p:childTnLst>
                          </p:cTn>
                        </p:par>
                        <p:par>
                          <p:cTn id="71" fill="hold" nodeType="afterGroup">
                            <p:stCondLst>
                              <p:cond delay="9800"/>
                            </p:stCondLst>
                            <p:childTnLst>
                              <p:par>
                                <p:cTn id="72" presetID="9" presetClass="entr" presetSubtype="0" fill="hold" grpId="0" nodeType="afterEffect">
                                  <p:stCondLst>
                                    <p:cond delay="100"/>
                                  </p:stCondLst>
                                  <p:childTnLst>
                                    <p:set>
                                      <p:cBhvr>
                                        <p:cTn id="73" dur="1" fill="hold">
                                          <p:stCondLst>
                                            <p:cond delay="0"/>
                                          </p:stCondLst>
                                        </p:cTn>
                                        <p:tgtEl>
                                          <p:spTgt spid="18661"/>
                                        </p:tgtEl>
                                        <p:attrNameLst>
                                          <p:attrName>style.visibility</p:attrName>
                                        </p:attrNameLst>
                                      </p:cBhvr>
                                      <p:to>
                                        <p:strVal val="visible"/>
                                      </p:to>
                                    </p:set>
                                    <p:animEffect transition="in" filter="dissolve">
                                      <p:cBhvr>
                                        <p:cTn id="74" dur="500"/>
                                        <p:tgtEl>
                                          <p:spTgt spid="18661"/>
                                        </p:tgtEl>
                                      </p:cBhvr>
                                    </p:animEffect>
                                  </p:childTnLst>
                                </p:cTn>
                              </p:par>
                            </p:childTnLst>
                          </p:cTn>
                        </p:par>
                        <p:par>
                          <p:cTn id="75" fill="hold" nodeType="afterGroup">
                            <p:stCondLst>
                              <p:cond delay="10400"/>
                            </p:stCondLst>
                            <p:childTnLst>
                              <p:par>
                                <p:cTn id="76" presetID="9" presetClass="entr" presetSubtype="0" fill="hold" grpId="0" nodeType="afterEffect">
                                  <p:stCondLst>
                                    <p:cond delay="100"/>
                                  </p:stCondLst>
                                  <p:childTnLst>
                                    <p:set>
                                      <p:cBhvr>
                                        <p:cTn id="77" dur="1" fill="hold">
                                          <p:stCondLst>
                                            <p:cond delay="0"/>
                                          </p:stCondLst>
                                        </p:cTn>
                                        <p:tgtEl>
                                          <p:spTgt spid="18662"/>
                                        </p:tgtEl>
                                        <p:attrNameLst>
                                          <p:attrName>style.visibility</p:attrName>
                                        </p:attrNameLst>
                                      </p:cBhvr>
                                      <p:to>
                                        <p:strVal val="visible"/>
                                      </p:to>
                                    </p:set>
                                    <p:animEffect transition="in" filter="dissolve">
                                      <p:cBhvr>
                                        <p:cTn id="78" dur="500"/>
                                        <p:tgtEl>
                                          <p:spTgt spid="18662"/>
                                        </p:tgtEl>
                                      </p:cBhvr>
                                    </p:animEffect>
                                  </p:childTnLst>
                                </p:cTn>
                              </p:par>
                            </p:childTnLst>
                          </p:cTn>
                        </p:par>
                        <p:par>
                          <p:cTn id="79" fill="hold" nodeType="afterGroup">
                            <p:stCondLst>
                              <p:cond delay="11000"/>
                            </p:stCondLst>
                            <p:childTnLst>
                              <p:par>
                                <p:cTn id="80" presetID="9" presetClass="entr" presetSubtype="0" fill="hold" nodeType="afterEffect">
                                  <p:stCondLst>
                                    <p:cond delay="100"/>
                                  </p:stCondLst>
                                  <p:childTnLst>
                                    <p:set>
                                      <p:cBhvr>
                                        <p:cTn id="81" dur="1" fill="hold">
                                          <p:stCondLst>
                                            <p:cond delay="0"/>
                                          </p:stCondLst>
                                        </p:cTn>
                                        <p:tgtEl>
                                          <p:spTgt spid="18663"/>
                                        </p:tgtEl>
                                        <p:attrNameLst>
                                          <p:attrName>style.visibility</p:attrName>
                                        </p:attrNameLst>
                                      </p:cBhvr>
                                      <p:to>
                                        <p:strVal val="visible"/>
                                      </p:to>
                                    </p:set>
                                    <p:animEffect transition="in" filter="dissolve">
                                      <p:cBhvr>
                                        <p:cTn id="82" dur="500"/>
                                        <p:tgtEl>
                                          <p:spTgt spid="18663"/>
                                        </p:tgtEl>
                                      </p:cBhvr>
                                    </p:animEffect>
                                  </p:childTnLst>
                                </p:cTn>
                              </p:par>
                            </p:childTnLst>
                          </p:cTn>
                        </p:par>
                        <p:par>
                          <p:cTn id="83" fill="hold" nodeType="afterGroup">
                            <p:stCondLst>
                              <p:cond delay="11600"/>
                            </p:stCondLst>
                            <p:childTnLst>
                              <p:par>
                                <p:cTn id="84" presetID="9" presetClass="entr" presetSubtype="0" fill="hold" grpId="0" nodeType="afterEffect">
                                  <p:stCondLst>
                                    <p:cond delay="100"/>
                                  </p:stCondLst>
                                  <p:childTnLst>
                                    <p:set>
                                      <p:cBhvr>
                                        <p:cTn id="85" dur="1" fill="hold">
                                          <p:stCondLst>
                                            <p:cond delay="0"/>
                                          </p:stCondLst>
                                        </p:cTn>
                                        <p:tgtEl>
                                          <p:spTgt spid="18664"/>
                                        </p:tgtEl>
                                        <p:attrNameLst>
                                          <p:attrName>style.visibility</p:attrName>
                                        </p:attrNameLst>
                                      </p:cBhvr>
                                      <p:to>
                                        <p:strVal val="visible"/>
                                      </p:to>
                                    </p:set>
                                    <p:animEffect transition="in" filter="dissolve">
                                      <p:cBhvr>
                                        <p:cTn id="86" dur="500"/>
                                        <p:tgtEl>
                                          <p:spTgt spid="18664"/>
                                        </p:tgtEl>
                                      </p:cBhvr>
                                    </p:animEffect>
                                  </p:childTnLst>
                                </p:cTn>
                              </p:par>
                            </p:childTnLst>
                          </p:cTn>
                        </p:par>
                        <p:par>
                          <p:cTn id="87" fill="hold" nodeType="afterGroup">
                            <p:stCondLst>
                              <p:cond delay="12200"/>
                            </p:stCondLst>
                            <p:childTnLst>
                              <p:par>
                                <p:cTn id="88" presetID="9" presetClass="entr" presetSubtype="0" fill="hold" grpId="0" nodeType="afterEffect">
                                  <p:stCondLst>
                                    <p:cond delay="100"/>
                                  </p:stCondLst>
                                  <p:childTnLst>
                                    <p:set>
                                      <p:cBhvr>
                                        <p:cTn id="89" dur="1" fill="hold">
                                          <p:stCondLst>
                                            <p:cond delay="0"/>
                                          </p:stCondLst>
                                        </p:cTn>
                                        <p:tgtEl>
                                          <p:spTgt spid="18665"/>
                                        </p:tgtEl>
                                        <p:attrNameLst>
                                          <p:attrName>style.visibility</p:attrName>
                                        </p:attrNameLst>
                                      </p:cBhvr>
                                      <p:to>
                                        <p:strVal val="visible"/>
                                      </p:to>
                                    </p:set>
                                    <p:animEffect transition="in" filter="dissolve">
                                      <p:cBhvr>
                                        <p:cTn id="90" dur="500"/>
                                        <p:tgtEl>
                                          <p:spTgt spid="18665"/>
                                        </p:tgtEl>
                                      </p:cBhvr>
                                    </p:animEffect>
                                  </p:childTnLst>
                                </p:cTn>
                              </p:par>
                            </p:childTnLst>
                          </p:cTn>
                        </p:par>
                        <p:par>
                          <p:cTn id="91" fill="hold" nodeType="afterGroup">
                            <p:stCondLst>
                              <p:cond delay="12800"/>
                            </p:stCondLst>
                            <p:childTnLst>
                              <p:par>
                                <p:cTn id="92" presetID="9" presetClass="entr" presetSubtype="0" fill="hold" nodeType="afterEffect">
                                  <p:stCondLst>
                                    <p:cond delay="100"/>
                                  </p:stCondLst>
                                  <p:childTnLst>
                                    <p:set>
                                      <p:cBhvr>
                                        <p:cTn id="93" dur="1" fill="hold">
                                          <p:stCondLst>
                                            <p:cond delay="0"/>
                                          </p:stCondLst>
                                        </p:cTn>
                                        <p:tgtEl>
                                          <p:spTgt spid="18666"/>
                                        </p:tgtEl>
                                        <p:attrNameLst>
                                          <p:attrName>style.visibility</p:attrName>
                                        </p:attrNameLst>
                                      </p:cBhvr>
                                      <p:to>
                                        <p:strVal val="visible"/>
                                      </p:to>
                                    </p:set>
                                    <p:animEffect transition="in" filter="dissolve">
                                      <p:cBhvr>
                                        <p:cTn id="94" dur="500"/>
                                        <p:tgtEl>
                                          <p:spTgt spid="18666"/>
                                        </p:tgtEl>
                                      </p:cBhvr>
                                    </p:animEffect>
                                  </p:childTnLst>
                                </p:cTn>
                              </p:par>
                            </p:childTnLst>
                          </p:cTn>
                        </p:par>
                        <p:par>
                          <p:cTn id="95" fill="hold" nodeType="afterGroup">
                            <p:stCondLst>
                              <p:cond delay="13400"/>
                            </p:stCondLst>
                            <p:childTnLst>
                              <p:par>
                                <p:cTn id="96" presetID="9" presetClass="entr" presetSubtype="0" fill="hold" grpId="0" nodeType="afterEffect">
                                  <p:stCondLst>
                                    <p:cond delay="100"/>
                                  </p:stCondLst>
                                  <p:childTnLst>
                                    <p:set>
                                      <p:cBhvr>
                                        <p:cTn id="97" dur="1" fill="hold">
                                          <p:stCondLst>
                                            <p:cond delay="0"/>
                                          </p:stCondLst>
                                        </p:cTn>
                                        <p:tgtEl>
                                          <p:spTgt spid="18667"/>
                                        </p:tgtEl>
                                        <p:attrNameLst>
                                          <p:attrName>style.visibility</p:attrName>
                                        </p:attrNameLst>
                                      </p:cBhvr>
                                      <p:to>
                                        <p:strVal val="visible"/>
                                      </p:to>
                                    </p:set>
                                    <p:animEffect transition="in" filter="dissolve">
                                      <p:cBhvr>
                                        <p:cTn id="98" dur="500"/>
                                        <p:tgtEl>
                                          <p:spTgt spid="18667"/>
                                        </p:tgtEl>
                                      </p:cBhvr>
                                    </p:animEffect>
                                  </p:childTnLst>
                                </p:cTn>
                              </p:par>
                            </p:childTnLst>
                          </p:cTn>
                        </p:par>
                        <p:par>
                          <p:cTn id="99" fill="hold" nodeType="afterGroup">
                            <p:stCondLst>
                              <p:cond delay="14000"/>
                            </p:stCondLst>
                            <p:childTnLst>
                              <p:par>
                                <p:cTn id="100" presetID="9" presetClass="entr" presetSubtype="0" fill="hold" grpId="0" nodeType="afterEffect">
                                  <p:stCondLst>
                                    <p:cond delay="100"/>
                                  </p:stCondLst>
                                  <p:childTnLst>
                                    <p:set>
                                      <p:cBhvr>
                                        <p:cTn id="101" dur="1" fill="hold">
                                          <p:stCondLst>
                                            <p:cond delay="0"/>
                                          </p:stCondLst>
                                        </p:cTn>
                                        <p:tgtEl>
                                          <p:spTgt spid="18668"/>
                                        </p:tgtEl>
                                        <p:attrNameLst>
                                          <p:attrName>style.visibility</p:attrName>
                                        </p:attrNameLst>
                                      </p:cBhvr>
                                      <p:to>
                                        <p:strVal val="visible"/>
                                      </p:to>
                                    </p:set>
                                    <p:animEffect transition="in" filter="dissolve">
                                      <p:cBhvr>
                                        <p:cTn id="102" dur="500"/>
                                        <p:tgtEl>
                                          <p:spTgt spid="18668"/>
                                        </p:tgtEl>
                                      </p:cBhvr>
                                    </p:animEffect>
                                  </p:childTnLst>
                                </p:cTn>
                              </p:par>
                            </p:childTnLst>
                          </p:cTn>
                        </p:par>
                        <p:par>
                          <p:cTn id="103" fill="hold" nodeType="afterGroup">
                            <p:stCondLst>
                              <p:cond delay="14600"/>
                            </p:stCondLst>
                            <p:childTnLst>
                              <p:par>
                                <p:cTn id="104" presetID="9" presetClass="entr" presetSubtype="0" fill="hold" nodeType="afterEffect">
                                  <p:stCondLst>
                                    <p:cond delay="100"/>
                                  </p:stCondLst>
                                  <p:childTnLst>
                                    <p:set>
                                      <p:cBhvr>
                                        <p:cTn id="105" dur="1" fill="hold">
                                          <p:stCondLst>
                                            <p:cond delay="0"/>
                                          </p:stCondLst>
                                        </p:cTn>
                                        <p:tgtEl>
                                          <p:spTgt spid="18669"/>
                                        </p:tgtEl>
                                        <p:attrNameLst>
                                          <p:attrName>style.visibility</p:attrName>
                                        </p:attrNameLst>
                                      </p:cBhvr>
                                      <p:to>
                                        <p:strVal val="visible"/>
                                      </p:to>
                                    </p:set>
                                    <p:animEffect transition="in" filter="dissolve">
                                      <p:cBhvr>
                                        <p:cTn id="106" dur="500"/>
                                        <p:tgtEl>
                                          <p:spTgt spid="18669"/>
                                        </p:tgtEl>
                                      </p:cBhvr>
                                    </p:animEffect>
                                  </p:childTnLst>
                                </p:cTn>
                              </p:par>
                            </p:childTnLst>
                          </p:cTn>
                        </p:par>
                        <p:par>
                          <p:cTn id="107" fill="hold" nodeType="afterGroup">
                            <p:stCondLst>
                              <p:cond delay="15200"/>
                            </p:stCondLst>
                            <p:childTnLst>
                              <p:par>
                                <p:cTn id="108" presetID="9" presetClass="entr" presetSubtype="0" fill="hold" grpId="0" nodeType="afterEffect">
                                  <p:stCondLst>
                                    <p:cond delay="100"/>
                                  </p:stCondLst>
                                  <p:childTnLst>
                                    <p:set>
                                      <p:cBhvr>
                                        <p:cTn id="109" dur="1" fill="hold">
                                          <p:stCondLst>
                                            <p:cond delay="0"/>
                                          </p:stCondLst>
                                        </p:cTn>
                                        <p:tgtEl>
                                          <p:spTgt spid="18670"/>
                                        </p:tgtEl>
                                        <p:attrNameLst>
                                          <p:attrName>style.visibility</p:attrName>
                                        </p:attrNameLst>
                                      </p:cBhvr>
                                      <p:to>
                                        <p:strVal val="visible"/>
                                      </p:to>
                                    </p:set>
                                    <p:animEffect transition="in" filter="dissolve">
                                      <p:cBhvr>
                                        <p:cTn id="110" dur="500"/>
                                        <p:tgtEl>
                                          <p:spTgt spid="18670"/>
                                        </p:tgtEl>
                                      </p:cBhvr>
                                    </p:animEffect>
                                  </p:childTnLst>
                                </p:cTn>
                              </p:par>
                            </p:childTnLst>
                          </p:cTn>
                        </p:par>
                        <p:par>
                          <p:cTn id="111" fill="hold" nodeType="afterGroup">
                            <p:stCondLst>
                              <p:cond delay="15800"/>
                            </p:stCondLst>
                            <p:childTnLst>
                              <p:par>
                                <p:cTn id="112" presetID="9" presetClass="entr" presetSubtype="0" fill="hold" grpId="0" nodeType="afterEffect">
                                  <p:stCondLst>
                                    <p:cond delay="100"/>
                                  </p:stCondLst>
                                  <p:childTnLst>
                                    <p:set>
                                      <p:cBhvr>
                                        <p:cTn id="113" dur="1" fill="hold">
                                          <p:stCondLst>
                                            <p:cond delay="0"/>
                                          </p:stCondLst>
                                        </p:cTn>
                                        <p:tgtEl>
                                          <p:spTgt spid="18671"/>
                                        </p:tgtEl>
                                        <p:attrNameLst>
                                          <p:attrName>style.visibility</p:attrName>
                                        </p:attrNameLst>
                                      </p:cBhvr>
                                      <p:to>
                                        <p:strVal val="visible"/>
                                      </p:to>
                                    </p:set>
                                    <p:animEffect transition="in" filter="dissolve">
                                      <p:cBhvr>
                                        <p:cTn id="114" dur="500"/>
                                        <p:tgtEl>
                                          <p:spTgt spid="18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49" grpId="0" autoUpdateAnimBg="0"/>
      <p:bldP spid="18650" grpId="0" autoUpdateAnimBg="0"/>
      <p:bldP spid="18652" grpId="0" autoUpdateAnimBg="0"/>
      <p:bldP spid="18653" grpId="0" autoUpdateAnimBg="0"/>
      <p:bldP spid="18655" grpId="0" autoUpdateAnimBg="0"/>
      <p:bldP spid="18656" grpId="0" autoUpdateAnimBg="0"/>
      <p:bldP spid="18658" grpId="0" autoUpdateAnimBg="0"/>
      <p:bldP spid="18659" grpId="0" autoUpdateAnimBg="0"/>
      <p:bldP spid="18661" grpId="0" autoUpdateAnimBg="0"/>
      <p:bldP spid="18662" grpId="0" autoUpdateAnimBg="0"/>
      <p:bldP spid="18664" grpId="0" autoUpdateAnimBg="0"/>
      <p:bldP spid="18665" grpId="0" autoUpdateAnimBg="0"/>
      <p:bldP spid="18667" grpId="0" autoUpdateAnimBg="0"/>
      <p:bldP spid="18668" grpId="0" autoUpdateAnimBg="0"/>
      <p:bldP spid="18670" grpId="0" autoUpdateAnimBg="0"/>
      <p:bldP spid="18671" grpId="0" autoUpdateAnimBg="0"/>
      <p:bldP spid="18672" grpId="0" autoUpdateAnimBg="0"/>
      <p:bldP spid="18673" grpId="0"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19458" name="Group 2"/>
          <p:cNvGrpSpPr>
            <a:grpSpLocks/>
          </p:cNvGrpSpPr>
          <p:nvPr/>
        </p:nvGrpSpPr>
        <p:grpSpPr bwMode="auto">
          <a:xfrm>
            <a:off x="749300" y="2435225"/>
            <a:ext cx="21056600" cy="11252200"/>
            <a:chOff x="0" y="0"/>
            <a:chExt cx="21056602" cy="11252200"/>
          </a:xfrm>
        </p:grpSpPr>
        <p:sp>
          <p:nvSpPr>
            <p:cNvPr id="19459" name="AutoShape 3"/>
            <p:cNvSpPr>
              <a:spLocks/>
            </p:cNvSpPr>
            <p:nvPr/>
          </p:nvSpPr>
          <p:spPr bwMode="auto">
            <a:xfrm>
              <a:off x="1478151" y="4949085"/>
              <a:ext cx="310132" cy="231562"/>
            </a:xfrm>
            <a:custGeom>
              <a:avLst/>
              <a:gdLst>
                <a:gd name="T0" fmla="*/ 155066 w 21600"/>
                <a:gd name="T1" fmla="*/ 115781 h 21600"/>
                <a:gd name="T2" fmla="*/ 155066 w 21600"/>
                <a:gd name="T3" fmla="*/ 115781 h 21600"/>
                <a:gd name="T4" fmla="*/ 155066 w 21600"/>
                <a:gd name="T5" fmla="*/ 115781 h 21600"/>
                <a:gd name="T6" fmla="*/ 155066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562"/>
                  </a:moveTo>
                  <a:lnTo>
                    <a:pt x="841" y="1098"/>
                  </a:lnTo>
                  <a:lnTo>
                    <a:pt x="0" y="1098"/>
                  </a:lnTo>
                  <a:lnTo>
                    <a:pt x="0" y="2562"/>
                  </a:lnTo>
                  <a:close/>
                  <a:moveTo>
                    <a:pt x="3927" y="1098"/>
                  </a:moveTo>
                  <a:lnTo>
                    <a:pt x="3927" y="0"/>
                  </a:lnTo>
                  <a:lnTo>
                    <a:pt x="3085" y="0"/>
                  </a:lnTo>
                  <a:lnTo>
                    <a:pt x="3085" y="1098"/>
                  </a:lnTo>
                  <a:lnTo>
                    <a:pt x="3927" y="1098"/>
                  </a:lnTo>
                  <a:close/>
                  <a:moveTo>
                    <a:pt x="10379" y="5491"/>
                  </a:moveTo>
                  <a:lnTo>
                    <a:pt x="9257" y="4027"/>
                  </a:lnTo>
                  <a:lnTo>
                    <a:pt x="8135" y="4027"/>
                  </a:lnTo>
                  <a:lnTo>
                    <a:pt x="9257" y="5491"/>
                  </a:lnTo>
                  <a:lnTo>
                    <a:pt x="10379" y="5491"/>
                  </a:lnTo>
                  <a:close/>
                  <a:moveTo>
                    <a:pt x="14306" y="6589"/>
                  </a:moveTo>
                  <a:lnTo>
                    <a:pt x="13464" y="6589"/>
                  </a:lnTo>
                  <a:lnTo>
                    <a:pt x="14306" y="6589"/>
                  </a:lnTo>
                  <a:close/>
                  <a:moveTo>
                    <a:pt x="15428" y="9518"/>
                  </a:moveTo>
                  <a:lnTo>
                    <a:pt x="14306" y="8054"/>
                  </a:lnTo>
                  <a:lnTo>
                    <a:pt x="16550" y="8054"/>
                  </a:lnTo>
                  <a:lnTo>
                    <a:pt x="17672" y="9518"/>
                  </a:lnTo>
                  <a:lnTo>
                    <a:pt x="15428" y="9518"/>
                  </a:lnTo>
                  <a:close/>
                  <a:moveTo>
                    <a:pt x="16550" y="16108"/>
                  </a:moveTo>
                  <a:lnTo>
                    <a:pt x="17672" y="17572"/>
                  </a:lnTo>
                  <a:lnTo>
                    <a:pt x="17672" y="20135"/>
                  </a:lnTo>
                  <a:lnTo>
                    <a:pt x="18514" y="21600"/>
                  </a:lnTo>
                  <a:lnTo>
                    <a:pt x="19636" y="19037"/>
                  </a:lnTo>
                  <a:lnTo>
                    <a:pt x="21600" y="17572"/>
                  </a:lnTo>
                  <a:lnTo>
                    <a:pt x="20758" y="16108"/>
                  </a:lnTo>
                  <a:lnTo>
                    <a:pt x="20758" y="15010"/>
                  </a:lnTo>
                  <a:lnTo>
                    <a:pt x="19636" y="15010"/>
                  </a:lnTo>
                  <a:lnTo>
                    <a:pt x="18514" y="13545"/>
                  </a:lnTo>
                  <a:lnTo>
                    <a:pt x="17672" y="12081"/>
                  </a:lnTo>
                  <a:lnTo>
                    <a:pt x="17672" y="15010"/>
                  </a:lnTo>
                  <a:lnTo>
                    <a:pt x="16550" y="1610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0" name="AutoShape 4"/>
            <p:cNvSpPr>
              <a:spLocks/>
            </p:cNvSpPr>
            <p:nvPr/>
          </p:nvSpPr>
          <p:spPr bwMode="auto">
            <a:xfrm>
              <a:off x="13855143" y="8179134"/>
              <a:ext cx="16113" cy="31398"/>
            </a:xfrm>
            <a:custGeom>
              <a:avLst/>
              <a:gdLst>
                <a:gd name="T0" fmla="*/ 8057 w 21600"/>
                <a:gd name="T1" fmla="*/ 15699 h 21600"/>
                <a:gd name="T2" fmla="*/ 8057 w 21600"/>
                <a:gd name="T3" fmla="*/ 15699 h 21600"/>
                <a:gd name="T4" fmla="*/ 8057 w 21600"/>
                <a:gd name="T5" fmla="*/ 15699 h 21600"/>
                <a:gd name="T6" fmla="*/ 8057 w 21600"/>
                <a:gd name="T7" fmla="*/ 1569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0" y="0"/>
                  </a:lnTo>
                  <a:lnTo>
                    <a:pt x="21600" y="0"/>
                  </a:lnTo>
                  <a:lnTo>
                    <a:pt x="21600" y="21599"/>
                  </a:lnTo>
                  <a:lnTo>
                    <a:pt x="0"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1" name="AutoShape 5"/>
            <p:cNvSpPr>
              <a:spLocks/>
            </p:cNvSpPr>
            <p:nvPr/>
          </p:nvSpPr>
          <p:spPr bwMode="auto">
            <a:xfrm>
              <a:off x="13734319" y="8092792"/>
              <a:ext cx="88610" cy="74571"/>
            </a:xfrm>
            <a:custGeom>
              <a:avLst/>
              <a:gdLst>
                <a:gd name="T0" fmla="*/ 44305 w 21600"/>
                <a:gd name="T1" fmla="*/ 37286 h 21600"/>
                <a:gd name="T2" fmla="*/ 44305 w 21600"/>
                <a:gd name="T3" fmla="*/ 37286 h 21600"/>
                <a:gd name="T4" fmla="*/ 44305 w 21600"/>
                <a:gd name="T5" fmla="*/ 37286 h 21600"/>
                <a:gd name="T6" fmla="*/ 44305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27" y="12505"/>
                  </a:moveTo>
                  <a:lnTo>
                    <a:pt x="3927" y="0"/>
                  </a:lnTo>
                  <a:lnTo>
                    <a:pt x="0" y="0"/>
                  </a:lnTo>
                  <a:lnTo>
                    <a:pt x="0" y="12505"/>
                  </a:lnTo>
                  <a:lnTo>
                    <a:pt x="3927" y="12505"/>
                  </a:lnTo>
                  <a:close/>
                  <a:moveTo>
                    <a:pt x="3927" y="17052"/>
                  </a:moveTo>
                  <a:lnTo>
                    <a:pt x="7854" y="17052"/>
                  </a:lnTo>
                  <a:lnTo>
                    <a:pt x="7854" y="21600"/>
                  </a:lnTo>
                  <a:lnTo>
                    <a:pt x="3927" y="21600"/>
                  </a:lnTo>
                  <a:lnTo>
                    <a:pt x="3927" y="17052"/>
                  </a:lnTo>
                  <a:close/>
                  <a:moveTo>
                    <a:pt x="21600" y="21600"/>
                  </a:moveTo>
                  <a:lnTo>
                    <a:pt x="21600" y="17052"/>
                  </a:lnTo>
                  <a:lnTo>
                    <a:pt x="18654" y="17052"/>
                  </a:lnTo>
                  <a:lnTo>
                    <a:pt x="216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2" name="AutoShape 6"/>
            <p:cNvSpPr>
              <a:spLocks/>
            </p:cNvSpPr>
            <p:nvPr/>
          </p:nvSpPr>
          <p:spPr bwMode="auto">
            <a:xfrm>
              <a:off x="13943751" y="7700316"/>
              <a:ext cx="628315" cy="306130"/>
            </a:xfrm>
            <a:custGeom>
              <a:avLst/>
              <a:gdLst>
                <a:gd name="T0" fmla="*/ 314158 w 21600"/>
                <a:gd name="T1" fmla="*/ 153065 h 21600"/>
                <a:gd name="T2" fmla="*/ 314158 w 21600"/>
                <a:gd name="T3" fmla="*/ 153065 h 21600"/>
                <a:gd name="T4" fmla="*/ 314158 w 21600"/>
                <a:gd name="T5" fmla="*/ 153065 h 21600"/>
                <a:gd name="T6" fmla="*/ 314158 w 21600"/>
                <a:gd name="T7" fmla="*/ 1530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046" y="1107"/>
                  </a:moveTo>
                  <a:lnTo>
                    <a:pt x="21599" y="1107"/>
                  </a:lnTo>
                  <a:lnTo>
                    <a:pt x="21046" y="0"/>
                  </a:lnTo>
                  <a:lnTo>
                    <a:pt x="21046" y="1107"/>
                  </a:lnTo>
                  <a:close/>
                  <a:moveTo>
                    <a:pt x="553" y="21599"/>
                  </a:moveTo>
                  <a:lnTo>
                    <a:pt x="969" y="21599"/>
                  </a:lnTo>
                  <a:lnTo>
                    <a:pt x="553" y="21599"/>
                  </a:lnTo>
                  <a:close/>
                  <a:moveTo>
                    <a:pt x="0" y="19384"/>
                  </a:moveTo>
                  <a:lnTo>
                    <a:pt x="553" y="19384"/>
                  </a:lnTo>
                  <a:lnTo>
                    <a:pt x="553" y="20492"/>
                  </a:lnTo>
                  <a:lnTo>
                    <a:pt x="0" y="193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3" name="AutoShape 7"/>
            <p:cNvSpPr>
              <a:spLocks/>
            </p:cNvSpPr>
            <p:nvPr/>
          </p:nvSpPr>
          <p:spPr bwMode="auto">
            <a:xfrm>
              <a:off x="16984634" y="6609242"/>
              <a:ext cx="149026" cy="419948"/>
            </a:xfrm>
            <a:custGeom>
              <a:avLst/>
              <a:gdLst>
                <a:gd name="T0" fmla="*/ 74513 w 21600"/>
                <a:gd name="T1" fmla="*/ 209974 h 21600"/>
                <a:gd name="T2" fmla="*/ 74513 w 21600"/>
                <a:gd name="T3" fmla="*/ 209974 h 21600"/>
                <a:gd name="T4" fmla="*/ 74513 w 21600"/>
                <a:gd name="T5" fmla="*/ 209974 h 21600"/>
                <a:gd name="T6" fmla="*/ 74513 w 21600"/>
                <a:gd name="T7" fmla="*/ 2099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480" y="3724"/>
                  </a:moveTo>
                  <a:cubicBezTo>
                    <a:pt x="8639" y="3724"/>
                    <a:pt x="8639" y="3724"/>
                    <a:pt x="8639" y="3724"/>
                  </a:cubicBezTo>
                  <a:cubicBezTo>
                    <a:pt x="8639" y="2979"/>
                    <a:pt x="8639" y="2979"/>
                    <a:pt x="8639" y="2979"/>
                  </a:cubicBezTo>
                  <a:cubicBezTo>
                    <a:pt x="8639" y="2234"/>
                    <a:pt x="8639" y="2234"/>
                    <a:pt x="8639" y="2234"/>
                  </a:cubicBezTo>
                  <a:cubicBezTo>
                    <a:pt x="8639" y="1489"/>
                    <a:pt x="8639" y="1489"/>
                    <a:pt x="8639" y="1489"/>
                  </a:cubicBezTo>
                  <a:cubicBezTo>
                    <a:pt x="8639" y="744"/>
                    <a:pt x="8639" y="744"/>
                    <a:pt x="8639" y="744"/>
                  </a:cubicBezTo>
                  <a:cubicBezTo>
                    <a:pt x="8639" y="744"/>
                    <a:pt x="8639" y="744"/>
                    <a:pt x="8639" y="744"/>
                  </a:cubicBezTo>
                  <a:cubicBezTo>
                    <a:pt x="8639" y="0"/>
                    <a:pt x="8639" y="0"/>
                    <a:pt x="8639" y="0"/>
                  </a:cubicBezTo>
                  <a:cubicBezTo>
                    <a:pt x="8639" y="0"/>
                    <a:pt x="8639" y="0"/>
                    <a:pt x="8639" y="0"/>
                  </a:cubicBezTo>
                  <a:cubicBezTo>
                    <a:pt x="6480" y="744"/>
                    <a:pt x="6480" y="744"/>
                    <a:pt x="6480" y="744"/>
                  </a:cubicBezTo>
                  <a:cubicBezTo>
                    <a:pt x="6480" y="1489"/>
                    <a:pt x="6480" y="1489"/>
                    <a:pt x="6480" y="1489"/>
                  </a:cubicBezTo>
                  <a:cubicBezTo>
                    <a:pt x="6480" y="2234"/>
                    <a:pt x="6480" y="2234"/>
                    <a:pt x="6480" y="2234"/>
                  </a:cubicBezTo>
                  <a:cubicBezTo>
                    <a:pt x="6480" y="2234"/>
                    <a:pt x="6480" y="2234"/>
                    <a:pt x="6480" y="2234"/>
                  </a:cubicBezTo>
                  <a:cubicBezTo>
                    <a:pt x="6480" y="3724"/>
                    <a:pt x="6480" y="3724"/>
                    <a:pt x="6480" y="3724"/>
                  </a:cubicBezTo>
                  <a:cubicBezTo>
                    <a:pt x="6480" y="3724"/>
                    <a:pt x="6480" y="3724"/>
                    <a:pt x="6480" y="3724"/>
                  </a:cubicBezTo>
                  <a:close/>
                  <a:moveTo>
                    <a:pt x="6480" y="7448"/>
                  </a:moveTo>
                  <a:cubicBezTo>
                    <a:pt x="6480" y="6703"/>
                    <a:pt x="6480" y="6703"/>
                    <a:pt x="6480" y="6703"/>
                  </a:cubicBezTo>
                  <a:cubicBezTo>
                    <a:pt x="6480" y="5958"/>
                    <a:pt x="6480" y="5958"/>
                    <a:pt x="6480" y="5958"/>
                  </a:cubicBezTo>
                  <a:cubicBezTo>
                    <a:pt x="6480" y="5213"/>
                    <a:pt x="6480" y="5213"/>
                    <a:pt x="6480" y="5213"/>
                  </a:cubicBezTo>
                  <a:cubicBezTo>
                    <a:pt x="6480" y="5213"/>
                    <a:pt x="6480" y="5213"/>
                    <a:pt x="6480" y="5213"/>
                  </a:cubicBezTo>
                  <a:cubicBezTo>
                    <a:pt x="8639" y="4468"/>
                    <a:pt x="8639" y="4468"/>
                    <a:pt x="8639" y="4468"/>
                  </a:cubicBezTo>
                  <a:cubicBezTo>
                    <a:pt x="8639" y="4468"/>
                    <a:pt x="8639" y="4468"/>
                    <a:pt x="8639" y="4468"/>
                  </a:cubicBezTo>
                  <a:cubicBezTo>
                    <a:pt x="6480" y="4468"/>
                    <a:pt x="6480" y="4468"/>
                    <a:pt x="6480" y="4468"/>
                  </a:cubicBezTo>
                  <a:cubicBezTo>
                    <a:pt x="6480" y="5213"/>
                    <a:pt x="6480" y="5213"/>
                    <a:pt x="6480" y="5213"/>
                  </a:cubicBezTo>
                  <a:cubicBezTo>
                    <a:pt x="4319" y="5958"/>
                    <a:pt x="4319" y="5958"/>
                    <a:pt x="4319" y="5958"/>
                  </a:cubicBezTo>
                  <a:cubicBezTo>
                    <a:pt x="6480" y="6703"/>
                    <a:pt x="6480" y="6703"/>
                    <a:pt x="6480" y="6703"/>
                  </a:cubicBezTo>
                  <a:cubicBezTo>
                    <a:pt x="6480" y="6703"/>
                    <a:pt x="6480" y="6703"/>
                    <a:pt x="6480" y="6703"/>
                  </a:cubicBezTo>
                  <a:cubicBezTo>
                    <a:pt x="6480" y="7448"/>
                    <a:pt x="6480" y="7448"/>
                    <a:pt x="6480" y="7448"/>
                  </a:cubicBezTo>
                  <a:close/>
                  <a:moveTo>
                    <a:pt x="0" y="6703"/>
                  </a:moveTo>
                  <a:cubicBezTo>
                    <a:pt x="2160" y="6703"/>
                    <a:pt x="2160" y="6703"/>
                    <a:pt x="2160" y="6703"/>
                  </a:cubicBezTo>
                  <a:cubicBezTo>
                    <a:pt x="2160" y="6703"/>
                    <a:pt x="2160" y="6703"/>
                    <a:pt x="2160" y="6703"/>
                  </a:cubicBezTo>
                  <a:cubicBezTo>
                    <a:pt x="0" y="6703"/>
                    <a:pt x="0" y="6703"/>
                    <a:pt x="0" y="6703"/>
                  </a:cubicBezTo>
                  <a:close/>
                  <a:moveTo>
                    <a:pt x="4319" y="10427"/>
                  </a:moveTo>
                  <a:cubicBezTo>
                    <a:pt x="6480" y="10427"/>
                    <a:pt x="6480" y="10427"/>
                    <a:pt x="6480" y="10427"/>
                  </a:cubicBezTo>
                  <a:cubicBezTo>
                    <a:pt x="6480" y="9682"/>
                    <a:pt x="6480" y="9682"/>
                    <a:pt x="6480" y="9682"/>
                  </a:cubicBezTo>
                  <a:cubicBezTo>
                    <a:pt x="6480" y="8937"/>
                    <a:pt x="6480" y="8937"/>
                    <a:pt x="6480" y="8937"/>
                  </a:cubicBezTo>
                  <a:cubicBezTo>
                    <a:pt x="4319" y="8937"/>
                    <a:pt x="4319" y="8937"/>
                    <a:pt x="4319" y="8937"/>
                  </a:cubicBezTo>
                  <a:cubicBezTo>
                    <a:pt x="4319" y="9682"/>
                    <a:pt x="4319" y="9682"/>
                    <a:pt x="4319" y="9682"/>
                  </a:cubicBezTo>
                  <a:cubicBezTo>
                    <a:pt x="4319" y="9682"/>
                    <a:pt x="4319" y="10427"/>
                    <a:pt x="4319" y="10427"/>
                  </a:cubicBezTo>
                  <a:close/>
                  <a:moveTo>
                    <a:pt x="10800" y="14151"/>
                  </a:moveTo>
                  <a:cubicBezTo>
                    <a:pt x="8639" y="14151"/>
                    <a:pt x="8639" y="14151"/>
                    <a:pt x="8639" y="14151"/>
                  </a:cubicBezTo>
                  <a:cubicBezTo>
                    <a:pt x="8639" y="14151"/>
                    <a:pt x="8639" y="14151"/>
                    <a:pt x="8639" y="14151"/>
                  </a:cubicBezTo>
                  <a:cubicBezTo>
                    <a:pt x="10800" y="14151"/>
                    <a:pt x="10800" y="14151"/>
                    <a:pt x="10800" y="14151"/>
                  </a:cubicBezTo>
                  <a:close/>
                  <a:moveTo>
                    <a:pt x="12960" y="16386"/>
                  </a:moveTo>
                  <a:cubicBezTo>
                    <a:pt x="12960" y="16386"/>
                    <a:pt x="12960" y="16386"/>
                    <a:pt x="12960" y="16386"/>
                  </a:cubicBezTo>
                  <a:cubicBezTo>
                    <a:pt x="15119" y="17131"/>
                    <a:pt x="15119" y="17131"/>
                    <a:pt x="15119" y="17131"/>
                  </a:cubicBezTo>
                  <a:cubicBezTo>
                    <a:pt x="12960" y="16386"/>
                    <a:pt x="12960" y="16386"/>
                    <a:pt x="12960" y="16386"/>
                  </a:cubicBezTo>
                  <a:cubicBezTo>
                    <a:pt x="12960" y="16386"/>
                    <a:pt x="12960" y="16386"/>
                    <a:pt x="12960" y="16386"/>
                  </a:cubicBezTo>
                  <a:close/>
                  <a:moveTo>
                    <a:pt x="17279" y="16386"/>
                  </a:moveTo>
                  <a:cubicBezTo>
                    <a:pt x="17279" y="17131"/>
                    <a:pt x="17279" y="17131"/>
                    <a:pt x="17279" y="17131"/>
                  </a:cubicBezTo>
                  <a:cubicBezTo>
                    <a:pt x="17279" y="17875"/>
                    <a:pt x="17279" y="17875"/>
                    <a:pt x="17279" y="17875"/>
                  </a:cubicBezTo>
                  <a:cubicBezTo>
                    <a:pt x="17279" y="17131"/>
                    <a:pt x="17279" y="17131"/>
                    <a:pt x="17279" y="17131"/>
                  </a:cubicBezTo>
                  <a:cubicBezTo>
                    <a:pt x="17279" y="17131"/>
                    <a:pt x="17279" y="17131"/>
                    <a:pt x="17279" y="17131"/>
                  </a:cubicBezTo>
                  <a:cubicBezTo>
                    <a:pt x="17279" y="16386"/>
                    <a:pt x="17279" y="16386"/>
                    <a:pt x="17279" y="16386"/>
                  </a:cubicBezTo>
                  <a:close/>
                  <a:moveTo>
                    <a:pt x="15119" y="17875"/>
                  </a:moveTo>
                  <a:cubicBezTo>
                    <a:pt x="15119" y="18620"/>
                    <a:pt x="15119" y="18620"/>
                    <a:pt x="15119" y="18620"/>
                  </a:cubicBezTo>
                  <a:cubicBezTo>
                    <a:pt x="17279" y="17875"/>
                    <a:pt x="17279" y="17875"/>
                    <a:pt x="17279" y="17875"/>
                  </a:cubicBezTo>
                  <a:cubicBezTo>
                    <a:pt x="15119" y="17875"/>
                    <a:pt x="15119" y="17875"/>
                    <a:pt x="15119" y="17875"/>
                  </a:cubicBezTo>
                  <a:cubicBezTo>
                    <a:pt x="15119" y="17875"/>
                    <a:pt x="15119" y="17875"/>
                    <a:pt x="15119" y="17875"/>
                  </a:cubicBezTo>
                  <a:cubicBezTo>
                    <a:pt x="15119" y="17875"/>
                    <a:pt x="15119" y="17875"/>
                    <a:pt x="15119" y="17875"/>
                  </a:cubicBezTo>
                  <a:close/>
                  <a:moveTo>
                    <a:pt x="17279" y="19365"/>
                  </a:moveTo>
                  <a:cubicBezTo>
                    <a:pt x="19439" y="19365"/>
                    <a:pt x="19439" y="19365"/>
                    <a:pt x="19439" y="19365"/>
                  </a:cubicBezTo>
                  <a:cubicBezTo>
                    <a:pt x="19439" y="19365"/>
                    <a:pt x="19439" y="19365"/>
                    <a:pt x="19439" y="19365"/>
                  </a:cubicBezTo>
                  <a:cubicBezTo>
                    <a:pt x="17279" y="19365"/>
                    <a:pt x="17279" y="19365"/>
                    <a:pt x="17279" y="19365"/>
                  </a:cubicBezTo>
                  <a:cubicBezTo>
                    <a:pt x="17279" y="19365"/>
                    <a:pt x="17279" y="19365"/>
                    <a:pt x="17279" y="19365"/>
                  </a:cubicBezTo>
                  <a:close/>
                  <a:moveTo>
                    <a:pt x="19439" y="20110"/>
                  </a:moveTo>
                  <a:cubicBezTo>
                    <a:pt x="17279" y="20110"/>
                    <a:pt x="17279" y="20110"/>
                    <a:pt x="17279" y="20110"/>
                  </a:cubicBezTo>
                  <a:cubicBezTo>
                    <a:pt x="19439" y="20855"/>
                    <a:pt x="19439" y="20855"/>
                    <a:pt x="19439" y="20855"/>
                  </a:cubicBezTo>
                  <a:cubicBezTo>
                    <a:pt x="19439" y="20855"/>
                    <a:pt x="19439" y="20855"/>
                    <a:pt x="19439" y="20855"/>
                  </a:cubicBezTo>
                  <a:cubicBezTo>
                    <a:pt x="19439" y="20855"/>
                    <a:pt x="19439" y="21599"/>
                    <a:pt x="19439" y="21599"/>
                  </a:cubicBezTo>
                  <a:cubicBezTo>
                    <a:pt x="21599" y="21599"/>
                    <a:pt x="21599" y="21599"/>
                    <a:pt x="21599" y="21599"/>
                  </a:cubicBezTo>
                  <a:cubicBezTo>
                    <a:pt x="21599" y="20855"/>
                    <a:pt x="21599" y="20855"/>
                    <a:pt x="21599" y="20855"/>
                  </a:cubicBezTo>
                  <a:cubicBezTo>
                    <a:pt x="21599" y="20110"/>
                    <a:pt x="21599" y="20110"/>
                    <a:pt x="21599" y="20110"/>
                  </a:cubicBezTo>
                  <a:lnTo>
                    <a:pt x="19439" y="201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4" name="AutoShape 8"/>
            <p:cNvSpPr>
              <a:spLocks/>
            </p:cNvSpPr>
            <p:nvPr/>
          </p:nvSpPr>
          <p:spPr bwMode="auto">
            <a:xfrm>
              <a:off x="12348803" y="200161"/>
              <a:ext cx="8707799" cy="4646880"/>
            </a:xfrm>
            <a:custGeom>
              <a:avLst/>
              <a:gdLst>
                <a:gd name="T0" fmla="*/ 4353900 w 21600"/>
                <a:gd name="T1" fmla="*/ 2323440 h 21600"/>
                <a:gd name="T2" fmla="*/ 4353900 w 21600"/>
                <a:gd name="T3" fmla="*/ 2323440 h 21600"/>
                <a:gd name="T4" fmla="*/ 4353900 w 21600"/>
                <a:gd name="T5" fmla="*/ 2323440 h 21600"/>
                <a:gd name="T6" fmla="*/ 4353900 w 21600"/>
                <a:gd name="T7" fmla="*/ 23234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754" y="19839"/>
                  </a:moveTo>
                  <a:cubicBezTo>
                    <a:pt x="16754" y="19839"/>
                    <a:pt x="16754" y="19839"/>
                    <a:pt x="16754" y="19839"/>
                  </a:cubicBezTo>
                  <a:cubicBezTo>
                    <a:pt x="16717" y="19771"/>
                    <a:pt x="16717" y="19771"/>
                    <a:pt x="16717" y="19771"/>
                  </a:cubicBezTo>
                  <a:cubicBezTo>
                    <a:pt x="16717" y="19771"/>
                    <a:pt x="16717" y="19771"/>
                    <a:pt x="16717" y="19771"/>
                  </a:cubicBezTo>
                  <a:cubicBezTo>
                    <a:pt x="16717" y="19771"/>
                    <a:pt x="16717" y="19771"/>
                    <a:pt x="16717" y="19771"/>
                  </a:cubicBezTo>
                  <a:cubicBezTo>
                    <a:pt x="16717" y="19704"/>
                    <a:pt x="16717" y="19704"/>
                    <a:pt x="16717" y="19704"/>
                  </a:cubicBezTo>
                  <a:cubicBezTo>
                    <a:pt x="16717" y="19704"/>
                    <a:pt x="16717" y="19704"/>
                    <a:pt x="16717" y="19704"/>
                  </a:cubicBezTo>
                  <a:cubicBezTo>
                    <a:pt x="16717" y="19636"/>
                    <a:pt x="16717" y="19636"/>
                    <a:pt x="16717" y="19636"/>
                  </a:cubicBezTo>
                  <a:cubicBezTo>
                    <a:pt x="16717" y="19636"/>
                    <a:pt x="16717" y="19636"/>
                    <a:pt x="16717" y="19636"/>
                  </a:cubicBezTo>
                  <a:cubicBezTo>
                    <a:pt x="16717" y="19636"/>
                    <a:pt x="16717" y="19636"/>
                    <a:pt x="16717" y="19636"/>
                  </a:cubicBezTo>
                  <a:cubicBezTo>
                    <a:pt x="16754" y="19636"/>
                    <a:pt x="16754" y="19636"/>
                    <a:pt x="16754" y="19636"/>
                  </a:cubicBezTo>
                  <a:cubicBezTo>
                    <a:pt x="16791" y="19636"/>
                    <a:pt x="16791" y="19636"/>
                    <a:pt x="16791" y="19636"/>
                  </a:cubicBezTo>
                  <a:cubicBezTo>
                    <a:pt x="16791" y="19568"/>
                    <a:pt x="16791" y="19568"/>
                    <a:pt x="16791" y="19568"/>
                  </a:cubicBezTo>
                  <a:cubicBezTo>
                    <a:pt x="16791" y="19568"/>
                    <a:pt x="16791" y="19568"/>
                    <a:pt x="16791" y="19568"/>
                  </a:cubicBezTo>
                  <a:cubicBezTo>
                    <a:pt x="16791" y="19500"/>
                    <a:pt x="16791" y="19500"/>
                    <a:pt x="16791" y="19500"/>
                  </a:cubicBezTo>
                  <a:cubicBezTo>
                    <a:pt x="16791" y="19500"/>
                    <a:pt x="16791" y="19500"/>
                    <a:pt x="16791" y="19500"/>
                  </a:cubicBezTo>
                  <a:cubicBezTo>
                    <a:pt x="16791" y="19433"/>
                    <a:pt x="16791" y="19433"/>
                    <a:pt x="16791" y="19433"/>
                  </a:cubicBezTo>
                  <a:cubicBezTo>
                    <a:pt x="16791" y="19365"/>
                    <a:pt x="16791" y="19365"/>
                    <a:pt x="16791" y="19365"/>
                  </a:cubicBezTo>
                  <a:cubicBezTo>
                    <a:pt x="16754" y="19365"/>
                    <a:pt x="16754" y="19365"/>
                    <a:pt x="16754" y="19365"/>
                  </a:cubicBezTo>
                  <a:cubicBezTo>
                    <a:pt x="16754" y="19297"/>
                    <a:pt x="16754" y="19297"/>
                    <a:pt x="16754" y="19297"/>
                  </a:cubicBezTo>
                  <a:cubicBezTo>
                    <a:pt x="16754" y="19230"/>
                    <a:pt x="16754" y="19230"/>
                    <a:pt x="16754" y="19230"/>
                  </a:cubicBezTo>
                  <a:cubicBezTo>
                    <a:pt x="16754" y="19162"/>
                    <a:pt x="16754" y="19162"/>
                    <a:pt x="16754" y="19162"/>
                  </a:cubicBezTo>
                  <a:cubicBezTo>
                    <a:pt x="16754" y="19094"/>
                    <a:pt x="16754" y="19094"/>
                    <a:pt x="16754" y="19094"/>
                  </a:cubicBezTo>
                  <a:cubicBezTo>
                    <a:pt x="16717" y="19094"/>
                    <a:pt x="16717" y="19094"/>
                    <a:pt x="16717" y="19094"/>
                  </a:cubicBezTo>
                  <a:cubicBezTo>
                    <a:pt x="16717" y="19026"/>
                    <a:pt x="16717" y="19026"/>
                    <a:pt x="16717" y="19026"/>
                  </a:cubicBezTo>
                  <a:cubicBezTo>
                    <a:pt x="16717" y="18959"/>
                    <a:pt x="16717" y="18959"/>
                    <a:pt x="16717" y="18959"/>
                  </a:cubicBezTo>
                  <a:cubicBezTo>
                    <a:pt x="16680" y="18891"/>
                    <a:pt x="16680" y="18891"/>
                    <a:pt x="16680" y="18891"/>
                  </a:cubicBezTo>
                  <a:cubicBezTo>
                    <a:pt x="16680" y="18823"/>
                    <a:pt x="16680" y="18823"/>
                    <a:pt x="16680" y="18823"/>
                  </a:cubicBezTo>
                  <a:cubicBezTo>
                    <a:pt x="16680" y="18823"/>
                    <a:pt x="16680" y="18823"/>
                    <a:pt x="16680" y="18823"/>
                  </a:cubicBezTo>
                  <a:cubicBezTo>
                    <a:pt x="16680" y="18823"/>
                    <a:pt x="16680" y="18823"/>
                    <a:pt x="16680" y="18823"/>
                  </a:cubicBezTo>
                  <a:cubicBezTo>
                    <a:pt x="16717" y="18823"/>
                    <a:pt x="16717" y="18823"/>
                    <a:pt x="16717" y="18823"/>
                  </a:cubicBezTo>
                  <a:cubicBezTo>
                    <a:pt x="16717" y="18756"/>
                    <a:pt x="16717" y="18756"/>
                    <a:pt x="16717" y="18756"/>
                  </a:cubicBezTo>
                  <a:cubicBezTo>
                    <a:pt x="16717" y="18756"/>
                    <a:pt x="16717" y="18756"/>
                    <a:pt x="16717" y="18756"/>
                  </a:cubicBezTo>
                  <a:cubicBezTo>
                    <a:pt x="16754" y="18620"/>
                    <a:pt x="16754" y="18620"/>
                    <a:pt x="16754" y="18620"/>
                  </a:cubicBezTo>
                  <a:cubicBezTo>
                    <a:pt x="16791" y="18620"/>
                    <a:pt x="16791" y="18620"/>
                    <a:pt x="16791" y="18620"/>
                  </a:cubicBezTo>
                  <a:cubicBezTo>
                    <a:pt x="16791" y="18620"/>
                    <a:pt x="16791" y="18620"/>
                    <a:pt x="16791" y="18620"/>
                  </a:cubicBezTo>
                  <a:cubicBezTo>
                    <a:pt x="16828" y="18688"/>
                    <a:pt x="16828" y="18688"/>
                    <a:pt x="16828" y="18688"/>
                  </a:cubicBezTo>
                  <a:cubicBezTo>
                    <a:pt x="16939" y="18688"/>
                    <a:pt x="16939" y="18688"/>
                    <a:pt x="16939" y="18688"/>
                  </a:cubicBezTo>
                  <a:cubicBezTo>
                    <a:pt x="16939" y="18688"/>
                    <a:pt x="16939" y="18688"/>
                    <a:pt x="16939" y="18688"/>
                  </a:cubicBezTo>
                  <a:cubicBezTo>
                    <a:pt x="16976" y="18688"/>
                    <a:pt x="16976" y="18688"/>
                    <a:pt x="16976" y="18688"/>
                  </a:cubicBezTo>
                  <a:cubicBezTo>
                    <a:pt x="16976" y="18688"/>
                    <a:pt x="16976" y="18688"/>
                    <a:pt x="16976" y="18688"/>
                  </a:cubicBezTo>
                  <a:cubicBezTo>
                    <a:pt x="16976" y="18620"/>
                    <a:pt x="16976" y="18620"/>
                    <a:pt x="16976" y="18620"/>
                  </a:cubicBezTo>
                  <a:cubicBezTo>
                    <a:pt x="16976" y="18620"/>
                    <a:pt x="16976" y="18620"/>
                    <a:pt x="16976" y="18620"/>
                  </a:cubicBezTo>
                  <a:cubicBezTo>
                    <a:pt x="16976" y="18552"/>
                    <a:pt x="16976" y="18552"/>
                    <a:pt x="16976" y="18552"/>
                  </a:cubicBezTo>
                  <a:cubicBezTo>
                    <a:pt x="16976" y="18552"/>
                    <a:pt x="16976" y="18552"/>
                    <a:pt x="16976" y="18552"/>
                  </a:cubicBezTo>
                  <a:cubicBezTo>
                    <a:pt x="16976" y="18552"/>
                    <a:pt x="16976" y="18552"/>
                    <a:pt x="16976" y="18552"/>
                  </a:cubicBezTo>
                  <a:cubicBezTo>
                    <a:pt x="16939" y="18485"/>
                    <a:pt x="16939" y="18485"/>
                    <a:pt x="16939" y="18485"/>
                  </a:cubicBezTo>
                  <a:cubicBezTo>
                    <a:pt x="16976" y="18417"/>
                    <a:pt x="16976" y="18417"/>
                    <a:pt x="16976" y="18417"/>
                  </a:cubicBezTo>
                  <a:cubicBezTo>
                    <a:pt x="16976" y="18417"/>
                    <a:pt x="16976" y="18417"/>
                    <a:pt x="16976" y="18417"/>
                  </a:cubicBezTo>
                  <a:cubicBezTo>
                    <a:pt x="16976" y="18417"/>
                    <a:pt x="16976" y="18417"/>
                    <a:pt x="16976" y="18417"/>
                  </a:cubicBezTo>
                  <a:cubicBezTo>
                    <a:pt x="16976" y="18349"/>
                    <a:pt x="16976" y="18349"/>
                    <a:pt x="16976" y="18349"/>
                  </a:cubicBezTo>
                  <a:cubicBezTo>
                    <a:pt x="16976" y="18349"/>
                    <a:pt x="16976" y="18349"/>
                    <a:pt x="16976" y="18349"/>
                  </a:cubicBezTo>
                  <a:cubicBezTo>
                    <a:pt x="16976" y="18349"/>
                    <a:pt x="16976" y="18349"/>
                    <a:pt x="16976" y="18349"/>
                  </a:cubicBezTo>
                  <a:cubicBezTo>
                    <a:pt x="16976" y="18282"/>
                    <a:pt x="16976" y="18282"/>
                    <a:pt x="16976" y="18282"/>
                  </a:cubicBezTo>
                  <a:cubicBezTo>
                    <a:pt x="16976" y="18282"/>
                    <a:pt x="16976" y="18282"/>
                    <a:pt x="16976" y="18282"/>
                  </a:cubicBezTo>
                  <a:cubicBezTo>
                    <a:pt x="16976" y="18214"/>
                    <a:pt x="16976" y="18214"/>
                    <a:pt x="16976" y="18214"/>
                  </a:cubicBezTo>
                  <a:cubicBezTo>
                    <a:pt x="16976" y="18214"/>
                    <a:pt x="16976" y="18214"/>
                    <a:pt x="16976" y="18214"/>
                  </a:cubicBezTo>
                  <a:cubicBezTo>
                    <a:pt x="16976" y="18214"/>
                    <a:pt x="16976" y="18214"/>
                    <a:pt x="16976" y="18214"/>
                  </a:cubicBezTo>
                  <a:cubicBezTo>
                    <a:pt x="16976" y="18146"/>
                    <a:pt x="16976" y="18146"/>
                    <a:pt x="16976" y="18146"/>
                  </a:cubicBezTo>
                  <a:cubicBezTo>
                    <a:pt x="16976" y="18146"/>
                    <a:pt x="16976" y="18146"/>
                    <a:pt x="16976" y="18146"/>
                  </a:cubicBezTo>
                  <a:cubicBezTo>
                    <a:pt x="16976" y="18078"/>
                    <a:pt x="16976" y="18078"/>
                    <a:pt x="16976" y="18078"/>
                  </a:cubicBezTo>
                  <a:cubicBezTo>
                    <a:pt x="16976" y="18011"/>
                    <a:pt x="16976" y="18011"/>
                    <a:pt x="16976" y="18011"/>
                  </a:cubicBezTo>
                  <a:cubicBezTo>
                    <a:pt x="16976" y="18011"/>
                    <a:pt x="16976" y="18011"/>
                    <a:pt x="16976" y="18011"/>
                  </a:cubicBezTo>
                  <a:cubicBezTo>
                    <a:pt x="16976" y="18011"/>
                    <a:pt x="16976" y="18011"/>
                    <a:pt x="16976" y="18011"/>
                  </a:cubicBezTo>
                  <a:cubicBezTo>
                    <a:pt x="16976" y="17943"/>
                    <a:pt x="16976" y="17943"/>
                    <a:pt x="16976" y="17943"/>
                  </a:cubicBezTo>
                  <a:cubicBezTo>
                    <a:pt x="16976" y="17943"/>
                    <a:pt x="16976" y="17943"/>
                    <a:pt x="16976" y="17943"/>
                  </a:cubicBezTo>
                  <a:cubicBezTo>
                    <a:pt x="16976" y="17943"/>
                    <a:pt x="16976" y="17943"/>
                    <a:pt x="16976" y="17943"/>
                  </a:cubicBezTo>
                  <a:cubicBezTo>
                    <a:pt x="16976" y="17875"/>
                    <a:pt x="16976" y="17875"/>
                    <a:pt x="16976" y="17875"/>
                  </a:cubicBezTo>
                  <a:cubicBezTo>
                    <a:pt x="16939" y="17875"/>
                    <a:pt x="16939" y="17875"/>
                    <a:pt x="16939" y="17875"/>
                  </a:cubicBezTo>
                  <a:cubicBezTo>
                    <a:pt x="16976" y="17875"/>
                    <a:pt x="16976" y="17875"/>
                    <a:pt x="16976" y="17875"/>
                  </a:cubicBezTo>
                  <a:cubicBezTo>
                    <a:pt x="16976" y="17808"/>
                    <a:pt x="16976" y="17808"/>
                    <a:pt x="16976" y="17808"/>
                  </a:cubicBezTo>
                  <a:cubicBezTo>
                    <a:pt x="16976" y="17808"/>
                    <a:pt x="16976" y="17808"/>
                    <a:pt x="16976" y="17808"/>
                  </a:cubicBezTo>
                  <a:cubicBezTo>
                    <a:pt x="16939" y="17740"/>
                    <a:pt x="16939" y="17740"/>
                    <a:pt x="16939" y="17740"/>
                  </a:cubicBezTo>
                  <a:cubicBezTo>
                    <a:pt x="16939" y="17740"/>
                    <a:pt x="16939" y="17740"/>
                    <a:pt x="16939" y="17740"/>
                  </a:cubicBezTo>
                  <a:cubicBezTo>
                    <a:pt x="16976" y="17672"/>
                    <a:pt x="16976" y="17672"/>
                    <a:pt x="16976" y="17672"/>
                  </a:cubicBezTo>
                  <a:cubicBezTo>
                    <a:pt x="16976" y="17672"/>
                    <a:pt x="16976" y="17672"/>
                    <a:pt x="16976" y="17672"/>
                  </a:cubicBezTo>
                  <a:cubicBezTo>
                    <a:pt x="17013" y="17672"/>
                    <a:pt x="17013" y="17672"/>
                    <a:pt x="17013" y="17672"/>
                  </a:cubicBezTo>
                  <a:cubicBezTo>
                    <a:pt x="17013" y="17605"/>
                    <a:pt x="17013" y="17605"/>
                    <a:pt x="17013" y="17605"/>
                  </a:cubicBezTo>
                  <a:cubicBezTo>
                    <a:pt x="17013" y="17537"/>
                    <a:pt x="17013" y="17537"/>
                    <a:pt x="17013" y="17537"/>
                  </a:cubicBezTo>
                  <a:cubicBezTo>
                    <a:pt x="16976" y="17537"/>
                    <a:pt x="16976" y="17537"/>
                    <a:pt x="16976" y="17537"/>
                  </a:cubicBezTo>
                  <a:cubicBezTo>
                    <a:pt x="16976" y="17469"/>
                    <a:pt x="16976" y="17469"/>
                    <a:pt x="16976" y="17469"/>
                  </a:cubicBezTo>
                  <a:cubicBezTo>
                    <a:pt x="16976" y="17469"/>
                    <a:pt x="16976" y="17469"/>
                    <a:pt x="16976" y="17469"/>
                  </a:cubicBezTo>
                  <a:cubicBezTo>
                    <a:pt x="16939" y="17401"/>
                    <a:pt x="16939" y="17401"/>
                    <a:pt x="16939" y="17401"/>
                  </a:cubicBezTo>
                  <a:cubicBezTo>
                    <a:pt x="16939" y="17401"/>
                    <a:pt x="16939" y="17401"/>
                    <a:pt x="16939" y="17401"/>
                  </a:cubicBezTo>
                  <a:cubicBezTo>
                    <a:pt x="16939" y="17334"/>
                    <a:pt x="16939" y="17334"/>
                    <a:pt x="16939" y="17334"/>
                  </a:cubicBezTo>
                  <a:cubicBezTo>
                    <a:pt x="16939" y="17334"/>
                    <a:pt x="16939" y="17334"/>
                    <a:pt x="16939" y="17334"/>
                  </a:cubicBezTo>
                  <a:cubicBezTo>
                    <a:pt x="16939" y="17266"/>
                    <a:pt x="16939" y="17266"/>
                    <a:pt x="16939" y="17266"/>
                  </a:cubicBezTo>
                  <a:cubicBezTo>
                    <a:pt x="16902" y="17266"/>
                    <a:pt x="16902" y="17266"/>
                    <a:pt x="16902" y="17266"/>
                  </a:cubicBezTo>
                  <a:cubicBezTo>
                    <a:pt x="16865" y="17266"/>
                    <a:pt x="16865" y="17266"/>
                    <a:pt x="16865" y="17266"/>
                  </a:cubicBezTo>
                  <a:cubicBezTo>
                    <a:pt x="16865" y="17266"/>
                    <a:pt x="16865" y="17266"/>
                    <a:pt x="16865" y="17266"/>
                  </a:cubicBezTo>
                  <a:cubicBezTo>
                    <a:pt x="16828" y="17266"/>
                    <a:pt x="16828" y="17266"/>
                    <a:pt x="16828" y="17266"/>
                  </a:cubicBezTo>
                  <a:cubicBezTo>
                    <a:pt x="16791" y="17266"/>
                    <a:pt x="16791" y="17266"/>
                    <a:pt x="16791" y="17266"/>
                  </a:cubicBezTo>
                  <a:cubicBezTo>
                    <a:pt x="16791" y="17266"/>
                    <a:pt x="16791" y="17266"/>
                    <a:pt x="16791" y="17266"/>
                  </a:cubicBezTo>
                  <a:cubicBezTo>
                    <a:pt x="16791" y="17334"/>
                    <a:pt x="16791" y="17334"/>
                    <a:pt x="16791" y="17334"/>
                  </a:cubicBezTo>
                  <a:cubicBezTo>
                    <a:pt x="16754" y="17334"/>
                    <a:pt x="16754" y="17334"/>
                    <a:pt x="16754" y="17334"/>
                  </a:cubicBezTo>
                  <a:cubicBezTo>
                    <a:pt x="16754" y="17334"/>
                    <a:pt x="16754" y="17334"/>
                    <a:pt x="16754" y="17334"/>
                  </a:cubicBezTo>
                  <a:cubicBezTo>
                    <a:pt x="16754" y="17401"/>
                    <a:pt x="16754" y="17401"/>
                    <a:pt x="16754" y="17401"/>
                  </a:cubicBezTo>
                  <a:cubicBezTo>
                    <a:pt x="16717" y="17401"/>
                    <a:pt x="16717" y="17401"/>
                    <a:pt x="16717" y="17401"/>
                  </a:cubicBezTo>
                  <a:cubicBezTo>
                    <a:pt x="16680" y="17401"/>
                    <a:pt x="16680" y="17401"/>
                    <a:pt x="16680" y="17401"/>
                  </a:cubicBezTo>
                  <a:cubicBezTo>
                    <a:pt x="16680" y="17469"/>
                    <a:pt x="16680" y="17469"/>
                    <a:pt x="16680" y="17469"/>
                  </a:cubicBezTo>
                  <a:cubicBezTo>
                    <a:pt x="16680" y="17469"/>
                    <a:pt x="16680" y="17469"/>
                    <a:pt x="16680" y="17469"/>
                  </a:cubicBezTo>
                  <a:cubicBezTo>
                    <a:pt x="16643" y="17537"/>
                    <a:pt x="16643" y="17537"/>
                    <a:pt x="16643" y="17537"/>
                  </a:cubicBezTo>
                  <a:cubicBezTo>
                    <a:pt x="16643" y="17537"/>
                    <a:pt x="16643" y="17537"/>
                    <a:pt x="16643" y="17537"/>
                  </a:cubicBezTo>
                  <a:cubicBezTo>
                    <a:pt x="16643" y="17605"/>
                    <a:pt x="16643" y="17605"/>
                    <a:pt x="16643" y="17605"/>
                  </a:cubicBezTo>
                  <a:cubicBezTo>
                    <a:pt x="16643" y="17605"/>
                    <a:pt x="16643" y="17605"/>
                    <a:pt x="16643" y="17605"/>
                  </a:cubicBezTo>
                  <a:cubicBezTo>
                    <a:pt x="16606" y="17605"/>
                    <a:pt x="16606" y="17605"/>
                    <a:pt x="16606" y="17605"/>
                  </a:cubicBezTo>
                  <a:cubicBezTo>
                    <a:pt x="16569" y="17672"/>
                    <a:pt x="16569" y="17672"/>
                    <a:pt x="16569" y="17672"/>
                  </a:cubicBezTo>
                  <a:cubicBezTo>
                    <a:pt x="16569" y="17672"/>
                    <a:pt x="16569" y="17672"/>
                    <a:pt x="16569" y="17672"/>
                  </a:cubicBezTo>
                  <a:cubicBezTo>
                    <a:pt x="16532" y="17672"/>
                    <a:pt x="16532" y="17672"/>
                    <a:pt x="16532" y="17672"/>
                  </a:cubicBezTo>
                  <a:cubicBezTo>
                    <a:pt x="16532" y="17672"/>
                    <a:pt x="16532" y="17672"/>
                    <a:pt x="16532" y="17672"/>
                  </a:cubicBezTo>
                  <a:cubicBezTo>
                    <a:pt x="16495" y="17672"/>
                    <a:pt x="16495" y="17672"/>
                    <a:pt x="16495" y="17672"/>
                  </a:cubicBezTo>
                  <a:cubicBezTo>
                    <a:pt x="16495" y="17672"/>
                    <a:pt x="16495" y="17672"/>
                    <a:pt x="16495" y="17672"/>
                  </a:cubicBezTo>
                  <a:cubicBezTo>
                    <a:pt x="16458" y="17605"/>
                    <a:pt x="16458" y="17605"/>
                    <a:pt x="16458" y="17605"/>
                  </a:cubicBezTo>
                  <a:cubicBezTo>
                    <a:pt x="16458" y="17605"/>
                    <a:pt x="16458" y="17605"/>
                    <a:pt x="16458" y="17605"/>
                  </a:cubicBezTo>
                  <a:cubicBezTo>
                    <a:pt x="16421" y="17672"/>
                    <a:pt x="16421" y="17672"/>
                    <a:pt x="16421" y="17672"/>
                  </a:cubicBezTo>
                  <a:cubicBezTo>
                    <a:pt x="16384" y="17672"/>
                    <a:pt x="16384" y="17672"/>
                    <a:pt x="16384" y="17672"/>
                  </a:cubicBezTo>
                  <a:cubicBezTo>
                    <a:pt x="16384" y="17605"/>
                    <a:pt x="16384" y="17605"/>
                    <a:pt x="16384" y="17605"/>
                  </a:cubicBezTo>
                  <a:cubicBezTo>
                    <a:pt x="16384" y="17605"/>
                    <a:pt x="16384" y="17605"/>
                    <a:pt x="16384" y="17605"/>
                  </a:cubicBezTo>
                  <a:cubicBezTo>
                    <a:pt x="16347" y="17537"/>
                    <a:pt x="16347" y="17537"/>
                    <a:pt x="16347" y="17537"/>
                  </a:cubicBezTo>
                  <a:cubicBezTo>
                    <a:pt x="16310" y="17469"/>
                    <a:pt x="16310" y="17469"/>
                    <a:pt x="16310" y="17469"/>
                  </a:cubicBezTo>
                  <a:cubicBezTo>
                    <a:pt x="16310" y="17469"/>
                    <a:pt x="16310" y="17469"/>
                    <a:pt x="16310" y="17469"/>
                  </a:cubicBezTo>
                  <a:cubicBezTo>
                    <a:pt x="16347" y="17469"/>
                    <a:pt x="16347" y="17469"/>
                    <a:pt x="16347" y="17469"/>
                  </a:cubicBezTo>
                  <a:cubicBezTo>
                    <a:pt x="16347" y="17401"/>
                    <a:pt x="16347" y="17401"/>
                    <a:pt x="16347" y="17401"/>
                  </a:cubicBezTo>
                  <a:cubicBezTo>
                    <a:pt x="16310" y="17334"/>
                    <a:pt x="16310" y="17334"/>
                    <a:pt x="16310" y="17334"/>
                  </a:cubicBezTo>
                  <a:cubicBezTo>
                    <a:pt x="16310" y="17266"/>
                    <a:pt x="16310" y="17266"/>
                    <a:pt x="16310" y="17266"/>
                  </a:cubicBezTo>
                  <a:cubicBezTo>
                    <a:pt x="16310" y="17266"/>
                    <a:pt x="16310" y="17266"/>
                    <a:pt x="16310" y="17266"/>
                  </a:cubicBezTo>
                  <a:cubicBezTo>
                    <a:pt x="16273" y="17266"/>
                    <a:pt x="16273" y="17266"/>
                    <a:pt x="16273" y="17266"/>
                  </a:cubicBezTo>
                  <a:cubicBezTo>
                    <a:pt x="16273" y="17198"/>
                    <a:pt x="16273" y="17198"/>
                    <a:pt x="16273" y="17198"/>
                  </a:cubicBezTo>
                  <a:cubicBezTo>
                    <a:pt x="16310" y="17198"/>
                    <a:pt x="16310" y="17198"/>
                    <a:pt x="16310" y="17198"/>
                  </a:cubicBezTo>
                  <a:cubicBezTo>
                    <a:pt x="16310" y="17131"/>
                    <a:pt x="16310" y="17131"/>
                    <a:pt x="16310" y="17131"/>
                  </a:cubicBezTo>
                  <a:cubicBezTo>
                    <a:pt x="16310" y="17131"/>
                    <a:pt x="16310" y="17131"/>
                    <a:pt x="16310" y="17131"/>
                  </a:cubicBezTo>
                  <a:cubicBezTo>
                    <a:pt x="16273" y="17131"/>
                    <a:pt x="16273" y="17131"/>
                    <a:pt x="16273" y="17131"/>
                  </a:cubicBezTo>
                  <a:cubicBezTo>
                    <a:pt x="16273" y="17198"/>
                    <a:pt x="16273" y="17198"/>
                    <a:pt x="16273" y="17198"/>
                  </a:cubicBezTo>
                  <a:cubicBezTo>
                    <a:pt x="16236" y="17198"/>
                    <a:pt x="16236" y="17198"/>
                    <a:pt x="16236" y="17198"/>
                  </a:cubicBezTo>
                  <a:cubicBezTo>
                    <a:pt x="16236" y="17198"/>
                    <a:pt x="16236" y="17198"/>
                    <a:pt x="16236" y="17198"/>
                  </a:cubicBezTo>
                  <a:cubicBezTo>
                    <a:pt x="16199" y="17198"/>
                    <a:pt x="16199" y="17198"/>
                    <a:pt x="16199" y="17198"/>
                  </a:cubicBezTo>
                  <a:cubicBezTo>
                    <a:pt x="16199" y="17131"/>
                    <a:pt x="16199" y="17131"/>
                    <a:pt x="16199" y="17131"/>
                  </a:cubicBezTo>
                  <a:cubicBezTo>
                    <a:pt x="16163" y="17131"/>
                    <a:pt x="16163" y="17131"/>
                    <a:pt x="16163" y="17131"/>
                  </a:cubicBezTo>
                  <a:cubicBezTo>
                    <a:pt x="16163" y="17131"/>
                    <a:pt x="16163" y="17131"/>
                    <a:pt x="16163" y="17131"/>
                  </a:cubicBezTo>
                  <a:cubicBezTo>
                    <a:pt x="16126" y="17131"/>
                    <a:pt x="16126" y="17131"/>
                    <a:pt x="16126" y="17131"/>
                  </a:cubicBezTo>
                  <a:cubicBezTo>
                    <a:pt x="16126" y="17063"/>
                    <a:pt x="16126" y="17063"/>
                    <a:pt x="16126" y="17063"/>
                  </a:cubicBezTo>
                  <a:cubicBezTo>
                    <a:pt x="16126" y="17063"/>
                    <a:pt x="16126" y="17063"/>
                    <a:pt x="16126" y="17063"/>
                  </a:cubicBezTo>
                  <a:cubicBezTo>
                    <a:pt x="16089" y="17063"/>
                    <a:pt x="16089" y="17063"/>
                    <a:pt x="16089" y="17063"/>
                  </a:cubicBezTo>
                  <a:cubicBezTo>
                    <a:pt x="16089" y="17063"/>
                    <a:pt x="16089" y="17063"/>
                    <a:pt x="16089" y="17063"/>
                  </a:cubicBezTo>
                  <a:cubicBezTo>
                    <a:pt x="16089" y="16995"/>
                    <a:pt x="16089" y="16995"/>
                    <a:pt x="16089" y="16995"/>
                  </a:cubicBezTo>
                  <a:cubicBezTo>
                    <a:pt x="16052" y="16995"/>
                    <a:pt x="16052" y="16995"/>
                    <a:pt x="16052" y="16995"/>
                  </a:cubicBezTo>
                  <a:cubicBezTo>
                    <a:pt x="16052" y="16995"/>
                    <a:pt x="16052" y="16995"/>
                    <a:pt x="16052" y="16995"/>
                  </a:cubicBezTo>
                  <a:cubicBezTo>
                    <a:pt x="16052" y="16927"/>
                    <a:pt x="16052" y="16927"/>
                    <a:pt x="16052" y="16927"/>
                  </a:cubicBezTo>
                  <a:cubicBezTo>
                    <a:pt x="16015" y="16927"/>
                    <a:pt x="16015" y="16927"/>
                    <a:pt x="16015" y="16927"/>
                  </a:cubicBezTo>
                  <a:cubicBezTo>
                    <a:pt x="16015" y="16927"/>
                    <a:pt x="16015" y="16927"/>
                    <a:pt x="16015" y="16927"/>
                  </a:cubicBezTo>
                  <a:cubicBezTo>
                    <a:pt x="16015" y="16995"/>
                    <a:pt x="16015" y="16995"/>
                    <a:pt x="16015" y="16995"/>
                  </a:cubicBezTo>
                  <a:cubicBezTo>
                    <a:pt x="15978" y="16927"/>
                    <a:pt x="15978" y="16927"/>
                    <a:pt x="15978" y="16927"/>
                  </a:cubicBezTo>
                  <a:cubicBezTo>
                    <a:pt x="15978" y="16995"/>
                    <a:pt x="15978" y="16995"/>
                    <a:pt x="15978" y="16995"/>
                  </a:cubicBezTo>
                  <a:cubicBezTo>
                    <a:pt x="15978" y="16995"/>
                    <a:pt x="15978" y="16995"/>
                    <a:pt x="15978" y="16995"/>
                  </a:cubicBezTo>
                  <a:cubicBezTo>
                    <a:pt x="15941" y="16995"/>
                    <a:pt x="15941" y="16995"/>
                    <a:pt x="15941" y="16995"/>
                  </a:cubicBezTo>
                  <a:cubicBezTo>
                    <a:pt x="15941" y="16927"/>
                    <a:pt x="15941" y="16927"/>
                    <a:pt x="15941" y="16927"/>
                  </a:cubicBezTo>
                  <a:cubicBezTo>
                    <a:pt x="15904" y="16927"/>
                    <a:pt x="15904" y="16927"/>
                    <a:pt x="15904" y="16927"/>
                  </a:cubicBezTo>
                  <a:cubicBezTo>
                    <a:pt x="15867" y="16927"/>
                    <a:pt x="15867" y="16927"/>
                    <a:pt x="15867" y="16927"/>
                  </a:cubicBezTo>
                  <a:cubicBezTo>
                    <a:pt x="15867" y="16927"/>
                    <a:pt x="15867" y="16927"/>
                    <a:pt x="15867" y="16927"/>
                  </a:cubicBezTo>
                  <a:cubicBezTo>
                    <a:pt x="15867" y="16860"/>
                    <a:pt x="15867" y="16860"/>
                    <a:pt x="15867" y="16860"/>
                  </a:cubicBezTo>
                  <a:cubicBezTo>
                    <a:pt x="15867" y="16860"/>
                    <a:pt x="15867" y="16860"/>
                    <a:pt x="15867" y="16860"/>
                  </a:cubicBezTo>
                  <a:cubicBezTo>
                    <a:pt x="15867" y="16860"/>
                    <a:pt x="15867" y="16860"/>
                    <a:pt x="15867" y="16860"/>
                  </a:cubicBezTo>
                  <a:cubicBezTo>
                    <a:pt x="15830" y="16927"/>
                    <a:pt x="15830" y="16927"/>
                    <a:pt x="15830" y="16927"/>
                  </a:cubicBezTo>
                  <a:cubicBezTo>
                    <a:pt x="15793" y="16860"/>
                    <a:pt x="15793" y="16860"/>
                    <a:pt x="15793" y="16860"/>
                  </a:cubicBezTo>
                  <a:cubicBezTo>
                    <a:pt x="15793" y="16927"/>
                    <a:pt x="15793" y="16927"/>
                    <a:pt x="15793" y="16927"/>
                  </a:cubicBezTo>
                  <a:cubicBezTo>
                    <a:pt x="15793" y="16860"/>
                    <a:pt x="15793" y="16860"/>
                    <a:pt x="15793" y="16860"/>
                  </a:cubicBezTo>
                  <a:cubicBezTo>
                    <a:pt x="15756" y="16927"/>
                    <a:pt x="15756" y="16927"/>
                    <a:pt x="15756" y="16927"/>
                  </a:cubicBezTo>
                  <a:cubicBezTo>
                    <a:pt x="15756" y="16860"/>
                    <a:pt x="15756" y="16860"/>
                    <a:pt x="15756" y="16860"/>
                  </a:cubicBezTo>
                  <a:cubicBezTo>
                    <a:pt x="15719" y="16860"/>
                    <a:pt x="15719" y="16860"/>
                    <a:pt x="15719" y="16860"/>
                  </a:cubicBezTo>
                  <a:cubicBezTo>
                    <a:pt x="15719" y="16860"/>
                    <a:pt x="15719" y="16860"/>
                    <a:pt x="15719" y="16860"/>
                  </a:cubicBezTo>
                  <a:cubicBezTo>
                    <a:pt x="15682" y="16792"/>
                    <a:pt x="15682" y="16792"/>
                    <a:pt x="15682" y="16792"/>
                  </a:cubicBezTo>
                  <a:cubicBezTo>
                    <a:pt x="15645" y="16724"/>
                    <a:pt x="15645" y="16724"/>
                    <a:pt x="15645" y="16724"/>
                  </a:cubicBezTo>
                  <a:cubicBezTo>
                    <a:pt x="15645" y="16657"/>
                    <a:pt x="15645" y="16657"/>
                    <a:pt x="15645" y="16657"/>
                  </a:cubicBezTo>
                  <a:cubicBezTo>
                    <a:pt x="15645" y="16657"/>
                    <a:pt x="15645" y="16657"/>
                    <a:pt x="15645" y="16657"/>
                  </a:cubicBezTo>
                  <a:cubicBezTo>
                    <a:pt x="15608" y="16657"/>
                    <a:pt x="15608" y="16657"/>
                    <a:pt x="15608" y="16657"/>
                  </a:cubicBezTo>
                  <a:cubicBezTo>
                    <a:pt x="15608" y="16589"/>
                    <a:pt x="15608" y="16589"/>
                    <a:pt x="15608" y="16589"/>
                  </a:cubicBezTo>
                  <a:cubicBezTo>
                    <a:pt x="15608" y="16589"/>
                    <a:pt x="15608" y="16589"/>
                    <a:pt x="15608" y="16589"/>
                  </a:cubicBezTo>
                  <a:cubicBezTo>
                    <a:pt x="15608" y="16521"/>
                    <a:pt x="15608" y="16521"/>
                    <a:pt x="15608" y="16521"/>
                  </a:cubicBezTo>
                  <a:cubicBezTo>
                    <a:pt x="15571" y="16521"/>
                    <a:pt x="15571" y="16521"/>
                    <a:pt x="15571" y="16521"/>
                  </a:cubicBezTo>
                  <a:cubicBezTo>
                    <a:pt x="15571" y="16453"/>
                    <a:pt x="15571" y="16453"/>
                    <a:pt x="15571" y="16453"/>
                  </a:cubicBezTo>
                  <a:cubicBezTo>
                    <a:pt x="15534" y="16386"/>
                    <a:pt x="15534" y="16386"/>
                    <a:pt x="15534" y="16386"/>
                  </a:cubicBezTo>
                  <a:cubicBezTo>
                    <a:pt x="15497" y="16318"/>
                    <a:pt x="15497" y="16318"/>
                    <a:pt x="15497" y="16318"/>
                  </a:cubicBezTo>
                  <a:cubicBezTo>
                    <a:pt x="15497" y="16250"/>
                    <a:pt x="15497" y="16250"/>
                    <a:pt x="15497" y="16250"/>
                  </a:cubicBezTo>
                  <a:cubicBezTo>
                    <a:pt x="15460" y="16250"/>
                    <a:pt x="15460" y="16250"/>
                    <a:pt x="15460" y="16250"/>
                  </a:cubicBezTo>
                  <a:cubicBezTo>
                    <a:pt x="15460" y="16250"/>
                    <a:pt x="15460" y="16250"/>
                    <a:pt x="15460" y="16250"/>
                  </a:cubicBezTo>
                  <a:cubicBezTo>
                    <a:pt x="15423" y="16250"/>
                    <a:pt x="15423" y="16250"/>
                    <a:pt x="15423" y="16250"/>
                  </a:cubicBezTo>
                  <a:cubicBezTo>
                    <a:pt x="15460" y="16183"/>
                    <a:pt x="15460" y="16183"/>
                    <a:pt x="15460" y="16183"/>
                  </a:cubicBezTo>
                  <a:cubicBezTo>
                    <a:pt x="15460" y="16183"/>
                    <a:pt x="15460" y="16183"/>
                    <a:pt x="15460" y="16183"/>
                  </a:cubicBezTo>
                  <a:cubicBezTo>
                    <a:pt x="15423" y="16183"/>
                    <a:pt x="15423" y="16183"/>
                    <a:pt x="15423" y="16183"/>
                  </a:cubicBezTo>
                  <a:cubicBezTo>
                    <a:pt x="15423" y="16115"/>
                    <a:pt x="15423" y="16115"/>
                    <a:pt x="15423" y="16115"/>
                  </a:cubicBezTo>
                  <a:cubicBezTo>
                    <a:pt x="15386" y="16115"/>
                    <a:pt x="15386" y="16115"/>
                    <a:pt x="15386" y="16115"/>
                  </a:cubicBezTo>
                  <a:cubicBezTo>
                    <a:pt x="15386" y="16047"/>
                    <a:pt x="15386" y="16047"/>
                    <a:pt x="15386" y="16047"/>
                  </a:cubicBezTo>
                  <a:cubicBezTo>
                    <a:pt x="15386" y="16047"/>
                    <a:pt x="15386" y="16047"/>
                    <a:pt x="15386" y="16047"/>
                  </a:cubicBezTo>
                  <a:cubicBezTo>
                    <a:pt x="15349" y="15979"/>
                    <a:pt x="15349" y="15979"/>
                    <a:pt x="15349" y="15979"/>
                  </a:cubicBezTo>
                  <a:cubicBezTo>
                    <a:pt x="15312" y="15912"/>
                    <a:pt x="15312" y="15912"/>
                    <a:pt x="15312" y="15912"/>
                  </a:cubicBezTo>
                  <a:cubicBezTo>
                    <a:pt x="15312" y="15912"/>
                    <a:pt x="15312" y="15912"/>
                    <a:pt x="15312" y="15912"/>
                  </a:cubicBezTo>
                  <a:cubicBezTo>
                    <a:pt x="15312" y="15844"/>
                    <a:pt x="15312" y="15844"/>
                    <a:pt x="15312" y="15844"/>
                  </a:cubicBezTo>
                  <a:cubicBezTo>
                    <a:pt x="15312" y="15844"/>
                    <a:pt x="15312" y="15844"/>
                    <a:pt x="15312" y="15844"/>
                  </a:cubicBezTo>
                  <a:cubicBezTo>
                    <a:pt x="15275" y="15844"/>
                    <a:pt x="15275" y="15844"/>
                    <a:pt x="15275" y="15844"/>
                  </a:cubicBezTo>
                  <a:cubicBezTo>
                    <a:pt x="15275" y="15844"/>
                    <a:pt x="15275" y="15844"/>
                    <a:pt x="15275" y="15844"/>
                  </a:cubicBezTo>
                  <a:cubicBezTo>
                    <a:pt x="15275" y="15776"/>
                    <a:pt x="15275" y="15776"/>
                    <a:pt x="15275" y="15776"/>
                  </a:cubicBezTo>
                  <a:cubicBezTo>
                    <a:pt x="15275" y="15776"/>
                    <a:pt x="15275" y="15776"/>
                    <a:pt x="15275" y="15776"/>
                  </a:cubicBezTo>
                  <a:cubicBezTo>
                    <a:pt x="15275" y="15709"/>
                    <a:pt x="15275" y="15709"/>
                    <a:pt x="15275" y="15709"/>
                  </a:cubicBezTo>
                  <a:cubicBezTo>
                    <a:pt x="15238" y="15709"/>
                    <a:pt x="15238" y="15709"/>
                    <a:pt x="15238" y="15709"/>
                  </a:cubicBezTo>
                  <a:cubicBezTo>
                    <a:pt x="15238" y="15641"/>
                    <a:pt x="15238" y="15641"/>
                    <a:pt x="15238" y="15641"/>
                  </a:cubicBezTo>
                  <a:cubicBezTo>
                    <a:pt x="15238" y="15641"/>
                    <a:pt x="15238" y="15641"/>
                    <a:pt x="15238" y="15641"/>
                  </a:cubicBezTo>
                  <a:cubicBezTo>
                    <a:pt x="15238" y="15641"/>
                    <a:pt x="15238" y="15641"/>
                    <a:pt x="15238" y="15641"/>
                  </a:cubicBezTo>
                  <a:cubicBezTo>
                    <a:pt x="15201" y="15641"/>
                    <a:pt x="15201" y="15641"/>
                    <a:pt x="15201" y="15641"/>
                  </a:cubicBezTo>
                  <a:cubicBezTo>
                    <a:pt x="15164" y="15641"/>
                    <a:pt x="15164" y="15641"/>
                    <a:pt x="15164" y="15641"/>
                  </a:cubicBezTo>
                  <a:cubicBezTo>
                    <a:pt x="15164" y="15573"/>
                    <a:pt x="15164" y="15573"/>
                    <a:pt x="15164" y="15573"/>
                  </a:cubicBezTo>
                  <a:cubicBezTo>
                    <a:pt x="15164" y="15573"/>
                    <a:pt x="15164" y="15573"/>
                    <a:pt x="15164" y="15573"/>
                  </a:cubicBezTo>
                  <a:cubicBezTo>
                    <a:pt x="15164" y="15573"/>
                    <a:pt x="15164" y="15573"/>
                    <a:pt x="15164" y="15573"/>
                  </a:cubicBezTo>
                  <a:cubicBezTo>
                    <a:pt x="15164" y="15505"/>
                    <a:pt x="15164" y="15505"/>
                    <a:pt x="15164" y="15505"/>
                  </a:cubicBezTo>
                  <a:cubicBezTo>
                    <a:pt x="15127" y="15573"/>
                    <a:pt x="15127" y="15573"/>
                    <a:pt x="15127" y="15573"/>
                  </a:cubicBezTo>
                  <a:cubicBezTo>
                    <a:pt x="15127" y="15505"/>
                    <a:pt x="15127" y="15505"/>
                    <a:pt x="15127" y="15505"/>
                  </a:cubicBezTo>
                  <a:cubicBezTo>
                    <a:pt x="15127" y="15505"/>
                    <a:pt x="15127" y="15505"/>
                    <a:pt x="15127" y="15505"/>
                  </a:cubicBezTo>
                  <a:cubicBezTo>
                    <a:pt x="15090" y="15505"/>
                    <a:pt x="15090" y="15505"/>
                    <a:pt x="15090" y="15505"/>
                  </a:cubicBezTo>
                  <a:cubicBezTo>
                    <a:pt x="15127" y="15505"/>
                    <a:pt x="15127" y="15505"/>
                    <a:pt x="15127" y="15505"/>
                  </a:cubicBezTo>
                  <a:cubicBezTo>
                    <a:pt x="15090" y="15438"/>
                    <a:pt x="15090" y="15438"/>
                    <a:pt x="15090" y="15438"/>
                  </a:cubicBezTo>
                  <a:cubicBezTo>
                    <a:pt x="15090" y="15438"/>
                    <a:pt x="15090" y="15438"/>
                    <a:pt x="15090" y="15438"/>
                  </a:cubicBezTo>
                  <a:cubicBezTo>
                    <a:pt x="15053" y="15438"/>
                    <a:pt x="15053" y="15438"/>
                    <a:pt x="15053" y="15438"/>
                  </a:cubicBezTo>
                  <a:cubicBezTo>
                    <a:pt x="15053" y="15438"/>
                    <a:pt x="15053" y="15438"/>
                    <a:pt x="15053" y="15438"/>
                  </a:cubicBezTo>
                  <a:cubicBezTo>
                    <a:pt x="15016" y="15438"/>
                    <a:pt x="15016" y="15438"/>
                    <a:pt x="15016" y="15438"/>
                  </a:cubicBezTo>
                  <a:cubicBezTo>
                    <a:pt x="15016" y="15438"/>
                    <a:pt x="15016" y="15438"/>
                    <a:pt x="15016" y="15438"/>
                  </a:cubicBezTo>
                  <a:cubicBezTo>
                    <a:pt x="14979" y="15438"/>
                    <a:pt x="14979" y="15438"/>
                    <a:pt x="14979" y="15438"/>
                  </a:cubicBezTo>
                  <a:cubicBezTo>
                    <a:pt x="14979" y="15438"/>
                    <a:pt x="14979" y="15438"/>
                    <a:pt x="14979" y="15438"/>
                  </a:cubicBezTo>
                  <a:cubicBezTo>
                    <a:pt x="14979" y="15438"/>
                    <a:pt x="14979" y="15438"/>
                    <a:pt x="14979" y="15438"/>
                  </a:cubicBezTo>
                  <a:cubicBezTo>
                    <a:pt x="14979" y="15505"/>
                    <a:pt x="14979" y="15505"/>
                    <a:pt x="14979" y="15505"/>
                  </a:cubicBezTo>
                  <a:cubicBezTo>
                    <a:pt x="14942" y="15438"/>
                    <a:pt x="14942" y="15438"/>
                    <a:pt x="14942" y="15438"/>
                  </a:cubicBezTo>
                  <a:cubicBezTo>
                    <a:pt x="14942" y="15438"/>
                    <a:pt x="14942" y="15438"/>
                    <a:pt x="14942" y="15438"/>
                  </a:cubicBezTo>
                  <a:cubicBezTo>
                    <a:pt x="14905" y="15438"/>
                    <a:pt x="14905" y="15438"/>
                    <a:pt x="14905" y="15438"/>
                  </a:cubicBezTo>
                  <a:cubicBezTo>
                    <a:pt x="14868" y="15438"/>
                    <a:pt x="14868" y="15438"/>
                    <a:pt x="14868" y="15438"/>
                  </a:cubicBezTo>
                  <a:cubicBezTo>
                    <a:pt x="14868" y="15438"/>
                    <a:pt x="14868" y="15438"/>
                    <a:pt x="14868" y="15438"/>
                  </a:cubicBezTo>
                  <a:cubicBezTo>
                    <a:pt x="14831" y="15370"/>
                    <a:pt x="14831" y="15370"/>
                    <a:pt x="14831" y="15370"/>
                  </a:cubicBezTo>
                  <a:cubicBezTo>
                    <a:pt x="14794" y="15370"/>
                    <a:pt x="14794" y="15370"/>
                    <a:pt x="14794" y="15370"/>
                  </a:cubicBezTo>
                  <a:cubicBezTo>
                    <a:pt x="14757" y="15370"/>
                    <a:pt x="14757" y="15370"/>
                    <a:pt x="14757" y="15370"/>
                  </a:cubicBezTo>
                  <a:cubicBezTo>
                    <a:pt x="14757" y="15370"/>
                    <a:pt x="14757" y="15370"/>
                    <a:pt x="14757" y="15370"/>
                  </a:cubicBezTo>
                  <a:cubicBezTo>
                    <a:pt x="14720" y="15370"/>
                    <a:pt x="14720" y="15370"/>
                    <a:pt x="14720" y="15370"/>
                  </a:cubicBezTo>
                  <a:cubicBezTo>
                    <a:pt x="14720" y="15370"/>
                    <a:pt x="14720" y="15370"/>
                    <a:pt x="14720" y="15370"/>
                  </a:cubicBezTo>
                  <a:cubicBezTo>
                    <a:pt x="14683" y="15370"/>
                    <a:pt x="14683" y="15370"/>
                    <a:pt x="14683" y="15370"/>
                  </a:cubicBezTo>
                  <a:cubicBezTo>
                    <a:pt x="14646" y="15370"/>
                    <a:pt x="14646" y="15370"/>
                    <a:pt x="14646" y="15370"/>
                  </a:cubicBezTo>
                  <a:cubicBezTo>
                    <a:pt x="14646" y="15370"/>
                    <a:pt x="14646" y="15370"/>
                    <a:pt x="14646" y="15370"/>
                  </a:cubicBezTo>
                  <a:cubicBezTo>
                    <a:pt x="14646" y="15438"/>
                    <a:pt x="14646" y="15438"/>
                    <a:pt x="14646" y="15438"/>
                  </a:cubicBezTo>
                  <a:cubicBezTo>
                    <a:pt x="14609" y="15438"/>
                    <a:pt x="14609" y="15438"/>
                    <a:pt x="14609" y="15438"/>
                  </a:cubicBezTo>
                  <a:cubicBezTo>
                    <a:pt x="14572" y="15438"/>
                    <a:pt x="14572" y="15438"/>
                    <a:pt x="14572" y="15438"/>
                  </a:cubicBezTo>
                  <a:cubicBezTo>
                    <a:pt x="14535" y="15438"/>
                    <a:pt x="14535" y="15438"/>
                    <a:pt x="14535" y="15438"/>
                  </a:cubicBezTo>
                  <a:cubicBezTo>
                    <a:pt x="14535" y="15438"/>
                    <a:pt x="14535" y="15438"/>
                    <a:pt x="14535" y="15438"/>
                  </a:cubicBezTo>
                  <a:cubicBezTo>
                    <a:pt x="14498" y="15438"/>
                    <a:pt x="14498" y="15438"/>
                    <a:pt x="14498" y="15438"/>
                  </a:cubicBezTo>
                  <a:cubicBezTo>
                    <a:pt x="14498" y="15505"/>
                    <a:pt x="14498" y="15505"/>
                    <a:pt x="14498" y="15505"/>
                  </a:cubicBezTo>
                  <a:cubicBezTo>
                    <a:pt x="14461" y="15505"/>
                    <a:pt x="14461" y="15505"/>
                    <a:pt x="14461" y="15505"/>
                  </a:cubicBezTo>
                  <a:cubicBezTo>
                    <a:pt x="14424" y="15505"/>
                    <a:pt x="14424" y="15505"/>
                    <a:pt x="14424" y="15505"/>
                  </a:cubicBezTo>
                  <a:cubicBezTo>
                    <a:pt x="14424" y="15505"/>
                    <a:pt x="14424" y="15505"/>
                    <a:pt x="14424" y="15505"/>
                  </a:cubicBezTo>
                  <a:cubicBezTo>
                    <a:pt x="14424" y="15505"/>
                    <a:pt x="14424" y="15505"/>
                    <a:pt x="14424" y="15505"/>
                  </a:cubicBezTo>
                  <a:cubicBezTo>
                    <a:pt x="14387" y="15505"/>
                    <a:pt x="14387" y="15505"/>
                    <a:pt x="14387" y="15505"/>
                  </a:cubicBezTo>
                  <a:cubicBezTo>
                    <a:pt x="14350" y="15573"/>
                    <a:pt x="14350" y="15573"/>
                    <a:pt x="14350" y="15573"/>
                  </a:cubicBezTo>
                  <a:cubicBezTo>
                    <a:pt x="14313" y="15573"/>
                    <a:pt x="14313" y="15573"/>
                    <a:pt x="14313" y="15573"/>
                  </a:cubicBezTo>
                  <a:cubicBezTo>
                    <a:pt x="14313" y="15573"/>
                    <a:pt x="14313" y="15573"/>
                    <a:pt x="14313" y="15573"/>
                  </a:cubicBezTo>
                  <a:cubicBezTo>
                    <a:pt x="14313" y="15641"/>
                    <a:pt x="14313" y="15641"/>
                    <a:pt x="14313" y="15641"/>
                  </a:cubicBezTo>
                  <a:cubicBezTo>
                    <a:pt x="14276" y="15709"/>
                    <a:pt x="14276" y="15709"/>
                    <a:pt x="14276" y="15709"/>
                  </a:cubicBezTo>
                  <a:cubicBezTo>
                    <a:pt x="14276" y="15709"/>
                    <a:pt x="14276" y="15709"/>
                    <a:pt x="14276" y="15709"/>
                  </a:cubicBezTo>
                  <a:cubicBezTo>
                    <a:pt x="14276" y="15776"/>
                    <a:pt x="14276" y="15776"/>
                    <a:pt x="14276" y="15776"/>
                  </a:cubicBezTo>
                  <a:cubicBezTo>
                    <a:pt x="14276" y="15776"/>
                    <a:pt x="14276" y="15776"/>
                    <a:pt x="14276" y="15776"/>
                  </a:cubicBezTo>
                  <a:cubicBezTo>
                    <a:pt x="14276" y="15844"/>
                    <a:pt x="14276" y="15844"/>
                    <a:pt x="14276" y="15844"/>
                  </a:cubicBezTo>
                  <a:cubicBezTo>
                    <a:pt x="14276" y="15844"/>
                    <a:pt x="14276" y="15844"/>
                    <a:pt x="14276" y="15844"/>
                  </a:cubicBezTo>
                  <a:cubicBezTo>
                    <a:pt x="14313" y="15844"/>
                    <a:pt x="14313" y="15844"/>
                    <a:pt x="14313" y="15844"/>
                  </a:cubicBezTo>
                  <a:cubicBezTo>
                    <a:pt x="14350" y="15844"/>
                    <a:pt x="14350" y="15844"/>
                    <a:pt x="14350" y="15844"/>
                  </a:cubicBezTo>
                  <a:cubicBezTo>
                    <a:pt x="14350" y="15844"/>
                    <a:pt x="14350" y="15844"/>
                    <a:pt x="14350" y="15844"/>
                  </a:cubicBezTo>
                  <a:cubicBezTo>
                    <a:pt x="14387" y="15844"/>
                    <a:pt x="14387" y="15844"/>
                    <a:pt x="14387" y="15844"/>
                  </a:cubicBezTo>
                  <a:cubicBezTo>
                    <a:pt x="14387" y="15912"/>
                    <a:pt x="14387" y="15912"/>
                    <a:pt x="14387" y="15912"/>
                  </a:cubicBezTo>
                  <a:cubicBezTo>
                    <a:pt x="14424" y="15912"/>
                    <a:pt x="14424" y="15912"/>
                    <a:pt x="14424" y="15912"/>
                  </a:cubicBezTo>
                  <a:cubicBezTo>
                    <a:pt x="14424" y="15979"/>
                    <a:pt x="14424" y="15979"/>
                    <a:pt x="14424" y="15979"/>
                  </a:cubicBezTo>
                  <a:cubicBezTo>
                    <a:pt x="14424" y="15979"/>
                    <a:pt x="14424" y="15979"/>
                    <a:pt x="14424" y="15979"/>
                  </a:cubicBezTo>
                  <a:cubicBezTo>
                    <a:pt x="14461" y="16047"/>
                    <a:pt x="14461" y="16047"/>
                    <a:pt x="14461" y="16047"/>
                  </a:cubicBezTo>
                  <a:cubicBezTo>
                    <a:pt x="14424" y="16115"/>
                    <a:pt x="14424" y="16115"/>
                    <a:pt x="14424" y="16115"/>
                  </a:cubicBezTo>
                  <a:cubicBezTo>
                    <a:pt x="14424" y="16115"/>
                    <a:pt x="14424" y="16115"/>
                    <a:pt x="14424" y="16115"/>
                  </a:cubicBezTo>
                  <a:cubicBezTo>
                    <a:pt x="14387" y="16183"/>
                    <a:pt x="14387" y="16183"/>
                    <a:pt x="14387" y="16183"/>
                  </a:cubicBezTo>
                  <a:cubicBezTo>
                    <a:pt x="14387" y="16250"/>
                    <a:pt x="14387" y="16250"/>
                    <a:pt x="14387" y="16250"/>
                  </a:cubicBezTo>
                  <a:cubicBezTo>
                    <a:pt x="14387" y="16250"/>
                    <a:pt x="14387" y="16250"/>
                    <a:pt x="14387" y="16250"/>
                  </a:cubicBezTo>
                  <a:cubicBezTo>
                    <a:pt x="14350" y="16318"/>
                    <a:pt x="14350" y="16318"/>
                    <a:pt x="14350" y="16318"/>
                  </a:cubicBezTo>
                  <a:cubicBezTo>
                    <a:pt x="14350" y="16386"/>
                    <a:pt x="14350" y="16386"/>
                    <a:pt x="14350" y="16386"/>
                  </a:cubicBezTo>
                  <a:cubicBezTo>
                    <a:pt x="14350" y="16386"/>
                    <a:pt x="14350" y="16386"/>
                    <a:pt x="14350" y="16386"/>
                  </a:cubicBezTo>
                  <a:cubicBezTo>
                    <a:pt x="14350" y="16453"/>
                    <a:pt x="14350" y="16453"/>
                    <a:pt x="14350" y="16453"/>
                  </a:cubicBezTo>
                  <a:cubicBezTo>
                    <a:pt x="14350" y="16521"/>
                    <a:pt x="14350" y="16521"/>
                    <a:pt x="14350" y="16521"/>
                  </a:cubicBezTo>
                  <a:cubicBezTo>
                    <a:pt x="14387" y="16521"/>
                    <a:pt x="14387" y="16521"/>
                    <a:pt x="14387" y="16521"/>
                  </a:cubicBezTo>
                  <a:cubicBezTo>
                    <a:pt x="14387" y="16589"/>
                    <a:pt x="14387" y="16589"/>
                    <a:pt x="14387" y="16589"/>
                  </a:cubicBezTo>
                  <a:cubicBezTo>
                    <a:pt x="14350" y="16589"/>
                    <a:pt x="14350" y="16589"/>
                    <a:pt x="14350" y="16589"/>
                  </a:cubicBezTo>
                  <a:cubicBezTo>
                    <a:pt x="14350" y="16657"/>
                    <a:pt x="14350" y="16657"/>
                    <a:pt x="14350" y="16657"/>
                  </a:cubicBezTo>
                  <a:cubicBezTo>
                    <a:pt x="14387" y="16657"/>
                    <a:pt x="14387" y="16657"/>
                    <a:pt x="14387" y="16657"/>
                  </a:cubicBezTo>
                  <a:cubicBezTo>
                    <a:pt x="14387" y="16792"/>
                    <a:pt x="14387" y="16792"/>
                    <a:pt x="14387" y="16792"/>
                  </a:cubicBezTo>
                  <a:cubicBezTo>
                    <a:pt x="14350" y="16792"/>
                    <a:pt x="14350" y="16792"/>
                    <a:pt x="14350" y="16792"/>
                  </a:cubicBezTo>
                  <a:cubicBezTo>
                    <a:pt x="14350" y="16860"/>
                    <a:pt x="14350" y="16860"/>
                    <a:pt x="14350" y="16860"/>
                  </a:cubicBezTo>
                  <a:cubicBezTo>
                    <a:pt x="14387" y="16860"/>
                    <a:pt x="14387" y="16860"/>
                    <a:pt x="14387" y="16860"/>
                  </a:cubicBezTo>
                  <a:cubicBezTo>
                    <a:pt x="14387" y="16860"/>
                    <a:pt x="14387" y="16860"/>
                    <a:pt x="14387" y="16860"/>
                  </a:cubicBezTo>
                  <a:cubicBezTo>
                    <a:pt x="14387" y="16860"/>
                    <a:pt x="14387" y="16860"/>
                    <a:pt x="14387" y="16860"/>
                  </a:cubicBezTo>
                  <a:cubicBezTo>
                    <a:pt x="14424" y="16860"/>
                    <a:pt x="14424" y="16860"/>
                    <a:pt x="14424" y="16860"/>
                  </a:cubicBezTo>
                  <a:cubicBezTo>
                    <a:pt x="14424" y="16927"/>
                    <a:pt x="14424" y="16927"/>
                    <a:pt x="14424" y="16927"/>
                  </a:cubicBezTo>
                  <a:cubicBezTo>
                    <a:pt x="14424" y="16995"/>
                    <a:pt x="14424" y="16995"/>
                    <a:pt x="14424" y="16995"/>
                  </a:cubicBezTo>
                  <a:cubicBezTo>
                    <a:pt x="14387" y="17063"/>
                    <a:pt x="14387" y="17063"/>
                    <a:pt x="14387" y="17063"/>
                  </a:cubicBezTo>
                  <a:cubicBezTo>
                    <a:pt x="14313" y="17063"/>
                    <a:pt x="14313" y="17063"/>
                    <a:pt x="14313" y="17063"/>
                  </a:cubicBezTo>
                  <a:cubicBezTo>
                    <a:pt x="14276" y="17063"/>
                    <a:pt x="14276" y="17063"/>
                    <a:pt x="14276" y="17063"/>
                  </a:cubicBezTo>
                  <a:cubicBezTo>
                    <a:pt x="14202" y="17198"/>
                    <a:pt x="14202" y="17198"/>
                    <a:pt x="14202" y="17198"/>
                  </a:cubicBezTo>
                  <a:cubicBezTo>
                    <a:pt x="14202" y="17198"/>
                    <a:pt x="14202" y="17198"/>
                    <a:pt x="14202" y="17198"/>
                  </a:cubicBezTo>
                  <a:cubicBezTo>
                    <a:pt x="14165" y="17198"/>
                    <a:pt x="14165" y="17198"/>
                    <a:pt x="14165" y="17198"/>
                  </a:cubicBezTo>
                  <a:cubicBezTo>
                    <a:pt x="14128" y="17198"/>
                    <a:pt x="14128" y="17198"/>
                    <a:pt x="14128" y="17198"/>
                  </a:cubicBezTo>
                  <a:cubicBezTo>
                    <a:pt x="14091" y="17198"/>
                    <a:pt x="14091" y="17198"/>
                    <a:pt x="14091" y="17198"/>
                  </a:cubicBezTo>
                  <a:cubicBezTo>
                    <a:pt x="14091" y="17198"/>
                    <a:pt x="14091" y="17198"/>
                    <a:pt x="14091" y="17198"/>
                  </a:cubicBezTo>
                  <a:cubicBezTo>
                    <a:pt x="14054" y="17131"/>
                    <a:pt x="14054" y="17131"/>
                    <a:pt x="14054" y="17131"/>
                  </a:cubicBezTo>
                  <a:cubicBezTo>
                    <a:pt x="14054" y="17198"/>
                    <a:pt x="14054" y="17198"/>
                    <a:pt x="14054" y="17198"/>
                  </a:cubicBezTo>
                  <a:cubicBezTo>
                    <a:pt x="14017" y="17131"/>
                    <a:pt x="14017" y="17131"/>
                    <a:pt x="14017" y="17131"/>
                  </a:cubicBezTo>
                  <a:cubicBezTo>
                    <a:pt x="13980" y="17131"/>
                    <a:pt x="13980" y="17131"/>
                    <a:pt x="13980" y="17131"/>
                  </a:cubicBezTo>
                  <a:cubicBezTo>
                    <a:pt x="13906" y="17131"/>
                    <a:pt x="13906" y="17131"/>
                    <a:pt x="13906" y="17131"/>
                  </a:cubicBezTo>
                  <a:cubicBezTo>
                    <a:pt x="13906" y="17131"/>
                    <a:pt x="13906" y="17131"/>
                    <a:pt x="13906" y="17131"/>
                  </a:cubicBezTo>
                  <a:cubicBezTo>
                    <a:pt x="13869" y="17198"/>
                    <a:pt x="13869" y="17198"/>
                    <a:pt x="13869" y="17198"/>
                  </a:cubicBezTo>
                  <a:cubicBezTo>
                    <a:pt x="13832" y="17198"/>
                    <a:pt x="13832" y="17198"/>
                    <a:pt x="13832" y="17198"/>
                  </a:cubicBezTo>
                  <a:cubicBezTo>
                    <a:pt x="13832" y="17198"/>
                    <a:pt x="13832" y="17198"/>
                    <a:pt x="13832" y="17198"/>
                  </a:cubicBezTo>
                  <a:cubicBezTo>
                    <a:pt x="13795" y="17198"/>
                    <a:pt x="13795" y="17198"/>
                    <a:pt x="13795" y="17198"/>
                  </a:cubicBezTo>
                  <a:cubicBezTo>
                    <a:pt x="13795" y="17198"/>
                    <a:pt x="13795" y="17198"/>
                    <a:pt x="13795" y="17198"/>
                  </a:cubicBezTo>
                  <a:cubicBezTo>
                    <a:pt x="13758" y="17131"/>
                    <a:pt x="13758" y="17131"/>
                    <a:pt x="13758" y="17131"/>
                  </a:cubicBezTo>
                  <a:cubicBezTo>
                    <a:pt x="13721" y="17063"/>
                    <a:pt x="13721" y="17063"/>
                    <a:pt x="13721" y="17063"/>
                  </a:cubicBezTo>
                  <a:cubicBezTo>
                    <a:pt x="13684" y="17063"/>
                    <a:pt x="13684" y="17063"/>
                    <a:pt x="13684" y="17063"/>
                  </a:cubicBezTo>
                  <a:cubicBezTo>
                    <a:pt x="13647" y="17131"/>
                    <a:pt x="13647" y="17131"/>
                    <a:pt x="13647" y="17131"/>
                  </a:cubicBezTo>
                  <a:cubicBezTo>
                    <a:pt x="13647" y="17063"/>
                    <a:pt x="13647" y="17063"/>
                    <a:pt x="13647" y="17063"/>
                  </a:cubicBezTo>
                  <a:cubicBezTo>
                    <a:pt x="13610" y="17063"/>
                    <a:pt x="13610" y="17063"/>
                    <a:pt x="13610" y="17063"/>
                  </a:cubicBezTo>
                  <a:cubicBezTo>
                    <a:pt x="13573" y="17131"/>
                    <a:pt x="13573" y="17131"/>
                    <a:pt x="13573" y="17131"/>
                  </a:cubicBezTo>
                  <a:cubicBezTo>
                    <a:pt x="13573" y="17198"/>
                    <a:pt x="13573" y="17198"/>
                    <a:pt x="13573" y="17198"/>
                  </a:cubicBezTo>
                  <a:cubicBezTo>
                    <a:pt x="13536" y="17198"/>
                    <a:pt x="13536" y="17198"/>
                    <a:pt x="13536" y="17198"/>
                  </a:cubicBezTo>
                  <a:cubicBezTo>
                    <a:pt x="13499" y="17266"/>
                    <a:pt x="13499" y="17266"/>
                    <a:pt x="13499" y="17266"/>
                  </a:cubicBezTo>
                  <a:cubicBezTo>
                    <a:pt x="13499" y="17334"/>
                    <a:pt x="13499" y="17334"/>
                    <a:pt x="13499" y="17334"/>
                  </a:cubicBezTo>
                  <a:cubicBezTo>
                    <a:pt x="13499" y="17334"/>
                    <a:pt x="13499" y="17334"/>
                    <a:pt x="13499" y="17334"/>
                  </a:cubicBezTo>
                  <a:cubicBezTo>
                    <a:pt x="13463" y="17401"/>
                    <a:pt x="13463" y="17401"/>
                    <a:pt x="13463" y="17401"/>
                  </a:cubicBezTo>
                  <a:cubicBezTo>
                    <a:pt x="13426" y="17401"/>
                    <a:pt x="13426" y="17401"/>
                    <a:pt x="13426" y="17401"/>
                  </a:cubicBezTo>
                  <a:cubicBezTo>
                    <a:pt x="13352" y="17401"/>
                    <a:pt x="13352" y="17401"/>
                    <a:pt x="13352" y="17401"/>
                  </a:cubicBezTo>
                  <a:cubicBezTo>
                    <a:pt x="13352" y="17469"/>
                    <a:pt x="13352" y="17469"/>
                    <a:pt x="13352" y="17469"/>
                  </a:cubicBezTo>
                  <a:cubicBezTo>
                    <a:pt x="13315" y="17469"/>
                    <a:pt x="13315" y="17469"/>
                    <a:pt x="13315" y="17469"/>
                  </a:cubicBezTo>
                  <a:cubicBezTo>
                    <a:pt x="13278" y="17469"/>
                    <a:pt x="13278" y="17469"/>
                    <a:pt x="13278" y="17469"/>
                  </a:cubicBezTo>
                  <a:cubicBezTo>
                    <a:pt x="13204" y="17537"/>
                    <a:pt x="13204" y="17537"/>
                    <a:pt x="13204" y="17537"/>
                  </a:cubicBezTo>
                  <a:cubicBezTo>
                    <a:pt x="13204" y="17605"/>
                    <a:pt x="13204" y="17605"/>
                    <a:pt x="13204" y="17605"/>
                  </a:cubicBezTo>
                  <a:cubicBezTo>
                    <a:pt x="13167" y="17605"/>
                    <a:pt x="13167" y="17605"/>
                    <a:pt x="13167" y="17605"/>
                  </a:cubicBezTo>
                  <a:cubicBezTo>
                    <a:pt x="13130" y="17605"/>
                    <a:pt x="13130" y="17605"/>
                    <a:pt x="13130" y="17605"/>
                  </a:cubicBezTo>
                  <a:cubicBezTo>
                    <a:pt x="13093" y="17605"/>
                    <a:pt x="13093" y="17605"/>
                    <a:pt x="13093" y="17605"/>
                  </a:cubicBezTo>
                  <a:cubicBezTo>
                    <a:pt x="13093" y="17605"/>
                    <a:pt x="13093" y="17605"/>
                    <a:pt x="13093" y="17605"/>
                  </a:cubicBezTo>
                  <a:cubicBezTo>
                    <a:pt x="13056" y="17605"/>
                    <a:pt x="13056" y="17605"/>
                    <a:pt x="13056" y="17605"/>
                  </a:cubicBezTo>
                  <a:cubicBezTo>
                    <a:pt x="12945" y="17605"/>
                    <a:pt x="12945" y="17605"/>
                    <a:pt x="12945" y="17605"/>
                  </a:cubicBezTo>
                  <a:cubicBezTo>
                    <a:pt x="12871" y="17605"/>
                    <a:pt x="12871" y="17605"/>
                    <a:pt x="12871" y="17605"/>
                  </a:cubicBezTo>
                  <a:cubicBezTo>
                    <a:pt x="12797" y="17605"/>
                    <a:pt x="12797" y="17605"/>
                    <a:pt x="12797" y="17605"/>
                  </a:cubicBezTo>
                  <a:cubicBezTo>
                    <a:pt x="12797" y="17605"/>
                    <a:pt x="12797" y="17605"/>
                    <a:pt x="12797" y="17605"/>
                  </a:cubicBezTo>
                  <a:cubicBezTo>
                    <a:pt x="12760" y="17537"/>
                    <a:pt x="12760" y="17537"/>
                    <a:pt x="12760" y="17537"/>
                  </a:cubicBezTo>
                  <a:cubicBezTo>
                    <a:pt x="12723" y="17537"/>
                    <a:pt x="12723" y="17537"/>
                    <a:pt x="12723" y="17537"/>
                  </a:cubicBezTo>
                  <a:cubicBezTo>
                    <a:pt x="12723" y="17537"/>
                    <a:pt x="12723" y="17537"/>
                    <a:pt x="12723" y="17537"/>
                  </a:cubicBezTo>
                  <a:cubicBezTo>
                    <a:pt x="12686" y="17469"/>
                    <a:pt x="12686" y="17469"/>
                    <a:pt x="12686" y="17469"/>
                  </a:cubicBezTo>
                  <a:cubicBezTo>
                    <a:pt x="12649" y="17401"/>
                    <a:pt x="12649" y="17401"/>
                    <a:pt x="12649" y="17401"/>
                  </a:cubicBezTo>
                  <a:cubicBezTo>
                    <a:pt x="12649" y="17401"/>
                    <a:pt x="12649" y="17401"/>
                    <a:pt x="12649" y="17401"/>
                  </a:cubicBezTo>
                  <a:cubicBezTo>
                    <a:pt x="12612" y="17401"/>
                    <a:pt x="12612" y="17401"/>
                    <a:pt x="12612" y="17401"/>
                  </a:cubicBezTo>
                  <a:cubicBezTo>
                    <a:pt x="12575" y="17401"/>
                    <a:pt x="12575" y="17401"/>
                    <a:pt x="12575" y="17401"/>
                  </a:cubicBezTo>
                  <a:cubicBezTo>
                    <a:pt x="12501" y="17334"/>
                    <a:pt x="12501" y="17334"/>
                    <a:pt x="12501" y="17334"/>
                  </a:cubicBezTo>
                  <a:cubicBezTo>
                    <a:pt x="12464" y="17266"/>
                    <a:pt x="12464" y="17266"/>
                    <a:pt x="12464" y="17266"/>
                  </a:cubicBezTo>
                  <a:cubicBezTo>
                    <a:pt x="12427" y="17266"/>
                    <a:pt x="12427" y="17266"/>
                    <a:pt x="12427" y="17266"/>
                  </a:cubicBezTo>
                  <a:cubicBezTo>
                    <a:pt x="12353" y="17266"/>
                    <a:pt x="12353" y="17266"/>
                    <a:pt x="12353" y="17266"/>
                  </a:cubicBezTo>
                  <a:cubicBezTo>
                    <a:pt x="12316" y="17266"/>
                    <a:pt x="12316" y="17266"/>
                    <a:pt x="12316" y="17266"/>
                  </a:cubicBezTo>
                  <a:cubicBezTo>
                    <a:pt x="12279" y="17266"/>
                    <a:pt x="12279" y="17266"/>
                    <a:pt x="12279" y="17266"/>
                  </a:cubicBezTo>
                  <a:cubicBezTo>
                    <a:pt x="12242" y="17266"/>
                    <a:pt x="12242" y="17266"/>
                    <a:pt x="12242" y="17266"/>
                  </a:cubicBezTo>
                  <a:cubicBezTo>
                    <a:pt x="12205" y="17266"/>
                    <a:pt x="12205" y="17266"/>
                    <a:pt x="12205" y="17266"/>
                  </a:cubicBezTo>
                  <a:cubicBezTo>
                    <a:pt x="12131" y="17266"/>
                    <a:pt x="12131" y="17266"/>
                    <a:pt x="12131" y="17266"/>
                  </a:cubicBezTo>
                  <a:cubicBezTo>
                    <a:pt x="12094" y="17334"/>
                    <a:pt x="12094" y="17334"/>
                    <a:pt x="12094" y="17334"/>
                  </a:cubicBezTo>
                  <a:cubicBezTo>
                    <a:pt x="12057" y="17401"/>
                    <a:pt x="12057" y="17401"/>
                    <a:pt x="12057" y="17401"/>
                  </a:cubicBezTo>
                  <a:cubicBezTo>
                    <a:pt x="12057" y="17401"/>
                    <a:pt x="12057" y="17401"/>
                    <a:pt x="12057" y="17401"/>
                  </a:cubicBezTo>
                  <a:cubicBezTo>
                    <a:pt x="12020" y="17401"/>
                    <a:pt x="12020" y="17401"/>
                    <a:pt x="12020" y="17401"/>
                  </a:cubicBezTo>
                  <a:cubicBezTo>
                    <a:pt x="11983" y="17401"/>
                    <a:pt x="11983" y="17401"/>
                    <a:pt x="11983" y="17401"/>
                  </a:cubicBezTo>
                  <a:cubicBezTo>
                    <a:pt x="11983" y="17401"/>
                    <a:pt x="11983" y="17401"/>
                    <a:pt x="11983" y="17401"/>
                  </a:cubicBezTo>
                  <a:cubicBezTo>
                    <a:pt x="11946" y="17401"/>
                    <a:pt x="11946" y="17401"/>
                    <a:pt x="11946" y="17401"/>
                  </a:cubicBezTo>
                  <a:cubicBezTo>
                    <a:pt x="11909" y="17401"/>
                    <a:pt x="11909" y="17401"/>
                    <a:pt x="11909" y="17401"/>
                  </a:cubicBezTo>
                  <a:cubicBezTo>
                    <a:pt x="11909" y="17401"/>
                    <a:pt x="11909" y="17401"/>
                    <a:pt x="11909" y="17401"/>
                  </a:cubicBezTo>
                  <a:cubicBezTo>
                    <a:pt x="11835" y="17334"/>
                    <a:pt x="11835" y="17334"/>
                    <a:pt x="11835" y="17334"/>
                  </a:cubicBezTo>
                  <a:cubicBezTo>
                    <a:pt x="11798" y="17334"/>
                    <a:pt x="11798" y="17334"/>
                    <a:pt x="11798" y="17334"/>
                  </a:cubicBezTo>
                  <a:cubicBezTo>
                    <a:pt x="11798" y="17334"/>
                    <a:pt x="11798" y="17334"/>
                    <a:pt x="11798" y="17334"/>
                  </a:cubicBezTo>
                  <a:cubicBezTo>
                    <a:pt x="11761" y="17266"/>
                    <a:pt x="11761" y="17266"/>
                    <a:pt x="11761" y="17266"/>
                  </a:cubicBezTo>
                  <a:cubicBezTo>
                    <a:pt x="11724" y="17266"/>
                    <a:pt x="11724" y="17266"/>
                    <a:pt x="11724" y="17266"/>
                  </a:cubicBezTo>
                  <a:cubicBezTo>
                    <a:pt x="11724" y="17266"/>
                    <a:pt x="11724" y="17266"/>
                    <a:pt x="11724" y="17266"/>
                  </a:cubicBezTo>
                  <a:cubicBezTo>
                    <a:pt x="11724" y="17198"/>
                    <a:pt x="11724" y="17198"/>
                    <a:pt x="11724" y="17198"/>
                  </a:cubicBezTo>
                  <a:cubicBezTo>
                    <a:pt x="11687" y="17131"/>
                    <a:pt x="11687" y="17131"/>
                    <a:pt x="11687" y="17131"/>
                  </a:cubicBezTo>
                  <a:cubicBezTo>
                    <a:pt x="11687" y="17131"/>
                    <a:pt x="11687" y="17131"/>
                    <a:pt x="11687" y="17131"/>
                  </a:cubicBezTo>
                  <a:cubicBezTo>
                    <a:pt x="11687" y="17063"/>
                    <a:pt x="11687" y="17063"/>
                    <a:pt x="11687" y="17063"/>
                  </a:cubicBezTo>
                  <a:cubicBezTo>
                    <a:pt x="11650" y="16995"/>
                    <a:pt x="11650" y="16995"/>
                    <a:pt x="11650" y="16995"/>
                  </a:cubicBezTo>
                  <a:cubicBezTo>
                    <a:pt x="11650" y="16995"/>
                    <a:pt x="11650" y="16995"/>
                    <a:pt x="11650" y="16995"/>
                  </a:cubicBezTo>
                  <a:cubicBezTo>
                    <a:pt x="11650" y="16927"/>
                    <a:pt x="11650" y="16927"/>
                    <a:pt x="11650" y="16927"/>
                  </a:cubicBezTo>
                  <a:cubicBezTo>
                    <a:pt x="11613" y="16927"/>
                    <a:pt x="11613" y="16927"/>
                    <a:pt x="11613" y="16927"/>
                  </a:cubicBezTo>
                  <a:cubicBezTo>
                    <a:pt x="11576" y="16927"/>
                    <a:pt x="11576" y="16927"/>
                    <a:pt x="11576" y="16927"/>
                  </a:cubicBezTo>
                  <a:cubicBezTo>
                    <a:pt x="11539" y="16927"/>
                    <a:pt x="11539" y="16927"/>
                    <a:pt x="11539" y="16927"/>
                  </a:cubicBezTo>
                  <a:cubicBezTo>
                    <a:pt x="11502" y="16927"/>
                    <a:pt x="11502" y="16927"/>
                    <a:pt x="11502" y="16927"/>
                  </a:cubicBezTo>
                  <a:cubicBezTo>
                    <a:pt x="11465" y="16927"/>
                    <a:pt x="11465" y="16927"/>
                    <a:pt x="11465" y="16927"/>
                  </a:cubicBezTo>
                  <a:cubicBezTo>
                    <a:pt x="11465" y="16860"/>
                    <a:pt x="11465" y="16860"/>
                    <a:pt x="11465" y="16860"/>
                  </a:cubicBezTo>
                  <a:cubicBezTo>
                    <a:pt x="11428" y="16860"/>
                    <a:pt x="11428" y="16860"/>
                    <a:pt x="11428" y="16860"/>
                  </a:cubicBezTo>
                  <a:cubicBezTo>
                    <a:pt x="11354" y="16860"/>
                    <a:pt x="11354" y="16860"/>
                    <a:pt x="11354" y="16860"/>
                  </a:cubicBezTo>
                  <a:cubicBezTo>
                    <a:pt x="11317" y="16860"/>
                    <a:pt x="11317" y="16860"/>
                    <a:pt x="11317" y="16860"/>
                  </a:cubicBezTo>
                  <a:cubicBezTo>
                    <a:pt x="11280" y="16792"/>
                    <a:pt x="11280" y="16792"/>
                    <a:pt x="11280" y="16792"/>
                  </a:cubicBezTo>
                  <a:cubicBezTo>
                    <a:pt x="11280" y="16792"/>
                    <a:pt x="11280" y="16792"/>
                    <a:pt x="11280" y="16792"/>
                  </a:cubicBezTo>
                  <a:cubicBezTo>
                    <a:pt x="11243" y="16792"/>
                    <a:pt x="11243" y="16792"/>
                    <a:pt x="11243" y="16792"/>
                  </a:cubicBezTo>
                  <a:cubicBezTo>
                    <a:pt x="11206" y="16724"/>
                    <a:pt x="11206" y="16724"/>
                    <a:pt x="11206" y="16724"/>
                  </a:cubicBezTo>
                  <a:cubicBezTo>
                    <a:pt x="11169" y="16724"/>
                    <a:pt x="11169" y="16724"/>
                    <a:pt x="11169" y="16724"/>
                  </a:cubicBezTo>
                  <a:cubicBezTo>
                    <a:pt x="11132" y="16724"/>
                    <a:pt x="11132" y="16724"/>
                    <a:pt x="11132" y="16724"/>
                  </a:cubicBezTo>
                  <a:cubicBezTo>
                    <a:pt x="11132" y="16724"/>
                    <a:pt x="11132" y="16724"/>
                    <a:pt x="11132" y="16724"/>
                  </a:cubicBezTo>
                  <a:cubicBezTo>
                    <a:pt x="11132" y="16792"/>
                    <a:pt x="11132" y="16792"/>
                    <a:pt x="11132" y="16792"/>
                  </a:cubicBezTo>
                  <a:cubicBezTo>
                    <a:pt x="11132" y="16860"/>
                    <a:pt x="11132" y="16860"/>
                    <a:pt x="11132" y="16860"/>
                  </a:cubicBezTo>
                  <a:cubicBezTo>
                    <a:pt x="11132" y="16860"/>
                    <a:pt x="11132" y="16860"/>
                    <a:pt x="11132" y="16860"/>
                  </a:cubicBezTo>
                  <a:cubicBezTo>
                    <a:pt x="11095" y="16860"/>
                    <a:pt x="11095" y="16860"/>
                    <a:pt x="11095" y="16860"/>
                  </a:cubicBezTo>
                  <a:cubicBezTo>
                    <a:pt x="11058" y="16860"/>
                    <a:pt x="11058" y="16860"/>
                    <a:pt x="11058" y="16860"/>
                  </a:cubicBezTo>
                  <a:cubicBezTo>
                    <a:pt x="11058" y="16927"/>
                    <a:pt x="11058" y="16927"/>
                    <a:pt x="11058" y="16927"/>
                  </a:cubicBezTo>
                  <a:cubicBezTo>
                    <a:pt x="11058" y="16995"/>
                    <a:pt x="11058" y="16995"/>
                    <a:pt x="11058" y="16995"/>
                  </a:cubicBezTo>
                  <a:cubicBezTo>
                    <a:pt x="11021" y="17063"/>
                    <a:pt x="11021" y="17063"/>
                    <a:pt x="11021" y="17063"/>
                  </a:cubicBezTo>
                  <a:cubicBezTo>
                    <a:pt x="11021" y="17198"/>
                    <a:pt x="11021" y="17198"/>
                    <a:pt x="11021" y="17198"/>
                  </a:cubicBezTo>
                  <a:cubicBezTo>
                    <a:pt x="11021" y="17266"/>
                    <a:pt x="11021" y="17266"/>
                    <a:pt x="11021" y="17266"/>
                  </a:cubicBezTo>
                  <a:cubicBezTo>
                    <a:pt x="11095" y="17266"/>
                    <a:pt x="11095" y="17266"/>
                    <a:pt x="11095" y="17266"/>
                  </a:cubicBezTo>
                  <a:cubicBezTo>
                    <a:pt x="11095" y="17266"/>
                    <a:pt x="11095" y="17266"/>
                    <a:pt x="11095" y="17266"/>
                  </a:cubicBezTo>
                  <a:cubicBezTo>
                    <a:pt x="11132" y="17334"/>
                    <a:pt x="11132" y="17334"/>
                    <a:pt x="11132" y="17334"/>
                  </a:cubicBezTo>
                  <a:cubicBezTo>
                    <a:pt x="11132" y="17334"/>
                    <a:pt x="11132" y="17334"/>
                    <a:pt x="11132" y="17334"/>
                  </a:cubicBezTo>
                  <a:cubicBezTo>
                    <a:pt x="11132" y="17469"/>
                    <a:pt x="11132" y="17469"/>
                    <a:pt x="11132" y="17469"/>
                  </a:cubicBezTo>
                  <a:cubicBezTo>
                    <a:pt x="11132" y="17537"/>
                    <a:pt x="11132" y="17537"/>
                    <a:pt x="11132" y="17537"/>
                  </a:cubicBezTo>
                  <a:cubicBezTo>
                    <a:pt x="11169" y="17537"/>
                    <a:pt x="11169" y="17537"/>
                    <a:pt x="11169" y="17537"/>
                  </a:cubicBezTo>
                  <a:cubicBezTo>
                    <a:pt x="11169" y="17605"/>
                    <a:pt x="11169" y="17605"/>
                    <a:pt x="11169" y="17605"/>
                  </a:cubicBezTo>
                  <a:cubicBezTo>
                    <a:pt x="11132" y="17672"/>
                    <a:pt x="11132" y="17672"/>
                    <a:pt x="11132" y="17672"/>
                  </a:cubicBezTo>
                  <a:cubicBezTo>
                    <a:pt x="11095" y="17672"/>
                    <a:pt x="11095" y="17672"/>
                    <a:pt x="11095" y="17672"/>
                  </a:cubicBezTo>
                  <a:cubicBezTo>
                    <a:pt x="11058" y="17672"/>
                    <a:pt x="11058" y="17672"/>
                    <a:pt x="11058" y="17672"/>
                  </a:cubicBezTo>
                  <a:cubicBezTo>
                    <a:pt x="11058" y="17672"/>
                    <a:pt x="11058" y="17672"/>
                    <a:pt x="11058" y="17672"/>
                  </a:cubicBezTo>
                  <a:cubicBezTo>
                    <a:pt x="11021" y="17672"/>
                    <a:pt x="11021" y="17672"/>
                    <a:pt x="11021" y="17672"/>
                  </a:cubicBezTo>
                  <a:cubicBezTo>
                    <a:pt x="10984" y="17672"/>
                    <a:pt x="10984" y="17672"/>
                    <a:pt x="10984" y="17672"/>
                  </a:cubicBezTo>
                  <a:cubicBezTo>
                    <a:pt x="10910" y="17672"/>
                    <a:pt x="10910" y="17672"/>
                    <a:pt x="10910" y="17672"/>
                  </a:cubicBezTo>
                  <a:cubicBezTo>
                    <a:pt x="10910" y="17672"/>
                    <a:pt x="10910" y="17672"/>
                    <a:pt x="10910" y="17672"/>
                  </a:cubicBezTo>
                  <a:cubicBezTo>
                    <a:pt x="10873" y="17672"/>
                    <a:pt x="10873" y="17672"/>
                    <a:pt x="10873" y="17672"/>
                  </a:cubicBezTo>
                  <a:cubicBezTo>
                    <a:pt x="10836" y="17672"/>
                    <a:pt x="10836" y="17672"/>
                    <a:pt x="10836" y="17672"/>
                  </a:cubicBezTo>
                  <a:cubicBezTo>
                    <a:pt x="10800" y="17672"/>
                    <a:pt x="10800" y="17672"/>
                    <a:pt x="10800" y="17672"/>
                  </a:cubicBezTo>
                  <a:cubicBezTo>
                    <a:pt x="10763" y="17672"/>
                    <a:pt x="10763" y="17672"/>
                    <a:pt x="10763" y="17672"/>
                  </a:cubicBezTo>
                  <a:cubicBezTo>
                    <a:pt x="10726" y="17740"/>
                    <a:pt x="10726" y="17740"/>
                    <a:pt x="10726" y="17740"/>
                  </a:cubicBezTo>
                  <a:cubicBezTo>
                    <a:pt x="10726" y="17740"/>
                    <a:pt x="10726" y="17740"/>
                    <a:pt x="10726" y="17740"/>
                  </a:cubicBezTo>
                  <a:cubicBezTo>
                    <a:pt x="10652" y="17672"/>
                    <a:pt x="10652" y="17672"/>
                    <a:pt x="10652" y="17672"/>
                  </a:cubicBezTo>
                  <a:cubicBezTo>
                    <a:pt x="10615" y="17672"/>
                    <a:pt x="10615" y="17672"/>
                    <a:pt x="10615" y="17672"/>
                  </a:cubicBezTo>
                  <a:cubicBezTo>
                    <a:pt x="10541" y="17537"/>
                    <a:pt x="10541" y="17537"/>
                    <a:pt x="10541" y="17537"/>
                  </a:cubicBezTo>
                  <a:cubicBezTo>
                    <a:pt x="10541" y="17537"/>
                    <a:pt x="10541" y="17537"/>
                    <a:pt x="10541" y="17537"/>
                  </a:cubicBezTo>
                  <a:cubicBezTo>
                    <a:pt x="10541" y="17469"/>
                    <a:pt x="10541" y="17469"/>
                    <a:pt x="10541" y="17469"/>
                  </a:cubicBezTo>
                  <a:cubicBezTo>
                    <a:pt x="10541" y="17469"/>
                    <a:pt x="10541" y="17469"/>
                    <a:pt x="10541" y="17469"/>
                  </a:cubicBezTo>
                  <a:cubicBezTo>
                    <a:pt x="10467" y="17469"/>
                    <a:pt x="10467" y="17469"/>
                    <a:pt x="10467" y="17469"/>
                  </a:cubicBezTo>
                  <a:cubicBezTo>
                    <a:pt x="10467" y="17469"/>
                    <a:pt x="10467" y="17469"/>
                    <a:pt x="10467" y="17469"/>
                  </a:cubicBezTo>
                  <a:cubicBezTo>
                    <a:pt x="10430" y="17469"/>
                    <a:pt x="10430" y="17469"/>
                    <a:pt x="10430" y="17469"/>
                  </a:cubicBezTo>
                  <a:cubicBezTo>
                    <a:pt x="10393" y="17469"/>
                    <a:pt x="10393" y="17469"/>
                    <a:pt x="10393" y="17469"/>
                  </a:cubicBezTo>
                  <a:cubicBezTo>
                    <a:pt x="10356" y="17469"/>
                    <a:pt x="10356" y="17469"/>
                    <a:pt x="10356" y="17469"/>
                  </a:cubicBezTo>
                  <a:cubicBezTo>
                    <a:pt x="10356" y="17469"/>
                    <a:pt x="10356" y="17469"/>
                    <a:pt x="10356" y="17469"/>
                  </a:cubicBezTo>
                  <a:cubicBezTo>
                    <a:pt x="10356" y="17401"/>
                    <a:pt x="10356" y="17401"/>
                    <a:pt x="10356" y="17401"/>
                  </a:cubicBezTo>
                  <a:cubicBezTo>
                    <a:pt x="10319" y="17401"/>
                    <a:pt x="10319" y="17401"/>
                    <a:pt x="10319" y="17401"/>
                  </a:cubicBezTo>
                  <a:cubicBezTo>
                    <a:pt x="10319" y="17401"/>
                    <a:pt x="10319" y="17401"/>
                    <a:pt x="10319" y="17401"/>
                  </a:cubicBezTo>
                  <a:cubicBezTo>
                    <a:pt x="10282" y="17401"/>
                    <a:pt x="10282" y="17401"/>
                    <a:pt x="10282" y="17401"/>
                  </a:cubicBezTo>
                  <a:cubicBezTo>
                    <a:pt x="10245" y="17401"/>
                    <a:pt x="10245" y="17401"/>
                    <a:pt x="10245" y="17401"/>
                  </a:cubicBezTo>
                  <a:cubicBezTo>
                    <a:pt x="10245" y="17401"/>
                    <a:pt x="10245" y="17401"/>
                    <a:pt x="10245" y="17401"/>
                  </a:cubicBezTo>
                  <a:cubicBezTo>
                    <a:pt x="10208" y="17401"/>
                    <a:pt x="10208" y="17401"/>
                    <a:pt x="10208" y="17401"/>
                  </a:cubicBezTo>
                  <a:cubicBezTo>
                    <a:pt x="10134" y="17401"/>
                    <a:pt x="10134" y="17401"/>
                    <a:pt x="10134" y="17401"/>
                  </a:cubicBezTo>
                  <a:cubicBezTo>
                    <a:pt x="10097" y="17469"/>
                    <a:pt x="10097" y="17469"/>
                    <a:pt x="10097" y="17469"/>
                  </a:cubicBezTo>
                  <a:cubicBezTo>
                    <a:pt x="10097" y="17537"/>
                    <a:pt x="10097" y="17537"/>
                    <a:pt x="10097" y="17537"/>
                  </a:cubicBezTo>
                  <a:cubicBezTo>
                    <a:pt x="10060" y="17537"/>
                    <a:pt x="10060" y="17537"/>
                    <a:pt x="10060" y="17537"/>
                  </a:cubicBezTo>
                  <a:cubicBezTo>
                    <a:pt x="10023" y="17537"/>
                    <a:pt x="10023" y="17537"/>
                    <a:pt x="10023" y="17537"/>
                  </a:cubicBezTo>
                  <a:cubicBezTo>
                    <a:pt x="10023" y="17537"/>
                    <a:pt x="10023" y="17537"/>
                    <a:pt x="10023" y="17537"/>
                  </a:cubicBezTo>
                  <a:cubicBezTo>
                    <a:pt x="10023" y="17537"/>
                    <a:pt x="10023" y="17537"/>
                    <a:pt x="10023" y="17537"/>
                  </a:cubicBezTo>
                  <a:cubicBezTo>
                    <a:pt x="10023" y="17605"/>
                    <a:pt x="10023" y="17605"/>
                    <a:pt x="10023" y="17605"/>
                  </a:cubicBezTo>
                  <a:cubicBezTo>
                    <a:pt x="10023" y="17605"/>
                    <a:pt x="10023" y="17605"/>
                    <a:pt x="10023" y="17605"/>
                  </a:cubicBezTo>
                  <a:cubicBezTo>
                    <a:pt x="9986" y="17672"/>
                    <a:pt x="9986" y="17672"/>
                    <a:pt x="9986" y="17672"/>
                  </a:cubicBezTo>
                  <a:cubicBezTo>
                    <a:pt x="9949" y="17672"/>
                    <a:pt x="9949" y="17672"/>
                    <a:pt x="9949" y="17672"/>
                  </a:cubicBezTo>
                  <a:cubicBezTo>
                    <a:pt x="9949" y="17740"/>
                    <a:pt x="9949" y="17740"/>
                    <a:pt x="9949" y="17740"/>
                  </a:cubicBezTo>
                  <a:cubicBezTo>
                    <a:pt x="9949" y="17740"/>
                    <a:pt x="9949" y="17740"/>
                    <a:pt x="9949" y="17740"/>
                  </a:cubicBezTo>
                  <a:cubicBezTo>
                    <a:pt x="9875" y="17808"/>
                    <a:pt x="9875" y="17808"/>
                    <a:pt x="9875" y="17808"/>
                  </a:cubicBezTo>
                  <a:cubicBezTo>
                    <a:pt x="9875" y="17875"/>
                    <a:pt x="9875" y="17875"/>
                    <a:pt x="9875" y="17875"/>
                  </a:cubicBezTo>
                  <a:cubicBezTo>
                    <a:pt x="9875" y="17875"/>
                    <a:pt x="9875" y="17875"/>
                    <a:pt x="9875" y="17875"/>
                  </a:cubicBezTo>
                  <a:cubicBezTo>
                    <a:pt x="9838" y="17943"/>
                    <a:pt x="9838" y="17943"/>
                    <a:pt x="9838" y="17943"/>
                  </a:cubicBezTo>
                  <a:cubicBezTo>
                    <a:pt x="9801" y="18011"/>
                    <a:pt x="9801" y="18011"/>
                    <a:pt x="9801" y="18011"/>
                  </a:cubicBezTo>
                  <a:cubicBezTo>
                    <a:pt x="9801" y="18011"/>
                    <a:pt x="9801" y="18011"/>
                    <a:pt x="9801" y="18011"/>
                  </a:cubicBezTo>
                  <a:cubicBezTo>
                    <a:pt x="9727" y="18011"/>
                    <a:pt x="9727" y="18011"/>
                    <a:pt x="9727" y="18011"/>
                  </a:cubicBezTo>
                  <a:cubicBezTo>
                    <a:pt x="9690" y="18011"/>
                    <a:pt x="9690" y="18011"/>
                    <a:pt x="9690" y="18011"/>
                  </a:cubicBezTo>
                  <a:cubicBezTo>
                    <a:pt x="9653" y="18146"/>
                    <a:pt x="9653" y="18146"/>
                    <a:pt x="9653" y="18146"/>
                  </a:cubicBezTo>
                  <a:cubicBezTo>
                    <a:pt x="9653" y="18146"/>
                    <a:pt x="9653" y="18146"/>
                    <a:pt x="9653" y="18146"/>
                  </a:cubicBezTo>
                  <a:cubicBezTo>
                    <a:pt x="9653" y="18146"/>
                    <a:pt x="9653" y="18146"/>
                    <a:pt x="9653" y="18146"/>
                  </a:cubicBezTo>
                  <a:cubicBezTo>
                    <a:pt x="9616" y="18146"/>
                    <a:pt x="9616" y="18146"/>
                    <a:pt x="9616" y="18146"/>
                  </a:cubicBezTo>
                  <a:cubicBezTo>
                    <a:pt x="9579" y="18146"/>
                    <a:pt x="9579" y="18146"/>
                    <a:pt x="9579" y="18146"/>
                  </a:cubicBezTo>
                  <a:cubicBezTo>
                    <a:pt x="9579" y="18078"/>
                    <a:pt x="9579" y="18078"/>
                    <a:pt x="9579" y="18078"/>
                  </a:cubicBezTo>
                  <a:cubicBezTo>
                    <a:pt x="9542" y="18078"/>
                    <a:pt x="9542" y="18078"/>
                    <a:pt x="9542" y="18078"/>
                  </a:cubicBezTo>
                  <a:cubicBezTo>
                    <a:pt x="9505" y="18011"/>
                    <a:pt x="9505" y="18011"/>
                    <a:pt x="9505" y="18011"/>
                  </a:cubicBezTo>
                  <a:cubicBezTo>
                    <a:pt x="9468" y="18011"/>
                    <a:pt x="9468" y="18011"/>
                    <a:pt x="9468" y="18011"/>
                  </a:cubicBezTo>
                  <a:cubicBezTo>
                    <a:pt x="9468" y="17943"/>
                    <a:pt x="9468" y="17943"/>
                    <a:pt x="9468" y="17943"/>
                  </a:cubicBezTo>
                  <a:cubicBezTo>
                    <a:pt x="9468" y="17875"/>
                    <a:pt x="9468" y="17875"/>
                    <a:pt x="9468" y="17875"/>
                  </a:cubicBezTo>
                  <a:cubicBezTo>
                    <a:pt x="9468" y="17875"/>
                    <a:pt x="9468" y="17875"/>
                    <a:pt x="9468" y="17875"/>
                  </a:cubicBezTo>
                  <a:cubicBezTo>
                    <a:pt x="9431" y="17943"/>
                    <a:pt x="9431" y="17943"/>
                    <a:pt x="9431" y="17943"/>
                  </a:cubicBezTo>
                  <a:cubicBezTo>
                    <a:pt x="9394" y="17943"/>
                    <a:pt x="9394" y="17943"/>
                    <a:pt x="9394" y="17943"/>
                  </a:cubicBezTo>
                  <a:cubicBezTo>
                    <a:pt x="9357" y="17943"/>
                    <a:pt x="9357" y="17943"/>
                    <a:pt x="9357" y="17943"/>
                  </a:cubicBezTo>
                  <a:cubicBezTo>
                    <a:pt x="9283" y="18011"/>
                    <a:pt x="9283" y="18011"/>
                    <a:pt x="9283" y="18011"/>
                  </a:cubicBezTo>
                  <a:cubicBezTo>
                    <a:pt x="9283" y="18011"/>
                    <a:pt x="9283" y="18011"/>
                    <a:pt x="9283" y="18011"/>
                  </a:cubicBezTo>
                  <a:cubicBezTo>
                    <a:pt x="9246" y="18011"/>
                    <a:pt x="9246" y="18011"/>
                    <a:pt x="9246" y="18011"/>
                  </a:cubicBezTo>
                  <a:cubicBezTo>
                    <a:pt x="9246" y="18011"/>
                    <a:pt x="9246" y="18011"/>
                    <a:pt x="9246" y="18011"/>
                  </a:cubicBezTo>
                  <a:cubicBezTo>
                    <a:pt x="9209" y="18011"/>
                    <a:pt x="9209" y="18011"/>
                    <a:pt x="9209" y="18011"/>
                  </a:cubicBezTo>
                  <a:cubicBezTo>
                    <a:pt x="9172" y="18011"/>
                    <a:pt x="9172" y="18011"/>
                    <a:pt x="9172" y="18011"/>
                  </a:cubicBezTo>
                  <a:cubicBezTo>
                    <a:pt x="9172" y="18011"/>
                    <a:pt x="9172" y="18011"/>
                    <a:pt x="9172" y="18011"/>
                  </a:cubicBezTo>
                  <a:cubicBezTo>
                    <a:pt x="9172" y="17943"/>
                    <a:pt x="9172" y="17943"/>
                    <a:pt x="9172" y="17943"/>
                  </a:cubicBezTo>
                  <a:cubicBezTo>
                    <a:pt x="9172" y="17943"/>
                    <a:pt x="9172" y="17943"/>
                    <a:pt x="9172" y="17943"/>
                  </a:cubicBezTo>
                  <a:cubicBezTo>
                    <a:pt x="9172" y="17875"/>
                    <a:pt x="9172" y="17875"/>
                    <a:pt x="9172" y="17875"/>
                  </a:cubicBezTo>
                  <a:cubicBezTo>
                    <a:pt x="9172" y="17875"/>
                    <a:pt x="9172" y="17875"/>
                    <a:pt x="9172" y="17875"/>
                  </a:cubicBezTo>
                  <a:cubicBezTo>
                    <a:pt x="9172" y="17808"/>
                    <a:pt x="9172" y="17808"/>
                    <a:pt x="9172" y="17808"/>
                  </a:cubicBezTo>
                  <a:cubicBezTo>
                    <a:pt x="9135" y="17808"/>
                    <a:pt x="9135" y="17808"/>
                    <a:pt x="9135" y="17808"/>
                  </a:cubicBezTo>
                  <a:cubicBezTo>
                    <a:pt x="9135" y="17808"/>
                    <a:pt x="9135" y="17808"/>
                    <a:pt x="9135" y="17808"/>
                  </a:cubicBezTo>
                  <a:cubicBezTo>
                    <a:pt x="9098" y="17740"/>
                    <a:pt x="9098" y="17740"/>
                    <a:pt x="9098" y="17740"/>
                  </a:cubicBezTo>
                  <a:cubicBezTo>
                    <a:pt x="9061" y="17740"/>
                    <a:pt x="9061" y="17740"/>
                    <a:pt x="9061" y="17740"/>
                  </a:cubicBezTo>
                  <a:cubicBezTo>
                    <a:pt x="9024" y="17740"/>
                    <a:pt x="9024" y="17740"/>
                    <a:pt x="9024" y="17740"/>
                  </a:cubicBezTo>
                  <a:cubicBezTo>
                    <a:pt x="9024" y="17672"/>
                    <a:pt x="9024" y="17672"/>
                    <a:pt x="9024" y="17672"/>
                  </a:cubicBezTo>
                  <a:cubicBezTo>
                    <a:pt x="8987" y="17605"/>
                    <a:pt x="8987" y="17605"/>
                    <a:pt x="8987" y="17605"/>
                  </a:cubicBezTo>
                  <a:cubicBezTo>
                    <a:pt x="8950" y="17537"/>
                    <a:pt x="8950" y="17537"/>
                    <a:pt x="8950" y="17537"/>
                  </a:cubicBezTo>
                  <a:cubicBezTo>
                    <a:pt x="8876" y="17537"/>
                    <a:pt x="8876" y="17537"/>
                    <a:pt x="8876" y="17537"/>
                  </a:cubicBezTo>
                  <a:cubicBezTo>
                    <a:pt x="8839" y="17537"/>
                    <a:pt x="8839" y="17537"/>
                    <a:pt x="8839" y="17537"/>
                  </a:cubicBezTo>
                  <a:cubicBezTo>
                    <a:pt x="8765" y="17537"/>
                    <a:pt x="8765" y="17537"/>
                    <a:pt x="8765" y="17537"/>
                  </a:cubicBezTo>
                  <a:cubicBezTo>
                    <a:pt x="8765" y="17537"/>
                    <a:pt x="8765" y="17537"/>
                    <a:pt x="8765" y="17537"/>
                  </a:cubicBezTo>
                  <a:cubicBezTo>
                    <a:pt x="8802" y="17605"/>
                    <a:pt x="8802" y="17605"/>
                    <a:pt x="8802" y="17605"/>
                  </a:cubicBezTo>
                  <a:cubicBezTo>
                    <a:pt x="8765" y="17605"/>
                    <a:pt x="8765" y="17605"/>
                    <a:pt x="8765" y="17605"/>
                  </a:cubicBezTo>
                  <a:cubicBezTo>
                    <a:pt x="8728" y="17605"/>
                    <a:pt x="8728" y="17605"/>
                    <a:pt x="8728" y="17605"/>
                  </a:cubicBezTo>
                  <a:cubicBezTo>
                    <a:pt x="8728" y="17605"/>
                    <a:pt x="8728" y="17605"/>
                    <a:pt x="8728" y="17605"/>
                  </a:cubicBezTo>
                  <a:cubicBezTo>
                    <a:pt x="8691" y="17672"/>
                    <a:pt x="8691" y="17672"/>
                    <a:pt x="8691" y="17672"/>
                  </a:cubicBezTo>
                  <a:cubicBezTo>
                    <a:pt x="8654" y="17605"/>
                    <a:pt x="8654" y="17605"/>
                    <a:pt x="8654" y="17605"/>
                  </a:cubicBezTo>
                  <a:cubicBezTo>
                    <a:pt x="8617" y="17605"/>
                    <a:pt x="8617" y="17605"/>
                    <a:pt x="8617" y="17605"/>
                  </a:cubicBezTo>
                  <a:cubicBezTo>
                    <a:pt x="8580" y="17672"/>
                    <a:pt x="8580" y="17672"/>
                    <a:pt x="8580" y="17672"/>
                  </a:cubicBezTo>
                  <a:cubicBezTo>
                    <a:pt x="8580" y="17672"/>
                    <a:pt x="8580" y="17672"/>
                    <a:pt x="8580" y="17672"/>
                  </a:cubicBezTo>
                  <a:cubicBezTo>
                    <a:pt x="8543" y="17605"/>
                    <a:pt x="8543" y="17605"/>
                    <a:pt x="8543" y="17605"/>
                  </a:cubicBezTo>
                  <a:cubicBezTo>
                    <a:pt x="8506" y="17605"/>
                    <a:pt x="8506" y="17605"/>
                    <a:pt x="8506" y="17605"/>
                  </a:cubicBezTo>
                  <a:cubicBezTo>
                    <a:pt x="8506" y="17537"/>
                    <a:pt x="8506" y="17537"/>
                    <a:pt x="8506" y="17537"/>
                  </a:cubicBezTo>
                  <a:cubicBezTo>
                    <a:pt x="8506" y="17537"/>
                    <a:pt x="8506" y="17537"/>
                    <a:pt x="8506" y="17537"/>
                  </a:cubicBezTo>
                  <a:cubicBezTo>
                    <a:pt x="8469" y="17469"/>
                    <a:pt x="8469" y="17469"/>
                    <a:pt x="8469" y="17469"/>
                  </a:cubicBezTo>
                  <a:cubicBezTo>
                    <a:pt x="8432" y="17469"/>
                    <a:pt x="8432" y="17469"/>
                    <a:pt x="8432" y="17469"/>
                  </a:cubicBezTo>
                  <a:cubicBezTo>
                    <a:pt x="8432" y="17537"/>
                    <a:pt x="8432" y="17537"/>
                    <a:pt x="8432" y="17537"/>
                  </a:cubicBezTo>
                  <a:cubicBezTo>
                    <a:pt x="8432" y="17537"/>
                    <a:pt x="8432" y="17537"/>
                    <a:pt x="8432" y="17537"/>
                  </a:cubicBezTo>
                  <a:cubicBezTo>
                    <a:pt x="8432" y="17605"/>
                    <a:pt x="8432" y="17605"/>
                    <a:pt x="8432" y="17605"/>
                  </a:cubicBezTo>
                  <a:cubicBezTo>
                    <a:pt x="8395" y="17605"/>
                    <a:pt x="8395" y="17605"/>
                    <a:pt x="8395" y="17605"/>
                  </a:cubicBezTo>
                  <a:cubicBezTo>
                    <a:pt x="8358" y="17605"/>
                    <a:pt x="8358" y="17605"/>
                    <a:pt x="8358" y="17605"/>
                  </a:cubicBezTo>
                  <a:cubicBezTo>
                    <a:pt x="7952" y="16792"/>
                    <a:pt x="7952" y="16792"/>
                    <a:pt x="7952" y="16792"/>
                  </a:cubicBezTo>
                  <a:cubicBezTo>
                    <a:pt x="7656" y="16453"/>
                    <a:pt x="7656" y="16453"/>
                    <a:pt x="7656" y="16453"/>
                  </a:cubicBezTo>
                  <a:cubicBezTo>
                    <a:pt x="7656" y="16386"/>
                    <a:pt x="7656" y="16386"/>
                    <a:pt x="7656" y="16386"/>
                  </a:cubicBezTo>
                  <a:cubicBezTo>
                    <a:pt x="7693" y="16386"/>
                    <a:pt x="7693" y="16386"/>
                    <a:pt x="7693" y="16386"/>
                  </a:cubicBezTo>
                  <a:cubicBezTo>
                    <a:pt x="7693" y="16318"/>
                    <a:pt x="7693" y="16318"/>
                    <a:pt x="7693" y="16318"/>
                  </a:cubicBezTo>
                  <a:cubicBezTo>
                    <a:pt x="7693" y="16318"/>
                    <a:pt x="7693" y="16318"/>
                    <a:pt x="7693" y="16318"/>
                  </a:cubicBezTo>
                  <a:cubicBezTo>
                    <a:pt x="7693" y="16250"/>
                    <a:pt x="7693" y="16250"/>
                    <a:pt x="7693" y="16250"/>
                  </a:cubicBezTo>
                  <a:cubicBezTo>
                    <a:pt x="7656" y="16318"/>
                    <a:pt x="7656" y="16318"/>
                    <a:pt x="7656" y="16318"/>
                  </a:cubicBezTo>
                  <a:cubicBezTo>
                    <a:pt x="7619" y="16318"/>
                    <a:pt x="7619" y="16318"/>
                    <a:pt x="7619" y="16318"/>
                  </a:cubicBezTo>
                  <a:cubicBezTo>
                    <a:pt x="7582" y="16318"/>
                    <a:pt x="7582" y="16318"/>
                    <a:pt x="7582" y="16318"/>
                  </a:cubicBezTo>
                  <a:cubicBezTo>
                    <a:pt x="7582" y="16386"/>
                    <a:pt x="7582" y="16386"/>
                    <a:pt x="7582" y="16386"/>
                  </a:cubicBezTo>
                  <a:cubicBezTo>
                    <a:pt x="7545" y="16453"/>
                    <a:pt x="7545" y="16453"/>
                    <a:pt x="7545" y="16453"/>
                  </a:cubicBezTo>
                  <a:cubicBezTo>
                    <a:pt x="7508" y="16453"/>
                    <a:pt x="7508" y="16453"/>
                    <a:pt x="7508" y="16453"/>
                  </a:cubicBezTo>
                  <a:cubicBezTo>
                    <a:pt x="7508" y="16521"/>
                    <a:pt x="7508" y="16521"/>
                    <a:pt x="7508" y="16521"/>
                  </a:cubicBezTo>
                  <a:cubicBezTo>
                    <a:pt x="7471" y="16521"/>
                    <a:pt x="7471" y="16521"/>
                    <a:pt x="7471" y="16521"/>
                  </a:cubicBezTo>
                  <a:cubicBezTo>
                    <a:pt x="7471" y="16589"/>
                    <a:pt x="7471" y="16589"/>
                    <a:pt x="7471" y="16589"/>
                  </a:cubicBezTo>
                  <a:cubicBezTo>
                    <a:pt x="7397" y="16589"/>
                    <a:pt x="7397" y="16589"/>
                    <a:pt x="7397" y="16589"/>
                  </a:cubicBezTo>
                  <a:cubicBezTo>
                    <a:pt x="7360" y="16589"/>
                    <a:pt x="7360" y="16589"/>
                    <a:pt x="7360" y="16589"/>
                  </a:cubicBezTo>
                  <a:cubicBezTo>
                    <a:pt x="7397" y="16657"/>
                    <a:pt x="7397" y="16657"/>
                    <a:pt x="7397" y="16657"/>
                  </a:cubicBezTo>
                  <a:cubicBezTo>
                    <a:pt x="7360" y="16724"/>
                    <a:pt x="7360" y="16724"/>
                    <a:pt x="7360" y="16724"/>
                  </a:cubicBezTo>
                  <a:cubicBezTo>
                    <a:pt x="7360" y="16657"/>
                    <a:pt x="7360" y="16657"/>
                    <a:pt x="7360" y="16657"/>
                  </a:cubicBezTo>
                  <a:cubicBezTo>
                    <a:pt x="7286" y="16657"/>
                    <a:pt x="7286" y="16657"/>
                    <a:pt x="7286" y="16657"/>
                  </a:cubicBezTo>
                  <a:cubicBezTo>
                    <a:pt x="7249" y="16657"/>
                    <a:pt x="7249" y="16657"/>
                    <a:pt x="7249" y="16657"/>
                  </a:cubicBezTo>
                  <a:cubicBezTo>
                    <a:pt x="7212" y="16724"/>
                    <a:pt x="7212" y="16724"/>
                    <a:pt x="7212" y="16724"/>
                  </a:cubicBezTo>
                  <a:cubicBezTo>
                    <a:pt x="7212" y="16724"/>
                    <a:pt x="7212" y="16724"/>
                    <a:pt x="7212" y="16724"/>
                  </a:cubicBezTo>
                  <a:cubicBezTo>
                    <a:pt x="7175" y="16657"/>
                    <a:pt x="7175" y="16657"/>
                    <a:pt x="7175" y="16657"/>
                  </a:cubicBezTo>
                  <a:cubicBezTo>
                    <a:pt x="7175" y="16589"/>
                    <a:pt x="7175" y="16589"/>
                    <a:pt x="7175" y="16589"/>
                  </a:cubicBezTo>
                  <a:cubicBezTo>
                    <a:pt x="7212" y="16589"/>
                    <a:pt x="7212" y="16589"/>
                    <a:pt x="7212" y="16589"/>
                  </a:cubicBezTo>
                  <a:cubicBezTo>
                    <a:pt x="7212" y="16521"/>
                    <a:pt x="7212" y="16521"/>
                    <a:pt x="7212" y="16521"/>
                  </a:cubicBezTo>
                  <a:cubicBezTo>
                    <a:pt x="7212" y="16521"/>
                    <a:pt x="7212" y="16521"/>
                    <a:pt x="7212" y="16521"/>
                  </a:cubicBezTo>
                  <a:cubicBezTo>
                    <a:pt x="7175" y="16521"/>
                    <a:pt x="7175" y="16521"/>
                    <a:pt x="7175" y="16521"/>
                  </a:cubicBezTo>
                  <a:cubicBezTo>
                    <a:pt x="7138" y="16521"/>
                    <a:pt x="7138" y="16521"/>
                    <a:pt x="7138" y="16521"/>
                  </a:cubicBezTo>
                  <a:cubicBezTo>
                    <a:pt x="7101" y="16453"/>
                    <a:pt x="7101" y="16453"/>
                    <a:pt x="7101" y="16453"/>
                  </a:cubicBezTo>
                  <a:cubicBezTo>
                    <a:pt x="7064" y="16453"/>
                    <a:pt x="7064" y="16453"/>
                    <a:pt x="7064" y="16453"/>
                  </a:cubicBezTo>
                  <a:cubicBezTo>
                    <a:pt x="7064" y="16521"/>
                    <a:pt x="7064" y="16521"/>
                    <a:pt x="7064" y="16521"/>
                  </a:cubicBezTo>
                  <a:cubicBezTo>
                    <a:pt x="7064" y="16521"/>
                    <a:pt x="7064" y="16521"/>
                    <a:pt x="7064" y="16521"/>
                  </a:cubicBezTo>
                  <a:cubicBezTo>
                    <a:pt x="7064" y="16589"/>
                    <a:pt x="7064" y="16589"/>
                    <a:pt x="7064" y="16589"/>
                  </a:cubicBezTo>
                  <a:cubicBezTo>
                    <a:pt x="7027" y="16589"/>
                    <a:pt x="7027" y="16589"/>
                    <a:pt x="7027" y="16589"/>
                  </a:cubicBezTo>
                  <a:cubicBezTo>
                    <a:pt x="7027" y="16521"/>
                    <a:pt x="7027" y="16521"/>
                    <a:pt x="7027" y="16521"/>
                  </a:cubicBezTo>
                  <a:cubicBezTo>
                    <a:pt x="7027" y="16453"/>
                    <a:pt x="7027" y="16453"/>
                    <a:pt x="7027" y="16453"/>
                  </a:cubicBezTo>
                  <a:cubicBezTo>
                    <a:pt x="6953" y="16386"/>
                    <a:pt x="6953" y="16386"/>
                    <a:pt x="6953" y="16386"/>
                  </a:cubicBezTo>
                  <a:cubicBezTo>
                    <a:pt x="6953" y="16386"/>
                    <a:pt x="6953" y="16386"/>
                    <a:pt x="6953" y="16386"/>
                  </a:cubicBezTo>
                  <a:cubicBezTo>
                    <a:pt x="6953" y="16453"/>
                    <a:pt x="6953" y="16453"/>
                    <a:pt x="6953" y="16453"/>
                  </a:cubicBezTo>
                  <a:cubicBezTo>
                    <a:pt x="6953" y="16453"/>
                    <a:pt x="6953" y="16453"/>
                    <a:pt x="6953" y="16453"/>
                  </a:cubicBezTo>
                  <a:cubicBezTo>
                    <a:pt x="6916" y="16453"/>
                    <a:pt x="6916" y="16453"/>
                    <a:pt x="6916" y="16453"/>
                  </a:cubicBezTo>
                  <a:cubicBezTo>
                    <a:pt x="6916" y="16386"/>
                    <a:pt x="6916" y="16386"/>
                    <a:pt x="6916" y="16386"/>
                  </a:cubicBezTo>
                  <a:cubicBezTo>
                    <a:pt x="6916" y="16453"/>
                    <a:pt x="6916" y="16453"/>
                    <a:pt x="6916" y="16453"/>
                  </a:cubicBezTo>
                  <a:cubicBezTo>
                    <a:pt x="6879" y="16453"/>
                    <a:pt x="6879" y="16453"/>
                    <a:pt x="6879" y="16453"/>
                  </a:cubicBezTo>
                  <a:cubicBezTo>
                    <a:pt x="6879" y="16453"/>
                    <a:pt x="6879" y="16453"/>
                    <a:pt x="6879" y="16453"/>
                  </a:cubicBezTo>
                  <a:cubicBezTo>
                    <a:pt x="6842" y="16453"/>
                    <a:pt x="6842" y="16453"/>
                    <a:pt x="6842" y="16453"/>
                  </a:cubicBezTo>
                  <a:cubicBezTo>
                    <a:pt x="6805" y="16453"/>
                    <a:pt x="6805" y="16453"/>
                    <a:pt x="6805" y="16453"/>
                  </a:cubicBezTo>
                  <a:cubicBezTo>
                    <a:pt x="6805" y="16453"/>
                    <a:pt x="6805" y="16453"/>
                    <a:pt x="6805" y="16453"/>
                  </a:cubicBezTo>
                  <a:cubicBezTo>
                    <a:pt x="6768" y="16386"/>
                    <a:pt x="6768" y="16386"/>
                    <a:pt x="6768" y="16386"/>
                  </a:cubicBezTo>
                  <a:cubicBezTo>
                    <a:pt x="6805" y="16386"/>
                    <a:pt x="6805" y="16386"/>
                    <a:pt x="6805" y="16386"/>
                  </a:cubicBezTo>
                  <a:cubicBezTo>
                    <a:pt x="6805" y="16386"/>
                    <a:pt x="6805" y="16386"/>
                    <a:pt x="6805" y="16386"/>
                  </a:cubicBezTo>
                  <a:cubicBezTo>
                    <a:pt x="6805" y="16318"/>
                    <a:pt x="6805" y="16318"/>
                    <a:pt x="6805" y="16318"/>
                  </a:cubicBezTo>
                  <a:cubicBezTo>
                    <a:pt x="6805" y="16250"/>
                    <a:pt x="6805" y="16250"/>
                    <a:pt x="6805" y="16250"/>
                  </a:cubicBezTo>
                  <a:cubicBezTo>
                    <a:pt x="6805" y="16250"/>
                    <a:pt x="6805" y="16250"/>
                    <a:pt x="6805" y="16250"/>
                  </a:cubicBezTo>
                  <a:cubicBezTo>
                    <a:pt x="6768" y="16250"/>
                    <a:pt x="6768" y="16250"/>
                    <a:pt x="6768" y="16250"/>
                  </a:cubicBezTo>
                  <a:cubicBezTo>
                    <a:pt x="6768" y="16183"/>
                    <a:pt x="6768" y="16183"/>
                    <a:pt x="6768" y="16183"/>
                  </a:cubicBezTo>
                  <a:cubicBezTo>
                    <a:pt x="6731" y="16115"/>
                    <a:pt x="6731" y="16115"/>
                    <a:pt x="6731" y="16115"/>
                  </a:cubicBezTo>
                  <a:cubicBezTo>
                    <a:pt x="6731" y="16115"/>
                    <a:pt x="6731" y="16115"/>
                    <a:pt x="6731" y="16115"/>
                  </a:cubicBezTo>
                  <a:cubicBezTo>
                    <a:pt x="6731" y="16047"/>
                    <a:pt x="6731" y="16047"/>
                    <a:pt x="6731" y="16047"/>
                  </a:cubicBezTo>
                  <a:cubicBezTo>
                    <a:pt x="6694" y="16047"/>
                    <a:pt x="6694" y="16047"/>
                    <a:pt x="6694" y="16047"/>
                  </a:cubicBezTo>
                  <a:cubicBezTo>
                    <a:pt x="6657" y="16047"/>
                    <a:pt x="6657" y="16047"/>
                    <a:pt x="6657" y="16047"/>
                  </a:cubicBezTo>
                  <a:cubicBezTo>
                    <a:pt x="6620" y="16047"/>
                    <a:pt x="6620" y="16047"/>
                    <a:pt x="6620" y="16047"/>
                  </a:cubicBezTo>
                  <a:cubicBezTo>
                    <a:pt x="6583" y="16047"/>
                    <a:pt x="6583" y="16047"/>
                    <a:pt x="6583" y="16047"/>
                  </a:cubicBezTo>
                  <a:cubicBezTo>
                    <a:pt x="6546" y="16047"/>
                    <a:pt x="6546" y="16047"/>
                    <a:pt x="6546" y="16047"/>
                  </a:cubicBezTo>
                  <a:cubicBezTo>
                    <a:pt x="6472" y="15979"/>
                    <a:pt x="6472" y="15979"/>
                    <a:pt x="6472" y="15979"/>
                  </a:cubicBezTo>
                  <a:cubicBezTo>
                    <a:pt x="6472" y="16047"/>
                    <a:pt x="6472" y="16047"/>
                    <a:pt x="6472" y="16047"/>
                  </a:cubicBezTo>
                  <a:cubicBezTo>
                    <a:pt x="6435" y="15979"/>
                    <a:pt x="6435" y="15979"/>
                    <a:pt x="6435" y="15979"/>
                  </a:cubicBezTo>
                  <a:cubicBezTo>
                    <a:pt x="6398" y="16047"/>
                    <a:pt x="6398" y="16047"/>
                    <a:pt x="6398" y="16047"/>
                  </a:cubicBezTo>
                  <a:cubicBezTo>
                    <a:pt x="6398" y="16115"/>
                    <a:pt x="6398" y="16115"/>
                    <a:pt x="6398" y="16115"/>
                  </a:cubicBezTo>
                  <a:cubicBezTo>
                    <a:pt x="6361" y="16115"/>
                    <a:pt x="6361" y="16115"/>
                    <a:pt x="6361" y="16115"/>
                  </a:cubicBezTo>
                  <a:cubicBezTo>
                    <a:pt x="6361" y="16115"/>
                    <a:pt x="6361" y="16115"/>
                    <a:pt x="6361" y="16115"/>
                  </a:cubicBezTo>
                  <a:cubicBezTo>
                    <a:pt x="6361" y="16183"/>
                    <a:pt x="6361" y="16183"/>
                    <a:pt x="6361" y="16183"/>
                  </a:cubicBezTo>
                  <a:cubicBezTo>
                    <a:pt x="6361" y="16183"/>
                    <a:pt x="6361" y="16183"/>
                    <a:pt x="6361" y="16183"/>
                  </a:cubicBezTo>
                  <a:cubicBezTo>
                    <a:pt x="6324" y="16183"/>
                    <a:pt x="6324" y="16183"/>
                    <a:pt x="6324" y="16183"/>
                  </a:cubicBezTo>
                  <a:cubicBezTo>
                    <a:pt x="6287" y="16183"/>
                    <a:pt x="6287" y="16183"/>
                    <a:pt x="6287" y="16183"/>
                  </a:cubicBezTo>
                  <a:cubicBezTo>
                    <a:pt x="6287" y="16250"/>
                    <a:pt x="6287" y="16250"/>
                    <a:pt x="6287" y="16250"/>
                  </a:cubicBezTo>
                  <a:cubicBezTo>
                    <a:pt x="6250" y="16250"/>
                    <a:pt x="6250" y="16250"/>
                    <a:pt x="6250" y="16250"/>
                  </a:cubicBezTo>
                  <a:cubicBezTo>
                    <a:pt x="6213" y="16250"/>
                    <a:pt x="6213" y="16250"/>
                    <a:pt x="6213" y="16250"/>
                  </a:cubicBezTo>
                  <a:cubicBezTo>
                    <a:pt x="6213" y="16250"/>
                    <a:pt x="6213" y="16250"/>
                    <a:pt x="6213" y="16250"/>
                  </a:cubicBezTo>
                  <a:cubicBezTo>
                    <a:pt x="6139" y="16386"/>
                    <a:pt x="6139" y="16386"/>
                    <a:pt x="6139" y="16386"/>
                  </a:cubicBezTo>
                  <a:cubicBezTo>
                    <a:pt x="6102" y="16386"/>
                    <a:pt x="6102" y="16386"/>
                    <a:pt x="6102" y="16386"/>
                  </a:cubicBezTo>
                  <a:cubicBezTo>
                    <a:pt x="6065" y="16386"/>
                    <a:pt x="6065" y="16386"/>
                    <a:pt x="6065" y="16386"/>
                  </a:cubicBezTo>
                  <a:cubicBezTo>
                    <a:pt x="6028" y="16386"/>
                    <a:pt x="6028" y="16386"/>
                    <a:pt x="6028" y="16386"/>
                  </a:cubicBezTo>
                  <a:cubicBezTo>
                    <a:pt x="6028" y="16386"/>
                    <a:pt x="6028" y="16386"/>
                    <a:pt x="6028" y="16386"/>
                  </a:cubicBezTo>
                  <a:cubicBezTo>
                    <a:pt x="5991" y="16386"/>
                    <a:pt x="5991" y="16386"/>
                    <a:pt x="5991" y="16386"/>
                  </a:cubicBezTo>
                  <a:cubicBezTo>
                    <a:pt x="5991" y="16453"/>
                    <a:pt x="5991" y="16453"/>
                    <a:pt x="5991" y="16453"/>
                  </a:cubicBezTo>
                  <a:cubicBezTo>
                    <a:pt x="5954" y="16453"/>
                    <a:pt x="5954" y="16453"/>
                    <a:pt x="5954" y="16453"/>
                  </a:cubicBezTo>
                  <a:cubicBezTo>
                    <a:pt x="5954" y="16453"/>
                    <a:pt x="5954" y="16453"/>
                    <a:pt x="5954" y="16453"/>
                  </a:cubicBezTo>
                  <a:cubicBezTo>
                    <a:pt x="5954" y="16521"/>
                    <a:pt x="5954" y="16521"/>
                    <a:pt x="5954" y="16521"/>
                  </a:cubicBezTo>
                  <a:cubicBezTo>
                    <a:pt x="5917" y="16521"/>
                    <a:pt x="5917" y="16521"/>
                    <a:pt x="5917" y="16521"/>
                  </a:cubicBezTo>
                  <a:cubicBezTo>
                    <a:pt x="5917" y="16521"/>
                    <a:pt x="5917" y="16521"/>
                    <a:pt x="5917" y="16521"/>
                  </a:cubicBezTo>
                  <a:cubicBezTo>
                    <a:pt x="5880" y="16521"/>
                    <a:pt x="5880" y="16521"/>
                    <a:pt x="5880" y="16521"/>
                  </a:cubicBezTo>
                  <a:cubicBezTo>
                    <a:pt x="5843" y="16521"/>
                    <a:pt x="5843" y="16521"/>
                    <a:pt x="5843" y="16521"/>
                  </a:cubicBezTo>
                  <a:cubicBezTo>
                    <a:pt x="5806" y="16589"/>
                    <a:pt x="5806" y="16589"/>
                    <a:pt x="5806" y="16589"/>
                  </a:cubicBezTo>
                  <a:cubicBezTo>
                    <a:pt x="5769" y="16589"/>
                    <a:pt x="5769" y="16589"/>
                    <a:pt x="5769" y="16589"/>
                  </a:cubicBezTo>
                  <a:cubicBezTo>
                    <a:pt x="5769" y="16657"/>
                    <a:pt x="5769" y="16657"/>
                    <a:pt x="5769" y="16657"/>
                  </a:cubicBezTo>
                  <a:cubicBezTo>
                    <a:pt x="5732" y="16657"/>
                    <a:pt x="5732" y="16657"/>
                    <a:pt x="5732" y="16657"/>
                  </a:cubicBezTo>
                  <a:cubicBezTo>
                    <a:pt x="5695" y="16657"/>
                    <a:pt x="5695" y="16657"/>
                    <a:pt x="5695" y="16657"/>
                  </a:cubicBezTo>
                  <a:cubicBezTo>
                    <a:pt x="5658" y="16657"/>
                    <a:pt x="5658" y="16657"/>
                    <a:pt x="5658" y="16657"/>
                  </a:cubicBezTo>
                  <a:cubicBezTo>
                    <a:pt x="5584" y="16724"/>
                    <a:pt x="5584" y="16724"/>
                    <a:pt x="5584" y="16724"/>
                  </a:cubicBezTo>
                  <a:cubicBezTo>
                    <a:pt x="5584" y="16724"/>
                    <a:pt x="5584" y="16724"/>
                    <a:pt x="5584" y="16724"/>
                  </a:cubicBezTo>
                  <a:cubicBezTo>
                    <a:pt x="5584" y="16792"/>
                    <a:pt x="5584" y="16792"/>
                    <a:pt x="5584" y="16792"/>
                  </a:cubicBezTo>
                  <a:cubicBezTo>
                    <a:pt x="5547" y="16724"/>
                    <a:pt x="5547" y="16724"/>
                    <a:pt x="5547" y="16724"/>
                  </a:cubicBezTo>
                  <a:cubicBezTo>
                    <a:pt x="5510" y="16724"/>
                    <a:pt x="5510" y="16724"/>
                    <a:pt x="5510" y="16724"/>
                  </a:cubicBezTo>
                  <a:cubicBezTo>
                    <a:pt x="5510" y="16724"/>
                    <a:pt x="5510" y="16724"/>
                    <a:pt x="5510" y="16724"/>
                  </a:cubicBezTo>
                  <a:cubicBezTo>
                    <a:pt x="5510" y="16792"/>
                    <a:pt x="5510" y="16792"/>
                    <a:pt x="5510" y="16792"/>
                  </a:cubicBezTo>
                  <a:cubicBezTo>
                    <a:pt x="5473" y="16792"/>
                    <a:pt x="5473" y="16792"/>
                    <a:pt x="5473" y="16792"/>
                  </a:cubicBezTo>
                  <a:cubicBezTo>
                    <a:pt x="5436" y="16792"/>
                    <a:pt x="5436" y="16792"/>
                    <a:pt x="5436" y="16792"/>
                  </a:cubicBezTo>
                  <a:cubicBezTo>
                    <a:pt x="5399" y="16792"/>
                    <a:pt x="5399" y="16792"/>
                    <a:pt x="5399" y="16792"/>
                  </a:cubicBezTo>
                  <a:cubicBezTo>
                    <a:pt x="5399" y="16724"/>
                    <a:pt x="5399" y="16724"/>
                    <a:pt x="5399" y="16724"/>
                  </a:cubicBezTo>
                  <a:cubicBezTo>
                    <a:pt x="5363" y="16724"/>
                    <a:pt x="5363" y="16724"/>
                    <a:pt x="5363" y="16724"/>
                  </a:cubicBezTo>
                  <a:cubicBezTo>
                    <a:pt x="5363" y="16792"/>
                    <a:pt x="5363" y="16792"/>
                    <a:pt x="5363" y="16792"/>
                  </a:cubicBezTo>
                  <a:cubicBezTo>
                    <a:pt x="5326" y="16792"/>
                    <a:pt x="5326" y="16792"/>
                    <a:pt x="5326" y="16792"/>
                  </a:cubicBezTo>
                  <a:cubicBezTo>
                    <a:pt x="5326" y="16792"/>
                    <a:pt x="5326" y="16792"/>
                    <a:pt x="5326" y="16792"/>
                  </a:cubicBezTo>
                  <a:cubicBezTo>
                    <a:pt x="5326" y="16860"/>
                    <a:pt x="5326" y="16860"/>
                    <a:pt x="5326" y="16860"/>
                  </a:cubicBezTo>
                  <a:cubicBezTo>
                    <a:pt x="5326" y="16927"/>
                    <a:pt x="5326" y="16927"/>
                    <a:pt x="5326" y="16927"/>
                  </a:cubicBezTo>
                  <a:cubicBezTo>
                    <a:pt x="5363" y="16927"/>
                    <a:pt x="5363" y="16927"/>
                    <a:pt x="5363" y="16927"/>
                  </a:cubicBezTo>
                  <a:cubicBezTo>
                    <a:pt x="5399" y="16927"/>
                    <a:pt x="5399" y="16927"/>
                    <a:pt x="5399" y="16927"/>
                  </a:cubicBezTo>
                  <a:cubicBezTo>
                    <a:pt x="5399" y="16995"/>
                    <a:pt x="5399" y="16995"/>
                    <a:pt x="5399" y="16995"/>
                  </a:cubicBezTo>
                  <a:cubicBezTo>
                    <a:pt x="5363" y="16995"/>
                    <a:pt x="5363" y="16995"/>
                    <a:pt x="5363" y="16995"/>
                  </a:cubicBezTo>
                  <a:cubicBezTo>
                    <a:pt x="5326" y="16995"/>
                    <a:pt x="5326" y="16995"/>
                    <a:pt x="5326" y="16995"/>
                  </a:cubicBezTo>
                  <a:cubicBezTo>
                    <a:pt x="5363" y="16995"/>
                    <a:pt x="5363" y="16995"/>
                    <a:pt x="5363" y="16995"/>
                  </a:cubicBezTo>
                  <a:cubicBezTo>
                    <a:pt x="5399" y="16995"/>
                    <a:pt x="5399" y="16995"/>
                    <a:pt x="5399" y="16995"/>
                  </a:cubicBezTo>
                  <a:cubicBezTo>
                    <a:pt x="5436" y="17063"/>
                    <a:pt x="5436" y="17063"/>
                    <a:pt x="5436" y="17063"/>
                  </a:cubicBezTo>
                  <a:cubicBezTo>
                    <a:pt x="5436" y="16995"/>
                    <a:pt x="5436" y="16995"/>
                    <a:pt x="5436" y="16995"/>
                  </a:cubicBezTo>
                  <a:cubicBezTo>
                    <a:pt x="5473" y="16995"/>
                    <a:pt x="5473" y="16995"/>
                    <a:pt x="5473" y="16995"/>
                  </a:cubicBezTo>
                  <a:cubicBezTo>
                    <a:pt x="5510" y="17063"/>
                    <a:pt x="5510" y="17063"/>
                    <a:pt x="5510" y="17063"/>
                  </a:cubicBezTo>
                  <a:cubicBezTo>
                    <a:pt x="5510" y="17063"/>
                    <a:pt x="5510" y="17063"/>
                    <a:pt x="5510" y="17063"/>
                  </a:cubicBezTo>
                  <a:cubicBezTo>
                    <a:pt x="5510" y="17131"/>
                    <a:pt x="5510" y="17131"/>
                    <a:pt x="5510" y="17131"/>
                  </a:cubicBezTo>
                  <a:cubicBezTo>
                    <a:pt x="5510" y="17131"/>
                    <a:pt x="5510" y="17131"/>
                    <a:pt x="5510" y="17131"/>
                  </a:cubicBezTo>
                  <a:cubicBezTo>
                    <a:pt x="5473" y="17131"/>
                    <a:pt x="5473" y="17131"/>
                    <a:pt x="5473" y="17131"/>
                  </a:cubicBezTo>
                  <a:cubicBezTo>
                    <a:pt x="5399" y="17131"/>
                    <a:pt x="5399" y="17131"/>
                    <a:pt x="5399" y="17131"/>
                  </a:cubicBezTo>
                  <a:cubicBezTo>
                    <a:pt x="5363" y="17198"/>
                    <a:pt x="5363" y="17198"/>
                    <a:pt x="5363" y="17198"/>
                  </a:cubicBezTo>
                  <a:cubicBezTo>
                    <a:pt x="5326" y="17266"/>
                    <a:pt x="5326" y="17266"/>
                    <a:pt x="5326" y="17266"/>
                  </a:cubicBezTo>
                  <a:cubicBezTo>
                    <a:pt x="5326" y="17334"/>
                    <a:pt x="5326" y="17334"/>
                    <a:pt x="5326" y="17334"/>
                  </a:cubicBezTo>
                  <a:cubicBezTo>
                    <a:pt x="5363" y="17334"/>
                    <a:pt x="5363" y="17334"/>
                    <a:pt x="5363" y="17334"/>
                  </a:cubicBezTo>
                  <a:cubicBezTo>
                    <a:pt x="5363" y="17401"/>
                    <a:pt x="5363" y="17401"/>
                    <a:pt x="5363" y="17401"/>
                  </a:cubicBezTo>
                  <a:cubicBezTo>
                    <a:pt x="5363" y="17469"/>
                    <a:pt x="5363" y="17469"/>
                    <a:pt x="5363" y="17469"/>
                  </a:cubicBezTo>
                  <a:cubicBezTo>
                    <a:pt x="5326" y="17537"/>
                    <a:pt x="5326" y="17537"/>
                    <a:pt x="5326" y="17537"/>
                  </a:cubicBezTo>
                  <a:cubicBezTo>
                    <a:pt x="5326" y="17537"/>
                    <a:pt x="5326" y="17537"/>
                    <a:pt x="5326" y="17537"/>
                  </a:cubicBezTo>
                  <a:cubicBezTo>
                    <a:pt x="5289" y="17537"/>
                    <a:pt x="5289" y="17537"/>
                    <a:pt x="5289" y="17537"/>
                  </a:cubicBezTo>
                  <a:cubicBezTo>
                    <a:pt x="5326" y="17605"/>
                    <a:pt x="5326" y="17605"/>
                    <a:pt x="5326" y="17605"/>
                  </a:cubicBezTo>
                  <a:cubicBezTo>
                    <a:pt x="5326" y="17605"/>
                    <a:pt x="5326" y="17605"/>
                    <a:pt x="5326" y="17605"/>
                  </a:cubicBezTo>
                  <a:cubicBezTo>
                    <a:pt x="5363" y="17605"/>
                    <a:pt x="5363" y="17605"/>
                    <a:pt x="5363" y="17605"/>
                  </a:cubicBezTo>
                  <a:cubicBezTo>
                    <a:pt x="5363" y="17672"/>
                    <a:pt x="5363" y="17672"/>
                    <a:pt x="5363" y="17672"/>
                  </a:cubicBezTo>
                  <a:cubicBezTo>
                    <a:pt x="5399" y="17672"/>
                    <a:pt x="5399" y="17672"/>
                    <a:pt x="5399" y="17672"/>
                  </a:cubicBezTo>
                  <a:cubicBezTo>
                    <a:pt x="5436" y="17740"/>
                    <a:pt x="5436" y="17740"/>
                    <a:pt x="5436" y="17740"/>
                  </a:cubicBezTo>
                  <a:cubicBezTo>
                    <a:pt x="5436" y="17740"/>
                    <a:pt x="5436" y="17740"/>
                    <a:pt x="5436" y="17740"/>
                  </a:cubicBezTo>
                  <a:cubicBezTo>
                    <a:pt x="5510" y="17740"/>
                    <a:pt x="5510" y="17740"/>
                    <a:pt x="5510" y="17740"/>
                  </a:cubicBezTo>
                  <a:cubicBezTo>
                    <a:pt x="5510" y="17740"/>
                    <a:pt x="5510" y="17740"/>
                    <a:pt x="5510" y="17740"/>
                  </a:cubicBezTo>
                  <a:cubicBezTo>
                    <a:pt x="5510" y="18011"/>
                    <a:pt x="5510" y="18011"/>
                    <a:pt x="5510" y="18011"/>
                  </a:cubicBezTo>
                  <a:cubicBezTo>
                    <a:pt x="5510" y="18011"/>
                    <a:pt x="5510" y="18011"/>
                    <a:pt x="5510" y="18011"/>
                  </a:cubicBezTo>
                  <a:cubicBezTo>
                    <a:pt x="5436" y="18078"/>
                    <a:pt x="5436" y="18078"/>
                    <a:pt x="5436" y="18078"/>
                  </a:cubicBezTo>
                  <a:cubicBezTo>
                    <a:pt x="5399" y="18078"/>
                    <a:pt x="5399" y="18078"/>
                    <a:pt x="5399" y="18078"/>
                  </a:cubicBezTo>
                  <a:cubicBezTo>
                    <a:pt x="5363" y="18011"/>
                    <a:pt x="5363" y="18011"/>
                    <a:pt x="5363" y="18011"/>
                  </a:cubicBezTo>
                  <a:cubicBezTo>
                    <a:pt x="5326" y="18011"/>
                    <a:pt x="5326" y="18011"/>
                    <a:pt x="5326" y="18011"/>
                  </a:cubicBezTo>
                  <a:cubicBezTo>
                    <a:pt x="5326" y="18078"/>
                    <a:pt x="5326" y="18078"/>
                    <a:pt x="5326" y="18078"/>
                  </a:cubicBezTo>
                  <a:cubicBezTo>
                    <a:pt x="5326" y="18146"/>
                    <a:pt x="5326" y="18146"/>
                    <a:pt x="5326" y="18146"/>
                  </a:cubicBezTo>
                  <a:cubicBezTo>
                    <a:pt x="5289" y="18146"/>
                    <a:pt x="5289" y="18146"/>
                    <a:pt x="5289" y="18146"/>
                  </a:cubicBezTo>
                  <a:cubicBezTo>
                    <a:pt x="5215" y="18078"/>
                    <a:pt x="5215" y="18078"/>
                    <a:pt x="5215" y="18078"/>
                  </a:cubicBezTo>
                  <a:cubicBezTo>
                    <a:pt x="5178" y="18078"/>
                    <a:pt x="5178" y="18078"/>
                    <a:pt x="5178" y="18078"/>
                  </a:cubicBezTo>
                  <a:cubicBezTo>
                    <a:pt x="5141" y="18078"/>
                    <a:pt x="5141" y="18078"/>
                    <a:pt x="5141" y="18078"/>
                  </a:cubicBezTo>
                  <a:cubicBezTo>
                    <a:pt x="5141" y="18078"/>
                    <a:pt x="5141" y="18078"/>
                    <a:pt x="5141" y="18078"/>
                  </a:cubicBezTo>
                  <a:cubicBezTo>
                    <a:pt x="5104" y="18078"/>
                    <a:pt x="5104" y="18078"/>
                    <a:pt x="5104" y="18078"/>
                  </a:cubicBezTo>
                  <a:cubicBezTo>
                    <a:pt x="5067" y="18011"/>
                    <a:pt x="5067" y="18011"/>
                    <a:pt x="5067" y="18011"/>
                  </a:cubicBezTo>
                  <a:cubicBezTo>
                    <a:pt x="5104" y="18011"/>
                    <a:pt x="5104" y="18011"/>
                    <a:pt x="5104" y="18011"/>
                  </a:cubicBezTo>
                  <a:cubicBezTo>
                    <a:pt x="5104" y="17943"/>
                    <a:pt x="5104" y="17943"/>
                    <a:pt x="5104" y="17943"/>
                  </a:cubicBezTo>
                  <a:cubicBezTo>
                    <a:pt x="5104" y="17943"/>
                    <a:pt x="5104" y="17943"/>
                    <a:pt x="5104" y="17943"/>
                  </a:cubicBezTo>
                  <a:cubicBezTo>
                    <a:pt x="5067" y="17875"/>
                    <a:pt x="5067" y="17875"/>
                    <a:pt x="5067" y="17875"/>
                  </a:cubicBezTo>
                  <a:cubicBezTo>
                    <a:pt x="5030" y="17943"/>
                    <a:pt x="5030" y="17943"/>
                    <a:pt x="5030" y="17943"/>
                  </a:cubicBezTo>
                  <a:cubicBezTo>
                    <a:pt x="4993" y="17943"/>
                    <a:pt x="4993" y="17943"/>
                    <a:pt x="4993" y="17943"/>
                  </a:cubicBezTo>
                  <a:cubicBezTo>
                    <a:pt x="4956" y="17943"/>
                    <a:pt x="4956" y="17943"/>
                    <a:pt x="4956" y="17943"/>
                  </a:cubicBezTo>
                  <a:cubicBezTo>
                    <a:pt x="4993" y="18011"/>
                    <a:pt x="4993" y="18011"/>
                    <a:pt x="4993" y="18011"/>
                  </a:cubicBezTo>
                  <a:cubicBezTo>
                    <a:pt x="4919" y="18011"/>
                    <a:pt x="4919" y="18011"/>
                    <a:pt x="4919" y="18011"/>
                  </a:cubicBezTo>
                  <a:cubicBezTo>
                    <a:pt x="4919" y="18011"/>
                    <a:pt x="4919" y="18011"/>
                    <a:pt x="4919" y="18011"/>
                  </a:cubicBezTo>
                  <a:cubicBezTo>
                    <a:pt x="4882" y="17943"/>
                    <a:pt x="4882" y="17943"/>
                    <a:pt x="4882" y="17943"/>
                  </a:cubicBezTo>
                  <a:cubicBezTo>
                    <a:pt x="4845" y="17943"/>
                    <a:pt x="4845" y="17943"/>
                    <a:pt x="4845" y="17943"/>
                  </a:cubicBezTo>
                  <a:cubicBezTo>
                    <a:pt x="4808" y="17943"/>
                    <a:pt x="4808" y="17943"/>
                    <a:pt x="4808" y="17943"/>
                  </a:cubicBezTo>
                  <a:cubicBezTo>
                    <a:pt x="4808" y="17943"/>
                    <a:pt x="4808" y="17943"/>
                    <a:pt x="4808" y="17943"/>
                  </a:cubicBezTo>
                  <a:cubicBezTo>
                    <a:pt x="4771" y="17943"/>
                    <a:pt x="4771" y="17943"/>
                    <a:pt x="4771" y="17943"/>
                  </a:cubicBezTo>
                  <a:cubicBezTo>
                    <a:pt x="4771" y="18011"/>
                    <a:pt x="4771" y="18011"/>
                    <a:pt x="4771" y="18011"/>
                  </a:cubicBezTo>
                  <a:cubicBezTo>
                    <a:pt x="4734" y="18011"/>
                    <a:pt x="4734" y="18011"/>
                    <a:pt x="4734" y="18011"/>
                  </a:cubicBezTo>
                  <a:cubicBezTo>
                    <a:pt x="4734" y="18078"/>
                    <a:pt x="4734" y="18078"/>
                    <a:pt x="4734" y="18078"/>
                  </a:cubicBezTo>
                  <a:cubicBezTo>
                    <a:pt x="4697" y="18146"/>
                    <a:pt x="4697" y="18146"/>
                    <a:pt x="4697" y="18146"/>
                  </a:cubicBezTo>
                  <a:cubicBezTo>
                    <a:pt x="4660" y="18146"/>
                    <a:pt x="4660" y="18146"/>
                    <a:pt x="4660" y="18146"/>
                  </a:cubicBezTo>
                  <a:cubicBezTo>
                    <a:pt x="4660" y="18078"/>
                    <a:pt x="4660" y="18078"/>
                    <a:pt x="4660" y="18078"/>
                  </a:cubicBezTo>
                  <a:cubicBezTo>
                    <a:pt x="4586" y="18078"/>
                    <a:pt x="4586" y="18078"/>
                    <a:pt x="4586" y="18078"/>
                  </a:cubicBezTo>
                  <a:cubicBezTo>
                    <a:pt x="4586" y="18011"/>
                    <a:pt x="4586" y="18011"/>
                    <a:pt x="4586" y="18011"/>
                  </a:cubicBezTo>
                  <a:cubicBezTo>
                    <a:pt x="4549" y="18078"/>
                    <a:pt x="4549" y="18078"/>
                    <a:pt x="4549" y="18078"/>
                  </a:cubicBezTo>
                  <a:cubicBezTo>
                    <a:pt x="4549" y="18146"/>
                    <a:pt x="4549" y="18146"/>
                    <a:pt x="4549" y="18146"/>
                  </a:cubicBezTo>
                  <a:cubicBezTo>
                    <a:pt x="4512" y="18146"/>
                    <a:pt x="4512" y="18146"/>
                    <a:pt x="4512" y="18146"/>
                  </a:cubicBezTo>
                  <a:cubicBezTo>
                    <a:pt x="4512" y="18146"/>
                    <a:pt x="4512" y="18146"/>
                    <a:pt x="4512" y="18146"/>
                  </a:cubicBezTo>
                  <a:cubicBezTo>
                    <a:pt x="4512" y="18078"/>
                    <a:pt x="4512" y="18078"/>
                    <a:pt x="4512" y="18078"/>
                  </a:cubicBezTo>
                  <a:cubicBezTo>
                    <a:pt x="4475" y="18078"/>
                    <a:pt x="4475" y="18078"/>
                    <a:pt x="4475" y="18078"/>
                  </a:cubicBezTo>
                  <a:cubicBezTo>
                    <a:pt x="4475" y="18078"/>
                    <a:pt x="4475" y="18078"/>
                    <a:pt x="4475" y="18078"/>
                  </a:cubicBezTo>
                  <a:cubicBezTo>
                    <a:pt x="4401" y="18011"/>
                    <a:pt x="4401" y="18011"/>
                    <a:pt x="4401" y="18011"/>
                  </a:cubicBezTo>
                  <a:cubicBezTo>
                    <a:pt x="4401" y="17943"/>
                    <a:pt x="4401" y="17943"/>
                    <a:pt x="4401" y="17943"/>
                  </a:cubicBezTo>
                  <a:cubicBezTo>
                    <a:pt x="4364" y="17943"/>
                    <a:pt x="4364" y="17943"/>
                    <a:pt x="4364" y="17943"/>
                  </a:cubicBezTo>
                  <a:cubicBezTo>
                    <a:pt x="4327" y="17875"/>
                    <a:pt x="4327" y="17875"/>
                    <a:pt x="4327" y="17875"/>
                  </a:cubicBezTo>
                  <a:cubicBezTo>
                    <a:pt x="4290" y="17875"/>
                    <a:pt x="4290" y="17875"/>
                    <a:pt x="4290" y="17875"/>
                  </a:cubicBezTo>
                  <a:cubicBezTo>
                    <a:pt x="4290" y="17808"/>
                    <a:pt x="4290" y="17808"/>
                    <a:pt x="4290" y="17808"/>
                  </a:cubicBezTo>
                  <a:cubicBezTo>
                    <a:pt x="4253" y="17808"/>
                    <a:pt x="4253" y="17808"/>
                    <a:pt x="4253" y="17808"/>
                  </a:cubicBezTo>
                  <a:cubicBezTo>
                    <a:pt x="4179" y="17875"/>
                    <a:pt x="4179" y="17875"/>
                    <a:pt x="4179" y="17875"/>
                  </a:cubicBezTo>
                  <a:cubicBezTo>
                    <a:pt x="4142" y="17808"/>
                    <a:pt x="4142" y="17808"/>
                    <a:pt x="4142" y="17808"/>
                  </a:cubicBezTo>
                  <a:cubicBezTo>
                    <a:pt x="4142" y="17740"/>
                    <a:pt x="4142" y="17740"/>
                    <a:pt x="4142" y="17740"/>
                  </a:cubicBezTo>
                  <a:cubicBezTo>
                    <a:pt x="4105" y="17740"/>
                    <a:pt x="4105" y="17740"/>
                    <a:pt x="4105" y="17740"/>
                  </a:cubicBezTo>
                  <a:cubicBezTo>
                    <a:pt x="4068" y="17808"/>
                    <a:pt x="4068" y="17808"/>
                    <a:pt x="4068" y="17808"/>
                  </a:cubicBezTo>
                  <a:cubicBezTo>
                    <a:pt x="4031" y="17808"/>
                    <a:pt x="4031" y="17808"/>
                    <a:pt x="4031" y="17808"/>
                  </a:cubicBezTo>
                  <a:cubicBezTo>
                    <a:pt x="4031" y="17808"/>
                    <a:pt x="4031" y="17808"/>
                    <a:pt x="4031" y="17808"/>
                  </a:cubicBezTo>
                  <a:cubicBezTo>
                    <a:pt x="4031" y="17875"/>
                    <a:pt x="4031" y="17875"/>
                    <a:pt x="4031" y="17875"/>
                  </a:cubicBezTo>
                  <a:cubicBezTo>
                    <a:pt x="4031" y="17808"/>
                    <a:pt x="4031" y="17808"/>
                    <a:pt x="4031" y="17808"/>
                  </a:cubicBezTo>
                  <a:cubicBezTo>
                    <a:pt x="3994" y="17808"/>
                    <a:pt x="3994" y="17808"/>
                    <a:pt x="3994" y="17808"/>
                  </a:cubicBezTo>
                  <a:cubicBezTo>
                    <a:pt x="3994" y="17875"/>
                    <a:pt x="3994" y="17875"/>
                    <a:pt x="3994" y="17875"/>
                  </a:cubicBezTo>
                  <a:cubicBezTo>
                    <a:pt x="3957" y="17943"/>
                    <a:pt x="3957" y="17943"/>
                    <a:pt x="3957" y="17943"/>
                  </a:cubicBezTo>
                  <a:cubicBezTo>
                    <a:pt x="3957" y="17875"/>
                    <a:pt x="3957" y="17875"/>
                    <a:pt x="3957" y="17875"/>
                  </a:cubicBezTo>
                  <a:cubicBezTo>
                    <a:pt x="3957" y="17808"/>
                    <a:pt x="3957" y="17808"/>
                    <a:pt x="3957" y="17808"/>
                  </a:cubicBezTo>
                  <a:cubicBezTo>
                    <a:pt x="3957" y="17808"/>
                    <a:pt x="3957" y="17808"/>
                    <a:pt x="3957" y="17808"/>
                  </a:cubicBezTo>
                  <a:cubicBezTo>
                    <a:pt x="3920" y="17808"/>
                    <a:pt x="3920" y="17808"/>
                    <a:pt x="3920" y="17808"/>
                  </a:cubicBezTo>
                  <a:cubicBezTo>
                    <a:pt x="3883" y="17740"/>
                    <a:pt x="3883" y="17740"/>
                    <a:pt x="3883" y="17740"/>
                  </a:cubicBezTo>
                  <a:cubicBezTo>
                    <a:pt x="3883" y="17740"/>
                    <a:pt x="3883" y="17740"/>
                    <a:pt x="3883" y="17740"/>
                  </a:cubicBezTo>
                  <a:cubicBezTo>
                    <a:pt x="3883" y="17808"/>
                    <a:pt x="3883" y="17808"/>
                    <a:pt x="3883" y="17808"/>
                  </a:cubicBezTo>
                  <a:cubicBezTo>
                    <a:pt x="3883" y="17875"/>
                    <a:pt x="3883" y="17875"/>
                    <a:pt x="3883" y="17875"/>
                  </a:cubicBezTo>
                  <a:cubicBezTo>
                    <a:pt x="3846" y="17875"/>
                    <a:pt x="3846" y="17875"/>
                    <a:pt x="3846" y="17875"/>
                  </a:cubicBezTo>
                  <a:cubicBezTo>
                    <a:pt x="3809" y="17875"/>
                    <a:pt x="3809" y="17875"/>
                    <a:pt x="3809" y="17875"/>
                  </a:cubicBezTo>
                  <a:cubicBezTo>
                    <a:pt x="3809" y="17943"/>
                    <a:pt x="3809" y="17943"/>
                    <a:pt x="3809" y="17943"/>
                  </a:cubicBezTo>
                  <a:cubicBezTo>
                    <a:pt x="3772" y="17943"/>
                    <a:pt x="3772" y="17943"/>
                    <a:pt x="3772" y="17943"/>
                  </a:cubicBezTo>
                  <a:cubicBezTo>
                    <a:pt x="3735" y="18011"/>
                    <a:pt x="3735" y="18011"/>
                    <a:pt x="3735" y="18011"/>
                  </a:cubicBezTo>
                  <a:cubicBezTo>
                    <a:pt x="3735" y="18078"/>
                    <a:pt x="3735" y="18078"/>
                    <a:pt x="3735" y="18078"/>
                  </a:cubicBezTo>
                  <a:cubicBezTo>
                    <a:pt x="3735" y="18146"/>
                    <a:pt x="3735" y="18146"/>
                    <a:pt x="3735" y="18146"/>
                  </a:cubicBezTo>
                  <a:cubicBezTo>
                    <a:pt x="3735" y="18146"/>
                    <a:pt x="3735" y="18146"/>
                    <a:pt x="3735" y="18146"/>
                  </a:cubicBezTo>
                  <a:cubicBezTo>
                    <a:pt x="3698" y="18146"/>
                    <a:pt x="3698" y="18146"/>
                    <a:pt x="3698" y="18146"/>
                  </a:cubicBezTo>
                  <a:cubicBezTo>
                    <a:pt x="3624" y="18214"/>
                    <a:pt x="3624" y="18214"/>
                    <a:pt x="3624" y="18214"/>
                  </a:cubicBezTo>
                  <a:cubicBezTo>
                    <a:pt x="3661" y="18417"/>
                    <a:pt x="3661" y="18417"/>
                    <a:pt x="3661" y="18417"/>
                  </a:cubicBezTo>
                  <a:cubicBezTo>
                    <a:pt x="3661" y="18417"/>
                    <a:pt x="3661" y="18417"/>
                    <a:pt x="3661" y="18417"/>
                  </a:cubicBezTo>
                  <a:cubicBezTo>
                    <a:pt x="3661" y="18485"/>
                    <a:pt x="3661" y="18485"/>
                    <a:pt x="3661" y="18485"/>
                  </a:cubicBezTo>
                  <a:cubicBezTo>
                    <a:pt x="3624" y="18552"/>
                    <a:pt x="3624" y="18552"/>
                    <a:pt x="3624" y="18552"/>
                  </a:cubicBezTo>
                  <a:cubicBezTo>
                    <a:pt x="3550" y="18485"/>
                    <a:pt x="3550" y="18485"/>
                    <a:pt x="3550" y="18485"/>
                  </a:cubicBezTo>
                  <a:cubicBezTo>
                    <a:pt x="3550" y="18417"/>
                    <a:pt x="3550" y="18417"/>
                    <a:pt x="3550" y="18417"/>
                  </a:cubicBezTo>
                  <a:cubicBezTo>
                    <a:pt x="3476" y="18282"/>
                    <a:pt x="3476" y="18282"/>
                    <a:pt x="3476" y="18282"/>
                  </a:cubicBezTo>
                  <a:cubicBezTo>
                    <a:pt x="3439" y="18349"/>
                    <a:pt x="3439" y="18349"/>
                    <a:pt x="3439" y="18349"/>
                  </a:cubicBezTo>
                  <a:cubicBezTo>
                    <a:pt x="3439" y="18417"/>
                    <a:pt x="3439" y="18417"/>
                    <a:pt x="3439" y="18417"/>
                  </a:cubicBezTo>
                  <a:cubicBezTo>
                    <a:pt x="3402" y="18485"/>
                    <a:pt x="3402" y="18485"/>
                    <a:pt x="3402" y="18485"/>
                  </a:cubicBezTo>
                  <a:cubicBezTo>
                    <a:pt x="3365" y="18552"/>
                    <a:pt x="3365" y="18552"/>
                    <a:pt x="3365" y="18552"/>
                  </a:cubicBezTo>
                  <a:cubicBezTo>
                    <a:pt x="3365" y="18688"/>
                    <a:pt x="3365" y="18688"/>
                    <a:pt x="3365" y="18688"/>
                  </a:cubicBezTo>
                  <a:cubicBezTo>
                    <a:pt x="3402" y="18688"/>
                    <a:pt x="3402" y="18688"/>
                    <a:pt x="3402" y="18688"/>
                  </a:cubicBezTo>
                  <a:cubicBezTo>
                    <a:pt x="3365" y="18891"/>
                    <a:pt x="3365" y="18891"/>
                    <a:pt x="3365" y="18891"/>
                  </a:cubicBezTo>
                  <a:cubicBezTo>
                    <a:pt x="3365" y="18959"/>
                    <a:pt x="3365" y="18959"/>
                    <a:pt x="3365" y="18959"/>
                  </a:cubicBezTo>
                  <a:cubicBezTo>
                    <a:pt x="3439" y="19026"/>
                    <a:pt x="3439" y="19026"/>
                    <a:pt x="3439" y="19026"/>
                  </a:cubicBezTo>
                  <a:cubicBezTo>
                    <a:pt x="3439" y="19094"/>
                    <a:pt x="3439" y="19094"/>
                    <a:pt x="3439" y="19094"/>
                  </a:cubicBezTo>
                  <a:cubicBezTo>
                    <a:pt x="3439" y="19094"/>
                    <a:pt x="3439" y="19094"/>
                    <a:pt x="3439" y="19094"/>
                  </a:cubicBezTo>
                  <a:cubicBezTo>
                    <a:pt x="3513" y="19230"/>
                    <a:pt x="3513" y="19230"/>
                    <a:pt x="3513" y="19230"/>
                  </a:cubicBezTo>
                  <a:cubicBezTo>
                    <a:pt x="3513" y="19162"/>
                    <a:pt x="3513" y="19162"/>
                    <a:pt x="3513" y="19162"/>
                  </a:cubicBezTo>
                  <a:cubicBezTo>
                    <a:pt x="3624" y="19230"/>
                    <a:pt x="3624" y="19230"/>
                    <a:pt x="3624" y="19230"/>
                  </a:cubicBezTo>
                  <a:cubicBezTo>
                    <a:pt x="3698" y="19297"/>
                    <a:pt x="3698" y="19297"/>
                    <a:pt x="3698" y="19297"/>
                  </a:cubicBezTo>
                  <a:cubicBezTo>
                    <a:pt x="3772" y="19500"/>
                    <a:pt x="3772" y="19500"/>
                    <a:pt x="3772" y="19500"/>
                  </a:cubicBezTo>
                  <a:cubicBezTo>
                    <a:pt x="3698" y="19500"/>
                    <a:pt x="3698" y="19500"/>
                    <a:pt x="3698" y="19500"/>
                  </a:cubicBezTo>
                  <a:cubicBezTo>
                    <a:pt x="3698" y="19568"/>
                    <a:pt x="3698" y="19568"/>
                    <a:pt x="3698" y="19568"/>
                  </a:cubicBezTo>
                  <a:cubicBezTo>
                    <a:pt x="3735" y="19636"/>
                    <a:pt x="3735" y="19636"/>
                    <a:pt x="3735" y="19636"/>
                  </a:cubicBezTo>
                  <a:cubicBezTo>
                    <a:pt x="3809" y="19568"/>
                    <a:pt x="3809" y="19568"/>
                    <a:pt x="3809" y="19568"/>
                  </a:cubicBezTo>
                  <a:cubicBezTo>
                    <a:pt x="3846" y="19636"/>
                    <a:pt x="3846" y="19636"/>
                    <a:pt x="3846" y="19636"/>
                  </a:cubicBezTo>
                  <a:cubicBezTo>
                    <a:pt x="3846" y="19636"/>
                    <a:pt x="3846" y="19636"/>
                    <a:pt x="3846" y="19636"/>
                  </a:cubicBezTo>
                  <a:cubicBezTo>
                    <a:pt x="3846" y="19636"/>
                    <a:pt x="3846" y="19636"/>
                    <a:pt x="3846" y="19636"/>
                  </a:cubicBezTo>
                  <a:cubicBezTo>
                    <a:pt x="3846" y="19636"/>
                    <a:pt x="3846" y="19636"/>
                    <a:pt x="3846" y="19636"/>
                  </a:cubicBezTo>
                  <a:cubicBezTo>
                    <a:pt x="3846" y="19704"/>
                    <a:pt x="3846" y="19704"/>
                    <a:pt x="3846" y="19704"/>
                  </a:cubicBezTo>
                  <a:cubicBezTo>
                    <a:pt x="3809" y="19704"/>
                    <a:pt x="3809" y="19704"/>
                    <a:pt x="3809" y="19704"/>
                  </a:cubicBezTo>
                  <a:cubicBezTo>
                    <a:pt x="3809" y="19704"/>
                    <a:pt x="3809" y="19704"/>
                    <a:pt x="3809" y="19704"/>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772" y="19771"/>
                    <a:pt x="3772" y="19771"/>
                    <a:pt x="3772" y="19771"/>
                  </a:cubicBezTo>
                  <a:cubicBezTo>
                    <a:pt x="3735" y="19771"/>
                    <a:pt x="3735" y="19771"/>
                    <a:pt x="3735" y="19771"/>
                  </a:cubicBezTo>
                  <a:cubicBezTo>
                    <a:pt x="3735" y="19771"/>
                    <a:pt x="3735" y="19771"/>
                    <a:pt x="3735" y="19771"/>
                  </a:cubicBezTo>
                  <a:cubicBezTo>
                    <a:pt x="3772" y="19839"/>
                    <a:pt x="3772" y="19839"/>
                    <a:pt x="3772" y="19839"/>
                  </a:cubicBezTo>
                  <a:cubicBezTo>
                    <a:pt x="3772" y="19839"/>
                    <a:pt x="3772" y="19839"/>
                    <a:pt x="3772" y="19839"/>
                  </a:cubicBezTo>
                  <a:cubicBezTo>
                    <a:pt x="3772" y="19907"/>
                    <a:pt x="3772" y="19907"/>
                    <a:pt x="3772" y="19907"/>
                  </a:cubicBezTo>
                  <a:cubicBezTo>
                    <a:pt x="3772" y="19839"/>
                    <a:pt x="3772" y="19839"/>
                    <a:pt x="3772" y="19839"/>
                  </a:cubicBezTo>
                  <a:cubicBezTo>
                    <a:pt x="3772" y="19839"/>
                    <a:pt x="3735" y="19839"/>
                    <a:pt x="3735" y="19839"/>
                  </a:cubicBezTo>
                  <a:cubicBezTo>
                    <a:pt x="3735" y="19839"/>
                    <a:pt x="3698" y="19839"/>
                    <a:pt x="3698" y="19839"/>
                  </a:cubicBezTo>
                  <a:cubicBezTo>
                    <a:pt x="3698" y="19839"/>
                    <a:pt x="3698" y="19839"/>
                    <a:pt x="3698" y="19839"/>
                  </a:cubicBezTo>
                  <a:cubicBezTo>
                    <a:pt x="3735" y="19839"/>
                    <a:pt x="3735" y="19839"/>
                    <a:pt x="3735" y="19839"/>
                  </a:cubicBezTo>
                  <a:cubicBezTo>
                    <a:pt x="3735" y="19907"/>
                    <a:pt x="3735" y="19907"/>
                    <a:pt x="3735" y="19907"/>
                  </a:cubicBezTo>
                  <a:cubicBezTo>
                    <a:pt x="3698" y="19907"/>
                    <a:pt x="3698" y="19907"/>
                    <a:pt x="3698" y="19907"/>
                  </a:cubicBezTo>
                  <a:cubicBezTo>
                    <a:pt x="3698" y="19907"/>
                    <a:pt x="3698" y="19907"/>
                    <a:pt x="3698" y="19907"/>
                  </a:cubicBezTo>
                  <a:cubicBezTo>
                    <a:pt x="3661" y="19974"/>
                    <a:pt x="3661" y="19974"/>
                    <a:pt x="3661" y="19974"/>
                  </a:cubicBezTo>
                  <a:cubicBezTo>
                    <a:pt x="3661" y="19907"/>
                    <a:pt x="3661" y="19907"/>
                    <a:pt x="3661" y="19907"/>
                  </a:cubicBezTo>
                  <a:cubicBezTo>
                    <a:pt x="3661" y="19974"/>
                    <a:pt x="3661" y="19974"/>
                    <a:pt x="3661" y="19974"/>
                  </a:cubicBezTo>
                  <a:cubicBezTo>
                    <a:pt x="3624" y="19974"/>
                    <a:pt x="3624" y="19974"/>
                    <a:pt x="3624" y="19974"/>
                  </a:cubicBezTo>
                  <a:cubicBezTo>
                    <a:pt x="3624" y="19974"/>
                    <a:pt x="3624" y="19974"/>
                    <a:pt x="3624" y="19974"/>
                  </a:cubicBezTo>
                  <a:cubicBezTo>
                    <a:pt x="3587" y="19907"/>
                    <a:pt x="3587" y="19907"/>
                    <a:pt x="3587" y="19907"/>
                  </a:cubicBezTo>
                  <a:cubicBezTo>
                    <a:pt x="3587" y="19974"/>
                    <a:pt x="3587" y="19974"/>
                    <a:pt x="3587" y="19974"/>
                  </a:cubicBezTo>
                  <a:cubicBezTo>
                    <a:pt x="3587" y="20042"/>
                    <a:pt x="3587" y="20042"/>
                    <a:pt x="3587" y="20042"/>
                  </a:cubicBezTo>
                  <a:cubicBezTo>
                    <a:pt x="3587" y="20042"/>
                    <a:pt x="3587" y="20042"/>
                    <a:pt x="3587" y="20042"/>
                  </a:cubicBezTo>
                  <a:cubicBezTo>
                    <a:pt x="3550" y="20110"/>
                    <a:pt x="3550" y="20110"/>
                    <a:pt x="3550" y="20110"/>
                  </a:cubicBezTo>
                  <a:cubicBezTo>
                    <a:pt x="3550" y="20178"/>
                    <a:pt x="3550" y="20178"/>
                    <a:pt x="3550" y="20178"/>
                  </a:cubicBezTo>
                  <a:cubicBezTo>
                    <a:pt x="3550" y="20178"/>
                    <a:pt x="3550" y="20178"/>
                    <a:pt x="3550" y="20178"/>
                  </a:cubicBezTo>
                  <a:cubicBezTo>
                    <a:pt x="3550" y="20313"/>
                    <a:pt x="3550" y="20313"/>
                    <a:pt x="3550" y="20313"/>
                  </a:cubicBezTo>
                  <a:cubicBezTo>
                    <a:pt x="3513" y="20313"/>
                    <a:pt x="3513" y="20313"/>
                    <a:pt x="3513" y="20313"/>
                  </a:cubicBezTo>
                  <a:cubicBezTo>
                    <a:pt x="3513" y="20381"/>
                    <a:pt x="3513" y="20381"/>
                    <a:pt x="3513" y="20381"/>
                  </a:cubicBezTo>
                  <a:cubicBezTo>
                    <a:pt x="3513" y="20448"/>
                    <a:pt x="3513" y="20448"/>
                    <a:pt x="3513" y="20448"/>
                  </a:cubicBezTo>
                  <a:cubicBezTo>
                    <a:pt x="3550" y="20448"/>
                    <a:pt x="3550" y="20448"/>
                    <a:pt x="3550" y="20448"/>
                  </a:cubicBezTo>
                  <a:cubicBezTo>
                    <a:pt x="3587" y="20448"/>
                    <a:pt x="3587" y="20448"/>
                    <a:pt x="3587" y="20448"/>
                  </a:cubicBezTo>
                  <a:cubicBezTo>
                    <a:pt x="3587" y="20516"/>
                    <a:pt x="3587" y="20516"/>
                    <a:pt x="3587" y="20516"/>
                  </a:cubicBezTo>
                  <a:cubicBezTo>
                    <a:pt x="3624" y="20516"/>
                    <a:pt x="3624" y="20516"/>
                    <a:pt x="3624" y="20516"/>
                  </a:cubicBezTo>
                  <a:cubicBezTo>
                    <a:pt x="3624" y="20584"/>
                    <a:pt x="3624" y="20584"/>
                    <a:pt x="3624" y="20584"/>
                  </a:cubicBezTo>
                  <a:cubicBezTo>
                    <a:pt x="3661" y="20652"/>
                    <a:pt x="3661" y="20652"/>
                    <a:pt x="3661" y="20652"/>
                  </a:cubicBezTo>
                  <a:cubicBezTo>
                    <a:pt x="3661" y="20584"/>
                    <a:pt x="3661" y="20584"/>
                    <a:pt x="3661" y="20584"/>
                  </a:cubicBezTo>
                  <a:cubicBezTo>
                    <a:pt x="3698" y="20584"/>
                    <a:pt x="3698" y="20584"/>
                    <a:pt x="3698" y="20584"/>
                  </a:cubicBezTo>
                  <a:cubicBezTo>
                    <a:pt x="3698" y="20652"/>
                    <a:pt x="3698" y="20652"/>
                    <a:pt x="3698" y="20652"/>
                  </a:cubicBezTo>
                  <a:cubicBezTo>
                    <a:pt x="3661" y="20719"/>
                    <a:pt x="3661" y="20719"/>
                    <a:pt x="3661" y="20719"/>
                  </a:cubicBezTo>
                  <a:cubicBezTo>
                    <a:pt x="3661" y="20719"/>
                    <a:pt x="3661" y="20719"/>
                    <a:pt x="3661" y="20719"/>
                  </a:cubicBezTo>
                  <a:cubicBezTo>
                    <a:pt x="3661" y="20719"/>
                    <a:pt x="3661" y="20719"/>
                    <a:pt x="3661" y="20719"/>
                  </a:cubicBezTo>
                  <a:cubicBezTo>
                    <a:pt x="3661" y="20719"/>
                    <a:pt x="3661" y="20719"/>
                    <a:pt x="3661" y="20719"/>
                  </a:cubicBezTo>
                  <a:cubicBezTo>
                    <a:pt x="3698" y="20787"/>
                    <a:pt x="3698" y="20787"/>
                    <a:pt x="3698" y="20787"/>
                  </a:cubicBezTo>
                  <a:cubicBezTo>
                    <a:pt x="3698" y="20787"/>
                    <a:pt x="3698" y="20787"/>
                    <a:pt x="3698" y="20787"/>
                  </a:cubicBezTo>
                  <a:cubicBezTo>
                    <a:pt x="3698" y="20855"/>
                    <a:pt x="3698" y="20855"/>
                    <a:pt x="3698" y="20855"/>
                  </a:cubicBezTo>
                  <a:cubicBezTo>
                    <a:pt x="3735" y="20922"/>
                    <a:pt x="3735" y="20922"/>
                    <a:pt x="3735" y="20922"/>
                  </a:cubicBezTo>
                  <a:cubicBezTo>
                    <a:pt x="3735" y="20990"/>
                    <a:pt x="3735" y="20990"/>
                    <a:pt x="3735" y="20990"/>
                  </a:cubicBezTo>
                  <a:cubicBezTo>
                    <a:pt x="3809" y="21126"/>
                    <a:pt x="3809" y="21126"/>
                    <a:pt x="3809" y="21126"/>
                  </a:cubicBezTo>
                  <a:cubicBezTo>
                    <a:pt x="3883" y="21261"/>
                    <a:pt x="3883" y="21261"/>
                    <a:pt x="3883" y="21261"/>
                  </a:cubicBezTo>
                  <a:cubicBezTo>
                    <a:pt x="3883" y="21261"/>
                    <a:pt x="3883" y="21261"/>
                    <a:pt x="3883" y="21261"/>
                  </a:cubicBezTo>
                  <a:cubicBezTo>
                    <a:pt x="3883" y="21261"/>
                    <a:pt x="3883" y="21261"/>
                    <a:pt x="3883" y="21261"/>
                  </a:cubicBezTo>
                  <a:cubicBezTo>
                    <a:pt x="3846" y="21396"/>
                    <a:pt x="3846" y="21396"/>
                    <a:pt x="3846" y="21396"/>
                  </a:cubicBezTo>
                  <a:cubicBezTo>
                    <a:pt x="3772" y="21396"/>
                    <a:pt x="3772" y="21396"/>
                    <a:pt x="3772" y="21396"/>
                  </a:cubicBezTo>
                  <a:cubicBezTo>
                    <a:pt x="3772" y="21464"/>
                    <a:pt x="3772" y="21464"/>
                    <a:pt x="3772" y="21464"/>
                  </a:cubicBezTo>
                  <a:cubicBezTo>
                    <a:pt x="3698" y="21464"/>
                    <a:pt x="3698" y="21464"/>
                    <a:pt x="3698" y="21464"/>
                  </a:cubicBezTo>
                  <a:cubicBezTo>
                    <a:pt x="3661" y="21396"/>
                    <a:pt x="3661" y="21396"/>
                    <a:pt x="3661" y="21396"/>
                  </a:cubicBezTo>
                  <a:cubicBezTo>
                    <a:pt x="3587" y="21329"/>
                    <a:pt x="3587" y="21329"/>
                    <a:pt x="3587" y="21329"/>
                  </a:cubicBezTo>
                  <a:cubicBezTo>
                    <a:pt x="3550" y="21261"/>
                    <a:pt x="3550" y="21261"/>
                    <a:pt x="3550" y="21261"/>
                  </a:cubicBezTo>
                  <a:cubicBezTo>
                    <a:pt x="3550" y="21396"/>
                    <a:pt x="3550" y="21396"/>
                    <a:pt x="3550" y="21396"/>
                  </a:cubicBezTo>
                  <a:cubicBezTo>
                    <a:pt x="3587" y="21396"/>
                    <a:pt x="3587" y="21396"/>
                    <a:pt x="3587" y="21396"/>
                  </a:cubicBezTo>
                  <a:cubicBezTo>
                    <a:pt x="3587" y="21464"/>
                    <a:pt x="3587" y="21464"/>
                    <a:pt x="3587" y="21464"/>
                  </a:cubicBezTo>
                  <a:cubicBezTo>
                    <a:pt x="3587" y="21600"/>
                    <a:pt x="3587" y="21600"/>
                    <a:pt x="3587" y="21600"/>
                  </a:cubicBezTo>
                  <a:cubicBezTo>
                    <a:pt x="3550" y="21532"/>
                    <a:pt x="3550" y="21532"/>
                    <a:pt x="3550" y="21532"/>
                  </a:cubicBezTo>
                  <a:cubicBezTo>
                    <a:pt x="3476" y="21532"/>
                    <a:pt x="3476" y="21532"/>
                    <a:pt x="3476" y="21532"/>
                  </a:cubicBezTo>
                  <a:cubicBezTo>
                    <a:pt x="3365" y="21464"/>
                    <a:pt x="3365" y="21464"/>
                    <a:pt x="3365" y="21464"/>
                  </a:cubicBezTo>
                  <a:cubicBezTo>
                    <a:pt x="3328" y="21464"/>
                    <a:pt x="3328" y="21464"/>
                    <a:pt x="3328" y="21464"/>
                  </a:cubicBezTo>
                  <a:cubicBezTo>
                    <a:pt x="3328" y="21532"/>
                    <a:pt x="3328" y="21532"/>
                    <a:pt x="3328" y="21532"/>
                  </a:cubicBezTo>
                  <a:cubicBezTo>
                    <a:pt x="3365" y="21600"/>
                    <a:pt x="3365" y="21600"/>
                    <a:pt x="3365" y="21600"/>
                  </a:cubicBezTo>
                  <a:cubicBezTo>
                    <a:pt x="3328" y="21532"/>
                    <a:pt x="3328" y="21532"/>
                    <a:pt x="3328" y="21532"/>
                  </a:cubicBezTo>
                  <a:cubicBezTo>
                    <a:pt x="3217" y="21532"/>
                    <a:pt x="3217" y="21532"/>
                    <a:pt x="3217" y="21532"/>
                  </a:cubicBezTo>
                  <a:cubicBezTo>
                    <a:pt x="3180" y="21532"/>
                    <a:pt x="3180" y="21532"/>
                    <a:pt x="3180" y="21532"/>
                  </a:cubicBezTo>
                  <a:cubicBezTo>
                    <a:pt x="3106" y="21532"/>
                    <a:pt x="3106" y="21532"/>
                    <a:pt x="3106" y="21532"/>
                  </a:cubicBezTo>
                  <a:cubicBezTo>
                    <a:pt x="3069" y="21532"/>
                    <a:pt x="3069" y="21532"/>
                    <a:pt x="3069" y="21532"/>
                  </a:cubicBezTo>
                  <a:cubicBezTo>
                    <a:pt x="3069" y="21532"/>
                    <a:pt x="3069" y="21532"/>
                    <a:pt x="3069" y="21532"/>
                  </a:cubicBezTo>
                  <a:cubicBezTo>
                    <a:pt x="3032" y="21532"/>
                    <a:pt x="3032" y="21532"/>
                    <a:pt x="3032" y="21532"/>
                  </a:cubicBezTo>
                  <a:cubicBezTo>
                    <a:pt x="2958" y="21464"/>
                    <a:pt x="2958" y="21464"/>
                    <a:pt x="2958" y="21464"/>
                  </a:cubicBezTo>
                  <a:cubicBezTo>
                    <a:pt x="2958" y="21464"/>
                    <a:pt x="2958" y="21464"/>
                    <a:pt x="2958" y="21464"/>
                  </a:cubicBezTo>
                  <a:cubicBezTo>
                    <a:pt x="2921" y="21464"/>
                    <a:pt x="2921" y="21464"/>
                    <a:pt x="2921" y="21464"/>
                  </a:cubicBezTo>
                  <a:cubicBezTo>
                    <a:pt x="2884" y="21464"/>
                    <a:pt x="2884" y="21464"/>
                    <a:pt x="2884" y="21464"/>
                  </a:cubicBezTo>
                  <a:cubicBezTo>
                    <a:pt x="2847" y="21464"/>
                    <a:pt x="2847" y="21464"/>
                    <a:pt x="2847" y="21464"/>
                  </a:cubicBezTo>
                  <a:cubicBezTo>
                    <a:pt x="2847" y="21464"/>
                    <a:pt x="2847" y="21464"/>
                    <a:pt x="2847" y="21464"/>
                  </a:cubicBezTo>
                  <a:cubicBezTo>
                    <a:pt x="2810" y="21464"/>
                    <a:pt x="2810" y="21464"/>
                    <a:pt x="2810" y="21464"/>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29"/>
                    <a:pt x="2810" y="21329"/>
                    <a:pt x="2810" y="21329"/>
                  </a:cubicBezTo>
                  <a:cubicBezTo>
                    <a:pt x="2773" y="21261"/>
                    <a:pt x="2773" y="21261"/>
                    <a:pt x="2773" y="21261"/>
                  </a:cubicBezTo>
                  <a:cubicBezTo>
                    <a:pt x="2773" y="21126"/>
                    <a:pt x="2773" y="21126"/>
                    <a:pt x="2773" y="21126"/>
                  </a:cubicBezTo>
                  <a:cubicBezTo>
                    <a:pt x="2736" y="21126"/>
                    <a:pt x="2736" y="21126"/>
                    <a:pt x="2736" y="21126"/>
                  </a:cubicBezTo>
                  <a:cubicBezTo>
                    <a:pt x="2699" y="20990"/>
                    <a:pt x="2699" y="20990"/>
                    <a:pt x="2699" y="20990"/>
                  </a:cubicBezTo>
                  <a:cubicBezTo>
                    <a:pt x="2663" y="20990"/>
                    <a:pt x="2663" y="20990"/>
                    <a:pt x="2663" y="20990"/>
                  </a:cubicBezTo>
                  <a:cubicBezTo>
                    <a:pt x="2663" y="20990"/>
                    <a:pt x="2663" y="20990"/>
                    <a:pt x="2663" y="20990"/>
                  </a:cubicBezTo>
                  <a:cubicBezTo>
                    <a:pt x="2626" y="20922"/>
                    <a:pt x="2626" y="20922"/>
                    <a:pt x="2626" y="20922"/>
                  </a:cubicBezTo>
                  <a:cubicBezTo>
                    <a:pt x="2626" y="20922"/>
                    <a:pt x="2626" y="20922"/>
                    <a:pt x="2626" y="20922"/>
                  </a:cubicBezTo>
                  <a:cubicBezTo>
                    <a:pt x="2589" y="20922"/>
                    <a:pt x="2589" y="20922"/>
                    <a:pt x="2589" y="20922"/>
                  </a:cubicBezTo>
                  <a:cubicBezTo>
                    <a:pt x="2552" y="20922"/>
                    <a:pt x="2552" y="20922"/>
                    <a:pt x="2552" y="20922"/>
                  </a:cubicBezTo>
                  <a:cubicBezTo>
                    <a:pt x="2552" y="20855"/>
                    <a:pt x="2552" y="20855"/>
                    <a:pt x="2552" y="20855"/>
                  </a:cubicBezTo>
                  <a:cubicBezTo>
                    <a:pt x="2515" y="20855"/>
                    <a:pt x="2515" y="20855"/>
                    <a:pt x="2515" y="20855"/>
                  </a:cubicBezTo>
                  <a:cubicBezTo>
                    <a:pt x="2478" y="20787"/>
                    <a:pt x="2478" y="20787"/>
                    <a:pt x="2478" y="20787"/>
                  </a:cubicBezTo>
                  <a:cubicBezTo>
                    <a:pt x="2478" y="20787"/>
                    <a:pt x="2478" y="20787"/>
                    <a:pt x="2478" y="20787"/>
                  </a:cubicBezTo>
                  <a:cubicBezTo>
                    <a:pt x="2441" y="20787"/>
                    <a:pt x="2441" y="20787"/>
                    <a:pt x="2441" y="20787"/>
                  </a:cubicBezTo>
                  <a:cubicBezTo>
                    <a:pt x="2441" y="20719"/>
                    <a:pt x="2441" y="20719"/>
                    <a:pt x="2441" y="20719"/>
                  </a:cubicBezTo>
                  <a:cubicBezTo>
                    <a:pt x="2404" y="20719"/>
                    <a:pt x="2404" y="20719"/>
                    <a:pt x="2404" y="20719"/>
                  </a:cubicBezTo>
                  <a:cubicBezTo>
                    <a:pt x="2404" y="20719"/>
                    <a:pt x="2404" y="20719"/>
                    <a:pt x="2404" y="20719"/>
                  </a:cubicBezTo>
                  <a:cubicBezTo>
                    <a:pt x="2367" y="20652"/>
                    <a:pt x="2367" y="20652"/>
                    <a:pt x="2367" y="20652"/>
                  </a:cubicBezTo>
                  <a:cubicBezTo>
                    <a:pt x="2256" y="20516"/>
                    <a:pt x="2256" y="20516"/>
                    <a:pt x="2256" y="20516"/>
                  </a:cubicBezTo>
                  <a:cubicBezTo>
                    <a:pt x="2219" y="20448"/>
                    <a:pt x="2219" y="20448"/>
                    <a:pt x="2219" y="20448"/>
                  </a:cubicBezTo>
                  <a:cubicBezTo>
                    <a:pt x="2145" y="20381"/>
                    <a:pt x="2145" y="20381"/>
                    <a:pt x="2145" y="20381"/>
                  </a:cubicBezTo>
                  <a:cubicBezTo>
                    <a:pt x="2108" y="20448"/>
                    <a:pt x="2108" y="20448"/>
                    <a:pt x="2108" y="20448"/>
                  </a:cubicBezTo>
                  <a:cubicBezTo>
                    <a:pt x="2071" y="20381"/>
                    <a:pt x="2071" y="20381"/>
                    <a:pt x="2071" y="20381"/>
                  </a:cubicBezTo>
                  <a:cubicBezTo>
                    <a:pt x="2071" y="20313"/>
                    <a:pt x="2071" y="20313"/>
                    <a:pt x="2071" y="20313"/>
                  </a:cubicBezTo>
                  <a:cubicBezTo>
                    <a:pt x="1997" y="20245"/>
                    <a:pt x="1997" y="20245"/>
                    <a:pt x="1997" y="20245"/>
                  </a:cubicBezTo>
                  <a:cubicBezTo>
                    <a:pt x="1997" y="20245"/>
                    <a:pt x="1997" y="20245"/>
                    <a:pt x="1997" y="20245"/>
                  </a:cubicBezTo>
                  <a:cubicBezTo>
                    <a:pt x="1960" y="20245"/>
                    <a:pt x="1960" y="20245"/>
                    <a:pt x="1960" y="20245"/>
                  </a:cubicBezTo>
                  <a:cubicBezTo>
                    <a:pt x="1960" y="20245"/>
                    <a:pt x="1960" y="20245"/>
                    <a:pt x="1960" y="20245"/>
                  </a:cubicBezTo>
                  <a:cubicBezTo>
                    <a:pt x="1997" y="20178"/>
                    <a:pt x="1997" y="20178"/>
                    <a:pt x="1997" y="20178"/>
                  </a:cubicBezTo>
                  <a:cubicBezTo>
                    <a:pt x="1997" y="20178"/>
                    <a:pt x="1997" y="20178"/>
                    <a:pt x="1997" y="20178"/>
                  </a:cubicBezTo>
                  <a:cubicBezTo>
                    <a:pt x="1997" y="20110"/>
                    <a:pt x="1997" y="20110"/>
                    <a:pt x="1997" y="20110"/>
                  </a:cubicBezTo>
                  <a:cubicBezTo>
                    <a:pt x="2034" y="20178"/>
                    <a:pt x="2034" y="20178"/>
                    <a:pt x="2034" y="20178"/>
                  </a:cubicBezTo>
                  <a:cubicBezTo>
                    <a:pt x="2034" y="20178"/>
                    <a:pt x="2034" y="20178"/>
                    <a:pt x="2034" y="20178"/>
                  </a:cubicBezTo>
                  <a:cubicBezTo>
                    <a:pt x="2071" y="20178"/>
                    <a:pt x="2071" y="20178"/>
                    <a:pt x="2071" y="20178"/>
                  </a:cubicBezTo>
                  <a:cubicBezTo>
                    <a:pt x="2108" y="20178"/>
                    <a:pt x="2108" y="20178"/>
                    <a:pt x="2108" y="20178"/>
                  </a:cubicBezTo>
                  <a:cubicBezTo>
                    <a:pt x="2108" y="20110"/>
                    <a:pt x="2108" y="20110"/>
                    <a:pt x="2108" y="20110"/>
                  </a:cubicBezTo>
                  <a:cubicBezTo>
                    <a:pt x="2071" y="20110"/>
                    <a:pt x="2071" y="20110"/>
                    <a:pt x="2071" y="20110"/>
                  </a:cubicBezTo>
                  <a:cubicBezTo>
                    <a:pt x="2071" y="20042"/>
                    <a:pt x="2071" y="20042"/>
                    <a:pt x="2071" y="20042"/>
                  </a:cubicBezTo>
                  <a:cubicBezTo>
                    <a:pt x="2108" y="19974"/>
                    <a:pt x="2108" y="19974"/>
                    <a:pt x="2108" y="19974"/>
                  </a:cubicBezTo>
                  <a:cubicBezTo>
                    <a:pt x="2108" y="19974"/>
                    <a:pt x="2108" y="19974"/>
                    <a:pt x="2108" y="19974"/>
                  </a:cubicBezTo>
                  <a:cubicBezTo>
                    <a:pt x="2145" y="19907"/>
                    <a:pt x="2145" y="19907"/>
                    <a:pt x="2145" y="19907"/>
                  </a:cubicBezTo>
                  <a:cubicBezTo>
                    <a:pt x="2145" y="19907"/>
                    <a:pt x="2145" y="19907"/>
                    <a:pt x="2145" y="19907"/>
                  </a:cubicBezTo>
                  <a:cubicBezTo>
                    <a:pt x="2182" y="19907"/>
                    <a:pt x="2182" y="19907"/>
                    <a:pt x="2182" y="19907"/>
                  </a:cubicBezTo>
                  <a:cubicBezTo>
                    <a:pt x="2182" y="19907"/>
                    <a:pt x="2182" y="19907"/>
                    <a:pt x="2182" y="19907"/>
                  </a:cubicBezTo>
                  <a:cubicBezTo>
                    <a:pt x="2182" y="19907"/>
                    <a:pt x="2182" y="19907"/>
                    <a:pt x="2182" y="19907"/>
                  </a:cubicBezTo>
                  <a:cubicBezTo>
                    <a:pt x="2145" y="19839"/>
                    <a:pt x="2145" y="19839"/>
                    <a:pt x="2145" y="19839"/>
                  </a:cubicBezTo>
                  <a:cubicBezTo>
                    <a:pt x="2145" y="19839"/>
                    <a:pt x="2145" y="19839"/>
                    <a:pt x="2145" y="19839"/>
                  </a:cubicBezTo>
                  <a:cubicBezTo>
                    <a:pt x="2145" y="19839"/>
                    <a:pt x="2145" y="19839"/>
                    <a:pt x="2145" y="19839"/>
                  </a:cubicBezTo>
                  <a:cubicBezTo>
                    <a:pt x="2108" y="19839"/>
                    <a:pt x="2108" y="19839"/>
                    <a:pt x="2108" y="19839"/>
                  </a:cubicBezTo>
                  <a:cubicBezTo>
                    <a:pt x="2071" y="19704"/>
                    <a:pt x="2071" y="19704"/>
                    <a:pt x="2071" y="19704"/>
                  </a:cubicBezTo>
                  <a:cubicBezTo>
                    <a:pt x="2145" y="19704"/>
                    <a:pt x="2145" y="19704"/>
                    <a:pt x="2145" y="19704"/>
                  </a:cubicBezTo>
                  <a:cubicBezTo>
                    <a:pt x="2182" y="19704"/>
                    <a:pt x="2182" y="19704"/>
                    <a:pt x="2182" y="19704"/>
                  </a:cubicBezTo>
                  <a:cubicBezTo>
                    <a:pt x="2182" y="19704"/>
                    <a:pt x="2182" y="19704"/>
                    <a:pt x="2182" y="19704"/>
                  </a:cubicBezTo>
                  <a:cubicBezTo>
                    <a:pt x="2182" y="19704"/>
                    <a:pt x="2182" y="19704"/>
                    <a:pt x="2182" y="19704"/>
                  </a:cubicBezTo>
                  <a:cubicBezTo>
                    <a:pt x="2145" y="19704"/>
                    <a:pt x="2145" y="19704"/>
                    <a:pt x="2145" y="19704"/>
                  </a:cubicBezTo>
                  <a:cubicBezTo>
                    <a:pt x="2182" y="19636"/>
                    <a:pt x="2182" y="19636"/>
                    <a:pt x="2182" y="19636"/>
                  </a:cubicBezTo>
                  <a:cubicBezTo>
                    <a:pt x="2293" y="19568"/>
                    <a:pt x="2293" y="19568"/>
                    <a:pt x="2293" y="19568"/>
                  </a:cubicBezTo>
                  <a:cubicBezTo>
                    <a:pt x="2293" y="19500"/>
                    <a:pt x="2293" y="19500"/>
                    <a:pt x="2293" y="19500"/>
                  </a:cubicBezTo>
                  <a:cubicBezTo>
                    <a:pt x="2293" y="19500"/>
                    <a:pt x="2293" y="19500"/>
                    <a:pt x="2293" y="19500"/>
                  </a:cubicBezTo>
                  <a:cubicBezTo>
                    <a:pt x="2256" y="19500"/>
                    <a:pt x="2256" y="19500"/>
                    <a:pt x="2256" y="19500"/>
                  </a:cubicBezTo>
                  <a:cubicBezTo>
                    <a:pt x="2219" y="19500"/>
                    <a:pt x="2219" y="19500"/>
                    <a:pt x="2219" y="19500"/>
                  </a:cubicBezTo>
                  <a:cubicBezTo>
                    <a:pt x="2182" y="19500"/>
                    <a:pt x="2182" y="19500"/>
                    <a:pt x="2182" y="19500"/>
                  </a:cubicBezTo>
                  <a:cubicBezTo>
                    <a:pt x="2145" y="19500"/>
                    <a:pt x="2145" y="19500"/>
                    <a:pt x="2145" y="19500"/>
                  </a:cubicBezTo>
                  <a:cubicBezTo>
                    <a:pt x="2145" y="19500"/>
                    <a:pt x="2145" y="19500"/>
                    <a:pt x="2145" y="19500"/>
                  </a:cubicBezTo>
                  <a:cubicBezTo>
                    <a:pt x="2182" y="19433"/>
                    <a:pt x="2182" y="19433"/>
                    <a:pt x="2182" y="19433"/>
                  </a:cubicBezTo>
                  <a:cubicBezTo>
                    <a:pt x="2182" y="19365"/>
                    <a:pt x="2182" y="19365"/>
                    <a:pt x="2182" y="19365"/>
                  </a:cubicBezTo>
                  <a:cubicBezTo>
                    <a:pt x="2219" y="19297"/>
                    <a:pt x="2219" y="19297"/>
                    <a:pt x="2219" y="19297"/>
                  </a:cubicBezTo>
                  <a:cubicBezTo>
                    <a:pt x="2293" y="19297"/>
                    <a:pt x="2293" y="19297"/>
                    <a:pt x="2293" y="19297"/>
                  </a:cubicBezTo>
                  <a:cubicBezTo>
                    <a:pt x="2330" y="19230"/>
                    <a:pt x="2330" y="19230"/>
                    <a:pt x="2330" y="19230"/>
                  </a:cubicBezTo>
                  <a:cubicBezTo>
                    <a:pt x="2330" y="19162"/>
                    <a:pt x="2330" y="19162"/>
                    <a:pt x="2330" y="19162"/>
                  </a:cubicBezTo>
                  <a:cubicBezTo>
                    <a:pt x="2367" y="19094"/>
                    <a:pt x="2367" y="19094"/>
                    <a:pt x="2367" y="19094"/>
                  </a:cubicBezTo>
                  <a:cubicBezTo>
                    <a:pt x="2330" y="19026"/>
                    <a:pt x="2330" y="19026"/>
                    <a:pt x="2330" y="19026"/>
                  </a:cubicBezTo>
                  <a:cubicBezTo>
                    <a:pt x="2293" y="18959"/>
                    <a:pt x="2293" y="18959"/>
                    <a:pt x="2293" y="18959"/>
                  </a:cubicBezTo>
                  <a:cubicBezTo>
                    <a:pt x="2293" y="18823"/>
                    <a:pt x="2293" y="18823"/>
                    <a:pt x="2293" y="18823"/>
                  </a:cubicBezTo>
                  <a:cubicBezTo>
                    <a:pt x="2330" y="18823"/>
                    <a:pt x="2330" y="18823"/>
                    <a:pt x="2330" y="18823"/>
                  </a:cubicBezTo>
                  <a:cubicBezTo>
                    <a:pt x="2367" y="18756"/>
                    <a:pt x="2367" y="18756"/>
                    <a:pt x="2367" y="18756"/>
                  </a:cubicBezTo>
                  <a:cubicBezTo>
                    <a:pt x="2367" y="18688"/>
                    <a:pt x="2367" y="18688"/>
                    <a:pt x="2367" y="18688"/>
                  </a:cubicBezTo>
                  <a:cubicBezTo>
                    <a:pt x="2330" y="18688"/>
                    <a:pt x="2330" y="18688"/>
                    <a:pt x="2330" y="18688"/>
                  </a:cubicBezTo>
                  <a:cubicBezTo>
                    <a:pt x="2330" y="18620"/>
                    <a:pt x="2330" y="18620"/>
                    <a:pt x="2330" y="18620"/>
                  </a:cubicBezTo>
                  <a:cubicBezTo>
                    <a:pt x="2293" y="18620"/>
                    <a:pt x="2293" y="18620"/>
                    <a:pt x="2293" y="18620"/>
                  </a:cubicBezTo>
                  <a:cubicBezTo>
                    <a:pt x="2256" y="18620"/>
                    <a:pt x="2256" y="18620"/>
                    <a:pt x="2256" y="18620"/>
                  </a:cubicBezTo>
                  <a:cubicBezTo>
                    <a:pt x="2219" y="18552"/>
                    <a:pt x="2219" y="18552"/>
                    <a:pt x="2219" y="18552"/>
                  </a:cubicBezTo>
                  <a:cubicBezTo>
                    <a:pt x="2182" y="18620"/>
                    <a:pt x="2182" y="18620"/>
                    <a:pt x="2182" y="18620"/>
                  </a:cubicBezTo>
                  <a:cubicBezTo>
                    <a:pt x="2145" y="18552"/>
                    <a:pt x="2145" y="18552"/>
                    <a:pt x="2145" y="18552"/>
                  </a:cubicBezTo>
                  <a:cubicBezTo>
                    <a:pt x="2108" y="18552"/>
                    <a:pt x="2108" y="18552"/>
                    <a:pt x="2108" y="18552"/>
                  </a:cubicBezTo>
                  <a:cubicBezTo>
                    <a:pt x="2034" y="18552"/>
                    <a:pt x="2034" y="18552"/>
                    <a:pt x="2034" y="18552"/>
                  </a:cubicBezTo>
                  <a:cubicBezTo>
                    <a:pt x="2034" y="18552"/>
                    <a:pt x="2034" y="18552"/>
                    <a:pt x="2034" y="18552"/>
                  </a:cubicBezTo>
                  <a:cubicBezTo>
                    <a:pt x="1997" y="18552"/>
                    <a:pt x="1997" y="18552"/>
                    <a:pt x="1997" y="18552"/>
                  </a:cubicBezTo>
                  <a:cubicBezTo>
                    <a:pt x="1960" y="18485"/>
                    <a:pt x="1960" y="18485"/>
                    <a:pt x="1960" y="18485"/>
                  </a:cubicBezTo>
                  <a:cubicBezTo>
                    <a:pt x="1923" y="18349"/>
                    <a:pt x="1923" y="18349"/>
                    <a:pt x="1923" y="18349"/>
                  </a:cubicBezTo>
                  <a:cubicBezTo>
                    <a:pt x="1886" y="18349"/>
                    <a:pt x="1886" y="18349"/>
                    <a:pt x="1886" y="18349"/>
                  </a:cubicBezTo>
                  <a:cubicBezTo>
                    <a:pt x="1849" y="18417"/>
                    <a:pt x="1849" y="18417"/>
                    <a:pt x="1849" y="18417"/>
                  </a:cubicBezTo>
                  <a:cubicBezTo>
                    <a:pt x="1812" y="18417"/>
                    <a:pt x="1812" y="18417"/>
                    <a:pt x="1812" y="18417"/>
                  </a:cubicBezTo>
                  <a:cubicBezTo>
                    <a:pt x="1775" y="18417"/>
                    <a:pt x="1775" y="18417"/>
                    <a:pt x="1775" y="18417"/>
                  </a:cubicBezTo>
                  <a:cubicBezTo>
                    <a:pt x="1701" y="18349"/>
                    <a:pt x="1701" y="18349"/>
                    <a:pt x="1701" y="18349"/>
                  </a:cubicBezTo>
                  <a:cubicBezTo>
                    <a:pt x="1701" y="18417"/>
                    <a:pt x="1701" y="18417"/>
                    <a:pt x="1701" y="18417"/>
                  </a:cubicBezTo>
                  <a:cubicBezTo>
                    <a:pt x="1627" y="18282"/>
                    <a:pt x="1627" y="18282"/>
                    <a:pt x="1627" y="18282"/>
                  </a:cubicBezTo>
                  <a:cubicBezTo>
                    <a:pt x="1590" y="18214"/>
                    <a:pt x="1590" y="18214"/>
                    <a:pt x="1590" y="18214"/>
                  </a:cubicBezTo>
                  <a:cubicBezTo>
                    <a:pt x="1590" y="18146"/>
                    <a:pt x="1590" y="18146"/>
                    <a:pt x="1590" y="18146"/>
                  </a:cubicBezTo>
                  <a:cubicBezTo>
                    <a:pt x="1553" y="18146"/>
                    <a:pt x="1553" y="18146"/>
                    <a:pt x="1553" y="18146"/>
                  </a:cubicBezTo>
                  <a:cubicBezTo>
                    <a:pt x="1553" y="18078"/>
                    <a:pt x="1553" y="18078"/>
                    <a:pt x="1553" y="18078"/>
                  </a:cubicBezTo>
                  <a:cubicBezTo>
                    <a:pt x="1516" y="18011"/>
                    <a:pt x="1516" y="18011"/>
                    <a:pt x="1516" y="18011"/>
                  </a:cubicBezTo>
                  <a:cubicBezTo>
                    <a:pt x="1442" y="18078"/>
                    <a:pt x="1442" y="18078"/>
                    <a:pt x="1442" y="18078"/>
                  </a:cubicBezTo>
                  <a:cubicBezTo>
                    <a:pt x="1405" y="17943"/>
                    <a:pt x="1405" y="17943"/>
                    <a:pt x="1405" y="17943"/>
                  </a:cubicBezTo>
                  <a:cubicBezTo>
                    <a:pt x="1405" y="17875"/>
                    <a:pt x="1405" y="17875"/>
                    <a:pt x="1405" y="17875"/>
                  </a:cubicBezTo>
                  <a:cubicBezTo>
                    <a:pt x="1368" y="17875"/>
                    <a:pt x="1368" y="17875"/>
                    <a:pt x="1368" y="17875"/>
                  </a:cubicBezTo>
                  <a:cubicBezTo>
                    <a:pt x="1368" y="17740"/>
                    <a:pt x="1368" y="17740"/>
                    <a:pt x="1368" y="17740"/>
                  </a:cubicBezTo>
                  <a:cubicBezTo>
                    <a:pt x="1331" y="17740"/>
                    <a:pt x="1331" y="17740"/>
                    <a:pt x="1331" y="17740"/>
                  </a:cubicBezTo>
                  <a:cubicBezTo>
                    <a:pt x="1257" y="17740"/>
                    <a:pt x="1257" y="17740"/>
                    <a:pt x="1257" y="17740"/>
                  </a:cubicBezTo>
                  <a:cubicBezTo>
                    <a:pt x="1183" y="17740"/>
                    <a:pt x="1183" y="17740"/>
                    <a:pt x="1183" y="17740"/>
                  </a:cubicBezTo>
                  <a:cubicBezTo>
                    <a:pt x="1109" y="17740"/>
                    <a:pt x="1109" y="17740"/>
                    <a:pt x="1109" y="17740"/>
                  </a:cubicBezTo>
                  <a:cubicBezTo>
                    <a:pt x="1072" y="17740"/>
                    <a:pt x="1072" y="17740"/>
                    <a:pt x="1072" y="17740"/>
                  </a:cubicBezTo>
                  <a:cubicBezTo>
                    <a:pt x="1072" y="17808"/>
                    <a:pt x="1072" y="17808"/>
                    <a:pt x="1072" y="17808"/>
                  </a:cubicBezTo>
                  <a:cubicBezTo>
                    <a:pt x="1035" y="17808"/>
                    <a:pt x="1035" y="17808"/>
                    <a:pt x="1035" y="17808"/>
                  </a:cubicBezTo>
                  <a:cubicBezTo>
                    <a:pt x="1035" y="17808"/>
                    <a:pt x="1035" y="17808"/>
                    <a:pt x="1035" y="17808"/>
                  </a:cubicBezTo>
                  <a:cubicBezTo>
                    <a:pt x="1035" y="17740"/>
                    <a:pt x="1035" y="17740"/>
                    <a:pt x="1035" y="17740"/>
                  </a:cubicBezTo>
                  <a:cubicBezTo>
                    <a:pt x="998" y="17672"/>
                    <a:pt x="998" y="17672"/>
                    <a:pt x="998" y="17672"/>
                  </a:cubicBezTo>
                  <a:cubicBezTo>
                    <a:pt x="998" y="17605"/>
                    <a:pt x="998" y="17605"/>
                    <a:pt x="998" y="17605"/>
                  </a:cubicBezTo>
                  <a:cubicBezTo>
                    <a:pt x="961" y="17537"/>
                    <a:pt x="961" y="17537"/>
                    <a:pt x="961" y="17537"/>
                  </a:cubicBezTo>
                  <a:cubicBezTo>
                    <a:pt x="961" y="17469"/>
                    <a:pt x="961" y="17469"/>
                    <a:pt x="961" y="17469"/>
                  </a:cubicBezTo>
                  <a:cubicBezTo>
                    <a:pt x="961" y="17401"/>
                    <a:pt x="961" y="17401"/>
                    <a:pt x="961" y="17401"/>
                  </a:cubicBezTo>
                  <a:cubicBezTo>
                    <a:pt x="998" y="17469"/>
                    <a:pt x="998" y="17469"/>
                    <a:pt x="998" y="17469"/>
                  </a:cubicBezTo>
                  <a:cubicBezTo>
                    <a:pt x="1072" y="17469"/>
                    <a:pt x="1072" y="17469"/>
                    <a:pt x="1072" y="17469"/>
                  </a:cubicBezTo>
                  <a:cubicBezTo>
                    <a:pt x="1109" y="17334"/>
                    <a:pt x="1109" y="17334"/>
                    <a:pt x="1109" y="17334"/>
                  </a:cubicBezTo>
                  <a:cubicBezTo>
                    <a:pt x="1146" y="17334"/>
                    <a:pt x="1146" y="17334"/>
                    <a:pt x="1146" y="17334"/>
                  </a:cubicBezTo>
                  <a:cubicBezTo>
                    <a:pt x="1109" y="17266"/>
                    <a:pt x="1109" y="17266"/>
                    <a:pt x="1109" y="17266"/>
                  </a:cubicBezTo>
                  <a:cubicBezTo>
                    <a:pt x="1109" y="17198"/>
                    <a:pt x="1109" y="17198"/>
                    <a:pt x="1109" y="17198"/>
                  </a:cubicBezTo>
                  <a:cubicBezTo>
                    <a:pt x="1035" y="17131"/>
                    <a:pt x="1035" y="17131"/>
                    <a:pt x="1035" y="17131"/>
                  </a:cubicBezTo>
                  <a:cubicBezTo>
                    <a:pt x="961" y="17131"/>
                    <a:pt x="961" y="17131"/>
                    <a:pt x="961" y="17131"/>
                  </a:cubicBezTo>
                  <a:cubicBezTo>
                    <a:pt x="961" y="16995"/>
                    <a:pt x="961" y="16995"/>
                    <a:pt x="961" y="16995"/>
                  </a:cubicBezTo>
                  <a:cubicBezTo>
                    <a:pt x="924" y="16995"/>
                    <a:pt x="924" y="16995"/>
                    <a:pt x="924" y="16995"/>
                  </a:cubicBezTo>
                  <a:cubicBezTo>
                    <a:pt x="887" y="16860"/>
                    <a:pt x="887" y="16860"/>
                    <a:pt x="887" y="16860"/>
                  </a:cubicBezTo>
                  <a:cubicBezTo>
                    <a:pt x="850" y="16792"/>
                    <a:pt x="850" y="16792"/>
                    <a:pt x="850" y="16792"/>
                  </a:cubicBezTo>
                  <a:cubicBezTo>
                    <a:pt x="813" y="16724"/>
                    <a:pt x="813" y="16724"/>
                    <a:pt x="813" y="16724"/>
                  </a:cubicBezTo>
                  <a:cubicBezTo>
                    <a:pt x="813" y="16657"/>
                    <a:pt x="813" y="16657"/>
                    <a:pt x="813" y="16657"/>
                  </a:cubicBezTo>
                  <a:cubicBezTo>
                    <a:pt x="813" y="16589"/>
                    <a:pt x="813" y="16589"/>
                    <a:pt x="813" y="16589"/>
                  </a:cubicBezTo>
                  <a:cubicBezTo>
                    <a:pt x="813" y="16521"/>
                    <a:pt x="813" y="16521"/>
                    <a:pt x="813" y="16521"/>
                  </a:cubicBezTo>
                  <a:cubicBezTo>
                    <a:pt x="813" y="16453"/>
                    <a:pt x="813" y="16453"/>
                    <a:pt x="813" y="16453"/>
                  </a:cubicBezTo>
                  <a:cubicBezTo>
                    <a:pt x="739" y="16453"/>
                    <a:pt x="739" y="16453"/>
                    <a:pt x="739" y="16453"/>
                  </a:cubicBezTo>
                  <a:cubicBezTo>
                    <a:pt x="702" y="16453"/>
                    <a:pt x="702" y="16453"/>
                    <a:pt x="702" y="16453"/>
                  </a:cubicBezTo>
                  <a:cubicBezTo>
                    <a:pt x="702" y="16386"/>
                    <a:pt x="702" y="16386"/>
                    <a:pt x="702" y="16386"/>
                  </a:cubicBezTo>
                  <a:cubicBezTo>
                    <a:pt x="628" y="16386"/>
                    <a:pt x="628" y="16386"/>
                    <a:pt x="628" y="16386"/>
                  </a:cubicBezTo>
                  <a:cubicBezTo>
                    <a:pt x="591" y="16453"/>
                    <a:pt x="591" y="16453"/>
                    <a:pt x="591" y="16453"/>
                  </a:cubicBezTo>
                  <a:cubicBezTo>
                    <a:pt x="554" y="16386"/>
                    <a:pt x="554" y="16386"/>
                    <a:pt x="554" y="16386"/>
                  </a:cubicBezTo>
                  <a:cubicBezTo>
                    <a:pt x="517" y="16386"/>
                    <a:pt x="517" y="16386"/>
                    <a:pt x="517" y="16386"/>
                  </a:cubicBezTo>
                  <a:cubicBezTo>
                    <a:pt x="480" y="16386"/>
                    <a:pt x="480" y="16386"/>
                    <a:pt x="480" y="16386"/>
                  </a:cubicBezTo>
                  <a:cubicBezTo>
                    <a:pt x="443" y="16318"/>
                    <a:pt x="443" y="16318"/>
                    <a:pt x="443" y="16318"/>
                  </a:cubicBezTo>
                  <a:cubicBezTo>
                    <a:pt x="443" y="16386"/>
                    <a:pt x="443" y="16386"/>
                    <a:pt x="443" y="16386"/>
                  </a:cubicBezTo>
                  <a:cubicBezTo>
                    <a:pt x="406" y="16318"/>
                    <a:pt x="406" y="16318"/>
                    <a:pt x="406" y="16318"/>
                  </a:cubicBezTo>
                  <a:cubicBezTo>
                    <a:pt x="369" y="16318"/>
                    <a:pt x="369" y="16318"/>
                    <a:pt x="369" y="16318"/>
                  </a:cubicBezTo>
                  <a:cubicBezTo>
                    <a:pt x="369" y="16250"/>
                    <a:pt x="369" y="16250"/>
                    <a:pt x="369" y="16250"/>
                  </a:cubicBezTo>
                  <a:cubicBezTo>
                    <a:pt x="369" y="16183"/>
                    <a:pt x="369" y="16183"/>
                    <a:pt x="369" y="16183"/>
                  </a:cubicBezTo>
                  <a:cubicBezTo>
                    <a:pt x="332" y="16115"/>
                    <a:pt x="332" y="16115"/>
                    <a:pt x="332" y="16115"/>
                  </a:cubicBezTo>
                  <a:cubicBezTo>
                    <a:pt x="332" y="16115"/>
                    <a:pt x="332" y="16115"/>
                    <a:pt x="332" y="16115"/>
                  </a:cubicBezTo>
                  <a:cubicBezTo>
                    <a:pt x="295" y="16047"/>
                    <a:pt x="295" y="16047"/>
                    <a:pt x="295" y="16047"/>
                  </a:cubicBezTo>
                  <a:cubicBezTo>
                    <a:pt x="295" y="15979"/>
                    <a:pt x="295" y="15979"/>
                    <a:pt x="295" y="15979"/>
                  </a:cubicBezTo>
                  <a:cubicBezTo>
                    <a:pt x="295" y="15979"/>
                    <a:pt x="295" y="15979"/>
                    <a:pt x="295" y="15979"/>
                  </a:cubicBezTo>
                  <a:cubicBezTo>
                    <a:pt x="295" y="15912"/>
                    <a:pt x="295" y="15912"/>
                    <a:pt x="295" y="15912"/>
                  </a:cubicBezTo>
                  <a:cubicBezTo>
                    <a:pt x="295" y="15912"/>
                    <a:pt x="295" y="15912"/>
                    <a:pt x="295" y="15912"/>
                  </a:cubicBezTo>
                  <a:cubicBezTo>
                    <a:pt x="295" y="15844"/>
                    <a:pt x="295" y="15844"/>
                    <a:pt x="295" y="15844"/>
                  </a:cubicBezTo>
                  <a:cubicBezTo>
                    <a:pt x="258" y="15844"/>
                    <a:pt x="258" y="15844"/>
                    <a:pt x="258" y="15844"/>
                  </a:cubicBezTo>
                  <a:cubicBezTo>
                    <a:pt x="295" y="15776"/>
                    <a:pt x="295" y="15776"/>
                    <a:pt x="295" y="15776"/>
                  </a:cubicBezTo>
                  <a:cubicBezTo>
                    <a:pt x="258" y="15709"/>
                    <a:pt x="258" y="15709"/>
                    <a:pt x="258" y="15709"/>
                  </a:cubicBezTo>
                  <a:cubicBezTo>
                    <a:pt x="295" y="15709"/>
                    <a:pt x="295" y="15709"/>
                    <a:pt x="295" y="15709"/>
                  </a:cubicBezTo>
                  <a:cubicBezTo>
                    <a:pt x="295" y="15641"/>
                    <a:pt x="295" y="15641"/>
                    <a:pt x="295" y="15641"/>
                  </a:cubicBezTo>
                  <a:cubicBezTo>
                    <a:pt x="221" y="15438"/>
                    <a:pt x="221" y="15438"/>
                    <a:pt x="221" y="15438"/>
                  </a:cubicBezTo>
                  <a:cubicBezTo>
                    <a:pt x="221" y="15235"/>
                    <a:pt x="221" y="15235"/>
                    <a:pt x="221" y="15235"/>
                  </a:cubicBezTo>
                  <a:cubicBezTo>
                    <a:pt x="258" y="15167"/>
                    <a:pt x="258" y="15167"/>
                    <a:pt x="258" y="15167"/>
                  </a:cubicBezTo>
                  <a:cubicBezTo>
                    <a:pt x="258" y="15099"/>
                    <a:pt x="258" y="15099"/>
                    <a:pt x="258" y="15099"/>
                  </a:cubicBezTo>
                  <a:cubicBezTo>
                    <a:pt x="295" y="15031"/>
                    <a:pt x="295" y="15031"/>
                    <a:pt x="295" y="15031"/>
                  </a:cubicBezTo>
                  <a:cubicBezTo>
                    <a:pt x="295" y="15031"/>
                    <a:pt x="295" y="15031"/>
                    <a:pt x="295" y="15031"/>
                  </a:cubicBezTo>
                  <a:cubicBezTo>
                    <a:pt x="295" y="15031"/>
                    <a:pt x="295" y="15031"/>
                    <a:pt x="295" y="15031"/>
                  </a:cubicBezTo>
                  <a:cubicBezTo>
                    <a:pt x="295" y="14964"/>
                    <a:pt x="295" y="14964"/>
                    <a:pt x="295" y="14964"/>
                  </a:cubicBezTo>
                  <a:cubicBezTo>
                    <a:pt x="295" y="14964"/>
                    <a:pt x="295" y="14964"/>
                    <a:pt x="295" y="14964"/>
                  </a:cubicBezTo>
                  <a:cubicBezTo>
                    <a:pt x="295" y="14896"/>
                    <a:pt x="295" y="14896"/>
                    <a:pt x="295" y="14896"/>
                  </a:cubicBezTo>
                  <a:cubicBezTo>
                    <a:pt x="258" y="14896"/>
                    <a:pt x="258" y="14896"/>
                    <a:pt x="258" y="14896"/>
                  </a:cubicBezTo>
                  <a:cubicBezTo>
                    <a:pt x="258" y="14828"/>
                    <a:pt x="258" y="14828"/>
                    <a:pt x="258" y="14828"/>
                  </a:cubicBezTo>
                  <a:cubicBezTo>
                    <a:pt x="295" y="14828"/>
                    <a:pt x="295" y="14828"/>
                    <a:pt x="295" y="14828"/>
                  </a:cubicBezTo>
                  <a:cubicBezTo>
                    <a:pt x="295" y="14896"/>
                    <a:pt x="295" y="14896"/>
                    <a:pt x="295" y="14896"/>
                  </a:cubicBezTo>
                  <a:cubicBezTo>
                    <a:pt x="332" y="14896"/>
                    <a:pt x="332" y="14896"/>
                    <a:pt x="332" y="14896"/>
                  </a:cubicBezTo>
                  <a:cubicBezTo>
                    <a:pt x="332" y="14828"/>
                    <a:pt x="332" y="14828"/>
                    <a:pt x="332" y="14828"/>
                  </a:cubicBezTo>
                  <a:cubicBezTo>
                    <a:pt x="369" y="14828"/>
                    <a:pt x="369" y="14828"/>
                    <a:pt x="369" y="14828"/>
                  </a:cubicBezTo>
                  <a:cubicBezTo>
                    <a:pt x="369" y="14828"/>
                    <a:pt x="369" y="14828"/>
                    <a:pt x="369" y="14828"/>
                  </a:cubicBezTo>
                  <a:cubicBezTo>
                    <a:pt x="406" y="14761"/>
                    <a:pt x="406" y="14761"/>
                    <a:pt x="406" y="14761"/>
                  </a:cubicBezTo>
                  <a:cubicBezTo>
                    <a:pt x="443" y="14761"/>
                    <a:pt x="443" y="14761"/>
                    <a:pt x="443" y="14761"/>
                  </a:cubicBezTo>
                  <a:cubicBezTo>
                    <a:pt x="443" y="14693"/>
                    <a:pt x="443" y="14693"/>
                    <a:pt x="443" y="14693"/>
                  </a:cubicBezTo>
                  <a:cubicBezTo>
                    <a:pt x="517" y="14761"/>
                    <a:pt x="517" y="14761"/>
                    <a:pt x="517" y="14761"/>
                  </a:cubicBezTo>
                  <a:cubicBezTo>
                    <a:pt x="517" y="14693"/>
                    <a:pt x="517" y="14693"/>
                    <a:pt x="517" y="14693"/>
                  </a:cubicBezTo>
                  <a:cubicBezTo>
                    <a:pt x="480" y="14625"/>
                    <a:pt x="480" y="14625"/>
                    <a:pt x="480" y="14625"/>
                  </a:cubicBezTo>
                  <a:cubicBezTo>
                    <a:pt x="480" y="14625"/>
                    <a:pt x="480" y="14625"/>
                    <a:pt x="480" y="14625"/>
                  </a:cubicBezTo>
                  <a:cubicBezTo>
                    <a:pt x="443" y="14625"/>
                    <a:pt x="443" y="14625"/>
                    <a:pt x="443" y="14625"/>
                  </a:cubicBezTo>
                  <a:cubicBezTo>
                    <a:pt x="406" y="14625"/>
                    <a:pt x="406" y="14625"/>
                    <a:pt x="406" y="14625"/>
                  </a:cubicBezTo>
                  <a:cubicBezTo>
                    <a:pt x="406" y="14625"/>
                    <a:pt x="406" y="14625"/>
                    <a:pt x="406" y="14625"/>
                  </a:cubicBezTo>
                  <a:cubicBezTo>
                    <a:pt x="369" y="14625"/>
                    <a:pt x="369" y="14625"/>
                    <a:pt x="369" y="14625"/>
                  </a:cubicBezTo>
                  <a:cubicBezTo>
                    <a:pt x="332" y="14557"/>
                    <a:pt x="332" y="14557"/>
                    <a:pt x="332" y="14557"/>
                  </a:cubicBezTo>
                  <a:cubicBezTo>
                    <a:pt x="332" y="14490"/>
                    <a:pt x="332" y="14490"/>
                    <a:pt x="332" y="14490"/>
                  </a:cubicBezTo>
                  <a:cubicBezTo>
                    <a:pt x="369" y="14557"/>
                    <a:pt x="369" y="14557"/>
                    <a:pt x="369" y="14557"/>
                  </a:cubicBezTo>
                  <a:cubicBezTo>
                    <a:pt x="369" y="14490"/>
                    <a:pt x="369" y="14490"/>
                    <a:pt x="369" y="14490"/>
                  </a:cubicBezTo>
                  <a:cubicBezTo>
                    <a:pt x="332" y="14490"/>
                    <a:pt x="332" y="14490"/>
                    <a:pt x="332" y="14490"/>
                  </a:cubicBezTo>
                  <a:cubicBezTo>
                    <a:pt x="369" y="14422"/>
                    <a:pt x="369" y="14422"/>
                    <a:pt x="369" y="14422"/>
                  </a:cubicBezTo>
                  <a:cubicBezTo>
                    <a:pt x="332" y="14422"/>
                    <a:pt x="332" y="14422"/>
                    <a:pt x="332" y="14422"/>
                  </a:cubicBezTo>
                  <a:cubicBezTo>
                    <a:pt x="332" y="14422"/>
                    <a:pt x="295" y="14490"/>
                    <a:pt x="295" y="14490"/>
                  </a:cubicBezTo>
                  <a:cubicBezTo>
                    <a:pt x="295" y="14490"/>
                    <a:pt x="295" y="14490"/>
                    <a:pt x="295" y="14490"/>
                  </a:cubicBezTo>
                  <a:cubicBezTo>
                    <a:pt x="295" y="14490"/>
                    <a:pt x="295" y="14490"/>
                    <a:pt x="295" y="14490"/>
                  </a:cubicBezTo>
                  <a:cubicBezTo>
                    <a:pt x="258" y="14422"/>
                    <a:pt x="258" y="14422"/>
                    <a:pt x="258" y="14422"/>
                  </a:cubicBezTo>
                  <a:cubicBezTo>
                    <a:pt x="332" y="14287"/>
                    <a:pt x="332" y="14287"/>
                    <a:pt x="332" y="14287"/>
                  </a:cubicBezTo>
                  <a:cubicBezTo>
                    <a:pt x="406" y="14287"/>
                    <a:pt x="406" y="14287"/>
                    <a:pt x="406" y="14287"/>
                  </a:cubicBezTo>
                  <a:cubicBezTo>
                    <a:pt x="443" y="14151"/>
                    <a:pt x="443" y="14151"/>
                    <a:pt x="443" y="14151"/>
                  </a:cubicBezTo>
                  <a:cubicBezTo>
                    <a:pt x="480" y="14016"/>
                    <a:pt x="480" y="14016"/>
                    <a:pt x="480" y="14016"/>
                  </a:cubicBezTo>
                  <a:cubicBezTo>
                    <a:pt x="517" y="13880"/>
                    <a:pt x="517" y="13880"/>
                    <a:pt x="517" y="13880"/>
                  </a:cubicBezTo>
                  <a:cubicBezTo>
                    <a:pt x="591" y="13677"/>
                    <a:pt x="591" y="13677"/>
                    <a:pt x="591" y="13677"/>
                  </a:cubicBezTo>
                  <a:cubicBezTo>
                    <a:pt x="628" y="13542"/>
                    <a:pt x="628" y="13542"/>
                    <a:pt x="628" y="13542"/>
                  </a:cubicBezTo>
                  <a:cubicBezTo>
                    <a:pt x="628" y="13406"/>
                    <a:pt x="628" y="13406"/>
                    <a:pt x="628" y="13406"/>
                  </a:cubicBezTo>
                  <a:cubicBezTo>
                    <a:pt x="554" y="13271"/>
                    <a:pt x="554" y="13271"/>
                    <a:pt x="554" y="13271"/>
                  </a:cubicBezTo>
                  <a:cubicBezTo>
                    <a:pt x="517" y="13271"/>
                    <a:pt x="517" y="13271"/>
                    <a:pt x="517" y="13271"/>
                  </a:cubicBezTo>
                  <a:cubicBezTo>
                    <a:pt x="443" y="13068"/>
                    <a:pt x="443" y="13068"/>
                    <a:pt x="443" y="13068"/>
                  </a:cubicBezTo>
                  <a:cubicBezTo>
                    <a:pt x="443" y="13000"/>
                    <a:pt x="443" y="13000"/>
                    <a:pt x="443" y="13000"/>
                  </a:cubicBezTo>
                  <a:cubicBezTo>
                    <a:pt x="480" y="12932"/>
                    <a:pt x="480" y="12932"/>
                    <a:pt x="480" y="12932"/>
                  </a:cubicBezTo>
                  <a:cubicBezTo>
                    <a:pt x="480" y="12865"/>
                    <a:pt x="480" y="12865"/>
                    <a:pt x="480" y="12865"/>
                  </a:cubicBezTo>
                  <a:cubicBezTo>
                    <a:pt x="406" y="12797"/>
                    <a:pt x="406" y="12797"/>
                    <a:pt x="406" y="12797"/>
                  </a:cubicBezTo>
                  <a:cubicBezTo>
                    <a:pt x="406" y="12729"/>
                    <a:pt x="406" y="12729"/>
                    <a:pt x="406" y="12729"/>
                  </a:cubicBezTo>
                  <a:cubicBezTo>
                    <a:pt x="406" y="12662"/>
                    <a:pt x="406" y="12662"/>
                    <a:pt x="406" y="12662"/>
                  </a:cubicBezTo>
                  <a:cubicBezTo>
                    <a:pt x="406" y="12594"/>
                    <a:pt x="406" y="12594"/>
                    <a:pt x="406" y="12594"/>
                  </a:cubicBezTo>
                  <a:cubicBezTo>
                    <a:pt x="406" y="12594"/>
                    <a:pt x="406" y="12594"/>
                    <a:pt x="406" y="12594"/>
                  </a:cubicBezTo>
                  <a:cubicBezTo>
                    <a:pt x="369" y="12526"/>
                    <a:pt x="369" y="12526"/>
                    <a:pt x="369" y="12526"/>
                  </a:cubicBezTo>
                  <a:cubicBezTo>
                    <a:pt x="332" y="12526"/>
                    <a:pt x="332" y="12526"/>
                    <a:pt x="332" y="12526"/>
                  </a:cubicBezTo>
                  <a:cubicBezTo>
                    <a:pt x="332" y="12391"/>
                    <a:pt x="332" y="12391"/>
                    <a:pt x="332" y="12391"/>
                  </a:cubicBezTo>
                  <a:cubicBezTo>
                    <a:pt x="369" y="12391"/>
                    <a:pt x="369" y="12391"/>
                    <a:pt x="369" y="12391"/>
                  </a:cubicBezTo>
                  <a:cubicBezTo>
                    <a:pt x="332" y="12391"/>
                    <a:pt x="332" y="12391"/>
                    <a:pt x="332" y="12391"/>
                  </a:cubicBezTo>
                  <a:cubicBezTo>
                    <a:pt x="332" y="12323"/>
                    <a:pt x="332" y="12323"/>
                    <a:pt x="332" y="12323"/>
                  </a:cubicBezTo>
                  <a:cubicBezTo>
                    <a:pt x="332" y="12120"/>
                    <a:pt x="332" y="12120"/>
                    <a:pt x="332" y="12120"/>
                  </a:cubicBezTo>
                  <a:cubicBezTo>
                    <a:pt x="369" y="12120"/>
                    <a:pt x="369" y="12120"/>
                    <a:pt x="369" y="12120"/>
                  </a:cubicBezTo>
                  <a:cubicBezTo>
                    <a:pt x="295" y="11849"/>
                    <a:pt x="295" y="11849"/>
                    <a:pt x="295" y="11849"/>
                  </a:cubicBezTo>
                  <a:cubicBezTo>
                    <a:pt x="221" y="11646"/>
                    <a:pt x="221" y="11646"/>
                    <a:pt x="221" y="11646"/>
                  </a:cubicBezTo>
                  <a:cubicBezTo>
                    <a:pt x="221" y="11578"/>
                    <a:pt x="221" y="11578"/>
                    <a:pt x="221" y="11578"/>
                  </a:cubicBezTo>
                  <a:cubicBezTo>
                    <a:pt x="184" y="11510"/>
                    <a:pt x="184" y="11510"/>
                    <a:pt x="184" y="11510"/>
                  </a:cubicBezTo>
                  <a:cubicBezTo>
                    <a:pt x="184" y="11375"/>
                    <a:pt x="184" y="11375"/>
                    <a:pt x="184" y="11375"/>
                  </a:cubicBezTo>
                  <a:cubicBezTo>
                    <a:pt x="221" y="11240"/>
                    <a:pt x="221" y="11240"/>
                    <a:pt x="221" y="11240"/>
                  </a:cubicBezTo>
                  <a:cubicBezTo>
                    <a:pt x="258" y="11172"/>
                    <a:pt x="258" y="11172"/>
                    <a:pt x="258" y="11172"/>
                  </a:cubicBezTo>
                  <a:cubicBezTo>
                    <a:pt x="221" y="11172"/>
                    <a:pt x="221" y="11172"/>
                    <a:pt x="221" y="11172"/>
                  </a:cubicBezTo>
                  <a:cubicBezTo>
                    <a:pt x="147" y="11104"/>
                    <a:pt x="147" y="11104"/>
                    <a:pt x="147" y="11104"/>
                  </a:cubicBezTo>
                  <a:cubicBezTo>
                    <a:pt x="147" y="11036"/>
                    <a:pt x="147" y="11036"/>
                    <a:pt x="147" y="11036"/>
                  </a:cubicBezTo>
                  <a:cubicBezTo>
                    <a:pt x="110" y="10969"/>
                    <a:pt x="110" y="10969"/>
                    <a:pt x="110" y="10969"/>
                  </a:cubicBezTo>
                  <a:cubicBezTo>
                    <a:pt x="73" y="10901"/>
                    <a:pt x="73" y="10901"/>
                    <a:pt x="73" y="10901"/>
                  </a:cubicBezTo>
                  <a:cubicBezTo>
                    <a:pt x="36" y="10901"/>
                    <a:pt x="36" y="10901"/>
                    <a:pt x="36" y="10901"/>
                  </a:cubicBezTo>
                  <a:cubicBezTo>
                    <a:pt x="0" y="10766"/>
                    <a:pt x="0" y="10766"/>
                    <a:pt x="0" y="10766"/>
                  </a:cubicBezTo>
                  <a:cubicBezTo>
                    <a:pt x="0" y="10766"/>
                    <a:pt x="0" y="10766"/>
                    <a:pt x="0" y="10766"/>
                  </a:cubicBezTo>
                  <a:cubicBezTo>
                    <a:pt x="0" y="10630"/>
                    <a:pt x="0" y="10630"/>
                    <a:pt x="0" y="10630"/>
                  </a:cubicBezTo>
                  <a:cubicBezTo>
                    <a:pt x="0" y="10563"/>
                    <a:pt x="0" y="10563"/>
                    <a:pt x="0" y="10563"/>
                  </a:cubicBezTo>
                  <a:cubicBezTo>
                    <a:pt x="0" y="10563"/>
                    <a:pt x="0" y="10563"/>
                    <a:pt x="0" y="10563"/>
                  </a:cubicBezTo>
                  <a:cubicBezTo>
                    <a:pt x="0" y="10563"/>
                    <a:pt x="0" y="10563"/>
                    <a:pt x="0" y="10563"/>
                  </a:cubicBezTo>
                  <a:cubicBezTo>
                    <a:pt x="36" y="10495"/>
                    <a:pt x="36" y="10495"/>
                    <a:pt x="36" y="10495"/>
                  </a:cubicBezTo>
                  <a:cubicBezTo>
                    <a:pt x="36" y="10495"/>
                    <a:pt x="36" y="10495"/>
                    <a:pt x="36" y="10495"/>
                  </a:cubicBezTo>
                  <a:cubicBezTo>
                    <a:pt x="73" y="10495"/>
                    <a:pt x="73" y="10495"/>
                    <a:pt x="73" y="10495"/>
                  </a:cubicBezTo>
                  <a:cubicBezTo>
                    <a:pt x="73" y="10427"/>
                    <a:pt x="73" y="10427"/>
                    <a:pt x="73" y="10427"/>
                  </a:cubicBezTo>
                  <a:cubicBezTo>
                    <a:pt x="110" y="10359"/>
                    <a:pt x="110" y="10359"/>
                    <a:pt x="110" y="10359"/>
                  </a:cubicBezTo>
                  <a:cubicBezTo>
                    <a:pt x="147" y="10359"/>
                    <a:pt x="147" y="10359"/>
                    <a:pt x="147" y="10359"/>
                  </a:cubicBezTo>
                  <a:cubicBezTo>
                    <a:pt x="184" y="10292"/>
                    <a:pt x="184" y="10292"/>
                    <a:pt x="184" y="10292"/>
                  </a:cubicBezTo>
                  <a:cubicBezTo>
                    <a:pt x="184" y="10224"/>
                    <a:pt x="184" y="10224"/>
                    <a:pt x="184" y="10224"/>
                  </a:cubicBezTo>
                  <a:cubicBezTo>
                    <a:pt x="221" y="10224"/>
                    <a:pt x="221" y="10224"/>
                    <a:pt x="221" y="10224"/>
                  </a:cubicBezTo>
                  <a:cubicBezTo>
                    <a:pt x="258" y="10224"/>
                    <a:pt x="258" y="10224"/>
                    <a:pt x="258" y="10224"/>
                  </a:cubicBezTo>
                  <a:cubicBezTo>
                    <a:pt x="258" y="10156"/>
                    <a:pt x="258" y="10156"/>
                    <a:pt x="258" y="10156"/>
                  </a:cubicBezTo>
                  <a:cubicBezTo>
                    <a:pt x="258" y="10089"/>
                    <a:pt x="258" y="10089"/>
                    <a:pt x="258" y="10089"/>
                  </a:cubicBezTo>
                  <a:cubicBezTo>
                    <a:pt x="258" y="10089"/>
                    <a:pt x="258" y="10089"/>
                    <a:pt x="258" y="10089"/>
                  </a:cubicBezTo>
                  <a:cubicBezTo>
                    <a:pt x="295" y="10156"/>
                    <a:pt x="295" y="10156"/>
                    <a:pt x="295" y="10156"/>
                  </a:cubicBezTo>
                  <a:cubicBezTo>
                    <a:pt x="295" y="10156"/>
                    <a:pt x="295" y="10156"/>
                    <a:pt x="295" y="10156"/>
                  </a:cubicBezTo>
                  <a:cubicBezTo>
                    <a:pt x="295" y="10224"/>
                    <a:pt x="295" y="10224"/>
                    <a:pt x="295" y="10224"/>
                  </a:cubicBezTo>
                  <a:cubicBezTo>
                    <a:pt x="332" y="10224"/>
                    <a:pt x="332" y="10224"/>
                    <a:pt x="332" y="10224"/>
                  </a:cubicBezTo>
                  <a:cubicBezTo>
                    <a:pt x="332" y="10156"/>
                    <a:pt x="332" y="10156"/>
                    <a:pt x="332" y="10156"/>
                  </a:cubicBezTo>
                  <a:cubicBezTo>
                    <a:pt x="332" y="10156"/>
                    <a:pt x="332" y="10156"/>
                    <a:pt x="332" y="10156"/>
                  </a:cubicBezTo>
                  <a:cubicBezTo>
                    <a:pt x="369" y="10156"/>
                    <a:pt x="369" y="10156"/>
                    <a:pt x="369" y="10156"/>
                  </a:cubicBezTo>
                  <a:cubicBezTo>
                    <a:pt x="369" y="10089"/>
                    <a:pt x="369" y="10089"/>
                    <a:pt x="369" y="10089"/>
                  </a:cubicBezTo>
                  <a:cubicBezTo>
                    <a:pt x="332" y="10089"/>
                    <a:pt x="332" y="10089"/>
                    <a:pt x="332" y="10089"/>
                  </a:cubicBezTo>
                  <a:cubicBezTo>
                    <a:pt x="332" y="10089"/>
                    <a:pt x="332" y="10089"/>
                    <a:pt x="332" y="10089"/>
                  </a:cubicBezTo>
                  <a:cubicBezTo>
                    <a:pt x="369" y="10089"/>
                    <a:pt x="369" y="10089"/>
                    <a:pt x="369" y="10089"/>
                  </a:cubicBezTo>
                  <a:cubicBezTo>
                    <a:pt x="369" y="10089"/>
                    <a:pt x="369" y="10089"/>
                    <a:pt x="369" y="10089"/>
                  </a:cubicBezTo>
                  <a:cubicBezTo>
                    <a:pt x="369" y="10021"/>
                    <a:pt x="369" y="10021"/>
                    <a:pt x="369" y="10021"/>
                  </a:cubicBezTo>
                  <a:cubicBezTo>
                    <a:pt x="369" y="10021"/>
                    <a:pt x="369" y="10021"/>
                    <a:pt x="369" y="10021"/>
                  </a:cubicBezTo>
                  <a:cubicBezTo>
                    <a:pt x="369" y="10021"/>
                    <a:pt x="369" y="10021"/>
                    <a:pt x="369" y="10021"/>
                  </a:cubicBezTo>
                  <a:cubicBezTo>
                    <a:pt x="369" y="10021"/>
                    <a:pt x="369" y="10021"/>
                    <a:pt x="369" y="10021"/>
                  </a:cubicBezTo>
                  <a:cubicBezTo>
                    <a:pt x="406" y="10021"/>
                    <a:pt x="406" y="10021"/>
                    <a:pt x="406" y="10021"/>
                  </a:cubicBezTo>
                  <a:cubicBezTo>
                    <a:pt x="443" y="10021"/>
                    <a:pt x="443" y="10021"/>
                    <a:pt x="443" y="10021"/>
                  </a:cubicBezTo>
                  <a:cubicBezTo>
                    <a:pt x="443" y="10089"/>
                    <a:pt x="443" y="10089"/>
                    <a:pt x="443" y="10089"/>
                  </a:cubicBezTo>
                  <a:cubicBezTo>
                    <a:pt x="480" y="10089"/>
                    <a:pt x="480" y="10089"/>
                    <a:pt x="480" y="10089"/>
                  </a:cubicBezTo>
                  <a:cubicBezTo>
                    <a:pt x="480" y="10089"/>
                    <a:pt x="480" y="10089"/>
                    <a:pt x="480" y="10089"/>
                  </a:cubicBezTo>
                  <a:cubicBezTo>
                    <a:pt x="517" y="10089"/>
                    <a:pt x="517" y="10089"/>
                    <a:pt x="517" y="10089"/>
                  </a:cubicBezTo>
                  <a:cubicBezTo>
                    <a:pt x="517" y="10089"/>
                    <a:pt x="517" y="10089"/>
                    <a:pt x="517" y="10089"/>
                  </a:cubicBezTo>
                  <a:cubicBezTo>
                    <a:pt x="554" y="10156"/>
                    <a:pt x="554" y="10156"/>
                    <a:pt x="554" y="10156"/>
                  </a:cubicBezTo>
                  <a:cubicBezTo>
                    <a:pt x="554" y="10156"/>
                    <a:pt x="554" y="10156"/>
                    <a:pt x="554" y="10156"/>
                  </a:cubicBezTo>
                  <a:cubicBezTo>
                    <a:pt x="517" y="10224"/>
                    <a:pt x="517" y="10224"/>
                    <a:pt x="517" y="10224"/>
                  </a:cubicBezTo>
                  <a:cubicBezTo>
                    <a:pt x="480" y="10156"/>
                    <a:pt x="480" y="10156"/>
                    <a:pt x="480" y="10156"/>
                  </a:cubicBezTo>
                  <a:cubicBezTo>
                    <a:pt x="443" y="10156"/>
                    <a:pt x="443" y="10156"/>
                    <a:pt x="443" y="10156"/>
                  </a:cubicBezTo>
                  <a:cubicBezTo>
                    <a:pt x="406" y="10156"/>
                    <a:pt x="406" y="10156"/>
                    <a:pt x="406" y="10156"/>
                  </a:cubicBezTo>
                  <a:cubicBezTo>
                    <a:pt x="406" y="10089"/>
                    <a:pt x="406" y="10089"/>
                    <a:pt x="406" y="10089"/>
                  </a:cubicBezTo>
                  <a:cubicBezTo>
                    <a:pt x="406" y="10156"/>
                    <a:pt x="406" y="10156"/>
                    <a:pt x="406" y="10156"/>
                  </a:cubicBezTo>
                  <a:cubicBezTo>
                    <a:pt x="406" y="10224"/>
                    <a:pt x="406" y="10224"/>
                    <a:pt x="406" y="10224"/>
                  </a:cubicBezTo>
                  <a:cubicBezTo>
                    <a:pt x="406" y="10224"/>
                    <a:pt x="406" y="10224"/>
                    <a:pt x="406" y="10224"/>
                  </a:cubicBezTo>
                  <a:cubicBezTo>
                    <a:pt x="443" y="10224"/>
                    <a:pt x="443" y="10224"/>
                    <a:pt x="443" y="10224"/>
                  </a:cubicBezTo>
                  <a:cubicBezTo>
                    <a:pt x="443" y="10224"/>
                    <a:pt x="443" y="10224"/>
                    <a:pt x="443" y="10224"/>
                  </a:cubicBezTo>
                  <a:cubicBezTo>
                    <a:pt x="443" y="10292"/>
                    <a:pt x="443" y="10292"/>
                    <a:pt x="443" y="10292"/>
                  </a:cubicBezTo>
                  <a:cubicBezTo>
                    <a:pt x="480" y="10224"/>
                    <a:pt x="480" y="10224"/>
                    <a:pt x="480" y="10224"/>
                  </a:cubicBezTo>
                  <a:cubicBezTo>
                    <a:pt x="517" y="10224"/>
                    <a:pt x="517" y="10224"/>
                    <a:pt x="517" y="10224"/>
                  </a:cubicBezTo>
                  <a:cubicBezTo>
                    <a:pt x="517" y="10292"/>
                    <a:pt x="517" y="10292"/>
                    <a:pt x="517" y="10292"/>
                  </a:cubicBezTo>
                  <a:cubicBezTo>
                    <a:pt x="517" y="10292"/>
                    <a:pt x="517" y="10292"/>
                    <a:pt x="517" y="10292"/>
                  </a:cubicBezTo>
                  <a:cubicBezTo>
                    <a:pt x="517" y="10292"/>
                    <a:pt x="517" y="10292"/>
                    <a:pt x="517" y="10292"/>
                  </a:cubicBezTo>
                  <a:cubicBezTo>
                    <a:pt x="554" y="10292"/>
                    <a:pt x="554" y="10292"/>
                    <a:pt x="554" y="10292"/>
                  </a:cubicBezTo>
                  <a:cubicBezTo>
                    <a:pt x="554" y="10292"/>
                    <a:pt x="554" y="10292"/>
                    <a:pt x="554" y="10292"/>
                  </a:cubicBezTo>
                  <a:cubicBezTo>
                    <a:pt x="554" y="10359"/>
                    <a:pt x="554" y="10359"/>
                    <a:pt x="554" y="10359"/>
                  </a:cubicBezTo>
                  <a:cubicBezTo>
                    <a:pt x="554" y="10292"/>
                    <a:pt x="554" y="10292"/>
                    <a:pt x="554" y="10292"/>
                  </a:cubicBezTo>
                  <a:cubicBezTo>
                    <a:pt x="591" y="10224"/>
                    <a:pt x="591" y="10224"/>
                    <a:pt x="591" y="10224"/>
                  </a:cubicBezTo>
                  <a:cubicBezTo>
                    <a:pt x="591" y="10292"/>
                    <a:pt x="591" y="10292"/>
                    <a:pt x="591" y="10292"/>
                  </a:cubicBezTo>
                  <a:cubicBezTo>
                    <a:pt x="591" y="10292"/>
                    <a:pt x="591" y="10292"/>
                    <a:pt x="591" y="10292"/>
                  </a:cubicBezTo>
                  <a:cubicBezTo>
                    <a:pt x="591" y="10292"/>
                    <a:pt x="591" y="10292"/>
                    <a:pt x="591" y="10292"/>
                  </a:cubicBezTo>
                  <a:cubicBezTo>
                    <a:pt x="591" y="10292"/>
                    <a:pt x="591" y="10292"/>
                    <a:pt x="591" y="10292"/>
                  </a:cubicBezTo>
                  <a:cubicBezTo>
                    <a:pt x="628" y="10359"/>
                    <a:pt x="628" y="10359"/>
                    <a:pt x="628" y="10359"/>
                  </a:cubicBezTo>
                  <a:cubicBezTo>
                    <a:pt x="591" y="10359"/>
                    <a:pt x="591" y="10359"/>
                    <a:pt x="591" y="10359"/>
                  </a:cubicBezTo>
                  <a:cubicBezTo>
                    <a:pt x="591" y="10427"/>
                    <a:pt x="591" y="10427"/>
                    <a:pt x="591" y="10427"/>
                  </a:cubicBezTo>
                  <a:cubicBezTo>
                    <a:pt x="628" y="10427"/>
                    <a:pt x="628" y="10427"/>
                    <a:pt x="628" y="10427"/>
                  </a:cubicBezTo>
                  <a:cubicBezTo>
                    <a:pt x="628" y="10359"/>
                    <a:pt x="628" y="10359"/>
                    <a:pt x="628" y="10359"/>
                  </a:cubicBezTo>
                  <a:cubicBezTo>
                    <a:pt x="628" y="10292"/>
                    <a:pt x="628" y="10292"/>
                    <a:pt x="628" y="10292"/>
                  </a:cubicBezTo>
                  <a:cubicBezTo>
                    <a:pt x="628" y="10292"/>
                    <a:pt x="628" y="10292"/>
                    <a:pt x="628" y="10292"/>
                  </a:cubicBezTo>
                  <a:cubicBezTo>
                    <a:pt x="665" y="10292"/>
                    <a:pt x="665" y="10292"/>
                    <a:pt x="665" y="10292"/>
                  </a:cubicBezTo>
                  <a:cubicBezTo>
                    <a:pt x="702" y="10292"/>
                    <a:pt x="702" y="10292"/>
                    <a:pt x="702" y="10292"/>
                  </a:cubicBezTo>
                  <a:cubicBezTo>
                    <a:pt x="702" y="10292"/>
                    <a:pt x="702" y="10292"/>
                    <a:pt x="702" y="10292"/>
                  </a:cubicBezTo>
                  <a:cubicBezTo>
                    <a:pt x="665" y="10224"/>
                    <a:pt x="665" y="10224"/>
                    <a:pt x="665" y="10224"/>
                  </a:cubicBezTo>
                  <a:cubicBezTo>
                    <a:pt x="665" y="10224"/>
                    <a:pt x="665" y="10224"/>
                    <a:pt x="665" y="10224"/>
                  </a:cubicBezTo>
                  <a:cubicBezTo>
                    <a:pt x="702" y="10224"/>
                    <a:pt x="702" y="10224"/>
                    <a:pt x="702" y="10224"/>
                  </a:cubicBezTo>
                  <a:cubicBezTo>
                    <a:pt x="739" y="10292"/>
                    <a:pt x="739" y="10292"/>
                    <a:pt x="739" y="10292"/>
                  </a:cubicBezTo>
                  <a:cubicBezTo>
                    <a:pt x="776" y="10292"/>
                    <a:pt x="776" y="10292"/>
                    <a:pt x="776" y="10292"/>
                  </a:cubicBezTo>
                  <a:cubicBezTo>
                    <a:pt x="813" y="10292"/>
                    <a:pt x="813" y="10292"/>
                    <a:pt x="813" y="10292"/>
                  </a:cubicBezTo>
                  <a:cubicBezTo>
                    <a:pt x="850" y="10292"/>
                    <a:pt x="850" y="10292"/>
                    <a:pt x="850" y="10292"/>
                  </a:cubicBezTo>
                  <a:cubicBezTo>
                    <a:pt x="850" y="10292"/>
                    <a:pt x="850" y="10292"/>
                    <a:pt x="850" y="10292"/>
                  </a:cubicBezTo>
                  <a:cubicBezTo>
                    <a:pt x="887" y="10292"/>
                    <a:pt x="887" y="10292"/>
                    <a:pt x="887" y="10292"/>
                  </a:cubicBezTo>
                  <a:cubicBezTo>
                    <a:pt x="924" y="10292"/>
                    <a:pt x="924" y="10292"/>
                    <a:pt x="924" y="10292"/>
                  </a:cubicBezTo>
                  <a:cubicBezTo>
                    <a:pt x="924" y="10292"/>
                    <a:pt x="924" y="10292"/>
                    <a:pt x="924" y="10292"/>
                  </a:cubicBezTo>
                  <a:cubicBezTo>
                    <a:pt x="961" y="10292"/>
                    <a:pt x="961" y="10292"/>
                    <a:pt x="961" y="10292"/>
                  </a:cubicBezTo>
                  <a:cubicBezTo>
                    <a:pt x="1109" y="10495"/>
                    <a:pt x="1109" y="10495"/>
                    <a:pt x="1109" y="10495"/>
                  </a:cubicBezTo>
                  <a:cubicBezTo>
                    <a:pt x="1220" y="10563"/>
                    <a:pt x="1220" y="10563"/>
                    <a:pt x="1220" y="10563"/>
                  </a:cubicBezTo>
                  <a:cubicBezTo>
                    <a:pt x="1257" y="10630"/>
                    <a:pt x="1257" y="10630"/>
                    <a:pt x="1257" y="10630"/>
                  </a:cubicBezTo>
                  <a:cubicBezTo>
                    <a:pt x="1294" y="10630"/>
                    <a:pt x="1294" y="10630"/>
                    <a:pt x="1294" y="10630"/>
                  </a:cubicBezTo>
                  <a:cubicBezTo>
                    <a:pt x="1331" y="10766"/>
                    <a:pt x="1331" y="10766"/>
                    <a:pt x="1331" y="10766"/>
                  </a:cubicBezTo>
                  <a:cubicBezTo>
                    <a:pt x="1368" y="10766"/>
                    <a:pt x="1368" y="10766"/>
                    <a:pt x="1368" y="10766"/>
                  </a:cubicBezTo>
                  <a:cubicBezTo>
                    <a:pt x="1331" y="10698"/>
                    <a:pt x="1331" y="10698"/>
                    <a:pt x="1331" y="10698"/>
                  </a:cubicBezTo>
                  <a:cubicBezTo>
                    <a:pt x="1331" y="10698"/>
                    <a:pt x="1331" y="10698"/>
                    <a:pt x="1331" y="10698"/>
                  </a:cubicBezTo>
                  <a:cubicBezTo>
                    <a:pt x="1368" y="10698"/>
                    <a:pt x="1368" y="10698"/>
                    <a:pt x="1368" y="10698"/>
                  </a:cubicBezTo>
                  <a:cubicBezTo>
                    <a:pt x="1405" y="10766"/>
                    <a:pt x="1405" y="10766"/>
                    <a:pt x="1405" y="10766"/>
                  </a:cubicBezTo>
                  <a:cubicBezTo>
                    <a:pt x="1442" y="10766"/>
                    <a:pt x="1442" y="10766"/>
                    <a:pt x="1442" y="10766"/>
                  </a:cubicBezTo>
                  <a:cubicBezTo>
                    <a:pt x="1479" y="10833"/>
                    <a:pt x="1479" y="10833"/>
                    <a:pt x="1479" y="10833"/>
                  </a:cubicBezTo>
                  <a:cubicBezTo>
                    <a:pt x="1516" y="10833"/>
                    <a:pt x="1516" y="10833"/>
                    <a:pt x="1516" y="10833"/>
                  </a:cubicBezTo>
                  <a:cubicBezTo>
                    <a:pt x="1479" y="10766"/>
                    <a:pt x="1479" y="10766"/>
                    <a:pt x="1479" y="10766"/>
                  </a:cubicBezTo>
                  <a:cubicBezTo>
                    <a:pt x="1479" y="10766"/>
                    <a:pt x="1479" y="10766"/>
                    <a:pt x="1479" y="10766"/>
                  </a:cubicBezTo>
                  <a:cubicBezTo>
                    <a:pt x="1479" y="10766"/>
                    <a:pt x="1479" y="10766"/>
                    <a:pt x="1479" y="10766"/>
                  </a:cubicBezTo>
                  <a:cubicBezTo>
                    <a:pt x="1516" y="10766"/>
                    <a:pt x="1516" y="10766"/>
                    <a:pt x="1516" y="10766"/>
                  </a:cubicBezTo>
                  <a:cubicBezTo>
                    <a:pt x="1516" y="10833"/>
                    <a:pt x="1516" y="10833"/>
                    <a:pt x="1516" y="10833"/>
                  </a:cubicBezTo>
                  <a:cubicBezTo>
                    <a:pt x="1590" y="10901"/>
                    <a:pt x="1590" y="10901"/>
                    <a:pt x="1590" y="10901"/>
                  </a:cubicBezTo>
                  <a:cubicBezTo>
                    <a:pt x="1590" y="10969"/>
                    <a:pt x="1590" y="10969"/>
                    <a:pt x="1590" y="10969"/>
                  </a:cubicBezTo>
                  <a:cubicBezTo>
                    <a:pt x="1627" y="10969"/>
                    <a:pt x="1627" y="10969"/>
                    <a:pt x="1627" y="10969"/>
                  </a:cubicBezTo>
                  <a:cubicBezTo>
                    <a:pt x="1627" y="10969"/>
                    <a:pt x="1627" y="10969"/>
                    <a:pt x="1627" y="10969"/>
                  </a:cubicBezTo>
                  <a:cubicBezTo>
                    <a:pt x="1664" y="10969"/>
                    <a:pt x="1664" y="10969"/>
                    <a:pt x="1664" y="10969"/>
                  </a:cubicBezTo>
                  <a:cubicBezTo>
                    <a:pt x="1701" y="11036"/>
                    <a:pt x="1701" y="11036"/>
                    <a:pt x="1701" y="11036"/>
                  </a:cubicBezTo>
                  <a:cubicBezTo>
                    <a:pt x="1701" y="11104"/>
                    <a:pt x="1701" y="11104"/>
                    <a:pt x="1701" y="11104"/>
                  </a:cubicBezTo>
                  <a:cubicBezTo>
                    <a:pt x="1701" y="11104"/>
                    <a:pt x="1701" y="11104"/>
                    <a:pt x="1701" y="11104"/>
                  </a:cubicBezTo>
                  <a:cubicBezTo>
                    <a:pt x="1738" y="11172"/>
                    <a:pt x="1738" y="11172"/>
                    <a:pt x="1738" y="11172"/>
                  </a:cubicBezTo>
                  <a:cubicBezTo>
                    <a:pt x="1738" y="11172"/>
                    <a:pt x="1738" y="11172"/>
                    <a:pt x="1738" y="11172"/>
                  </a:cubicBezTo>
                  <a:cubicBezTo>
                    <a:pt x="1775" y="11172"/>
                    <a:pt x="1775" y="11172"/>
                    <a:pt x="1775" y="11172"/>
                  </a:cubicBezTo>
                  <a:cubicBezTo>
                    <a:pt x="1775" y="11240"/>
                    <a:pt x="1775" y="11240"/>
                    <a:pt x="1775" y="11240"/>
                  </a:cubicBezTo>
                  <a:cubicBezTo>
                    <a:pt x="1775" y="11307"/>
                    <a:pt x="1775" y="11307"/>
                    <a:pt x="1775" y="11307"/>
                  </a:cubicBezTo>
                  <a:cubicBezTo>
                    <a:pt x="1775" y="11443"/>
                    <a:pt x="1775" y="11443"/>
                    <a:pt x="1775" y="11443"/>
                  </a:cubicBezTo>
                  <a:cubicBezTo>
                    <a:pt x="1738" y="11443"/>
                    <a:pt x="1738" y="11443"/>
                    <a:pt x="1738" y="11443"/>
                  </a:cubicBezTo>
                  <a:cubicBezTo>
                    <a:pt x="1738" y="11510"/>
                    <a:pt x="1738" y="11510"/>
                    <a:pt x="1738" y="11510"/>
                  </a:cubicBezTo>
                  <a:cubicBezTo>
                    <a:pt x="1701" y="11578"/>
                    <a:pt x="1701" y="11578"/>
                    <a:pt x="1701" y="11578"/>
                  </a:cubicBezTo>
                  <a:cubicBezTo>
                    <a:pt x="1701" y="11578"/>
                    <a:pt x="1701" y="11578"/>
                    <a:pt x="1701" y="11578"/>
                  </a:cubicBezTo>
                  <a:cubicBezTo>
                    <a:pt x="1664" y="11714"/>
                    <a:pt x="1664" y="11714"/>
                    <a:pt x="1664" y="11714"/>
                  </a:cubicBezTo>
                  <a:cubicBezTo>
                    <a:pt x="1590" y="11781"/>
                    <a:pt x="1590" y="11781"/>
                    <a:pt x="1590" y="11781"/>
                  </a:cubicBezTo>
                  <a:cubicBezTo>
                    <a:pt x="1553" y="11781"/>
                    <a:pt x="1553" y="11781"/>
                    <a:pt x="1553" y="11781"/>
                  </a:cubicBezTo>
                  <a:cubicBezTo>
                    <a:pt x="1516" y="11849"/>
                    <a:pt x="1516" y="11849"/>
                    <a:pt x="1516" y="11849"/>
                  </a:cubicBezTo>
                  <a:cubicBezTo>
                    <a:pt x="1479" y="11849"/>
                    <a:pt x="1479" y="11849"/>
                    <a:pt x="1479" y="11849"/>
                  </a:cubicBezTo>
                  <a:cubicBezTo>
                    <a:pt x="1479" y="11849"/>
                    <a:pt x="1479" y="11849"/>
                    <a:pt x="1479" y="11849"/>
                  </a:cubicBezTo>
                  <a:cubicBezTo>
                    <a:pt x="1405" y="11849"/>
                    <a:pt x="1405" y="11849"/>
                    <a:pt x="1405" y="11849"/>
                  </a:cubicBezTo>
                  <a:cubicBezTo>
                    <a:pt x="1294" y="11849"/>
                    <a:pt x="1294" y="11849"/>
                    <a:pt x="1294" y="11849"/>
                  </a:cubicBezTo>
                  <a:cubicBezTo>
                    <a:pt x="1257" y="11849"/>
                    <a:pt x="1257" y="11849"/>
                    <a:pt x="1257" y="11849"/>
                  </a:cubicBezTo>
                  <a:cubicBezTo>
                    <a:pt x="1220" y="11781"/>
                    <a:pt x="1220" y="11781"/>
                    <a:pt x="1220" y="11781"/>
                  </a:cubicBezTo>
                  <a:cubicBezTo>
                    <a:pt x="1183" y="11781"/>
                    <a:pt x="1183" y="11781"/>
                    <a:pt x="1183" y="11781"/>
                  </a:cubicBezTo>
                  <a:cubicBezTo>
                    <a:pt x="1146" y="11781"/>
                    <a:pt x="1146" y="11781"/>
                    <a:pt x="1146" y="11781"/>
                  </a:cubicBezTo>
                  <a:cubicBezTo>
                    <a:pt x="1109" y="11781"/>
                    <a:pt x="1109" y="11781"/>
                    <a:pt x="1109" y="11781"/>
                  </a:cubicBezTo>
                  <a:cubicBezTo>
                    <a:pt x="1109" y="11781"/>
                    <a:pt x="1109" y="11781"/>
                    <a:pt x="1109" y="11781"/>
                  </a:cubicBezTo>
                  <a:cubicBezTo>
                    <a:pt x="1072" y="11781"/>
                    <a:pt x="1072" y="11781"/>
                    <a:pt x="1072" y="11781"/>
                  </a:cubicBezTo>
                  <a:cubicBezTo>
                    <a:pt x="1035" y="11781"/>
                    <a:pt x="1035" y="11781"/>
                    <a:pt x="1035" y="11781"/>
                  </a:cubicBezTo>
                  <a:cubicBezTo>
                    <a:pt x="998" y="11714"/>
                    <a:pt x="998" y="11714"/>
                    <a:pt x="998" y="11714"/>
                  </a:cubicBezTo>
                  <a:cubicBezTo>
                    <a:pt x="998" y="11714"/>
                    <a:pt x="998" y="11714"/>
                    <a:pt x="998" y="11714"/>
                  </a:cubicBezTo>
                  <a:cubicBezTo>
                    <a:pt x="961" y="11714"/>
                    <a:pt x="961" y="11714"/>
                    <a:pt x="961" y="11714"/>
                  </a:cubicBezTo>
                  <a:cubicBezTo>
                    <a:pt x="961" y="11714"/>
                    <a:pt x="961" y="11714"/>
                    <a:pt x="961" y="11714"/>
                  </a:cubicBezTo>
                  <a:cubicBezTo>
                    <a:pt x="961" y="11646"/>
                    <a:pt x="961" y="11646"/>
                    <a:pt x="961" y="11646"/>
                  </a:cubicBezTo>
                  <a:cubicBezTo>
                    <a:pt x="924" y="11646"/>
                    <a:pt x="924" y="11646"/>
                    <a:pt x="924" y="11646"/>
                  </a:cubicBezTo>
                  <a:cubicBezTo>
                    <a:pt x="887" y="11714"/>
                    <a:pt x="887" y="11714"/>
                    <a:pt x="887" y="11714"/>
                  </a:cubicBezTo>
                  <a:cubicBezTo>
                    <a:pt x="850" y="11714"/>
                    <a:pt x="850" y="11714"/>
                    <a:pt x="850" y="11714"/>
                  </a:cubicBezTo>
                  <a:cubicBezTo>
                    <a:pt x="850" y="11646"/>
                    <a:pt x="850" y="11646"/>
                    <a:pt x="850" y="11646"/>
                  </a:cubicBezTo>
                  <a:cubicBezTo>
                    <a:pt x="850" y="11646"/>
                    <a:pt x="850" y="11646"/>
                    <a:pt x="850" y="11646"/>
                  </a:cubicBezTo>
                  <a:cubicBezTo>
                    <a:pt x="887" y="11646"/>
                    <a:pt x="887" y="11646"/>
                    <a:pt x="887" y="11646"/>
                  </a:cubicBezTo>
                  <a:cubicBezTo>
                    <a:pt x="850" y="11578"/>
                    <a:pt x="850" y="11578"/>
                    <a:pt x="850" y="11578"/>
                  </a:cubicBezTo>
                  <a:cubicBezTo>
                    <a:pt x="850" y="11646"/>
                    <a:pt x="850" y="11646"/>
                    <a:pt x="850" y="11646"/>
                  </a:cubicBezTo>
                  <a:cubicBezTo>
                    <a:pt x="776" y="11646"/>
                    <a:pt x="776" y="11646"/>
                    <a:pt x="776" y="11646"/>
                  </a:cubicBezTo>
                  <a:cubicBezTo>
                    <a:pt x="776" y="11578"/>
                    <a:pt x="776" y="11578"/>
                    <a:pt x="776" y="11578"/>
                  </a:cubicBezTo>
                  <a:cubicBezTo>
                    <a:pt x="739" y="11578"/>
                    <a:pt x="739" y="11578"/>
                    <a:pt x="739" y="11578"/>
                  </a:cubicBezTo>
                  <a:cubicBezTo>
                    <a:pt x="739" y="11578"/>
                    <a:pt x="739" y="11578"/>
                    <a:pt x="739" y="11578"/>
                  </a:cubicBezTo>
                  <a:cubicBezTo>
                    <a:pt x="665" y="11510"/>
                    <a:pt x="665" y="11510"/>
                    <a:pt x="665" y="11510"/>
                  </a:cubicBezTo>
                  <a:cubicBezTo>
                    <a:pt x="665" y="11443"/>
                    <a:pt x="665" y="11443"/>
                    <a:pt x="665" y="11443"/>
                  </a:cubicBezTo>
                  <a:cubicBezTo>
                    <a:pt x="628" y="11443"/>
                    <a:pt x="628" y="11443"/>
                    <a:pt x="628" y="11443"/>
                  </a:cubicBezTo>
                  <a:cubicBezTo>
                    <a:pt x="591" y="11443"/>
                    <a:pt x="591" y="11443"/>
                    <a:pt x="591" y="11443"/>
                  </a:cubicBezTo>
                  <a:cubicBezTo>
                    <a:pt x="554" y="11443"/>
                    <a:pt x="554" y="11443"/>
                    <a:pt x="554" y="11443"/>
                  </a:cubicBezTo>
                  <a:cubicBezTo>
                    <a:pt x="554" y="11443"/>
                    <a:pt x="554" y="11443"/>
                    <a:pt x="554" y="11443"/>
                  </a:cubicBezTo>
                  <a:cubicBezTo>
                    <a:pt x="591" y="11510"/>
                    <a:pt x="591" y="11510"/>
                    <a:pt x="591" y="11510"/>
                  </a:cubicBezTo>
                  <a:cubicBezTo>
                    <a:pt x="591" y="11578"/>
                    <a:pt x="591" y="11578"/>
                    <a:pt x="591" y="11578"/>
                  </a:cubicBezTo>
                  <a:cubicBezTo>
                    <a:pt x="628" y="11578"/>
                    <a:pt x="628" y="11578"/>
                    <a:pt x="628" y="11578"/>
                  </a:cubicBezTo>
                  <a:cubicBezTo>
                    <a:pt x="665" y="11646"/>
                    <a:pt x="665" y="11646"/>
                    <a:pt x="665" y="11646"/>
                  </a:cubicBezTo>
                  <a:cubicBezTo>
                    <a:pt x="702" y="11646"/>
                    <a:pt x="702" y="11646"/>
                    <a:pt x="702" y="11646"/>
                  </a:cubicBezTo>
                  <a:cubicBezTo>
                    <a:pt x="702" y="11646"/>
                    <a:pt x="702" y="11646"/>
                    <a:pt x="702" y="11646"/>
                  </a:cubicBezTo>
                  <a:cubicBezTo>
                    <a:pt x="665" y="11714"/>
                    <a:pt x="665" y="11714"/>
                    <a:pt x="665" y="11714"/>
                  </a:cubicBezTo>
                  <a:cubicBezTo>
                    <a:pt x="665" y="11714"/>
                    <a:pt x="665" y="11714"/>
                    <a:pt x="665" y="11714"/>
                  </a:cubicBezTo>
                  <a:cubicBezTo>
                    <a:pt x="665" y="11781"/>
                    <a:pt x="665" y="11781"/>
                    <a:pt x="665" y="11781"/>
                  </a:cubicBezTo>
                  <a:cubicBezTo>
                    <a:pt x="739" y="11714"/>
                    <a:pt x="739" y="11714"/>
                    <a:pt x="739" y="11714"/>
                  </a:cubicBezTo>
                  <a:cubicBezTo>
                    <a:pt x="739" y="11714"/>
                    <a:pt x="739" y="11714"/>
                    <a:pt x="739" y="11714"/>
                  </a:cubicBezTo>
                  <a:cubicBezTo>
                    <a:pt x="776" y="11714"/>
                    <a:pt x="776" y="11714"/>
                    <a:pt x="776" y="11714"/>
                  </a:cubicBezTo>
                  <a:cubicBezTo>
                    <a:pt x="739" y="11714"/>
                    <a:pt x="739" y="11714"/>
                    <a:pt x="739" y="11714"/>
                  </a:cubicBezTo>
                  <a:cubicBezTo>
                    <a:pt x="739" y="11781"/>
                    <a:pt x="739" y="11781"/>
                    <a:pt x="739" y="11781"/>
                  </a:cubicBezTo>
                  <a:cubicBezTo>
                    <a:pt x="776" y="11781"/>
                    <a:pt x="776" y="11781"/>
                    <a:pt x="776" y="11781"/>
                  </a:cubicBezTo>
                  <a:cubicBezTo>
                    <a:pt x="776" y="11781"/>
                    <a:pt x="776" y="11781"/>
                    <a:pt x="776" y="11781"/>
                  </a:cubicBezTo>
                  <a:cubicBezTo>
                    <a:pt x="739" y="11849"/>
                    <a:pt x="739" y="11849"/>
                    <a:pt x="739" y="11849"/>
                  </a:cubicBezTo>
                  <a:cubicBezTo>
                    <a:pt x="739" y="11849"/>
                    <a:pt x="739" y="11849"/>
                    <a:pt x="739" y="11849"/>
                  </a:cubicBezTo>
                  <a:cubicBezTo>
                    <a:pt x="776" y="11849"/>
                    <a:pt x="776" y="11849"/>
                    <a:pt x="776" y="11849"/>
                  </a:cubicBezTo>
                  <a:cubicBezTo>
                    <a:pt x="776" y="11849"/>
                    <a:pt x="776" y="11849"/>
                    <a:pt x="776" y="11849"/>
                  </a:cubicBezTo>
                  <a:cubicBezTo>
                    <a:pt x="813" y="11849"/>
                    <a:pt x="813" y="11849"/>
                    <a:pt x="813" y="11849"/>
                  </a:cubicBezTo>
                  <a:cubicBezTo>
                    <a:pt x="813" y="11849"/>
                    <a:pt x="813" y="11849"/>
                    <a:pt x="813" y="11849"/>
                  </a:cubicBezTo>
                  <a:cubicBezTo>
                    <a:pt x="850" y="11849"/>
                    <a:pt x="850" y="11849"/>
                    <a:pt x="850" y="11849"/>
                  </a:cubicBezTo>
                  <a:cubicBezTo>
                    <a:pt x="924" y="11917"/>
                    <a:pt x="924" y="11917"/>
                    <a:pt x="924" y="11917"/>
                  </a:cubicBezTo>
                  <a:cubicBezTo>
                    <a:pt x="961" y="11984"/>
                    <a:pt x="961" y="11984"/>
                    <a:pt x="961" y="11984"/>
                  </a:cubicBezTo>
                  <a:cubicBezTo>
                    <a:pt x="961" y="11984"/>
                    <a:pt x="961" y="11984"/>
                    <a:pt x="961" y="11984"/>
                  </a:cubicBezTo>
                  <a:cubicBezTo>
                    <a:pt x="961" y="11984"/>
                    <a:pt x="961" y="11984"/>
                    <a:pt x="961" y="11984"/>
                  </a:cubicBezTo>
                  <a:cubicBezTo>
                    <a:pt x="961" y="12052"/>
                    <a:pt x="961" y="12052"/>
                    <a:pt x="961" y="12052"/>
                  </a:cubicBezTo>
                  <a:cubicBezTo>
                    <a:pt x="961" y="12052"/>
                    <a:pt x="961" y="12052"/>
                    <a:pt x="961" y="12052"/>
                  </a:cubicBezTo>
                  <a:cubicBezTo>
                    <a:pt x="961" y="12120"/>
                    <a:pt x="961" y="12120"/>
                    <a:pt x="961" y="12120"/>
                  </a:cubicBezTo>
                  <a:cubicBezTo>
                    <a:pt x="961" y="12188"/>
                    <a:pt x="961" y="12188"/>
                    <a:pt x="961" y="12188"/>
                  </a:cubicBezTo>
                  <a:cubicBezTo>
                    <a:pt x="924" y="12188"/>
                    <a:pt x="924" y="12188"/>
                    <a:pt x="924" y="12188"/>
                  </a:cubicBezTo>
                  <a:cubicBezTo>
                    <a:pt x="924" y="12255"/>
                    <a:pt x="924" y="12255"/>
                    <a:pt x="924" y="12255"/>
                  </a:cubicBezTo>
                  <a:cubicBezTo>
                    <a:pt x="961" y="12255"/>
                    <a:pt x="961" y="12255"/>
                    <a:pt x="961" y="12255"/>
                  </a:cubicBezTo>
                  <a:cubicBezTo>
                    <a:pt x="961" y="12323"/>
                    <a:pt x="961" y="12323"/>
                    <a:pt x="961" y="12323"/>
                  </a:cubicBezTo>
                  <a:cubicBezTo>
                    <a:pt x="998" y="12391"/>
                    <a:pt x="998" y="12391"/>
                    <a:pt x="998" y="12391"/>
                  </a:cubicBezTo>
                  <a:cubicBezTo>
                    <a:pt x="998" y="12458"/>
                    <a:pt x="998" y="12458"/>
                    <a:pt x="998" y="12458"/>
                  </a:cubicBezTo>
                  <a:cubicBezTo>
                    <a:pt x="1035" y="12458"/>
                    <a:pt x="1035" y="12458"/>
                    <a:pt x="1035" y="12458"/>
                  </a:cubicBezTo>
                  <a:cubicBezTo>
                    <a:pt x="1035" y="12526"/>
                    <a:pt x="1035" y="12526"/>
                    <a:pt x="1035" y="12526"/>
                  </a:cubicBezTo>
                  <a:cubicBezTo>
                    <a:pt x="1035" y="12594"/>
                    <a:pt x="1035" y="12594"/>
                    <a:pt x="1035" y="12594"/>
                  </a:cubicBezTo>
                  <a:cubicBezTo>
                    <a:pt x="1035" y="12662"/>
                    <a:pt x="1035" y="12662"/>
                    <a:pt x="1035" y="12662"/>
                  </a:cubicBezTo>
                  <a:cubicBezTo>
                    <a:pt x="1035" y="12662"/>
                    <a:pt x="1035" y="12662"/>
                    <a:pt x="1035" y="12662"/>
                  </a:cubicBezTo>
                  <a:cubicBezTo>
                    <a:pt x="1072" y="12729"/>
                    <a:pt x="1072" y="12729"/>
                    <a:pt x="1072" y="12729"/>
                  </a:cubicBezTo>
                  <a:cubicBezTo>
                    <a:pt x="1109" y="12729"/>
                    <a:pt x="1109" y="12729"/>
                    <a:pt x="1109" y="12729"/>
                  </a:cubicBezTo>
                  <a:cubicBezTo>
                    <a:pt x="1146" y="12729"/>
                    <a:pt x="1146" y="12729"/>
                    <a:pt x="1146" y="12729"/>
                  </a:cubicBezTo>
                  <a:cubicBezTo>
                    <a:pt x="1183" y="12729"/>
                    <a:pt x="1183" y="12729"/>
                    <a:pt x="1183" y="12729"/>
                  </a:cubicBezTo>
                  <a:cubicBezTo>
                    <a:pt x="1183" y="12797"/>
                    <a:pt x="1183" y="12797"/>
                    <a:pt x="1183" y="12797"/>
                  </a:cubicBezTo>
                  <a:cubicBezTo>
                    <a:pt x="1220" y="12797"/>
                    <a:pt x="1220" y="12797"/>
                    <a:pt x="1220" y="12797"/>
                  </a:cubicBezTo>
                  <a:cubicBezTo>
                    <a:pt x="1220" y="12865"/>
                    <a:pt x="1220" y="12865"/>
                    <a:pt x="1220" y="12865"/>
                  </a:cubicBezTo>
                  <a:cubicBezTo>
                    <a:pt x="1257" y="12865"/>
                    <a:pt x="1257" y="12865"/>
                    <a:pt x="1257" y="12865"/>
                  </a:cubicBezTo>
                  <a:cubicBezTo>
                    <a:pt x="1294" y="12865"/>
                    <a:pt x="1294" y="12865"/>
                    <a:pt x="1294" y="12865"/>
                  </a:cubicBezTo>
                  <a:cubicBezTo>
                    <a:pt x="1294" y="12932"/>
                    <a:pt x="1294" y="12932"/>
                    <a:pt x="1294" y="12932"/>
                  </a:cubicBezTo>
                  <a:cubicBezTo>
                    <a:pt x="1368" y="12932"/>
                    <a:pt x="1368" y="12932"/>
                    <a:pt x="1368" y="12932"/>
                  </a:cubicBezTo>
                  <a:cubicBezTo>
                    <a:pt x="1405" y="12932"/>
                    <a:pt x="1405" y="12932"/>
                    <a:pt x="1405" y="12932"/>
                  </a:cubicBezTo>
                  <a:cubicBezTo>
                    <a:pt x="1405" y="13000"/>
                    <a:pt x="1405" y="13000"/>
                    <a:pt x="1405" y="13000"/>
                  </a:cubicBezTo>
                  <a:cubicBezTo>
                    <a:pt x="1442" y="12932"/>
                    <a:pt x="1442" y="12932"/>
                    <a:pt x="1442" y="12932"/>
                  </a:cubicBezTo>
                  <a:cubicBezTo>
                    <a:pt x="1479" y="12932"/>
                    <a:pt x="1479" y="12932"/>
                    <a:pt x="1479" y="12932"/>
                  </a:cubicBezTo>
                  <a:cubicBezTo>
                    <a:pt x="1479" y="12865"/>
                    <a:pt x="1479" y="12865"/>
                    <a:pt x="1479" y="12865"/>
                  </a:cubicBezTo>
                  <a:cubicBezTo>
                    <a:pt x="1479" y="12797"/>
                    <a:pt x="1479" y="12797"/>
                    <a:pt x="1479" y="12797"/>
                  </a:cubicBezTo>
                  <a:cubicBezTo>
                    <a:pt x="1479" y="12797"/>
                    <a:pt x="1479" y="12797"/>
                    <a:pt x="1479" y="12797"/>
                  </a:cubicBezTo>
                  <a:cubicBezTo>
                    <a:pt x="1479" y="12729"/>
                    <a:pt x="1479" y="12729"/>
                    <a:pt x="1479" y="12729"/>
                  </a:cubicBezTo>
                  <a:cubicBezTo>
                    <a:pt x="1479" y="12729"/>
                    <a:pt x="1479" y="12729"/>
                    <a:pt x="1479" y="12729"/>
                  </a:cubicBezTo>
                  <a:cubicBezTo>
                    <a:pt x="1442" y="12662"/>
                    <a:pt x="1442" y="12662"/>
                    <a:pt x="1442" y="12662"/>
                  </a:cubicBezTo>
                  <a:cubicBezTo>
                    <a:pt x="1442" y="12662"/>
                    <a:pt x="1442" y="12662"/>
                    <a:pt x="1442" y="12662"/>
                  </a:cubicBezTo>
                  <a:cubicBezTo>
                    <a:pt x="1405" y="12662"/>
                    <a:pt x="1405" y="12662"/>
                    <a:pt x="1405" y="12662"/>
                  </a:cubicBezTo>
                  <a:cubicBezTo>
                    <a:pt x="1405" y="12662"/>
                    <a:pt x="1405" y="12662"/>
                    <a:pt x="1405" y="12662"/>
                  </a:cubicBezTo>
                  <a:cubicBezTo>
                    <a:pt x="1368" y="12729"/>
                    <a:pt x="1368" y="12729"/>
                    <a:pt x="1368" y="12729"/>
                  </a:cubicBezTo>
                  <a:cubicBezTo>
                    <a:pt x="1331" y="12662"/>
                    <a:pt x="1331" y="12662"/>
                    <a:pt x="1331" y="12662"/>
                  </a:cubicBezTo>
                  <a:cubicBezTo>
                    <a:pt x="1294" y="12594"/>
                    <a:pt x="1294" y="12594"/>
                    <a:pt x="1294" y="12594"/>
                  </a:cubicBezTo>
                  <a:cubicBezTo>
                    <a:pt x="1257" y="12594"/>
                    <a:pt x="1257" y="12594"/>
                    <a:pt x="1257" y="12594"/>
                  </a:cubicBezTo>
                  <a:cubicBezTo>
                    <a:pt x="1220" y="12526"/>
                    <a:pt x="1220" y="12526"/>
                    <a:pt x="1220" y="12526"/>
                  </a:cubicBezTo>
                  <a:cubicBezTo>
                    <a:pt x="1220" y="12458"/>
                    <a:pt x="1220" y="12458"/>
                    <a:pt x="1220" y="12458"/>
                  </a:cubicBezTo>
                  <a:cubicBezTo>
                    <a:pt x="1257" y="12458"/>
                    <a:pt x="1257" y="12458"/>
                    <a:pt x="1257" y="12458"/>
                  </a:cubicBezTo>
                  <a:cubicBezTo>
                    <a:pt x="1257" y="12391"/>
                    <a:pt x="1257" y="12391"/>
                    <a:pt x="1257" y="12391"/>
                  </a:cubicBezTo>
                  <a:cubicBezTo>
                    <a:pt x="1257" y="12391"/>
                    <a:pt x="1257" y="12391"/>
                    <a:pt x="1257" y="12391"/>
                  </a:cubicBezTo>
                  <a:cubicBezTo>
                    <a:pt x="1257" y="12323"/>
                    <a:pt x="1257" y="12323"/>
                    <a:pt x="1257" y="12323"/>
                  </a:cubicBezTo>
                  <a:cubicBezTo>
                    <a:pt x="1257" y="12323"/>
                    <a:pt x="1257" y="12323"/>
                    <a:pt x="1257" y="12323"/>
                  </a:cubicBezTo>
                  <a:cubicBezTo>
                    <a:pt x="1257" y="12255"/>
                    <a:pt x="1257" y="12255"/>
                    <a:pt x="1257" y="12255"/>
                  </a:cubicBezTo>
                  <a:cubicBezTo>
                    <a:pt x="1294" y="12255"/>
                    <a:pt x="1294" y="12255"/>
                    <a:pt x="1294" y="12255"/>
                  </a:cubicBezTo>
                  <a:cubicBezTo>
                    <a:pt x="1331" y="12323"/>
                    <a:pt x="1331" y="12323"/>
                    <a:pt x="1331" y="12323"/>
                  </a:cubicBezTo>
                  <a:cubicBezTo>
                    <a:pt x="1368" y="12323"/>
                    <a:pt x="1368" y="12323"/>
                    <a:pt x="1368" y="12323"/>
                  </a:cubicBezTo>
                  <a:cubicBezTo>
                    <a:pt x="1405" y="12391"/>
                    <a:pt x="1405" y="12391"/>
                    <a:pt x="1405" y="12391"/>
                  </a:cubicBezTo>
                  <a:cubicBezTo>
                    <a:pt x="1442" y="12458"/>
                    <a:pt x="1442" y="12458"/>
                    <a:pt x="1442" y="12458"/>
                  </a:cubicBezTo>
                  <a:cubicBezTo>
                    <a:pt x="1479" y="12458"/>
                    <a:pt x="1479" y="12458"/>
                    <a:pt x="1479" y="12458"/>
                  </a:cubicBezTo>
                  <a:cubicBezTo>
                    <a:pt x="1516" y="12458"/>
                    <a:pt x="1516" y="12458"/>
                    <a:pt x="1516" y="12458"/>
                  </a:cubicBezTo>
                  <a:cubicBezTo>
                    <a:pt x="1553" y="12458"/>
                    <a:pt x="1553" y="12458"/>
                    <a:pt x="1553" y="12458"/>
                  </a:cubicBezTo>
                  <a:cubicBezTo>
                    <a:pt x="1627" y="12526"/>
                    <a:pt x="1627" y="12526"/>
                    <a:pt x="1627" y="12526"/>
                  </a:cubicBezTo>
                  <a:cubicBezTo>
                    <a:pt x="1701" y="12594"/>
                    <a:pt x="1701" y="12594"/>
                    <a:pt x="1701" y="12594"/>
                  </a:cubicBezTo>
                  <a:cubicBezTo>
                    <a:pt x="1701" y="12594"/>
                    <a:pt x="1701" y="12594"/>
                    <a:pt x="1701" y="12594"/>
                  </a:cubicBezTo>
                  <a:cubicBezTo>
                    <a:pt x="1738" y="12526"/>
                    <a:pt x="1738" y="12526"/>
                    <a:pt x="1738" y="12526"/>
                  </a:cubicBezTo>
                  <a:cubicBezTo>
                    <a:pt x="1738" y="12458"/>
                    <a:pt x="1738" y="12458"/>
                    <a:pt x="1738" y="12458"/>
                  </a:cubicBezTo>
                  <a:cubicBezTo>
                    <a:pt x="1738" y="12458"/>
                    <a:pt x="1738" y="12458"/>
                    <a:pt x="1738" y="12458"/>
                  </a:cubicBezTo>
                  <a:cubicBezTo>
                    <a:pt x="1775" y="12458"/>
                    <a:pt x="1775" y="12458"/>
                    <a:pt x="1775" y="12458"/>
                  </a:cubicBezTo>
                  <a:cubicBezTo>
                    <a:pt x="1738" y="12323"/>
                    <a:pt x="1738" y="12323"/>
                    <a:pt x="1738" y="12323"/>
                  </a:cubicBezTo>
                  <a:cubicBezTo>
                    <a:pt x="1664" y="12188"/>
                    <a:pt x="1664" y="12188"/>
                    <a:pt x="1664" y="12188"/>
                  </a:cubicBezTo>
                  <a:cubicBezTo>
                    <a:pt x="1664" y="12120"/>
                    <a:pt x="1664" y="12120"/>
                    <a:pt x="1664" y="12120"/>
                  </a:cubicBezTo>
                  <a:cubicBezTo>
                    <a:pt x="1664" y="12052"/>
                    <a:pt x="1664" y="12052"/>
                    <a:pt x="1664" y="12052"/>
                  </a:cubicBezTo>
                  <a:cubicBezTo>
                    <a:pt x="1701" y="12052"/>
                    <a:pt x="1701" y="12052"/>
                    <a:pt x="1701" y="12052"/>
                  </a:cubicBezTo>
                  <a:cubicBezTo>
                    <a:pt x="1738" y="11917"/>
                    <a:pt x="1738" y="11917"/>
                    <a:pt x="1738" y="11917"/>
                  </a:cubicBezTo>
                  <a:cubicBezTo>
                    <a:pt x="1738" y="11849"/>
                    <a:pt x="1738" y="11849"/>
                    <a:pt x="1738" y="11849"/>
                  </a:cubicBezTo>
                  <a:cubicBezTo>
                    <a:pt x="1775" y="11849"/>
                    <a:pt x="1775" y="11849"/>
                    <a:pt x="1775" y="11849"/>
                  </a:cubicBezTo>
                  <a:cubicBezTo>
                    <a:pt x="1812" y="11781"/>
                    <a:pt x="1812" y="11781"/>
                    <a:pt x="1812" y="11781"/>
                  </a:cubicBezTo>
                  <a:cubicBezTo>
                    <a:pt x="1849" y="11714"/>
                    <a:pt x="1849" y="11714"/>
                    <a:pt x="1849" y="11714"/>
                  </a:cubicBezTo>
                  <a:cubicBezTo>
                    <a:pt x="1886" y="11578"/>
                    <a:pt x="1886" y="11578"/>
                    <a:pt x="1886" y="11578"/>
                  </a:cubicBezTo>
                  <a:cubicBezTo>
                    <a:pt x="1923" y="11578"/>
                    <a:pt x="1923" y="11578"/>
                    <a:pt x="1923" y="11578"/>
                  </a:cubicBezTo>
                  <a:cubicBezTo>
                    <a:pt x="1960" y="11578"/>
                    <a:pt x="1960" y="11578"/>
                    <a:pt x="1960" y="11578"/>
                  </a:cubicBezTo>
                  <a:cubicBezTo>
                    <a:pt x="1997" y="11646"/>
                    <a:pt x="1997" y="11646"/>
                    <a:pt x="1997" y="11646"/>
                  </a:cubicBezTo>
                  <a:cubicBezTo>
                    <a:pt x="2034" y="11646"/>
                    <a:pt x="2034" y="11646"/>
                    <a:pt x="2034" y="11646"/>
                  </a:cubicBezTo>
                  <a:cubicBezTo>
                    <a:pt x="2108" y="11646"/>
                    <a:pt x="2108" y="11646"/>
                    <a:pt x="2108" y="11646"/>
                  </a:cubicBezTo>
                  <a:cubicBezTo>
                    <a:pt x="2108" y="11646"/>
                    <a:pt x="2108" y="11646"/>
                    <a:pt x="2108" y="11646"/>
                  </a:cubicBezTo>
                  <a:cubicBezTo>
                    <a:pt x="2108" y="11714"/>
                    <a:pt x="2108" y="11714"/>
                    <a:pt x="2108" y="11714"/>
                  </a:cubicBezTo>
                  <a:cubicBezTo>
                    <a:pt x="2145" y="11646"/>
                    <a:pt x="2145" y="11646"/>
                    <a:pt x="2145" y="11646"/>
                  </a:cubicBezTo>
                  <a:cubicBezTo>
                    <a:pt x="2182" y="11714"/>
                    <a:pt x="2182" y="11714"/>
                    <a:pt x="2182" y="11714"/>
                  </a:cubicBezTo>
                  <a:cubicBezTo>
                    <a:pt x="2182" y="11781"/>
                    <a:pt x="2182" y="11781"/>
                    <a:pt x="2182" y="11781"/>
                  </a:cubicBezTo>
                  <a:cubicBezTo>
                    <a:pt x="2219" y="11849"/>
                    <a:pt x="2219" y="11849"/>
                    <a:pt x="2219" y="11849"/>
                  </a:cubicBezTo>
                  <a:cubicBezTo>
                    <a:pt x="2219" y="11714"/>
                    <a:pt x="2219" y="11714"/>
                    <a:pt x="2219" y="11714"/>
                  </a:cubicBezTo>
                  <a:cubicBezTo>
                    <a:pt x="2182" y="11646"/>
                    <a:pt x="2182" y="11646"/>
                    <a:pt x="2182" y="11646"/>
                  </a:cubicBezTo>
                  <a:cubicBezTo>
                    <a:pt x="2219" y="11646"/>
                    <a:pt x="2219" y="11646"/>
                    <a:pt x="2219" y="11646"/>
                  </a:cubicBezTo>
                  <a:cubicBezTo>
                    <a:pt x="2219" y="11510"/>
                    <a:pt x="2219" y="11510"/>
                    <a:pt x="2219" y="11510"/>
                  </a:cubicBezTo>
                  <a:cubicBezTo>
                    <a:pt x="2219" y="11443"/>
                    <a:pt x="2219" y="11443"/>
                    <a:pt x="2219" y="11443"/>
                  </a:cubicBezTo>
                  <a:cubicBezTo>
                    <a:pt x="2182" y="11443"/>
                    <a:pt x="2182" y="11443"/>
                    <a:pt x="2182" y="11443"/>
                  </a:cubicBezTo>
                  <a:cubicBezTo>
                    <a:pt x="2182" y="11375"/>
                    <a:pt x="2182" y="11375"/>
                    <a:pt x="2182" y="11375"/>
                  </a:cubicBezTo>
                  <a:cubicBezTo>
                    <a:pt x="2219" y="11375"/>
                    <a:pt x="2219" y="11375"/>
                    <a:pt x="2219" y="11375"/>
                  </a:cubicBezTo>
                  <a:cubicBezTo>
                    <a:pt x="2182" y="11307"/>
                    <a:pt x="2182" y="11307"/>
                    <a:pt x="2182" y="11307"/>
                  </a:cubicBezTo>
                  <a:cubicBezTo>
                    <a:pt x="2219" y="11307"/>
                    <a:pt x="2219" y="11307"/>
                    <a:pt x="2219" y="11307"/>
                  </a:cubicBezTo>
                  <a:cubicBezTo>
                    <a:pt x="2182" y="11240"/>
                    <a:pt x="2182" y="11240"/>
                    <a:pt x="2182" y="11240"/>
                  </a:cubicBezTo>
                  <a:cubicBezTo>
                    <a:pt x="2145" y="11240"/>
                    <a:pt x="2145" y="11240"/>
                    <a:pt x="2145" y="11240"/>
                  </a:cubicBezTo>
                  <a:cubicBezTo>
                    <a:pt x="2108" y="11240"/>
                    <a:pt x="2108" y="11240"/>
                    <a:pt x="2108" y="11240"/>
                  </a:cubicBezTo>
                  <a:cubicBezTo>
                    <a:pt x="2071" y="11172"/>
                    <a:pt x="2071" y="11172"/>
                    <a:pt x="2071" y="11172"/>
                  </a:cubicBezTo>
                  <a:cubicBezTo>
                    <a:pt x="2108" y="11104"/>
                    <a:pt x="2108" y="11104"/>
                    <a:pt x="2108" y="11104"/>
                  </a:cubicBezTo>
                  <a:cubicBezTo>
                    <a:pt x="2108" y="10969"/>
                    <a:pt x="2108" y="10969"/>
                    <a:pt x="2108" y="10969"/>
                  </a:cubicBezTo>
                  <a:cubicBezTo>
                    <a:pt x="2108" y="10969"/>
                    <a:pt x="2108" y="10969"/>
                    <a:pt x="2108" y="10969"/>
                  </a:cubicBezTo>
                  <a:cubicBezTo>
                    <a:pt x="2108" y="10901"/>
                    <a:pt x="2108" y="10901"/>
                    <a:pt x="2108" y="10901"/>
                  </a:cubicBezTo>
                  <a:cubicBezTo>
                    <a:pt x="2108" y="10901"/>
                    <a:pt x="2108" y="10901"/>
                    <a:pt x="2108" y="10901"/>
                  </a:cubicBezTo>
                  <a:cubicBezTo>
                    <a:pt x="2108" y="10833"/>
                    <a:pt x="2108" y="10833"/>
                    <a:pt x="2108" y="10833"/>
                  </a:cubicBezTo>
                  <a:cubicBezTo>
                    <a:pt x="2108" y="10833"/>
                    <a:pt x="2108" y="10833"/>
                    <a:pt x="2108" y="10833"/>
                  </a:cubicBezTo>
                  <a:cubicBezTo>
                    <a:pt x="2108" y="10766"/>
                    <a:pt x="2108" y="10766"/>
                    <a:pt x="2108" y="10766"/>
                  </a:cubicBezTo>
                  <a:cubicBezTo>
                    <a:pt x="2071" y="10630"/>
                    <a:pt x="2071" y="10630"/>
                    <a:pt x="2071" y="10630"/>
                  </a:cubicBezTo>
                  <a:cubicBezTo>
                    <a:pt x="2034" y="10563"/>
                    <a:pt x="2034" y="10563"/>
                    <a:pt x="2034" y="10563"/>
                  </a:cubicBezTo>
                  <a:cubicBezTo>
                    <a:pt x="1960" y="10495"/>
                    <a:pt x="1960" y="10495"/>
                    <a:pt x="1960" y="10495"/>
                  </a:cubicBezTo>
                  <a:cubicBezTo>
                    <a:pt x="1960" y="10427"/>
                    <a:pt x="1960" y="10427"/>
                    <a:pt x="1960" y="10427"/>
                  </a:cubicBezTo>
                  <a:cubicBezTo>
                    <a:pt x="1997" y="10427"/>
                    <a:pt x="1997" y="10427"/>
                    <a:pt x="1997" y="10427"/>
                  </a:cubicBezTo>
                  <a:cubicBezTo>
                    <a:pt x="2034" y="10495"/>
                    <a:pt x="2034" y="10495"/>
                    <a:pt x="2034" y="10495"/>
                  </a:cubicBezTo>
                  <a:cubicBezTo>
                    <a:pt x="2071" y="10495"/>
                    <a:pt x="2071" y="10495"/>
                    <a:pt x="2071" y="10495"/>
                  </a:cubicBezTo>
                  <a:cubicBezTo>
                    <a:pt x="2108" y="10495"/>
                    <a:pt x="2108" y="10495"/>
                    <a:pt x="2108" y="10495"/>
                  </a:cubicBezTo>
                  <a:cubicBezTo>
                    <a:pt x="2182" y="10495"/>
                    <a:pt x="2182" y="10495"/>
                    <a:pt x="2182" y="10495"/>
                  </a:cubicBezTo>
                  <a:cubicBezTo>
                    <a:pt x="2256" y="10495"/>
                    <a:pt x="2256" y="10495"/>
                    <a:pt x="2256" y="10495"/>
                  </a:cubicBezTo>
                  <a:cubicBezTo>
                    <a:pt x="2293" y="10563"/>
                    <a:pt x="2293" y="10563"/>
                    <a:pt x="2293" y="10563"/>
                  </a:cubicBezTo>
                  <a:cubicBezTo>
                    <a:pt x="2293" y="10563"/>
                    <a:pt x="2293" y="10563"/>
                    <a:pt x="2293" y="10563"/>
                  </a:cubicBezTo>
                  <a:cubicBezTo>
                    <a:pt x="2330" y="10630"/>
                    <a:pt x="2330" y="10630"/>
                    <a:pt x="2330" y="10630"/>
                  </a:cubicBezTo>
                  <a:cubicBezTo>
                    <a:pt x="2367" y="10698"/>
                    <a:pt x="2367" y="10698"/>
                    <a:pt x="2367" y="10698"/>
                  </a:cubicBezTo>
                  <a:cubicBezTo>
                    <a:pt x="2367" y="10698"/>
                    <a:pt x="2367" y="10698"/>
                    <a:pt x="2367" y="10698"/>
                  </a:cubicBezTo>
                  <a:cubicBezTo>
                    <a:pt x="2441" y="10833"/>
                    <a:pt x="2441" y="10833"/>
                    <a:pt x="2441" y="10833"/>
                  </a:cubicBezTo>
                  <a:cubicBezTo>
                    <a:pt x="2404" y="10833"/>
                    <a:pt x="2404" y="10833"/>
                    <a:pt x="2404" y="10833"/>
                  </a:cubicBezTo>
                  <a:cubicBezTo>
                    <a:pt x="2367" y="10833"/>
                    <a:pt x="2367" y="10833"/>
                    <a:pt x="2367" y="10833"/>
                  </a:cubicBezTo>
                  <a:cubicBezTo>
                    <a:pt x="2330" y="10901"/>
                    <a:pt x="2330" y="10901"/>
                    <a:pt x="2330" y="10901"/>
                  </a:cubicBezTo>
                  <a:cubicBezTo>
                    <a:pt x="2293" y="10901"/>
                    <a:pt x="2293" y="10901"/>
                    <a:pt x="2293" y="10901"/>
                  </a:cubicBezTo>
                  <a:cubicBezTo>
                    <a:pt x="2293" y="10901"/>
                    <a:pt x="2293" y="10901"/>
                    <a:pt x="2293" y="10901"/>
                  </a:cubicBezTo>
                  <a:cubicBezTo>
                    <a:pt x="2293" y="10969"/>
                    <a:pt x="2293" y="10969"/>
                    <a:pt x="2293" y="10969"/>
                  </a:cubicBezTo>
                  <a:cubicBezTo>
                    <a:pt x="2256" y="10969"/>
                    <a:pt x="2256" y="10969"/>
                    <a:pt x="2256" y="10969"/>
                  </a:cubicBezTo>
                  <a:cubicBezTo>
                    <a:pt x="2256" y="10969"/>
                    <a:pt x="2256" y="10969"/>
                    <a:pt x="2256" y="10969"/>
                  </a:cubicBezTo>
                  <a:cubicBezTo>
                    <a:pt x="2256" y="10969"/>
                    <a:pt x="2256" y="10969"/>
                    <a:pt x="2256" y="10969"/>
                  </a:cubicBezTo>
                  <a:cubicBezTo>
                    <a:pt x="2256" y="11104"/>
                    <a:pt x="2256" y="11104"/>
                    <a:pt x="2256" y="11104"/>
                  </a:cubicBezTo>
                  <a:cubicBezTo>
                    <a:pt x="2256" y="11104"/>
                    <a:pt x="2256" y="11104"/>
                    <a:pt x="2256" y="11104"/>
                  </a:cubicBezTo>
                  <a:cubicBezTo>
                    <a:pt x="2330" y="11172"/>
                    <a:pt x="2330" y="11172"/>
                    <a:pt x="2330" y="11172"/>
                  </a:cubicBezTo>
                  <a:cubicBezTo>
                    <a:pt x="2404" y="11307"/>
                    <a:pt x="2404" y="11307"/>
                    <a:pt x="2404" y="11307"/>
                  </a:cubicBezTo>
                  <a:cubicBezTo>
                    <a:pt x="2441" y="11307"/>
                    <a:pt x="2441" y="11307"/>
                    <a:pt x="2441" y="11307"/>
                  </a:cubicBezTo>
                  <a:cubicBezTo>
                    <a:pt x="2478" y="11307"/>
                    <a:pt x="2478" y="11307"/>
                    <a:pt x="2478" y="11307"/>
                  </a:cubicBezTo>
                  <a:cubicBezTo>
                    <a:pt x="2478" y="11375"/>
                    <a:pt x="2478" y="11375"/>
                    <a:pt x="2478" y="11375"/>
                  </a:cubicBezTo>
                  <a:cubicBezTo>
                    <a:pt x="2515" y="11307"/>
                    <a:pt x="2515" y="11307"/>
                    <a:pt x="2515" y="11307"/>
                  </a:cubicBezTo>
                  <a:cubicBezTo>
                    <a:pt x="2552" y="11307"/>
                    <a:pt x="2552" y="11307"/>
                    <a:pt x="2552" y="11307"/>
                  </a:cubicBezTo>
                  <a:cubicBezTo>
                    <a:pt x="2552" y="11307"/>
                    <a:pt x="2552" y="11307"/>
                    <a:pt x="2552" y="11307"/>
                  </a:cubicBezTo>
                  <a:cubicBezTo>
                    <a:pt x="2626" y="11240"/>
                    <a:pt x="2626" y="11240"/>
                    <a:pt x="2626" y="11240"/>
                  </a:cubicBezTo>
                  <a:cubicBezTo>
                    <a:pt x="2626" y="11172"/>
                    <a:pt x="2626" y="11172"/>
                    <a:pt x="2626" y="11172"/>
                  </a:cubicBezTo>
                  <a:cubicBezTo>
                    <a:pt x="2589" y="11104"/>
                    <a:pt x="2589" y="11104"/>
                    <a:pt x="2589" y="11104"/>
                  </a:cubicBezTo>
                  <a:cubicBezTo>
                    <a:pt x="2626" y="11036"/>
                    <a:pt x="2626" y="11036"/>
                    <a:pt x="2626" y="11036"/>
                  </a:cubicBezTo>
                  <a:cubicBezTo>
                    <a:pt x="2626" y="10969"/>
                    <a:pt x="2626" y="10969"/>
                    <a:pt x="2626" y="10969"/>
                  </a:cubicBezTo>
                  <a:cubicBezTo>
                    <a:pt x="2589" y="10969"/>
                    <a:pt x="2589" y="10969"/>
                    <a:pt x="2589" y="10969"/>
                  </a:cubicBezTo>
                  <a:cubicBezTo>
                    <a:pt x="2626" y="10901"/>
                    <a:pt x="2626" y="10901"/>
                    <a:pt x="2626" y="10901"/>
                  </a:cubicBezTo>
                  <a:cubicBezTo>
                    <a:pt x="2699" y="10901"/>
                    <a:pt x="2699" y="10901"/>
                    <a:pt x="2699" y="10901"/>
                  </a:cubicBezTo>
                  <a:cubicBezTo>
                    <a:pt x="2736" y="10901"/>
                    <a:pt x="2736" y="10901"/>
                    <a:pt x="2736" y="10901"/>
                  </a:cubicBezTo>
                  <a:cubicBezTo>
                    <a:pt x="2773" y="10901"/>
                    <a:pt x="2773" y="10901"/>
                    <a:pt x="2773" y="10901"/>
                  </a:cubicBezTo>
                  <a:cubicBezTo>
                    <a:pt x="2773" y="10833"/>
                    <a:pt x="2773" y="10833"/>
                    <a:pt x="2773" y="10833"/>
                  </a:cubicBezTo>
                  <a:cubicBezTo>
                    <a:pt x="2736" y="10833"/>
                    <a:pt x="2736" y="10833"/>
                    <a:pt x="2736" y="10833"/>
                  </a:cubicBezTo>
                  <a:cubicBezTo>
                    <a:pt x="2699" y="10766"/>
                    <a:pt x="2699" y="10766"/>
                    <a:pt x="2699" y="10766"/>
                  </a:cubicBezTo>
                  <a:cubicBezTo>
                    <a:pt x="2736" y="10766"/>
                    <a:pt x="2736" y="10766"/>
                    <a:pt x="2736" y="10766"/>
                  </a:cubicBezTo>
                  <a:cubicBezTo>
                    <a:pt x="2736" y="10766"/>
                    <a:pt x="2736" y="10766"/>
                    <a:pt x="2736" y="10766"/>
                  </a:cubicBezTo>
                  <a:cubicBezTo>
                    <a:pt x="2773" y="10766"/>
                    <a:pt x="2773" y="10766"/>
                    <a:pt x="2773" y="10766"/>
                  </a:cubicBezTo>
                  <a:cubicBezTo>
                    <a:pt x="2847" y="10630"/>
                    <a:pt x="2847" y="10630"/>
                    <a:pt x="2847" y="10630"/>
                  </a:cubicBezTo>
                  <a:cubicBezTo>
                    <a:pt x="2847" y="10630"/>
                    <a:pt x="2847" y="10630"/>
                    <a:pt x="2847" y="10630"/>
                  </a:cubicBezTo>
                  <a:cubicBezTo>
                    <a:pt x="2921" y="10495"/>
                    <a:pt x="2921" y="10495"/>
                    <a:pt x="2921" y="10495"/>
                  </a:cubicBezTo>
                  <a:cubicBezTo>
                    <a:pt x="2921" y="10495"/>
                    <a:pt x="2921" y="10495"/>
                    <a:pt x="2921" y="10495"/>
                  </a:cubicBezTo>
                  <a:cubicBezTo>
                    <a:pt x="2958" y="10427"/>
                    <a:pt x="2958" y="10427"/>
                    <a:pt x="2958" y="10427"/>
                  </a:cubicBezTo>
                  <a:cubicBezTo>
                    <a:pt x="2995" y="10495"/>
                    <a:pt x="2995" y="10495"/>
                    <a:pt x="2995" y="10495"/>
                  </a:cubicBezTo>
                  <a:cubicBezTo>
                    <a:pt x="3032" y="10427"/>
                    <a:pt x="3032" y="10427"/>
                    <a:pt x="3032" y="10427"/>
                  </a:cubicBezTo>
                  <a:cubicBezTo>
                    <a:pt x="3032" y="10427"/>
                    <a:pt x="3032" y="10427"/>
                    <a:pt x="3032" y="10427"/>
                  </a:cubicBezTo>
                  <a:cubicBezTo>
                    <a:pt x="3106" y="10359"/>
                    <a:pt x="3106" y="10359"/>
                    <a:pt x="3106" y="10359"/>
                  </a:cubicBezTo>
                  <a:cubicBezTo>
                    <a:pt x="3106" y="10427"/>
                    <a:pt x="3106" y="10427"/>
                    <a:pt x="3106" y="10427"/>
                  </a:cubicBezTo>
                  <a:cubicBezTo>
                    <a:pt x="3106" y="10427"/>
                    <a:pt x="3106" y="10427"/>
                    <a:pt x="3106" y="10427"/>
                  </a:cubicBezTo>
                  <a:cubicBezTo>
                    <a:pt x="3106" y="10427"/>
                    <a:pt x="3106" y="10427"/>
                    <a:pt x="3106" y="10427"/>
                  </a:cubicBezTo>
                  <a:cubicBezTo>
                    <a:pt x="3106" y="10495"/>
                    <a:pt x="3106" y="10495"/>
                    <a:pt x="3106" y="10495"/>
                  </a:cubicBezTo>
                  <a:cubicBezTo>
                    <a:pt x="3106" y="10495"/>
                    <a:pt x="3106" y="10495"/>
                    <a:pt x="3106" y="10495"/>
                  </a:cubicBezTo>
                  <a:cubicBezTo>
                    <a:pt x="3143" y="10427"/>
                    <a:pt x="3143" y="10427"/>
                    <a:pt x="3143" y="10427"/>
                  </a:cubicBezTo>
                  <a:cubicBezTo>
                    <a:pt x="3180" y="10427"/>
                    <a:pt x="3180" y="10427"/>
                    <a:pt x="3180" y="10427"/>
                  </a:cubicBezTo>
                  <a:cubicBezTo>
                    <a:pt x="3143" y="10359"/>
                    <a:pt x="3143" y="10359"/>
                    <a:pt x="3143" y="10359"/>
                  </a:cubicBezTo>
                  <a:cubicBezTo>
                    <a:pt x="3106" y="10359"/>
                    <a:pt x="3106" y="10359"/>
                    <a:pt x="3106" y="10359"/>
                  </a:cubicBezTo>
                  <a:cubicBezTo>
                    <a:pt x="3106" y="10292"/>
                    <a:pt x="3106" y="10292"/>
                    <a:pt x="3106" y="10292"/>
                  </a:cubicBezTo>
                  <a:cubicBezTo>
                    <a:pt x="3180" y="10224"/>
                    <a:pt x="3180" y="10224"/>
                    <a:pt x="3180" y="10224"/>
                  </a:cubicBezTo>
                  <a:cubicBezTo>
                    <a:pt x="3180" y="10224"/>
                    <a:pt x="3180" y="10224"/>
                    <a:pt x="3180" y="10224"/>
                  </a:cubicBezTo>
                  <a:cubicBezTo>
                    <a:pt x="3180" y="10224"/>
                    <a:pt x="3180" y="10224"/>
                    <a:pt x="3180" y="10224"/>
                  </a:cubicBezTo>
                  <a:cubicBezTo>
                    <a:pt x="3180" y="10292"/>
                    <a:pt x="3180" y="10292"/>
                    <a:pt x="3180" y="10292"/>
                  </a:cubicBezTo>
                  <a:cubicBezTo>
                    <a:pt x="3180" y="10292"/>
                    <a:pt x="3180" y="10292"/>
                    <a:pt x="3180" y="10292"/>
                  </a:cubicBezTo>
                  <a:cubicBezTo>
                    <a:pt x="3217" y="10359"/>
                    <a:pt x="3217" y="10359"/>
                    <a:pt x="3217" y="10359"/>
                  </a:cubicBezTo>
                  <a:cubicBezTo>
                    <a:pt x="3217" y="10359"/>
                    <a:pt x="3217" y="10359"/>
                    <a:pt x="3217" y="10359"/>
                  </a:cubicBezTo>
                  <a:cubicBezTo>
                    <a:pt x="3254" y="10292"/>
                    <a:pt x="3254" y="10292"/>
                    <a:pt x="3254" y="10292"/>
                  </a:cubicBezTo>
                  <a:cubicBezTo>
                    <a:pt x="3217" y="10292"/>
                    <a:pt x="3217" y="10292"/>
                    <a:pt x="3217" y="10292"/>
                  </a:cubicBezTo>
                  <a:cubicBezTo>
                    <a:pt x="3217" y="10224"/>
                    <a:pt x="3217" y="10224"/>
                    <a:pt x="3217" y="10224"/>
                  </a:cubicBezTo>
                  <a:cubicBezTo>
                    <a:pt x="3217" y="10156"/>
                    <a:pt x="3217" y="10156"/>
                    <a:pt x="3217" y="10156"/>
                  </a:cubicBezTo>
                  <a:cubicBezTo>
                    <a:pt x="3217" y="10156"/>
                    <a:pt x="3217" y="10156"/>
                    <a:pt x="3217" y="10156"/>
                  </a:cubicBezTo>
                  <a:cubicBezTo>
                    <a:pt x="3328" y="10089"/>
                    <a:pt x="3328" y="10089"/>
                    <a:pt x="3328" y="10089"/>
                  </a:cubicBezTo>
                  <a:cubicBezTo>
                    <a:pt x="3365" y="10089"/>
                    <a:pt x="3365" y="10089"/>
                    <a:pt x="3365" y="10089"/>
                  </a:cubicBezTo>
                  <a:cubicBezTo>
                    <a:pt x="3402" y="10089"/>
                    <a:pt x="3402" y="10089"/>
                    <a:pt x="3402" y="10089"/>
                  </a:cubicBezTo>
                  <a:cubicBezTo>
                    <a:pt x="3365" y="10156"/>
                    <a:pt x="3365" y="10156"/>
                    <a:pt x="3365" y="10156"/>
                  </a:cubicBezTo>
                  <a:cubicBezTo>
                    <a:pt x="3328" y="10156"/>
                    <a:pt x="3328" y="10156"/>
                    <a:pt x="3328" y="10156"/>
                  </a:cubicBezTo>
                  <a:cubicBezTo>
                    <a:pt x="3254" y="10156"/>
                    <a:pt x="3254" y="10156"/>
                    <a:pt x="3254" y="10156"/>
                  </a:cubicBezTo>
                  <a:cubicBezTo>
                    <a:pt x="3291" y="10224"/>
                    <a:pt x="3291" y="10224"/>
                    <a:pt x="3291" y="10224"/>
                  </a:cubicBezTo>
                  <a:cubicBezTo>
                    <a:pt x="3291" y="10224"/>
                    <a:pt x="3291" y="10224"/>
                    <a:pt x="3291" y="10224"/>
                  </a:cubicBezTo>
                  <a:cubicBezTo>
                    <a:pt x="3328" y="10224"/>
                    <a:pt x="3328" y="10224"/>
                    <a:pt x="3328" y="10224"/>
                  </a:cubicBezTo>
                  <a:cubicBezTo>
                    <a:pt x="3365" y="10224"/>
                    <a:pt x="3365" y="10224"/>
                    <a:pt x="3365" y="10224"/>
                  </a:cubicBezTo>
                  <a:cubicBezTo>
                    <a:pt x="3328" y="10292"/>
                    <a:pt x="3328" y="10292"/>
                    <a:pt x="3328" y="10292"/>
                  </a:cubicBezTo>
                  <a:cubicBezTo>
                    <a:pt x="3328" y="10292"/>
                    <a:pt x="3328" y="10292"/>
                    <a:pt x="3328" y="10292"/>
                  </a:cubicBezTo>
                  <a:cubicBezTo>
                    <a:pt x="3365" y="10359"/>
                    <a:pt x="3365" y="10359"/>
                    <a:pt x="3365" y="10359"/>
                  </a:cubicBezTo>
                  <a:cubicBezTo>
                    <a:pt x="3328" y="10359"/>
                    <a:pt x="3328" y="10359"/>
                    <a:pt x="3328" y="10359"/>
                  </a:cubicBezTo>
                  <a:cubicBezTo>
                    <a:pt x="3291" y="10359"/>
                    <a:pt x="3291" y="10359"/>
                    <a:pt x="3291" y="10359"/>
                  </a:cubicBezTo>
                  <a:cubicBezTo>
                    <a:pt x="3254" y="10427"/>
                    <a:pt x="3254" y="10427"/>
                    <a:pt x="3254" y="10427"/>
                  </a:cubicBezTo>
                  <a:cubicBezTo>
                    <a:pt x="3291" y="10495"/>
                    <a:pt x="3291" y="10495"/>
                    <a:pt x="3291" y="10495"/>
                  </a:cubicBezTo>
                  <a:cubicBezTo>
                    <a:pt x="3291" y="10495"/>
                    <a:pt x="3291" y="10495"/>
                    <a:pt x="3291" y="10495"/>
                  </a:cubicBezTo>
                  <a:cubicBezTo>
                    <a:pt x="3328" y="10495"/>
                    <a:pt x="3328" y="10495"/>
                    <a:pt x="3328" y="10495"/>
                  </a:cubicBezTo>
                  <a:cubicBezTo>
                    <a:pt x="3365" y="10495"/>
                    <a:pt x="3365" y="10495"/>
                    <a:pt x="3365" y="10495"/>
                  </a:cubicBezTo>
                  <a:cubicBezTo>
                    <a:pt x="3365" y="10495"/>
                    <a:pt x="3365" y="10495"/>
                    <a:pt x="3365" y="10495"/>
                  </a:cubicBezTo>
                  <a:cubicBezTo>
                    <a:pt x="3402" y="10495"/>
                    <a:pt x="3402" y="10495"/>
                    <a:pt x="3402" y="10495"/>
                  </a:cubicBezTo>
                  <a:cubicBezTo>
                    <a:pt x="3402" y="10563"/>
                    <a:pt x="3402" y="10563"/>
                    <a:pt x="3402" y="10563"/>
                  </a:cubicBezTo>
                  <a:cubicBezTo>
                    <a:pt x="3402" y="10495"/>
                    <a:pt x="3402" y="10495"/>
                    <a:pt x="3402" y="10495"/>
                  </a:cubicBezTo>
                  <a:cubicBezTo>
                    <a:pt x="3439" y="10427"/>
                    <a:pt x="3439" y="10427"/>
                    <a:pt x="3439" y="10427"/>
                  </a:cubicBezTo>
                  <a:cubicBezTo>
                    <a:pt x="3476" y="10427"/>
                    <a:pt x="3476" y="10427"/>
                    <a:pt x="3476" y="10427"/>
                  </a:cubicBezTo>
                  <a:cubicBezTo>
                    <a:pt x="3476" y="10427"/>
                    <a:pt x="3476" y="10427"/>
                    <a:pt x="3476" y="10427"/>
                  </a:cubicBezTo>
                  <a:cubicBezTo>
                    <a:pt x="3513" y="10495"/>
                    <a:pt x="3513" y="10495"/>
                    <a:pt x="3513" y="10495"/>
                  </a:cubicBezTo>
                  <a:cubicBezTo>
                    <a:pt x="3513" y="10495"/>
                    <a:pt x="3513" y="10495"/>
                    <a:pt x="3513" y="10495"/>
                  </a:cubicBezTo>
                  <a:cubicBezTo>
                    <a:pt x="3513" y="10427"/>
                    <a:pt x="3513" y="10427"/>
                    <a:pt x="3513" y="10427"/>
                  </a:cubicBezTo>
                  <a:cubicBezTo>
                    <a:pt x="3513" y="10427"/>
                    <a:pt x="3513" y="10427"/>
                    <a:pt x="3513" y="10427"/>
                  </a:cubicBezTo>
                  <a:cubicBezTo>
                    <a:pt x="3513" y="10359"/>
                    <a:pt x="3513" y="10359"/>
                    <a:pt x="3513" y="10359"/>
                  </a:cubicBezTo>
                  <a:cubicBezTo>
                    <a:pt x="3513" y="10359"/>
                    <a:pt x="3513" y="10359"/>
                    <a:pt x="3513" y="10359"/>
                  </a:cubicBezTo>
                  <a:cubicBezTo>
                    <a:pt x="3513" y="10292"/>
                    <a:pt x="3513" y="10292"/>
                    <a:pt x="3513" y="10292"/>
                  </a:cubicBezTo>
                  <a:cubicBezTo>
                    <a:pt x="3550" y="10292"/>
                    <a:pt x="3550" y="10292"/>
                    <a:pt x="3550" y="10292"/>
                  </a:cubicBezTo>
                  <a:cubicBezTo>
                    <a:pt x="3587" y="10224"/>
                    <a:pt x="3587" y="10224"/>
                    <a:pt x="3587" y="10224"/>
                  </a:cubicBezTo>
                  <a:cubicBezTo>
                    <a:pt x="3624" y="10224"/>
                    <a:pt x="3624" y="10224"/>
                    <a:pt x="3624" y="10224"/>
                  </a:cubicBezTo>
                  <a:cubicBezTo>
                    <a:pt x="3624" y="10224"/>
                    <a:pt x="3624" y="10224"/>
                    <a:pt x="3624" y="10224"/>
                  </a:cubicBezTo>
                  <a:cubicBezTo>
                    <a:pt x="3661" y="10224"/>
                    <a:pt x="3661" y="10224"/>
                    <a:pt x="3661" y="10224"/>
                  </a:cubicBezTo>
                  <a:cubicBezTo>
                    <a:pt x="3661" y="10224"/>
                    <a:pt x="3661" y="10224"/>
                    <a:pt x="3661" y="10224"/>
                  </a:cubicBezTo>
                  <a:cubicBezTo>
                    <a:pt x="3698" y="10224"/>
                    <a:pt x="3698" y="10224"/>
                    <a:pt x="3698" y="10224"/>
                  </a:cubicBezTo>
                  <a:cubicBezTo>
                    <a:pt x="3772" y="10224"/>
                    <a:pt x="3772" y="10224"/>
                    <a:pt x="3772" y="10224"/>
                  </a:cubicBezTo>
                  <a:cubicBezTo>
                    <a:pt x="3772" y="10224"/>
                    <a:pt x="3772" y="10224"/>
                    <a:pt x="3772" y="10224"/>
                  </a:cubicBezTo>
                  <a:cubicBezTo>
                    <a:pt x="3772" y="10156"/>
                    <a:pt x="3772" y="10156"/>
                    <a:pt x="3772" y="10156"/>
                  </a:cubicBezTo>
                  <a:cubicBezTo>
                    <a:pt x="3809" y="10156"/>
                    <a:pt x="3809" y="10156"/>
                    <a:pt x="3809" y="10156"/>
                  </a:cubicBezTo>
                  <a:cubicBezTo>
                    <a:pt x="3846" y="10156"/>
                    <a:pt x="3846" y="10156"/>
                    <a:pt x="3846" y="10156"/>
                  </a:cubicBezTo>
                  <a:cubicBezTo>
                    <a:pt x="3846" y="10089"/>
                    <a:pt x="3846" y="10089"/>
                    <a:pt x="3846" y="10089"/>
                  </a:cubicBezTo>
                  <a:cubicBezTo>
                    <a:pt x="3883" y="10089"/>
                    <a:pt x="3883" y="10089"/>
                    <a:pt x="3883" y="10089"/>
                  </a:cubicBezTo>
                  <a:cubicBezTo>
                    <a:pt x="3920" y="10021"/>
                    <a:pt x="3920" y="10021"/>
                    <a:pt x="3920" y="10021"/>
                  </a:cubicBezTo>
                  <a:cubicBezTo>
                    <a:pt x="3957" y="9953"/>
                    <a:pt x="3957" y="9953"/>
                    <a:pt x="3957" y="9953"/>
                  </a:cubicBezTo>
                  <a:cubicBezTo>
                    <a:pt x="3957" y="9953"/>
                    <a:pt x="3957" y="9953"/>
                    <a:pt x="3957" y="9953"/>
                  </a:cubicBezTo>
                  <a:cubicBezTo>
                    <a:pt x="3994" y="9953"/>
                    <a:pt x="3994" y="9953"/>
                    <a:pt x="3994" y="9953"/>
                  </a:cubicBezTo>
                  <a:cubicBezTo>
                    <a:pt x="3994" y="9953"/>
                    <a:pt x="3994" y="9953"/>
                    <a:pt x="3994" y="9953"/>
                  </a:cubicBezTo>
                  <a:cubicBezTo>
                    <a:pt x="3957" y="10021"/>
                    <a:pt x="3957" y="10021"/>
                    <a:pt x="3957" y="10021"/>
                  </a:cubicBezTo>
                  <a:cubicBezTo>
                    <a:pt x="3994" y="10021"/>
                    <a:pt x="3994" y="10021"/>
                    <a:pt x="3994" y="10021"/>
                  </a:cubicBezTo>
                  <a:cubicBezTo>
                    <a:pt x="4031" y="10089"/>
                    <a:pt x="4031" y="10089"/>
                    <a:pt x="4031" y="10089"/>
                  </a:cubicBezTo>
                  <a:cubicBezTo>
                    <a:pt x="4031" y="10156"/>
                    <a:pt x="4031" y="10156"/>
                    <a:pt x="4031" y="10156"/>
                  </a:cubicBezTo>
                  <a:cubicBezTo>
                    <a:pt x="3994" y="10156"/>
                    <a:pt x="3994" y="10156"/>
                    <a:pt x="3994" y="10156"/>
                  </a:cubicBezTo>
                  <a:cubicBezTo>
                    <a:pt x="4031" y="10224"/>
                    <a:pt x="4031" y="10224"/>
                    <a:pt x="4031" y="10224"/>
                  </a:cubicBezTo>
                  <a:cubicBezTo>
                    <a:pt x="4031" y="10292"/>
                    <a:pt x="4031" y="10292"/>
                    <a:pt x="4031" y="10292"/>
                  </a:cubicBezTo>
                  <a:cubicBezTo>
                    <a:pt x="4031" y="10292"/>
                    <a:pt x="4031" y="10292"/>
                    <a:pt x="4031" y="10292"/>
                  </a:cubicBezTo>
                  <a:cubicBezTo>
                    <a:pt x="4105" y="10292"/>
                    <a:pt x="4105" y="10292"/>
                    <a:pt x="4105" y="10292"/>
                  </a:cubicBezTo>
                  <a:cubicBezTo>
                    <a:pt x="4142" y="10292"/>
                    <a:pt x="4142" y="10292"/>
                    <a:pt x="4142" y="10292"/>
                  </a:cubicBezTo>
                  <a:cubicBezTo>
                    <a:pt x="4142" y="10224"/>
                    <a:pt x="4142" y="10224"/>
                    <a:pt x="4142" y="10224"/>
                  </a:cubicBezTo>
                  <a:cubicBezTo>
                    <a:pt x="4105" y="10224"/>
                    <a:pt x="4105" y="10224"/>
                    <a:pt x="4105" y="10224"/>
                  </a:cubicBezTo>
                  <a:cubicBezTo>
                    <a:pt x="4068" y="10156"/>
                    <a:pt x="4068" y="10156"/>
                    <a:pt x="4068" y="10156"/>
                  </a:cubicBezTo>
                  <a:cubicBezTo>
                    <a:pt x="4105" y="10156"/>
                    <a:pt x="4105" y="10156"/>
                    <a:pt x="4105" y="10156"/>
                  </a:cubicBezTo>
                  <a:cubicBezTo>
                    <a:pt x="4105" y="10089"/>
                    <a:pt x="4105" y="10089"/>
                    <a:pt x="4105" y="10089"/>
                  </a:cubicBezTo>
                  <a:cubicBezTo>
                    <a:pt x="4142" y="10156"/>
                    <a:pt x="4142" y="10156"/>
                    <a:pt x="4142" y="10156"/>
                  </a:cubicBezTo>
                  <a:cubicBezTo>
                    <a:pt x="4179" y="10089"/>
                    <a:pt x="4179" y="10089"/>
                    <a:pt x="4179" y="10089"/>
                  </a:cubicBezTo>
                  <a:cubicBezTo>
                    <a:pt x="4216" y="10021"/>
                    <a:pt x="4216" y="10021"/>
                    <a:pt x="4216" y="10021"/>
                  </a:cubicBezTo>
                  <a:cubicBezTo>
                    <a:pt x="4216" y="10021"/>
                    <a:pt x="4216" y="10021"/>
                    <a:pt x="4216" y="10021"/>
                  </a:cubicBezTo>
                  <a:cubicBezTo>
                    <a:pt x="4253" y="10021"/>
                    <a:pt x="4253" y="10021"/>
                    <a:pt x="4253" y="10021"/>
                  </a:cubicBezTo>
                  <a:cubicBezTo>
                    <a:pt x="4290" y="10021"/>
                    <a:pt x="4290" y="10021"/>
                    <a:pt x="4290" y="10021"/>
                  </a:cubicBezTo>
                  <a:cubicBezTo>
                    <a:pt x="4253" y="9953"/>
                    <a:pt x="4253" y="9953"/>
                    <a:pt x="4253" y="9953"/>
                  </a:cubicBezTo>
                  <a:cubicBezTo>
                    <a:pt x="4216" y="9953"/>
                    <a:pt x="4216" y="9953"/>
                    <a:pt x="4216" y="9953"/>
                  </a:cubicBezTo>
                  <a:cubicBezTo>
                    <a:pt x="4216" y="9885"/>
                    <a:pt x="4216" y="9885"/>
                    <a:pt x="4216" y="9885"/>
                  </a:cubicBezTo>
                  <a:cubicBezTo>
                    <a:pt x="4179" y="9818"/>
                    <a:pt x="4179" y="9818"/>
                    <a:pt x="4179" y="9818"/>
                  </a:cubicBezTo>
                  <a:cubicBezTo>
                    <a:pt x="4142" y="9818"/>
                    <a:pt x="4142" y="9818"/>
                    <a:pt x="4142" y="9818"/>
                  </a:cubicBezTo>
                  <a:cubicBezTo>
                    <a:pt x="4142" y="9818"/>
                    <a:pt x="4142" y="9818"/>
                    <a:pt x="4142" y="9818"/>
                  </a:cubicBezTo>
                  <a:cubicBezTo>
                    <a:pt x="4142" y="9818"/>
                    <a:pt x="4142" y="9818"/>
                    <a:pt x="4142" y="9818"/>
                  </a:cubicBezTo>
                  <a:cubicBezTo>
                    <a:pt x="4105" y="9682"/>
                    <a:pt x="4105" y="9682"/>
                    <a:pt x="4105" y="9682"/>
                  </a:cubicBezTo>
                  <a:cubicBezTo>
                    <a:pt x="4105" y="9682"/>
                    <a:pt x="4105" y="9682"/>
                    <a:pt x="4105" y="9682"/>
                  </a:cubicBezTo>
                  <a:cubicBezTo>
                    <a:pt x="4068" y="9615"/>
                    <a:pt x="4068" y="9615"/>
                    <a:pt x="4068" y="9615"/>
                  </a:cubicBezTo>
                  <a:cubicBezTo>
                    <a:pt x="4068" y="9615"/>
                    <a:pt x="4068" y="9615"/>
                    <a:pt x="4068" y="9615"/>
                  </a:cubicBezTo>
                  <a:cubicBezTo>
                    <a:pt x="4105" y="9547"/>
                    <a:pt x="4105" y="9547"/>
                    <a:pt x="4105" y="9547"/>
                  </a:cubicBezTo>
                  <a:cubicBezTo>
                    <a:pt x="4105" y="9547"/>
                    <a:pt x="4105" y="9547"/>
                    <a:pt x="4105" y="9547"/>
                  </a:cubicBezTo>
                  <a:cubicBezTo>
                    <a:pt x="4068" y="9479"/>
                    <a:pt x="4068" y="9479"/>
                    <a:pt x="4068" y="9479"/>
                  </a:cubicBezTo>
                  <a:cubicBezTo>
                    <a:pt x="4105" y="9411"/>
                    <a:pt x="4105" y="9411"/>
                    <a:pt x="4105" y="9411"/>
                  </a:cubicBezTo>
                  <a:cubicBezTo>
                    <a:pt x="4142" y="9479"/>
                    <a:pt x="4142" y="9479"/>
                    <a:pt x="4142" y="9479"/>
                  </a:cubicBezTo>
                  <a:cubicBezTo>
                    <a:pt x="4142" y="9411"/>
                    <a:pt x="4142" y="9411"/>
                    <a:pt x="4142" y="9411"/>
                  </a:cubicBezTo>
                  <a:cubicBezTo>
                    <a:pt x="4179" y="9479"/>
                    <a:pt x="4179" y="9479"/>
                    <a:pt x="4179" y="9479"/>
                  </a:cubicBezTo>
                  <a:cubicBezTo>
                    <a:pt x="4216" y="9479"/>
                    <a:pt x="4216" y="9479"/>
                    <a:pt x="4216" y="9479"/>
                  </a:cubicBezTo>
                  <a:cubicBezTo>
                    <a:pt x="4253" y="9479"/>
                    <a:pt x="4253" y="9479"/>
                    <a:pt x="4253" y="9479"/>
                  </a:cubicBezTo>
                  <a:cubicBezTo>
                    <a:pt x="4364" y="9479"/>
                    <a:pt x="4364" y="9479"/>
                    <a:pt x="4364" y="9479"/>
                  </a:cubicBezTo>
                  <a:cubicBezTo>
                    <a:pt x="4512" y="9479"/>
                    <a:pt x="4512" y="9479"/>
                    <a:pt x="4512" y="9479"/>
                  </a:cubicBezTo>
                  <a:cubicBezTo>
                    <a:pt x="4549" y="9547"/>
                    <a:pt x="4549" y="9547"/>
                    <a:pt x="4549" y="9547"/>
                  </a:cubicBezTo>
                  <a:cubicBezTo>
                    <a:pt x="4660" y="9547"/>
                    <a:pt x="4660" y="9547"/>
                    <a:pt x="4660" y="9547"/>
                  </a:cubicBezTo>
                  <a:cubicBezTo>
                    <a:pt x="4660" y="9615"/>
                    <a:pt x="4660" y="9615"/>
                    <a:pt x="4660" y="9615"/>
                  </a:cubicBezTo>
                  <a:cubicBezTo>
                    <a:pt x="4660" y="9615"/>
                    <a:pt x="4660" y="9615"/>
                    <a:pt x="4660" y="9615"/>
                  </a:cubicBezTo>
                  <a:cubicBezTo>
                    <a:pt x="4697" y="9682"/>
                    <a:pt x="4697" y="9682"/>
                    <a:pt x="4697" y="9682"/>
                  </a:cubicBezTo>
                  <a:cubicBezTo>
                    <a:pt x="4697" y="9682"/>
                    <a:pt x="4697" y="9682"/>
                    <a:pt x="4697" y="9682"/>
                  </a:cubicBezTo>
                  <a:cubicBezTo>
                    <a:pt x="4771" y="9615"/>
                    <a:pt x="4771" y="9615"/>
                    <a:pt x="4771" y="9615"/>
                  </a:cubicBezTo>
                  <a:cubicBezTo>
                    <a:pt x="4771" y="9682"/>
                    <a:pt x="4771" y="9682"/>
                    <a:pt x="4771" y="9682"/>
                  </a:cubicBezTo>
                  <a:cubicBezTo>
                    <a:pt x="4808" y="9682"/>
                    <a:pt x="4808" y="9682"/>
                    <a:pt x="4808" y="9682"/>
                  </a:cubicBezTo>
                  <a:cubicBezTo>
                    <a:pt x="4808" y="9750"/>
                    <a:pt x="4808" y="9750"/>
                    <a:pt x="4808" y="9750"/>
                  </a:cubicBezTo>
                  <a:cubicBezTo>
                    <a:pt x="4882" y="9750"/>
                    <a:pt x="4882" y="9750"/>
                    <a:pt x="4882" y="9750"/>
                  </a:cubicBezTo>
                  <a:cubicBezTo>
                    <a:pt x="4956" y="9818"/>
                    <a:pt x="4956" y="9818"/>
                    <a:pt x="4956" y="9818"/>
                  </a:cubicBezTo>
                  <a:cubicBezTo>
                    <a:pt x="5067" y="9818"/>
                    <a:pt x="5067" y="9818"/>
                    <a:pt x="5067" y="9818"/>
                  </a:cubicBezTo>
                  <a:cubicBezTo>
                    <a:pt x="5067" y="9885"/>
                    <a:pt x="5067" y="9885"/>
                    <a:pt x="5067" y="9885"/>
                  </a:cubicBezTo>
                  <a:cubicBezTo>
                    <a:pt x="5104" y="9953"/>
                    <a:pt x="5104" y="9953"/>
                    <a:pt x="5104" y="9953"/>
                  </a:cubicBezTo>
                  <a:cubicBezTo>
                    <a:pt x="5141" y="9953"/>
                    <a:pt x="5141" y="9953"/>
                    <a:pt x="5141" y="9953"/>
                  </a:cubicBezTo>
                  <a:cubicBezTo>
                    <a:pt x="5215" y="10021"/>
                    <a:pt x="5215" y="10021"/>
                    <a:pt x="5215" y="10021"/>
                  </a:cubicBezTo>
                  <a:cubicBezTo>
                    <a:pt x="5252" y="10156"/>
                    <a:pt x="5252" y="10156"/>
                    <a:pt x="5252" y="10156"/>
                  </a:cubicBezTo>
                  <a:cubicBezTo>
                    <a:pt x="5289" y="10156"/>
                    <a:pt x="5289" y="10156"/>
                    <a:pt x="5289" y="10156"/>
                  </a:cubicBezTo>
                  <a:cubicBezTo>
                    <a:pt x="5289" y="10156"/>
                    <a:pt x="5289" y="10156"/>
                    <a:pt x="5289" y="10156"/>
                  </a:cubicBezTo>
                  <a:cubicBezTo>
                    <a:pt x="5252" y="10089"/>
                    <a:pt x="5252" y="10089"/>
                    <a:pt x="5252" y="10089"/>
                  </a:cubicBezTo>
                  <a:cubicBezTo>
                    <a:pt x="5289" y="10021"/>
                    <a:pt x="5289" y="10021"/>
                    <a:pt x="5289" y="10021"/>
                  </a:cubicBezTo>
                  <a:cubicBezTo>
                    <a:pt x="5289" y="10021"/>
                    <a:pt x="5289" y="10021"/>
                    <a:pt x="5289" y="10021"/>
                  </a:cubicBezTo>
                  <a:cubicBezTo>
                    <a:pt x="5289" y="9953"/>
                    <a:pt x="5289" y="9953"/>
                    <a:pt x="5289" y="9953"/>
                  </a:cubicBezTo>
                  <a:cubicBezTo>
                    <a:pt x="5289" y="9953"/>
                    <a:pt x="5289" y="9953"/>
                    <a:pt x="5289" y="9953"/>
                  </a:cubicBezTo>
                  <a:cubicBezTo>
                    <a:pt x="5289" y="9750"/>
                    <a:pt x="5289" y="9750"/>
                    <a:pt x="5289" y="9750"/>
                  </a:cubicBezTo>
                  <a:cubicBezTo>
                    <a:pt x="5326" y="9750"/>
                    <a:pt x="5326" y="9750"/>
                    <a:pt x="5326" y="9750"/>
                  </a:cubicBezTo>
                  <a:cubicBezTo>
                    <a:pt x="5289" y="9750"/>
                    <a:pt x="5289" y="9750"/>
                    <a:pt x="5289" y="9750"/>
                  </a:cubicBezTo>
                  <a:cubicBezTo>
                    <a:pt x="5289" y="9750"/>
                    <a:pt x="5289" y="9750"/>
                    <a:pt x="5289" y="9750"/>
                  </a:cubicBezTo>
                  <a:cubicBezTo>
                    <a:pt x="5252" y="9750"/>
                    <a:pt x="5252" y="9750"/>
                    <a:pt x="5252" y="9750"/>
                  </a:cubicBezTo>
                  <a:cubicBezTo>
                    <a:pt x="5215" y="9750"/>
                    <a:pt x="5215" y="9750"/>
                    <a:pt x="5215" y="9750"/>
                  </a:cubicBezTo>
                  <a:cubicBezTo>
                    <a:pt x="5178" y="9750"/>
                    <a:pt x="5178" y="9750"/>
                    <a:pt x="5178" y="9750"/>
                  </a:cubicBezTo>
                  <a:cubicBezTo>
                    <a:pt x="5104" y="9615"/>
                    <a:pt x="5104" y="9615"/>
                    <a:pt x="5104" y="9615"/>
                  </a:cubicBezTo>
                  <a:cubicBezTo>
                    <a:pt x="5104" y="9615"/>
                    <a:pt x="5104" y="9615"/>
                    <a:pt x="5104" y="9615"/>
                  </a:cubicBezTo>
                  <a:cubicBezTo>
                    <a:pt x="5067" y="9547"/>
                    <a:pt x="5067" y="9547"/>
                    <a:pt x="5067" y="9547"/>
                  </a:cubicBezTo>
                  <a:cubicBezTo>
                    <a:pt x="5067" y="9479"/>
                    <a:pt x="5067" y="9479"/>
                    <a:pt x="5067" y="9479"/>
                  </a:cubicBezTo>
                  <a:cubicBezTo>
                    <a:pt x="5067" y="9411"/>
                    <a:pt x="5067" y="9411"/>
                    <a:pt x="5067" y="9411"/>
                  </a:cubicBezTo>
                  <a:cubicBezTo>
                    <a:pt x="5030" y="9479"/>
                    <a:pt x="5030" y="9479"/>
                    <a:pt x="5030" y="9479"/>
                  </a:cubicBezTo>
                  <a:cubicBezTo>
                    <a:pt x="4993" y="9479"/>
                    <a:pt x="4993" y="9479"/>
                    <a:pt x="4993" y="9479"/>
                  </a:cubicBezTo>
                  <a:cubicBezTo>
                    <a:pt x="4956" y="9479"/>
                    <a:pt x="4956" y="9479"/>
                    <a:pt x="4956" y="9479"/>
                  </a:cubicBezTo>
                  <a:cubicBezTo>
                    <a:pt x="4919" y="9411"/>
                    <a:pt x="4919" y="9411"/>
                    <a:pt x="4919" y="9411"/>
                  </a:cubicBezTo>
                  <a:cubicBezTo>
                    <a:pt x="4919" y="9479"/>
                    <a:pt x="4919" y="9479"/>
                    <a:pt x="4919" y="9479"/>
                  </a:cubicBezTo>
                  <a:cubicBezTo>
                    <a:pt x="4882" y="9344"/>
                    <a:pt x="4882" y="9344"/>
                    <a:pt x="4882" y="9344"/>
                  </a:cubicBezTo>
                  <a:cubicBezTo>
                    <a:pt x="4882" y="9344"/>
                    <a:pt x="4882" y="9344"/>
                    <a:pt x="4882" y="9344"/>
                  </a:cubicBezTo>
                  <a:cubicBezTo>
                    <a:pt x="4845" y="9208"/>
                    <a:pt x="4845" y="9208"/>
                    <a:pt x="4845" y="9208"/>
                  </a:cubicBezTo>
                  <a:cubicBezTo>
                    <a:pt x="4845" y="9208"/>
                    <a:pt x="4845" y="9208"/>
                    <a:pt x="4845" y="9208"/>
                  </a:cubicBezTo>
                  <a:cubicBezTo>
                    <a:pt x="4882" y="9208"/>
                    <a:pt x="4882" y="9208"/>
                    <a:pt x="4882" y="9208"/>
                  </a:cubicBezTo>
                  <a:cubicBezTo>
                    <a:pt x="4882" y="9141"/>
                    <a:pt x="4882" y="9141"/>
                    <a:pt x="4882" y="9141"/>
                  </a:cubicBezTo>
                  <a:cubicBezTo>
                    <a:pt x="4882" y="9073"/>
                    <a:pt x="4882" y="9073"/>
                    <a:pt x="4882" y="9073"/>
                  </a:cubicBezTo>
                  <a:cubicBezTo>
                    <a:pt x="4845" y="9073"/>
                    <a:pt x="4845" y="9073"/>
                    <a:pt x="4845" y="9073"/>
                  </a:cubicBezTo>
                  <a:cubicBezTo>
                    <a:pt x="4845" y="9005"/>
                    <a:pt x="4845" y="9005"/>
                    <a:pt x="4845" y="9005"/>
                  </a:cubicBezTo>
                  <a:cubicBezTo>
                    <a:pt x="4882" y="8937"/>
                    <a:pt x="4882" y="8937"/>
                    <a:pt x="4882" y="8937"/>
                  </a:cubicBezTo>
                  <a:cubicBezTo>
                    <a:pt x="4882" y="8937"/>
                    <a:pt x="4882" y="8937"/>
                    <a:pt x="4882" y="8937"/>
                  </a:cubicBezTo>
                  <a:cubicBezTo>
                    <a:pt x="4845" y="8870"/>
                    <a:pt x="4845" y="8870"/>
                    <a:pt x="4845" y="8870"/>
                  </a:cubicBezTo>
                  <a:cubicBezTo>
                    <a:pt x="4808" y="8870"/>
                    <a:pt x="4808" y="8870"/>
                    <a:pt x="4808" y="8870"/>
                  </a:cubicBezTo>
                  <a:cubicBezTo>
                    <a:pt x="4808" y="8802"/>
                    <a:pt x="4808" y="8802"/>
                    <a:pt x="4808" y="8802"/>
                  </a:cubicBezTo>
                  <a:cubicBezTo>
                    <a:pt x="4771" y="8734"/>
                    <a:pt x="4771" y="8734"/>
                    <a:pt x="4771" y="8734"/>
                  </a:cubicBezTo>
                  <a:cubicBezTo>
                    <a:pt x="4771" y="8802"/>
                    <a:pt x="4771" y="8802"/>
                    <a:pt x="4771" y="8802"/>
                  </a:cubicBezTo>
                  <a:cubicBezTo>
                    <a:pt x="4734" y="8734"/>
                    <a:pt x="4734" y="8734"/>
                    <a:pt x="4734" y="8734"/>
                  </a:cubicBezTo>
                  <a:cubicBezTo>
                    <a:pt x="4734" y="8599"/>
                    <a:pt x="4734" y="8599"/>
                    <a:pt x="4734" y="8599"/>
                  </a:cubicBezTo>
                  <a:cubicBezTo>
                    <a:pt x="4734" y="8599"/>
                    <a:pt x="4734" y="8599"/>
                    <a:pt x="4734" y="8599"/>
                  </a:cubicBezTo>
                  <a:cubicBezTo>
                    <a:pt x="4734" y="8531"/>
                    <a:pt x="4734" y="8531"/>
                    <a:pt x="4734" y="8531"/>
                  </a:cubicBezTo>
                  <a:cubicBezTo>
                    <a:pt x="4697" y="8463"/>
                    <a:pt x="4697" y="8463"/>
                    <a:pt x="4697" y="8463"/>
                  </a:cubicBezTo>
                  <a:cubicBezTo>
                    <a:pt x="4734" y="8463"/>
                    <a:pt x="4734" y="8463"/>
                    <a:pt x="4734" y="8463"/>
                  </a:cubicBezTo>
                  <a:cubicBezTo>
                    <a:pt x="4808" y="8328"/>
                    <a:pt x="4808" y="8328"/>
                    <a:pt x="4808" y="8328"/>
                  </a:cubicBezTo>
                  <a:cubicBezTo>
                    <a:pt x="4845" y="8260"/>
                    <a:pt x="4845" y="8260"/>
                    <a:pt x="4845" y="8260"/>
                  </a:cubicBezTo>
                  <a:cubicBezTo>
                    <a:pt x="4845" y="8260"/>
                    <a:pt x="4845" y="8260"/>
                    <a:pt x="4845" y="8260"/>
                  </a:cubicBezTo>
                  <a:cubicBezTo>
                    <a:pt x="4808" y="8193"/>
                    <a:pt x="4808" y="8193"/>
                    <a:pt x="4808" y="8193"/>
                  </a:cubicBezTo>
                  <a:cubicBezTo>
                    <a:pt x="4808" y="8125"/>
                    <a:pt x="4808" y="8125"/>
                    <a:pt x="4808" y="8125"/>
                  </a:cubicBezTo>
                  <a:cubicBezTo>
                    <a:pt x="4845" y="8057"/>
                    <a:pt x="4845" y="8057"/>
                    <a:pt x="4845" y="8057"/>
                  </a:cubicBezTo>
                  <a:cubicBezTo>
                    <a:pt x="4808" y="7989"/>
                    <a:pt x="4808" y="7989"/>
                    <a:pt x="4808" y="7989"/>
                  </a:cubicBezTo>
                  <a:cubicBezTo>
                    <a:pt x="4808" y="7922"/>
                    <a:pt x="4808" y="7922"/>
                    <a:pt x="4808" y="7922"/>
                  </a:cubicBezTo>
                  <a:cubicBezTo>
                    <a:pt x="4808" y="7854"/>
                    <a:pt x="4808" y="7854"/>
                    <a:pt x="4808" y="7854"/>
                  </a:cubicBezTo>
                  <a:cubicBezTo>
                    <a:pt x="4808" y="7786"/>
                    <a:pt x="4808" y="7786"/>
                    <a:pt x="4808" y="7786"/>
                  </a:cubicBezTo>
                  <a:cubicBezTo>
                    <a:pt x="4808" y="7786"/>
                    <a:pt x="4808" y="7786"/>
                    <a:pt x="4808" y="7786"/>
                  </a:cubicBezTo>
                  <a:cubicBezTo>
                    <a:pt x="4808" y="7719"/>
                    <a:pt x="4808" y="7719"/>
                    <a:pt x="4808" y="7719"/>
                  </a:cubicBezTo>
                  <a:cubicBezTo>
                    <a:pt x="4808" y="7651"/>
                    <a:pt x="4808" y="7651"/>
                    <a:pt x="4808" y="7651"/>
                  </a:cubicBezTo>
                  <a:cubicBezTo>
                    <a:pt x="4808" y="7583"/>
                    <a:pt x="4808" y="7583"/>
                    <a:pt x="4808" y="7583"/>
                  </a:cubicBezTo>
                  <a:cubicBezTo>
                    <a:pt x="4808" y="7515"/>
                    <a:pt x="4808" y="7515"/>
                    <a:pt x="4808" y="7515"/>
                  </a:cubicBezTo>
                  <a:cubicBezTo>
                    <a:pt x="4808" y="7448"/>
                    <a:pt x="4808" y="7448"/>
                    <a:pt x="4808" y="7448"/>
                  </a:cubicBezTo>
                  <a:cubicBezTo>
                    <a:pt x="4808" y="7312"/>
                    <a:pt x="4808" y="7312"/>
                    <a:pt x="4808" y="7312"/>
                  </a:cubicBezTo>
                  <a:cubicBezTo>
                    <a:pt x="4808" y="7312"/>
                    <a:pt x="4808" y="7312"/>
                    <a:pt x="4808" y="7312"/>
                  </a:cubicBezTo>
                  <a:cubicBezTo>
                    <a:pt x="4845" y="7312"/>
                    <a:pt x="4845" y="7312"/>
                    <a:pt x="4845" y="7312"/>
                  </a:cubicBezTo>
                  <a:cubicBezTo>
                    <a:pt x="4845" y="7380"/>
                    <a:pt x="4845" y="7380"/>
                    <a:pt x="4845" y="7380"/>
                  </a:cubicBezTo>
                  <a:cubicBezTo>
                    <a:pt x="4845" y="7380"/>
                    <a:pt x="4845" y="7380"/>
                    <a:pt x="4845" y="7380"/>
                  </a:cubicBezTo>
                  <a:cubicBezTo>
                    <a:pt x="4882" y="7380"/>
                    <a:pt x="4882" y="7380"/>
                    <a:pt x="4882" y="7380"/>
                  </a:cubicBezTo>
                  <a:cubicBezTo>
                    <a:pt x="4919" y="7380"/>
                    <a:pt x="4919" y="7380"/>
                    <a:pt x="4919" y="7380"/>
                  </a:cubicBezTo>
                  <a:cubicBezTo>
                    <a:pt x="4993" y="7312"/>
                    <a:pt x="4993" y="7312"/>
                    <a:pt x="4993" y="7312"/>
                  </a:cubicBezTo>
                  <a:cubicBezTo>
                    <a:pt x="4993" y="7312"/>
                    <a:pt x="4993" y="7312"/>
                    <a:pt x="4993" y="7312"/>
                  </a:cubicBezTo>
                  <a:cubicBezTo>
                    <a:pt x="5030" y="7380"/>
                    <a:pt x="5030" y="7380"/>
                    <a:pt x="5030" y="7380"/>
                  </a:cubicBezTo>
                  <a:cubicBezTo>
                    <a:pt x="5067" y="7312"/>
                    <a:pt x="5067" y="7312"/>
                    <a:pt x="5067" y="7312"/>
                  </a:cubicBezTo>
                  <a:cubicBezTo>
                    <a:pt x="5104" y="7312"/>
                    <a:pt x="5104" y="7312"/>
                    <a:pt x="5104" y="7312"/>
                  </a:cubicBezTo>
                  <a:cubicBezTo>
                    <a:pt x="5178" y="7380"/>
                    <a:pt x="5178" y="7380"/>
                    <a:pt x="5178" y="7380"/>
                  </a:cubicBezTo>
                  <a:cubicBezTo>
                    <a:pt x="5252" y="7380"/>
                    <a:pt x="5252" y="7380"/>
                    <a:pt x="5252" y="7380"/>
                  </a:cubicBezTo>
                  <a:cubicBezTo>
                    <a:pt x="5252" y="7380"/>
                    <a:pt x="5252" y="7380"/>
                    <a:pt x="5252" y="7380"/>
                  </a:cubicBezTo>
                  <a:cubicBezTo>
                    <a:pt x="5289" y="7448"/>
                    <a:pt x="5289" y="7448"/>
                    <a:pt x="5289" y="7448"/>
                  </a:cubicBezTo>
                  <a:cubicBezTo>
                    <a:pt x="5252" y="7448"/>
                    <a:pt x="5252" y="7448"/>
                    <a:pt x="5252" y="7448"/>
                  </a:cubicBezTo>
                  <a:cubicBezTo>
                    <a:pt x="5289" y="7515"/>
                    <a:pt x="5289" y="7515"/>
                    <a:pt x="5289" y="7515"/>
                  </a:cubicBezTo>
                  <a:cubicBezTo>
                    <a:pt x="5289" y="7583"/>
                    <a:pt x="5289" y="7583"/>
                    <a:pt x="5289" y="7583"/>
                  </a:cubicBezTo>
                  <a:cubicBezTo>
                    <a:pt x="5289" y="7651"/>
                    <a:pt x="5289" y="7651"/>
                    <a:pt x="5289" y="7651"/>
                  </a:cubicBezTo>
                  <a:cubicBezTo>
                    <a:pt x="5289" y="7719"/>
                    <a:pt x="5289" y="7719"/>
                    <a:pt x="5289" y="7719"/>
                  </a:cubicBezTo>
                  <a:cubicBezTo>
                    <a:pt x="5326" y="7786"/>
                    <a:pt x="5326" y="7786"/>
                    <a:pt x="5326" y="7786"/>
                  </a:cubicBezTo>
                  <a:cubicBezTo>
                    <a:pt x="5289" y="7989"/>
                    <a:pt x="5289" y="7989"/>
                    <a:pt x="5289" y="7989"/>
                  </a:cubicBezTo>
                  <a:cubicBezTo>
                    <a:pt x="5326" y="7989"/>
                    <a:pt x="5326" y="7989"/>
                    <a:pt x="5326" y="7989"/>
                  </a:cubicBezTo>
                  <a:cubicBezTo>
                    <a:pt x="5326" y="8057"/>
                    <a:pt x="5326" y="8057"/>
                    <a:pt x="5326" y="8057"/>
                  </a:cubicBezTo>
                  <a:cubicBezTo>
                    <a:pt x="5326" y="8057"/>
                    <a:pt x="5326" y="8057"/>
                    <a:pt x="5326" y="8057"/>
                  </a:cubicBezTo>
                  <a:cubicBezTo>
                    <a:pt x="5326" y="8125"/>
                    <a:pt x="5326" y="8125"/>
                    <a:pt x="5326" y="8125"/>
                  </a:cubicBezTo>
                  <a:cubicBezTo>
                    <a:pt x="5289" y="8125"/>
                    <a:pt x="5289" y="8125"/>
                    <a:pt x="5289" y="8125"/>
                  </a:cubicBezTo>
                  <a:cubicBezTo>
                    <a:pt x="5326" y="8193"/>
                    <a:pt x="5326" y="8193"/>
                    <a:pt x="5326" y="8193"/>
                  </a:cubicBezTo>
                  <a:cubicBezTo>
                    <a:pt x="5326" y="8260"/>
                    <a:pt x="5326" y="8260"/>
                    <a:pt x="5326" y="8260"/>
                  </a:cubicBezTo>
                  <a:cubicBezTo>
                    <a:pt x="5363" y="8328"/>
                    <a:pt x="5363" y="8328"/>
                    <a:pt x="5363" y="8328"/>
                  </a:cubicBezTo>
                  <a:cubicBezTo>
                    <a:pt x="5399" y="8328"/>
                    <a:pt x="5399" y="8328"/>
                    <a:pt x="5399" y="8328"/>
                  </a:cubicBezTo>
                  <a:cubicBezTo>
                    <a:pt x="5399" y="8396"/>
                    <a:pt x="5399" y="8396"/>
                    <a:pt x="5399" y="8396"/>
                  </a:cubicBezTo>
                  <a:cubicBezTo>
                    <a:pt x="5436" y="8328"/>
                    <a:pt x="5436" y="8328"/>
                    <a:pt x="5436" y="8328"/>
                  </a:cubicBezTo>
                  <a:cubicBezTo>
                    <a:pt x="5436" y="8396"/>
                    <a:pt x="5436" y="8396"/>
                    <a:pt x="5436" y="8396"/>
                  </a:cubicBezTo>
                  <a:cubicBezTo>
                    <a:pt x="5473" y="8463"/>
                    <a:pt x="5473" y="8463"/>
                    <a:pt x="5473" y="8463"/>
                  </a:cubicBezTo>
                  <a:cubicBezTo>
                    <a:pt x="5510" y="8531"/>
                    <a:pt x="5510" y="8531"/>
                    <a:pt x="5510" y="8531"/>
                  </a:cubicBezTo>
                  <a:cubicBezTo>
                    <a:pt x="5510" y="8599"/>
                    <a:pt x="5510" y="8599"/>
                    <a:pt x="5510" y="8599"/>
                  </a:cubicBezTo>
                  <a:cubicBezTo>
                    <a:pt x="5547" y="8734"/>
                    <a:pt x="5547" y="8734"/>
                    <a:pt x="5547" y="8734"/>
                  </a:cubicBezTo>
                  <a:cubicBezTo>
                    <a:pt x="5547" y="8802"/>
                    <a:pt x="5547" y="8802"/>
                    <a:pt x="5547" y="8802"/>
                  </a:cubicBezTo>
                  <a:cubicBezTo>
                    <a:pt x="5547" y="8802"/>
                    <a:pt x="5547" y="8802"/>
                    <a:pt x="5547" y="8802"/>
                  </a:cubicBezTo>
                  <a:cubicBezTo>
                    <a:pt x="5547" y="8870"/>
                    <a:pt x="5547" y="8870"/>
                    <a:pt x="5547" y="8870"/>
                  </a:cubicBezTo>
                  <a:cubicBezTo>
                    <a:pt x="5584" y="8937"/>
                    <a:pt x="5584" y="8937"/>
                    <a:pt x="5584" y="8937"/>
                  </a:cubicBezTo>
                  <a:cubicBezTo>
                    <a:pt x="5584" y="9005"/>
                    <a:pt x="5584" y="9005"/>
                    <a:pt x="5584" y="9005"/>
                  </a:cubicBezTo>
                  <a:cubicBezTo>
                    <a:pt x="5621" y="9141"/>
                    <a:pt x="5621" y="9141"/>
                    <a:pt x="5621" y="9141"/>
                  </a:cubicBezTo>
                  <a:cubicBezTo>
                    <a:pt x="5621" y="9208"/>
                    <a:pt x="5621" y="9208"/>
                    <a:pt x="5621" y="9208"/>
                  </a:cubicBezTo>
                  <a:cubicBezTo>
                    <a:pt x="5658" y="9276"/>
                    <a:pt x="5658" y="9276"/>
                    <a:pt x="5658" y="9276"/>
                  </a:cubicBezTo>
                  <a:cubicBezTo>
                    <a:pt x="5658" y="9276"/>
                    <a:pt x="5658" y="9276"/>
                    <a:pt x="5658" y="9276"/>
                  </a:cubicBezTo>
                  <a:cubicBezTo>
                    <a:pt x="5658" y="9344"/>
                    <a:pt x="5658" y="9344"/>
                    <a:pt x="5658" y="9344"/>
                  </a:cubicBezTo>
                  <a:cubicBezTo>
                    <a:pt x="5695" y="9411"/>
                    <a:pt x="5695" y="9411"/>
                    <a:pt x="5695" y="9411"/>
                  </a:cubicBezTo>
                  <a:cubicBezTo>
                    <a:pt x="5695" y="9479"/>
                    <a:pt x="5695" y="9479"/>
                    <a:pt x="5695" y="9479"/>
                  </a:cubicBezTo>
                  <a:cubicBezTo>
                    <a:pt x="5769" y="9615"/>
                    <a:pt x="5769" y="9615"/>
                    <a:pt x="5769" y="9615"/>
                  </a:cubicBezTo>
                  <a:cubicBezTo>
                    <a:pt x="5806" y="9682"/>
                    <a:pt x="5806" y="9682"/>
                    <a:pt x="5806" y="9682"/>
                  </a:cubicBezTo>
                  <a:cubicBezTo>
                    <a:pt x="5843" y="9682"/>
                    <a:pt x="5843" y="9682"/>
                    <a:pt x="5843" y="9682"/>
                  </a:cubicBezTo>
                  <a:cubicBezTo>
                    <a:pt x="5843" y="9750"/>
                    <a:pt x="5843" y="9750"/>
                    <a:pt x="5843" y="9750"/>
                  </a:cubicBezTo>
                  <a:cubicBezTo>
                    <a:pt x="5917" y="9818"/>
                    <a:pt x="5917" y="9818"/>
                    <a:pt x="5917" y="9818"/>
                  </a:cubicBezTo>
                  <a:cubicBezTo>
                    <a:pt x="5917" y="9818"/>
                    <a:pt x="5917" y="9818"/>
                    <a:pt x="5917" y="9818"/>
                  </a:cubicBezTo>
                  <a:cubicBezTo>
                    <a:pt x="5880" y="9818"/>
                    <a:pt x="5880" y="9818"/>
                    <a:pt x="5880" y="9818"/>
                  </a:cubicBezTo>
                  <a:cubicBezTo>
                    <a:pt x="5880" y="9885"/>
                    <a:pt x="5880" y="9885"/>
                    <a:pt x="5880" y="9885"/>
                  </a:cubicBezTo>
                  <a:cubicBezTo>
                    <a:pt x="5880" y="9953"/>
                    <a:pt x="5880" y="9953"/>
                    <a:pt x="5880" y="9953"/>
                  </a:cubicBezTo>
                  <a:cubicBezTo>
                    <a:pt x="5917" y="10089"/>
                    <a:pt x="5917" y="10089"/>
                    <a:pt x="5917" y="10089"/>
                  </a:cubicBezTo>
                  <a:cubicBezTo>
                    <a:pt x="5954" y="10156"/>
                    <a:pt x="5954" y="10156"/>
                    <a:pt x="5954" y="10156"/>
                  </a:cubicBezTo>
                  <a:cubicBezTo>
                    <a:pt x="5954" y="10224"/>
                    <a:pt x="5954" y="10224"/>
                    <a:pt x="5954" y="10224"/>
                  </a:cubicBezTo>
                  <a:cubicBezTo>
                    <a:pt x="5917" y="10292"/>
                    <a:pt x="5917" y="10292"/>
                    <a:pt x="5917" y="10292"/>
                  </a:cubicBezTo>
                  <a:cubicBezTo>
                    <a:pt x="5917" y="10292"/>
                    <a:pt x="5917" y="10292"/>
                    <a:pt x="5917" y="10292"/>
                  </a:cubicBezTo>
                  <a:cubicBezTo>
                    <a:pt x="5880" y="10359"/>
                    <a:pt x="5880" y="10359"/>
                    <a:pt x="5880" y="10359"/>
                  </a:cubicBezTo>
                  <a:cubicBezTo>
                    <a:pt x="5917" y="10359"/>
                    <a:pt x="5917" y="10359"/>
                    <a:pt x="5917" y="10359"/>
                  </a:cubicBezTo>
                  <a:cubicBezTo>
                    <a:pt x="5917" y="10495"/>
                    <a:pt x="5917" y="10495"/>
                    <a:pt x="5917" y="10495"/>
                  </a:cubicBezTo>
                  <a:cubicBezTo>
                    <a:pt x="5880" y="10495"/>
                    <a:pt x="5880" y="10495"/>
                    <a:pt x="5880" y="10495"/>
                  </a:cubicBezTo>
                  <a:cubicBezTo>
                    <a:pt x="5880" y="10563"/>
                    <a:pt x="5880" y="10563"/>
                    <a:pt x="5880" y="10563"/>
                  </a:cubicBezTo>
                  <a:cubicBezTo>
                    <a:pt x="5917" y="10495"/>
                    <a:pt x="5917" y="10495"/>
                    <a:pt x="5917" y="10495"/>
                  </a:cubicBezTo>
                  <a:cubicBezTo>
                    <a:pt x="5917" y="10563"/>
                    <a:pt x="5917" y="10563"/>
                    <a:pt x="5917" y="10563"/>
                  </a:cubicBezTo>
                  <a:cubicBezTo>
                    <a:pt x="5880" y="10563"/>
                    <a:pt x="5880" y="10563"/>
                    <a:pt x="5880" y="10563"/>
                  </a:cubicBezTo>
                  <a:cubicBezTo>
                    <a:pt x="5880" y="10698"/>
                    <a:pt x="5880" y="10698"/>
                    <a:pt x="5880" y="10698"/>
                  </a:cubicBezTo>
                  <a:cubicBezTo>
                    <a:pt x="5843" y="10766"/>
                    <a:pt x="5843" y="10766"/>
                    <a:pt x="5843" y="10766"/>
                  </a:cubicBezTo>
                  <a:cubicBezTo>
                    <a:pt x="5806" y="10698"/>
                    <a:pt x="5806" y="10698"/>
                    <a:pt x="5806" y="10698"/>
                  </a:cubicBezTo>
                  <a:cubicBezTo>
                    <a:pt x="5806" y="10766"/>
                    <a:pt x="5806" y="10766"/>
                    <a:pt x="5806" y="10766"/>
                  </a:cubicBezTo>
                  <a:cubicBezTo>
                    <a:pt x="5843" y="10833"/>
                    <a:pt x="5843" y="10833"/>
                    <a:pt x="5843" y="10833"/>
                  </a:cubicBezTo>
                  <a:cubicBezTo>
                    <a:pt x="5843" y="10833"/>
                    <a:pt x="5843" y="10833"/>
                    <a:pt x="5843" y="10833"/>
                  </a:cubicBezTo>
                  <a:cubicBezTo>
                    <a:pt x="5806" y="10901"/>
                    <a:pt x="5806" y="10901"/>
                    <a:pt x="5806" y="10901"/>
                  </a:cubicBezTo>
                  <a:cubicBezTo>
                    <a:pt x="5769" y="10901"/>
                    <a:pt x="5769" y="10901"/>
                    <a:pt x="5769" y="10901"/>
                  </a:cubicBezTo>
                  <a:cubicBezTo>
                    <a:pt x="5732" y="10901"/>
                    <a:pt x="5732" y="10901"/>
                    <a:pt x="5732" y="10901"/>
                  </a:cubicBezTo>
                  <a:cubicBezTo>
                    <a:pt x="5695" y="10901"/>
                    <a:pt x="5695" y="10901"/>
                    <a:pt x="5695" y="10901"/>
                  </a:cubicBezTo>
                  <a:cubicBezTo>
                    <a:pt x="5732" y="10833"/>
                    <a:pt x="5732" y="10833"/>
                    <a:pt x="5732" y="10833"/>
                  </a:cubicBezTo>
                  <a:cubicBezTo>
                    <a:pt x="5732" y="10833"/>
                    <a:pt x="5732" y="10833"/>
                    <a:pt x="5732" y="10833"/>
                  </a:cubicBezTo>
                  <a:cubicBezTo>
                    <a:pt x="5695" y="10833"/>
                    <a:pt x="5695" y="10833"/>
                    <a:pt x="5695" y="10833"/>
                  </a:cubicBezTo>
                  <a:cubicBezTo>
                    <a:pt x="5695" y="10833"/>
                    <a:pt x="5695" y="10833"/>
                    <a:pt x="5695" y="10833"/>
                  </a:cubicBezTo>
                  <a:cubicBezTo>
                    <a:pt x="5695" y="10833"/>
                    <a:pt x="5695" y="10833"/>
                    <a:pt x="5695" y="10833"/>
                  </a:cubicBezTo>
                  <a:cubicBezTo>
                    <a:pt x="5621" y="10766"/>
                    <a:pt x="5621" y="10766"/>
                    <a:pt x="5621" y="10766"/>
                  </a:cubicBezTo>
                  <a:cubicBezTo>
                    <a:pt x="5584" y="10833"/>
                    <a:pt x="5584" y="10833"/>
                    <a:pt x="5584" y="10833"/>
                  </a:cubicBezTo>
                  <a:cubicBezTo>
                    <a:pt x="5510" y="10833"/>
                    <a:pt x="5510" y="10833"/>
                    <a:pt x="5510" y="10833"/>
                  </a:cubicBezTo>
                  <a:cubicBezTo>
                    <a:pt x="5436" y="10833"/>
                    <a:pt x="5436" y="10833"/>
                    <a:pt x="5436" y="10833"/>
                  </a:cubicBezTo>
                  <a:cubicBezTo>
                    <a:pt x="5436" y="10901"/>
                    <a:pt x="5436" y="10901"/>
                    <a:pt x="5436" y="10901"/>
                  </a:cubicBezTo>
                  <a:cubicBezTo>
                    <a:pt x="5436" y="10901"/>
                    <a:pt x="5436" y="10901"/>
                    <a:pt x="5436" y="10901"/>
                  </a:cubicBezTo>
                  <a:cubicBezTo>
                    <a:pt x="5473" y="10901"/>
                    <a:pt x="5473" y="10901"/>
                    <a:pt x="5473" y="10901"/>
                  </a:cubicBezTo>
                  <a:cubicBezTo>
                    <a:pt x="5473" y="10901"/>
                    <a:pt x="5473" y="10901"/>
                    <a:pt x="5473" y="10901"/>
                  </a:cubicBezTo>
                  <a:cubicBezTo>
                    <a:pt x="5510" y="10833"/>
                    <a:pt x="5510" y="10833"/>
                    <a:pt x="5510" y="10833"/>
                  </a:cubicBezTo>
                  <a:cubicBezTo>
                    <a:pt x="5547" y="10901"/>
                    <a:pt x="5547" y="10901"/>
                    <a:pt x="5547" y="10901"/>
                  </a:cubicBezTo>
                  <a:cubicBezTo>
                    <a:pt x="5584" y="10969"/>
                    <a:pt x="5584" y="10969"/>
                    <a:pt x="5584" y="10969"/>
                  </a:cubicBezTo>
                  <a:cubicBezTo>
                    <a:pt x="5695" y="11036"/>
                    <a:pt x="5695" y="11036"/>
                    <a:pt x="5695" y="11036"/>
                  </a:cubicBezTo>
                  <a:cubicBezTo>
                    <a:pt x="5769" y="11036"/>
                    <a:pt x="5769" y="11036"/>
                    <a:pt x="5769" y="11036"/>
                  </a:cubicBezTo>
                  <a:cubicBezTo>
                    <a:pt x="5806" y="11036"/>
                    <a:pt x="5806" y="11036"/>
                    <a:pt x="5806" y="11036"/>
                  </a:cubicBezTo>
                  <a:cubicBezTo>
                    <a:pt x="5880" y="11036"/>
                    <a:pt x="5880" y="11036"/>
                    <a:pt x="5880" y="11036"/>
                  </a:cubicBezTo>
                  <a:cubicBezTo>
                    <a:pt x="5880" y="11036"/>
                    <a:pt x="5880" y="11036"/>
                    <a:pt x="5880" y="11036"/>
                  </a:cubicBezTo>
                  <a:cubicBezTo>
                    <a:pt x="5954" y="11104"/>
                    <a:pt x="5954" y="11104"/>
                    <a:pt x="5954" y="11104"/>
                  </a:cubicBezTo>
                  <a:cubicBezTo>
                    <a:pt x="5991" y="11036"/>
                    <a:pt x="5991" y="11036"/>
                    <a:pt x="5991" y="11036"/>
                  </a:cubicBezTo>
                  <a:cubicBezTo>
                    <a:pt x="5991" y="10969"/>
                    <a:pt x="5991" y="10969"/>
                    <a:pt x="5991" y="10969"/>
                  </a:cubicBezTo>
                  <a:cubicBezTo>
                    <a:pt x="5991" y="10969"/>
                    <a:pt x="5991" y="10969"/>
                    <a:pt x="5991" y="10969"/>
                  </a:cubicBezTo>
                  <a:cubicBezTo>
                    <a:pt x="5991" y="10901"/>
                    <a:pt x="5991" y="10901"/>
                    <a:pt x="5991" y="10901"/>
                  </a:cubicBezTo>
                  <a:cubicBezTo>
                    <a:pt x="5991" y="10833"/>
                    <a:pt x="5991" y="10833"/>
                    <a:pt x="5991" y="10833"/>
                  </a:cubicBezTo>
                  <a:cubicBezTo>
                    <a:pt x="6028" y="10766"/>
                    <a:pt x="6028" y="10766"/>
                    <a:pt x="6028" y="10766"/>
                  </a:cubicBezTo>
                  <a:cubicBezTo>
                    <a:pt x="6028" y="10766"/>
                    <a:pt x="6028" y="10766"/>
                    <a:pt x="6028" y="10766"/>
                  </a:cubicBezTo>
                  <a:cubicBezTo>
                    <a:pt x="6065" y="10698"/>
                    <a:pt x="6065" y="10698"/>
                    <a:pt x="6065" y="10698"/>
                  </a:cubicBezTo>
                  <a:cubicBezTo>
                    <a:pt x="6065" y="10630"/>
                    <a:pt x="6065" y="10630"/>
                    <a:pt x="6065" y="10630"/>
                  </a:cubicBezTo>
                  <a:cubicBezTo>
                    <a:pt x="6102" y="10495"/>
                    <a:pt x="6102" y="10495"/>
                    <a:pt x="6102" y="10495"/>
                  </a:cubicBezTo>
                  <a:cubicBezTo>
                    <a:pt x="6065" y="10427"/>
                    <a:pt x="6065" y="10427"/>
                    <a:pt x="6065" y="10427"/>
                  </a:cubicBezTo>
                  <a:cubicBezTo>
                    <a:pt x="6102" y="10359"/>
                    <a:pt x="6102" y="10359"/>
                    <a:pt x="6102" y="10359"/>
                  </a:cubicBezTo>
                  <a:cubicBezTo>
                    <a:pt x="6139" y="10156"/>
                    <a:pt x="6139" y="10156"/>
                    <a:pt x="6139" y="10156"/>
                  </a:cubicBezTo>
                  <a:cubicBezTo>
                    <a:pt x="6139" y="10156"/>
                    <a:pt x="6139" y="10156"/>
                    <a:pt x="6139" y="10156"/>
                  </a:cubicBezTo>
                  <a:cubicBezTo>
                    <a:pt x="6102" y="9953"/>
                    <a:pt x="6102" y="9953"/>
                    <a:pt x="6102" y="9953"/>
                  </a:cubicBezTo>
                  <a:cubicBezTo>
                    <a:pt x="6028" y="9885"/>
                    <a:pt x="6028" y="9885"/>
                    <a:pt x="6028" y="9885"/>
                  </a:cubicBezTo>
                  <a:cubicBezTo>
                    <a:pt x="6028" y="9818"/>
                    <a:pt x="6028" y="9818"/>
                    <a:pt x="6028" y="9818"/>
                  </a:cubicBezTo>
                  <a:cubicBezTo>
                    <a:pt x="5991" y="9682"/>
                    <a:pt x="5991" y="9682"/>
                    <a:pt x="5991" y="9682"/>
                  </a:cubicBezTo>
                  <a:cubicBezTo>
                    <a:pt x="6065" y="9615"/>
                    <a:pt x="6065" y="9615"/>
                    <a:pt x="6065" y="9615"/>
                  </a:cubicBezTo>
                  <a:cubicBezTo>
                    <a:pt x="6065" y="9547"/>
                    <a:pt x="6065" y="9547"/>
                    <a:pt x="6065" y="9547"/>
                  </a:cubicBezTo>
                  <a:cubicBezTo>
                    <a:pt x="6139" y="9547"/>
                    <a:pt x="6139" y="9547"/>
                    <a:pt x="6139" y="9547"/>
                  </a:cubicBezTo>
                  <a:cubicBezTo>
                    <a:pt x="6176" y="9411"/>
                    <a:pt x="6176" y="9411"/>
                    <a:pt x="6176" y="9411"/>
                  </a:cubicBezTo>
                  <a:cubicBezTo>
                    <a:pt x="6250" y="9411"/>
                    <a:pt x="6250" y="9411"/>
                    <a:pt x="6250" y="9411"/>
                  </a:cubicBezTo>
                  <a:cubicBezTo>
                    <a:pt x="6287" y="9479"/>
                    <a:pt x="6287" y="9479"/>
                    <a:pt x="6287" y="9479"/>
                  </a:cubicBezTo>
                  <a:cubicBezTo>
                    <a:pt x="6287" y="9547"/>
                    <a:pt x="6287" y="9547"/>
                    <a:pt x="6287" y="9547"/>
                  </a:cubicBezTo>
                  <a:cubicBezTo>
                    <a:pt x="6324" y="9615"/>
                    <a:pt x="6324" y="9615"/>
                    <a:pt x="6324" y="9615"/>
                  </a:cubicBezTo>
                  <a:cubicBezTo>
                    <a:pt x="6361" y="9682"/>
                    <a:pt x="6361" y="9682"/>
                    <a:pt x="6361" y="9682"/>
                  </a:cubicBezTo>
                  <a:cubicBezTo>
                    <a:pt x="6361" y="9682"/>
                    <a:pt x="6361" y="9682"/>
                    <a:pt x="6361" y="9682"/>
                  </a:cubicBezTo>
                  <a:cubicBezTo>
                    <a:pt x="6398" y="9750"/>
                    <a:pt x="6398" y="9750"/>
                    <a:pt x="6398" y="9750"/>
                  </a:cubicBezTo>
                  <a:cubicBezTo>
                    <a:pt x="6398" y="9818"/>
                    <a:pt x="6398" y="9818"/>
                    <a:pt x="6398" y="9818"/>
                  </a:cubicBezTo>
                  <a:cubicBezTo>
                    <a:pt x="6435" y="9818"/>
                    <a:pt x="6435" y="9818"/>
                    <a:pt x="6435" y="9818"/>
                  </a:cubicBezTo>
                  <a:cubicBezTo>
                    <a:pt x="6435" y="9885"/>
                    <a:pt x="6435" y="9885"/>
                    <a:pt x="6435" y="9885"/>
                  </a:cubicBezTo>
                  <a:cubicBezTo>
                    <a:pt x="6472" y="9953"/>
                    <a:pt x="6472" y="9953"/>
                    <a:pt x="6472" y="9953"/>
                  </a:cubicBezTo>
                  <a:cubicBezTo>
                    <a:pt x="6472" y="10021"/>
                    <a:pt x="6472" y="10021"/>
                    <a:pt x="6472" y="10021"/>
                  </a:cubicBezTo>
                  <a:cubicBezTo>
                    <a:pt x="6472" y="10089"/>
                    <a:pt x="6472" y="10089"/>
                    <a:pt x="6472" y="10089"/>
                  </a:cubicBezTo>
                  <a:cubicBezTo>
                    <a:pt x="6472" y="10089"/>
                    <a:pt x="6472" y="10089"/>
                    <a:pt x="6472" y="10089"/>
                  </a:cubicBezTo>
                  <a:cubicBezTo>
                    <a:pt x="6546" y="10156"/>
                    <a:pt x="6546" y="10156"/>
                    <a:pt x="6546" y="10156"/>
                  </a:cubicBezTo>
                  <a:cubicBezTo>
                    <a:pt x="6583" y="10156"/>
                    <a:pt x="6583" y="10156"/>
                    <a:pt x="6583" y="10156"/>
                  </a:cubicBezTo>
                  <a:cubicBezTo>
                    <a:pt x="6620" y="10156"/>
                    <a:pt x="6620" y="10156"/>
                    <a:pt x="6620" y="10156"/>
                  </a:cubicBezTo>
                  <a:cubicBezTo>
                    <a:pt x="6657" y="10156"/>
                    <a:pt x="6657" y="10156"/>
                    <a:pt x="6657" y="10156"/>
                  </a:cubicBezTo>
                  <a:cubicBezTo>
                    <a:pt x="6694" y="10156"/>
                    <a:pt x="6694" y="10156"/>
                    <a:pt x="6694" y="10156"/>
                  </a:cubicBezTo>
                  <a:cubicBezTo>
                    <a:pt x="6694" y="10089"/>
                    <a:pt x="6694" y="10089"/>
                    <a:pt x="6694" y="10089"/>
                  </a:cubicBezTo>
                  <a:cubicBezTo>
                    <a:pt x="6731" y="10089"/>
                    <a:pt x="6731" y="10089"/>
                    <a:pt x="6731" y="10089"/>
                  </a:cubicBezTo>
                  <a:cubicBezTo>
                    <a:pt x="6694" y="10089"/>
                    <a:pt x="6694" y="10089"/>
                    <a:pt x="6694" y="10089"/>
                  </a:cubicBezTo>
                  <a:cubicBezTo>
                    <a:pt x="6657" y="10089"/>
                    <a:pt x="6657" y="10089"/>
                    <a:pt x="6657" y="10089"/>
                  </a:cubicBezTo>
                  <a:cubicBezTo>
                    <a:pt x="6657" y="10021"/>
                    <a:pt x="6657" y="10021"/>
                    <a:pt x="6657" y="10021"/>
                  </a:cubicBezTo>
                  <a:cubicBezTo>
                    <a:pt x="6620" y="10089"/>
                    <a:pt x="6620" y="10089"/>
                    <a:pt x="6620" y="10089"/>
                  </a:cubicBezTo>
                  <a:cubicBezTo>
                    <a:pt x="6583" y="10089"/>
                    <a:pt x="6583" y="10089"/>
                    <a:pt x="6583" y="10089"/>
                  </a:cubicBezTo>
                  <a:cubicBezTo>
                    <a:pt x="6546" y="10089"/>
                    <a:pt x="6546" y="10089"/>
                    <a:pt x="6546" y="10089"/>
                  </a:cubicBezTo>
                  <a:cubicBezTo>
                    <a:pt x="6509" y="10089"/>
                    <a:pt x="6509" y="10089"/>
                    <a:pt x="6509" y="10089"/>
                  </a:cubicBezTo>
                  <a:cubicBezTo>
                    <a:pt x="6509" y="10021"/>
                    <a:pt x="6509" y="10021"/>
                    <a:pt x="6509" y="10021"/>
                  </a:cubicBezTo>
                  <a:cubicBezTo>
                    <a:pt x="6509" y="9953"/>
                    <a:pt x="6509" y="9953"/>
                    <a:pt x="6509" y="9953"/>
                  </a:cubicBezTo>
                  <a:cubicBezTo>
                    <a:pt x="6509" y="9953"/>
                    <a:pt x="6509" y="9953"/>
                    <a:pt x="6509" y="9953"/>
                  </a:cubicBezTo>
                  <a:cubicBezTo>
                    <a:pt x="6472" y="9885"/>
                    <a:pt x="6472" y="9885"/>
                    <a:pt x="6472" y="9885"/>
                  </a:cubicBezTo>
                  <a:cubicBezTo>
                    <a:pt x="6472" y="9818"/>
                    <a:pt x="6472" y="9818"/>
                    <a:pt x="6472" y="9818"/>
                  </a:cubicBezTo>
                  <a:cubicBezTo>
                    <a:pt x="6509" y="9750"/>
                    <a:pt x="6509" y="9750"/>
                    <a:pt x="6509" y="9750"/>
                  </a:cubicBezTo>
                  <a:cubicBezTo>
                    <a:pt x="6546" y="9750"/>
                    <a:pt x="6546" y="9750"/>
                    <a:pt x="6546" y="9750"/>
                  </a:cubicBezTo>
                  <a:cubicBezTo>
                    <a:pt x="6509" y="9682"/>
                    <a:pt x="6509" y="9682"/>
                    <a:pt x="6509" y="9682"/>
                  </a:cubicBezTo>
                  <a:cubicBezTo>
                    <a:pt x="6509" y="9682"/>
                    <a:pt x="6509" y="9682"/>
                    <a:pt x="6509" y="9682"/>
                  </a:cubicBezTo>
                  <a:cubicBezTo>
                    <a:pt x="6509" y="9682"/>
                    <a:pt x="6509" y="9682"/>
                    <a:pt x="6509" y="9682"/>
                  </a:cubicBezTo>
                  <a:cubicBezTo>
                    <a:pt x="6472" y="9615"/>
                    <a:pt x="6472" y="9615"/>
                    <a:pt x="6472" y="9615"/>
                  </a:cubicBezTo>
                  <a:cubicBezTo>
                    <a:pt x="6435" y="9547"/>
                    <a:pt x="6435" y="9547"/>
                    <a:pt x="6435" y="9547"/>
                  </a:cubicBezTo>
                  <a:cubicBezTo>
                    <a:pt x="6435" y="9547"/>
                    <a:pt x="6435" y="9547"/>
                    <a:pt x="6435" y="9547"/>
                  </a:cubicBezTo>
                  <a:cubicBezTo>
                    <a:pt x="6398" y="9411"/>
                    <a:pt x="6398" y="9411"/>
                    <a:pt x="6398" y="9411"/>
                  </a:cubicBezTo>
                  <a:cubicBezTo>
                    <a:pt x="6324" y="9411"/>
                    <a:pt x="6324" y="9411"/>
                    <a:pt x="6324" y="9411"/>
                  </a:cubicBezTo>
                  <a:cubicBezTo>
                    <a:pt x="6250" y="9411"/>
                    <a:pt x="6250" y="9411"/>
                    <a:pt x="6250" y="9411"/>
                  </a:cubicBezTo>
                  <a:cubicBezTo>
                    <a:pt x="6250" y="9344"/>
                    <a:pt x="6250" y="9344"/>
                    <a:pt x="6250" y="9344"/>
                  </a:cubicBezTo>
                  <a:cubicBezTo>
                    <a:pt x="6213" y="9344"/>
                    <a:pt x="6213" y="9344"/>
                    <a:pt x="6213" y="9344"/>
                  </a:cubicBezTo>
                  <a:cubicBezTo>
                    <a:pt x="6139" y="9276"/>
                    <a:pt x="6139" y="9276"/>
                    <a:pt x="6139" y="9276"/>
                  </a:cubicBezTo>
                  <a:cubicBezTo>
                    <a:pt x="6102" y="9276"/>
                    <a:pt x="6102" y="9276"/>
                    <a:pt x="6102" y="9276"/>
                  </a:cubicBezTo>
                  <a:cubicBezTo>
                    <a:pt x="6065" y="9276"/>
                    <a:pt x="6065" y="9276"/>
                    <a:pt x="6065" y="9276"/>
                  </a:cubicBezTo>
                  <a:cubicBezTo>
                    <a:pt x="6028" y="9344"/>
                    <a:pt x="6028" y="9344"/>
                    <a:pt x="6028" y="9344"/>
                  </a:cubicBezTo>
                  <a:cubicBezTo>
                    <a:pt x="6028" y="9411"/>
                    <a:pt x="6028" y="9411"/>
                    <a:pt x="6028" y="9411"/>
                  </a:cubicBezTo>
                  <a:cubicBezTo>
                    <a:pt x="5991" y="9479"/>
                    <a:pt x="5991" y="9479"/>
                    <a:pt x="5991" y="9479"/>
                  </a:cubicBezTo>
                  <a:cubicBezTo>
                    <a:pt x="5954" y="9411"/>
                    <a:pt x="5954" y="9411"/>
                    <a:pt x="5954" y="9411"/>
                  </a:cubicBezTo>
                  <a:cubicBezTo>
                    <a:pt x="5880" y="9479"/>
                    <a:pt x="5880" y="9479"/>
                    <a:pt x="5880" y="9479"/>
                  </a:cubicBezTo>
                  <a:cubicBezTo>
                    <a:pt x="5843" y="9479"/>
                    <a:pt x="5843" y="9479"/>
                    <a:pt x="5843" y="9479"/>
                  </a:cubicBezTo>
                  <a:cubicBezTo>
                    <a:pt x="5843" y="9411"/>
                    <a:pt x="5843" y="9411"/>
                    <a:pt x="5843" y="9411"/>
                  </a:cubicBezTo>
                  <a:cubicBezTo>
                    <a:pt x="5843" y="9344"/>
                    <a:pt x="5843" y="9344"/>
                    <a:pt x="5843" y="9344"/>
                  </a:cubicBezTo>
                  <a:cubicBezTo>
                    <a:pt x="5843" y="9276"/>
                    <a:pt x="5843" y="9276"/>
                    <a:pt x="5843" y="9276"/>
                  </a:cubicBezTo>
                  <a:cubicBezTo>
                    <a:pt x="5769" y="9208"/>
                    <a:pt x="5769" y="9208"/>
                    <a:pt x="5769" y="9208"/>
                  </a:cubicBezTo>
                  <a:cubicBezTo>
                    <a:pt x="5769" y="9141"/>
                    <a:pt x="5769" y="9141"/>
                    <a:pt x="5769" y="9141"/>
                  </a:cubicBezTo>
                  <a:cubicBezTo>
                    <a:pt x="5769" y="9005"/>
                    <a:pt x="5769" y="9005"/>
                    <a:pt x="5769" y="9005"/>
                  </a:cubicBezTo>
                  <a:cubicBezTo>
                    <a:pt x="5732" y="8870"/>
                    <a:pt x="5732" y="8870"/>
                    <a:pt x="5732" y="8870"/>
                  </a:cubicBezTo>
                  <a:cubicBezTo>
                    <a:pt x="5732" y="8802"/>
                    <a:pt x="5732" y="8802"/>
                    <a:pt x="5732" y="8802"/>
                  </a:cubicBezTo>
                  <a:cubicBezTo>
                    <a:pt x="5732" y="8667"/>
                    <a:pt x="5732" y="8667"/>
                    <a:pt x="5732" y="8667"/>
                  </a:cubicBezTo>
                  <a:cubicBezTo>
                    <a:pt x="5695" y="8531"/>
                    <a:pt x="5695" y="8531"/>
                    <a:pt x="5695" y="8531"/>
                  </a:cubicBezTo>
                  <a:cubicBezTo>
                    <a:pt x="5658" y="8463"/>
                    <a:pt x="5658" y="8463"/>
                    <a:pt x="5658" y="8463"/>
                  </a:cubicBezTo>
                  <a:cubicBezTo>
                    <a:pt x="5621" y="8463"/>
                    <a:pt x="5621" y="8463"/>
                    <a:pt x="5621" y="8463"/>
                  </a:cubicBezTo>
                  <a:cubicBezTo>
                    <a:pt x="5621" y="8396"/>
                    <a:pt x="5621" y="8396"/>
                    <a:pt x="5621" y="8396"/>
                  </a:cubicBezTo>
                  <a:cubicBezTo>
                    <a:pt x="5547" y="8328"/>
                    <a:pt x="5547" y="8328"/>
                    <a:pt x="5547" y="8328"/>
                  </a:cubicBezTo>
                  <a:cubicBezTo>
                    <a:pt x="5473" y="8260"/>
                    <a:pt x="5473" y="8260"/>
                    <a:pt x="5473" y="8260"/>
                  </a:cubicBezTo>
                  <a:cubicBezTo>
                    <a:pt x="5473" y="8193"/>
                    <a:pt x="5473" y="8193"/>
                    <a:pt x="5473" y="8193"/>
                  </a:cubicBezTo>
                  <a:cubicBezTo>
                    <a:pt x="5510" y="8057"/>
                    <a:pt x="5510" y="8057"/>
                    <a:pt x="5510" y="8057"/>
                  </a:cubicBezTo>
                  <a:cubicBezTo>
                    <a:pt x="5473" y="7989"/>
                    <a:pt x="5473" y="7989"/>
                    <a:pt x="5473" y="7989"/>
                  </a:cubicBezTo>
                  <a:cubicBezTo>
                    <a:pt x="5473" y="7922"/>
                    <a:pt x="5473" y="7922"/>
                    <a:pt x="5473" y="7922"/>
                  </a:cubicBezTo>
                  <a:cubicBezTo>
                    <a:pt x="5473" y="7922"/>
                    <a:pt x="5473" y="7922"/>
                    <a:pt x="5473" y="7922"/>
                  </a:cubicBezTo>
                  <a:cubicBezTo>
                    <a:pt x="5510" y="7854"/>
                    <a:pt x="5510" y="7854"/>
                    <a:pt x="5510" y="7854"/>
                  </a:cubicBezTo>
                  <a:cubicBezTo>
                    <a:pt x="5547" y="7719"/>
                    <a:pt x="5547" y="7719"/>
                    <a:pt x="5547" y="7719"/>
                  </a:cubicBezTo>
                  <a:cubicBezTo>
                    <a:pt x="5584" y="7651"/>
                    <a:pt x="5584" y="7651"/>
                    <a:pt x="5584" y="7651"/>
                  </a:cubicBezTo>
                  <a:cubicBezTo>
                    <a:pt x="5547" y="7515"/>
                    <a:pt x="5547" y="7515"/>
                    <a:pt x="5547" y="7515"/>
                  </a:cubicBezTo>
                  <a:cubicBezTo>
                    <a:pt x="5473" y="7245"/>
                    <a:pt x="5473" y="7245"/>
                    <a:pt x="5473" y="7245"/>
                  </a:cubicBezTo>
                  <a:cubicBezTo>
                    <a:pt x="5510" y="7245"/>
                    <a:pt x="5510" y="7245"/>
                    <a:pt x="5510" y="7245"/>
                  </a:cubicBezTo>
                  <a:cubicBezTo>
                    <a:pt x="5547" y="7312"/>
                    <a:pt x="5547" y="7312"/>
                    <a:pt x="5547" y="7312"/>
                  </a:cubicBezTo>
                  <a:cubicBezTo>
                    <a:pt x="5547" y="7380"/>
                    <a:pt x="5547" y="7380"/>
                    <a:pt x="5547" y="7380"/>
                  </a:cubicBezTo>
                  <a:cubicBezTo>
                    <a:pt x="5584" y="7380"/>
                    <a:pt x="5584" y="7380"/>
                    <a:pt x="5584" y="7380"/>
                  </a:cubicBezTo>
                  <a:cubicBezTo>
                    <a:pt x="5584" y="7380"/>
                    <a:pt x="5584" y="7380"/>
                    <a:pt x="5584" y="7380"/>
                  </a:cubicBezTo>
                  <a:cubicBezTo>
                    <a:pt x="5584" y="7515"/>
                    <a:pt x="5584" y="7515"/>
                    <a:pt x="5584" y="7515"/>
                  </a:cubicBezTo>
                  <a:cubicBezTo>
                    <a:pt x="5621" y="7583"/>
                    <a:pt x="5621" y="7583"/>
                    <a:pt x="5621" y="7583"/>
                  </a:cubicBezTo>
                  <a:cubicBezTo>
                    <a:pt x="5621" y="7651"/>
                    <a:pt x="5621" y="7651"/>
                    <a:pt x="5621" y="7651"/>
                  </a:cubicBezTo>
                  <a:cubicBezTo>
                    <a:pt x="5658" y="7719"/>
                    <a:pt x="5658" y="7719"/>
                    <a:pt x="5658" y="7719"/>
                  </a:cubicBezTo>
                  <a:cubicBezTo>
                    <a:pt x="5658" y="7786"/>
                    <a:pt x="5658" y="7786"/>
                    <a:pt x="5658" y="7786"/>
                  </a:cubicBezTo>
                  <a:cubicBezTo>
                    <a:pt x="5658" y="7854"/>
                    <a:pt x="5658" y="7854"/>
                    <a:pt x="5658" y="7854"/>
                  </a:cubicBezTo>
                  <a:cubicBezTo>
                    <a:pt x="5695" y="7922"/>
                    <a:pt x="5695" y="7922"/>
                    <a:pt x="5695" y="7922"/>
                  </a:cubicBezTo>
                  <a:cubicBezTo>
                    <a:pt x="5695" y="7989"/>
                    <a:pt x="5695" y="7989"/>
                    <a:pt x="5695" y="7989"/>
                  </a:cubicBezTo>
                  <a:cubicBezTo>
                    <a:pt x="5732" y="8057"/>
                    <a:pt x="5732" y="8057"/>
                    <a:pt x="5732" y="8057"/>
                  </a:cubicBezTo>
                  <a:cubicBezTo>
                    <a:pt x="5732" y="8057"/>
                    <a:pt x="5732" y="8057"/>
                    <a:pt x="5732" y="8057"/>
                  </a:cubicBezTo>
                  <a:cubicBezTo>
                    <a:pt x="5695" y="8125"/>
                    <a:pt x="5695" y="8125"/>
                    <a:pt x="5695" y="8125"/>
                  </a:cubicBezTo>
                  <a:cubicBezTo>
                    <a:pt x="5732" y="8125"/>
                    <a:pt x="5732" y="8125"/>
                    <a:pt x="5732" y="8125"/>
                  </a:cubicBezTo>
                  <a:cubicBezTo>
                    <a:pt x="5769" y="8125"/>
                    <a:pt x="5769" y="8125"/>
                    <a:pt x="5769" y="8125"/>
                  </a:cubicBezTo>
                  <a:cubicBezTo>
                    <a:pt x="5806" y="8193"/>
                    <a:pt x="5806" y="8193"/>
                    <a:pt x="5806" y="8193"/>
                  </a:cubicBezTo>
                  <a:cubicBezTo>
                    <a:pt x="5880" y="8193"/>
                    <a:pt x="5880" y="8193"/>
                    <a:pt x="5880" y="8193"/>
                  </a:cubicBezTo>
                  <a:cubicBezTo>
                    <a:pt x="5917" y="8125"/>
                    <a:pt x="5917" y="8125"/>
                    <a:pt x="5917" y="8125"/>
                  </a:cubicBezTo>
                  <a:cubicBezTo>
                    <a:pt x="5917" y="8193"/>
                    <a:pt x="5917" y="8193"/>
                    <a:pt x="5917" y="8193"/>
                  </a:cubicBezTo>
                  <a:cubicBezTo>
                    <a:pt x="5954" y="8260"/>
                    <a:pt x="5954" y="8260"/>
                    <a:pt x="5954" y="8260"/>
                  </a:cubicBezTo>
                  <a:cubicBezTo>
                    <a:pt x="5954" y="8193"/>
                    <a:pt x="5954" y="8193"/>
                    <a:pt x="5954" y="8193"/>
                  </a:cubicBezTo>
                  <a:cubicBezTo>
                    <a:pt x="5991" y="8193"/>
                    <a:pt x="5991" y="8193"/>
                    <a:pt x="5991" y="8193"/>
                  </a:cubicBezTo>
                  <a:cubicBezTo>
                    <a:pt x="6028" y="8125"/>
                    <a:pt x="6028" y="8125"/>
                    <a:pt x="6028" y="8125"/>
                  </a:cubicBezTo>
                  <a:cubicBezTo>
                    <a:pt x="6065" y="8125"/>
                    <a:pt x="6065" y="8125"/>
                    <a:pt x="6065" y="8125"/>
                  </a:cubicBezTo>
                  <a:cubicBezTo>
                    <a:pt x="6102" y="8260"/>
                    <a:pt x="6102" y="8260"/>
                    <a:pt x="6102" y="8260"/>
                  </a:cubicBezTo>
                  <a:cubicBezTo>
                    <a:pt x="6139" y="8260"/>
                    <a:pt x="6139" y="8260"/>
                    <a:pt x="6139" y="8260"/>
                  </a:cubicBezTo>
                  <a:cubicBezTo>
                    <a:pt x="6176" y="8260"/>
                    <a:pt x="6176" y="8260"/>
                    <a:pt x="6176" y="8260"/>
                  </a:cubicBezTo>
                  <a:cubicBezTo>
                    <a:pt x="6250" y="8260"/>
                    <a:pt x="6250" y="8260"/>
                    <a:pt x="6250" y="8260"/>
                  </a:cubicBezTo>
                  <a:cubicBezTo>
                    <a:pt x="6287" y="8193"/>
                    <a:pt x="6287" y="8193"/>
                    <a:pt x="6287" y="8193"/>
                  </a:cubicBezTo>
                  <a:cubicBezTo>
                    <a:pt x="6250" y="8260"/>
                    <a:pt x="6250" y="8260"/>
                    <a:pt x="6250" y="8260"/>
                  </a:cubicBezTo>
                  <a:cubicBezTo>
                    <a:pt x="6176" y="8260"/>
                    <a:pt x="6176" y="8260"/>
                    <a:pt x="6176" y="8260"/>
                  </a:cubicBezTo>
                  <a:cubicBezTo>
                    <a:pt x="6176" y="8193"/>
                    <a:pt x="6176" y="8193"/>
                    <a:pt x="6176" y="8193"/>
                  </a:cubicBezTo>
                  <a:cubicBezTo>
                    <a:pt x="6139" y="8193"/>
                    <a:pt x="6139" y="8193"/>
                    <a:pt x="6139" y="8193"/>
                  </a:cubicBezTo>
                  <a:cubicBezTo>
                    <a:pt x="6139" y="8125"/>
                    <a:pt x="6139" y="8125"/>
                    <a:pt x="6139" y="8125"/>
                  </a:cubicBezTo>
                  <a:cubicBezTo>
                    <a:pt x="6065" y="8125"/>
                    <a:pt x="6065" y="8125"/>
                    <a:pt x="6065" y="8125"/>
                  </a:cubicBezTo>
                  <a:cubicBezTo>
                    <a:pt x="6065" y="8057"/>
                    <a:pt x="6065" y="8057"/>
                    <a:pt x="6065" y="8057"/>
                  </a:cubicBezTo>
                  <a:cubicBezTo>
                    <a:pt x="6065" y="8057"/>
                    <a:pt x="6065" y="8057"/>
                    <a:pt x="6065" y="8057"/>
                  </a:cubicBezTo>
                  <a:cubicBezTo>
                    <a:pt x="6028" y="8057"/>
                    <a:pt x="6028" y="8057"/>
                    <a:pt x="6028" y="8057"/>
                  </a:cubicBezTo>
                  <a:cubicBezTo>
                    <a:pt x="5954" y="8057"/>
                    <a:pt x="5954" y="8057"/>
                    <a:pt x="5954" y="8057"/>
                  </a:cubicBezTo>
                  <a:cubicBezTo>
                    <a:pt x="5917" y="8057"/>
                    <a:pt x="5917" y="8057"/>
                    <a:pt x="5917" y="8057"/>
                  </a:cubicBezTo>
                  <a:cubicBezTo>
                    <a:pt x="5880" y="8057"/>
                    <a:pt x="5880" y="8057"/>
                    <a:pt x="5880" y="8057"/>
                  </a:cubicBezTo>
                  <a:cubicBezTo>
                    <a:pt x="5806" y="7922"/>
                    <a:pt x="5806" y="7922"/>
                    <a:pt x="5806" y="7922"/>
                  </a:cubicBezTo>
                  <a:cubicBezTo>
                    <a:pt x="5806" y="7854"/>
                    <a:pt x="5806" y="7854"/>
                    <a:pt x="5806" y="7854"/>
                  </a:cubicBezTo>
                  <a:cubicBezTo>
                    <a:pt x="5769" y="7854"/>
                    <a:pt x="5769" y="7854"/>
                    <a:pt x="5769" y="7854"/>
                  </a:cubicBezTo>
                  <a:cubicBezTo>
                    <a:pt x="5732" y="7719"/>
                    <a:pt x="5732" y="7719"/>
                    <a:pt x="5732" y="7719"/>
                  </a:cubicBezTo>
                  <a:cubicBezTo>
                    <a:pt x="5769" y="7719"/>
                    <a:pt x="5769" y="7719"/>
                    <a:pt x="5769" y="7719"/>
                  </a:cubicBezTo>
                  <a:cubicBezTo>
                    <a:pt x="5769" y="7719"/>
                    <a:pt x="5769" y="7719"/>
                    <a:pt x="5769" y="7719"/>
                  </a:cubicBezTo>
                  <a:cubicBezTo>
                    <a:pt x="5806" y="7651"/>
                    <a:pt x="5806" y="7651"/>
                    <a:pt x="5806" y="7651"/>
                  </a:cubicBezTo>
                  <a:cubicBezTo>
                    <a:pt x="5843" y="7651"/>
                    <a:pt x="5843" y="7651"/>
                    <a:pt x="5843" y="7651"/>
                  </a:cubicBezTo>
                  <a:cubicBezTo>
                    <a:pt x="5880" y="7719"/>
                    <a:pt x="5880" y="7719"/>
                    <a:pt x="5880" y="7719"/>
                  </a:cubicBezTo>
                  <a:cubicBezTo>
                    <a:pt x="5954" y="7786"/>
                    <a:pt x="5954" y="7786"/>
                    <a:pt x="5954" y="7786"/>
                  </a:cubicBezTo>
                  <a:cubicBezTo>
                    <a:pt x="5991" y="7786"/>
                    <a:pt x="5991" y="7786"/>
                    <a:pt x="5991" y="7786"/>
                  </a:cubicBezTo>
                  <a:cubicBezTo>
                    <a:pt x="6028" y="7651"/>
                    <a:pt x="6028" y="7651"/>
                    <a:pt x="6028" y="7651"/>
                  </a:cubicBezTo>
                  <a:cubicBezTo>
                    <a:pt x="6028" y="7583"/>
                    <a:pt x="6028" y="7583"/>
                    <a:pt x="6028" y="7583"/>
                  </a:cubicBezTo>
                  <a:cubicBezTo>
                    <a:pt x="5954" y="7515"/>
                    <a:pt x="5954" y="7515"/>
                    <a:pt x="5954" y="7515"/>
                  </a:cubicBezTo>
                  <a:cubicBezTo>
                    <a:pt x="5880" y="7583"/>
                    <a:pt x="5880" y="7583"/>
                    <a:pt x="5880" y="7583"/>
                  </a:cubicBezTo>
                  <a:cubicBezTo>
                    <a:pt x="5880" y="7583"/>
                    <a:pt x="5880" y="7583"/>
                    <a:pt x="5880" y="7583"/>
                  </a:cubicBezTo>
                  <a:cubicBezTo>
                    <a:pt x="5880" y="7515"/>
                    <a:pt x="5880" y="7515"/>
                    <a:pt x="5880" y="7515"/>
                  </a:cubicBezTo>
                  <a:cubicBezTo>
                    <a:pt x="5917" y="7515"/>
                    <a:pt x="5917" y="7515"/>
                    <a:pt x="5917" y="7515"/>
                  </a:cubicBezTo>
                  <a:cubicBezTo>
                    <a:pt x="5917" y="7515"/>
                    <a:pt x="5917" y="7515"/>
                    <a:pt x="5917" y="7515"/>
                  </a:cubicBezTo>
                  <a:cubicBezTo>
                    <a:pt x="5917" y="7448"/>
                    <a:pt x="5917" y="7448"/>
                    <a:pt x="5917" y="7448"/>
                  </a:cubicBezTo>
                  <a:cubicBezTo>
                    <a:pt x="5954" y="7380"/>
                    <a:pt x="5954" y="7380"/>
                    <a:pt x="5954" y="7380"/>
                  </a:cubicBezTo>
                  <a:cubicBezTo>
                    <a:pt x="5991" y="7312"/>
                    <a:pt x="5991" y="7312"/>
                    <a:pt x="5991" y="7312"/>
                  </a:cubicBezTo>
                  <a:cubicBezTo>
                    <a:pt x="6028" y="7312"/>
                    <a:pt x="6028" y="7312"/>
                    <a:pt x="6028" y="7312"/>
                  </a:cubicBezTo>
                  <a:cubicBezTo>
                    <a:pt x="6139" y="7312"/>
                    <a:pt x="6139" y="7312"/>
                    <a:pt x="6139" y="7312"/>
                  </a:cubicBezTo>
                  <a:cubicBezTo>
                    <a:pt x="6176" y="7380"/>
                    <a:pt x="6176" y="7380"/>
                    <a:pt x="6176" y="7380"/>
                  </a:cubicBezTo>
                  <a:cubicBezTo>
                    <a:pt x="6213" y="7448"/>
                    <a:pt x="6213" y="7448"/>
                    <a:pt x="6213" y="7448"/>
                  </a:cubicBezTo>
                  <a:cubicBezTo>
                    <a:pt x="6324" y="7448"/>
                    <a:pt x="6324" y="7448"/>
                    <a:pt x="6324" y="7448"/>
                  </a:cubicBezTo>
                  <a:cubicBezTo>
                    <a:pt x="6324" y="7515"/>
                    <a:pt x="6324" y="7515"/>
                    <a:pt x="6324" y="7515"/>
                  </a:cubicBezTo>
                  <a:cubicBezTo>
                    <a:pt x="6361" y="7583"/>
                    <a:pt x="6361" y="7583"/>
                    <a:pt x="6361" y="7583"/>
                  </a:cubicBezTo>
                  <a:cubicBezTo>
                    <a:pt x="6435" y="7651"/>
                    <a:pt x="6435" y="7651"/>
                    <a:pt x="6435" y="7651"/>
                  </a:cubicBezTo>
                  <a:cubicBezTo>
                    <a:pt x="6472" y="7651"/>
                    <a:pt x="6472" y="7651"/>
                    <a:pt x="6472" y="7651"/>
                  </a:cubicBezTo>
                  <a:cubicBezTo>
                    <a:pt x="6583" y="7651"/>
                    <a:pt x="6583" y="7651"/>
                    <a:pt x="6583" y="7651"/>
                  </a:cubicBezTo>
                  <a:cubicBezTo>
                    <a:pt x="6657" y="7583"/>
                    <a:pt x="6657" y="7583"/>
                    <a:pt x="6657" y="7583"/>
                  </a:cubicBezTo>
                  <a:cubicBezTo>
                    <a:pt x="6657" y="7651"/>
                    <a:pt x="6657" y="7651"/>
                    <a:pt x="6657" y="7651"/>
                  </a:cubicBezTo>
                  <a:cubicBezTo>
                    <a:pt x="6694" y="7651"/>
                    <a:pt x="6694" y="7651"/>
                    <a:pt x="6694" y="7651"/>
                  </a:cubicBezTo>
                  <a:cubicBezTo>
                    <a:pt x="6731" y="7651"/>
                    <a:pt x="6731" y="7651"/>
                    <a:pt x="6731" y="7651"/>
                  </a:cubicBezTo>
                  <a:cubicBezTo>
                    <a:pt x="6694" y="7719"/>
                    <a:pt x="6694" y="7719"/>
                    <a:pt x="6694" y="7719"/>
                  </a:cubicBezTo>
                  <a:cubicBezTo>
                    <a:pt x="6731" y="7786"/>
                    <a:pt x="6731" y="7786"/>
                    <a:pt x="6731" y="7786"/>
                  </a:cubicBezTo>
                  <a:cubicBezTo>
                    <a:pt x="6694" y="7786"/>
                    <a:pt x="6694" y="7786"/>
                    <a:pt x="6694" y="7786"/>
                  </a:cubicBezTo>
                  <a:cubicBezTo>
                    <a:pt x="6657" y="7854"/>
                    <a:pt x="6657" y="7854"/>
                    <a:pt x="6657" y="7854"/>
                  </a:cubicBezTo>
                  <a:cubicBezTo>
                    <a:pt x="6657" y="7922"/>
                    <a:pt x="6657" y="7922"/>
                    <a:pt x="6657" y="7922"/>
                  </a:cubicBezTo>
                  <a:cubicBezTo>
                    <a:pt x="6694" y="7989"/>
                    <a:pt x="6694" y="7989"/>
                    <a:pt x="6694" y="7989"/>
                  </a:cubicBezTo>
                  <a:cubicBezTo>
                    <a:pt x="6694" y="8057"/>
                    <a:pt x="6694" y="8057"/>
                    <a:pt x="6694" y="8057"/>
                  </a:cubicBezTo>
                  <a:cubicBezTo>
                    <a:pt x="6731" y="8193"/>
                    <a:pt x="6731" y="8193"/>
                    <a:pt x="6731" y="8193"/>
                  </a:cubicBezTo>
                  <a:cubicBezTo>
                    <a:pt x="6731" y="8193"/>
                    <a:pt x="6731" y="8193"/>
                    <a:pt x="6731" y="8193"/>
                  </a:cubicBezTo>
                  <a:cubicBezTo>
                    <a:pt x="6731" y="8260"/>
                    <a:pt x="6731" y="8260"/>
                    <a:pt x="6731" y="8260"/>
                  </a:cubicBezTo>
                  <a:cubicBezTo>
                    <a:pt x="6731" y="8463"/>
                    <a:pt x="6731" y="8463"/>
                    <a:pt x="6731" y="8463"/>
                  </a:cubicBezTo>
                  <a:cubicBezTo>
                    <a:pt x="6768" y="8463"/>
                    <a:pt x="6768" y="8463"/>
                    <a:pt x="6768" y="8463"/>
                  </a:cubicBezTo>
                  <a:cubicBezTo>
                    <a:pt x="6768" y="8396"/>
                    <a:pt x="6768" y="8396"/>
                    <a:pt x="6768" y="8396"/>
                  </a:cubicBezTo>
                  <a:cubicBezTo>
                    <a:pt x="6768" y="8328"/>
                    <a:pt x="6768" y="8328"/>
                    <a:pt x="6768" y="8328"/>
                  </a:cubicBezTo>
                  <a:cubicBezTo>
                    <a:pt x="6768" y="8328"/>
                    <a:pt x="6768" y="8328"/>
                    <a:pt x="6768" y="8328"/>
                  </a:cubicBezTo>
                  <a:cubicBezTo>
                    <a:pt x="6768" y="8260"/>
                    <a:pt x="6768" y="8260"/>
                    <a:pt x="6768" y="8260"/>
                  </a:cubicBezTo>
                  <a:cubicBezTo>
                    <a:pt x="6805" y="8193"/>
                    <a:pt x="6805" y="8193"/>
                    <a:pt x="6805" y="8193"/>
                  </a:cubicBezTo>
                  <a:cubicBezTo>
                    <a:pt x="6805" y="8125"/>
                    <a:pt x="6805" y="8125"/>
                    <a:pt x="6805" y="8125"/>
                  </a:cubicBezTo>
                  <a:cubicBezTo>
                    <a:pt x="6842" y="8193"/>
                    <a:pt x="6842" y="8193"/>
                    <a:pt x="6842" y="8193"/>
                  </a:cubicBezTo>
                  <a:cubicBezTo>
                    <a:pt x="6842" y="8260"/>
                    <a:pt x="6842" y="8260"/>
                    <a:pt x="6842" y="8260"/>
                  </a:cubicBezTo>
                  <a:cubicBezTo>
                    <a:pt x="6879" y="8396"/>
                    <a:pt x="6879" y="8396"/>
                    <a:pt x="6879" y="8396"/>
                  </a:cubicBezTo>
                  <a:cubicBezTo>
                    <a:pt x="6879" y="8396"/>
                    <a:pt x="6879" y="8396"/>
                    <a:pt x="6879" y="8396"/>
                  </a:cubicBezTo>
                  <a:cubicBezTo>
                    <a:pt x="6842" y="8463"/>
                    <a:pt x="6842" y="8463"/>
                    <a:pt x="6842" y="8463"/>
                  </a:cubicBezTo>
                  <a:cubicBezTo>
                    <a:pt x="6842" y="8531"/>
                    <a:pt x="6842" y="8531"/>
                    <a:pt x="6842" y="8531"/>
                  </a:cubicBezTo>
                  <a:cubicBezTo>
                    <a:pt x="6842" y="8531"/>
                    <a:pt x="6842" y="8531"/>
                    <a:pt x="6842" y="8531"/>
                  </a:cubicBezTo>
                  <a:cubicBezTo>
                    <a:pt x="6879" y="8599"/>
                    <a:pt x="6879" y="8599"/>
                    <a:pt x="6879" y="8599"/>
                  </a:cubicBezTo>
                  <a:cubicBezTo>
                    <a:pt x="6953" y="8599"/>
                    <a:pt x="6953" y="8599"/>
                    <a:pt x="6953" y="8599"/>
                  </a:cubicBezTo>
                  <a:cubicBezTo>
                    <a:pt x="6990" y="8599"/>
                    <a:pt x="6990" y="8599"/>
                    <a:pt x="6990" y="8599"/>
                  </a:cubicBezTo>
                  <a:cubicBezTo>
                    <a:pt x="7027" y="8667"/>
                    <a:pt x="7027" y="8667"/>
                    <a:pt x="7027" y="8667"/>
                  </a:cubicBezTo>
                  <a:cubicBezTo>
                    <a:pt x="7027" y="8734"/>
                    <a:pt x="7027" y="8734"/>
                    <a:pt x="7027" y="8734"/>
                  </a:cubicBezTo>
                  <a:cubicBezTo>
                    <a:pt x="7064" y="8802"/>
                    <a:pt x="7064" y="8802"/>
                    <a:pt x="7064" y="8802"/>
                  </a:cubicBezTo>
                  <a:cubicBezTo>
                    <a:pt x="7138" y="8802"/>
                    <a:pt x="7138" y="8802"/>
                    <a:pt x="7138" y="8802"/>
                  </a:cubicBezTo>
                  <a:cubicBezTo>
                    <a:pt x="7212" y="8870"/>
                    <a:pt x="7212" y="8870"/>
                    <a:pt x="7212" y="8870"/>
                  </a:cubicBezTo>
                  <a:cubicBezTo>
                    <a:pt x="7175" y="8870"/>
                    <a:pt x="7175" y="8870"/>
                    <a:pt x="7175" y="8870"/>
                  </a:cubicBezTo>
                  <a:cubicBezTo>
                    <a:pt x="7175" y="8802"/>
                    <a:pt x="7175" y="8802"/>
                    <a:pt x="7175" y="8802"/>
                  </a:cubicBezTo>
                  <a:cubicBezTo>
                    <a:pt x="7249" y="8734"/>
                    <a:pt x="7249" y="8734"/>
                    <a:pt x="7249" y="8734"/>
                  </a:cubicBezTo>
                  <a:cubicBezTo>
                    <a:pt x="7286" y="8667"/>
                    <a:pt x="7286" y="8667"/>
                    <a:pt x="7286" y="8667"/>
                  </a:cubicBezTo>
                  <a:cubicBezTo>
                    <a:pt x="7360" y="8802"/>
                    <a:pt x="7360" y="8802"/>
                    <a:pt x="7360" y="8802"/>
                  </a:cubicBezTo>
                  <a:cubicBezTo>
                    <a:pt x="7397" y="8802"/>
                    <a:pt x="7397" y="8802"/>
                    <a:pt x="7397" y="8802"/>
                  </a:cubicBezTo>
                  <a:cubicBezTo>
                    <a:pt x="7434" y="8870"/>
                    <a:pt x="7434" y="8870"/>
                    <a:pt x="7434" y="8870"/>
                  </a:cubicBezTo>
                  <a:cubicBezTo>
                    <a:pt x="7434" y="8937"/>
                    <a:pt x="7434" y="8937"/>
                    <a:pt x="7434" y="8937"/>
                  </a:cubicBezTo>
                  <a:cubicBezTo>
                    <a:pt x="7434" y="8870"/>
                    <a:pt x="7434" y="8870"/>
                    <a:pt x="7434" y="8870"/>
                  </a:cubicBezTo>
                  <a:cubicBezTo>
                    <a:pt x="7397" y="8734"/>
                    <a:pt x="7397" y="8734"/>
                    <a:pt x="7397" y="8734"/>
                  </a:cubicBezTo>
                  <a:cubicBezTo>
                    <a:pt x="7397" y="8734"/>
                    <a:pt x="7397" y="8734"/>
                    <a:pt x="7397" y="8734"/>
                  </a:cubicBezTo>
                  <a:cubicBezTo>
                    <a:pt x="7323" y="8734"/>
                    <a:pt x="7323" y="8734"/>
                    <a:pt x="7323" y="8734"/>
                  </a:cubicBezTo>
                  <a:cubicBezTo>
                    <a:pt x="7286" y="8667"/>
                    <a:pt x="7286" y="8667"/>
                    <a:pt x="7286" y="8667"/>
                  </a:cubicBezTo>
                  <a:cubicBezTo>
                    <a:pt x="7212" y="8667"/>
                    <a:pt x="7212" y="8667"/>
                    <a:pt x="7212" y="8667"/>
                  </a:cubicBezTo>
                  <a:cubicBezTo>
                    <a:pt x="7175" y="8734"/>
                    <a:pt x="7175" y="8734"/>
                    <a:pt x="7175" y="8734"/>
                  </a:cubicBezTo>
                  <a:cubicBezTo>
                    <a:pt x="7138" y="8734"/>
                    <a:pt x="7138" y="8734"/>
                    <a:pt x="7138" y="8734"/>
                  </a:cubicBezTo>
                  <a:cubicBezTo>
                    <a:pt x="7138" y="8734"/>
                    <a:pt x="7138" y="8734"/>
                    <a:pt x="7138" y="8734"/>
                  </a:cubicBezTo>
                  <a:cubicBezTo>
                    <a:pt x="7064" y="8734"/>
                    <a:pt x="7064" y="8734"/>
                    <a:pt x="7064" y="8734"/>
                  </a:cubicBezTo>
                  <a:cubicBezTo>
                    <a:pt x="7027" y="8599"/>
                    <a:pt x="7027" y="8599"/>
                    <a:pt x="7027" y="8599"/>
                  </a:cubicBezTo>
                  <a:cubicBezTo>
                    <a:pt x="6990" y="8599"/>
                    <a:pt x="6990" y="8599"/>
                    <a:pt x="6990" y="8599"/>
                  </a:cubicBezTo>
                  <a:cubicBezTo>
                    <a:pt x="6916" y="8531"/>
                    <a:pt x="6916" y="8531"/>
                    <a:pt x="6916" y="8531"/>
                  </a:cubicBezTo>
                  <a:cubicBezTo>
                    <a:pt x="6916" y="8463"/>
                    <a:pt x="6916" y="8463"/>
                    <a:pt x="6916" y="8463"/>
                  </a:cubicBezTo>
                  <a:cubicBezTo>
                    <a:pt x="6916" y="8463"/>
                    <a:pt x="6916" y="8463"/>
                    <a:pt x="6916" y="8463"/>
                  </a:cubicBezTo>
                  <a:cubicBezTo>
                    <a:pt x="6953" y="8463"/>
                    <a:pt x="6953" y="8463"/>
                    <a:pt x="6953" y="8463"/>
                  </a:cubicBezTo>
                  <a:cubicBezTo>
                    <a:pt x="6990" y="8396"/>
                    <a:pt x="6990" y="8396"/>
                    <a:pt x="6990" y="8396"/>
                  </a:cubicBezTo>
                  <a:cubicBezTo>
                    <a:pt x="6990" y="8328"/>
                    <a:pt x="6990" y="8328"/>
                    <a:pt x="6990" y="8328"/>
                  </a:cubicBezTo>
                  <a:cubicBezTo>
                    <a:pt x="6916" y="8260"/>
                    <a:pt x="6916" y="8260"/>
                    <a:pt x="6916" y="8260"/>
                  </a:cubicBezTo>
                  <a:cubicBezTo>
                    <a:pt x="6916" y="8125"/>
                    <a:pt x="6916" y="8125"/>
                    <a:pt x="6916" y="8125"/>
                  </a:cubicBezTo>
                  <a:cubicBezTo>
                    <a:pt x="6842" y="7989"/>
                    <a:pt x="6842" y="7989"/>
                    <a:pt x="6842" y="7989"/>
                  </a:cubicBezTo>
                  <a:cubicBezTo>
                    <a:pt x="6805" y="7989"/>
                    <a:pt x="6805" y="7989"/>
                    <a:pt x="6805" y="7989"/>
                  </a:cubicBezTo>
                  <a:cubicBezTo>
                    <a:pt x="6768" y="7922"/>
                    <a:pt x="6768" y="7922"/>
                    <a:pt x="6768" y="7922"/>
                  </a:cubicBezTo>
                  <a:cubicBezTo>
                    <a:pt x="6805" y="7854"/>
                    <a:pt x="6805" y="7854"/>
                    <a:pt x="6805" y="7854"/>
                  </a:cubicBezTo>
                  <a:cubicBezTo>
                    <a:pt x="6768" y="7786"/>
                    <a:pt x="6768" y="7786"/>
                    <a:pt x="6768" y="7786"/>
                  </a:cubicBezTo>
                  <a:cubicBezTo>
                    <a:pt x="6768" y="7651"/>
                    <a:pt x="6768" y="7651"/>
                    <a:pt x="6768" y="7651"/>
                  </a:cubicBezTo>
                  <a:cubicBezTo>
                    <a:pt x="6731" y="7583"/>
                    <a:pt x="6731" y="7583"/>
                    <a:pt x="6731" y="7583"/>
                  </a:cubicBezTo>
                  <a:cubicBezTo>
                    <a:pt x="6731" y="7583"/>
                    <a:pt x="6731" y="7583"/>
                    <a:pt x="6731" y="7583"/>
                  </a:cubicBezTo>
                  <a:cubicBezTo>
                    <a:pt x="6657" y="7515"/>
                    <a:pt x="6657" y="7515"/>
                    <a:pt x="6657" y="7515"/>
                  </a:cubicBezTo>
                  <a:cubicBezTo>
                    <a:pt x="6583" y="7515"/>
                    <a:pt x="6583" y="7515"/>
                    <a:pt x="6583" y="7515"/>
                  </a:cubicBezTo>
                  <a:cubicBezTo>
                    <a:pt x="6546" y="7448"/>
                    <a:pt x="6546" y="7448"/>
                    <a:pt x="6546" y="7448"/>
                  </a:cubicBezTo>
                  <a:cubicBezTo>
                    <a:pt x="6509" y="7380"/>
                    <a:pt x="6509" y="7380"/>
                    <a:pt x="6509" y="7380"/>
                  </a:cubicBezTo>
                  <a:cubicBezTo>
                    <a:pt x="6509" y="7312"/>
                    <a:pt x="6509" y="7312"/>
                    <a:pt x="6509" y="7312"/>
                  </a:cubicBezTo>
                  <a:cubicBezTo>
                    <a:pt x="6472" y="7245"/>
                    <a:pt x="6472" y="7245"/>
                    <a:pt x="6472" y="7245"/>
                  </a:cubicBezTo>
                  <a:cubicBezTo>
                    <a:pt x="6472" y="7245"/>
                    <a:pt x="6472" y="7245"/>
                    <a:pt x="6472" y="7245"/>
                  </a:cubicBezTo>
                  <a:cubicBezTo>
                    <a:pt x="6435" y="7245"/>
                    <a:pt x="6435" y="7245"/>
                    <a:pt x="6435" y="7245"/>
                  </a:cubicBezTo>
                  <a:cubicBezTo>
                    <a:pt x="6324" y="7245"/>
                    <a:pt x="6324" y="7245"/>
                    <a:pt x="6324" y="7245"/>
                  </a:cubicBezTo>
                  <a:cubicBezTo>
                    <a:pt x="6287" y="7245"/>
                    <a:pt x="6287" y="7245"/>
                    <a:pt x="6287" y="7245"/>
                  </a:cubicBezTo>
                  <a:cubicBezTo>
                    <a:pt x="6250" y="7245"/>
                    <a:pt x="6250" y="7245"/>
                    <a:pt x="6250" y="7245"/>
                  </a:cubicBezTo>
                  <a:cubicBezTo>
                    <a:pt x="6250" y="7109"/>
                    <a:pt x="6250" y="7109"/>
                    <a:pt x="6250" y="7109"/>
                  </a:cubicBezTo>
                  <a:cubicBezTo>
                    <a:pt x="6213" y="7109"/>
                    <a:pt x="6213" y="7109"/>
                    <a:pt x="6213" y="7109"/>
                  </a:cubicBezTo>
                  <a:cubicBezTo>
                    <a:pt x="6213" y="7109"/>
                    <a:pt x="6213" y="7109"/>
                    <a:pt x="6213" y="7109"/>
                  </a:cubicBezTo>
                  <a:cubicBezTo>
                    <a:pt x="6213" y="6974"/>
                    <a:pt x="6213" y="6974"/>
                    <a:pt x="6213" y="6974"/>
                  </a:cubicBezTo>
                  <a:cubicBezTo>
                    <a:pt x="6176" y="6906"/>
                    <a:pt x="6176" y="6906"/>
                    <a:pt x="6176" y="6906"/>
                  </a:cubicBezTo>
                  <a:cubicBezTo>
                    <a:pt x="6102" y="6838"/>
                    <a:pt x="6102" y="6838"/>
                    <a:pt x="6102" y="6838"/>
                  </a:cubicBezTo>
                  <a:cubicBezTo>
                    <a:pt x="6139" y="6771"/>
                    <a:pt x="6139" y="6771"/>
                    <a:pt x="6139" y="6771"/>
                  </a:cubicBezTo>
                  <a:cubicBezTo>
                    <a:pt x="6139" y="6771"/>
                    <a:pt x="6139" y="6771"/>
                    <a:pt x="6139" y="6771"/>
                  </a:cubicBezTo>
                  <a:cubicBezTo>
                    <a:pt x="6102" y="6771"/>
                    <a:pt x="6102" y="6771"/>
                    <a:pt x="6102" y="6771"/>
                  </a:cubicBezTo>
                  <a:cubicBezTo>
                    <a:pt x="6065" y="6703"/>
                    <a:pt x="6065" y="6703"/>
                    <a:pt x="6065" y="6703"/>
                  </a:cubicBezTo>
                  <a:cubicBezTo>
                    <a:pt x="6102" y="6635"/>
                    <a:pt x="6102" y="6635"/>
                    <a:pt x="6102" y="6635"/>
                  </a:cubicBezTo>
                  <a:cubicBezTo>
                    <a:pt x="6102" y="6568"/>
                    <a:pt x="6102" y="6568"/>
                    <a:pt x="6102" y="6568"/>
                  </a:cubicBezTo>
                  <a:cubicBezTo>
                    <a:pt x="6065" y="6568"/>
                    <a:pt x="6065" y="6568"/>
                    <a:pt x="6065" y="6568"/>
                  </a:cubicBezTo>
                  <a:cubicBezTo>
                    <a:pt x="6065" y="6500"/>
                    <a:pt x="6065" y="6500"/>
                    <a:pt x="6065" y="6500"/>
                  </a:cubicBezTo>
                  <a:cubicBezTo>
                    <a:pt x="6102" y="6500"/>
                    <a:pt x="6102" y="6500"/>
                    <a:pt x="6102" y="6500"/>
                  </a:cubicBezTo>
                  <a:cubicBezTo>
                    <a:pt x="6176" y="6432"/>
                    <a:pt x="6176" y="6432"/>
                    <a:pt x="6176" y="6432"/>
                  </a:cubicBezTo>
                  <a:cubicBezTo>
                    <a:pt x="6213" y="6432"/>
                    <a:pt x="6213" y="6432"/>
                    <a:pt x="6213" y="6432"/>
                  </a:cubicBezTo>
                  <a:cubicBezTo>
                    <a:pt x="6287" y="6432"/>
                    <a:pt x="6287" y="6432"/>
                    <a:pt x="6287" y="6432"/>
                  </a:cubicBezTo>
                  <a:cubicBezTo>
                    <a:pt x="6398" y="6297"/>
                    <a:pt x="6398" y="6297"/>
                    <a:pt x="6398" y="6297"/>
                  </a:cubicBezTo>
                  <a:cubicBezTo>
                    <a:pt x="6472" y="6229"/>
                    <a:pt x="6472" y="6229"/>
                    <a:pt x="6472" y="6229"/>
                  </a:cubicBezTo>
                  <a:cubicBezTo>
                    <a:pt x="6509" y="6229"/>
                    <a:pt x="6509" y="6229"/>
                    <a:pt x="6509" y="6229"/>
                  </a:cubicBezTo>
                  <a:cubicBezTo>
                    <a:pt x="6546" y="6297"/>
                    <a:pt x="6546" y="6297"/>
                    <a:pt x="6546" y="6297"/>
                  </a:cubicBezTo>
                  <a:cubicBezTo>
                    <a:pt x="6583" y="6229"/>
                    <a:pt x="6583" y="6229"/>
                    <a:pt x="6583" y="6229"/>
                  </a:cubicBezTo>
                  <a:cubicBezTo>
                    <a:pt x="6583" y="6161"/>
                    <a:pt x="6583" y="6161"/>
                    <a:pt x="6583" y="6161"/>
                  </a:cubicBezTo>
                  <a:cubicBezTo>
                    <a:pt x="6657" y="6161"/>
                    <a:pt x="6657" y="6161"/>
                    <a:pt x="6657" y="6161"/>
                  </a:cubicBezTo>
                  <a:cubicBezTo>
                    <a:pt x="6768" y="6026"/>
                    <a:pt x="6768" y="6026"/>
                    <a:pt x="6768" y="6026"/>
                  </a:cubicBezTo>
                  <a:cubicBezTo>
                    <a:pt x="6768" y="6094"/>
                    <a:pt x="6768" y="6094"/>
                    <a:pt x="6768" y="6094"/>
                  </a:cubicBezTo>
                  <a:cubicBezTo>
                    <a:pt x="6768" y="6161"/>
                    <a:pt x="6768" y="6161"/>
                    <a:pt x="6768" y="6161"/>
                  </a:cubicBezTo>
                  <a:cubicBezTo>
                    <a:pt x="6768" y="6161"/>
                    <a:pt x="6768" y="6161"/>
                    <a:pt x="6768" y="6161"/>
                  </a:cubicBezTo>
                  <a:cubicBezTo>
                    <a:pt x="6731" y="6229"/>
                    <a:pt x="6731" y="6229"/>
                    <a:pt x="6731" y="6229"/>
                  </a:cubicBezTo>
                  <a:cubicBezTo>
                    <a:pt x="6694" y="6297"/>
                    <a:pt x="6694" y="6297"/>
                    <a:pt x="6694" y="6297"/>
                  </a:cubicBezTo>
                  <a:cubicBezTo>
                    <a:pt x="6694" y="6364"/>
                    <a:pt x="6694" y="6364"/>
                    <a:pt x="6694" y="6364"/>
                  </a:cubicBezTo>
                  <a:cubicBezTo>
                    <a:pt x="6768" y="6500"/>
                    <a:pt x="6768" y="6500"/>
                    <a:pt x="6768" y="6500"/>
                  </a:cubicBezTo>
                  <a:cubicBezTo>
                    <a:pt x="6842" y="6500"/>
                    <a:pt x="6842" y="6500"/>
                    <a:pt x="6842" y="6500"/>
                  </a:cubicBezTo>
                  <a:cubicBezTo>
                    <a:pt x="6805" y="6432"/>
                    <a:pt x="6805" y="6432"/>
                    <a:pt x="6805" y="6432"/>
                  </a:cubicBezTo>
                  <a:cubicBezTo>
                    <a:pt x="6731" y="6364"/>
                    <a:pt x="6731" y="6364"/>
                    <a:pt x="6731" y="6364"/>
                  </a:cubicBezTo>
                  <a:cubicBezTo>
                    <a:pt x="6731" y="6297"/>
                    <a:pt x="6731" y="6297"/>
                    <a:pt x="6731" y="6297"/>
                  </a:cubicBezTo>
                  <a:cubicBezTo>
                    <a:pt x="6768" y="6229"/>
                    <a:pt x="6768" y="6229"/>
                    <a:pt x="6768" y="6229"/>
                  </a:cubicBezTo>
                  <a:cubicBezTo>
                    <a:pt x="6842" y="6161"/>
                    <a:pt x="6842" y="6161"/>
                    <a:pt x="6842" y="6161"/>
                  </a:cubicBezTo>
                  <a:cubicBezTo>
                    <a:pt x="6842" y="6094"/>
                    <a:pt x="6842" y="6094"/>
                    <a:pt x="6842" y="6094"/>
                  </a:cubicBezTo>
                  <a:cubicBezTo>
                    <a:pt x="6842" y="6026"/>
                    <a:pt x="6842" y="6026"/>
                    <a:pt x="6842" y="6026"/>
                  </a:cubicBezTo>
                  <a:cubicBezTo>
                    <a:pt x="6805" y="6026"/>
                    <a:pt x="6805" y="6026"/>
                    <a:pt x="6805" y="6026"/>
                  </a:cubicBezTo>
                  <a:cubicBezTo>
                    <a:pt x="6731" y="5958"/>
                    <a:pt x="6731" y="5958"/>
                    <a:pt x="6731" y="5958"/>
                  </a:cubicBezTo>
                  <a:cubicBezTo>
                    <a:pt x="6768" y="5890"/>
                    <a:pt x="6768" y="5890"/>
                    <a:pt x="6768" y="5890"/>
                  </a:cubicBezTo>
                  <a:cubicBezTo>
                    <a:pt x="6694" y="5890"/>
                    <a:pt x="6694" y="5890"/>
                    <a:pt x="6694" y="5890"/>
                  </a:cubicBezTo>
                  <a:cubicBezTo>
                    <a:pt x="6694" y="5958"/>
                    <a:pt x="6694" y="5958"/>
                    <a:pt x="6694" y="5958"/>
                  </a:cubicBezTo>
                  <a:cubicBezTo>
                    <a:pt x="6657" y="5890"/>
                    <a:pt x="6657" y="5890"/>
                    <a:pt x="6657" y="5890"/>
                  </a:cubicBezTo>
                  <a:cubicBezTo>
                    <a:pt x="6657" y="5823"/>
                    <a:pt x="6657" y="5823"/>
                    <a:pt x="6657" y="5823"/>
                  </a:cubicBezTo>
                  <a:cubicBezTo>
                    <a:pt x="6583" y="5823"/>
                    <a:pt x="6583" y="5823"/>
                    <a:pt x="6583" y="5823"/>
                  </a:cubicBezTo>
                  <a:cubicBezTo>
                    <a:pt x="6583" y="5890"/>
                    <a:pt x="6583" y="5890"/>
                    <a:pt x="6583" y="5890"/>
                  </a:cubicBezTo>
                  <a:cubicBezTo>
                    <a:pt x="6546" y="5755"/>
                    <a:pt x="6546" y="5755"/>
                    <a:pt x="6546" y="5755"/>
                  </a:cubicBezTo>
                  <a:cubicBezTo>
                    <a:pt x="6546" y="5755"/>
                    <a:pt x="6546" y="5755"/>
                    <a:pt x="6546" y="5755"/>
                  </a:cubicBezTo>
                  <a:cubicBezTo>
                    <a:pt x="6546" y="5687"/>
                    <a:pt x="6546" y="5687"/>
                    <a:pt x="6546" y="5687"/>
                  </a:cubicBezTo>
                  <a:cubicBezTo>
                    <a:pt x="6583" y="5687"/>
                    <a:pt x="6583" y="5687"/>
                    <a:pt x="6583" y="5687"/>
                  </a:cubicBezTo>
                  <a:cubicBezTo>
                    <a:pt x="6620" y="5755"/>
                    <a:pt x="6620" y="5755"/>
                    <a:pt x="6620" y="5755"/>
                  </a:cubicBezTo>
                  <a:cubicBezTo>
                    <a:pt x="6657" y="5755"/>
                    <a:pt x="6657" y="5755"/>
                    <a:pt x="6657" y="5755"/>
                  </a:cubicBezTo>
                  <a:cubicBezTo>
                    <a:pt x="6694" y="5687"/>
                    <a:pt x="6694" y="5687"/>
                    <a:pt x="6694" y="5687"/>
                  </a:cubicBezTo>
                  <a:cubicBezTo>
                    <a:pt x="6657" y="5687"/>
                    <a:pt x="6657" y="5687"/>
                    <a:pt x="6657" y="5687"/>
                  </a:cubicBezTo>
                  <a:cubicBezTo>
                    <a:pt x="6657" y="5687"/>
                    <a:pt x="6657" y="5687"/>
                    <a:pt x="6657" y="5687"/>
                  </a:cubicBezTo>
                  <a:cubicBezTo>
                    <a:pt x="6620" y="5687"/>
                    <a:pt x="6620" y="5687"/>
                    <a:pt x="6620" y="5687"/>
                  </a:cubicBezTo>
                  <a:cubicBezTo>
                    <a:pt x="6583" y="5687"/>
                    <a:pt x="6583" y="5687"/>
                    <a:pt x="6583" y="5687"/>
                  </a:cubicBezTo>
                  <a:cubicBezTo>
                    <a:pt x="6583" y="5620"/>
                    <a:pt x="6583" y="5620"/>
                    <a:pt x="6583" y="5620"/>
                  </a:cubicBezTo>
                  <a:cubicBezTo>
                    <a:pt x="6546" y="5620"/>
                    <a:pt x="6546" y="5620"/>
                    <a:pt x="6546" y="5620"/>
                  </a:cubicBezTo>
                  <a:cubicBezTo>
                    <a:pt x="6472" y="5620"/>
                    <a:pt x="6472" y="5620"/>
                    <a:pt x="6472" y="5620"/>
                  </a:cubicBezTo>
                  <a:cubicBezTo>
                    <a:pt x="6472" y="5620"/>
                    <a:pt x="6472" y="5620"/>
                    <a:pt x="6472" y="5620"/>
                  </a:cubicBezTo>
                  <a:cubicBezTo>
                    <a:pt x="6435" y="5552"/>
                    <a:pt x="6435" y="5552"/>
                    <a:pt x="6435" y="5552"/>
                  </a:cubicBezTo>
                  <a:cubicBezTo>
                    <a:pt x="6472" y="5552"/>
                    <a:pt x="6472" y="5552"/>
                    <a:pt x="6472" y="5552"/>
                  </a:cubicBezTo>
                  <a:cubicBezTo>
                    <a:pt x="6435" y="5484"/>
                    <a:pt x="6435" y="5484"/>
                    <a:pt x="6435" y="5484"/>
                  </a:cubicBezTo>
                  <a:cubicBezTo>
                    <a:pt x="6435" y="5416"/>
                    <a:pt x="6435" y="5416"/>
                    <a:pt x="6435" y="5416"/>
                  </a:cubicBezTo>
                  <a:cubicBezTo>
                    <a:pt x="6435" y="5416"/>
                    <a:pt x="6435" y="5416"/>
                    <a:pt x="6435" y="5416"/>
                  </a:cubicBezTo>
                  <a:cubicBezTo>
                    <a:pt x="6472" y="5416"/>
                    <a:pt x="6472" y="5416"/>
                    <a:pt x="6472" y="5416"/>
                  </a:cubicBezTo>
                  <a:cubicBezTo>
                    <a:pt x="6509" y="5484"/>
                    <a:pt x="6509" y="5484"/>
                    <a:pt x="6509" y="5484"/>
                  </a:cubicBezTo>
                  <a:cubicBezTo>
                    <a:pt x="6509" y="5484"/>
                    <a:pt x="6509" y="5484"/>
                    <a:pt x="6509" y="5484"/>
                  </a:cubicBezTo>
                  <a:cubicBezTo>
                    <a:pt x="6546" y="5552"/>
                    <a:pt x="6546" y="5552"/>
                    <a:pt x="6546" y="5552"/>
                  </a:cubicBezTo>
                  <a:cubicBezTo>
                    <a:pt x="6583" y="5552"/>
                    <a:pt x="6583" y="5552"/>
                    <a:pt x="6583" y="5552"/>
                  </a:cubicBezTo>
                  <a:cubicBezTo>
                    <a:pt x="6546" y="5484"/>
                    <a:pt x="6546" y="5484"/>
                    <a:pt x="6546" y="5484"/>
                  </a:cubicBezTo>
                  <a:cubicBezTo>
                    <a:pt x="6583" y="5484"/>
                    <a:pt x="6583" y="5484"/>
                    <a:pt x="6583" y="5484"/>
                  </a:cubicBezTo>
                  <a:cubicBezTo>
                    <a:pt x="6583" y="5349"/>
                    <a:pt x="6583" y="5349"/>
                    <a:pt x="6583" y="5349"/>
                  </a:cubicBezTo>
                  <a:cubicBezTo>
                    <a:pt x="6583" y="5281"/>
                    <a:pt x="6583" y="5281"/>
                    <a:pt x="6583" y="5281"/>
                  </a:cubicBezTo>
                  <a:cubicBezTo>
                    <a:pt x="6583" y="5281"/>
                    <a:pt x="6583" y="5281"/>
                    <a:pt x="6583" y="5281"/>
                  </a:cubicBezTo>
                  <a:cubicBezTo>
                    <a:pt x="6620" y="5281"/>
                    <a:pt x="6620" y="5281"/>
                    <a:pt x="6620" y="5281"/>
                  </a:cubicBezTo>
                  <a:cubicBezTo>
                    <a:pt x="6620" y="5281"/>
                    <a:pt x="6620" y="5281"/>
                    <a:pt x="6620" y="5281"/>
                  </a:cubicBezTo>
                  <a:cubicBezTo>
                    <a:pt x="6546" y="5213"/>
                    <a:pt x="6546" y="5213"/>
                    <a:pt x="6546" y="5213"/>
                  </a:cubicBezTo>
                  <a:cubicBezTo>
                    <a:pt x="6546" y="5281"/>
                    <a:pt x="6546" y="5281"/>
                    <a:pt x="6546" y="5281"/>
                  </a:cubicBezTo>
                  <a:cubicBezTo>
                    <a:pt x="6509" y="5281"/>
                    <a:pt x="6509" y="5281"/>
                    <a:pt x="6509" y="5281"/>
                  </a:cubicBezTo>
                  <a:cubicBezTo>
                    <a:pt x="6509" y="5213"/>
                    <a:pt x="6509" y="5213"/>
                    <a:pt x="6509" y="5213"/>
                  </a:cubicBezTo>
                  <a:cubicBezTo>
                    <a:pt x="6546" y="5146"/>
                    <a:pt x="6546" y="5146"/>
                    <a:pt x="6546" y="5146"/>
                  </a:cubicBezTo>
                  <a:cubicBezTo>
                    <a:pt x="6620" y="5146"/>
                    <a:pt x="6620" y="5146"/>
                    <a:pt x="6620" y="5146"/>
                  </a:cubicBezTo>
                  <a:cubicBezTo>
                    <a:pt x="6657" y="5146"/>
                    <a:pt x="6657" y="5146"/>
                    <a:pt x="6657" y="5146"/>
                  </a:cubicBezTo>
                  <a:cubicBezTo>
                    <a:pt x="6620" y="5078"/>
                    <a:pt x="6620" y="5078"/>
                    <a:pt x="6620" y="5078"/>
                  </a:cubicBezTo>
                  <a:cubicBezTo>
                    <a:pt x="6657" y="5010"/>
                    <a:pt x="6657" y="5010"/>
                    <a:pt x="6657" y="5010"/>
                  </a:cubicBezTo>
                  <a:cubicBezTo>
                    <a:pt x="6657" y="5010"/>
                    <a:pt x="6657" y="5010"/>
                    <a:pt x="6657" y="5010"/>
                  </a:cubicBezTo>
                  <a:cubicBezTo>
                    <a:pt x="6694" y="4942"/>
                    <a:pt x="6694" y="4942"/>
                    <a:pt x="6694" y="4942"/>
                  </a:cubicBezTo>
                  <a:cubicBezTo>
                    <a:pt x="6694" y="4942"/>
                    <a:pt x="6694" y="4942"/>
                    <a:pt x="6694" y="4942"/>
                  </a:cubicBezTo>
                  <a:cubicBezTo>
                    <a:pt x="6694" y="4875"/>
                    <a:pt x="6694" y="4875"/>
                    <a:pt x="6694" y="4875"/>
                  </a:cubicBezTo>
                  <a:cubicBezTo>
                    <a:pt x="6731" y="4875"/>
                    <a:pt x="6731" y="4875"/>
                    <a:pt x="6731" y="4875"/>
                  </a:cubicBezTo>
                  <a:cubicBezTo>
                    <a:pt x="6731" y="4875"/>
                    <a:pt x="6731" y="4875"/>
                    <a:pt x="6731" y="4875"/>
                  </a:cubicBezTo>
                  <a:cubicBezTo>
                    <a:pt x="6768" y="4875"/>
                    <a:pt x="6768" y="4875"/>
                    <a:pt x="6768" y="4875"/>
                  </a:cubicBezTo>
                  <a:cubicBezTo>
                    <a:pt x="6768" y="4807"/>
                    <a:pt x="6768" y="4807"/>
                    <a:pt x="6768" y="4807"/>
                  </a:cubicBezTo>
                  <a:cubicBezTo>
                    <a:pt x="6768" y="4807"/>
                    <a:pt x="6768" y="4807"/>
                    <a:pt x="6768" y="4807"/>
                  </a:cubicBezTo>
                  <a:cubicBezTo>
                    <a:pt x="6768" y="4807"/>
                    <a:pt x="6768" y="4807"/>
                    <a:pt x="6768" y="4807"/>
                  </a:cubicBezTo>
                  <a:cubicBezTo>
                    <a:pt x="6768" y="4739"/>
                    <a:pt x="6768" y="4739"/>
                    <a:pt x="6768" y="4739"/>
                  </a:cubicBezTo>
                  <a:cubicBezTo>
                    <a:pt x="6805" y="4739"/>
                    <a:pt x="6805" y="4739"/>
                    <a:pt x="6805" y="4739"/>
                  </a:cubicBezTo>
                  <a:cubicBezTo>
                    <a:pt x="6842" y="4739"/>
                    <a:pt x="6842" y="4739"/>
                    <a:pt x="6842" y="4739"/>
                  </a:cubicBezTo>
                  <a:cubicBezTo>
                    <a:pt x="6842" y="4672"/>
                    <a:pt x="6842" y="4672"/>
                    <a:pt x="6842" y="4672"/>
                  </a:cubicBezTo>
                  <a:cubicBezTo>
                    <a:pt x="6842" y="4672"/>
                    <a:pt x="6842" y="4672"/>
                    <a:pt x="6842" y="4672"/>
                  </a:cubicBezTo>
                  <a:cubicBezTo>
                    <a:pt x="6879" y="4672"/>
                    <a:pt x="6879" y="4672"/>
                    <a:pt x="6879" y="4672"/>
                  </a:cubicBezTo>
                  <a:cubicBezTo>
                    <a:pt x="6953" y="4672"/>
                    <a:pt x="6953" y="4672"/>
                    <a:pt x="6953" y="4672"/>
                  </a:cubicBezTo>
                  <a:cubicBezTo>
                    <a:pt x="6916" y="4604"/>
                    <a:pt x="6916" y="4604"/>
                    <a:pt x="6916" y="4604"/>
                  </a:cubicBezTo>
                  <a:cubicBezTo>
                    <a:pt x="6916" y="4604"/>
                    <a:pt x="6916" y="4604"/>
                    <a:pt x="6916" y="4604"/>
                  </a:cubicBezTo>
                  <a:cubicBezTo>
                    <a:pt x="6990" y="4536"/>
                    <a:pt x="6990" y="4536"/>
                    <a:pt x="6990" y="4536"/>
                  </a:cubicBezTo>
                  <a:cubicBezTo>
                    <a:pt x="7027" y="4536"/>
                    <a:pt x="7027" y="4536"/>
                    <a:pt x="7027" y="4536"/>
                  </a:cubicBezTo>
                  <a:cubicBezTo>
                    <a:pt x="7064" y="4468"/>
                    <a:pt x="7064" y="4468"/>
                    <a:pt x="7064" y="4468"/>
                  </a:cubicBezTo>
                  <a:cubicBezTo>
                    <a:pt x="7138" y="4401"/>
                    <a:pt x="7138" y="4401"/>
                    <a:pt x="7138" y="4401"/>
                  </a:cubicBezTo>
                  <a:cubicBezTo>
                    <a:pt x="7175" y="4333"/>
                    <a:pt x="7175" y="4333"/>
                    <a:pt x="7175" y="4333"/>
                  </a:cubicBezTo>
                  <a:cubicBezTo>
                    <a:pt x="7138" y="4333"/>
                    <a:pt x="7138" y="4333"/>
                    <a:pt x="7138" y="4333"/>
                  </a:cubicBezTo>
                  <a:cubicBezTo>
                    <a:pt x="7101" y="4401"/>
                    <a:pt x="7101" y="4401"/>
                    <a:pt x="7101" y="4401"/>
                  </a:cubicBezTo>
                  <a:cubicBezTo>
                    <a:pt x="7064" y="4401"/>
                    <a:pt x="7064" y="4401"/>
                    <a:pt x="7064" y="4401"/>
                  </a:cubicBezTo>
                  <a:cubicBezTo>
                    <a:pt x="7027" y="4401"/>
                    <a:pt x="7027" y="4401"/>
                    <a:pt x="7027" y="4401"/>
                  </a:cubicBezTo>
                  <a:cubicBezTo>
                    <a:pt x="7027" y="4401"/>
                    <a:pt x="7027" y="4401"/>
                    <a:pt x="7027" y="4401"/>
                  </a:cubicBezTo>
                  <a:cubicBezTo>
                    <a:pt x="7027" y="4265"/>
                    <a:pt x="7027" y="4265"/>
                    <a:pt x="7027" y="4265"/>
                  </a:cubicBezTo>
                  <a:cubicBezTo>
                    <a:pt x="7027" y="4265"/>
                    <a:pt x="7027" y="4265"/>
                    <a:pt x="7027" y="4265"/>
                  </a:cubicBezTo>
                  <a:cubicBezTo>
                    <a:pt x="7027" y="4198"/>
                    <a:pt x="7027" y="4198"/>
                    <a:pt x="7027" y="4198"/>
                  </a:cubicBezTo>
                  <a:cubicBezTo>
                    <a:pt x="7064" y="4198"/>
                    <a:pt x="7064" y="4198"/>
                    <a:pt x="7064" y="4198"/>
                  </a:cubicBezTo>
                  <a:cubicBezTo>
                    <a:pt x="7064" y="4265"/>
                    <a:pt x="7064" y="4265"/>
                    <a:pt x="7064" y="4265"/>
                  </a:cubicBezTo>
                  <a:cubicBezTo>
                    <a:pt x="7064" y="4265"/>
                    <a:pt x="7064" y="4265"/>
                    <a:pt x="7064" y="4265"/>
                  </a:cubicBezTo>
                  <a:cubicBezTo>
                    <a:pt x="7101" y="4198"/>
                    <a:pt x="7101" y="4198"/>
                    <a:pt x="7101" y="4198"/>
                  </a:cubicBezTo>
                  <a:cubicBezTo>
                    <a:pt x="7064" y="4130"/>
                    <a:pt x="7064" y="4130"/>
                    <a:pt x="7064" y="4130"/>
                  </a:cubicBezTo>
                  <a:cubicBezTo>
                    <a:pt x="7101" y="4130"/>
                    <a:pt x="7101" y="4130"/>
                    <a:pt x="7101" y="4130"/>
                  </a:cubicBezTo>
                  <a:cubicBezTo>
                    <a:pt x="7138" y="4198"/>
                    <a:pt x="7138" y="4198"/>
                    <a:pt x="7138" y="4198"/>
                  </a:cubicBezTo>
                  <a:cubicBezTo>
                    <a:pt x="7175" y="4198"/>
                    <a:pt x="7175" y="4198"/>
                    <a:pt x="7175" y="4198"/>
                  </a:cubicBezTo>
                  <a:cubicBezTo>
                    <a:pt x="7212" y="4130"/>
                    <a:pt x="7212" y="4130"/>
                    <a:pt x="7212" y="4130"/>
                  </a:cubicBezTo>
                  <a:cubicBezTo>
                    <a:pt x="7249" y="4130"/>
                    <a:pt x="7249" y="4130"/>
                    <a:pt x="7249" y="4130"/>
                  </a:cubicBezTo>
                  <a:cubicBezTo>
                    <a:pt x="7323" y="4130"/>
                    <a:pt x="7323" y="4130"/>
                    <a:pt x="7323" y="4130"/>
                  </a:cubicBezTo>
                  <a:cubicBezTo>
                    <a:pt x="7360" y="4130"/>
                    <a:pt x="7360" y="4130"/>
                    <a:pt x="7360" y="4130"/>
                  </a:cubicBezTo>
                  <a:cubicBezTo>
                    <a:pt x="7360" y="4130"/>
                    <a:pt x="7360" y="4130"/>
                    <a:pt x="7360" y="4130"/>
                  </a:cubicBezTo>
                  <a:cubicBezTo>
                    <a:pt x="7323" y="4265"/>
                    <a:pt x="7323" y="4265"/>
                    <a:pt x="7323" y="4265"/>
                  </a:cubicBezTo>
                  <a:cubicBezTo>
                    <a:pt x="7323" y="4333"/>
                    <a:pt x="7323" y="4333"/>
                    <a:pt x="7323" y="4333"/>
                  </a:cubicBezTo>
                  <a:cubicBezTo>
                    <a:pt x="7360" y="4333"/>
                    <a:pt x="7360" y="4333"/>
                    <a:pt x="7360" y="4333"/>
                  </a:cubicBezTo>
                  <a:cubicBezTo>
                    <a:pt x="7397" y="4265"/>
                    <a:pt x="7397" y="4265"/>
                    <a:pt x="7397" y="4265"/>
                  </a:cubicBezTo>
                  <a:cubicBezTo>
                    <a:pt x="7434" y="4198"/>
                    <a:pt x="7434" y="4198"/>
                    <a:pt x="7434" y="4198"/>
                  </a:cubicBezTo>
                  <a:cubicBezTo>
                    <a:pt x="7397" y="4130"/>
                    <a:pt x="7397" y="4130"/>
                    <a:pt x="7397" y="4130"/>
                  </a:cubicBezTo>
                  <a:cubicBezTo>
                    <a:pt x="7434" y="4130"/>
                    <a:pt x="7434" y="4130"/>
                    <a:pt x="7434" y="4130"/>
                  </a:cubicBezTo>
                  <a:cubicBezTo>
                    <a:pt x="7434" y="4198"/>
                    <a:pt x="7434" y="4198"/>
                    <a:pt x="7434" y="4198"/>
                  </a:cubicBezTo>
                  <a:cubicBezTo>
                    <a:pt x="7434" y="4265"/>
                    <a:pt x="7434" y="4265"/>
                    <a:pt x="7434" y="4265"/>
                  </a:cubicBezTo>
                  <a:cubicBezTo>
                    <a:pt x="7471" y="4265"/>
                    <a:pt x="7471" y="4265"/>
                    <a:pt x="7471" y="4265"/>
                  </a:cubicBezTo>
                  <a:cubicBezTo>
                    <a:pt x="7471" y="4198"/>
                    <a:pt x="7471" y="4198"/>
                    <a:pt x="7471" y="4198"/>
                  </a:cubicBezTo>
                  <a:cubicBezTo>
                    <a:pt x="7471" y="4130"/>
                    <a:pt x="7471" y="4130"/>
                    <a:pt x="7471" y="4130"/>
                  </a:cubicBezTo>
                  <a:cubicBezTo>
                    <a:pt x="7508" y="4130"/>
                    <a:pt x="7508" y="4130"/>
                    <a:pt x="7508" y="4130"/>
                  </a:cubicBezTo>
                  <a:cubicBezTo>
                    <a:pt x="7508" y="4130"/>
                    <a:pt x="7508" y="4130"/>
                    <a:pt x="7508" y="4130"/>
                  </a:cubicBezTo>
                  <a:cubicBezTo>
                    <a:pt x="7508" y="4198"/>
                    <a:pt x="7508" y="4198"/>
                    <a:pt x="7508" y="4198"/>
                  </a:cubicBezTo>
                  <a:cubicBezTo>
                    <a:pt x="7582" y="4130"/>
                    <a:pt x="7582" y="4130"/>
                    <a:pt x="7582" y="4130"/>
                  </a:cubicBezTo>
                  <a:cubicBezTo>
                    <a:pt x="7582" y="4062"/>
                    <a:pt x="7582" y="4062"/>
                    <a:pt x="7582" y="4062"/>
                  </a:cubicBezTo>
                  <a:cubicBezTo>
                    <a:pt x="7545" y="4062"/>
                    <a:pt x="7545" y="4062"/>
                    <a:pt x="7545" y="4062"/>
                  </a:cubicBezTo>
                  <a:cubicBezTo>
                    <a:pt x="7582" y="4062"/>
                    <a:pt x="7582" y="4062"/>
                    <a:pt x="7582" y="4062"/>
                  </a:cubicBezTo>
                  <a:cubicBezTo>
                    <a:pt x="7619" y="3994"/>
                    <a:pt x="7619" y="3994"/>
                    <a:pt x="7619" y="3994"/>
                  </a:cubicBezTo>
                  <a:cubicBezTo>
                    <a:pt x="7582" y="3994"/>
                    <a:pt x="7582" y="3994"/>
                    <a:pt x="7582" y="3994"/>
                  </a:cubicBezTo>
                  <a:cubicBezTo>
                    <a:pt x="7619" y="3927"/>
                    <a:pt x="7619" y="3927"/>
                    <a:pt x="7619" y="3927"/>
                  </a:cubicBezTo>
                  <a:cubicBezTo>
                    <a:pt x="7656" y="3927"/>
                    <a:pt x="7656" y="3927"/>
                    <a:pt x="7656" y="3927"/>
                  </a:cubicBezTo>
                  <a:cubicBezTo>
                    <a:pt x="7693" y="3859"/>
                    <a:pt x="7693" y="3859"/>
                    <a:pt x="7693" y="3859"/>
                  </a:cubicBezTo>
                  <a:cubicBezTo>
                    <a:pt x="7693" y="3927"/>
                    <a:pt x="7693" y="3927"/>
                    <a:pt x="7693" y="3927"/>
                  </a:cubicBezTo>
                  <a:cubicBezTo>
                    <a:pt x="7693" y="3927"/>
                    <a:pt x="7693" y="3927"/>
                    <a:pt x="7693" y="3927"/>
                  </a:cubicBezTo>
                  <a:cubicBezTo>
                    <a:pt x="7730" y="3927"/>
                    <a:pt x="7730" y="3927"/>
                    <a:pt x="7730" y="3927"/>
                  </a:cubicBezTo>
                  <a:cubicBezTo>
                    <a:pt x="7767" y="3927"/>
                    <a:pt x="7767" y="3927"/>
                    <a:pt x="7767" y="3927"/>
                  </a:cubicBezTo>
                  <a:cubicBezTo>
                    <a:pt x="7767" y="4062"/>
                    <a:pt x="7767" y="4062"/>
                    <a:pt x="7767" y="4062"/>
                  </a:cubicBezTo>
                  <a:cubicBezTo>
                    <a:pt x="7767" y="4062"/>
                    <a:pt x="7767" y="4062"/>
                    <a:pt x="7767" y="4062"/>
                  </a:cubicBezTo>
                  <a:cubicBezTo>
                    <a:pt x="7767" y="4198"/>
                    <a:pt x="7767" y="4198"/>
                    <a:pt x="7767" y="4198"/>
                  </a:cubicBezTo>
                  <a:cubicBezTo>
                    <a:pt x="7804" y="4130"/>
                    <a:pt x="7804" y="4130"/>
                    <a:pt x="7804" y="4130"/>
                  </a:cubicBezTo>
                  <a:cubicBezTo>
                    <a:pt x="7841" y="4062"/>
                    <a:pt x="7841" y="4062"/>
                    <a:pt x="7841" y="4062"/>
                  </a:cubicBezTo>
                  <a:cubicBezTo>
                    <a:pt x="7804" y="3927"/>
                    <a:pt x="7804" y="3927"/>
                    <a:pt x="7804" y="3927"/>
                  </a:cubicBezTo>
                  <a:cubicBezTo>
                    <a:pt x="7767" y="3859"/>
                    <a:pt x="7767" y="3859"/>
                    <a:pt x="7767" y="3859"/>
                  </a:cubicBezTo>
                  <a:cubicBezTo>
                    <a:pt x="7730" y="3791"/>
                    <a:pt x="7730" y="3791"/>
                    <a:pt x="7730" y="3791"/>
                  </a:cubicBezTo>
                  <a:cubicBezTo>
                    <a:pt x="7693" y="3859"/>
                    <a:pt x="7693" y="3859"/>
                    <a:pt x="7693" y="3859"/>
                  </a:cubicBezTo>
                  <a:cubicBezTo>
                    <a:pt x="7656" y="3859"/>
                    <a:pt x="7656" y="3859"/>
                    <a:pt x="7656" y="3859"/>
                  </a:cubicBezTo>
                  <a:cubicBezTo>
                    <a:pt x="7619" y="3859"/>
                    <a:pt x="7619" y="3859"/>
                    <a:pt x="7619" y="3859"/>
                  </a:cubicBezTo>
                  <a:cubicBezTo>
                    <a:pt x="7619" y="3791"/>
                    <a:pt x="7619" y="3791"/>
                    <a:pt x="7619" y="3791"/>
                  </a:cubicBezTo>
                  <a:cubicBezTo>
                    <a:pt x="7582" y="3791"/>
                    <a:pt x="7582" y="3791"/>
                    <a:pt x="7582" y="3791"/>
                  </a:cubicBezTo>
                  <a:cubicBezTo>
                    <a:pt x="7582" y="3724"/>
                    <a:pt x="7582" y="3724"/>
                    <a:pt x="7582" y="3724"/>
                  </a:cubicBezTo>
                  <a:cubicBezTo>
                    <a:pt x="7619" y="3724"/>
                    <a:pt x="7619" y="3724"/>
                    <a:pt x="7619" y="3724"/>
                  </a:cubicBezTo>
                  <a:cubicBezTo>
                    <a:pt x="7693" y="3724"/>
                    <a:pt x="7693" y="3724"/>
                    <a:pt x="7693" y="3724"/>
                  </a:cubicBezTo>
                  <a:cubicBezTo>
                    <a:pt x="7693" y="3656"/>
                    <a:pt x="7693" y="3656"/>
                    <a:pt x="7693" y="3656"/>
                  </a:cubicBezTo>
                  <a:cubicBezTo>
                    <a:pt x="7730" y="3656"/>
                    <a:pt x="7730" y="3656"/>
                    <a:pt x="7730" y="3656"/>
                  </a:cubicBezTo>
                  <a:cubicBezTo>
                    <a:pt x="7767" y="3656"/>
                    <a:pt x="7767" y="3656"/>
                    <a:pt x="7767" y="3656"/>
                  </a:cubicBezTo>
                  <a:cubicBezTo>
                    <a:pt x="7804" y="3656"/>
                    <a:pt x="7804" y="3656"/>
                    <a:pt x="7804" y="3656"/>
                  </a:cubicBezTo>
                  <a:cubicBezTo>
                    <a:pt x="7804" y="3656"/>
                    <a:pt x="7804" y="3656"/>
                    <a:pt x="7804" y="3656"/>
                  </a:cubicBezTo>
                  <a:cubicBezTo>
                    <a:pt x="7878" y="3656"/>
                    <a:pt x="7878" y="3656"/>
                    <a:pt x="7878" y="3656"/>
                  </a:cubicBezTo>
                  <a:cubicBezTo>
                    <a:pt x="7915" y="3656"/>
                    <a:pt x="7915" y="3656"/>
                    <a:pt x="7915" y="3656"/>
                  </a:cubicBezTo>
                  <a:cubicBezTo>
                    <a:pt x="7952" y="3656"/>
                    <a:pt x="7952" y="3656"/>
                    <a:pt x="7952" y="3656"/>
                  </a:cubicBezTo>
                  <a:cubicBezTo>
                    <a:pt x="7989" y="3656"/>
                    <a:pt x="7989" y="3656"/>
                    <a:pt x="7989" y="3656"/>
                  </a:cubicBezTo>
                  <a:cubicBezTo>
                    <a:pt x="8026" y="3656"/>
                    <a:pt x="8026" y="3656"/>
                    <a:pt x="8026" y="3656"/>
                  </a:cubicBezTo>
                  <a:cubicBezTo>
                    <a:pt x="7989" y="3588"/>
                    <a:pt x="7989" y="3588"/>
                    <a:pt x="7989" y="3588"/>
                  </a:cubicBezTo>
                  <a:cubicBezTo>
                    <a:pt x="7952" y="3588"/>
                    <a:pt x="7952" y="3588"/>
                    <a:pt x="7952" y="3588"/>
                  </a:cubicBezTo>
                  <a:cubicBezTo>
                    <a:pt x="7878" y="3588"/>
                    <a:pt x="7878" y="3588"/>
                    <a:pt x="7878" y="3588"/>
                  </a:cubicBezTo>
                  <a:cubicBezTo>
                    <a:pt x="7841" y="3588"/>
                    <a:pt x="7841" y="3588"/>
                    <a:pt x="7841" y="3588"/>
                  </a:cubicBezTo>
                  <a:cubicBezTo>
                    <a:pt x="7804" y="3588"/>
                    <a:pt x="7804" y="3588"/>
                    <a:pt x="7804" y="3588"/>
                  </a:cubicBezTo>
                  <a:cubicBezTo>
                    <a:pt x="7804" y="3521"/>
                    <a:pt x="7804" y="3521"/>
                    <a:pt x="7804" y="3521"/>
                  </a:cubicBezTo>
                  <a:cubicBezTo>
                    <a:pt x="7767" y="3453"/>
                    <a:pt x="7767" y="3453"/>
                    <a:pt x="7767" y="3453"/>
                  </a:cubicBezTo>
                  <a:cubicBezTo>
                    <a:pt x="7841" y="3453"/>
                    <a:pt x="7841" y="3453"/>
                    <a:pt x="7841" y="3453"/>
                  </a:cubicBezTo>
                  <a:cubicBezTo>
                    <a:pt x="7767" y="3385"/>
                    <a:pt x="7767" y="3385"/>
                    <a:pt x="7767" y="3385"/>
                  </a:cubicBezTo>
                  <a:cubicBezTo>
                    <a:pt x="7730" y="3317"/>
                    <a:pt x="7730" y="3317"/>
                    <a:pt x="7730" y="3317"/>
                  </a:cubicBezTo>
                  <a:cubicBezTo>
                    <a:pt x="7693" y="3317"/>
                    <a:pt x="7693" y="3317"/>
                    <a:pt x="7693" y="3317"/>
                  </a:cubicBezTo>
                  <a:cubicBezTo>
                    <a:pt x="7693" y="3250"/>
                    <a:pt x="7693" y="3250"/>
                    <a:pt x="7693" y="3250"/>
                  </a:cubicBezTo>
                  <a:cubicBezTo>
                    <a:pt x="7693" y="3182"/>
                    <a:pt x="7693" y="3182"/>
                    <a:pt x="7693" y="3182"/>
                  </a:cubicBezTo>
                  <a:cubicBezTo>
                    <a:pt x="7693" y="3182"/>
                    <a:pt x="7693" y="3182"/>
                    <a:pt x="7693" y="3182"/>
                  </a:cubicBezTo>
                  <a:cubicBezTo>
                    <a:pt x="7693" y="3114"/>
                    <a:pt x="7693" y="3114"/>
                    <a:pt x="7693" y="3114"/>
                  </a:cubicBezTo>
                  <a:cubicBezTo>
                    <a:pt x="7656" y="3047"/>
                    <a:pt x="7656" y="3047"/>
                    <a:pt x="7656" y="3047"/>
                  </a:cubicBezTo>
                  <a:cubicBezTo>
                    <a:pt x="7656" y="2843"/>
                    <a:pt x="7656" y="2843"/>
                    <a:pt x="7656" y="2843"/>
                  </a:cubicBezTo>
                  <a:cubicBezTo>
                    <a:pt x="7693" y="2776"/>
                    <a:pt x="7693" y="2776"/>
                    <a:pt x="7693" y="2776"/>
                  </a:cubicBezTo>
                  <a:cubicBezTo>
                    <a:pt x="7693" y="2708"/>
                    <a:pt x="7693" y="2708"/>
                    <a:pt x="7693" y="2708"/>
                  </a:cubicBezTo>
                  <a:cubicBezTo>
                    <a:pt x="7693" y="2573"/>
                    <a:pt x="7693" y="2573"/>
                    <a:pt x="7693" y="2573"/>
                  </a:cubicBezTo>
                  <a:cubicBezTo>
                    <a:pt x="7730" y="2573"/>
                    <a:pt x="7730" y="2573"/>
                    <a:pt x="7730" y="2573"/>
                  </a:cubicBezTo>
                  <a:cubicBezTo>
                    <a:pt x="7693" y="2505"/>
                    <a:pt x="7693" y="2505"/>
                    <a:pt x="7693" y="2505"/>
                  </a:cubicBezTo>
                  <a:cubicBezTo>
                    <a:pt x="7730" y="2505"/>
                    <a:pt x="7730" y="2505"/>
                    <a:pt x="7730" y="2505"/>
                  </a:cubicBezTo>
                  <a:cubicBezTo>
                    <a:pt x="7730" y="2437"/>
                    <a:pt x="7730" y="2437"/>
                    <a:pt x="7730" y="2437"/>
                  </a:cubicBezTo>
                  <a:cubicBezTo>
                    <a:pt x="7804" y="2369"/>
                    <a:pt x="7804" y="2369"/>
                    <a:pt x="7804" y="2369"/>
                  </a:cubicBezTo>
                  <a:cubicBezTo>
                    <a:pt x="7804" y="2369"/>
                    <a:pt x="7804" y="2369"/>
                    <a:pt x="7804" y="2369"/>
                  </a:cubicBezTo>
                  <a:cubicBezTo>
                    <a:pt x="7841" y="2437"/>
                    <a:pt x="7841" y="2437"/>
                    <a:pt x="7841" y="2437"/>
                  </a:cubicBezTo>
                  <a:cubicBezTo>
                    <a:pt x="7878" y="2369"/>
                    <a:pt x="7878" y="2369"/>
                    <a:pt x="7878" y="2369"/>
                  </a:cubicBezTo>
                  <a:cubicBezTo>
                    <a:pt x="7915" y="2369"/>
                    <a:pt x="7915" y="2369"/>
                    <a:pt x="7915" y="2369"/>
                  </a:cubicBezTo>
                  <a:cubicBezTo>
                    <a:pt x="7915" y="2505"/>
                    <a:pt x="7915" y="2505"/>
                    <a:pt x="7915" y="2505"/>
                  </a:cubicBezTo>
                  <a:cubicBezTo>
                    <a:pt x="7989" y="2505"/>
                    <a:pt x="7989" y="2505"/>
                    <a:pt x="7989" y="2505"/>
                  </a:cubicBezTo>
                  <a:cubicBezTo>
                    <a:pt x="8026" y="2437"/>
                    <a:pt x="8026" y="2437"/>
                    <a:pt x="8026" y="2437"/>
                  </a:cubicBezTo>
                  <a:cubicBezTo>
                    <a:pt x="8026" y="2437"/>
                    <a:pt x="8026" y="2437"/>
                    <a:pt x="8026" y="2437"/>
                  </a:cubicBezTo>
                  <a:cubicBezTo>
                    <a:pt x="8026" y="2505"/>
                    <a:pt x="8026" y="2505"/>
                    <a:pt x="8026" y="2505"/>
                  </a:cubicBezTo>
                  <a:cubicBezTo>
                    <a:pt x="8063" y="2505"/>
                    <a:pt x="8063" y="2505"/>
                    <a:pt x="8063" y="2505"/>
                  </a:cubicBezTo>
                  <a:cubicBezTo>
                    <a:pt x="8099" y="2573"/>
                    <a:pt x="8099" y="2573"/>
                    <a:pt x="8099" y="2573"/>
                  </a:cubicBezTo>
                  <a:cubicBezTo>
                    <a:pt x="8099" y="2573"/>
                    <a:pt x="8099" y="2573"/>
                    <a:pt x="8099" y="2573"/>
                  </a:cubicBezTo>
                  <a:cubicBezTo>
                    <a:pt x="8063" y="2640"/>
                    <a:pt x="8063" y="2640"/>
                    <a:pt x="8063" y="2640"/>
                  </a:cubicBezTo>
                  <a:cubicBezTo>
                    <a:pt x="8063" y="2640"/>
                    <a:pt x="8063" y="2640"/>
                    <a:pt x="8063" y="2640"/>
                  </a:cubicBezTo>
                  <a:cubicBezTo>
                    <a:pt x="8063" y="2708"/>
                    <a:pt x="8063" y="2708"/>
                    <a:pt x="8063" y="2708"/>
                  </a:cubicBezTo>
                  <a:cubicBezTo>
                    <a:pt x="8063" y="2776"/>
                    <a:pt x="8063" y="2776"/>
                    <a:pt x="8063" y="2776"/>
                  </a:cubicBezTo>
                  <a:cubicBezTo>
                    <a:pt x="8026" y="2843"/>
                    <a:pt x="8026" y="2843"/>
                    <a:pt x="8026" y="2843"/>
                  </a:cubicBezTo>
                  <a:cubicBezTo>
                    <a:pt x="7989" y="2843"/>
                    <a:pt x="7989" y="2843"/>
                    <a:pt x="7989" y="2843"/>
                  </a:cubicBezTo>
                  <a:cubicBezTo>
                    <a:pt x="7952" y="2911"/>
                    <a:pt x="7952" y="2911"/>
                    <a:pt x="7952" y="2911"/>
                  </a:cubicBezTo>
                  <a:cubicBezTo>
                    <a:pt x="7989" y="2911"/>
                    <a:pt x="7989" y="2911"/>
                    <a:pt x="7989" y="2911"/>
                  </a:cubicBezTo>
                  <a:cubicBezTo>
                    <a:pt x="8063" y="2911"/>
                    <a:pt x="8063" y="2911"/>
                    <a:pt x="8063" y="2911"/>
                  </a:cubicBezTo>
                  <a:cubicBezTo>
                    <a:pt x="8136" y="2776"/>
                    <a:pt x="8136" y="2776"/>
                    <a:pt x="8136" y="2776"/>
                  </a:cubicBezTo>
                  <a:cubicBezTo>
                    <a:pt x="8136" y="2776"/>
                    <a:pt x="8136" y="2776"/>
                    <a:pt x="8136" y="2776"/>
                  </a:cubicBezTo>
                  <a:cubicBezTo>
                    <a:pt x="8136" y="2776"/>
                    <a:pt x="8136" y="2776"/>
                    <a:pt x="8136" y="2776"/>
                  </a:cubicBezTo>
                  <a:cubicBezTo>
                    <a:pt x="8136" y="2843"/>
                    <a:pt x="8136" y="2843"/>
                    <a:pt x="8136" y="2843"/>
                  </a:cubicBezTo>
                  <a:cubicBezTo>
                    <a:pt x="8136" y="2911"/>
                    <a:pt x="8136" y="2911"/>
                    <a:pt x="8136" y="2911"/>
                  </a:cubicBezTo>
                  <a:cubicBezTo>
                    <a:pt x="8173" y="2911"/>
                    <a:pt x="8173" y="2911"/>
                    <a:pt x="8173" y="2911"/>
                  </a:cubicBezTo>
                  <a:cubicBezTo>
                    <a:pt x="8173" y="2843"/>
                    <a:pt x="8173" y="2843"/>
                    <a:pt x="8173" y="2843"/>
                  </a:cubicBezTo>
                  <a:cubicBezTo>
                    <a:pt x="8210" y="2776"/>
                    <a:pt x="8210" y="2776"/>
                    <a:pt x="8210" y="2776"/>
                  </a:cubicBezTo>
                  <a:cubicBezTo>
                    <a:pt x="8247" y="2843"/>
                    <a:pt x="8247" y="2843"/>
                    <a:pt x="8247" y="2843"/>
                  </a:cubicBezTo>
                  <a:cubicBezTo>
                    <a:pt x="8284" y="2776"/>
                    <a:pt x="8284" y="2776"/>
                    <a:pt x="8284" y="2776"/>
                  </a:cubicBezTo>
                  <a:cubicBezTo>
                    <a:pt x="8284" y="2776"/>
                    <a:pt x="8284" y="2776"/>
                    <a:pt x="8284" y="2776"/>
                  </a:cubicBezTo>
                  <a:cubicBezTo>
                    <a:pt x="8284" y="2708"/>
                    <a:pt x="8284" y="2708"/>
                    <a:pt x="8284" y="2708"/>
                  </a:cubicBezTo>
                  <a:cubicBezTo>
                    <a:pt x="8321" y="2776"/>
                    <a:pt x="8321" y="2776"/>
                    <a:pt x="8321" y="2776"/>
                  </a:cubicBezTo>
                  <a:cubicBezTo>
                    <a:pt x="8358" y="2708"/>
                    <a:pt x="8358" y="2708"/>
                    <a:pt x="8358" y="2708"/>
                  </a:cubicBezTo>
                  <a:cubicBezTo>
                    <a:pt x="8395" y="2843"/>
                    <a:pt x="8395" y="2843"/>
                    <a:pt x="8395" y="2843"/>
                  </a:cubicBezTo>
                  <a:cubicBezTo>
                    <a:pt x="8395" y="2843"/>
                    <a:pt x="8395" y="2843"/>
                    <a:pt x="8395" y="2843"/>
                  </a:cubicBezTo>
                  <a:cubicBezTo>
                    <a:pt x="8395" y="2979"/>
                    <a:pt x="8395" y="2979"/>
                    <a:pt x="8395" y="2979"/>
                  </a:cubicBezTo>
                  <a:cubicBezTo>
                    <a:pt x="8395" y="2979"/>
                    <a:pt x="8395" y="2979"/>
                    <a:pt x="8395" y="2979"/>
                  </a:cubicBezTo>
                  <a:cubicBezTo>
                    <a:pt x="8395" y="3047"/>
                    <a:pt x="8395" y="3047"/>
                    <a:pt x="8395" y="3047"/>
                  </a:cubicBezTo>
                  <a:cubicBezTo>
                    <a:pt x="8358" y="3114"/>
                    <a:pt x="8358" y="3114"/>
                    <a:pt x="8358" y="3114"/>
                  </a:cubicBezTo>
                  <a:cubicBezTo>
                    <a:pt x="8432" y="3250"/>
                    <a:pt x="8432" y="3250"/>
                    <a:pt x="8432" y="3250"/>
                  </a:cubicBezTo>
                  <a:cubicBezTo>
                    <a:pt x="8395" y="3250"/>
                    <a:pt x="8395" y="3250"/>
                    <a:pt x="8395" y="3250"/>
                  </a:cubicBezTo>
                  <a:cubicBezTo>
                    <a:pt x="8395" y="3317"/>
                    <a:pt x="8395" y="3317"/>
                    <a:pt x="8395" y="3317"/>
                  </a:cubicBezTo>
                  <a:cubicBezTo>
                    <a:pt x="8358" y="3317"/>
                    <a:pt x="8358" y="3317"/>
                    <a:pt x="8358" y="3317"/>
                  </a:cubicBezTo>
                  <a:cubicBezTo>
                    <a:pt x="8395" y="3317"/>
                    <a:pt x="8395" y="3317"/>
                    <a:pt x="8395" y="3317"/>
                  </a:cubicBezTo>
                  <a:cubicBezTo>
                    <a:pt x="8432" y="3317"/>
                    <a:pt x="8432" y="3317"/>
                    <a:pt x="8432" y="3317"/>
                  </a:cubicBezTo>
                  <a:cubicBezTo>
                    <a:pt x="8469" y="3250"/>
                    <a:pt x="8469" y="3250"/>
                    <a:pt x="8469" y="3250"/>
                  </a:cubicBezTo>
                  <a:cubicBezTo>
                    <a:pt x="8543" y="3250"/>
                    <a:pt x="8543" y="3250"/>
                    <a:pt x="8543" y="3250"/>
                  </a:cubicBezTo>
                  <a:cubicBezTo>
                    <a:pt x="8543" y="3182"/>
                    <a:pt x="8543" y="3182"/>
                    <a:pt x="8543" y="3182"/>
                  </a:cubicBezTo>
                  <a:cubicBezTo>
                    <a:pt x="8543" y="3047"/>
                    <a:pt x="8543" y="3047"/>
                    <a:pt x="8543" y="3047"/>
                  </a:cubicBezTo>
                  <a:cubicBezTo>
                    <a:pt x="8543" y="2979"/>
                    <a:pt x="8543" y="2979"/>
                    <a:pt x="8543" y="2979"/>
                  </a:cubicBezTo>
                  <a:cubicBezTo>
                    <a:pt x="8506" y="2979"/>
                    <a:pt x="8506" y="2979"/>
                    <a:pt x="8506" y="2979"/>
                  </a:cubicBezTo>
                  <a:cubicBezTo>
                    <a:pt x="8506" y="2979"/>
                    <a:pt x="8506" y="2979"/>
                    <a:pt x="8506" y="2979"/>
                  </a:cubicBezTo>
                  <a:cubicBezTo>
                    <a:pt x="8506" y="2911"/>
                    <a:pt x="8506" y="2911"/>
                    <a:pt x="8506" y="2911"/>
                  </a:cubicBezTo>
                  <a:cubicBezTo>
                    <a:pt x="8506" y="2911"/>
                    <a:pt x="8506" y="2911"/>
                    <a:pt x="8506" y="2911"/>
                  </a:cubicBezTo>
                  <a:cubicBezTo>
                    <a:pt x="8543" y="2911"/>
                    <a:pt x="8543" y="2911"/>
                    <a:pt x="8543" y="2911"/>
                  </a:cubicBezTo>
                  <a:cubicBezTo>
                    <a:pt x="8543" y="2911"/>
                    <a:pt x="8543" y="2911"/>
                    <a:pt x="8543" y="2911"/>
                  </a:cubicBezTo>
                  <a:cubicBezTo>
                    <a:pt x="8580" y="2911"/>
                    <a:pt x="8580" y="2911"/>
                    <a:pt x="8580" y="2911"/>
                  </a:cubicBezTo>
                  <a:cubicBezTo>
                    <a:pt x="8617" y="2911"/>
                    <a:pt x="8617" y="2911"/>
                    <a:pt x="8617" y="2911"/>
                  </a:cubicBezTo>
                  <a:cubicBezTo>
                    <a:pt x="8654" y="2843"/>
                    <a:pt x="8654" y="2843"/>
                    <a:pt x="8654" y="2843"/>
                  </a:cubicBezTo>
                  <a:cubicBezTo>
                    <a:pt x="8691" y="2843"/>
                    <a:pt x="8691" y="2843"/>
                    <a:pt x="8691" y="2843"/>
                  </a:cubicBezTo>
                  <a:cubicBezTo>
                    <a:pt x="8728" y="2843"/>
                    <a:pt x="8728" y="2843"/>
                    <a:pt x="8728" y="2843"/>
                  </a:cubicBezTo>
                  <a:cubicBezTo>
                    <a:pt x="8728" y="2776"/>
                    <a:pt x="8728" y="2776"/>
                    <a:pt x="8728" y="2776"/>
                  </a:cubicBezTo>
                  <a:cubicBezTo>
                    <a:pt x="8765" y="2708"/>
                    <a:pt x="8765" y="2708"/>
                    <a:pt x="8765" y="2708"/>
                  </a:cubicBezTo>
                  <a:cubicBezTo>
                    <a:pt x="8765" y="2776"/>
                    <a:pt x="8765" y="2776"/>
                    <a:pt x="8765" y="2776"/>
                  </a:cubicBezTo>
                  <a:cubicBezTo>
                    <a:pt x="8802" y="2708"/>
                    <a:pt x="8802" y="2708"/>
                    <a:pt x="8802" y="2708"/>
                  </a:cubicBezTo>
                  <a:cubicBezTo>
                    <a:pt x="8839" y="2708"/>
                    <a:pt x="8839" y="2708"/>
                    <a:pt x="8839" y="2708"/>
                  </a:cubicBezTo>
                  <a:cubicBezTo>
                    <a:pt x="8839" y="2708"/>
                    <a:pt x="8839" y="2708"/>
                    <a:pt x="8839" y="2708"/>
                  </a:cubicBezTo>
                  <a:cubicBezTo>
                    <a:pt x="8876" y="2708"/>
                    <a:pt x="8876" y="2708"/>
                    <a:pt x="8876" y="2708"/>
                  </a:cubicBezTo>
                  <a:cubicBezTo>
                    <a:pt x="8876" y="2708"/>
                    <a:pt x="8876" y="2708"/>
                    <a:pt x="8876" y="2708"/>
                  </a:cubicBezTo>
                  <a:cubicBezTo>
                    <a:pt x="8876" y="2776"/>
                    <a:pt x="8876" y="2776"/>
                    <a:pt x="8876" y="2776"/>
                  </a:cubicBezTo>
                  <a:cubicBezTo>
                    <a:pt x="8876" y="2843"/>
                    <a:pt x="8876" y="2843"/>
                    <a:pt x="8876" y="2843"/>
                  </a:cubicBezTo>
                  <a:cubicBezTo>
                    <a:pt x="8950" y="2776"/>
                    <a:pt x="8950" y="2776"/>
                    <a:pt x="8950" y="2776"/>
                  </a:cubicBezTo>
                  <a:cubicBezTo>
                    <a:pt x="8987" y="2843"/>
                    <a:pt x="8987" y="2843"/>
                    <a:pt x="8987" y="2843"/>
                  </a:cubicBezTo>
                  <a:cubicBezTo>
                    <a:pt x="8987" y="2843"/>
                    <a:pt x="8987" y="2843"/>
                    <a:pt x="8987" y="2843"/>
                  </a:cubicBezTo>
                  <a:cubicBezTo>
                    <a:pt x="9135" y="2979"/>
                    <a:pt x="9135" y="2979"/>
                    <a:pt x="9135" y="2979"/>
                  </a:cubicBezTo>
                  <a:cubicBezTo>
                    <a:pt x="9172" y="2979"/>
                    <a:pt x="9172" y="2979"/>
                    <a:pt x="9172" y="2979"/>
                  </a:cubicBezTo>
                  <a:cubicBezTo>
                    <a:pt x="9172" y="3047"/>
                    <a:pt x="9172" y="3047"/>
                    <a:pt x="9172" y="3047"/>
                  </a:cubicBezTo>
                  <a:cubicBezTo>
                    <a:pt x="9172" y="3047"/>
                    <a:pt x="9172" y="3047"/>
                    <a:pt x="9172" y="3047"/>
                  </a:cubicBezTo>
                  <a:cubicBezTo>
                    <a:pt x="9209" y="3182"/>
                    <a:pt x="9209" y="3182"/>
                    <a:pt x="9209" y="3182"/>
                  </a:cubicBezTo>
                  <a:cubicBezTo>
                    <a:pt x="9246" y="3182"/>
                    <a:pt x="9246" y="3182"/>
                    <a:pt x="9246" y="3182"/>
                  </a:cubicBezTo>
                  <a:cubicBezTo>
                    <a:pt x="9246" y="3114"/>
                    <a:pt x="9246" y="3114"/>
                    <a:pt x="9246" y="3114"/>
                  </a:cubicBezTo>
                  <a:cubicBezTo>
                    <a:pt x="9246" y="3114"/>
                    <a:pt x="9246" y="3114"/>
                    <a:pt x="9246" y="3114"/>
                  </a:cubicBezTo>
                  <a:cubicBezTo>
                    <a:pt x="9283" y="3047"/>
                    <a:pt x="9283" y="3047"/>
                    <a:pt x="9283" y="3047"/>
                  </a:cubicBezTo>
                  <a:cubicBezTo>
                    <a:pt x="9246" y="3047"/>
                    <a:pt x="9246" y="3047"/>
                    <a:pt x="9246" y="3047"/>
                  </a:cubicBezTo>
                  <a:cubicBezTo>
                    <a:pt x="9209" y="3047"/>
                    <a:pt x="9209" y="3047"/>
                    <a:pt x="9209" y="3047"/>
                  </a:cubicBezTo>
                  <a:cubicBezTo>
                    <a:pt x="9209" y="2979"/>
                    <a:pt x="9209" y="2979"/>
                    <a:pt x="9209" y="2979"/>
                  </a:cubicBezTo>
                  <a:cubicBezTo>
                    <a:pt x="9246" y="2979"/>
                    <a:pt x="9246" y="2979"/>
                    <a:pt x="9246" y="2979"/>
                  </a:cubicBezTo>
                  <a:cubicBezTo>
                    <a:pt x="9246" y="2979"/>
                    <a:pt x="9246" y="2979"/>
                    <a:pt x="9246" y="2979"/>
                  </a:cubicBezTo>
                  <a:cubicBezTo>
                    <a:pt x="9283" y="2979"/>
                    <a:pt x="9283" y="2979"/>
                    <a:pt x="9283" y="2979"/>
                  </a:cubicBezTo>
                  <a:cubicBezTo>
                    <a:pt x="9320" y="3047"/>
                    <a:pt x="9320" y="3047"/>
                    <a:pt x="9320" y="3047"/>
                  </a:cubicBezTo>
                  <a:cubicBezTo>
                    <a:pt x="9320" y="3114"/>
                    <a:pt x="9320" y="3114"/>
                    <a:pt x="9320" y="3114"/>
                  </a:cubicBezTo>
                  <a:cubicBezTo>
                    <a:pt x="9357" y="3182"/>
                    <a:pt x="9357" y="3182"/>
                    <a:pt x="9357" y="3182"/>
                  </a:cubicBezTo>
                  <a:cubicBezTo>
                    <a:pt x="9357" y="3250"/>
                    <a:pt x="9357" y="3250"/>
                    <a:pt x="9357" y="3250"/>
                  </a:cubicBezTo>
                  <a:cubicBezTo>
                    <a:pt x="9394" y="3250"/>
                    <a:pt x="9394" y="3250"/>
                    <a:pt x="9394" y="3250"/>
                  </a:cubicBezTo>
                  <a:cubicBezTo>
                    <a:pt x="9394" y="3250"/>
                    <a:pt x="9394" y="3250"/>
                    <a:pt x="9394" y="3250"/>
                  </a:cubicBezTo>
                  <a:cubicBezTo>
                    <a:pt x="9394" y="3182"/>
                    <a:pt x="9394" y="3182"/>
                    <a:pt x="9394" y="3182"/>
                  </a:cubicBezTo>
                  <a:cubicBezTo>
                    <a:pt x="9431" y="3250"/>
                    <a:pt x="9431" y="3250"/>
                    <a:pt x="9431" y="3250"/>
                  </a:cubicBezTo>
                  <a:cubicBezTo>
                    <a:pt x="9468" y="3317"/>
                    <a:pt x="9468" y="3317"/>
                    <a:pt x="9468" y="3317"/>
                  </a:cubicBezTo>
                  <a:cubicBezTo>
                    <a:pt x="9468" y="3317"/>
                    <a:pt x="9468" y="3317"/>
                    <a:pt x="9468" y="3317"/>
                  </a:cubicBezTo>
                  <a:cubicBezTo>
                    <a:pt x="9468" y="3385"/>
                    <a:pt x="9468" y="3385"/>
                    <a:pt x="9468" y="3385"/>
                  </a:cubicBezTo>
                  <a:cubicBezTo>
                    <a:pt x="9468" y="3453"/>
                    <a:pt x="9468" y="3453"/>
                    <a:pt x="9468" y="3453"/>
                  </a:cubicBezTo>
                  <a:cubicBezTo>
                    <a:pt x="9468" y="3453"/>
                    <a:pt x="9468" y="3453"/>
                    <a:pt x="9468" y="3453"/>
                  </a:cubicBezTo>
                  <a:cubicBezTo>
                    <a:pt x="9468" y="3385"/>
                    <a:pt x="9468" y="3385"/>
                    <a:pt x="9468" y="3385"/>
                  </a:cubicBezTo>
                  <a:cubicBezTo>
                    <a:pt x="9468" y="3385"/>
                    <a:pt x="9468" y="3385"/>
                    <a:pt x="9468" y="3385"/>
                  </a:cubicBezTo>
                  <a:cubicBezTo>
                    <a:pt x="9431" y="3385"/>
                    <a:pt x="9431" y="3385"/>
                    <a:pt x="9431" y="3385"/>
                  </a:cubicBezTo>
                  <a:cubicBezTo>
                    <a:pt x="9431" y="3385"/>
                    <a:pt x="9431" y="3385"/>
                    <a:pt x="9431" y="3385"/>
                  </a:cubicBezTo>
                  <a:cubicBezTo>
                    <a:pt x="9394" y="3385"/>
                    <a:pt x="9394" y="3385"/>
                    <a:pt x="9394" y="3385"/>
                  </a:cubicBezTo>
                  <a:cubicBezTo>
                    <a:pt x="9357" y="3317"/>
                    <a:pt x="9357" y="3317"/>
                    <a:pt x="9357" y="3317"/>
                  </a:cubicBezTo>
                  <a:cubicBezTo>
                    <a:pt x="9283" y="3317"/>
                    <a:pt x="9283" y="3317"/>
                    <a:pt x="9283" y="3317"/>
                  </a:cubicBezTo>
                  <a:cubicBezTo>
                    <a:pt x="9283" y="3317"/>
                    <a:pt x="9283" y="3317"/>
                    <a:pt x="9283" y="3317"/>
                  </a:cubicBezTo>
                  <a:cubicBezTo>
                    <a:pt x="9320" y="3385"/>
                    <a:pt x="9320" y="3385"/>
                    <a:pt x="9320" y="3385"/>
                  </a:cubicBezTo>
                  <a:cubicBezTo>
                    <a:pt x="9357" y="3385"/>
                    <a:pt x="9357" y="3385"/>
                    <a:pt x="9357" y="3385"/>
                  </a:cubicBezTo>
                  <a:cubicBezTo>
                    <a:pt x="9357" y="3453"/>
                    <a:pt x="9357" y="3453"/>
                    <a:pt x="9357" y="3453"/>
                  </a:cubicBezTo>
                  <a:cubicBezTo>
                    <a:pt x="9357" y="3453"/>
                    <a:pt x="9357" y="3453"/>
                    <a:pt x="9357" y="3453"/>
                  </a:cubicBezTo>
                  <a:cubicBezTo>
                    <a:pt x="9394" y="3521"/>
                    <a:pt x="9394" y="3521"/>
                    <a:pt x="9394" y="3521"/>
                  </a:cubicBezTo>
                  <a:cubicBezTo>
                    <a:pt x="9394" y="3521"/>
                    <a:pt x="9394" y="3521"/>
                    <a:pt x="9394" y="3521"/>
                  </a:cubicBezTo>
                  <a:cubicBezTo>
                    <a:pt x="9431" y="3521"/>
                    <a:pt x="9431" y="3521"/>
                    <a:pt x="9431" y="3521"/>
                  </a:cubicBezTo>
                  <a:cubicBezTo>
                    <a:pt x="9431" y="3453"/>
                    <a:pt x="9431" y="3453"/>
                    <a:pt x="9431" y="3453"/>
                  </a:cubicBezTo>
                  <a:cubicBezTo>
                    <a:pt x="9431" y="3453"/>
                    <a:pt x="9431" y="3453"/>
                    <a:pt x="9431" y="3453"/>
                  </a:cubicBezTo>
                  <a:cubicBezTo>
                    <a:pt x="9468" y="3453"/>
                    <a:pt x="9468" y="3453"/>
                    <a:pt x="9468" y="3453"/>
                  </a:cubicBezTo>
                  <a:cubicBezTo>
                    <a:pt x="9468" y="3521"/>
                    <a:pt x="9468" y="3521"/>
                    <a:pt x="9468" y="3521"/>
                  </a:cubicBezTo>
                  <a:cubicBezTo>
                    <a:pt x="9505" y="3521"/>
                    <a:pt x="9505" y="3521"/>
                    <a:pt x="9505" y="3521"/>
                  </a:cubicBezTo>
                  <a:cubicBezTo>
                    <a:pt x="9505" y="3521"/>
                    <a:pt x="9505" y="3521"/>
                    <a:pt x="9505" y="3521"/>
                  </a:cubicBezTo>
                  <a:cubicBezTo>
                    <a:pt x="9542" y="3521"/>
                    <a:pt x="9542" y="3521"/>
                    <a:pt x="9542" y="3521"/>
                  </a:cubicBezTo>
                  <a:cubicBezTo>
                    <a:pt x="9505" y="3588"/>
                    <a:pt x="9505" y="3588"/>
                    <a:pt x="9505" y="3588"/>
                  </a:cubicBezTo>
                  <a:cubicBezTo>
                    <a:pt x="9542" y="3656"/>
                    <a:pt x="9542" y="3656"/>
                    <a:pt x="9542" y="3656"/>
                  </a:cubicBezTo>
                  <a:cubicBezTo>
                    <a:pt x="9542" y="3724"/>
                    <a:pt x="9542" y="3724"/>
                    <a:pt x="9542" y="3724"/>
                  </a:cubicBezTo>
                  <a:cubicBezTo>
                    <a:pt x="9542" y="3859"/>
                    <a:pt x="9542" y="3859"/>
                    <a:pt x="9542" y="3859"/>
                  </a:cubicBezTo>
                  <a:cubicBezTo>
                    <a:pt x="9542" y="3927"/>
                    <a:pt x="9542" y="3927"/>
                    <a:pt x="9542" y="3927"/>
                  </a:cubicBezTo>
                  <a:cubicBezTo>
                    <a:pt x="9505" y="3927"/>
                    <a:pt x="9505" y="3927"/>
                    <a:pt x="9505" y="3927"/>
                  </a:cubicBezTo>
                  <a:cubicBezTo>
                    <a:pt x="9505" y="3994"/>
                    <a:pt x="9505" y="3994"/>
                    <a:pt x="9505" y="3994"/>
                  </a:cubicBezTo>
                  <a:cubicBezTo>
                    <a:pt x="9505" y="4062"/>
                    <a:pt x="9505" y="4062"/>
                    <a:pt x="9505" y="4062"/>
                  </a:cubicBezTo>
                  <a:cubicBezTo>
                    <a:pt x="9505" y="4130"/>
                    <a:pt x="9505" y="4130"/>
                    <a:pt x="9505" y="4130"/>
                  </a:cubicBezTo>
                  <a:cubicBezTo>
                    <a:pt x="9505" y="4130"/>
                    <a:pt x="9505" y="4130"/>
                    <a:pt x="9505" y="4130"/>
                  </a:cubicBezTo>
                  <a:cubicBezTo>
                    <a:pt x="9505" y="4198"/>
                    <a:pt x="9505" y="4198"/>
                    <a:pt x="9505" y="4198"/>
                  </a:cubicBezTo>
                  <a:cubicBezTo>
                    <a:pt x="9505" y="4198"/>
                    <a:pt x="9505" y="4198"/>
                    <a:pt x="9505" y="4198"/>
                  </a:cubicBezTo>
                  <a:cubicBezTo>
                    <a:pt x="9468" y="4265"/>
                    <a:pt x="9468" y="4265"/>
                    <a:pt x="9468" y="4265"/>
                  </a:cubicBezTo>
                  <a:cubicBezTo>
                    <a:pt x="9468" y="4333"/>
                    <a:pt x="9468" y="4333"/>
                    <a:pt x="9468" y="4333"/>
                  </a:cubicBezTo>
                  <a:cubicBezTo>
                    <a:pt x="9468" y="4333"/>
                    <a:pt x="9468" y="4333"/>
                    <a:pt x="9468" y="4333"/>
                  </a:cubicBezTo>
                  <a:cubicBezTo>
                    <a:pt x="9431" y="4401"/>
                    <a:pt x="9431" y="4401"/>
                    <a:pt x="9431" y="4401"/>
                  </a:cubicBezTo>
                  <a:cubicBezTo>
                    <a:pt x="9431" y="4468"/>
                    <a:pt x="9431" y="4468"/>
                    <a:pt x="9431" y="4468"/>
                  </a:cubicBezTo>
                  <a:cubicBezTo>
                    <a:pt x="9431" y="4468"/>
                    <a:pt x="9431" y="4468"/>
                    <a:pt x="9431" y="4468"/>
                  </a:cubicBezTo>
                  <a:cubicBezTo>
                    <a:pt x="9431" y="4536"/>
                    <a:pt x="9431" y="4536"/>
                    <a:pt x="9431" y="4536"/>
                  </a:cubicBezTo>
                  <a:cubicBezTo>
                    <a:pt x="9394" y="4536"/>
                    <a:pt x="9394" y="4536"/>
                    <a:pt x="9394" y="4536"/>
                  </a:cubicBezTo>
                  <a:cubicBezTo>
                    <a:pt x="9357" y="4604"/>
                    <a:pt x="9357" y="4604"/>
                    <a:pt x="9357" y="4604"/>
                  </a:cubicBezTo>
                  <a:cubicBezTo>
                    <a:pt x="9320" y="4604"/>
                    <a:pt x="9320" y="4604"/>
                    <a:pt x="9320" y="4604"/>
                  </a:cubicBezTo>
                  <a:cubicBezTo>
                    <a:pt x="9357" y="4604"/>
                    <a:pt x="9357" y="4604"/>
                    <a:pt x="9357" y="4604"/>
                  </a:cubicBezTo>
                  <a:cubicBezTo>
                    <a:pt x="9394" y="4604"/>
                    <a:pt x="9394" y="4604"/>
                    <a:pt x="9394" y="4604"/>
                  </a:cubicBezTo>
                  <a:cubicBezTo>
                    <a:pt x="9394" y="4604"/>
                    <a:pt x="9394" y="4604"/>
                    <a:pt x="9394" y="4604"/>
                  </a:cubicBezTo>
                  <a:cubicBezTo>
                    <a:pt x="9394" y="4604"/>
                    <a:pt x="9394" y="4604"/>
                    <a:pt x="9394" y="4604"/>
                  </a:cubicBezTo>
                  <a:cubicBezTo>
                    <a:pt x="9431" y="4672"/>
                    <a:pt x="9431" y="4672"/>
                    <a:pt x="9431" y="4672"/>
                  </a:cubicBezTo>
                  <a:cubicBezTo>
                    <a:pt x="9394" y="4739"/>
                    <a:pt x="9394" y="4739"/>
                    <a:pt x="9394" y="4739"/>
                  </a:cubicBezTo>
                  <a:cubicBezTo>
                    <a:pt x="9357" y="4807"/>
                    <a:pt x="9357" y="4807"/>
                    <a:pt x="9357" y="4807"/>
                  </a:cubicBezTo>
                  <a:cubicBezTo>
                    <a:pt x="9357" y="4942"/>
                    <a:pt x="9357" y="4942"/>
                    <a:pt x="9357" y="4942"/>
                  </a:cubicBezTo>
                  <a:cubicBezTo>
                    <a:pt x="9357" y="5010"/>
                    <a:pt x="9357" y="5010"/>
                    <a:pt x="9357" y="5010"/>
                  </a:cubicBezTo>
                  <a:cubicBezTo>
                    <a:pt x="9357" y="5078"/>
                    <a:pt x="9357" y="5078"/>
                    <a:pt x="9357" y="5078"/>
                  </a:cubicBezTo>
                  <a:cubicBezTo>
                    <a:pt x="9357" y="5146"/>
                    <a:pt x="9357" y="5146"/>
                    <a:pt x="9357" y="5146"/>
                  </a:cubicBezTo>
                  <a:cubicBezTo>
                    <a:pt x="9320" y="5213"/>
                    <a:pt x="9320" y="5213"/>
                    <a:pt x="9320" y="5213"/>
                  </a:cubicBezTo>
                  <a:cubicBezTo>
                    <a:pt x="9283" y="5213"/>
                    <a:pt x="9283" y="5213"/>
                    <a:pt x="9283" y="5213"/>
                  </a:cubicBezTo>
                  <a:cubicBezTo>
                    <a:pt x="9283" y="5213"/>
                    <a:pt x="9283" y="5213"/>
                    <a:pt x="9283" y="5213"/>
                  </a:cubicBezTo>
                  <a:cubicBezTo>
                    <a:pt x="9246" y="5213"/>
                    <a:pt x="9246" y="5213"/>
                    <a:pt x="9246" y="5213"/>
                  </a:cubicBezTo>
                  <a:cubicBezTo>
                    <a:pt x="9283" y="5281"/>
                    <a:pt x="9283" y="5281"/>
                    <a:pt x="9283" y="5281"/>
                  </a:cubicBezTo>
                  <a:cubicBezTo>
                    <a:pt x="9283" y="5349"/>
                    <a:pt x="9283" y="5349"/>
                    <a:pt x="9283" y="5349"/>
                  </a:cubicBezTo>
                  <a:cubicBezTo>
                    <a:pt x="9283" y="5416"/>
                    <a:pt x="9283" y="5416"/>
                    <a:pt x="9283" y="5416"/>
                  </a:cubicBezTo>
                  <a:cubicBezTo>
                    <a:pt x="9246" y="5416"/>
                    <a:pt x="9246" y="5416"/>
                    <a:pt x="9246" y="5416"/>
                  </a:cubicBezTo>
                  <a:cubicBezTo>
                    <a:pt x="9209" y="5552"/>
                    <a:pt x="9209" y="5552"/>
                    <a:pt x="9209" y="5552"/>
                  </a:cubicBezTo>
                  <a:cubicBezTo>
                    <a:pt x="9246" y="5620"/>
                    <a:pt x="9246" y="5620"/>
                    <a:pt x="9246" y="5620"/>
                  </a:cubicBezTo>
                  <a:cubicBezTo>
                    <a:pt x="9246" y="5687"/>
                    <a:pt x="9246" y="5687"/>
                    <a:pt x="9246" y="5687"/>
                  </a:cubicBezTo>
                  <a:cubicBezTo>
                    <a:pt x="9246" y="5687"/>
                    <a:pt x="9246" y="5687"/>
                    <a:pt x="9246" y="5687"/>
                  </a:cubicBezTo>
                  <a:cubicBezTo>
                    <a:pt x="9246" y="5755"/>
                    <a:pt x="9246" y="5755"/>
                    <a:pt x="9246" y="5755"/>
                  </a:cubicBezTo>
                  <a:cubicBezTo>
                    <a:pt x="9246" y="5755"/>
                    <a:pt x="9246" y="5755"/>
                    <a:pt x="9246" y="5755"/>
                  </a:cubicBezTo>
                  <a:cubicBezTo>
                    <a:pt x="9246" y="5890"/>
                    <a:pt x="9246" y="5890"/>
                    <a:pt x="9246" y="5890"/>
                  </a:cubicBezTo>
                  <a:cubicBezTo>
                    <a:pt x="9209" y="5958"/>
                    <a:pt x="9209" y="5958"/>
                    <a:pt x="9209" y="5958"/>
                  </a:cubicBezTo>
                  <a:cubicBezTo>
                    <a:pt x="9209" y="5958"/>
                    <a:pt x="9209" y="5958"/>
                    <a:pt x="9209" y="5958"/>
                  </a:cubicBezTo>
                  <a:cubicBezTo>
                    <a:pt x="9209" y="5958"/>
                    <a:pt x="9209" y="5958"/>
                    <a:pt x="9209" y="5958"/>
                  </a:cubicBezTo>
                  <a:cubicBezTo>
                    <a:pt x="9246" y="5958"/>
                    <a:pt x="9246" y="5958"/>
                    <a:pt x="9246" y="5958"/>
                  </a:cubicBezTo>
                  <a:cubicBezTo>
                    <a:pt x="9283" y="5890"/>
                    <a:pt x="9283" y="5890"/>
                    <a:pt x="9283" y="5890"/>
                  </a:cubicBezTo>
                  <a:cubicBezTo>
                    <a:pt x="9283" y="5823"/>
                    <a:pt x="9283" y="5823"/>
                    <a:pt x="9283" y="5823"/>
                  </a:cubicBezTo>
                  <a:cubicBezTo>
                    <a:pt x="9283" y="5823"/>
                    <a:pt x="9283" y="5823"/>
                    <a:pt x="9283" y="5823"/>
                  </a:cubicBezTo>
                  <a:cubicBezTo>
                    <a:pt x="9283" y="5823"/>
                    <a:pt x="9283" y="5823"/>
                    <a:pt x="9283" y="5823"/>
                  </a:cubicBezTo>
                  <a:cubicBezTo>
                    <a:pt x="9320" y="5755"/>
                    <a:pt x="9320" y="5755"/>
                    <a:pt x="9320" y="5755"/>
                  </a:cubicBezTo>
                  <a:cubicBezTo>
                    <a:pt x="9357" y="5755"/>
                    <a:pt x="9357" y="5755"/>
                    <a:pt x="9357" y="5755"/>
                  </a:cubicBezTo>
                  <a:cubicBezTo>
                    <a:pt x="9320" y="5755"/>
                    <a:pt x="9320" y="5755"/>
                    <a:pt x="9320" y="5755"/>
                  </a:cubicBezTo>
                  <a:cubicBezTo>
                    <a:pt x="9283" y="5687"/>
                    <a:pt x="9283" y="5687"/>
                    <a:pt x="9283" y="5687"/>
                  </a:cubicBezTo>
                  <a:cubicBezTo>
                    <a:pt x="9246" y="5620"/>
                    <a:pt x="9246" y="5620"/>
                    <a:pt x="9246" y="5620"/>
                  </a:cubicBezTo>
                  <a:cubicBezTo>
                    <a:pt x="9283" y="5552"/>
                    <a:pt x="9283" y="5552"/>
                    <a:pt x="9283" y="5552"/>
                  </a:cubicBezTo>
                  <a:cubicBezTo>
                    <a:pt x="9320" y="5552"/>
                    <a:pt x="9320" y="5552"/>
                    <a:pt x="9320" y="5552"/>
                  </a:cubicBezTo>
                  <a:cubicBezTo>
                    <a:pt x="9394" y="5484"/>
                    <a:pt x="9394" y="5484"/>
                    <a:pt x="9394" y="5484"/>
                  </a:cubicBezTo>
                  <a:cubicBezTo>
                    <a:pt x="9431" y="5416"/>
                    <a:pt x="9431" y="5416"/>
                    <a:pt x="9431" y="5416"/>
                  </a:cubicBezTo>
                  <a:cubicBezTo>
                    <a:pt x="9468" y="5416"/>
                    <a:pt x="9468" y="5416"/>
                    <a:pt x="9468" y="5416"/>
                  </a:cubicBezTo>
                  <a:cubicBezTo>
                    <a:pt x="9468" y="5416"/>
                    <a:pt x="9468" y="5416"/>
                    <a:pt x="9468" y="5416"/>
                  </a:cubicBezTo>
                  <a:cubicBezTo>
                    <a:pt x="9468" y="5349"/>
                    <a:pt x="9468" y="5349"/>
                    <a:pt x="9468" y="5349"/>
                  </a:cubicBezTo>
                  <a:cubicBezTo>
                    <a:pt x="9505" y="5281"/>
                    <a:pt x="9505" y="5281"/>
                    <a:pt x="9505" y="5281"/>
                  </a:cubicBezTo>
                  <a:cubicBezTo>
                    <a:pt x="9542" y="5213"/>
                    <a:pt x="9542" y="5213"/>
                    <a:pt x="9542" y="5213"/>
                  </a:cubicBezTo>
                  <a:cubicBezTo>
                    <a:pt x="9505" y="5213"/>
                    <a:pt x="9505" y="5213"/>
                    <a:pt x="9505" y="5213"/>
                  </a:cubicBezTo>
                  <a:cubicBezTo>
                    <a:pt x="9505" y="5146"/>
                    <a:pt x="9505" y="5146"/>
                    <a:pt x="9505" y="5146"/>
                  </a:cubicBezTo>
                  <a:cubicBezTo>
                    <a:pt x="9542" y="5213"/>
                    <a:pt x="9542" y="5213"/>
                    <a:pt x="9542" y="5213"/>
                  </a:cubicBezTo>
                  <a:cubicBezTo>
                    <a:pt x="9579" y="5213"/>
                    <a:pt x="9579" y="5213"/>
                    <a:pt x="9579" y="5213"/>
                  </a:cubicBezTo>
                  <a:cubicBezTo>
                    <a:pt x="9616" y="5146"/>
                    <a:pt x="9616" y="5146"/>
                    <a:pt x="9616" y="5146"/>
                  </a:cubicBezTo>
                  <a:cubicBezTo>
                    <a:pt x="9616" y="5078"/>
                    <a:pt x="9616" y="5078"/>
                    <a:pt x="9616" y="5078"/>
                  </a:cubicBezTo>
                  <a:cubicBezTo>
                    <a:pt x="9653" y="5010"/>
                    <a:pt x="9653" y="5010"/>
                    <a:pt x="9653" y="5010"/>
                  </a:cubicBezTo>
                  <a:cubicBezTo>
                    <a:pt x="9653" y="4942"/>
                    <a:pt x="9653" y="4942"/>
                    <a:pt x="9653" y="4942"/>
                  </a:cubicBezTo>
                  <a:cubicBezTo>
                    <a:pt x="9653" y="4875"/>
                    <a:pt x="9653" y="4875"/>
                    <a:pt x="9653" y="4875"/>
                  </a:cubicBezTo>
                  <a:cubicBezTo>
                    <a:pt x="9579" y="4942"/>
                    <a:pt x="9579" y="4942"/>
                    <a:pt x="9579" y="4942"/>
                  </a:cubicBezTo>
                  <a:cubicBezTo>
                    <a:pt x="9579" y="5010"/>
                    <a:pt x="9579" y="5010"/>
                    <a:pt x="9579" y="5010"/>
                  </a:cubicBezTo>
                  <a:cubicBezTo>
                    <a:pt x="9542" y="5078"/>
                    <a:pt x="9542" y="5078"/>
                    <a:pt x="9542" y="5078"/>
                  </a:cubicBezTo>
                  <a:cubicBezTo>
                    <a:pt x="9505" y="5010"/>
                    <a:pt x="9505" y="5010"/>
                    <a:pt x="9505" y="5010"/>
                  </a:cubicBezTo>
                  <a:cubicBezTo>
                    <a:pt x="9468" y="4942"/>
                    <a:pt x="9468" y="4942"/>
                    <a:pt x="9468" y="4942"/>
                  </a:cubicBezTo>
                  <a:cubicBezTo>
                    <a:pt x="9505" y="4875"/>
                    <a:pt x="9505" y="4875"/>
                    <a:pt x="9505" y="4875"/>
                  </a:cubicBezTo>
                  <a:cubicBezTo>
                    <a:pt x="9505" y="4807"/>
                    <a:pt x="9505" y="4807"/>
                    <a:pt x="9505" y="4807"/>
                  </a:cubicBezTo>
                  <a:cubicBezTo>
                    <a:pt x="9542" y="4739"/>
                    <a:pt x="9542" y="4739"/>
                    <a:pt x="9542" y="4739"/>
                  </a:cubicBezTo>
                  <a:cubicBezTo>
                    <a:pt x="9579" y="4739"/>
                    <a:pt x="9579" y="4739"/>
                    <a:pt x="9579" y="4739"/>
                  </a:cubicBezTo>
                  <a:cubicBezTo>
                    <a:pt x="9616" y="4807"/>
                    <a:pt x="9616" y="4807"/>
                    <a:pt x="9616" y="4807"/>
                  </a:cubicBezTo>
                  <a:cubicBezTo>
                    <a:pt x="9653" y="4807"/>
                    <a:pt x="9653" y="4807"/>
                    <a:pt x="9653" y="4807"/>
                  </a:cubicBezTo>
                  <a:cubicBezTo>
                    <a:pt x="9653" y="4739"/>
                    <a:pt x="9653" y="4739"/>
                    <a:pt x="9653" y="4739"/>
                  </a:cubicBezTo>
                  <a:cubicBezTo>
                    <a:pt x="9690" y="4672"/>
                    <a:pt x="9690" y="4672"/>
                    <a:pt x="9690" y="4672"/>
                  </a:cubicBezTo>
                  <a:cubicBezTo>
                    <a:pt x="9690" y="4739"/>
                    <a:pt x="9690" y="4739"/>
                    <a:pt x="9690" y="4739"/>
                  </a:cubicBezTo>
                  <a:cubicBezTo>
                    <a:pt x="9690" y="4739"/>
                    <a:pt x="9690" y="4739"/>
                    <a:pt x="9690" y="4739"/>
                  </a:cubicBezTo>
                  <a:cubicBezTo>
                    <a:pt x="9690" y="4807"/>
                    <a:pt x="9690" y="4807"/>
                    <a:pt x="9690" y="4807"/>
                  </a:cubicBezTo>
                  <a:cubicBezTo>
                    <a:pt x="9764" y="4942"/>
                    <a:pt x="9764" y="4942"/>
                    <a:pt x="9764" y="4942"/>
                  </a:cubicBezTo>
                  <a:cubicBezTo>
                    <a:pt x="9801" y="4942"/>
                    <a:pt x="9801" y="4942"/>
                    <a:pt x="9801" y="4942"/>
                  </a:cubicBezTo>
                  <a:cubicBezTo>
                    <a:pt x="9838" y="4942"/>
                    <a:pt x="9838" y="4942"/>
                    <a:pt x="9838" y="4942"/>
                  </a:cubicBezTo>
                  <a:cubicBezTo>
                    <a:pt x="9912" y="4875"/>
                    <a:pt x="9912" y="4875"/>
                    <a:pt x="9912" y="4875"/>
                  </a:cubicBezTo>
                  <a:cubicBezTo>
                    <a:pt x="9912" y="4875"/>
                    <a:pt x="9912" y="4875"/>
                    <a:pt x="9912" y="4875"/>
                  </a:cubicBezTo>
                  <a:cubicBezTo>
                    <a:pt x="9912" y="4807"/>
                    <a:pt x="9912" y="4807"/>
                    <a:pt x="9912" y="4807"/>
                  </a:cubicBezTo>
                  <a:cubicBezTo>
                    <a:pt x="9875" y="4672"/>
                    <a:pt x="9875" y="4672"/>
                    <a:pt x="9875" y="4672"/>
                  </a:cubicBezTo>
                  <a:cubicBezTo>
                    <a:pt x="9875" y="4672"/>
                    <a:pt x="9875" y="4672"/>
                    <a:pt x="9875" y="4672"/>
                  </a:cubicBezTo>
                  <a:cubicBezTo>
                    <a:pt x="9875" y="4672"/>
                    <a:pt x="9875" y="4672"/>
                    <a:pt x="9875" y="4672"/>
                  </a:cubicBezTo>
                  <a:cubicBezTo>
                    <a:pt x="9949" y="4739"/>
                    <a:pt x="9949" y="4739"/>
                    <a:pt x="9949" y="4739"/>
                  </a:cubicBezTo>
                  <a:cubicBezTo>
                    <a:pt x="9986" y="4807"/>
                    <a:pt x="9986" y="4807"/>
                    <a:pt x="9986" y="4807"/>
                  </a:cubicBezTo>
                  <a:cubicBezTo>
                    <a:pt x="10023" y="4807"/>
                    <a:pt x="10023" y="4807"/>
                    <a:pt x="10023" y="4807"/>
                  </a:cubicBezTo>
                  <a:cubicBezTo>
                    <a:pt x="9986" y="4875"/>
                    <a:pt x="9986" y="4875"/>
                    <a:pt x="9986" y="4875"/>
                  </a:cubicBezTo>
                  <a:cubicBezTo>
                    <a:pt x="10023" y="4875"/>
                    <a:pt x="10023" y="4875"/>
                    <a:pt x="10023" y="4875"/>
                  </a:cubicBezTo>
                  <a:cubicBezTo>
                    <a:pt x="10060" y="4942"/>
                    <a:pt x="10060" y="4942"/>
                    <a:pt x="10060" y="4942"/>
                  </a:cubicBezTo>
                  <a:cubicBezTo>
                    <a:pt x="10060" y="5078"/>
                    <a:pt x="10060" y="5078"/>
                    <a:pt x="10060" y="5078"/>
                  </a:cubicBezTo>
                  <a:cubicBezTo>
                    <a:pt x="10060" y="5078"/>
                    <a:pt x="10060" y="5078"/>
                    <a:pt x="10060" y="5078"/>
                  </a:cubicBezTo>
                  <a:cubicBezTo>
                    <a:pt x="10060" y="5078"/>
                    <a:pt x="10060" y="5078"/>
                    <a:pt x="10060" y="5078"/>
                  </a:cubicBezTo>
                  <a:cubicBezTo>
                    <a:pt x="10097" y="5010"/>
                    <a:pt x="10097" y="5010"/>
                    <a:pt x="10097" y="5010"/>
                  </a:cubicBezTo>
                  <a:cubicBezTo>
                    <a:pt x="10097" y="5010"/>
                    <a:pt x="10097" y="5010"/>
                    <a:pt x="10097" y="5010"/>
                  </a:cubicBezTo>
                  <a:cubicBezTo>
                    <a:pt x="10134" y="4942"/>
                    <a:pt x="10134" y="4942"/>
                    <a:pt x="10134" y="4942"/>
                  </a:cubicBezTo>
                  <a:cubicBezTo>
                    <a:pt x="10134" y="4942"/>
                    <a:pt x="10134" y="4942"/>
                    <a:pt x="10134" y="4942"/>
                  </a:cubicBezTo>
                  <a:cubicBezTo>
                    <a:pt x="10097" y="4942"/>
                    <a:pt x="10097" y="4942"/>
                    <a:pt x="10097" y="4942"/>
                  </a:cubicBezTo>
                  <a:cubicBezTo>
                    <a:pt x="10060" y="4942"/>
                    <a:pt x="10060" y="4942"/>
                    <a:pt x="10060" y="4942"/>
                  </a:cubicBezTo>
                  <a:cubicBezTo>
                    <a:pt x="10060" y="4875"/>
                    <a:pt x="10060" y="4875"/>
                    <a:pt x="10060" y="4875"/>
                  </a:cubicBezTo>
                  <a:cubicBezTo>
                    <a:pt x="10097" y="4807"/>
                    <a:pt x="10097" y="4807"/>
                    <a:pt x="10097" y="4807"/>
                  </a:cubicBezTo>
                  <a:cubicBezTo>
                    <a:pt x="10134" y="4807"/>
                    <a:pt x="10134" y="4807"/>
                    <a:pt x="10134" y="4807"/>
                  </a:cubicBezTo>
                  <a:cubicBezTo>
                    <a:pt x="10134" y="4739"/>
                    <a:pt x="10134" y="4739"/>
                    <a:pt x="10134" y="4739"/>
                  </a:cubicBezTo>
                  <a:cubicBezTo>
                    <a:pt x="10171" y="4739"/>
                    <a:pt x="10171" y="4739"/>
                    <a:pt x="10171" y="4739"/>
                  </a:cubicBezTo>
                  <a:cubicBezTo>
                    <a:pt x="10171" y="4739"/>
                    <a:pt x="10171" y="4739"/>
                    <a:pt x="10171" y="4739"/>
                  </a:cubicBezTo>
                  <a:cubicBezTo>
                    <a:pt x="10245" y="4672"/>
                    <a:pt x="10245" y="4672"/>
                    <a:pt x="10245" y="4672"/>
                  </a:cubicBezTo>
                  <a:cubicBezTo>
                    <a:pt x="10356" y="4672"/>
                    <a:pt x="10356" y="4672"/>
                    <a:pt x="10356" y="4672"/>
                  </a:cubicBezTo>
                  <a:cubicBezTo>
                    <a:pt x="10467" y="4604"/>
                    <a:pt x="10467" y="4604"/>
                    <a:pt x="10467" y="4604"/>
                  </a:cubicBezTo>
                  <a:cubicBezTo>
                    <a:pt x="10578" y="4536"/>
                    <a:pt x="10578" y="4536"/>
                    <a:pt x="10578" y="4536"/>
                  </a:cubicBezTo>
                  <a:cubicBezTo>
                    <a:pt x="10615" y="4536"/>
                    <a:pt x="10615" y="4536"/>
                    <a:pt x="10615" y="4536"/>
                  </a:cubicBezTo>
                  <a:cubicBezTo>
                    <a:pt x="10689" y="4604"/>
                    <a:pt x="10689" y="4604"/>
                    <a:pt x="10689" y="4604"/>
                  </a:cubicBezTo>
                  <a:cubicBezTo>
                    <a:pt x="10689" y="4604"/>
                    <a:pt x="10689" y="4604"/>
                    <a:pt x="10689" y="4604"/>
                  </a:cubicBezTo>
                  <a:cubicBezTo>
                    <a:pt x="10652" y="4672"/>
                    <a:pt x="10652" y="4672"/>
                    <a:pt x="10652" y="4672"/>
                  </a:cubicBezTo>
                  <a:cubicBezTo>
                    <a:pt x="10652" y="4672"/>
                    <a:pt x="10652" y="4672"/>
                    <a:pt x="10652" y="4672"/>
                  </a:cubicBezTo>
                  <a:cubicBezTo>
                    <a:pt x="10652" y="4807"/>
                    <a:pt x="10652" y="4807"/>
                    <a:pt x="10652" y="4807"/>
                  </a:cubicBezTo>
                  <a:cubicBezTo>
                    <a:pt x="10689" y="4875"/>
                    <a:pt x="10689" y="4875"/>
                    <a:pt x="10689" y="4875"/>
                  </a:cubicBezTo>
                  <a:cubicBezTo>
                    <a:pt x="10836" y="4875"/>
                    <a:pt x="10836" y="4875"/>
                    <a:pt x="10836" y="4875"/>
                  </a:cubicBezTo>
                  <a:cubicBezTo>
                    <a:pt x="10873" y="4875"/>
                    <a:pt x="10873" y="4875"/>
                    <a:pt x="10873" y="4875"/>
                  </a:cubicBezTo>
                  <a:cubicBezTo>
                    <a:pt x="10873" y="4875"/>
                    <a:pt x="10873" y="4875"/>
                    <a:pt x="10873" y="4875"/>
                  </a:cubicBezTo>
                  <a:cubicBezTo>
                    <a:pt x="10947" y="4875"/>
                    <a:pt x="10947" y="4875"/>
                    <a:pt x="10947" y="4875"/>
                  </a:cubicBezTo>
                  <a:cubicBezTo>
                    <a:pt x="10984" y="4875"/>
                    <a:pt x="10984" y="4875"/>
                    <a:pt x="10984" y="4875"/>
                  </a:cubicBezTo>
                  <a:cubicBezTo>
                    <a:pt x="11095" y="4875"/>
                    <a:pt x="11095" y="4875"/>
                    <a:pt x="11095" y="4875"/>
                  </a:cubicBezTo>
                  <a:cubicBezTo>
                    <a:pt x="11169" y="4807"/>
                    <a:pt x="11169" y="4807"/>
                    <a:pt x="11169" y="4807"/>
                  </a:cubicBezTo>
                  <a:cubicBezTo>
                    <a:pt x="11169" y="4807"/>
                    <a:pt x="11169" y="4807"/>
                    <a:pt x="11169" y="4807"/>
                  </a:cubicBezTo>
                  <a:cubicBezTo>
                    <a:pt x="11206" y="4807"/>
                    <a:pt x="11206" y="4807"/>
                    <a:pt x="11206" y="4807"/>
                  </a:cubicBezTo>
                  <a:cubicBezTo>
                    <a:pt x="11243" y="4739"/>
                    <a:pt x="11243" y="4739"/>
                    <a:pt x="11243" y="4739"/>
                  </a:cubicBezTo>
                  <a:cubicBezTo>
                    <a:pt x="11206" y="4739"/>
                    <a:pt x="11206" y="4739"/>
                    <a:pt x="11206" y="4739"/>
                  </a:cubicBezTo>
                  <a:cubicBezTo>
                    <a:pt x="11243" y="4739"/>
                    <a:pt x="11243" y="4739"/>
                    <a:pt x="11243" y="4739"/>
                  </a:cubicBezTo>
                  <a:cubicBezTo>
                    <a:pt x="11280" y="4739"/>
                    <a:pt x="11280" y="4739"/>
                    <a:pt x="11280" y="4739"/>
                  </a:cubicBezTo>
                  <a:cubicBezTo>
                    <a:pt x="11317" y="4739"/>
                    <a:pt x="11317" y="4739"/>
                    <a:pt x="11317" y="4739"/>
                  </a:cubicBezTo>
                  <a:cubicBezTo>
                    <a:pt x="11317" y="4739"/>
                    <a:pt x="11317" y="4739"/>
                    <a:pt x="11317" y="4739"/>
                  </a:cubicBezTo>
                  <a:cubicBezTo>
                    <a:pt x="11354" y="4739"/>
                    <a:pt x="11354" y="4739"/>
                    <a:pt x="11354" y="4739"/>
                  </a:cubicBezTo>
                  <a:cubicBezTo>
                    <a:pt x="11354" y="4672"/>
                    <a:pt x="11354" y="4672"/>
                    <a:pt x="11354" y="4672"/>
                  </a:cubicBezTo>
                  <a:cubicBezTo>
                    <a:pt x="11354" y="4672"/>
                    <a:pt x="11354" y="4672"/>
                    <a:pt x="11354" y="4672"/>
                  </a:cubicBezTo>
                  <a:cubicBezTo>
                    <a:pt x="11317" y="4604"/>
                    <a:pt x="11317" y="4604"/>
                    <a:pt x="11317" y="4604"/>
                  </a:cubicBezTo>
                  <a:cubicBezTo>
                    <a:pt x="11354" y="4536"/>
                    <a:pt x="11354" y="4536"/>
                    <a:pt x="11354" y="4536"/>
                  </a:cubicBezTo>
                  <a:cubicBezTo>
                    <a:pt x="11317" y="4536"/>
                    <a:pt x="11317" y="4536"/>
                    <a:pt x="11317" y="4536"/>
                  </a:cubicBezTo>
                  <a:cubicBezTo>
                    <a:pt x="11280" y="4536"/>
                    <a:pt x="11280" y="4536"/>
                    <a:pt x="11280" y="4536"/>
                  </a:cubicBezTo>
                  <a:cubicBezTo>
                    <a:pt x="11280" y="4468"/>
                    <a:pt x="11280" y="4468"/>
                    <a:pt x="11280" y="4468"/>
                  </a:cubicBezTo>
                  <a:cubicBezTo>
                    <a:pt x="11243" y="4401"/>
                    <a:pt x="11243" y="4401"/>
                    <a:pt x="11243" y="4401"/>
                  </a:cubicBezTo>
                  <a:cubicBezTo>
                    <a:pt x="11243" y="4401"/>
                    <a:pt x="11243" y="4401"/>
                    <a:pt x="11243" y="4401"/>
                  </a:cubicBezTo>
                  <a:cubicBezTo>
                    <a:pt x="11243" y="4333"/>
                    <a:pt x="11243" y="4333"/>
                    <a:pt x="11243" y="4333"/>
                  </a:cubicBezTo>
                  <a:cubicBezTo>
                    <a:pt x="11243" y="4265"/>
                    <a:pt x="11243" y="4265"/>
                    <a:pt x="11243" y="4265"/>
                  </a:cubicBezTo>
                  <a:cubicBezTo>
                    <a:pt x="11243" y="4198"/>
                    <a:pt x="11243" y="4198"/>
                    <a:pt x="11243" y="4198"/>
                  </a:cubicBezTo>
                  <a:cubicBezTo>
                    <a:pt x="11243" y="4265"/>
                    <a:pt x="11243" y="4265"/>
                    <a:pt x="11243" y="4265"/>
                  </a:cubicBezTo>
                  <a:cubicBezTo>
                    <a:pt x="11280" y="4265"/>
                    <a:pt x="11280" y="4265"/>
                    <a:pt x="11280" y="4265"/>
                  </a:cubicBezTo>
                  <a:cubicBezTo>
                    <a:pt x="11317" y="4198"/>
                    <a:pt x="11317" y="4198"/>
                    <a:pt x="11317" y="4198"/>
                  </a:cubicBezTo>
                  <a:cubicBezTo>
                    <a:pt x="11280" y="4198"/>
                    <a:pt x="11280" y="4198"/>
                    <a:pt x="11280" y="4198"/>
                  </a:cubicBezTo>
                  <a:cubicBezTo>
                    <a:pt x="11280" y="4130"/>
                    <a:pt x="11280" y="4130"/>
                    <a:pt x="11280" y="4130"/>
                  </a:cubicBezTo>
                  <a:cubicBezTo>
                    <a:pt x="11317" y="4130"/>
                    <a:pt x="11317" y="4130"/>
                    <a:pt x="11317" y="4130"/>
                  </a:cubicBezTo>
                  <a:cubicBezTo>
                    <a:pt x="11354" y="4198"/>
                    <a:pt x="11354" y="4198"/>
                    <a:pt x="11354" y="4198"/>
                  </a:cubicBezTo>
                  <a:cubicBezTo>
                    <a:pt x="11354" y="4198"/>
                    <a:pt x="11354" y="4198"/>
                    <a:pt x="11354" y="4198"/>
                  </a:cubicBezTo>
                  <a:cubicBezTo>
                    <a:pt x="11391" y="4130"/>
                    <a:pt x="11391" y="4130"/>
                    <a:pt x="11391" y="4130"/>
                  </a:cubicBezTo>
                  <a:cubicBezTo>
                    <a:pt x="11391" y="4130"/>
                    <a:pt x="11391" y="4130"/>
                    <a:pt x="11391" y="4130"/>
                  </a:cubicBezTo>
                  <a:cubicBezTo>
                    <a:pt x="11428" y="4130"/>
                    <a:pt x="11428" y="4130"/>
                    <a:pt x="11428" y="4130"/>
                  </a:cubicBezTo>
                  <a:cubicBezTo>
                    <a:pt x="11465" y="4130"/>
                    <a:pt x="11465" y="4130"/>
                    <a:pt x="11465" y="4130"/>
                  </a:cubicBezTo>
                  <a:cubicBezTo>
                    <a:pt x="11465" y="4130"/>
                    <a:pt x="11465" y="4130"/>
                    <a:pt x="11465" y="4130"/>
                  </a:cubicBezTo>
                  <a:cubicBezTo>
                    <a:pt x="11502" y="4130"/>
                    <a:pt x="11502" y="4130"/>
                    <a:pt x="11502" y="4130"/>
                  </a:cubicBezTo>
                  <a:cubicBezTo>
                    <a:pt x="11539" y="4198"/>
                    <a:pt x="11539" y="4198"/>
                    <a:pt x="11539" y="4198"/>
                  </a:cubicBezTo>
                  <a:cubicBezTo>
                    <a:pt x="11539" y="4198"/>
                    <a:pt x="11539" y="4198"/>
                    <a:pt x="11539" y="4198"/>
                  </a:cubicBezTo>
                  <a:cubicBezTo>
                    <a:pt x="11576" y="4198"/>
                    <a:pt x="11576" y="4198"/>
                    <a:pt x="11576" y="4198"/>
                  </a:cubicBezTo>
                  <a:cubicBezTo>
                    <a:pt x="11576" y="4130"/>
                    <a:pt x="11576" y="4130"/>
                    <a:pt x="11576" y="4130"/>
                  </a:cubicBezTo>
                  <a:cubicBezTo>
                    <a:pt x="11576" y="4130"/>
                    <a:pt x="11576" y="4130"/>
                    <a:pt x="11576" y="4130"/>
                  </a:cubicBezTo>
                  <a:cubicBezTo>
                    <a:pt x="11613" y="4198"/>
                    <a:pt x="11613" y="4198"/>
                    <a:pt x="11613" y="4198"/>
                  </a:cubicBezTo>
                  <a:cubicBezTo>
                    <a:pt x="11576" y="4265"/>
                    <a:pt x="11576" y="4265"/>
                    <a:pt x="11576" y="4265"/>
                  </a:cubicBezTo>
                  <a:cubicBezTo>
                    <a:pt x="11576" y="4265"/>
                    <a:pt x="11576" y="4265"/>
                    <a:pt x="11576" y="4265"/>
                  </a:cubicBezTo>
                  <a:cubicBezTo>
                    <a:pt x="11576" y="4265"/>
                    <a:pt x="11576" y="4265"/>
                    <a:pt x="11576" y="4265"/>
                  </a:cubicBezTo>
                  <a:cubicBezTo>
                    <a:pt x="11613" y="4265"/>
                    <a:pt x="11613" y="4265"/>
                    <a:pt x="11613" y="4265"/>
                  </a:cubicBezTo>
                  <a:cubicBezTo>
                    <a:pt x="11650" y="4265"/>
                    <a:pt x="11650" y="4265"/>
                    <a:pt x="11650" y="4265"/>
                  </a:cubicBezTo>
                  <a:cubicBezTo>
                    <a:pt x="11650" y="4265"/>
                    <a:pt x="11650" y="4265"/>
                    <a:pt x="11650" y="4265"/>
                  </a:cubicBezTo>
                  <a:cubicBezTo>
                    <a:pt x="11650" y="4265"/>
                    <a:pt x="11650" y="4265"/>
                    <a:pt x="11650" y="4265"/>
                  </a:cubicBezTo>
                  <a:cubicBezTo>
                    <a:pt x="11687" y="4265"/>
                    <a:pt x="11687" y="4265"/>
                    <a:pt x="11687" y="4265"/>
                  </a:cubicBezTo>
                  <a:cubicBezTo>
                    <a:pt x="11650" y="4198"/>
                    <a:pt x="11650" y="4198"/>
                    <a:pt x="11650" y="4198"/>
                  </a:cubicBezTo>
                  <a:cubicBezTo>
                    <a:pt x="11650" y="4198"/>
                    <a:pt x="11650" y="4198"/>
                    <a:pt x="11650" y="4198"/>
                  </a:cubicBezTo>
                  <a:cubicBezTo>
                    <a:pt x="11650" y="4130"/>
                    <a:pt x="11650" y="4130"/>
                    <a:pt x="11650" y="4130"/>
                  </a:cubicBezTo>
                  <a:cubicBezTo>
                    <a:pt x="11687" y="4130"/>
                    <a:pt x="11687" y="4130"/>
                    <a:pt x="11687" y="4130"/>
                  </a:cubicBezTo>
                  <a:cubicBezTo>
                    <a:pt x="11724" y="4130"/>
                    <a:pt x="11724" y="4130"/>
                    <a:pt x="11724" y="4130"/>
                  </a:cubicBezTo>
                  <a:cubicBezTo>
                    <a:pt x="11761" y="4130"/>
                    <a:pt x="11761" y="4130"/>
                    <a:pt x="11761" y="4130"/>
                  </a:cubicBezTo>
                  <a:cubicBezTo>
                    <a:pt x="11761" y="4130"/>
                    <a:pt x="11761" y="4130"/>
                    <a:pt x="11761" y="4130"/>
                  </a:cubicBezTo>
                  <a:cubicBezTo>
                    <a:pt x="11798" y="4130"/>
                    <a:pt x="11798" y="4130"/>
                    <a:pt x="11798" y="4130"/>
                  </a:cubicBezTo>
                  <a:cubicBezTo>
                    <a:pt x="11798" y="4198"/>
                    <a:pt x="11798" y="4198"/>
                    <a:pt x="11798" y="4198"/>
                  </a:cubicBezTo>
                  <a:cubicBezTo>
                    <a:pt x="11835" y="4265"/>
                    <a:pt x="11835" y="4265"/>
                    <a:pt x="11835" y="4265"/>
                  </a:cubicBezTo>
                  <a:cubicBezTo>
                    <a:pt x="11835" y="4198"/>
                    <a:pt x="11835" y="4198"/>
                    <a:pt x="11835" y="4198"/>
                  </a:cubicBezTo>
                  <a:cubicBezTo>
                    <a:pt x="11835" y="4198"/>
                    <a:pt x="11835" y="4198"/>
                    <a:pt x="11835" y="4198"/>
                  </a:cubicBezTo>
                  <a:cubicBezTo>
                    <a:pt x="11872" y="4130"/>
                    <a:pt x="11872" y="4130"/>
                    <a:pt x="11872" y="4130"/>
                  </a:cubicBezTo>
                  <a:cubicBezTo>
                    <a:pt x="11872" y="4198"/>
                    <a:pt x="11872" y="4198"/>
                    <a:pt x="11872" y="4198"/>
                  </a:cubicBezTo>
                  <a:cubicBezTo>
                    <a:pt x="11909" y="4265"/>
                    <a:pt x="11909" y="4265"/>
                    <a:pt x="11909" y="4265"/>
                  </a:cubicBezTo>
                  <a:cubicBezTo>
                    <a:pt x="11946" y="4198"/>
                    <a:pt x="11946" y="4198"/>
                    <a:pt x="11946" y="4198"/>
                  </a:cubicBezTo>
                  <a:cubicBezTo>
                    <a:pt x="11946" y="4265"/>
                    <a:pt x="11946" y="4265"/>
                    <a:pt x="11946" y="4265"/>
                  </a:cubicBezTo>
                  <a:cubicBezTo>
                    <a:pt x="11983" y="4333"/>
                    <a:pt x="11983" y="4333"/>
                    <a:pt x="11983" y="4333"/>
                  </a:cubicBezTo>
                  <a:cubicBezTo>
                    <a:pt x="11983" y="4265"/>
                    <a:pt x="11983" y="4265"/>
                    <a:pt x="11983" y="4265"/>
                  </a:cubicBezTo>
                  <a:cubicBezTo>
                    <a:pt x="12020" y="4265"/>
                    <a:pt x="12020" y="4265"/>
                    <a:pt x="12020" y="4265"/>
                  </a:cubicBezTo>
                  <a:cubicBezTo>
                    <a:pt x="12020" y="4265"/>
                    <a:pt x="12020" y="4265"/>
                    <a:pt x="12020" y="4265"/>
                  </a:cubicBezTo>
                  <a:cubicBezTo>
                    <a:pt x="12020" y="4333"/>
                    <a:pt x="12020" y="4333"/>
                    <a:pt x="12020" y="4333"/>
                  </a:cubicBezTo>
                  <a:cubicBezTo>
                    <a:pt x="12020" y="4401"/>
                    <a:pt x="12020" y="4401"/>
                    <a:pt x="12020" y="4401"/>
                  </a:cubicBezTo>
                  <a:cubicBezTo>
                    <a:pt x="12057" y="4401"/>
                    <a:pt x="12057" y="4401"/>
                    <a:pt x="12057" y="4401"/>
                  </a:cubicBezTo>
                  <a:cubicBezTo>
                    <a:pt x="12094" y="4401"/>
                    <a:pt x="12094" y="4401"/>
                    <a:pt x="12094" y="4401"/>
                  </a:cubicBezTo>
                  <a:cubicBezTo>
                    <a:pt x="12094" y="4468"/>
                    <a:pt x="12094" y="4468"/>
                    <a:pt x="12094" y="4468"/>
                  </a:cubicBezTo>
                  <a:cubicBezTo>
                    <a:pt x="12094" y="4401"/>
                    <a:pt x="12094" y="4401"/>
                    <a:pt x="12094" y="4401"/>
                  </a:cubicBezTo>
                  <a:cubicBezTo>
                    <a:pt x="12131" y="4401"/>
                    <a:pt x="12131" y="4401"/>
                    <a:pt x="12131" y="4401"/>
                  </a:cubicBezTo>
                  <a:cubicBezTo>
                    <a:pt x="12131" y="4468"/>
                    <a:pt x="12131" y="4468"/>
                    <a:pt x="12131" y="4468"/>
                  </a:cubicBezTo>
                  <a:cubicBezTo>
                    <a:pt x="12094" y="4536"/>
                    <a:pt x="12094" y="4536"/>
                    <a:pt x="12094" y="4536"/>
                  </a:cubicBezTo>
                  <a:cubicBezTo>
                    <a:pt x="12094" y="4604"/>
                    <a:pt x="12094" y="4604"/>
                    <a:pt x="12094" y="4604"/>
                  </a:cubicBezTo>
                  <a:cubicBezTo>
                    <a:pt x="12131" y="4536"/>
                    <a:pt x="12131" y="4536"/>
                    <a:pt x="12131" y="4536"/>
                  </a:cubicBezTo>
                  <a:cubicBezTo>
                    <a:pt x="12168" y="4536"/>
                    <a:pt x="12168" y="4536"/>
                    <a:pt x="12168" y="4536"/>
                  </a:cubicBezTo>
                  <a:cubicBezTo>
                    <a:pt x="12168" y="4536"/>
                    <a:pt x="12168" y="4536"/>
                    <a:pt x="12168" y="4536"/>
                  </a:cubicBezTo>
                  <a:cubicBezTo>
                    <a:pt x="12131" y="4672"/>
                    <a:pt x="12131" y="4672"/>
                    <a:pt x="12131" y="4672"/>
                  </a:cubicBezTo>
                  <a:cubicBezTo>
                    <a:pt x="12131" y="4739"/>
                    <a:pt x="12131" y="4739"/>
                    <a:pt x="12131" y="4739"/>
                  </a:cubicBezTo>
                  <a:cubicBezTo>
                    <a:pt x="12168" y="4739"/>
                    <a:pt x="12168" y="4739"/>
                    <a:pt x="12168" y="4739"/>
                  </a:cubicBezTo>
                  <a:cubicBezTo>
                    <a:pt x="12205" y="4739"/>
                    <a:pt x="12205" y="4739"/>
                    <a:pt x="12205" y="4739"/>
                  </a:cubicBezTo>
                  <a:cubicBezTo>
                    <a:pt x="12205" y="4672"/>
                    <a:pt x="12205" y="4672"/>
                    <a:pt x="12205" y="4672"/>
                  </a:cubicBezTo>
                  <a:cubicBezTo>
                    <a:pt x="12242" y="4672"/>
                    <a:pt x="12242" y="4672"/>
                    <a:pt x="12242" y="4672"/>
                  </a:cubicBezTo>
                  <a:cubicBezTo>
                    <a:pt x="12242" y="4739"/>
                    <a:pt x="12242" y="4739"/>
                    <a:pt x="12242" y="4739"/>
                  </a:cubicBezTo>
                  <a:cubicBezTo>
                    <a:pt x="12279" y="4739"/>
                    <a:pt x="12279" y="4739"/>
                    <a:pt x="12279" y="4739"/>
                  </a:cubicBezTo>
                  <a:cubicBezTo>
                    <a:pt x="12279" y="4807"/>
                    <a:pt x="12279" y="4807"/>
                    <a:pt x="12279" y="4807"/>
                  </a:cubicBezTo>
                  <a:cubicBezTo>
                    <a:pt x="12279" y="4875"/>
                    <a:pt x="12279" y="4875"/>
                    <a:pt x="12279" y="4875"/>
                  </a:cubicBezTo>
                  <a:cubicBezTo>
                    <a:pt x="12316" y="4875"/>
                    <a:pt x="12316" y="4875"/>
                    <a:pt x="12316" y="4875"/>
                  </a:cubicBezTo>
                  <a:cubicBezTo>
                    <a:pt x="12316" y="4875"/>
                    <a:pt x="12316" y="4875"/>
                    <a:pt x="12316" y="4875"/>
                  </a:cubicBezTo>
                  <a:cubicBezTo>
                    <a:pt x="12353" y="4875"/>
                    <a:pt x="12353" y="4875"/>
                    <a:pt x="12353" y="4875"/>
                  </a:cubicBezTo>
                  <a:cubicBezTo>
                    <a:pt x="12353" y="4942"/>
                    <a:pt x="12353" y="4942"/>
                    <a:pt x="12353" y="4942"/>
                  </a:cubicBezTo>
                  <a:cubicBezTo>
                    <a:pt x="12316" y="5010"/>
                    <a:pt x="12316" y="5010"/>
                    <a:pt x="12316" y="5010"/>
                  </a:cubicBezTo>
                  <a:cubicBezTo>
                    <a:pt x="12279" y="5010"/>
                    <a:pt x="12279" y="5010"/>
                    <a:pt x="12279" y="5010"/>
                  </a:cubicBezTo>
                  <a:cubicBezTo>
                    <a:pt x="12242" y="5010"/>
                    <a:pt x="12242" y="5010"/>
                    <a:pt x="12242" y="5010"/>
                  </a:cubicBezTo>
                  <a:cubicBezTo>
                    <a:pt x="12205" y="4942"/>
                    <a:pt x="12205" y="4942"/>
                    <a:pt x="12205" y="4942"/>
                  </a:cubicBezTo>
                  <a:cubicBezTo>
                    <a:pt x="12131" y="4942"/>
                    <a:pt x="12131" y="4942"/>
                    <a:pt x="12131" y="4942"/>
                  </a:cubicBezTo>
                  <a:cubicBezTo>
                    <a:pt x="12168" y="5010"/>
                    <a:pt x="12168" y="5010"/>
                    <a:pt x="12168" y="5010"/>
                  </a:cubicBezTo>
                  <a:cubicBezTo>
                    <a:pt x="12168" y="5078"/>
                    <a:pt x="12168" y="5078"/>
                    <a:pt x="12168" y="5078"/>
                  </a:cubicBezTo>
                  <a:cubicBezTo>
                    <a:pt x="12242" y="5078"/>
                    <a:pt x="12242" y="5078"/>
                    <a:pt x="12242" y="5078"/>
                  </a:cubicBezTo>
                  <a:cubicBezTo>
                    <a:pt x="12242" y="5146"/>
                    <a:pt x="12242" y="5146"/>
                    <a:pt x="12242" y="5146"/>
                  </a:cubicBezTo>
                  <a:cubicBezTo>
                    <a:pt x="12316" y="5213"/>
                    <a:pt x="12316" y="5213"/>
                    <a:pt x="12316" y="5213"/>
                  </a:cubicBezTo>
                  <a:cubicBezTo>
                    <a:pt x="12353" y="5213"/>
                    <a:pt x="12353" y="5213"/>
                    <a:pt x="12353" y="5213"/>
                  </a:cubicBezTo>
                  <a:cubicBezTo>
                    <a:pt x="12390" y="5146"/>
                    <a:pt x="12390" y="5146"/>
                    <a:pt x="12390" y="5146"/>
                  </a:cubicBezTo>
                  <a:cubicBezTo>
                    <a:pt x="12390" y="5146"/>
                    <a:pt x="12390" y="5146"/>
                    <a:pt x="12390" y="5146"/>
                  </a:cubicBezTo>
                  <a:cubicBezTo>
                    <a:pt x="12390" y="5078"/>
                    <a:pt x="12390" y="5078"/>
                    <a:pt x="12390" y="5078"/>
                  </a:cubicBezTo>
                  <a:cubicBezTo>
                    <a:pt x="12353" y="5010"/>
                    <a:pt x="12353" y="5010"/>
                    <a:pt x="12353" y="5010"/>
                  </a:cubicBezTo>
                  <a:cubicBezTo>
                    <a:pt x="12390" y="5010"/>
                    <a:pt x="12390" y="5010"/>
                    <a:pt x="12390" y="5010"/>
                  </a:cubicBezTo>
                  <a:cubicBezTo>
                    <a:pt x="12427" y="5078"/>
                    <a:pt x="12427" y="5078"/>
                    <a:pt x="12427" y="5078"/>
                  </a:cubicBezTo>
                  <a:cubicBezTo>
                    <a:pt x="12464" y="5146"/>
                    <a:pt x="12464" y="5146"/>
                    <a:pt x="12464" y="5146"/>
                  </a:cubicBezTo>
                  <a:cubicBezTo>
                    <a:pt x="12464" y="5146"/>
                    <a:pt x="12464" y="5146"/>
                    <a:pt x="12464" y="5146"/>
                  </a:cubicBezTo>
                  <a:cubicBezTo>
                    <a:pt x="12427" y="5146"/>
                    <a:pt x="12427" y="5146"/>
                    <a:pt x="12427" y="5146"/>
                  </a:cubicBezTo>
                  <a:cubicBezTo>
                    <a:pt x="12390" y="5281"/>
                    <a:pt x="12390" y="5281"/>
                    <a:pt x="12390" y="5281"/>
                  </a:cubicBezTo>
                  <a:cubicBezTo>
                    <a:pt x="12390" y="5281"/>
                    <a:pt x="12390" y="5281"/>
                    <a:pt x="12390" y="5281"/>
                  </a:cubicBezTo>
                  <a:cubicBezTo>
                    <a:pt x="12427" y="5281"/>
                    <a:pt x="12427" y="5281"/>
                    <a:pt x="12427" y="5281"/>
                  </a:cubicBezTo>
                  <a:cubicBezTo>
                    <a:pt x="12427" y="5281"/>
                    <a:pt x="12427" y="5281"/>
                    <a:pt x="12427" y="5281"/>
                  </a:cubicBezTo>
                  <a:cubicBezTo>
                    <a:pt x="12464" y="5281"/>
                    <a:pt x="12464" y="5281"/>
                    <a:pt x="12464" y="5281"/>
                  </a:cubicBezTo>
                  <a:cubicBezTo>
                    <a:pt x="12575" y="5416"/>
                    <a:pt x="12575" y="5416"/>
                    <a:pt x="12575" y="5416"/>
                  </a:cubicBezTo>
                  <a:cubicBezTo>
                    <a:pt x="12612" y="5416"/>
                    <a:pt x="12612" y="5416"/>
                    <a:pt x="12612" y="5416"/>
                  </a:cubicBezTo>
                  <a:cubicBezTo>
                    <a:pt x="12612" y="5484"/>
                    <a:pt x="12612" y="5484"/>
                    <a:pt x="12612" y="5484"/>
                  </a:cubicBezTo>
                  <a:cubicBezTo>
                    <a:pt x="12723" y="5552"/>
                    <a:pt x="12723" y="5552"/>
                    <a:pt x="12723" y="5552"/>
                  </a:cubicBezTo>
                  <a:cubicBezTo>
                    <a:pt x="12760" y="5620"/>
                    <a:pt x="12760" y="5620"/>
                    <a:pt x="12760" y="5620"/>
                  </a:cubicBezTo>
                  <a:cubicBezTo>
                    <a:pt x="12797" y="5620"/>
                    <a:pt x="12797" y="5620"/>
                    <a:pt x="12797" y="5620"/>
                  </a:cubicBezTo>
                  <a:cubicBezTo>
                    <a:pt x="12797" y="5620"/>
                    <a:pt x="12797" y="5620"/>
                    <a:pt x="12797" y="5620"/>
                  </a:cubicBezTo>
                  <a:cubicBezTo>
                    <a:pt x="12797" y="5552"/>
                    <a:pt x="12797" y="5552"/>
                    <a:pt x="12797" y="5552"/>
                  </a:cubicBezTo>
                  <a:cubicBezTo>
                    <a:pt x="12834" y="5552"/>
                    <a:pt x="12834" y="5552"/>
                    <a:pt x="12834" y="5552"/>
                  </a:cubicBezTo>
                  <a:cubicBezTo>
                    <a:pt x="12834" y="5620"/>
                    <a:pt x="12834" y="5620"/>
                    <a:pt x="12834" y="5620"/>
                  </a:cubicBezTo>
                  <a:cubicBezTo>
                    <a:pt x="12871" y="5620"/>
                    <a:pt x="12871" y="5620"/>
                    <a:pt x="12871" y="5620"/>
                  </a:cubicBezTo>
                  <a:cubicBezTo>
                    <a:pt x="12871" y="5687"/>
                    <a:pt x="12871" y="5687"/>
                    <a:pt x="12871" y="5687"/>
                  </a:cubicBezTo>
                  <a:cubicBezTo>
                    <a:pt x="12908" y="5687"/>
                    <a:pt x="12908" y="5687"/>
                    <a:pt x="12908" y="5687"/>
                  </a:cubicBezTo>
                  <a:cubicBezTo>
                    <a:pt x="12908" y="5620"/>
                    <a:pt x="12908" y="5620"/>
                    <a:pt x="12908" y="5620"/>
                  </a:cubicBezTo>
                  <a:cubicBezTo>
                    <a:pt x="12871" y="5349"/>
                    <a:pt x="12871" y="5349"/>
                    <a:pt x="12871" y="5349"/>
                  </a:cubicBezTo>
                  <a:cubicBezTo>
                    <a:pt x="12834" y="5213"/>
                    <a:pt x="12834" y="5213"/>
                    <a:pt x="12834" y="5213"/>
                  </a:cubicBezTo>
                  <a:cubicBezTo>
                    <a:pt x="12797" y="5010"/>
                    <a:pt x="12797" y="5010"/>
                    <a:pt x="12797" y="5010"/>
                  </a:cubicBezTo>
                  <a:cubicBezTo>
                    <a:pt x="12797" y="4875"/>
                    <a:pt x="12797" y="4875"/>
                    <a:pt x="12797" y="4875"/>
                  </a:cubicBezTo>
                  <a:cubicBezTo>
                    <a:pt x="12760" y="4807"/>
                    <a:pt x="12760" y="4807"/>
                    <a:pt x="12760" y="4807"/>
                  </a:cubicBezTo>
                  <a:cubicBezTo>
                    <a:pt x="12760" y="4739"/>
                    <a:pt x="12760" y="4739"/>
                    <a:pt x="12760" y="4739"/>
                  </a:cubicBezTo>
                  <a:cubicBezTo>
                    <a:pt x="12797" y="4807"/>
                    <a:pt x="12797" y="4807"/>
                    <a:pt x="12797" y="4807"/>
                  </a:cubicBezTo>
                  <a:cubicBezTo>
                    <a:pt x="12797" y="4875"/>
                    <a:pt x="12797" y="4875"/>
                    <a:pt x="12797" y="4875"/>
                  </a:cubicBezTo>
                  <a:cubicBezTo>
                    <a:pt x="12834" y="4942"/>
                    <a:pt x="12834" y="4942"/>
                    <a:pt x="12834" y="4942"/>
                  </a:cubicBezTo>
                  <a:cubicBezTo>
                    <a:pt x="12871" y="4942"/>
                    <a:pt x="12871" y="4942"/>
                    <a:pt x="12871" y="4942"/>
                  </a:cubicBezTo>
                  <a:cubicBezTo>
                    <a:pt x="12908" y="5010"/>
                    <a:pt x="12908" y="5010"/>
                    <a:pt x="12908" y="5010"/>
                  </a:cubicBezTo>
                  <a:cubicBezTo>
                    <a:pt x="12982" y="5010"/>
                    <a:pt x="12982" y="5010"/>
                    <a:pt x="12982" y="5010"/>
                  </a:cubicBezTo>
                  <a:cubicBezTo>
                    <a:pt x="13093" y="5010"/>
                    <a:pt x="13093" y="5010"/>
                    <a:pt x="13093" y="5010"/>
                  </a:cubicBezTo>
                  <a:cubicBezTo>
                    <a:pt x="13130" y="5010"/>
                    <a:pt x="13130" y="5010"/>
                    <a:pt x="13130" y="5010"/>
                  </a:cubicBezTo>
                  <a:cubicBezTo>
                    <a:pt x="13167" y="5010"/>
                    <a:pt x="13167" y="5010"/>
                    <a:pt x="13167" y="5010"/>
                  </a:cubicBezTo>
                  <a:cubicBezTo>
                    <a:pt x="13204" y="5010"/>
                    <a:pt x="13204" y="5010"/>
                    <a:pt x="13204" y="5010"/>
                  </a:cubicBezTo>
                  <a:cubicBezTo>
                    <a:pt x="13204" y="5010"/>
                    <a:pt x="13204" y="5010"/>
                    <a:pt x="13204" y="5010"/>
                  </a:cubicBezTo>
                  <a:cubicBezTo>
                    <a:pt x="13167" y="4942"/>
                    <a:pt x="13167" y="4942"/>
                    <a:pt x="13167" y="4942"/>
                  </a:cubicBezTo>
                  <a:cubicBezTo>
                    <a:pt x="13167" y="4942"/>
                    <a:pt x="13167" y="4942"/>
                    <a:pt x="13167" y="4942"/>
                  </a:cubicBezTo>
                  <a:cubicBezTo>
                    <a:pt x="13167" y="4875"/>
                    <a:pt x="13167" y="4875"/>
                    <a:pt x="13167" y="4875"/>
                  </a:cubicBezTo>
                  <a:cubicBezTo>
                    <a:pt x="13167" y="4875"/>
                    <a:pt x="13167" y="4875"/>
                    <a:pt x="13167" y="4875"/>
                  </a:cubicBezTo>
                  <a:cubicBezTo>
                    <a:pt x="13167" y="4807"/>
                    <a:pt x="13167" y="4807"/>
                    <a:pt x="13167" y="4807"/>
                  </a:cubicBezTo>
                  <a:cubicBezTo>
                    <a:pt x="13278" y="4739"/>
                    <a:pt x="13278" y="4739"/>
                    <a:pt x="13278" y="4739"/>
                  </a:cubicBezTo>
                  <a:cubicBezTo>
                    <a:pt x="13315" y="4739"/>
                    <a:pt x="13315" y="4739"/>
                    <a:pt x="13315" y="4739"/>
                  </a:cubicBezTo>
                  <a:cubicBezTo>
                    <a:pt x="13315" y="4739"/>
                    <a:pt x="13315" y="4739"/>
                    <a:pt x="13315" y="4739"/>
                  </a:cubicBezTo>
                  <a:cubicBezTo>
                    <a:pt x="13352" y="4739"/>
                    <a:pt x="13352" y="4739"/>
                    <a:pt x="13352" y="4739"/>
                  </a:cubicBezTo>
                  <a:cubicBezTo>
                    <a:pt x="13426" y="4739"/>
                    <a:pt x="13426" y="4739"/>
                    <a:pt x="13426" y="4739"/>
                  </a:cubicBezTo>
                  <a:cubicBezTo>
                    <a:pt x="13463" y="4807"/>
                    <a:pt x="13463" y="4807"/>
                    <a:pt x="13463" y="4807"/>
                  </a:cubicBezTo>
                  <a:cubicBezTo>
                    <a:pt x="13499" y="4875"/>
                    <a:pt x="13499" y="4875"/>
                    <a:pt x="13499" y="4875"/>
                  </a:cubicBezTo>
                  <a:cubicBezTo>
                    <a:pt x="13499" y="4875"/>
                    <a:pt x="13499" y="4875"/>
                    <a:pt x="13499" y="4875"/>
                  </a:cubicBezTo>
                  <a:cubicBezTo>
                    <a:pt x="13573" y="4942"/>
                    <a:pt x="13573" y="4942"/>
                    <a:pt x="13573" y="4942"/>
                  </a:cubicBezTo>
                  <a:cubicBezTo>
                    <a:pt x="13573" y="4942"/>
                    <a:pt x="13573" y="4942"/>
                    <a:pt x="13573" y="4942"/>
                  </a:cubicBezTo>
                  <a:cubicBezTo>
                    <a:pt x="13647" y="4942"/>
                    <a:pt x="13647" y="4942"/>
                    <a:pt x="13647" y="4942"/>
                  </a:cubicBezTo>
                  <a:cubicBezTo>
                    <a:pt x="13610" y="4942"/>
                    <a:pt x="13610" y="4942"/>
                    <a:pt x="13610" y="4942"/>
                  </a:cubicBezTo>
                  <a:cubicBezTo>
                    <a:pt x="13610" y="4875"/>
                    <a:pt x="13610" y="4875"/>
                    <a:pt x="13610" y="4875"/>
                  </a:cubicBezTo>
                  <a:cubicBezTo>
                    <a:pt x="13647" y="4942"/>
                    <a:pt x="13647" y="4942"/>
                    <a:pt x="13647" y="4942"/>
                  </a:cubicBezTo>
                  <a:cubicBezTo>
                    <a:pt x="13684" y="4875"/>
                    <a:pt x="13684" y="4875"/>
                    <a:pt x="13684" y="4875"/>
                  </a:cubicBezTo>
                  <a:cubicBezTo>
                    <a:pt x="13647" y="4875"/>
                    <a:pt x="13647" y="4875"/>
                    <a:pt x="13647" y="4875"/>
                  </a:cubicBezTo>
                  <a:cubicBezTo>
                    <a:pt x="13684" y="4807"/>
                    <a:pt x="13684" y="4807"/>
                    <a:pt x="13684" y="4807"/>
                  </a:cubicBezTo>
                  <a:cubicBezTo>
                    <a:pt x="13647" y="4739"/>
                    <a:pt x="13647" y="4739"/>
                    <a:pt x="13647" y="4739"/>
                  </a:cubicBezTo>
                  <a:cubicBezTo>
                    <a:pt x="13610" y="4807"/>
                    <a:pt x="13610" y="4807"/>
                    <a:pt x="13610" y="4807"/>
                  </a:cubicBezTo>
                  <a:cubicBezTo>
                    <a:pt x="13573" y="4807"/>
                    <a:pt x="13573" y="4807"/>
                    <a:pt x="13573" y="4807"/>
                  </a:cubicBezTo>
                  <a:cubicBezTo>
                    <a:pt x="13573" y="4672"/>
                    <a:pt x="13573" y="4672"/>
                    <a:pt x="13573" y="4672"/>
                  </a:cubicBezTo>
                  <a:cubicBezTo>
                    <a:pt x="13536" y="4604"/>
                    <a:pt x="13536" y="4604"/>
                    <a:pt x="13536" y="4604"/>
                  </a:cubicBezTo>
                  <a:cubicBezTo>
                    <a:pt x="13573" y="4604"/>
                    <a:pt x="13573" y="4604"/>
                    <a:pt x="13573" y="4604"/>
                  </a:cubicBezTo>
                  <a:cubicBezTo>
                    <a:pt x="13573" y="4604"/>
                    <a:pt x="13573" y="4604"/>
                    <a:pt x="13573" y="4604"/>
                  </a:cubicBezTo>
                  <a:cubicBezTo>
                    <a:pt x="13610" y="4604"/>
                    <a:pt x="13610" y="4604"/>
                    <a:pt x="13610" y="4604"/>
                  </a:cubicBezTo>
                  <a:cubicBezTo>
                    <a:pt x="13610" y="4536"/>
                    <a:pt x="13610" y="4536"/>
                    <a:pt x="13610" y="4536"/>
                  </a:cubicBezTo>
                  <a:cubicBezTo>
                    <a:pt x="13610" y="4536"/>
                    <a:pt x="13610" y="4536"/>
                    <a:pt x="13610" y="4536"/>
                  </a:cubicBezTo>
                  <a:cubicBezTo>
                    <a:pt x="13684" y="4604"/>
                    <a:pt x="13684" y="4604"/>
                    <a:pt x="13684" y="4604"/>
                  </a:cubicBezTo>
                  <a:cubicBezTo>
                    <a:pt x="13684" y="4672"/>
                    <a:pt x="13684" y="4672"/>
                    <a:pt x="13684" y="4672"/>
                  </a:cubicBezTo>
                  <a:cubicBezTo>
                    <a:pt x="13721" y="4672"/>
                    <a:pt x="13721" y="4672"/>
                    <a:pt x="13721" y="4672"/>
                  </a:cubicBezTo>
                  <a:cubicBezTo>
                    <a:pt x="13721" y="4672"/>
                    <a:pt x="13721" y="4672"/>
                    <a:pt x="13721" y="4672"/>
                  </a:cubicBezTo>
                  <a:cubicBezTo>
                    <a:pt x="13758" y="4672"/>
                    <a:pt x="13758" y="4672"/>
                    <a:pt x="13758" y="4672"/>
                  </a:cubicBezTo>
                  <a:cubicBezTo>
                    <a:pt x="13721" y="4604"/>
                    <a:pt x="13721" y="4604"/>
                    <a:pt x="13721" y="4604"/>
                  </a:cubicBezTo>
                  <a:cubicBezTo>
                    <a:pt x="13758" y="4604"/>
                    <a:pt x="13758" y="4604"/>
                    <a:pt x="13758" y="4604"/>
                  </a:cubicBezTo>
                  <a:cubicBezTo>
                    <a:pt x="13795" y="4604"/>
                    <a:pt x="13795" y="4604"/>
                    <a:pt x="13795" y="4604"/>
                  </a:cubicBezTo>
                  <a:cubicBezTo>
                    <a:pt x="13795" y="4536"/>
                    <a:pt x="13795" y="4536"/>
                    <a:pt x="13795" y="4536"/>
                  </a:cubicBezTo>
                  <a:cubicBezTo>
                    <a:pt x="13758" y="4468"/>
                    <a:pt x="13758" y="4468"/>
                    <a:pt x="13758" y="4468"/>
                  </a:cubicBezTo>
                  <a:cubicBezTo>
                    <a:pt x="13721" y="4468"/>
                    <a:pt x="13721" y="4468"/>
                    <a:pt x="13721" y="4468"/>
                  </a:cubicBezTo>
                  <a:cubicBezTo>
                    <a:pt x="13684" y="4401"/>
                    <a:pt x="13684" y="4401"/>
                    <a:pt x="13684" y="4401"/>
                  </a:cubicBezTo>
                  <a:cubicBezTo>
                    <a:pt x="13684" y="4333"/>
                    <a:pt x="13684" y="4333"/>
                    <a:pt x="13684" y="4333"/>
                  </a:cubicBezTo>
                  <a:cubicBezTo>
                    <a:pt x="13647" y="4265"/>
                    <a:pt x="13647" y="4265"/>
                    <a:pt x="13647" y="4265"/>
                  </a:cubicBezTo>
                  <a:cubicBezTo>
                    <a:pt x="13610" y="4333"/>
                    <a:pt x="13610" y="4333"/>
                    <a:pt x="13610" y="4333"/>
                  </a:cubicBezTo>
                  <a:cubicBezTo>
                    <a:pt x="13573" y="4265"/>
                    <a:pt x="13573" y="4265"/>
                    <a:pt x="13573" y="4265"/>
                  </a:cubicBezTo>
                  <a:cubicBezTo>
                    <a:pt x="13647" y="4265"/>
                    <a:pt x="13647" y="4265"/>
                    <a:pt x="13647" y="4265"/>
                  </a:cubicBezTo>
                  <a:cubicBezTo>
                    <a:pt x="13610" y="4198"/>
                    <a:pt x="13610" y="4198"/>
                    <a:pt x="13610" y="4198"/>
                  </a:cubicBezTo>
                  <a:cubicBezTo>
                    <a:pt x="13610" y="4198"/>
                    <a:pt x="13610" y="4198"/>
                    <a:pt x="13610" y="4198"/>
                  </a:cubicBezTo>
                  <a:cubicBezTo>
                    <a:pt x="13610" y="4130"/>
                    <a:pt x="13610" y="4130"/>
                    <a:pt x="13610" y="4130"/>
                  </a:cubicBezTo>
                  <a:cubicBezTo>
                    <a:pt x="13647" y="4130"/>
                    <a:pt x="13647" y="4130"/>
                    <a:pt x="13647" y="4130"/>
                  </a:cubicBezTo>
                  <a:cubicBezTo>
                    <a:pt x="13647" y="3994"/>
                    <a:pt x="13647" y="3994"/>
                    <a:pt x="13647" y="3994"/>
                  </a:cubicBezTo>
                  <a:cubicBezTo>
                    <a:pt x="13610" y="4062"/>
                    <a:pt x="13610" y="4062"/>
                    <a:pt x="13610" y="4062"/>
                  </a:cubicBezTo>
                  <a:cubicBezTo>
                    <a:pt x="13573" y="4130"/>
                    <a:pt x="13573" y="4130"/>
                    <a:pt x="13573" y="4130"/>
                  </a:cubicBezTo>
                  <a:cubicBezTo>
                    <a:pt x="13573" y="4198"/>
                    <a:pt x="13573" y="4198"/>
                    <a:pt x="13573" y="4198"/>
                  </a:cubicBezTo>
                  <a:cubicBezTo>
                    <a:pt x="13499" y="4130"/>
                    <a:pt x="13499" y="4130"/>
                    <a:pt x="13499" y="4130"/>
                  </a:cubicBezTo>
                  <a:cubicBezTo>
                    <a:pt x="13463" y="4062"/>
                    <a:pt x="13463" y="4062"/>
                    <a:pt x="13463" y="4062"/>
                  </a:cubicBezTo>
                  <a:cubicBezTo>
                    <a:pt x="13499" y="3994"/>
                    <a:pt x="13499" y="3994"/>
                    <a:pt x="13499" y="3994"/>
                  </a:cubicBezTo>
                  <a:cubicBezTo>
                    <a:pt x="13499" y="3927"/>
                    <a:pt x="13499" y="3927"/>
                    <a:pt x="13499" y="3927"/>
                  </a:cubicBezTo>
                  <a:cubicBezTo>
                    <a:pt x="13536" y="3859"/>
                    <a:pt x="13536" y="3859"/>
                    <a:pt x="13536" y="3859"/>
                  </a:cubicBezTo>
                  <a:cubicBezTo>
                    <a:pt x="13573" y="3859"/>
                    <a:pt x="13573" y="3859"/>
                    <a:pt x="13573" y="3859"/>
                  </a:cubicBezTo>
                  <a:cubicBezTo>
                    <a:pt x="13647" y="3791"/>
                    <a:pt x="13647" y="3791"/>
                    <a:pt x="13647" y="3791"/>
                  </a:cubicBezTo>
                  <a:cubicBezTo>
                    <a:pt x="13647" y="3791"/>
                    <a:pt x="13647" y="3791"/>
                    <a:pt x="13647" y="3791"/>
                  </a:cubicBezTo>
                  <a:cubicBezTo>
                    <a:pt x="13610" y="3724"/>
                    <a:pt x="13610" y="3724"/>
                    <a:pt x="13610" y="3724"/>
                  </a:cubicBezTo>
                  <a:cubicBezTo>
                    <a:pt x="13573" y="3724"/>
                    <a:pt x="13573" y="3724"/>
                    <a:pt x="13573" y="3724"/>
                  </a:cubicBezTo>
                  <a:cubicBezTo>
                    <a:pt x="13536" y="3656"/>
                    <a:pt x="13536" y="3656"/>
                    <a:pt x="13536" y="3656"/>
                  </a:cubicBezTo>
                  <a:cubicBezTo>
                    <a:pt x="13499" y="3656"/>
                    <a:pt x="13499" y="3656"/>
                    <a:pt x="13499" y="3656"/>
                  </a:cubicBezTo>
                  <a:cubicBezTo>
                    <a:pt x="13463" y="3588"/>
                    <a:pt x="13463" y="3588"/>
                    <a:pt x="13463" y="3588"/>
                  </a:cubicBezTo>
                  <a:cubicBezTo>
                    <a:pt x="13499" y="3588"/>
                    <a:pt x="13499" y="3588"/>
                    <a:pt x="13499" y="3588"/>
                  </a:cubicBezTo>
                  <a:cubicBezTo>
                    <a:pt x="13573" y="3588"/>
                    <a:pt x="13573" y="3588"/>
                    <a:pt x="13573" y="3588"/>
                  </a:cubicBezTo>
                  <a:cubicBezTo>
                    <a:pt x="13647" y="3588"/>
                    <a:pt x="13647" y="3588"/>
                    <a:pt x="13647" y="3588"/>
                  </a:cubicBezTo>
                  <a:cubicBezTo>
                    <a:pt x="13721" y="3588"/>
                    <a:pt x="13721" y="3588"/>
                    <a:pt x="13721" y="3588"/>
                  </a:cubicBezTo>
                  <a:cubicBezTo>
                    <a:pt x="13832" y="3588"/>
                    <a:pt x="13832" y="3588"/>
                    <a:pt x="13832" y="3588"/>
                  </a:cubicBezTo>
                  <a:cubicBezTo>
                    <a:pt x="14017" y="3588"/>
                    <a:pt x="14017" y="3588"/>
                    <a:pt x="14017" y="3588"/>
                  </a:cubicBezTo>
                  <a:cubicBezTo>
                    <a:pt x="14054" y="3521"/>
                    <a:pt x="14054" y="3521"/>
                    <a:pt x="14054" y="3521"/>
                  </a:cubicBezTo>
                  <a:cubicBezTo>
                    <a:pt x="14165" y="3521"/>
                    <a:pt x="14165" y="3521"/>
                    <a:pt x="14165" y="3521"/>
                  </a:cubicBezTo>
                  <a:cubicBezTo>
                    <a:pt x="14239" y="3521"/>
                    <a:pt x="14239" y="3521"/>
                    <a:pt x="14239" y="3521"/>
                  </a:cubicBezTo>
                  <a:cubicBezTo>
                    <a:pt x="14276" y="3521"/>
                    <a:pt x="14276" y="3521"/>
                    <a:pt x="14276" y="3521"/>
                  </a:cubicBezTo>
                  <a:cubicBezTo>
                    <a:pt x="14387" y="3521"/>
                    <a:pt x="14387" y="3521"/>
                    <a:pt x="14387" y="3521"/>
                  </a:cubicBezTo>
                  <a:cubicBezTo>
                    <a:pt x="14313" y="3588"/>
                    <a:pt x="14313" y="3588"/>
                    <a:pt x="14313" y="3588"/>
                  </a:cubicBezTo>
                  <a:cubicBezTo>
                    <a:pt x="14239" y="3656"/>
                    <a:pt x="14239" y="3656"/>
                    <a:pt x="14239" y="3656"/>
                  </a:cubicBezTo>
                  <a:cubicBezTo>
                    <a:pt x="14202" y="3588"/>
                    <a:pt x="14202" y="3588"/>
                    <a:pt x="14202" y="3588"/>
                  </a:cubicBezTo>
                  <a:cubicBezTo>
                    <a:pt x="14165" y="3588"/>
                    <a:pt x="14165" y="3588"/>
                    <a:pt x="14165" y="3588"/>
                  </a:cubicBezTo>
                  <a:cubicBezTo>
                    <a:pt x="14128" y="3588"/>
                    <a:pt x="14128" y="3588"/>
                    <a:pt x="14128" y="3588"/>
                  </a:cubicBezTo>
                  <a:cubicBezTo>
                    <a:pt x="14128" y="3724"/>
                    <a:pt x="14128" y="3724"/>
                    <a:pt x="14128" y="3724"/>
                  </a:cubicBezTo>
                  <a:cubicBezTo>
                    <a:pt x="14128" y="3791"/>
                    <a:pt x="14128" y="3791"/>
                    <a:pt x="14128" y="3791"/>
                  </a:cubicBezTo>
                  <a:cubicBezTo>
                    <a:pt x="14128" y="3791"/>
                    <a:pt x="14128" y="3791"/>
                    <a:pt x="14128" y="3791"/>
                  </a:cubicBezTo>
                  <a:cubicBezTo>
                    <a:pt x="14128" y="3859"/>
                    <a:pt x="14128" y="3859"/>
                    <a:pt x="14128" y="3859"/>
                  </a:cubicBezTo>
                  <a:cubicBezTo>
                    <a:pt x="14128" y="3859"/>
                    <a:pt x="14128" y="3859"/>
                    <a:pt x="14128" y="3859"/>
                  </a:cubicBezTo>
                  <a:cubicBezTo>
                    <a:pt x="14202" y="3791"/>
                    <a:pt x="14202" y="3791"/>
                    <a:pt x="14202" y="3791"/>
                  </a:cubicBezTo>
                  <a:cubicBezTo>
                    <a:pt x="14202" y="3724"/>
                    <a:pt x="14202" y="3724"/>
                    <a:pt x="14202" y="3724"/>
                  </a:cubicBezTo>
                  <a:cubicBezTo>
                    <a:pt x="14276" y="3656"/>
                    <a:pt x="14276" y="3656"/>
                    <a:pt x="14276" y="3656"/>
                  </a:cubicBezTo>
                  <a:cubicBezTo>
                    <a:pt x="14387" y="3588"/>
                    <a:pt x="14387" y="3588"/>
                    <a:pt x="14387" y="3588"/>
                  </a:cubicBezTo>
                  <a:cubicBezTo>
                    <a:pt x="14424" y="3656"/>
                    <a:pt x="14424" y="3656"/>
                    <a:pt x="14424" y="3656"/>
                  </a:cubicBezTo>
                  <a:cubicBezTo>
                    <a:pt x="14424" y="3791"/>
                    <a:pt x="14424" y="3791"/>
                    <a:pt x="14424" y="3791"/>
                  </a:cubicBezTo>
                  <a:cubicBezTo>
                    <a:pt x="14387" y="3859"/>
                    <a:pt x="14387" y="3859"/>
                    <a:pt x="14387" y="3859"/>
                  </a:cubicBezTo>
                  <a:cubicBezTo>
                    <a:pt x="14387" y="3791"/>
                    <a:pt x="14387" y="3791"/>
                    <a:pt x="14387" y="3791"/>
                  </a:cubicBezTo>
                  <a:cubicBezTo>
                    <a:pt x="14350" y="3724"/>
                    <a:pt x="14350" y="3724"/>
                    <a:pt x="14350" y="3724"/>
                  </a:cubicBezTo>
                  <a:cubicBezTo>
                    <a:pt x="14350" y="3656"/>
                    <a:pt x="14350" y="3656"/>
                    <a:pt x="14350" y="3656"/>
                  </a:cubicBezTo>
                  <a:cubicBezTo>
                    <a:pt x="14313" y="3724"/>
                    <a:pt x="14313" y="3724"/>
                    <a:pt x="14313" y="3724"/>
                  </a:cubicBezTo>
                  <a:cubicBezTo>
                    <a:pt x="14276" y="3656"/>
                    <a:pt x="14276" y="3656"/>
                    <a:pt x="14276" y="3656"/>
                  </a:cubicBezTo>
                  <a:cubicBezTo>
                    <a:pt x="14313" y="3791"/>
                    <a:pt x="14313" y="3791"/>
                    <a:pt x="14313" y="3791"/>
                  </a:cubicBezTo>
                  <a:cubicBezTo>
                    <a:pt x="14350" y="3791"/>
                    <a:pt x="14350" y="3791"/>
                    <a:pt x="14350" y="3791"/>
                  </a:cubicBezTo>
                  <a:cubicBezTo>
                    <a:pt x="14350" y="3927"/>
                    <a:pt x="14350" y="3927"/>
                    <a:pt x="14350" y="3927"/>
                  </a:cubicBezTo>
                  <a:cubicBezTo>
                    <a:pt x="14350" y="3994"/>
                    <a:pt x="14350" y="3994"/>
                    <a:pt x="14350" y="3994"/>
                  </a:cubicBezTo>
                  <a:cubicBezTo>
                    <a:pt x="14313" y="3994"/>
                    <a:pt x="14313" y="3994"/>
                    <a:pt x="14313" y="3994"/>
                  </a:cubicBezTo>
                  <a:cubicBezTo>
                    <a:pt x="14276" y="3994"/>
                    <a:pt x="14276" y="3994"/>
                    <a:pt x="14276" y="3994"/>
                  </a:cubicBezTo>
                  <a:cubicBezTo>
                    <a:pt x="14313" y="4062"/>
                    <a:pt x="14313" y="4062"/>
                    <a:pt x="14313" y="4062"/>
                  </a:cubicBezTo>
                  <a:cubicBezTo>
                    <a:pt x="14313" y="4130"/>
                    <a:pt x="14313" y="4130"/>
                    <a:pt x="14313" y="4130"/>
                  </a:cubicBezTo>
                  <a:cubicBezTo>
                    <a:pt x="14350" y="4130"/>
                    <a:pt x="14350" y="4130"/>
                    <a:pt x="14350" y="4130"/>
                  </a:cubicBezTo>
                  <a:cubicBezTo>
                    <a:pt x="14350" y="4130"/>
                    <a:pt x="14350" y="4130"/>
                    <a:pt x="14350" y="4130"/>
                  </a:cubicBezTo>
                  <a:cubicBezTo>
                    <a:pt x="14424" y="4062"/>
                    <a:pt x="14424" y="4062"/>
                    <a:pt x="14424" y="4062"/>
                  </a:cubicBezTo>
                  <a:cubicBezTo>
                    <a:pt x="14424" y="3994"/>
                    <a:pt x="14424" y="3994"/>
                    <a:pt x="14424" y="3994"/>
                  </a:cubicBezTo>
                  <a:cubicBezTo>
                    <a:pt x="14424" y="3927"/>
                    <a:pt x="14424" y="3927"/>
                    <a:pt x="14424" y="3927"/>
                  </a:cubicBezTo>
                  <a:cubicBezTo>
                    <a:pt x="14424" y="3859"/>
                    <a:pt x="14424" y="3859"/>
                    <a:pt x="14424" y="3859"/>
                  </a:cubicBezTo>
                  <a:cubicBezTo>
                    <a:pt x="14424" y="3791"/>
                    <a:pt x="14424" y="3791"/>
                    <a:pt x="14424" y="3791"/>
                  </a:cubicBezTo>
                  <a:cubicBezTo>
                    <a:pt x="14424" y="3521"/>
                    <a:pt x="14424" y="3521"/>
                    <a:pt x="14424" y="3521"/>
                  </a:cubicBezTo>
                  <a:cubicBezTo>
                    <a:pt x="14461" y="3453"/>
                    <a:pt x="14461" y="3453"/>
                    <a:pt x="14461" y="3453"/>
                  </a:cubicBezTo>
                  <a:cubicBezTo>
                    <a:pt x="14572" y="3385"/>
                    <a:pt x="14572" y="3385"/>
                    <a:pt x="14572" y="3385"/>
                  </a:cubicBezTo>
                  <a:cubicBezTo>
                    <a:pt x="14646" y="3385"/>
                    <a:pt x="14646" y="3385"/>
                    <a:pt x="14646" y="3385"/>
                  </a:cubicBezTo>
                  <a:cubicBezTo>
                    <a:pt x="14757" y="3385"/>
                    <a:pt x="14757" y="3385"/>
                    <a:pt x="14757" y="3385"/>
                  </a:cubicBezTo>
                  <a:cubicBezTo>
                    <a:pt x="14868" y="3453"/>
                    <a:pt x="14868" y="3453"/>
                    <a:pt x="14868" y="3453"/>
                  </a:cubicBezTo>
                  <a:cubicBezTo>
                    <a:pt x="14905" y="3588"/>
                    <a:pt x="14905" y="3588"/>
                    <a:pt x="14905" y="3588"/>
                  </a:cubicBezTo>
                  <a:cubicBezTo>
                    <a:pt x="14905" y="3656"/>
                    <a:pt x="14905" y="3656"/>
                    <a:pt x="14905" y="3656"/>
                  </a:cubicBezTo>
                  <a:cubicBezTo>
                    <a:pt x="14868" y="3656"/>
                    <a:pt x="14868" y="3656"/>
                    <a:pt x="14868" y="3656"/>
                  </a:cubicBezTo>
                  <a:cubicBezTo>
                    <a:pt x="14831" y="3588"/>
                    <a:pt x="14831" y="3588"/>
                    <a:pt x="14831" y="3588"/>
                  </a:cubicBezTo>
                  <a:cubicBezTo>
                    <a:pt x="14831" y="3588"/>
                    <a:pt x="14831" y="3588"/>
                    <a:pt x="14831" y="3588"/>
                  </a:cubicBezTo>
                  <a:cubicBezTo>
                    <a:pt x="14831" y="3656"/>
                    <a:pt x="14831" y="3656"/>
                    <a:pt x="14831" y="3656"/>
                  </a:cubicBezTo>
                  <a:cubicBezTo>
                    <a:pt x="14831" y="3724"/>
                    <a:pt x="14831" y="3724"/>
                    <a:pt x="14831" y="3724"/>
                  </a:cubicBezTo>
                  <a:cubicBezTo>
                    <a:pt x="14831" y="3791"/>
                    <a:pt x="14831" y="3791"/>
                    <a:pt x="14831" y="3791"/>
                  </a:cubicBezTo>
                  <a:cubicBezTo>
                    <a:pt x="14794" y="3791"/>
                    <a:pt x="14794" y="3791"/>
                    <a:pt x="14794" y="3791"/>
                  </a:cubicBezTo>
                  <a:cubicBezTo>
                    <a:pt x="14831" y="3791"/>
                    <a:pt x="14831" y="3791"/>
                    <a:pt x="14831" y="3791"/>
                  </a:cubicBezTo>
                  <a:cubicBezTo>
                    <a:pt x="14868" y="3791"/>
                    <a:pt x="14868" y="3791"/>
                    <a:pt x="14868" y="3791"/>
                  </a:cubicBezTo>
                  <a:cubicBezTo>
                    <a:pt x="14905" y="3791"/>
                    <a:pt x="14905" y="3791"/>
                    <a:pt x="14905" y="3791"/>
                  </a:cubicBezTo>
                  <a:cubicBezTo>
                    <a:pt x="14942" y="3724"/>
                    <a:pt x="14942" y="3724"/>
                    <a:pt x="14942" y="3724"/>
                  </a:cubicBezTo>
                  <a:cubicBezTo>
                    <a:pt x="14979" y="3791"/>
                    <a:pt x="14979" y="3791"/>
                    <a:pt x="14979" y="3791"/>
                  </a:cubicBezTo>
                  <a:cubicBezTo>
                    <a:pt x="14979" y="3859"/>
                    <a:pt x="14979" y="3859"/>
                    <a:pt x="14979" y="3859"/>
                  </a:cubicBezTo>
                  <a:cubicBezTo>
                    <a:pt x="14979" y="3927"/>
                    <a:pt x="14979" y="3927"/>
                    <a:pt x="14979" y="3927"/>
                  </a:cubicBezTo>
                  <a:cubicBezTo>
                    <a:pt x="15016" y="3994"/>
                    <a:pt x="15016" y="3994"/>
                    <a:pt x="15016" y="3994"/>
                  </a:cubicBezTo>
                  <a:cubicBezTo>
                    <a:pt x="15016" y="3927"/>
                    <a:pt x="15016" y="3927"/>
                    <a:pt x="15016" y="3927"/>
                  </a:cubicBezTo>
                  <a:cubicBezTo>
                    <a:pt x="15016" y="3859"/>
                    <a:pt x="15016" y="3859"/>
                    <a:pt x="15016" y="3859"/>
                  </a:cubicBezTo>
                  <a:cubicBezTo>
                    <a:pt x="15053" y="3791"/>
                    <a:pt x="15053" y="3791"/>
                    <a:pt x="15053" y="3791"/>
                  </a:cubicBezTo>
                  <a:cubicBezTo>
                    <a:pt x="15090" y="3859"/>
                    <a:pt x="15090" y="3859"/>
                    <a:pt x="15090" y="3859"/>
                  </a:cubicBezTo>
                  <a:cubicBezTo>
                    <a:pt x="15127" y="3927"/>
                    <a:pt x="15127" y="3927"/>
                    <a:pt x="15127" y="3927"/>
                  </a:cubicBezTo>
                  <a:cubicBezTo>
                    <a:pt x="15090" y="3927"/>
                    <a:pt x="15090" y="3927"/>
                    <a:pt x="15090" y="3927"/>
                  </a:cubicBezTo>
                  <a:cubicBezTo>
                    <a:pt x="15090" y="3994"/>
                    <a:pt x="15090" y="3994"/>
                    <a:pt x="15090" y="3994"/>
                  </a:cubicBezTo>
                  <a:cubicBezTo>
                    <a:pt x="15090" y="4062"/>
                    <a:pt x="15090" y="4062"/>
                    <a:pt x="15090" y="4062"/>
                  </a:cubicBezTo>
                  <a:cubicBezTo>
                    <a:pt x="15127" y="3994"/>
                    <a:pt x="15127" y="3994"/>
                    <a:pt x="15127" y="3994"/>
                  </a:cubicBezTo>
                  <a:cubicBezTo>
                    <a:pt x="15127" y="3927"/>
                    <a:pt x="15127" y="3927"/>
                    <a:pt x="15127" y="3927"/>
                  </a:cubicBezTo>
                  <a:cubicBezTo>
                    <a:pt x="15164" y="3927"/>
                    <a:pt x="15164" y="3927"/>
                    <a:pt x="15164" y="3927"/>
                  </a:cubicBezTo>
                  <a:cubicBezTo>
                    <a:pt x="15164" y="3994"/>
                    <a:pt x="15164" y="3994"/>
                    <a:pt x="15164" y="3994"/>
                  </a:cubicBezTo>
                  <a:cubicBezTo>
                    <a:pt x="15164" y="3927"/>
                    <a:pt x="15164" y="3927"/>
                    <a:pt x="15164" y="3927"/>
                  </a:cubicBezTo>
                  <a:cubicBezTo>
                    <a:pt x="15201" y="3791"/>
                    <a:pt x="15201" y="3791"/>
                    <a:pt x="15201" y="3791"/>
                  </a:cubicBezTo>
                  <a:cubicBezTo>
                    <a:pt x="15201" y="3791"/>
                    <a:pt x="15201" y="3791"/>
                    <a:pt x="15201" y="3791"/>
                  </a:cubicBezTo>
                  <a:cubicBezTo>
                    <a:pt x="15238" y="3791"/>
                    <a:pt x="15238" y="3791"/>
                    <a:pt x="15238" y="3791"/>
                  </a:cubicBezTo>
                  <a:cubicBezTo>
                    <a:pt x="15312" y="3927"/>
                    <a:pt x="15312" y="3927"/>
                    <a:pt x="15312" y="3927"/>
                  </a:cubicBezTo>
                  <a:cubicBezTo>
                    <a:pt x="15386" y="3927"/>
                    <a:pt x="15386" y="3927"/>
                    <a:pt x="15386" y="3927"/>
                  </a:cubicBezTo>
                  <a:cubicBezTo>
                    <a:pt x="15460" y="3994"/>
                    <a:pt x="15460" y="3994"/>
                    <a:pt x="15460" y="3994"/>
                  </a:cubicBezTo>
                  <a:cubicBezTo>
                    <a:pt x="15423" y="4062"/>
                    <a:pt x="15423" y="4062"/>
                    <a:pt x="15423" y="4062"/>
                  </a:cubicBezTo>
                  <a:cubicBezTo>
                    <a:pt x="15386" y="4130"/>
                    <a:pt x="15386" y="4130"/>
                    <a:pt x="15386" y="4130"/>
                  </a:cubicBezTo>
                  <a:cubicBezTo>
                    <a:pt x="15349" y="4198"/>
                    <a:pt x="15349" y="4198"/>
                    <a:pt x="15349" y="4198"/>
                  </a:cubicBezTo>
                  <a:cubicBezTo>
                    <a:pt x="15386" y="4130"/>
                    <a:pt x="15386" y="4130"/>
                    <a:pt x="15386" y="4130"/>
                  </a:cubicBezTo>
                  <a:cubicBezTo>
                    <a:pt x="15460" y="4130"/>
                    <a:pt x="15460" y="4130"/>
                    <a:pt x="15460" y="4130"/>
                  </a:cubicBezTo>
                  <a:cubicBezTo>
                    <a:pt x="15497" y="4130"/>
                    <a:pt x="15497" y="4130"/>
                    <a:pt x="15497" y="4130"/>
                  </a:cubicBezTo>
                  <a:cubicBezTo>
                    <a:pt x="15571" y="4130"/>
                    <a:pt x="15571" y="4130"/>
                    <a:pt x="15571" y="4130"/>
                  </a:cubicBezTo>
                  <a:cubicBezTo>
                    <a:pt x="15608" y="4062"/>
                    <a:pt x="15608" y="4062"/>
                    <a:pt x="15608" y="4062"/>
                  </a:cubicBezTo>
                  <a:cubicBezTo>
                    <a:pt x="15645" y="4062"/>
                    <a:pt x="15645" y="4062"/>
                    <a:pt x="15645" y="4062"/>
                  </a:cubicBezTo>
                  <a:cubicBezTo>
                    <a:pt x="15719" y="3927"/>
                    <a:pt x="15719" y="3927"/>
                    <a:pt x="15719" y="3927"/>
                  </a:cubicBezTo>
                  <a:cubicBezTo>
                    <a:pt x="15756" y="3927"/>
                    <a:pt x="15756" y="3927"/>
                    <a:pt x="15756" y="3927"/>
                  </a:cubicBezTo>
                  <a:cubicBezTo>
                    <a:pt x="15793" y="3859"/>
                    <a:pt x="15793" y="3859"/>
                    <a:pt x="15793" y="3859"/>
                  </a:cubicBezTo>
                  <a:cubicBezTo>
                    <a:pt x="15830" y="3791"/>
                    <a:pt x="15830" y="3791"/>
                    <a:pt x="15830" y="3791"/>
                  </a:cubicBezTo>
                  <a:cubicBezTo>
                    <a:pt x="15978" y="3724"/>
                    <a:pt x="15978" y="3724"/>
                    <a:pt x="15978" y="3724"/>
                  </a:cubicBezTo>
                  <a:cubicBezTo>
                    <a:pt x="16015" y="3656"/>
                    <a:pt x="16015" y="3656"/>
                    <a:pt x="16015" y="3656"/>
                  </a:cubicBezTo>
                  <a:cubicBezTo>
                    <a:pt x="16052" y="3724"/>
                    <a:pt x="16052" y="3724"/>
                    <a:pt x="16052" y="3724"/>
                  </a:cubicBezTo>
                  <a:cubicBezTo>
                    <a:pt x="16052" y="3656"/>
                    <a:pt x="16052" y="3656"/>
                    <a:pt x="16052" y="3656"/>
                  </a:cubicBezTo>
                  <a:cubicBezTo>
                    <a:pt x="16126" y="3588"/>
                    <a:pt x="16126" y="3588"/>
                    <a:pt x="16126" y="3588"/>
                  </a:cubicBezTo>
                  <a:cubicBezTo>
                    <a:pt x="16163" y="3588"/>
                    <a:pt x="16163" y="3588"/>
                    <a:pt x="16163" y="3588"/>
                  </a:cubicBezTo>
                  <a:cubicBezTo>
                    <a:pt x="16273" y="3588"/>
                    <a:pt x="16273" y="3588"/>
                    <a:pt x="16273" y="3588"/>
                  </a:cubicBezTo>
                  <a:cubicBezTo>
                    <a:pt x="16421" y="3656"/>
                    <a:pt x="16421" y="3656"/>
                    <a:pt x="16421" y="3656"/>
                  </a:cubicBezTo>
                  <a:cubicBezTo>
                    <a:pt x="16495" y="3791"/>
                    <a:pt x="16495" y="3791"/>
                    <a:pt x="16495" y="3791"/>
                  </a:cubicBezTo>
                  <a:cubicBezTo>
                    <a:pt x="16569" y="3859"/>
                    <a:pt x="16569" y="3859"/>
                    <a:pt x="16569" y="3859"/>
                  </a:cubicBezTo>
                  <a:cubicBezTo>
                    <a:pt x="16606" y="3994"/>
                    <a:pt x="16606" y="3994"/>
                    <a:pt x="16606" y="3994"/>
                  </a:cubicBezTo>
                  <a:cubicBezTo>
                    <a:pt x="16643" y="4062"/>
                    <a:pt x="16643" y="4062"/>
                    <a:pt x="16643" y="4062"/>
                  </a:cubicBezTo>
                  <a:cubicBezTo>
                    <a:pt x="16643" y="4130"/>
                    <a:pt x="16643" y="4130"/>
                    <a:pt x="16643" y="4130"/>
                  </a:cubicBezTo>
                  <a:cubicBezTo>
                    <a:pt x="16680" y="4130"/>
                    <a:pt x="16680" y="4130"/>
                    <a:pt x="16680" y="4130"/>
                  </a:cubicBezTo>
                  <a:cubicBezTo>
                    <a:pt x="16643" y="4198"/>
                    <a:pt x="16643" y="4198"/>
                    <a:pt x="16643" y="4198"/>
                  </a:cubicBezTo>
                  <a:cubicBezTo>
                    <a:pt x="16680" y="4333"/>
                    <a:pt x="16680" y="4333"/>
                    <a:pt x="16680" y="4333"/>
                  </a:cubicBezTo>
                  <a:cubicBezTo>
                    <a:pt x="16680" y="4401"/>
                    <a:pt x="16680" y="4401"/>
                    <a:pt x="16680" y="4401"/>
                  </a:cubicBezTo>
                  <a:cubicBezTo>
                    <a:pt x="16680" y="4401"/>
                    <a:pt x="16680" y="4401"/>
                    <a:pt x="16680" y="4401"/>
                  </a:cubicBezTo>
                  <a:cubicBezTo>
                    <a:pt x="16717" y="4401"/>
                    <a:pt x="16717" y="4401"/>
                    <a:pt x="16717" y="4401"/>
                  </a:cubicBezTo>
                  <a:cubicBezTo>
                    <a:pt x="16754" y="4333"/>
                    <a:pt x="16754" y="4333"/>
                    <a:pt x="16754" y="4333"/>
                  </a:cubicBezTo>
                  <a:cubicBezTo>
                    <a:pt x="16791" y="4333"/>
                    <a:pt x="16791" y="4333"/>
                    <a:pt x="16791" y="4333"/>
                  </a:cubicBezTo>
                  <a:cubicBezTo>
                    <a:pt x="16828" y="4401"/>
                    <a:pt x="16828" y="4401"/>
                    <a:pt x="16828" y="4401"/>
                  </a:cubicBezTo>
                  <a:cubicBezTo>
                    <a:pt x="16828" y="4333"/>
                    <a:pt x="16828" y="4333"/>
                    <a:pt x="16828" y="4333"/>
                  </a:cubicBezTo>
                  <a:cubicBezTo>
                    <a:pt x="16865" y="4333"/>
                    <a:pt x="16865" y="4333"/>
                    <a:pt x="16865" y="4333"/>
                  </a:cubicBezTo>
                  <a:cubicBezTo>
                    <a:pt x="16902" y="4333"/>
                    <a:pt x="16902" y="4333"/>
                    <a:pt x="16902" y="4333"/>
                  </a:cubicBezTo>
                  <a:cubicBezTo>
                    <a:pt x="16902" y="4401"/>
                    <a:pt x="16902" y="4401"/>
                    <a:pt x="16902" y="4401"/>
                  </a:cubicBezTo>
                  <a:cubicBezTo>
                    <a:pt x="16939" y="4401"/>
                    <a:pt x="16939" y="4401"/>
                    <a:pt x="16939" y="4401"/>
                  </a:cubicBezTo>
                  <a:cubicBezTo>
                    <a:pt x="16902" y="4265"/>
                    <a:pt x="16902" y="4265"/>
                    <a:pt x="16902" y="4265"/>
                  </a:cubicBezTo>
                  <a:cubicBezTo>
                    <a:pt x="16939" y="4265"/>
                    <a:pt x="16939" y="4265"/>
                    <a:pt x="16939" y="4265"/>
                  </a:cubicBezTo>
                  <a:cubicBezTo>
                    <a:pt x="16976" y="4333"/>
                    <a:pt x="16976" y="4333"/>
                    <a:pt x="16976" y="4333"/>
                  </a:cubicBezTo>
                  <a:cubicBezTo>
                    <a:pt x="17013" y="4468"/>
                    <a:pt x="17013" y="4468"/>
                    <a:pt x="17013" y="4468"/>
                  </a:cubicBezTo>
                  <a:cubicBezTo>
                    <a:pt x="17013" y="4536"/>
                    <a:pt x="17013" y="4536"/>
                    <a:pt x="17013" y="4536"/>
                  </a:cubicBezTo>
                  <a:cubicBezTo>
                    <a:pt x="17050" y="4536"/>
                    <a:pt x="17050" y="4536"/>
                    <a:pt x="17050" y="4536"/>
                  </a:cubicBezTo>
                  <a:cubicBezTo>
                    <a:pt x="17087" y="4672"/>
                    <a:pt x="17087" y="4672"/>
                    <a:pt x="17087" y="4672"/>
                  </a:cubicBezTo>
                  <a:cubicBezTo>
                    <a:pt x="17087" y="4604"/>
                    <a:pt x="17087" y="4604"/>
                    <a:pt x="17087" y="4604"/>
                  </a:cubicBezTo>
                  <a:cubicBezTo>
                    <a:pt x="17087" y="4536"/>
                    <a:pt x="17087" y="4536"/>
                    <a:pt x="17087" y="4536"/>
                  </a:cubicBezTo>
                  <a:cubicBezTo>
                    <a:pt x="17050" y="4536"/>
                    <a:pt x="17050" y="4536"/>
                    <a:pt x="17050" y="4536"/>
                  </a:cubicBezTo>
                  <a:cubicBezTo>
                    <a:pt x="17050" y="4468"/>
                    <a:pt x="17050" y="4468"/>
                    <a:pt x="17050" y="4468"/>
                  </a:cubicBezTo>
                  <a:cubicBezTo>
                    <a:pt x="17087" y="4468"/>
                    <a:pt x="17087" y="4468"/>
                    <a:pt x="17087" y="4468"/>
                  </a:cubicBezTo>
                  <a:cubicBezTo>
                    <a:pt x="17124" y="4468"/>
                    <a:pt x="17124" y="4468"/>
                    <a:pt x="17124" y="4468"/>
                  </a:cubicBezTo>
                  <a:cubicBezTo>
                    <a:pt x="17161" y="4536"/>
                    <a:pt x="17161" y="4536"/>
                    <a:pt x="17161" y="4536"/>
                  </a:cubicBezTo>
                  <a:cubicBezTo>
                    <a:pt x="17198" y="4672"/>
                    <a:pt x="17198" y="4672"/>
                    <a:pt x="17198" y="4672"/>
                  </a:cubicBezTo>
                  <a:cubicBezTo>
                    <a:pt x="17161" y="4536"/>
                    <a:pt x="17161" y="4536"/>
                    <a:pt x="17161" y="4536"/>
                  </a:cubicBezTo>
                  <a:cubicBezTo>
                    <a:pt x="17124" y="4401"/>
                    <a:pt x="17124" y="4401"/>
                    <a:pt x="17124" y="4401"/>
                  </a:cubicBezTo>
                  <a:cubicBezTo>
                    <a:pt x="17124" y="4265"/>
                    <a:pt x="17124" y="4265"/>
                    <a:pt x="17124" y="4265"/>
                  </a:cubicBezTo>
                  <a:cubicBezTo>
                    <a:pt x="17124" y="4198"/>
                    <a:pt x="17124" y="4198"/>
                    <a:pt x="17124" y="4198"/>
                  </a:cubicBezTo>
                  <a:cubicBezTo>
                    <a:pt x="17161" y="4130"/>
                    <a:pt x="17161" y="4130"/>
                    <a:pt x="17161" y="4130"/>
                  </a:cubicBezTo>
                  <a:cubicBezTo>
                    <a:pt x="17235" y="4130"/>
                    <a:pt x="17235" y="4130"/>
                    <a:pt x="17235" y="4130"/>
                  </a:cubicBezTo>
                  <a:cubicBezTo>
                    <a:pt x="17272" y="4062"/>
                    <a:pt x="17272" y="4062"/>
                    <a:pt x="17272" y="4062"/>
                  </a:cubicBezTo>
                  <a:cubicBezTo>
                    <a:pt x="17309" y="3994"/>
                    <a:pt x="17309" y="3994"/>
                    <a:pt x="17309" y="3994"/>
                  </a:cubicBezTo>
                  <a:cubicBezTo>
                    <a:pt x="17309" y="3994"/>
                    <a:pt x="17309" y="3994"/>
                    <a:pt x="17309" y="3994"/>
                  </a:cubicBezTo>
                  <a:cubicBezTo>
                    <a:pt x="17309" y="3927"/>
                    <a:pt x="17309" y="3927"/>
                    <a:pt x="17309" y="3927"/>
                  </a:cubicBezTo>
                  <a:cubicBezTo>
                    <a:pt x="17346" y="3927"/>
                    <a:pt x="17346" y="3927"/>
                    <a:pt x="17346" y="3927"/>
                  </a:cubicBezTo>
                  <a:cubicBezTo>
                    <a:pt x="17383" y="3994"/>
                    <a:pt x="17383" y="3994"/>
                    <a:pt x="17383" y="3994"/>
                  </a:cubicBezTo>
                  <a:cubicBezTo>
                    <a:pt x="17420" y="3994"/>
                    <a:pt x="17420" y="3994"/>
                    <a:pt x="17420" y="3994"/>
                  </a:cubicBezTo>
                  <a:cubicBezTo>
                    <a:pt x="17457" y="3994"/>
                    <a:pt x="17457" y="3994"/>
                    <a:pt x="17457" y="3994"/>
                  </a:cubicBezTo>
                  <a:cubicBezTo>
                    <a:pt x="17494" y="3927"/>
                    <a:pt x="17494" y="3927"/>
                    <a:pt x="17494" y="3927"/>
                  </a:cubicBezTo>
                  <a:cubicBezTo>
                    <a:pt x="17531" y="3994"/>
                    <a:pt x="17531" y="3994"/>
                    <a:pt x="17531" y="3994"/>
                  </a:cubicBezTo>
                  <a:cubicBezTo>
                    <a:pt x="17568" y="3927"/>
                    <a:pt x="17568" y="3927"/>
                    <a:pt x="17568" y="3927"/>
                  </a:cubicBezTo>
                  <a:cubicBezTo>
                    <a:pt x="17642" y="3927"/>
                    <a:pt x="17642" y="3927"/>
                    <a:pt x="17642" y="3927"/>
                  </a:cubicBezTo>
                  <a:cubicBezTo>
                    <a:pt x="17679" y="3927"/>
                    <a:pt x="17679" y="3927"/>
                    <a:pt x="17679" y="3927"/>
                  </a:cubicBezTo>
                  <a:cubicBezTo>
                    <a:pt x="17679" y="3927"/>
                    <a:pt x="17679" y="3927"/>
                    <a:pt x="17679" y="3927"/>
                  </a:cubicBezTo>
                  <a:cubicBezTo>
                    <a:pt x="17679" y="3927"/>
                    <a:pt x="17679" y="3927"/>
                    <a:pt x="17679" y="3927"/>
                  </a:cubicBezTo>
                  <a:cubicBezTo>
                    <a:pt x="17716" y="3994"/>
                    <a:pt x="17716" y="3994"/>
                    <a:pt x="17716" y="3994"/>
                  </a:cubicBezTo>
                  <a:cubicBezTo>
                    <a:pt x="17716" y="3927"/>
                    <a:pt x="17716" y="3927"/>
                    <a:pt x="17716" y="3927"/>
                  </a:cubicBezTo>
                  <a:cubicBezTo>
                    <a:pt x="17753" y="3859"/>
                    <a:pt x="17753" y="3859"/>
                    <a:pt x="17753" y="3859"/>
                  </a:cubicBezTo>
                  <a:cubicBezTo>
                    <a:pt x="17753" y="3791"/>
                    <a:pt x="17753" y="3791"/>
                    <a:pt x="17753" y="3791"/>
                  </a:cubicBezTo>
                  <a:cubicBezTo>
                    <a:pt x="17753" y="3724"/>
                    <a:pt x="17753" y="3724"/>
                    <a:pt x="17753" y="3724"/>
                  </a:cubicBezTo>
                  <a:cubicBezTo>
                    <a:pt x="17753" y="3656"/>
                    <a:pt x="17753" y="3656"/>
                    <a:pt x="17753" y="3656"/>
                  </a:cubicBezTo>
                  <a:cubicBezTo>
                    <a:pt x="17790" y="3656"/>
                    <a:pt x="17790" y="3656"/>
                    <a:pt x="17790" y="3656"/>
                  </a:cubicBezTo>
                  <a:cubicBezTo>
                    <a:pt x="17827" y="3656"/>
                    <a:pt x="17827" y="3656"/>
                    <a:pt x="17827" y="3656"/>
                  </a:cubicBezTo>
                  <a:cubicBezTo>
                    <a:pt x="17864" y="3724"/>
                    <a:pt x="17864" y="3724"/>
                    <a:pt x="17864" y="3724"/>
                  </a:cubicBezTo>
                  <a:cubicBezTo>
                    <a:pt x="17864" y="3724"/>
                    <a:pt x="17864" y="3724"/>
                    <a:pt x="17864" y="3724"/>
                  </a:cubicBezTo>
                  <a:cubicBezTo>
                    <a:pt x="17901" y="3724"/>
                    <a:pt x="17901" y="3724"/>
                    <a:pt x="17901" y="3724"/>
                  </a:cubicBezTo>
                  <a:cubicBezTo>
                    <a:pt x="17938" y="3791"/>
                    <a:pt x="17938" y="3791"/>
                    <a:pt x="17938" y="3791"/>
                  </a:cubicBezTo>
                  <a:cubicBezTo>
                    <a:pt x="17938" y="3859"/>
                    <a:pt x="17938" y="3859"/>
                    <a:pt x="17938" y="3859"/>
                  </a:cubicBezTo>
                  <a:cubicBezTo>
                    <a:pt x="17975" y="3927"/>
                    <a:pt x="17975" y="3927"/>
                    <a:pt x="17975" y="3927"/>
                  </a:cubicBezTo>
                  <a:cubicBezTo>
                    <a:pt x="18012" y="3994"/>
                    <a:pt x="18012" y="3994"/>
                    <a:pt x="18012" y="3994"/>
                  </a:cubicBezTo>
                  <a:cubicBezTo>
                    <a:pt x="18049" y="3927"/>
                    <a:pt x="18049" y="3927"/>
                    <a:pt x="18049" y="3927"/>
                  </a:cubicBezTo>
                  <a:cubicBezTo>
                    <a:pt x="18123" y="3994"/>
                    <a:pt x="18123" y="3994"/>
                    <a:pt x="18123" y="3994"/>
                  </a:cubicBezTo>
                  <a:cubicBezTo>
                    <a:pt x="18123" y="3994"/>
                    <a:pt x="18123" y="3994"/>
                    <a:pt x="18123" y="3994"/>
                  </a:cubicBezTo>
                  <a:cubicBezTo>
                    <a:pt x="18160" y="3994"/>
                    <a:pt x="18160" y="3994"/>
                    <a:pt x="18160" y="3994"/>
                  </a:cubicBezTo>
                  <a:cubicBezTo>
                    <a:pt x="18234" y="4130"/>
                    <a:pt x="18234" y="4130"/>
                    <a:pt x="18234" y="4130"/>
                  </a:cubicBezTo>
                  <a:cubicBezTo>
                    <a:pt x="18234" y="4130"/>
                    <a:pt x="18234" y="4130"/>
                    <a:pt x="18234" y="4130"/>
                  </a:cubicBezTo>
                  <a:cubicBezTo>
                    <a:pt x="18234" y="4198"/>
                    <a:pt x="18234" y="4198"/>
                    <a:pt x="18234" y="4198"/>
                  </a:cubicBezTo>
                  <a:cubicBezTo>
                    <a:pt x="18308" y="4198"/>
                    <a:pt x="18308" y="4198"/>
                    <a:pt x="18308" y="4198"/>
                  </a:cubicBezTo>
                  <a:cubicBezTo>
                    <a:pt x="18308" y="4198"/>
                    <a:pt x="18308" y="4198"/>
                    <a:pt x="18308" y="4198"/>
                  </a:cubicBezTo>
                  <a:cubicBezTo>
                    <a:pt x="18345" y="4198"/>
                    <a:pt x="18345" y="4198"/>
                    <a:pt x="18345" y="4198"/>
                  </a:cubicBezTo>
                  <a:cubicBezTo>
                    <a:pt x="18345" y="4130"/>
                    <a:pt x="18345" y="4130"/>
                    <a:pt x="18345" y="4130"/>
                  </a:cubicBezTo>
                  <a:cubicBezTo>
                    <a:pt x="18382" y="4062"/>
                    <a:pt x="18382" y="4062"/>
                    <a:pt x="18382" y="4062"/>
                  </a:cubicBezTo>
                  <a:cubicBezTo>
                    <a:pt x="18419" y="4062"/>
                    <a:pt x="18419" y="4062"/>
                    <a:pt x="18419" y="4062"/>
                  </a:cubicBezTo>
                  <a:cubicBezTo>
                    <a:pt x="18419" y="4062"/>
                    <a:pt x="18419" y="4062"/>
                    <a:pt x="18419" y="4062"/>
                  </a:cubicBezTo>
                  <a:cubicBezTo>
                    <a:pt x="18419" y="3994"/>
                    <a:pt x="18419" y="3994"/>
                    <a:pt x="18419" y="3994"/>
                  </a:cubicBezTo>
                  <a:cubicBezTo>
                    <a:pt x="18419" y="3994"/>
                    <a:pt x="18419" y="3994"/>
                    <a:pt x="18419" y="3994"/>
                  </a:cubicBezTo>
                  <a:cubicBezTo>
                    <a:pt x="18419" y="3994"/>
                    <a:pt x="18419" y="3994"/>
                    <a:pt x="18419" y="3994"/>
                  </a:cubicBezTo>
                  <a:cubicBezTo>
                    <a:pt x="18419" y="3927"/>
                    <a:pt x="18419" y="3927"/>
                    <a:pt x="18419" y="3927"/>
                  </a:cubicBezTo>
                  <a:cubicBezTo>
                    <a:pt x="18382" y="3859"/>
                    <a:pt x="18382" y="3859"/>
                    <a:pt x="18382" y="3859"/>
                  </a:cubicBezTo>
                  <a:cubicBezTo>
                    <a:pt x="18345" y="3859"/>
                    <a:pt x="18345" y="3859"/>
                    <a:pt x="18345" y="3859"/>
                  </a:cubicBezTo>
                  <a:cubicBezTo>
                    <a:pt x="18345" y="3724"/>
                    <a:pt x="18345" y="3724"/>
                    <a:pt x="18345" y="3724"/>
                  </a:cubicBezTo>
                  <a:cubicBezTo>
                    <a:pt x="18271" y="3656"/>
                    <a:pt x="18271" y="3656"/>
                    <a:pt x="18271" y="3656"/>
                  </a:cubicBezTo>
                  <a:cubicBezTo>
                    <a:pt x="18234" y="3656"/>
                    <a:pt x="18234" y="3656"/>
                    <a:pt x="18234" y="3656"/>
                  </a:cubicBezTo>
                  <a:cubicBezTo>
                    <a:pt x="18234" y="3588"/>
                    <a:pt x="18234" y="3588"/>
                    <a:pt x="18234" y="3588"/>
                  </a:cubicBezTo>
                  <a:cubicBezTo>
                    <a:pt x="18160" y="3521"/>
                    <a:pt x="18160" y="3521"/>
                    <a:pt x="18160" y="3521"/>
                  </a:cubicBezTo>
                  <a:cubicBezTo>
                    <a:pt x="18123" y="3588"/>
                    <a:pt x="18123" y="3588"/>
                    <a:pt x="18123" y="3588"/>
                  </a:cubicBezTo>
                  <a:cubicBezTo>
                    <a:pt x="18123" y="3588"/>
                    <a:pt x="18123" y="3588"/>
                    <a:pt x="18123" y="3588"/>
                  </a:cubicBezTo>
                  <a:cubicBezTo>
                    <a:pt x="18123" y="3521"/>
                    <a:pt x="18123" y="3521"/>
                    <a:pt x="18123" y="3521"/>
                  </a:cubicBezTo>
                  <a:cubicBezTo>
                    <a:pt x="18123" y="3521"/>
                    <a:pt x="18123" y="3521"/>
                    <a:pt x="18123" y="3521"/>
                  </a:cubicBezTo>
                  <a:cubicBezTo>
                    <a:pt x="18123" y="3385"/>
                    <a:pt x="18123" y="3385"/>
                    <a:pt x="18123" y="3385"/>
                  </a:cubicBezTo>
                  <a:cubicBezTo>
                    <a:pt x="18086" y="3385"/>
                    <a:pt x="18086" y="3385"/>
                    <a:pt x="18086" y="3385"/>
                  </a:cubicBezTo>
                  <a:cubicBezTo>
                    <a:pt x="18086" y="3317"/>
                    <a:pt x="18086" y="3317"/>
                    <a:pt x="18086" y="3317"/>
                  </a:cubicBezTo>
                  <a:cubicBezTo>
                    <a:pt x="18049" y="3250"/>
                    <a:pt x="18049" y="3250"/>
                    <a:pt x="18049" y="3250"/>
                  </a:cubicBezTo>
                  <a:cubicBezTo>
                    <a:pt x="18012" y="3182"/>
                    <a:pt x="18012" y="3182"/>
                    <a:pt x="18012" y="3182"/>
                  </a:cubicBezTo>
                  <a:cubicBezTo>
                    <a:pt x="18012" y="3182"/>
                    <a:pt x="18012" y="3182"/>
                    <a:pt x="18012" y="3182"/>
                  </a:cubicBezTo>
                  <a:cubicBezTo>
                    <a:pt x="18086" y="3182"/>
                    <a:pt x="18086" y="3182"/>
                    <a:pt x="18086" y="3182"/>
                  </a:cubicBezTo>
                  <a:cubicBezTo>
                    <a:pt x="18123" y="3182"/>
                    <a:pt x="18123" y="3182"/>
                    <a:pt x="18123" y="3182"/>
                  </a:cubicBezTo>
                  <a:cubicBezTo>
                    <a:pt x="18197" y="3182"/>
                    <a:pt x="18197" y="3182"/>
                    <a:pt x="18197" y="3182"/>
                  </a:cubicBezTo>
                  <a:cubicBezTo>
                    <a:pt x="18271" y="3182"/>
                    <a:pt x="18271" y="3182"/>
                    <a:pt x="18271" y="3182"/>
                  </a:cubicBezTo>
                  <a:cubicBezTo>
                    <a:pt x="18271" y="3114"/>
                    <a:pt x="18271" y="3114"/>
                    <a:pt x="18271" y="3114"/>
                  </a:cubicBezTo>
                  <a:cubicBezTo>
                    <a:pt x="18308" y="3114"/>
                    <a:pt x="18308" y="3114"/>
                    <a:pt x="18308" y="3114"/>
                  </a:cubicBezTo>
                  <a:cubicBezTo>
                    <a:pt x="18382" y="3114"/>
                    <a:pt x="18382" y="3114"/>
                    <a:pt x="18382" y="3114"/>
                  </a:cubicBezTo>
                  <a:cubicBezTo>
                    <a:pt x="18382" y="3114"/>
                    <a:pt x="18382" y="3114"/>
                    <a:pt x="18382" y="3114"/>
                  </a:cubicBezTo>
                  <a:cubicBezTo>
                    <a:pt x="18419" y="3114"/>
                    <a:pt x="18419" y="3114"/>
                    <a:pt x="18419" y="3114"/>
                  </a:cubicBezTo>
                  <a:cubicBezTo>
                    <a:pt x="18419" y="3047"/>
                    <a:pt x="18419" y="3047"/>
                    <a:pt x="18419" y="3047"/>
                  </a:cubicBezTo>
                  <a:cubicBezTo>
                    <a:pt x="18456" y="3047"/>
                    <a:pt x="18456" y="3047"/>
                    <a:pt x="18456" y="3047"/>
                  </a:cubicBezTo>
                  <a:cubicBezTo>
                    <a:pt x="18456" y="3114"/>
                    <a:pt x="18456" y="3114"/>
                    <a:pt x="18456" y="3114"/>
                  </a:cubicBezTo>
                  <a:cubicBezTo>
                    <a:pt x="18493" y="3114"/>
                    <a:pt x="18493" y="3114"/>
                    <a:pt x="18493" y="3114"/>
                  </a:cubicBezTo>
                  <a:cubicBezTo>
                    <a:pt x="18493" y="3047"/>
                    <a:pt x="18493" y="3047"/>
                    <a:pt x="18493" y="3047"/>
                  </a:cubicBezTo>
                  <a:cubicBezTo>
                    <a:pt x="18530" y="3047"/>
                    <a:pt x="18530" y="3047"/>
                    <a:pt x="18530" y="3047"/>
                  </a:cubicBezTo>
                  <a:cubicBezTo>
                    <a:pt x="18530" y="2979"/>
                    <a:pt x="18530" y="2979"/>
                    <a:pt x="18530" y="2979"/>
                  </a:cubicBezTo>
                  <a:cubicBezTo>
                    <a:pt x="18678" y="2979"/>
                    <a:pt x="18678" y="2979"/>
                    <a:pt x="18678" y="2979"/>
                  </a:cubicBezTo>
                  <a:cubicBezTo>
                    <a:pt x="18678" y="2979"/>
                    <a:pt x="18678" y="2979"/>
                    <a:pt x="18678" y="2979"/>
                  </a:cubicBezTo>
                  <a:cubicBezTo>
                    <a:pt x="18678" y="2979"/>
                    <a:pt x="18678" y="2979"/>
                    <a:pt x="18678" y="2979"/>
                  </a:cubicBezTo>
                  <a:cubicBezTo>
                    <a:pt x="18715" y="2911"/>
                    <a:pt x="18715" y="2911"/>
                    <a:pt x="18715" y="2911"/>
                  </a:cubicBezTo>
                  <a:cubicBezTo>
                    <a:pt x="18715" y="2911"/>
                    <a:pt x="18715" y="2911"/>
                    <a:pt x="18715" y="2911"/>
                  </a:cubicBezTo>
                  <a:cubicBezTo>
                    <a:pt x="18752" y="2911"/>
                    <a:pt x="18752" y="2911"/>
                    <a:pt x="18752" y="2911"/>
                  </a:cubicBezTo>
                  <a:cubicBezTo>
                    <a:pt x="18789" y="2911"/>
                    <a:pt x="18789" y="2911"/>
                    <a:pt x="18789" y="2911"/>
                  </a:cubicBezTo>
                  <a:cubicBezTo>
                    <a:pt x="18826" y="2979"/>
                    <a:pt x="18826" y="2979"/>
                    <a:pt x="18826" y="2979"/>
                  </a:cubicBezTo>
                  <a:cubicBezTo>
                    <a:pt x="18863" y="2979"/>
                    <a:pt x="18863" y="2979"/>
                    <a:pt x="18863" y="2979"/>
                  </a:cubicBezTo>
                  <a:cubicBezTo>
                    <a:pt x="18900" y="2911"/>
                    <a:pt x="18900" y="2911"/>
                    <a:pt x="18900" y="2911"/>
                  </a:cubicBezTo>
                  <a:cubicBezTo>
                    <a:pt x="18936" y="2979"/>
                    <a:pt x="18936" y="2979"/>
                    <a:pt x="18936" y="2979"/>
                  </a:cubicBezTo>
                  <a:cubicBezTo>
                    <a:pt x="18936" y="2979"/>
                    <a:pt x="18936" y="2979"/>
                    <a:pt x="18936" y="2979"/>
                  </a:cubicBezTo>
                  <a:cubicBezTo>
                    <a:pt x="18973" y="2979"/>
                    <a:pt x="18973" y="2979"/>
                    <a:pt x="18973" y="2979"/>
                  </a:cubicBezTo>
                  <a:cubicBezTo>
                    <a:pt x="19010" y="2911"/>
                    <a:pt x="19010" y="2911"/>
                    <a:pt x="19010" y="2911"/>
                  </a:cubicBezTo>
                  <a:cubicBezTo>
                    <a:pt x="19121" y="2979"/>
                    <a:pt x="19121" y="2979"/>
                    <a:pt x="19121" y="2979"/>
                  </a:cubicBezTo>
                  <a:cubicBezTo>
                    <a:pt x="19158" y="3047"/>
                    <a:pt x="19158" y="3047"/>
                    <a:pt x="19158" y="3047"/>
                  </a:cubicBezTo>
                  <a:cubicBezTo>
                    <a:pt x="19195" y="2979"/>
                    <a:pt x="19195" y="2979"/>
                    <a:pt x="19195" y="2979"/>
                  </a:cubicBezTo>
                  <a:cubicBezTo>
                    <a:pt x="19158" y="2979"/>
                    <a:pt x="19158" y="2979"/>
                    <a:pt x="19158" y="2979"/>
                  </a:cubicBezTo>
                  <a:cubicBezTo>
                    <a:pt x="19195" y="2979"/>
                    <a:pt x="19195" y="2979"/>
                    <a:pt x="19195" y="2979"/>
                  </a:cubicBezTo>
                  <a:cubicBezTo>
                    <a:pt x="19232" y="2979"/>
                    <a:pt x="19232" y="2979"/>
                    <a:pt x="19232" y="2979"/>
                  </a:cubicBezTo>
                  <a:cubicBezTo>
                    <a:pt x="19232" y="3047"/>
                    <a:pt x="19232" y="3047"/>
                    <a:pt x="19232" y="3047"/>
                  </a:cubicBezTo>
                  <a:cubicBezTo>
                    <a:pt x="19232" y="3047"/>
                    <a:pt x="19232" y="3047"/>
                    <a:pt x="19232" y="3047"/>
                  </a:cubicBezTo>
                  <a:cubicBezTo>
                    <a:pt x="19269" y="3047"/>
                    <a:pt x="19269" y="3047"/>
                    <a:pt x="19269" y="3047"/>
                  </a:cubicBezTo>
                  <a:cubicBezTo>
                    <a:pt x="19380" y="3047"/>
                    <a:pt x="19380" y="3047"/>
                    <a:pt x="19380" y="3047"/>
                  </a:cubicBezTo>
                  <a:cubicBezTo>
                    <a:pt x="19491" y="3182"/>
                    <a:pt x="19491" y="3182"/>
                    <a:pt x="19491" y="3182"/>
                  </a:cubicBezTo>
                  <a:cubicBezTo>
                    <a:pt x="19491" y="3182"/>
                    <a:pt x="19491" y="3182"/>
                    <a:pt x="19491" y="3182"/>
                  </a:cubicBezTo>
                  <a:cubicBezTo>
                    <a:pt x="19454" y="3182"/>
                    <a:pt x="19454" y="3182"/>
                    <a:pt x="19454" y="3182"/>
                  </a:cubicBezTo>
                  <a:cubicBezTo>
                    <a:pt x="19380" y="3114"/>
                    <a:pt x="19380" y="3114"/>
                    <a:pt x="19380" y="3114"/>
                  </a:cubicBezTo>
                  <a:cubicBezTo>
                    <a:pt x="19380" y="3114"/>
                    <a:pt x="19380" y="3114"/>
                    <a:pt x="19380" y="3114"/>
                  </a:cubicBezTo>
                  <a:cubicBezTo>
                    <a:pt x="19491" y="3182"/>
                    <a:pt x="19491" y="3182"/>
                    <a:pt x="19491" y="3182"/>
                  </a:cubicBezTo>
                  <a:cubicBezTo>
                    <a:pt x="19528" y="3182"/>
                    <a:pt x="19528" y="3182"/>
                    <a:pt x="19528" y="3182"/>
                  </a:cubicBezTo>
                  <a:cubicBezTo>
                    <a:pt x="19565" y="3182"/>
                    <a:pt x="19565" y="3182"/>
                    <a:pt x="19565" y="3182"/>
                  </a:cubicBezTo>
                  <a:cubicBezTo>
                    <a:pt x="19602" y="3182"/>
                    <a:pt x="19602" y="3182"/>
                    <a:pt x="19602" y="3182"/>
                  </a:cubicBezTo>
                  <a:cubicBezTo>
                    <a:pt x="19639" y="3182"/>
                    <a:pt x="19639" y="3182"/>
                    <a:pt x="19639" y="3182"/>
                  </a:cubicBezTo>
                  <a:cubicBezTo>
                    <a:pt x="19639" y="3114"/>
                    <a:pt x="19639" y="3114"/>
                    <a:pt x="19639" y="3114"/>
                  </a:cubicBezTo>
                  <a:cubicBezTo>
                    <a:pt x="19639" y="3114"/>
                    <a:pt x="19639" y="3114"/>
                    <a:pt x="19639" y="3114"/>
                  </a:cubicBezTo>
                  <a:cubicBezTo>
                    <a:pt x="19676" y="3114"/>
                    <a:pt x="19676" y="3114"/>
                    <a:pt x="19676" y="3114"/>
                  </a:cubicBezTo>
                  <a:cubicBezTo>
                    <a:pt x="19713" y="3182"/>
                    <a:pt x="19713" y="3182"/>
                    <a:pt x="19713" y="3182"/>
                  </a:cubicBezTo>
                  <a:cubicBezTo>
                    <a:pt x="19713" y="3182"/>
                    <a:pt x="19713" y="3182"/>
                    <a:pt x="19713" y="3182"/>
                  </a:cubicBezTo>
                  <a:cubicBezTo>
                    <a:pt x="19750" y="3114"/>
                    <a:pt x="19750" y="3114"/>
                    <a:pt x="19750" y="3114"/>
                  </a:cubicBezTo>
                  <a:cubicBezTo>
                    <a:pt x="19750" y="3114"/>
                    <a:pt x="19750" y="3114"/>
                    <a:pt x="19750" y="3114"/>
                  </a:cubicBezTo>
                  <a:cubicBezTo>
                    <a:pt x="19787" y="3182"/>
                    <a:pt x="19787" y="3182"/>
                    <a:pt x="19787" y="3182"/>
                  </a:cubicBezTo>
                  <a:cubicBezTo>
                    <a:pt x="19787" y="3182"/>
                    <a:pt x="19787" y="3182"/>
                    <a:pt x="19787" y="3182"/>
                  </a:cubicBezTo>
                  <a:cubicBezTo>
                    <a:pt x="19824" y="3250"/>
                    <a:pt x="19824" y="3250"/>
                    <a:pt x="19824" y="3250"/>
                  </a:cubicBezTo>
                  <a:cubicBezTo>
                    <a:pt x="19861" y="3182"/>
                    <a:pt x="19861" y="3182"/>
                    <a:pt x="19861" y="3182"/>
                  </a:cubicBezTo>
                  <a:cubicBezTo>
                    <a:pt x="20009" y="3250"/>
                    <a:pt x="20009" y="3250"/>
                    <a:pt x="20009" y="3250"/>
                  </a:cubicBezTo>
                  <a:cubicBezTo>
                    <a:pt x="20009" y="3182"/>
                    <a:pt x="20009" y="3182"/>
                    <a:pt x="20009" y="3182"/>
                  </a:cubicBezTo>
                  <a:cubicBezTo>
                    <a:pt x="20046" y="3182"/>
                    <a:pt x="20046" y="3182"/>
                    <a:pt x="20046" y="3182"/>
                  </a:cubicBezTo>
                  <a:cubicBezTo>
                    <a:pt x="20083" y="3250"/>
                    <a:pt x="20083" y="3250"/>
                    <a:pt x="20083" y="3250"/>
                  </a:cubicBezTo>
                  <a:cubicBezTo>
                    <a:pt x="20083" y="3250"/>
                    <a:pt x="20083" y="3250"/>
                    <a:pt x="20083" y="3250"/>
                  </a:cubicBezTo>
                  <a:cubicBezTo>
                    <a:pt x="20083" y="3182"/>
                    <a:pt x="20083" y="3182"/>
                    <a:pt x="20083" y="3182"/>
                  </a:cubicBezTo>
                  <a:cubicBezTo>
                    <a:pt x="20083" y="3182"/>
                    <a:pt x="20083" y="3182"/>
                    <a:pt x="20083" y="3182"/>
                  </a:cubicBezTo>
                  <a:cubicBezTo>
                    <a:pt x="20157" y="3182"/>
                    <a:pt x="20157" y="3182"/>
                    <a:pt x="20157" y="3182"/>
                  </a:cubicBezTo>
                  <a:cubicBezTo>
                    <a:pt x="20157" y="3250"/>
                    <a:pt x="20157" y="3250"/>
                    <a:pt x="20157" y="3250"/>
                  </a:cubicBezTo>
                  <a:cubicBezTo>
                    <a:pt x="20157" y="3317"/>
                    <a:pt x="20157" y="3317"/>
                    <a:pt x="20157" y="3317"/>
                  </a:cubicBezTo>
                  <a:cubicBezTo>
                    <a:pt x="20231" y="3250"/>
                    <a:pt x="20231" y="3250"/>
                    <a:pt x="20231" y="3250"/>
                  </a:cubicBezTo>
                  <a:cubicBezTo>
                    <a:pt x="20231" y="3250"/>
                    <a:pt x="20231" y="3250"/>
                    <a:pt x="20231" y="3250"/>
                  </a:cubicBezTo>
                  <a:cubicBezTo>
                    <a:pt x="20194" y="3250"/>
                    <a:pt x="20194" y="3250"/>
                    <a:pt x="20194" y="3250"/>
                  </a:cubicBezTo>
                  <a:cubicBezTo>
                    <a:pt x="20231" y="3250"/>
                    <a:pt x="20231" y="3250"/>
                    <a:pt x="20231" y="3250"/>
                  </a:cubicBezTo>
                  <a:cubicBezTo>
                    <a:pt x="20268" y="3250"/>
                    <a:pt x="20268" y="3250"/>
                    <a:pt x="20268" y="3250"/>
                  </a:cubicBezTo>
                  <a:cubicBezTo>
                    <a:pt x="20268" y="3317"/>
                    <a:pt x="20268" y="3317"/>
                    <a:pt x="20268" y="3317"/>
                  </a:cubicBezTo>
                  <a:cubicBezTo>
                    <a:pt x="20305" y="3317"/>
                    <a:pt x="20305" y="3317"/>
                    <a:pt x="20305" y="3317"/>
                  </a:cubicBezTo>
                  <a:cubicBezTo>
                    <a:pt x="20342" y="3385"/>
                    <a:pt x="20342" y="3385"/>
                    <a:pt x="20342" y="3385"/>
                  </a:cubicBezTo>
                  <a:cubicBezTo>
                    <a:pt x="20379" y="3317"/>
                    <a:pt x="20379" y="3317"/>
                    <a:pt x="20379" y="3317"/>
                  </a:cubicBezTo>
                  <a:cubicBezTo>
                    <a:pt x="20342" y="3317"/>
                    <a:pt x="20342" y="3317"/>
                    <a:pt x="20342" y="3317"/>
                  </a:cubicBezTo>
                  <a:cubicBezTo>
                    <a:pt x="20305" y="3250"/>
                    <a:pt x="20305" y="3250"/>
                    <a:pt x="20305" y="3250"/>
                  </a:cubicBezTo>
                  <a:cubicBezTo>
                    <a:pt x="20305" y="3250"/>
                    <a:pt x="20305" y="3250"/>
                    <a:pt x="20305" y="3250"/>
                  </a:cubicBezTo>
                  <a:cubicBezTo>
                    <a:pt x="20342" y="3250"/>
                    <a:pt x="20342" y="3250"/>
                    <a:pt x="20342" y="3250"/>
                  </a:cubicBezTo>
                  <a:cubicBezTo>
                    <a:pt x="20379" y="3250"/>
                    <a:pt x="20379" y="3250"/>
                    <a:pt x="20379" y="3250"/>
                  </a:cubicBezTo>
                  <a:cubicBezTo>
                    <a:pt x="20416" y="3317"/>
                    <a:pt x="20416" y="3317"/>
                    <a:pt x="20416" y="3317"/>
                  </a:cubicBezTo>
                  <a:cubicBezTo>
                    <a:pt x="20453" y="3385"/>
                    <a:pt x="20453" y="3385"/>
                    <a:pt x="20453" y="3385"/>
                  </a:cubicBezTo>
                  <a:cubicBezTo>
                    <a:pt x="20453" y="3385"/>
                    <a:pt x="20453" y="3385"/>
                    <a:pt x="20453" y="3385"/>
                  </a:cubicBezTo>
                  <a:cubicBezTo>
                    <a:pt x="20453" y="3317"/>
                    <a:pt x="20453" y="3317"/>
                    <a:pt x="20453" y="3317"/>
                  </a:cubicBezTo>
                  <a:cubicBezTo>
                    <a:pt x="20453" y="3317"/>
                    <a:pt x="20453" y="3317"/>
                    <a:pt x="20453" y="3317"/>
                  </a:cubicBezTo>
                  <a:cubicBezTo>
                    <a:pt x="20490" y="3317"/>
                    <a:pt x="20490" y="3317"/>
                    <a:pt x="20490" y="3317"/>
                  </a:cubicBezTo>
                  <a:cubicBezTo>
                    <a:pt x="20490" y="3317"/>
                    <a:pt x="20490" y="3317"/>
                    <a:pt x="20490" y="3317"/>
                  </a:cubicBezTo>
                  <a:cubicBezTo>
                    <a:pt x="20490" y="3385"/>
                    <a:pt x="20490" y="3385"/>
                    <a:pt x="20490" y="3385"/>
                  </a:cubicBezTo>
                  <a:cubicBezTo>
                    <a:pt x="20527" y="3453"/>
                    <a:pt x="20527" y="3453"/>
                    <a:pt x="20527" y="3453"/>
                  </a:cubicBezTo>
                  <a:cubicBezTo>
                    <a:pt x="20601" y="3588"/>
                    <a:pt x="20601" y="3588"/>
                    <a:pt x="20601" y="3588"/>
                  </a:cubicBezTo>
                  <a:cubicBezTo>
                    <a:pt x="20638" y="3656"/>
                    <a:pt x="20638" y="3656"/>
                    <a:pt x="20638" y="3656"/>
                  </a:cubicBezTo>
                  <a:cubicBezTo>
                    <a:pt x="20638" y="3656"/>
                    <a:pt x="20638" y="3656"/>
                    <a:pt x="20638" y="3656"/>
                  </a:cubicBezTo>
                  <a:cubicBezTo>
                    <a:pt x="20675" y="3724"/>
                    <a:pt x="20675" y="3724"/>
                    <a:pt x="20675" y="3724"/>
                  </a:cubicBezTo>
                  <a:cubicBezTo>
                    <a:pt x="20712" y="3791"/>
                    <a:pt x="20712" y="3791"/>
                    <a:pt x="20712" y="3791"/>
                  </a:cubicBezTo>
                  <a:cubicBezTo>
                    <a:pt x="20675" y="3791"/>
                    <a:pt x="20675" y="3791"/>
                    <a:pt x="20675" y="3791"/>
                  </a:cubicBezTo>
                  <a:cubicBezTo>
                    <a:pt x="20712" y="3859"/>
                    <a:pt x="20712" y="3859"/>
                    <a:pt x="20712" y="3859"/>
                  </a:cubicBezTo>
                  <a:cubicBezTo>
                    <a:pt x="20712" y="3859"/>
                    <a:pt x="20712" y="3859"/>
                    <a:pt x="20712" y="3859"/>
                  </a:cubicBezTo>
                  <a:cubicBezTo>
                    <a:pt x="20749" y="3859"/>
                    <a:pt x="20749" y="3859"/>
                    <a:pt x="20749" y="3859"/>
                  </a:cubicBezTo>
                  <a:cubicBezTo>
                    <a:pt x="20786" y="3859"/>
                    <a:pt x="20786" y="3859"/>
                    <a:pt x="20786" y="3859"/>
                  </a:cubicBezTo>
                  <a:cubicBezTo>
                    <a:pt x="20823" y="3927"/>
                    <a:pt x="20823" y="3927"/>
                    <a:pt x="20823" y="3927"/>
                  </a:cubicBezTo>
                  <a:cubicBezTo>
                    <a:pt x="20860" y="3927"/>
                    <a:pt x="20860" y="3927"/>
                    <a:pt x="20860" y="3927"/>
                  </a:cubicBezTo>
                  <a:cubicBezTo>
                    <a:pt x="20860" y="3927"/>
                    <a:pt x="20860" y="3927"/>
                    <a:pt x="20860" y="3927"/>
                  </a:cubicBezTo>
                  <a:cubicBezTo>
                    <a:pt x="20860" y="3927"/>
                    <a:pt x="20860" y="3927"/>
                    <a:pt x="20860" y="3927"/>
                  </a:cubicBezTo>
                  <a:cubicBezTo>
                    <a:pt x="20823" y="3859"/>
                    <a:pt x="20823" y="3859"/>
                    <a:pt x="20823" y="3859"/>
                  </a:cubicBezTo>
                  <a:cubicBezTo>
                    <a:pt x="20860" y="3791"/>
                    <a:pt x="20860" y="3791"/>
                    <a:pt x="20860" y="3791"/>
                  </a:cubicBezTo>
                  <a:cubicBezTo>
                    <a:pt x="20860" y="3791"/>
                    <a:pt x="20860" y="3791"/>
                    <a:pt x="20860" y="3791"/>
                  </a:cubicBezTo>
                  <a:cubicBezTo>
                    <a:pt x="20897" y="3859"/>
                    <a:pt x="20897" y="3859"/>
                    <a:pt x="20897" y="3859"/>
                  </a:cubicBezTo>
                  <a:cubicBezTo>
                    <a:pt x="20934" y="3927"/>
                    <a:pt x="20934" y="3927"/>
                    <a:pt x="20934" y="3927"/>
                  </a:cubicBezTo>
                  <a:cubicBezTo>
                    <a:pt x="20934" y="3927"/>
                    <a:pt x="20934" y="3927"/>
                    <a:pt x="20934" y="3927"/>
                  </a:cubicBezTo>
                  <a:cubicBezTo>
                    <a:pt x="20897" y="3859"/>
                    <a:pt x="20897" y="3859"/>
                    <a:pt x="20897" y="3859"/>
                  </a:cubicBezTo>
                  <a:cubicBezTo>
                    <a:pt x="20897" y="3791"/>
                    <a:pt x="20897" y="3791"/>
                    <a:pt x="20897" y="3791"/>
                  </a:cubicBezTo>
                  <a:cubicBezTo>
                    <a:pt x="20860" y="3724"/>
                    <a:pt x="20860" y="3724"/>
                    <a:pt x="20860" y="3724"/>
                  </a:cubicBezTo>
                  <a:cubicBezTo>
                    <a:pt x="20823" y="3791"/>
                    <a:pt x="20823" y="3791"/>
                    <a:pt x="20823" y="3791"/>
                  </a:cubicBezTo>
                  <a:cubicBezTo>
                    <a:pt x="20786" y="3791"/>
                    <a:pt x="20786" y="3791"/>
                    <a:pt x="20786" y="3791"/>
                  </a:cubicBezTo>
                  <a:cubicBezTo>
                    <a:pt x="20786" y="3724"/>
                    <a:pt x="20786" y="3724"/>
                    <a:pt x="20786" y="3724"/>
                  </a:cubicBezTo>
                  <a:cubicBezTo>
                    <a:pt x="20786" y="3724"/>
                    <a:pt x="20786" y="3724"/>
                    <a:pt x="20786" y="3724"/>
                  </a:cubicBezTo>
                  <a:cubicBezTo>
                    <a:pt x="20786" y="3656"/>
                    <a:pt x="20786" y="3656"/>
                    <a:pt x="20786" y="3656"/>
                  </a:cubicBezTo>
                  <a:cubicBezTo>
                    <a:pt x="20749" y="3588"/>
                    <a:pt x="20749" y="3588"/>
                    <a:pt x="20749" y="3588"/>
                  </a:cubicBezTo>
                  <a:cubicBezTo>
                    <a:pt x="20712" y="3521"/>
                    <a:pt x="20712" y="3521"/>
                    <a:pt x="20712" y="3521"/>
                  </a:cubicBezTo>
                  <a:cubicBezTo>
                    <a:pt x="20675" y="3453"/>
                    <a:pt x="20675" y="3453"/>
                    <a:pt x="20675" y="3453"/>
                  </a:cubicBezTo>
                  <a:cubicBezTo>
                    <a:pt x="20675" y="3453"/>
                    <a:pt x="20675" y="3453"/>
                    <a:pt x="20675" y="3453"/>
                  </a:cubicBezTo>
                  <a:cubicBezTo>
                    <a:pt x="20638" y="3521"/>
                    <a:pt x="20638" y="3521"/>
                    <a:pt x="20638" y="3521"/>
                  </a:cubicBezTo>
                  <a:cubicBezTo>
                    <a:pt x="20638" y="3521"/>
                    <a:pt x="20638" y="3521"/>
                    <a:pt x="20638" y="3521"/>
                  </a:cubicBezTo>
                  <a:cubicBezTo>
                    <a:pt x="20638" y="3453"/>
                    <a:pt x="20638" y="3453"/>
                    <a:pt x="20638" y="3453"/>
                  </a:cubicBezTo>
                  <a:cubicBezTo>
                    <a:pt x="20675" y="3385"/>
                    <a:pt x="20675" y="3385"/>
                    <a:pt x="20675" y="3385"/>
                  </a:cubicBezTo>
                  <a:cubicBezTo>
                    <a:pt x="20712" y="3250"/>
                    <a:pt x="20712" y="3250"/>
                    <a:pt x="20712" y="3250"/>
                  </a:cubicBezTo>
                  <a:cubicBezTo>
                    <a:pt x="20749" y="3250"/>
                    <a:pt x="20749" y="3250"/>
                    <a:pt x="20749" y="3250"/>
                  </a:cubicBezTo>
                  <a:cubicBezTo>
                    <a:pt x="20749" y="3317"/>
                    <a:pt x="20749" y="3317"/>
                    <a:pt x="20749" y="3317"/>
                  </a:cubicBezTo>
                  <a:cubicBezTo>
                    <a:pt x="20749" y="3385"/>
                    <a:pt x="20749" y="3385"/>
                    <a:pt x="20749" y="3385"/>
                  </a:cubicBezTo>
                  <a:cubicBezTo>
                    <a:pt x="20786" y="3385"/>
                    <a:pt x="20786" y="3385"/>
                    <a:pt x="20786" y="3385"/>
                  </a:cubicBezTo>
                  <a:cubicBezTo>
                    <a:pt x="20786" y="3385"/>
                    <a:pt x="20786" y="3385"/>
                    <a:pt x="20786" y="3385"/>
                  </a:cubicBezTo>
                  <a:cubicBezTo>
                    <a:pt x="20786" y="3317"/>
                    <a:pt x="20786" y="3317"/>
                    <a:pt x="20786" y="3317"/>
                  </a:cubicBezTo>
                  <a:cubicBezTo>
                    <a:pt x="20749" y="3317"/>
                    <a:pt x="20749" y="3317"/>
                    <a:pt x="20749" y="3317"/>
                  </a:cubicBezTo>
                  <a:cubicBezTo>
                    <a:pt x="20786" y="3317"/>
                    <a:pt x="20786" y="3317"/>
                    <a:pt x="20786" y="3317"/>
                  </a:cubicBezTo>
                  <a:cubicBezTo>
                    <a:pt x="20823" y="3250"/>
                    <a:pt x="20823" y="3250"/>
                    <a:pt x="20823" y="3250"/>
                  </a:cubicBezTo>
                  <a:cubicBezTo>
                    <a:pt x="20823" y="3182"/>
                    <a:pt x="20823" y="3182"/>
                    <a:pt x="20823" y="3182"/>
                  </a:cubicBezTo>
                  <a:cubicBezTo>
                    <a:pt x="20786" y="3182"/>
                    <a:pt x="20786" y="3182"/>
                    <a:pt x="20786" y="3182"/>
                  </a:cubicBezTo>
                  <a:cubicBezTo>
                    <a:pt x="20823" y="3182"/>
                    <a:pt x="20823" y="3182"/>
                    <a:pt x="20823" y="3182"/>
                  </a:cubicBezTo>
                  <a:cubicBezTo>
                    <a:pt x="20823" y="3182"/>
                    <a:pt x="20823" y="3182"/>
                    <a:pt x="20823" y="3182"/>
                  </a:cubicBezTo>
                  <a:cubicBezTo>
                    <a:pt x="20860" y="3182"/>
                    <a:pt x="20860" y="3182"/>
                    <a:pt x="20860" y="3182"/>
                  </a:cubicBezTo>
                  <a:cubicBezTo>
                    <a:pt x="20897" y="3114"/>
                    <a:pt x="20897" y="3114"/>
                    <a:pt x="20897" y="3114"/>
                  </a:cubicBezTo>
                  <a:cubicBezTo>
                    <a:pt x="20897" y="3114"/>
                    <a:pt x="20897" y="3114"/>
                    <a:pt x="20897" y="3114"/>
                  </a:cubicBezTo>
                  <a:cubicBezTo>
                    <a:pt x="20934" y="3114"/>
                    <a:pt x="20934" y="3114"/>
                    <a:pt x="20934" y="3114"/>
                  </a:cubicBezTo>
                  <a:cubicBezTo>
                    <a:pt x="20934" y="3114"/>
                    <a:pt x="20934" y="3114"/>
                    <a:pt x="20934" y="3114"/>
                  </a:cubicBezTo>
                  <a:cubicBezTo>
                    <a:pt x="20971" y="3114"/>
                    <a:pt x="20971" y="3114"/>
                    <a:pt x="20971" y="3114"/>
                  </a:cubicBezTo>
                  <a:cubicBezTo>
                    <a:pt x="20971" y="3182"/>
                    <a:pt x="20971" y="3182"/>
                    <a:pt x="20971" y="3182"/>
                  </a:cubicBezTo>
                  <a:cubicBezTo>
                    <a:pt x="21008" y="3182"/>
                    <a:pt x="21008" y="3182"/>
                    <a:pt x="21008" y="3182"/>
                  </a:cubicBezTo>
                  <a:cubicBezTo>
                    <a:pt x="21045" y="3182"/>
                    <a:pt x="21045" y="3182"/>
                    <a:pt x="21045" y="3182"/>
                  </a:cubicBezTo>
                  <a:cubicBezTo>
                    <a:pt x="21082" y="3182"/>
                    <a:pt x="21082" y="3182"/>
                    <a:pt x="21082" y="3182"/>
                  </a:cubicBezTo>
                  <a:cubicBezTo>
                    <a:pt x="21156" y="3250"/>
                    <a:pt x="21156" y="3250"/>
                    <a:pt x="21156" y="3250"/>
                  </a:cubicBezTo>
                  <a:cubicBezTo>
                    <a:pt x="21156" y="3250"/>
                    <a:pt x="21156" y="3250"/>
                    <a:pt x="21156" y="3250"/>
                  </a:cubicBezTo>
                  <a:cubicBezTo>
                    <a:pt x="21156" y="3317"/>
                    <a:pt x="21156" y="3317"/>
                    <a:pt x="21156" y="3317"/>
                  </a:cubicBezTo>
                  <a:cubicBezTo>
                    <a:pt x="21193" y="3317"/>
                    <a:pt x="21193" y="3317"/>
                    <a:pt x="21193" y="3317"/>
                  </a:cubicBezTo>
                  <a:cubicBezTo>
                    <a:pt x="21193" y="3250"/>
                    <a:pt x="21193" y="3250"/>
                    <a:pt x="21193" y="3250"/>
                  </a:cubicBezTo>
                  <a:cubicBezTo>
                    <a:pt x="21230" y="3250"/>
                    <a:pt x="21230" y="3250"/>
                    <a:pt x="21230" y="3250"/>
                  </a:cubicBezTo>
                  <a:cubicBezTo>
                    <a:pt x="21230" y="3317"/>
                    <a:pt x="21230" y="3317"/>
                    <a:pt x="21230" y="3317"/>
                  </a:cubicBezTo>
                  <a:cubicBezTo>
                    <a:pt x="21267" y="3317"/>
                    <a:pt x="21267" y="3317"/>
                    <a:pt x="21267" y="3317"/>
                  </a:cubicBezTo>
                  <a:cubicBezTo>
                    <a:pt x="21304" y="3250"/>
                    <a:pt x="21304" y="3250"/>
                    <a:pt x="21304" y="3250"/>
                  </a:cubicBezTo>
                  <a:cubicBezTo>
                    <a:pt x="21304" y="3250"/>
                    <a:pt x="21304" y="3250"/>
                    <a:pt x="21304" y="3250"/>
                  </a:cubicBezTo>
                  <a:cubicBezTo>
                    <a:pt x="21304" y="3317"/>
                    <a:pt x="21304" y="3317"/>
                    <a:pt x="21304" y="3317"/>
                  </a:cubicBezTo>
                  <a:cubicBezTo>
                    <a:pt x="21304" y="3317"/>
                    <a:pt x="21304" y="3317"/>
                    <a:pt x="21304" y="3317"/>
                  </a:cubicBezTo>
                  <a:cubicBezTo>
                    <a:pt x="21304" y="3385"/>
                    <a:pt x="21304" y="3385"/>
                    <a:pt x="21304" y="3385"/>
                  </a:cubicBezTo>
                  <a:cubicBezTo>
                    <a:pt x="21304" y="3521"/>
                    <a:pt x="21304" y="3521"/>
                    <a:pt x="21304" y="3521"/>
                  </a:cubicBezTo>
                  <a:cubicBezTo>
                    <a:pt x="21304" y="3588"/>
                    <a:pt x="21304" y="3588"/>
                    <a:pt x="21304" y="3588"/>
                  </a:cubicBezTo>
                  <a:cubicBezTo>
                    <a:pt x="21304" y="3588"/>
                    <a:pt x="21304" y="3588"/>
                    <a:pt x="21304" y="3588"/>
                  </a:cubicBezTo>
                  <a:cubicBezTo>
                    <a:pt x="21341" y="3588"/>
                    <a:pt x="21341" y="3588"/>
                    <a:pt x="21341" y="3588"/>
                  </a:cubicBezTo>
                  <a:cubicBezTo>
                    <a:pt x="21378" y="3656"/>
                    <a:pt x="21378" y="3656"/>
                    <a:pt x="21378" y="3656"/>
                  </a:cubicBezTo>
                  <a:cubicBezTo>
                    <a:pt x="21415" y="3656"/>
                    <a:pt x="21415" y="3656"/>
                    <a:pt x="21415" y="3656"/>
                  </a:cubicBezTo>
                  <a:cubicBezTo>
                    <a:pt x="21415" y="3724"/>
                    <a:pt x="21415" y="3724"/>
                    <a:pt x="21415" y="3724"/>
                  </a:cubicBezTo>
                  <a:cubicBezTo>
                    <a:pt x="21378" y="3791"/>
                    <a:pt x="21378" y="3791"/>
                    <a:pt x="21378" y="3791"/>
                  </a:cubicBezTo>
                  <a:cubicBezTo>
                    <a:pt x="21341" y="3791"/>
                    <a:pt x="21341" y="3791"/>
                    <a:pt x="21341" y="3791"/>
                  </a:cubicBezTo>
                  <a:cubicBezTo>
                    <a:pt x="21304" y="3791"/>
                    <a:pt x="21304" y="3791"/>
                    <a:pt x="21304" y="3791"/>
                  </a:cubicBezTo>
                  <a:cubicBezTo>
                    <a:pt x="21341" y="3791"/>
                    <a:pt x="21341" y="3791"/>
                    <a:pt x="21341" y="3791"/>
                  </a:cubicBezTo>
                  <a:cubicBezTo>
                    <a:pt x="21378" y="3859"/>
                    <a:pt x="21378" y="3859"/>
                    <a:pt x="21378" y="3859"/>
                  </a:cubicBezTo>
                  <a:cubicBezTo>
                    <a:pt x="21378" y="3927"/>
                    <a:pt x="21378" y="3927"/>
                    <a:pt x="21378" y="3927"/>
                  </a:cubicBezTo>
                  <a:cubicBezTo>
                    <a:pt x="21341" y="3927"/>
                    <a:pt x="21341" y="3927"/>
                    <a:pt x="21341" y="3927"/>
                  </a:cubicBezTo>
                  <a:cubicBezTo>
                    <a:pt x="21304" y="3994"/>
                    <a:pt x="21304" y="3994"/>
                    <a:pt x="21304" y="3994"/>
                  </a:cubicBezTo>
                  <a:cubicBezTo>
                    <a:pt x="21304" y="3994"/>
                    <a:pt x="21304" y="3994"/>
                    <a:pt x="21304" y="3994"/>
                  </a:cubicBezTo>
                  <a:cubicBezTo>
                    <a:pt x="21267" y="4062"/>
                    <a:pt x="21267" y="4062"/>
                    <a:pt x="21267" y="4062"/>
                  </a:cubicBezTo>
                  <a:cubicBezTo>
                    <a:pt x="21193" y="4062"/>
                    <a:pt x="21193" y="4062"/>
                    <a:pt x="21193" y="4062"/>
                  </a:cubicBezTo>
                  <a:cubicBezTo>
                    <a:pt x="21156" y="4062"/>
                    <a:pt x="21156" y="4062"/>
                    <a:pt x="21156" y="4062"/>
                  </a:cubicBezTo>
                  <a:cubicBezTo>
                    <a:pt x="21230" y="4062"/>
                    <a:pt x="21230" y="4062"/>
                    <a:pt x="21230" y="4062"/>
                  </a:cubicBezTo>
                  <a:cubicBezTo>
                    <a:pt x="21230" y="4062"/>
                    <a:pt x="21230" y="4062"/>
                    <a:pt x="21230" y="4062"/>
                  </a:cubicBezTo>
                  <a:cubicBezTo>
                    <a:pt x="21267" y="4130"/>
                    <a:pt x="21267" y="4130"/>
                    <a:pt x="21267" y="4130"/>
                  </a:cubicBezTo>
                  <a:cubicBezTo>
                    <a:pt x="21304" y="4062"/>
                    <a:pt x="21304" y="4062"/>
                    <a:pt x="21304" y="4062"/>
                  </a:cubicBezTo>
                  <a:cubicBezTo>
                    <a:pt x="21304" y="4062"/>
                    <a:pt x="21304" y="4062"/>
                    <a:pt x="21304" y="4062"/>
                  </a:cubicBezTo>
                  <a:cubicBezTo>
                    <a:pt x="21304" y="4130"/>
                    <a:pt x="21304" y="4130"/>
                    <a:pt x="21304" y="4130"/>
                  </a:cubicBezTo>
                  <a:cubicBezTo>
                    <a:pt x="21341" y="4198"/>
                    <a:pt x="21341" y="4198"/>
                    <a:pt x="21341" y="4198"/>
                  </a:cubicBezTo>
                  <a:cubicBezTo>
                    <a:pt x="21304" y="4265"/>
                    <a:pt x="21304" y="4265"/>
                    <a:pt x="21304" y="4265"/>
                  </a:cubicBezTo>
                  <a:cubicBezTo>
                    <a:pt x="21304" y="4333"/>
                    <a:pt x="21304" y="4333"/>
                    <a:pt x="21304" y="4333"/>
                  </a:cubicBezTo>
                  <a:cubicBezTo>
                    <a:pt x="21341" y="4265"/>
                    <a:pt x="21341" y="4265"/>
                    <a:pt x="21341" y="4265"/>
                  </a:cubicBezTo>
                  <a:cubicBezTo>
                    <a:pt x="21378" y="4265"/>
                    <a:pt x="21378" y="4265"/>
                    <a:pt x="21378" y="4265"/>
                  </a:cubicBezTo>
                  <a:cubicBezTo>
                    <a:pt x="21415" y="4333"/>
                    <a:pt x="21415" y="4333"/>
                    <a:pt x="21415" y="4333"/>
                  </a:cubicBezTo>
                  <a:cubicBezTo>
                    <a:pt x="21415" y="4333"/>
                    <a:pt x="21415" y="4333"/>
                    <a:pt x="21415" y="4333"/>
                  </a:cubicBezTo>
                  <a:cubicBezTo>
                    <a:pt x="21452" y="4401"/>
                    <a:pt x="21452" y="4401"/>
                    <a:pt x="21452" y="4401"/>
                  </a:cubicBezTo>
                  <a:cubicBezTo>
                    <a:pt x="21415" y="4468"/>
                    <a:pt x="21415" y="4468"/>
                    <a:pt x="21415" y="4468"/>
                  </a:cubicBezTo>
                  <a:cubicBezTo>
                    <a:pt x="21415" y="4468"/>
                    <a:pt x="21415" y="4468"/>
                    <a:pt x="21415" y="4468"/>
                  </a:cubicBezTo>
                  <a:cubicBezTo>
                    <a:pt x="21452" y="4536"/>
                    <a:pt x="21452" y="4536"/>
                    <a:pt x="21452" y="4536"/>
                  </a:cubicBezTo>
                  <a:cubicBezTo>
                    <a:pt x="21415" y="4604"/>
                    <a:pt x="21415" y="4604"/>
                    <a:pt x="21415" y="4604"/>
                  </a:cubicBezTo>
                  <a:cubicBezTo>
                    <a:pt x="21378" y="4604"/>
                    <a:pt x="21378" y="4604"/>
                    <a:pt x="21378" y="4604"/>
                  </a:cubicBezTo>
                  <a:cubicBezTo>
                    <a:pt x="21415" y="4672"/>
                    <a:pt x="21415" y="4672"/>
                    <a:pt x="21415" y="4672"/>
                  </a:cubicBezTo>
                  <a:cubicBezTo>
                    <a:pt x="21415" y="4604"/>
                    <a:pt x="21415" y="4604"/>
                    <a:pt x="21415" y="4604"/>
                  </a:cubicBezTo>
                  <a:cubicBezTo>
                    <a:pt x="21452" y="4604"/>
                    <a:pt x="21452" y="4604"/>
                    <a:pt x="21452" y="4604"/>
                  </a:cubicBezTo>
                  <a:cubicBezTo>
                    <a:pt x="21452" y="4672"/>
                    <a:pt x="21452" y="4672"/>
                    <a:pt x="21452" y="4672"/>
                  </a:cubicBezTo>
                  <a:cubicBezTo>
                    <a:pt x="21452" y="4739"/>
                    <a:pt x="21452" y="4739"/>
                    <a:pt x="21452" y="4739"/>
                  </a:cubicBezTo>
                  <a:cubicBezTo>
                    <a:pt x="21489" y="4672"/>
                    <a:pt x="21489" y="4672"/>
                    <a:pt x="21489" y="4672"/>
                  </a:cubicBezTo>
                  <a:cubicBezTo>
                    <a:pt x="21489" y="4739"/>
                    <a:pt x="21489" y="4739"/>
                    <a:pt x="21489" y="4739"/>
                  </a:cubicBezTo>
                  <a:cubicBezTo>
                    <a:pt x="21489" y="4672"/>
                    <a:pt x="21489" y="4672"/>
                    <a:pt x="21489" y="4672"/>
                  </a:cubicBezTo>
                  <a:cubicBezTo>
                    <a:pt x="21526" y="4672"/>
                    <a:pt x="21526" y="4672"/>
                    <a:pt x="21526" y="4672"/>
                  </a:cubicBezTo>
                  <a:cubicBezTo>
                    <a:pt x="21563" y="4672"/>
                    <a:pt x="21563" y="4672"/>
                    <a:pt x="21563" y="4672"/>
                  </a:cubicBezTo>
                  <a:cubicBezTo>
                    <a:pt x="21600" y="4672"/>
                    <a:pt x="21600" y="4672"/>
                    <a:pt x="21600" y="4672"/>
                  </a:cubicBezTo>
                  <a:cubicBezTo>
                    <a:pt x="21600" y="4739"/>
                    <a:pt x="21600" y="4739"/>
                    <a:pt x="21600" y="4739"/>
                  </a:cubicBezTo>
                  <a:cubicBezTo>
                    <a:pt x="21563" y="4807"/>
                    <a:pt x="21563" y="4807"/>
                    <a:pt x="21563" y="4807"/>
                  </a:cubicBezTo>
                  <a:cubicBezTo>
                    <a:pt x="21526" y="4739"/>
                    <a:pt x="21526" y="4739"/>
                    <a:pt x="21526" y="4739"/>
                  </a:cubicBezTo>
                  <a:cubicBezTo>
                    <a:pt x="21526" y="4807"/>
                    <a:pt x="21526" y="4807"/>
                    <a:pt x="21526" y="4807"/>
                  </a:cubicBezTo>
                  <a:cubicBezTo>
                    <a:pt x="21563" y="4807"/>
                    <a:pt x="21563" y="4807"/>
                    <a:pt x="21563" y="4807"/>
                  </a:cubicBezTo>
                  <a:cubicBezTo>
                    <a:pt x="21563" y="4807"/>
                    <a:pt x="21563" y="4807"/>
                    <a:pt x="21563" y="4807"/>
                  </a:cubicBezTo>
                  <a:cubicBezTo>
                    <a:pt x="21600" y="4875"/>
                    <a:pt x="21600" y="4875"/>
                    <a:pt x="21600" y="4875"/>
                  </a:cubicBezTo>
                  <a:cubicBezTo>
                    <a:pt x="21600" y="4942"/>
                    <a:pt x="21600" y="4942"/>
                    <a:pt x="21600" y="4942"/>
                  </a:cubicBezTo>
                  <a:cubicBezTo>
                    <a:pt x="21563" y="4942"/>
                    <a:pt x="21563" y="4942"/>
                    <a:pt x="21563" y="4942"/>
                  </a:cubicBezTo>
                  <a:cubicBezTo>
                    <a:pt x="21526" y="4875"/>
                    <a:pt x="21526" y="4875"/>
                    <a:pt x="21526" y="4875"/>
                  </a:cubicBezTo>
                  <a:cubicBezTo>
                    <a:pt x="21489" y="4875"/>
                    <a:pt x="21489" y="4875"/>
                    <a:pt x="21489" y="4875"/>
                  </a:cubicBezTo>
                  <a:cubicBezTo>
                    <a:pt x="21526" y="4942"/>
                    <a:pt x="21526" y="4942"/>
                    <a:pt x="21526" y="4942"/>
                  </a:cubicBezTo>
                  <a:cubicBezTo>
                    <a:pt x="21489" y="5010"/>
                    <a:pt x="21489" y="5010"/>
                    <a:pt x="21489" y="5010"/>
                  </a:cubicBezTo>
                  <a:cubicBezTo>
                    <a:pt x="21489" y="5010"/>
                    <a:pt x="21489" y="5010"/>
                    <a:pt x="21489" y="5010"/>
                  </a:cubicBezTo>
                  <a:cubicBezTo>
                    <a:pt x="21452" y="5010"/>
                    <a:pt x="21452" y="5010"/>
                    <a:pt x="21452" y="5010"/>
                  </a:cubicBezTo>
                  <a:cubicBezTo>
                    <a:pt x="21452" y="5010"/>
                    <a:pt x="21452" y="5010"/>
                    <a:pt x="21452" y="5010"/>
                  </a:cubicBezTo>
                  <a:cubicBezTo>
                    <a:pt x="21415" y="4942"/>
                    <a:pt x="21415" y="4942"/>
                    <a:pt x="21415" y="4942"/>
                  </a:cubicBezTo>
                  <a:cubicBezTo>
                    <a:pt x="21341" y="4942"/>
                    <a:pt x="21341" y="4942"/>
                    <a:pt x="21341" y="4942"/>
                  </a:cubicBezTo>
                  <a:cubicBezTo>
                    <a:pt x="21304" y="5010"/>
                    <a:pt x="21304" y="5010"/>
                    <a:pt x="21304" y="5010"/>
                  </a:cubicBezTo>
                  <a:cubicBezTo>
                    <a:pt x="21304" y="5010"/>
                    <a:pt x="21304" y="5010"/>
                    <a:pt x="21304" y="5010"/>
                  </a:cubicBezTo>
                  <a:cubicBezTo>
                    <a:pt x="21304" y="4942"/>
                    <a:pt x="21304" y="4942"/>
                    <a:pt x="21304" y="4942"/>
                  </a:cubicBezTo>
                  <a:cubicBezTo>
                    <a:pt x="21267" y="4875"/>
                    <a:pt x="21267" y="4875"/>
                    <a:pt x="21267" y="4875"/>
                  </a:cubicBezTo>
                  <a:cubicBezTo>
                    <a:pt x="21267" y="4875"/>
                    <a:pt x="21267" y="4875"/>
                    <a:pt x="21267" y="4875"/>
                  </a:cubicBezTo>
                  <a:cubicBezTo>
                    <a:pt x="21267" y="4942"/>
                    <a:pt x="21267" y="4942"/>
                    <a:pt x="21267" y="4942"/>
                  </a:cubicBezTo>
                  <a:cubicBezTo>
                    <a:pt x="21230" y="4942"/>
                    <a:pt x="21230" y="4942"/>
                    <a:pt x="21230" y="4942"/>
                  </a:cubicBezTo>
                  <a:cubicBezTo>
                    <a:pt x="21230" y="5010"/>
                    <a:pt x="21230" y="5010"/>
                    <a:pt x="21230" y="5010"/>
                  </a:cubicBezTo>
                  <a:cubicBezTo>
                    <a:pt x="21267" y="5010"/>
                    <a:pt x="21267" y="5010"/>
                    <a:pt x="21267" y="5010"/>
                  </a:cubicBezTo>
                  <a:cubicBezTo>
                    <a:pt x="21230" y="5078"/>
                    <a:pt x="21230" y="5078"/>
                    <a:pt x="21230" y="5078"/>
                  </a:cubicBezTo>
                  <a:cubicBezTo>
                    <a:pt x="21230" y="5078"/>
                    <a:pt x="21230" y="5078"/>
                    <a:pt x="21230" y="5078"/>
                  </a:cubicBezTo>
                  <a:cubicBezTo>
                    <a:pt x="21230" y="5078"/>
                    <a:pt x="21230" y="5078"/>
                    <a:pt x="21230" y="5078"/>
                  </a:cubicBezTo>
                  <a:cubicBezTo>
                    <a:pt x="21193" y="5010"/>
                    <a:pt x="21193" y="5010"/>
                    <a:pt x="21193" y="5010"/>
                  </a:cubicBezTo>
                  <a:cubicBezTo>
                    <a:pt x="21119" y="5078"/>
                    <a:pt x="21119" y="5078"/>
                    <a:pt x="21119" y="5078"/>
                  </a:cubicBezTo>
                  <a:cubicBezTo>
                    <a:pt x="21119" y="5078"/>
                    <a:pt x="21119" y="5078"/>
                    <a:pt x="21119" y="5078"/>
                  </a:cubicBezTo>
                  <a:cubicBezTo>
                    <a:pt x="21119" y="5010"/>
                    <a:pt x="21119" y="5010"/>
                    <a:pt x="21119" y="5010"/>
                  </a:cubicBezTo>
                  <a:cubicBezTo>
                    <a:pt x="21119" y="4942"/>
                    <a:pt x="21119" y="4942"/>
                    <a:pt x="21119" y="4942"/>
                  </a:cubicBezTo>
                  <a:cubicBezTo>
                    <a:pt x="21082" y="4942"/>
                    <a:pt x="21082" y="4942"/>
                    <a:pt x="21082" y="4942"/>
                  </a:cubicBezTo>
                  <a:cubicBezTo>
                    <a:pt x="21008" y="4875"/>
                    <a:pt x="21008" y="4875"/>
                    <a:pt x="21008" y="4875"/>
                  </a:cubicBezTo>
                  <a:cubicBezTo>
                    <a:pt x="21008" y="4807"/>
                    <a:pt x="21008" y="4807"/>
                    <a:pt x="21008" y="4807"/>
                  </a:cubicBezTo>
                  <a:cubicBezTo>
                    <a:pt x="21008" y="4807"/>
                    <a:pt x="21008" y="4807"/>
                    <a:pt x="21008" y="4807"/>
                  </a:cubicBezTo>
                  <a:cubicBezTo>
                    <a:pt x="20971" y="4739"/>
                    <a:pt x="20971" y="4739"/>
                    <a:pt x="20971" y="4739"/>
                  </a:cubicBezTo>
                  <a:cubicBezTo>
                    <a:pt x="20934" y="4807"/>
                    <a:pt x="20934" y="4807"/>
                    <a:pt x="20934" y="4807"/>
                  </a:cubicBezTo>
                  <a:cubicBezTo>
                    <a:pt x="20897" y="4875"/>
                    <a:pt x="20897" y="4875"/>
                    <a:pt x="20897" y="4875"/>
                  </a:cubicBezTo>
                  <a:cubicBezTo>
                    <a:pt x="20860" y="4875"/>
                    <a:pt x="20860" y="4875"/>
                    <a:pt x="20860" y="4875"/>
                  </a:cubicBezTo>
                  <a:cubicBezTo>
                    <a:pt x="20860" y="4875"/>
                    <a:pt x="20860" y="4875"/>
                    <a:pt x="20860" y="4875"/>
                  </a:cubicBezTo>
                  <a:cubicBezTo>
                    <a:pt x="20860" y="4807"/>
                    <a:pt x="20860" y="4807"/>
                    <a:pt x="20860" y="4807"/>
                  </a:cubicBezTo>
                  <a:cubicBezTo>
                    <a:pt x="20823" y="4807"/>
                    <a:pt x="20823" y="4807"/>
                    <a:pt x="20823" y="4807"/>
                  </a:cubicBezTo>
                  <a:cubicBezTo>
                    <a:pt x="20823" y="4807"/>
                    <a:pt x="20823" y="4807"/>
                    <a:pt x="20823" y="4807"/>
                  </a:cubicBezTo>
                  <a:cubicBezTo>
                    <a:pt x="20823" y="4942"/>
                    <a:pt x="20823" y="4942"/>
                    <a:pt x="20823" y="4942"/>
                  </a:cubicBezTo>
                  <a:cubicBezTo>
                    <a:pt x="20860" y="5010"/>
                    <a:pt x="20860" y="5010"/>
                    <a:pt x="20860" y="5010"/>
                  </a:cubicBezTo>
                  <a:cubicBezTo>
                    <a:pt x="20823" y="5078"/>
                    <a:pt x="20823" y="5078"/>
                    <a:pt x="20823" y="5078"/>
                  </a:cubicBezTo>
                  <a:cubicBezTo>
                    <a:pt x="20786" y="5213"/>
                    <a:pt x="20786" y="5213"/>
                    <a:pt x="20786" y="5213"/>
                  </a:cubicBezTo>
                  <a:cubicBezTo>
                    <a:pt x="20749" y="5213"/>
                    <a:pt x="20749" y="5213"/>
                    <a:pt x="20749" y="5213"/>
                  </a:cubicBezTo>
                  <a:cubicBezTo>
                    <a:pt x="20749" y="5078"/>
                    <a:pt x="20749" y="5078"/>
                    <a:pt x="20749" y="5078"/>
                  </a:cubicBezTo>
                  <a:cubicBezTo>
                    <a:pt x="20712" y="5078"/>
                    <a:pt x="20712" y="5078"/>
                    <a:pt x="20712" y="5078"/>
                  </a:cubicBezTo>
                  <a:cubicBezTo>
                    <a:pt x="20675" y="5146"/>
                    <a:pt x="20675" y="5146"/>
                    <a:pt x="20675" y="5146"/>
                  </a:cubicBezTo>
                  <a:cubicBezTo>
                    <a:pt x="20601" y="5010"/>
                    <a:pt x="20601" y="5010"/>
                    <a:pt x="20601" y="5010"/>
                  </a:cubicBezTo>
                  <a:cubicBezTo>
                    <a:pt x="20601" y="4942"/>
                    <a:pt x="20601" y="4942"/>
                    <a:pt x="20601" y="4942"/>
                  </a:cubicBezTo>
                  <a:cubicBezTo>
                    <a:pt x="20601" y="4807"/>
                    <a:pt x="20601" y="4807"/>
                    <a:pt x="20601" y="4807"/>
                  </a:cubicBezTo>
                  <a:cubicBezTo>
                    <a:pt x="20564" y="4807"/>
                    <a:pt x="20564" y="4807"/>
                    <a:pt x="20564" y="4807"/>
                  </a:cubicBezTo>
                  <a:cubicBezTo>
                    <a:pt x="20564" y="4807"/>
                    <a:pt x="20564" y="4807"/>
                    <a:pt x="20564" y="4807"/>
                  </a:cubicBezTo>
                  <a:cubicBezTo>
                    <a:pt x="20527" y="4739"/>
                    <a:pt x="20527" y="4739"/>
                    <a:pt x="20527" y="4739"/>
                  </a:cubicBezTo>
                  <a:cubicBezTo>
                    <a:pt x="20527" y="4807"/>
                    <a:pt x="20527" y="4807"/>
                    <a:pt x="20527" y="4807"/>
                  </a:cubicBezTo>
                  <a:cubicBezTo>
                    <a:pt x="20527" y="4807"/>
                    <a:pt x="20527" y="4807"/>
                    <a:pt x="20527" y="4807"/>
                  </a:cubicBezTo>
                  <a:cubicBezTo>
                    <a:pt x="20527" y="4875"/>
                    <a:pt x="20527" y="4875"/>
                    <a:pt x="20527" y="4875"/>
                  </a:cubicBezTo>
                  <a:cubicBezTo>
                    <a:pt x="20527" y="4875"/>
                    <a:pt x="20527" y="4875"/>
                    <a:pt x="20527" y="4875"/>
                  </a:cubicBezTo>
                  <a:cubicBezTo>
                    <a:pt x="20527" y="4942"/>
                    <a:pt x="20527" y="4942"/>
                    <a:pt x="20527" y="4942"/>
                  </a:cubicBezTo>
                  <a:cubicBezTo>
                    <a:pt x="20490" y="4875"/>
                    <a:pt x="20490" y="4875"/>
                    <a:pt x="20490" y="4875"/>
                  </a:cubicBezTo>
                  <a:cubicBezTo>
                    <a:pt x="20453" y="4807"/>
                    <a:pt x="20453" y="4807"/>
                    <a:pt x="20453" y="4807"/>
                  </a:cubicBezTo>
                  <a:cubicBezTo>
                    <a:pt x="20453" y="4807"/>
                    <a:pt x="20453" y="4807"/>
                    <a:pt x="20453" y="4807"/>
                  </a:cubicBezTo>
                  <a:cubicBezTo>
                    <a:pt x="20453" y="4875"/>
                    <a:pt x="20453" y="4875"/>
                    <a:pt x="20453" y="4875"/>
                  </a:cubicBezTo>
                  <a:cubicBezTo>
                    <a:pt x="20453" y="4942"/>
                    <a:pt x="20453" y="4942"/>
                    <a:pt x="20453" y="4942"/>
                  </a:cubicBezTo>
                  <a:cubicBezTo>
                    <a:pt x="20453" y="4942"/>
                    <a:pt x="20453" y="4942"/>
                    <a:pt x="20453" y="4942"/>
                  </a:cubicBezTo>
                  <a:cubicBezTo>
                    <a:pt x="20490" y="4942"/>
                    <a:pt x="20490" y="4942"/>
                    <a:pt x="20490" y="4942"/>
                  </a:cubicBezTo>
                  <a:cubicBezTo>
                    <a:pt x="20527" y="5010"/>
                    <a:pt x="20527" y="5010"/>
                    <a:pt x="20527" y="5010"/>
                  </a:cubicBezTo>
                  <a:cubicBezTo>
                    <a:pt x="20490" y="5078"/>
                    <a:pt x="20490" y="5078"/>
                    <a:pt x="20490" y="5078"/>
                  </a:cubicBezTo>
                  <a:cubicBezTo>
                    <a:pt x="20453" y="5078"/>
                    <a:pt x="20453" y="5078"/>
                    <a:pt x="20453" y="5078"/>
                  </a:cubicBezTo>
                  <a:cubicBezTo>
                    <a:pt x="20453" y="5078"/>
                    <a:pt x="20453" y="5078"/>
                    <a:pt x="20453" y="5078"/>
                  </a:cubicBezTo>
                  <a:cubicBezTo>
                    <a:pt x="20453" y="5078"/>
                    <a:pt x="20453" y="5078"/>
                    <a:pt x="20453" y="5078"/>
                  </a:cubicBezTo>
                  <a:cubicBezTo>
                    <a:pt x="20564" y="5281"/>
                    <a:pt x="20564" y="5281"/>
                    <a:pt x="20564" y="5281"/>
                  </a:cubicBezTo>
                  <a:cubicBezTo>
                    <a:pt x="20638" y="5281"/>
                    <a:pt x="20638" y="5281"/>
                    <a:pt x="20638" y="5281"/>
                  </a:cubicBezTo>
                  <a:cubicBezTo>
                    <a:pt x="20675" y="5281"/>
                    <a:pt x="20675" y="5281"/>
                    <a:pt x="20675" y="5281"/>
                  </a:cubicBezTo>
                  <a:cubicBezTo>
                    <a:pt x="20712" y="5349"/>
                    <a:pt x="20712" y="5349"/>
                    <a:pt x="20712" y="5349"/>
                  </a:cubicBezTo>
                  <a:cubicBezTo>
                    <a:pt x="20712" y="5416"/>
                    <a:pt x="20712" y="5416"/>
                    <a:pt x="20712" y="5416"/>
                  </a:cubicBezTo>
                  <a:cubicBezTo>
                    <a:pt x="20712" y="5416"/>
                    <a:pt x="20712" y="5416"/>
                    <a:pt x="20712" y="5416"/>
                  </a:cubicBezTo>
                  <a:cubicBezTo>
                    <a:pt x="20675" y="5349"/>
                    <a:pt x="20675" y="5349"/>
                    <a:pt x="20675" y="5349"/>
                  </a:cubicBezTo>
                  <a:cubicBezTo>
                    <a:pt x="20675" y="5349"/>
                    <a:pt x="20675" y="5349"/>
                    <a:pt x="20675" y="5349"/>
                  </a:cubicBezTo>
                  <a:cubicBezTo>
                    <a:pt x="20675" y="5416"/>
                    <a:pt x="20675" y="5416"/>
                    <a:pt x="20675" y="5416"/>
                  </a:cubicBezTo>
                  <a:cubicBezTo>
                    <a:pt x="20712" y="5484"/>
                    <a:pt x="20712" y="5484"/>
                    <a:pt x="20712" y="5484"/>
                  </a:cubicBezTo>
                  <a:cubicBezTo>
                    <a:pt x="20749" y="5552"/>
                    <a:pt x="20749" y="5552"/>
                    <a:pt x="20749" y="5552"/>
                  </a:cubicBezTo>
                  <a:cubicBezTo>
                    <a:pt x="20786" y="5620"/>
                    <a:pt x="20786" y="5620"/>
                    <a:pt x="20786" y="5620"/>
                  </a:cubicBezTo>
                  <a:cubicBezTo>
                    <a:pt x="20786" y="5687"/>
                    <a:pt x="20786" y="5687"/>
                    <a:pt x="20786" y="5687"/>
                  </a:cubicBezTo>
                  <a:cubicBezTo>
                    <a:pt x="20749" y="5890"/>
                    <a:pt x="20749" y="5890"/>
                    <a:pt x="20749" y="5890"/>
                  </a:cubicBezTo>
                  <a:cubicBezTo>
                    <a:pt x="20749" y="6026"/>
                    <a:pt x="20749" y="6026"/>
                    <a:pt x="20749" y="6026"/>
                  </a:cubicBezTo>
                  <a:cubicBezTo>
                    <a:pt x="20749" y="6094"/>
                    <a:pt x="20749" y="6094"/>
                    <a:pt x="20749" y="6094"/>
                  </a:cubicBezTo>
                  <a:cubicBezTo>
                    <a:pt x="20786" y="6094"/>
                    <a:pt x="20786" y="6094"/>
                    <a:pt x="20786" y="6094"/>
                  </a:cubicBezTo>
                  <a:cubicBezTo>
                    <a:pt x="20749" y="6229"/>
                    <a:pt x="20749" y="6229"/>
                    <a:pt x="20749" y="6229"/>
                  </a:cubicBezTo>
                  <a:cubicBezTo>
                    <a:pt x="20749" y="6297"/>
                    <a:pt x="20749" y="6297"/>
                    <a:pt x="20749" y="6297"/>
                  </a:cubicBezTo>
                  <a:cubicBezTo>
                    <a:pt x="20712" y="6297"/>
                    <a:pt x="20712" y="6297"/>
                    <a:pt x="20712" y="6297"/>
                  </a:cubicBezTo>
                  <a:cubicBezTo>
                    <a:pt x="20712" y="6229"/>
                    <a:pt x="20712" y="6229"/>
                    <a:pt x="20712" y="6229"/>
                  </a:cubicBezTo>
                  <a:cubicBezTo>
                    <a:pt x="20712" y="6229"/>
                    <a:pt x="20712" y="6229"/>
                    <a:pt x="20712" y="6229"/>
                  </a:cubicBezTo>
                  <a:cubicBezTo>
                    <a:pt x="20638" y="6364"/>
                    <a:pt x="20638" y="6364"/>
                    <a:pt x="20638" y="6364"/>
                  </a:cubicBezTo>
                  <a:cubicBezTo>
                    <a:pt x="20601" y="6297"/>
                    <a:pt x="20601" y="6297"/>
                    <a:pt x="20601" y="6297"/>
                  </a:cubicBezTo>
                  <a:cubicBezTo>
                    <a:pt x="20564" y="6364"/>
                    <a:pt x="20564" y="6364"/>
                    <a:pt x="20564" y="6364"/>
                  </a:cubicBezTo>
                  <a:cubicBezTo>
                    <a:pt x="20564" y="6297"/>
                    <a:pt x="20564" y="6297"/>
                    <a:pt x="20564" y="6297"/>
                  </a:cubicBezTo>
                  <a:cubicBezTo>
                    <a:pt x="20527" y="6297"/>
                    <a:pt x="20527" y="6297"/>
                    <a:pt x="20527" y="6297"/>
                  </a:cubicBezTo>
                  <a:cubicBezTo>
                    <a:pt x="20490" y="6297"/>
                    <a:pt x="20490" y="6297"/>
                    <a:pt x="20490" y="6297"/>
                  </a:cubicBezTo>
                  <a:cubicBezTo>
                    <a:pt x="20453" y="6161"/>
                    <a:pt x="20453" y="6161"/>
                    <a:pt x="20453" y="6161"/>
                  </a:cubicBezTo>
                  <a:cubicBezTo>
                    <a:pt x="20416" y="6161"/>
                    <a:pt x="20416" y="6161"/>
                    <a:pt x="20416" y="6161"/>
                  </a:cubicBezTo>
                  <a:cubicBezTo>
                    <a:pt x="20379" y="6161"/>
                    <a:pt x="20379" y="6161"/>
                    <a:pt x="20379" y="6161"/>
                  </a:cubicBezTo>
                  <a:cubicBezTo>
                    <a:pt x="20342" y="6094"/>
                    <a:pt x="20342" y="6094"/>
                    <a:pt x="20342" y="6094"/>
                  </a:cubicBezTo>
                  <a:cubicBezTo>
                    <a:pt x="20305" y="6094"/>
                    <a:pt x="20305" y="6094"/>
                    <a:pt x="20305" y="6094"/>
                  </a:cubicBezTo>
                  <a:cubicBezTo>
                    <a:pt x="20268" y="6161"/>
                    <a:pt x="20268" y="6161"/>
                    <a:pt x="20268" y="6161"/>
                  </a:cubicBezTo>
                  <a:cubicBezTo>
                    <a:pt x="20231" y="6161"/>
                    <a:pt x="20231" y="6161"/>
                    <a:pt x="20231" y="6161"/>
                  </a:cubicBezTo>
                  <a:cubicBezTo>
                    <a:pt x="20268" y="6229"/>
                    <a:pt x="20268" y="6229"/>
                    <a:pt x="20268" y="6229"/>
                  </a:cubicBezTo>
                  <a:cubicBezTo>
                    <a:pt x="20342" y="6229"/>
                    <a:pt x="20342" y="6229"/>
                    <a:pt x="20342" y="6229"/>
                  </a:cubicBezTo>
                  <a:cubicBezTo>
                    <a:pt x="20342" y="6161"/>
                    <a:pt x="20342" y="6161"/>
                    <a:pt x="20342" y="6161"/>
                  </a:cubicBezTo>
                  <a:cubicBezTo>
                    <a:pt x="20453" y="6229"/>
                    <a:pt x="20453" y="6229"/>
                    <a:pt x="20453" y="6229"/>
                  </a:cubicBezTo>
                  <a:cubicBezTo>
                    <a:pt x="20453" y="6297"/>
                    <a:pt x="20453" y="6297"/>
                    <a:pt x="20453" y="6297"/>
                  </a:cubicBezTo>
                  <a:cubicBezTo>
                    <a:pt x="20416" y="6297"/>
                    <a:pt x="20416" y="6297"/>
                    <a:pt x="20416" y="6297"/>
                  </a:cubicBezTo>
                  <a:cubicBezTo>
                    <a:pt x="20379" y="6297"/>
                    <a:pt x="20379" y="6297"/>
                    <a:pt x="20379" y="6297"/>
                  </a:cubicBezTo>
                  <a:cubicBezTo>
                    <a:pt x="20342" y="6297"/>
                    <a:pt x="20342" y="6297"/>
                    <a:pt x="20342" y="6297"/>
                  </a:cubicBezTo>
                  <a:cubicBezTo>
                    <a:pt x="20342" y="6364"/>
                    <a:pt x="20342" y="6364"/>
                    <a:pt x="20342" y="6364"/>
                  </a:cubicBezTo>
                  <a:cubicBezTo>
                    <a:pt x="20305" y="6297"/>
                    <a:pt x="20305" y="6297"/>
                    <a:pt x="20305" y="6297"/>
                  </a:cubicBezTo>
                  <a:cubicBezTo>
                    <a:pt x="20268" y="6297"/>
                    <a:pt x="20268" y="6297"/>
                    <a:pt x="20268" y="6297"/>
                  </a:cubicBezTo>
                  <a:cubicBezTo>
                    <a:pt x="20305" y="6297"/>
                    <a:pt x="20305" y="6297"/>
                    <a:pt x="20305" y="6297"/>
                  </a:cubicBezTo>
                  <a:cubicBezTo>
                    <a:pt x="20305" y="6364"/>
                    <a:pt x="20305" y="6364"/>
                    <a:pt x="20305" y="6364"/>
                  </a:cubicBezTo>
                  <a:cubicBezTo>
                    <a:pt x="20379" y="6432"/>
                    <a:pt x="20379" y="6432"/>
                    <a:pt x="20379" y="6432"/>
                  </a:cubicBezTo>
                  <a:cubicBezTo>
                    <a:pt x="20342" y="6500"/>
                    <a:pt x="20342" y="6500"/>
                    <a:pt x="20342" y="6500"/>
                  </a:cubicBezTo>
                  <a:cubicBezTo>
                    <a:pt x="20379" y="6568"/>
                    <a:pt x="20379" y="6568"/>
                    <a:pt x="20379" y="6568"/>
                  </a:cubicBezTo>
                  <a:cubicBezTo>
                    <a:pt x="20416" y="6635"/>
                    <a:pt x="20416" y="6635"/>
                    <a:pt x="20416" y="6635"/>
                  </a:cubicBezTo>
                  <a:cubicBezTo>
                    <a:pt x="20379" y="6568"/>
                    <a:pt x="20379" y="6568"/>
                    <a:pt x="20379" y="6568"/>
                  </a:cubicBezTo>
                  <a:cubicBezTo>
                    <a:pt x="20379" y="6432"/>
                    <a:pt x="20379" y="6432"/>
                    <a:pt x="20379" y="6432"/>
                  </a:cubicBezTo>
                  <a:cubicBezTo>
                    <a:pt x="20416" y="6432"/>
                    <a:pt x="20416" y="6432"/>
                    <a:pt x="20416" y="6432"/>
                  </a:cubicBezTo>
                  <a:cubicBezTo>
                    <a:pt x="20453" y="6432"/>
                    <a:pt x="20453" y="6432"/>
                    <a:pt x="20453" y="6432"/>
                  </a:cubicBezTo>
                  <a:cubicBezTo>
                    <a:pt x="20453" y="6432"/>
                    <a:pt x="20453" y="6432"/>
                    <a:pt x="20453" y="6432"/>
                  </a:cubicBezTo>
                  <a:cubicBezTo>
                    <a:pt x="20490" y="6364"/>
                    <a:pt x="20490" y="6364"/>
                    <a:pt x="20490" y="6364"/>
                  </a:cubicBezTo>
                  <a:cubicBezTo>
                    <a:pt x="20527" y="6364"/>
                    <a:pt x="20527" y="6364"/>
                    <a:pt x="20527" y="6364"/>
                  </a:cubicBezTo>
                  <a:cubicBezTo>
                    <a:pt x="20527" y="6364"/>
                    <a:pt x="20527" y="6364"/>
                    <a:pt x="20527" y="6364"/>
                  </a:cubicBezTo>
                  <a:cubicBezTo>
                    <a:pt x="20527" y="6432"/>
                    <a:pt x="20527" y="6432"/>
                    <a:pt x="20527" y="6432"/>
                  </a:cubicBezTo>
                  <a:cubicBezTo>
                    <a:pt x="20564" y="6500"/>
                    <a:pt x="20564" y="6500"/>
                    <a:pt x="20564" y="6500"/>
                  </a:cubicBezTo>
                  <a:cubicBezTo>
                    <a:pt x="20638" y="6500"/>
                    <a:pt x="20638" y="6500"/>
                    <a:pt x="20638" y="6500"/>
                  </a:cubicBezTo>
                  <a:cubicBezTo>
                    <a:pt x="20675" y="6568"/>
                    <a:pt x="20675" y="6568"/>
                    <a:pt x="20675" y="6568"/>
                  </a:cubicBezTo>
                  <a:cubicBezTo>
                    <a:pt x="20712" y="6568"/>
                    <a:pt x="20712" y="6568"/>
                    <a:pt x="20712" y="6568"/>
                  </a:cubicBezTo>
                  <a:cubicBezTo>
                    <a:pt x="20712" y="6500"/>
                    <a:pt x="20712" y="6500"/>
                    <a:pt x="20712" y="6500"/>
                  </a:cubicBezTo>
                  <a:cubicBezTo>
                    <a:pt x="20712" y="6500"/>
                    <a:pt x="20712" y="6500"/>
                    <a:pt x="20712" y="6500"/>
                  </a:cubicBezTo>
                  <a:cubicBezTo>
                    <a:pt x="20712" y="6500"/>
                    <a:pt x="20712" y="6500"/>
                    <a:pt x="20712" y="6500"/>
                  </a:cubicBezTo>
                  <a:cubicBezTo>
                    <a:pt x="20823" y="6635"/>
                    <a:pt x="20823" y="6635"/>
                    <a:pt x="20823" y="6635"/>
                  </a:cubicBezTo>
                  <a:cubicBezTo>
                    <a:pt x="20823" y="6635"/>
                    <a:pt x="20823" y="6635"/>
                    <a:pt x="20823" y="6635"/>
                  </a:cubicBezTo>
                  <a:cubicBezTo>
                    <a:pt x="20786" y="6635"/>
                    <a:pt x="20786" y="6635"/>
                    <a:pt x="20786" y="6635"/>
                  </a:cubicBezTo>
                  <a:cubicBezTo>
                    <a:pt x="20786" y="6703"/>
                    <a:pt x="20786" y="6703"/>
                    <a:pt x="20786" y="6703"/>
                  </a:cubicBezTo>
                  <a:cubicBezTo>
                    <a:pt x="20860" y="6771"/>
                    <a:pt x="20860" y="6771"/>
                    <a:pt x="20860" y="6771"/>
                  </a:cubicBezTo>
                  <a:cubicBezTo>
                    <a:pt x="20860" y="6771"/>
                    <a:pt x="20860" y="6771"/>
                    <a:pt x="20860" y="6771"/>
                  </a:cubicBezTo>
                  <a:cubicBezTo>
                    <a:pt x="20860" y="6771"/>
                    <a:pt x="20860" y="6771"/>
                    <a:pt x="20860" y="6771"/>
                  </a:cubicBezTo>
                  <a:cubicBezTo>
                    <a:pt x="20860" y="6703"/>
                    <a:pt x="20860" y="6703"/>
                    <a:pt x="20860" y="6703"/>
                  </a:cubicBezTo>
                  <a:cubicBezTo>
                    <a:pt x="20934" y="6771"/>
                    <a:pt x="20934" y="6771"/>
                    <a:pt x="20934" y="6771"/>
                  </a:cubicBezTo>
                  <a:cubicBezTo>
                    <a:pt x="20971" y="6906"/>
                    <a:pt x="20971" y="6906"/>
                    <a:pt x="20971" y="6906"/>
                  </a:cubicBezTo>
                  <a:cubicBezTo>
                    <a:pt x="20971" y="6906"/>
                    <a:pt x="20971" y="6906"/>
                    <a:pt x="20971" y="6906"/>
                  </a:cubicBezTo>
                  <a:cubicBezTo>
                    <a:pt x="20934" y="6906"/>
                    <a:pt x="20934" y="6906"/>
                    <a:pt x="20934" y="6906"/>
                  </a:cubicBezTo>
                  <a:cubicBezTo>
                    <a:pt x="20934" y="6906"/>
                    <a:pt x="20934" y="6906"/>
                    <a:pt x="20934" y="6906"/>
                  </a:cubicBezTo>
                  <a:cubicBezTo>
                    <a:pt x="20971" y="6974"/>
                    <a:pt x="20971" y="6974"/>
                    <a:pt x="20971" y="6974"/>
                  </a:cubicBezTo>
                  <a:cubicBezTo>
                    <a:pt x="20934" y="6974"/>
                    <a:pt x="20934" y="6974"/>
                    <a:pt x="20934" y="6974"/>
                  </a:cubicBezTo>
                  <a:cubicBezTo>
                    <a:pt x="20934" y="7042"/>
                    <a:pt x="20934" y="7042"/>
                    <a:pt x="20934" y="7042"/>
                  </a:cubicBezTo>
                  <a:cubicBezTo>
                    <a:pt x="20934" y="7109"/>
                    <a:pt x="20934" y="7109"/>
                    <a:pt x="20934" y="7109"/>
                  </a:cubicBezTo>
                  <a:cubicBezTo>
                    <a:pt x="20971" y="7042"/>
                    <a:pt x="20971" y="7042"/>
                    <a:pt x="20971" y="7042"/>
                  </a:cubicBezTo>
                  <a:cubicBezTo>
                    <a:pt x="20971" y="7042"/>
                    <a:pt x="20971" y="7042"/>
                    <a:pt x="20971" y="7042"/>
                  </a:cubicBezTo>
                  <a:cubicBezTo>
                    <a:pt x="20971" y="6974"/>
                    <a:pt x="20971" y="6974"/>
                    <a:pt x="20971" y="6974"/>
                  </a:cubicBezTo>
                  <a:cubicBezTo>
                    <a:pt x="21008" y="7042"/>
                    <a:pt x="21008" y="7042"/>
                    <a:pt x="21008" y="7042"/>
                  </a:cubicBezTo>
                  <a:cubicBezTo>
                    <a:pt x="21008" y="6974"/>
                    <a:pt x="21008" y="6974"/>
                    <a:pt x="21008" y="6974"/>
                  </a:cubicBezTo>
                  <a:cubicBezTo>
                    <a:pt x="21045" y="7042"/>
                    <a:pt x="21045" y="7042"/>
                    <a:pt x="21045" y="7042"/>
                  </a:cubicBezTo>
                  <a:cubicBezTo>
                    <a:pt x="21119" y="7109"/>
                    <a:pt x="21119" y="7109"/>
                    <a:pt x="21119" y="7109"/>
                  </a:cubicBezTo>
                  <a:cubicBezTo>
                    <a:pt x="21193" y="7177"/>
                    <a:pt x="21193" y="7177"/>
                    <a:pt x="21193" y="7177"/>
                  </a:cubicBezTo>
                  <a:cubicBezTo>
                    <a:pt x="21230" y="7245"/>
                    <a:pt x="21230" y="7245"/>
                    <a:pt x="21230" y="7245"/>
                  </a:cubicBezTo>
                  <a:cubicBezTo>
                    <a:pt x="21193" y="7245"/>
                    <a:pt x="21193" y="7245"/>
                    <a:pt x="21193" y="7245"/>
                  </a:cubicBezTo>
                  <a:cubicBezTo>
                    <a:pt x="21267" y="7380"/>
                    <a:pt x="21267" y="7380"/>
                    <a:pt x="21267" y="7380"/>
                  </a:cubicBezTo>
                  <a:cubicBezTo>
                    <a:pt x="21304" y="7380"/>
                    <a:pt x="21304" y="7380"/>
                    <a:pt x="21304" y="7380"/>
                  </a:cubicBezTo>
                  <a:cubicBezTo>
                    <a:pt x="21341" y="7448"/>
                    <a:pt x="21341" y="7448"/>
                    <a:pt x="21341" y="7448"/>
                  </a:cubicBezTo>
                  <a:cubicBezTo>
                    <a:pt x="21341" y="7651"/>
                    <a:pt x="21341" y="7651"/>
                    <a:pt x="21341" y="7651"/>
                  </a:cubicBezTo>
                  <a:cubicBezTo>
                    <a:pt x="21304" y="7651"/>
                    <a:pt x="21304" y="7651"/>
                    <a:pt x="21304" y="7651"/>
                  </a:cubicBezTo>
                  <a:cubicBezTo>
                    <a:pt x="21304" y="7651"/>
                    <a:pt x="21304" y="7651"/>
                    <a:pt x="21304" y="7651"/>
                  </a:cubicBezTo>
                  <a:cubicBezTo>
                    <a:pt x="21341" y="7719"/>
                    <a:pt x="21341" y="7719"/>
                    <a:pt x="21341" y="7719"/>
                  </a:cubicBezTo>
                  <a:cubicBezTo>
                    <a:pt x="21378" y="7786"/>
                    <a:pt x="21378" y="7786"/>
                    <a:pt x="21378" y="7786"/>
                  </a:cubicBezTo>
                  <a:cubicBezTo>
                    <a:pt x="21341" y="7786"/>
                    <a:pt x="21341" y="7786"/>
                    <a:pt x="21341" y="7786"/>
                  </a:cubicBezTo>
                  <a:cubicBezTo>
                    <a:pt x="21341" y="7786"/>
                    <a:pt x="21341" y="7786"/>
                    <a:pt x="21341" y="7786"/>
                  </a:cubicBezTo>
                  <a:cubicBezTo>
                    <a:pt x="21193" y="7786"/>
                    <a:pt x="21193" y="7786"/>
                    <a:pt x="21193" y="7786"/>
                  </a:cubicBezTo>
                  <a:cubicBezTo>
                    <a:pt x="21156" y="7719"/>
                    <a:pt x="21156" y="7719"/>
                    <a:pt x="21156" y="7719"/>
                  </a:cubicBezTo>
                  <a:cubicBezTo>
                    <a:pt x="21156" y="7719"/>
                    <a:pt x="21156" y="7719"/>
                    <a:pt x="21156" y="7719"/>
                  </a:cubicBezTo>
                  <a:cubicBezTo>
                    <a:pt x="21119" y="7719"/>
                    <a:pt x="21119" y="7719"/>
                    <a:pt x="21119" y="7719"/>
                  </a:cubicBezTo>
                  <a:cubicBezTo>
                    <a:pt x="21119" y="7651"/>
                    <a:pt x="21119" y="7651"/>
                    <a:pt x="21119" y="7651"/>
                  </a:cubicBezTo>
                  <a:cubicBezTo>
                    <a:pt x="21082" y="7651"/>
                    <a:pt x="21082" y="7651"/>
                    <a:pt x="21082" y="7651"/>
                  </a:cubicBezTo>
                  <a:cubicBezTo>
                    <a:pt x="21082" y="7719"/>
                    <a:pt x="21082" y="7719"/>
                    <a:pt x="21082" y="7719"/>
                  </a:cubicBezTo>
                  <a:cubicBezTo>
                    <a:pt x="21082" y="7719"/>
                    <a:pt x="21082" y="7719"/>
                    <a:pt x="21082" y="7719"/>
                  </a:cubicBezTo>
                  <a:cubicBezTo>
                    <a:pt x="21045" y="7786"/>
                    <a:pt x="21045" y="7786"/>
                    <a:pt x="21045" y="7786"/>
                  </a:cubicBezTo>
                  <a:cubicBezTo>
                    <a:pt x="21008" y="7786"/>
                    <a:pt x="21008" y="7786"/>
                    <a:pt x="21008" y="7786"/>
                  </a:cubicBezTo>
                  <a:cubicBezTo>
                    <a:pt x="21008" y="7786"/>
                    <a:pt x="21008" y="7786"/>
                    <a:pt x="21008" y="7786"/>
                  </a:cubicBezTo>
                  <a:cubicBezTo>
                    <a:pt x="21008" y="7854"/>
                    <a:pt x="21008" y="7854"/>
                    <a:pt x="21008" y="7854"/>
                  </a:cubicBezTo>
                  <a:cubicBezTo>
                    <a:pt x="20971" y="7922"/>
                    <a:pt x="20971" y="7922"/>
                    <a:pt x="20971" y="7922"/>
                  </a:cubicBezTo>
                  <a:cubicBezTo>
                    <a:pt x="20934" y="7922"/>
                    <a:pt x="20934" y="7922"/>
                    <a:pt x="20934" y="7922"/>
                  </a:cubicBezTo>
                  <a:cubicBezTo>
                    <a:pt x="20934" y="7989"/>
                    <a:pt x="20934" y="7989"/>
                    <a:pt x="20934" y="7989"/>
                  </a:cubicBezTo>
                  <a:cubicBezTo>
                    <a:pt x="20934" y="7989"/>
                    <a:pt x="20934" y="7989"/>
                    <a:pt x="20934" y="7989"/>
                  </a:cubicBezTo>
                  <a:cubicBezTo>
                    <a:pt x="20897" y="8057"/>
                    <a:pt x="20897" y="8057"/>
                    <a:pt x="20897" y="8057"/>
                  </a:cubicBezTo>
                  <a:cubicBezTo>
                    <a:pt x="20897" y="8125"/>
                    <a:pt x="20897" y="8125"/>
                    <a:pt x="20897" y="8125"/>
                  </a:cubicBezTo>
                  <a:cubicBezTo>
                    <a:pt x="20860" y="8125"/>
                    <a:pt x="20860" y="8125"/>
                    <a:pt x="20860" y="8125"/>
                  </a:cubicBezTo>
                  <a:cubicBezTo>
                    <a:pt x="20860" y="8125"/>
                    <a:pt x="20860" y="8125"/>
                    <a:pt x="20860" y="8125"/>
                  </a:cubicBezTo>
                  <a:cubicBezTo>
                    <a:pt x="20860" y="8193"/>
                    <a:pt x="20860" y="8193"/>
                    <a:pt x="20860" y="8193"/>
                  </a:cubicBezTo>
                  <a:cubicBezTo>
                    <a:pt x="20860" y="8260"/>
                    <a:pt x="20860" y="8260"/>
                    <a:pt x="20860" y="8260"/>
                  </a:cubicBezTo>
                  <a:cubicBezTo>
                    <a:pt x="20823" y="8328"/>
                    <a:pt x="20823" y="8328"/>
                    <a:pt x="20823" y="8328"/>
                  </a:cubicBezTo>
                  <a:cubicBezTo>
                    <a:pt x="20823" y="8260"/>
                    <a:pt x="20823" y="8260"/>
                    <a:pt x="20823" y="8260"/>
                  </a:cubicBezTo>
                  <a:cubicBezTo>
                    <a:pt x="20823" y="8328"/>
                    <a:pt x="20823" y="8328"/>
                    <a:pt x="20823" y="8328"/>
                  </a:cubicBezTo>
                  <a:cubicBezTo>
                    <a:pt x="20823" y="8396"/>
                    <a:pt x="20823" y="8396"/>
                    <a:pt x="20823" y="8396"/>
                  </a:cubicBezTo>
                  <a:cubicBezTo>
                    <a:pt x="20786" y="8396"/>
                    <a:pt x="20786" y="8396"/>
                    <a:pt x="20786" y="8396"/>
                  </a:cubicBezTo>
                  <a:cubicBezTo>
                    <a:pt x="20749" y="8463"/>
                    <a:pt x="20749" y="8463"/>
                    <a:pt x="20749" y="8463"/>
                  </a:cubicBezTo>
                  <a:cubicBezTo>
                    <a:pt x="20786" y="8463"/>
                    <a:pt x="20786" y="8463"/>
                    <a:pt x="20786" y="8463"/>
                  </a:cubicBezTo>
                  <a:cubicBezTo>
                    <a:pt x="20786" y="8463"/>
                    <a:pt x="20786" y="8463"/>
                    <a:pt x="20786" y="8463"/>
                  </a:cubicBezTo>
                  <a:cubicBezTo>
                    <a:pt x="20749" y="8531"/>
                    <a:pt x="20749" y="8531"/>
                    <a:pt x="20749" y="8531"/>
                  </a:cubicBezTo>
                  <a:cubicBezTo>
                    <a:pt x="20749" y="8531"/>
                    <a:pt x="20749" y="8531"/>
                    <a:pt x="20749" y="8531"/>
                  </a:cubicBezTo>
                  <a:cubicBezTo>
                    <a:pt x="20712" y="8531"/>
                    <a:pt x="20712" y="8531"/>
                    <a:pt x="20712" y="8531"/>
                  </a:cubicBezTo>
                  <a:cubicBezTo>
                    <a:pt x="20749" y="8599"/>
                    <a:pt x="20749" y="8599"/>
                    <a:pt x="20749" y="8599"/>
                  </a:cubicBezTo>
                  <a:cubicBezTo>
                    <a:pt x="20749" y="8599"/>
                    <a:pt x="20749" y="8599"/>
                    <a:pt x="20749" y="8599"/>
                  </a:cubicBezTo>
                  <a:cubicBezTo>
                    <a:pt x="20712" y="8667"/>
                    <a:pt x="20712" y="8667"/>
                    <a:pt x="20712" y="8667"/>
                  </a:cubicBezTo>
                  <a:cubicBezTo>
                    <a:pt x="20712" y="8734"/>
                    <a:pt x="20712" y="8734"/>
                    <a:pt x="20712" y="8734"/>
                  </a:cubicBezTo>
                  <a:cubicBezTo>
                    <a:pt x="20712" y="8734"/>
                    <a:pt x="20712" y="8734"/>
                    <a:pt x="20712" y="8734"/>
                  </a:cubicBezTo>
                  <a:cubicBezTo>
                    <a:pt x="20675" y="8734"/>
                    <a:pt x="20675" y="8734"/>
                    <a:pt x="20675" y="8734"/>
                  </a:cubicBezTo>
                  <a:cubicBezTo>
                    <a:pt x="20675" y="8734"/>
                    <a:pt x="20675" y="8734"/>
                    <a:pt x="20675" y="8734"/>
                  </a:cubicBezTo>
                  <a:cubicBezTo>
                    <a:pt x="20638" y="8734"/>
                    <a:pt x="20638" y="8734"/>
                    <a:pt x="20638" y="8734"/>
                  </a:cubicBezTo>
                  <a:cubicBezTo>
                    <a:pt x="20675" y="8802"/>
                    <a:pt x="20675" y="8802"/>
                    <a:pt x="20675" y="8802"/>
                  </a:cubicBezTo>
                  <a:cubicBezTo>
                    <a:pt x="20712" y="8802"/>
                    <a:pt x="20712" y="8802"/>
                    <a:pt x="20712" y="8802"/>
                  </a:cubicBezTo>
                  <a:cubicBezTo>
                    <a:pt x="20712" y="8870"/>
                    <a:pt x="20712" y="8870"/>
                    <a:pt x="20712" y="8870"/>
                  </a:cubicBezTo>
                  <a:cubicBezTo>
                    <a:pt x="20638" y="8870"/>
                    <a:pt x="20638" y="8870"/>
                    <a:pt x="20638" y="8870"/>
                  </a:cubicBezTo>
                  <a:cubicBezTo>
                    <a:pt x="20638" y="8937"/>
                    <a:pt x="20638" y="8937"/>
                    <a:pt x="20638" y="8937"/>
                  </a:cubicBezTo>
                  <a:cubicBezTo>
                    <a:pt x="20675" y="8937"/>
                    <a:pt x="20675" y="8937"/>
                    <a:pt x="20675" y="8937"/>
                  </a:cubicBezTo>
                  <a:cubicBezTo>
                    <a:pt x="20712" y="9005"/>
                    <a:pt x="20712" y="9005"/>
                    <a:pt x="20712" y="9005"/>
                  </a:cubicBezTo>
                  <a:cubicBezTo>
                    <a:pt x="20675" y="9073"/>
                    <a:pt x="20675" y="9073"/>
                    <a:pt x="20675" y="9073"/>
                  </a:cubicBezTo>
                  <a:cubicBezTo>
                    <a:pt x="20712" y="9073"/>
                    <a:pt x="20712" y="9073"/>
                    <a:pt x="20712" y="9073"/>
                  </a:cubicBezTo>
                  <a:cubicBezTo>
                    <a:pt x="20675" y="9208"/>
                    <a:pt x="20675" y="9208"/>
                    <a:pt x="20675" y="9208"/>
                  </a:cubicBezTo>
                  <a:cubicBezTo>
                    <a:pt x="20675" y="9208"/>
                    <a:pt x="20675" y="9208"/>
                    <a:pt x="20675" y="9208"/>
                  </a:cubicBezTo>
                  <a:cubicBezTo>
                    <a:pt x="20638" y="9344"/>
                    <a:pt x="20638" y="9344"/>
                    <a:pt x="20638" y="9344"/>
                  </a:cubicBezTo>
                  <a:cubicBezTo>
                    <a:pt x="20638" y="9411"/>
                    <a:pt x="20638" y="9411"/>
                    <a:pt x="20638" y="9411"/>
                  </a:cubicBezTo>
                  <a:cubicBezTo>
                    <a:pt x="20601" y="9479"/>
                    <a:pt x="20601" y="9479"/>
                    <a:pt x="20601" y="9479"/>
                  </a:cubicBezTo>
                  <a:cubicBezTo>
                    <a:pt x="20601" y="9547"/>
                    <a:pt x="20601" y="9547"/>
                    <a:pt x="20601" y="9547"/>
                  </a:cubicBezTo>
                  <a:cubicBezTo>
                    <a:pt x="20638" y="9547"/>
                    <a:pt x="20638" y="9547"/>
                    <a:pt x="20638" y="9547"/>
                  </a:cubicBezTo>
                  <a:cubicBezTo>
                    <a:pt x="20638" y="9615"/>
                    <a:pt x="20638" y="9615"/>
                    <a:pt x="20638" y="9615"/>
                  </a:cubicBezTo>
                  <a:cubicBezTo>
                    <a:pt x="20638" y="9615"/>
                    <a:pt x="20638" y="9615"/>
                    <a:pt x="20638" y="9615"/>
                  </a:cubicBezTo>
                  <a:cubicBezTo>
                    <a:pt x="20675" y="9750"/>
                    <a:pt x="20675" y="9750"/>
                    <a:pt x="20675" y="9750"/>
                  </a:cubicBezTo>
                  <a:cubicBezTo>
                    <a:pt x="20675" y="9750"/>
                    <a:pt x="20675" y="9750"/>
                    <a:pt x="20675" y="9750"/>
                  </a:cubicBezTo>
                  <a:cubicBezTo>
                    <a:pt x="20638" y="9750"/>
                    <a:pt x="20638" y="9750"/>
                    <a:pt x="20638" y="9750"/>
                  </a:cubicBezTo>
                  <a:cubicBezTo>
                    <a:pt x="20601" y="9750"/>
                    <a:pt x="20601" y="9750"/>
                    <a:pt x="20601" y="9750"/>
                  </a:cubicBezTo>
                  <a:cubicBezTo>
                    <a:pt x="20601" y="9682"/>
                    <a:pt x="20601" y="9682"/>
                    <a:pt x="20601" y="9682"/>
                  </a:cubicBezTo>
                  <a:cubicBezTo>
                    <a:pt x="20564" y="9750"/>
                    <a:pt x="20564" y="9750"/>
                    <a:pt x="20564" y="9750"/>
                  </a:cubicBezTo>
                  <a:cubicBezTo>
                    <a:pt x="20527" y="9682"/>
                    <a:pt x="20527" y="9682"/>
                    <a:pt x="20527" y="9682"/>
                  </a:cubicBezTo>
                  <a:cubicBezTo>
                    <a:pt x="20527" y="9615"/>
                    <a:pt x="20527" y="9615"/>
                    <a:pt x="20527" y="9615"/>
                  </a:cubicBezTo>
                  <a:cubicBezTo>
                    <a:pt x="20527" y="9615"/>
                    <a:pt x="20527" y="9615"/>
                    <a:pt x="20527" y="9615"/>
                  </a:cubicBezTo>
                  <a:cubicBezTo>
                    <a:pt x="20490" y="9615"/>
                    <a:pt x="20490" y="9615"/>
                    <a:pt x="20490" y="9615"/>
                  </a:cubicBezTo>
                  <a:cubicBezTo>
                    <a:pt x="20453" y="9615"/>
                    <a:pt x="20453" y="9615"/>
                    <a:pt x="20453" y="9615"/>
                  </a:cubicBezTo>
                  <a:cubicBezTo>
                    <a:pt x="20453" y="9547"/>
                    <a:pt x="20453" y="9547"/>
                    <a:pt x="20453" y="9547"/>
                  </a:cubicBezTo>
                  <a:cubicBezTo>
                    <a:pt x="20379" y="9479"/>
                    <a:pt x="20379" y="9479"/>
                    <a:pt x="20379" y="9479"/>
                  </a:cubicBezTo>
                  <a:cubicBezTo>
                    <a:pt x="20342" y="9479"/>
                    <a:pt x="20342" y="9479"/>
                    <a:pt x="20342" y="9479"/>
                  </a:cubicBezTo>
                  <a:cubicBezTo>
                    <a:pt x="20268" y="9547"/>
                    <a:pt x="20268" y="9547"/>
                    <a:pt x="20268" y="9547"/>
                  </a:cubicBezTo>
                  <a:cubicBezTo>
                    <a:pt x="20268" y="9479"/>
                    <a:pt x="20268" y="9479"/>
                    <a:pt x="20268" y="9479"/>
                  </a:cubicBezTo>
                  <a:cubicBezTo>
                    <a:pt x="20231" y="9547"/>
                    <a:pt x="20231" y="9547"/>
                    <a:pt x="20231" y="9547"/>
                  </a:cubicBezTo>
                  <a:cubicBezTo>
                    <a:pt x="20194" y="9615"/>
                    <a:pt x="20194" y="9615"/>
                    <a:pt x="20194" y="9615"/>
                  </a:cubicBezTo>
                  <a:cubicBezTo>
                    <a:pt x="20157" y="9615"/>
                    <a:pt x="20157" y="9615"/>
                    <a:pt x="20157" y="9615"/>
                  </a:cubicBezTo>
                  <a:cubicBezTo>
                    <a:pt x="20120" y="9682"/>
                    <a:pt x="20120" y="9682"/>
                    <a:pt x="20120" y="9682"/>
                  </a:cubicBezTo>
                  <a:cubicBezTo>
                    <a:pt x="20120" y="9750"/>
                    <a:pt x="20120" y="9750"/>
                    <a:pt x="20120" y="9750"/>
                  </a:cubicBezTo>
                  <a:cubicBezTo>
                    <a:pt x="20083" y="9682"/>
                    <a:pt x="20083" y="9682"/>
                    <a:pt x="20083" y="9682"/>
                  </a:cubicBezTo>
                  <a:cubicBezTo>
                    <a:pt x="20120" y="9818"/>
                    <a:pt x="20120" y="9818"/>
                    <a:pt x="20120" y="9818"/>
                  </a:cubicBezTo>
                  <a:cubicBezTo>
                    <a:pt x="20083" y="9818"/>
                    <a:pt x="20083" y="9818"/>
                    <a:pt x="20083" y="9818"/>
                  </a:cubicBezTo>
                  <a:cubicBezTo>
                    <a:pt x="20083" y="9885"/>
                    <a:pt x="20083" y="9885"/>
                    <a:pt x="20083" y="9885"/>
                  </a:cubicBezTo>
                  <a:cubicBezTo>
                    <a:pt x="20083" y="9953"/>
                    <a:pt x="20083" y="9953"/>
                    <a:pt x="20083" y="9953"/>
                  </a:cubicBezTo>
                  <a:cubicBezTo>
                    <a:pt x="20083" y="10089"/>
                    <a:pt x="20083" y="10089"/>
                    <a:pt x="20083" y="10089"/>
                  </a:cubicBezTo>
                  <a:cubicBezTo>
                    <a:pt x="20046" y="10089"/>
                    <a:pt x="20046" y="10089"/>
                    <a:pt x="20046" y="10089"/>
                  </a:cubicBezTo>
                  <a:cubicBezTo>
                    <a:pt x="20046" y="10089"/>
                    <a:pt x="20046" y="10089"/>
                    <a:pt x="20046" y="10089"/>
                  </a:cubicBezTo>
                  <a:cubicBezTo>
                    <a:pt x="20009" y="9885"/>
                    <a:pt x="20009" y="9885"/>
                    <a:pt x="20009" y="9885"/>
                  </a:cubicBezTo>
                  <a:cubicBezTo>
                    <a:pt x="20009" y="9818"/>
                    <a:pt x="20009" y="9818"/>
                    <a:pt x="20009" y="9818"/>
                  </a:cubicBezTo>
                  <a:cubicBezTo>
                    <a:pt x="19972" y="9818"/>
                    <a:pt x="19972" y="9818"/>
                    <a:pt x="19972" y="9818"/>
                  </a:cubicBezTo>
                  <a:cubicBezTo>
                    <a:pt x="19935" y="9750"/>
                    <a:pt x="19935" y="9750"/>
                    <a:pt x="19935" y="9750"/>
                  </a:cubicBezTo>
                  <a:cubicBezTo>
                    <a:pt x="19935" y="9818"/>
                    <a:pt x="19935" y="9818"/>
                    <a:pt x="19935" y="9818"/>
                  </a:cubicBezTo>
                  <a:cubicBezTo>
                    <a:pt x="19898" y="9953"/>
                    <a:pt x="19898" y="9953"/>
                    <a:pt x="19898" y="9953"/>
                  </a:cubicBezTo>
                  <a:cubicBezTo>
                    <a:pt x="19861" y="9953"/>
                    <a:pt x="19861" y="9953"/>
                    <a:pt x="19861" y="9953"/>
                  </a:cubicBezTo>
                  <a:cubicBezTo>
                    <a:pt x="19861" y="10021"/>
                    <a:pt x="19861" y="10021"/>
                    <a:pt x="19861" y="10021"/>
                  </a:cubicBezTo>
                  <a:cubicBezTo>
                    <a:pt x="19898" y="10021"/>
                    <a:pt x="19898" y="10021"/>
                    <a:pt x="19898" y="10021"/>
                  </a:cubicBezTo>
                  <a:cubicBezTo>
                    <a:pt x="19861" y="10156"/>
                    <a:pt x="19861" y="10156"/>
                    <a:pt x="19861" y="10156"/>
                  </a:cubicBezTo>
                  <a:cubicBezTo>
                    <a:pt x="19824" y="10089"/>
                    <a:pt x="19824" y="10089"/>
                    <a:pt x="19824" y="10089"/>
                  </a:cubicBezTo>
                  <a:cubicBezTo>
                    <a:pt x="19824" y="10089"/>
                    <a:pt x="19824" y="10089"/>
                    <a:pt x="19824" y="10089"/>
                  </a:cubicBezTo>
                  <a:cubicBezTo>
                    <a:pt x="19824" y="10021"/>
                    <a:pt x="19824" y="10021"/>
                    <a:pt x="19824" y="10021"/>
                  </a:cubicBezTo>
                  <a:cubicBezTo>
                    <a:pt x="19787" y="10021"/>
                    <a:pt x="19787" y="10021"/>
                    <a:pt x="19787" y="10021"/>
                  </a:cubicBezTo>
                  <a:cubicBezTo>
                    <a:pt x="19787" y="10156"/>
                    <a:pt x="19787" y="10156"/>
                    <a:pt x="19787" y="10156"/>
                  </a:cubicBezTo>
                  <a:cubicBezTo>
                    <a:pt x="19750" y="10156"/>
                    <a:pt x="19750" y="10156"/>
                    <a:pt x="19750" y="10156"/>
                  </a:cubicBezTo>
                  <a:cubicBezTo>
                    <a:pt x="19713" y="10089"/>
                    <a:pt x="19713" y="10089"/>
                    <a:pt x="19713" y="10089"/>
                  </a:cubicBezTo>
                  <a:cubicBezTo>
                    <a:pt x="19676" y="10089"/>
                    <a:pt x="19676" y="10089"/>
                    <a:pt x="19676" y="10089"/>
                  </a:cubicBezTo>
                  <a:cubicBezTo>
                    <a:pt x="19676" y="10156"/>
                    <a:pt x="19676" y="10156"/>
                    <a:pt x="19676" y="10156"/>
                  </a:cubicBezTo>
                  <a:cubicBezTo>
                    <a:pt x="19713" y="10224"/>
                    <a:pt x="19713" y="10224"/>
                    <a:pt x="19713" y="10224"/>
                  </a:cubicBezTo>
                  <a:cubicBezTo>
                    <a:pt x="19713" y="10224"/>
                    <a:pt x="19713" y="10224"/>
                    <a:pt x="19713" y="10224"/>
                  </a:cubicBezTo>
                  <a:cubicBezTo>
                    <a:pt x="19676" y="10292"/>
                    <a:pt x="19676" y="10292"/>
                    <a:pt x="19676" y="10292"/>
                  </a:cubicBezTo>
                  <a:cubicBezTo>
                    <a:pt x="19676" y="10292"/>
                    <a:pt x="19676" y="10292"/>
                    <a:pt x="19676" y="10292"/>
                  </a:cubicBezTo>
                  <a:cubicBezTo>
                    <a:pt x="19713" y="10359"/>
                    <a:pt x="19713" y="10359"/>
                    <a:pt x="19713" y="10359"/>
                  </a:cubicBezTo>
                  <a:cubicBezTo>
                    <a:pt x="19713" y="10427"/>
                    <a:pt x="19713" y="10427"/>
                    <a:pt x="19713" y="10427"/>
                  </a:cubicBezTo>
                  <a:cubicBezTo>
                    <a:pt x="19713" y="10427"/>
                    <a:pt x="19713" y="10427"/>
                    <a:pt x="19713" y="10427"/>
                  </a:cubicBezTo>
                  <a:cubicBezTo>
                    <a:pt x="19713" y="10495"/>
                    <a:pt x="19713" y="10495"/>
                    <a:pt x="19713" y="10495"/>
                  </a:cubicBezTo>
                  <a:cubicBezTo>
                    <a:pt x="19750" y="10495"/>
                    <a:pt x="19750" y="10495"/>
                    <a:pt x="19750" y="10495"/>
                  </a:cubicBezTo>
                  <a:cubicBezTo>
                    <a:pt x="19787" y="10563"/>
                    <a:pt x="19787" y="10563"/>
                    <a:pt x="19787" y="10563"/>
                  </a:cubicBezTo>
                  <a:cubicBezTo>
                    <a:pt x="19787" y="10563"/>
                    <a:pt x="19787" y="10563"/>
                    <a:pt x="19787" y="10563"/>
                  </a:cubicBezTo>
                  <a:cubicBezTo>
                    <a:pt x="19750" y="10563"/>
                    <a:pt x="19750" y="10563"/>
                    <a:pt x="19750" y="10563"/>
                  </a:cubicBezTo>
                  <a:cubicBezTo>
                    <a:pt x="19750" y="10630"/>
                    <a:pt x="19750" y="10630"/>
                    <a:pt x="19750" y="10630"/>
                  </a:cubicBezTo>
                  <a:cubicBezTo>
                    <a:pt x="19787" y="10630"/>
                    <a:pt x="19787" y="10630"/>
                    <a:pt x="19787" y="10630"/>
                  </a:cubicBezTo>
                  <a:cubicBezTo>
                    <a:pt x="19787" y="10698"/>
                    <a:pt x="19787" y="10698"/>
                    <a:pt x="19787" y="10698"/>
                  </a:cubicBezTo>
                  <a:cubicBezTo>
                    <a:pt x="19787" y="10698"/>
                    <a:pt x="19787" y="10698"/>
                    <a:pt x="19787" y="10698"/>
                  </a:cubicBezTo>
                  <a:cubicBezTo>
                    <a:pt x="19787" y="10698"/>
                    <a:pt x="19787" y="10698"/>
                    <a:pt x="19787" y="10698"/>
                  </a:cubicBezTo>
                  <a:cubicBezTo>
                    <a:pt x="19750" y="10698"/>
                    <a:pt x="19750" y="10698"/>
                    <a:pt x="19750" y="10698"/>
                  </a:cubicBezTo>
                  <a:cubicBezTo>
                    <a:pt x="19750" y="10698"/>
                    <a:pt x="19750" y="10698"/>
                    <a:pt x="19750" y="10698"/>
                  </a:cubicBezTo>
                  <a:cubicBezTo>
                    <a:pt x="19787" y="10766"/>
                    <a:pt x="19787" y="10766"/>
                    <a:pt x="19787" y="10766"/>
                  </a:cubicBezTo>
                  <a:cubicBezTo>
                    <a:pt x="19787" y="10766"/>
                    <a:pt x="19787" y="10766"/>
                    <a:pt x="19787" y="10766"/>
                  </a:cubicBezTo>
                  <a:cubicBezTo>
                    <a:pt x="19787" y="10833"/>
                    <a:pt x="19787" y="10833"/>
                    <a:pt x="19787" y="10833"/>
                  </a:cubicBezTo>
                  <a:cubicBezTo>
                    <a:pt x="19787" y="10901"/>
                    <a:pt x="19787" y="10901"/>
                    <a:pt x="19787" y="10901"/>
                  </a:cubicBezTo>
                  <a:cubicBezTo>
                    <a:pt x="19787" y="10901"/>
                    <a:pt x="19787" y="10901"/>
                    <a:pt x="19787" y="10901"/>
                  </a:cubicBezTo>
                  <a:cubicBezTo>
                    <a:pt x="19750" y="10969"/>
                    <a:pt x="19750" y="10969"/>
                    <a:pt x="19750" y="10969"/>
                  </a:cubicBezTo>
                  <a:cubicBezTo>
                    <a:pt x="19787" y="11036"/>
                    <a:pt x="19787" y="11036"/>
                    <a:pt x="19787" y="11036"/>
                  </a:cubicBezTo>
                  <a:cubicBezTo>
                    <a:pt x="19787" y="11104"/>
                    <a:pt x="19787" y="11104"/>
                    <a:pt x="19787" y="11104"/>
                  </a:cubicBezTo>
                  <a:cubicBezTo>
                    <a:pt x="19787" y="11104"/>
                    <a:pt x="19787" y="11104"/>
                    <a:pt x="19787" y="11104"/>
                  </a:cubicBezTo>
                  <a:cubicBezTo>
                    <a:pt x="19787" y="11172"/>
                    <a:pt x="19787" y="11172"/>
                    <a:pt x="19787" y="11172"/>
                  </a:cubicBezTo>
                  <a:cubicBezTo>
                    <a:pt x="19787" y="11240"/>
                    <a:pt x="19787" y="11240"/>
                    <a:pt x="19787" y="11240"/>
                  </a:cubicBezTo>
                  <a:cubicBezTo>
                    <a:pt x="19824" y="11307"/>
                    <a:pt x="19824" y="11307"/>
                    <a:pt x="19824" y="11307"/>
                  </a:cubicBezTo>
                  <a:cubicBezTo>
                    <a:pt x="19787" y="11375"/>
                    <a:pt x="19787" y="11375"/>
                    <a:pt x="19787" y="11375"/>
                  </a:cubicBezTo>
                  <a:cubicBezTo>
                    <a:pt x="19824" y="11375"/>
                    <a:pt x="19824" y="11375"/>
                    <a:pt x="19824" y="11375"/>
                  </a:cubicBezTo>
                  <a:cubicBezTo>
                    <a:pt x="19861" y="11443"/>
                    <a:pt x="19861" y="11443"/>
                    <a:pt x="19861" y="11443"/>
                  </a:cubicBezTo>
                  <a:cubicBezTo>
                    <a:pt x="19898" y="11510"/>
                    <a:pt x="19898" y="11510"/>
                    <a:pt x="19898" y="11510"/>
                  </a:cubicBezTo>
                  <a:cubicBezTo>
                    <a:pt x="19935" y="11578"/>
                    <a:pt x="19935" y="11578"/>
                    <a:pt x="19935" y="11578"/>
                  </a:cubicBezTo>
                  <a:cubicBezTo>
                    <a:pt x="19972" y="11510"/>
                    <a:pt x="19972" y="11510"/>
                    <a:pt x="19972" y="11510"/>
                  </a:cubicBezTo>
                  <a:cubicBezTo>
                    <a:pt x="19972" y="11510"/>
                    <a:pt x="19972" y="11510"/>
                    <a:pt x="19972" y="11510"/>
                  </a:cubicBezTo>
                  <a:cubicBezTo>
                    <a:pt x="19935" y="11443"/>
                    <a:pt x="19935" y="11443"/>
                    <a:pt x="19935" y="11443"/>
                  </a:cubicBezTo>
                  <a:cubicBezTo>
                    <a:pt x="19898" y="11375"/>
                    <a:pt x="19898" y="11375"/>
                    <a:pt x="19898" y="11375"/>
                  </a:cubicBezTo>
                  <a:cubicBezTo>
                    <a:pt x="19935" y="11375"/>
                    <a:pt x="19935" y="11375"/>
                    <a:pt x="19935" y="11375"/>
                  </a:cubicBezTo>
                  <a:cubicBezTo>
                    <a:pt x="19972" y="11375"/>
                    <a:pt x="19972" y="11375"/>
                    <a:pt x="19972" y="11375"/>
                  </a:cubicBezTo>
                  <a:cubicBezTo>
                    <a:pt x="20046" y="11443"/>
                    <a:pt x="20046" y="11443"/>
                    <a:pt x="20046" y="11443"/>
                  </a:cubicBezTo>
                  <a:cubicBezTo>
                    <a:pt x="20046" y="11375"/>
                    <a:pt x="20046" y="11375"/>
                    <a:pt x="20046" y="11375"/>
                  </a:cubicBezTo>
                  <a:cubicBezTo>
                    <a:pt x="20083" y="11443"/>
                    <a:pt x="20083" y="11443"/>
                    <a:pt x="20083" y="11443"/>
                  </a:cubicBezTo>
                  <a:cubicBezTo>
                    <a:pt x="20083" y="11443"/>
                    <a:pt x="20083" y="11443"/>
                    <a:pt x="20083" y="11443"/>
                  </a:cubicBezTo>
                  <a:cubicBezTo>
                    <a:pt x="20083" y="11510"/>
                    <a:pt x="20083" y="11510"/>
                    <a:pt x="20083" y="11510"/>
                  </a:cubicBezTo>
                  <a:cubicBezTo>
                    <a:pt x="20083" y="11578"/>
                    <a:pt x="20083" y="11578"/>
                    <a:pt x="20083" y="11578"/>
                  </a:cubicBezTo>
                  <a:cubicBezTo>
                    <a:pt x="20083" y="11578"/>
                    <a:pt x="20083" y="11578"/>
                    <a:pt x="20083" y="11578"/>
                  </a:cubicBezTo>
                  <a:cubicBezTo>
                    <a:pt x="20083" y="11646"/>
                    <a:pt x="20083" y="11646"/>
                    <a:pt x="20083" y="11646"/>
                  </a:cubicBezTo>
                  <a:cubicBezTo>
                    <a:pt x="20083" y="11646"/>
                    <a:pt x="20083" y="11646"/>
                    <a:pt x="20083" y="11646"/>
                  </a:cubicBezTo>
                  <a:cubicBezTo>
                    <a:pt x="20046" y="11714"/>
                    <a:pt x="20046" y="11714"/>
                    <a:pt x="20046" y="11714"/>
                  </a:cubicBezTo>
                  <a:cubicBezTo>
                    <a:pt x="20083" y="11781"/>
                    <a:pt x="20083" y="11781"/>
                    <a:pt x="20083" y="11781"/>
                  </a:cubicBezTo>
                  <a:cubicBezTo>
                    <a:pt x="20083" y="11849"/>
                    <a:pt x="20083" y="11849"/>
                    <a:pt x="20083" y="11849"/>
                  </a:cubicBezTo>
                  <a:cubicBezTo>
                    <a:pt x="20083" y="11984"/>
                    <a:pt x="20083" y="11984"/>
                    <a:pt x="20083" y="11984"/>
                  </a:cubicBezTo>
                  <a:cubicBezTo>
                    <a:pt x="20120" y="11984"/>
                    <a:pt x="20120" y="11984"/>
                    <a:pt x="20120" y="11984"/>
                  </a:cubicBezTo>
                  <a:cubicBezTo>
                    <a:pt x="20157" y="11984"/>
                    <a:pt x="20157" y="11984"/>
                    <a:pt x="20157" y="11984"/>
                  </a:cubicBezTo>
                  <a:cubicBezTo>
                    <a:pt x="20157" y="11984"/>
                    <a:pt x="20157" y="11984"/>
                    <a:pt x="20157" y="11984"/>
                  </a:cubicBezTo>
                  <a:cubicBezTo>
                    <a:pt x="20194" y="11917"/>
                    <a:pt x="20194" y="11917"/>
                    <a:pt x="20194" y="11917"/>
                  </a:cubicBezTo>
                  <a:cubicBezTo>
                    <a:pt x="20194" y="11917"/>
                    <a:pt x="20194" y="11917"/>
                    <a:pt x="20194" y="11917"/>
                  </a:cubicBezTo>
                  <a:cubicBezTo>
                    <a:pt x="20194" y="11917"/>
                    <a:pt x="20194" y="11917"/>
                    <a:pt x="20194" y="11917"/>
                  </a:cubicBezTo>
                  <a:cubicBezTo>
                    <a:pt x="20231" y="11917"/>
                    <a:pt x="20231" y="11917"/>
                    <a:pt x="20231" y="11917"/>
                  </a:cubicBezTo>
                  <a:cubicBezTo>
                    <a:pt x="20231" y="12052"/>
                    <a:pt x="20231" y="12052"/>
                    <a:pt x="20231" y="12052"/>
                  </a:cubicBezTo>
                  <a:cubicBezTo>
                    <a:pt x="20305" y="12188"/>
                    <a:pt x="20305" y="12188"/>
                    <a:pt x="20305" y="12188"/>
                  </a:cubicBezTo>
                  <a:cubicBezTo>
                    <a:pt x="20342" y="12255"/>
                    <a:pt x="20342" y="12255"/>
                    <a:pt x="20342" y="12255"/>
                  </a:cubicBezTo>
                  <a:cubicBezTo>
                    <a:pt x="20305" y="12323"/>
                    <a:pt x="20305" y="12323"/>
                    <a:pt x="20305" y="12323"/>
                  </a:cubicBezTo>
                  <a:cubicBezTo>
                    <a:pt x="20305" y="12391"/>
                    <a:pt x="20305" y="12391"/>
                    <a:pt x="20305" y="12391"/>
                  </a:cubicBezTo>
                  <a:cubicBezTo>
                    <a:pt x="20305" y="12391"/>
                    <a:pt x="20305" y="12391"/>
                    <a:pt x="20305" y="12391"/>
                  </a:cubicBezTo>
                  <a:cubicBezTo>
                    <a:pt x="20231" y="12323"/>
                    <a:pt x="20231" y="12323"/>
                    <a:pt x="20231" y="12323"/>
                  </a:cubicBezTo>
                  <a:cubicBezTo>
                    <a:pt x="20194" y="12323"/>
                    <a:pt x="20194" y="12323"/>
                    <a:pt x="20194" y="12323"/>
                  </a:cubicBezTo>
                  <a:cubicBezTo>
                    <a:pt x="20194" y="12255"/>
                    <a:pt x="20194" y="12255"/>
                    <a:pt x="20194" y="12255"/>
                  </a:cubicBezTo>
                  <a:cubicBezTo>
                    <a:pt x="20194" y="12188"/>
                    <a:pt x="20194" y="12188"/>
                    <a:pt x="20194" y="12188"/>
                  </a:cubicBezTo>
                  <a:cubicBezTo>
                    <a:pt x="20194" y="12120"/>
                    <a:pt x="20194" y="12120"/>
                    <a:pt x="20194" y="12120"/>
                  </a:cubicBezTo>
                  <a:cubicBezTo>
                    <a:pt x="20194" y="12052"/>
                    <a:pt x="20194" y="12052"/>
                    <a:pt x="20194" y="12052"/>
                  </a:cubicBezTo>
                  <a:cubicBezTo>
                    <a:pt x="20194" y="12052"/>
                    <a:pt x="20194" y="12052"/>
                    <a:pt x="20194" y="12052"/>
                  </a:cubicBezTo>
                  <a:cubicBezTo>
                    <a:pt x="20194" y="12120"/>
                    <a:pt x="20194" y="12120"/>
                    <a:pt x="20194" y="12120"/>
                  </a:cubicBezTo>
                  <a:cubicBezTo>
                    <a:pt x="20194" y="12120"/>
                    <a:pt x="20194" y="12120"/>
                    <a:pt x="20194" y="12120"/>
                  </a:cubicBezTo>
                  <a:cubicBezTo>
                    <a:pt x="20157" y="12120"/>
                    <a:pt x="20157" y="12120"/>
                    <a:pt x="20157" y="12120"/>
                  </a:cubicBezTo>
                  <a:cubicBezTo>
                    <a:pt x="20120" y="12255"/>
                    <a:pt x="20120" y="12255"/>
                    <a:pt x="20120" y="12255"/>
                  </a:cubicBezTo>
                  <a:cubicBezTo>
                    <a:pt x="20120" y="12255"/>
                    <a:pt x="20120" y="12255"/>
                    <a:pt x="20120" y="12255"/>
                  </a:cubicBezTo>
                  <a:cubicBezTo>
                    <a:pt x="20194" y="12255"/>
                    <a:pt x="20194" y="12255"/>
                    <a:pt x="20194" y="12255"/>
                  </a:cubicBezTo>
                  <a:cubicBezTo>
                    <a:pt x="20194" y="12323"/>
                    <a:pt x="20194" y="12323"/>
                    <a:pt x="20194" y="12323"/>
                  </a:cubicBezTo>
                  <a:cubicBezTo>
                    <a:pt x="20157" y="12391"/>
                    <a:pt x="20157" y="12391"/>
                    <a:pt x="20157" y="12391"/>
                  </a:cubicBezTo>
                  <a:cubicBezTo>
                    <a:pt x="20157" y="12458"/>
                    <a:pt x="20157" y="12458"/>
                    <a:pt x="20157" y="12458"/>
                  </a:cubicBezTo>
                  <a:cubicBezTo>
                    <a:pt x="20157" y="12458"/>
                    <a:pt x="20157" y="12458"/>
                    <a:pt x="20157" y="12458"/>
                  </a:cubicBezTo>
                  <a:cubicBezTo>
                    <a:pt x="20157" y="12662"/>
                    <a:pt x="20157" y="12662"/>
                    <a:pt x="20157" y="12662"/>
                  </a:cubicBezTo>
                  <a:cubicBezTo>
                    <a:pt x="20194" y="12729"/>
                    <a:pt x="20194" y="12729"/>
                    <a:pt x="20194" y="12729"/>
                  </a:cubicBezTo>
                  <a:cubicBezTo>
                    <a:pt x="20194" y="12729"/>
                    <a:pt x="20194" y="12729"/>
                    <a:pt x="20194" y="12729"/>
                  </a:cubicBezTo>
                  <a:cubicBezTo>
                    <a:pt x="20268" y="12932"/>
                    <a:pt x="20268" y="12932"/>
                    <a:pt x="20268" y="12932"/>
                  </a:cubicBezTo>
                  <a:cubicBezTo>
                    <a:pt x="20305" y="12932"/>
                    <a:pt x="20305" y="12932"/>
                    <a:pt x="20305" y="12932"/>
                  </a:cubicBezTo>
                  <a:cubicBezTo>
                    <a:pt x="20342" y="13068"/>
                    <a:pt x="20342" y="13068"/>
                    <a:pt x="20342" y="13068"/>
                  </a:cubicBezTo>
                  <a:cubicBezTo>
                    <a:pt x="20379" y="13136"/>
                    <a:pt x="20379" y="13136"/>
                    <a:pt x="20379" y="13136"/>
                  </a:cubicBezTo>
                  <a:cubicBezTo>
                    <a:pt x="20379" y="13136"/>
                    <a:pt x="20379" y="13136"/>
                    <a:pt x="20379" y="13136"/>
                  </a:cubicBezTo>
                  <a:cubicBezTo>
                    <a:pt x="20379" y="13203"/>
                    <a:pt x="20379" y="13203"/>
                    <a:pt x="20379" y="13203"/>
                  </a:cubicBezTo>
                  <a:cubicBezTo>
                    <a:pt x="20268" y="13271"/>
                    <a:pt x="20268" y="13271"/>
                    <a:pt x="20268" y="13271"/>
                  </a:cubicBezTo>
                  <a:cubicBezTo>
                    <a:pt x="20268" y="13271"/>
                    <a:pt x="20268" y="13271"/>
                    <a:pt x="20268" y="13271"/>
                  </a:cubicBezTo>
                  <a:cubicBezTo>
                    <a:pt x="20194" y="13339"/>
                    <a:pt x="20194" y="13339"/>
                    <a:pt x="20194" y="13339"/>
                  </a:cubicBezTo>
                  <a:cubicBezTo>
                    <a:pt x="20194" y="13339"/>
                    <a:pt x="20194" y="13339"/>
                    <a:pt x="20194" y="13339"/>
                  </a:cubicBezTo>
                  <a:cubicBezTo>
                    <a:pt x="20194" y="13339"/>
                    <a:pt x="20194" y="13339"/>
                    <a:pt x="20194" y="13339"/>
                  </a:cubicBezTo>
                  <a:cubicBezTo>
                    <a:pt x="20157" y="13474"/>
                    <a:pt x="20157" y="13474"/>
                    <a:pt x="20157" y="13474"/>
                  </a:cubicBezTo>
                  <a:cubicBezTo>
                    <a:pt x="20157" y="13542"/>
                    <a:pt x="20157" y="13542"/>
                    <a:pt x="20157" y="13542"/>
                  </a:cubicBezTo>
                  <a:cubicBezTo>
                    <a:pt x="20157" y="13542"/>
                    <a:pt x="20157" y="13542"/>
                    <a:pt x="20157" y="13542"/>
                  </a:cubicBezTo>
                  <a:cubicBezTo>
                    <a:pt x="20157" y="13610"/>
                    <a:pt x="20157" y="13610"/>
                    <a:pt x="20157" y="13610"/>
                  </a:cubicBezTo>
                  <a:cubicBezTo>
                    <a:pt x="20157" y="13745"/>
                    <a:pt x="20157" y="13745"/>
                    <a:pt x="20157" y="13745"/>
                  </a:cubicBezTo>
                  <a:cubicBezTo>
                    <a:pt x="20194" y="13880"/>
                    <a:pt x="20194" y="13880"/>
                    <a:pt x="20194" y="13880"/>
                  </a:cubicBezTo>
                  <a:cubicBezTo>
                    <a:pt x="20231" y="13948"/>
                    <a:pt x="20231" y="13948"/>
                    <a:pt x="20231" y="13948"/>
                  </a:cubicBezTo>
                  <a:cubicBezTo>
                    <a:pt x="20231" y="14016"/>
                    <a:pt x="20231" y="14016"/>
                    <a:pt x="20231" y="14016"/>
                  </a:cubicBezTo>
                  <a:cubicBezTo>
                    <a:pt x="20268" y="14016"/>
                    <a:pt x="20268" y="14016"/>
                    <a:pt x="20268" y="14016"/>
                  </a:cubicBezTo>
                  <a:cubicBezTo>
                    <a:pt x="20305" y="14084"/>
                    <a:pt x="20305" y="14084"/>
                    <a:pt x="20305" y="14084"/>
                  </a:cubicBezTo>
                  <a:cubicBezTo>
                    <a:pt x="20268" y="14084"/>
                    <a:pt x="20268" y="14084"/>
                    <a:pt x="20268" y="14084"/>
                  </a:cubicBezTo>
                  <a:cubicBezTo>
                    <a:pt x="20231" y="14084"/>
                    <a:pt x="20231" y="14084"/>
                    <a:pt x="20231" y="14084"/>
                  </a:cubicBezTo>
                  <a:cubicBezTo>
                    <a:pt x="20231" y="14084"/>
                    <a:pt x="20231" y="14084"/>
                    <a:pt x="20231" y="14084"/>
                  </a:cubicBezTo>
                  <a:cubicBezTo>
                    <a:pt x="20194" y="14151"/>
                    <a:pt x="20194" y="14151"/>
                    <a:pt x="20194" y="14151"/>
                  </a:cubicBezTo>
                  <a:cubicBezTo>
                    <a:pt x="20157" y="14151"/>
                    <a:pt x="20157" y="14151"/>
                    <a:pt x="20157" y="14151"/>
                  </a:cubicBezTo>
                  <a:cubicBezTo>
                    <a:pt x="20120" y="14219"/>
                    <a:pt x="20120" y="14219"/>
                    <a:pt x="20120" y="14219"/>
                  </a:cubicBezTo>
                  <a:cubicBezTo>
                    <a:pt x="20083" y="14151"/>
                    <a:pt x="20083" y="14151"/>
                    <a:pt x="20083" y="14151"/>
                  </a:cubicBezTo>
                  <a:cubicBezTo>
                    <a:pt x="20046" y="14219"/>
                    <a:pt x="20046" y="14219"/>
                    <a:pt x="20046" y="14219"/>
                  </a:cubicBezTo>
                  <a:cubicBezTo>
                    <a:pt x="20083" y="14219"/>
                    <a:pt x="20083" y="14219"/>
                    <a:pt x="20083" y="14219"/>
                  </a:cubicBezTo>
                  <a:cubicBezTo>
                    <a:pt x="20120" y="14219"/>
                    <a:pt x="20120" y="14219"/>
                    <a:pt x="20120" y="14219"/>
                  </a:cubicBezTo>
                  <a:cubicBezTo>
                    <a:pt x="20120" y="14287"/>
                    <a:pt x="20120" y="14287"/>
                    <a:pt x="20120" y="14287"/>
                  </a:cubicBezTo>
                  <a:cubicBezTo>
                    <a:pt x="20083" y="14354"/>
                    <a:pt x="20083" y="14354"/>
                    <a:pt x="20083" y="14354"/>
                  </a:cubicBezTo>
                  <a:cubicBezTo>
                    <a:pt x="20120" y="14422"/>
                    <a:pt x="20120" y="14422"/>
                    <a:pt x="20120" y="14422"/>
                  </a:cubicBezTo>
                  <a:cubicBezTo>
                    <a:pt x="20120" y="14422"/>
                    <a:pt x="20120" y="14422"/>
                    <a:pt x="20120" y="14422"/>
                  </a:cubicBezTo>
                  <a:cubicBezTo>
                    <a:pt x="20120" y="14422"/>
                    <a:pt x="20120" y="14422"/>
                    <a:pt x="20120" y="14422"/>
                  </a:cubicBezTo>
                  <a:cubicBezTo>
                    <a:pt x="20120" y="14490"/>
                    <a:pt x="20120" y="14490"/>
                    <a:pt x="20120" y="14490"/>
                  </a:cubicBezTo>
                  <a:cubicBezTo>
                    <a:pt x="20120" y="14557"/>
                    <a:pt x="20120" y="14557"/>
                    <a:pt x="20120" y="14557"/>
                  </a:cubicBezTo>
                  <a:cubicBezTo>
                    <a:pt x="20120" y="14557"/>
                    <a:pt x="20120" y="14557"/>
                    <a:pt x="20120" y="14557"/>
                  </a:cubicBezTo>
                  <a:cubicBezTo>
                    <a:pt x="20157" y="14490"/>
                    <a:pt x="20157" y="14490"/>
                    <a:pt x="20157" y="14490"/>
                  </a:cubicBezTo>
                  <a:cubicBezTo>
                    <a:pt x="20194" y="14557"/>
                    <a:pt x="20194" y="14557"/>
                    <a:pt x="20194" y="14557"/>
                  </a:cubicBezTo>
                  <a:cubicBezTo>
                    <a:pt x="20157" y="14625"/>
                    <a:pt x="20157" y="14625"/>
                    <a:pt x="20157" y="14625"/>
                  </a:cubicBezTo>
                  <a:cubicBezTo>
                    <a:pt x="20157" y="14693"/>
                    <a:pt x="20157" y="14693"/>
                    <a:pt x="20157" y="14693"/>
                  </a:cubicBezTo>
                  <a:cubicBezTo>
                    <a:pt x="20157" y="14761"/>
                    <a:pt x="20157" y="14761"/>
                    <a:pt x="20157" y="14761"/>
                  </a:cubicBezTo>
                  <a:cubicBezTo>
                    <a:pt x="20157" y="14828"/>
                    <a:pt x="20157" y="14828"/>
                    <a:pt x="20157" y="14828"/>
                  </a:cubicBezTo>
                  <a:cubicBezTo>
                    <a:pt x="20157" y="14896"/>
                    <a:pt x="20157" y="14896"/>
                    <a:pt x="20157" y="14896"/>
                  </a:cubicBezTo>
                  <a:cubicBezTo>
                    <a:pt x="20157" y="14896"/>
                    <a:pt x="20157" y="14896"/>
                    <a:pt x="20157" y="14896"/>
                  </a:cubicBezTo>
                  <a:cubicBezTo>
                    <a:pt x="20157" y="14964"/>
                    <a:pt x="20157" y="14964"/>
                    <a:pt x="20157" y="14964"/>
                  </a:cubicBezTo>
                  <a:cubicBezTo>
                    <a:pt x="20120" y="15031"/>
                    <a:pt x="20120" y="15031"/>
                    <a:pt x="20120" y="15031"/>
                  </a:cubicBezTo>
                  <a:cubicBezTo>
                    <a:pt x="20120" y="15099"/>
                    <a:pt x="20120" y="15099"/>
                    <a:pt x="20120" y="15099"/>
                  </a:cubicBezTo>
                  <a:cubicBezTo>
                    <a:pt x="20083" y="15099"/>
                    <a:pt x="20083" y="15099"/>
                    <a:pt x="20083" y="15099"/>
                  </a:cubicBezTo>
                  <a:cubicBezTo>
                    <a:pt x="20083" y="15235"/>
                    <a:pt x="20083" y="15235"/>
                    <a:pt x="20083" y="15235"/>
                  </a:cubicBezTo>
                  <a:cubicBezTo>
                    <a:pt x="20046" y="15370"/>
                    <a:pt x="20046" y="15370"/>
                    <a:pt x="20046" y="15370"/>
                  </a:cubicBezTo>
                  <a:cubicBezTo>
                    <a:pt x="20046" y="15302"/>
                    <a:pt x="20046" y="15302"/>
                    <a:pt x="20046" y="15302"/>
                  </a:cubicBezTo>
                  <a:cubicBezTo>
                    <a:pt x="20046" y="15235"/>
                    <a:pt x="20046" y="15235"/>
                    <a:pt x="20046" y="15235"/>
                  </a:cubicBezTo>
                  <a:cubicBezTo>
                    <a:pt x="20046" y="15167"/>
                    <a:pt x="20046" y="15167"/>
                    <a:pt x="20046" y="15167"/>
                  </a:cubicBezTo>
                  <a:cubicBezTo>
                    <a:pt x="20046" y="15167"/>
                    <a:pt x="20046" y="15167"/>
                    <a:pt x="20046" y="15167"/>
                  </a:cubicBezTo>
                  <a:cubicBezTo>
                    <a:pt x="19972" y="15167"/>
                    <a:pt x="19972" y="15167"/>
                    <a:pt x="19972" y="15167"/>
                  </a:cubicBezTo>
                  <a:cubicBezTo>
                    <a:pt x="19935" y="15031"/>
                    <a:pt x="19935" y="15031"/>
                    <a:pt x="19935" y="15031"/>
                  </a:cubicBezTo>
                  <a:cubicBezTo>
                    <a:pt x="19935" y="14964"/>
                    <a:pt x="19935" y="14964"/>
                    <a:pt x="19935" y="14964"/>
                  </a:cubicBezTo>
                  <a:cubicBezTo>
                    <a:pt x="19861" y="14693"/>
                    <a:pt x="19861" y="14693"/>
                    <a:pt x="19861" y="14693"/>
                  </a:cubicBezTo>
                  <a:cubicBezTo>
                    <a:pt x="19824" y="14625"/>
                    <a:pt x="19824" y="14625"/>
                    <a:pt x="19824" y="14625"/>
                  </a:cubicBezTo>
                  <a:cubicBezTo>
                    <a:pt x="19824" y="14625"/>
                    <a:pt x="19824" y="14625"/>
                    <a:pt x="19824" y="14625"/>
                  </a:cubicBezTo>
                  <a:cubicBezTo>
                    <a:pt x="19861" y="14625"/>
                    <a:pt x="19861" y="14625"/>
                    <a:pt x="19861" y="14625"/>
                  </a:cubicBezTo>
                  <a:cubicBezTo>
                    <a:pt x="19898" y="14557"/>
                    <a:pt x="19898" y="14557"/>
                    <a:pt x="19898" y="14557"/>
                  </a:cubicBezTo>
                  <a:cubicBezTo>
                    <a:pt x="19861" y="14557"/>
                    <a:pt x="19861" y="14557"/>
                    <a:pt x="19861" y="14557"/>
                  </a:cubicBezTo>
                  <a:cubicBezTo>
                    <a:pt x="19824" y="14557"/>
                    <a:pt x="19824" y="14557"/>
                    <a:pt x="19824" y="14557"/>
                  </a:cubicBezTo>
                  <a:cubicBezTo>
                    <a:pt x="19750" y="14490"/>
                    <a:pt x="19750" y="14490"/>
                    <a:pt x="19750" y="14490"/>
                  </a:cubicBezTo>
                  <a:cubicBezTo>
                    <a:pt x="19639" y="14151"/>
                    <a:pt x="19639" y="14151"/>
                    <a:pt x="19639" y="14151"/>
                  </a:cubicBezTo>
                  <a:cubicBezTo>
                    <a:pt x="19528" y="13948"/>
                    <a:pt x="19528" y="13948"/>
                    <a:pt x="19528" y="13948"/>
                  </a:cubicBezTo>
                  <a:cubicBezTo>
                    <a:pt x="19491" y="13813"/>
                    <a:pt x="19491" y="13813"/>
                    <a:pt x="19491" y="13813"/>
                  </a:cubicBezTo>
                  <a:cubicBezTo>
                    <a:pt x="19454" y="13745"/>
                    <a:pt x="19454" y="13745"/>
                    <a:pt x="19454" y="13745"/>
                  </a:cubicBezTo>
                  <a:cubicBezTo>
                    <a:pt x="19380" y="13542"/>
                    <a:pt x="19380" y="13542"/>
                    <a:pt x="19380" y="13542"/>
                  </a:cubicBezTo>
                  <a:cubicBezTo>
                    <a:pt x="19306" y="13203"/>
                    <a:pt x="19306" y="13203"/>
                    <a:pt x="19306" y="13203"/>
                  </a:cubicBezTo>
                  <a:cubicBezTo>
                    <a:pt x="19232" y="12932"/>
                    <a:pt x="19232" y="12932"/>
                    <a:pt x="19232" y="12932"/>
                  </a:cubicBezTo>
                  <a:cubicBezTo>
                    <a:pt x="19232" y="12865"/>
                    <a:pt x="19232" y="12865"/>
                    <a:pt x="19232" y="12865"/>
                  </a:cubicBezTo>
                  <a:cubicBezTo>
                    <a:pt x="19158" y="12729"/>
                    <a:pt x="19158" y="12729"/>
                    <a:pt x="19158" y="12729"/>
                  </a:cubicBezTo>
                  <a:cubicBezTo>
                    <a:pt x="19158" y="12526"/>
                    <a:pt x="19158" y="12526"/>
                    <a:pt x="19158" y="12526"/>
                  </a:cubicBezTo>
                  <a:cubicBezTo>
                    <a:pt x="19121" y="12458"/>
                    <a:pt x="19121" y="12458"/>
                    <a:pt x="19121" y="12458"/>
                  </a:cubicBezTo>
                  <a:cubicBezTo>
                    <a:pt x="19121" y="12323"/>
                    <a:pt x="19121" y="12323"/>
                    <a:pt x="19121" y="12323"/>
                  </a:cubicBezTo>
                  <a:cubicBezTo>
                    <a:pt x="19158" y="12255"/>
                    <a:pt x="19158" y="12255"/>
                    <a:pt x="19158" y="12255"/>
                  </a:cubicBezTo>
                  <a:cubicBezTo>
                    <a:pt x="19195" y="12188"/>
                    <a:pt x="19195" y="12188"/>
                    <a:pt x="19195" y="12188"/>
                  </a:cubicBezTo>
                  <a:cubicBezTo>
                    <a:pt x="19195" y="12188"/>
                    <a:pt x="19195" y="12188"/>
                    <a:pt x="19195" y="12188"/>
                  </a:cubicBezTo>
                  <a:cubicBezTo>
                    <a:pt x="19195" y="12120"/>
                    <a:pt x="19195" y="12120"/>
                    <a:pt x="19195" y="12120"/>
                  </a:cubicBezTo>
                  <a:cubicBezTo>
                    <a:pt x="19195" y="12120"/>
                    <a:pt x="19195" y="12120"/>
                    <a:pt x="19195" y="12120"/>
                  </a:cubicBezTo>
                  <a:cubicBezTo>
                    <a:pt x="19195" y="11984"/>
                    <a:pt x="19195" y="11984"/>
                    <a:pt x="19195" y="11984"/>
                  </a:cubicBezTo>
                  <a:cubicBezTo>
                    <a:pt x="19158" y="11849"/>
                    <a:pt x="19158" y="11849"/>
                    <a:pt x="19158" y="11849"/>
                  </a:cubicBezTo>
                  <a:cubicBezTo>
                    <a:pt x="19084" y="11849"/>
                    <a:pt x="19084" y="11849"/>
                    <a:pt x="19084" y="11849"/>
                  </a:cubicBezTo>
                  <a:cubicBezTo>
                    <a:pt x="19084" y="11781"/>
                    <a:pt x="19084" y="11781"/>
                    <a:pt x="19084" y="11781"/>
                  </a:cubicBezTo>
                  <a:cubicBezTo>
                    <a:pt x="19121" y="11714"/>
                    <a:pt x="19121" y="11714"/>
                    <a:pt x="19121" y="11714"/>
                  </a:cubicBezTo>
                  <a:cubicBezTo>
                    <a:pt x="19195" y="11781"/>
                    <a:pt x="19195" y="11781"/>
                    <a:pt x="19195" y="11781"/>
                  </a:cubicBezTo>
                  <a:cubicBezTo>
                    <a:pt x="19232" y="11714"/>
                    <a:pt x="19232" y="11714"/>
                    <a:pt x="19232" y="11714"/>
                  </a:cubicBezTo>
                  <a:cubicBezTo>
                    <a:pt x="19232" y="11646"/>
                    <a:pt x="19232" y="11646"/>
                    <a:pt x="19232" y="11646"/>
                  </a:cubicBezTo>
                  <a:cubicBezTo>
                    <a:pt x="19232" y="11578"/>
                    <a:pt x="19232" y="11578"/>
                    <a:pt x="19232" y="11578"/>
                  </a:cubicBezTo>
                  <a:cubicBezTo>
                    <a:pt x="19269" y="11578"/>
                    <a:pt x="19269" y="11578"/>
                    <a:pt x="19269" y="11578"/>
                  </a:cubicBezTo>
                  <a:cubicBezTo>
                    <a:pt x="19306" y="11578"/>
                    <a:pt x="19306" y="11578"/>
                    <a:pt x="19306" y="11578"/>
                  </a:cubicBezTo>
                  <a:cubicBezTo>
                    <a:pt x="19269" y="11510"/>
                    <a:pt x="19269" y="11510"/>
                    <a:pt x="19269" y="11510"/>
                  </a:cubicBezTo>
                  <a:cubicBezTo>
                    <a:pt x="19343" y="11375"/>
                    <a:pt x="19343" y="11375"/>
                    <a:pt x="19343" y="11375"/>
                  </a:cubicBezTo>
                  <a:cubicBezTo>
                    <a:pt x="19306" y="11240"/>
                    <a:pt x="19306" y="11240"/>
                    <a:pt x="19306" y="11240"/>
                  </a:cubicBezTo>
                  <a:cubicBezTo>
                    <a:pt x="19306" y="11172"/>
                    <a:pt x="19306" y="11172"/>
                    <a:pt x="19306" y="11172"/>
                  </a:cubicBezTo>
                  <a:cubicBezTo>
                    <a:pt x="19306" y="11104"/>
                    <a:pt x="19306" y="11104"/>
                    <a:pt x="19306" y="11104"/>
                  </a:cubicBezTo>
                  <a:cubicBezTo>
                    <a:pt x="19306" y="11036"/>
                    <a:pt x="19306" y="11036"/>
                    <a:pt x="19306" y="11036"/>
                  </a:cubicBezTo>
                  <a:cubicBezTo>
                    <a:pt x="19306" y="10969"/>
                    <a:pt x="19306" y="10969"/>
                    <a:pt x="19306" y="10969"/>
                  </a:cubicBezTo>
                  <a:cubicBezTo>
                    <a:pt x="19306" y="10969"/>
                    <a:pt x="19306" y="10969"/>
                    <a:pt x="19306" y="10969"/>
                  </a:cubicBezTo>
                  <a:cubicBezTo>
                    <a:pt x="19306" y="10833"/>
                    <a:pt x="19306" y="10833"/>
                    <a:pt x="19306" y="10833"/>
                  </a:cubicBezTo>
                  <a:cubicBezTo>
                    <a:pt x="19343" y="10833"/>
                    <a:pt x="19343" y="10833"/>
                    <a:pt x="19343" y="10833"/>
                  </a:cubicBezTo>
                  <a:cubicBezTo>
                    <a:pt x="19306" y="10766"/>
                    <a:pt x="19306" y="10766"/>
                    <a:pt x="19306" y="10766"/>
                  </a:cubicBezTo>
                  <a:cubicBezTo>
                    <a:pt x="19306" y="10766"/>
                    <a:pt x="19306" y="10766"/>
                    <a:pt x="19306" y="10766"/>
                  </a:cubicBezTo>
                  <a:cubicBezTo>
                    <a:pt x="19306" y="10698"/>
                    <a:pt x="19306" y="10698"/>
                    <a:pt x="19306" y="10698"/>
                  </a:cubicBezTo>
                  <a:cubicBezTo>
                    <a:pt x="19343" y="10630"/>
                    <a:pt x="19343" y="10630"/>
                    <a:pt x="19343" y="10630"/>
                  </a:cubicBezTo>
                  <a:cubicBezTo>
                    <a:pt x="19306" y="10630"/>
                    <a:pt x="19306" y="10630"/>
                    <a:pt x="19306" y="10630"/>
                  </a:cubicBezTo>
                  <a:cubicBezTo>
                    <a:pt x="19306" y="10563"/>
                    <a:pt x="19306" y="10563"/>
                    <a:pt x="19306" y="10563"/>
                  </a:cubicBezTo>
                  <a:cubicBezTo>
                    <a:pt x="19343" y="10495"/>
                    <a:pt x="19343" y="10495"/>
                    <a:pt x="19343" y="10495"/>
                  </a:cubicBezTo>
                  <a:cubicBezTo>
                    <a:pt x="19380" y="10495"/>
                    <a:pt x="19380" y="10495"/>
                    <a:pt x="19380" y="10495"/>
                  </a:cubicBezTo>
                  <a:cubicBezTo>
                    <a:pt x="19343" y="10427"/>
                    <a:pt x="19343" y="10427"/>
                    <a:pt x="19343" y="10427"/>
                  </a:cubicBezTo>
                  <a:cubicBezTo>
                    <a:pt x="19380" y="10292"/>
                    <a:pt x="19380" y="10292"/>
                    <a:pt x="19380" y="10292"/>
                  </a:cubicBezTo>
                  <a:cubicBezTo>
                    <a:pt x="19343" y="10292"/>
                    <a:pt x="19343" y="10292"/>
                    <a:pt x="19343" y="10292"/>
                  </a:cubicBezTo>
                  <a:cubicBezTo>
                    <a:pt x="19343" y="10224"/>
                    <a:pt x="19343" y="10224"/>
                    <a:pt x="19343" y="10224"/>
                  </a:cubicBezTo>
                  <a:cubicBezTo>
                    <a:pt x="19380" y="10156"/>
                    <a:pt x="19380" y="10156"/>
                    <a:pt x="19380" y="10156"/>
                  </a:cubicBezTo>
                  <a:cubicBezTo>
                    <a:pt x="19380" y="10089"/>
                    <a:pt x="19380" y="10089"/>
                    <a:pt x="19380" y="10089"/>
                  </a:cubicBezTo>
                  <a:cubicBezTo>
                    <a:pt x="19343" y="10089"/>
                    <a:pt x="19343" y="10089"/>
                    <a:pt x="19343" y="10089"/>
                  </a:cubicBezTo>
                  <a:cubicBezTo>
                    <a:pt x="19343" y="10021"/>
                    <a:pt x="19343" y="10021"/>
                    <a:pt x="19343" y="10021"/>
                  </a:cubicBezTo>
                  <a:cubicBezTo>
                    <a:pt x="19343" y="9953"/>
                    <a:pt x="19343" y="9953"/>
                    <a:pt x="19343" y="9953"/>
                  </a:cubicBezTo>
                  <a:cubicBezTo>
                    <a:pt x="19380" y="9953"/>
                    <a:pt x="19380" y="9953"/>
                    <a:pt x="19380" y="9953"/>
                  </a:cubicBezTo>
                  <a:cubicBezTo>
                    <a:pt x="19380" y="9885"/>
                    <a:pt x="19380" y="9885"/>
                    <a:pt x="19380" y="9885"/>
                  </a:cubicBezTo>
                  <a:cubicBezTo>
                    <a:pt x="19380" y="9885"/>
                    <a:pt x="19380" y="9885"/>
                    <a:pt x="19380" y="9885"/>
                  </a:cubicBezTo>
                  <a:cubicBezTo>
                    <a:pt x="19417" y="9818"/>
                    <a:pt x="19417" y="9818"/>
                    <a:pt x="19417" y="9818"/>
                  </a:cubicBezTo>
                  <a:cubicBezTo>
                    <a:pt x="19454" y="9818"/>
                    <a:pt x="19454" y="9818"/>
                    <a:pt x="19454" y="9818"/>
                  </a:cubicBezTo>
                  <a:cubicBezTo>
                    <a:pt x="19491" y="9750"/>
                    <a:pt x="19491" y="9750"/>
                    <a:pt x="19491" y="9750"/>
                  </a:cubicBezTo>
                  <a:cubicBezTo>
                    <a:pt x="19491" y="9750"/>
                    <a:pt x="19491" y="9750"/>
                    <a:pt x="19491" y="9750"/>
                  </a:cubicBezTo>
                  <a:cubicBezTo>
                    <a:pt x="19528" y="9682"/>
                    <a:pt x="19528" y="9682"/>
                    <a:pt x="19528" y="9682"/>
                  </a:cubicBezTo>
                  <a:cubicBezTo>
                    <a:pt x="19528" y="9682"/>
                    <a:pt x="19528" y="9682"/>
                    <a:pt x="19528" y="9682"/>
                  </a:cubicBezTo>
                  <a:cubicBezTo>
                    <a:pt x="19528" y="9682"/>
                    <a:pt x="19528" y="9682"/>
                    <a:pt x="19528" y="9682"/>
                  </a:cubicBezTo>
                  <a:cubicBezTo>
                    <a:pt x="19528" y="9615"/>
                    <a:pt x="19528" y="9615"/>
                    <a:pt x="19528" y="9615"/>
                  </a:cubicBezTo>
                  <a:cubicBezTo>
                    <a:pt x="19491" y="9615"/>
                    <a:pt x="19491" y="9615"/>
                    <a:pt x="19491" y="9615"/>
                  </a:cubicBezTo>
                  <a:cubicBezTo>
                    <a:pt x="19491" y="9682"/>
                    <a:pt x="19491" y="9682"/>
                    <a:pt x="19491" y="9682"/>
                  </a:cubicBezTo>
                  <a:cubicBezTo>
                    <a:pt x="19454" y="9615"/>
                    <a:pt x="19454" y="9615"/>
                    <a:pt x="19454" y="9615"/>
                  </a:cubicBezTo>
                  <a:cubicBezTo>
                    <a:pt x="19454" y="9547"/>
                    <a:pt x="19454" y="9547"/>
                    <a:pt x="19454" y="9547"/>
                  </a:cubicBezTo>
                  <a:cubicBezTo>
                    <a:pt x="19491" y="9411"/>
                    <a:pt x="19491" y="9411"/>
                    <a:pt x="19491" y="9411"/>
                  </a:cubicBezTo>
                  <a:cubicBezTo>
                    <a:pt x="19454" y="9411"/>
                    <a:pt x="19454" y="9411"/>
                    <a:pt x="19454" y="9411"/>
                  </a:cubicBezTo>
                  <a:cubicBezTo>
                    <a:pt x="19454" y="9344"/>
                    <a:pt x="19454" y="9344"/>
                    <a:pt x="19454" y="9344"/>
                  </a:cubicBezTo>
                  <a:cubicBezTo>
                    <a:pt x="19454" y="9344"/>
                    <a:pt x="19454" y="9344"/>
                    <a:pt x="19454" y="9344"/>
                  </a:cubicBezTo>
                  <a:cubicBezTo>
                    <a:pt x="19417" y="9344"/>
                    <a:pt x="19417" y="9344"/>
                    <a:pt x="19417" y="9344"/>
                  </a:cubicBezTo>
                  <a:cubicBezTo>
                    <a:pt x="19417" y="9344"/>
                    <a:pt x="19417" y="9344"/>
                    <a:pt x="19417" y="9344"/>
                  </a:cubicBezTo>
                  <a:cubicBezTo>
                    <a:pt x="19417" y="9208"/>
                    <a:pt x="19417" y="9208"/>
                    <a:pt x="19417" y="9208"/>
                  </a:cubicBezTo>
                  <a:cubicBezTo>
                    <a:pt x="19417" y="9208"/>
                    <a:pt x="19417" y="9208"/>
                    <a:pt x="19417" y="9208"/>
                  </a:cubicBezTo>
                  <a:cubicBezTo>
                    <a:pt x="19417" y="9208"/>
                    <a:pt x="19417" y="9208"/>
                    <a:pt x="19417" y="9208"/>
                  </a:cubicBezTo>
                  <a:cubicBezTo>
                    <a:pt x="19417" y="9141"/>
                    <a:pt x="19417" y="9141"/>
                    <a:pt x="19417" y="9141"/>
                  </a:cubicBezTo>
                  <a:cubicBezTo>
                    <a:pt x="19380" y="9073"/>
                    <a:pt x="19380" y="9073"/>
                    <a:pt x="19380" y="9073"/>
                  </a:cubicBezTo>
                  <a:cubicBezTo>
                    <a:pt x="19380" y="9073"/>
                    <a:pt x="19380" y="9073"/>
                    <a:pt x="19380" y="9073"/>
                  </a:cubicBezTo>
                  <a:cubicBezTo>
                    <a:pt x="19380" y="9073"/>
                    <a:pt x="19380" y="9073"/>
                    <a:pt x="19380" y="9073"/>
                  </a:cubicBezTo>
                  <a:cubicBezTo>
                    <a:pt x="19380" y="9005"/>
                    <a:pt x="19380" y="9005"/>
                    <a:pt x="19380" y="9005"/>
                  </a:cubicBezTo>
                  <a:cubicBezTo>
                    <a:pt x="19343" y="8937"/>
                    <a:pt x="19343" y="8937"/>
                    <a:pt x="19343" y="8937"/>
                  </a:cubicBezTo>
                  <a:cubicBezTo>
                    <a:pt x="19343" y="8937"/>
                    <a:pt x="19343" y="8937"/>
                    <a:pt x="19343" y="8937"/>
                  </a:cubicBezTo>
                  <a:cubicBezTo>
                    <a:pt x="19306" y="8870"/>
                    <a:pt x="19306" y="8870"/>
                    <a:pt x="19306" y="8870"/>
                  </a:cubicBezTo>
                  <a:cubicBezTo>
                    <a:pt x="19306" y="8870"/>
                    <a:pt x="19306" y="8870"/>
                    <a:pt x="19306" y="8870"/>
                  </a:cubicBezTo>
                  <a:cubicBezTo>
                    <a:pt x="19306" y="8802"/>
                    <a:pt x="19306" y="8802"/>
                    <a:pt x="19306" y="8802"/>
                  </a:cubicBezTo>
                  <a:cubicBezTo>
                    <a:pt x="19306" y="8734"/>
                    <a:pt x="19306" y="8734"/>
                    <a:pt x="19306" y="8734"/>
                  </a:cubicBezTo>
                  <a:cubicBezTo>
                    <a:pt x="19343" y="8667"/>
                    <a:pt x="19343" y="8667"/>
                    <a:pt x="19343" y="8667"/>
                  </a:cubicBezTo>
                  <a:cubicBezTo>
                    <a:pt x="19380" y="8667"/>
                    <a:pt x="19380" y="8667"/>
                    <a:pt x="19380" y="8667"/>
                  </a:cubicBezTo>
                  <a:cubicBezTo>
                    <a:pt x="19417" y="8667"/>
                    <a:pt x="19417" y="8667"/>
                    <a:pt x="19417" y="8667"/>
                  </a:cubicBezTo>
                  <a:cubicBezTo>
                    <a:pt x="19380" y="8599"/>
                    <a:pt x="19380" y="8599"/>
                    <a:pt x="19380" y="8599"/>
                  </a:cubicBezTo>
                  <a:cubicBezTo>
                    <a:pt x="19454" y="8599"/>
                    <a:pt x="19454" y="8599"/>
                    <a:pt x="19454" y="8599"/>
                  </a:cubicBezTo>
                  <a:cubicBezTo>
                    <a:pt x="19417" y="8599"/>
                    <a:pt x="19417" y="8599"/>
                    <a:pt x="19417" y="8599"/>
                  </a:cubicBezTo>
                  <a:cubicBezTo>
                    <a:pt x="19380" y="8599"/>
                    <a:pt x="19380" y="8599"/>
                    <a:pt x="19380" y="8599"/>
                  </a:cubicBezTo>
                  <a:cubicBezTo>
                    <a:pt x="19380" y="8599"/>
                    <a:pt x="19380" y="8599"/>
                    <a:pt x="19380" y="8599"/>
                  </a:cubicBezTo>
                  <a:cubicBezTo>
                    <a:pt x="19306" y="8599"/>
                    <a:pt x="19306" y="8599"/>
                    <a:pt x="19306" y="8599"/>
                  </a:cubicBezTo>
                  <a:cubicBezTo>
                    <a:pt x="19269" y="8531"/>
                    <a:pt x="19269" y="8531"/>
                    <a:pt x="19269" y="8531"/>
                  </a:cubicBezTo>
                  <a:cubicBezTo>
                    <a:pt x="19269" y="8531"/>
                    <a:pt x="19269" y="8531"/>
                    <a:pt x="19269" y="8531"/>
                  </a:cubicBezTo>
                  <a:cubicBezTo>
                    <a:pt x="19232" y="8531"/>
                    <a:pt x="19232" y="8531"/>
                    <a:pt x="19232" y="8531"/>
                  </a:cubicBezTo>
                  <a:cubicBezTo>
                    <a:pt x="19195" y="8599"/>
                    <a:pt x="19195" y="8599"/>
                    <a:pt x="19195" y="8599"/>
                  </a:cubicBezTo>
                  <a:cubicBezTo>
                    <a:pt x="19158" y="8599"/>
                    <a:pt x="19158" y="8599"/>
                    <a:pt x="19158" y="8599"/>
                  </a:cubicBezTo>
                  <a:cubicBezTo>
                    <a:pt x="19121" y="8667"/>
                    <a:pt x="19121" y="8667"/>
                    <a:pt x="19121" y="8667"/>
                  </a:cubicBezTo>
                  <a:cubicBezTo>
                    <a:pt x="19121" y="8667"/>
                    <a:pt x="19121" y="8667"/>
                    <a:pt x="19121" y="8667"/>
                  </a:cubicBezTo>
                  <a:cubicBezTo>
                    <a:pt x="19121" y="8734"/>
                    <a:pt x="19121" y="8734"/>
                    <a:pt x="19121" y="8734"/>
                  </a:cubicBezTo>
                  <a:cubicBezTo>
                    <a:pt x="19158" y="8802"/>
                    <a:pt x="19158" y="8802"/>
                    <a:pt x="19158" y="8802"/>
                  </a:cubicBezTo>
                  <a:cubicBezTo>
                    <a:pt x="19158" y="8802"/>
                    <a:pt x="19158" y="8802"/>
                    <a:pt x="19158" y="8802"/>
                  </a:cubicBezTo>
                  <a:cubicBezTo>
                    <a:pt x="19158" y="8870"/>
                    <a:pt x="19158" y="8870"/>
                    <a:pt x="19158" y="8870"/>
                  </a:cubicBezTo>
                  <a:cubicBezTo>
                    <a:pt x="19158" y="8937"/>
                    <a:pt x="19158" y="8937"/>
                    <a:pt x="19158" y="8937"/>
                  </a:cubicBezTo>
                  <a:cubicBezTo>
                    <a:pt x="19195" y="9005"/>
                    <a:pt x="19195" y="9005"/>
                    <a:pt x="19195" y="9005"/>
                  </a:cubicBezTo>
                  <a:cubicBezTo>
                    <a:pt x="19195" y="9005"/>
                    <a:pt x="19195" y="9005"/>
                    <a:pt x="19195" y="9005"/>
                  </a:cubicBezTo>
                  <a:cubicBezTo>
                    <a:pt x="19232" y="9005"/>
                    <a:pt x="19232" y="9005"/>
                    <a:pt x="19232" y="9005"/>
                  </a:cubicBezTo>
                  <a:cubicBezTo>
                    <a:pt x="19232" y="9141"/>
                    <a:pt x="19232" y="9141"/>
                    <a:pt x="19232" y="9141"/>
                  </a:cubicBezTo>
                  <a:cubicBezTo>
                    <a:pt x="19269" y="9141"/>
                    <a:pt x="19269" y="9141"/>
                    <a:pt x="19269" y="9141"/>
                  </a:cubicBezTo>
                  <a:cubicBezTo>
                    <a:pt x="19269" y="9208"/>
                    <a:pt x="19269" y="9208"/>
                    <a:pt x="19269" y="9208"/>
                  </a:cubicBezTo>
                  <a:cubicBezTo>
                    <a:pt x="19306" y="9276"/>
                    <a:pt x="19306" y="9276"/>
                    <a:pt x="19306" y="9276"/>
                  </a:cubicBezTo>
                  <a:cubicBezTo>
                    <a:pt x="19269" y="9276"/>
                    <a:pt x="19269" y="9276"/>
                    <a:pt x="19269" y="9276"/>
                  </a:cubicBezTo>
                  <a:cubicBezTo>
                    <a:pt x="19269" y="9276"/>
                    <a:pt x="19269" y="9276"/>
                    <a:pt x="19269" y="9276"/>
                  </a:cubicBezTo>
                  <a:cubicBezTo>
                    <a:pt x="19232" y="9208"/>
                    <a:pt x="19232" y="9208"/>
                    <a:pt x="19232" y="9208"/>
                  </a:cubicBezTo>
                  <a:cubicBezTo>
                    <a:pt x="19195" y="9208"/>
                    <a:pt x="19195" y="9208"/>
                    <a:pt x="19195" y="9208"/>
                  </a:cubicBezTo>
                  <a:cubicBezTo>
                    <a:pt x="19195" y="9276"/>
                    <a:pt x="19195" y="9276"/>
                    <a:pt x="19195" y="9276"/>
                  </a:cubicBezTo>
                  <a:cubicBezTo>
                    <a:pt x="19158" y="9344"/>
                    <a:pt x="19158" y="9344"/>
                    <a:pt x="19158" y="9344"/>
                  </a:cubicBezTo>
                  <a:cubicBezTo>
                    <a:pt x="19195" y="9411"/>
                    <a:pt x="19195" y="9411"/>
                    <a:pt x="19195" y="9411"/>
                  </a:cubicBezTo>
                  <a:cubicBezTo>
                    <a:pt x="19158" y="9479"/>
                    <a:pt x="19158" y="9479"/>
                    <a:pt x="19158" y="9479"/>
                  </a:cubicBezTo>
                  <a:cubicBezTo>
                    <a:pt x="19158" y="9479"/>
                    <a:pt x="19158" y="9479"/>
                    <a:pt x="19158" y="9479"/>
                  </a:cubicBezTo>
                  <a:cubicBezTo>
                    <a:pt x="19158" y="9479"/>
                    <a:pt x="19158" y="9479"/>
                    <a:pt x="19158" y="9479"/>
                  </a:cubicBezTo>
                  <a:cubicBezTo>
                    <a:pt x="19158" y="9547"/>
                    <a:pt x="19158" y="9547"/>
                    <a:pt x="19158" y="9547"/>
                  </a:cubicBezTo>
                  <a:cubicBezTo>
                    <a:pt x="19158" y="9547"/>
                    <a:pt x="19158" y="9547"/>
                    <a:pt x="19158" y="9547"/>
                  </a:cubicBezTo>
                  <a:cubicBezTo>
                    <a:pt x="19158" y="9615"/>
                    <a:pt x="19158" y="9615"/>
                    <a:pt x="19158" y="9615"/>
                  </a:cubicBezTo>
                  <a:cubicBezTo>
                    <a:pt x="19158" y="9615"/>
                    <a:pt x="19158" y="9615"/>
                    <a:pt x="19158" y="9615"/>
                  </a:cubicBezTo>
                  <a:cubicBezTo>
                    <a:pt x="19158" y="9682"/>
                    <a:pt x="19158" y="9682"/>
                    <a:pt x="19158" y="9682"/>
                  </a:cubicBezTo>
                  <a:cubicBezTo>
                    <a:pt x="19158" y="9818"/>
                    <a:pt x="19158" y="9818"/>
                    <a:pt x="19158" y="9818"/>
                  </a:cubicBezTo>
                  <a:cubicBezTo>
                    <a:pt x="19121" y="9818"/>
                    <a:pt x="19121" y="9818"/>
                    <a:pt x="19121" y="9818"/>
                  </a:cubicBezTo>
                  <a:cubicBezTo>
                    <a:pt x="19121" y="9885"/>
                    <a:pt x="19121" y="9885"/>
                    <a:pt x="19121" y="9885"/>
                  </a:cubicBezTo>
                  <a:cubicBezTo>
                    <a:pt x="19121" y="9885"/>
                    <a:pt x="19121" y="9885"/>
                    <a:pt x="19121" y="9885"/>
                  </a:cubicBezTo>
                  <a:cubicBezTo>
                    <a:pt x="19084" y="9953"/>
                    <a:pt x="19084" y="9953"/>
                    <a:pt x="19084" y="9953"/>
                  </a:cubicBezTo>
                  <a:cubicBezTo>
                    <a:pt x="19084" y="9953"/>
                    <a:pt x="19084" y="9953"/>
                    <a:pt x="19084" y="9953"/>
                  </a:cubicBezTo>
                  <a:cubicBezTo>
                    <a:pt x="19047" y="9885"/>
                    <a:pt x="19047" y="9885"/>
                    <a:pt x="19047" y="9885"/>
                  </a:cubicBezTo>
                  <a:cubicBezTo>
                    <a:pt x="19084" y="9818"/>
                    <a:pt x="19084" y="9818"/>
                    <a:pt x="19084" y="9818"/>
                  </a:cubicBezTo>
                  <a:cubicBezTo>
                    <a:pt x="19047" y="9750"/>
                    <a:pt x="19047" y="9750"/>
                    <a:pt x="19047" y="9750"/>
                  </a:cubicBezTo>
                  <a:cubicBezTo>
                    <a:pt x="19047" y="9750"/>
                    <a:pt x="19047" y="9750"/>
                    <a:pt x="19047" y="9750"/>
                  </a:cubicBezTo>
                  <a:cubicBezTo>
                    <a:pt x="19010" y="9818"/>
                    <a:pt x="19010" y="9818"/>
                    <a:pt x="19010" y="9818"/>
                  </a:cubicBezTo>
                  <a:cubicBezTo>
                    <a:pt x="19010" y="9818"/>
                    <a:pt x="19010" y="9818"/>
                    <a:pt x="19010" y="9818"/>
                  </a:cubicBezTo>
                  <a:cubicBezTo>
                    <a:pt x="18973" y="9885"/>
                    <a:pt x="18973" y="9885"/>
                    <a:pt x="18973" y="9885"/>
                  </a:cubicBezTo>
                  <a:cubicBezTo>
                    <a:pt x="18973" y="9750"/>
                    <a:pt x="18973" y="9750"/>
                    <a:pt x="18973" y="9750"/>
                  </a:cubicBezTo>
                  <a:cubicBezTo>
                    <a:pt x="18936" y="9750"/>
                    <a:pt x="18936" y="9750"/>
                    <a:pt x="18936" y="9750"/>
                  </a:cubicBezTo>
                  <a:cubicBezTo>
                    <a:pt x="18936" y="9750"/>
                    <a:pt x="18936" y="9750"/>
                    <a:pt x="18936" y="9750"/>
                  </a:cubicBezTo>
                  <a:cubicBezTo>
                    <a:pt x="18900" y="9750"/>
                    <a:pt x="18900" y="9750"/>
                    <a:pt x="18900" y="9750"/>
                  </a:cubicBezTo>
                  <a:cubicBezTo>
                    <a:pt x="18900" y="9750"/>
                    <a:pt x="18900" y="9750"/>
                    <a:pt x="18900" y="9750"/>
                  </a:cubicBezTo>
                  <a:cubicBezTo>
                    <a:pt x="18900" y="9750"/>
                    <a:pt x="18900" y="9750"/>
                    <a:pt x="18900" y="9750"/>
                  </a:cubicBezTo>
                  <a:cubicBezTo>
                    <a:pt x="18936" y="9682"/>
                    <a:pt x="18936" y="9682"/>
                    <a:pt x="18936" y="9682"/>
                  </a:cubicBezTo>
                  <a:cubicBezTo>
                    <a:pt x="18900" y="9682"/>
                    <a:pt x="18900" y="9682"/>
                    <a:pt x="18900" y="9682"/>
                  </a:cubicBezTo>
                  <a:cubicBezTo>
                    <a:pt x="18900" y="9615"/>
                    <a:pt x="18900" y="9615"/>
                    <a:pt x="18900" y="9615"/>
                  </a:cubicBezTo>
                  <a:cubicBezTo>
                    <a:pt x="18936" y="9615"/>
                    <a:pt x="18936" y="9615"/>
                    <a:pt x="18936" y="9615"/>
                  </a:cubicBezTo>
                  <a:cubicBezTo>
                    <a:pt x="18900" y="9547"/>
                    <a:pt x="18900" y="9547"/>
                    <a:pt x="18900" y="9547"/>
                  </a:cubicBezTo>
                  <a:cubicBezTo>
                    <a:pt x="18900" y="9547"/>
                    <a:pt x="18900" y="9547"/>
                    <a:pt x="18900" y="9547"/>
                  </a:cubicBezTo>
                  <a:cubicBezTo>
                    <a:pt x="18936" y="9479"/>
                    <a:pt x="18936" y="9479"/>
                    <a:pt x="18936" y="9479"/>
                  </a:cubicBezTo>
                  <a:cubicBezTo>
                    <a:pt x="18900" y="9479"/>
                    <a:pt x="18900" y="9479"/>
                    <a:pt x="18900" y="9479"/>
                  </a:cubicBezTo>
                  <a:cubicBezTo>
                    <a:pt x="18900" y="9411"/>
                    <a:pt x="18900" y="9411"/>
                    <a:pt x="18900" y="9411"/>
                  </a:cubicBezTo>
                  <a:cubicBezTo>
                    <a:pt x="18900" y="9411"/>
                    <a:pt x="18900" y="9411"/>
                    <a:pt x="18900" y="9411"/>
                  </a:cubicBezTo>
                  <a:cubicBezTo>
                    <a:pt x="18900" y="9344"/>
                    <a:pt x="18900" y="9344"/>
                    <a:pt x="18900" y="9344"/>
                  </a:cubicBezTo>
                  <a:cubicBezTo>
                    <a:pt x="18863" y="9276"/>
                    <a:pt x="18863" y="9276"/>
                    <a:pt x="18863" y="9276"/>
                  </a:cubicBezTo>
                  <a:cubicBezTo>
                    <a:pt x="18863" y="9276"/>
                    <a:pt x="18863" y="9276"/>
                    <a:pt x="18863" y="9276"/>
                  </a:cubicBezTo>
                  <a:cubicBezTo>
                    <a:pt x="18863" y="9276"/>
                    <a:pt x="18863" y="9276"/>
                    <a:pt x="18863" y="9276"/>
                  </a:cubicBezTo>
                  <a:cubicBezTo>
                    <a:pt x="18826" y="9344"/>
                    <a:pt x="18826" y="9344"/>
                    <a:pt x="18826" y="9344"/>
                  </a:cubicBezTo>
                  <a:cubicBezTo>
                    <a:pt x="18826" y="9344"/>
                    <a:pt x="18826" y="9344"/>
                    <a:pt x="18826" y="9344"/>
                  </a:cubicBezTo>
                  <a:cubicBezTo>
                    <a:pt x="18826" y="9411"/>
                    <a:pt x="18826" y="9411"/>
                    <a:pt x="18826" y="9411"/>
                  </a:cubicBezTo>
                  <a:cubicBezTo>
                    <a:pt x="18789" y="9479"/>
                    <a:pt x="18789" y="9479"/>
                    <a:pt x="18789" y="9479"/>
                  </a:cubicBezTo>
                  <a:cubicBezTo>
                    <a:pt x="18789" y="9479"/>
                    <a:pt x="18789" y="9479"/>
                    <a:pt x="18789" y="9479"/>
                  </a:cubicBezTo>
                  <a:cubicBezTo>
                    <a:pt x="18752" y="9411"/>
                    <a:pt x="18752" y="9411"/>
                    <a:pt x="18752" y="9411"/>
                  </a:cubicBezTo>
                  <a:cubicBezTo>
                    <a:pt x="18752" y="9411"/>
                    <a:pt x="18752" y="9411"/>
                    <a:pt x="18752" y="9411"/>
                  </a:cubicBezTo>
                  <a:cubicBezTo>
                    <a:pt x="18752" y="9411"/>
                    <a:pt x="18752" y="9411"/>
                    <a:pt x="18752" y="9411"/>
                  </a:cubicBezTo>
                  <a:cubicBezTo>
                    <a:pt x="18715" y="9344"/>
                    <a:pt x="18715" y="9344"/>
                    <a:pt x="18715" y="9344"/>
                  </a:cubicBezTo>
                  <a:cubicBezTo>
                    <a:pt x="18678" y="9344"/>
                    <a:pt x="18678" y="9344"/>
                    <a:pt x="18678" y="9344"/>
                  </a:cubicBezTo>
                  <a:cubicBezTo>
                    <a:pt x="18678" y="9344"/>
                    <a:pt x="18678" y="9344"/>
                    <a:pt x="18678" y="9344"/>
                  </a:cubicBezTo>
                  <a:cubicBezTo>
                    <a:pt x="18678" y="9344"/>
                    <a:pt x="18678" y="9344"/>
                    <a:pt x="18678" y="9344"/>
                  </a:cubicBezTo>
                  <a:cubicBezTo>
                    <a:pt x="18678" y="9411"/>
                    <a:pt x="18678" y="9411"/>
                    <a:pt x="18678" y="9411"/>
                  </a:cubicBezTo>
                  <a:cubicBezTo>
                    <a:pt x="18641" y="9411"/>
                    <a:pt x="18641" y="9411"/>
                    <a:pt x="18641" y="9411"/>
                  </a:cubicBezTo>
                  <a:cubicBezTo>
                    <a:pt x="18641" y="9479"/>
                    <a:pt x="18641" y="9479"/>
                    <a:pt x="18641" y="9479"/>
                  </a:cubicBezTo>
                  <a:cubicBezTo>
                    <a:pt x="18567" y="9479"/>
                    <a:pt x="18567" y="9479"/>
                    <a:pt x="18567" y="9479"/>
                  </a:cubicBezTo>
                  <a:cubicBezTo>
                    <a:pt x="18567" y="9479"/>
                    <a:pt x="18567" y="9479"/>
                    <a:pt x="18567" y="9479"/>
                  </a:cubicBezTo>
                  <a:cubicBezTo>
                    <a:pt x="18530" y="9479"/>
                    <a:pt x="18530" y="9479"/>
                    <a:pt x="18530" y="9479"/>
                  </a:cubicBezTo>
                  <a:cubicBezTo>
                    <a:pt x="18530" y="9547"/>
                    <a:pt x="18530" y="9547"/>
                    <a:pt x="18530" y="9547"/>
                  </a:cubicBezTo>
                  <a:cubicBezTo>
                    <a:pt x="18456" y="9479"/>
                    <a:pt x="18456" y="9479"/>
                    <a:pt x="18456" y="9479"/>
                  </a:cubicBezTo>
                  <a:cubicBezTo>
                    <a:pt x="18419" y="9615"/>
                    <a:pt x="18419" y="9615"/>
                    <a:pt x="18419" y="9615"/>
                  </a:cubicBezTo>
                  <a:cubicBezTo>
                    <a:pt x="18419" y="9615"/>
                    <a:pt x="18419" y="9615"/>
                    <a:pt x="18419" y="9615"/>
                  </a:cubicBezTo>
                  <a:cubicBezTo>
                    <a:pt x="18419" y="9682"/>
                    <a:pt x="18419" y="9682"/>
                    <a:pt x="18419" y="9682"/>
                  </a:cubicBezTo>
                  <a:cubicBezTo>
                    <a:pt x="18382" y="9750"/>
                    <a:pt x="18382" y="9750"/>
                    <a:pt x="18382" y="9750"/>
                  </a:cubicBezTo>
                  <a:cubicBezTo>
                    <a:pt x="18382" y="9750"/>
                    <a:pt x="18382" y="9750"/>
                    <a:pt x="18382" y="9750"/>
                  </a:cubicBezTo>
                  <a:cubicBezTo>
                    <a:pt x="18419" y="9818"/>
                    <a:pt x="18419" y="9818"/>
                    <a:pt x="18419" y="9818"/>
                  </a:cubicBezTo>
                  <a:cubicBezTo>
                    <a:pt x="18419" y="9885"/>
                    <a:pt x="18419" y="9885"/>
                    <a:pt x="18419" y="9885"/>
                  </a:cubicBezTo>
                  <a:cubicBezTo>
                    <a:pt x="18456" y="9953"/>
                    <a:pt x="18456" y="9953"/>
                    <a:pt x="18456" y="9953"/>
                  </a:cubicBezTo>
                  <a:cubicBezTo>
                    <a:pt x="18419" y="9953"/>
                    <a:pt x="18419" y="9953"/>
                    <a:pt x="18419" y="9953"/>
                  </a:cubicBezTo>
                  <a:cubicBezTo>
                    <a:pt x="18419" y="10156"/>
                    <a:pt x="18419" y="10156"/>
                    <a:pt x="18419" y="10156"/>
                  </a:cubicBezTo>
                  <a:cubicBezTo>
                    <a:pt x="18456" y="10224"/>
                    <a:pt x="18456" y="10224"/>
                    <a:pt x="18456" y="10224"/>
                  </a:cubicBezTo>
                  <a:cubicBezTo>
                    <a:pt x="18419" y="10292"/>
                    <a:pt x="18419" y="10292"/>
                    <a:pt x="18419" y="10292"/>
                  </a:cubicBezTo>
                  <a:cubicBezTo>
                    <a:pt x="18419" y="10292"/>
                    <a:pt x="18419" y="10292"/>
                    <a:pt x="18419" y="10292"/>
                  </a:cubicBezTo>
                  <a:cubicBezTo>
                    <a:pt x="18419" y="10359"/>
                    <a:pt x="18419" y="10359"/>
                    <a:pt x="18419" y="10359"/>
                  </a:cubicBezTo>
                  <a:cubicBezTo>
                    <a:pt x="18382" y="10359"/>
                    <a:pt x="18382" y="10359"/>
                    <a:pt x="18382" y="10359"/>
                  </a:cubicBezTo>
                  <a:cubicBezTo>
                    <a:pt x="18382" y="10495"/>
                    <a:pt x="18382" y="10495"/>
                    <a:pt x="18382" y="10495"/>
                  </a:cubicBezTo>
                  <a:cubicBezTo>
                    <a:pt x="18382" y="10495"/>
                    <a:pt x="18382" y="10495"/>
                    <a:pt x="18382" y="10495"/>
                  </a:cubicBezTo>
                  <a:cubicBezTo>
                    <a:pt x="18382" y="10563"/>
                    <a:pt x="18382" y="10563"/>
                    <a:pt x="18382" y="10563"/>
                  </a:cubicBezTo>
                  <a:cubicBezTo>
                    <a:pt x="18345" y="10698"/>
                    <a:pt x="18345" y="10698"/>
                    <a:pt x="18345" y="10698"/>
                  </a:cubicBezTo>
                  <a:cubicBezTo>
                    <a:pt x="18382" y="10766"/>
                    <a:pt x="18382" y="10766"/>
                    <a:pt x="18382" y="10766"/>
                  </a:cubicBezTo>
                  <a:cubicBezTo>
                    <a:pt x="18345" y="10766"/>
                    <a:pt x="18345" y="10766"/>
                    <a:pt x="18345" y="10766"/>
                  </a:cubicBezTo>
                  <a:cubicBezTo>
                    <a:pt x="18382" y="10901"/>
                    <a:pt x="18382" y="10901"/>
                    <a:pt x="18382" y="10901"/>
                  </a:cubicBezTo>
                  <a:cubicBezTo>
                    <a:pt x="18382" y="10901"/>
                    <a:pt x="18382" y="10901"/>
                    <a:pt x="18382" y="10901"/>
                  </a:cubicBezTo>
                  <a:cubicBezTo>
                    <a:pt x="18382" y="10969"/>
                    <a:pt x="18382" y="10969"/>
                    <a:pt x="18382" y="10969"/>
                  </a:cubicBezTo>
                  <a:cubicBezTo>
                    <a:pt x="18382" y="10969"/>
                    <a:pt x="18382" y="10969"/>
                    <a:pt x="18382" y="10969"/>
                  </a:cubicBezTo>
                  <a:cubicBezTo>
                    <a:pt x="18419" y="10969"/>
                    <a:pt x="18419" y="10969"/>
                    <a:pt x="18419" y="10969"/>
                  </a:cubicBezTo>
                  <a:cubicBezTo>
                    <a:pt x="18456" y="10969"/>
                    <a:pt x="18456" y="10969"/>
                    <a:pt x="18456" y="10969"/>
                  </a:cubicBezTo>
                  <a:cubicBezTo>
                    <a:pt x="18456" y="10901"/>
                    <a:pt x="18456" y="10901"/>
                    <a:pt x="18456" y="10901"/>
                  </a:cubicBezTo>
                  <a:cubicBezTo>
                    <a:pt x="18456" y="10901"/>
                    <a:pt x="18456" y="10901"/>
                    <a:pt x="18456" y="10901"/>
                  </a:cubicBezTo>
                  <a:cubicBezTo>
                    <a:pt x="18493" y="10901"/>
                    <a:pt x="18493" y="10901"/>
                    <a:pt x="18493" y="10901"/>
                  </a:cubicBezTo>
                  <a:cubicBezTo>
                    <a:pt x="18493" y="10901"/>
                    <a:pt x="18493" y="10901"/>
                    <a:pt x="18493" y="10901"/>
                  </a:cubicBezTo>
                  <a:cubicBezTo>
                    <a:pt x="18493" y="10901"/>
                    <a:pt x="18493" y="10901"/>
                    <a:pt x="18493" y="10901"/>
                  </a:cubicBezTo>
                  <a:cubicBezTo>
                    <a:pt x="18493" y="10901"/>
                    <a:pt x="18493" y="10901"/>
                    <a:pt x="18493" y="10901"/>
                  </a:cubicBezTo>
                  <a:cubicBezTo>
                    <a:pt x="18530" y="10901"/>
                    <a:pt x="18530" y="10901"/>
                    <a:pt x="18530" y="10901"/>
                  </a:cubicBezTo>
                  <a:cubicBezTo>
                    <a:pt x="18567" y="10969"/>
                    <a:pt x="18567" y="10969"/>
                    <a:pt x="18567" y="10969"/>
                  </a:cubicBezTo>
                  <a:cubicBezTo>
                    <a:pt x="18567" y="10969"/>
                    <a:pt x="18567" y="10969"/>
                    <a:pt x="18567" y="10969"/>
                  </a:cubicBezTo>
                  <a:cubicBezTo>
                    <a:pt x="18530" y="10969"/>
                    <a:pt x="18530" y="10969"/>
                    <a:pt x="18530" y="10969"/>
                  </a:cubicBezTo>
                  <a:cubicBezTo>
                    <a:pt x="18567" y="11036"/>
                    <a:pt x="18567" y="11036"/>
                    <a:pt x="18567" y="11036"/>
                  </a:cubicBezTo>
                  <a:cubicBezTo>
                    <a:pt x="18567" y="11036"/>
                    <a:pt x="18567" y="11036"/>
                    <a:pt x="18567" y="11036"/>
                  </a:cubicBezTo>
                  <a:cubicBezTo>
                    <a:pt x="18530" y="11036"/>
                    <a:pt x="18530" y="11036"/>
                    <a:pt x="18530" y="11036"/>
                  </a:cubicBezTo>
                  <a:cubicBezTo>
                    <a:pt x="18530" y="11104"/>
                    <a:pt x="18530" y="11104"/>
                    <a:pt x="18530" y="11104"/>
                  </a:cubicBezTo>
                  <a:cubicBezTo>
                    <a:pt x="18493" y="11036"/>
                    <a:pt x="18493" y="11036"/>
                    <a:pt x="18493" y="11036"/>
                  </a:cubicBezTo>
                  <a:cubicBezTo>
                    <a:pt x="18493" y="11104"/>
                    <a:pt x="18493" y="11104"/>
                    <a:pt x="18493" y="11104"/>
                  </a:cubicBezTo>
                  <a:cubicBezTo>
                    <a:pt x="18493" y="11104"/>
                    <a:pt x="18493" y="11104"/>
                    <a:pt x="18493" y="11104"/>
                  </a:cubicBezTo>
                  <a:cubicBezTo>
                    <a:pt x="18493" y="11172"/>
                    <a:pt x="18493" y="11172"/>
                    <a:pt x="18493" y="11172"/>
                  </a:cubicBezTo>
                  <a:cubicBezTo>
                    <a:pt x="18456" y="11240"/>
                    <a:pt x="18456" y="11240"/>
                    <a:pt x="18456" y="11240"/>
                  </a:cubicBezTo>
                  <a:cubicBezTo>
                    <a:pt x="18419" y="11172"/>
                    <a:pt x="18419" y="11172"/>
                    <a:pt x="18419" y="11172"/>
                  </a:cubicBezTo>
                  <a:cubicBezTo>
                    <a:pt x="18419" y="11172"/>
                    <a:pt x="18419" y="11172"/>
                    <a:pt x="18419" y="11172"/>
                  </a:cubicBezTo>
                  <a:cubicBezTo>
                    <a:pt x="18419" y="11104"/>
                    <a:pt x="18419" y="11104"/>
                    <a:pt x="18419" y="11104"/>
                  </a:cubicBezTo>
                  <a:cubicBezTo>
                    <a:pt x="18382" y="11172"/>
                    <a:pt x="18382" y="11172"/>
                    <a:pt x="18382" y="11172"/>
                  </a:cubicBezTo>
                  <a:cubicBezTo>
                    <a:pt x="18382" y="11104"/>
                    <a:pt x="18382" y="11104"/>
                    <a:pt x="18382" y="11104"/>
                  </a:cubicBezTo>
                  <a:cubicBezTo>
                    <a:pt x="18345" y="11104"/>
                    <a:pt x="18345" y="11104"/>
                    <a:pt x="18345" y="11104"/>
                  </a:cubicBezTo>
                  <a:cubicBezTo>
                    <a:pt x="18345" y="11172"/>
                    <a:pt x="18345" y="11172"/>
                    <a:pt x="18345" y="11172"/>
                  </a:cubicBezTo>
                  <a:cubicBezTo>
                    <a:pt x="18345" y="11240"/>
                    <a:pt x="18345" y="11240"/>
                    <a:pt x="18345" y="11240"/>
                  </a:cubicBezTo>
                  <a:cubicBezTo>
                    <a:pt x="18345" y="11240"/>
                    <a:pt x="18345" y="11240"/>
                    <a:pt x="18345" y="11240"/>
                  </a:cubicBezTo>
                  <a:cubicBezTo>
                    <a:pt x="18308" y="11240"/>
                    <a:pt x="18308" y="11240"/>
                    <a:pt x="18308" y="11240"/>
                  </a:cubicBezTo>
                  <a:cubicBezTo>
                    <a:pt x="18308" y="11307"/>
                    <a:pt x="18308" y="11307"/>
                    <a:pt x="18308" y="11307"/>
                  </a:cubicBezTo>
                  <a:cubicBezTo>
                    <a:pt x="18308" y="11307"/>
                    <a:pt x="18308" y="11307"/>
                    <a:pt x="18308" y="11307"/>
                  </a:cubicBezTo>
                  <a:cubicBezTo>
                    <a:pt x="18308" y="11375"/>
                    <a:pt x="18308" y="11375"/>
                    <a:pt x="18308" y="11375"/>
                  </a:cubicBezTo>
                  <a:cubicBezTo>
                    <a:pt x="18271" y="11307"/>
                    <a:pt x="18271" y="11307"/>
                    <a:pt x="18271" y="11307"/>
                  </a:cubicBezTo>
                  <a:cubicBezTo>
                    <a:pt x="18234" y="11240"/>
                    <a:pt x="18234" y="11240"/>
                    <a:pt x="18234" y="11240"/>
                  </a:cubicBezTo>
                  <a:cubicBezTo>
                    <a:pt x="18197" y="11240"/>
                    <a:pt x="18197" y="11240"/>
                    <a:pt x="18197" y="11240"/>
                  </a:cubicBezTo>
                  <a:cubicBezTo>
                    <a:pt x="18234" y="11307"/>
                    <a:pt x="18234" y="11307"/>
                    <a:pt x="18234" y="11307"/>
                  </a:cubicBezTo>
                  <a:cubicBezTo>
                    <a:pt x="18197" y="11375"/>
                    <a:pt x="18197" y="11375"/>
                    <a:pt x="18197" y="11375"/>
                  </a:cubicBezTo>
                  <a:cubicBezTo>
                    <a:pt x="18197" y="11375"/>
                    <a:pt x="18197" y="11375"/>
                    <a:pt x="18197" y="11375"/>
                  </a:cubicBezTo>
                  <a:cubicBezTo>
                    <a:pt x="18197" y="11443"/>
                    <a:pt x="18197" y="11443"/>
                    <a:pt x="18197" y="11443"/>
                  </a:cubicBezTo>
                  <a:cubicBezTo>
                    <a:pt x="18160" y="11443"/>
                    <a:pt x="18160" y="11443"/>
                    <a:pt x="18160" y="11443"/>
                  </a:cubicBezTo>
                  <a:cubicBezTo>
                    <a:pt x="18123" y="11443"/>
                    <a:pt x="18123" y="11443"/>
                    <a:pt x="18123" y="11443"/>
                  </a:cubicBezTo>
                  <a:cubicBezTo>
                    <a:pt x="18086" y="11375"/>
                    <a:pt x="18086" y="11375"/>
                    <a:pt x="18086" y="11375"/>
                  </a:cubicBezTo>
                  <a:cubicBezTo>
                    <a:pt x="18049" y="11375"/>
                    <a:pt x="18049" y="11375"/>
                    <a:pt x="18049" y="11375"/>
                  </a:cubicBezTo>
                  <a:cubicBezTo>
                    <a:pt x="18049" y="11375"/>
                    <a:pt x="18049" y="11375"/>
                    <a:pt x="18049" y="11375"/>
                  </a:cubicBezTo>
                  <a:cubicBezTo>
                    <a:pt x="18049" y="11307"/>
                    <a:pt x="18049" y="11307"/>
                    <a:pt x="18049" y="11307"/>
                  </a:cubicBezTo>
                  <a:cubicBezTo>
                    <a:pt x="18086" y="11307"/>
                    <a:pt x="18086" y="11307"/>
                    <a:pt x="18086" y="11307"/>
                  </a:cubicBezTo>
                  <a:cubicBezTo>
                    <a:pt x="18086" y="11240"/>
                    <a:pt x="18086" y="11240"/>
                    <a:pt x="18086" y="11240"/>
                  </a:cubicBezTo>
                  <a:cubicBezTo>
                    <a:pt x="18086" y="11240"/>
                    <a:pt x="18086" y="11240"/>
                    <a:pt x="18086" y="11240"/>
                  </a:cubicBezTo>
                  <a:cubicBezTo>
                    <a:pt x="18160" y="11240"/>
                    <a:pt x="18160" y="11240"/>
                    <a:pt x="18160" y="11240"/>
                  </a:cubicBezTo>
                  <a:cubicBezTo>
                    <a:pt x="18197" y="11172"/>
                    <a:pt x="18197" y="11172"/>
                    <a:pt x="18197" y="11172"/>
                  </a:cubicBezTo>
                  <a:cubicBezTo>
                    <a:pt x="18197" y="11172"/>
                    <a:pt x="18197" y="11172"/>
                    <a:pt x="18197" y="11172"/>
                  </a:cubicBezTo>
                  <a:cubicBezTo>
                    <a:pt x="18160" y="11104"/>
                    <a:pt x="18160" y="11104"/>
                    <a:pt x="18160" y="11104"/>
                  </a:cubicBezTo>
                  <a:cubicBezTo>
                    <a:pt x="18123" y="11172"/>
                    <a:pt x="18123" y="11172"/>
                    <a:pt x="18123" y="11172"/>
                  </a:cubicBezTo>
                  <a:cubicBezTo>
                    <a:pt x="18086" y="11172"/>
                    <a:pt x="18086" y="11172"/>
                    <a:pt x="18086" y="11172"/>
                  </a:cubicBezTo>
                  <a:cubicBezTo>
                    <a:pt x="18086" y="11172"/>
                    <a:pt x="18086" y="11172"/>
                    <a:pt x="18086" y="11172"/>
                  </a:cubicBezTo>
                  <a:cubicBezTo>
                    <a:pt x="18049" y="11104"/>
                    <a:pt x="18049" y="11104"/>
                    <a:pt x="18049" y="11104"/>
                  </a:cubicBezTo>
                  <a:cubicBezTo>
                    <a:pt x="18049" y="11104"/>
                    <a:pt x="18049" y="11104"/>
                    <a:pt x="18049" y="11104"/>
                  </a:cubicBezTo>
                  <a:cubicBezTo>
                    <a:pt x="17975" y="11104"/>
                    <a:pt x="17975" y="11104"/>
                    <a:pt x="17975" y="11104"/>
                  </a:cubicBezTo>
                  <a:cubicBezTo>
                    <a:pt x="17938" y="11104"/>
                    <a:pt x="17938" y="11104"/>
                    <a:pt x="17938" y="11104"/>
                  </a:cubicBezTo>
                  <a:cubicBezTo>
                    <a:pt x="17938" y="11104"/>
                    <a:pt x="17938" y="11104"/>
                    <a:pt x="17938" y="11104"/>
                  </a:cubicBezTo>
                  <a:cubicBezTo>
                    <a:pt x="17938" y="11104"/>
                    <a:pt x="17938" y="11104"/>
                    <a:pt x="17938" y="11104"/>
                  </a:cubicBezTo>
                  <a:cubicBezTo>
                    <a:pt x="17901" y="11104"/>
                    <a:pt x="17901" y="11104"/>
                    <a:pt x="17901" y="11104"/>
                  </a:cubicBezTo>
                  <a:cubicBezTo>
                    <a:pt x="17901" y="11104"/>
                    <a:pt x="17901" y="11104"/>
                    <a:pt x="17901" y="11104"/>
                  </a:cubicBezTo>
                  <a:cubicBezTo>
                    <a:pt x="17864" y="11104"/>
                    <a:pt x="17864" y="11104"/>
                    <a:pt x="17864" y="11104"/>
                  </a:cubicBezTo>
                  <a:cubicBezTo>
                    <a:pt x="17827" y="11036"/>
                    <a:pt x="17827" y="11036"/>
                    <a:pt x="17827" y="11036"/>
                  </a:cubicBezTo>
                  <a:cubicBezTo>
                    <a:pt x="17790" y="11104"/>
                    <a:pt x="17790" y="11104"/>
                    <a:pt x="17790" y="11104"/>
                  </a:cubicBezTo>
                  <a:cubicBezTo>
                    <a:pt x="17753" y="11036"/>
                    <a:pt x="17753" y="11036"/>
                    <a:pt x="17753" y="11036"/>
                  </a:cubicBezTo>
                  <a:cubicBezTo>
                    <a:pt x="17716" y="11036"/>
                    <a:pt x="17716" y="11036"/>
                    <a:pt x="17716" y="11036"/>
                  </a:cubicBezTo>
                  <a:cubicBezTo>
                    <a:pt x="17679" y="11104"/>
                    <a:pt x="17679" y="11104"/>
                    <a:pt x="17679" y="11104"/>
                  </a:cubicBezTo>
                  <a:cubicBezTo>
                    <a:pt x="17642" y="11172"/>
                    <a:pt x="17642" y="11172"/>
                    <a:pt x="17642" y="11172"/>
                  </a:cubicBezTo>
                  <a:cubicBezTo>
                    <a:pt x="17642" y="11172"/>
                    <a:pt x="17642" y="11172"/>
                    <a:pt x="17642" y="11172"/>
                  </a:cubicBezTo>
                  <a:cubicBezTo>
                    <a:pt x="17679" y="11240"/>
                    <a:pt x="17679" y="11240"/>
                    <a:pt x="17679" y="11240"/>
                  </a:cubicBezTo>
                  <a:cubicBezTo>
                    <a:pt x="17642" y="11240"/>
                    <a:pt x="17642" y="11240"/>
                    <a:pt x="17642" y="11240"/>
                  </a:cubicBezTo>
                  <a:cubicBezTo>
                    <a:pt x="17642" y="11240"/>
                    <a:pt x="17642" y="11240"/>
                    <a:pt x="17642" y="11240"/>
                  </a:cubicBezTo>
                  <a:cubicBezTo>
                    <a:pt x="17605" y="11307"/>
                    <a:pt x="17605" y="11307"/>
                    <a:pt x="17605" y="11307"/>
                  </a:cubicBezTo>
                  <a:cubicBezTo>
                    <a:pt x="17642" y="11307"/>
                    <a:pt x="17642" y="11307"/>
                    <a:pt x="17642" y="11307"/>
                  </a:cubicBezTo>
                  <a:cubicBezTo>
                    <a:pt x="17679" y="11307"/>
                    <a:pt x="17679" y="11307"/>
                    <a:pt x="17679" y="11307"/>
                  </a:cubicBezTo>
                  <a:cubicBezTo>
                    <a:pt x="17679" y="11307"/>
                    <a:pt x="17679" y="11307"/>
                    <a:pt x="17679" y="11307"/>
                  </a:cubicBezTo>
                  <a:cubicBezTo>
                    <a:pt x="17679" y="11375"/>
                    <a:pt x="17679" y="11375"/>
                    <a:pt x="17679" y="11375"/>
                  </a:cubicBezTo>
                  <a:cubicBezTo>
                    <a:pt x="17605" y="11375"/>
                    <a:pt x="17605" y="11375"/>
                    <a:pt x="17605" y="11375"/>
                  </a:cubicBezTo>
                  <a:cubicBezTo>
                    <a:pt x="17605" y="11375"/>
                    <a:pt x="17605" y="11375"/>
                    <a:pt x="17605" y="11375"/>
                  </a:cubicBezTo>
                  <a:cubicBezTo>
                    <a:pt x="17531" y="11375"/>
                    <a:pt x="17531" y="11375"/>
                    <a:pt x="17531" y="11375"/>
                  </a:cubicBezTo>
                  <a:cubicBezTo>
                    <a:pt x="17531" y="11375"/>
                    <a:pt x="17531" y="11375"/>
                    <a:pt x="17531" y="11375"/>
                  </a:cubicBezTo>
                  <a:cubicBezTo>
                    <a:pt x="17531" y="11443"/>
                    <a:pt x="17531" y="11443"/>
                    <a:pt x="17531" y="11443"/>
                  </a:cubicBezTo>
                  <a:cubicBezTo>
                    <a:pt x="17494" y="11375"/>
                    <a:pt x="17494" y="11375"/>
                    <a:pt x="17494" y="11375"/>
                  </a:cubicBezTo>
                  <a:cubicBezTo>
                    <a:pt x="17494" y="11443"/>
                    <a:pt x="17494" y="11443"/>
                    <a:pt x="17494" y="11443"/>
                  </a:cubicBezTo>
                  <a:cubicBezTo>
                    <a:pt x="17457" y="11443"/>
                    <a:pt x="17457" y="11443"/>
                    <a:pt x="17457" y="11443"/>
                  </a:cubicBezTo>
                  <a:cubicBezTo>
                    <a:pt x="17457" y="11375"/>
                    <a:pt x="17457" y="11375"/>
                    <a:pt x="17457" y="11375"/>
                  </a:cubicBezTo>
                  <a:cubicBezTo>
                    <a:pt x="17383" y="11375"/>
                    <a:pt x="17383" y="11375"/>
                    <a:pt x="17383" y="11375"/>
                  </a:cubicBezTo>
                  <a:cubicBezTo>
                    <a:pt x="17383" y="11443"/>
                    <a:pt x="17383" y="11443"/>
                    <a:pt x="17383" y="11443"/>
                  </a:cubicBezTo>
                  <a:cubicBezTo>
                    <a:pt x="17309" y="11375"/>
                    <a:pt x="17309" y="11375"/>
                    <a:pt x="17309" y="11375"/>
                  </a:cubicBezTo>
                  <a:cubicBezTo>
                    <a:pt x="17272" y="11443"/>
                    <a:pt x="17272" y="11443"/>
                    <a:pt x="17272" y="11443"/>
                  </a:cubicBezTo>
                  <a:cubicBezTo>
                    <a:pt x="17272" y="11443"/>
                    <a:pt x="17272" y="11443"/>
                    <a:pt x="17272" y="11443"/>
                  </a:cubicBezTo>
                  <a:cubicBezTo>
                    <a:pt x="17309" y="11510"/>
                    <a:pt x="17309" y="11510"/>
                    <a:pt x="17309" y="11510"/>
                  </a:cubicBezTo>
                  <a:cubicBezTo>
                    <a:pt x="17272" y="11578"/>
                    <a:pt x="17272" y="11578"/>
                    <a:pt x="17272" y="11578"/>
                  </a:cubicBezTo>
                  <a:cubicBezTo>
                    <a:pt x="17272" y="11646"/>
                    <a:pt x="17272" y="11646"/>
                    <a:pt x="17272" y="11646"/>
                  </a:cubicBezTo>
                  <a:cubicBezTo>
                    <a:pt x="17235" y="11578"/>
                    <a:pt x="17235" y="11578"/>
                    <a:pt x="17235" y="11578"/>
                  </a:cubicBezTo>
                  <a:cubicBezTo>
                    <a:pt x="17235" y="11578"/>
                    <a:pt x="17235" y="11578"/>
                    <a:pt x="17235" y="11578"/>
                  </a:cubicBezTo>
                  <a:cubicBezTo>
                    <a:pt x="17235" y="11510"/>
                    <a:pt x="17235" y="11510"/>
                    <a:pt x="17235" y="11510"/>
                  </a:cubicBezTo>
                  <a:cubicBezTo>
                    <a:pt x="17198" y="11443"/>
                    <a:pt x="17198" y="11443"/>
                    <a:pt x="17198" y="11443"/>
                  </a:cubicBezTo>
                  <a:cubicBezTo>
                    <a:pt x="17198" y="11510"/>
                    <a:pt x="17198" y="11510"/>
                    <a:pt x="17198" y="11510"/>
                  </a:cubicBezTo>
                  <a:cubicBezTo>
                    <a:pt x="17161" y="11510"/>
                    <a:pt x="17161" y="11510"/>
                    <a:pt x="17161" y="11510"/>
                  </a:cubicBezTo>
                  <a:cubicBezTo>
                    <a:pt x="17124" y="11510"/>
                    <a:pt x="17124" y="11510"/>
                    <a:pt x="17124" y="11510"/>
                  </a:cubicBezTo>
                  <a:cubicBezTo>
                    <a:pt x="17087" y="11578"/>
                    <a:pt x="17087" y="11578"/>
                    <a:pt x="17087" y="11578"/>
                  </a:cubicBezTo>
                  <a:cubicBezTo>
                    <a:pt x="17050" y="11510"/>
                    <a:pt x="17050" y="11510"/>
                    <a:pt x="17050" y="11510"/>
                  </a:cubicBezTo>
                  <a:cubicBezTo>
                    <a:pt x="17013" y="11578"/>
                    <a:pt x="17013" y="11578"/>
                    <a:pt x="17013" y="11578"/>
                  </a:cubicBezTo>
                  <a:cubicBezTo>
                    <a:pt x="16976" y="11578"/>
                    <a:pt x="16976" y="11578"/>
                    <a:pt x="16976" y="11578"/>
                  </a:cubicBezTo>
                  <a:cubicBezTo>
                    <a:pt x="16902" y="11646"/>
                    <a:pt x="16902" y="11646"/>
                    <a:pt x="16902" y="11646"/>
                  </a:cubicBezTo>
                  <a:cubicBezTo>
                    <a:pt x="16865" y="11714"/>
                    <a:pt x="16865" y="11714"/>
                    <a:pt x="16865" y="11714"/>
                  </a:cubicBezTo>
                  <a:cubicBezTo>
                    <a:pt x="16865" y="11646"/>
                    <a:pt x="16865" y="11646"/>
                    <a:pt x="16865" y="11646"/>
                  </a:cubicBezTo>
                  <a:cubicBezTo>
                    <a:pt x="16828" y="11646"/>
                    <a:pt x="16828" y="11646"/>
                    <a:pt x="16828" y="11646"/>
                  </a:cubicBezTo>
                  <a:cubicBezTo>
                    <a:pt x="16828" y="11714"/>
                    <a:pt x="16828" y="11714"/>
                    <a:pt x="16828" y="11714"/>
                  </a:cubicBezTo>
                  <a:cubicBezTo>
                    <a:pt x="16754" y="11781"/>
                    <a:pt x="16754" y="11781"/>
                    <a:pt x="16754" y="11781"/>
                  </a:cubicBezTo>
                  <a:cubicBezTo>
                    <a:pt x="16754" y="11849"/>
                    <a:pt x="16754" y="11849"/>
                    <a:pt x="16754" y="11849"/>
                  </a:cubicBezTo>
                  <a:cubicBezTo>
                    <a:pt x="16717" y="11849"/>
                    <a:pt x="16717" y="11849"/>
                    <a:pt x="16717" y="11849"/>
                  </a:cubicBezTo>
                  <a:cubicBezTo>
                    <a:pt x="16717" y="11917"/>
                    <a:pt x="16717" y="11917"/>
                    <a:pt x="16717" y="11917"/>
                  </a:cubicBezTo>
                  <a:cubicBezTo>
                    <a:pt x="16754" y="12052"/>
                    <a:pt x="16754" y="12052"/>
                    <a:pt x="16754" y="12052"/>
                  </a:cubicBezTo>
                  <a:cubicBezTo>
                    <a:pt x="16754" y="12188"/>
                    <a:pt x="16754" y="12188"/>
                    <a:pt x="16754" y="12188"/>
                  </a:cubicBezTo>
                  <a:cubicBezTo>
                    <a:pt x="16717" y="12255"/>
                    <a:pt x="16717" y="12255"/>
                    <a:pt x="16717" y="12255"/>
                  </a:cubicBezTo>
                  <a:cubicBezTo>
                    <a:pt x="16680" y="12323"/>
                    <a:pt x="16680" y="12323"/>
                    <a:pt x="16680" y="12323"/>
                  </a:cubicBezTo>
                  <a:cubicBezTo>
                    <a:pt x="16680" y="12391"/>
                    <a:pt x="16680" y="12391"/>
                    <a:pt x="16680" y="12391"/>
                  </a:cubicBezTo>
                  <a:cubicBezTo>
                    <a:pt x="16680" y="12526"/>
                    <a:pt x="16680" y="12526"/>
                    <a:pt x="16680" y="12526"/>
                  </a:cubicBezTo>
                  <a:cubicBezTo>
                    <a:pt x="16717" y="12526"/>
                    <a:pt x="16717" y="12526"/>
                    <a:pt x="16717" y="12526"/>
                  </a:cubicBezTo>
                  <a:cubicBezTo>
                    <a:pt x="16717" y="12594"/>
                    <a:pt x="16717" y="12594"/>
                    <a:pt x="16717" y="12594"/>
                  </a:cubicBezTo>
                  <a:cubicBezTo>
                    <a:pt x="16680" y="12594"/>
                    <a:pt x="16680" y="12594"/>
                    <a:pt x="16680" y="12594"/>
                  </a:cubicBezTo>
                  <a:cubicBezTo>
                    <a:pt x="16680" y="12594"/>
                    <a:pt x="16680" y="12594"/>
                    <a:pt x="16680" y="12594"/>
                  </a:cubicBezTo>
                  <a:cubicBezTo>
                    <a:pt x="16680" y="12662"/>
                    <a:pt x="16680" y="12662"/>
                    <a:pt x="16680" y="12662"/>
                  </a:cubicBezTo>
                  <a:cubicBezTo>
                    <a:pt x="16643" y="12729"/>
                    <a:pt x="16643" y="12729"/>
                    <a:pt x="16643" y="12729"/>
                  </a:cubicBezTo>
                  <a:cubicBezTo>
                    <a:pt x="16680" y="12797"/>
                    <a:pt x="16680" y="12797"/>
                    <a:pt x="16680" y="12797"/>
                  </a:cubicBezTo>
                  <a:cubicBezTo>
                    <a:pt x="16643" y="12865"/>
                    <a:pt x="16643" y="12865"/>
                    <a:pt x="16643" y="12865"/>
                  </a:cubicBezTo>
                  <a:cubicBezTo>
                    <a:pt x="16643" y="12932"/>
                    <a:pt x="16643" y="12932"/>
                    <a:pt x="16643" y="12932"/>
                  </a:cubicBezTo>
                  <a:cubicBezTo>
                    <a:pt x="16569" y="13000"/>
                    <a:pt x="16569" y="13000"/>
                    <a:pt x="16569" y="13000"/>
                  </a:cubicBezTo>
                  <a:cubicBezTo>
                    <a:pt x="16606" y="13068"/>
                    <a:pt x="16606" y="13068"/>
                    <a:pt x="16606" y="13068"/>
                  </a:cubicBezTo>
                  <a:cubicBezTo>
                    <a:pt x="16569" y="13068"/>
                    <a:pt x="16569" y="13068"/>
                    <a:pt x="16569" y="13068"/>
                  </a:cubicBezTo>
                  <a:cubicBezTo>
                    <a:pt x="16569" y="13203"/>
                    <a:pt x="16569" y="13203"/>
                    <a:pt x="16569" y="13203"/>
                  </a:cubicBezTo>
                  <a:cubicBezTo>
                    <a:pt x="16532" y="13203"/>
                    <a:pt x="16532" y="13203"/>
                    <a:pt x="16532" y="13203"/>
                  </a:cubicBezTo>
                  <a:cubicBezTo>
                    <a:pt x="16532" y="13339"/>
                    <a:pt x="16532" y="13339"/>
                    <a:pt x="16532" y="13339"/>
                  </a:cubicBezTo>
                  <a:cubicBezTo>
                    <a:pt x="16532" y="13406"/>
                    <a:pt x="16532" y="13406"/>
                    <a:pt x="16532" y="13406"/>
                  </a:cubicBezTo>
                  <a:cubicBezTo>
                    <a:pt x="16532" y="13474"/>
                    <a:pt x="16532" y="13474"/>
                    <a:pt x="16532" y="13474"/>
                  </a:cubicBezTo>
                  <a:cubicBezTo>
                    <a:pt x="16532" y="13542"/>
                    <a:pt x="16532" y="13542"/>
                    <a:pt x="16532" y="13542"/>
                  </a:cubicBezTo>
                  <a:cubicBezTo>
                    <a:pt x="16495" y="13542"/>
                    <a:pt x="16495" y="13542"/>
                    <a:pt x="16495" y="13542"/>
                  </a:cubicBezTo>
                  <a:cubicBezTo>
                    <a:pt x="16495" y="13610"/>
                    <a:pt x="16495" y="13610"/>
                    <a:pt x="16495" y="13610"/>
                  </a:cubicBezTo>
                  <a:cubicBezTo>
                    <a:pt x="16458" y="13677"/>
                    <a:pt x="16458" y="13677"/>
                    <a:pt x="16458" y="13677"/>
                  </a:cubicBezTo>
                  <a:cubicBezTo>
                    <a:pt x="16458" y="13745"/>
                    <a:pt x="16458" y="13745"/>
                    <a:pt x="16458" y="13745"/>
                  </a:cubicBezTo>
                  <a:cubicBezTo>
                    <a:pt x="16458" y="13745"/>
                    <a:pt x="16458" y="13745"/>
                    <a:pt x="16458" y="13745"/>
                  </a:cubicBezTo>
                  <a:cubicBezTo>
                    <a:pt x="16458" y="13813"/>
                    <a:pt x="16458" y="13813"/>
                    <a:pt x="16458" y="13813"/>
                  </a:cubicBezTo>
                  <a:cubicBezTo>
                    <a:pt x="16421" y="13880"/>
                    <a:pt x="16421" y="13880"/>
                    <a:pt x="16421" y="13880"/>
                  </a:cubicBezTo>
                  <a:cubicBezTo>
                    <a:pt x="16421" y="13948"/>
                    <a:pt x="16421" y="13948"/>
                    <a:pt x="16421" y="13948"/>
                  </a:cubicBezTo>
                  <a:cubicBezTo>
                    <a:pt x="16347" y="14016"/>
                    <a:pt x="16347" y="14016"/>
                    <a:pt x="16347" y="14016"/>
                  </a:cubicBezTo>
                  <a:cubicBezTo>
                    <a:pt x="16347" y="14084"/>
                    <a:pt x="16347" y="14084"/>
                    <a:pt x="16347" y="14084"/>
                  </a:cubicBezTo>
                  <a:cubicBezTo>
                    <a:pt x="16310" y="14151"/>
                    <a:pt x="16310" y="14151"/>
                    <a:pt x="16310" y="14151"/>
                  </a:cubicBezTo>
                  <a:cubicBezTo>
                    <a:pt x="16310" y="14219"/>
                    <a:pt x="16310" y="14219"/>
                    <a:pt x="16310" y="14219"/>
                  </a:cubicBezTo>
                  <a:cubicBezTo>
                    <a:pt x="16310" y="14287"/>
                    <a:pt x="16310" y="14287"/>
                    <a:pt x="16310" y="14287"/>
                  </a:cubicBezTo>
                  <a:cubicBezTo>
                    <a:pt x="16310" y="14354"/>
                    <a:pt x="16310" y="14354"/>
                    <a:pt x="16310" y="14354"/>
                  </a:cubicBezTo>
                  <a:cubicBezTo>
                    <a:pt x="16347" y="14354"/>
                    <a:pt x="16347" y="14354"/>
                    <a:pt x="16347" y="14354"/>
                  </a:cubicBezTo>
                  <a:cubicBezTo>
                    <a:pt x="16384" y="14354"/>
                    <a:pt x="16384" y="14354"/>
                    <a:pt x="16384" y="14354"/>
                  </a:cubicBezTo>
                  <a:cubicBezTo>
                    <a:pt x="16421" y="14354"/>
                    <a:pt x="16421" y="14354"/>
                    <a:pt x="16421" y="14354"/>
                  </a:cubicBezTo>
                  <a:cubicBezTo>
                    <a:pt x="16421" y="14354"/>
                    <a:pt x="16421" y="14354"/>
                    <a:pt x="16421" y="14354"/>
                  </a:cubicBezTo>
                  <a:cubicBezTo>
                    <a:pt x="16495" y="14354"/>
                    <a:pt x="16495" y="14354"/>
                    <a:pt x="16495" y="14354"/>
                  </a:cubicBezTo>
                  <a:cubicBezTo>
                    <a:pt x="16495" y="14354"/>
                    <a:pt x="16495" y="14354"/>
                    <a:pt x="16495" y="14354"/>
                  </a:cubicBezTo>
                  <a:cubicBezTo>
                    <a:pt x="16532" y="14287"/>
                    <a:pt x="16532" y="14287"/>
                    <a:pt x="16532" y="14287"/>
                  </a:cubicBezTo>
                  <a:cubicBezTo>
                    <a:pt x="16532" y="14287"/>
                    <a:pt x="16532" y="14287"/>
                    <a:pt x="16532" y="14287"/>
                  </a:cubicBezTo>
                  <a:cubicBezTo>
                    <a:pt x="16569" y="14287"/>
                    <a:pt x="16569" y="14287"/>
                    <a:pt x="16569" y="14287"/>
                  </a:cubicBezTo>
                  <a:cubicBezTo>
                    <a:pt x="16569" y="14422"/>
                    <a:pt x="16569" y="14422"/>
                    <a:pt x="16569" y="14422"/>
                  </a:cubicBezTo>
                  <a:cubicBezTo>
                    <a:pt x="16606" y="14490"/>
                    <a:pt x="16606" y="14490"/>
                    <a:pt x="16606" y="14490"/>
                  </a:cubicBezTo>
                  <a:cubicBezTo>
                    <a:pt x="16643" y="14557"/>
                    <a:pt x="16643" y="14557"/>
                    <a:pt x="16643" y="14557"/>
                  </a:cubicBezTo>
                  <a:cubicBezTo>
                    <a:pt x="16643" y="14625"/>
                    <a:pt x="16643" y="14625"/>
                    <a:pt x="16643" y="14625"/>
                  </a:cubicBezTo>
                  <a:cubicBezTo>
                    <a:pt x="16680" y="14693"/>
                    <a:pt x="16680" y="14693"/>
                    <a:pt x="16680" y="14693"/>
                  </a:cubicBezTo>
                  <a:cubicBezTo>
                    <a:pt x="16680" y="14693"/>
                    <a:pt x="16680" y="14693"/>
                    <a:pt x="16680" y="14693"/>
                  </a:cubicBezTo>
                  <a:cubicBezTo>
                    <a:pt x="16717" y="14693"/>
                    <a:pt x="16717" y="14693"/>
                    <a:pt x="16717" y="14693"/>
                  </a:cubicBezTo>
                  <a:cubicBezTo>
                    <a:pt x="16717" y="14625"/>
                    <a:pt x="16717" y="14625"/>
                    <a:pt x="16717" y="14625"/>
                  </a:cubicBezTo>
                  <a:cubicBezTo>
                    <a:pt x="16754" y="14625"/>
                    <a:pt x="16754" y="14625"/>
                    <a:pt x="16754" y="14625"/>
                  </a:cubicBezTo>
                  <a:cubicBezTo>
                    <a:pt x="16754" y="14557"/>
                    <a:pt x="16754" y="14557"/>
                    <a:pt x="16754" y="14557"/>
                  </a:cubicBezTo>
                  <a:cubicBezTo>
                    <a:pt x="16754" y="14625"/>
                    <a:pt x="16754" y="14625"/>
                    <a:pt x="16754" y="14625"/>
                  </a:cubicBezTo>
                  <a:cubicBezTo>
                    <a:pt x="16791" y="14557"/>
                    <a:pt x="16791" y="14557"/>
                    <a:pt x="16791" y="14557"/>
                  </a:cubicBezTo>
                  <a:cubicBezTo>
                    <a:pt x="16828" y="14625"/>
                    <a:pt x="16828" y="14625"/>
                    <a:pt x="16828" y="14625"/>
                  </a:cubicBezTo>
                  <a:cubicBezTo>
                    <a:pt x="16828" y="14625"/>
                    <a:pt x="16828" y="14625"/>
                    <a:pt x="16828" y="14625"/>
                  </a:cubicBezTo>
                  <a:cubicBezTo>
                    <a:pt x="16791" y="14625"/>
                    <a:pt x="16791" y="14625"/>
                    <a:pt x="16791" y="14625"/>
                  </a:cubicBezTo>
                  <a:cubicBezTo>
                    <a:pt x="16791" y="14761"/>
                    <a:pt x="16791" y="14761"/>
                    <a:pt x="16791" y="14761"/>
                  </a:cubicBezTo>
                  <a:cubicBezTo>
                    <a:pt x="16791" y="14761"/>
                    <a:pt x="16791" y="14761"/>
                    <a:pt x="16791" y="14761"/>
                  </a:cubicBezTo>
                  <a:cubicBezTo>
                    <a:pt x="16754" y="14761"/>
                    <a:pt x="16754" y="14761"/>
                    <a:pt x="16754" y="14761"/>
                  </a:cubicBezTo>
                  <a:cubicBezTo>
                    <a:pt x="16754" y="14828"/>
                    <a:pt x="16754" y="14828"/>
                    <a:pt x="16754" y="14828"/>
                  </a:cubicBezTo>
                  <a:cubicBezTo>
                    <a:pt x="16828" y="14761"/>
                    <a:pt x="16828" y="14761"/>
                    <a:pt x="16828" y="14761"/>
                  </a:cubicBezTo>
                  <a:cubicBezTo>
                    <a:pt x="16865" y="14761"/>
                    <a:pt x="16865" y="14761"/>
                    <a:pt x="16865" y="14761"/>
                  </a:cubicBezTo>
                  <a:cubicBezTo>
                    <a:pt x="16902" y="14693"/>
                    <a:pt x="16902" y="14693"/>
                    <a:pt x="16902" y="14693"/>
                  </a:cubicBezTo>
                  <a:cubicBezTo>
                    <a:pt x="16902" y="14625"/>
                    <a:pt x="16902" y="14625"/>
                    <a:pt x="16902" y="14625"/>
                  </a:cubicBezTo>
                  <a:cubicBezTo>
                    <a:pt x="16902" y="14557"/>
                    <a:pt x="16902" y="14557"/>
                    <a:pt x="16902" y="14557"/>
                  </a:cubicBezTo>
                  <a:cubicBezTo>
                    <a:pt x="16902" y="14625"/>
                    <a:pt x="16902" y="14625"/>
                    <a:pt x="16902" y="14625"/>
                  </a:cubicBezTo>
                  <a:cubicBezTo>
                    <a:pt x="16902" y="14693"/>
                    <a:pt x="16902" y="14693"/>
                    <a:pt x="16902" y="14693"/>
                  </a:cubicBezTo>
                  <a:cubicBezTo>
                    <a:pt x="16902" y="14761"/>
                    <a:pt x="16902" y="14761"/>
                    <a:pt x="16902" y="14761"/>
                  </a:cubicBezTo>
                  <a:cubicBezTo>
                    <a:pt x="16939" y="14761"/>
                    <a:pt x="16939" y="14761"/>
                    <a:pt x="16939" y="14761"/>
                  </a:cubicBezTo>
                  <a:cubicBezTo>
                    <a:pt x="16939" y="14693"/>
                    <a:pt x="16939" y="14693"/>
                    <a:pt x="16939" y="14693"/>
                  </a:cubicBezTo>
                  <a:cubicBezTo>
                    <a:pt x="16939" y="14557"/>
                    <a:pt x="16939" y="14557"/>
                    <a:pt x="16939" y="14557"/>
                  </a:cubicBezTo>
                  <a:cubicBezTo>
                    <a:pt x="16939" y="14557"/>
                    <a:pt x="16939" y="14557"/>
                    <a:pt x="16939" y="14557"/>
                  </a:cubicBezTo>
                  <a:cubicBezTo>
                    <a:pt x="16902" y="14490"/>
                    <a:pt x="16902" y="14490"/>
                    <a:pt x="16902" y="14490"/>
                  </a:cubicBezTo>
                  <a:cubicBezTo>
                    <a:pt x="16902" y="14422"/>
                    <a:pt x="16902" y="14422"/>
                    <a:pt x="16902" y="14422"/>
                  </a:cubicBezTo>
                  <a:cubicBezTo>
                    <a:pt x="16939" y="14422"/>
                    <a:pt x="16939" y="14422"/>
                    <a:pt x="16939" y="14422"/>
                  </a:cubicBezTo>
                  <a:cubicBezTo>
                    <a:pt x="16976" y="14422"/>
                    <a:pt x="16976" y="14422"/>
                    <a:pt x="16976" y="14422"/>
                  </a:cubicBezTo>
                  <a:cubicBezTo>
                    <a:pt x="16976" y="14422"/>
                    <a:pt x="16976" y="14422"/>
                    <a:pt x="16976" y="14422"/>
                  </a:cubicBezTo>
                  <a:cubicBezTo>
                    <a:pt x="16976" y="14490"/>
                    <a:pt x="16976" y="14490"/>
                    <a:pt x="16976" y="14490"/>
                  </a:cubicBezTo>
                  <a:cubicBezTo>
                    <a:pt x="16976" y="14490"/>
                    <a:pt x="16976" y="14490"/>
                    <a:pt x="16976" y="14490"/>
                  </a:cubicBezTo>
                  <a:cubicBezTo>
                    <a:pt x="17013" y="14422"/>
                    <a:pt x="17013" y="14422"/>
                    <a:pt x="17013" y="14422"/>
                  </a:cubicBezTo>
                  <a:cubicBezTo>
                    <a:pt x="17050" y="14422"/>
                    <a:pt x="17050" y="14422"/>
                    <a:pt x="17050" y="14422"/>
                  </a:cubicBezTo>
                  <a:cubicBezTo>
                    <a:pt x="17087" y="14422"/>
                    <a:pt x="17087" y="14422"/>
                    <a:pt x="17087" y="14422"/>
                  </a:cubicBezTo>
                  <a:cubicBezTo>
                    <a:pt x="17124" y="14422"/>
                    <a:pt x="17124" y="14422"/>
                    <a:pt x="17124" y="14422"/>
                  </a:cubicBezTo>
                  <a:cubicBezTo>
                    <a:pt x="17161" y="14422"/>
                    <a:pt x="17161" y="14422"/>
                    <a:pt x="17161" y="14422"/>
                  </a:cubicBezTo>
                  <a:cubicBezTo>
                    <a:pt x="17161" y="14490"/>
                    <a:pt x="17161" y="14490"/>
                    <a:pt x="17161" y="14490"/>
                  </a:cubicBezTo>
                  <a:cubicBezTo>
                    <a:pt x="17198" y="14557"/>
                    <a:pt x="17198" y="14557"/>
                    <a:pt x="17198" y="14557"/>
                  </a:cubicBezTo>
                  <a:cubicBezTo>
                    <a:pt x="17198" y="14557"/>
                    <a:pt x="17198" y="14557"/>
                    <a:pt x="17198" y="14557"/>
                  </a:cubicBezTo>
                  <a:cubicBezTo>
                    <a:pt x="17272" y="14557"/>
                    <a:pt x="17272" y="14557"/>
                    <a:pt x="17272" y="14557"/>
                  </a:cubicBezTo>
                  <a:cubicBezTo>
                    <a:pt x="17272" y="14625"/>
                    <a:pt x="17272" y="14625"/>
                    <a:pt x="17272" y="14625"/>
                  </a:cubicBezTo>
                  <a:cubicBezTo>
                    <a:pt x="17346" y="14625"/>
                    <a:pt x="17346" y="14625"/>
                    <a:pt x="17346" y="14625"/>
                  </a:cubicBezTo>
                  <a:cubicBezTo>
                    <a:pt x="17346" y="14693"/>
                    <a:pt x="17346" y="14693"/>
                    <a:pt x="17346" y="14693"/>
                  </a:cubicBezTo>
                  <a:cubicBezTo>
                    <a:pt x="17383" y="14693"/>
                    <a:pt x="17383" y="14693"/>
                    <a:pt x="17383" y="14693"/>
                  </a:cubicBezTo>
                  <a:cubicBezTo>
                    <a:pt x="17383" y="14761"/>
                    <a:pt x="17383" y="14761"/>
                    <a:pt x="17383" y="14761"/>
                  </a:cubicBezTo>
                  <a:cubicBezTo>
                    <a:pt x="17420" y="14761"/>
                    <a:pt x="17420" y="14761"/>
                    <a:pt x="17420" y="14761"/>
                  </a:cubicBezTo>
                  <a:cubicBezTo>
                    <a:pt x="17457" y="14828"/>
                    <a:pt x="17457" y="14828"/>
                    <a:pt x="17457" y="14828"/>
                  </a:cubicBezTo>
                  <a:cubicBezTo>
                    <a:pt x="17420" y="14896"/>
                    <a:pt x="17420" y="14896"/>
                    <a:pt x="17420" y="14896"/>
                  </a:cubicBezTo>
                  <a:cubicBezTo>
                    <a:pt x="17420" y="14896"/>
                    <a:pt x="17420" y="14896"/>
                    <a:pt x="17420" y="14896"/>
                  </a:cubicBezTo>
                  <a:cubicBezTo>
                    <a:pt x="17420" y="14964"/>
                    <a:pt x="17420" y="14964"/>
                    <a:pt x="17420" y="14964"/>
                  </a:cubicBezTo>
                  <a:cubicBezTo>
                    <a:pt x="17420" y="15031"/>
                    <a:pt x="17420" y="15031"/>
                    <a:pt x="17420" y="15031"/>
                  </a:cubicBezTo>
                  <a:cubicBezTo>
                    <a:pt x="17457" y="15031"/>
                    <a:pt x="17457" y="15031"/>
                    <a:pt x="17457" y="15031"/>
                  </a:cubicBezTo>
                  <a:cubicBezTo>
                    <a:pt x="17494" y="15099"/>
                    <a:pt x="17494" y="15099"/>
                    <a:pt x="17494" y="15099"/>
                  </a:cubicBezTo>
                  <a:cubicBezTo>
                    <a:pt x="17494" y="15167"/>
                    <a:pt x="17494" y="15167"/>
                    <a:pt x="17494" y="15167"/>
                  </a:cubicBezTo>
                  <a:cubicBezTo>
                    <a:pt x="17494" y="15167"/>
                    <a:pt x="17494" y="15167"/>
                    <a:pt x="17494" y="15167"/>
                  </a:cubicBezTo>
                  <a:cubicBezTo>
                    <a:pt x="17494" y="15235"/>
                    <a:pt x="17494" y="15235"/>
                    <a:pt x="17494" y="15235"/>
                  </a:cubicBezTo>
                  <a:cubicBezTo>
                    <a:pt x="17531" y="15302"/>
                    <a:pt x="17531" y="15302"/>
                    <a:pt x="17531" y="15302"/>
                  </a:cubicBezTo>
                  <a:cubicBezTo>
                    <a:pt x="17531" y="15302"/>
                    <a:pt x="17531" y="15302"/>
                    <a:pt x="17531" y="15302"/>
                  </a:cubicBezTo>
                  <a:cubicBezTo>
                    <a:pt x="17568" y="15235"/>
                    <a:pt x="17568" y="15235"/>
                    <a:pt x="17568" y="15235"/>
                  </a:cubicBezTo>
                  <a:cubicBezTo>
                    <a:pt x="17568" y="15302"/>
                    <a:pt x="17568" y="15302"/>
                    <a:pt x="17568" y="15302"/>
                  </a:cubicBezTo>
                  <a:cubicBezTo>
                    <a:pt x="17568" y="15370"/>
                    <a:pt x="17568" y="15370"/>
                    <a:pt x="17568" y="15370"/>
                  </a:cubicBezTo>
                  <a:cubicBezTo>
                    <a:pt x="17568" y="15438"/>
                    <a:pt x="17568" y="15438"/>
                    <a:pt x="17568" y="15438"/>
                  </a:cubicBezTo>
                  <a:cubicBezTo>
                    <a:pt x="17605" y="15438"/>
                    <a:pt x="17605" y="15438"/>
                    <a:pt x="17605" y="15438"/>
                  </a:cubicBezTo>
                  <a:cubicBezTo>
                    <a:pt x="17568" y="15505"/>
                    <a:pt x="17568" y="15505"/>
                    <a:pt x="17568" y="15505"/>
                  </a:cubicBezTo>
                  <a:cubicBezTo>
                    <a:pt x="17568" y="15505"/>
                    <a:pt x="17568" y="15505"/>
                    <a:pt x="17568" y="15505"/>
                  </a:cubicBezTo>
                  <a:cubicBezTo>
                    <a:pt x="17568" y="15573"/>
                    <a:pt x="17568" y="15573"/>
                    <a:pt x="17568" y="15573"/>
                  </a:cubicBezTo>
                  <a:cubicBezTo>
                    <a:pt x="17568" y="15641"/>
                    <a:pt x="17568" y="15641"/>
                    <a:pt x="17568" y="15641"/>
                  </a:cubicBezTo>
                  <a:cubicBezTo>
                    <a:pt x="17568" y="15641"/>
                    <a:pt x="17568" y="15641"/>
                    <a:pt x="17568" y="15641"/>
                  </a:cubicBezTo>
                  <a:cubicBezTo>
                    <a:pt x="17568" y="15641"/>
                    <a:pt x="17568" y="15641"/>
                    <a:pt x="17568" y="15641"/>
                  </a:cubicBezTo>
                  <a:cubicBezTo>
                    <a:pt x="17568" y="15709"/>
                    <a:pt x="17568" y="15709"/>
                    <a:pt x="17568" y="15709"/>
                  </a:cubicBezTo>
                  <a:cubicBezTo>
                    <a:pt x="17568" y="15709"/>
                    <a:pt x="17568" y="15709"/>
                    <a:pt x="17568" y="15709"/>
                  </a:cubicBezTo>
                  <a:cubicBezTo>
                    <a:pt x="17568" y="15776"/>
                    <a:pt x="17568" y="15776"/>
                    <a:pt x="17568" y="15776"/>
                  </a:cubicBezTo>
                  <a:cubicBezTo>
                    <a:pt x="17605" y="15912"/>
                    <a:pt x="17605" y="15912"/>
                    <a:pt x="17605" y="15912"/>
                  </a:cubicBezTo>
                  <a:cubicBezTo>
                    <a:pt x="17568" y="15912"/>
                    <a:pt x="17568" y="15912"/>
                    <a:pt x="17568" y="15912"/>
                  </a:cubicBezTo>
                  <a:cubicBezTo>
                    <a:pt x="17605" y="16047"/>
                    <a:pt x="17605" y="16047"/>
                    <a:pt x="17605" y="16047"/>
                  </a:cubicBezTo>
                  <a:cubicBezTo>
                    <a:pt x="17605" y="16047"/>
                    <a:pt x="17605" y="16047"/>
                    <a:pt x="17605" y="16047"/>
                  </a:cubicBezTo>
                  <a:cubicBezTo>
                    <a:pt x="17605" y="16115"/>
                    <a:pt x="17605" y="16115"/>
                    <a:pt x="17605" y="16115"/>
                  </a:cubicBezTo>
                  <a:cubicBezTo>
                    <a:pt x="17642" y="16318"/>
                    <a:pt x="17642" y="16318"/>
                    <a:pt x="17642" y="16318"/>
                  </a:cubicBezTo>
                  <a:cubicBezTo>
                    <a:pt x="17642" y="16318"/>
                    <a:pt x="17642" y="16318"/>
                    <a:pt x="17642" y="16318"/>
                  </a:cubicBezTo>
                  <a:cubicBezTo>
                    <a:pt x="17679" y="16250"/>
                    <a:pt x="17679" y="16250"/>
                    <a:pt x="17679" y="16250"/>
                  </a:cubicBezTo>
                  <a:cubicBezTo>
                    <a:pt x="17679" y="16318"/>
                    <a:pt x="17679" y="16318"/>
                    <a:pt x="17679" y="16318"/>
                  </a:cubicBezTo>
                  <a:cubicBezTo>
                    <a:pt x="17642" y="16386"/>
                    <a:pt x="17642" y="16386"/>
                    <a:pt x="17642" y="16386"/>
                  </a:cubicBezTo>
                  <a:cubicBezTo>
                    <a:pt x="17642" y="16386"/>
                    <a:pt x="17642" y="16386"/>
                    <a:pt x="17642" y="16386"/>
                  </a:cubicBezTo>
                  <a:cubicBezTo>
                    <a:pt x="17679" y="16453"/>
                    <a:pt x="17679" y="16453"/>
                    <a:pt x="17679" y="16453"/>
                  </a:cubicBezTo>
                  <a:cubicBezTo>
                    <a:pt x="17679" y="16453"/>
                    <a:pt x="17679" y="16453"/>
                    <a:pt x="17679" y="16453"/>
                  </a:cubicBezTo>
                  <a:cubicBezTo>
                    <a:pt x="17716" y="16521"/>
                    <a:pt x="17716" y="16521"/>
                    <a:pt x="17716" y="16521"/>
                  </a:cubicBezTo>
                  <a:cubicBezTo>
                    <a:pt x="17716" y="16589"/>
                    <a:pt x="17716" y="16589"/>
                    <a:pt x="17716" y="16589"/>
                  </a:cubicBezTo>
                  <a:cubicBezTo>
                    <a:pt x="17716" y="16657"/>
                    <a:pt x="17716" y="16657"/>
                    <a:pt x="17716" y="16657"/>
                  </a:cubicBezTo>
                  <a:cubicBezTo>
                    <a:pt x="17716" y="16657"/>
                    <a:pt x="17716" y="16657"/>
                    <a:pt x="17716" y="16657"/>
                  </a:cubicBezTo>
                  <a:cubicBezTo>
                    <a:pt x="17753" y="16792"/>
                    <a:pt x="17753" y="16792"/>
                    <a:pt x="17753" y="16792"/>
                  </a:cubicBezTo>
                  <a:cubicBezTo>
                    <a:pt x="17753" y="16792"/>
                    <a:pt x="17753" y="16792"/>
                    <a:pt x="17753" y="16792"/>
                  </a:cubicBezTo>
                  <a:cubicBezTo>
                    <a:pt x="17753" y="16860"/>
                    <a:pt x="17753" y="16860"/>
                    <a:pt x="17753" y="16860"/>
                  </a:cubicBezTo>
                  <a:cubicBezTo>
                    <a:pt x="17753" y="16927"/>
                    <a:pt x="17753" y="16927"/>
                    <a:pt x="17753" y="16927"/>
                  </a:cubicBezTo>
                  <a:cubicBezTo>
                    <a:pt x="17753" y="16995"/>
                    <a:pt x="17753" y="16995"/>
                    <a:pt x="17753" y="16995"/>
                  </a:cubicBezTo>
                  <a:cubicBezTo>
                    <a:pt x="17753" y="17063"/>
                    <a:pt x="17753" y="17063"/>
                    <a:pt x="17753" y="17063"/>
                  </a:cubicBezTo>
                  <a:cubicBezTo>
                    <a:pt x="17753" y="17131"/>
                    <a:pt x="17753" y="17131"/>
                    <a:pt x="17753" y="17131"/>
                  </a:cubicBezTo>
                  <a:cubicBezTo>
                    <a:pt x="17716" y="17198"/>
                    <a:pt x="17716" y="17198"/>
                    <a:pt x="17716" y="17198"/>
                  </a:cubicBezTo>
                  <a:cubicBezTo>
                    <a:pt x="17716" y="17266"/>
                    <a:pt x="17716" y="17266"/>
                    <a:pt x="17716" y="17266"/>
                  </a:cubicBezTo>
                  <a:cubicBezTo>
                    <a:pt x="17716" y="17334"/>
                    <a:pt x="17716" y="17334"/>
                    <a:pt x="17716" y="17334"/>
                  </a:cubicBezTo>
                  <a:cubicBezTo>
                    <a:pt x="17716" y="17469"/>
                    <a:pt x="17716" y="17469"/>
                    <a:pt x="17716" y="17469"/>
                  </a:cubicBezTo>
                  <a:cubicBezTo>
                    <a:pt x="17716" y="17469"/>
                    <a:pt x="17716" y="17469"/>
                    <a:pt x="17716" y="17469"/>
                  </a:cubicBezTo>
                  <a:cubicBezTo>
                    <a:pt x="17716" y="17537"/>
                    <a:pt x="17716" y="17537"/>
                    <a:pt x="17716" y="17537"/>
                  </a:cubicBezTo>
                  <a:cubicBezTo>
                    <a:pt x="17679" y="17605"/>
                    <a:pt x="17679" y="17605"/>
                    <a:pt x="17679" y="17605"/>
                  </a:cubicBezTo>
                  <a:cubicBezTo>
                    <a:pt x="17679" y="17672"/>
                    <a:pt x="17679" y="17672"/>
                    <a:pt x="17679" y="17672"/>
                  </a:cubicBezTo>
                  <a:cubicBezTo>
                    <a:pt x="17642" y="17740"/>
                    <a:pt x="17642" y="17740"/>
                    <a:pt x="17642" y="17740"/>
                  </a:cubicBezTo>
                  <a:cubicBezTo>
                    <a:pt x="17679" y="17740"/>
                    <a:pt x="17679" y="17740"/>
                    <a:pt x="17679" y="17740"/>
                  </a:cubicBezTo>
                  <a:cubicBezTo>
                    <a:pt x="17679" y="17808"/>
                    <a:pt x="17679" y="17808"/>
                    <a:pt x="17679" y="17808"/>
                  </a:cubicBezTo>
                  <a:cubicBezTo>
                    <a:pt x="17642" y="17808"/>
                    <a:pt x="17642" y="17808"/>
                    <a:pt x="17642" y="17808"/>
                  </a:cubicBezTo>
                  <a:cubicBezTo>
                    <a:pt x="17679" y="17943"/>
                    <a:pt x="17679" y="17943"/>
                    <a:pt x="17679" y="17943"/>
                  </a:cubicBezTo>
                  <a:cubicBezTo>
                    <a:pt x="17642" y="18011"/>
                    <a:pt x="17642" y="18011"/>
                    <a:pt x="17642" y="18011"/>
                  </a:cubicBezTo>
                  <a:cubicBezTo>
                    <a:pt x="17642" y="18078"/>
                    <a:pt x="17642" y="18078"/>
                    <a:pt x="17642" y="18078"/>
                  </a:cubicBezTo>
                  <a:cubicBezTo>
                    <a:pt x="17642" y="18078"/>
                    <a:pt x="17642" y="18078"/>
                    <a:pt x="17642" y="18078"/>
                  </a:cubicBezTo>
                  <a:cubicBezTo>
                    <a:pt x="17642" y="18146"/>
                    <a:pt x="17642" y="18146"/>
                    <a:pt x="17642" y="18146"/>
                  </a:cubicBezTo>
                  <a:cubicBezTo>
                    <a:pt x="17605" y="18214"/>
                    <a:pt x="17605" y="18214"/>
                    <a:pt x="17605" y="18214"/>
                  </a:cubicBezTo>
                  <a:cubicBezTo>
                    <a:pt x="17605" y="18282"/>
                    <a:pt x="17605" y="18282"/>
                    <a:pt x="17605" y="18282"/>
                  </a:cubicBezTo>
                  <a:cubicBezTo>
                    <a:pt x="17568" y="18349"/>
                    <a:pt x="17568" y="18349"/>
                    <a:pt x="17568" y="18349"/>
                  </a:cubicBezTo>
                  <a:cubicBezTo>
                    <a:pt x="17568" y="18417"/>
                    <a:pt x="17568" y="18417"/>
                    <a:pt x="17568" y="18417"/>
                  </a:cubicBezTo>
                  <a:cubicBezTo>
                    <a:pt x="17531" y="18485"/>
                    <a:pt x="17531" y="18485"/>
                    <a:pt x="17531" y="18485"/>
                  </a:cubicBezTo>
                  <a:cubicBezTo>
                    <a:pt x="17494" y="18688"/>
                    <a:pt x="17494" y="18688"/>
                    <a:pt x="17494" y="18688"/>
                  </a:cubicBezTo>
                  <a:cubicBezTo>
                    <a:pt x="17494" y="18688"/>
                    <a:pt x="17494" y="18688"/>
                    <a:pt x="17494" y="18688"/>
                  </a:cubicBezTo>
                  <a:cubicBezTo>
                    <a:pt x="17494" y="18756"/>
                    <a:pt x="17494" y="18756"/>
                    <a:pt x="17494" y="18756"/>
                  </a:cubicBezTo>
                  <a:cubicBezTo>
                    <a:pt x="17494" y="18823"/>
                    <a:pt x="17494" y="18823"/>
                    <a:pt x="17494" y="18823"/>
                  </a:cubicBezTo>
                  <a:cubicBezTo>
                    <a:pt x="17494" y="18823"/>
                    <a:pt x="17494" y="18823"/>
                    <a:pt x="17494" y="18823"/>
                  </a:cubicBezTo>
                  <a:cubicBezTo>
                    <a:pt x="17457" y="18891"/>
                    <a:pt x="17457" y="18891"/>
                    <a:pt x="17457" y="18891"/>
                  </a:cubicBezTo>
                  <a:cubicBezTo>
                    <a:pt x="17457" y="18959"/>
                    <a:pt x="17457" y="18959"/>
                    <a:pt x="17457" y="18959"/>
                  </a:cubicBezTo>
                  <a:cubicBezTo>
                    <a:pt x="17420" y="18959"/>
                    <a:pt x="17420" y="18959"/>
                    <a:pt x="17420" y="18959"/>
                  </a:cubicBezTo>
                  <a:cubicBezTo>
                    <a:pt x="17420" y="19026"/>
                    <a:pt x="17420" y="19026"/>
                    <a:pt x="17420" y="19026"/>
                  </a:cubicBezTo>
                  <a:cubicBezTo>
                    <a:pt x="17383" y="19026"/>
                    <a:pt x="17383" y="19026"/>
                    <a:pt x="17383" y="19026"/>
                  </a:cubicBezTo>
                  <a:cubicBezTo>
                    <a:pt x="17420" y="19094"/>
                    <a:pt x="17420" y="19094"/>
                    <a:pt x="17420" y="19094"/>
                  </a:cubicBezTo>
                  <a:cubicBezTo>
                    <a:pt x="17383" y="19162"/>
                    <a:pt x="17383" y="19162"/>
                    <a:pt x="17383" y="19162"/>
                  </a:cubicBezTo>
                  <a:cubicBezTo>
                    <a:pt x="17383" y="19162"/>
                    <a:pt x="17383" y="19162"/>
                    <a:pt x="17383" y="19162"/>
                  </a:cubicBezTo>
                  <a:cubicBezTo>
                    <a:pt x="17346" y="19162"/>
                    <a:pt x="17346" y="19162"/>
                    <a:pt x="17346" y="19162"/>
                  </a:cubicBezTo>
                  <a:cubicBezTo>
                    <a:pt x="17346" y="19230"/>
                    <a:pt x="17346" y="19230"/>
                    <a:pt x="17346" y="19230"/>
                  </a:cubicBezTo>
                  <a:cubicBezTo>
                    <a:pt x="17346" y="19297"/>
                    <a:pt x="17346" y="19297"/>
                    <a:pt x="17346" y="19297"/>
                  </a:cubicBezTo>
                  <a:cubicBezTo>
                    <a:pt x="17309" y="19297"/>
                    <a:pt x="17309" y="19297"/>
                    <a:pt x="17309" y="19297"/>
                  </a:cubicBezTo>
                  <a:cubicBezTo>
                    <a:pt x="17346" y="19365"/>
                    <a:pt x="17346" y="19365"/>
                    <a:pt x="17346" y="19365"/>
                  </a:cubicBezTo>
                  <a:cubicBezTo>
                    <a:pt x="17272" y="19433"/>
                    <a:pt x="17272" y="19433"/>
                    <a:pt x="17272" y="19433"/>
                  </a:cubicBezTo>
                  <a:cubicBezTo>
                    <a:pt x="17235" y="19500"/>
                    <a:pt x="17235" y="19500"/>
                    <a:pt x="17235" y="19500"/>
                  </a:cubicBezTo>
                  <a:cubicBezTo>
                    <a:pt x="17235" y="19500"/>
                    <a:pt x="17235" y="19500"/>
                    <a:pt x="17235" y="19500"/>
                  </a:cubicBezTo>
                  <a:cubicBezTo>
                    <a:pt x="17235" y="19568"/>
                    <a:pt x="17235" y="19568"/>
                    <a:pt x="17235" y="19568"/>
                  </a:cubicBezTo>
                  <a:cubicBezTo>
                    <a:pt x="17161" y="19568"/>
                    <a:pt x="17161" y="19568"/>
                    <a:pt x="17161" y="19568"/>
                  </a:cubicBezTo>
                  <a:cubicBezTo>
                    <a:pt x="17124" y="19636"/>
                    <a:pt x="17124" y="19636"/>
                    <a:pt x="17124" y="19636"/>
                  </a:cubicBezTo>
                  <a:cubicBezTo>
                    <a:pt x="17124" y="19636"/>
                    <a:pt x="17124" y="19636"/>
                    <a:pt x="17124" y="19636"/>
                  </a:cubicBezTo>
                  <a:cubicBezTo>
                    <a:pt x="17087" y="19636"/>
                    <a:pt x="17087" y="19636"/>
                    <a:pt x="17087" y="19636"/>
                  </a:cubicBezTo>
                  <a:cubicBezTo>
                    <a:pt x="17050" y="19568"/>
                    <a:pt x="17050" y="19568"/>
                    <a:pt x="17050" y="19568"/>
                  </a:cubicBezTo>
                  <a:cubicBezTo>
                    <a:pt x="17013" y="19568"/>
                    <a:pt x="17013" y="19568"/>
                    <a:pt x="17013" y="19568"/>
                  </a:cubicBezTo>
                  <a:cubicBezTo>
                    <a:pt x="17013" y="19433"/>
                    <a:pt x="17013" y="19433"/>
                    <a:pt x="17013" y="19433"/>
                  </a:cubicBezTo>
                  <a:cubicBezTo>
                    <a:pt x="16976" y="19433"/>
                    <a:pt x="16976" y="19433"/>
                    <a:pt x="16976" y="19433"/>
                  </a:cubicBezTo>
                  <a:cubicBezTo>
                    <a:pt x="16939" y="19433"/>
                    <a:pt x="16939" y="19433"/>
                    <a:pt x="16939" y="19433"/>
                  </a:cubicBezTo>
                  <a:cubicBezTo>
                    <a:pt x="16902" y="19433"/>
                    <a:pt x="16902" y="19433"/>
                    <a:pt x="16902" y="19433"/>
                  </a:cubicBezTo>
                  <a:cubicBezTo>
                    <a:pt x="16902" y="19433"/>
                    <a:pt x="16902" y="19433"/>
                    <a:pt x="16902" y="19433"/>
                  </a:cubicBezTo>
                  <a:cubicBezTo>
                    <a:pt x="16902" y="19500"/>
                    <a:pt x="16902" y="19500"/>
                    <a:pt x="16902" y="19500"/>
                  </a:cubicBezTo>
                  <a:cubicBezTo>
                    <a:pt x="16865" y="19568"/>
                    <a:pt x="16865" y="19568"/>
                    <a:pt x="16865" y="19568"/>
                  </a:cubicBezTo>
                  <a:cubicBezTo>
                    <a:pt x="16865" y="19636"/>
                    <a:pt x="16865" y="19636"/>
                    <a:pt x="16865" y="19636"/>
                  </a:cubicBezTo>
                  <a:cubicBezTo>
                    <a:pt x="16828" y="19636"/>
                    <a:pt x="16828" y="19636"/>
                    <a:pt x="16828" y="19636"/>
                  </a:cubicBezTo>
                  <a:cubicBezTo>
                    <a:pt x="16828" y="19771"/>
                    <a:pt x="16828" y="19771"/>
                    <a:pt x="16828" y="19771"/>
                  </a:cubicBezTo>
                  <a:cubicBezTo>
                    <a:pt x="16828" y="19704"/>
                    <a:pt x="16828" y="19704"/>
                    <a:pt x="16828" y="19704"/>
                  </a:cubicBezTo>
                  <a:cubicBezTo>
                    <a:pt x="16754" y="19771"/>
                    <a:pt x="16754" y="19771"/>
                    <a:pt x="16754" y="19771"/>
                  </a:cubicBezTo>
                  <a:cubicBezTo>
                    <a:pt x="16754" y="19839"/>
                    <a:pt x="16754" y="19839"/>
                    <a:pt x="16754" y="19839"/>
                  </a:cubicBezTo>
                  <a:cubicBezTo>
                    <a:pt x="16754" y="19839"/>
                    <a:pt x="16754" y="19839"/>
                    <a:pt x="16754" y="19839"/>
                  </a:cubicBezTo>
                  <a:close/>
                  <a:moveTo>
                    <a:pt x="5436" y="20042"/>
                  </a:moveTo>
                  <a:cubicBezTo>
                    <a:pt x="5399" y="19974"/>
                    <a:pt x="5399" y="19974"/>
                    <a:pt x="5399" y="19974"/>
                  </a:cubicBezTo>
                  <a:cubicBezTo>
                    <a:pt x="5178" y="20042"/>
                    <a:pt x="5178" y="20042"/>
                    <a:pt x="5178" y="20042"/>
                  </a:cubicBezTo>
                  <a:cubicBezTo>
                    <a:pt x="5436" y="20042"/>
                    <a:pt x="5436" y="20042"/>
                    <a:pt x="5436" y="20042"/>
                  </a:cubicBezTo>
                  <a:close/>
                  <a:moveTo>
                    <a:pt x="19158" y="18891"/>
                  </a:moveTo>
                  <a:cubicBezTo>
                    <a:pt x="19195" y="18891"/>
                    <a:pt x="19195" y="18891"/>
                    <a:pt x="19195" y="18891"/>
                  </a:cubicBezTo>
                  <a:cubicBezTo>
                    <a:pt x="19195" y="18823"/>
                    <a:pt x="19195" y="18823"/>
                    <a:pt x="19195" y="18823"/>
                  </a:cubicBezTo>
                  <a:cubicBezTo>
                    <a:pt x="19232" y="18823"/>
                    <a:pt x="19232" y="18823"/>
                    <a:pt x="19232" y="18823"/>
                  </a:cubicBezTo>
                  <a:cubicBezTo>
                    <a:pt x="19195" y="18823"/>
                    <a:pt x="19195" y="18823"/>
                    <a:pt x="19195" y="18823"/>
                  </a:cubicBezTo>
                  <a:cubicBezTo>
                    <a:pt x="19158" y="18891"/>
                    <a:pt x="19158" y="18891"/>
                    <a:pt x="19158" y="18891"/>
                  </a:cubicBezTo>
                  <a:close/>
                  <a:moveTo>
                    <a:pt x="1072" y="2776"/>
                  </a:moveTo>
                  <a:cubicBezTo>
                    <a:pt x="1035" y="2708"/>
                    <a:pt x="1035" y="2708"/>
                    <a:pt x="1035" y="2708"/>
                  </a:cubicBezTo>
                  <a:cubicBezTo>
                    <a:pt x="1035" y="2640"/>
                    <a:pt x="1035" y="2640"/>
                    <a:pt x="1035" y="2640"/>
                  </a:cubicBezTo>
                  <a:cubicBezTo>
                    <a:pt x="1035" y="2640"/>
                    <a:pt x="1035" y="2640"/>
                    <a:pt x="1035" y="2640"/>
                  </a:cubicBezTo>
                  <a:cubicBezTo>
                    <a:pt x="998" y="2573"/>
                    <a:pt x="998" y="2573"/>
                    <a:pt x="998" y="2573"/>
                  </a:cubicBezTo>
                  <a:cubicBezTo>
                    <a:pt x="998" y="2573"/>
                    <a:pt x="998" y="2573"/>
                    <a:pt x="998" y="2573"/>
                  </a:cubicBezTo>
                  <a:cubicBezTo>
                    <a:pt x="1035" y="2505"/>
                    <a:pt x="1035" y="2505"/>
                    <a:pt x="1035" y="2505"/>
                  </a:cubicBezTo>
                  <a:cubicBezTo>
                    <a:pt x="1035" y="2437"/>
                    <a:pt x="1035" y="2437"/>
                    <a:pt x="1035" y="2437"/>
                  </a:cubicBezTo>
                  <a:cubicBezTo>
                    <a:pt x="1109" y="2437"/>
                    <a:pt x="1109" y="2437"/>
                    <a:pt x="1109" y="2437"/>
                  </a:cubicBezTo>
                  <a:cubicBezTo>
                    <a:pt x="1109" y="2437"/>
                    <a:pt x="1109" y="2437"/>
                    <a:pt x="1109" y="2437"/>
                  </a:cubicBezTo>
                  <a:cubicBezTo>
                    <a:pt x="1146" y="2437"/>
                    <a:pt x="1146" y="2437"/>
                    <a:pt x="1146" y="2437"/>
                  </a:cubicBezTo>
                  <a:cubicBezTo>
                    <a:pt x="1146" y="2505"/>
                    <a:pt x="1146" y="2505"/>
                    <a:pt x="1146" y="2505"/>
                  </a:cubicBezTo>
                  <a:cubicBezTo>
                    <a:pt x="1183" y="2505"/>
                    <a:pt x="1183" y="2505"/>
                    <a:pt x="1183" y="2505"/>
                  </a:cubicBezTo>
                  <a:cubicBezTo>
                    <a:pt x="1220" y="2505"/>
                    <a:pt x="1220" y="2505"/>
                    <a:pt x="1220" y="2505"/>
                  </a:cubicBezTo>
                  <a:cubicBezTo>
                    <a:pt x="1220" y="2505"/>
                    <a:pt x="1220" y="2505"/>
                    <a:pt x="1220" y="2505"/>
                  </a:cubicBezTo>
                  <a:cubicBezTo>
                    <a:pt x="1257" y="2437"/>
                    <a:pt x="1257" y="2437"/>
                    <a:pt x="1257" y="2437"/>
                  </a:cubicBezTo>
                  <a:cubicBezTo>
                    <a:pt x="1220" y="2437"/>
                    <a:pt x="1220" y="2437"/>
                    <a:pt x="1220" y="2437"/>
                  </a:cubicBezTo>
                  <a:cubicBezTo>
                    <a:pt x="1183" y="2437"/>
                    <a:pt x="1183" y="2437"/>
                    <a:pt x="1183" y="2437"/>
                  </a:cubicBezTo>
                  <a:cubicBezTo>
                    <a:pt x="1109" y="2302"/>
                    <a:pt x="1109" y="2302"/>
                    <a:pt x="1109" y="2302"/>
                  </a:cubicBezTo>
                  <a:cubicBezTo>
                    <a:pt x="1035" y="2302"/>
                    <a:pt x="1035" y="2302"/>
                    <a:pt x="1035" y="2302"/>
                  </a:cubicBezTo>
                  <a:cubicBezTo>
                    <a:pt x="998" y="2302"/>
                    <a:pt x="998" y="2302"/>
                    <a:pt x="998" y="2302"/>
                  </a:cubicBezTo>
                  <a:cubicBezTo>
                    <a:pt x="924" y="2437"/>
                    <a:pt x="924" y="2437"/>
                    <a:pt x="924" y="2437"/>
                  </a:cubicBezTo>
                  <a:cubicBezTo>
                    <a:pt x="924" y="2505"/>
                    <a:pt x="924" y="2505"/>
                    <a:pt x="924" y="2505"/>
                  </a:cubicBezTo>
                  <a:cubicBezTo>
                    <a:pt x="887" y="2505"/>
                    <a:pt x="887" y="2505"/>
                    <a:pt x="887" y="2505"/>
                  </a:cubicBezTo>
                  <a:cubicBezTo>
                    <a:pt x="813" y="2573"/>
                    <a:pt x="813" y="2573"/>
                    <a:pt x="813" y="2573"/>
                  </a:cubicBezTo>
                  <a:cubicBezTo>
                    <a:pt x="813" y="2708"/>
                    <a:pt x="813" y="2708"/>
                    <a:pt x="813" y="2708"/>
                  </a:cubicBezTo>
                  <a:cubicBezTo>
                    <a:pt x="850" y="2708"/>
                    <a:pt x="850" y="2708"/>
                    <a:pt x="850" y="2708"/>
                  </a:cubicBezTo>
                  <a:cubicBezTo>
                    <a:pt x="887" y="2708"/>
                    <a:pt x="887" y="2708"/>
                    <a:pt x="887" y="2708"/>
                  </a:cubicBezTo>
                  <a:cubicBezTo>
                    <a:pt x="924" y="2708"/>
                    <a:pt x="924" y="2708"/>
                    <a:pt x="924" y="2708"/>
                  </a:cubicBezTo>
                  <a:cubicBezTo>
                    <a:pt x="924" y="2776"/>
                    <a:pt x="924" y="2776"/>
                    <a:pt x="924" y="2776"/>
                  </a:cubicBezTo>
                  <a:cubicBezTo>
                    <a:pt x="961" y="2776"/>
                    <a:pt x="961" y="2776"/>
                    <a:pt x="961" y="2776"/>
                  </a:cubicBezTo>
                  <a:cubicBezTo>
                    <a:pt x="961" y="2708"/>
                    <a:pt x="961" y="2708"/>
                    <a:pt x="961" y="2708"/>
                  </a:cubicBezTo>
                  <a:cubicBezTo>
                    <a:pt x="961" y="2708"/>
                    <a:pt x="961" y="2708"/>
                    <a:pt x="961" y="2708"/>
                  </a:cubicBezTo>
                  <a:cubicBezTo>
                    <a:pt x="998" y="2708"/>
                    <a:pt x="998" y="2708"/>
                    <a:pt x="998" y="2708"/>
                  </a:cubicBezTo>
                  <a:cubicBezTo>
                    <a:pt x="998" y="2708"/>
                    <a:pt x="998" y="2708"/>
                    <a:pt x="998" y="2708"/>
                  </a:cubicBezTo>
                  <a:cubicBezTo>
                    <a:pt x="1035" y="2776"/>
                    <a:pt x="1035" y="2776"/>
                    <a:pt x="1035" y="2776"/>
                  </a:cubicBezTo>
                  <a:cubicBezTo>
                    <a:pt x="1072" y="2843"/>
                    <a:pt x="1072" y="2843"/>
                    <a:pt x="1072" y="2843"/>
                  </a:cubicBezTo>
                  <a:cubicBezTo>
                    <a:pt x="1072" y="2776"/>
                    <a:pt x="1072" y="2776"/>
                    <a:pt x="1072" y="2776"/>
                  </a:cubicBezTo>
                  <a:close/>
                  <a:moveTo>
                    <a:pt x="1331" y="1963"/>
                  </a:moveTo>
                  <a:cubicBezTo>
                    <a:pt x="1331" y="1963"/>
                    <a:pt x="1331" y="1963"/>
                    <a:pt x="1331" y="1963"/>
                  </a:cubicBezTo>
                  <a:cubicBezTo>
                    <a:pt x="1368" y="1895"/>
                    <a:pt x="1368" y="1895"/>
                    <a:pt x="1368" y="1895"/>
                  </a:cubicBezTo>
                  <a:cubicBezTo>
                    <a:pt x="1368" y="1895"/>
                    <a:pt x="1368" y="1895"/>
                    <a:pt x="1368" y="1895"/>
                  </a:cubicBezTo>
                  <a:cubicBezTo>
                    <a:pt x="1368" y="1963"/>
                    <a:pt x="1368" y="1963"/>
                    <a:pt x="1368" y="1963"/>
                  </a:cubicBezTo>
                  <a:cubicBezTo>
                    <a:pt x="1368" y="1963"/>
                    <a:pt x="1368" y="1963"/>
                    <a:pt x="1368" y="1963"/>
                  </a:cubicBezTo>
                  <a:cubicBezTo>
                    <a:pt x="1368" y="2031"/>
                    <a:pt x="1368" y="2031"/>
                    <a:pt x="1368" y="2031"/>
                  </a:cubicBezTo>
                  <a:cubicBezTo>
                    <a:pt x="1331" y="2031"/>
                    <a:pt x="1331" y="2031"/>
                    <a:pt x="1331" y="2031"/>
                  </a:cubicBezTo>
                  <a:cubicBezTo>
                    <a:pt x="1331" y="2031"/>
                    <a:pt x="1331" y="1963"/>
                    <a:pt x="1331" y="1963"/>
                  </a:cubicBezTo>
                  <a:close/>
                  <a:moveTo>
                    <a:pt x="1257" y="3047"/>
                  </a:moveTo>
                  <a:cubicBezTo>
                    <a:pt x="1257" y="3047"/>
                    <a:pt x="1257" y="3047"/>
                    <a:pt x="1257" y="3047"/>
                  </a:cubicBezTo>
                  <a:cubicBezTo>
                    <a:pt x="1294" y="3047"/>
                    <a:pt x="1294" y="3047"/>
                    <a:pt x="1294" y="3047"/>
                  </a:cubicBezTo>
                  <a:cubicBezTo>
                    <a:pt x="1294" y="3047"/>
                    <a:pt x="1294" y="3047"/>
                    <a:pt x="1294" y="3047"/>
                  </a:cubicBezTo>
                  <a:cubicBezTo>
                    <a:pt x="1294" y="2979"/>
                    <a:pt x="1294" y="2979"/>
                    <a:pt x="1294" y="2979"/>
                  </a:cubicBezTo>
                  <a:cubicBezTo>
                    <a:pt x="1294" y="2979"/>
                    <a:pt x="1294" y="2979"/>
                    <a:pt x="1294" y="2979"/>
                  </a:cubicBezTo>
                  <a:cubicBezTo>
                    <a:pt x="1331" y="2979"/>
                    <a:pt x="1331" y="2979"/>
                    <a:pt x="1331" y="2979"/>
                  </a:cubicBezTo>
                  <a:cubicBezTo>
                    <a:pt x="1331" y="2911"/>
                    <a:pt x="1331" y="2911"/>
                    <a:pt x="1331" y="2911"/>
                  </a:cubicBezTo>
                  <a:cubicBezTo>
                    <a:pt x="1368" y="2843"/>
                    <a:pt x="1368" y="2843"/>
                    <a:pt x="1368" y="2843"/>
                  </a:cubicBezTo>
                  <a:cubicBezTo>
                    <a:pt x="1331" y="2776"/>
                    <a:pt x="1331" y="2776"/>
                    <a:pt x="1331" y="2776"/>
                  </a:cubicBezTo>
                  <a:cubicBezTo>
                    <a:pt x="1331" y="2776"/>
                    <a:pt x="1331" y="2776"/>
                    <a:pt x="1331" y="2776"/>
                  </a:cubicBezTo>
                  <a:cubicBezTo>
                    <a:pt x="1331" y="2708"/>
                    <a:pt x="1331" y="2708"/>
                    <a:pt x="1331" y="2708"/>
                  </a:cubicBezTo>
                  <a:cubicBezTo>
                    <a:pt x="1331" y="2708"/>
                    <a:pt x="1331" y="2708"/>
                    <a:pt x="1331" y="2708"/>
                  </a:cubicBezTo>
                  <a:cubicBezTo>
                    <a:pt x="1368" y="2708"/>
                    <a:pt x="1368" y="2708"/>
                    <a:pt x="1368" y="2708"/>
                  </a:cubicBezTo>
                  <a:cubicBezTo>
                    <a:pt x="1442" y="2708"/>
                    <a:pt x="1442" y="2708"/>
                    <a:pt x="1442" y="2708"/>
                  </a:cubicBezTo>
                  <a:cubicBezTo>
                    <a:pt x="1442" y="2708"/>
                    <a:pt x="1442" y="2708"/>
                    <a:pt x="1442" y="2708"/>
                  </a:cubicBezTo>
                  <a:cubicBezTo>
                    <a:pt x="1442" y="2640"/>
                    <a:pt x="1442" y="2640"/>
                    <a:pt x="1442" y="2640"/>
                  </a:cubicBezTo>
                  <a:cubicBezTo>
                    <a:pt x="1442" y="2640"/>
                    <a:pt x="1442" y="2640"/>
                    <a:pt x="1442" y="2640"/>
                  </a:cubicBezTo>
                  <a:cubicBezTo>
                    <a:pt x="1405" y="2640"/>
                    <a:pt x="1405" y="2640"/>
                    <a:pt x="1405" y="2640"/>
                  </a:cubicBezTo>
                  <a:cubicBezTo>
                    <a:pt x="1405" y="2573"/>
                    <a:pt x="1405" y="2573"/>
                    <a:pt x="1405" y="2573"/>
                  </a:cubicBezTo>
                  <a:cubicBezTo>
                    <a:pt x="1405" y="2573"/>
                    <a:pt x="1405" y="2573"/>
                    <a:pt x="1405" y="2573"/>
                  </a:cubicBezTo>
                  <a:cubicBezTo>
                    <a:pt x="1405" y="2505"/>
                    <a:pt x="1405" y="2505"/>
                    <a:pt x="1405" y="2505"/>
                  </a:cubicBezTo>
                  <a:cubicBezTo>
                    <a:pt x="1405" y="2505"/>
                    <a:pt x="1405" y="2505"/>
                    <a:pt x="1405" y="2505"/>
                  </a:cubicBezTo>
                  <a:cubicBezTo>
                    <a:pt x="1405" y="2505"/>
                    <a:pt x="1405" y="2505"/>
                    <a:pt x="1405" y="2505"/>
                  </a:cubicBezTo>
                  <a:cubicBezTo>
                    <a:pt x="1442" y="2505"/>
                    <a:pt x="1442" y="2505"/>
                    <a:pt x="1442" y="2505"/>
                  </a:cubicBezTo>
                  <a:cubicBezTo>
                    <a:pt x="1442" y="2573"/>
                    <a:pt x="1442" y="2573"/>
                    <a:pt x="1442" y="2573"/>
                  </a:cubicBezTo>
                  <a:cubicBezTo>
                    <a:pt x="1479" y="2505"/>
                    <a:pt x="1479" y="2505"/>
                    <a:pt x="1479" y="2505"/>
                  </a:cubicBezTo>
                  <a:cubicBezTo>
                    <a:pt x="1479" y="2505"/>
                    <a:pt x="1479" y="2505"/>
                    <a:pt x="1479" y="2505"/>
                  </a:cubicBezTo>
                  <a:cubicBezTo>
                    <a:pt x="1516" y="2437"/>
                    <a:pt x="1516" y="2437"/>
                    <a:pt x="1516" y="2437"/>
                  </a:cubicBezTo>
                  <a:cubicBezTo>
                    <a:pt x="1516" y="2437"/>
                    <a:pt x="1516" y="2437"/>
                    <a:pt x="1516" y="2437"/>
                  </a:cubicBezTo>
                  <a:cubicBezTo>
                    <a:pt x="1516" y="2369"/>
                    <a:pt x="1516" y="2369"/>
                    <a:pt x="1516" y="2369"/>
                  </a:cubicBezTo>
                  <a:cubicBezTo>
                    <a:pt x="1516" y="2369"/>
                    <a:pt x="1516" y="2369"/>
                    <a:pt x="1516" y="2369"/>
                  </a:cubicBezTo>
                  <a:cubicBezTo>
                    <a:pt x="1479" y="2302"/>
                    <a:pt x="1479" y="2302"/>
                    <a:pt x="1479" y="2302"/>
                  </a:cubicBezTo>
                  <a:cubicBezTo>
                    <a:pt x="1479" y="2302"/>
                    <a:pt x="1479" y="2302"/>
                    <a:pt x="1479" y="2302"/>
                  </a:cubicBezTo>
                  <a:cubicBezTo>
                    <a:pt x="1442" y="2234"/>
                    <a:pt x="1442" y="2234"/>
                    <a:pt x="1442" y="2234"/>
                  </a:cubicBezTo>
                  <a:cubicBezTo>
                    <a:pt x="1405" y="2302"/>
                    <a:pt x="1405" y="2302"/>
                    <a:pt x="1405" y="2302"/>
                  </a:cubicBezTo>
                  <a:cubicBezTo>
                    <a:pt x="1405" y="2369"/>
                    <a:pt x="1405" y="2369"/>
                    <a:pt x="1405" y="2369"/>
                  </a:cubicBezTo>
                  <a:cubicBezTo>
                    <a:pt x="1368" y="2369"/>
                    <a:pt x="1368" y="2369"/>
                    <a:pt x="1368" y="2369"/>
                  </a:cubicBezTo>
                  <a:cubicBezTo>
                    <a:pt x="1368" y="2369"/>
                    <a:pt x="1368" y="2369"/>
                    <a:pt x="1368" y="2369"/>
                  </a:cubicBezTo>
                  <a:cubicBezTo>
                    <a:pt x="1368" y="2302"/>
                    <a:pt x="1368" y="2302"/>
                    <a:pt x="1368" y="2302"/>
                  </a:cubicBezTo>
                  <a:cubicBezTo>
                    <a:pt x="1405" y="2234"/>
                    <a:pt x="1405" y="2234"/>
                    <a:pt x="1405" y="2234"/>
                  </a:cubicBezTo>
                  <a:cubicBezTo>
                    <a:pt x="1405" y="2166"/>
                    <a:pt x="1405" y="2166"/>
                    <a:pt x="1405" y="2166"/>
                  </a:cubicBezTo>
                  <a:cubicBezTo>
                    <a:pt x="1405" y="2099"/>
                    <a:pt x="1405" y="2099"/>
                    <a:pt x="1405" y="2099"/>
                  </a:cubicBezTo>
                  <a:cubicBezTo>
                    <a:pt x="1405" y="2099"/>
                    <a:pt x="1405" y="2099"/>
                    <a:pt x="1405" y="2099"/>
                  </a:cubicBezTo>
                  <a:cubicBezTo>
                    <a:pt x="1368" y="2166"/>
                    <a:pt x="1368" y="2166"/>
                    <a:pt x="1368" y="2166"/>
                  </a:cubicBezTo>
                  <a:cubicBezTo>
                    <a:pt x="1368" y="2234"/>
                    <a:pt x="1368" y="2234"/>
                    <a:pt x="1368" y="2234"/>
                  </a:cubicBezTo>
                  <a:cubicBezTo>
                    <a:pt x="1331" y="2234"/>
                    <a:pt x="1331" y="2234"/>
                    <a:pt x="1331" y="2234"/>
                  </a:cubicBezTo>
                  <a:cubicBezTo>
                    <a:pt x="1331" y="2234"/>
                    <a:pt x="1331" y="2234"/>
                    <a:pt x="1331" y="2234"/>
                  </a:cubicBezTo>
                  <a:cubicBezTo>
                    <a:pt x="1368" y="2166"/>
                    <a:pt x="1368" y="2166"/>
                    <a:pt x="1368" y="2166"/>
                  </a:cubicBezTo>
                  <a:cubicBezTo>
                    <a:pt x="1331" y="2166"/>
                    <a:pt x="1331" y="2166"/>
                    <a:pt x="1331" y="2166"/>
                  </a:cubicBezTo>
                  <a:cubicBezTo>
                    <a:pt x="1331" y="2166"/>
                    <a:pt x="1331" y="2166"/>
                    <a:pt x="1331" y="2166"/>
                  </a:cubicBezTo>
                  <a:cubicBezTo>
                    <a:pt x="1331" y="2234"/>
                    <a:pt x="1331" y="2234"/>
                    <a:pt x="1331" y="2234"/>
                  </a:cubicBezTo>
                  <a:cubicBezTo>
                    <a:pt x="1294" y="2234"/>
                    <a:pt x="1294" y="2234"/>
                    <a:pt x="1294" y="2234"/>
                  </a:cubicBezTo>
                  <a:cubicBezTo>
                    <a:pt x="1294" y="2302"/>
                    <a:pt x="1294" y="2302"/>
                    <a:pt x="1294" y="2302"/>
                  </a:cubicBezTo>
                  <a:cubicBezTo>
                    <a:pt x="1294" y="2302"/>
                    <a:pt x="1294" y="2302"/>
                    <a:pt x="1294" y="2302"/>
                  </a:cubicBezTo>
                  <a:cubicBezTo>
                    <a:pt x="1331" y="2302"/>
                    <a:pt x="1331" y="2302"/>
                    <a:pt x="1331" y="2302"/>
                  </a:cubicBezTo>
                  <a:cubicBezTo>
                    <a:pt x="1331" y="2302"/>
                    <a:pt x="1331" y="2302"/>
                    <a:pt x="1331" y="2302"/>
                  </a:cubicBezTo>
                  <a:cubicBezTo>
                    <a:pt x="1331" y="2369"/>
                    <a:pt x="1331" y="2369"/>
                    <a:pt x="1331" y="2369"/>
                  </a:cubicBezTo>
                  <a:cubicBezTo>
                    <a:pt x="1331" y="2369"/>
                    <a:pt x="1331" y="2369"/>
                    <a:pt x="1331" y="2369"/>
                  </a:cubicBezTo>
                  <a:cubicBezTo>
                    <a:pt x="1294" y="2437"/>
                    <a:pt x="1294" y="2437"/>
                    <a:pt x="1294" y="2437"/>
                  </a:cubicBezTo>
                  <a:cubicBezTo>
                    <a:pt x="1294" y="2437"/>
                    <a:pt x="1294" y="2437"/>
                    <a:pt x="1294" y="2437"/>
                  </a:cubicBezTo>
                  <a:cubicBezTo>
                    <a:pt x="1294" y="2505"/>
                    <a:pt x="1294" y="2505"/>
                    <a:pt x="1294" y="2505"/>
                  </a:cubicBezTo>
                  <a:cubicBezTo>
                    <a:pt x="1257" y="2505"/>
                    <a:pt x="1257" y="2505"/>
                    <a:pt x="1257" y="2505"/>
                  </a:cubicBezTo>
                  <a:cubicBezTo>
                    <a:pt x="1257" y="2573"/>
                    <a:pt x="1257" y="2573"/>
                    <a:pt x="1257" y="2573"/>
                  </a:cubicBezTo>
                  <a:cubicBezTo>
                    <a:pt x="1220" y="2573"/>
                    <a:pt x="1220" y="2573"/>
                    <a:pt x="1220" y="2573"/>
                  </a:cubicBezTo>
                  <a:cubicBezTo>
                    <a:pt x="1183" y="2573"/>
                    <a:pt x="1183" y="2573"/>
                    <a:pt x="1183" y="2573"/>
                  </a:cubicBezTo>
                  <a:cubicBezTo>
                    <a:pt x="1146" y="2573"/>
                    <a:pt x="1146" y="2573"/>
                    <a:pt x="1146" y="2573"/>
                  </a:cubicBezTo>
                  <a:cubicBezTo>
                    <a:pt x="1109" y="2573"/>
                    <a:pt x="1109" y="2573"/>
                    <a:pt x="1109" y="2573"/>
                  </a:cubicBezTo>
                  <a:cubicBezTo>
                    <a:pt x="1109" y="2505"/>
                    <a:pt x="1109" y="2505"/>
                    <a:pt x="1109" y="2505"/>
                  </a:cubicBezTo>
                  <a:cubicBezTo>
                    <a:pt x="1072" y="2573"/>
                    <a:pt x="1072" y="2573"/>
                    <a:pt x="1072" y="2573"/>
                  </a:cubicBezTo>
                  <a:cubicBezTo>
                    <a:pt x="1072" y="2573"/>
                    <a:pt x="1072" y="2573"/>
                    <a:pt x="1072" y="2573"/>
                  </a:cubicBezTo>
                  <a:cubicBezTo>
                    <a:pt x="1072" y="2640"/>
                    <a:pt x="1072" y="2640"/>
                    <a:pt x="1072" y="2640"/>
                  </a:cubicBezTo>
                  <a:cubicBezTo>
                    <a:pt x="1072" y="2640"/>
                    <a:pt x="1072" y="2640"/>
                    <a:pt x="1072" y="2640"/>
                  </a:cubicBezTo>
                  <a:cubicBezTo>
                    <a:pt x="1109" y="2640"/>
                    <a:pt x="1109" y="2640"/>
                    <a:pt x="1109" y="2640"/>
                  </a:cubicBezTo>
                  <a:cubicBezTo>
                    <a:pt x="1146" y="2640"/>
                    <a:pt x="1146" y="2640"/>
                    <a:pt x="1146" y="2640"/>
                  </a:cubicBezTo>
                  <a:cubicBezTo>
                    <a:pt x="1146" y="2640"/>
                    <a:pt x="1146" y="2640"/>
                    <a:pt x="1146" y="2640"/>
                  </a:cubicBezTo>
                  <a:cubicBezTo>
                    <a:pt x="1146" y="2708"/>
                    <a:pt x="1146" y="2708"/>
                    <a:pt x="1146" y="2708"/>
                  </a:cubicBezTo>
                  <a:cubicBezTo>
                    <a:pt x="1183" y="2708"/>
                    <a:pt x="1183" y="2708"/>
                    <a:pt x="1183" y="2708"/>
                  </a:cubicBezTo>
                  <a:cubicBezTo>
                    <a:pt x="1183" y="2776"/>
                    <a:pt x="1183" y="2776"/>
                    <a:pt x="1183" y="2776"/>
                  </a:cubicBezTo>
                  <a:cubicBezTo>
                    <a:pt x="1183" y="2776"/>
                    <a:pt x="1183" y="2776"/>
                    <a:pt x="1183" y="2776"/>
                  </a:cubicBezTo>
                  <a:cubicBezTo>
                    <a:pt x="1146" y="2776"/>
                    <a:pt x="1146" y="2776"/>
                    <a:pt x="1146" y="2776"/>
                  </a:cubicBezTo>
                  <a:cubicBezTo>
                    <a:pt x="1109" y="2776"/>
                    <a:pt x="1109" y="2776"/>
                    <a:pt x="1109" y="2776"/>
                  </a:cubicBezTo>
                  <a:cubicBezTo>
                    <a:pt x="1109" y="2911"/>
                    <a:pt x="1109" y="2911"/>
                    <a:pt x="1109" y="2911"/>
                  </a:cubicBezTo>
                  <a:cubicBezTo>
                    <a:pt x="1146" y="2979"/>
                    <a:pt x="1146" y="2979"/>
                    <a:pt x="1146" y="2979"/>
                  </a:cubicBezTo>
                  <a:cubicBezTo>
                    <a:pt x="1146" y="2979"/>
                    <a:pt x="1146" y="2979"/>
                    <a:pt x="1146" y="2979"/>
                  </a:cubicBezTo>
                  <a:cubicBezTo>
                    <a:pt x="1146" y="3047"/>
                    <a:pt x="1146" y="3047"/>
                    <a:pt x="1146" y="3047"/>
                  </a:cubicBezTo>
                  <a:cubicBezTo>
                    <a:pt x="1146" y="3047"/>
                    <a:pt x="1146" y="3047"/>
                    <a:pt x="1146" y="3047"/>
                  </a:cubicBezTo>
                  <a:cubicBezTo>
                    <a:pt x="1183" y="3047"/>
                    <a:pt x="1183" y="3047"/>
                    <a:pt x="1183" y="3047"/>
                  </a:cubicBezTo>
                  <a:cubicBezTo>
                    <a:pt x="1220" y="2979"/>
                    <a:pt x="1220" y="2979"/>
                    <a:pt x="1220" y="2979"/>
                  </a:cubicBezTo>
                  <a:cubicBezTo>
                    <a:pt x="1220" y="2911"/>
                    <a:pt x="1220" y="2911"/>
                    <a:pt x="1220" y="2911"/>
                  </a:cubicBezTo>
                  <a:cubicBezTo>
                    <a:pt x="1220" y="2911"/>
                    <a:pt x="1220" y="2911"/>
                    <a:pt x="1220" y="2911"/>
                  </a:cubicBezTo>
                  <a:cubicBezTo>
                    <a:pt x="1257" y="2979"/>
                    <a:pt x="1257" y="2979"/>
                    <a:pt x="1257" y="2979"/>
                  </a:cubicBezTo>
                  <a:cubicBezTo>
                    <a:pt x="1257" y="3047"/>
                    <a:pt x="1257" y="3047"/>
                    <a:pt x="1257" y="3047"/>
                  </a:cubicBezTo>
                  <a:close/>
                  <a:moveTo>
                    <a:pt x="1479" y="2979"/>
                  </a:moveTo>
                  <a:cubicBezTo>
                    <a:pt x="1479" y="2911"/>
                    <a:pt x="1479" y="2911"/>
                    <a:pt x="1479" y="2911"/>
                  </a:cubicBezTo>
                  <a:cubicBezTo>
                    <a:pt x="1479" y="2911"/>
                    <a:pt x="1479" y="2911"/>
                    <a:pt x="1479" y="2911"/>
                  </a:cubicBezTo>
                  <a:cubicBezTo>
                    <a:pt x="1479" y="2843"/>
                    <a:pt x="1479" y="2843"/>
                    <a:pt x="1479" y="2843"/>
                  </a:cubicBezTo>
                  <a:cubicBezTo>
                    <a:pt x="1442" y="2843"/>
                    <a:pt x="1442" y="2843"/>
                    <a:pt x="1442" y="2843"/>
                  </a:cubicBezTo>
                  <a:cubicBezTo>
                    <a:pt x="1405" y="2776"/>
                    <a:pt x="1405" y="2776"/>
                    <a:pt x="1405" y="2776"/>
                  </a:cubicBezTo>
                  <a:cubicBezTo>
                    <a:pt x="1405" y="2843"/>
                    <a:pt x="1405" y="2843"/>
                    <a:pt x="1405" y="2843"/>
                  </a:cubicBezTo>
                  <a:cubicBezTo>
                    <a:pt x="1405" y="2911"/>
                    <a:pt x="1405" y="2911"/>
                    <a:pt x="1405" y="2911"/>
                  </a:cubicBezTo>
                  <a:cubicBezTo>
                    <a:pt x="1405" y="2911"/>
                    <a:pt x="1405" y="2911"/>
                    <a:pt x="1405" y="2911"/>
                  </a:cubicBezTo>
                  <a:cubicBezTo>
                    <a:pt x="1479" y="2979"/>
                    <a:pt x="1479" y="2979"/>
                    <a:pt x="1479" y="2979"/>
                  </a:cubicBezTo>
                  <a:close/>
                  <a:moveTo>
                    <a:pt x="1516" y="3114"/>
                  </a:moveTo>
                  <a:cubicBezTo>
                    <a:pt x="1516" y="3114"/>
                    <a:pt x="1553" y="3114"/>
                    <a:pt x="1553" y="3114"/>
                  </a:cubicBezTo>
                  <a:cubicBezTo>
                    <a:pt x="1553" y="3114"/>
                    <a:pt x="1553" y="3114"/>
                    <a:pt x="1553" y="3114"/>
                  </a:cubicBezTo>
                  <a:cubicBezTo>
                    <a:pt x="1627" y="3114"/>
                    <a:pt x="1627" y="3114"/>
                    <a:pt x="1627" y="3114"/>
                  </a:cubicBezTo>
                  <a:cubicBezTo>
                    <a:pt x="1627" y="3047"/>
                    <a:pt x="1627" y="3047"/>
                    <a:pt x="1627" y="3047"/>
                  </a:cubicBezTo>
                  <a:cubicBezTo>
                    <a:pt x="1627" y="3047"/>
                    <a:pt x="1627" y="3047"/>
                    <a:pt x="1627" y="3047"/>
                  </a:cubicBezTo>
                  <a:cubicBezTo>
                    <a:pt x="1590" y="2979"/>
                    <a:pt x="1590" y="2979"/>
                    <a:pt x="1590" y="2979"/>
                  </a:cubicBezTo>
                  <a:cubicBezTo>
                    <a:pt x="1590" y="2979"/>
                    <a:pt x="1590" y="2979"/>
                    <a:pt x="1590" y="2979"/>
                  </a:cubicBezTo>
                  <a:cubicBezTo>
                    <a:pt x="1553" y="2843"/>
                    <a:pt x="1553" y="2843"/>
                    <a:pt x="1553" y="2843"/>
                  </a:cubicBezTo>
                  <a:cubicBezTo>
                    <a:pt x="1553" y="2911"/>
                    <a:pt x="1553" y="2911"/>
                    <a:pt x="1553" y="2911"/>
                  </a:cubicBezTo>
                  <a:cubicBezTo>
                    <a:pt x="1553" y="2979"/>
                    <a:pt x="1553" y="2979"/>
                    <a:pt x="1553" y="2979"/>
                  </a:cubicBezTo>
                  <a:cubicBezTo>
                    <a:pt x="1516" y="3047"/>
                    <a:pt x="1516" y="3047"/>
                    <a:pt x="1516" y="3047"/>
                  </a:cubicBezTo>
                  <a:cubicBezTo>
                    <a:pt x="1479" y="3047"/>
                    <a:pt x="1479" y="3047"/>
                    <a:pt x="1479" y="3047"/>
                  </a:cubicBezTo>
                  <a:cubicBezTo>
                    <a:pt x="1479" y="3047"/>
                    <a:pt x="1479" y="3047"/>
                    <a:pt x="1479" y="3047"/>
                  </a:cubicBezTo>
                  <a:cubicBezTo>
                    <a:pt x="1516" y="3047"/>
                    <a:pt x="1516" y="3047"/>
                    <a:pt x="1516" y="3047"/>
                  </a:cubicBezTo>
                  <a:cubicBezTo>
                    <a:pt x="1516" y="3114"/>
                    <a:pt x="1516" y="3114"/>
                    <a:pt x="1516" y="3114"/>
                  </a:cubicBezTo>
                  <a:close/>
                  <a:moveTo>
                    <a:pt x="1923" y="1218"/>
                  </a:moveTo>
                  <a:cubicBezTo>
                    <a:pt x="1960" y="1151"/>
                    <a:pt x="1960" y="1151"/>
                    <a:pt x="1960" y="1151"/>
                  </a:cubicBezTo>
                  <a:cubicBezTo>
                    <a:pt x="1997" y="1151"/>
                    <a:pt x="1997" y="1151"/>
                    <a:pt x="1997" y="1151"/>
                  </a:cubicBezTo>
                  <a:cubicBezTo>
                    <a:pt x="1997" y="1151"/>
                    <a:pt x="1997" y="1151"/>
                    <a:pt x="1997" y="1151"/>
                  </a:cubicBezTo>
                  <a:cubicBezTo>
                    <a:pt x="2034" y="1083"/>
                    <a:pt x="2034" y="1083"/>
                    <a:pt x="2034" y="1083"/>
                  </a:cubicBezTo>
                  <a:cubicBezTo>
                    <a:pt x="1997" y="1083"/>
                    <a:pt x="1997" y="1083"/>
                    <a:pt x="1997" y="1083"/>
                  </a:cubicBezTo>
                  <a:cubicBezTo>
                    <a:pt x="1997" y="1015"/>
                    <a:pt x="1997" y="1015"/>
                    <a:pt x="1997" y="1015"/>
                  </a:cubicBezTo>
                  <a:cubicBezTo>
                    <a:pt x="1997" y="1015"/>
                    <a:pt x="1997" y="1015"/>
                    <a:pt x="1997" y="1015"/>
                  </a:cubicBezTo>
                  <a:cubicBezTo>
                    <a:pt x="1960" y="1015"/>
                    <a:pt x="1960" y="1015"/>
                    <a:pt x="1960" y="1015"/>
                  </a:cubicBezTo>
                  <a:cubicBezTo>
                    <a:pt x="1923" y="1015"/>
                    <a:pt x="1923" y="1015"/>
                    <a:pt x="1923" y="1015"/>
                  </a:cubicBezTo>
                  <a:cubicBezTo>
                    <a:pt x="1886" y="1083"/>
                    <a:pt x="1886" y="1083"/>
                    <a:pt x="1886" y="1083"/>
                  </a:cubicBezTo>
                  <a:cubicBezTo>
                    <a:pt x="1886" y="1083"/>
                    <a:pt x="1886" y="1083"/>
                    <a:pt x="1886" y="1083"/>
                  </a:cubicBezTo>
                  <a:cubicBezTo>
                    <a:pt x="1923" y="1151"/>
                    <a:pt x="1923" y="1151"/>
                    <a:pt x="1923" y="1151"/>
                  </a:cubicBezTo>
                  <a:cubicBezTo>
                    <a:pt x="1923" y="1151"/>
                    <a:pt x="1923" y="1151"/>
                    <a:pt x="1923" y="1151"/>
                  </a:cubicBezTo>
                  <a:cubicBezTo>
                    <a:pt x="1923" y="1151"/>
                    <a:pt x="1923" y="1218"/>
                    <a:pt x="1923" y="1218"/>
                  </a:cubicBezTo>
                  <a:close/>
                  <a:moveTo>
                    <a:pt x="1960" y="1286"/>
                  </a:moveTo>
                  <a:cubicBezTo>
                    <a:pt x="1960" y="1286"/>
                    <a:pt x="1960" y="1286"/>
                    <a:pt x="1960" y="1286"/>
                  </a:cubicBezTo>
                  <a:cubicBezTo>
                    <a:pt x="1997" y="1218"/>
                    <a:pt x="1997" y="1218"/>
                    <a:pt x="1997" y="1218"/>
                  </a:cubicBezTo>
                  <a:cubicBezTo>
                    <a:pt x="1997" y="1286"/>
                    <a:pt x="1997" y="1286"/>
                    <a:pt x="1997" y="1286"/>
                  </a:cubicBezTo>
                  <a:cubicBezTo>
                    <a:pt x="1960" y="1286"/>
                    <a:pt x="1960" y="1286"/>
                    <a:pt x="1960" y="1286"/>
                  </a:cubicBezTo>
                  <a:close/>
                  <a:moveTo>
                    <a:pt x="1997" y="1489"/>
                  </a:moveTo>
                  <a:cubicBezTo>
                    <a:pt x="1997" y="1421"/>
                    <a:pt x="1997" y="1421"/>
                    <a:pt x="1997" y="1421"/>
                  </a:cubicBezTo>
                  <a:cubicBezTo>
                    <a:pt x="1997" y="1421"/>
                    <a:pt x="1997" y="1421"/>
                    <a:pt x="1997" y="1421"/>
                  </a:cubicBezTo>
                  <a:cubicBezTo>
                    <a:pt x="2034" y="1354"/>
                    <a:pt x="2034" y="1354"/>
                    <a:pt x="2034" y="1354"/>
                  </a:cubicBezTo>
                  <a:cubicBezTo>
                    <a:pt x="1997" y="1354"/>
                    <a:pt x="1997" y="1354"/>
                    <a:pt x="1997" y="1354"/>
                  </a:cubicBezTo>
                  <a:cubicBezTo>
                    <a:pt x="1997" y="1354"/>
                    <a:pt x="1997" y="1354"/>
                    <a:pt x="1997" y="1354"/>
                  </a:cubicBezTo>
                  <a:cubicBezTo>
                    <a:pt x="1960" y="1354"/>
                    <a:pt x="1960" y="1354"/>
                    <a:pt x="1960" y="1354"/>
                  </a:cubicBezTo>
                  <a:cubicBezTo>
                    <a:pt x="1960" y="1354"/>
                    <a:pt x="1960" y="1354"/>
                    <a:pt x="1960" y="1354"/>
                  </a:cubicBezTo>
                  <a:cubicBezTo>
                    <a:pt x="1923" y="1354"/>
                    <a:pt x="1923" y="1354"/>
                    <a:pt x="1923" y="1354"/>
                  </a:cubicBezTo>
                  <a:cubicBezTo>
                    <a:pt x="1886" y="1354"/>
                    <a:pt x="1886" y="1354"/>
                    <a:pt x="1886" y="1354"/>
                  </a:cubicBezTo>
                  <a:cubicBezTo>
                    <a:pt x="1849" y="1421"/>
                    <a:pt x="1849" y="1421"/>
                    <a:pt x="1849" y="1421"/>
                  </a:cubicBezTo>
                  <a:cubicBezTo>
                    <a:pt x="1849" y="1421"/>
                    <a:pt x="1849" y="1421"/>
                    <a:pt x="1849" y="1421"/>
                  </a:cubicBezTo>
                  <a:cubicBezTo>
                    <a:pt x="1849" y="1489"/>
                    <a:pt x="1849" y="1489"/>
                    <a:pt x="1849" y="1489"/>
                  </a:cubicBezTo>
                  <a:cubicBezTo>
                    <a:pt x="1886" y="1489"/>
                    <a:pt x="1886" y="1489"/>
                    <a:pt x="1886" y="1489"/>
                  </a:cubicBezTo>
                  <a:cubicBezTo>
                    <a:pt x="1923" y="1489"/>
                    <a:pt x="1923" y="1489"/>
                    <a:pt x="1923" y="1489"/>
                  </a:cubicBezTo>
                  <a:cubicBezTo>
                    <a:pt x="1960" y="1489"/>
                    <a:pt x="1960" y="1489"/>
                    <a:pt x="1960" y="1489"/>
                  </a:cubicBezTo>
                  <a:cubicBezTo>
                    <a:pt x="1960" y="1489"/>
                    <a:pt x="1960" y="1489"/>
                    <a:pt x="1960" y="1489"/>
                  </a:cubicBezTo>
                  <a:cubicBezTo>
                    <a:pt x="1997" y="1489"/>
                    <a:pt x="1997" y="1489"/>
                    <a:pt x="1997" y="1489"/>
                  </a:cubicBezTo>
                  <a:close/>
                  <a:moveTo>
                    <a:pt x="2071" y="1489"/>
                  </a:moveTo>
                  <a:cubicBezTo>
                    <a:pt x="2034" y="1421"/>
                    <a:pt x="2034" y="1421"/>
                    <a:pt x="2034" y="1421"/>
                  </a:cubicBezTo>
                  <a:cubicBezTo>
                    <a:pt x="2071" y="1354"/>
                    <a:pt x="2071" y="1354"/>
                    <a:pt x="2071" y="1354"/>
                  </a:cubicBezTo>
                  <a:cubicBezTo>
                    <a:pt x="2071" y="1354"/>
                    <a:pt x="2071" y="1354"/>
                    <a:pt x="2071" y="1354"/>
                  </a:cubicBezTo>
                  <a:cubicBezTo>
                    <a:pt x="2108" y="1421"/>
                    <a:pt x="2108" y="1421"/>
                    <a:pt x="2108" y="1421"/>
                  </a:cubicBezTo>
                  <a:cubicBezTo>
                    <a:pt x="2108" y="1421"/>
                    <a:pt x="2108" y="1421"/>
                    <a:pt x="2108" y="1421"/>
                  </a:cubicBezTo>
                  <a:cubicBezTo>
                    <a:pt x="2108" y="1489"/>
                    <a:pt x="2108" y="1489"/>
                    <a:pt x="2108" y="1489"/>
                  </a:cubicBezTo>
                  <a:cubicBezTo>
                    <a:pt x="2071" y="1489"/>
                    <a:pt x="2071" y="1489"/>
                    <a:pt x="2071" y="1489"/>
                  </a:cubicBezTo>
                  <a:cubicBezTo>
                    <a:pt x="2071" y="1489"/>
                    <a:pt x="2071" y="1489"/>
                    <a:pt x="2071" y="1489"/>
                  </a:cubicBezTo>
                  <a:close/>
                  <a:moveTo>
                    <a:pt x="1923" y="1760"/>
                  </a:moveTo>
                  <a:cubicBezTo>
                    <a:pt x="1960" y="1692"/>
                    <a:pt x="1960" y="1692"/>
                    <a:pt x="1960" y="1692"/>
                  </a:cubicBezTo>
                  <a:cubicBezTo>
                    <a:pt x="1960" y="1625"/>
                    <a:pt x="1960" y="1625"/>
                    <a:pt x="1960" y="1625"/>
                  </a:cubicBezTo>
                  <a:cubicBezTo>
                    <a:pt x="1997" y="1557"/>
                    <a:pt x="1997" y="1557"/>
                    <a:pt x="1997" y="1557"/>
                  </a:cubicBezTo>
                  <a:cubicBezTo>
                    <a:pt x="1997" y="1557"/>
                    <a:pt x="1997" y="1557"/>
                    <a:pt x="1997" y="1557"/>
                  </a:cubicBezTo>
                  <a:cubicBezTo>
                    <a:pt x="1997" y="1489"/>
                    <a:pt x="1997" y="1489"/>
                    <a:pt x="1997" y="1489"/>
                  </a:cubicBezTo>
                  <a:cubicBezTo>
                    <a:pt x="1960" y="1557"/>
                    <a:pt x="1960" y="1557"/>
                    <a:pt x="1960" y="1557"/>
                  </a:cubicBezTo>
                  <a:cubicBezTo>
                    <a:pt x="1923" y="1557"/>
                    <a:pt x="1923" y="1557"/>
                    <a:pt x="1923" y="1557"/>
                  </a:cubicBezTo>
                  <a:cubicBezTo>
                    <a:pt x="1886" y="1557"/>
                    <a:pt x="1886" y="1557"/>
                    <a:pt x="1886" y="1557"/>
                  </a:cubicBezTo>
                  <a:cubicBezTo>
                    <a:pt x="1849" y="1557"/>
                    <a:pt x="1849" y="1557"/>
                    <a:pt x="1849" y="1557"/>
                  </a:cubicBezTo>
                  <a:cubicBezTo>
                    <a:pt x="1849" y="1625"/>
                    <a:pt x="1849" y="1625"/>
                    <a:pt x="1849" y="1625"/>
                  </a:cubicBezTo>
                  <a:cubicBezTo>
                    <a:pt x="1849" y="1625"/>
                    <a:pt x="1849" y="1625"/>
                    <a:pt x="1849" y="1625"/>
                  </a:cubicBezTo>
                  <a:cubicBezTo>
                    <a:pt x="1886" y="1625"/>
                    <a:pt x="1886" y="1625"/>
                    <a:pt x="1886" y="1625"/>
                  </a:cubicBezTo>
                  <a:cubicBezTo>
                    <a:pt x="1886" y="1692"/>
                    <a:pt x="1886" y="1692"/>
                    <a:pt x="1886" y="1692"/>
                  </a:cubicBezTo>
                  <a:cubicBezTo>
                    <a:pt x="1886" y="1692"/>
                    <a:pt x="1886" y="1692"/>
                    <a:pt x="1886" y="1692"/>
                  </a:cubicBezTo>
                  <a:cubicBezTo>
                    <a:pt x="1849" y="1692"/>
                    <a:pt x="1849" y="1692"/>
                    <a:pt x="1849" y="1692"/>
                  </a:cubicBezTo>
                  <a:cubicBezTo>
                    <a:pt x="1812" y="1760"/>
                    <a:pt x="1812" y="1760"/>
                    <a:pt x="1812" y="1760"/>
                  </a:cubicBezTo>
                  <a:cubicBezTo>
                    <a:pt x="1812" y="1760"/>
                    <a:pt x="1812" y="1760"/>
                    <a:pt x="1812" y="1760"/>
                  </a:cubicBezTo>
                  <a:cubicBezTo>
                    <a:pt x="1812" y="1828"/>
                    <a:pt x="1812" y="1828"/>
                    <a:pt x="1812" y="1828"/>
                  </a:cubicBezTo>
                  <a:cubicBezTo>
                    <a:pt x="1849" y="1828"/>
                    <a:pt x="1849" y="1828"/>
                    <a:pt x="1849" y="1828"/>
                  </a:cubicBezTo>
                  <a:cubicBezTo>
                    <a:pt x="1886" y="1760"/>
                    <a:pt x="1886" y="1760"/>
                    <a:pt x="1886" y="1760"/>
                  </a:cubicBezTo>
                  <a:cubicBezTo>
                    <a:pt x="1886" y="1760"/>
                    <a:pt x="1923" y="1760"/>
                    <a:pt x="1923" y="1760"/>
                  </a:cubicBezTo>
                  <a:close/>
                  <a:moveTo>
                    <a:pt x="2034" y="1760"/>
                  </a:moveTo>
                  <a:cubicBezTo>
                    <a:pt x="1997" y="1760"/>
                    <a:pt x="1997" y="1760"/>
                    <a:pt x="1997" y="1760"/>
                  </a:cubicBezTo>
                  <a:cubicBezTo>
                    <a:pt x="1960" y="1760"/>
                    <a:pt x="1960" y="1760"/>
                    <a:pt x="1960" y="1760"/>
                  </a:cubicBezTo>
                  <a:cubicBezTo>
                    <a:pt x="1960" y="1760"/>
                    <a:pt x="1960" y="1760"/>
                    <a:pt x="1960" y="1760"/>
                  </a:cubicBezTo>
                  <a:cubicBezTo>
                    <a:pt x="1960" y="1692"/>
                    <a:pt x="1960" y="1692"/>
                    <a:pt x="1960" y="1692"/>
                  </a:cubicBezTo>
                  <a:cubicBezTo>
                    <a:pt x="1997" y="1692"/>
                    <a:pt x="1997" y="1692"/>
                    <a:pt x="1997" y="1692"/>
                  </a:cubicBezTo>
                  <a:cubicBezTo>
                    <a:pt x="1997" y="1625"/>
                    <a:pt x="1997" y="1625"/>
                    <a:pt x="1997" y="1625"/>
                  </a:cubicBezTo>
                  <a:cubicBezTo>
                    <a:pt x="2034" y="1692"/>
                    <a:pt x="2034" y="1692"/>
                    <a:pt x="2034" y="1692"/>
                  </a:cubicBezTo>
                  <a:cubicBezTo>
                    <a:pt x="2034" y="1692"/>
                    <a:pt x="2034" y="1692"/>
                    <a:pt x="2034" y="1692"/>
                  </a:cubicBezTo>
                  <a:cubicBezTo>
                    <a:pt x="2034" y="1760"/>
                    <a:pt x="2034" y="1760"/>
                    <a:pt x="2034" y="1760"/>
                  </a:cubicBezTo>
                  <a:close/>
                  <a:moveTo>
                    <a:pt x="2108" y="1895"/>
                  </a:moveTo>
                  <a:cubicBezTo>
                    <a:pt x="2071" y="1828"/>
                    <a:pt x="2071" y="1828"/>
                    <a:pt x="2071" y="1828"/>
                  </a:cubicBezTo>
                  <a:cubicBezTo>
                    <a:pt x="2071" y="1760"/>
                    <a:pt x="2071" y="1760"/>
                    <a:pt x="2071" y="1760"/>
                  </a:cubicBezTo>
                  <a:cubicBezTo>
                    <a:pt x="2071" y="1760"/>
                    <a:pt x="2071" y="1760"/>
                    <a:pt x="2071" y="1760"/>
                  </a:cubicBezTo>
                  <a:cubicBezTo>
                    <a:pt x="2071" y="1760"/>
                    <a:pt x="2071" y="1760"/>
                    <a:pt x="2071" y="1760"/>
                  </a:cubicBezTo>
                  <a:cubicBezTo>
                    <a:pt x="2108" y="1760"/>
                    <a:pt x="2108" y="1760"/>
                    <a:pt x="2108" y="1760"/>
                  </a:cubicBezTo>
                  <a:cubicBezTo>
                    <a:pt x="2145" y="1760"/>
                    <a:pt x="2145" y="1760"/>
                    <a:pt x="2145" y="1760"/>
                  </a:cubicBezTo>
                  <a:cubicBezTo>
                    <a:pt x="2145" y="1828"/>
                    <a:pt x="2145" y="1828"/>
                    <a:pt x="2145" y="1828"/>
                  </a:cubicBezTo>
                  <a:cubicBezTo>
                    <a:pt x="2145" y="1828"/>
                    <a:pt x="2145" y="1828"/>
                    <a:pt x="2145" y="1828"/>
                  </a:cubicBezTo>
                  <a:cubicBezTo>
                    <a:pt x="2108" y="1895"/>
                    <a:pt x="2108" y="1895"/>
                    <a:pt x="2108" y="1895"/>
                  </a:cubicBezTo>
                  <a:close/>
                  <a:moveTo>
                    <a:pt x="2071" y="2031"/>
                  </a:moveTo>
                  <a:cubicBezTo>
                    <a:pt x="2034" y="1963"/>
                    <a:pt x="2034" y="1963"/>
                    <a:pt x="2034" y="1963"/>
                  </a:cubicBezTo>
                  <a:cubicBezTo>
                    <a:pt x="1997" y="1895"/>
                    <a:pt x="1997" y="1895"/>
                    <a:pt x="1997" y="1895"/>
                  </a:cubicBezTo>
                  <a:cubicBezTo>
                    <a:pt x="1923" y="1828"/>
                    <a:pt x="1923" y="1828"/>
                    <a:pt x="1923" y="1828"/>
                  </a:cubicBezTo>
                  <a:cubicBezTo>
                    <a:pt x="1886" y="1828"/>
                    <a:pt x="1886" y="1828"/>
                    <a:pt x="1886" y="1828"/>
                  </a:cubicBezTo>
                  <a:cubicBezTo>
                    <a:pt x="1886" y="1828"/>
                    <a:pt x="1886" y="1828"/>
                    <a:pt x="1886" y="1828"/>
                  </a:cubicBezTo>
                  <a:cubicBezTo>
                    <a:pt x="1886" y="1828"/>
                    <a:pt x="1886" y="1828"/>
                    <a:pt x="1886" y="1828"/>
                  </a:cubicBezTo>
                  <a:cubicBezTo>
                    <a:pt x="1923" y="1828"/>
                    <a:pt x="1923" y="1828"/>
                    <a:pt x="1923" y="1828"/>
                  </a:cubicBezTo>
                  <a:cubicBezTo>
                    <a:pt x="1960" y="1828"/>
                    <a:pt x="1960" y="1828"/>
                    <a:pt x="1960" y="1828"/>
                  </a:cubicBezTo>
                  <a:cubicBezTo>
                    <a:pt x="1997" y="1828"/>
                    <a:pt x="1997" y="1828"/>
                    <a:pt x="1997" y="1828"/>
                  </a:cubicBezTo>
                  <a:cubicBezTo>
                    <a:pt x="2071" y="1895"/>
                    <a:pt x="2071" y="1895"/>
                    <a:pt x="2071" y="1895"/>
                  </a:cubicBezTo>
                  <a:cubicBezTo>
                    <a:pt x="2071" y="1895"/>
                    <a:pt x="2071" y="1895"/>
                    <a:pt x="2071" y="1895"/>
                  </a:cubicBezTo>
                  <a:cubicBezTo>
                    <a:pt x="2108" y="1895"/>
                    <a:pt x="2108" y="1895"/>
                    <a:pt x="2108" y="1895"/>
                  </a:cubicBezTo>
                  <a:cubicBezTo>
                    <a:pt x="2108" y="1895"/>
                    <a:pt x="2108" y="1895"/>
                    <a:pt x="2108" y="1895"/>
                  </a:cubicBezTo>
                  <a:cubicBezTo>
                    <a:pt x="2108" y="1963"/>
                    <a:pt x="2108" y="1963"/>
                    <a:pt x="2108" y="1963"/>
                  </a:cubicBezTo>
                  <a:cubicBezTo>
                    <a:pt x="2108" y="2031"/>
                    <a:pt x="2108" y="2031"/>
                    <a:pt x="2108" y="2031"/>
                  </a:cubicBezTo>
                  <a:cubicBezTo>
                    <a:pt x="2071" y="2031"/>
                    <a:pt x="2071" y="2031"/>
                    <a:pt x="2071" y="2031"/>
                  </a:cubicBezTo>
                  <a:close/>
                  <a:moveTo>
                    <a:pt x="2108" y="2166"/>
                  </a:moveTo>
                  <a:cubicBezTo>
                    <a:pt x="2108" y="2099"/>
                    <a:pt x="2108" y="2099"/>
                    <a:pt x="2108" y="2099"/>
                  </a:cubicBezTo>
                  <a:cubicBezTo>
                    <a:pt x="2071" y="2031"/>
                    <a:pt x="2071" y="2031"/>
                    <a:pt x="2071" y="2031"/>
                  </a:cubicBezTo>
                  <a:cubicBezTo>
                    <a:pt x="2034" y="2031"/>
                    <a:pt x="2034" y="2031"/>
                    <a:pt x="2034" y="2031"/>
                  </a:cubicBezTo>
                  <a:cubicBezTo>
                    <a:pt x="1997" y="2031"/>
                    <a:pt x="1997" y="2031"/>
                    <a:pt x="1997" y="2031"/>
                  </a:cubicBezTo>
                  <a:cubicBezTo>
                    <a:pt x="1960" y="1963"/>
                    <a:pt x="1960" y="1963"/>
                    <a:pt x="1960" y="1963"/>
                  </a:cubicBezTo>
                  <a:cubicBezTo>
                    <a:pt x="1923" y="1963"/>
                    <a:pt x="1923" y="1963"/>
                    <a:pt x="1923" y="1963"/>
                  </a:cubicBezTo>
                  <a:cubicBezTo>
                    <a:pt x="1923" y="1895"/>
                    <a:pt x="1923" y="1895"/>
                    <a:pt x="1923" y="1895"/>
                  </a:cubicBezTo>
                  <a:cubicBezTo>
                    <a:pt x="1886" y="1895"/>
                    <a:pt x="1886" y="1895"/>
                    <a:pt x="1886" y="1895"/>
                  </a:cubicBezTo>
                  <a:cubicBezTo>
                    <a:pt x="1849" y="1895"/>
                    <a:pt x="1849" y="1895"/>
                    <a:pt x="1849" y="1895"/>
                  </a:cubicBezTo>
                  <a:cubicBezTo>
                    <a:pt x="1775" y="1895"/>
                    <a:pt x="1775" y="1895"/>
                    <a:pt x="1775" y="1895"/>
                  </a:cubicBezTo>
                  <a:cubicBezTo>
                    <a:pt x="1738" y="1895"/>
                    <a:pt x="1738" y="1895"/>
                    <a:pt x="1738" y="1895"/>
                  </a:cubicBezTo>
                  <a:cubicBezTo>
                    <a:pt x="1738" y="1963"/>
                    <a:pt x="1738" y="1963"/>
                    <a:pt x="1738" y="1963"/>
                  </a:cubicBezTo>
                  <a:cubicBezTo>
                    <a:pt x="1738" y="1963"/>
                    <a:pt x="1738" y="1963"/>
                    <a:pt x="1738" y="1963"/>
                  </a:cubicBezTo>
                  <a:cubicBezTo>
                    <a:pt x="1738" y="2031"/>
                    <a:pt x="1738" y="2031"/>
                    <a:pt x="1738" y="2031"/>
                  </a:cubicBezTo>
                  <a:cubicBezTo>
                    <a:pt x="1812" y="2031"/>
                    <a:pt x="1812" y="2031"/>
                    <a:pt x="1812" y="2031"/>
                  </a:cubicBezTo>
                  <a:cubicBezTo>
                    <a:pt x="1812" y="2031"/>
                    <a:pt x="1812" y="2031"/>
                    <a:pt x="1812" y="2031"/>
                  </a:cubicBezTo>
                  <a:cubicBezTo>
                    <a:pt x="1849" y="2031"/>
                    <a:pt x="1849" y="2031"/>
                    <a:pt x="1849" y="2031"/>
                  </a:cubicBezTo>
                  <a:cubicBezTo>
                    <a:pt x="1849" y="2031"/>
                    <a:pt x="1849" y="2031"/>
                    <a:pt x="1849" y="2031"/>
                  </a:cubicBezTo>
                  <a:cubicBezTo>
                    <a:pt x="1886" y="2099"/>
                    <a:pt x="1886" y="2099"/>
                    <a:pt x="1886" y="2099"/>
                  </a:cubicBezTo>
                  <a:cubicBezTo>
                    <a:pt x="1886" y="2099"/>
                    <a:pt x="1886" y="2099"/>
                    <a:pt x="1886" y="2099"/>
                  </a:cubicBezTo>
                  <a:cubicBezTo>
                    <a:pt x="1923" y="2099"/>
                    <a:pt x="1923" y="2099"/>
                    <a:pt x="1923" y="2099"/>
                  </a:cubicBezTo>
                  <a:cubicBezTo>
                    <a:pt x="1923" y="2099"/>
                    <a:pt x="1923" y="2099"/>
                    <a:pt x="1923" y="2099"/>
                  </a:cubicBezTo>
                  <a:cubicBezTo>
                    <a:pt x="1960" y="2166"/>
                    <a:pt x="1960" y="2166"/>
                    <a:pt x="1960" y="2166"/>
                  </a:cubicBezTo>
                  <a:cubicBezTo>
                    <a:pt x="1997" y="2166"/>
                    <a:pt x="1997" y="2166"/>
                    <a:pt x="1997" y="2166"/>
                  </a:cubicBezTo>
                  <a:cubicBezTo>
                    <a:pt x="2034" y="2166"/>
                    <a:pt x="2034" y="2166"/>
                    <a:pt x="2034" y="2166"/>
                  </a:cubicBezTo>
                  <a:cubicBezTo>
                    <a:pt x="2071" y="2166"/>
                    <a:pt x="2071" y="2166"/>
                    <a:pt x="2071" y="2166"/>
                  </a:cubicBezTo>
                  <a:cubicBezTo>
                    <a:pt x="2108" y="2166"/>
                    <a:pt x="2108" y="2166"/>
                    <a:pt x="2108" y="2166"/>
                  </a:cubicBezTo>
                  <a:close/>
                  <a:moveTo>
                    <a:pt x="1849" y="2234"/>
                  </a:moveTo>
                  <a:cubicBezTo>
                    <a:pt x="1849" y="2234"/>
                    <a:pt x="1849" y="2234"/>
                    <a:pt x="1849" y="2234"/>
                  </a:cubicBezTo>
                  <a:cubicBezTo>
                    <a:pt x="1812" y="2234"/>
                    <a:pt x="1812" y="2234"/>
                    <a:pt x="1812" y="2234"/>
                  </a:cubicBezTo>
                  <a:cubicBezTo>
                    <a:pt x="1775" y="2234"/>
                    <a:pt x="1775" y="2234"/>
                    <a:pt x="1775" y="2234"/>
                  </a:cubicBezTo>
                  <a:cubicBezTo>
                    <a:pt x="1775" y="2166"/>
                    <a:pt x="1775" y="2166"/>
                    <a:pt x="1775" y="2166"/>
                  </a:cubicBezTo>
                  <a:cubicBezTo>
                    <a:pt x="1738" y="2166"/>
                    <a:pt x="1738" y="2166"/>
                    <a:pt x="1738" y="2166"/>
                  </a:cubicBezTo>
                  <a:cubicBezTo>
                    <a:pt x="1775" y="2166"/>
                    <a:pt x="1775" y="2166"/>
                    <a:pt x="1775" y="2166"/>
                  </a:cubicBezTo>
                  <a:cubicBezTo>
                    <a:pt x="1812" y="2099"/>
                    <a:pt x="1812" y="2099"/>
                    <a:pt x="1812" y="2099"/>
                  </a:cubicBezTo>
                  <a:cubicBezTo>
                    <a:pt x="1849" y="2166"/>
                    <a:pt x="1849" y="2166"/>
                    <a:pt x="1849" y="2166"/>
                  </a:cubicBezTo>
                  <a:cubicBezTo>
                    <a:pt x="1849" y="2099"/>
                    <a:pt x="1849" y="2099"/>
                    <a:pt x="1849" y="2099"/>
                  </a:cubicBezTo>
                  <a:cubicBezTo>
                    <a:pt x="1886" y="2166"/>
                    <a:pt x="1886" y="2166"/>
                    <a:pt x="1886" y="2166"/>
                  </a:cubicBezTo>
                  <a:cubicBezTo>
                    <a:pt x="1886" y="2166"/>
                    <a:pt x="1886" y="2166"/>
                    <a:pt x="1886" y="2166"/>
                  </a:cubicBezTo>
                  <a:cubicBezTo>
                    <a:pt x="1886" y="2166"/>
                    <a:pt x="1886" y="2166"/>
                    <a:pt x="1886" y="2166"/>
                  </a:cubicBezTo>
                  <a:cubicBezTo>
                    <a:pt x="1923" y="2166"/>
                    <a:pt x="1923" y="2166"/>
                    <a:pt x="1923" y="2166"/>
                  </a:cubicBezTo>
                  <a:cubicBezTo>
                    <a:pt x="1923" y="2166"/>
                    <a:pt x="1923" y="2166"/>
                    <a:pt x="1923" y="2166"/>
                  </a:cubicBezTo>
                  <a:cubicBezTo>
                    <a:pt x="1923" y="2234"/>
                    <a:pt x="1923" y="2234"/>
                    <a:pt x="1923" y="2234"/>
                  </a:cubicBezTo>
                  <a:cubicBezTo>
                    <a:pt x="1849" y="2234"/>
                    <a:pt x="1849" y="2234"/>
                    <a:pt x="1849" y="2234"/>
                  </a:cubicBezTo>
                  <a:close/>
                  <a:moveTo>
                    <a:pt x="1775" y="2573"/>
                  </a:moveTo>
                  <a:cubicBezTo>
                    <a:pt x="1775" y="2505"/>
                    <a:pt x="1775" y="2505"/>
                    <a:pt x="1775" y="2505"/>
                  </a:cubicBezTo>
                  <a:cubicBezTo>
                    <a:pt x="1775" y="2437"/>
                    <a:pt x="1775" y="2437"/>
                    <a:pt x="1775" y="2437"/>
                  </a:cubicBezTo>
                  <a:cubicBezTo>
                    <a:pt x="1738" y="2437"/>
                    <a:pt x="1738" y="2437"/>
                    <a:pt x="1738" y="2437"/>
                  </a:cubicBezTo>
                  <a:cubicBezTo>
                    <a:pt x="1738" y="2505"/>
                    <a:pt x="1738" y="2505"/>
                    <a:pt x="1738" y="2505"/>
                  </a:cubicBezTo>
                  <a:cubicBezTo>
                    <a:pt x="1738" y="2505"/>
                    <a:pt x="1738" y="2505"/>
                    <a:pt x="1738" y="2505"/>
                  </a:cubicBezTo>
                  <a:cubicBezTo>
                    <a:pt x="1738" y="2573"/>
                    <a:pt x="1738" y="2573"/>
                    <a:pt x="1738" y="2573"/>
                  </a:cubicBezTo>
                  <a:cubicBezTo>
                    <a:pt x="1775" y="2573"/>
                    <a:pt x="1775" y="2573"/>
                    <a:pt x="1775" y="2573"/>
                  </a:cubicBezTo>
                  <a:cubicBezTo>
                    <a:pt x="1775" y="2573"/>
                    <a:pt x="1775" y="2573"/>
                    <a:pt x="1775" y="2573"/>
                  </a:cubicBezTo>
                  <a:close/>
                  <a:moveTo>
                    <a:pt x="1812" y="2505"/>
                  </a:moveTo>
                  <a:cubicBezTo>
                    <a:pt x="1812" y="2505"/>
                    <a:pt x="1812" y="2505"/>
                    <a:pt x="1812" y="2505"/>
                  </a:cubicBezTo>
                  <a:cubicBezTo>
                    <a:pt x="1849" y="2505"/>
                    <a:pt x="1849" y="2505"/>
                    <a:pt x="1849" y="2505"/>
                  </a:cubicBezTo>
                  <a:cubicBezTo>
                    <a:pt x="1812" y="2437"/>
                    <a:pt x="1812" y="2437"/>
                    <a:pt x="1812" y="2437"/>
                  </a:cubicBezTo>
                  <a:cubicBezTo>
                    <a:pt x="1812" y="2369"/>
                    <a:pt x="1812" y="2369"/>
                    <a:pt x="1812" y="2369"/>
                  </a:cubicBezTo>
                  <a:cubicBezTo>
                    <a:pt x="1775" y="2437"/>
                    <a:pt x="1775" y="2437"/>
                    <a:pt x="1775" y="2437"/>
                  </a:cubicBezTo>
                  <a:cubicBezTo>
                    <a:pt x="1775" y="2437"/>
                    <a:pt x="1775" y="2437"/>
                    <a:pt x="1775" y="2437"/>
                  </a:cubicBezTo>
                  <a:cubicBezTo>
                    <a:pt x="1812" y="2505"/>
                    <a:pt x="1812" y="2505"/>
                    <a:pt x="1812" y="2505"/>
                  </a:cubicBezTo>
                  <a:close/>
                  <a:moveTo>
                    <a:pt x="1886" y="2505"/>
                  </a:moveTo>
                  <a:cubicBezTo>
                    <a:pt x="1886" y="2505"/>
                    <a:pt x="1923" y="2505"/>
                    <a:pt x="1923" y="2505"/>
                  </a:cubicBezTo>
                  <a:cubicBezTo>
                    <a:pt x="1923" y="2437"/>
                    <a:pt x="1923" y="2437"/>
                    <a:pt x="1923" y="2437"/>
                  </a:cubicBezTo>
                  <a:cubicBezTo>
                    <a:pt x="1886" y="2437"/>
                    <a:pt x="1886" y="2437"/>
                    <a:pt x="1886" y="2437"/>
                  </a:cubicBezTo>
                  <a:cubicBezTo>
                    <a:pt x="1849" y="2437"/>
                    <a:pt x="1849" y="2437"/>
                    <a:pt x="1849" y="2437"/>
                  </a:cubicBezTo>
                  <a:cubicBezTo>
                    <a:pt x="1849" y="2437"/>
                    <a:pt x="1849" y="2437"/>
                    <a:pt x="1849" y="2437"/>
                  </a:cubicBezTo>
                  <a:cubicBezTo>
                    <a:pt x="1886" y="2505"/>
                    <a:pt x="1886" y="2505"/>
                    <a:pt x="1886" y="2505"/>
                  </a:cubicBezTo>
                  <a:close/>
                  <a:moveTo>
                    <a:pt x="1886" y="2640"/>
                  </a:moveTo>
                  <a:cubicBezTo>
                    <a:pt x="1886" y="2573"/>
                    <a:pt x="1886" y="2573"/>
                    <a:pt x="1886" y="2573"/>
                  </a:cubicBezTo>
                  <a:cubicBezTo>
                    <a:pt x="1886" y="2573"/>
                    <a:pt x="1886" y="2573"/>
                    <a:pt x="1886" y="2573"/>
                  </a:cubicBezTo>
                  <a:cubicBezTo>
                    <a:pt x="1886" y="2505"/>
                    <a:pt x="1886" y="2505"/>
                    <a:pt x="1886" y="2505"/>
                  </a:cubicBezTo>
                  <a:cubicBezTo>
                    <a:pt x="1849" y="2505"/>
                    <a:pt x="1849" y="2505"/>
                    <a:pt x="1849" y="2505"/>
                  </a:cubicBezTo>
                  <a:cubicBezTo>
                    <a:pt x="1849" y="2505"/>
                    <a:pt x="1849" y="2505"/>
                    <a:pt x="1849" y="2505"/>
                  </a:cubicBezTo>
                  <a:cubicBezTo>
                    <a:pt x="1849" y="2573"/>
                    <a:pt x="1849" y="2573"/>
                    <a:pt x="1849" y="2573"/>
                  </a:cubicBezTo>
                  <a:cubicBezTo>
                    <a:pt x="1849" y="2573"/>
                    <a:pt x="1849" y="2573"/>
                    <a:pt x="1849" y="2573"/>
                  </a:cubicBezTo>
                  <a:cubicBezTo>
                    <a:pt x="1886" y="2640"/>
                    <a:pt x="1886" y="2640"/>
                    <a:pt x="1886" y="2640"/>
                  </a:cubicBezTo>
                  <a:close/>
                  <a:moveTo>
                    <a:pt x="1812" y="2776"/>
                  </a:moveTo>
                  <a:cubicBezTo>
                    <a:pt x="1812" y="2708"/>
                    <a:pt x="1812" y="2708"/>
                    <a:pt x="1812" y="2708"/>
                  </a:cubicBezTo>
                  <a:cubicBezTo>
                    <a:pt x="1812" y="2708"/>
                    <a:pt x="1812" y="2708"/>
                    <a:pt x="1812" y="2708"/>
                  </a:cubicBezTo>
                  <a:cubicBezTo>
                    <a:pt x="1775" y="2640"/>
                    <a:pt x="1775" y="2640"/>
                    <a:pt x="1775" y="2640"/>
                  </a:cubicBezTo>
                  <a:cubicBezTo>
                    <a:pt x="1738" y="2640"/>
                    <a:pt x="1738" y="2640"/>
                    <a:pt x="1738" y="2640"/>
                  </a:cubicBezTo>
                  <a:cubicBezTo>
                    <a:pt x="1738" y="2708"/>
                    <a:pt x="1738" y="2708"/>
                    <a:pt x="1738" y="2708"/>
                  </a:cubicBezTo>
                  <a:cubicBezTo>
                    <a:pt x="1738" y="2708"/>
                    <a:pt x="1738" y="2708"/>
                    <a:pt x="1738" y="2708"/>
                  </a:cubicBezTo>
                  <a:cubicBezTo>
                    <a:pt x="1738" y="2776"/>
                    <a:pt x="1738" y="2776"/>
                    <a:pt x="1738" y="2776"/>
                  </a:cubicBezTo>
                  <a:cubicBezTo>
                    <a:pt x="1701" y="2776"/>
                    <a:pt x="1701" y="2776"/>
                    <a:pt x="1701" y="2776"/>
                  </a:cubicBezTo>
                  <a:cubicBezTo>
                    <a:pt x="1738" y="2843"/>
                    <a:pt x="1738" y="2843"/>
                    <a:pt x="1738" y="2843"/>
                  </a:cubicBezTo>
                  <a:cubicBezTo>
                    <a:pt x="1775" y="2843"/>
                    <a:pt x="1775" y="2843"/>
                    <a:pt x="1775" y="2843"/>
                  </a:cubicBezTo>
                  <a:cubicBezTo>
                    <a:pt x="1812" y="2843"/>
                    <a:pt x="1812" y="2843"/>
                    <a:pt x="1812" y="2843"/>
                  </a:cubicBezTo>
                  <a:cubicBezTo>
                    <a:pt x="1812" y="2776"/>
                    <a:pt x="1812" y="2776"/>
                    <a:pt x="1812" y="2776"/>
                  </a:cubicBezTo>
                  <a:close/>
                  <a:moveTo>
                    <a:pt x="1849" y="2640"/>
                  </a:moveTo>
                  <a:cubicBezTo>
                    <a:pt x="1849" y="2708"/>
                    <a:pt x="1849" y="2708"/>
                    <a:pt x="1849" y="2708"/>
                  </a:cubicBezTo>
                  <a:cubicBezTo>
                    <a:pt x="1849" y="2776"/>
                    <a:pt x="1849" y="2776"/>
                    <a:pt x="1849" y="2776"/>
                  </a:cubicBezTo>
                  <a:cubicBezTo>
                    <a:pt x="1886" y="2776"/>
                    <a:pt x="1886" y="2776"/>
                    <a:pt x="1886" y="2776"/>
                  </a:cubicBezTo>
                  <a:cubicBezTo>
                    <a:pt x="1886" y="2708"/>
                    <a:pt x="1886" y="2708"/>
                    <a:pt x="1886" y="2708"/>
                  </a:cubicBezTo>
                  <a:cubicBezTo>
                    <a:pt x="1886" y="2708"/>
                    <a:pt x="1886" y="2708"/>
                    <a:pt x="1886" y="2708"/>
                  </a:cubicBezTo>
                  <a:cubicBezTo>
                    <a:pt x="1849" y="2640"/>
                    <a:pt x="1849" y="2640"/>
                    <a:pt x="1849" y="2640"/>
                  </a:cubicBezTo>
                  <a:close/>
                  <a:moveTo>
                    <a:pt x="2108" y="2031"/>
                  </a:moveTo>
                  <a:cubicBezTo>
                    <a:pt x="2108" y="2031"/>
                    <a:pt x="2108" y="2031"/>
                    <a:pt x="2108" y="2031"/>
                  </a:cubicBezTo>
                  <a:cubicBezTo>
                    <a:pt x="2145" y="2031"/>
                    <a:pt x="2145" y="2031"/>
                    <a:pt x="2145" y="2031"/>
                  </a:cubicBezTo>
                  <a:cubicBezTo>
                    <a:pt x="2145" y="1963"/>
                    <a:pt x="2145" y="1963"/>
                    <a:pt x="2145" y="1963"/>
                  </a:cubicBezTo>
                  <a:cubicBezTo>
                    <a:pt x="2145" y="1895"/>
                    <a:pt x="2145" y="1895"/>
                    <a:pt x="2145" y="1895"/>
                  </a:cubicBezTo>
                  <a:cubicBezTo>
                    <a:pt x="2182" y="1895"/>
                    <a:pt x="2182" y="1895"/>
                    <a:pt x="2182" y="1895"/>
                  </a:cubicBezTo>
                  <a:cubicBezTo>
                    <a:pt x="2182" y="1963"/>
                    <a:pt x="2182" y="1963"/>
                    <a:pt x="2182" y="1963"/>
                  </a:cubicBezTo>
                  <a:cubicBezTo>
                    <a:pt x="2182" y="2031"/>
                    <a:pt x="2182" y="2031"/>
                    <a:pt x="2182" y="2031"/>
                  </a:cubicBezTo>
                  <a:cubicBezTo>
                    <a:pt x="2182" y="2031"/>
                    <a:pt x="2182" y="2031"/>
                    <a:pt x="2182" y="2031"/>
                  </a:cubicBezTo>
                  <a:cubicBezTo>
                    <a:pt x="2182" y="2031"/>
                    <a:pt x="2182" y="2031"/>
                    <a:pt x="2182" y="2031"/>
                  </a:cubicBezTo>
                  <a:cubicBezTo>
                    <a:pt x="2145" y="2099"/>
                    <a:pt x="2145" y="2099"/>
                    <a:pt x="2145" y="2099"/>
                  </a:cubicBezTo>
                  <a:cubicBezTo>
                    <a:pt x="2108" y="2099"/>
                    <a:pt x="2108" y="2099"/>
                    <a:pt x="2108" y="2099"/>
                  </a:cubicBezTo>
                  <a:cubicBezTo>
                    <a:pt x="2108" y="2031"/>
                    <a:pt x="2108" y="2031"/>
                    <a:pt x="2108" y="2031"/>
                  </a:cubicBezTo>
                  <a:close/>
                  <a:moveTo>
                    <a:pt x="1923" y="2640"/>
                  </a:moveTo>
                  <a:cubicBezTo>
                    <a:pt x="1923" y="2708"/>
                    <a:pt x="1923" y="2708"/>
                    <a:pt x="1923" y="2708"/>
                  </a:cubicBezTo>
                  <a:cubicBezTo>
                    <a:pt x="1960" y="2708"/>
                    <a:pt x="1960" y="2708"/>
                    <a:pt x="1960" y="2708"/>
                  </a:cubicBezTo>
                  <a:cubicBezTo>
                    <a:pt x="1997" y="2708"/>
                    <a:pt x="1997" y="2708"/>
                    <a:pt x="1997" y="2708"/>
                  </a:cubicBezTo>
                  <a:cubicBezTo>
                    <a:pt x="1997" y="2640"/>
                    <a:pt x="1997" y="2640"/>
                    <a:pt x="1997" y="2640"/>
                  </a:cubicBezTo>
                  <a:cubicBezTo>
                    <a:pt x="1997" y="2640"/>
                    <a:pt x="1997" y="2640"/>
                    <a:pt x="1997" y="2640"/>
                  </a:cubicBezTo>
                  <a:cubicBezTo>
                    <a:pt x="1960" y="2573"/>
                    <a:pt x="1960" y="2573"/>
                    <a:pt x="1960" y="2573"/>
                  </a:cubicBezTo>
                  <a:cubicBezTo>
                    <a:pt x="1960" y="2573"/>
                    <a:pt x="1960" y="2573"/>
                    <a:pt x="1960" y="2573"/>
                  </a:cubicBezTo>
                  <a:cubicBezTo>
                    <a:pt x="1923" y="2640"/>
                    <a:pt x="1923" y="2640"/>
                    <a:pt x="1923" y="2640"/>
                  </a:cubicBezTo>
                  <a:cubicBezTo>
                    <a:pt x="1923" y="2640"/>
                    <a:pt x="1923" y="2640"/>
                    <a:pt x="1923" y="2640"/>
                  </a:cubicBezTo>
                  <a:close/>
                  <a:moveTo>
                    <a:pt x="1923" y="2573"/>
                  </a:moveTo>
                  <a:cubicBezTo>
                    <a:pt x="1960" y="2573"/>
                    <a:pt x="1960" y="2573"/>
                    <a:pt x="1960" y="2573"/>
                  </a:cubicBezTo>
                  <a:cubicBezTo>
                    <a:pt x="1960" y="2505"/>
                    <a:pt x="1960" y="2505"/>
                    <a:pt x="1960" y="2505"/>
                  </a:cubicBezTo>
                  <a:cubicBezTo>
                    <a:pt x="1960" y="2505"/>
                    <a:pt x="1960" y="2505"/>
                    <a:pt x="1960" y="2505"/>
                  </a:cubicBezTo>
                  <a:cubicBezTo>
                    <a:pt x="1960" y="2505"/>
                    <a:pt x="1960" y="2505"/>
                    <a:pt x="1960" y="2505"/>
                  </a:cubicBezTo>
                  <a:cubicBezTo>
                    <a:pt x="1923" y="2573"/>
                    <a:pt x="1923" y="2573"/>
                    <a:pt x="1923" y="2573"/>
                  </a:cubicBezTo>
                  <a:close/>
                  <a:moveTo>
                    <a:pt x="1997" y="2505"/>
                  </a:moveTo>
                  <a:cubicBezTo>
                    <a:pt x="1997" y="2505"/>
                    <a:pt x="1997" y="2505"/>
                    <a:pt x="1997" y="2505"/>
                  </a:cubicBezTo>
                  <a:cubicBezTo>
                    <a:pt x="1997" y="2505"/>
                    <a:pt x="1997" y="2505"/>
                    <a:pt x="1997" y="2505"/>
                  </a:cubicBezTo>
                  <a:cubicBezTo>
                    <a:pt x="2034" y="2505"/>
                    <a:pt x="2034" y="2505"/>
                    <a:pt x="2034" y="2505"/>
                  </a:cubicBezTo>
                  <a:cubicBezTo>
                    <a:pt x="2034" y="2505"/>
                    <a:pt x="2034" y="2505"/>
                    <a:pt x="2034" y="2505"/>
                  </a:cubicBezTo>
                  <a:cubicBezTo>
                    <a:pt x="2034" y="2505"/>
                    <a:pt x="2034" y="2505"/>
                    <a:pt x="2034" y="2505"/>
                  </a:cubicBezTo>
                  <a:cubicBezTo>
                    <a:pt x="1997" y="2505"/>
                    <a:pt x="1997" y="2505"/>
                    <a:pt x="1997" y="2505"/>
                  </a:cubicBezTo>
                  <a:cubicBezTo>
                    <a:pt x="1997" y="2505"/>
                    <a:pt x="1997" y="2505"/>
                    <a:pt x="1997" y="2505"/>
                  </a:cubicBezTo>
                  <a:cubicBezTo>
                    <a:pt x="1997" y="2505"/>
                    <a:pt x="1997" y="2505"/>
                    <a:pt x="1997" y="2505"/>
                  </a:cubicBezTo>
                  <a:close/>
                  <a:moveTo>
                    <a:pt x="1997" y="2302"/>
                  </a:moveTo>
                  <a:cubicBezTo>
                    <a:pt x="1960" y="2302"/>
                    <a:pt x="1960" y="2302"/>
                    <a:pt x="1960" y="2302"/>
                  </a:cubicBezTo>
                  <a:cubicBezTo>
                    <a:pt x="1960" y="2302"/>
                    <a:pt x="1960" y="2302"/>
                    <a:pt x="1960" y="2302"/>
                  </a:cubicBezTo>
                  <a:cubicBezTo>
                    <a:pt x="1923" y="2302"/>
                    <a:pt x="1923" y="2302"/>
                    <a:pt x="1923" y="2302"/>
                  </a:cubicBezTo>
                  <a:cubicBezTo>
                    <a:pt x="1923" y="2234"/>
                    <a:pt x="1923" y="2234"/>
                    <a:pt x="1923" y="2234"/>
                  </a:cubicBezTo>
                  <a:cubicBezTo>
                    <a:pt x="1960" y="2166"/>
                    <a:pt x="1960" y="2166"/>
                    <a:pt x="1960" y="2166"/>
                  </a:cubicBezTo>
                  <a:cubicBezTo>
                    <a:pt x="1997" y="2166"/>
                    <a:pt x="1997" y="2166"/>
                    <a:pt x="1997" y="2166"/>
                  </a:cubicBezTo>
                  <a:cubicBezTo>
                    <a:pt x="2034" y="2166"/>
                    <a:pt x="2034" y="2166"/>
                    <a:pt x="2034" y="2166"/>
                  </a:cubicBezTo>
                  <a:cubicBezTo>
                    <a:pt x="2034" y="2234"/>
                    <a:pt x="2034" y="2234"/>
                    <a:pt x="2034" y="2234"/>
                  </a:cubicBezTo>
                  <a:cubicBezTo>
                    <a:pt x="2071" y="2234"/>
                    <a:pt x="2071" y="2234"/>
                    <a:pt x="2071" y="2234"/>
                  </a:cubicBezTo>
                  <a:cubicBezTo>
                    <a:pt x="2071" y="2302"/>
                    <a:pt x="2071" y="2302"/>
                    <a:pt x="2071" y="2302"/>
                  </a:cubicBezTo>
                  <a:cubicBezTo>
                    <a:pt x="2034" y="2302"/>
                    <a:pt x="2034" y="2302"/>
                    <a:pt x="2034" y="2302"/>
                  </a:cubicBezTo>
                  <a:cubicBezTo>
                    <a:pt x="1997" y="2302"/>
                    <a:pt x="1997" y="2302"/>
                    <a:pt x="1997" y="2302"/>
                  </a:cubicBezTo>
                  <a:cubicBezTo>
                    <a:pt x="1997" y="2302"/>
                    <a:pt x="1997" y="2302"/>
                    <a:pt x="1997" y="2302"/>
                  </a:cubicBezTo>
                  <a:close/>
                  <a:moveTo>
                    <a:pt x="2108" y="2234"/>
                  </a:moveTo>
                  <a:cubicBezTo>
                    <a:pt x="2145" y="2302"/>
                    <a:pt x="2145" y="2302"/>
                    <a:pt x="2145" y="2302"/>
                  </a:cubicBezTo>
                  <a:cubicBezTo>
                    <a:pt x="2145" y="2302"/>
                    <a:pt x="2145" y="2302"/>
                    <a:pt x="2145" y="2302"/>
                  </a:cubicBezTo>
                  <a:cubicBezTo>
                    <a:pt x="2182" y="2302"/>
                    <a:pt x="2182" y="2302"/>
                    <a:pt x="2182" y="2302"/>
                  </a:cubicBezTo>
                  <a:cubicBezTo>
                    <a:pt x="2182" y="2234"/>
                    <a:pt x="2182" y="2234"/>
                    <a:pt x="2182" y="2234"/>
                  </a:cubicBezTo>
                  <a:cubicBezTo>
                    <a:pt x="2182" y="2234"/>
                    <a:pt x="2182" y="2234"/>
                    <a:pt x="2182" y="2234"/>
                  </a:cubicBezTo>
                  <a:cubicBezTo>
                    <a:pt x="2145" y="2234"/>
                    <a:pt x="2145" y="2234"/>
                    <a:pt x="2145" y="2234"/>
                  </a:cubicBezTo>
                  <a:cubicBezTo>
                    <a:pt x="2145" y="2234"/>
                    <a:pt x="2145" y="2234"/>
                    <a:pt x="2145" y="2234"/>
                  </a:cubicBezTo>
                  <a:cubicBezTo>
                    <a:pt x="2108" y="2234"/>
                    <a:pt x="2108" y="2234"/>
                    <a:pt x="2108" y="2234"/>
                  </a:cubicBezTo>
                  <a:close/>
                  <a:moveTo>
                    <a:pt x="2182" y="2776"/>
                  </a:moveTo>
                  <a:cubicBezTo>
                    <a:pt x="2182" y="2776"/>
                    <a:pt x="2182" y="2776"/>
                    <a:pt x="2182" y="2776"/>
                  </a:cubicBezTo>
                  <a:cubicBezTo>
                    <a:pt x="2182" y="2708"/>
                    <a:pt x="2182" y="2708"/>
                    <a:pt x="2182" y="2708"/>
                  </a:cubicBezTo>
                  <a:cubicBezTo>
                    <a:pt x="2182" y="2640"/>
                    <a:pt x="2182" y="2640"/>
                    <a:pt x="2182" y="2640"/>
                  </a:cubicBezTo>
                  <a:cubicBezTo>
                    <a:pt x="2182" y="2573"/>
                    <a:pt x="2182" y="2573"/>
                    <a:pt x="2182" y="2573"/>
                  </a:cubicBezTo>
                  <a:cubicBezTo>
                    <a:pt x="2145" y="2505"/>
                    <a:pt x="2145" y="2505"/>
                    <a:pt x="2145" y="2505"/>
                  </a:cubicBezTo>
                  <a:cubicBezTo>
                    <a:pt x="2108" y="2505"/>
                    <a:pt x="2108" y="2505"/>
                    <a:pt x="2108" y="2505"/>
                  </a:cubicBezTo>
                  <a:cubicBezTo>
                    <a:pt x="2108" y="2505"/>
                    <a:pt x="2108" y="2505"/>
                    <a:pt x="2108" y="2505"/>
                  </a:cubicBezTo>
                  <a:cubicBezTo>
                    <a:pt x="2071" y="2505"/>
                    <a:pt x="2071" y="2505"/>
                    <a:pt x="2071" y="2505"/>
                  </a:cubicBezTo>
                  <a:cubicBezTo>
                    <a:pt x="2034" y="2573"/>
                    <a:pt x="2034" y="2573"/>
                    <a:pt x="2034" y="2573"/>
                  </a:cubicBezTo>
                  <a:cubicBezTo>
                    <a:pt x="2034" y="2573"/>
                    <a:pt x="2034" y="2573"/>
                    <a:pt x="2034" y="2573"/>
                  </a:cubicBezTo>
                  <a:cubicBezTo>
                    <a:pt x="2034" y="2640"/>
                    <a:pt x="2034" y="2640"/>
                    <a:pt x="2034" y="2640"/>
                  </a:cubicBezTo>
                  <a:cubicBezTo>
                    <a:pt x="2071" y="2776"/>
                    <a:pt x="2071" y="2776"/>
                    <a:pt x="2071" y="2776"/>
                  </a:cubicBezTo>
                  <a:cubicBezTo>
                    <a:pt x="2071" y="2776"/>
                    <a:pt x="2071" y="2776"/>
                    <a:pt x="2071" y="2776"/>
                  </a:cubicBezTo>
                  <a:cubicBezTo>
                    <a:pt x="2108" y="2776"/>
                    <a:pt x="2108" y="2776"/>
                    <a:pt x="2108" y="2776"/>
                  </a:cubicBezTo>
                  <a:cubicBezTo>
                    <a:pt x="2145" y="2776"/>
                    <a:pt x="2145" y="2776"/>
                    <a:pt x="2145" y="2776"/>
                  </a:cubicBezTo>
                  <a:cubicBezTo>
                    <a:pt x="2182" y="2776"/>
                    <a:pt x="2182" y="2776"/>
                    <a:pt x="2182" y="2776"/>
                  </a:cubicBezTo>
                  <a:close/>
                  <a:moveTo>
                    <a:pt x="2256" y="2708"/>
                  </a:moveTo>
                  <a:cubicBezTo>
                    <a:pt x="2256" y="2708"/>
                    <a:pt x="2256" y="2708"/>
                    <a:pt x="2256" y="2708"/>
                  </a:cubicBezTo>
                  <a:cubicBezTo>
                    <a:pt x="2256" y="2640"/>
                    <a:pt x="2256" y="2640"/>
                    <a:pt x="2256" y="2640"/>
                  </a:cubicBezTo>
                  <a:cubicBezTo>
                    <a:pt x="2256" y="2640"/>
                    <a:pt x="2256" y="2640"/>
                    <a:pt x="2256" y="2640"/>
                  </a:cubicBezTo>
                  <a:cubicBezTo>
                    <a:pt x="2256" y="2640"/>
                    <a:pt x="2256" y="2640"/>
                    <a:pt x="2256" y="2640"/>
                  </a:cubicBezTo>
                  <a:cubicBezTo>
                    <a:pt x="2293" y="2573"/>
                    <a:pt x="2293" y="2573"/>
                    <a:pt x="2293" y="2573"/>
                  </a:cubicBezTo>
                  <a:cubicBezTo>
                    <a:pt x="2293" y="2505"/>
                    <a:pt x="2293" y="2505"/>
                    <a:pt x="2293" y="2505"/>
                  </a:cubicBezTo>
                  <a:cubicBezTo>
                    <a:pt x="2330" y="2505"/>
                    <a:pt x="2330" y="2505"/>
                    <a:pt x="2330" y="2505"/>
                  </a:cubicBezTo>
                  <a:cubicBezTo>
                    <a:pt x="2367" y="2505"/>
                    <a:pt x="2367" y="2505"/>
                    <a:pt x="2367" y="2505"/>
                  </a:cubicBezTo>
                  <a:cubicBezTo>
                    <a:pt x="2367" y="2437"/>
                    <a:pt x="2367" y="2437"/>
                    <a:pt x="2367" y="2437"/>
                  </a:cubicBezTo>
                  <a:cubicBezTo>
                    <a:pt x="2330" y="2437"/>
                    <a:pt x="2330" y="2437"/>
                    <a:pt x="2330" y="2437"/>
                  </a:cubicBezTo>
                  <a:cubicBezTo>
                    <a:pt x="2293" y="2437"/>
                    <a:pt x="2293" y="2437"/>
                    <a:pt x="2293" y="2437"/>
                  </a:cubicBezTo>
                  <a:cubicBezTo>
                    <a:pt x="2256" y="2437"/>
                    <a:pt x="2256" y="2437"/>
                    <a:pt x="2256" y="2437"/>
                  </a:cubicBezTo>
                  <a:cubicBezTo>
                    <a:pt x="2219" y="2369"/>
                    <a:pt x="2219" y="2369"/>
                    <a:pt x="2219" y="2369"/>
                  </a:cubicBezTo>
                  <a:cubicBezTo>
                    <a:pt x="2182" y="2369"/>
                    <a:pt x="2182" y="2369"/>
                    <a:pt x="2182" y="2369"/>
                  </a:cubicBezTo>
                  <a:cubicBezTo>
                    <a:pt x="2145" y="2369"/>
                    <a:pt x="2145" y="2369"/>
                    <a:pt x="2145" y="2369"/>
                  </a:cubicBezTo>
                  <a:cubicBezTo>
                    <a:pt x="2145" y="2369"/>
                    <a:pt x="2145" y="2369"/>
                    <a:pt x="2145" y="2369"/>
                  </a:cubicBezTo>
                  <a:cubicBezTo>
                    <a:pt x="2145" y="2437"/>
                    <a:pt x="2145" y="2437"/>
                    <a:pt x="2145" y="2437"/>
                  </a:cubicBezTo>
                  <a:cubicBezTo>
                    <a:pt x="2182" y="2505"/>
                    <a:pt x="2182" y="2505"/>
                    <a:pt x="2182" y="2505"/>
                  </a:cubicBezTo>
                  <a:cubicBezTo>
                    <a:pt x="2182" y="2640"/>
                    <a:pt x="2182" y="2640"/>
                    <a:pt x="2182" y="2640"/>
                  </a:cubicBezTo>
                  <a:cubicBezTo>
                    <a:pt x="2219" y="2708"/>
                    <a:pt x="2219" y="2708"/>
                    <a:pt x="2219" y="2708"/>
                  </a:cubicBezTo>
                  <a:cubicBezTo>
                    <a:pt x="2256" y="2708"/>
                    <a:pt x="2256" y="2708"/>
                    <a:pt x="2256" y="2708"/>
                  </a:cubicBezTo>
                  <a:cubicBezTo>
                    <a:pt x="2256" y="2708"/>
                    <a:pt x="2256" y="2708"/>
                    <a:pt x="2256" y="2708"/>
                  </a:cubicBezTo>
                  <a:close/>
                  <a:moveTo>
                    <a:pt x="2367" y="2708"/>
                  </a:moveTo>
                  <a:cubicBezTo>
                    <a:pt x="2367" y="2776"/>
                    <a:pt x="2367" y="2776"/>
                    <a:pt x="2367" y="2776"/>
                  </a:cubicBezTo>
                  <a:cubicBezTo>
                    <a:pt x="2404" y="2776"/>
                    <a:pt x="2404" y="2776"/>
                    <a:pt x="2404" y="2776"/>
                  </a:cubicBezTo>
                  <a:cubicBezTo>
                    <a:pt x="2441" y="2843"/>
                    <a:pt x="2441" y="2843"/>
                    <a:pt x="2441" y="2843"/>
                  </a:cubicBezTo>
                  <a:cubicBezTo>
                    <a:pt x="2478" y="2843"/>
                    <a:pt x="2478" y="2843"/>
                    <a:pt x="2478" y="2843"/>
                  </a:cubicBezTo>
                  <a:cubicBezTo>
                    <a:pt x="2515" y="2776"/>
                    <a:pt x="2515" y="2776"/>
                    <a:pt x="2515" y="2776"/>
                  </a:cubicBezTo>
                  <a:cubicBezTo>
                    <a:pt x="2478" y="2708"/>
                    <a:pt x="2478" y="2708"/>
                    <a:pt x="2478" y="2708"/>
                  </a:cubicBezTo>
                  <a:cubicBezTo>
                    <a:pt x="2478" y="2640"/>
                    <a:pt x="2478" y="2640"/>
                    <a:pt x="2478" y="2640"/>
                  </a:cubicBezTo>
                  <a:cubicBezTo>
                    <a:pt x="2404" y="2708"/>
                    <a:pt x="2404" y="2708"/>
                    <a:pt x="2404" y="2708"/>
                  </a:cubicBezTo>
                  <a:cubicBezTo>
                    <a:pt x="2367" y="2708"/>
                    <a:pt x="2367" y="2708"/>
                    <a:pt x="2367" y="2708"/>
                  </a:cubicBezTo>
                  <a:close/>
                  <a:moveTo>
                    <a:pt x="2367" y="2843"/>
                  </a:moveTo>
                  <a:cubicBezTo>
                    <a:pt x="2367" y="2911"/>
                    <a:pt x="2367" y="2911"/>
                    <a:pt x="2367" y="2911"/>
                  </a:cubicBezTo>
                  <a:cubicBezTo>
                    <a:pt x="2404" y="2911"/>
                    <a:pt x="2404" y="2911"/>
                    <a:pt x="2404" y="2911"/>
                  </a:cubicBezTo>
                  <a:cubicBezTo>
                    <a:pt x="2404" y="2911"/>
                    <a:pt x="2404" y="2911"/>
                    <a:pt x="2404" y="2911"/>
                  </a:cubicBezTo>
                  <a:cubicBezTo>
                    <a:pt x="2441" y="2911"/>
                    <a:pt x="2441" y="2911"/>
                    <a:pt x="2441" y="2911"/>
                  </a:cubicBezTo>
                  <a:cubicBezTo>
                    <a:pt x="2404" y="2843"/>
                    <a:pt x="2404" y="2843"/>
                    <a:pt x="2404" y="2843"/>
                  </a:cubicBezTo>
                  <a:cubicBezTo>
                    <a:pt x="2367" y="2843"/>
                    <a:pt x="2367" y="2843"/>
                    <a:pt x="2367" y="2843"/>
                  </a:cubicBezTo>
                  <a:close/>
                  <a:moveTo>
                    <a:pt x="2367" y="1083"/>
                  </a:moveTo>
                  <a:cubicBezTo>
                    <a:pt x="2404" y="1083"/>
                    <a:pt x="2404" y="1083"/>
                    <a:pt x="2404" y="1083"/>
                  </a:cubicBezTo>
                  <a:cubicBezTo>
                    <a:pt x="2404" y="1083"/>
                    <a:pt x="2404" y="1083"/>
                    <a:pt x="2404" y="1083"/>
                  </a:cubicBezTo>
                  <a:cubicBezTo>
                    <a:pt x="2441" y="1015"/>
                    <a:pt x="2441" y="1015"/>
                    <a:pt x="2441" y="1015"/>
                  </a:cubicBezTo>
                  <a:cubicBezTo>
                    <a:pt x="2441" y="1083"/>
                    <a:pt x="2441" y="1083"/>
                    <a:pt x="2441" y="1083"/>
                  </a:cubicBezTo>
                  <a:cubicBezTo>
                    <a:pt x="2478" y="1083"/>
                    <a:pt x="2478" y="1083"/>
                    <a:pt x="2478" y="1083"/>
                  </a:cubicBezTo>
                  <a:cubicBezTo>
                    <a:pt x="2478" y="1083"/>
                    <a:pt x="2478" y="1083"/>
                    <a:pt x="2478" y="1083"/>
                  </a:cubicBezTo>
                  <a:cubicBezTo>
                    <a:pt x="2515" y="1083"/>
                    <a:pt x="2515" y="1083"/>
                    <a:pt x="2515" y="1083"/>
                  </a:cubicBezTo>
                  <a:cubicBezTo>
                    <a:pt x="2478" y="1151"/>
                    <a:pt x="2478" y="1151"/>
                    <a:pt x="2478" y="1151"/>
                  </a:cubicBezTo>
                  <a:cubicBezTo>
                    <a:pt x="2441" y="1151"/>
                    <a:pt x="2441" y="1151"/>
                    <a:pt x="2441" y="1151"/>
                  </a:cubicBezTo>
                  <a:cubicBezTo>
                    <a:pt x="2441" y="1151"/>
                    <a:pt x="2441" y="1151"/>
                    <a:pt x="2441" y="1151"/>
                  </a:cubicBezTo>
                  <a:cubicBezTo>
                    <a:pt x="2367" y="1151"/>
                    <a:pt x="2367" y="1151"/>
                    <a:pt x="2367" y="1151"/>
                  </a:cubicBezTo>
                  <a:cubicBezTo>
                    <a:pt x="2367" y="1083"/>
                    <a:pt x="2367" y="1083"/>
                    <a:pt x="2367" y="1083"/>
                  </a:cubicBezTo>
                  <a:close/>
                  <a:moveTo>
                    <a:pt x="2441" y="1895"/>
                  </a:moveTo>
                  <a:cubicBezTo>
                    <a:pt x="2441" y="1828"/>
                    <a:pt x="2441" y="1828"/>
                    <a:pt x="2441" y="1828"/>
                  </a:cubicBezTo>
                  <a:cubicBezTo>
                    <a:pt x="2478" y="1760"/>
                    <a:pt x="2478" y="1760"/>
                    <a:pt x="2478" y="1760"/>
                  </a:cubicBezTo>
                  <a:cubicBezTo>
                    <a:pt x="2478" y="1760"/>
                    <a:pt x="2478" y="1760"/>
                    <a:pt x="2478" y="1760"/>
                  </a:cubicBezTo>
                  <a:cubicBezTo>
                    <a:pt x="2441" y="1692"/>
                    <a:pt x="2441" y="1692"/>
                    <a:pt x="2441" y="1692"/>
                  </a:cubicBezTo>
                  <a:cubicBezTo>
                    <a:pt x="2441" y="1692"/>
                    <a:pt x="2441" y="1692"/>
                    <a:pt x="2441" y="1692"/>
                  </a:cubicBezTo>
                  <a:cubicBezTo>
                    <a:pt x="2404" y="1692"/>
                    <a:pt x="2404" y="1692"/>
                    <a:pt x="2404" y="1692"/>
                  </a:cubicBezTo>
                  <a:cubicBezTo>
                    <a:pt x="2367" y="1692"/>
                    <a:pt x="2367" y="1692"/>
                    <a:pt x="2367" y="1692"/>
                  </a:cubicBezTo>
                  <a:cubicBezTo>
                    <a:pt x="2330" y="1760"/>
                    <a:pt x="2330" y="1760"/>
                    <a:pt x="2330" y="1760"/>
                  </a:cubicBezTo>
                  <a:cubicBezTo>
                    <a:pt x="2293" y="1760"/>
                    <a:pt x="2293" y="1760"/>
                    <a:pt x="2293" y="1760"/>
                  </a:cubicBezTo>
                  <a:cubicBezTo>
                    <a:pt x="2293" y="1828"/>
                    <a:pt x="2293" y="1828"/>
                    <a:pt x="2293" y="1828"/>
                  </a:cubicBezTo>
                  <a:cubicBezTo>
                    <a:pt x="2367" y="1895"/>
                    <a:pt x="2367" y="1895"/>
                    <a:pt x="2367" y="1895"/>
                  </a:cubicBezTo>
                  <a:cubicBezTo>
                    <a:pt x="2404" y="1895"/>
                    <a:pt x="2404" y="1895"/>
                    <a:pt x="2404" y="1895"/>
                  </a:cubicBezTo>
                  <a:cubicBezTo>
                    <a:pt x="2441" y="1895"/>
                    <a:pt x="2441" y="1895"/>
                    <a:pt x="2441" y="1895"/>
                  </a:cubicBezTo>
                  <a:close/>
                  <a:moveTo>
                    <a:pt x="2515" y="1760"/>
                  </a:moveTo>
                  <a:cubicBezTo>
                    <a:pt x="2515" y="1828"/>
                    <a:pt x="2515" y="1828"/>
                    <a:pt x="2515" y="1828"/>
                  </a:cubicBezTo>
                  <a:cubicBezTo>
                    <a:pt x="2515" y="1895"/>
                    <a:pt x="2515" y="1895"/>
                    <a:pt x="2515" y="1895"/>
                  </a:cubicBezTo>
                  <a:cubicBezTo>
                    <a:pt x="2478" y="1895"/>
                    <a:pt x="2478" y="1895"/>
                    <a:pt x="2478" y="1895"/>
                  </a:cubicBezTo>
                  <a:cubicBezTo>
                    <a:pt x="2478" y="1895"/>
                    <a:pt x="2478" y="1895"/>
                    <a:pt x="2478" y="1895"/>
                  </a:cubicBezTo>
                  <a:cubicBezTo>
                    <a:pt x="2441" y="1895"/>
                    <a:pt x="2441" y="1895"/>
                    <a:pt x="2441" y="1895"/>
                  </a:cubicBezTo>
                  <a:cubicBezTo>
                    <a:pt x="2404" y="1963"/>
                    <a:pt x="2404" y="1963"/>
                    <a:pt x="2404" y="1963"/>
                  </a:cubicBezTo>
                  <a:cubicBezTo>
                    <a:pt x="2367" y="1963"/>
                    <a:pt x="2367" y="1963"/>
                    <a:pt x="2367" y="1963"/>
                  </a:cubicBezTo>
                  <a:cubicBezTo>
                    <a:pt x="2330" y="1963"/>
                    <a:pt x="2330" y="1963"/>
                    <a:pt x="2330" y="1963"/>
                  </a:cubicBezTo>
                  <a:cubicBezTo>
                    <a:pt x="2330" y="1963"/>
                    <a:pt x="2330" y="1963"/>
                    <a:pt x="2330" y="1963"/>
                  </a:cubicBezTo>
                  <a:cubicBezTo>
                    <a:pt x="2330" y="2031"/>
                    <a:pt x="2330" y="2031"/>
                    <a:pt x="2330" y="2031"/>
                  </a:cubicBezTo>
                  <a:cubicBezTo>
                    <a:pt x="2330" y="2031"/>
                    <a:pt x="2330" y="2031"/>
                    <a:pt x="2330" y="2031"/>
                  </a:cubicBezTo>
                  <a:cubicBezTo>
                    <a:pt x="2330" y="2234"/>
                    <a:pt x="2330" y="2234"/>
                    <a:pt x="2330" y="2234"/>
                  </a:cubicBezTo>
                  <a:cubicBezTo>
                    <a:pt x="2367" y="2302"/>
                    <a:pt x="2367" y="2302"/>
                    <a:pt x="2367" y="2302"/>
                  </a:cubicBezTo>
                  <a:cubicBezTo>
                    <a:pt x="2404" y="2369"/>
                    <a:pt x="2404" y="2369"/>
                    <a:pt x="2404" y="2369"/>
                  </a:cubicBezTo>
                  <a:cubicBezTo>
                    <a:pt x="2441" y="2369"/>
                    <a:pt x="2441" y="2369"/>
                    <a:pt x="2441" y="2369"/>
                  </a:cubicBezTo>
                  <a:cubicBezTo>
                    <a:pt x="2478" y="2369"/>
                    <a:pt x="2478" y="2369"/>
                    <a:pt x="2478" y="2369"/>
                  </a:cubicBezTo>
                  <a:cubicBezTo>
                    <a:pt x="2515" y="2369"/>
                    <a:pt x="2515" y="2369"/>
                    <a:pt x="2515" y="2369"/>
                  </a:cubicBezTo>
                  <a:cubicBezTo>
                    <a:pt x="2552" y="2302"/>
                    <a:pt x="2552" y="2302"/>
                    <a:pt x="2552" y="2302"/>
                  </a:cubicBezTo>
                  <a:cubicBezTo>
                    <a:pt x="2589" y="2302"/>
                    <a:pt x="2589" y="2302"/>
                    <a:pt x="2589" y="2302"/>
                  </a:cubicBezTo>
                  <a:cubicBezTo>
                    <a:pt x="2589" y="2234"/>
                    <a:pt x="2589" y="2234"/>
                    <a:pt x="2589" y="2234"/>
                  </a:cubicBezTo>
                  <a:cubicBezTo>
                    <a:pt x="2552" y="2234"/>
                    <a:pt x="2552" y="2234"/>
                    <a:pt x="2552" y="2234"/>
                  </a:cubicBezTo>
                  <a:cubicBezTo>
                    <a:pt x="2552" y="2166"/>
                    <a:pt x="2552" y="2166"/>
                    <a:pt x="2552" y="2166"/>
                  </a:cubicBezTo>
                  <a:cubicBezTo>
                    <a:pt x="2515" y="2166"/>
                    <a:pt x="2515" y="2166"/>
                    <a:pt x="2515" y="2166"/>
                  </a:cubicBezTo>
                  <a:cubicBezTo>
                    <a:pt x="2478" y="2099"/>
                    <a:pt x="2478" y="2099"/>
                    <a:pt x="2478" y="2099"/>
                  </a:cubicBezTo>
                  <a:cubicBezTo>
                    <a:pt x="2478" y="2031"/>
                    <a:pt x="2478" y="2031"/>
                    <a:pt x="2478" y="2031"/>
                  </a:cubicBezTo>
                  <a:cubicBezTo>
                    <a:pt x="2515" y="2031"/>
                    <a:pt x="2515" y="2031"/>
                    <a:pt x="2515" y="2031"/>
                  </a:cubicBezTo>
                  <a:cubicBezTo>
                    <a:pt x="2552" y="2031"/>
                    <a:pt x="2552" y="2031"/>
                    <a:pt x="2552" y="2031"/>
                  </a:cubicBezTo>
                  <a:cubicBezTo>
                    <a:pt x="2589" y="1963"/>
                    <a:pt x="2589" y="1963"/>
                    <a:pt x="2589" y="1963"/>
                  </a:cubicBezTo>
                  <a:cubicBezTo>
                    <a:pt x="2589" y="1963"/>
                    <a:pt x="2589" y="1963"/>
                    <a:pt x="2589" y="1963"/>
                  </a:cubicBezTo>
                  <a:cubicBezTo>
                    <a:pt x="2552" y="1895"/>
                    <a:pt x="2552" y="1895"/>
                    <a:pt x="2552" y="1895"/>
                  </a:cubicBezTo>
                  <a:cubicBezTo>
                    <a:pt x="2515" y="1828"/>
                    <a:pt x="2515" y="1828"/>
                    <a:pt x="2515" y="1828"/>
                  </a:cubicBezTo>
                  <a:cubicBezTo>
                    <a:pt x="2515" y="1760"/>
                    <a:pt x="2515" y="1760"/>
                    <a:pt x="2515" y="1760"/>
                  </a:cubicBezTo>
                  <a:close/>
                  <a:moveTo>
                    <a:pt x="2663" y="1895"/>
                  </a:moveTo>
                  <a:cubicBezTo>
                    <a:pt x="2626" y="1828"/>
                    <a:pt x="2626" y="1828"/>
                    <a:pt x="2626" y="1828"/>
                  </a:cubicBezTo>
                  <a:cubicBezTo>
                    <a:pt x="2626" y="1828"/>
                    <a:pt x="2626" y="1828"/>
                    <a:pt x="2626" y="1828"/>
                  </a:cubicBezTo>
                  <a:cubicBezTo>
                    <a:pt x="2626" y="1760"/>
                    <a:pt x="2626" y="1760"/>
                    <a:pt x="2626" y="1760"/>
                  </a:cubicBezTo>
                  <a:cubicBezTo>
                    <a:pt x="2589" y="1760"/>
                    <a:pt x="2589" y="1760"/>
                    <a:pt x="2589" y="1760"/>
                  </a:cubicBezTo>
                  <a:cubicBezTo>
                    <a:pt x="2552" y="1760"/>
                    <a:pt x="2552" y="1760"/>
                    <a:pt x="2552" y="1760"/>
                  </a:cubicBezTo>
                  <a:cubicBezTo>
                    <a:pt x="2552" y="1692"/>
                    <a:pt x="2552" y="1692"/>
                    <a:pt x="2552" y="1692"/>
                  </a:cubicBezTo>
                  <a:cubicBezTo>
                    <a:pt x="2552" y="1692"/>
                    <a:pt x="2552" y="1692"/>
                    <a:pt x="2552" y="1692"/>
                  </a:cubicBezTo>
                  <a:cubicBezTo>
                    <a:pt x="2552" y="1557"/>
                    <a:pt x="2552" y="1557"/>
                    <a:pt x="2552" y="1557"/>
                  </a:cubicBezTo>
                  <a:cubicBezTo>
                    <a:pt x="2552" y="1557"/>
                    <a:pt x="2552" y="1557"/>
                    <a:pt x="2552" y="1557"/>
                  </a:cubicBezTo>
                  <a:cubicBezTo>
                    <a:pt x="2552" y="1421"/>
                    <a:pt x="2552" y="1421"/>
                    <a:pt x="2552" y="1421"/>
                  </a:cubicBezTo>
                  <a:cubicBezTo>
                    <a:pt x="2589" y="1421"/>
                    <a:pt x="2589" y="1421"/>
                    <a:pt x="2589" y="1421"/>
                  </a:cubicBezTo>
                  <a:cubicBezTo>
                    <a:pt x="2626" y="1354"/>
                    <a:pt x="2626" y="1354"/>
                    <a:pt x="2626" y="1354"/>
                  </a:cubicBezTo>
                  <a:cubicBezTo>
                    <a:pt x="2626" y="1354"/>
                    <a:pt x="2626" y="1354"/>
                    <a:pt x="2626" y="1354"/>
                  </a:cubicBezTo>
                  <a:cubicBezTo>
                    <a:pt x="2626" y="1286"/>
                    <a:pt x="2626" y="1286"/>
                    <a:pt x="2626" y="1286"/>
                  </a:cubicBezTo>
                  <a:cubicBezTo>
                    <a:pt x="2626" y="1286"/>
                    <a:pt x="2626" y="1286"/>
                    <a:pt x="2626" y="1286"/>
                  </a:cubicBezTo>
                  <a:cubicBezTo>
                    <a:pt x="2663" y="1286"/>
                    <a:pt x="2663" y="1286"/>
                    <a:pt x="2663" y="1286"/>
                  </a:cubicBezTo>
                  <a:cubicBezTo>
                    <a:pt x="2699" y="1286"/>
                    <a:pt x="2699" y="1286"/>
                    <a:pt x="2699" y="1286"/>
                  </a:cubicBezTo>
                  <a:cubicBezTo>
                    <a:pt x="2699" y="1354"/>
                    <a:pt x="2699" y="1354"/>
                    <a:pt x="2699" y="1354"/>
                  </a:cubicBezTo>
                  <a:cubicBezTo>
                    <a:pt x="2699" y="1421"/>
                    <a:pt x="2699" y="1421"/>
                    <a:pt x="2699" y="1421"/>
                  </a:cubicBezTo>
                  <a:cubicBezTo>
                    <a:pt x="2699" y="1489"/>
                    <a:pt x="2699" y="1489"/>
                    <a:pt x="2699" y="1489"/>
                  </a:cubicBezTo>
                  <a:cubicBezTo>
                    <a:pt x="2736" y="1489"/>
                    <a:pt x="2736" y="1489"/>
                    <a:pt x="2736" y="1489"/>
                  </a:cubicBezTo>
                  <a:cubicBezTo>
                    <a:pt x="2773" y="1557"/>
                    <a:pt x="2773" y="1557"/>
                    <a:pt x="2773" y="1557"/>
                  </a:cubicBezTo>
                  <a:cubicBezTo>
                    <a:pt x="2810" y="1557"/>
                    <a:pt x="2810" y="1557"/>
                    <a:pt x="2810" y="1557"/>
                  </a:cubicBezTo>
                  <a:cubicBezTo>
                    <a:pt x="2810" y="1625"/>
                    <a:pt x="2810" y="1625"/>
                    <a:pt x="2810" y="1625"/>
                  </a:cubicBezTo>
                  <a:cubicBezTo>
                    <a:pt x="2736" y="1625"/>
                    <a:pt x="2736" y="1625"/>
                    <a:pt x="2736" y="1625"/>
                  </a:cubicBezTo>
                  <a:cubicBezTo>
                    <a:pt x="2699" y="1692"/>
                    <a:pt x="2699" y="1692"/>
                    <a:pt x="2699" y="1692"/>
                  </a:cubicBezTo>
                  <a:cubicBezTo>
                    <a:pt x="2699" y="1692"/>
                    <a:pt x="2699" y="1692"/>
                    <a:pt x="2699" y="1692"/>
                  </a:cubicBezTo>
                  <a:cubicBezTo>
                    <a:pt x="2699" y="1760"/>
                    <a:pt x="2699" y="1760"/>
                    <a:pt x="2699" y="1760"/>
                  </a:cubicBezTo>
                  <a:cubicBezTo>
                    <a:pt x="2699" y="1828"/>
                    <a:pt x="2699" y="1828"/>
                    <a:pt x="2699" y="1828"/>
                  </a:cubicBezTo>
                  <a:cubicBezTo>
                    <a:pt x="2663" y="1895"/>
                    <a:pt x="2663" y="1895"/>
                    <a:pt x="2663" y="1895"/>
                  </a:cubicBezTo>
                  <a:close/>
                  <a:moveTo>
                    <a:pt x="16754" y="3385"/>
                  </a:moveTo>
                  <a:cubicBezTo>
                    <a:pt x="16754" y="3385"/>
                    <a:pt x="16754" y="3385"/>
                    <a:pt x="16754" y="3385"/>
                  </a:cubicBezTo>
                  <a:cubicBezTo>
                    <a:pt x="16754" y="3385"/>
                    <a:pt x="16754" y="3385"/>
                    <a:pt x="16754" y="3385"/>
                  </a:cubicBezTo>
                  <a:cubicBezTo>
                    <a:pt x="16754" y="3385"/>
                    <a:pt x="16754" y="3385"/>
                    <a:pt x="16754" y="3385"/>
                  </a:cubicBezTo>
                  <a:cubicBezTo>
                    <a:pt x="16717" y="3385"/>
                    <a:pt x="16717" y="3385"/>
                    <a:pt x="16717" y="3385"/>
                  </a:cubicBezTo>
                  <a:cubicBezTo>
                    <a:pt x="16754" y="3385"/>
                    <a:pt x="16754" y="3385"/>
                    <a:pt x="16754" y="3385"/>
                  </a:cubicBezTo>
                  <a:close/>
                  <a:moveTo>
                    <a:pt x="16606" y="3385"/>
                  </a:moveTo>
                  <a:cubicBezTo>
                    <a:pt x="16643" y="3385"/>
                    <a:pt x="16643" y="3385"/>
                    <a:pt x="16643" y="3385"/>
                  </a:cubicBezTo>
                  <a:cubicBezTo>
                    <a:pt x="16643" y="3317"/>
                    <a:pt x="16643" y="3317"/>
                    <a:pt x="16643" y="3317"/>
                  </a:cubicBezTo>
                  <a:cubicBezTo>
                    <a:pt x="16606" y="3317"/>
                    <a:pt x="16606" y="3317"/>
                    <a:pt x="16606" y="3317"/>
                  </a:cubicBezTo>
                  <a:cubicBezTo>
                    <a:pt x="16606" y="3317"/>
                    <a:pt x="16606" y="3317"/>
                    <a:pt x="16606" y="3317"/>
                  </a:cubicBezTo>
                  <a:cubicBezTo>
                    <a:pt x="16606" y="3385"/>
                    <a:pt x="16606" y="3385"/>
                    <a:pt x="16606" y="3385"/>
                  </a:cubicBezTo>
                  <a:close/>
                  <a:moveTo>
                    <a:pt x="16495" y="3453"/>
                  </a:moveTo>
                  <a:cubicBezTo>
                    <a:pt x="16495" y="3453"/>
                    <a:pt x="16495" y="3453"/>
                    <a:pt x="16495" y="3453"/>
                  </a:cubicBezTo>
                  <a:cubicBezTo>
                    <a:pt x="16495" y="3453"/>
                    <a:pt x="16495" y="3453"/>
                    <a:pt x="16495" y="3453"/>
                  </a:cubicBezTo>
                  <a:cubicBezTo>
                    <a:pt x="16495" y="3385"/>
                    <a:pt x="16495" y="3385"/>
                    <a:pt x="16495" y="3385"/>
                  </a:cubicBezTo>
                  <a:cubicBezTo>
                    <a:pt x="16495" y="3385"/>
                    <a:pt x="16495" y="3385"/>
                    <a:pt x="16495" y="3385"/>
                  </a:cubicBezTo>
                  <a:cubicBezTo>
                    <a:pt x="16458" y="3385"/>
                    <a:pt x="16458" y="3385"/>
                    <a:pt x="16458" y="3385"/>
                  </a:cubicBezTo>
                  <a:cubicBezTo>
                    <a:pt x="16495" y="3453"/>
                    <a:pt x="16495" y="3453"/>
                    <a:pt x="16495" y="3453"/>
                  </a:cubicBezTo>
                  <a:close/>
                  <a:moveTo>
                    <a:pt x="19343" y="9208"/>
                  </a:moveTo>
                  <a:cubicBezTo>
                    <a:pt x="19306" y="9208"/>
                    <a:pt x="19306" y="9208"/>
                    <a:pt x="19306" y="9208"/>
                  </a:cubicBezTo>
                  <a:cubicBezTo>
                    <a:pt x="19343" y="9276"/>
                    <a:pt x="19343" y="9276"/>
                    <a:pt x="19343" y="9276"/>
                  </a:cubicBezTo>
                  <a:cubicBezTo>
                    <a:pt x="19343" y="9276"/>
                    <a:pt x="19343" y="9276"/>
                    <a:pt x="19343" y="9276"/>
                  </a:cubicBezTo>
                  <a:cubicBezTo>
                    <a:pt x="19343" y="9208"/>
                    <a:pt x="19343" y="9208"/>
                    <a:pt x="19343" y="9208"/>
                  </a:cubicBezTo>
                  <a:cubicBezTo>
                    <a:pt x="19343" y="9208"/>
                    <a:pt x="19343" y="9208"/>
                    <a:pt x="19343" y="9208"/>
                  </a:cubicBezTo>
                  <a:cubicBezTo>
                    <a:pt x="19343" y="9208"/>
                    <a:pt x="19343" y="9208"/>
                    <a:pt x="19343" y="9208"/>
                  </a:cubicBezTo>
                  <a:close/>
                  <a:moveTo>
                    <a:pt x="19306" y="9073"/>
                  </a:moveTo>
                  <a:cubicBezTo>
                    <a:pt x="19306" y="9141"/>
                    <a:pt x="19306" y="9141"/>
                    <a:pt x="19306" y="9141"/>
                  </a:cubicBezTo>
                  <a:cubicBezTo>
                    <a:pt x="19343" y="9141"/>
                    <a:pt x="19343" y="9141"/>
                    <a:pt x="19343" y="9141"/>
                  </a:cubicBezTo>
                  <a:cubicBezTo>
                    <a:pt x="19343" y="9141"/>
                    <a:pt x="19343" y="9141"/>
                    <a:pt x="19343" y="9141"/>
                  </a:cubicBezTo>
                  <a:cubicBezTo>
                    <a:pt x="19306" y="9073"/>
                    <a:pt x="19306" y="9073"/>
                    <a:pt x="19306" y="9073"/>
                  </a:cubicBezTo>
                  <a:cubicBezTo>
                    <a:pt x="19306" y="9073"/>
                    <a:pt x="19306" y="9073"/>
                    <a:pt x="19306" y="9073"/>
                  </a:cubicBezTo>
                  <a:cubicBezTo>
                    <a:pt x="19306" y="9073"/>
                    <a:pt x="19306" y="9073"/>
                    <a:pt x="19306" y="9073"/>
                  </a:cubicBezTo>
                  <a:close/>
                  <a:moveTo>
                    <a:pt x="3069" y="5823"/>
                  </a:moveTo>
                  <a:cubicBezTo>
                    <a:pt x="3069" y="5823"/>
                    <a:pt x="3069" y="5823"/>
                    <a:pt x="3069" y="5823"/>
                  </a:cubicBezTo>
                  <a:cubicBezTo>
                    <a:pt x="3069" y="5755"/>
                    <a:pt x="3069" y="5755"/>
                    <a:pt x="3069" y="5755"/>
                  </a:cubicBezTo>
                  <a:cubicBezTo>
                    <a:pt x="3143" y="5755"/>
                    <a:pt x="3143" y="5755"/>
                    <a:pt x="3143" y="5755"/>
                  </a:cubicBezTo>
                  <a:cubicBezTo>
                    <a:pt x="3143" y="5687"/>
                    <a:pt x="3143" y="5687"/>
                    <a:pt x="3143" y="5687"/>
                  </a:cubicBezTo>
                  <a:cubicBezTo>
                    <a:pt x="3106" y="5687"/>
                    <a:pt x="3106" y="5687"/>
                    <a:pt x="3106" y="5687"/>
                  </a:cubicBezTo>
                  <a:cubicBezTo>
                    <a:pt x="3069" y="5755"/>
                    <a:pt x="3069" y="5755"/>
                    <a:pt x="3069" y="5755"/>
                  </a:cubicBezTo>
                  <a:cubicBezTo>
                    <a:pt x="3069" y="5755"/>
                    <a:pt x="3069" y="5755"/>
                    <a:pt x="3069" y="5755"/>
                  </a:cubicBezTo>
                  <a:cubicBezTo>
                    <a:pt x="3032" y="5755"/>
                    <a:pt x="3032" y="5755"/>
                    <a:pt x="3032" y="5755"/>
                  </a:cubicBezTo>
                  <a:cubicBezTo>
                    <a:pt x="3069" y="5823"/>
                    <a:pt x="3069" y="5823"/>
                    <a:pt x="3069" y="5823"/>
                  </a:cubicBezTo>
                  <a:close/>
                  <a:moveTo>
                    <a:pt x="2847" y="7515"/>
                  </a:moveTo>
                  <a:cubicBezTo>
                    <a:pt x="2921" y="7583"/>
                    <a:pt x="2921" y="7583"/>
                    <a:pt x="2921" y="7583"/>
                  </a:cubicBezTo>
                  <a:cubicBezTo>
                    <a:pt x="2958" y="7515"/>
                    <a:pt x="2958" y="7515"/>
                    <a:pt x="2958" y="7515"/>
                  </a:cubicBezTo>
                  <a:cubicBezTo>
                    <a:pt x="2995" y="7515"/>
                    <a:pt x="2995" y="7515"/>
                    <a:pt x="2995" y="7515"/>
                  </a:cubicBezTo>
                  <a:cubicBezTo>
                    <a:pt x="3032" y="7515"/>
                    <a:pt x="3032" y="7515"/>
                    <a:pt x="3032" y="7515"/>
                  </a:cubicBezTo>
                  <a:cubicBezTo>
                    <a:pt x="3032" y="7515"/>
                    <a:pt x="3032" y="7515"/>
                    <a:pt x="3032" y="7515"/>
                  </a:cubicBezTo>
                  <a:cubicBezTo>
                    <a:pt x="3069" y="7515"/>
                    <a:pt x="3069" y="7515"/>
                    <a:pt x="3069" y="7515"/>
                  </a:cubicBezTo>
                  <a:cubicBezTo>
                    <a:pt x="3106" y="7515"/>
                    <a:pt x="3106" y="7515"/>
                    <a:pt x="3106" y="7515"/>
                  </a:cubicBezTo>
                  <a:cubicBezTo>
                    <a:pt x="3106" y="7515"/>
                    <a:pt x="3106" y="7515"/>
                    <a:pt x="3106" y="7515"/>
                  </a:cubicBezTo>
                  <a:cubicBezTo>
                    <a:pt x="3106" y="7448"/>
                    <a:pt x="3106" y="7448"/>
                    <a:pt x="3106" y="7448"/>
                  </a:cubicBezTo>
                  <a:cubicBezTo>
                    <a:pt x="3106" y="7448"/>
                    <a:pt x="3106" y="7448"/>
                    <a:pt x="3106" y="7448"/>
                  </a:cubicBezTo>
                  <a:cubicBezTo>
                    <a:pt x="3106" y="7515"/>
                    <a:pt x="3106" y="7515"/>
                    <a:pt x="3106" y="7515"/>
                  </a:cubicBezTo>
                  <a:cubicBezTo>
                    <a:pt x="3143" y="7515"/>
                    <a:pt x="3143" y="7515"/>
                    <a:pt x="3143" y="7515"/>
                  </a:cubicBezTo>
                  <a:cubicBezTo>
                    <a:pt x="3180" y="7515"/>
                    <a:pt x="3180" y="7515"/>
                    <a:pt x="3180" y="7515"/>
                  </a:cubicBezTo>
                  <a:cubicBezTo>
                    <a:pt x="3217" y="7515"/>
                    <a:pt x="3217" y="7515"/>
                    <a:pt x="3217" y="7515"/>
                  </a:cubicBezTo>
                  <a:cubicBezTo>
                    <a:pt x="3217" y="7515"/>
                    <a:pt x="3217" y="7515"/>
                    <a:pt x="3217" y="7515"/>
                  </a:cubicBezTo>
                  <a:cubicBezTo>
                    <a:pt x="3254" y="7448"/>
                    <a:pt x="3254" y="7448"/>
                    <a:pt x="3254" y="7448"/>
                  </a:cubicBezTo>
                  <a:cubicBezTo>
                    <a:pt x="3254" y="7380"/>
                    <a:pt x="3254" y="7380"/>
                    <a:pt x="3254" y="7380"/>
                  </a:cubicBezTo>
                  <a:cubicBezTo>
                    <a:pt x="3254" y="7312"/>
                    <a:pt x="3254" y="7312"/>
                    <a:pt x="3254" y="7312"/>
                  </a:cubicBezTo>
                  <a:cubicBezTo>
                    <a:pt x="3254" y="7245"/>
                    <a:pt x="3254" y="7245"/>
                    <a:pt x="3254" y="7245"/>
                  </a:cubicBezTo>
                  <a:cubicBezTo>
                    <a:pt x="3254" y="7245"/>
                    <a:pt x="3254" y="7245"/>
                    <a:pt x="3254" y="7245"/>
                  </a:cubicBezTo>
                  <a:cubicBezTo>
                    <a:pt x="3217" y="7177"/>
                    <a:pt x="3217" y="7177"/>
                    <a:pt x="3217" y="7177"/>
                  </a:cubicBezTo>
                  <a:cubicBezTo>
                    <a:pt x="3180" y="7177"/>
                    <a:pt x="3180" y="7177"/>
                    <a:pt x="3180" y="7177"/>
                  </a:cubicBezTo>
                  <a:cubicBezTo>
                    <a:pt x="3180" y="7177"/>
                    <a:pt x="3180" y="7177"/>
                    <a:pt x="3180" y="7177"/>
                  </a:cubicBezTo>
                  <a:cubicBezTo>
                    <a:pt x="3180" y="7109"/>
                    <a:pt x="3180" y="7109"/>
                    <a:pt x="3180" y="7109"/>
                  </a:cubicBezTo>
                  <a:cubicBezTo>
                    <a:pt x="3180" y="7109"/>
                    <a:pt x="3180" y="7109"/>
                    <a:pt x="3180" y="7109"/>
                  </a:cubicBezTo>
                  <a:cubicBezTo>
                    <a:pt x="3217" y="7109"/>
                    <a:pt x="3217" y="7109"/>
                    <a:pt x="3217" y="7109"/>
                  </a:cubicBezTo>
                  <a:cubicBezTo>
                    <a:pt x="3217" y="7109"/>
                    <a:pt x="3217" y="7109"/>
                    <a:pt x="3217" y="7109"/>
                  </a:cubicBezTo>
                  <a:cubicBezTo>
                    <a:pt x="3254" y="7177"/>
                    <a:pt x="3254" y="7177"/>
                    <a:pt x="3254" y="7177"/>
                  </a:cubicBezTo>
                  <a:cubicBezTo>
                    <a:pt x="3254" y="7177"/>
                    <a:pt x="3254" y="7177"/>
                    <a:pt x="3254" y="7177"/>
                  </a:cubicBezTo>
                  <a:cubicBezTo>
                    <a:pt x="3254" y="7177"/>
                    <a:pt x="3254" y="7177"/>
                    <a:pt x="3254" y="7177"/>
                  </a:cubicBezTo>
                  <a:cubicBezTo>
                    <a:pt x="3291" y="7177"/>
                    <a:pt x="3291" y="7177"/>
                    <a:pt x="3291" y="7177"/>
                  </a:cubicBezTo>
                  <a:cubicBezTo>
                    <a:pt x="3254" y="7109"/>
                    <a:pt x="3254" y="7109"/>
                    <a:pt x="3254" y="7109"/>
                  </a:cubicBezTo>
                  <a:cubicBezTo>
                    <a:pt x="3217" y="6974"/>
                    <a:pt x="3217" y="6974"/>
                    <a:pt x="3217" y="6974"/>
                  </a:cubicBezTo>
                  <a:cubicBezTo>
                    <a:pt x="3217" y="6906"/>
                    <a:pt x="3217" y="6906"/>
                    <a:pt x="3217" y="6906"/>
                  </a:cubicBezTo>
                  <a:cubicBezTo>
                    <a:pt x="3217" y="6906"/>
                    <a:pt x="3217" y="6906"/>
                    <a:pt x="3217" y="6906"/>
                  </a:cubicBezTo>
                  <a:cubicBezTo>
                    <a:pt x="3217" y="6974"/>
                    <a:pt x="3217" y="6974"/>
                    <a:pt x="3217" y="6974"/>
                  </a:cubicBezTo>
                  <a:cubicBezTo>
                    <a:pt x="3254" y="6974"/>
                    <a:pt x="3254" y="6974"/>
                    <a:pt x="3254" y="6974"/>
                  </a:cubicBezTo>
                  <a:cubicBezTo>
                    <a:pt x="3254" y="7042"/>
                    <a:pt x="3254" y="7042"/>
                    <a:pt x="3254" y="7042"/>
                  </a:cubicBezTo>
                  <a:cubicBezTo>
                    <a:pt x="3291" y="7042"/>
                    <a:pt x="3291" y="7042"/>
                    <a:pt x="3291" y="7042"/>
                  </a:cubicBezTo>
                  <a:cubicBezTo>
                    <a:pt x="3291" y="6974"/>
                    <a:pt x="3291" y="6974"/>
                    <a:pt x="3291" y="6974"/>
                  </a:cubicBezTo>
                  <a:cubicBezTo>
                    <a:pt x="3291" y="6974"/>
                    <a:pt x="3291" y="6974"/>
                    <a:pt x="3291" y="6974"/>
                  </a:cubicBezTo>
                  <a:cubicBezTo>
                    <a:pt x="3291" y="6906"/>
                    <a:pt x="3291" y="6906"/>
                    <a:pt x="3291" y="6906"/>
                  </a:cubicBezTo>
                  <a:cubicBezTo>
                    <a:pt x="3291" y="6906"/>
                    <a:pt x="3291" y="6906"/>
                    <a:pt x="3291" y="6906"/>
                  </a:cubicBezTo>
                  <a:cubicBezTo>
                    <a:pt x="3291" y="6838"/>
                    <a:pt x="3291" y="6838"/>
                    <a:pt x="3291" y="6838"/>
                  </a:cubicBezTo>
                  <a:cubicBezTo>
                    <a:pt x="3291" y="6771"/>
                    <a:pt x="3291" y="6771"/>
                    <a:pt x="3291" y="6771"/>
                  </a:cubicBezTo>
                  <a:cubicBezTo>
                    <a:pt x="3291" y="6771"/>
                    <a:pt x="3291" y="6771"/>
                    <a:pt x="3291" y="6771"/>
                  </a:cubicBezTo>
                  <a:cubicBezTo>
                    <a:pt x="3254" y="6703"/>
                    <a:pt x="3254" y="6703"/>
                    <a:pt x="3254" y="6703"/>
                  </a:cubicBezTo>
                  <a:cubicBezTo>
                    <a:pt x="3254" y="6635"/>
                    <a:pt x="3254" y="6635"/>
                    <a:pt x="3254" y="6635"/>
                  </a:cubicBezTo>
                  <a:cubicBezTo>
                    <a:pt x="3291" y="6703"/>
                    <a:pt x="3291" y="6703"/>
                    <a:pt x="3291" y="6703"/>
                  </a:cubicBezTo>
                  <a:cubicBezTo>
                    <a:pt x="3328" y="6703"/>
                    <a:pt x="3328" y="6703"/>
                    <a:pt x="3328" y="6703"/>
                  </a:cubicBezTo>
                  <a:cubicBezTo>
                    <a:pt x="3328" y="6635"/>
                    <a:pt x="3328" y="6635"/>
                    <a:pt x="3328" y="6635"/>
                  </a:cubicBezTo>
                  <a:cubicBezTo>
                    <a:pt x="3328" y="6635"/>
                    <a:pt x="3328" y="6635"/>
                    <a:pt x="3328" y="6635"/>
                  </a:cubicBezTo>
                  <a:cubicBezTo>
                    <a:pt x="3291" y="6635"/>
                    <a:pt x="3291" y="6635"/>
                    <a:pt x="3291" y="6635"/>
                  </a:cubicBezTo>
                  <a:cubicBezTo>
                    <a:pt x="3291" y="6568"/>
                    <a:pt x="3291" y="6568"/>
                    <a:pt x="3291" y="6568"/>
                  </a:cubicBezTo>
                  <a:cubicBezTo>
                    <a:pt x="3328" y="6568"/>
                    <a:pt x="3328" y="6568"/>
                    <a:pt x="3328" y="6568"/>
                  </a:cubicBezTo>
                  <a:cubicBezTo>
                    <a:pt x="3365" y="6568"/>
                    <a:pt x="3365" y="6568"/>
                    <a:pt x="3365" y="6568"/>
                  </a:cubicBezTo>
                  <a:cubicBezTo>
                    <a:pt x="3402" y="6635"/>
                    <a:pt x="3402" y="6635"/>
                    <a:pt x="3402" y="6635"/>
                  </a:cubicBezTo>
                  <a:cubicBezTo>
                    <a:pt x="3402" y="6568"/>
                    <a:pt x="3402" y="6568"/>
                    <a:pt x="3402" y="6568"/>
                  </a:cubicBezTo>
                  <a:cubicBezTo>
                    <a:pt x="3402" y="6568"/>
                    <a:pt x="3402" y="6568"/>
                    <a:pt x="3402" y="6568"/>
                  </a:cubicBezTo>
                  <a:cubicBezTo>
                    <a:pt x="3365" y="6500"/>
                    <a:pt x="3365" y="6500"/>
                    <a:pt x="3365" y="6500"/>
                  </a:cubicBezTo>
                  <a:cubicBezTo>
                    <a:pt x="3402" y="6500"/>
                    <a:pt x="3402" y="6500"/>
                    <a:pt x="3402" y="6500"/>
                  </a:cubicBezTo>
                  <a:cubicBezTo>
                    <a:pt x="3439" y="6568"/>
                    <a:pt x="3439" y="6568"/>
                    <a:pt x="3439" y="6568"/>
                  </a:cubicBezTo>
                  <a:cubicBezTo>
                    <a:pt x="3439" y="6500"/>
                    <a:pt x="3439" y="6500"/>
                    <a:pt x="3439" y="6500"/>
                  </a:cubicBezTo>
                  <a:cubicBezTo>
                    <a:pt x="3439" y="6432"/>
                    <a:pt x="3439" y="6432"/>
                    <a:pt x="3439" y="6432"/>
                  </a:cubicBezTo>
                  <a:cubicBezTo>
                    <a:pt x="3439" y="6432"/>
                    <a:pt x="3439" y="6432"/>
                    <a:pt x="3439" y="6432"/>
                  </a:cubicBezTo>
                  <a:cubicBezTo>
                    <a:pt x="3439" y="6432"/>
                    <a:pt x="3439" y="6432"/>
                    <a:pt x="3439" y="6432"/>
                  </a:cubicBezTo>
                  <a:cubicBezTo>
                    <a:pt x="3476" y="6364"/>
                    <a:pt x="3476" y="6364"/>
                    <a:pt x="3476" y="6364"/>
                  </a:cubicBezTo>
                  <a:cubicBezTo>
                    <a:pt x="3513" y="6364"/>
                    <a:pt x="3513" y="6364"/>
                    <a:pt x="3513" y="6364"/>
                  </a:cubicBezTo>
                  <a:cubicBezTo>
                    <a:pt x="3476" y="6297"/>
                    <a:pt x="3476" y="6297"/>
                    <a:pt x="3476" y="6297"/>
                  </a:cubicBezTo>
                  <a:cubicBezTo>
                    <a:pt x="3476" y="6297"/>
                    <a:pt x="3476" y="6297"/>
                    <a:pt x="3476" y="6297"/>
                  </a:cubicBezTo>
                  <a:cubicBezTo>
                    <a:pt x="3476" y="6229"/>
                    <a:pt x="3476" y="6229"/>
                    <a:pt x="3476" y="6229"/>
                  </a:cubicBezTo>
                  <a:cubicBezTo>
                    <a:pt x="3476" y="6297"/>
                    <a:pt x="3476" y="6297"/>
                    <a:pt x="3476" y="6297"/>
                  </a:cubicBezTo>
                  <a:cubicBezTo>
                    <a:pt x="3513" y="6229"/>
                    <a:pt x="3513" y="6229"/>
                    <a:pt x="3513" y="6229"/>
                  </a:cubicBezTo>
                  <a:cubicBezTo>
                    <a:pt x="3550" y="6161"/>
                    <a:pt x="3550" y="6161"/>
                    <a:pt x="3550" y="6161"/>
                  </a:cubicBezTo>
                  <a:cubicBezTo>
                    <a:pt x="3550" y="6094"/>
                    <a:pt x="3550" y="6094"/>
                    <a:pt x="3550" y="6094"/>
                  </a:cubicBezTo>
                  <a:cubicBezTo>
                    <a:pt x="3587" y="6026"/>
                    <a:pt x="3587" y="6026"/>
                    <a:pt x="3587" y="6026"/>
                  </a:cubicBezTo>
                  <a:cubicBezTo>
                    <a:pt x="3587" y="5958"/>
                    <a:pt x="3587" y="5958"/>
                    <a:pt x="3587" y="5958"/>
                  </a:cubicBezTo>
                  <a:cubicBezTo>
                    <a:pt x="3624" y="5958"/>
                    <a:pt x="3624" y="5958"/>
                    <a:pt x="3624" y="5958"/>
                  </a:cubicBezTo>
                  <a:cubicBezTo>
                    <a:pt x="3661" y="5890"/>
                    <a:pt x="3661" y="5890"/>
                    <a:pt x="3661" y="5890"/>
                  </a:cubicBezTo>
                  <a:cubicBezTo>
                    <a:pt x="3698" y="5755"/>
                    <a:pt x="3698" y="5755"/>
                    <a:pt x="3698" y="5755"/>
                  </a:cubicBezTo>
                  <a:cubicBezTo>
                    <a:pt x="3698" y="5755"/>
                    <a:pt x="3698" y="5755"/>
                    <a:pt x="3698" y="5755"/>
                  </a:cubicBezTo>
                  <a:cubicBezTo>
                    <a:pt x="3772" y="5687"/>
                    <a:pt x="3772" y="5687"/>
                    <a:pt x="3772" y="5687"/>
                  </a:cubicBezTo>
                  <a:cubicBezTo>
                    <a:pt x="3846" y="5552"/>
                    <a:pt x="3846" y="5552"/>
                    <a:pt x="3846" y="5552"/>
                  </a:cubicBezTo>
                  <a:cubicBezTo>
                    <a:pt x="3883" y="5484"/>
                    <a:pt x="3883" y="5484"/>
                    <a:pt x="3883" y="5484"/>
                  </a:cubicBezTo>
                  <a:cubicBezTo>
                    <a:pt x="3920" y="5484"/>
                    <a:pt x="3920" y="5484"/>
                    <a:pt x="3920" y="5484"/>
                  </a:cubicBezTo>
                  <a:cubicBezTo>
                    <a:pt x="3957" y="5416"/>
                    <a:pt x="3957" y="5416"/>
                    <a:pt x="3957" y="5416"/>
                  </a:cubicBezTo>
                  <a:cubicBezTo>
                    <a:pt x="3994" y="5416"/>
                    <a:pt x="3994" y="5416"/>
                    <a:pt x="3994" y="5416"/>
                  </a:cubicBezTo>
                  <a:cubicBezTo>
                    <a:pt x="4031" y="5349"/>
                    <a:pt x="4031" y="5349"/>
                    <a:pt x="4031" y="5349"/>
                  </a:cubicBezTo>
                  <a:cubicBezTo>
                    <a:pt x="4068" y="5281"/>
                    <a:pt x="4068" y="5281"/>
                    <a:pt x="4068" y="5281"/>
                  </a:cubicBezTo>
                  <a:cubicBezTo>
                    <a:pt x="4105" y="5213"/>
                    <a:pt x="4105" y="5213"/>
                    <a:pt x="4105" y="5213"/>
                  </a:cubicBezTo>
                  <a:cubicBezTo>
                    <a:pt x="4142" y="5213"/>
                    <a:pt x="4142" y="5213"/>
                    <a:pt x="4142" y="5213"/>
                  </a:cubicBezTo>
                  <a:cubicBezTo>
                    <a:pt x="4142" y="5213"/>
                    <a:pt x="4142" y="5213"/>
                    <a:pt x="4142" y="5213"/>
                  </a:cubicBezTo>
                  <a:cubicBezTo>
                    <a:pt x="4142" y="5213"/>
                    <a:pt x="4142" y="5213"/>
                    <a:pt x="4142" y="5213"/>
                  </a:cubicBezTo>
                  <a:cubicBezTo>
                    <a:pt x="4142" y="5146"/>
                    <a:pt x="4142" y="5146"/>
                    <a:pt x="4142" y="5146"/>
                  </a:cubicBezTo>
                  <a:cubicBezTo>
                    <a:pt x="4142" y="5078"/>
                    <a:pt x="4142" y="5078"/>
                    <a:pt x="4142" y="5078"/>
                  </a:cubicBezTo>
                  <a:cubicBezTo>
                    <a:pt x="4142" y="5078"/>
                    <a:pt x="4142" y="5078"/>
                    <a:pt x="4142" y="5078"/>
                  </a:cubicBezTo>
                  <a:cubicBezTo>
                    <a:pt x="4142" y="5010"/>
                    <a:pt x="4142" y="5010"/>
                    <a:pt x="4142" y="5010"/>
                  </a:cubicBezTo>
                  <a:cubicBezTo>
                    <a:pt x="4142" y="4942"/>
                    <a:pt x="4142" y="4942"/>
                    <a:pt x="4142" y="4942"/>
                  </a:cubicBezTo>
                  <a:cubicBezTo>
                    <a:pt x="4105" y="4942"/>
                    <a:pt x="4105" y="4942"/>
                    <a:pt x="4105" y="4942"/>
                  </a:cubicBezTo>
                  <a:cubicBezTo>
                    <a:pt x="4105" y="4875"/>
                    <a:pt x="4105" y="4875"/>
                    <a:pt x="4105" y="4875"/>
                  </a:cubicBezTo>
                  <a:cubicBezTo>
                    <a:pt x="4142" y="4807"/>
                    <a:pt x="4142" y="4807"/>
                    <a:pt x="4142" y="4807"/>
                  </a:cubicBezTo>
                  <a:cubicBezTo>
                    <a:pt x="4142" y="4807"/>
                    <a:pt x="4142" y="4807"/>
                    <a:pt x="4142" y="4807"/>
                  </a:cubicBezTo>
                  <a:cubicBezTo>
                    <a:pt x="4105" y="4807"/>
                    <a:pt x="4105" y="4807"/>
                    <a:pt x="4105" y="4807"/>
                  </a:cubicBezTo>
                  <a:cubicBezTo>
                    <a:pt x="4068" y="4739"/>
                    <a:pt x="4068" y="4739"/>
                    <a:pt x="4068" y="4739"/>
                  </a:cubicBezTo>
                  <a:cubicBezTo>
                    <a:pt x="4031" y="4739"/>
                    <a:pt x="4031" y="4739"/>
                    <a:pt x="4031" y="4739"/>
                  </a:cubicBezTo>
                  <a:cubicBezTo>
                    <a:pt x="4031" y="4739"/>
                    <a:pt x="4031" y="4739"/>
                    <a:pt x="4031" y="4739"/>
                  </a:cubicBezTo>
                  <a:cubicBezTo>
                    <a:pt x="4031" y="4672"/>
                    <a:pt x="4031" y="4672"/>
                    <a:pt x="4031" y="4672"/>
                  </a:cubicBezTo>
                  <a:cubicBezTo>
                    <a:pt x="3994" y="4672"/>
                    <a:pt x="3994" y="4672"/>
                    <a:pt x="3994" y="4672"/>
                  </a:cubicBezTo>
                  <a:cubicBezTo>
                    <a:pt x="3957" y="4672"/>
                    <a:pt x="3957" y="4672"/>
                    <a:pt x="3957" y="4672"/>
                  </a:cubicBezTo>
                  <a:cubicBezTo>
                    <a:pt x="3957" y="4739"/>
                    <a:pt x="3957" y="4739"/>
                    <a:pt x="3957" y="4739"/>
                  </a:cubicBezTo>
                  <a:cubicBezTo>
                    <a:pt x="3957" y="4739"/>
                    <a:pt x="3957" y="4739"/>
                    <a:pt x="3957" y="4739"/>
                  </a:cubicBezTo>
                  <a:cubicBezTo>
                    <a:pt x="3920" y="4672"/>
                    <a:pt x="3920" y="4672"/>
                    <a:pt x="3920" y="4672"/>
                  </a:cubicBezTo>
                  <a:cubicBezTo>
                    <a:pt x="3883" y="4672"/>
                    <a:pt x="3883" y="4672"/>
                    <a:pt x="3883" y="4672"/>
                  </a:cubicBezTo>
                  <a:cubicBezTo>
                    <a:pt x="3846" y="4739"/>
                    <a:pt x="3846" y="4739"/>
                    <a:pt x="3846" y="4739"/>
                  </a:cubicBezTo>
                  <a:cubicBezTo>
                    <a:pt x="3846" y="4807"/>
                    <a:pt x="3846" y="4807"/>
                    <a:pt x="3846" y="4807"/>
                  </a:cubicBezTo>
                  <a:cubicBezTo>
                    <a:pt x="3809" y="4807"/>
                    <a:pt x="3809" y="4807"/>
                    <a:pt x="3809" y="4807"/>
                  </a:cubicBezTo>
                  <a:cubicBezTo>
                    <a:pt x="3809" y="4807"/>
                    <a:pt x="3809" y="4807"/>
                    <a:pt x="3809" y="4807"/>
                  </a:cubicBezTo>
                  <a:cubicBezTo>
                    <a:pt x="3772" y="4875"/>
                    <a:pt x="3772" y="4875"/>
                    <a:pt x="3772" y="4875"/>
                  </a:cubicBezTo>
                  <a:cubicBezTo>
                    <a:pt x="3772" y="4875"/>
                    <a:pt x="3772" y="4875"/>
                    <a:pt x="3772" y="4875"/>
                  </a:cubicBezTo>
                  <a:cubicBezTo>
                    <a:pt x="3772" y="4942"/>
                    <a:pt x="3772" y="4942"/>
                    <a:pt x="3772" y="4942"/>
                  </a:cubicBezTo>
                  <a:cubicBezTo>
                    <a:pt x="3735" y="4942"/>
                    <a:pt x="3735" y="4942"/>
                    <a:pt x="3735" y="4942"/>
                  </a:cubicBezTo>
                  <a:cubicBezTo>
                    <a:pt x="3772" y="5010"/>
                    <a:pt x="3772" y="5010"/>
                    <a:pt x="3772" y="5010"/>
                  </a:cubicBezTo>
                  <a:cubicBezTo>
                    <a:pt x="3772" y="5078"/>
                    <a:pt x="3772" y="5078"/>
                    <a:pt x="3772" y="5078"/>
                  </a:cubicBezTo>
                  <a:cubicBezTo>
                    <a:pt x="3735" y="5078"/>
                    <a:pt x="3735" y="5078"/>
                    <a:pt x="3735" y="5078"/>
                  </a:cubicBezTo>
                  <a:cubicBezTo>
                    <a:pt x="3735" y="5078"/>
                    <a:pt x="3735" y="5078"/>
                    <a:pt x="3735" y="5078"/>
                  </a:cubicBezTo>
                  <a:cubicBezTo>
                    <a:pt x="3735" y="5146"/>
                    <a:pt x="3735" y="5146"/>
                    <a:pt x="3735" y="5146"/>
                  </a:cubicBezTo>
                  <a:cubicBezTo>
                    <a:pt x="3698" y="5146"/>
                    <a:pt x="3698" y="5146"/>
                    <a:pt x="3698" y="5146"/>
                  </a:cubicBezTo>
                  <a:cubicBezTo>
                    <a:pt x="3698" y="5213"/>
                    <a:pt x="3698" y="5213"/>
                    <a:pt x="3698" y="5213"/>
                  </a:cubicBezTo>
                  <a:cubicBezTo>
                    <a:pt x="3624" y="5213"/>
                    <a:pt x="3624" y="5213"/>
                    <a:pt x="3624" y="5213"/>
                  </a:cubicBezTo>
                  <a:cubicBezTo>
                    <a:pt x="3624" y="5281"/>
                    <a:pt x="3624" y="5281"/>
                    <a:pt x="3624" y="5281"/>
                  </a:cubicBezTo>
                  <a:cubicBezTo>
                    <a:pt x="3624" y="5281"/>
                    <a:pt x="3624" y="5281"/>
                    <a:pt x="3624" y="5281"/>
                  </a:cubicBezTo>
                  <a:cubicBezTo>
                    <a:pt x="3587" y="5281"/>
                    <a:pt x="3587" y="5281"/>
                    <a:pt x="3587" y="5281"/>
                  </a:cubicBezTo>
                  <a:cubicBezTo>
                    <a:pt x="3550" y="5281"/>
                    <a:pt x="3550" y="5281"/>
                    <a:pt x="3550" y="5281"/>
                  </a:cubicBezTo>
                  <a:cubicBezTo>
                    <a:pt x="3513" y="5349"/>
                    <a:pt x="3513" y="5349"/>
                    <a:pt x="3513" y="5349"/>
                  </a:cubicBezTo>
                  <a:cubicBezTo>
                    <a:pt x="3513" y="5416"/>
                    <a:pt x="3513" y="5416"/>
                    <a:pt x="3513" y="5416"/>
                  </a:cubicBezTo>
                  <a:cubicBezTo>
                    <a:pt x="3476" y="5349"/>
                    <a:pt x="3476" y="5349"/>
                    <a:pt x="3476" y="5349"/>
                  </a:cubicBezTo>
                  <a:cubicBezTo>
                    <a:pt x="3476" y="5349"/>
                    <a:pt x="3476" y="5349"/>
                    <a:pt x="3476" y="5349"/>
                  </a:cubicBezTo>
                  <a:cubicBezTo>
                    <a:pt x="3476" y="5349"/>
                    <a:pt x="3476" y="5349"/>
                    <a:pt x="3476" y="5349"/>
                  </a:cubicBezTo>
                  <a:cubicBezTo>
                    <a:pt x="3476" y="5349"/>
                    <a:pt x="3476" y="5349"/>
                    <a:pt x="3476" y="5349"/>
                  </a:cubicBezTo>
                  <a:cubicBezTo>
                    <a:pt x="3476" y="5416"/>
                    <a:pt x="3476" y="5416"/>
                    <a:pt x="3476" y="5416"/>
                  </a:cubicBezTo>
                  <a:cubicBezTo>
                    <a:pt x="3439" y="5416"/>
                    <a:pt x="3439" y="5416"/>
                    <a:pt x="3439" y="5416"/>
                  </a:cubicBezTo>
                  <a:cubicBezTo>
                    <a:pt x="3439" y="5416"/>
                    <a:pt x="3439" y="5416"/>
                    <a:pt x="3439" y="5416"/>
                  </a:cubicBezTo>
                  <a:cubicBezTo>
                    <a:pt x="3439" y="5349"/>
                    <a:pt x="3439" y="5349"/>
                    <a:pt x="3439" y="5349"/>
                  </a:cubicBezTo>
                  <a:cubicBezTo>
                    <a:pt x="3365" y="5349"/>
                    <a:pt x="3365" y="5349"/>
                    <a:pt x="3365" y="5349"/>
                  </a:cubicBezTo>
                  <a:cubicBezTo>
                    <a:pt x="3328" y="5416"/>
                    <a:pt x="3328" y="5416"/>
                    <a:pt x="3328" y="5416"/>
                  </a:cubicBezTo>
                  <a:cubicBezTo>
                    <a:pt x="3291" y="5416"/>
                    <a:pt x="3291" y="5416"/>
                    <a:pt x="3291" y="5416"/>
                  </a:cubicBezTo>
                  <a:cubicBezTo>
                    <a:pt x="3291" y="5416"/>
                    <a:pt x="3291" y="5416"/>
                    <a:pt x="3291" y="5416"/>
                  </a:cubicBezTo>
                  <a:cubicBezTo>
                    <a:pt x="3291" y="5416"/>
                    <a:pt x="3291" y="5416"/>
                    <a:pt x="3291" y="5416"/>
                  </a:cubicBezTo>
                  <a:cubicBezTo>
                    <a:pt x="3291" y="5484"/>
                    <a:pt x="3291" y="5484"/>
                    <a:pt x="3291" y="5484"/>
                  </a:cubicBezTo>
                  <a:cubicBezTo>
                    <a:pt x="3291" y="5552"/>
                    <a:pt x="3291" y="5552"/>
                    <a:pt x="3291" y="5552"/>
                  </a:cubicBezTo>
                  <a:cubicBezTo>
                    <a:pt x="3291" y="5552"/>
                    <a:pt x="3291" y="5552"/>
                    <a:pt x="3291" y="5552"/>
                  </a:cubicBezTo>
                  <a:cubicBezTo>
                    <a:pt x="3291" y="5552"/>
                    <a:pt x="3291" y="5552"/>
                    <a:pt x="3291" y="5552"/>
                  </a:cubicBezTo>
                  <a:cubicBezTo>
                    <a:pt x="3254" y="5620"/>
                    <a:pt x="3254" y="5620"/>
                    <a:pt x="3254" y="5620"/>
                  </a:cubicBezTo>
                  <a:cubicBezTo>
                    <a:pt x="3254" y="5620"/>
                    <a:pt x="3254" y="5620"/>
                    <a:pt x="3254" y="5620"/>
                  </a:cubicBezTo>
                  <a:cubicBezTo>
                    <a:pt x="3254" y="5552"/>
                    <a:pt x="3254" y="5552"/>
                    <a:pt x="3254" y="5552"/>
                  </a:cubicBezTo>
                  <a:cubicBezTo>
                    <a:pt x="3254" y="5552"/>
                    <a:pt x="3254" y="5552"/>
                    <a:pt x="3254" y="5552"/>
                  </a:cubicBezTo>
                  <a:cubicBezTo>
                    <a:pt x="3254" y="5552"/>
                    <a:pt x="3254" y="5552"/>
                    <a:pt x="3254" y="5552"/>
                  </a:cubicBezTo>
                  <a:cubicBezTo>
                    <a:pt x="3254" y="5552"/>
                    <a:pt x="3254" y="5552"/>
                    <a:pt x="3254" y="5552"/>
                  </a:cubicBezTo>
                  <a:cubicBezTo>
                    <a:pt x="3217" y="5552"/>
                    <a:pt x="3217" y="5552"/>
                    <a:pt x="3217" y="5552"/>
                  </a:cubicBezTo>
                  <a:cubicBezTo>
                    <a:pt x="3180" y="5620"/>
                    <a:pt x="3180" y="5620"/>
                    <a:pt x="3180" y="5620"/>
                  </a:cubicBezTo>
                  <a:cubicBezTo>
                    <a:pt x="3180" y="5620"/>
                    <a:pt x="3180" y="5620"/>
                    <a:pt x="3180" y="5620"/>
                  </a:cubicBezTo>
                  <a:cubicBezTo>
                    <a:pt x="3217" y="5687"/>
                    <a:pt x="3217" y="5687"/>
                    <a:pt x="3217" y="5687"/>
                  </a:cubicBezTo>
                  <a:cubicBezTo>
                    <a:pt x="3217" y="5687"/>
                    <a:pt x="3217" y="5687"/>
                    <a:pt x="3217" y="5687"/>
                  </a:cubicBezTo>
                  <a:cubicBezTo>
                    <a:pt x="3180" y="5755"/>
                    <a:pt x="3180" y="5755"/>
                    <a:pt x="3180" y="5755"/>
                  </a:cubicBezTo>
                  <a:cubicBezTo>
                    <a:pt x="3143" y="5755"/>
                    <a:pt x="3143" y="5755"/>
                    <a:pt x="3143" y="5755"/>
                  </a:cubicBezTo>
                  <a:cubicBezTo>
                    <a:pt x="3143" y="5755"/>
                    <a:pt x="3143" y="5755"/>
                    <a:pt x="3143" y="5755"/>
                  </a:cubicBezTo>
                  <a:cubicBezTo>
                    <a:pt x="3143" y="5823"/>
                    <a:pt x="3143" y="5823"/>
                    <a:pt x="3143" y="5823"/>
                  </a:cubicBezTo>
                  <a:cubicBezTo>
                    <a:pt x="3106" y="5823"/>
                    <a:pt x="3106" y="5823"/>
                    <a:pt x="3106" y="5823"/>
                  </a:cubicBezTo>
                  <a:cubicBezTo>
                    <a:pt x="3069" y="5823"/>
                    <a:pt x="3069" y="5823"/>
                    <a:pt x="3069" y="5823"/>
                  </a:cubicBezTo>
                  <a:cubicBezTo>
                    <a:pt x="3069" y="5890"/>
                    <a:pt x="3069" y="5890"/>
                    <a:pt x="3069" y="5890"/>
                  </a:cubicBezTo>
                  <a:cubicBezTo>
                    <a:pt x="3069" y="5958"/>
                    <a:pt x="3069" y="5958"/>
                    <a:pt x="3069" y="5958"/>
                  </a:cubicBezTo>
                  <a:cubicBezTo>
                    <a:pt x="3106" y="5958"/>
                    <a:pt x="3106" y="5958"/>
                    <a:pt x="3106" y="5958"/>
                  </a:cubicBezTo>
                  <a:cubicBezTo>
                    <a:pt x="3069" y="5958"/>
                    <a:pt x="3069" y="5958"/>
                    <a:pt x="3069" y="5958"/>
                  </a:cubicBezTo>
                  <a:cubicBezTo>
                    <a:pt x="3032" y="5958"/>
                    <a:pt x="3032" y="5958"/>
                    <a:pt x="3032" y="5958"/>
                  </a:cubicBezTo>
                  <a:cubicBezTo>
                    <a:pt x="2995" y="6026"/>
                    <a:pt x="2995" y="6026"/>
                    <a:pt x="2995" y="6026"/>
                  </a:cubicBezTo>
                  <a:cubicBezTo>
                    <a:pt x="2995" y="6094"/>
                    <a:pt x="2995" y="6094"/>
                    <a:pt x="2995" y="6094"/>
                  </a:cubicBezTo>
                  <a:cubicBezTo>
                    <a:pt x="2995" y="6094"/>
                    <a:pt x="2995" y="6094"/>
                    <a:pt x="2995" y="6094"/>
                  </a:cubicBezTo>
                  <a:cubicBezTo>
                    <a:pt x="3032" y="6094"/>
                    <a:pt x="3032" y="6094"/>
                    <a:pt x="3032" y="6094"/>
                  </a:cubicBezTo>
                  <a:cubicBezTo>
                    <a:pt x="3032" y="6094"/>
                    <a:pt x="3032" y="6094"/>
                    <a:pt x="3032" y="6094"/>
                  </a:cubicBezTo>
                  <a:cubicBezTo>
                    <a:pt x="3069" y="6161"/>
                    <a:pt x="3069" y="6161"/>
                    <a:pt x="3069" y="6161"/>
                  </a:cubicBezTo>
                  <a:cubicBezTo>
                    <a:pt x="3069" y="6161"/>
                    <a:pt x="3069" y="6161"/>
                    <a:pt x="3069" y="6161"/>
                  </a:cubicBezTo>
                  <a:cubicBezTo>
                    <a:pt x="3069" y="6229"/>
                    <a:pt x="3069" y="6229"/>
                    <a:pt x="3069" y="6229"/>
                  </a:cubicBezTo>
                  <a:cubicBezTo>
                    <a:pt x="3032" y="6229"/>
                    <a:pt x="3032" y="6229"/>
                    <a:pt x="3032" y="6229"/>
                  </a:cubicBezTo>
                  <a:cubicBezTo>
                    <a:pt x="3032" y="6229"/>
                    <a:pt x="3032" y="6229"/>
                    <a:pt x="3032" y="6229"/>
                  </a:cubicBezTo>
                  <a:cubicBezTo>
                    <a:pt x="2995" y="6229"/>
                    <a:pt x="2995" y="6229"/>
                    <a:pt x="2995" y="6229"/>
                  </a:cubicBezTo>
                  <a:cubicBezTo>
                    <a:pt x="2958" y="6229"/>
                    <a:pt x="2958" y="6229"/>
                    <a:pt x="2958" y="6229"/>
                  </a:cubicBezTo>
                  <a:cubicBezTo>
                    <a:pt x="2921" y="6297"/>
                    <a:pt x="2921" y="6297"/>
                    <a:pt x="2921" y="6297"/>
                  </a:cubicBezTo>
                  <a:cubicBezTo>
                    <a:pt x="2921" y="6297"/>
                    <a:pt x="2921" y="6297"/>
                    <a:pt x="2921" y="6297"/>
                  </a:cubicBezTo>
                  <a:cubicBezTo>
                    <a:pt x="2921" y="6364"/>
                    <a:pt x="2921" y="6364"/>
                    <a:pt x="2921" y="6364"/>
                  </a:cubicBezTo>
                  <a:cubicBezTo>
                    <a:pt x="2884" y="6364"/>
                    <a:pt x="2884" y="6364"/>
                    <a:pt x="2884" y="6364"/>
                  </a:cubicBezTo>
                  <a:cubicBezTo>
                    <a:pt x="2884" y="6364"/>
                    <a:pt x="2884" y="6364"/>
                    <a:pt x="2884" y="6364"/>
                  </a:cubicBezTo>
                  <a:cubicBezTo>
                    <a:pt x="2847" y="6364"/>
                    <a:pt x="2847" y="6364"/>
                    <a:pt x="2847" y="6364"/>
                  </a:cubicBezTo>
                  <a:cubicBezTo>
                    <a:pt x="2847" y="6297"/>
                    <a:pt x="2847" y="6297"/>
                    <a:pt x="2847" y="6297"/>
                  </a:cubicBezTo>
                  <a:cubicBezTo>
                    <a:pt x="2847" y="6297"/>
                    <a:pt x="2847" y="6297"/>
                    <a:pt x="2847" y="6297"/>
                  </a:cubicBezTo>
                  <a:cubicBezTo>
                    <a:pt x="2810" y="6364"/>
                    <a:pt x="2810" y="6364"/>
                    <a:pt x="2810" y="6364"/>
                  </a:cubicBezTo>
                  <a:cubicBezTo>
                    <a:pt x="2810" y="6432"/>
                    <a:pt x="2810" y="6432"/>
                    <a:pt x="2810" y="6432"/>
                  </a:cubicBezTo>
                  <a:cubicBezTo>
                    <a:pt x="2847" y="6500"/>
                    <a:pt x="2847" y="6500"/>
                    <a:pt x="2847" y="6500"/>
                  </a:cubicBezTo>
                  <a:cubicBezTo>
                    <a:pt x="2884" y="6500"/>
                    <a:pt x="2884" y="6500"/>
                    <a:pt x="2884" y="6500"/>
                  </a:cubicBezTo>
                  <a:cubicBezTo>
                    <a:pt x="2884" y="6500"/>
                    <a:pt x="2884" y="6500"/>
                    <a:pt x="2884" y="6500"/>
                  </a:cubicBezTo>
                  <a:cubicBezTo>
                    <a:pt x="2884" y="6500"/>
                    <a:pt x="2884" y="6500"/>
                    <a:pt x="2884" y="6500"/>
                  </a:cubicBezTo>
                  <a:cubicBezTo>
                    <a:pt x="2884" y="6568"/>
                    <a:pt x="2884" y="6568"/>
                    <a:pt x="2884" y="6568"/>
                  </a:cubicBezTo>
                  <a:cubicBezTo>
                    <a:pt x="2884" y="6568"/>
                    <a:pt x="2884" y="6568"/>
                    <a:pt x="2884" y="6568"/>
                  </a:cubicBezTo>
                  <a:cubicBezTo>
                    <a:pt x="2884" y="6635"/>
                    <a:pt x="2884" y="6635"/>
                    <a:pt x="2884" y="6635"/>
                  </a:cubicBezTo>
                  <a:cubicBezTo>
                    <a:pt x="2921" y="6568"/>
                    <a:pt x="2921" y="6568"/>
                    <a:pt x="2921" y="6568"/>
                  </a:cubicBezTo>
                  <a:cubicBezTo>
                    <a:pt x="2921" y="6568"/>
                    <a:pt x="2921" y="6568"/>
                    <a:pt x="2921" y="6568"/>
                  </a:cubicBezTo>
                  <a:cubicBezTo>
                    <a:pt x="2958" y="6568"/>
                    <a:pt x="2958" y="6568"/>
                    <a:pt x="2958" y="6568"/>
                  </a:cubicBezTo>
                  <a:cubicBezTo>
                    <a:pt x="2958" y="6568"/>
                    <a:pt x="2958" y="6568"/>
                    <a:pt x="2958" y="6568"/>
                  </a:cubicBezTo>
                  <a:cubicBezTo>
                    <a:pt x="2995" y="6568"/>
                    <a:pt x="2995" y="6568"/>
                    <a:pt x="2995" y="6568"/>
                  </a:cubicBezTo>
                  <a:cubicBezTo>
                    <a:pt x="2995" y="6568"/>
                    <a:pt x="2995" y="6568"/>
                    <a:pt x="2995" y="6568"/>
                  </a:cubicBezTo>
                  <a:cubicBezTo>
                    <a:pt x="2995" y="6635"/>
                    <a:pt x="2995" y="6635"/>
                    <a:pt x="2995" y="6635"/>
                  </a:cubicBezTo>
                  <a:cubicBezTo>
                    <a:pt x="2958" y="6635"/>
                    <a:pt x="2958" y="6635"/>
                    <a:pt x="2958" y="6635"/>
                  </a:cubicBezTo>
                  <a:cubicBezTo>
                    <a:pt x="2921" y="6635"/>
                    <a:pt x="2921" y="6635"/>
                    <a:pt x="2921" y="6635"/>
                  </a:cubicBezTo>
                  <a:cubicBezTo>
                    <a:pt x="2921" y="6635"/>
                    <a:pt x="2921" y="6635"/>
                    <a:pt x="2921" y="6635"/>
                  </a:cubicBezTo>
                  <a:cubicBezTo>
                    <a:pt x="2884" y="6635"/>
                    <a:pt x="2884" y="6635"/>
                    <a:pt x="2884" y="6635"/>
                  </a:cubicBezTo>
                  <a:cubicBezTo>
                    <a:pt x="2884" y="6703"/>
                    <a:pt x="2884" y="6703"/>
                    <a:pt x="2884" y="6703"/>
                  </a:cubicBezTo>
                  <a:cubicBezTo>
                    <a:pt x="2884" y="6771"/>
                    <a:pt x="2884" y="6771"/>
                    <a:pt x="2884" y="6771"/>
                  </a:cubicBezTo>
                  <a:cubicBezTo>
                    <a:pt x="2921" y="6771"/>
                    <a:pt x="2921" y="6771"/>
                    <a:pt x="2921" y="6771"/>
                  </a:cubicBezTo>
                  <a:cubicBezTo>
                    <a:pt x="2958" y="6771"/>
                    <a:pt x="2958" y="6771"/>
                    <a:pt x="2958" y="6771"/>
                  </a:cubicBezTo>
                  <a:cubicBezTo>
                    <a:pt x="2958" y="6771"/>
                    <a:pt x="2958" y="6771"/>
                    <a:pt x="2958" y="6771"/>
                  </a:cubicBezTo>
                  <a:cubicBezTo>
                    <a:pt x="2958" y="6771"/>
                    <a:pt x="2958" y="6771"/>
                    <a:pt x="2958" y="6771"/>
                  </a:cubicBezTo>
                  <a:cubicBezTo>
                    <a:pt x="2958" y="6771"/>
                    <a:pt x="2958" y="6771"/>
                    <a:pt x="2958" y="6771"/>
                  </a:cubicBezTo>
                  <a:cubicBezTo>
                    <a:pt x="2921" y="6838"/>
                    <a:pt x="2921" y="6838"/>
                    <a:pt x="2921" y="6838"/>
                  </a:cubicBezTo>
                  <a:cubicBezTo>
                    <a:pt x="2884" y="6838"/>
                    <a:pt x="2884" y="6838"/>
                    <a:pt x="2884" y="6838"/>
                  </a:cubicBezTo>
                  <a:cubicBezTo>
                    <a:pt x="2884" y="6838"/>
                    <a:pt x="2884" y="6838"/>
                    <a:pt x="2884" y="6838"/>
                  </a:cubicBezTo>
                  <a:cubicBezTo>
                    <a:pt x="2884" y="6906"/>
                    <a:pt x="2884" y="6906"/>
                    <a:pt x="2884" y="6906"/>
                  </a:cubicBezTo>
                  <a:cubicBezTo>
                    <a:pt x="2884" y="6906"/>
                    <a:pt x="2884" y="6906"/>
                    <a:pt x="2884" y="6906"/>
                  </a:cubicBezTo>
                  <a:cubicBezTo>
                    <a:pt x="2921" y="6906"/>
                    <a:pt x="2921" y="6906"/>
                    <a:pt x="2921" y="6906"/>
                  </a:cubicBezTo>
                  <a:cubicBezTo>
                    <a:pt x="2958" y="6906"/>
                    <a:pt x="2958" y="6906"/>
                    <a:pt x="2958" y="6906"/>
                  </a:cubicBezTo>
                  <a:cubicBezTo>
                    <a:pt x="2958" y="6906"/>
                    <a:pt x="2958" y="6906"/>
                    <a:pt x="2958" y="6906"/>
                  </a:cubicBezTo>
                  <a:cubicBezTo>
                    <a:pt x="2921" y="6906"/>
                    <a:pt x="2921" y="6906"/>
                    <a:pt x="2921" y="6906"/>
                  </a:cubicBezTo>
                  <a:cubicBezTo>
                    <a:pt x="2884" y="6906"/>
                    <a:pt x="2884" y="6906"/>
                    <a:pt x="2884" y="6906"/>
                  </a:cubicBezTo>
                  <a:cubicBezTo>
                    <a:pt x="2884" y="6974"/>
                    <a:pt x="2884" y="6974"/>
                    <a:pt x="2884" y="6974"/>
                  </a:cubicBezTo>
                  <a:cubicBezTo>
                    <a:pt x="2921" y="6974"/>
                    <a:pt x="2921" y="6974"/>
                    <a:pt x="2921" y="6974"/>
                  </a:cubicBezTo>
                  <a:cubicBezTo>
                    <a:pt x="2958" y="6974"/>
                    <a:pt x="2958" y="6974"/>
                    <a:pt x="2958" y="6974"/>
                  </a:cubicBezTo>
                  <a:cubicBezTo>
                    <a:pt x="2995" y="7042"/>
                    <a:pt x="2995" y="7042"/>
                    <a:pt x="2995" y="7042"/>
                  </a:cubicBezTo>
                  <a:cubicBezTo>
                    <a:pt x="3032" y="7042"/>
                    <a:pt x="3032" y="7042"/>
                    <a:pt x="3032" y="7042"/>
                  </a:cubicBezTo>
                  <a:cubicBezTo>
                    <a:pt x="3032" y="7042"/>
                    <a:pt x="3032" y="7042"/>
                    <a:pt x="3032" y="7042"/>
                  </a:cubicBezTo>
                  <a:cubicBezTo>
                    <a:pt x="3032" y="7109"/>
                    <a:pt x="3032" y="7109"/>
                    <a:pt x="3032" y="7109"/>
                  </a:cubicBezTo>
                  <a:cubicBezTo>
                    <a:pt x="2995" y="7042"/>
                    <a:pt x="2995" y="7042"/>
                    <a:pt x="2995" y="7042"/>
                  </a:cubicBezTo>
                  <a:cubicBezTo>
                    <a:pt x="2958" y="7042"/>
                    <a:pt x="2958" y="7042"/>
                    <a:pt x="2958" y="7042"/>
                  </a:cubicBezTo>
                  <a:cubicBezTo>
                    <a:pt x="2921" y="7042"/>
                    <a:pt x="2921" y="7042"/>
                    <a:pt x="2921" y="7042"/>
                  </a:cubicBezTo>
                  <a:cubicBezTo>
                    <a:pt x="2921" y="6974"/>
                    <a:pt x="2921" y="6974"/>
                    <a:pt x="2921" y="6974"/>
                  </a:cubicBezTo>
                  <a:cubicBezTo>
                    <a:pt x="2884" y="6974"/>
                    <a:pt x="2884" y="6974"/>
                    <a:pt x="2884" y="6974"/>
                  </a:cubicBezTo>
                  <a:cubicBezTo>
                    <a:pt x="2847" y="7042"/>
                    <a:pt x="2847" y="7042"/>
                    <a:pt x="2847" y="7042"/>
                  </a:cubicBezTo>
                  <a:cubicBezTo>
                    <a:pt x="2847" y="7042"/>
                    <a:pt x="2847" y="7042"/>
                    <a:pt x="2847" y="7042"/>
                  </a:cubicBezTo>
                  <a:cubicBezTo>
                    <a:pt x="2847" y="7109"/>
                    <a:pt x="2847" y="7109"/>
                    <a:pt x="2847" y="7109"/>
                  </a:cubicBezTo>
                  <a:cubicBezTo>
                    <a:pt x="2847" y="7109"/>
                    <a:pt x="2847" y="7109"/>
                    <a:pt x="2847" y="7109"/>
                  </a:cubicBezTo>
                  <a:cubicBezTo>
                    <a:pt x="2847" y="7109"/>
                    <a:pt x="2847" y="7109"/>
                    <a:pt x="2847" y="7109"/>
                  </a:cubicBezTo>
                  <a:cubicBezTo>
                    <a:pt x="2847" y="7177"/>
                    <a:pt x="2847" y="7177"/>
                    <a:pt x="2847" y="7177"/>
                  </a:cubicBezTo>
                  <a:cubicBezTo>
                    <a:pt x="2847" y="7177"/>
                    <a:pt x="2847" y="7177"/>
                    <a:pt x="2847" y="7177"/>
                  </a:cubicBezTo>
                  <a:cubicBezTo>
                    <a:pt x="2810" y="7177"/>
                    <a:pt x="2810" y="7177"/>
                    <a:pt x="2810" y="7177"/>
                  </a:cubicBezTo>
                  <a:cubicBezTo>
                    <a:pt x="2810" y="7177"/>
                    <a:pt x="2810" y="7177"/>
                    <a:pt x="2810" y="7177"/>
                  </a:cubicBezTo>
                  <a:cubicBezTo>
                    <a:pt x="2810" y="7245"/>
                    <a:pt x="2810" y="7245"/>
                    <a:pt x="2810" y="7245"/>
                  </a:cubicBezTo>
                  <a:cubicBezTo>
                    <a:pt x="2810" y="7245"/>
                    <a:pt x="2810" y="7245"/>
                    <a:pt x="2810" y="7245"/>
                  </a:cubicBezTo>
                  <a:cubicBezTo>
                    <a:pt x="2773" y="7312"/>
                    <a:pt x="2773" y="7312"/>
                    <a:pt x="2773" y="7312"/>
                  </a:cubicBezTo>
                  <a:cubicBezTo>
                    <a:pt x="2773" y="7312"/>
                    <a:pt x="2773" y="7312"/>
                    <a:pt x="2773" y="7312"/>
                  </a:cubicBezTo>
                  <a:cubicBezTo>
                    <a:pt x="2773" y="7312"/>
                    <a:pt x="2773" y="7312"/>
                    <a:pt x="2773" y="7312"/>
                  </a:cubicBezTo>
                  <a:cubicBezTo>
                    <a:pt x="2810" y="7380"/>
                    <a:pt x="2810" y="7380"/>
                    <a:pt x="2810" y="7380"/>
                  </a:cubicBezTo>
                  <a:cubicBezTo>
                    <a:pt x="2810" y="7380"/>
                    <a:pt x="2810" y="7380"/>
                    <a:pt x="2810" y="7380"/>
                  </a:cubicBezTo>
                  <a:cubicBezTo>
                    <a:pt x="2847" y="7380"/>
                    <a:pt x="2847" y="7380"/>
                    <a:pt x="2847" y="7380"/>
                  </a:cubicBezTo>
                  <a:cubicBezTo>
                    <a:pt x="2847" y="7380"/>
                    <a:pt x="2847" y="7380"/>
                    <a:pt x="2847" y="7380"/>
                  </a:cubicBezTo>
                  <a:cubicBezTo>
                    <a:pt x="2884" y="7312"/>
                    <a:pt x="2884" y="7312"/>
                    <a:pt x="2884" y="7312"/>
                  </a:cubicBezTo>
                  <a:cubicBezTo>
                    <a:pt x="2921" y="7312"/>
                    <a:pt x="2921" y="7312"/>
                    <a:pt x="2921" y="7312"/>
                  </a:cubicBezTo>
                  <a:cubicBezTo>
                    <a:pt x="2958" y="7245"/>
                    <a:pt x="2958" y="7245"/>
                    <a:pt x="2958" y="7245"/>
                  </a:cubicBezTo>
                  <a:cubicBezTo>
                    <a:pt x="2995" y="7245"/>
                    <a:pt x="2995" y="7245"/>
                    <a:pt x="2995" y="7245"/>
                  </a:cubicBezTo>
                  <a:cubicBezTo>
                    <a:pt x="2995" y="7312"/>
                    <a:pt x="2995" y="7312"/>
                    <a:pt x="2995" y="7312"/>
                  </a:cubicBezTo>
                  <a:cubicBezTo>
                    <a:pt x="2995" y="7312"/>
                    <a:pt x="2995" y="7312"/>
                    <a:pt x="2995" y="7312"/>
                  </a:cubicBezTo>
                  <a:cubicBezTo>
                    <a:pt x="2995" y="7312"/>
                    <a:pt x="2995" y="7312"/>
                    <a:pt x="2995" y="7312"/>
                  </a:cubicBezTo>
                  <a:cubicBezTo>
                    <a:pt x="2958" y="7312"/>
                    <a:pt x="2958" y="7312"/>
                    <a:pt x="2958" y="7312"/>
                  </a:cubicBezTo>
                  <a:cubicBezTo>
                    <a:pt x="2958" y="7312"/>
                    <a:pt x="2958" y="7312"/>
                    <a:pt x="2958" y="7312"/>
                  </a:cubicBezTo>
                  <a:cubicBezTo>
                    <a:pt x="2921" y="7312"/>
                    <a:pt x="2921" y="7312"/>
                    <a:pt x="2921" y="7312"/>
                  </a:cubicBezTo>
                  <a:cubicBezTo>
                    <a:pt x="2884" y="7380"/>
                    <a:pt x="2884" y="7380"/>
                    <a:pt x="2884" y="7380"/>
                  </a:cubicBezTo>
                  <a:cubicBezTo>
                    <a:pt x="2884" y="7380"/>
                    <a:pt x="2884" y="7380"/>
                    <a:pt x="2884" y="7380"/>
                  </a:cubicBezTo>
                  <a:cubicBezTo>
                    <a:pt x="2847" y="7448"/>
                    <a:pt x="2847" y="7448"/>
                    <a:pt x="2847" y="7448"/>
                  </a:cubicBezTo>
                  <a:cubicBezTo>
                    <a:pt x="2884" y="7515"/>
                    <a:pt x="2884" y="7515"/>
                    <a:pt x="2884" y="7515"/>
                  </a:cubicBezTo>
                  <a:cubicBezTo>
                    <a:pt x="2847" y="7515"/>
                    <a:pt x="2847" y="7515"/>
                    <a:pt x="2847" y="7515"/>
                  </a:cubicBezTo>
                  <a:cubicBezTo>
                    <a:pt x="2847" y="7515"/>
                    <a:pt x="2847" y="7583"/>
                    <a:pt x="2847" y="7515"/>
                  </a:cubicBezTo>
                  <a:close/>
                  <a:moveTo>
                    <a:pt x="2995" y="9005"/>
                  </a:moveTo>
                  <a:cubicBezTo>
                    <a:pt x="3032" y="9005"/>
                    <a:pt x="3032" y="9005"/>
                    <a:pt x="3032" y="9005"/>
                  </a:cubicBezTo>
                  <a:cubicBezTo>
                    <a:pt x="3032" y="9005"/>
                    <a:pt x="3032" y="9005"/>
                    <a:pt x="3032" y="9005"/>
                  </a:cubicBezTo>
                  <a:cubicBezTo>
                    <a:pt x="2995" y="8937"/>
                    <a:pt x="2995" y="8937"/>
                    <a:pt x="2995" y="8937"/>
                  </a:cubicBezTo>
                  <a:cubicBezTo>
                    <a:pt x="3032" y="8937"/>
                    <a:pt x="3032" y="8937"/>
                    <a:pt x="3032" y="8937"/>
                  </a:cubicBezTo>
                  <a:cubicBezTo>
                    <a:pt x="2995" y="8870"/>
                    <a:pt x="2995" y="8870"/>
                    <a:pt x="2995" y="8870"/>
                  </a:cubicBezTo>
                  <a:cubicBezTo>
                    <a:pt x="2958" y="8870"/>
                    <a:pt x="2958" y="8870"/>
                    <a:pt x="2958" y="8870"/>
                  </a:cubicBezTo>
                  <a:cubicBezTo>
                    <a:pt x="2958" y="8802"/>
                    <a:pt x="2958" y="8802"/>
                    <a:pt x="2958" y="8802"/>
                  </a:cubicBezTo>
                  <a:cubicBezTo>
                    <a:pt x="2958" y="8802"/>
                    <a:pt x="2958" y="8802"/>
                    <a:pt x="2958" y="8802"/>
                  </a:cubicBezTo>
                  <a:cubicBezTo>
                    <a:pt x="2921" y="8802"/>
                    <a:pt x="2921" y="8802"/>
                    <a:pt x="2921" y="8802"/>
                  </a:cubicBezTo>
                  <a:cubicBezTo>
                    <a:pt x="2884" y="8870"/>
                    <a:pt x="2884" y="8870"/>
                    <a:pt x="2884" y="8870"/>
                  </a:cubicBezTo>
                  <a:cubicBezTo>
                    <a:pt x="2884" y="8870"/>
                    <a:pt x="2884" y="8870"/>
                    <a:pt x="2884" y="8870"/>
                  </a:cubicBezTo>
                  <a:cubicBezTo>
                    <a:pt x="2921" y="8870"/>
                    <a:pt x="2921" y="8870"/>
                    <a:pt x="2921" y="8870"/>
                  </a:cubicBezTo>
                  <a:cubicBezTo>
                    <a:pt x="2921" y="8870"/>
                    <a:pt x="2921" y="8870"/>
                    <a:pt x="2921" y="8870"/>
                  </a:cubicBezTo>
                  <a:cubicBezTo>
                    <a:pt x="2958" y="8870"/>
                    <a:pt x="2958" y="8870"/>
                    <a:pt x="2958" y="8870"/>
                  </a:cubicBezTo>
                  <a:cubicBezTo>
                    <a:pt x="2958" y="8937"/>
                    <a:pt x="2958" y="8937"/>
                    <a:pt x="2958" y="8937"/>
                  </a:cubicBezTo>
                  <a:cubicBezTo>
                    <a:pt x="2995" y="8937"/>
                    <a:pt x="2995" y="8937"/>
                    <a:pt x="2995" y="8937"/>
                  </a:cubicBezTo>
                  <a:cubicBezTo>
                    <a:pt x="2995" y="9005"/>
                    <a:pt x="2995" y="9005"/>
                    <a:pt x="2995" y="9005"/>
                  </a:cubicBezTo>
                  <a:close/>
                  <a:moveTo>
                    <a:pt x="3587" y="9005"/>
                  </a:moveTo>
                  <a:cubicBezTo>
                    <a:pt x="3550" y="8937"/>
                    <a:pt x="3550" y="8937"/>
                    <a:pt x="3550" y="8937"/>
                  </a:cubicBezTo>
                  <a:cubicBezTo>
                    <a:pt x="3550" y="9005"/>
                    <a:pt x="3550" y="9005"/>
                    <a:pt x="3550" y="9005"/>
                  </a:cubicBezTo>
                  <a:cubicBezTo>
                    <a:pt x="3513" y="9005"/>
                    <a:pt x="3513" y="9005"/>
                    <a:pt x="3513" y="9005"/>
                  </a:cubicBezTo>
                  <a:cubicBezTo>
                    <a:pt x="3476" y="8870"/>
                    <a:pt x="3476" y="8870"/>
                    <a:pt x="3476" y="8870"/>
                  </a:cubicBezTo>
                  <a:cubicBezTo>
                    <a:pt x="3476" y="8870"/>
                    <a:pt x="3476" y="8870"/>
                    <a:pt x="3476" y="8870"/>
                  </a:cubicBezTo>
                  <a:cubicBezTo>
                    <a:pt x="3402" y="8802"/>
                    <a:pt x="3402" y="8802"/>
                    <a:pt x="3402" y="8802"/>
                  </a:cubicBezTo>
                  <a:cubicBezTo>
                    <a:pt x="3402" y="8802"/>
                    <a:pt x="3402" y="8802"/>
                    <a:pt x="3402" y="8802"/>
                  </a:cubicBezTo>
                  <a:cubicBezTo>
                    <a:pt x="3365" y="8802"/>
                    <a:pt x="3365" y="8802"/>
                    <a:pt x="3365" y="8802"/>
                  </a:cubicBezTo>
                  <a:cubicBezTo>
                    <a:pt x="3328" y="8667"/>
                    <a:pt x="3328" y="8667"/>
                    <a:pt x="3328" y="8667"/>
                  </a:cubicBezTo>
                  <a:cubicBezTo>
                    <a:pt x="3254" y="8531"/>
                    <a:pt x="3254" y="8531"/>
                    <a:pt x="3254" y="8531"/>
                  </a:cubicBezTo>
                  <a:cubicBezTo>
                    <a:pt x="3217" y="8396"/>
                    <a:pt x="3217" y="8396"/>
                    <a:pt x="3217" y="8396"/>
                  </a:cubicBezTo>
                  <a:cubicBezTo>
                    <a:pt x="3217" y="8328"/>
                    <a:pt x="3217" y="8328"/>
                    <a:pt x="3217" y="8328"/>
                  </a:cubicBezTo>
                  <a:cubicBezTo>
                    <a:pt x="3217" y="8193"/>
                    <a:pt x="3217" y="8193"/>
                    <a:pt x="3217" y="8193"/>
                  </a:cubicBezTo>
                  <a:cubicBezTo>
                    <a:pt x="3180" y="8125"/>
                    <a:pt x="3180" y="8125"/>
                    <a:pt x="3180" y="8125"/>
                  </a:cubicBezTo>
                  <a:cubicBezTo>
                    <a:pt x="3143" y="7989"/>
                    <a:pt x="3143" y="7989"/>
                    <a:pt x="3143" y="7989"/>
                  </a:cubicBezTo>
                  <a:cubicBezTo>
                    <a:pt x="3143" y="7922"/>
                    <a:pt x="3143" y="7922"/>
                    <a:pt x="3143" y="7922"/>
                  </a:cubicBezTo>
                  <a:cubicBezTo>
                    <a:pt x="3180" y="7922"/>
                    <a:pt x="3180" y="7922"/>
                    <a:pt x="3180" y="7922"/>
                  </a:cubicBezTo>
                  <a:cubicBezTo>
                    <a:pt x="3180" y="7854"/>
                    <a:pt x="3180" y="7854"/>
                    <a:pt x="3180" y="7854"/>
                  </a:cubicBezTo>
                  <a:cubicBezTo>
                    <a:pt x="3143" y="7854"/>
                    <a:pt x="3143" y="7854"/>
                    <a:pt x="3143" y="7854"/>
                  </a:cubicBezTo>
                  <a:cubicBezTo>
                    <a:pt x="3106" y="7854"/>
                    <a:pt x="3106" y="7854"/>
                    <a:pt x="3106" y="7854"/>
                  </a:cubicBezTo>
                  <a:cubicBezTo>
                    <a:pt x="3106" y="7854"/>
                    <a:pt x="3106" y="7854"/>
                    <a:pt x="3106" y="7854"/>
                  </a:cubicBezTo>
                  <a:cubicBezTo>
                    <a:pt x="3106" y="7854"/>
                    <a:pt x="3106" y="7854"/>
                    <a:pt x="3106" y="7854"/>
                  </a:cubicBezTo>
                  <a:cubicBezTo>
                    <a:pt x="3143" y="7854"/>
                    <a:pt x="3143" y="7854"/>
                    <a:pt x="3143" y="7854"/>
                  </a:cubicBezTo>
                  <a:cubicBezTo>
                    <a:pt x="3180" y="7786"/>
                    <a:pt x="3180" y="7786"/>
                    <a:pt x="3180" y="7786"/>
                  </a:cubicBezTo>
                  <a:cubicBezTo>
                    <a:pt x="3180" y="7719"/>
                    <a:pt x="3180" y="7719"/>
                    <a:pt x="3180" y="7719"/>
                  </a:cubicBezTo>
                  <a:cubicBezTo>
                    <a:pt x="3180" y="7651"/>
                    <a:pt x="3180" y="7651"/>
                    <a:pt x="3180" y="7651"/>
                  </a:cubicBezTo>
                  <a:cubicBezTo>
                    <a:pt x="3143" y="7651"/>
                    <a:pt x="3143" y="7651"/>
                    <a:pt x="3143" y="7651"/>
                  </a:cubicBezTo>
                  <a:cubicBezTo>
                    <a:pt x="3106" y="7651"/>
                    <a:pt x="3106" y="7651"/>
                    <a:pt x="3106" y="7651"/>
                  </a:cubicBezTo>
                  <a:cubicBezTo>
                    <a:pt x="3143" y="7651"/>
                    <a:pt x="3143" y="7651"/>
                    <a:pt x="3143" y="7651"/>
                  </a:cubicBezTo>
                  <a:cubicBezTo>
                    <a:pt x="3180" y="7651"/>
                    <a:pt x="3180" y="7651"/>
                    <a:pt x="3180" y="7651"/>
                  </a:cubicBezTo>
                  <a:cubicBezTo>
                    <a:pt x="3180" y="7583"/>
                    <a:pt x="3180" y="7583"/>
                    <a:pt x="3180" y="7583"/>
                  </a:cubicBezTo>
                  <a:cubicBezTo>
                    <a:pt x="3180" y="7583"/>
                    <a:pt x="3180" y="7583"/>
                    <a:pt x="3180" y="7583"/>
                  </a:cubicBezTo>
                  <a:cubicBezTo>
                    <a:pt x="3106" y="7583"/>
                    <a:pt x="3106" y="7583"/>
                    <a:pt x="3106" y="7583"/>
                  </a:cubicBezTo>
                  <a:cubicBezTo>
                    <a:pt x="3032" y="7515"/>
                    <a:pt x="3032" y="7515"/>
                    <a:pt x="3032" y="7515"/>
                  </a:cubicBezTo>
                  <a:cubicBezTo>
                    <a:pt x="2995" y="7515"/>
                    <a:pt x="2995" y="7515"/>
                    <a:pt x="2995" y="7515"/>
                  </a:cubicBezTo>
                  <a:cubicBezTo>
                    <a:pt x="2958" y="7515"/>
                    <a:pt x="2958" y="7515"/>
                    <a:pt x="2958" y="7515"/>
                  </a:cubicBezTo>
                  <a:cubicBezTo>
                    <a:pt x="2921" y="7583"/>
                    <a:pt x="2921" y="7583"/>
                    <a:pt x="2921" y="7583"/>
                  </a:cubicBezTo>
                  <a:cubicBezTo>
                    <a:pt x="2847" y="7583"/>
                    <a:pt x="2847" y="7583"/>
                    <a:pt x="2847" y="7583"/>
                  </a:cubicBezTo>
                  <a:cubicBezTo>
                    <a:pt x="2847" y="7583"/>
                    <a:pt x="2847" y="7583"/>
                    <a:pt x="2847" y="7583"/>
                  </a:cubicBezTo>
                  <a:cubicBezTo>
                    <a:pt x="2810" y="7651"/>
                    <a:pt x="2810" y="7651"/>
                    <a:pt x="2810" y="7651"/>
                  </a:cubicBezTo>
                  <a:cubicBezTo>
                    <a:pt x="2810" y="7719"/>
                    <a:pt x="2810" y="7719"/>
                    <a:pt x="2810" y="7719"/>
                  </a:cubicBezTo>
                  <a:cubicBezTo>
                    <a:pt x="2773" y="7719"/>
                    <a:pt x="2773" y="7719"/>
                    <a:pt x="2773" y="7719"/>
                  </a:cubicBezTo>
                  <a:cubicBezTo>
                    <a:pt x="2810" y="7786"/>
                    <a:pt x="2810" y="7786"/>
                    <a:pt x="2810" y="7786"/>
                  </a:cubicBezTo>
                  <a:cubicBezTo>
                    <a:pt x="2810" y="7786"/>
                    <a:pt x="2810" y="7786"/>
                    <a:pt x="2810" y="7786"/>
                  </a:cubicBezTo>
                  <a:cubicBezTo>
                    <a:pt x="2847" y="7854"/>
                    <a:pt x="2847" y="7854"/>
                    <a:pt x="2847" y="7854"/>
                  </a:cubicBezTo>
                  <a:cubicBezTo>
                    <a:pt x="2810" y="7854"/>
                    <a:pt x="2810" y="7854"/>
                    <a:pt x="2810" y="7854"/>
                  </a:cubicBezTo>
                  <a:cubicBezTo>
                    <a:pt x="2810" y="7854"/>
                    <a:pt x="2810" y="7854"/>
                    <a:pt x="2810" y="7854"/>
                  </a:cubicBezTo>
                  <a:cubicBezTo>
                    <a:pt x="2773" y="7854"/>
                    <a:pt x="2773" y="7854"/>
                    <a:pt x="2773" y="7854"/>
                  </a:cubicBezTo>
                  <a:cubicBezTo>
                    <a:pt x="2736" y="7922"/>
                    <a:pt x="2736" y="7922"/>
                    <a:pt x="2736" y="7922"/>
                  </a:cubicBezTo>
                  <a:cubicBezTo>
                    <a:pt x="2736" y="7989"/>
                    <a:pt x="2736" y="7989"/>
                    <a:pt x="2736" y="7989"/>
                  </a:cubicBezTo>
                  <a:cubicBezTo>
                    <a:pt x="2736" y="8057"/>
                    <a:pt x="2736" y="8057"/>
                    <a:pt x="2736" y="8057"/>
                  </a:cubicBezTo>
                  <a:cubicBezTo>
                    <a:pt x="2773" y="8057"/>
                    <a:pt x="2773" y="8057"/>
                    <a:pt x="2773" y="8057"/>
                  </a:cubicBezTo>
                  <a:cubicBezTo>
                    <a:pt x="2810" y="7989"/>
                    <a:pt x="2810" y="7989"/>
                    <a:pt x="2810" y="7989"/>
                  </a:cubicBezTo>
                  <a:cubicBezTo>
                    <a:pt x="2810" y="7989"/>
                    <a:pt x="2810" y="7989"/>
                    <a:pt x="2810" y="7989"/>
                  </a:cubicBezTo>
                  <a:cubicBezTo>
                    <a:pt x="2810" y="8057"/>
                    <a:pt x="2810" y="8057"/>
                    <a:pt x="2810" y="8057"/>
                  </a:cubicBezTo>
                  <a:cubicBezTo>
                    <a:pt x="2773" y="8125"/>
                    <a:pt x="2773" y="8125"/>
                    <a:pt x="2773" y="8125"/>
                  </a:cubicBezTo>
                  <a:cubicBezTo>
                    <a:pt x="2810" y="8125"/>
                    <a:pt x="2810" y="8125"/>
                    <a:pt x="2810" y="8125"/>
                  </a:cubicBezTo>
                  <a:cubicBezTo>
                    <a:pt x="2810" y="8057"/>
                    <a:pt x="2810" y="8057"/>
                    <a:pt x="2810" y="8057"/>
                  </a:cubicBezTo>
                  <a:cubicBezTo>
                    <a:pt x="2847" y="8057"/>
                    <a:pt x="2847" y="8057"/>
                    <a:pt x="2847" y="8057"/>
                  </a:cubicBezTo>
                  <a:cubicBezTo>
                    <a:pt x="2847" y="8057"/>
                    <a:pt x="2847" y="8057"/>
                    <a:pt x="2847" y="8057"/>
                  </a:cubicBezTo>
                  <a:cubicBezTo>
                    <a:pt x="2847" y="8125"/>
                    <a:pt x="2847" y="8125"/>
                    <a:pt x="2847" y="8125"/>
                  </a:cubicBezTo>
                  <a:cubicBezTo>
                    <a:pt x="2810" y="8125"/>
                    <a:pt x="2810" y="8125"/>
                    <a:pt x="2810" y="8125"/>
                  </a:cubicBezTo>
                  <a:cubicBezTo>
                    <a:pt x="2847" y="8193"/>
                    <a:pt x="2847" y="8193"/>
                    <a:pt x="2847" y="8193"/>
                  </a:cubicBezTo>
                  <a:cubicBezTo>
                    <a:pt x="2884" y="8193"/>
                    <a:pt x="2884" y="8193"/>
                    <a:pt x="2884" y="8193"/>
                  </a:cubicBezTo>
                  <a:cubicBezTo>
                    <a:pt x="2847" y="8193"/>
                    <a:pt x="2847" y="8193"/>
                    <a:pt x="2847" y="8193"/>
                  </a:cubicBezTo>
                  <a:cubicBezTo>
                    <a:pt x="2847" y="8193"/>
                    <a:pt x="2847" y="8193"/>
                    <a:pt x="2847" y="8193"/>
                  </a:cubicBezTo>
                  <a:cubicBezTo>
                    <a:pt x="2810" y="8260"/>
                    <a:pt x="2810" y="8260"/>
                    <a:pt x="2810" y="8260"/>
                  </a:cubicBezTo>
                  <a:cubicBezTo>
                    <a:pt x="2810" y="8260"/>
                    <a:pt x="2810" y="8260"/>
                    <a:pt x="2810" y="8260"/>
                  </a:cubicBezTo>
                  <a:cubicBezTo>
                    <a:pt x="2847" y="8328"/>
                    <a:pt x="2847" y="8328"/>
                    <a:pt x="2847" y="8328"/>
                  </a:cubicBezTo>
                  <a:cubicBezTo>
                    <a:pt x="2810" y="8328"/>
                    <a:pt x="2810" y="8328"/>
                    <a:pt x="2810" y="8328"/>
                  </a:cubicBezTo>
                  <a:cubicBezTo>
                    <a:pt x="2810" y="8328"/>
                    <a:pt x="2810" y="8328"/>
                    <a:pt x="2810" y="8328"/>
                  </a:cubicBezTo>
                  <a:cubicBezTo>
                    <a:pt x="2773" y="8328"/>
                    <a:pt x="2773" y="8328"/>
                    <a:pt x="2773" y="8328"/>
                  </a:cubicBezTo>
                  <a:cubicBezTo>
                    <a:pt x="2736" y="8328"/>
                    <a:pt x="2736" y="8328"/>
                    <a:pt x="2736" y="8328"/>
                  </a:cubicBezTo>
                  <a:cubicBezTo>
                    <a:pt x="2736" y="8328"/>
                    <a:pt x="2736" y="8328"/>
                    <a:pt x="2736" y="8328"/>
                  </a:cubicBezTo>
                  <a:cubicBezTo>
                    <a:pt x="2699" y="8396"/>
                    <a:pt x="2699" y="8396"/>
                    <a:pt x="2699" y="8396"/>
                  </a:cubicBezTo>
                  <a:cubicBezTo>
                    <a:pt x="2699" y="8463"/>
                    <a:pt x="2699" y="8463"/>
                    <a:pt x="2699" y="8463"/>
                  </a:cubicBezTo>
                  <a:cubicBezTo>
                    <a:pt x="2699" y="8531"/>
                    <a:pt x="2699" y="8531"/>
                    <a:pt x="2699" y="8531"/>
                  </a:cubicBezTo>
                  <a:cubicBezTo>
                    <a:pt x="2699" y="8599"/>
                    <a:pt x="2699" y="8599"/>
                    <a:pt x="2699" y="8599"/>
                  </a:cubicBezTo>
                  <a:cubicBezTo>
                    <a:pt x="2699" y="8667"/>
                    <a:pt x="2699" y="8667"/>
                    <a:pt x="2699" y="8667"/>
                  </a:cubicBezTo>
                  <a:cubicBezTo>
                    <a:pt x="2773" y="8667"/>
                    <a:pt x="2773" y="8667"/>
                    <a:pt x="2773" y="8667"/>
                  </a:cubicBezTo>
                  <a:cubicBezTo>
                    <a:pt x="2773" y="8734"/>
                    <a:pt x="2773" y="8734"/>
                    <a:pt x="2773" y="8734"/>
                  </a:cubicBezTo>
                  <a:cubicBezTo>
                    <a:pt x="2810" y="8802"/>
                    <a:pt x="2810" y="8802"/>
                    <a:pt x="2810" y="8802"/>
                  </a:cubicBezTo>
                  <a:cubicBezTo>
                    <a:pt x="2847" y="8802"/>
                    <a:pt x="2847" y="8802"/>
                    <a:pt x="2847" y="8802"/>
                  </a:cubicBezTo>
                  <a:cubicBezTo>
                    <a:pt x="2847" y="8802"/>
                    <a:pt x="2847" y="8802"/>
                    <a:pt x="2847" y="8802"/>
                  </a:cubicBezTo>
                  <a:cubicBezTo>
                    <a:pt x="2884" y="8802"/>
                    <a:pt x="2884" y="8802"/>
                    <a:pt x="2884" y="8802"/>
                  </a:cubicBezTo>
                  <a:cubicBezTo>
                    <a:pt x="2921" y="8734"/>
                    <a:pt x="2921" y="8734"/>
                    <a:pt x="2921" y="8734"/>
                  </a:cubicBezTo>
                  <a:cubicBezTo>
                    <a:pt x="2884" y="8667"/>
                    <a:pt x="2884" y="8667"/>
                    <a:pt x="2884" y="8667"/>
                  </a:cubicBezTo>
                  <a:cubicBezTo>
                    <a:pt x="2884" y="8599"/>
                    <a:pt x="2884" y="8599"/>
                    <a:pt x="2884" y="8599"/>
                  </a:cubicBezTo>
                  <a:cubicBezTo>
                    <a:pt x="2921" y="8531"/>
                    <a:pt x="2921" y="8531"/>
                    <a:pt x="2921" y="8531"/>
                  </a:cubicBezTo>
                  <a:cubicBezTo>
                    <a:pt x="2921" y="8599"/>
                    <a:pt x="2921" y="8599"/>
                    <a:pt x="2921" y="8599"/>
                  </a:cubicBezTo>
                  <a:cubicBezTo>
                    <a:pt x="2921" y="8667"/>
                    <a:pt x="2921" y="8667"/>
                    <a:pt x="2921" y="8667"/>
                  </a:cubicBezTo>
                  <a:cubicBezTo>
                    <a:pt x="2921" y="8667"/>
                    <a:pt x="2921" y="8667"/>
                    <a:pt x="2921" y="8667"/>
                  </a:cubicBezTo>
                  <a:cubicBezTo>
                    <a:pt x="2921" y="8734"/>
                    <a:pt x="2921" y="8734"/>
                    <a:pt x="2921" y="8734"/>
                  </a:cubicBezTo>
                  <a:cubicBezTo>
                    <a:pt x="2958" y="8734"/>
                    <a:pt x="2958" y="8734"/>
                    <a:pt x="2958" y="8734"/>
                  </a:cubicBezTo>
                  <a:cubicBezTo>
                    <a:pt x="2958" y="8734"/>
                    <a:pt x="2958" y="8734"/>
                    <a:pt x="2958" y="8734"/>
                  </a:cubicBezTo>
                  <a:cubicBezTo>
                    <a:pt x="2958" y="8667"/>
                    <a:pt x="2958" y="8667"/>
                    <a:pt x="2958" y="8667"/>
                  </a:cubicBezTo>
                  <a:cubicBezTo>
                    <a:pt x="2995" y="8667"/>
                    <a:pt x="2995" y="8667"/>
                    <a:pt x="2995" y="8667"/>
                  </a:cubicBezTo>
                  <a:cubicBezTo>
                    <a:pt x="2995" y="8667"/>
                    <a:pt x="2995" y="8667"/>
                    <a:pt x="2995" y="8667"/>
                  </a:cubicBezTo>
                  <a:cubicBezTo>
                    <a:pt x="2995" y="8667"/>
                    <a:pt x="2995" y="8667"/>
                    <a:pt x="2995" y="8667"/>
                  </a:cubicBezTo>
                  <a:cubicBezTo>
                    <a:pt x="2995" y="8734"/>
                    <a:pt x="2995" y="8734"/>
                    <a:pt x="2995" y="8734"/>
                  </a:cubicBezTo>
                  <a:cubicBezTo>
                    <a:pt x="3032" y="8802"/>
                    <a:pt x="3032" y="8802"/>
                    <a:pt x="3032" y="8802"/>
                  </a:cubicBezTo>
                  <a:cubicBezTo>
                    <a:pt x="3069" y="8870"/>
                    <a:pt x="3069" y="8870"/>
                    <a:pt x="3069" y="8870"/>
                  </a:cubicBezTo>
                  <a:cubicBezTo>
                    <a:pt x="3106" y="8870"/>
                    <a:pt x="3106" y="8870"/>
                    <a:pt x="3106" y="8870"/>
                  </a:cubicBezTo>
                  <a:cubicBezTo>
                    <a:pt x="3106" y="8802"/>
                    <a:pt x="3106" y="8802"/>
                    <a:pt x="3106" y="8802"/>
                  </a:cubicBezTo>
                  <a:cubicBezTo>
                    <a:pt x="3143" y="8870"/>
                    <a:pt x="3143" y="8870"/>
                    <a:pt x="3143" y="8870"/>
                  </a:cubicBezTo>
                  <a:cubicBezTo>
                    <a:pt x="3106" y="8870"/>
                    <a:pt x="3106" y="8870"/>
                    <a:pt x="3106" y="8870"/>
                  </a:cubicBezTo>
                  <a:cubicBezTo>
                    <a:pt x="3106" y="8870"/>
                    <a:pt x="3106" y="8870"/>
                    <a:pt x="3106" y="8870"/>
                  </a:cubicBezTo>
                  <a:cubicBezTo>
                    <a:pt x="3106" y="8870"/>
                    <a:pt x="3106" y="8870"/>
                    <a:pt x="3106" y="8870"/>
                  </a:cubicBezTo>
                  <a:cubicBezTo>
                    <a:pt x="3069" y="8937"/>
                    <a:pt x="3069" y="8937"/>
                    <a:pt x="3069" y="8937"/>
                  </a:cubicBezTo>
                  <a:cubicBezTo>
                    <a:pt x="3069" y="8937"/>
                    <a:pt x="3069" y="8937"/>
                    <a:pt x="3069" y="8937"/>
                  </a:cubicBezTo>
                  <a:cubicBezTo>
                    <a:pt x="3106" y="9005"/>
                    <a:pt x="3106" y="9005"/>
                    <a:pt x="3106" y="9005"/>
                  </a:cubicBezTo>
                  <a:cubicBezTo>
                    <a:pt x="3106" y="9005"/>
                    <a:pt x="3106" y="9005"/>
                    <a:pt x="3106" y="9005"/>
                  </a:cubicBezTo>
                  <a:cubicBezTo>
                    <a:pt x="3069" y="9005"/>
                    <a:pt x="3069" y="9005"/>
                    <a:pt x="3069" y="9005"/>
                  </a:cubicBezTo>
                  <a:cubicBezTo>
                    <a:pt x="3069" y="9005"/>
                    <a:pt x="3069" y="9005"/>
                    <a:pt x="3069" y="9005"/>
                  </a:cubicBezTo>
                  <a:cubicBezTo>
                    <a:pt x="3069" y="9073"/>
                    <a:pt x="3069" y="9073"/>
                    <a:pt x="3069" y="9073"/>
                  </a:cubicBezTo>
                  <a:cubicBezTo>
                    <a:pt x="3069" y="9073"/>
                    <a:pt x="3069" y="9073"/>
                    <a:pt x="3069" y="9073"/>
                  </a:cubicBezTo>
                  <a:cubicBezTo>
                    <a:pt x="3106" y="9073"/>
                    <a:pt x="3106" y="9073"/>
                    <a:pt x="3106" y="9073"/>
                  </a:cubicBezTo>
                  <a:cubicBezTo>
                    <a:pt x="3143" y="9141"/>
                    <a:pt x="3143" y="9141"/>
                    <a:pt x="3143" y="9141"/>
                  </a:cubicBezTo>
                  <a:cubicBezTo>
                    <a:pt x="3180" y="9141"/>
                    <a:pt x="3180" y="9141"/>
                    <a:pt x="3180" y="9141"/>
                  </a:cubicBezTo>
                  <a:cubicBezTo>
                    <a:pt x="3217" y="9141"/>
                    <a:pt x="3217" y="9141"/>
                    <a:pt x="3217" y="9141"/>
                  </a:cubicBezTo>
                  <a:cubicBezTo>
                    <a:pt x="3217" y="9073"/>
                    <a:pt x="3217" y="9073"/>
                    <a:pt x="3217" y="9073"/>
                  </a:cubicBezTo>
                  <a:cubicBezTo>
                    <a:pt x="3254" y="9073"/>
                    <a:pt x="3254" y="9073"/>
                    <a:pt x="3254" y="9073"/>
                  </a:cubicBezTo>
                  <a:cubicBezTo>
                    <a:pt x="3254" y="9141"/>
                    <a:pt x="3254" y="9141"/>
                    <a:pt x="3254" y="9141"/>
                  </a:cubicBezTo>
                  <a:cubicBezTo>
                    <a:pt x="3254" y="9208"/>
                    <a:pt x="3254" y="9208"/>
                    <a:pt x="3254" y="9208"/>
                  </a:cubicBezTo>
                  <a:cubicBezTo>
                    <a:pt x="3291" y="9208"/>
                    <a:pt x="3291" y="9208"/>
                    <a:pt x="3291" y="9208"/>
                  </a:cubicBezTo>
                  <a:cubicBezTo>
                    <a:pt x="3328" y="9208"/>
                    <a:pt x="3328" y="9208"/>
                    <a:pt x="3328" y="9208"/>
                  </a:cubicBezTo>
                  <a:cubicBezTo>
                    <a:pt x="3328" y="9208"/>
                    <a:pt x="3328" y="9208"/>
                    <a:pt x="3328" y="9208"/>
                  </a:cubicBezTo>
                  <a:cubicBezTo>
                    <a:pt x="3328" y="9141"/>
                    <a:pt x="3328" y="9141"/>
                    <a:pt x="3328" y="9141"/>
                  </a:cubicBezTo>
                  <a:cubicBezTo>
                    <a:pt x="3291" y="9073"/>
                    <a:pt x="3291" y="9073"/>
                    <a:pt x="3291" y="9073"/>
                  </a:cubicBezTo>
                  <a:cubicBezTo>
                    <a:pt x="3291" y="9073"/>
                    <a:pt x="3291" y="9073"/>
                    <a:pt x="3291" y="9073"/>
                  </a:cubicBezTo>
                  <a:cubicBezTo>
                    <a:pt x="3291" y="9073"/>
                    <a:pt x="3291" y="9073"/>
                    <a:pt x="3291" y="9073"/>
                  </a:cubicBezTo>
                  <a:cubicBezTo>
                    <a:pt x="3328" y="9073"/>
                    <a:pt x="3328" y="9073"/>
                    <a:pt x="3328" y="9073"/>
                  </a:cubicBezTo>
                  <a:cubicBezTo>
                    <a:pt x="3328" y="9141"/>
                    <a:pt x="3328" y="9141"/>
                    <a:pt x="3328" y="9141"/>
                  </a:cubicBezTo>
                  <a:cubicBezTo>
                    <a:pt x="3365" y="9141"/>
                    <a:pt x="3365" y="9141"/>
                    <a:pt x="3365" y="9141"/>
                  </a:cubicBezTo>
                  <a:cubicBezTo>
                    <a:pt x="3365" y="9208"/>
                    <a:pt x="3365" y="9208"/>
                    <a:pt x="3365" y="9208"/>
                  </a:cubicBezTo>
                  <a:cubicBezTo>
                    <a:pt x="3402" y="9208"/>
                    <a:pt x="3402" y="9208"/>
                    <a:pt x="3402" y="9208"/>
                  </a:cubicBezTo>
                  <a:cubicBezTo>
                    <a:pt x="3402" y="9141"/>
                    <a:pt x="3402" y="9141"/>
                    <a:pt x="3402" y="9141"/>
                  </a:cubicBezTo>
                  <a:cubicBezTo>
                    <a:pt x="3402" y="9141"/>
                    <a:pt x="3402" y="9141"/>
                    <a:pt x="3402" y="9141"/>
                  </a:cubicBezTo>
                  <a:cubicBezTo>
                    <a:pt x="3439" y="9208"/>
                    <a:pt x="3439" y="9208"/>
                    <a:pt x="3439" y="9208"/>
                  </a:cubicBezTo>
                  <a:cubicBezTo>
                    <a:pt x="3476" y="9208"/>
                    <a:pt x="3476" y="9208"/>
                    <a:pt x="3476" y="9208"/>
                  </a:cubicBezTo>
                  <a:cubicBezTo>
                    <a:pt x="3476" y="9208"/>
                    <a:pt x="3476" y="9208"/>
                    <a:pt x="3476" y="9208"/>
                  </a:cubicBezTo>
                  <a:cubicBezTo>
                    <a:pt x="3476" y="9208"/>
                    <a:pt x="3476" y="9208"/>
                    <a:pt x="3476" y="9208"/>
                  </a:cubicBezTo>
                  <a:cubicBezTo>
                    <a:pt x="3476" y="9141"/>
                    <a:pt x="3476" y="9141"/>
                    <a:pt x="3476" y="9141"/>
                  </a:cubicBezTo>
                  <a:cubicBezTo>
                    <a:pt x="3476" y="9141"/>
                    <a:pt x="3476" y="9141"/>
                    <a:pt x="3476" y="9141"/>
                  </a:cubicBezTo>
                  <a:cubicBezTo>
                    <a:pt x="3476" y="9141"/>
                    <a:pt x="3476" y="9141"/>
                    <a:pt x="3476" y="9141"/>
                  </a:cubicBezTo>
                  <a:cubicBezTo>
                    <a:pt x="3513" y="9141"/>
                    <a:pt x="3513" y="9141"/>
                    <a:pt x="3513" y="9141"/>
                  </a:cubicBezTo>
                  <a:cubicBezTo>
                    <a:pt x="3513" y="9141"/>
                    <a:pt x="3513" y="9141"/>
                    <a:pt x="3513" y="9141"/>
                  </a:cubicBezTo>
                  <a:cubicBezTo>
                    <a:pt x="3513" y="9141"/>
                    <a:pt x="3513" y="9141"/>
                    <a:pt x="3513" y="9141"/>
                  </a:cubicBezTo>
                  <a:cubicBezTo>
                    <a:pt x="3550" y="9208"/>
                    <a:pt x="3550" y="9208"/>
                    <a:pt x="3550" y="9208"/>
                  </a:cubicBezTo>
                  <a:cubicBezTo>
                    <a:pt x="3550" y="9276"/>
                    <a:pt x="3550" y="9276"/>
                    <a:pt x="3550" y="9276"/>
                  </a:cubicBezTo>
                  <a:cubicBezTo>
                    <a:pt x="3587" y="9208"/>
                    <a:pt x="3587" y="9208"/>
                    <a:pt x="3587" y="9208"/>
                  </a:cubicBezTo>
                  <a:cubicBezTo>
                    <a:pt x="3587" y="9208"/>
                    <a:pt x="3587" y="9208"/>
                    <a:pt x="3587" y="9208"/>
                  </a:cubicBezTo>
                  <a:cubicBezTo>
                    <a:pt x="3550" y="9141"/>
                    <a:pt x="3550" y="9141"/>
                    <a:pt x="3550" y="9141"/>
                  </a:cubicBezTo>
                  <a:cubicBezTo>
                    <a:pt x="3550" y="9141"/>
                    <a:pt x="3550" y="9141"/>
                    <a:pt x="3550" y="9141"/>
                  </a:cubicBezTo>
                  <a:cubicBezTo>
                    <a:pt x="3513" y="9141"/>
                    <a:pt x="3513" y="9141"/>
                    <a:pt x="3513" y="9141"/>
                  </a:cubicBezTo>
                  <a:cubicBezTo>
                    <a:pt x="3550" y="9141"/>
                    <a:pt x="3550" y="9141"/>
                    <a:pt x="3550" y="9141"/>
                  </a:cubicBezTo>
                  <a:cubicBezTo>
                    <a:pt x="3550" y="9141"/>
                    <a:pt x="3550" y="9141"/>
                    <a:pt x="3550" y="9141"/>
                  </a:cubicBezTo>
                  <a:cubicBezTo>
                    <a:pt x="3550" y="9141"/>
                    <a:pt x="3550" y="9141"/>
                    <a:pt x="3550" y="9141"/>
                  </a:cubicBezTo>
                  <a:cubicBezTo>
                    <a:pt x="3587" y="9073"/>
                    <a:pt x="3587" y="9073"/>
                    <a:pt x="3587" y="9073"/>
                  </a:cubicBezTo>
                  <a:cubicBezTo>
                    <a:pt x="3587" y="9073"/>
                    <a:pt x="3587" y="9073"/>
                    <a:pt x="3587" y="9073"/>
                  </a:cubicBezTo>
                  <a:cubicBezTo>
                    <a:pt x="3587" y="9005"/>
                    <a:pt x="3587" y="9005"/>
                    <a:pt x="3587" y="9005"/>
                  </a:cubicBezTo>
                  <a:close/>
                  <a:moveTo>
                    <a:pt x="1146" y="12391"/>
                  </a:moveTo>
                  <a:cubicBezTo>
                    <a:pt x="1109" y="12391"/>
                    <a:pt x="1109" y="12391"/>
                    <a:pt x="1109" y="12391"/>
                  </a:cubicBezTo>
                  <a:cubicBezTo>
                    <a:pt x="1146" y="12323"/>
                    <a:pt x="1146" y="12323"/>
                    <a:pt x="1146" y="12323"/>
                  </a:cubicBezTo>
                  <a:cubicBezTo>
                    <a:pt x="1109" y="12323"/>
                    <a:pt x="1109" y="12323"/>
                    <a:pt x="1109" y="12323"/>
                  </a:cubicBezTo>
                  <a:cubicBezTo>
                    <a:pt x="1109" y="12323"/>
                    <a:pt x="1109" y="12323"/>
                    <a:pt x="1109" y="12323"/>
                  </a:cubicBezTo>
                  <a:cubicBezTo>
                    <a:pt x="1072" y="12323"/>
                    <a:pt x="1072" y="12323"/>
                    <a:pt x="1072" y="12323"/>
                  </a:cubicBezTo>
                  <a:cubicBezTo>
                    <a:pt x="1072" y="12391"/>
                    <a:pt x="1072" y="12391"/>
                    <a:pt x="1072" y="12391"/>
                  </a:cubicBezTo>
                  <a:cubicBezTo>
                    <a:pt x="1109" y="12391"/>
                    <a:pt x="1109" y="12391"/>
                    <a:pt x="1109" y="12391"/>
                  </a:cubicBezTo>
                  <a:cubicBezTo>
                    <a:pt x="1109" y="12458"/>
                    <a:pt x="1109" y="12458"/>
                    <a:pt x="1109" y="12458"/>
                  </a:cubicBezTo>
                  <a:cubicBezTo>
                    <a:pt x="1146" y="12458"/>
                    <a:pt x="1146" y="12458"/>
                    <a:pt x="1146" y="12458"/>
                  </a:cubicBezTo>
                  <a:cubicBezTo>
                    <a:pt x="1146" y="12391"/>
                    <a:pt x="1146" y="12391"/>
                    <a:pt x="1146" y="12391"/>
                  </a:cubicBezTo>
                  <a:close/>
                  <a:moveTo>
                    <a:pt x="1997" y="11510"/>
                  </a:moveTo>
                  <a:cubicBezTo>
                    <a:pt x="1997" y="11510"/>
                    <a:pt x="1997" y="11510"/>
                    <a:pt x="1997" y="11510"/>
                  </a:cubicBezTo>
                  <a:cubicBezTo>
                    <a:pt x="1997" y="11510"/>
                    <a:pt x="1997" y="11510"/>
                    <a:pt x="1997" y="11510"/>
                  </a:cubicBezTo>
                  <a:cubicBezTo>
                    <a:pt x="1960" y="11443"/>
                    <a:pt x="1960" y="11443"/>
                    <a:pt x="1960" y="11443"/>
                  </a:cubicBezTo>
                  <a:cubicBezTo>
                    <a:pt x="1960" y="11443"/>
                    <a:pt x="1960" y="11443"/>
                    <a:pt x="1960" y="11443"/>
                  </a:cubicBezTo>
                  <a:cubicBezTo>
                    <a:pt x="1960" y="11510"/>
                    <a:pt x="1960" y="11510"/>
                    <a:pt x="1960" y="11510"/>
                  </a:cubicBezTo>
                  <a:cubicBezTo>
                    <a:pt x="1997" y="11510"/>
                    <a:pt x="1997" y="11510"/>
                    <a:pt x="1997" y="11510"/>
                  </a:cubicBezTo>
                  <a:close/>
                  <a:moveTo>
                    <a:pt x="2626" y="10359"/>
                  </a:moveTo>
                  <a:cubicBezTo>
                    <a:pt x="2663" y="10359"/>
                    <a:pt x="2663" y="10359"/>
                    <a:pt x="2663" y="10359"/>
                  </a:cubicBezTo>
                  <a:cubicBezTo>
                    <a:pt x="2736" y="10292"/>
                    <a:pt x="2736" y="10292"/>
                    <a:pt x="2736" y="10292"/>
                  </a:cubicBezTo>
                  <a:cubicBezTo>
                    <a:pt x="2736" y="10224"/>
                    <a:pt x="2736" y="10224"/>
                    <a:pt x="2736" y="10224"/>
                  </a:cubicBezTo>
                  <a:cubicBezTo>
                    <a:pt x="2736" y="10089"/>
                    <a:pt x="2736" y="10089"/>
                    <a:pt x="2736" y="10089"/>
                  </a:cubicBezTo>
                  <a:cubicBezTo>
                    <a:pt x="2773" y="10089"/>
                    <a:pt x="2773" y="10089"/>
                    <a:pt x="2773" y="10089"/>
                  </a:cubicBezTo>
                  <a:cubicBezTo>
                    <a:pt x="2773" y="10156"/>
                    <a:pt x="2773" y="10156"/>
                    <a:pt x="2773" y="10156"/>
                  </a:cubicBezTo>
                  <a:cubicBezTo>
                    <a:pt x="2773" y="10224"/>
                    <a:pt x="2773" y="10224"/>
                    <a:pt x="2773" y="10224"/>
                  </a:cubicBezTo>
                  <a:cubicBezTo>
                    <a:pt x="2810" y="10156"/>
                    <a:pt x="2810" y="10156"/>
                    <a:pt x="2810" y="10156"/>
                  </a:cubicBezTo>
                  <a:cubicBezTo>
                    <a:pt x="2810" y="10089"/>
                    <a:pt x="2810" y="10089"/>
                    <a:pt x="2810" y="10089"/>
                  </a:cubicBezTo>
                  <a:cubicBezTo>
                    <a:pt x="2773" y="10021"/>
                    <a:pt x="2773" y="10021"/>
                    <a:pt x="2773" y="10021"/>
                  </a:cubicBezTo>
                  <a:cubicBezTo>
                    <a:pt x="2663" y="9953"/>
                    <a:pt x="2663" y="9953"/>
                    <a:pt x="2663" y="9953"/>
                  </a:cubicBezTo>
                  <a:cubicBezTo>
                    <a:pt x="2589" y="9885"/>
                    <a:pt x="2589" y="9885"/>
                    <a:pt x="2589" y="9885"/>
                  </a:cubicBezTo>
                  <a:cubicBezTo>
                    <a:pt x="2552" y="9953"/>
                    <a:pt x="2552" y="9953"/>
                    <a:pt x="2552" y="9953"/>
                  </a:cubicBezTo>
                  <a:cubicBezTo>
                    <a:pt x="2552" y="10089"/>
                    <a:pt x="2552" y="10089"/>
                    <a:pt x="2552" y="10089"/>
                  </a:cubicBezTo>
                  <a:cubicBezTo>
                    <a:pt x="2552" y="10224"/>
                    <a:pt x="2552" y="10224"/>
                    <a:pt x="2552" y="10224"/>
                  </a:cubicBezTo>
                  <a:cubicBezTo>
                    <a:pt x="2552" y="10224"/>
                    <a:pt x="2552" y="10224"/>
                    <a:pt x="2552" y="10224"/>
                  </a:cubicBezTo>
                  <a:cubicBezTo>
                    <a:pt x="2552" y="10359"/>
                    <a:pt x="2552" y="10359"/>
                    <a:pt x="2552" y="10359"/>
                  </a:cubicBezTo>
                  <a:cubicBezTo>
                    <a:pt x="2589" y="10292"/>
                    <a:pt x="2589" y="10292"/>
                    <a:pt x="2589" y="10292"/>
                  </a:cubicBezTo>
                  <a:cubicBezTo>
                    <a:pt x="2589" y="10359"/>
                    <a:pt x="2589" y="10359"/>
                    <a:pt x="2589" y="10359"/>
                  </a:cubicBezTo>
                  <a:cubicBezTo>
                    <a:pt x="2589" y="10359"/>
                    <a:pt x="2589" y="10359"/>
                    <a:pt x="2589" y="10359"/>
                  </a:cubicBezTo>
                  <a:cubicBezTo>
                    <a:pt x="2626" y="10359"/>
                    <a:pt x="2626" y="10359"/>
                    <a:pt x="2626" y="10359"/>
                  </a:cubicBezTo>
                  <a:cubicBezTo>
                    <a:pt x="2626" y="10359"/>
                    <a:pt x="2626" y="10359"/>
                    <a:pt x="2626" y="10359"/>
                  </a:cubicBezTo>
                  <a:close/>
                  <a:moveTo>
                    <a:pt x="2921" y="10427"/>
                  </a:moveTo>
                  <a:cubicBezTo>
                    <a:pt x="2958" y="10427"/>
                    <a:pt x="2958" y="10427"/>
                    <a:pt x="2958" y="10427"/>
                  </a:cubicBezTo>
                  <a:cubicBezTo>
                    <a:pt x="2958" y="10427"/>
                    <a:pt x="2958" y="10427"/>
                    <a:pt x="2958" y="10427"/>
                  </a:cubicBezTo>
                  <a:cubicBezTo>
                    <a:pt x="2995" y="10427"/>
                    <a:pt x="2995" y="10427"/>
                    <a:pt x="2995" y="10427"/>
                  </a:cubicBezTo>
                  <a:cubicBezTo>
                    <a:pt x="2995" y="10359"/>
                    <a:pt x="2995" y="10359"/>
                    <a:pt x="2995" y="10359"/>
                  </a:cubicBezTo>
                  <a:cubicBezTo>
                    <a:pt x="2958" y="10359"/>
                    <a:pt x="2958" y="10359"/>
                    <a:pt x="2958" y="10359"/>
                  </a:cubicBezTo>
                  <a:cubicBezTo>
                    <a:pt x="2921" y="10427"/>
                    <a:pt x="2921" y="10427"/>
                    <a:pt x="2921" y="10427"/>
                  </a:cubicBezTo>
                  <a:cubicBezTo>
                    <a:pt x="2921" y="10427"/>
                    <a:pt x="2921" y="10427"/>
                    <a:pt x="2921" y="10427"/>
                  </a:cubicBezTo>
                  <a:close/>
                  <a:moveTo>
                    <a:pt x="3402" y="10427"/>
                  </a:moveTo>
                  <a:cubicBezTo>
                    <a:pt x="3402" y="10427"/>
                    <a:pt x="3402" y="10427"/>
                    <a:pt x="3402" y="10427"/>
                  </a:cubicBezTo>
                  <a:cubicBezTo>
                    <a:pt x="3439" y="10359"/>
                    <a:pt x="3439" y="10359"/>
                    <a:pt x="3439" y="10359"/>
                  </a:cubicBezTo>
                  <a:cubicBezTo>
                    <a:pt x="3439" y="10359"/>
                    <a:pt x="3439" y="10359"/>
                    <a:pt x="3439" y="10359"/>
                  </a:cubicBezTo>
                  <a:cubicBezTo>
                    <a:pt x="3402" y="10359"/>
                    <a:pt x="3402" y="10359"/>
                    <a:pt x="3402" y="10359"/>
                  </a:cubicBezTo>
                  <a:cubicBezTo>
                    <a:pt x="3402" y="10427"/>
                    <a:pt x="3402" y="10427"/>
                    <a:pt x="3402" y="10427"/>
                  </a:cubicBezTo>
                  <a:cubicBezTo>
                    <a:pt x="3402" y="10427"/>
                    <a:pt x="3402" y="10427"/>
                    <a:pt x="3402" y="10427"/>
                  </a:cubicBezTo>
                  <a:close/>
                  <a:moveTo>
                    <a:pt x="3328" y="10427"/>
                  </a:moveTo>
                  <a:cubicBezTo>
                    <a:pt x="3365" y="10427"/>
                    <a:pt x="3365" y="10427"/>
                    <a:pt x="3365" y="10427"/>
                  </a:cubicBezTo>
                  <a:cubicBezTo>
                    <a:pt x="3402" y="10427"/>
                    <a:pt x="3402" y="10427"/>
                    <a:pt x="3402" y="10427"/>
                  </a:cubicBezTo>
                  <a:cubicBezTo>
                    <a:pt x="3365" y="10359"/>
                    <a:pt x="3365" y="10359"/>
                    <a:pt x="3365" y="10359"/>
                  </a:cubicBezTo>
                  <a:cubicBezTo>
                    <a:pt x="3365" y="10359"/>
                    <a:pt x="3365" y="10359"/>
                    <a:pt x="3365" y="10359"/>
                  </a:cubicBezTo>
                  <a:cubicBezTo>
                    <a:pt x="3328" y="10427"/>
                    <a:pt x="3328" y="10427"/>
                    <a:pt x="3328" y="10427"/>
                  </a:cubicBezTo>
                  <a:close/>
                  <a:moveTo>
                    <a:pt x="3735" y="10156"/>
                  </a:moveTo>
                  <a:cubicBezTo>
                    <a:pt x="3735" y="10156"/>
                    <a:pt x="3735" y="10156"/>
                    <a:pt x="3735" y="10156"/>
                  </a:cubicBezTo>
                  <a:cubicBezTo>
                    <a:pt x="3772" y="10156"/>
                    <a:pt x="3772" y="10156"/>
                    <a:pt x="3772" y="10156"/>
                  </a:cubicBezTo>
                  <a:cubicBezTo>
                    <a:pt x="3809" y="10089"/>
                    <a:pt x="3809" y="10089"/>
                    <a:pt x="3809" y="10089"/>
                  </a:cubicBezTo>
                  <a:cubicBezTo>
                    <a:pt x="3809" y="10089"/>
                    <a:pt x="3809" y="10089"/>
                    <a:pt x="3809" y="10089"/>
                  </a:cubicBezTo>
                  <a:cubicBezTo>
                    <a:pt x="3809" y="10089"/>
                    <a:pt x="3809" y="10089"/>
                    <a:pt x="3809" y="10089"/>
                  </a:cubicBezTo>
                  <a:cubicBezTo>
                    <a:pt x="3735" y="10089"/>
                    <a:pt x="3735" y="10089"/>
                    <a:pt x="3735" y="10089"/>
                  </a:cubicBezTo>
                  <a:cubicBezTo>
                    <a:pt x="3735" y="10156"/>
                    <a:pt x="3735" y="10156"/>
                    <a:pt x="3735" y="10156"/>
                  </a:cubicBezTo>
                  <a:close/>
                  <a:moveTo>
                    <a:pt x="3587" y="10089"/>
                  </a:moveTo>
                  <a:cubicBezTo>
                    <a:pt x="3587" y="10156"/>
                    <a:pt x="3587" y="10156"/>
                    <a:pt x="3587" y="10156"/>
                  </a:cubicBezTo>
                  <a:cubicBezTo>
                    <a:pt x="3624" y="10156"/>
                    <a:pt x="3624" y="10156"/>
                    <a:pt x="3624" y="10156"/>
                  </a:cubicBezTo>
                  <a:cubicBezTo>
                    <a:pt x="3624" y="10089"/>
                    <a:pt x="3624" y="10089"/>
                    <a:pt x="3624" y="10089"/>
                  </a:cubicBezTo>
                  <a:cubicBezTo>
                    <a:pt x="3587" y="10089"/>
                    <a:pt x="3587" y="10089"/>
                    <a:pt x="3587" y="10089"/>
                  </a:cubicBezTo>
                  <a:cubicBezTo>
                    <a:pt x="3587" y="10089"/>
                    <a:pt x="3587" y="10089"/>
                    <a:pt x="3587" y="10089"/>
                  </a:cubicBezTo>
                  <a:close/>
                  <a:moveTo>
                    <a:pt x="3476" y="10089"/>
                  </a:moveTo>
                  <a:cubicBezTo>
                    <a:pt x="3513" y="10089"/>
                    <a:pt x="3513" y="10089"/>
                    <a:pt x="3513" y="10089"/>
                  </a:cubicBezTo>
                  <a:cubicBezTo>
                    <a:pt x="3513" y="10156"/>
                    <a:pt x="3513" y="10156"/>
                    <a:pt x="3513" y="10156"/>
                  </a:cubicBezTo>
                  <a:cubicBezTo>
                    <a:pt x="3550" y="10156"/>
                    <a:pt x="3550" y="10156"/>
                    <a:pt x="3550" y="10156"/>
                  </a:cubicBezTo>
                  <a:cubicBezTo>
                    <a:pt x="3550" y="10089"/>
                    <a:pt x="3550" y="10089"/>
                    <a:pt x="3550" y="10089"/>
                  </a:cubicBezTo>
                  <a:cubicBezTo>
                    <a:pt x="3513" y="10089"/>
                    <a:pt x="3513" y="10089"/>
                    <a:pt x="3513" y="10089"/>
                  </a:cubicBezTo>
                  <a:cubicBezTo>
                    <a:pt x="3476" y="10089"/>
                    <a:pt x="3476" y="10089"/>
                    <a:pt x="3476" y="10089"/>
                  </a:cubicBezTo>
                  <a:close/>
                  <a:moveTo>
                    <a:pt x="3439" y="10089"/>
                  </a:moveTo>
                  <a:cubicBezTo>
                    <a:pt x="3439" y="10089"/>
                    <a:pt x="3439" y="10089"/>
                    <a:pt x="3439" y="10089"/>
                  </a:cubicBezTo>
                  <a:cubicBezTo>
                    <a:pt x="3439" y="10089"/>
                    <a:pt x="3439" y="10089"/>
                    <a:pt x="3439" y="10089"/>
                  </a:cubicBezTo>
                  <a:cubicBezTo>
                    <a:pt x="3476" y="10089"/>
                    <a:pt x="3476" y="10089"/>
                    <a:pt x="3476" y="10089"/>
                  </a:cubicBezTo>
                  <a:cubicBezTo>
                    <a:pt x="3439" y="10089"/>
                    <a:pt x="3439" y="10089"/>
                    <a:pt x="3439" y="10089"/>
                  </a:cubicBezTo>
                  <a:cubicBezTo>
                    <a:pt x="3439" y="10089"/>
                    <a:pt x="3439" y="10089"/>
                    <a:pt x="3439" y="10089"/>
                  </a:cubicBezTo>
                  <a:close/>
                  <a:moveTo>
                    <a:pt x="6953" y="8328"/>
                  </a:moveTo>
                  <a:cubicBezTo>
                    <a:pt x="6953" y="8396"/>
                    <a:pt x="6953" y="8396"/>
                    <a:pt x="6953" y="8396"/>
                  </a:cubicBezTo>
                  <a:cubicBezTo>
                    <a:pt x="6953" y="8396"/>
                    <a:pt x="6953" y="8396"/>
                    <a:pt x="6953" y="8396"/>
                  </a:cubicBezTo>
                  <a:cubicBezTo>
                    <a:pt x="6953" y="8396"/>
                    <a:pt x="6953" y="8396"/>
                    <a:pt x="6953" y="8396"/>
                  </a:cubicBezTo>
                  <a:cubicBezTo>
                    <a:pt x="6953" y="8328"/>
                    <a:pt x="6953" y="8328"/>
                    <a:pt x="6953" y="8328"/>
                  </a:cubicBezTo>
                  <a:cubicBezTo>
                    <a:pt x="6953" y="8328"/>
                    <a:pt x="6953" y="8328"/>
                    <a:pt x="6953" y="8328"/>
                  </a:cubicBezTo>
                  <a:close/>
                  <a:moveTo>
                    <a:pt x="6879" y="8193"/>
                  </a:moveTo>
                  <a:cubicBezTo>
                    <a:pt x="6879" y="8260"/>
                    <a:pt x="6879" y="8260"/>
                    <a:pt x="6879" y="8260"/>
                  </a:cubicBezTo>
                  <a:cubicBezTo>
                    <a:pt x="6879" y="8328"/>
                    <a:pt x="6879" y="8328"/>
                    <a:pt x="6879" y="8328"/>
                  </a:cubicBezTo>
                  <a:cubicBezTo>
                    <a:pt x="6879" y="8396"/>
                    <a:pt x="6879" y="8396"/>
                    <a:pt x="6879" y="8396"/>
                  </a:cubicBezTo>
                  <a:cubicBezTo>
                    <a:pt x="6879" y="8396"/>
                    <a:pt x="6879" y="8396"/>
                    <a:pt x="6879" y="8396"/>
                  </a:cubicBezTo>
                  <a:cubicBezTo>
                    <a:pt x="6916" y="8396"/>
                    <a:pt x="6916" y="8396"/>
                    <a:pt x="6916" y="8396"/>
                  </a:cubicBezTo>
                  <a:cubicBezTo>
                    <a:pt x="6916" y="8260"/>
                    <a:pt x="6916" y="8260"/>
                    <a:pt x="6916" y="8260"/>
                  </a:cubicBezTo>
                  <a:cubicBezTo>
                    <a:pt x="6879" y="8193"/>
                    <a:pt x="6879" y="8193"/>
                    <a:pt x="6879" y="8193"/>
                  </a:cubicBezTo>
                  <a:cubicBezTo>
                    <a:pt x="6879" y="8193"/>
                    <a:pt x="6879" y="8193"/>
                    <a:pt x="6879" y="8193"/>
                  </a:cubicBezTo>
                  <a:close/>
                  <a:moveTo>
                    <a:pt x="6842" y="8057"/>
                  </a:moveTo>
                  <a:cubicBezTo>
                    <a:pt x="6842" y="8125"/>
                    <a:pt x="6842" y="8125"/>
                    <a:pt x="6842" y="8125"/>
                  </a:cubicBezTo>
                  <a:cubicBezTo>
                    <a:pt x="6842" y="8125"/>
                    <a:pt x="6842" y="8125"/>
                    <a:pt x="6842" y="8125"/>
                  </a:cubicBezTo>
                  <a:cubicBezTo>
                    <a:pt x="6879" y="8057"/>
                    <a:pt x="6879" y="8057"/>
                    <a:pt x="6879" y="8057"/>
                  </a:cubicBezTo>
                  <a:cubicBezTo>
                    <a:pt x="6842" y="8057"/>
                    <a:pt x="6842" y="8057"/>
                    <a:pt x="6842" y="8057"/>
                  </a:cubicBezTo>
                  <a:cubicBezTo>
                    <a:pt x="6842" y="8057"/>
                    <a:pt x="6842" y="8057"/>
                    <a:pt x="6842" y="8057"/>
                  </a:cubicBezTo>
                  <a:close/>
                  <a:moveTo>
                    <a:pt x="3846" y="9682"/>
                  </a:moveTo>
                  <a:cubicBezTo>
                    <a:pt x="3846" y="9682"/>
                    <a:pt x="3846" y="9682"/>
                    <a:pt x="3846" y="9682"/>
                  </a:cubicBezTo>
                  <a:cubicBezTo>
                    <a:pt x="3846" y="9615"/>
                    <a:pt x="3846" y="9615"/>
                    <a:pt x="3846" y="9615"/>
                  </a:cubicBezTo>
                  <a:cubicBezTo>
                    <a:pt x="3846" y="9615"/>
                    <a:pt x="3846" y="9615"/>
                    <a:pt x="3846" y="9615"/>
                  </a:cubicBezTo>
                  <a:cubicBezTo>
                    <a:pt x="3846" y="9682"/>
                    <a:pt x="3846" y="9682"/>
                    <a:pt x="3846" y="9682"/>
                  </a:cubicBezTo>
                  <a:close/>
                  <a:moveTo>
                    <a:pt x="3994" y="9885"/>
                  </a:moveTo>
                  <a:cubicBezTo>
                    <a:pt x="3994" y="9885"/>
                    <a:pt x="4031" y="9885"/>
                    <a:pt x="4031" y="9885"/>
                  </a:cubicBezTo>
                  <a:cubicBezTo>
                    <a:pt x="3994" y="9885"/>
                    <a:pt x="3994" y="9885"/>
                    <a:pt x="3994" y="9885"/>
                  </a:cubicBezTo>
                  <a:cubicBezTo>
                    <a:pt x="3994" y="9885"/>
                    <a:pt x="3994" y="9885"/>
                    <a:pt x="3994" y="9885"/>
                  </a:cubicBezTo>
                  <a:close/>
                  <a:moveTo>
                    <a:pt x="3957" y="9818"/>
                  </a:moveTo>
                  <a:cubicBezTo>
                    <a:pt x="3957" y="9750"/>
                    <a:pt x="3957" y="9750"/>
                    <a:pt x="3957" y="9750"/>
                  </a:cubicBezTo>
                  <a:cubicBezTo>
                    <a:pt x="3920" y="9750"/>
                    <a:pt x="3920" y="9750"/>
                    <a:pt x="3920" y="9750"/>
                  </a:cubicBezTo>
                  <a:cubicBezTo>
                    <a:pt x="3883" y="9682"/>
                    <a:pt x="3883" y="9682"/>
                    <a:pt x="3883" y="9682"/>
                  </a:cubicBezTo>
                  <a:cubicBezTo>
                    <a:pt x="3883" y="9750"/>
                    <a:pt x="3883" y="9750"/>
                    <a:pt x="3883" y="9750"/>
                  </a:cubicBezTo>
                  <a:cubicBezTo>
                    <a:pt x="3920" y="9750"/>
                    <a:pt x="3920" y="9750"/>
                    <a:pt x="3920" y="9750"/>
                  </a:cubicBezTo>
                  <a:cubicBezTo>
                    <a:pt x="3957" y="9818"/>
                    <a:pt x="3957" y="9818"/>
                    <a:pt x="3957" y="9818"/>
                  </a:cubicBezTo>
                  <a:close/>
                  <a:moveTo>
                    <a:pt x="4068" y="9547"/>
                  </a:moveTo>
                  <a:cubicBezTo>
                    <a:pt x="4068" y="9547"/>
                    <a:pt x="4068" y="9547"/>
                    <a:pt x="4068" y="9547"/>
                  </a:cubicBezTo>
                  <a:cubicBezTo>
                    <a:pt x="4068" y="9411"/>
                    <a:pt x="4068" y="9411"/>
                    <a:pt x="4068" y="9411"/>
                  </a:cubicBezTo>
                  <a:cubicBezTo>
                    <a:pt x="3994" y="9344"/>
                    <a:pt x="3994" y="9344"/>
                    <a:pt x="3994" y="9344"/>
                  </a:cubicBezTo>
                  <a:cubicBezTo>
                    <a:pt x="3957" y="9276"/>
                    <a:pt x="3957" y="9276"/>
                    <a:pt x="3957" y="9276"/>
                  </a:cubicBezTo>
                  <a:cubicBezTo>
                    <a:pt x="3920" y="9276"/>
                    <a:pt x="3920" y="9276"/>
                    <a:pt x="3920" y="9276"/>
                  </a:cubicBezTo>
                  <a:cubicBezTo>
                    <a:pt x="3883" y="9208"/>
                    <a:pt x="3883" y="9208"/>
                    <a:pt x="3883" y="9208"/>
                  </a:cubicBezTo>
                  <a:cubicBezTo>
                    <a:pt x="3846" y="9208"/>
                    <a:pt x="3846" y="9208"/>
                    <a:pt x="3846" y="9208"/>
                  </a:cubicBezTo>
                  <a:cubicBezTo>
                    <a:pt x="3846" y="9141"/>
                    <a:pt x="3846" y="9141"/>
                    <a:pt x="3846" y="9141"/>
                  </a:cubicBezTo>
                  <a:cubicBezTo>
                    <a:pt x="3809" y="9141"/>
                    <a:pt x="3809" y="9141"/>
                    <a:pt x="3809" y="9141"/>
                  </a:cubicBezTo>
                  <a:cubicBezTo>
                    <a:pt x="3772" y="9141"/>
                    <a:pt x="3772" y="9141"/>
                    <a:pt x="3772" y="9141"/>
                  </a:cubicBezTo>
                  <a:cubicBezTo>
                    <a:pt x="3772" y="9141"/>
                    <a:pt x="3772" y="9141"/>
                    <a:pt x="3772" y="9141"/>
                  </a:cubicBezTo>
                  <a:cubicBezTo>
                    <a:pt x="3772" y="9141"/>
                    <a:pt x="3772" y="9141"/>
                    <a:pt x="3772" y="9141"/>
                  </a:cubicBezTo>
                  <a:cubicBezTo>
                    <a:pt x="3735" y="9208"/>
                    <a:pt x="3735" y="9208"/>
                    <a:pt x="3735" y="9208"/>
                  </a:cubicBezTo>
                  <a:cubicBezTo>
                    <a:pt x="3772" y="9276"/>
                    <a:pt x="3772" y="9276"/>
                    <a:pt x="3772" y="9276"/>
                  </a:cubicBezTo>
                  <a:cubicBezTo>
                    <a:pt x="3809" y="9276"/>
                    <a:pt x="3809" y="9276"/>
                    <a:pt x="3809" y="9276"/>
                  </a:cubicBezTo>
                  <a:cubicBezTo>
                    <a:pt x="3809" y="9276"/>
                    <a:pt x="3809" y="9276"/>
                    <a:pt x="3809" y="9276"/>
                  </a:cubicBezTo>
                  <a:cubicBezTo>
                    <a:pt x="3772" y="9276"/>
                    <a:pt x="3772" y="9276"/>
                    <a:pt x="3772" y="9276"/>
                  </a:cubicBezTo>
                  <a:cubicBezTo>
                    <a:pt x="3735" y="9276"/>
                    <a:pt x="3735" y="9276"/>
                    <a:pt x="3735" y="9276"/>
                  </a:cubicBezTo>
                  <a:cubicBezTo>
                    <a:pt x="3735" y="9276"/>
                    <a:pt x="3735" y="9276"/>
                    <a:pt x="3735" y="9276"/>
                  </a:cubicBezTo>
                  <a:cubicBezTo>
                    <a:pt x="3735" y="9276"/>
                    <a:pt x="3735" y="9276"/>
                    <a:pt x="3735" y="9276"/>
                  </a:cubicBezTo>
                  <a:cubicBezTo>
                    <a:pt x="3809" y="9411"/>
                    <a:pt x="3809" y="9411"/>
                    <a:pt x="3809" y="9411"/>
                  </a:cubicBezTo>
                  <a:cubicBezTo>
                    <a:pt x="3846" y="9411"/>
                    <a:pt x="3846" y="9411"/>
                    <a:pt x="3846" y="9411"/>
                  </a:cubicBezTo>
                  <a:cubicBezTo>
                    <a:pt x="3846" y="9479"/>
                    <a:pt x="3846" y="9479"/>
                    <a:pt x="3846" y="9479"/>
                  </a:cubicBezTo>
                  <a:cubicBezTo>
                    <a:pt x="3883" y="9479"/>
                    <a:pt x="3883" y="9479"/>
                    <a:pt x="3883" y="9479"/>
                  </a:cubicBezTo>
                  <a:cubicBezTo>
                    <a:pt x="3883" y="9411"/>
                    <a:pt x="3883" y="9411"/>
                    <a:pt x="3883" y="9411"/>
                  </a:cubicBezTo>
                  <a:cubicBezTo>
                    <a:pt x="3920" y="9479"/>
                    <a:pt x="3920" y="9479"/>
                    <a:pt x="3920" y="9479"/>
                  </a:cubicBezTo>
                  <a:cubicBezTo>
                    <a:pt x="3920" y="9411"/>
                    <a:pt x="3920" y="9411"/>
                    <a:pt x="3920" y="9411"/>
                  </a:cubicBezTo>
                  <a:cubicBezTo>
                    <a:pt x="3957" y="9479"/>
                    <a:pt x="3957" y="9479"/>
                    <a:pt x="3957" y="9479"/>
                  </a:cubicBezTo>
                  <a:cubicBezTo>
                    <a:pt x="3957" y="9547"/>
                    <a:pt x="3957" y="9547"/>
                    <a:pt x="3957" y="9547"/>
                  </a:cubicBezTo>
                  <a:cubicBezTo>
                    <a:pt x="3957" y="9547"/>
                    <a:pt x="3957" y="9547"/>
                    <a:pt x="3957" y="9547"/>
                  </a:cubicBezTo>
                  <a:cubicBezTo>
                    <a:pt x="3957" y="9615"/>
                    <a:pt x="3957" y="9615"/>
                    <a:pt x="3957" y="9615"/>
                  </a:cubicBezTo>
                  <a:cubicBezTo>
                    <a:pt x="3994" y="9615"/>
                    <a:pt x="3994" y="9615"/>
                    <a:pt x="3994" y="9615"/>
                  </a:cubicBezTo>
                  <a:cubicBezTo>
                    <a:pt x="4031" y="9547"/>
                    <a:pt x="4031" y="9547"/>
                    <a:pt x="4031" y="9547"/>
                  </a:cubicBezTo>
                  <a:cubicBezTo>
                    <a:pt x="4068" y="9547"/>
                    <a:pt x="4068" y="9547"/>
                    <a:pt x="4068" y="9547"/>
                  </a:cubicBezTo>
                  <a:close/>
                  <a:moveTo>
                    <a:pt x="4845" y="7245"/>
                  </a:moveTo>
                  <a:cubicBezTo>
                    <a:pt x="4845" y="7245"/>
                    <a:pt x="4845" y="7245"/>
                    <a:pt x="4845" y="7245"/>
                  </a:cubicBezTo>
                  <a:cubicBezTo>
                    <a:pt x="4845" y="7245"/>
                    <a:pt x="4845" y="7245"/>
                    <a:pt x="4845" y="7245"/>
                  </a:cubicBezTo>
                  <a:cubicBezTo>
                    <a:pt x="4845" y="7177"/>
                    <a:pt x="4845" y="7177"/>
                    <a:pt x="4845" y="7177"/>
                  </a:cubicBezTo>
                  <a:cubicBezTo>
                    <a:pt x="4845" y="7177"/>
                    <a:pt x="4845" y="7177"/>
                    <a:pt x="4845" y="7177"/>
                  </a:cubicBezTo>
                  <a:cubicBezTo>
                    <a:pt x="4882" y="7245"/>
                    <a:pt x="4882" y="7245"/>
                    <a:pt x="4882" y="7245"/>
                  </a:cubicBezTo>
                  <a:cubicBezTo>
                    <a:pt x="4882" y="7245"/>
                    <a:pt x="4882" y="7245"/>
                    <a:pt x="4882" y="7245"/>
                  </a:cubicBezTo>
                  <a:cubicBezTo>
                    <a:pt x="4919" y="7245"/>
                    <a:pt x="4919" y="7245"/>
                    <a:pt x="4919" y="7245"/>
                  </a:cubicBezTo>
                  <a:cubicBezTo>
                    <a:pt x="4919" y="7245"/>
                    <a:pt x="4919" y="7245"/>
                    <a:pt x="4919" y="7245"/>
                  </a:cubicBezTo>
                  <a:cubicBezTo>
                    <a:pt x="4956" y="7177"/>
                    <a:pt x="4956" y="7177"/>
                    <a:pt x="4956" y="7177"/>
                  </a:cubicBezTo>
                  <a:cubicBezTo>
                    <a:pt x="4956" y="7177"/>
                    <a:pt x="4956" y="7177"/>
                    <a:pt x="4956" y="7177"/>
                  </a:cubicBezTo>
                  <a:cubicBezTo>
                    <a:pt x="4993" y="7109"/>
                    <a:pt x="4993" y="7109"/>
                    <a:pt x="4993" y="7109"/>
                  </a:cubicBezTo>
                  <a:cubicBezTo>
                    <a:pt x="4993" y="7109"/>
                    <a:pt x="4993" y="7109"/>
                    <a:pt x="4993" y="7109"/>
                  </a:cubicBezTo>
                  <a:cubicBezTo>
                    <a:pt x="4993" y="7042"/>
                    <a:pt x="4993" y="7042"/>
                    <a:pt x="4993" y="7042"/>
                  </a:cubicBezTo>
                  <a:cubicBezTo>
                    <a:pt x="4956" y="7042"/>
                    <a:pt x="4956" y="7042"/>
                    <a:pt x="4956" y="7042"/>
                  </a:cubicBezTo>
                  <a:cubicBezTo>
                    <a:pt x="4956" y="6974"/>
                    <a:pt x="4956" y="6974"/>
                    <a:pt x="4956" y="6974"/>
                  </a:cubicBezTo>
                  <a:cubicBezTo>
                    <a:pt x="4919" y="6906"/>
                    <a:pt x="4919" y="6906"/>
                    <a:pt x="4919" y="6906"/>
                  </a:cubicBezTo>
                  <a:cubicBezTo>
                    <a:pt x="4882" y="6906"/>
                    <a:pt x="4882" y="6906"/>
                    <a:pt x="4882" y="6906"/>
                  </a:cubicBezTo>
                  <a:cubicBezTo>
                    <a:pt x="4882" y="6906"/>
                    <a:pt x="4882" y="6906"/>
                    <a:pt x="4882" y="6906"/>
                  </a:cubicBezTo>
                  <a:cubicBezTo>
                    <a:pt x="4845" y="6974"/>
                    <a:pt x="4845" y="6974"/>
                    <a:pt x="4845" y="6974"/>
                  </a:cubicBezTo>
                  <a:cubicBezTo>
                    <a:pt x="4808" y="6974"/>
                    <a:pt x="4808" y="6974"/>
                    <a:pt x="4808" y="6974"/>
                  </a:cubicBezTo>
                  <a:cubicBezTo>
                    <a:pt x="4771" y="7042"/>
                    <a:pt x="4771" y="7042"/>
                    <a:pt x="4771" y="7042"/>
                  </a:cubicBezTo>
                  <a:cubicBezTo>
                    <a:pt x="4771" y="7042"/>
                    <a:pt x="4771" y="7042"/>
                    <a:pt x="4771" y="7042"/>
                  </a:cubicBezTo>
                  <a:cubicBezTo>
                    <a:pt x="4808" y="7109"/>
                    <a:pt x="4808" y="7109"/>
                    <a:pt x="4808" y="7109"/>
                  </a:cubicBezTo>
                  <a:cubicBezTo>
                    <a:pt x="4808" y="7177"/>
                    <a:pt x="4808" y="7177"/>
                    <a:pt x="4808" y="7177"/>
                  </a:cubicBezTo>
                  <a:cubicBezTo>
                    <a:pt x="4808" y="7245"/>
                    <a:pt x="4808" y="7245"/>
                    <a:pt x="4808" y="7245"/>
                  </a:cubicBezTo>
                  <a:cubicBezTo>
                    <a:pt x="4845" y="7245"/>
                    <a:pt x="4845" y="7245"/>
                    <a:pt x="4845" y="7245"/>
                  </a:cubicBezTo>
                  <a:close/>
                  <a:moveTo>
                    <a:pt x="4919" y="9547"/>
                  </a:moveTo>
                  <a:cubicBezTo>
                    <a:pt x="4919" y="9547"/>
                    <a:pt x="4956" y="9547"/>
                    <a:pt x="4956" y="9547"/>
                  </a:cubicBezTo>
                  <a:cubicBezTo>
                    <a:pt x="4956" y="9615"/>
                    <a:pt x="4956" y="9615"/>
                    <a:pt x="4956" y="9615"/>
                  </a:cubicBezTo>
                  <a:cubicBezTo>
                    <a:pt x="4993" y="9547"/>
                    <a:pt x="4993" y="9547"/>
                    <a:pt x="4993" y="9547"/>
                  </a:cubicBezTo>
                  <a:cubicBezTo>
                    <a:pt x="4993" y="9479"/>
                    <a:pt x="4993" y="9479"/>
                    <a:pt x="4993" y="9479"/>
                  </a:cubicBezTo>
                  <a:cubicBezTo>
                    <a:pt x="4956" y="9479"/>
                    <a:pt x="4956" y="9479"/>
                    <a:pt x="4956" y="9479"/>
                  </a:cubicBezTo>
                  <a:cubicBezTo>
                    <a:pt x="4956" y="9479"/>
                    <a:pt x="4956" y="9479"/>
                    <a:pt x="4956" y="9479"/>
                  </a:cubicBezTo>
                  <a:cubicBezTo>
                    <a:pt x="4956" y="9547"/>
                    <a:pt x="4956" y="9547"/>
                    <a:pt x="4956" y="9547"/>
                  </a:cubicBezTo>
                  <a:cubicBezTo>
                    <a:pt x="4919" y="9547"/>
                    <a:pt x="4919" y="9547"/>
                    <a:pt x="4919" y="9547"/>
                  </a:cubicBezTo>
                  <a:close/>
                  <a:moveTo>
                    <a:pt x="5547" y="10833"/>
                  </a:moveTo>
                  <a:cubicBezTo>
                    <a:pt x="5547" y="10901"/>
                    <a:pt x="5547" y="10901"/>
                    <a:pt x="5547" y="10901"/>
                  </a:cubicBezTo>
                  <a:cubicBezTo>
                    <a:pt x="5584" y="10901"/>
                    <a:pt x="5584" y="10901"/>
                    <a:pt x="5584" y="10901"/>
                  </a:cubicBezTo>
                  <a:cubicBezTo>
                    <a:pt x="5584" y="10901"/>
                    <a:pt x="5584" y="10901"/>
                    <a:pt x="5584" y="10901"/>
                  </a:cubicBezTo>
                  <a:cubicBezTo>
                    <a:pt x="5621" y="10969"/>
                    <a:pt x="5621" y="10969"/>
                    <a:pt x="5621" y="10969"/>
                  </a:cubicBezTo>
                  <a:cubicBezTo>
                    <a:pt x="5658" y="10901"/>
                    <a:pt x="5658" y="10901"/>
                    <a:pt x="5658" y="10901"/>
                  </a:cubicBezTo>
                  <a:cubicBezTo>
                    <a:pt x="5658" y="10901"/>
                    <a:pt x="5658" y="10901"/>
                    <a:pt x="5658" y="10901"/>
                  </a:cubicBezTo>
                  <a:cubicBezTo>
                    <a:pt x="5658" y="10833"/>
                    <a:pt x="5658" y="10833"/>
                    <a:pt x="5658" y="10833"/>
                  </a:cubicBezTo>
                  <a:cubicBezTo>
                    <a:pt x="5621" y="10833"/>
                    <a:pt x="5621" y="10833"/>
                    <a:pt x="5621" y="10833"/>
                  </a:cubicBezTo>
                  <a:cubicBezTo>
                    <a:pt x="5584" y="10833"/>
                    <a:pt x="5584" y="10833"/>
                    <a:pt x="5584" y="10833"/>
                  </a:cubicBezTo>
                  <a:cubicBezTo>
                    <a:pt x="5584" y="10833"/>
                    <a:pt x="5584" y="10833"/>
                    <a:pt x="5584" y="10833"/>
                  </a:cubicBezTo>
                  <a:cubicBezTo>
                    <a:pt x="5547" y="10833"/>
                    <a:pt x="5547" y="10833"/>
                    <a:pt x="5547" y="10833"/>
                  </a:cubicBezTo>
                  <a:close/>
                  <a:moveTo>
                    <a:pt x="5436" y="7245"/>
                  </a:moveTo>
                  <a:cubicBezTo>
                    <a:pt x="5436" y="7177"/>
                    <a:pt x="5436" y="7177"/>
                    <a:pt x="5436" y="7177"/>
                  </a:cubicBezTo>
                  <a:cubicBezTo>
                    <a:pt x="5399" y="7177"/>
                    <a:pt x="5399" y="7177"/>
                    <a:pt x="5399" y="7177"/>
                  </a:cubicBezTo>
                  <a:cubicBezTo>
                    <a:pt x="5399" y="7109"/>
                    <a:pt x="5399" y="7109"/>
                    <a:pt x="5399" y="7109"/>
                  </a:cubicBezTo>
                  <a:cubicBezTo>
                    <a:pt x="5436" y="7109"/>
                    <a:pt x="5436" y="7109"/>
                    <a:pt x="5436" y="7109"/>
                  </a:cubicBezTo>
                  <a:cubicBezTo>
                    <a:pt x="5436" y="7042"/>
                    <a:pt x="5436" y="7042"/>
                    <a:pt x="5436" y="7042"/>
                  </a:cubicBezTo>
                  <a:cubicBezTo>
                    <a:pt x="5399" y="7042"/>
                    <a:pt x="5399" y="7042"/>
                    <a:pt x="5399" y="7042"/>
                  </a:cubicBezTo>
                  <a:cubicBezTo>
                    <a:pt x="5363" y="7042"/>
                    <a:pt x="5363" y="7042"/>
                    <a:pt x="5363" y="7042"/>
                  </a:cubicBezTo>
                  <a:cubicBezTo>
                    <a:pt x="5363" y="7177"/>
                    <a:pt x="5363" y="7177"/>
                    <a:pt x="5363" y="7177"/>
                  </a:cubicBezTo>
                  <a:cubicBezTo>
                    <a:pt x="5363" y="7177"/>
                    <a:pt x="5363" y="7177"/>
                    <a:pt x="5363" y="7177"/>
                  </a:cubicBezTo>
                  <a:cubicBezTo>
                    <a:pt x="5399" y="7177"/>
                    <a:pt x="5399" y="7177"/>
                    <a:pt x="5399" y="7177"/>
                  </a:cubicBezTo>
                  <a:cubicBezTo>
                    <a:pt x="5399" y="7245"/>
                    <a:pt x="5399" y="7245"/>
                    <a:pt x="5399" y="7245"/>
                  </a:cubicBezTo>
                  <a:cubicBezTo>
                    <a:pt x="5436" y="7245"/>
                    <a:pt x="5436" y="7245"/>
                    <a:pt x="5436" y="7245"/>
                  </a:cubicBezTo>
                  <a:close/>
                  <a:moveTo>
                    <a:pt x="5399" y="6838"/>
                  </a:moveTo>
                  <a:cubicBezTo>
                    <a:pt x="5399" y="6771"/>
                    <a:pt x="5399" y="6771"/>
                    <a:pt x="5399" y="6771"/>
                  </a:cubicBezTo>
                  <a:cubicBezTo>
                    <a:pt x="5436" y="6838"/>
                    <a:pt x="5436" y="6838"/>
                    <a:pt x="5436" y="6838"/>
                  </a:cubicBezTo>
                  <a:cubicBezTo>
                    <a:pt x="5473" y="6771"/>
                    <a:pt x="5473" y="6771"/>
                    <a:pt x="5473" y="6771"/>
                  </a:cubicBezTo>
                  <a:cubicBezTo>
                    <a:pt x="5436" y="6771"/>
                    <a:pt x="5436" y="6771"/>
                    <a:pt x="5436" y="6771"/>
                  </a:cubicBezTo>
                  <a:cubicBezTo>
                    <a:pt x="5473" y="6703"/>
                    <a:pt x="5473" y="6703"/>
                    <a:pt x="5473" y="6703"/>
                  </a:cubicBezTo>
                  <a:cubicBezTo>
                    <a:pt x="5473" y="6703"/>
                    <a:pt x="5473" y="6703"/>
                    <a:pt x="5473" y="6703"/>
                  </a:cubicBezTo>
                  <a:cubicBezTo>
                    <a:pt x="5473" y="6703"/>
                    <a:pt x="5473" y="6703"/>
                    <a:pt x="5473" y="6703"/>
                  </a:cubicBezTo>
                  <a:cubicBezTo>
                    <a:pt x="5436" y="6703"/>
                    <a:pt x="5436" y="6703"/>
                    <a:pt x="5436" y="6703"/>
                  </a:cubicBezTo>
                  <a:cubicBezTo>
                    <a:pt x="5399" y="6771"/>
                    <a:pt x="5399" y="6771"/>
                    <a:pt x="5399" y="6771"/>
                  </a:cubicBezTo>
                  <a:cubicBezTo>
                    <a:pt x="5399" y="6771"/>
                    <a:pt x="5399" y="6771"/>
                    <a:pt x="5399" y="6771"/>
                  </a:cubicBezTo>
                  <a:cubicBezTo>
                    <a:pt x="5399" y="6838"/>
                    <a:pt x="5399" y="6838"/>
                    <a:pt x="5399" y="6838"/>
                  </a:cubicBezTo>
                  <a:close/>
                  <a:moveTo>
                    <a:pt x="5510" y="6906"/>
                  </a:moveTo>
                  <a:cubicBezTo>
                    <a:pt x="5547" y="6974"/>
                    <a:pt x="5547" y="6974"/>
                    <a:pt x="5547" y="6974"/>
                  </a:cubicBezTo>
                  <a:cubicBezTo>
                    <a:pt x="5584" y="6974"/>
                    <a:pt x="5584" y="6974"/>
                    <a:pt x="5584" y="6974"/>
                  </a:cubicBezTo>
                  <a:cubicBezTo>
                    <a:pt x="5621" y="6974"/>
                    <a:pt x="5621" y="6974"/>
                    <a:pt x="5621" y="6974"/>
                  </a:cubicBezTo>
                  <a:cubicBezTo>
                    <a:pt x="5621" y="6906"/>
                    <a:pt x="5621" y="6906"/>
                    <a:pt x="5621" y="6906"/>
                  </a:cubicBezTo>
                  <a:cubicBezTo>
                    <a:pt x="5584" y="6906"/>
                    <a:pt x="5584" y="6906"/>
                    <a:pt x="5584" y="6906"/>
                  </a:cubicBezTo>
                  <a:cubicBezTo>
                    <a:pt x="5547" y="6906"/>
                    <a:pt x="5547" y="6906"/>
                    <a:pt x="5547" y="6906"/>
                  </a:cubicBezTo>
                  <a:cubicBezTo>
                    <a:pt x="5510" y="6906"/>
                    <a:pt x="5510" y="6906"/>
                    <a:pt x="5510" y="6906"/>
                  </a:cubicBezTo>
                  <a:close/>
                  <a:moveTo>
                    <a:pt x="5843" y="7312"/>
                  </a:moveTo>
                  <a:cubicBezTo>
                    <a:pt x="5843" y="7380"/>
                    <a:pt x="5843" y="7380"/>
                    <a:pt x="5843" y="7380"/>
                  </a:cubicBezTo>
                  <a:cubicBezTo>
                    <a:pt x="5806" y="7380"/>
                    <a:pt x="5806" y="7380"/>
                    <a:pt x="5806" y="7380"/>
                  </a:cubicBezTo>
                  <a:cubicBezTo>
                    <a:pt x="5806" y="7448"/>
                    <a:pt x="5806" y="7448"/>
                    <a:pt x="5806" y="7448"/>
                  </a:cubicBezTo>
                  <a:cubicBezTo>
                    <a:pt x="5806" y="7448"/>
                    <a:pt x="5806" y="7448"/>
                    <a:pt x="5806" y="7448"/>
                  </a:cubicBezTo>
                  <a:cubicBezTo>
                    <a:pt x="5806" y="7515"/>
                    <a:pt x="5806" y="7515"/>
                    <a:pt x="5806" y="7515"/>
                  </a:cubicBezTo>
                  <a:cubicBezTo>
                    <a:pt x="5843" y="7515"/>
                    <a:pt x="5843" y="7515"/>
                    <a:pt x="5843" y="7515"/>
                  </a:cubicBezTo>
                  <a:cubicBezTo>
                    <a:pt x="5880" y="7448"/>
                    <a:pt x="5880" y="7448"/>
                    <a:pt x="5880" y="7448"/>
                  </a:cubicBezTo>
                  <a:cubicBezTo>
                    <a:pt x="5880" y="7448"/>
                    <a:pt x="5880" y="7448"/>
                    <a:pt x="5880" y="7448"/>
                  </a:cubicBezTo>
                  <a:cubicBezTo>
                    <a:pt x="5917" y="7380"/>
                    <a:pt x="5917" y="7380"/>
                    <a:pt x="5917" y="7380"/>
                  </a:cubicBezTo>
                  <a:cubicBezTo>
                    <a:pt x="5917" y="7380"/>
                    <a:pt x="5917" y="7380"/>
                    <a:pt x="5917" y="7380"/>
                  </a:cubicBezTo>
                  <a:cubicBezTo>
                    <a:pt x="5954" y="7312"/>
                    <a:pt x="5954" y="7312"/>
                    <a:pt x="5954" y="7312"/>
                  </a:cubicBezTo>
                  <a:cubicBezTo>
                    <a:pt x="5954" y="7245"/>
                    <a:pt x="5954" y="7245"/>
                    <a:pt x="5954" y="7245"/>
                  </a:cubicBezTo>
                  <a:cubicBezTo>
                    <a:pt x="5954" y="7245"/>
                    <a:pt x="5954" y="7245"/>
                    <a:pt x="5954" y="7245"/>
                  </a:cubicBezTo>
                  <a:cubicBezTo>
                    <a:pt x="5917" y="7245"/>
                    <a:pt x="5917" y="7245"/>
                    <a:pt x="5917" y="7245"/>
                  </a:cubicBezTo>
                  <a:cubicBezTo>
                    <a:pt x="5880" y="7245"/>
                    <a:pt x="5880" y="7245"/>
                    <a:pt x="5880" y="7245"/>
                  </a:cubicBezTo>
                  <a:cubicBezTo>
                    <a:pt x="5843" y="7312"/>
                    <a:pt x="5843" y="7312"/>
                    <a:pt x="5843" y="7312"/>
                  </a:cubicBezTo>
                  <a:close/>
                  <a:moveTo>
                    <a:pt x="5954" y="6771"/>
                  </a:moveTo>
                  <a:cubicBezTo>
                    <a:pt x="5917" y="6838"/>
                    <a:pt x="5917" y="6838"/>
                    <a:pt x="5917" y="6838"/>
                  </a:cubicBezTo>
                  <a:cubicBezTo>
                    <a:pt x="5917" y="6974"/>
                    <a:pt x="5917" y="6974"/>
                    <a:pt x="5917" y="6974"/>
                  </a:cubicBezTo>
                  <a:cubicBezTo>
                    <a:pt x="5917" y="7042"/>
                    <a:pt x="5917" y="7042"/>
                    <a:pt x="5917" y="7042"/>
                  </a:cubicBezTo>
                  <a:cubicBezTo>
                    <a:pt x="5917" y="7042"/>
                    <a:pt x="5917" y="7042"/>
                    <a:pt x="5917" y="7042"/>
                  </a:cubicBezTo>
                  <a:cubicBezTo>
                    <a:pt x="5954" y="7042"/>
                    <a:pt x="5954" y="7042"/>
                    <a:pt x="5954" y="7042"/>
                  </a:cubicBezTo>
                  <a:cubicBezTo>
                    <a:pt x="5954" y="7109"/>
                    <a:pt x="5954" y="7109"/>
                    <a:pt x="5954" y="7109"/>
                  </a:cubicBezTo>
                  <a:cubicBezTo>
                    <a:pt x="5991" y="7109"/>
                    <a:pt x="5991" y="7109"/>
                    <a:pt x="5991" y="7109"/>
                  </a:cubicBezTo>
                  <a:cubicBezTo>
                    <a:pt x="6028" y="7109"/>
                    <a:pt x="6028" y="7109"/>
                    <a:pt x="6028" y="7109"/>
                  </a:cubicBezTo>
                  <a:cubicBezTo>
                    <a:pt x="6028" y="7109"/>
                    <a:pt x="6028" y="7109"/>
                    <a:pt x="6028" y="7109"/>
                  </a:cubicBezTo>
                  <a:cubicBezTo>
                    <a:pt x="6065" y="7042"/>
                    <a:pt x="6065" y="7042"/>
                    <a:pt x="6065" y="7042"/>
                  </a:cubicBezTo>
                  <a:cubicBezTo>
                    <a:pt x="6028" y="6974"/>
                    <a:pt x="6028" y="6974"/>
                    <a:pt x="6028" y="6974"/>
                  </a:cubicBezTo>
                  <a:cubicBezTo>
                    <a:pt x="6028" y="6906"/>
                    <a:pt x="6028" y="6906"/>
                    <a:pt x="6028" y="6906"/>
                  </a:cubicBezTo>
                  <a:cubicBezTo>
                    <a:pt x="5991" y="6838"/>
                    <a:pt x="5991" y="6838"/>
                    <a:pt x="5991" y="6838"/>
                  </a:cubicBezTo>
                  <a:cubicBezTo>
                    <a:pt x="5954" y="6771"/>
                    <a:pt x="5954" y="6771"/>
                    <a:pt x="5954" y="6771"/>
                  </a:cubicBezTo>
                  <a:close/>
                  <a:moveTo>
                    <a:pt x="5732" y="5890"/>
                  </a:moveTo>
                  <a:cubicBezTo>
                    <a:pt x="5732" y="5823"/>
                    <a:pt x="5732" y="5823"/>
                    <a:pt x="5732" y="5823"/>
                  </a:cubicBezTo>
                  <a:cubicBezTo>
                    <a:pt x="5732" y="5823"/>
                    <a:pt x="5732" y="5823"/>
                    <a:pt x="5732" y="5823"/>
                  </a:cubicBezTo>
                  <a:cubicBezTo>
                    <a:pt x="5695" y="5823"/>
                    <a:pt x="5695" y="5823"/>
                    <a:pt x="5695" y="5823"/>
                  </a:cubicBezTo>
                  <a:cubicBezTo>
                    <a:pt x="5658" y="5823"/>
                    <a:pt x="5658" y="5823"/>
                    <a:pt x="5658" y="5823"/>
                  </a:cubicBezTo>
                  <a:cubicBezTo>
                    <a:pt x="5658" y="5823"/>
                    <a:pt x="5658" y="5823"/>
                    <a:pt x="5658" y="5823"/>
                  </a:cubicBezTo>
                  <a:cubicBezTo>
                    <a:pt x="5695" y="5823"/>
                    <a:pt x="5695" y="5823"/>
                    <a:pt x="5695" y="5823"/>
                  </a:cubicBezTo>
                  <a:cubicBezTo>
                    <a:pt x="5695" y="5890"/>
                    <a:pt x="5695" y="5890"/>
                    <a:pt x="5695" y="5890"/>
                  </a:cubicBezTo>
                  <a:cubicBezTo>
                    <a:pt x="5695" y="5890"/>
                    <a:pt x="5695" y="5890"/>
                    <a:pt x="5695" y="5890"/>
                  </a:cubicBezTo>
                  <a:cubicBezTo>
                    <a:pt x="5732" y="5890"/>
                    <a:pt x="5732" y="5890"/>
                    <a:pt x="5732" y="5890"/>
                  </a:cubicBezTo>
                  <a:close/>
                  <a:moveTo>
                    <a:pt x="5843" y="5213"/>
                  </a:moveTo>
                  <a:cubicBezTo>
                    <a:pt x="5806" y="5213"/>
                    <a:pt x="5806" y="5213"/>
                    <a:pt x="5806" y="5213"/>
                  </a:cubicBezTo>
                  <a:cubicBezTo>
                    <a:pt x="5806" y="5146"/>
                    <a:pt x="5806" y="5146"/>
                    <a:pt x="5806" y="5146"/>
                  </a:cubicBezTo>
                  <a:cubicBezTo>
                    <a:pt x="5806" y="5281"/>
                    <a:pt x="5806" y="5281"/>
                    <a:pt x="5806" y="5281"/>
                  </a:cubicBezTo>
                  <a:cubicBezTo>
                    <a:pt x="5843" y="5281"/>
                    <a:pt x="5843" y="5281"/>
                    <a:pt x="5843" y="5281"/>
                  </a:cubicBezTo>
                  <a:cubicBezTo>
                    <a:pt x="5843" y="5281"/>
                    <a:pt x="5843" y="5281"/>
                    <a:pt x="5843" y="5281"/>
                  </a:cubicBezTo>
                  <a:cubicBezTo>
                    <a:pt x="5843" y="5281"/>
                    <a:pt x="5843" y="5281"/>
                    <a:pt x="5843" y="5281"/>
                  </a:cubicBezTo>
                  <a:cubicBezTo>
                    <a:pt x="5880" y="5349"/>
                    <a:pt x="5880" y="5349"/>
                    <a:pt x="5880" y="5349"/>
                  </a:cubicBezTo>
                  <a:cubicBezTo>
                    <a:pt x="5880" y="5349"/>
                    <a:pt x="5880" y="5349"/>
                    <a:pt x="5880" y="5349"/>
                  </a:cubicBezTo>
                  <a:cubicBezTo>
                    <a:pt x="5880" y="5349"/>
                    <a:pt x="5880" y="5349"/>
                    <a:pt x="5880" y="5349"/>
                  </a:cubicBezTo>
                  <a:cubicBezTo>
                    <a:pt x="5880" y="5281"/>
                    <a:pt x="5880" y="5281"/>
                    <a:pt x="5880" y="5281"/>
                  </a:cubicBezTo>
                  <a:cubicBezTo>
                    <a:pt x="5880" y="5213"/>
                    <a:pt x="5880" y="5213"/>
                    <a:pt x="5880" y="5213"/>
                  </a:cubicBezTo>
                  <a:cubicBezTo>
                    <a:pt x="5880" y="5213"/>
                    <a:pt x="5880" y="5213"/>
                    <a:pt x="5880" y="5213"/>
                  </a:cubicBezTo>
                  <a:cubicBezTo>
                    <a:pt x="5880" y="5146"/>
                    <a:pt x="5880" y="5146"/>
                    <a:pt x="5880" y="5146"/>
                  </a:cubicBezTo>
                  <a:cubicBezTo>
                    <a:pt x="5880" y="5146"/>
                    <a:pt x="5880" y="5146"/>
                    <a:pt x="5880" y="5146"/>
                  </a:cubicBezTo>
                  <a:cubicBezTo>
                    <a:pt x="5880" y="5078"/>
                    <a:pt x="5880" y="5078"/>
                    <a:pt x="5880" y="5078"/>
                  </a:cubicBezTo>
                  <a:cubicBezTo>
                    <a:pt x="5843" y="5078"/>
                    <a:pt x="5843" y="5078"/>
                    <a:pt x="5843" y="5078"/>
                  </a:cubicBezTo>
                  <a:cubicBezTo>
                    <a:pt x="5843" y="5078"/>
                    <a:pt x="5843" y="5078"/>
                    <a:pt x="5843" y="5078"/>
                  </a:cubicBezTo>
                  <a:cubicBezTo>
                    <a:pt x="5806" y="5146"/>
                    <a:pt x="5806" y="5146"/>
                    <a:pt x="5806" y="5146"/>
                  </a:cubicBezTo>
                  <a:cubicBezTo>
                    <a:pt x="5843" y="5146"/>
                    <a:pt x="5843" y="5146"/>
                    <a:pt x="5843" y="5146"/>
                  </a:cubicBezTo>
                  <a:cubicBezTo>
                    <a:pt x="5843" y="5213"/>
                    <a:pt x="5843" y="5213"/>
                    <a:pt x="5843" y="5213"/>
                  </a:cubicBezTo>
                  <a:close/>
                  <a:moveTo>
                    <a:pt x="5769" y="4875"/>
                  </a:moveTo>
                  <a:cubicBezTo>
                    <a:pt x="5732" y="4875"/>
                    <a:pt x="5732" y="4875"/>
                    <a:pt x="5732" y="4875"/>
                  </a:cubicBezTo>
                  <a:cubicBezTo>
                    <a:pt x="5732" y="4875"/>
                    <a:pt x="5732" y="4875"/>
                    <a:pt x="5732" y="4875"/>
                  </a:cubicBezTo>
                  <a:cubicBezTo>
                    <a:pt x="5695" y="4807"/>
                    <a:pt x="5695" y="4807"/>
                    <a:pt x="5695" y="4807"/>
                  </a:cubicBezTo>
                  <a:cubicBezTo>
                    <a:pt x="5695" y="4875"/>
                    <a:pt x="5695" y="4875"/>
                    <a:pt x="5695" y="4875"/>
                  </a:cubicBezTo>
                  <a:cubicBezTo>
                    <a:pt x="5695" y="4875"/>
                    <a:pt x="5695" y="4875"/>
                    <a:pt x="5695" y="4875"/>
                  </a:cubicBezTo>
                  <a:cubicBezTo>
                    <a:pt x="5732" y="4942"/>
                    <a:pt x="5732" y="4942"/>
                    <a:pt x="5732" y="4942"/>
                  </a:cubicBezTo>
                  <a:cubicBezTo>
                    <a:pt x="5769" y="4942"/>
                    <a:pt x="5769" y="4942"/>
                    <a:pt x="5769" y="4942"/>
                  </a:cubicBezTo>
                  <a:cubicBezTo>
                    <a:pt x="5769" y="4875"/>
                    <a:pt x="5769" y="4875"/>
                    <a:pt x="5769" y="4875"/>
                  </a:cubicBezTo>
                  <a:close/>
                  <a:moveTo>
                    <a:pt x="5769" y="4807"/>
                  </a:moveTo>
                  <a:cubicBezTo>
                    <a:pt x="5769" y="4807"/>
                    <a:pt x="5806" y="4875"/>
                    <a:pt x="5806" y="4875"/>
                  </a:cubicBezTo>
                  <a:cubicBezTo>
                    <a:pt x="5843" y="4807"/>
                    <a:pt x="5843" y="4807"/>
                    <a:pt x="5843" y="4807"/>
                  </a:cubicBezTo>
                  <a:cubicBezTo>
                    <a:pt x="5880" y="4875"/>
                    <a:pt x="5880" y="4875"/>
                    <a:pt x="5880" y="4875"/>
                  </a:cubicBezTo>
                  <a:cubicBezTo>
                    <a:pt x="5880" y="4807"/>
                    <a:pt x="5880" y="4807"/>
                    <a:pt x="5880" y="4807"/>
                  </a:cubicBezTo>
                  <a:cubicBezTo>
                    <a:pt x="5880" y="4807"/>
                    <a:pt x="5880" y="4807"/>
                    <a:pt x="5880" y="4807"/>
                  </a:cubicBezTo>
                  <a:cubicBezTo>
                    <a:pt x="5843" y="4807"/>
                    <a:pt x="5843" y="4807"/>
                    <a:pt x="5843" y="4807"/>
                  </a:cubicBezTo>
                  <a:cubicBezTo>
                    <a:pt x="5843" y="4739"/>
                    <a:pt x="5843" y="4739"/>
                    <a:pt x="5843" y="4739"/>
                  </a:cubicBezTo>
                  <a:cubicBezTo>
                    <a:pt x="5806" y="4807"/>
                    <a:pt x="5806" y="4807"/>
                    <a:pt x="5806" y="4807"/>
                  </a:cubicBezTo>
                  <a:cubicBezTo>
                    <a:pt x="5769" y="4807"/>
                    <a:pt x="5769" y="4807"/>
                    <a:pt x="5769" y="4807"/>
                  </a:cubicBezTo>
                  <a:close/>
                  <a:moveTo>
                    <a:pt x="6176" y="6161"/>
                  </a:moveTo>
                  <a:cubicBezTo>
                    <a:pt x="6176" y="6094"/>
                    <a:pt x="6176" y="6094"/>
                    <a:pt x="6176" y="6094"/>
                  </a:cubicBezTo>
                  <a:cubicBezTo>
                    <a:pt x="6176" y="6026"/>
                    <a:pt x="6176" y="6026"/>
                    <a:pt x="6176" y="6026"/>
                  </a:cubicBezTo>
                  <a:cubicBezTo>
                    <a:pt x="6139" y="6094"/>
                    <a:pt x="6139" y="6094"/>
                    <a:pt x="6139" y="6094"/>
                  </a:cubicBezTo>
                  <a:cubicBezTo>
                    <a:pt x="6139" y="6094"/>
                    <a:pt x="6139" y="6094"/>
                    <a:pt x="6139" y="6094"/>
                  </a:cubicBezTo>
                  <a:cubicBezTo>
                    <a:pt x="6139" y="6161"/>
                    <a:pt x="6139" y="6161"/>
                    <a:pt x="6139" y="6161"/>
                  </a:cubicBezTo>
                  <a:cubicBezTo>
                    <a:pt x="6176" y="6161"/>
                    <a:pt x="6176" y="6161"/>
                    <a:pt x="6176" y="6161"/>
                  </a:cubicBezTo>
                  <a:close/>
                  <a:moveTo>
                    <a:pt x="6250" y="6094"/>
                  </a:moveTo>
                  <a:cubicBezTo>
                    <a:pt x="6287" y="6094"/>
                    <a:pt x="6287" y="6094"/>
                    <a:pt x="6287" y="6094"/>
                  </a:cubicBezTo>
                  <a:cubicBezTo>
                    <a:pt x="6287" y="6026"/>
                    <a:pt x="6287" y="6026"/>
                    <a:pt x="6287" y="6026"/>
                  </a:cubicBezTo>
                  <a:cubicBezTo>
                    <a:pt x="6250" y="6026"/>
                    <a:pt x="6250" y="6026"/>
                    <a:pt x="6250" y="6026"/>
                  </a:cubicBezTo>
                  <a:cubicBezTo>
                    <a:pt x="6250" y="6026"/>
                    <a:pt x="6250" y="6026"/>
                    <a:pt x="6250" y="6026"/>
                  </a:cubicBezTo>
                  <a:cubicBezTo>
                    <a:pt x="6213" y="6026"/>
                    <a:pt x="6213" y="6026"/>
                    <a:pt x="6213" y="6026"/>
                  </a:cubicBezTo>
                  <a:cubicBezTo>
                    <a:pt x="6213" y="6094"/>
                    <a:pt x="6213" y="6094"/>
                    <a:pt x="6213" y="6094"/>
                  </a:cubicBezTo>
                  <a:cubicBezTo>
                    <a:pt x="6250" y="6094"/>
                    <a:pt x="6250" y="6094"/>
                    <a:pt x="6250" y="6094"/>
                  </a:cubicBezTo>
                  <a:close/>
                  <a:moveTo>
                    <a:pt x="6398" y="6161"/>
                  </a:moveTo>
                  <a:cubicBezTo>
                    <a:pt x="6435" y="6094"/>
                    <a:pt x="6435" y="6094"/>
                    <a:pt x="6435" y="6094"/>
                  </a:cubicBezTo>
                  <a:cubicBezTo>
                    <a:pt x="6398" y="6094"/>
                    <a:pt x="6398" y="6094"/>
                    <a:pt x="6398" y="6094"/>
                  </a:cubicBezTo>
                  <a:cubicBezTo>
                    <a:pt x="6361" y="6094"/>
                    <a:pt x="6361" y="6094"/>
                    <a:pt x="6361" y="6094"/>
                  </a:cubicBezTo>
                  <a:cubicBezTo>
                    <a:pt x="6361" y="6161"/>
                    <a:pt x="6361" y="6161"/>
                    <a:pt x="6361" y="6161"/>
                  </a:cubicBezTo>
                  <a:cubicBezTo>
                    <a:pt x="6398" y="6161"/>
                    <a:pt x="6398" y="6161"/>
                    <a:pt x="6398" y="6161"/>
                  </a:cubicBezTo>
                  <a:close/>
                  <a:moveTo>
                    <a:pt x="6620" y="6026"/>
                  </a:moveTo>
                  <a:cubicBezTo>
                    <a:pt x="6657" y="6094"/>
                    <a:pt x="6657" y="6094"/>
                    <a:pt x="6657" y="6094"/>
                  </a:cubicBezTo>
                  <a:cubicBezTo>
                    <a:pt x="6657" y="6094"/>
                    <a:pt x="6657" y="6094"/>
                    <a:pt x="6657" y="6094"/>
                  </a:cubicBezTo>
                  <a:cubicBezTo>
                    <a:pt x="6694" y="6094"/>
                    <a:pt x="6694" y="6094"/>
                    <a:pt x="6694" y="6094"/>
                  </a:cubicBezTo>
                  <a:cubicBezTo>
                    <a:pt x="6657" y="6026"/>
                    <a:pt x="6657" y="6026"/>
                    <a:pt x="6657" y="6026"/>
                  </a:cubicBezTo>
                  <a:cubicBezTo>
                    <a:pt x="6620" y="6026"/>
                    <a:pt x="6620" y="6026"/>
                    <a:pt x="6620" y="6026"/>
                  </a:cubicBezTo>
                  <a:close/>
                  <a:moveTo>
                    <a:pt x="6509" y="5958"/>
                  </a:moveTo>
                  <a:cubicBezTo>
                    <a:pt x="6546" y="5958"/>
                    <a:pt x="6546" y="5958"/>
                    <a:pt x="6546" y="5958"/>
                  </a:cubicBezTo>
                  <a:cubicBezTo>
                    <a:pt x="6546" y="5958"/>
                    <a:pt x="6546" y="5958"/>
                    <a:pt x="6546" y="5958"/>
                  </a:cubicBezTo>
                  <a:cubicBezTo>
                    <a:pt x="6509" y="5890"/>
                    <a:pt x="6509" y="5890"/>
                    <a:pt x="6509" y="5890"/>
                  </a:cubicBezTo>
                  <a:cubicBezTo>
                    <a:pt x="6509" y="5890"/>
                    <a:pt x="6509" y="5890"/>
                    <a:pt x="6509" y="5890"/>
                  </a:cubicBezTo>
                  <a:cubicBezTo>
                    <a:pt x="6509" y="5958"/>
                    <a:pt x="6509" y="5958"/>
                    <a:pt x="6509" y="5958"/>
                  </a:cubicBezTo>
                  <a:cubicBezTo>
                    <a:pt x="6509" y="5958"/>
                    <a:pt x="6509" y="5958"/>
                    <a:pt x="6509" y="5958"/>
                  </a:cubicBezTo>
                  <a:close/>
                  <a:moveTo>
                    <a:pt x="6398" y="5755"/>
                  </a:moveTo>
                  <a:cubicBezTo>
                    <a:pt x="6398" y="5687"/>
                    <a:pt x="6398" y="5687"/>
                    <a:pt x="6398" y="5687"/>
                  </a:cubicBezTo>
                  <a:cubicBezTo>
                    <a:pt x="6361" y="5687"/>
                    <a:pt x="6361" y="5687"/>
                    <a:pt x="6361" y="5687"/>
                  </a:cubicBezTo>
                  <a:cubicBezTo>
                    <a:pt x="6324" y="5755"/>
                    <a:pt x="6324" y="5755"/>
                    <a:pt x="6324" y="5755"/>
                  </a:cubicBezTo>
                  <a:cubicBezTo>
                    <a:pt x="6324" y="5823"/>
                    <a:pt x="6324" y="5823"/>
                    <a:pt x="6324" y="5823"/>
                  </a:cubicBezTo>
                  <a:cubicBezTo>
                    <a:pt x="6361" y="5823"/>
                    <a:pt x="6361" y="5823"/>
                    <a:pt x="6361" y="5823"/>
                  </a:cubicBezTo>
                  <a:cubicBezTo>
                    <a:pt x="6361" y="5823"/>
                    <a:pt x="6361" y="5823"/>
                    <a:pt x="6361" y="5823"/>
                  </a:cubicBezTo>
                  <a:cubicBezTo>
                    <a:pt x="6361" y="5755"/>
                    <a:pt x="6361" y="5755"/>
                    <a:pt x="6361" y="5755"/>
                  </a:cubicBezTo>
                  <a:cubicBezTo>
                    <a:pt x="6361" y="5755"/>
                    <a:pt x="6361" y="5755"/>
                    <a:pt x="6361" y="5755"/>
                  </a:cubicBezTo>
                  <a:cubicBezTo>
                    <a:pt x="6398" y="5755"/>
                    <a:pt x="6398" y="5755"/>
                    <a:pt x="6398" y="5755"/>
                  </a:cubicBezTo>
                  <a:close/>
                  <a:moveTo>
                    <a:pt x="6472" y="5687"/>
                  </a:moveTo>
                  <a:cubicBezTo>
                    <a:pt x="6472" y="5687"/>
                    <a:pt x="6472" y="5687"/>
                    <a:pt x="6472" y="5687"/>
                  </a:cubicBezTo>
                  <a:cubicBezTo>
                    <a:pt x="6435" y="5687"/>
                    <a:pt x="6435" y="5687"/>
                    <a:pt x="6435" y="5687"/>
                  </a:cubicBezTo>
                  <a:cubicBezTo>
                    <a:pt x="6435" y="5687"/>
                    <a:pt x="6435" y="5687"/>
                    <a:pt x="6435" y="5687"/>
                  </a:cubicBezTo>
                  <a:cubicBezTo>
                    <a:pt x="6435" y="5755"/>
                    <a:pt x="6435" y="5755"/>
                    <a:pt x="6435" y="5755"/>
                  </a:cubicBezTo>
                  <a:cubicBezTo>
                    <a:pt x="6472" y="5755"/>
                    <a:pt x="6472" y="5755"/>
                    <a:pt x="6472" y="5755"/>
                  </a:cubicBezTo>
                  <a:cubicBezTo>
                    <a:pt x="6472" y="5755"/>
                    <a:pt x="6472" y="5755"/>
                    <a:pt x="6472" y="5755"/>
                  </a:cubicBezTo>
                  <a:cubicBezTo>
                    <a:pt x="6472" y="5687"/>
                    <a:pt x="6472" y="5687"/>
                    <a:pt x="6472" y="5687"/>
                  </a:cubicBezTo>
                  <a:close/>
                  <a:moveTo>
                    <a:pt x="6509" y="5755"/>
                  </a:moveTo>
                  <a:cubicBezTo>
                    <a:pt x="6509" y="5755"/>
                    <a:pt x="6509" y="5755"/>
                    <a:pt x="6509" y="5755"/>
                  </a:cubicBezTo>
                  <a:cubicBezTo>
                    <a:pt x="6509" y="5755"/>
                    <a:pt x="6509" y="5755"/>
                    <a:pt x="6509" y="5755"/>
                  </a:cubicBezTo>
                  <a:cubicBezTo>
                    <a:pt x="6546" y="5687"/>
                    <a:pt x="6546" y="5687"/>
                    <a:pt x="6546" y="5687"/>
                  </a:cubicBezTo>
                  <a:cubicBezTo>
                    <a:pt x="6546" y="5687"/>
                    <a:pt x="6546" y="5687"/>
                    <a:pt x="6546" y="5687"/>
                  </a:cubicBezTo>
                  <a:cubicBezTo>
                    <a:pt x="6546" y="5620"/>
                    <a:pt x="6546" y="5620"/>
                    <a:pt x="6546" y="5620"/>
                  </a:cubicBezTo>
                  <a:cubicBezTo>
                    <a:pt x="6509" y="5620"/>
                    <a:pt x="6509" y="5620"/>
                    <a:pt x="6509" y="5620"/>
                  </a:cubicBezTo>
                  <a:cubicBezTo>
                    <a:pt x="6509" y="5687"/>
                    <a:pt x="6509" y="5687"/>
                    <a:pt x="6509" y="5687"/>
                  </a:cubicBezTo>
                  <a:cubicBezTo>
                    <a:pt x="6509" y="5687"/>
                    <a:pt x="6509" y="5687"/>
                    <a:pt x="6509" y="5687"/>
                  </a:cubicBezTo>
                  <a:cubicBezTo>
                    <a:pt x="6509" y="5755"/>
                    <a:pt x="6509" y="5755"/>
                    <a:pt x="6509" y="5755"/>
                  </a:cubicBezTo>
                  <a:close/>
                  <a:moveTo>
                    <a:pt x="6398" y="5552"/>
                  </a:moveTo>
                  <a:cubicBezTo>
                    <a:pt x="6435" y="5484"/>
                    <a:pt x="6435" y="5484"/>
                    <a:pt x="6435" y="5484"/>
                  </a:cubicBezTo>
                  <a:cubicBezTo>
                    <a:pt x="6398" y="5484"/>
                    <a:pt x="6398" y="5484"/>
                    <a:pt x="6398" y="5484"/>
                  </a:cubicBezTo>
                  <a:cubicBezTo>
                    <a:pt x="6398" y="5484"/>
                    <a:pt x="6398" y="5484"/>
                    <a:pt x="6398" y="5484"/>
                  </a:cubicBezTo>
                  <a:cubicBezTo>
                    <a:pt x="6361" y="5484"/>
                    <a:pt x="6361" y="5484"/>
                    <a:pt x="6361" y="5484"/>
                  </a:cubicBezTo>
                  <a:cubicBezTo>
                    <a:pt x="6324" y="5484"/>
                    <a:pt x="6324" y="5484"/>
                    <a:pt x="6324" y="5484"/>
                  </a:cubicBezTo>
                  <a:cubicBezTo>
                    <a:pt x="6324" y="5552"/>
                    <a:pt x="6324" y="5552"/>
                    <a:pt x="6324" y="5552"/>
                  </a:cubicBezTo>
                  <a:cubicBezTo>
                    <a:pt x="6398" y="5552"/>
                    <a:pt x="6398" y="5552"/>
                    <a:pt x="6398" y="5552"/>
                  </a:cubicBezTo>
                  <a:cubicBezTo>
                    <a:pt x="6398" y="5552"/>
                    <a:pt x="6398" y="5552"/>
                    <a:pt x="6398" y="5552"/>
                  </a:cubicBezTo>
                  <a:close/>
                  <a:moveTo>
                    <a:pt x="6546" y="5416"/>
                  </a:moveTo>
                  <a:cubicBezTo>
                    <a:pt x="6546" y="5416"/>
                    <a:pt x="6546" y="5416"/>
                    <a:pt x="6546" y="5416"/>
                  </a:cubicBezTo>
                  <a:cubicBezTo>
                    <a:pt x="6546" y="5416"/>
                    <a:pt x="6546" y="5416"/>
                    <a:pt x="6546" y="5416"/>
                  </a:cubicBezTo>
                  <a:cubicBezTo>
                    <a:pt x="6546" y="5349"/>
                    <a:pt x="6546" y="5349"/>
                    <a:pt x="6546" y="5349"/>
                  </a:cubicBezTo>
                  <a:cubicBezTo>
                    <a:pt x="6583" y="5349"/>
                    <a:pt x="6583" y="5349"/>
                    <a:pt x="6583" y="5349"/>
                  </a:cubicBezTo>
                  <a:cubicBezTo>
                    <a:pt x="6583" y="5349"/>
                    <a:pt x="6583" y="5349"/>
                    <a:pt x="6583" y="5349"/>
                  </a:cubicBezTo>
                  <a:cubicBezTo>
                    <a:pt x="6546" y="5281"/>
                    <a:pt x="6546" y="5281"/>
                    <a:pt x="6546" y="5281"/>
                  </a:cubicBezTo>
                  <a:cubicBezTo>
                    <a:pt x="6509" y="5281"/>
                    <a:pt x="6509" y="5281"/>
                    <a:pt x="6509" y="5281"/>
                  </a:cubicBezTo>
                  <a:cubicBezTo>
                    <a:pt x="6509" y="5349"/>
                    <a:pt x="6509" y="5349"/>
                    <a:pt x="6509" y="5349"/>
                  </a:cubicBezTo>
                  <a:cubicBezTo>
                    <a:pt x="6509" y="5349"/>
                    <a:pt x="6509" y="5349"/>
                    <a:pt x="6509" y="5349"/>
                  </a:cubicBezTo>
                  <a:cubicBezTo>
                    <a:pt x="6509" y="5349"/>
                    <a:pt x="6509" y="5349"/>
                    <a:pt x="6509" y="5349"/>
                  </a:cubicBezTo>
                  <a:cubicBezTo>
                    <a:pt x="6472" y="5349"/>
                    <a:pt x="6472" y="5349"/>
                    <a:pt x="6472" y="5349"/>
                  </a:cubicBezTo>
                  <a:cubicBezTo>
                    <a:pt x="6472" y="5349"/>
                    <a:pt x="6472" y="5349"/>
                    <a:pt x="6472" y="5349"/>
                  </a:cubicBezTo>
                  <a:cubicBezTo>
                    <a:pt x="6472" y="5416"/>
                    <a:pt x="6472" y="5416"/>
                    <a:pt x="6472" y="5416"/>
                  </a:cubicBezTo>
                  <a:cubicBezTo>
                    <a:pt x="6509" y="5416"/>
                    <a:pt x="6509" y="5416"/>
                    <a:pt x="6509" y="5416"/>
                  </a:cubicBezTo>
                  <a:cubicBezTo>
                    <a:pt x="6509" y="5416"/>
                    <a:pt x="6509" y="5416"/>
                    <a:pt x="6509" y="5416"/>
                  </a:cubicBezTo>
                  <a:cubicBezTo>
                    <a:pt x="6546" y="5416"/>
                    <a:pt x="6546" y="5416"/>
                    <a:pt x="6546" y="5416"/>
                  </a:cubicBezTo>
                  <a:close/>
                  <a:moveTo>
                    <a:pt x="6435" y="3114"/>
                  </a:moveTo>
                  <a:cubicBezTo>
                    <a:pt x="6435" y="3114"/>
                    <a:pt x="6435" y="3114"/>
                    <a:pt x="6435" y="3114"/>
                  </a:cubicBezTo>
                  <a:cubicBezTo>
                    <a:pt x="6435" y="3047"/>
                    <a:pt x="6435" y="3047"/>
                    <a:pt x="6435" y="3047"/>
                  </a:cubicBezTo>
                  <a:cubicBezTo>
                    <a:pt x="6435" y="3047"/>
                    <a:pt x="6435" y="3047"/>
                    <a:pt x="6435" y="3047"/>
                  </a:cubicBezTo>
                  <a:cubicBezTo>
                    <a:pt x="6398" y="3047"/>
                    <a:pt x="6398" y="3047"/>
                    <a:pt x="6398" y="3047"/>
                  </a:cubicBezTo>
                  <a:cubicBezTo>
                    <a:pt x="6435" y="3114"/>
                    <a:pt x="6435" y="3114"/>
                    <a:pt x="6435" y="3114"/>
                  </a:cubicBezTo>
                  <a:close/>
                  <a:moveTo>
                    <a:pt x="6250" y="3588"/>
                  </a:moveTo>
                  <a:cubicBezTo>
                    <a:pt x="6250" y="3588"/>
                    <a:pt x="6250" y="3588"/>
                    <a:pt x="6250" y="3588"/>
                  </a:cubicBezTo>
                  <a:cubicBezTo>
                    <a:pt x="6287" y="3588"/>
                    <a:pt x="6287" y="3588"/>
                    <a:pt x="6287" y="3588"/>
                  </a:cubicBezTo>
                  <a:cubicBezTo>
                    <a:pt x="6287" y="3588"/>
                    <a:pt x="6287" y="3588"/>
                    <a:pt x="6287" y="3588"/>
                  </a:cubicBezTo>
                  <a:cubicBezTo>
                    <a:pt x="6324" y="3588"/>
                    <a:pt x="6324" y="3588"/>
                    <a:pt x="6324" y="3588"/>
                  </a:cubicBezTo>
                  <a:cubicBezTo>
                    <a:pt x="6324" y="3521"/>
                    <a:pt x="6324" y="3521"/>
                    <a:pt x="6324" y="3521"/>
                  </a:cubicBezTo>
                  <a:cubicBezTo>
                    <a:pt x="6287" y="3453"/>
                    <a:pt x="6287" y="3453"/>
                    <a:pt x="6287" y="3453"/>
                  </a:cubicBezTo>
                  <a:cubicBezTo>
                    <a:pt x="6250" y="3453"/>
                    <a:pt x="6250" y="3453"/>
                    <a:pt x="6250" y="3453"/>
                  </a:cubicBezTo>
                  <a:cubicBezTo>
                    <a:pt x="6250" y="3453"/>
                    <a:pt x="6250" y="3453"/>
                    <a:pt x="6250" y="3453"/>
                  </a:cubicBezTo>
                  <a:cubicBezTo>
                    <a:pt x="6250" y="3521"/>
                    <a:pt x="6250" y="3521"/>
                    <a:pt x="6250" y="3521"/>
                  </a:cubicBezTo>
                  <a:cubicBezTo>
                    <a:pt x="6250" y="3588"/>
                    <a:pt x="6250" y="3588"/>
                    <a:pt x="6250" y="3588"/>
                  </a:cubicBezTo>
                  <a:close/>
                  <a:moveTo>
                    <a:pt x="6990" y="3453"/>
                  </a:moveTo>
                  <a:cubicBezTo>
                    <a:pt x="6990" y="3453"/>
                    <a:pt x="6990" y="3453"/>
                    <a:pt x="6990" y="3453"/>
                  </a:cubicBezTo>
                  <a:cubicBezTo>
                    <a:pt x="7027" y="3453"/>
                    <a:pt x="7027" y="3453"/>
                    <a:pt x="7027" y="3453"/>
                  </a:cubicBezTo>
                  <a:cubicBezTo>
                    <a:pt x="7027" y="3453"/>
                    <a:pt x="7027" y="3453"/>
                    <a:pt x="7027" y="3453"/>
                  </a:cubicBezTo>
                  <a:cubicBezTo>
                    <a:pt x="7064" y="3453"/>
                    <a:pt x="7064" y="3453"/>
                    <a:pt x="7064" y="3453"/>
                  </a:cubicBezTo>
                  <a:cubicBezTo>
                    <a:pt x="7064" y="3453"/>
                    <a:pt x="7064" y="3453"/>
                    <a:pt x="7064" y="3453"/>
                  </a:cubicBezTo>
                  <a:cubicBezTo>
                    <a:pt x="7064" y="3453"/>
                    <a:pt x="7064" y="3453"/>
                    <a:pt x="7064" y="3453"/>
                  </a:cubicBezTo>
                  <a:cubicBezTo>
                    <a:pt x="7101" y="3453"/>
                    <a:pt x="7101" y="3453"/>
                    <a:pt x="7101" y="3453"/>
                  </a:cubicBezTo>
                  <a:cubicBezTo>
                    <a:pt x="7101" y="3385"/>
                    <a:pt x="7101" y="3385"/>
                    <a:pt x="7101" y="3385"/>
                  </a:cubicBezTo>
                  <a:cubicBezTo>
                    <a:pt x="7101" y="3317"/>
                    <a:pt x="7101" y="3317"/>
                    <a:pt x="7101" y="3317"/>
                  </a:cubicBezTo>
                  <a:cubicBezTo>
                    <a:pt x="7138" y="3317"/>
                    <a:pt x="7138" y="3317"/>
                    <a:pt x="7138" y="3317"/>
                  </a:cubicBezTo>
                  <a:cubicBezTo>
                    <a:pt x="7138" y="3250"/>
                    <a:pt x="7138" y="3250"/>
                    <a:pt x="7138" y="3250"/>
                  </a:cubicBezTo>
                  <a:cubicBezTo>
                    <a:pt x="7138" y="3250"/>
                    <a:pt x="7138" y="3250"/>
                    <a:pt x="7138" y="3250"/>
                  </a:cubicBezTo>
                  <a:cubicBezTo>
                    <a:pt x="7101" y="3250"/>
                    <a:pt x="7101" y="3250"/>
                    <a:pt x="7101" y="3250"/>
                  </a:cubicBezTo>
                  <a:cubicBezTo>
                    <a:pt x="7101" y="3250"/>
                    <a:pt x="7101" y="3250"/>
                    <a:pt x="7101" y="3250"/>
                  </a:cubicBezTo>
                  <a:cubicBezTo>
                    <a:pt x="7064" y="3317"/>
                    <a:pt x="7064" y="3317"/>
                    <a:pt x="7064" y="3317"/>
                  </a:cubicBezTo>
                  <a:cubicBezTo>
                    <a:pt x="7027" y="3317"/>
                    <a:pt x="7027" y="3317"/>
                    <a:pt x="7027" y="3317"/>
                  </a:cubicBezTo>
                  <a:cubicBezTo>
                    <a:pt x="6990" y="3453"/>
                    <a:pt x="6990" y="3453"/>
                    <a:pt x="6990" y="3453"/>
                  </a:cubicBezTo>
                  <a:cubicBezTo>
                    <a:pt x="6990" y="3453"/>
                    <a:pt x="6990" y="3453"/>
                    <a:pt x="6990" y="3453"/>
                  </a:cubicBezTo>
                  <a:close/>
                  <a:moveTo>
                    <a:pt x="7286" y="3521"/>
                  </a:moveTo>
                  <a:cubicBezTo>
                    <a:pt x="7323" y="3521"/>
                    <a:pt x="7323" y="3521"/>
                    <a:pt x="7323" y="3521"/>
                  </a:cubicBezTo>
                  <a:cubicBezTo>
                    <a:pt x="7360" y="3453"/>
                    <a:pt x="7360" y="3453"/>
                    <a:pt x="7360" y="3453"/>
                  </a:cubicBezTo>
                  <a:cubicBezTo>
                    <a:pt x="7323" y="3453"/>
                    <a:pt x="7323" y="3453"/>
                    <a:pt x="7323" y="3453"/>
                  </a:cubicBezTo>
                  <a:cubicBezTo>
                    <a:pt x="7286" y="3453"/>
                    <a:pt x="7286" y="3453"/>
                    <a:pt x="7286" y="3453"/>
                  </a:cubicBezTo>
                  <a:cubicBezTo>
                    <a:pt x="7286" y="3521"/>
                    <a:pt x="7286" y="3521"/>
                    <a:pt x="7286" y="3521"/>
                  </a:cubicBezTo>
                  <a:cubicBezTo>
                    <a:pt x="7286" y="3521"/>
                    <a:pt x="7286" y="3521"/>
                    <a:pt x="7286" y="3521"/>
                  </a:cubicBezTo>
                  <a:close/>
                  <a:moveTo>
                    <a:pt x="7360" y="3656"/>
                  </a:moveTo>
                  <a:cubicBezTo>
                    <a:pt x="7360" y="3656"/>
                    <a:pt x="7360" y="3656"/>
                    <a:pt x="7360" y="3656"/>
                  </a:cubicBezTo>
                  <a:cubicBezTo>
                    <a:pt x="7360" y="3656"/>
                    <a:pt x="7360" y="3656"/>
                    <a:pt x="7360" y="3656"/>
                  </a:cubicBezTo>
                  <a:cubicBezTo>
                    <a:pt x="7397" y="3588"/>
                    <a:pt x="7397" y="3588"/>
                    <a:pt x="7397" y="3588"/>
                  </a:cubicBezTo>
                  <a:cubicBezTo>
                    <a:pt x="7360" y="3588"/>
                    <a:pt x="7360" y="3588"/>
                    <a:pt x="7360" y="3588"/>
                  </a:cubicBezTo>
                  <a:cubicBezTo>
                    <a:pt x="7360" y="3521"/>
                    <a:pt x="7360" y="3521"/>
                    <a:pt x="7360" y="3521"/>
                  </a:cubicBezTo>
                  <a:cubicBezTo>
                    <a:pt x="7323" y="3521"/>
                    <a:pt x="7323" y="3521"/>
                    <a:pt x="7323" y="3521"/>
                  </a:cubicBezTo>
                  <a:cubicBezTo>
                    <a:pt x="7323" y="3588"/>
                    <a:pt x="7323" y="3588"/>
                    <a:pt x="7323" y="3588"/>
                  </a:cubicBezTo>
                  <a:cubicBezTo>
                    <a:pt x="7360" y="3588"/>
                    <a:pt x="7360" y="3588"/>
                    <a:pt x="7360" y="3588"/>
                  </a:cubicBezTo>
                  <a:cubicBezTo>
                    <a:pt x="7360" y="3656"/>
                    <a:pt x="7360" y="3656"/>
                    <a:pt x="7360" y="3656"/>
                  </a:cubicBezTo>
                  <a:close/>
                  <a:moveTo>
                    <a:pt x="7064" y="3791"/>
                  </a:moveTo>
                  <a:cubicBezTo>
                    <a:pt x="7101" y="3724"/>
                    <a:pt x="7101" y="3724"/>
                    <a:pt x="7101" y="3724"/>
                  </a:cubicBezTo>
                  <a:cubicBezTo>
                    <a:pt x="7101" y="3724"/>
                    <a:pt x="7101" y="3724"/>
                    <a:pt x="7101" y="3724"/>
                  </a:cubicBezTo>
                  <a:cubicBezTo>
                    <a:pt x="7064" y="3724"/>
                    <a:pt x="7064" y="3724"/>
                    <a:pt x="7064" y="3724"/>
                  </a:cubicBezTo>
                  <a:cubicBezTo>
                    <a:pt x="7064" y="3724"/>
                    <a:pt x="7064" y="3724"/>
                    <a:pt x="7064" y="3724"/>
                  </a:cubicBezTo>
                  <a:cubicBezTo>
                    <a:pt x="7027" y="3724"/>
                    <a:pt x="7027" y="3724"/>
                    <a:pt x="7027" y="3724"/>
                  </a:cubicBezTo>
                  <a:cubicBezTo>
                    <a:pt x="7027" y="3791"/>
                    <a:pt x="7027" y="3791"/>
                    <a:pt x="7027" y="3791"/>
                  </a:cubicBezTo>
                  <a:cubicBezTo>
                    <a:pt x="7064" y="3791"/>
                    <a:pt x="7064" y="3791"/>
                    <a:pt x="7064" y="3791"/>
                  </a:cubicBezTo>
                  <a:close/>
                  <a:moveTo>
                    <a:pt x="7212" y="3791"/>
                  </a:moveTo>
                  <a:cubicBezTo>
                    <a:pt x="7249" y="3724"/>
                    <a:pt x="7249" y="3724"/>
                    <a:pt x="7249" y="3724"/>
                  </a:cubicBezTo>
                  <a:cubicBezTo>
                    <a:pt x="7249" y="3724"/>
                    <a:pt x="7249" y="3724"/>
                    <a:pt x="7249" y="3724"/>
                  </a:cubicBezTo>
                  <a:cubicBezTo>
                    <a:pt x="7249" y="3724"/>
                    <a:pt x="7249" y="3724"/>
                    <a:pt x="7249" y="3724"/>
                  </a:cubicBezTo>
                  <a:cubicBezTo>
                    <a:pt x="7249" y="3656"/>
                    <a:pt x="7249" y="3656"/>
                    <a:pt x="7249" y="3656"/>
                  </a:cubicBezTo>
                  <a:cubicBezTo>
                    <a:pt x="7212" y="3656"/>
                    <a:pt x="7212" y="3656"/>
                    <a:pt x="7212" y="3656"/>
                  </a:cubicBezTo>
                  <a:cubicBezTo>
                    <a:pt x="7212" y="3656"/>
                    <a:pt x="7212" y="3656"/>
                    <a:pt x="7212" y="3656"/>
                  </a:cubicBezTo>
                  <a:cubicBezTo>
                    <a:pt x="7175" y="3724"/>
                    <a:pt x="7175" y="3724"/>
                    <a:pt x="7175" y="3724"/>
                  </a:cubicBezTo>
                  <a:cubicBezTo>
                    <a:pt x="7175" y="3724"/>
                    <a:pt x="7175" y="3724"/>
                    <a:pt x="7175" y="3724"/>
                  </a:cubicBezTo>
                  <a:cubicBezTo>
                    <a:pt x="7175" y="3724"/>
                    <a:pt x="7175" y="3724"/>
                    <a:pt x="7175" y="3724"/>
                  </a:cubicBezTo>
                  <a:cubicBezTo>
                    <a:pt x="7175" y="3724"/>
                    <a:pt x="7175" y="3724"/>
                    <a:pt x="7175" y="3724"/>
                  </a:cubicBezTo>
                  <a:cubicBezTo>
                    <a:pt x="7212" y="3724"/>
                    <a:pt x="7212" y="3724"/>
                    <a:pt x="7212" y="3724"/>
                  </a:cubicBezTo>
                  <a:cubicBezTo>
                    <a:pt x="7212" y="3724"/>
                    <a:pt x="7212" y="3724"/>
                    <a:pt x="7212" y="3724"/>
                  </a:cubicBezTo>
                  <a:cubicBezTo>
                    <a:pt x="7212" y="3791"/>
                    <a:pt x="7212" y="3791"/>
                    <a:pt x="7212" y="3791"/>
                  </a:cubicBezTo>
                  <a:close/>
                  <a:moveTo>
                    <a:pt x="7249" y="4062"/>
                  </a:moveTo>
                  <a:cubicBezTo>
                    <a:pt x="7249" y="4062"/>
                    <a:pt x="7249" y="4062"/>
                    <a:pt x="7249" y="4062"/>
                  </a:cubicBezTo>
                  <a:cubicBezTo>
                    <a:pt x="7286" y="4062"/>
                    <a:pt x="7286" y="4062"/>
                    <a:pt x="7286" y="4062"/>
                  </a:cubicBezTo>
                  <a:cubicBezTo>
                    <a:pt x="7323" y="4062"/>
                    <a:pt x="7323" y="4062"/>
                    <a:pt x="7323" y="4062"/>
                  </a:cubicBezTo>
                  <a:cubicBezTo>
                    <a:pt x="7323" y="4062"/>
                    <a:pt x="7323" y="4062"/>
                    <a:pt x="7323" y="4062"/>
                  </a:cubicBezTo>
                  <a:cubicBezTo>
                    <a:pt x="7360" y="4062"/>
                    <a:pt x="7360" y="4062"/>
                    <a:pt x="7360" y="4062"/>
                  </a:cubicBezTo>
                  <a:cubicBezTo>
                    <a:pt x="7397" y="4062"/>
                    <a:pt x="7397" y="4062"/>
                    <a:pt x="7397" y="4062"/>
                  </a:cubicBezTo>
                  <a:cubicBezTo>
                    <a:pt x="7397" y="3994"/>
                    <a:pt x="7397" y="3994"/>
                    <a:pt x="7397" y="3994"/>
                  </a:cubicBezTo>
                  <a:cubicBezTo>
                    <a:pt x="7397" y="3994"/>
                    <a:pt x="7397" y="3994"/>
                    <a:pt x="7397" y="3994"/>
                  </a:cubicBezTo>
                  <a:cubicBezTo>
                    <a:pt x="7397" y="3994"/>
                    <a:pt x="7397" y="3994"/>
                    <a:pt x="7397" y="3994"/>
                  </a:cubicBezTo>
                  <a:cubicBezTo>
                    <a:pt x="7397" y="3994"/>
                    <a:pt x="7397" y="3994"/>
                    <a:pt x="7397" y="3994"/>
                  </a:cubicBezTo>
                  <a:cubicBezTo>
                    <a:pt x="7397" y="3927"/>
                    <a:pt x="7397" y="3927"/>
                    <a:pt x="7397" y="3927"/>
                  </a:cubicBezTo>
                  <a:cubicBezTo>
                    <a:pt x="7360" y="3927"/>
                    <a:pt x="7360" y="3927"/>
                    <a:pt x="7360" y="3927"/>
                  </a:cubicBezTo>
                  <a:cubicBezTo>
                    <a:pt x="7360" y="3927"/>
                    <a:pt x="7360" y="3927"/>
                    <a:pt x="7360" y="3927"/>
                  </a:cubicBezTo>
                  <a:cubicBezTo>
                    <a:pt x="7360" y="3994"/>
                    <a:pt x="7360" y="3994"/>
                    <a:pt x="7360" y="3994"/>
                  </a:cubicBezTo>
                  <a:cubicBezTo>
                    <a:pt x="7323" y="3994"/>
                    <a:pt x="7323" y="3994"/>
                    <a:pt x="7323" y="3994"/>
                  </a:cubicBezTo>
                  <a:cubicBezTo>
                    <a:pt x="7323" y="3994"/>
                    <a:pt x="7323" y="3994"/>
                    <a:pt x="7323" y="3994"/>
                  </a:cubicBezTo>
                  <a:cubicBezTo>
                    <a:pt x="7323" y="3927"/>
                    <a:pt x="7323" y="3927"/>
                    <a:pt x="7323" y="3927"/>
                  </a:cubicBezTo>
                  <a:cubicBezTo>
                    <a:pt x="7286" y="3927"/>
                    <a:pt x="7286" y="3927"/>
                    <a:pt x="7286" y="3927"/>
                  </a:cubicBezTo>
                  <a:cubicBezTo>
                    <a:pt x="7286" y="3994"/>
                    <a:pt x="7286" y="3994"/>
                    <a:pt x="7286" y="3994"/>
                  </a:cubicBezTo>
                  <a:cubicBezTo>
                    <a:pt x="7286" y="3994"/>
                    <a:pt x="7286" y="3994"/>
                    <a:pt x="7286" y="3994"/>
                  </a:cubicBezTo>
                  <a:cubicBezTo>
                    <a:pt x="7249" y="3994"/>
                    <a:pt x="7249" y="3994"/>
                    <a:pt x="7249" y="3994"/>
                  </a:cubicBezTo>
                  <a:cubicBezTo>
                    <a:pt x="7249" y="4062"/>
                    <a:pt x="7249" y="4062"/>
                    <a:pt x="7249" y="4062"/>
                  </a:cubicBezTo>
                  <a:cubicBezTo>
                    <a:pt x="7249" y="4062"/>
                    <a:pt x="7249" y="4062"/>
                    <a:pt x="7249" y="4062"/>
                  </a:cubicBezTo>
                  <a:close/>
                  <a:moveTo>
                    <a:pt x="4290" y="2437"/>
                  </a:moveTo>
                  <a:cubicBezTo>
                    <a:pt x="4327" y="2437"/>
                    <a:pt x="4327" y="2437"/>
                    <a:pt x="4327" y="2437"/>
                  </a:cubicBezTo>
                  <a:cubicBezTo>
                    <a:pt x="4364" y="2505"/>
                    <a:pt x="4364" y="2505"/>
                    <a:pt x="4364" y="2505"/>
                  </a:cubicBezTo>
                  <a:cubicBezTo>
                    <a:pt x="4364" y="2505"/>
                    <a:pt x="4364" y="2505"/>
                    <a:pt x="4364" y="2505"/>
                  </a:cubicBezTo>
                  <a:cubicBezTo>
                    <a:pt x="4401" y="2437"/>
                    <a:pt x="4401" y="2437"/>
                    <a:pt x="4401" y="2437"/>
                  </a:cubicBezTo>
                  <a:cubicBezTo>
                    <a:pt x="4438" y="2437"/>
                    <a:pt x="4438" y="2437"/>
                    <a:pt x="4438" y="2437"/>
                  </a:cubicBezTo>
                  <a:cubicBezTo>
                    <a:pt x="4401" y="2437"/>
                    <a:pt x="4401" y="2437"/>
                    <a:pt x="4401" y="2437"/>
                  </a:cubicBezTo>
                  <a:cubicBezTo>
                    <a:pt x="4364" y="2437"/>
                    <a:pt x="4364" y="2437"/>
                    <a:pt x="4364" y="2437"/>
                  </a:cubicBezTo>
                  <a:cubicBezTo>
                    <a:pt x="4327" y="2437"/>
                    <a:pt x="4327" y="2437"/>
                    <a:pt x="4327" y="2437"/>
                  </a:cubicBezTo>
                  <a:cubicBezTo>
                    <a:pt x="4327" y="2369"/>
                    <a:pt x="4327" y="2369"/>
                    <a:pt x="4327" y="2369"/>
                  </a:cubicBezTo>
                  <a:cubicBezTo>
                    <a:pt x="4290" y="2369"/>
                    <a:pt x="4290" y="2369"/>
                    <a:pt x="4290" y="2369"/>
                  </a:cubicBezTo>
                  <a:cubicBezTo>
                    <a:pt x="4290" y="2437"/>
                    <a:pt x="4290" y="2437"/>
                    <a:pt x="4290" y="2437"/>
                  </a:cubicBezTo>
                  <a:cubicBezTo>
                    <a:pt x="4290" y="2437"/>
                    <a:pt x="4290" y="2437"/>
                    <a:pt x="4290" y="2437"/>
                  </a:cubicBezTo>
                  <a:close/>
                  <a:moveTo>
                    <a:pt x="4216" y="1286"/>
                  </a:moveTo>
                  <a:cubicBezTo>
                    <a:pt x="4216" y="1286"/>
                    <a:pt x="4216" y="1286"/>
                    <a:pt x="4216" y="1286"/>
                  </a:cubicBezTo>
                  <a:cubicBezTo>
                    <a:pt x="4216" y="1218"/>
                    <a:pt x="4216" y="1218"/>
                    <a:pt x="4216" y="1218"/>
                  </a:cubicBezTo>
                  <a:cubicBezTo>
                    <a:pt x="4253" y="1151"/>
                    <a:pt x="4253" y="1151"/>
                    <a:pt x="4253" y="1151"/>
                  </a:cubicBezTo>
                  <a:cubicBezTo>
                    <a:pt x="4290" y="1151"/>
                    <a:pt x="4290" y="1151"/>
                    <a:pt x="4290" y="1151"/>
                  </a:cubicBezTo>
                  <a:cubicBezTo>
                    <a:pt x="4364" y="1218"/>
                    <a:pt x="4364" y="1218"/>
                    <a:pt x="4364" y="1218"/>
                  </a:cubicBezTo>
                  <a:cubicBezTo>
                    <a:pt x="4364" y="1218"/>
                    <a:pt x="4364" y="1218"/>
                    <a:pt x="4364" y="1218"/>
                  </a:cubicBezTo>
                  <a:cubicBezTo>
                    <a:pt x="4327" y="1286"/>
                    <a:pt x="4327" y="1286"/>
                    <a:pt x="4327" y="1286"/>
                  </a:cubicBezTo>
                  <a:cubicBezTo>
                    <a:pt x="4290" y="1286"/>
                    <a:pt x="4290" y="1286"/>
                    <a:pt x="4290" y="1286"/>
                  </a:cubicBezTo>
                  <a:cubicBezTo>
                    <a:pt x="4253" y="1286"/>
                    <a:pt x="4253" y="1286"/>
                    <a:pt x="4253" y="1286"/>
                  </a:cubicBezTo>
                  <a:cubicBezTo>
                    <a:pt x="4253" y="1286"/>
                    <a:pt x="4216" y="1286"/>
                    <a:pt x="4216" y="1286"/>
                  </a:cubicBezTo>
                  <a:close/>
                  <a:moveTo>
                    <a:pt x="5252" y="406"/>
                  </a:moveTo>
                  <a:cubicBezTo>
                    <a:pt x="5252" y="338"/>
                    <a:pt x="5252" y="338"/>
                    <a:pt x="5252" y="338"/>
                  </a:cubicBezTo>
                  <a:cubicBezTo>
                    <a:pt x="5289" y="338"/>
                    <a:pt x="5289" y="338"/>
                    <a:pt x="5289" y="338"/>
                  </a:cubicBezTo>
                  <a:cubicBezTo>
                    <a:pt x="5326" y="338"/>
                    <a:pt x="5326" y="338"/>
                    <a:pt x="5326" y="338"/>
                  </a:cubicBezTo>
                  <a:cubicBezTo>
                    <a:pt x="5363" y="338"/>
                    <a:pt x="5363" y="338"/>
                    <a:pt x="5363" y="338"/>
                  </a:cubicBezTo>
                  <a:cubicBezTo>
                    <a:pt x="5363" y="338"/>
                    <a:pt x="5363" y="338"/>
                    <a:pt x="5363" y="338"/>
                  </a:cubicBezTo>
                  <a:cubicBezTo>
                    <a:pt x="5363" y="406"/>
                    <a:pt x="5363" y="406"/>
                    <a:pt x="5363" y="406"/>
                  </a:cubicBezTo>
                  <a:cubicBezTo>
                    <a:pt x="5326" y="473"/>
                    <a:pt x="5326" y="473"/>
                    <a:pt x="5326" y="473"/>
                  </a:cubicBezTo>
                  <a:cubicBezTo>
                    <a:pt x="5289" y="473"/>
                    <a:pt x="5289" y="473"/>
                    <a:pt x="5289" y="473"/>
                  </a:cubicBezTo>
                  <a:cubicBezTo>
                    <a:pt x="5252" y="473"/>
                    <a:pt x="5252" y="473"/>
                    <a:pt x="5252" y="473"/>
                  </a:cubicBezTo>
                  <a:cubicBezTo>
                    <a:pt x="5252" y="406"/>
                    <a:pt x="5252" y="406"/>
                    <a:pt x="5252" y="406"/>
                  </a:cubicBezTo>
                  <a:close/>
                  <a:moveTo>
                    <a:pt x="5954" y="1218"/>
                  </a:moveTo>
                  <a:cubicBezTo>
                    <a:pt x="6028" y="1151"/>
                    <a:pt x="6028" y="1151"/>
                    <a:pt x="6028" y="1151"/>
                  </a:cubicBezTo>
                  <a:cubicBezTo>
                    <a:pt x="6065" y="1083"/>
                    <a:pt x="6065" y="1083"/>
                    <a:pt x="6065" y="1083"/>
                  </a:cubicBezTo>
                  <a:cubicBezTo>
                    <a:pt x="6065" y="1015"/>
                    <a:pt x="6065" y="1015"/>
                    <a:pt x="6065" y="1015"/>
                  </a:cubicBezTo>
                  <a:cubicBezTo>
                    <a:pt x="6102" y="947"/>
                    <a:pt x="6102" y="947"/>
                    <a:pt x="6102" y="947"/>
                  </a:cubicBezTo>
                  <a:cubicBezTo>
                    <a:pt x="6139" y="880"/>
                    <a:pt x="6139" y="880"/>
                    <a:pt x="6139" y="880"/>
                  </a:cubicBezTo>
                  <a:cubicBezTo>
                    <a:pt x="6213" y="812"/>
                    <a:pt x="6213" y="812"/>
                    <a:pt x="6213" y="812"/>
                  </a:cubicBezTo>
                  <a:cubicBezTo>
                    <a:pt x="6213" y="812"/>
                    <a:pt x="6213" y="812"/>
                    <a:pt x="6213" y="812"/>
                  </a:cubicBezTo>
                  <a:cubicBezTo>
                    <a:pt x="6213" y="744"/>
                    <a:pt x="6213" y="744"/>
                    <a:pt x="6213" y="744"/>
                  </a:cubicBezTo>
                  <a:cubicBezTo>
                    <a:pt x="6139" y="677"/>
                    <a:pt x="6139" y="677"/>
                    <a:pt x="6139" y="677"/>
                  </a:cubicBezTo>
                  <a:cubicBezTo>
                    <a:pt x="6102" y="609"/>
                    <a:pt x="6102" y="609"/>
                    <a:pt x="6102" y="609"/>
                  </a:cubicBezTo>
                  <a:cubicBezTo>
                    <a:pt x="6065" y="541"/>
                    <a:pt x="6065" y="541"/>
                    <a:pt x="6065" y="541"/>
                  </a:cubicBezTo>
                  <a:cubicBezTo>
                    <a:pt x="6065" y="473"/>
                    <a:pt x="6065" y="473"/>
                    <a:pt x="6065" y="473"/>
                  </a:cubicBezTo>
                  <a:cubicBezTo>
                    <a:pt x="6102" y="406"/>
                    <a:pt x="6102" y="406"/>
                    <a:pt x="6102" y="406"/>
                  </a:cubicBezTo>
                  <a:cubicBezTo>
                    <a:pt x="6102" y="338"/>
                    <a:pt x="6102" y="338"/>
                    <a:pt x="6102" y="338"/>
                  </a:cubicBezTo>
                  <a:cubicBezTo>
                    <a:pt x="6102" y="338"/>
                    <a:pt x="6102" y="338"/>
                    <a:pt x="6102" y="338"/>
                  </a:cubicBezTo>
                  <a:cubicBezTo>
                    <a:pt x="5991" y="338"/>
                    <a:pt x="5991" y="338"/>
                    <a:pt x="5991" y="338"/>
                  </a:cubicBezTo>
                  <a:cubicBezTo>
                    <a:pt x="5954" y="338"/>
                    <a:pt x="5954" y="338"/>
                    <a:pt x="5954" y="338"/>
                  </a:cubicBezTo>
                  <a:cubicBezTo>
                    <a:pt x="5880" y="270"/>
                    <a:pt x="5880" y="270"/>
                    <a:pt x="5880" y="270"/>
                  </a:cubicBezTo>
                  <a:cubicBezTo>
                    <a:pt x="5843" y="135"/>
                    <a:pt x="5843" y="135"/>
                    <a:pt x="5843" y="135"/>
                  </a:cubicBezTo>
                  <a:cubicBezTo>
                    <a:pt x="5769" y="67"/>
                    <a:pt x="5769" y="67"/>
                    <a:pt x="5769" y="67"/>
                  </a:cubicBezTo>
                  <a:cubicBezTo>
                    <a:pt x="5732" y="0"/>
                    <a:pt x="5732" y="0"/>
                    <a:pt x="5732" y="0"/>
                  </a:cubicBezTo>
                  <a:cubicBezTo>
                    <a:pt x="5695" y="0"/>
                    <a:pt x="5695" y="0"/>
                    <a:pt x="5695" y="0"/>
                  </a:cubicBezTo>
                  <a:cubicBezTo>
                    <a:pt x="5695" y="67"/>
                    <a:pt x="5695" y="67"/>
                    <a:pt x="5695" y="67"/>
                  </a:cubicBezTo>
                  <a:cubicBezTo>
                    <a:pt x="5695" y="67"/>
                    <a:pt x="5695" y="67"/>
                    <a:pt x="5695" y="67"/>
                  </a:cubicBezTo>
                  <a:cubicBezTo>
                    <a:pt x="5695" y="135"/>
                    <a:pt x="5695" y="135"/>
                    <a:pt x="5695" y="135"/>
                  </a:cubicBezTo>
                  <a:cubicBezTo>
                    <a:pt x="5695" y="203"/>
                    <a:pt x="5695" y="203"/>
                    <a:pt x="5695" y="203"/>
                  </a:cubicBezTo>
                  <a:cubicBezTo>
                    <a:pt x="5658" y="270"/>
                    <a:pt x="5658" y="270"/>
                    <a:pt x="5658" y="270"/>
                  </a:cubicBezTo>
                  <a:cubicBezTo>
                    <a:pt x="5621" y="338"/>
                    <a:pt x="5621" y="338"/>
                    <a:pt x="5621" y="338"/>
                  </a:cubicBezTo>
                  <a:cubicBezTo>
                    <a:pt x="5621" y="406"/>
                    <a:pt x="5621" y="406"/>
                    <a:pt x="5621" y="406"/>
                  </a:cubicBezTo>
                  <a:cubicBezTo>
                    <a:pt x="5584" y="473"/>
                    <a:pt x="5584" y="473"/>
                    <a:pt x="5584" y="473"/>
                  </a:cubicBezTo>
                  <a:cubicBezTo>
                    <a:pt x="5621" y="677"/>
                    <a:pt x="5621" y="677"/>
                    <a:pt x="5621" y="677"/>
                  </a:cubicBezTo>
                  <a:cubicBezTo>
                    <a:pt x="5621" y="744"/>
                    <a:pt x="5621" y="744"/>
                    <a:pt x="5621" y="744"/>
                  </a:cubicBezTo>
                  <a:cubicBezTo>
                    <a:pt x="5658" y="812"/>
                    <a:pt x="5658" y="812"/>
                    <a:pt x="5658" y="812"/>
                  </a:cubicBezTo>
                  <a:cubicBezTo>
                    <a:pt x="5658" y="812"/>
                    <a:pt x="5658" y="812"/>
                    <a:pt x="5658" y="812"/>
                  </a:cubicBezTo>
                  <a:cubicBezTo>
                    <a:pt x="5658" y="947"/>
                    <a:pt x="5658" y="947"/>
                    <a:pt x="5658" y="947"/>
                  </a:cubicBezTo>
                  <a:cubicBezTo>
                    <a:pt x="5621" y="1015"/>
                    <a:pt x="5621" y="1015"/>
                    <a:pt x="5621" y="1015"/>
                  </a:cubicBezTo>
                  <a:cubicBezTo>
                    <a:pt x="5621" y="1083"/>
                    <a:pt x="5621" y="1083"/>
                    <a:pt x="5621" y="1083"/>
                  </a:cubicBezTo>
                  <a:cubicBezTo>
                    <a:pt x="5621" y="1151"/>
                    <a:pt x="5621" y="1151"/>
                    <a:pt x="5621" y="1151"/>
                  </a:cubicBezTo>
                  <a:cubicBezTo>
                    <a:pt x="5658" y="1083"/>
                    <a:pt x="5658" y="1083"/>
                    <a:pt x="5658" y="1083"/>
                  </a:cubicBezTo>
                  <a:cubicBezTo>
                    <a:pt x="5658" y="1083"/>
                    <a:pt x="5658" y="1083"/>
                    <a:pt x="5658" y="1083"/>
                  </a:cubicBezTo>
                  <a:cubicBezTo>
                    <a:pt x="5695" y="1015"/>
                    <a:pt x="5695" y="1015"/>
                    <a:pt x="5695" y="1015"/>
                  </a:cubicBezTo>
                  <a:cubicBezTo>
                    <a:pt x="5732" y="1083"/>
                    <a:pt x="5732" y="1083"/>
                    <a:pt x="5732" y="1083"/>
                  </a:cubicBezTo>
                  <a:cubicBezTo>
                    <a:pt x="5732" y="1083"/>
                    <a:pt x="5732" y="1083"/>
                    <a:pt x="5732" y="1083"/>
                  </a:cubicBezTo>
                  <a:cubicBezTo>
                    <a:pt x="5769" y="1151"/>
                    <a:pt x="5769" y="1151"/>
                    <a:pt x="5769" y="1151"/>
                  </a:cubicBezTo>
                  <a:cubicBezTo>
                    <a:pt x="5806" y="1151"/>
                    <a:pt x="5806" y="1151"/>
                    <a:pt x="5806" y="1151"/>
                  </a:cubicBezTo>
                  <a:cubicBezTo>
                    <a:pt x="5806" y="1151"/>
                    <a:pt x="5806" y="1151"/>
                    <a:pt x="5806" y="1151"/>
                  </a:cubicBezTo>
                  <a:cubicBezTo>
                    <a:pt x="5843" y="1151"/>
                    <a:pt x="5843" y="1151"/>
                    <a:pt x="5843" y="1151"/>
                  </a:cubicBezTo>
                  <a:cubicBezTo>
                    <a:pt x="5880" y="1218"/>
                    <a:pt x="5880" y="1218"/>
                    <a:pt x="5880" y="1218"/>
                  </a:cubicBezTo>
                  <a:cubicBezTo>
                    <a:pt x="5917" y="1218"/>
                    <a:pt x="5917" y="1218"/>
                    <a:pt x="5917" y="1218"/>
                  </a:cubicBezTo>
                  <a:cubicBezTo>
                    <a:pt x="5954" y="1218"/>
                    <a:pt x="5954" y="1218"/>
                    <a:pt x="5954" y="1218"/>
                  </a:cubicBezTo>
                  <a:close/>
                  <a:moveTo>
                    <a:pt x="5806" y="1557"/>
                  </a:moveTo>
                  <a:cubicBezTo>
                    <a:pt x="5806" y="1557"/>
                    <a:pt x="5806" y="1557"/>
                    <a:pt x="5806" y="1557"/>
                  </a:cubicBezTo>
                  <a:cubicBezTo>
                    <a:pt x="5843" y="1625"/>
                    <a:pt x="5843" y="1625"/>
                    <a:pt x="5843" y="1625"/>
                  </a:cubicBezTo>
                  <a:cubicBezTo>
                    <a:pt x="5880" y="1625"/>
                    <a:pt x="5880" y="1625"/>
                    <a:pt x="5880" y="1625"/>
                  </a:cubicBezTo>
                  <a:cubicBezTo>
                    <a:pt x="5917" y="1557"/>
                    <a:pt x="5917" y="1557"/>
                    <a:pt x="5917" y="1557"/>
                  </a:cubicBezTo>
                  <a:cubicBezTo>
                    <a:pt x="5954" y="1557"/>
                    <a:pt x="5954" y="1557"/>
                    <a:pt x="5954" y="1557"/>
                  </a:cubicBezTo>
                  <a:cubicBezTo>
                    <a:pt x="5991" y="1489"/>
                    <a:pt x="5991" y="1489"/>
                    <a:pt x="5991" y="1489"/>
                  </a:cubicBezTo>
                  <a:cubicBezTo>
                    <a:pt x="5991" y="1421"/>
                    <a:pt x="5991" y="1421"/>
                    <a:pt x="5991" y="1421"/>
                  </a:cubicBezTo>
                  <a:cubicBezTo>
                    <a:pt x="6028" y="1354"/>
                    <a:pt x="6028" y="1354"/>
                    <a:pt x="6028" y="1354"/>
                  </a:cubicBezTo>
                  <a:cubicBezTo>
                    <a:pt x="5991" y="1286"/>
                    <a:pt x="5991" y="1286"/>
                    <a:pt x="5991" y="1286"/>
                  </a:cubicBezTo>
                  <a:cubicBezTo>
                    <a:pt x="5954" y="1286"/>
                    <a:pt x="5954" y="1286"/>
                    <a:pt x="5954" y="1286"/>
                  </a:cubicBezTo>
                  <a:cubicBezTo>
                    <a:pt x="5880" y="1218"/>
                    <a:pt x="5880" y="1218"/>
                    <a:pt x="5880" y="1218"/>
                  </a:cubicBezTo>
                  <a:cubicBezTo>
                    <a:pt x="5843" y="1286"/>
                    <a:pt x="5843" y="1286"/>
                    <a:pt x="5843" y="1286"/>
                  </a:cubicBezTo>
                  <a:cubicBezTo>
                    <a:pt x="5806" y="1286"/>
                    <a:pt x="5806" y="1286"/>
                    <a:pt x="5806" y="1286"/>
                  </a:cubicBezTo>
                  <a:cubicBezTo>
                    <a:pt x="5769" y="1286"/>
                    <a:pt x="5769" y="1286"/>
                    <a:pt x="5769" y="1286"/>
                  </a:cubicBezTo>
                  <a:cubicBezTo>
                    <a:pt x="5732" y="1286"/>
                    <a:pt x="5732" y="1286"/>
                    <a:pt x="5732" y="1286"/>
                  </a:cubicBezTo>
                  <a:cubicBezTo>
                    <a:pt x="5732" y="1286"/>
                    <a:pt x="5732" y="1286"/>
                    <a:pt x="5732" y="1286"/>
                  </a:cubicBezTo>
                  <a:cubicBezTo>
                    <a:pt x="5695" y="1286"/>
                    <a:pt x="5695" y="1286"/>
                    <a:pt x="5695" y="1286"/>
                  </a:cubicBezTo>
                  <a:cubicBezTo>
                    <a:pt x="5658" y="1286"/>
                    <a:pt x="5658" y="1286"/>
                    <a:pt x="5658" y="1286"/>
                  </a:cubicBezTo>
                  <a:cubicBezTo>
                    <a:pt x="5695" y="1354"/>
                    <a:pt x="5695" y="1354"/>
                    <a:pt x="5695" y="1354"/>
                  </a:cubicBezTo>
                  <a:cubicBezTo>
                    <a:pt x="5732" y="1354"/>
                    <a:pt x="5732" y="1354"/>
                    <a:pt x="5732" y="1354"/>
                  </a:cubicBezTo>
                  <a:cubicBezTo>
                    <a:pt x="5732" y="1421"/>
                    <a:pt x="5732" y="1421"/>
                    <a:pt x="5732" y="1421"/>
                  </a:cubicBezTo>
                  <a:cubicBezTo>
                    <a:pt x="5769" y="1421"/>
                    <a:pt x="5769" y="1421"/>
                    <a:pt x="5769" y="1421"/>
                  </a:cubicBezTo>
                  <a:cubicBezTo>
                    <a:pt x="5806" y="1489"/>
                    <a:pt x="5806" y="1489"/>
                    <a:pt x="5806" y="1489"/>
                  </a:cubicBezTo>
                  <a:cubicBezTo>
                    <a:pt x="5843" y="1489"/>
                    <a:pt x="5843" y="1489"/>
                    <a:pt x="5843" y="1489"/>
                  </a:cubicBezTo>
                  <a:cubicBezTo>
                    <a:pt x="5880" y="1489"/>
                    <a:pt x="5880" y="1489"/>
                    <a:pt x="5880" y="1489"/>
                  </a:cubicBezTo>
                  <a:cubicBezTo>
                    <a:pt x="5917" y="1557"/>
                    <a:pt x="5917" y="1557"/>
                    <a:pt x="5917" y="1557"/>
                  </a:cubicBezTo>
                  <a:cubicBezTo>
                    <a:pt x="5917" y="1557"/>
                    <a:pt x="5917" y="1557"/>
                    <a:pt x="5917" y="1557"/>
                  </a:cubicBezTo>
                  <a:cubicBezTo>
                    <a:pt x="5843" y="1557"/>
                    <a:pt x="5843" y="1557"/>
                    <a:pt x="5843" y="1557"/>
                  </a:cubicBezTo>
                  <a:cubicBezTo>
                    <a:pt x="5806" y="1557"/>
                    <a:pt x="5806" y="1557"/>
                    <a:pt x="5806" y="1557"/>
                  </a:cubicBezTo>
                  <a:close/>
                  <a:moveTo>
                    <a:pt x="6916" y="1760"/>
                  </a:moveTo>
                  <a:cubicBezTo>
                    <a:pt x="6916" y="1760"/>
                    <a:pt x="6916" y="1760"/>
                    <a:pt x="6916" y="1760"/>
                  </a:cubicBezTo>
                  <a:cubicBezTo>
                    <a:pt x="6879" y="1828"/>
                    <a:pt x="6879" y="1828"/>
                    <a:pt x="6879" y="1828"/>
                  </a:cubicBezTo>
                  <a:cubicBezTo>
                    <a:pt x="6842" y="1895"/>
                    <a:pt x="6842" y="1895"/>
                    <a:pt x="6842" y="1895"/>
                  </a:cubicBezTo>
                  <a:cubicBezTo>
                    <a:pt x="6805" y="1963"/>
                    <a:pt x="6805" y="1963"/>
                    <a:pt x="6805" y="1963"/>
                  </a:cubicBezTo>
                  <a:cubicBezTo>
                    <a:pt x="6768" y="1963"/>
                    <a:pt x="6768" y="1963"/>
                    <a:pt x="6768" y="1963"/>
                  </a:cubicBezTo>
                  <a:cubicBezTo>
                    <a:pt x="6731" y="1963"/>
                    <a:pt x="6731" y="1963"/>
                    <a:pt x="6731" y="1963"/>
                  </a:cubicBezTo>
                  <a:cubicBezTo>
                    <a:pt x="6731" y="1963"/>
                    <a:pt x="6731" y="1963"/>
                    <a:pt x="6731" y="1963"/>
                  </a:cubicBezTo>
                  <a:cubicBezTo>
                    <a:pt x="6694" y="1895"/>
                    <a:pt x="6694" y="1895"/>
                    <a:pt x="6694" y="1895"/>
                  </a:cubicBezTo>
                  <a:cubicBezTo>
                    <a:pt x="6657" y="1895"/>
                    <a:pt x="6657" y="1895"/>
                    <a:pt x="6657" y="1895"/>
                  </a:cubicBezTo>
                  <a:cubicBezTo>
                    <a:pt x="6620" y="1895"/>
                    <a:pt x="6620" y="1895"/>
                    <a:pt x="6620" y="1895"/>
                  </a:cubicBezTo>
                  <a:cubicBezTo>
                    <a:pt x="6620" y="1895"/>
                    <a:pt x="6620" y="1895"/>
                    <a:pt x="6620" y="1895"/>
                  </a:cubicBezTo>
                  <a:cubicBezTo>
                    <a:pt x="6509" y="1895"/>
                    <a:pt x="6509" y="1895"/>
                    <a:pt x="6509" y="1895"/>
                  </a:cubicBezTo>
                  <a:cubicBezTo>
                    <a:pt x="6472" y="1895"/>
                    <a:pt x="6472" y="1895"/>
                    <a:pt x="6472" y="1895"/>
                  </a:cubicBezTo>
                  <a:cubicBezTo>
                    <a:pt x="6472" y="1828"/>
                    <a:pt x="6472" y="1828"/>
                    <a:pt x="6472" y="1828"/>
                  </a:cubicBezTo>
                  <a:cubicBezTo>
                    <a:pt x="6435" y="1895"/>
                    <a:pt x="6435" y="1895"/>
                    <a:pt x="6435" y="1895"/>
                  </a:cubicBezTo>
                  <a:cubicBezTo>
                    <a:pt x="6361" y="1895"/>
                    <a:pt x="6361" y="1895"/>
                    <a:pt x="6361" y="1895"/>
                  </a:cubicBezTo>
                  <a:cubicBezTo>
                    <a:pt x="6361" y="1895"/>
                    <a:pt x="6361" y="1895"/>
                    <a:pt x="6361" y="1895"/>
                  </a:cubicBezTo>
                  <a:cubicBezTo>
                    <a:pt x="6324" y="1828"/>
                    <a:pt x="6324" y="1828"/>
                    <a:pt x="6324" y="1828"/>
                  </a:cubicBezTo>
                  <a:cubicBezTo>
                    <a:pt x="6287" y="1828"/>
                    <a:pt x="6287" y="1828"/>
                    <a:pt x="6287" y="1828"/>
                  </a:cubicBezTo>
                  <a:cubicBezTo>
                    <a:pt x="6250" y="1828"/>
                    <a:pt x="6250" y="1828"/>
                    <a:pt x="6250" y="1828"/>
                  </a:cubicBezTo>
                  <a:cubicBezTo>
                    <a:pt x="6213" y="1692"/>
                    <a:pt x="6213" y="1692"/>
                    <a:pt x="6213" y="1692"/>
                  </a:cubicBezTo>
                  <a:cubicBezTo>
                    <a:pt x="6213" y="1625"/>
                    <a:pt x="6213" y="1625"/>
                    <a:pt x="6213" y="1625"/>
                  </a:cubicBezTo>
                  <a:cubicBezTo>
                    <a:pt x="6176" y="1625"/>
                    <a:pt x="6176" y="1625"/>
                    <a:pt x="6176" y="1625"/>
                  </a:cubicBezTo>
                  <a:cubicBezTo>
                    <a:pt x="6139" y="1692"/>
                    <a:pt x="6139" y="1692"/>
                    <a:pt x="6139" y="1692"/>
                  </a:cubicBezTo>
                  <a:cubicBezTo>
                    <a:pt x="6139" y="1625"/>
                    <a:pt x="6139" y="1625"/>
                    <a:pt x="6139" y="1625"/>
                  </a:cubicBezTo>
                  <a:cubicBezTo>
                    <a:pt x="6102" y="1625"/>
                    <a:pt x="6102" y="1625"/>
                    <a:pt x="6102" y="1625"/>
                  </a:cubicBezTo>
                  <a:cubicBezTo>
                    <a:pt x="6102" y="1625"/>
                    <a:pt x="6102" y="1625"/>
                    <a:pt x="6102" y="1625"/>
                  </a:cubicBezTo>
                  <a:cubicBezTo>
                    <a:pt x="6102" y="1692"/>
                    <a:pt x="6102" y="1692"/>
                    <a:pt x="6102" y="1692"/>
                  </a:cubicBezTo>
                  <a:cubicBezTo>
                    <a:pt x="6065" y="1692"/>
                    <a:pt x="6065" y="1692"/>
                    <a:pt x="6065" y="1692"/>
                  </a:cubicBezTo>
                  <a:cubicBezTo>
                    <a:pt x="6065" y="1692"/>
                    <a:pt x="6065" y="1692"/>
                    <a:pt x="6065" y="1692"/>
                  </a:cubicBezTo>
                  <a:cubicBezTo>
                    <a:pt x="6028" y="1625"/>
                    <a:pt x="6028" y="1625"/>
                    <a:pt x="6028" y="1625"/>
                  </a:cubicBezTo>
                  <a:cubicBezTo>
                    <a:pt x="6028" y="1625"/>
                    <a:pt x="6028" y="1625"/>
                    <a:pt x="6028" y="1625"/>
                  </a:cubicBezTo>
                  <a:cubicBezTo>
                    <a:pt x="6065" y="1557"/>
                    <a:pt x="6065" y="1557"/>
                    <a:pt x="6065" y="1557"/>
                  </a:cubicBezTo>
                  <a:cubicBezTo>
                    <a:pt x="6102" y="1557"/>
                    <a:pt x="6102" y="1557"/>
                    <a:pt x="6102" y="1557"/>
                  </a:cubicBezTo>
                  <a:cubicBezTo>
                    <a:pt x="6065" y="1421"/>
                    <a:pt x="6065" y="1421"/>
                    <a:pt x="6065" y="1421"/>
                  </a:cubicBezTo>
                  <a:cubicBezTo>
                    <a:pt x="6065" y="1421"/>
                    <a:pt x="6065" y="1421"/>
                    <a:pt x="6065" y="1421"/>
                  </a:cubicBezTo>
                  <a:cubicBezTo>
                    <a:pt x="6102" y="1354"/>
                    <a:pt x="6102" y="1354"/>
                    <a:pt x="6102" y="1354"/>
                  </a:cubicBezTo>
                  <a:cubicBezTo>
                    <a:pt x="6102" y="1286"/>
                    <a:pt x="6102" y="1286"/>
                    <a:pt x="6102" y="1286"/>
                  </a:cubicBezTo>
                  <a:cubicBezTo>
                    <a:pt x="6102" y="1286"/>
                    <a:pt x="6102" y="1286"/>
                    <a:pt x="6102" y="1286"/>
                  </a:cubicBezTo>
                  <a:cubicBezTo>
                    <a:pt x="6065" y="1286"/>
                    <a:pt x="6065" y="1286"/>
                    <a:pt x="6065" y="1286"/>
                  </a:cubicBezTo>
                  <a:cubicBezTo>
                    <a:pt x="6065" y="1218"/>
                    <a:pt x="6065" y="1218"/>
                    <a:pt x="6065" y="1218"/>
                  </a:cubicBezTo>
                  <a:cubicBezTo>
                    <a:pt x="6065" y="1151"/>
                    <a:pt x="6065" y="1151"/>
                    <a:pt x="6065" y="1151"/>
                  </a:cubicBezTo>
                  <a:cubicBezTo>
                    <a:pt x="6102" y="1083"/>
                    <a:pt x="6102" y="1083"/>
                    <a:pt x="6102" y="1083"/>
                  </a:cubicBezTo>
                  <a:cubicBezTo>
                    <a:pt x="6139" y="1083"/>
                    <a:pt x="6139" y="1083"/>
                    <a:pt x="6139" y="1083"/>
                  </a:cubicBezTo>
                  <a:cubicBezTo>
                    <a:pt x="6139" y="1015"/>
                    <a:pt x="6139" y="1015"/>
                    <a:pt x="6139" y="1015"/>
                  </a:cubicBezTo>
                  <a:cubicBezTo>
                    <a:pt x="6139" y="1015"/>
                    <a:pt x="6139" y="1015"/>
                    <a:pt x="6139" y="1015"/>
                  </a:cubicBezTo>
                  <a:cubicBezTo>
                    <a:pt x="6213" y="947"/>
                    <a:pt x="6213" y="947"/>
                    <a:pt x="6213" y="947"/>
                  </a:cubicBezTo>
                  <a:cubicBezTo>
                    <a:pt x="6250" y="947"/>
                    <a:pt x="6250" y="947"/>
                    <a:pt x="6250" y="947"/>
                  </a:cubicBezTo>
                  <a:cubicBezTo>
                    <a:pt x="6250" y="880"/>
                    <a:pt x="6250" y="880"/>
                    <a:pt x="6250" y="880"/>
                  </a:cubicBezTo>
                  <a:cubicBezTo>
                    <a:pt x="6287" y="812"/>
                    <a:pt x="6287" y="812"/>
                    <a:pt x="6287" y="812"/>
                  </a:cubicBezTo>
                  <a:cubicBezTo>
                    <a:pt x="6324" y="812"/>
                    <a:pt x="6324" y="812"/>
                    <a:pt x="6324" y="812"/>
                  </a:cubicBezTo>
                  <a:cubicBezTo>
                    <a:pt x="6398" y="880"/>
                    <a:pt x="6398" y="880"/>
                    <a:pt x="6398" y="880"/>
                  </a:cubicBezTo>
                  <a:cubicBezTo>
                    <a:pt x="6435" y="1015"/>
                    <a:pt x="6435" y="1015"/>
                    <a:pt x="6435" y="1015"/>
                  </a:cubicBezTo>
                  <a:cubicBezTo>
                    <a:pt x="6435" y="1083"/>
                    <a:pt x="6435" y="1083"/>
                    <a:pt x="6435" y="1083"/>
                  </a:cubicBezTo>
                  <a:cubicBezTo>
                    <a:pt x="6435" y="1151"/>
                    <a:pt x="6435" y="1151"/>
                    <a:pt x="6435" y="1151"/>
                  </a:cubicBezTo>
                  <a:cubicBezTo>
                    <a:pt x="6435" y="1151"/>
                    <a:pt x="6435" y="1151"/>
                    <a:pt x="6435" y="1151"/>
                  </a:cubicBezTo>
                  <a:cubicBezTo>
                    <a:pt x="6435" y="1218"/>
                    <a:pt x="6435" y="1218"/>
                    <a:pt x="6435" y="1218"/>
                  </a:cubicBezTo>
                  <a:cubicBezTo>
                    <a:pt x="6435" y="1286"/>
                    <a:pt x="6435" y="1286"/>
                    <a:pt x="6435" y="1286"/>
                  </a:cubicBezTo>
                  <a:cubicBezTo>
                    <a:pt x="6435" y="1286"/>
                    <a:pt x="6435" y="1286"/>
                    <a:pt x="6435" y="1286"/>
                  </a:cubicBezTo>
                  <a:cubicBezTo>
                    <a:pt x="6435" y="1286"/>
                    <a:pt x="6435" y="1286"/>
                    <a:pt x="6435" y="1286"/>
                  </a:cubicBezTo>
                  <a:cubicBezTo>
                    <a:pt x="6472" y="1218"/>
                    <a:pt x="6472" y="1218"/>
                    <a:pt x="6472" y="1218"/>
                  </a:cubicBezTo>
                  <a:cubicBezTo>
                    <a:pt x="6472" y="1151"/>
                    <a:pt x="6472" y="1151"/>
                    <a:pt x="6472" y="1151"/>
                  </a:cubicBezTo>
                  <a:cubicBezTo>
                    <a:pt x="6472" y="1083"/>
                    <a:pt x="6472" y="1083"/>
                    <a:pt x="6472" y="1083"/>
                  </a:cubicBezTo>
                  <a:cubicBezTo>
                    <a:pt x="6472" y="1083"/>
                    <a:pt x="6472" y="1083"/>
                    <a:pt x="6472" y="1083"/>
                  </a:cubicBezTo>
                  <a:cubicBezTo>
                    <a:pt x="6472" y="1015"/>
                    <a:pt x="6472" y="1015"/>
                    <a:pt x="6472" y="1015"/>
                  </a:cubicBezTo>
                  <a:cubicBezTo>
                    <a:pt x="6435" y="947"/>
                    <a:pt x="6435" y="947"/>
                    <a:pt x="6435" y="947"/>
                  </a:cubicBezTo>
                  <a:cubicBezTo>
                    <a:pt x="6435" y="880"/>
                    <a:pt x="6435" y="880"/>
                    <a:pt x="6435" y="880"/>
                  </a:cubicBezTo>
                  <a:cubicBezTo>
                    <a:pt x="6435" y="880"/>
                    <a:pt x="6435" y="880"/>
                    <a:pt x="6435" y="880"/>
                  </a:cubicBezTo>
                  <a:cubicBezTo>
                    <a:pt x="6509" y="880"/>
                    <a:pt x="6509" y="880"/>
                    <a:pt x="6509" y="880"/>
                  </a:cubicBezTo>
                  <a:cubicBezTo>
                    <a:pt x="6546" y="880"/>
                    <a:pt x="6546" y="880"/>
                    <a:pt x="6546" y="880"/>
                  </a:cubicBezTo>
                  <a:cubicBezTo>
                    <a:pt x="6657" y="1015"/>
                    <a:pt x="6657" y="1015"/>
                    <a:pt x="6657" y="1015"/>
                  </a:cubicBezTo>
                  <a:cubicBezTo>
                    <a:pt x="6694" y="1015"/>
                    <a:pt x="6694" y="1015"/>
                    <a:pt x="6694" y="1015"/>
                  </a:cubicBezTo>
                  <a:cubicBezTo>
                    <a:pt x="6694" y="1015"/>
                    <a:pt x="6694" y="1015"/>
                    <a:pt x="6694" y="1015"/>
                  </a:cubicBezTo>
                  <a:cubicBezTo>
                    <a:pt x="6694" y="1083"/>
                    <a:pt x="6694" y="1083"/>
                    <a:pt x="6694" y="1083"/>
                  </a:cubicBezTo>
                  <a:cubicBezTo>
                    <a:pt x="6731" y="1151"/>
                    <a:pt x="6731" y="1151"/>
                    <a:pt x="6731" y="1151"/>
                  </a:cubicBezTo>
                  <a:cubicBezTo>
                    <a:pt x="6731" y="1218"/>
                    <a:pt x="6731" y="1218"/>
                    <a:pt x="6731" y="1218"/>
                  </a:cubicBezTo>
                  <a:cubicBezTo>
                    <a:pt x="6731" y="1286"/>
                    <a:pt x="6731" y="1286"/>
                    <a:pt x="6731" y="1286"/>
                  </a:cubicBezTo>
                  <a:cubicBezTo>
                    <a:pt x="6768" y="1354"/>
                    <a:pt x="6768" y="1354"/>
                    <a:pt x="6768" y="1354"/>
                  </a:cubicBezTo>
                  <a:cubicBezTo>
                    <a:pt x="6805" y="1421"/>
                    <a:pt x="6805" y="1421"/>
                    <a:pt x="6805" y="1421"/>
                  </a:cubicBezTo>
                  <a:cubicBezTo>
                    <a:pt x="6805" y="1489"/>
                    <a:pt x="6805" y="1489"/>
                    <a:pt x="6805" y="1489"/>
                  </a:cubicBezTo>
                  <a:cubicBezTo>
                    <a:pt x="6768" y="1489"/>
                    <a:pt x="6768" y="1489"/>
                    <a:pt x="6768" y="1489"/>
                  </a:cubicBezTo>
                  <a:cubicBezTo>
                    <a:pt x="6768" y="1421"/>
                    <a:pt x="6768" y="1421"/>
                    <a:pt x="6768" y="1421"/>
                  </a:cubicBezTo>
                  <a:cubicBezTo>
                    <a:pt x="6731" y="1489"/>
                    <a:pt x="6731" y="1489"/>
                    <a:pt x="6731" y="1489"/>
                  </a:cubicBezTo>
                  <a:cubicBezTo>
                    <a:pt x="6731" y="1489"/>
                    <a:pt x="6731" y="1489"/>
                    <a:pt x="6731" y="1489"/>
                  </a:cubicBezTo>
                  <a:cubicBezTo>
                    <a:pt x="6768" y="1557"/>
                    <a:pt x="6768" y="1557"/>
                    <a:pt x="6768" y="1557"/>
                  </a:cubicBezTo>
                  <a:cubicBezTo>
                    <a:pt x="6842" y="1557"/>
                    <a:pt x="6842" y="1557"/>
                    <a:pt x="6842" y="1557"/>
                  </a:cubicBezTo>
                  <a:cubicBezTo>
                    <a:pt x="6879" y="1625"/>
                    <a:pt x="6879" y="1625"/>
                    <a:pt x="6879" y="1625"/>
                  </a:cubicBezTo>
                  <a:cubicBezTo>
                    <a:pt x="6879" y="1625"/>
                    <a:pt x="6879" y="1625"/>
                    <a:pt x="6879" y="1625"/>
                  </a:cubicBezTo>
                  <a:cubicBezTo>
                    <a:pt x="6916" y="1760"/>
                    <a:pt x="6916" y="1760"/>
                    <a:pt x="6916" y="1760"/>
                  </a:cubicBezTo>
                  <a:close/>
                  <a:moveTo>
                    <a:pt x="12945" y="203"/>
                  </a:moveTo>
                  <a:cubicBezTo>
                    <a:pt x="12945" y="135"/>
                    <a:pt x="12945" y="135"/>
                    <a:pt x="12945" y="135"/>
                  </a:cubicBezTo>
                  <a:cubicBezTo>
                    <a:pt x="12982" y="67"/>
                    <a:pt x="12982" y="67"/>
                    <a:pt x="12982" y="67"/>
                  </a:cubicBezTo>
                  <a:cubicBezTo>
                    <a:pt x="12982" y="67"/>
                    <a:pt x="12982" y="67"/>
                    <a:pt x="12982" y="67"/>
                  </a:cubicBezTo>
                  <a:cubicBezTo>
                    <a:pt x="13019" y="67"/>
                    <a:pt x="13019" y="67"/>
                    <a:pt x="13019" y="67"/>
                  </a:cubicBezTo>
                  <a:cubicBezTo>
                    <a:pt x="13019" y="135"/>
                    <a:pt x="13019" y="135"/>
                    <a:pt x="13019" y="135"/>
                  </a:cubicBezTo>
                  <a:cubicBezTo>
                    <a:pt x="12982" y="135"/>
                    <a:pt x="12982" y="135"/>
                    <a:pt x="12982" y="135"/>
                  </a:cubicBezTo>
                  <a:cubicBezTo>
                    <a:pt x="12982" y="203"/>
                    <a:pt x="12982" y="203"/>
                    <a:pt x="12982" y="203"/>
                  </a:cubicBezTo>
                  <a:cubicBezTo>
                    <a:pt x="12945" y="203"/>
                    <a:pt x="12945" y="203"/>
                    <a:pt x="12945" y="203"/>
                  </a:cubicBezTo>
                  <a:close/>
                  <a:moveTo>
                    <a:pt x="13278" y="1151"/>
                  </a:moveTo>
                  <a:cubicBezTo>
                    <a:pt x="13278" y="1218"/>
                    <a:pt x="13278" y="1218"/>
                    <a:pt x="13278" y="1218"/>
                  </a:cubicBezTo>
                  <a:cubicBezTo>
                    <a:pt x="13352" y="1354"/>
                    <a:pt x="13352" y="1354"/>
                    <a:pt x="13352" y="1354"/>
                  </a:cubicBezTo>
                  <a:cubicBezTo>
                    <a:pt x="13352" y="1421"/>
                    <a:pt x="13352" y="1421"/>
                    <a:pt x="13352" y="1421"/>
                  </a:cubicBezTo>
                  <a:cubicBezTo>
                    <a:pt x="13463" y="1489"/>
                    <a:pt x="13463" y="1489"/>
                    <a:pt x="13463" y="1489"/>
                  </a:cubicBezTo>
                  <a:cubicBezTo>
                    <a:pt x="13573" y="1489"/>
                    <a:pt x="13573" y="1489"/>
                    <a:pt x="13573" y="1489"/>
                  </a:cubicBezTo>
                  <a:cubicBezTo>
                    <a:pt x="13610" y="1557"/>
                    <a:pt x="13610" y="1557"/>
                    <a:pt x="13610" y="1557"/>
                  </a:cubicBezTo>
                  <a:cubicBezTo>
                    <a:pt x="13684" y="1557"/>
                    <a:pt x="13684" y="1557"/>
                    <a:pt x="13684" y="1557"/>
                  </a:cubicBezTo>
                  <a:cubicBezTo>
                    <a:pt x="13721" y="1489"/>
                    <a:pt x="13721" y="1489"/>
                    <a:pt x="13721" y="1489"/>
                  </a:cubicBezTo>
                  <a:cubicBezTo>
                    <a:pt x="13758" y="1557"/>
                    <a:pt x="13758" y="1557"/>
                    <a:pt x="13758" y="1557"/>
                  </a:cubicBezTo>
                  <a:cubicBezTo>
                    <a:pt x="13795" y="1557"/>
                    <a:pt x="13795" y="1557"/>
                    <a:pt x="13795" y="1557"/>
                  </a:cubicBezTo>
                  <a:cubicBezTo>
                    <a:pt x="13869" y="1489"/>
                    <a:pt x="13869" y="1489"/>
                    <a:pt x="13869" y="1489"/>
                  </a:cubicBezTo>
                  <a:cubicBezTo>
                    <a:pt x="13869" y="1421"/>
                    <a:pt x="13869" y="1421"/>
                    <a:pt x="13869" y="1421"/>
                  </a:cubicBezTo>
                  <a:cubicBezTo>
                    <a:pt x="13906" y="1354"/>
                    <a:pt x="13906" y="1354"/>
                    <a:pt x="13906" y="1354"/>
                  </a:cubicBezTo>
                  <a:cubicBezTo>
                    <a:pt x="13869" y="1286"/>
                    <a:pt x="13869" y="1286"/>
                    <a:pt x="13869" y="1286"/>
                  </a:cubicBezTo>
                  <a:cubicBezTo>
                    <a:pt x="13869" y="1218"/>
                    <a:pt x="13869" y="1218"/>
                    <a:pt x="13869" y="1218"/>
                  </a:cubicBezTo>
                  <a:cubicBezTo>
                    <a:pt x="13832" y="1218"/>
                    <a:pt x="13832" y="1218"/>
                    <a:pt x="13832" y="1218"/>
                  </a:cubicBezTo>
                  <a:cubicBezTo>
                    <a:pt x="13832" y="1218"/>
                    <a:pt x="13832" y="1218"/>
                    <a:pt x="13832" y="1218"/>
                  </a:cubicBezTo>
                  <a:cubicBezTo>
                    <a:pt x="13832" y="1151"/>
                    <a:pt x="13832" y="1151"/>
                    <a:pt x="13832" y="1151"/>
                  </a:cubicBezTo>
                  <a:cubicBezTo>
                    <a:pt x="13795" y="1151"/>
                    <a:pt x="13795" y="1151"/>
                    <a:pt x="13795" y="1151"/>
                  </a:cubicBezTo>
                  <a:cubicBezTo>
                    <a:pt x="13795" y="1151"/>
                    <a:pt x="13795" y="1151"/>
                    <a:pt x="13795" y="1151"/>
                  </a:cubicBezTo>
                  <a:cubicBezTo>
                    <a:pt x="13721" y="1151"/>
                    <a:pt x="13721" y="1151"/>
                    <a:pt x="13721" y="1151"/>
                  </a:cubicBezTo>
                  <a:cubicBezTo>
                    <a:pt x="13647" y="1151"/>
                    <a:pt x="13647" y="1151"/>
                    <a:pt x="13647" y="1151"/>
                  </a:cubicBezTo>
                  <a:cubicBezTo>
                    <a:pt x="13610" y="1218"/>
                    <a:pt x="13610" y="1218"/>
                    <a:pt x="13610" y="1218"/>
                  </a:cubicBezTo>
                  <a:cubicBezTo>
                    <a:pt x="13573" y="1218"/>
                    <a:pt x="13573" y="1218"/>
                    <a:pt x="13573" y="1218"/>
                  </a:cubicBezTo>
                  <a:cubicBezTo>
                    <a:pt x="13573" y="1218"/>
                    <a:pt x="13573" y="1218"/>
                    <a:pt x="13573" y="1218"/>
                  </a:cubicBezTo>
                  <a:cubicBezTo>
                    <a:pt x="13536" y="1151"/>
                    <a:pt x="13536" y="1151"/>
                    <a:pt x="13536" y="1151"/>
                  </a:cubicBezTo>
                  <a:cubicBezTo>
                    <a:pt x="13536" y="1151"/>
                    <a:pt x="13536" y="1151"/>
                    <a:pt x="13536" y="1151"/>
                  </a:cubicBezTo>
                  <a:cubicBezTo>
                    <a:pt x="13499" y="1151"/>
                    <a:pt x="13499" y="1151"/>
                    <a:pt x="13499" y="1151"/>
                  </a:cubicBezTo>
                  <a:cubicBezTo>
                    <a:pt x="13426" y="1151"/>
                    <a:pt x="13426" y="1151"/>
                    <a:pt x="13426" y="1151"/>
                  </a:cubicBezTo>
                  <a:cubicBezTo>
                    <a:pt x="13426" y="1151"/>
                    <a:pt x="13426" y="1151"/>
                    <a:pt x="13426" y="1151"/>
                  </a:cubicBezTo>
                  <a:cubicBezTo>
                    <a:pt x="13426" y="1218"/>
                    <a:pt x="13426" y="1218"/>
                    <a:pt x="13426" y="1218"/>
                  </a:cubicBezTo>
                  <a:cubicBezTo>
                    <a:pt x="13389" y="1218"/>
                    <a:pt x="13389" y="1218"/>
                    <a:pt x="13389" y="1218"/>
                  </a:cubicBezTo>
                  <a:cubicBezTo>
                    <a:pt x="13352" y="1218"/>
                    <a:pt x="13352" y="1218"/>
                    <a:pt x="13352" y="1218"/>
                  </a:cubicBezTo>
                  <a:cubicBezTo>
                    <a:pt x="13315" y="1218"/>
                    <a:pt x="13315" y="1218"/>
                    <a:pt x="13315" y="1218"/>
                  </a:cubicBezTo>
                  <a:cubicBezTo>
                    <a:pt x="13315" y="1151"/>
                    <a:pt x="13315" y="1151"/>
                    <a:pt x="13315" y="1151"/>
                  </a:cubicBezTo>
                  <a:cubicBezTo>
                    <a:pt x="13278" y="1151"/>
                    <a:pt x="13278" y="1151"/>
                    <a:pt x="13278" y="1151"/>
                  </a:cubicBezTo>
                  <a:close/>
                  <a:moveTo>
                    <a:pt x="12020" y="2099"/>
                  </a:moveTo>
                  <a:cubicBezTo>
                    <a:pt x="11983" y="1963"/>
                    <a:pt x="11983" y="1963"/>
                    <a:pt x="11983" y="1963"/>
                  </a:cubicBezTo>
                  <a:cubicBezTo>
                    <a:pt x="11983" y="1895"/>
                    <a:pt x="11983" y="1895"/>
                    <a:pt x="11983" y="1895"/>
                  </a:cubicBezTo>
                  <a:cubicBezTo>
                    <a:pt x="11946" y="1828"/>
                    <a:pt x="11946" y="1828"/>
                    <a:pt x="11946" y="1828"/>
                  </a:cubicBezTo>
                  <a:cubicBezTo>
                    <a:pt x="11872" y="1828"/>
                    <a:pt x="11872" y="1828"/>
                    <a:pt x="11872" y="1828"/>
                  </a:cubicBezTo>
                  <a:cubicBezTo>
                    <a:pt x="11872" y="1760"/>
                    <a:pt x="11872" y="1760"/>
                    <a:pt x="11872" y="1760"/>
                  </a:cubicBezTo>
                  <a:cubicBezTo>
                    <a:pt x="11835" y="1760"/>
                    <a:pt x="11835" y="1760"/>
                    <a:pt x="11835" y="1760"/>
                  </a:cubicBezTo>
                  <a:cubicBezTo>
                    <a:pt x="11798" y="1692"/>
                    <a:pt x="11798" y="1692"/>
                    <a:pt x="11798" y="1692"/>
                  </a:cubicBezTo>
                  <a:cubicBezTo>
                    <a:pt x="11835" y="1760"/>
                    <a:pt x="11835" y="1760"/>
                    <a:pt x="11835" y="1760"/>
                  </a:cubicBezTo>
                  <a:cubicBezTo>
                    <a:pt x="11835" y="1828"/>
                    <a:pt x="11835" y="1828"/>
                    <a:pt x="11835" y="1828"/>
                  </a:cubicBezTo>
                  <a:cubicBezTo>
                    <a:pt x="11909" y="1895"/>
                    <a:pt x="11909" y="1895"/>
                    <a:pt x="11909" y="1895"/>
                  </a:cubicBezTo>
                  <a:cubicBezTo>
                    <a:pt x="11946" y="2031"/>
                    <a:pt x="11946" y="2031"/>
                    <a:pt x="11946" y="2031"/>
                  </a:cubicBezTo>
                  <a:cubicBezTo>
                    <a:pt x="11983" y="2166"/>
                    <a:pt x="11983" y="2166"/>
                    <a:pt x="11983" y="2166"/>
                  </a:cubicBezTo>
                  <a:cubicBezTo>
                    <a:pt x="11983" y="2166"/>
                    <a:pt x="11983" y="2166"/>
                    <a:pt x="11983" y="2166"/>
                  </a:cubicBezTo>
                  <a:cubicBezTo>
                    <a:pt x="12020" y="2166"/>
                    <a:pt x="12020" y="2166"/>
                    <a:pt x="12020" y="2166"/>
                  </a:cubicBezTo>
                  <a:cubicBezTo>
                    <a:pt x="12020" y="2099"/>
                    <a:pt x="12020" y="2099"/>
                    <a:pt x="12020" y="2099"/>
                  </a:cubicBezTo>
                  <a:close/>
                  <a:moveTo>
                    <a:pt x="12649" y="2166"/>
                  </a:moveTo>
                  <a:cubicBezTo>
                    <a:pt x="12649" y="2166"/>
                    <a:pt x="12649" y="2166"/>
                    <a:pt x="12649" y="2166"/>
                  </a:cubicBezTo>
                  <a:cubicBezTo>
                    <a:pt x="12612" y="2166"/>
                    <a:pt x="12612" y="2166"/>
                    <a:pt x="12612" y="2166"/>
                  </a:cubicBezTo>
                  <a:cubicBezTo>
                    <a:pt x="12612" y="2166"/>
                    <a:pt x="12612" y="2166"/>
                    <a:pt x="12612" y="2166"/>
                  </a:cubicBezTo>
                  <a:cubicBezTo>
                    <a:pt x="12612" y="2099"/>
                    <a:pt x="12612" y="2099"/>
                    <a:pt x="12612" y="2099"/>
                  </a:cubicBezTo>
                  <a:cubicBezTo>
                    <a:pt x="12649" y="2099"/>
                    <a:pt x="12649" y="2099"/>
                    <a:pt x="12649" y="2099"/>
                  </a:cubicBezTo>
                  <a:cubicBezTo>
                    <a:pt x="12649" y="2166"/>
                    <a:pt x="12649" y="2166"/>
                    <a:pt x="12649" y="2166"/>
                  </a:cubicBezTo>
                  <a:cubicBezTo>
                    <a:pt x="12686" y="2166"/>
                    <a:pt x="12686" y="2166"/>
                    <a:pt x="12686" y="2166"/>
                  </a:cubicBezTo>
                  <a:cubicBezTo>
                    <a:pt x="12686" y="2234"/>
                    <a:pt x="12686" y="2234"/>
                    <a:pt x="12686" y="2234"/>
                  </a:cubicBezTo>
                  <a:cubicBezTo>
                    <a:pt x="12686" y="2234"/>
                    <a:pt x="12686" y="2234"/>
                    <a:pt x="12686" y="2234"/>
                  </a:cubicBezTo>
                  <a:cubicBezTo>
                    <a:pt x="12723" y="2234"/>
                    <a:pt x="12723" y="2234"/>
                    <a:pt x="12723" y="2234"/>
                  </a:cubicBezTo>
                  <a:cubicBezTo>
                    <a:pt x="12760" y="2166"/>
                    <a:pt x="12760" y="2166"/>
                    <a:pt x="12760" y="2166"/>
                  </a:cubicBezTo>
                  <a:cubicBezTo>
                    <a:pt x="12797" y="2031"/>
                    <a:pt x="12797" y="2031"/>
                    <a:pt x="12797" y="2031"/>
                  </a:cubicBezTo>
                  <a:cubicBezTo>
                    <a:pt x="12834" y="1963"/>
                    <a:pt x="12834" y="1963"/>
                    <a:pt x="12834" y="1963"/>
                  </a:cubicBezTo>
                  <a:cubicBezTo>
                    <a:pt x="12871" y="1963"/>
                    <a:pt x="12871" y="1963"/>
                    <a:pt x="12871" y="1963"/>
                  </a:cubicBezTo>
                  <a:cubicBezTo>
                    <a:pt x="12908" y="1895"/>
                    <a:pt x="12908" y="1895"/>
                    <a:pt x="12908" y="1895"/>
                  </a:cubicBezTo>
                  <a:cubicBezTo>
                    <a:pt x="12908" y="1963"/>
                    <a:pt x="12908" y="1963"/>
                    <a:pt x="12908" y="1963"/>
                  </a:cubicBezTo>
                  <a:cubicBezTo>
                    <a:pt x="12908" y="1963"/>
                    <a:pt x="12908" y="1963"/>
                    <a:pt x="12908" y="1963"/>
                  </a:cubicBezTo>
                  <a:cubicBezTo>
                    <a:pt x="12945" y="1963"/>
                    <a:pt x="12945" y="1963"/>
                    <a:pt x="12945" y="1963"/>
                  </a:cubicBezTo>
                  <a:cubicBezTo>
                    <a:pt x="12945" y="2031"/>
                    <a:pt x="12945" y="2031"/>
                    <a:pt x="12945" y="2031"/>
                  </a:cubicBezTo>
                  <a:cubicBezTo>
                    <a:pt x="12982" y="1963"/>
                    <a:pt x="12982" y="1963"/>
                    <a:pt x="12982" y="1963"/>
                  </a:cubicBezTo>
                  <a:cubicBezTo>
                    <a:pt x="12982" y="1963"/>
                    <a:pt x="12982" y="1963"/>
                    <a:pt x="12982" y="1963"/>
                  </a:cubicBezTo>
                  <a:cubicBezTo>
                    <a:pt x="13056" y="1895"/>
                    <a:pt x="13056" y="1895"/>
                    <a:pt x="13056" y="1895"/>
                  </a:cubicBezTo>
                  <a:cubicBezTo>
                    <a:pt x="13056" y="1828"/>
                    <a:pt x="13056" y="1828"/>
                    <a:pt x="13056" y="1828"/>
                  </a:cubicBezTo>
                  <a:cubicBezTo>
                    <a:pt x="13056" y="1828"/>
                    <a:pt x="13056" y="1828"/>
                    <a:pt x="13056" y="1828"/>
                  </a:cubicBezTo>
                  <a:cubicBezTo>
                    <a:pt x="13019" y="1828"/>
                    <a:pt x="13019" y="1828"/>
                    <a:pt x="13019" y="1828"/>
                  </a:cubicBezTo>
                  <a:cubicBezTo>
                    <a:pt x="12945" y="1895"/>
                    <a:pt x="12945" y="1895"/>
                    <a:pt x="12945" y="1895"/>
                  </a:cubicBezTo>
                  <a:cubicBezTo>
                    <a:pt x="12908" y="1828"/>
                    <a:pt x="12908" y="1828"/>
                    <a:pt x="12908" y="1828"/>
                  </a:cubicBezTo>
                  <a:cubicBezTo>
                    <a:pt x="12871" y="1760"/>
                    <a:pt x="12871" y="1760"/>
                    <a:pt x="12871" y="1760"/>
                  </a:cubicBezTo>
                  <a:cubicBezTo>
                    <a:pt x="12834" y="1760"/>
                    <a:pt x="12834" y="1760"/>
                    <a:pt x="12834" y="1760"/>
                  </a:cubicBezTo>
                  <a:cubicBezTo>
                    <a:pt x="12797" y="1760"/>
                    <a:pt x="12797" y="1760"/>
                    <a:pt x="12797" y="1760"/>
                  </a:cubicBezTo>
                  <a:cubicBezTo>
                    <a:pt x="12797" y="1692"/>
                    <a:pt x="12797" y="1692"/>
                    <a:pt x="12797" y="1692"/>
                  </a:cubicBezTo>
                  <a:cubicBezTo>
                    <a:pt x="12760" y="1625"/>
                    <a:pt x="12760" y="1625"/>
                    <a:pt x="12760" y="1625"/>
                  </a:cubicBezTo>
                  <a:cubicBezTo>
                    <a:pt x="12723" y="1625"/>
                    <a:pt x="12723" y="1625"/>
                    <a:pt x="12723" y="1625"/>
                  </a:cubicBezTo>
                  <a:cubicBezTo>
                    <a:pt x="12686" y="1557"/>
                    <a:pt x="12686" y="1557"/>
                    <a:pt x="12686" y="1557"/>
                  </a:cubicBezTo>
                  <a:cubicBezTo>
                    <a:pt x="12686" y="1489"/>
                    <a:pt x="12686" y="1489"/>
                    <a:pt x="12686" y="1489"/>
                  </a:cubicBezTo>
                  <a:cubicBezTo>
                    <a:pt x="12686" y="1421"/>
                    <a:pt x="12686" y="1421"/>
                    <a:pt x="12686" y="1421"/>
                  </a:cubicBezTo>
                  <a:cubicBezTo>
                    <a:pt x="12649" y="1354"/>
                    <a:pt x="12649" y="1354"/>
                    <a:pt x="12649" y="1354"/>
                  </a:cubicBezTo>
                  <a:cubicBezTo>
                    <a:pt x="12612" y="1354"/>
                    <a:pt x="12612" y="1354"/>
                    <a:pt x="12612" y="1354"/>
                  </a:cubicBezTo>
                  <a:cubicBezTo>
                    <a:pt x="12612" y="1354"/>
                    <a:pt x="12612" y="1354"/>
                    <a:pt x="12612" y="1354"/>
                  </a:cubicBezTo>
                  <a:cubicBezTo>
                    <a:pt x="12649" y="1286"/>
                    <a:pt x="12649" y="1286"/>
                    <a:pt x="12649" y="1286"/>
                  </a:cubicBezTo>
                  <a:cubicBezTo>
                    <a:pt x="12649" y="1286"/>
                    <a:pt x="12649" y="1286"/>
                    <a:pt x="12649" y="1286"/>
                  </a:cubicBezTo>
                  <a:cubicBezTo>
                    <a:pt x="12649" y="1218"/>
                    <a:pt x="12649" y="1218"/>
                    <a:pt x="12649" y="1218"/>
                  </a:cubicBezTo>
                  <a:cubicBezTo>
                    <a:pt x="12649" y="1218"/>
                    <a:pt x="12649" y="1218"/>
                    <a:pt x="12649" y="1218"/>
                  </a:cubicBezTo>
                  <a:cubicBezTo>
                    <a:pt x="12649" y="1218"/>
                    <a:pt x="12649" y="1218"/>
                    <a:pt x="12649" y="1218"/>
                  </a:cubicBezTo>
                  <a:cubicBezTo>
                    <a:pt x="12649" y="1151"/>
                    <a:pt x="12649" y="1151"/>
                    <a:pt x="12649" y="1151"/>
                  </a:cubicBezTo>
                  <a:cubicBezTo>
                    <a:pt x="12612" y="1151"/>
                    <a:pt x="12612" y="1151"/>
                    <a:pt x="12612" y="1151"/>
                  </a:cubicBezTo>
                  <a:cubicBezTo>
                    <a:pt x="12538" y="1151"/>
                    <a:pt x="12538" y="1151"/>
                    <a:pt x="12538" y="1151"/>
                  </a:cubicBezTo>
                  <a:cubicBezTo>
                    <a:pt x="12501" y="1151"/>
                    <a:pt x="12501" y="1151"/>
                    <a:pt x="12501" y="1151"/>
                  </a:cubicBezTo>
                  <a:cubicBezTo>
                    <a:pt x="12501" y="1083"/>
                    <a:pt x="12501" y="1083"/>
                    <a:pt x="12501" y="1083"/>
                  </a:cubicBezTo>
                  <a:cubicBezTo>
                    <a:pt x="12464" y="1083"/>
                    <a:pt x="12464" y="1083"/>
                    <a:pt x="12464" y="1083"/>
                  </a:cubicBezTo>
                  <a:cubicBezTo>
                    <a:pt x="12427" y="1083"/>
                    <a:pt x="12427" y="1083"/>
                    <a:pt x="12427" y="1083"/>
                  </a:cubicBezTo>
                  <a:cubicBezTo>
                    <a:pt x="12390" y="1083"/>
                    <a:pt x="12390" y="1083"/>
                    <a:pt x="12390" y="1083"/>
                  </a:cubicBezTo>
                  <a:cubicBezTo>
                    <a:pt x="12464" y="1151"/>
                    <a:pt x="12464" y="1151"/>
                    <a:pt x="12464" y="1151"/>
                  </a:cubicBezTo>
                  <a:cubicBezTo>
                    <a:pt x="12501" y="1151"/>
                    <a:pt x="12501" y="1151"/>
                    <a:pt x="12501" y="1151"/>
                  </a:cubicBezTo>
                  <a:cubicBezTo>
                    <a:pt x="12501" y="1218"/>
                    <a:pt x="12501" y="1218"/>
                    <a:pt x="12501" y="1218"/>
                  </a:cubicBezTo>
                  <a:cubicBezTo>
                    <a:pt x="12464" y="1218"/>
                    <a:pt x="12464" y="1218"/>
                    <a:pt x="12464" y="1218"/>
                  </a:cubicBezTo>
                  <a:cubicBezTo>
                    <a:pt x="12464" y="1218"/>
                    <a:pt x="12464" y="1218"/>
                    <a:pt x="12464" y="1218"/>
                  </a:cubicBezTo>
                  <a:cubicBezTo>
                    <a:pt x="12427" y="1218"/>
                    <a:pt x="12427" y="1218"/>
                    <a:pt x="12427" y="1218"/>
                  </a:cubicBezTo>
                  <a:cubicBezTo>
                    <a:pt x="12390" y="1218"/>
                    <a:pt x="12390" y="1218"/>
                    <a:pt x="12390" y="1218"/>
                  </a:cubicBezTo>
                  <a:cubicBezTo>
                    <a:pt x="12427" y="1286"/>
                    <a:pt x="12427" y="1286"/>
                    <a:pt x="12427" y="1286"/>
                  </a:cubicBezTo>
                  <a:cubicBezTo>
                    <a:pt x="12427" y="1354"/>
                    <a:pt x="12427" y="1354"/>
                    <a:pt x="12427" y="1354"/>
                  </a:cubicBezTo>
                  <a:cubicBezTo>
                    <a:pt x="12427" y="1421"/>
                    <a:pt x="12427" y="1421"/>
                    <a:pt x="12427" y="1421"/>
                  </a:cubicBezTo>
                  <a:cubicBezTo>
                    <a:pt x="12501" y="1489"/>
                    <a:pt x="12501" y="1489"/>
                    <a:pt x="12501" y="1489"/>
                  </a:cubicBezTo>
                  <a:cubicBezTo>
                    <a:pt x="12501" y="1557"/>
                    <a:pt x="12501" y="1557"/>
                    <a:pt x="12501" y="1557"/>
                  </a:cubicBezTo>
                  <a:cubicBezTo>
                    <a:pt x="12501" y="1557"/>
                    <a:pt x="12501" y="1557"/>
                    <a:pt x="12501" y="1557"/>
                  </a:cubicBezTo>
                  <a:cubicBezTo>
                    <a:pt x="12464" y="1557"/>
                    <a:pt x="12464" y="1557"/>
                    <a:pt x="12464" y="1557"/>
                  </a:cubicBezTo>
                  <a:cubicBezTo>
                    <a:pt x="12427" y="1489"/>
                    <a:pt x="12427" y="1489"/>
                    <a:pt x="12427" y="1489"/>
                  </a:cubicBezTo>
                  <a:cubicBezTo>
                    <a:pt x="12390" y="1421"/>
                    <a:pt x="12390" y="1421"/>
                    <a:pt x="12390" y="1421"/>
                  </a:cubicBezTo>
                  <a:cubicBezTo>
                    <a:pt x="12353" y="1421"/>
                    <a:pt x="12353" y="1421"/>
                    <a:pt x="12353" y="1421"/>
                  </a:cubicBezTo>
                  <a:cubicBezTo>
                    <a:pt x="12353" y="1421"/>
                    <a:pt x="12353" y="1421"/>
                    <a:pt x="12353" y="1421"/>
                  </a:cubicBezTo>
                  <a:cubicBezTo>
                    <a:pt x="12316" y="1421"/>
                    <a:pt x="12316" y="1421"/>
                    <a:pt x="12316" y="1421"/>
                  </a:cubicBezTo>
                  <a:cubicBezTo>
                    <a:pt x="12316" y="1421"/>
                    <a:pt x="12316" y="1421"/>
                    <a:pt x="12316" y="1421"/>
                  </a:cubicBezTo>
                  <a:cubicBezTo>
                    <a:pt x="12279" y="1421"/>
                    <a:pt x="12279" y="1421"/>
                    <a:pt x="12279" y="1421"/>
                  </a:cubicBezTo>
                  <a:cubicBezTo>
                    <a:pt x="12279" y="1354"/>
                    <a:pt x="12279" y="1354"/>
                    <a:pt x="12279" y="1354"/>
                  </a:cubicBezTo>
                  <a:cubicBezTo>
                    <a:pt x="12279" y="1286"/>
                    <a:pt x="12279" y="1286"/>
                    <a:pt x="12279" y="1286"/>
                  </a:cubicBezTo>
                  <a:cubicBezTo>
                    <a:pt x="12242" y="1286"/>
                    <a:pt x="12242" y="1286"/>
                    <a:pt x="12242" y="1286"/>
                  </a:cubicBezTo>
                  <a:cubicBezTo>
                    <a:pt x="12205" y="1218"/>
                    <a:pt x="12205" y="1218"/>
                    <a:pt x="12205" y="1218"/>
                  </a:cubicBezTo>
                  <a:cubicBezTo>
                    <a:pt x="12168" y="1218"/>
                    <a:pt x="12168" y="1218"/>
                    <a:pt x="12168" y="1218"/>
                  </a:cubicBezTo>
                  <a:cubicBezTo>
                    <a:pt x="12131" y="1218"/>
                    <a:pt x="12131" y="1218"/>
                    <a:pt x="12131" y="1218"/>
                  </a:cubicBezTo>
                  <a:cubicBezTo>
                    <a:pt x="12131" y="1151"/>
                    <a:pt x="12131" y="1151"/>
                    <a:pt x="12131" y="1151"/>
                  </a:cubicBezTo>
                  <a:cubicBezTo>
                    <a:pt x="12094" y="1218"/>
                    <a:pt x="12094" y="1218"/>
                    <a:pt x="12094" y="1218"/>
                  </a:cubicBezTo>
                  <a:cubicBezTo>
                    <a:pt x="12057" y="1218"/>
                    <a:pt x="12057" y="1218"/>
                    <a:pt x="12057" y="1218"/>
                  </a:cubicBezTo>
                  <a:cubicBezTo>
                    <a:pt x="12057" y="1286"/>
                    <a:pt x="12057" y="1286"/>
                    <a:pt x="12057" y="1286"/>
                  </a:cubicBezTo>
                  <a:cubicBezTo>
                    <a:pt x="12057" y="1354"/>
                    <a:pt x="12057" y="1354"/>
                    <a:pt x="12057" y="1354"/>
                  </a:cubicBezTo>
                  <a:cubicBezTo>
                    <a:pt x="12057" y="1421"/>
                    <a:pt x="12057" y="1421"/>
                    <a:pt x="12057" y="1421"/>
                  </a:cubicBezTo>
                  <a:cubicBezTo>
                    <a:pt x="12020" y="1489"/>
                    <a:pt x="12020" y="1489"/>
                    <a:pt x="12020" y="1489"/>
                  </a:cubicBezTo>
                  <a:cubicBezTo>
                    <a:pt x="11983" y="1489"/>
                    <a:pt x="11983" y="1489"/>
                    <a:pt x="11983" y="1489"/>
                  </a:cubicBezTo>
                  <a:cubicBezTo>
                    <a:pt x="11983" y="1557"/>
                    <a:pt x="11983" y="1557"/>
                    <a:pt x="11983" y="1557"/>
                  </a:cubicBezTo>
                  <a:cubicBezTo>
                    <a:pt x="12020" y="1625"/>
                    <a:pt x="12020" y="1625"/>
                    <a:pt x="12020" y="1625"/>
                  </a:cubicBezTo>
                  <a:cubicBezTo>
                    <a:pt x="12057" y="1625"/>
                    <a:pt x="12057" y="1625"/>
                    <a:pt x="12057" y="1625"/>
                  </a:cubicBezTo>
                  <a:cubicBezTo>
                    <a:pt x="12094" y="1692"/>
                    <a:pt x="12094" y="1692"/>
                    <a:pt x="12094" y="1692"/>
                  </a:cubicBezTo>
                  <a:cubicBezTo>
                    <a:pt x="12057" y="1692"/>
                    <a:pt x="12057" y="1692"/>
                    <a:pt x="12057" y="1692"/>
                  </a:cubicBezTo>
                  <a:cubicBezTo>
                    <a:pt x="12057" y="1692"/>
                    <a:pt x="12057" y="1692"/>
                    <a:pt x="12057" y="1692"/>
                  </a:cubicBezTo>
                  <a:cubicBezTo>
                    <a:pt x="12057" y="1760"/>
                    <a:pt x="12057" y="1760"/>
                    <a:pt x="12057" y="1760"/>
                  </a:cubicBezTo>
                  <a:cubicBezTo>
                    <a:pt x="12094" y="1760"/>
                    <a:pt x="12094" y="1760"/>
                    <a:pt x="12094" y="1760"/>
                  </a:cubicBezTo>
                  <a:cubicBezTo>
                    <a:pt x="12094" y="1828"/>
                    <a:pt x="12094" y="1828"/>
                    <a:pt x="12094" y="1828"/>
                  </a:cubicBezTo>
                  <a:cubicBezTo>
                    <a:pt x="12094" y="1828"/>
                    <a:pt x="12094" y="1828"/>
                    <a:pt x="12094" y="1828"/>
                  </a:cubicBezTo>
                  <a:cubicBezTo>
                    <a:pt x="12094" y="1895"/>
                    <a:pt x="12094" y="1895"/>
                    <a:pt x="12094" y="1895"/>
                  </a:cubicBezTo>
                  <a:cubicBezTo>
                    <a:pt x="12131" y="1895"/>
                    <a:pt x="12131" y="1895"/>
                    <a:pt x="12131" y="1895"/>
                  </a:cubicBezTo>
                  <a:cubicBezTo>
                    <a:pt x="12168" y="1963"/>
                    <a:pt x="12168" y="1963"/>
                    <a:pt x="12168" y="1963"/>
                  </a:cubicBezTo>
                  <a:cubicBezTo>
                    <a:pt x="12168" y="1963"/>
                    <a:pt x="12168" y="1963"/>
                    <a:pt x="12168" y="1963"/>
                  </a:cubicBezTo>
                  <a:cubicBezTo>
                    <a:pt x="12168" y="1963"/>
                    <a:pt x="12168" y="1963"/>
                    <a:pt x="12168" y="1963"/>
                  </a:cubicBezTo>
                  <a:cubicBezTo>
                    <a:pt x="12168" y="1963"/>
                    <a:pt x="12168" y="1963"/>
                    <a:pt x="12168" y="1963"/>
                  </a:cubicBezTo>
                  <a:cubicBezTo>
                    <a:pt x="12205" y="1963"/>
                    <a:pt x="12205" y="1963"/>
                    <a:pt x="12205" y="1963"/>
                  </a:cubicBezTo>
                  <a:cubicBezTo>
                    <a:pt x="12205" y="2031"/>
                    <a:pt x="12205" y="2031"/>
                    <a:pt x="12205" y="2031"/>
                  </a:cubicBezTo>
                  <a:cubicBezTo>
                    <a:pt x="12205" y="2031"/>
                    <a:pt x="12205" y="2031"/>
                    <a:pt x="12205" y="2031"/>
                  </a:cubicBezTo>
                  <a:cubicBezTo>
                    <a:pt x="12168" y="2031"/>
                    <a:pt x="12168" y="2031"/>
                    <a:pt x="12168" y="2031"/>
                  </a:cubicBezTo>
                  <a:cubicBezTo>
                    <a:pt x="12168" y="2031"/>
                    <a:pt x="12168" y="2031"/>
                    <a:pt x="12168" y="2031"/>
                  </a:cubicBezTo>
                  <a:cubicBezTo>
                    <a:pt x="12168" y="2031"/>
                    <a:pt x="12168" y="2031"/>
                    <a:pt x="12168" y="2031"/>
                  </a:cubicBezTo>
                  <a:cubicBezTo>
                    <a:pt x="12168" y="2099"/>
                    <a:pt x="12168" y="2099"/>
                    <a:pt x="12168" y="2099"/>
                  </a:cubicBezTo>
                  <a:cubicBezTo>
                    <a:pt x="12279" y="2234"/>
                    <a:pt x="12279" y="2234"/>
                    <a:pt x="12279" y="2234"/>
                  </a:cubicBezTo>
                  <a:cubicBezTo>
                    <a:pt x="12316" y="2234"/>
                    <a:pt x="12316" y="2234"/>
                    <a:pt x="12316" y="2234"/>
                  </a:cubicBezTo>
                  <a:cubicBezTo>
                    <a:pt x="12353" y="2234"/>
                    <a:pt x="12353" y="2234"/>
                    <a:pt x="12353" y="2234"/>
                  </a:cubicBezTo>
                  <a:cubicBezTo>
                    <a:pt x="12390" y="2302"/>
                    <a:pt x="12390" y="2302"/>
                    <a:pt x="12390" y="2302"/>
                  </a:cubicBezTo>
                  <a:cubicBezTo>
                    <a:pt x="12427" y="2302"/>
                    <a:pt x="12427" y="2302"/>
                    <a:pt x="12427" y="2302"/>
                  </a:cubicBezTo>
                  <a:cubicBezTo>
                    <a:pt x="12427" y="2369"/>
                    <a:pt x="12427" y="2369"/>
                    <a:pt x="12427" y="2369"/>
                  </a:cubicBezTo>
                  <a:cubicBezTo>
                    <a:pt x="12464" y="2369"/>
                    <a:pt x="12464" y="2369"/>
                    <a:pt x="12464" y="2369"/>
                  </a:cubicBezTo>
                  <a:cubicBezTo>
                    <a:pt x="12501" y="2369"/>
                    <a:pt x="12501" y="2369"/>
                    <a:pt x="12501" y="2369"/>
                  </a:cubicBezTo>
                  <a:cubicBezTo>
                    <a:pt x="12538" y="2369"/>
                    <a:pt x="12538" y="2369"/>
                    <a:pt x="12538" y="2369"/>
                  </a:cubicBezTo>
                  <a:cubicBezTo>
                    <a:pt x="12612" y="2369"/>
                    <a:pt x="12612" y="2369"/>
                    <a:pt x="12612" y="2369"/>
                  </a:cubicBezTo>
                  <a:cubicBezTo>
                    <a:pt x="12649" y="2437"/>
                    <a:pt x="12649" y="2437"/>
                    <a:pt x="12649" y="2437"/>
                  </a:cubicBezTo>
                  <a:cubicBezTo>
                    <a:pt x="12649" y="2369"/>
                    <a:pt x="12649" y="2369"/>
                    <a:pt x="12649" y="2369"/>
                  </a:cubicBezTo>
                  <a:cubicBezTo>
                    <a:pt x="12686" y="2369"/>
                    <a:pt x="12686" y="2369"/>
                    <a:pt x="12686" y="2369"/>
                  </a:cubicBezTo>
                  <a:cubicBezTo>
                    <a:pt x="12686" y="2302"/>
                    <a:pt x="12686" y="2302"/>
                    <a:pt x="12686" y="2302"/>
                  </a:cubicBezTo>
                  <a:cubicBezTo>
                    <a:pt x="12649" y="2234"/>
                    <a:pt x="12649" y="2234"/>
                    <a:pt x="12649" y="2234"/>
                  </a:cubicBezTo>
                  <a:cubicBezTo>
                    <a:pt x="12649" y="2166"/>
                    <a:pt x="12649" y="2166"/>
                    <a:pt x="12649" y="2166"/>
                  </a:cubicBezTo>
                  <a:close/>
                  <a:moveTo>
                    <a:pt x="12686" y="1151"/>
                  </a:moveTo>
                  <a:cubicBezTo>
                    <a:pt x="12723" y="1151"/>
                    <a:pt x="12723" y="1151"/>
                    <a:pt x="12723" y="1151"/>
                  </a:cubicBezTo>
                  <a:cubicBezTo>
                    <a:pt x="12760" y="1151"/>
                    <a:pt x="12760" y="1151"/>
                    <a:pt x="12760" y="1151"/>
                  </a:cubicBezTo>
                  <a:cubicBezTo>
                    <a:pt x="12797" y="1151"/>
                    <a:pt x="12797" y="1151"/>
                    <a:pt x="12797" y="1151"/>
                  </a:cubicBezTo>
                  <a:cubicBezTo>
                    <a:pt x="12871" y="1218"/>
                    <a:pt x="12871" y="1218"/>
                    <a:pt x="12871" y="1218"/>
                  </a:cubicBezTo>
                  <a:cubicBezTo>
                    <a:pt x="12908" y="1218"/>
                    <a:pt x="12908" y="1218"/>
                    <a:pt x="12908" y="1218"/>
                  </a:cubicBezTo>
                  <a:cubicBezTo>
                    <a:pt x="12945" y="1218"/>
                    <a:pt x="12945" y="1218"/>
                    <a:pt x="12945" y="1218"/>
                  </a:cubicBezTo>
                  <a:cubicBezTo>
                    <a:pt x="13019" y="1218"/>
                    <a:pt x="13019" y="1218"/>
                    <a:pt x="13019" y="1218"/>
                  </a:cubicBezTo>
                  <a:cubicBezTo>
                    <a:pt x="13130" y="1286"/>
                    <a:pt x="13130" y="1286"/>
                    <a:pt x="13130" y="1286"/>
                  </a:cubicBezTo>
                  <a:cubicBezTo>
                    <a:pt x="13130" y="1286"/>
                    <a:pt x="13130" y="1286"/>
                    <a:pt x="13130" y="1286"/>
                  </a:cubicBezTo>
                  <a:cubicBezTo>
                    <a:pt x="13093" y="1286"/>
                    <a:pt x="13093" y="1286"/>
                    <a:pt x="13093" y="1286"/>
                  </a:cubicBezTo>
                  <a:cubicBezTo>
                    <a:pt x="13056" y="1354"/>
                    <a:pt x="13056" y="1354"/>
                    <a:pt x="13056" y="1354"/>
                  </a:cubicBezTo>
                  <a:cubicBezTo>
                    <a:pt x="13056" y="1421"/>
                    <a:pt x="13056" y="1421"/>
                    <a:pt x="13056" y="1421"/>
                  </a:cubicBezTo>
                  <a:cubicBezTo>
                    <a:pt x="13093" y="1489"/>
                    <a:pt x="13093" y="1489"/>
                    <a:pt x="13093" y="1489"/>
                  </a:cubicBezTo>
                  <a:cubicBezTo>
                    <a:pt x="13130" y="1489"/>
                    <a:pt x="13130" y="1489"/>
                    <a:pt x="13130" y="1489"/>
                  </a:cubicBezTo>
                  <a:cubicBezTo>
                    <a:pt x="13130" y="1557"/>
                    <a:pt x="13130" y="1557"/>
                    <a:pt x="13130" y="1557"/>
                  </a:cubicBezTo>
                  <a:cubicBezTo>
                    <a:pt x="13130" y="1557"/>
                    <a:pt x="13130" y="1557"/>
                    <a:pt x="13130" y="1557"/>
                  </a:cubicBezTo>
                  <a:cubicBezTo>
                    <a:pt x="13130" y="1625"/>
                    <a:pt x="13130" y="1625"/>
                    <a:pt x="13130" y="1625"/>
                  </a:cubicBezTo>
                  <a:cubicBezTo>
                    <a:pt x="13130" y="1692"/>
                    <a:pt x="13130" y="1692"/>
                    <a:pt x="13130" y="1692"/>
                  </a:cubicBezTo>
                  <a:cubicBezTo>
                    <a:pt x="13093" y="1760"/>
                    <a:pt x="13093" y="1760"/>
                    <a:pt x="13093" y="1760"/>
                  </a:cubicBezTo>
                  <a:cubicBezTo>
                    <a:pt x="13056" y="1760"/>
                    <a:pt x="13056" y="1760"/>
                    <a:pt x="13056" y="1760"/>
                  </a:cubicBezTo>
                  <a:cubicBezTo>
                    <a:pt x="13056" y="1760"/>
                    <a:pt x="13056" y="1760"/>
                    <a:pt x="13056" y="1760"/>
                  </a:cubicBezTo>
                  <a:cubicBezTo>
                    <a:pt x="13019" y="1760"/>
                    <a:pt x="13019" y="1760"/>
                    <a:pt x="13019" y="1760"/>
                  </a:cubicBezTo>
                  <a:cubicBezTo>
                    <a:pt x="12982" y="1760"/>
                    <a:pt x="12982" y="1760"/>
                    <a:pt x="12982" y="1760"/>
                  </a:cubicBezTo>
                  <a:cubicBezTo>
                    <a:pt x="12945" y="1828"/>
                    <a:pt x="12945" y="1828"/>
                    <a:pt x="12945" y="1828"/>
                  </a:cubicBezTo>
                  <a:cubicBezTo>
                    <a:pt x="12871" y="1760"/>
                    <a:pt x="12871" y="1760"/>
                    <a:pt x="12871" y="1760"/>
                  </a:cubicBezTo>
                  <a:cubicBezTo>
                    <a:pt x="12834" y="1692"/>
                    <a:pt x="12834" y="1692"/>
                    <a:pt x="12834" y="1692"/>
                  </a:cubicBezTo>
                  <a:cubicBezTo>
                    <a:pt x="12760" y="1557"/>
                    <a:pt x="12760" y="1557"/>
                    <a:pt x="12760" y="1557"/>
                  </a:cubicBezTo>
                  <a:cubicBezTo>
                    <a:pt x="12760" y="1489"/>
                    <a:pt x="12760" y="1489"/>
                    <a:pt x="12760" y="1489"/>
                  </a:cubicBezTo>
                  <a:cubicBezTo>
                    <a:pt x="12760" y="1421"/>
                    <a:pt x="12760" y="1421"/>
                    <a:pt x="12760" y="1421"/>
                  </a:cubicBezTo>
                  <a:cubicBezTo>
                    <a:pt x="12760" y="1421"/>
                    <a:pt x="12760" y="1421"/>
                    <a:pt x="12760" y="1421"/>
                  </a:cubicBezTo>
                  <a:cubicBezTo>
                    <a:pt x="12797" y="1354"/>
                    <a:pt x="12797" y="1354"/>
                    <a:pt x="12797" y="1354"/>
                  </a:cubicBezTo>
                  <a:cubicBezTo>
                    <a:pt x="12760" y="1354"/>
                    <a:pt x="12760" y="1354"/>
                    <a:pt x="12760" y="1354"/>
                  </a:cubicBezTo>
                  <a:cubicBezTo>
                    <a:pt x="12760" y="1286"/>
                    <a:pt x="12760" y="1286"/>
                    <a:pt x="12760" y="1286"/>
                  </a:cubicBezTo>
                  <a:cubicBezTo>
                    <a:pt x="12723" y="1286"/>
                    <a:pt x="12723" y="1286"/>
                    <a:pt x="12723" y="1286"/>
                  </a:cubicBezTo>
                  <a:cubicBezTo>
                    <a:pt x="12723" y="1218"/>
                    <a:pt x="12723" y="1218"/>
                    <a:pt x="12723" y="1218"/>
                  </a:cubicBezTo>
                  <a:cubicBezTo>
                    <a:pt x="12686" y="1218"/>
                    <a:pt x="12686" y="1218"/>
                    <a:pt x="12686" y="1218"/>
                  </a:cubicBezTo>
                  <a:cubicBezTo>
                    <a:pt x="12686" y="1151"/>
                    <a:pt x="12686" y="1151"/>
                    <a:pt x="12686" y="1151"/>
                  </a:cubicBezTo>
                  <a:close/>
                  <a:moveTo>
                    <a:pt x="7212" y="2573"/>
                  </a:moveTo>
                  <a:cubicBezTo>
                    <a:pt x="7212" y="2573"/>
                    <a:pt x="7249" y="2505"/>
                    <a:pt x="7249" y="2505"/>
                  </a:cubicBezTo>
                  <a:cubicBezTo>
                    <a:pt x="7286" y="2437"/>
                    <a:pt x="7286" y="2437"/>
                    <a:pt x="7286" y="2437"/>
                  </a:cubicBezTo>
                  <a:cubicBezTo>
                    <a:pt x="7323" y="2369"/>
                    <a:pt x="7323" y="2369"/>
                    <a:pt x="7323" y="2369"/>
                  </a:cubicBezTo>
                  <a:cubicBezTo>
                    <a:pt x="7360" y="2369"/>
                    <a:pt x="7360" y="2369"/>
                    <a:pt x="7360" y="2369"/>
                  </a:cubicBezTo>
                  <a:cubicBezTo>
                    <a:pt x="7323" y="2302"/>
                    <a:pt x="7323" y="2302"/>
                    <a:pt x="7323" y="2302"/>
                  </a:cubicBezTo>
                  <a:cubicBezTo>
                    <a:pt x="7360" y="2234"/>
                    <a:pt x="7360" y="2234"/>
                    <a:pt x="7360" y="2234"/>
                  </a:cubicBezTo>
                  <a:cubicBezTo>
                    <a:pt x="7397" y="2166"/>
                    <a:pt x="7397" y="2166"/>
                    <a:pt x="7397" y="2166"/>
                  </a:cubicBezTo>
                  <a:cubicBezTo>
                    <a:pt x="7434" y="2166"/>
                    <a:pt x="7434" y="2166"/>
                    <a:pt x="7434" y="2166"/>
                  </a:cubicBezTo>
                  <a:cubicBezTo>
                    <a:pt x="7471" y="2234"/>
                    <a:pt x="7471" y="2234"/>
                    <a:pt x="7471" y="2234"/>
                  </a:cubicBezTo>
                  <a:cubicBezTo>
                    <a:pt x="7471" y="2166"/>
                    <a:pt x="7471" y="2166"/>
                    <a:pt x="7471" y="2166"/>
                  </a:cubicBezTo>
                  <a:cubicBezTo>
                    <a:pt x="7508" y="2166"/>
                    <a:pt x="7508" y="2166"/>
                    <a:pt x="7508" y="2166"/>
                  </a:cubicBezTo>
                  <a:cubicBezTo>
                    <a:pt x="7508" y="2099"/>
                    <a:pt x="7508" y="2099"/>
                    <a:pt x="7508" y="2099"/>
                  </a:cubicBezTo>
                  <a:cubicBezTo>
                    <a:pt x="7545" y="2099"/>
                    <a:pt x="7545" y="2099"/>
                    <a:pt x="7545" y="2099"/>
                  </a:cubicBezTo>
                  <a:cubicBezTo>
                    <a:pt x="7619" y="2031"/>
                    <a:pt x="7619" y="2031"/>
                    <a:pt x="7619" y="2031"/>
                  </a:cubicBezTo>
                  <a:cubicBezTo>
                    <a:pt x="7619" y="1963"/>
                    <a:pt x="7619" y="1963"/>
                    <a:pt x="7619" y="1963"/>
                  </a:cubicBezTo>
                  <a:cubicBezTo>
                    <a:pt x="7619" y="1963"/>
                    <a:pt x="7619" y="1963"/>
                    <a:pt x="7619" y="1963"/>
                  </a:cubicBezTo>
                  <a:cubicBezTo>
                    <a:pt x="7656" y="1828"/>
                    <a:pt x="7656" y="1828"/>
                    <a:pt x="7656" y="1828"/>
                  </a:cubicBezTo>
                  <a:cubicBezTo>
                    <a:pt x="7656" y="1760"/>
                    <a:pt x="7656" y="1760"/>
                    <a:pt x="7656" y="1760"/>
                  </a:cubicBezTo>
                  <a:cubicBezTo>
                    <a:pt x="7619" y="1692"/>
                    <a:pt x="7619" y="1692"/>
                    <a:pt x="7619" y="1692"/>
                  </a:cubicBezTo>
                  <a:cubicBezTo>
                    <a:pt x="7582" y="1625"/>
                    <a:pt x="7582" y="1625"/>
                    <a:pt x="7582" y="1625"/>
                  </a:cubicBezTo>
                  <a:cubicBezTo>
                    <a:pt x="7582" y="1557"/>
                    <a:pt x="7582" y="1557"/>
                    <a:pt x="7582" y="1557"/>
                  </a:cubicBezTo>
                  <a:cubicBezTo>
                    <a:pt x="7545" y="1557"/>
                    <a:pt x="7545" y="1557"/>
                    <a:pt x="7545" y="1557"/>
                  </a:cubicBezTo>
                  <a:cubicBezTo>
                    <a:pt x="7508" y="1489"/>
                    <a:pt x="7508" y="1489"/>
                    <a:pt x="7508" y="1489"/>
                  </a:cubicBezTo>
                  <a:cubicBezTo>
                    <a:pt x="7508" y="1557"/>
                    <a:pt x="7508" y="1557"/>
                    <a:pt x="7508" y="1557"/>
                  </a:cubicBezTo>
                  <a:cubicBezTo>
                    <a:pt x="7471" y="1489"/>
                    <a:pt x="7471" y="1489"/>
                    <a:pt x="7471" y="1489"/>
                  </a:cubicBezTo>
                  <a:cubicBezTo>
                    <a:pt x="7434" y="1489"/>
                    <a:pt x="7434" y="1489"/>
                    <a:pt x="7434" y="1489"/>
                  </a:cubicBezTo>
                  <a:cubicBezTo>
                    <a:pt x="7397" y="1421"/>
                    <a:pt x="7397" y="1421"/>
                    <a:pt x="7397" y="1421"/>
                  </a:cubicBezTo>
                  <a:cubicBezTo>
                    <a:pt x="7360" y="1421"/>
                    <a:pt x="7360" y="1421"/>
                    <a:pt x="7360" y="1421"/>
                  </a:cubicBezTo>
                  <a:cubicBezTo>
                    <a:pt x="7360" y="1421"/>
                    <a:pt x="7360" y="1421"/>
                    <a:pt x="7360" y="1421"/>
                  </a:cubicBezTo>
                  <a:cubicBezTo>
                    <a:pt x="7323" y="1421"/>
                    <a:pt x="7323" y="1421"/>
                    <a:pt x="7323" y="1421"/>
                  </a:cubicBezTo>
                  <a:cubicBezTo>
                    <a:pt x="7323" y="1354"/>
                    <a:pt x="7323" y="1354"/>
                    <a:pt x="7323" y="1354"/>
                  </a:cubicBezTo>
                  <a:cubicBezTo>
                    <a:pt x="7323" y="1354"/>
                    <a:pt x="7323" y="1354"/>
                    <a:pt x="7323" y="1354"/>
                  </a:cubicBezTo>
                  <a:cubicBezTo>
                    <a:pt x="7286" y="1354"/>
                    <a:pt x="7286" y="1354"/>
                    <a:pt x="7286" y="1354"/>
                  </a:cubicBezTo>
                  <a:cubicBezTo>
                    <a:pt x="7286" y="1354"/>
                    <a:pt x="7286" y="1354"/>
                    <a:pt x="7286" y="1354"/>
                  </a:cubicBezTo>
                  <a:cubicBezTo>
                    <a:pt x="7249" y="1354"/>
                    <a:pt x="7249" y="1354"/>
                    <a:pt x="7249" y="1354"/>
                  </a:cubicBezTo>
                  <a:cubicBezTo>
                    <a:pt x="7212" y="1286"/>
                    <a:pt x="7212" y="1286"/>
                    <a:pt x="7212" y="1286"/>
                  </a:cubicBezTo>
                  <a:cubicBezTo>
                    <a:pt x="7212" y="1286"/>
                    <a:pt x="7212" y="1286"/>
                    <a:pt x="7212" y="1286"/>
                  </a:cubicBezTo>
                  <a:cubicBezTo>
                    <a:pt x="7212" y="1354"/>
                    <a:pt x="7212" y="1354"/>
                    <a:pt x="7212" y="1354"/>
                  </a:cubicBezTo>
                  <a:cubicBezTo>
                    <a:pt x="7249" y="1354"/>
                    <a:pt x="7249" y="1354"/>
                    <a:pt x="7249" y="1354"/>
                  </a:cubicBezTo>
                  <a:cubicBezTo>
                    <a:pt x="7249" y="1421"/>
                    <a:pt x="7249" y="1421"/>
                    <a:pt x="7249" y="1421"/>
                  </a:cubicBezTo>
                  <a:cubicBezTo>
                    <a:pt x="7212" y="1421"/>
                    <a:pt x="7212" y="1421"/>
                    <a:pt x="7212" y="1421"/>
                  </a:cubicBezTo>
                  <a:cubicBezTo>
                    <a:pt x="7212" y="1489"/>
                    <a:pt x="7212" y="1489"/>
                    <a:pt x="7212" y="1489"/>
                  </a:cubicBezTo>
                  <a:cubicBezTo>
                    <a:pt x="7212" y="1489"/>
                    <a:pt x="7212" y="1489"/>
                    <a:pt x="7212" y="1489"/>
                  </a:cubicBezTo>
                  <a:cubicBezTo>
                    <a:pt x="7175" y="1421"/>
                    <a:pt x="7175" y="1421"/>
                    <a:pt x="7175" y="1421"/>
                  </a:cubicBezTo>
                  <a:cubicBezTo>
                    <a:pt x="7175" y="1286"/>
                    <a:pt x="7175" y="1286"/>
                    <a:pt x="7175" y="1286"/>
                  </a:cubicBezTo>
                  <a:cubicBezTo>
                    <a:pt x="7138" y="1218"/>
                    <a:pt x="7138" y="1218"/>
                    <a:pt x="7138" y="1218"/>
                  </a:cubicBezTo>
                  <a:cubicBezTo>
                    <a:pt x="7101" y="1218"/>
                    <a:pt x="7101" y="1218"/>
                    <a:pt x="7101" y="1218"/>
                  </a:cubicBezTo>
                  <a:cubicBezTo>
                    <a:pt x="7064" y="1218"/>
                    <a:pt x="7064" y="1218"/>
                    <a:pt x="7064" y="1218"/>
                  </a:cubicBezTo>
                  <a:cubicBezTo>
                    <a:pt x="7064" y="1218"/>
                    <a:pt x="7064" y="1218"/>
                    <a:pt x="7064" y="1218"/>
                  </a:cubicBezTo>
                  <a:cubicBezTo>
                    <a:pt x="7027" y="1218"/>
                    <a:pt x="7027" y="1218"/>
                    <a:pt x="7027" y="1218"/>
                  </a:cubicBezTo>
                  <a:cubicBezTo>
                    <a:pt x="7027" y="1286"/>
                    <a:pt x="7027" y="1286"/>
                    <a:pt x="7027" y="1286"/>
                  </a:cubicBezTo>
                  <a:cubicBezTo>
                    <a:pt x="7064" y="1354"/>
                    <a:pt x="7064" y="1354"/>
                    <a:pt x="7064" y="1354"/>
                  </a:cubicBezTo>
                  <a:cubicBezTo>
                    <a:pt x="7101" y="1354"/>
                    <a:pt x="7101" y="1354"/>
                    <a:pt x="7101" y="1354"/>
                  </a:cubicBezTo>
                  <a:cubicBezTo>
                    <a:pt x="7064" y="1421"/>
                    <a:pt x="7064" y="1421"/>
                    <a:pt x="7064" y="1421"/>
                  </a:cubicBezTo>
                  <a:cubicBezTo>
                    <a:pt x="7064" y="1421"/>
                    <a:pt x="7064" y="1421"/>
                    <a:pt x="7064" y="1421"/>
                  </a:cubicBezTo>
                  <a:cubicBezTo>
                    <a:pt x="7027" y="1354"/>
                    <a:pt x="7027" y="1354"/>
                    <a:pt x="7027" y="1354"/>
                  </a:cubicBezTo>
                  <a:cubicBezTo>
                    <a:pt x="7027" y="1354"/>
                    <a:pt x="7027" y="1354"/>
                    <a:pt x="7027" y="1354"/>
                  </a:cubicBezTo>
                  <a:cubicBezTo>
                    <a:pt x="6990" y="1354"/>
                    <a:pt x="6990" y="1354"/>
                    <a:pt x="6990" y="1354"/>
                  </a:cubicBezTo>
                  <a:cubicBezTo>
                    <a:pt x="7027" y="1354"/>
                    <a:pt x="7027" y="1354"/>
                    <a:pt x="7027" y="1354"/>
                  </a:cubicBezTo>
                  <a:cubicBezTo>
                    <a:pt x="7027" y="1421"/>
                    <a:pt x="7027" y="1421"/>
                    <a:pt x="7027" y="1421"/>
                  </a:cubicBezTo>
                  <a:cubicBezTo>
                    <a:pt x="7027" y="1421"/>
                    <a:pt x="7027" y="1421"/>
                    <a:pt x="7027" y="1421"/>
                  </a:cubicBezTo>
                  <a:cubicBezTo>
                    <a:pt x="7027" y="1489"/>
                    <a:pt x="7027" y="1489"/>
                    <a:pt x="7027" y="1489"/>
                  </a:cubicBezTo>
                  <a:cubicBezTo>
                    <a:pt x="7027" y="1489"/>
                    <a:pt x="7027" y="1489"/>
                    <a:pt x="7027" y="1489"/>
                  </a:cubicBezTo>
                  <a:cubicBezTo>
                    <a:pt x="7064" y="1557"/>
                    <a:pt x="7064" y="1557"/>
                    <a:pt x="7064" y="1557"/>
                  </a:cubicBezTo>
                  <a:cubicBezTo>
                    <a:pt x="7064" y="1557"/>
                    <a:pt x="7064" y="1557"/>
                    <a:pt x="7064" y="1557"/>
                  </a:cubicBezTo>
                  <a:cubicBezTo>
                    <a:pt x="7064" y="1625"/>
                    <a:pt x="7064" y="1625"/>
                    <a:pt x="7064" y="1625"/>
                  </a:cubicBezTo>
                  <a:cubicBezTo>
                    <a:pt x="7101" y="1760"/>
                    <a:pt x="7101" y="1760"/>
                    <a:pt x="7101" y="1760"/>
                  </a:cubicBezTo>
                  <a:cubicBezTo>
                    <a:pt x="7138" y="1760"/>
                    <a:pt x="7138" y="1760"/>
                    <a:pt x="7138" y="1760"/>
                  </a:cubicBezTo>
                  <a:cubicBezTo>
                    <a:pt x="7138" y="1760"/>
                    <a:pt x="7138" y="1760"/>
                    <a:pt x="7138" y="1760"/>
                  </a:cubicBezTo>
                  <a:cubicBezTo>
                    <a:pt x="7138" y="1828"/>
                    <a:pt x="7138" y="1828"/>
                    <a:pt x="7138" y="1828"/>
                  </a:cubicBezTo>
                  <a:cubicBezTo>
                    <a:pt x="7101" y="1828"/>
                    <a:pt x="7101" y="1828"/>
                    <a:pt x="7101" y="1828"/>
                  </a:cubicBezTo>
                  <a:cubicBezTo>
                    <a:pt x="7101" y="1895"/>
                    <a:pt x="7101" y="1895"/>
                    <a:pt x="7101" y="1895"/>
                  </a:cubicBezTo>
                  <a:cubicBezTo>
                    <a:pt x="7101" y="2031"/>
                    <a:pt x="7101" y="2031"/>
                    <a:pt x="7101" y="2031"/>
                  </a:cubicBezTo>
                  <a:cubicBezTo>
                    <a:pt x="7138" y="2099"/>
                    <a:pt x="7138" y="2099"/>
                    <a:pt x="7138" y="2099"/>
                  </a:cubicBezTo>
                  <a:cubicBezTo>
                    <a:pt x="7138" y="2166"/>
                    <a:pt x="7138" y="2166"/>
                    <a:pt x="7138" y="2166"/>
                  </a:cubicBezTo>
                  <a:cubicBezTo>
                    <a:pt x="7138" y="2166"/>
                    <a:pt x="7138" y="2166"/>
                    <a:pt x="7138" y="2166"/>
                  </a:cubicBezTo>
                  <a:cubicBezTo>
                    <a:pt x="7138" y="2234"/>
                    <a:pt x="7138" y="2234"/>
                    <a:pt x="7138" y="2234"/>
                  </a:cubicBezTo>
                  <a:cubicBezTo>
                    <a:pt x="7138" y="2234"/>
                    <a:pt x="7138" y="2234"/>
                    <a:pt x="7138" y="2234"/>
                  </a:cubicBezTo>
                  <a:cubicBezTo>
                    <a:pt x="7138" y="2302"/>
                    <a:pt x="7138" y="2302"/>
                    <a:pt x="7138" y="2302"/>
                  </a:cubicBezTo>
                  <a:cubicBezTo>
                    <a:pt x="7175" y="2437"/>
                    <a:pt x="7175" y="2437"/>
                    <a:pt x="7175" y="2437"/>
                  </a:cubicBezTo>
                  <a:cubicBezTo>
                    <a:pt x="7212" y="2437"/>
                    <a:pt x="7212" y="2437"/>
                    <a:pt x="7212" y="2437"/>
                  </a:cubicBezTo>
                  <a:cubicBezTo>
                    <a:pt x="7212" y="2505"/>
                    <a:pt x="7212" y="2505"/>
                    <a:pt x="7212" y="2505"/>
                  </a:cubicBezTo>
                  <a:cubicBezTo>
                    <a:pt x="7212" y="2573"/>
                    <a:pt x="7212" y="2573"/>
                    <a:pt x="7212" y="2573"/>
                  </a:cubicBezTo>
                  <a:close/>
                  <a:moveTo>
                    <a:pt x="7841" y="1963"/>
                  </a:moveTo>
                  <a:cubicBezTo>
                    <a:pt x="7878" y="1895"/>
                    <a:pt x="7878" y="1895"/>
                    <a:pt x="7878" y="1895"/>
                  </a:cubicBezTo>
                  <a:cubicBezTo>
                    <a:pt x="7878" y="1895"/>
                    <a:pt x="7878" y="1895"/>
                    <a:pt x="7878" y="1895"/>
                  </a:cubicBezTo>
                  <a:cubicBezTo>
                    <a:pt x="7878" y="1895"/>
                    <a:pt x="7878" y="1895"/>
                    <a:pt x="7878" y="1895"/>
                  </a:cubicBezTo>
                  <a:cubicBezTo>
                    <a:pt x="7878" y="1828"/>
                    <a:pt x="7878" y="1828"/>
                    <a:pt x="7878" y="1828"/>
                  </a:cubicBezTo>
                  <a:cubicBezTo>
                    <a:pt x="7915" y="1828"/>
                    <a:pt x="7915" y="1828"/>
                    <a:pt x="7915" y="1828"/>
                  </a:cubicBezTo>
                  <a:cubicBezTo>
                    <a:pt x="7878" y="1760"/>
                    <a:pt x="7878" y="1760"/>
                    <a:pt x="7878" y="1760"/>
                  </a:cubicBezTo>
                  <a:cubicBezTo>
                    <a:pt x="7878" y="1828"/>
                    <a:pt x="7878" y="1828"/>
                    <a:pt x="7878" y="1828"/>
                  </a:cubicBezTo>
                  <a:cubicBezTo>
                    <a:pt x="7841" y="1828"/>
                    <a:pt x="7841" y="1828"/>
                    <a:pt x="7841" y="1828"/>
                  </a:cubicBezTo>
                  <a:cubicBezTo>
                    <a:pt x="7841" y="1895"/>
                    <a:pt x="7841" y="1895"/>
                    <a:pt x="7841" y="1895"/>
                  </a:cubicBezTo>
                  <a:cubicBezTo>
                    <a:pt x="7841" y="1895"/>
                    <a:pt x="7841" y="1895"/>
                    <a:pt x="7841" y="1895"/>
                  </a:cubicBezTo>
                  <a:cubicBezTo>
                    <a:pt x="7804" y="1963"/>
                    <a:pt x="7804" y="1963"/>
                    <a:pt x="7804" y="1963"/>
                  </a:cubicBezTo>
                  <a:cubicBezTo>
                    <a:pt x="7841" y="1963"/>
                    <a:pt x="7841" y="1963"/>
                    <a:pt x="7841" y="1963"/>
                  </a:cubicBezTo>
                  <a:cubicBezTo>
                    <a:pt x="7841" y="1963"/>
                    <a:pt x="7841" y="1963"/>
                    <a:pt x="7841" y="1963"/>
                  </a:cubicBezTo>
                  <a:close/>
                  <a:moveTo>
                    <a:pt x="7878" y="1963"/>
                  </a:moveTo>
                  <a:cubicBezTo>
                    <a:pt x="7915" y="1895"/>
                    <a:pt x="7915" y="1895"/>
                    <a:pt x="7915" y="1895"/>
                  </a:cubicBezTo>
                  <a:cubicBezTo>
                    <a:pt x="7952" y="1895"/>
                    <a:pt x="7952" y="1895"/>
                    <a:pt x="7952" y="1895"/>
                  </a:cubicBezTo>
                  <a:cubicBezTo>
                    <a:pt x="7989" y="1895"/>
                    <a:pt x="7989" y="1895"/>
                    <a:pt x="7989" y="1895"/>
                  </a:cubicBezTo>
                  <a:cubicBezTo>
                    <a:pt x="7989" y="1895"/>
                    <a:pt x="7989" y="1895"/>
                    <a:pt x="7989" y="1895"/>
                  </a:cubicBezTo>
                  <a:cubicBezTo>
                    <a:pt x="8026" y="1828"/>
                    <a:pt x="8026" y="1828"/>
                    <a:pt x="8026" y="1828"/>
                  </a:cubicBezTo>
                  <a:cubicBezTo>
                    <a:pt x="8026" y="1828"/>
                    <a:pt x="8026" y="1828"/>
                    <a:pt x="8026" y="1828"/>
                  </a:cubicBezTo>
                  <a:cubicBezTo>
                    <a:pt x="8063" y="1895"/>
                    <a:pt x="8063" y="1895"/>
                    <a:pt x="8063" y="1895"/>
                  </a:cubicBezTo>
                  <a:cubicBezTo>
                    <a:pt x="8026" y="1963"/>
                    <a:pt x="8026" y="1963"/>
                    <a:pt x="8026" y="1963"/>
                  </a:cubicBezTo>
                  <a:cubicBezTo>
                    <a:pt x="7989" y="1963"/>
                    <a:pt x="7989" y="1963"/>
                    <a:pt x="7989" y="1963"/>
                  </a:cubicBezTo>
                  <a:cubicBezTo>
                    <a:pt x="7989" y="1963"/>
                    <a:pt x="7989" y="1963"/>
                    <a:pt x="7989" y="1963"/>
                  </a:cubicBezTo>
                  <a:cubicBezTo>
                    <a:pt x="7952" y="1963"/>
                    <a:pt x="7952" y="1963"/>
                    <a:pt x="7952" y="1963"/>
                  </a:cubicBezTo>
                  <a:cubicBezTo>
                    <a:pt x="7878" y="1963"/>
                    <a:pt x="7878" y="1963"/>
                    <a:pt x="7878" y="1963"/>
                  </a:cubicBezTo>
                  <a:cubicBezTo>
                    <a:pt x="7878" y="1963"/>
                    <a:pt x="7878" y="1963"/>
                    <a:pt x="7878" y="1963"/>
                  </a:cubicBezTo>
                  <a:close/>
                  <a:moveTo>
                    <a:pt x="8210" y="2437"/>
                  </a:moveTo>
                  <a:cubicBezTo>
                    <a:pt x="8210" y="2505"/>
                    <a:pt x="8210" y="2505"/>
                    <a:pt x="8210" y="2505"/>
                  </a:cubicBezTo>
                  <a:cubicBezTo>
                    <a:pt x="8247" y="2573"/>
                    <a:pt x="8247" y="2573"/>
                    <a:pt x="8247" y="2573"/>
                  </a:cubicBezTo>
                  <a:cubicBezTo>
                    <a:pt x="8247" y="2573"/>
                    <a:pt x="8247" y="2573"/>
                    <a:pt x="8247" y="2573"/>
                  </a:cubicBezTo>
                  <a:cubicBezTo>
                    <a:pt x="8247" y="2640"/>
                    <a:pt x="8247" y="2640"/>
                    <a:pt x="8247" y="2640"/>
                  </a:cubicBezTo>
                  <a:cubicBezTo>
                    <a:pt x="8284" y="2573"/>
                    <a:pt x="8284" y="2573"/>
                    <a:pt x="8284" y="2573"/>
                  </a:cubicBezTo>
                  <a:cubicBezTo>
                    <a:pt x="8284" y="2505"/>
                    <a:pt x="8284" y="2505"/>
                    <a:pt x="8284" y="2505"/>
                  </a:cubicBezTo>
                  <a:cubicBezTo>
                    <a:pt x="8284" y="2437"/>
                    <a:pt x="8284" y="2437"/>
                    <a:pt x="8284" y="2437"/>
                  </a:cubicBezTo>
                  <a:cubicBezTo>
                    <a:pt x="8247" y="2437"/>
                    <a:pt x="8247" y="2437"/>
                    <a:pt x="8247" y="2437"/>
                  </a:cubicBezTo>
                  <a:cubicBezTo>
                    <a:pt x="8210" y="2437"/>
                    <a:pt x="8210" y="2437"/>
                    <a:pt x="8210" y="2437"/>
                  </a:cubicBezTo>
                  <a:close/>
                  <a:moveTo>
                    <a:pt x="11280" y="4130"/>
                  </a:moveTo>
                  <a:cubicBezTo>
                    <a:pt x="11280" y="4062"/>
                    <a:pt x="11280" y="4062"/>
                    <a:pt x="11280" y="4062"/>
                  </a:cubicBezTo>
                  <a:cubicBezTo>
                    <a:pt x="11317" y="3994"/>
                    <a:pt x="11317" y="3994"/>
                    <a:pt x="11317" y="3994"/>
                  </a:cubicBezTo>
                  <a:cubicBezTo>
                    <a:pt x="11317" y="3994"/>
                    <a:pt x="11317" y="3994"/>
                    <a:pt x="11317" y="3994"/>
                  </a:cubicBezTo>
                  <a:cubicBezTo>
                    <a:pt x="11243" y="3994"/>
                    <a:pt x="11243" y="3994"/>
                    <a:pt x="11243" y="3994"/>
                  </a:cubicBezTo>
                  <a:cubicBezTo>
                    <a:pt x="11243" y="4062"/>
                    <a:pt x="11243" y="4062"/>
                    <a:pt x="11243" y="4062"/>
                  </a:cubicBezTo>
                  <a:cubicBezTo>
                    <a:pt x="11243" y="4062"/>
                    <a:pt x="11243" y="4062"/>
                    <a:pt x="11243" y="4062"/>
                  </a:cubicBezTo>
                  <a:cubicBezTo>
                    <a:pt x="11280" y="4062"/>
                    <a:pt x="11280" y="4062"/>
                    <a:pt x="11280" y="4062"/>
                  </a:cubicBezTo>
                  <a:cubicBezTo>
                    <a:pt x="11280" y="4130"/>
                    <a:pt x="11280" y="4130"/>
                    <a:pt x="11280" y="4130"/>
                  </a:cubicBezTo>
                  <a:close/>
                  <a:moveTo>
                    <a:pt x="10873" y="4875"/>
                  </a:moveTo>
                  <a:cubicBezTo>
                    <a:pt x="10910" y="4875"/>
                    <a:pt x="10910" y="4875"/>
                    <a:pt x="10910" y="4875"/>
                  </a:cubicBezTo>
                  <a:cubicBezTo>
                    <a:pt x="10910" y="4807"/>
                    <a:pt x="10910" y="4807"/>
                    <a:pt x="10910" y="4807"/>
                  </a:cubicBezTo>
                  <a:cubicBezTo>
                    <a:pt x="10947" y="4875"/>
                    <a:pt x="10947" y="4875"/>
                    <a:pt x="10947" y="4875"/>
                  </a:cubicBezTo>
                  <a:cubicBezTo>
                    <a:pt x="10947" y="4807"/>
                    <a:pt x="10947" y="4807"/>
                    <a:pt x="10947" y="4807"/>
                  </a:cubicBezTo>
                  <a:cubicBezTo>
                    <a:pt x="10910" y="4807"/>
                    <a:pt x="10910" y="4807"/>
                    <a:pt x="10910" y="4807"/>
                  </a:cubicBezTo>
                  <a:cubicBezTo>
                    <a:pt x="10873" y="4739"/>
                    <a:pt x="10873" y="4739"/>
                    <a:pt x="10873" y="4739"/>
                  </a:cubicBezTo>
                  <a:cubicBezTo>
                    <a:pt x="10873" y="4739"/>
                    <a:pt x="10873" y="4739"/>
                    <a:pt x="10873" y="4739"/>
                  </a:cubicBezTo>
                  <a:cubicBezTo>
                    <a:pt x="10836" y="4739"/>
                    <a:pt x="10836" y="4739"/>
                    <a:pt x="10836" y="4739"/>
                  </a:cubicBezTo>
                  <a:cubicBezTo>
                    <a:pt x="10836" y="4807"/>
                    <a:pt x="10836" y="4807"/>
                    <a:pt x="10836" y="4807"/>
                  </a:cubicBezTo>
                  <a:cubicBezTo>
                    <a:pt x="10873" y="4807"/>
                    <a:pt x="10873" y="4807"/>
                    <a:pt x="10873" y="4807"/>
                  </a:cubicBezTo>
                  <a:cubicBezTo>
                    <a:pt x="10873" y="4807"/>
                    <a:pt x="10873" y="4875"/>
                    <a:pt x="10873" y="4875"/>
                  </a:cubicBezTo>
                  <a:close/>
                  <a:moveTo>
                    <a:pt x="9727" y="4536"/>
                  </a:moveTo>
                  <a:cubicBezTo>
                    <a:pt x="9764" y="4536"/>
                    <a:pt x="9764" y="4536"/>
                    <a:pt x="9764" y="4536"/>
                  </a:cubicBezTo>
                  <a:cubicBezTo>
                    <a:pt x="9801" y="4536"/>
                    <a:pt x="9801" y="4536"/>
                    <a:pt x="9801" y="4536"/>
                  </a:cubicBezTo>
                  <a:cubicBezTo>
                    <a:pt x="9801" y="4536"/>
                    <a:pt x="9801" y="4536"/>
                    <a:pt x="9801" y="4536"/>
                  </a:cubicBezTo>
                  <a:cubicBezTo>
                    <a:pt x="9801" y="4468"/>
                    <a:pt x="9801" y="4468"/>
                    <a:pt x="9801" y="4468"/>
                  </a:cubicBezTo>
                  <a:cubicBezTo>
                    <a:pt x="9838" y="4468"/>
                    <a:pt x="9838" y="4468"/>
                    <a:pt x="9838" y="4468"/>
                  </a:cubicBezTo>
                  <a:cubicBezTo>
                    <a:pt x="9838" y="4401"/>
                    <a:pt x="9838" y="4401"/>
                    <a:pt x="9838" y="4401"/>
                  </a:cubicBezTo>
                  <a:cubicBezTo>
                    <a:pt x="9801" y="4401"/>
                    <a:pt x="9801" y="4401"/>
                    <a:pt x="9801" y="4401"/>
                  </a:cubicBezTo>
                  <a:cubicBezTo>
                    <a:pt x="9801" y="4333"/>
                    <a:pt x="9801" y="4333"/>
                    <a:pt x="9801" y="4333"/>
                  </a:cubicBezTo>
                  <a:cubicBezTo>
                    <a:pt x="9801" y="4265"/>
                    <a:pt x="9801" y="4265"/>
                    <a:pt x="9801" y="4265"/>
                  </a:cubicBezTo>
                  <a:cubicBezTo>
                    <a:pt x="9764" y="4198"/>
                    <a:pt x="9764" y="4198"/>
                    <a:pt x="9764" y="4198"/>
                  </a:cubicBezTo>
                  <a:cubicBezTo>
                    <a:pt x="9764" y="4198"/>
                    <a:pt x="9764" y="4198"/>
                    <a:pt x="9764" y="4198"/>
                  </a:cubicBezTo>
                  <a:cubicBezTo>
                    <a:pt x="9764" y="4198"/>
                    <a:pt x="9764" y="4198"/>
                    <a:pt x="9764" y="4198"/>
                  </a:cubicBezTo>
                  <a:cubicBezTo>
                    <a:pt x="9690" y="4198"/>
                    <a:pt x="9690" y="4198"/>
                    <a:pt x="9690" y="4198"/>
                  </a:cubicBezTo>
                  <a:cubicBezTo>
                    <a:pt x="9653" y="4265"/>
                    <a:pt x="9653" y="4265"/>
                    <a:pt x="9653" y="4265"/>
                  </a:cubicBezTo>
                  <a:cubicBezTo>
                    <a:pt x="9616" y="4265"/>
                    <a:pt x="9616" y="4265"/>
                    <a:pt x="9616" y="4265"/>
                  </a:cubicBezTo>
                  <a:cubicBezTo>
                    <a:pt x="9579" y="4265"/>
                    <a:pt x="9579" y="4265"/>
                    <a:pt x="9579" y="4265"/>
                  </a:cubicBezTo>
                  <a:cubicBezTo>
                    <a:pt x="9616" y="4333"/>
                    <a:pt x="9616" y="4333"/>
                    <a:pt x="9616" y="4333"/>
                  </a:cubicBezTo>
                  <a:cubicBezTo>
                    <a:pt x="9616" y="4401"/>
                    <a:pt x="9616" y="4401"/>
                    <a:pt x="9616" y="4401"/>
                  </a:cubicBezTo>
                  <a:cubicBezTo>
                    <a:pt x="9653" y="4401"/>
                    <a:pt x="9653" y="4401"/>
                    <a:pt x="9653" y="4401"/>
                  </a:cubicBezTo>
                  <a:cubicBezTo>
                    <a:pt x="9616" y="4468"/>
                    <a:pt x="9616" y="4468"/>
                    <a:pt x="9616" y="4468"/>
                  </a:cubicBezTo>
                  <a:cubicBezTo>
                    <a:pt x="9579" y="4468"/>
                    <a:pt x="9579" y="4468"/>
                    <a:pt x="9579" y="4468"/>
                  </a:cubicBezTo>
                  <a:cubicBezTo>
                    <a:pt x="9579" y="4468"/>
                    <a:pt x="9579" y="4468"/>
                    <a:pt x="9579" y="4468"/>
                  </a:cubicBezTo>
                  <a:cubicBezTo>
                    <a:pt x="9616" y="4468"/>
                    <a:pt x="9616" y="4468"/>
                    <a:pt x="9616" y="4468"/>
                  </a:cubicBezTo>
                  <a:cubicBezTo>
                    <a:pt x="9653" y="4468"/>
                    <a:pt x="9653" y="4468"/>
                    <a:pt x="9653" y="4468"/>
                  </a:cubicBezTo>
                  <a:cubicBezTo>
                    <a:pt x="9727" y="4536"/>
                    <a:pt x="9727" y="4536"/>
                    <a:pt x="9727" y="4536"/>
                  </a:cubicBezTo>
                  <a:close/>
                  <a:moveTo>
                    <a:pt x="13056" y="2843"/>
                  </a:moveTo>
                  <a:cubicBezTo>
                    <a:pt x="13093" y="2843"/>
                    <a:pt x="13093" y="2843"/>
                    <a:pt x="13093" y="2843"/>
                  </a:cubicBezTo>
                  <a:cubicBezTo>
                    <a:pt x="13093" y="2843"/>
                    <a:pt x="13093" y="2843"/>
                    <a:pt x="13093" y="2843"/>
                  </a:cubicBezTo>
                  <a:cubicBezTo>
                    <a:pt x="13093" y="2776"/>
                    <a:pt x="13093" y="2776"/>
                    <a:pt x="13093" y="2776"/>
                  </a:cubicBezTo>
                  <a:cubicBezTo>
                    <a:pt x="13093" y="2708"/>
                    <a:pt x="13093" y="2708"/>
                    <a:pt x="13093" y="2708"/>
                  </a:cubicBezTo>
                  <a:cubicBezTo>
                    <a:pt x="13093" y="2708"/>
                    <a:pt x="13093" y="2708"/>
                    <a:pt x="13093" y="2708"/>
                  </a:cubicBezTo>
                  <a:cubicBezTo>
                    <a:pt x="13056" y="2640"/>
                    <a:pt x="13056" y="2640"/>
                    <a:pt x="13056" y="2640"/>
                  </a:cubicBezTo>
                  <a:cubicBezTo>
                    <a:pt x="13056" y="2573"/>
                    <a:pt x="13056" y="2573"/>
                    <a:pt x="13056" y="2573"/>
                  </a:cubicBezTo>
                  <a:cubicBezTo>
                    <a:pt x="13019" y="2505"/>
                    <a:pt x="13019" y="2505"/>
                    <a:pt x="13019" y="2505"/>
                  </a:cubicBezTo>
                  <a:cubicBezTo>
                    <a:pt x="12982" y="2573"/>
                    <a:pt x="12982" y="2573"/>
                    <a:pt x="12982" y="2573"/>
                  </a:cubicBezTo>
                  <a:cubicBezTo>
                    <a:pt x="12945" y="2573"/>
                    <a:pt x="12945" y="2573"/>
                    <a:pt x="12945" y="2573"/>
                  </a:cubicBezTo>
                  <a:cubicBezTo>
                    <a:pt x="12945" y="2640"/>
                    <a:pt x="12945" y="2640"/>
                    <a:pt x="12945" y="2640"/>
                  </a:cubicBezTo>
                  <a:cubicBezTo>
                    <a:pt x="12982" y="2708"/>
                    <a:pt x="12982" y="2708"/>
                    <a:pt x="12982" y="2708"/>
                  </a:cubicBezTo>
                  <a:cubicBezTo>
                    <a:pt x="12982" y="2708"/>
                    <a:pt x="12982" y="2708"/>
                    <a:pt x="12982" y="2708"/>
                  </a:cubicBezTo>
                  <a:cubicBezTo>
                    <a:pt x="12982" y="2776"/>
                    <a:pt x="12982" y="2776"/>
                    <a:pt x="12982" y="2776"/>
                  </a:cubicBezTo>
                  <a:cubicBezTo>
                    <a:pt x="13019" y="2776"/>
                    <a:pt x="13019" y="2776"/>
                    <a:pt x="13019" y="2776"/>
                  </a:cubicBezTo>
                  <a:cubicBezTo>
                    <a:pt x="13056" y="2843"/>
                    <a:pt x="13056" y="2843"/>
                    <a:pt x="13056" y="2843"/>
                  </a:cubicBezTo>
                  <a:cubicBezTo>
                    <a:pt x="13056" y="2843"/>
                    <a:pt x="13056" y="2843"/>
                    <a:pt x="13056" y="2843"/>
                  </a:cubicBezTo>
                  <a:close/>
                  <a:moveTo>
                    <a:pt x="13167" y="3250"/>
                  </a:moveTo>
                  <a:cubicBezTo>
                    <a:pt x="13204" y="3250"/>
                    <a:pt x="13204" y="3250"/>
                    <a:pt x="13204" y="3250"/>
                  </a:cubicBezTo>
                  <a:cubicBezTo>
                    <a:pt x="13204" y="3182"/>
                    <a:pt x="13204" y="3182"/>
                    <a:pt x="13204" y="3182"/>
                  </a:cubicBezTo>
                  <a:cubicBezTo>
                    <a:pt x="13278" y="3182"/>
                    <a:pt x="13278" y="3182"/>
                    <a:pt x="13278" y="3182"/>
                  </a:cubicBezTo>
                  <a:cubicBezTo>
                    <a:pt x="13315" y="3182"/>
                    <a:pt x="13315" y="3182"/>
                    <a:pt x="13315" y="3182"/>
                  </a:cubicBezTo>
                  <a:cubicBezTo>
                    <a:pt x="13389" y="3182"/>
                    <a:pt x="13389" y="3182"/>
                    <a:pt x="13389" y="3182"/>
                  </a:cubicBezTo>
                  <a:cubicBezTo>
                    <a:pt x="13426" y="3182"/>
                    <a:pt x="13426" y="3182"/>
                    <a:pt x="13426" y="3182"/>
                  </a:cubicBezTo>
                  <a:cubicBezTo>
                    <a:pt x="13499" y="3182"/>
                    <a:pt x="13499" y="3182"/>
                    <a:pt x="13499" y="3182"/>
                  </a:cubicBezTo>
                  <a:cubicBezTo>
                    <a:pt x="13536" y="3114"/>
                    <a:pt x="13536" y="3114"/>
                    <a:pt x="13536" y="3114"/>
                  </a:cubicBezTo>
                  <a:cubicBezTo>
                    <a:pt x="13573" y="3114"/>
                    <a:pt x="13573" y="3114"/>
                    <a:pt x="13573" y="3114"/>
                  </a:cubicBezTo>
                  <a:cubicBezTo>
                    <a:pt x="13610" y="3114"/>
                    <a:pt x="13610" y="3114"/>
                    <a:pt x="13610" y="3114"/>
                  </a:cubicBezTo>
                  <a:cubicBezTo>
                    <a:pt x="13647" y="3114"/>
                    <a:pt x="13647" y="3114"/>
                    <a:pt x="13647" y="3114"/>
                  </a:cubicBezTo>
                  <a:cubicBezTo>
                    <a:pt x="13610" y="3047"/>
                    <a:pt x="13610" y="3047"/>
                    <a:pt x="13610" y="3047"/>
                  </a:cubicBezTo>
                  <a:cubicBezTo>
                    <a:pt x="13610" y="2979"/>
                    <a:pt x="13610" y="2979"/>
                    <a:pt x="13610" y="2979"/>
                  </a:cubicBezTo>
                  <a:cubicBezTo>
                    <a:pt x="13573" y="2911"/>
                    <a:pt x="13573" y="2911"/>
                    <a:pt x="13573" y="2911"/>
                  </a:cubicBezTo>
                  <a:cubicBezTo>
                    <a:pt x="13499" y="2843"/>
                    <a:pt x="13499" y="2843"/>
                    <a:pt x="13499" y="2843"/>
                  </a:cubicBezTo>
                  <a:cubicBezTo>
                    <a:pt x="13463" y="2843"/>
                    <a:pt x="13463" y="2843"/>
                    <a:pt x="13463" y="2843"/>
                  </a:cubicBezTo>
                  <a:cubicBezTo>
                    <a:pt x="13426" y="2776"/>
                    <a:pt x="13426" y="2776"/>
                    <a:pt x="13426" y="2776"/>
                  </a:cubicBezTo>
                  <a:cubicBezTo>
                    <a:pt x="13389" y="2776"/>
                    <a:pt x="13389" y="2776"/>
                    <a:pt x="13389" y="2776"/>
                  </a:cubicBezTo>
                  <a:cubicBezTo>
                    <a:pt x="13352" y="2776"/>
                    <a:pt x="13352" y="2776"/>
                    <a:pt x="13352" y="2776"/>
                  </a:cubicBezTo>
                  <a:cubicBezTo>
                    <a:pt x="13315" y="2776"/>
                    <a:pt x="13315" y="2776"/>
                    <a:pt x="13315" y="2776"/>
                  </a:cubicBezTo>
                  <a:cubicBezTo>
                    <a:pt x="13278" y="2708"/>
                    <a:pt x="13278" y="2708"/>
                    <a:pt x="13278" y="2708"/>
                  </a:cubicBezTo>
                  <a:cubicBezTo>
                    <a:pt x="13241" y="2708"/>
                    <a:pt x="13241" y="2708"/>
                    <a:pt x="13241" y="2708"/>
                  </a:cubicBezTo>
                  <a:cubicBezTo>
                    <a:pt x="13241" y="2776"/>
                    <a:pt x="13241" y="2776"/>
                    <a:pt x="13241" y="2776"/>
                  </a:cubicBezTo>
                  <a:cubicBezTo>
                    <a:pt x="13204" y="2911"/>
                    <a:pt x="13204" y="2911"/>
                    <a:pt x="13204" y="2911"/>
                  </a:cubicBezTo>
                  <a:cubicBezTo>
                    <a:pt x="13204" y="2911"/>
                    <a:pt x="13204" y="2911"/>
                    <a:pt x="13204" y="2911"/>
                  </a:cubicBezTo>
                  <a:cubicBezTo>
                    <a:pt x="13204" y="3047"/>
                    <a:pt x="13204" y="3047"/>
                    <a:pt x="13204" y="3047"/>
                  </a:cubicBezTo>
                  <a:cubicBezTo>
                    <a:pt x="13167" y="3182"/>
                    <a:pt x="13167" y="3182"/>
                    <a:pt x="13167" y="3182"/>
                  </a:cubicBezTo>
                  <a:cubicBezTo>
                    <a:pt x="13130" y="3250"/>
                    <a:pt x="13130" y="3250"/>
                    <a:pt x="13130" y="3250"/>
                  </a:cubicBezTo>
                  <a:cubicBezTo>
                    <a:pt x="13130" y="3250"/>
                    <a:pt x="13130" y="3250"/>
                    <a:pt x="13130" y="3250"/>
                  </a:cubicBezTo>
                  <a:cubicBezTo>
                    <a:pt x="13167" y="3250"/>
                    <a:pt x="13167" y="3250"/>
                    <a:pt x="13167" y="3250"/>
                  </a:cubicBezTo>
                  <a:close/>
                  <a:moveTo>
                    <a:pt x="12390" y="2979"/>
                  </a:moveTo>
                  <a:cubicBezTo>
                    <a:pt x="12390" y="3047"/>
                    <a:pt x="12390" y="3047"/>
                    <a:pt x="12390" y="3047"/>
                  </a:cubicBezTo>
                  <a:cubicBezTo>
                    <a:pt x="12427" y="3114"/>
                    <a:pt x="12427" y="3114"/>
                    <a:pt x="12427" y="3114"/>
                  </a:cubicBezTo>
                  <a:cubicBezTo>
                    <a:pt x="12464" y="3114"/>
                    <a:pt x="12464" y="3114"/>
                    <a:pt x="12464" y="3114"/>
                  </a:cubicBezTo>
                  <a:cubicBezTo>
                    <a:pt x="12464" y="3114"/>
                    <a:pt x="12464" y="3114"/>
                    <a:pt x="12464" y="3114"/>
                  </a:cubicBezTo>
                  <a:cubicBezTo>
                    <a:pt x="12538" y="3114"/>
                    <a:pt x="12538" y="3114"/>
                    <a:pt x="12538" y="3114"/>
                  </a:cubicBezTo>
                  <a:cubicBezTo>
                    <a:pt x="12538" y="3182"/>
                    <a:pt x="12538" y="3182"/>
                    <a:pt x="12538" y="3182"/>
                  </a:cubicBezTo>
                  <a:cubicBezTo>
                    <a:pt x="12575" y="3182"/>
                    <a:pt x="12575" y="3182"/>
                    <a:pt x="12575" y="3182"/>
                  </a:cubicBezTo>
                  <a:cubicBezTo>
                    <a:pt x="12575" y="3182"/>
                    <a:pt x="12575" y="3182"/>
                    <a:pt x="12575" y="3182"/>
                  </a:cubicBezTo>
                  <a:cubicBezTo>
                    <a:pt x="12538" y="3114"/>
                    <a:pt x="12538" y="3114"/>
                    <a:pt x="12538" y="3114"/>
                  </a:cubicBezTo>
                  <a:cubicBezTo>
                    <a:pt x="12501" y="3047"/>
                    <a:pt x="12501" y="3047"/>
                    <a:pt x="12501" y="3047"/>
                  </a:cubicBezTo>
                  <a:cubicBezTo>
                    <a:pt x="12464" y="3047"/>
                    <a:pt x="12464" y="3047"/>
                    <a:pt x="12464" y="3047"/>
                  </a:cubicBezTo>
                  <a:cubicBezTo>
                    <a:pt x="12427" y="2979"/>
                    <a:pt x="12427" y="2979"/>
                    <a:pt x="12427" y="2979"/>
                  </a:cubicBezTo>
                  <a:cubicBezTo>
                    <a:pt x="12390" y="2979"/>
                    <a:pt x="12390" y="2979"/>
                    <a:pt x="12390" y="2979"/>
                  </a:cubicBezTo>
                  <a:cubicBezTo>
                    <a:pt x="12390" y="2979"/>
                    <a:pt x="12390" y="2979"/>
                    <a:pt x="12390" y="2979"/>
                  </a:cubicBezTo>
                  <a:close/>
                  <a:moveTo>
                    <a:pt x="13426" y="4739"/>
                  </a:moveTo>
                  <a:cubicBezTo>
                    <a:pt x="13463" y="4807"/>
                    <a:pt x="13463" y="4807"/>
                    <a:pt x="13463" y="4807"/>
                  </a:cubicBezTo>
                  <a:cubicBezTo>
                    <a:pt x="13499" y="4807"/>
                    <a:pt x="13499" y="4807"/>
                    <a:pt x="13499" y="4807"/>
                  </a:cubicBezTo>
                  <a:cubicBezTo>
                    <a:pt x="13499" y="4807"/>
                    <a:pt x="13499" y="4807"/>
                    <a:pt x="13499" y="4807"/>
                  </a:cubicBezTo>
                  <a:cubicBezTo>
                    <a:pt x="13536" y="4739"/>
                    <a:pt x="13536" y="4739"/>
                    <a:pt x="13536" y="4739"/>
                  </a:cubicBezTo>
                  <a:cubicBezTo>
                    <a:pt x="13536" y="4739"/>
                    <a:pt x="13536" y="4739"/>
                    <a:pt x="13536" y="4739"/>
                  </a:cubicBezTo>
                  <a:cubicBezTo>
                    <a:pt x="13536" y="4672"/>
                    <a:pt x="13536" y="4672"/>
                    <a:pt x="13536" y="4672"/>
                  </a:cubicBezTo>
                  <a:cubicBezTo>
                    <a:pt x="13499" y="4604"/>
                    <a:pt x="13499" y="4604"/>
                    <a:pt x="13499" y="4604"/>
                  </a:cubicBezTo>
                  <a:cubicBezTo>
                    <a:pt x="13499" y="4672"/>
                    <a:pt x="13499" y="4672"/>
                    <a:pt x="13499" y="4672"/>
                  </a:cubicBezTo>
                  <a:cubicBezTo>
                    <a:pt x="13499" y="4672"/>
                    <a:pt x="13499" y="4672"/>
                    <a:pt x="13499" y="4672"/>
                  </a:cubicBezTo>
                  <a:cubicBezTo>
                    <a:pt x="13463" y="4739"/>
                    <a:pt x="13463" y="4739"/>
                    <a:pt x="13463" y="4739"/>
                  </a:cubicBezTo>
                  <a:cubicBezTo>
                    <a:pt x="13463" y="4739"/>
                    <a:pt x="13426" y="4739"/>
                    <a:pt x="13426" y="4739"/>
                  </a:cubicBezTo>
                  <a:close/>
                  <a:moveTo>
                    <a:pt x="17087" y="4265"/>
                  </a:moveTo>
                  <a:cubicBezTo>
                    <a:pt x="17087" y="4265"/>
                    <a:pt x="17087" y="4265"/>
                    <a:pt x="17087" y="4265"/>
                  </a:cubicBezTo>
                  <a:cubicBezTo>
                    <a:pt x="17124" y="4198"/>
                    <a:pt x="17124" y="4198"/>
                    <a:pt x="17124" y="4198"/>
                  </a:cubicBezTo>
                  <a:cubicBezTo>
                    <a:pt x="17087" y="4198"/>
                    <a:pt x="17087" y="4198"/>
                    <a:pt x="17087" y="4198"/>
                  </a:cubicBezTo>
                  <a:cubicBezTo>
                    <a:pt x="17087" y="4198"/>
                    <a:pt x="17087" y="4198"/>
                    <a:pt x="17087" y="4198"/>
                  </a:cubicBezTo>
                  <a:cubicBezTo>
                    <a:pt x="17087" y="4198"/>
                    <a:pt x="17087" y="4198"/>
                    <a:pt x="17087" y="4198"/>
                  </a:cubicBezTo>
                  <a:cubicBezTo>
                    <a:pt x="17087" y="4265"/>
                    <a:pt x="17087" y="4265"/>
                    <a:pt x="17087" y="4265"/>
                  </a:cubicBezTo>
                  <a:close/>
                  <a:moveTo>
                    <a:pt x="17050" y="4333"/>
                  </a:moveTo>
                  <a:cubicBezTo>
                    <a:pt x="17087" y="4333"/>
                    <a:pt x="17087" y="4333"/>
                    <a:pt x="17087" y="4333"/>
                  </a:cubicBezTo>
                  <a:cubicBezTo>
                    <a:pt x="17087" y="4265"/>
                    <a:pt x="17087" y="4265"/>
                    <a:pt x="17087" y="4265"/>
                  </a:cubicBezTo>
                  <a:cubicBezTo>
                    <a:pt x="17050" y="4198"/>
                    <a:pt x="17050" y="4198"/>
                    <a:pt x="17050" y="4198"/>
                  </a:cubicBezTo>
                  <a:cubicBezTo>
                    <a:pt x="17050" y="4198"/>
                    <a:pt x="17050" y="4198"/>
                    <a:pt x="17050" y="4198"/>
                  </a:cubicBezTo>
                  <a:cubicBezTo>
                    <a:pt x="17050" y="4265"/>
                    <a:pt x="17050" y="4265"/>
                    <a:pt x="17050" y="4265"/>
                  </a:cubicBezTo>
                  <a:cubicBezTo>
                    <a:pt x="17050" y="4333"/>
                    <a:pt x="17050" y="4333"/>
                    <a:pt x="17050" y="4333"/>
                  </a:cubicBezTo>
                  <a:close/>
                  <a:moveTo>
                    <a:pt x="17050" y="4333"/>
                  </a:moveTo>
                  <a:cubicBezTo>
                    <a:pt x="17050" y="4401"/>
                    <a:pt x="17050" y="4401"/>
                    <a:pt x="17050" y="4401"/>
                  </a:cubicBezTo>
                  <a:cubicBezTo>
                    <a:pt x="17087" y="4468"/>
                    <a:pt x="17087" y="4468"/>
                    <a:pt x="17087" y="4468"/>
                  </a:cubicBezTo>
                  <a:cubicBezTo>
                    <a:pt x="17087" y="4401"/>
                    <a:pt x="17087" y="4401"/>
                    <a:pt x="17087" y="4401"/>
                  </a:cubicBezTo>
                  <a:cubicBezTo>
                    <a:pt x="17087" y="4333"/>
                    <a:pt x="17087" y="4333"/>
                    <a:pt x="17087" y="4333"/>
                  </a:cubicBezTo>
                  <a:cubicBezTo>
                    <a:pt x="17050" y="4333"/>
                    <a:pt x="17050" y="4333"/>
                    <a:pt x="17050" y="4333"/>
                  </a:cubicBezTo>
                  <a:cubicBezTo>
                    <a:pt x="17050" y="4333"/>
                    <a:pt x="17050" y="4333"/>
                    <a:pt x="17050" y="4333"/>
                  </a:cubicBezTo>
                  <a:cubicBezTo>
                    <a:pt x="17050" y="4333"/>
                    <a:pt x="17050" y="4333"/>
                    <a:pt x="17050" y="4333"/>
                  </a:cubicBezTo>
                  <a:close/>
                  <a:moveTo>
                    <a:pt x="16939" y="4265"/>
                  </a:moveTo>
                  <a:cubicBezTo>
                    <a:pt x="16976" y="4333"/>
                    <a:pt x="16976" y="4333"/>
                    <a:pt x="16976" y="4333"/>
                  </a:cubicBezTo>
                  <a:cubicBezTo>
                    <a:pt x="17013" y="4401"/>
                    <a:pt x="17013" y="4401"/>
                    <a:pt x="17013" y="4401"/>
                  </a:cubicBezTo>
                  <a:cubicBezTo>
                    <a:pt x="17013" y="4333"/>
                    <a:pt x="17013" y="4333"/>
                    <a:pt x="17013" y="4333"/>
                  </a:cubicBezTo>
                  <a:cubicBezTo>
                    <a:pt x="17013" y="4333"/>
                    <a:pt x="17013" y="4333"/>
                    <a:pt x="17013" y="4333"/>
                  </a:cubicBezTo>
                  <a:cubicBezTo>
                    <a:pt x="17013" y="4265"/>
                    <a:pt x="17013" y="4265"/>
                    <a:pt x="17013" y="4265"/>
                  </a:cubicBezTo>
                  <a:cubicBezTo>
                    <a:pt x="16976" y="4265"/>
                    <a:pt x="16976" y="4265"/>
                    <a:pt x="16976" y="4265"/>
                  </a:cubicBezTo>
                  <a:cubicBezTo>
                    <a:pt x="16976" y="4265"/>
                    <a:pt x="16976" y="4265"/>
                    <a:pt x="16976" y="4265"/>
                  </a:cubicBezTo>
                  <a:cubicBezTo>
                    <a:pt x="16939" y="4265"/>
                    <a:pt x="16939" y="4265"/>
                    <a:pt x="16939" y="4265"/>
                  </a:cubicBezTo>
                  <a:close/>
                  <a:moveTo>
                    <a:pt x="17864" y="3656"/>
                  </a:moveTo>
                  <a:cubicBezTo>
                    <a:pt x="17901" y="3724"/>
                    <a:pt x="17901" y="3724"/>
                    <a:pt x="17901" y="3724"/>
                  </a:cubicBezTo>
                  <a:cubicBezTo>
                    <a:pt x="17938" y="3656"/>
                    <a:pt x="17938" y="3656"/>
                    <a:pt x="17938" y="3656"/>
                  </a:cubicBezTo>
                  <a:cubicBezTo>
                    <a:pt x="17975" y="3656"/>
                    <a:pt x="17975" y="3656"/>
                    <a:pt x="17975" y="3656"/>
                  </a:cubicBezTo>
                  <a:cubicBezTo>
                    <a:pt x="17938" y="3588"/>
                    <a:pt x="17938" y="3588"/>
                    <a:pt x="17938" y="3588"/>
                  </a:cubicBezTo>
                  <a:cubicBezTo>
                    <a:pt x="17938" y="3521"/>
                    <a:pt x="17938" y="3521"/>
                    <a:pt x="17938" y="3521"/>
                  </a:cubicBezTo>
                  <a:cubicBezTo>
                    <a:pt x="17938" y="3521"/>
                    <a:pt x="17938" y="3521"/>
                    <a:pt x="17938" y="3521"/>
                  </a:cubicBezTo>
                  <a:cubicBezTo>
                    <a:pt x="17938" y="3453"/>
                    <a:pt x="17938" y="3453"/>
                    <a:pt x="17938" y="3453"/>
                  </a:cubicBezTo>
                  <a:cubicBezTo>
                    <a:pt x="17901" y="3385"/>
                    <a:pt x="17901" y="3385"/>
                    <a:pt x="17901" y="3385"/>
                  </a:cubicBezTo>
                  <a:cubicBezTo>
                    <a:pt x="17901" y="3453"/>
                    <a:pt x="17901" y="3453"/>
                    <a:pt x="17901" y="3453"/>
                  </a:cubicBezTo>
                  <a:cubicBezTo>
                    <a:pt x="17864" y="3453"/>
                    <a:pt x="17864" y="3453"/>
                    <a:pt x="17864" y="3453"/>
                  </a:cubicBezTo>
                  <a:cubicBezTo>
                    <a:pt x="17827" y="3385"/>
                    <a:pt x="17827" y="3385"/>
                    <a:pt x="17827" y="3385"/>
                  </a:cubicBezTo>
                  <a:cubicBezTo>
                    <a:pt x="17790" y="3385"/>
                    <a:pt x="17790" y="3385"/>
                    <a:pt x="17790" y="3385"/>
                  </a:cubicBezTo>
                  <a:cubicBezTo>
                    <a:pt x="17790" y="3453"/>
                    <a:pt x="17790" y="3453"/>
                    <a:pt x="17790" y="3453"/>
                  </a:cubicBezTo>
                  <a:cubicBezTo>
                    <a:pt x="17753" y="3453"/>
                    <a:pt x="17753" y="3453"/>
                    <a:pt x="17753" y="3453"/>
                  </a:cubicBezTo>
                  <a:cubicBezTo>
                    <a:pt x="17790" y="3453"/>
                    <a:pt x="17790" y="3453"/>
                    <a:pt x="17790" y="3453"/>
                  </a:cubicBezTo>
                  <a:cubicBezTo>
                    <a:pt x="17753" y="3453"/>
                    <a:pt x="17753" y="3453"/>
                    <a:pt x="17753" y="3453"/>
                  </a:cubicBezTo>
                  <a:cubicBezTo>
                    <a:pt x="17753" y="3521"/>
                    <a:pt x="17753" y="3521"/>
                    <a:pt x="17753" y="3521"/>
                  </a:cubicBezTo>
                  <a:cubicBezTo>
                    <a:pt x="17753" y="3588"/>
                    <a:pt x="17753" y="3588"/>
                    <a:pt x="17753" y="3588"/>
                  </a:cubicBezTo>
                  <a:cubicBezTo>
                    <a:pt x="17753" y="3588"/>
                    <a:pt x="17753" y="3588"/>
                    <a:pt x="17753" y="3588"/>
                  </a:cubicBezTo>
                  <a:cubicBezTo>
                    <a:pt x="17790" y="3588"/>
                    <a:pt x="17790" y="3588"/>
                    <a:pt x="17790" y="3588"/>
                  </a:cubicBezTo>
                  <a:cubicBezTo>
                    <a:pt x="17827" y="3656"/>
                    <a:pt x="17827" y="3656"/>
                    <a:pt x="17827" y="3656"/>
                  </a:cubicBezTo>
                  <a:cubicBezTo>
                    <a:pt x="17864" y="3656"/>
                    <a:pt x="17864" y="3656"/>
                    <a:pt x="17864" y="3656"/>
                  </a:cubicBezTo>
                  <a:close/>
                  <a:moveTo>
                    <a:pt x="18086" y="3521"/>
                  </a:moveTo>
                  <a:cubicBezTo>
                    <a:pt x="18086" y="3521"/>
                    <a:pt x="18086" y="3521"/>
                    <a:pt x="18086" y="3521"/>
                  </a:cubicBezTo>
                  <a:cubicBezTo>
                    <a:pt x="18086" y="3453"/>
                    <a:pt x="18086" y="3453"/>
                    <a:pt x="18086" y="3453"/>
                  </a:cubicBezTo>
                  <a:cubicBezTo>
                    <a:pt x="18086" y="3521"/>
                    <a:pt x="18086" y="3521"/>
                    <a:pt x="18086" y="3521"/>
                  </a:cubicBezTo>
                  <a:cubicBezTo>
                    <a:pt x="18049" y="3521"/>
                    <a:pt x="18049" y="3521"/>
                    <a:pt x="18049" y="3521"/>
                  </a:cubicBezTo>
                  <a:cubicBezTo>
                    <a:pt x="18086" y="3521"/>
                    <a:pt x="18086" y="3521"/>
                    <a:pt x="18086" y="3521"/>
                  </a:cubicBezTo>
                  <a:close/>
                  <a:moveTo>
                    <a:pt x="18308" y="18078"/>
                  </a:moveTo>
                  <a:cubicBezTo>
                    <a:pt x="18308" y="18078"/>
                    <a:pt x="18308" y="18078"/>
                    <a:pt x="18308" y="18078"/>
                  </a:cubicBezTo>
                  <a:cubicBezTo>
                    <a:pt x="18308" y="18011"/>
                    <a:pt x="18308" y="18011"/>
                    <a:pt x="18308" y="18011"/>
                  </a:cubicBezTo>
                  <a:cubicBezTo>
                    <a:pt x="18271" y="17943"/>
                    <a:pt x="18271" y="17943"/>
                    <a:pt x="18271" y="17943"/>
                  </a:cubicBezTo>
                  <a:cubicBezTo>
                    <a:pt x="18271" y="17875"/>
                    <a:pt x="18271" y="17875"/>
                    <a:pt x="18271" y="17875"/>
                  </a:cubicBezTo>
                  <a:cubicBezTo>
                    <a:pt x="18271" y="17808"/>
                    <a:pt x="18271" y="17808"/>
                    <a:pt x="18271" y="17808"/>
                  </a:cubicBezTo>
                  <a:cubicBezTo>
                    <a:pt x="18308" y="17740"/>
                    <a:pt x="18308" y="17740"/>
                    <a:pt x="18308" y="17740"/>
                  </a:cubicBezTo>
                  <a:cubicBezTo>
                    <a:pt x="18345" y="17740"/>
                    <a:pt x="18345" y="17740"/>
                    <a:pt x="18345" y="17740"/>
                  </a:cubicBezTo>
                  <a:cubicBezTo>
                    <a:pt x="18345" y="17808"/>
                    <a:pt x="18345" y="17808"/>
                    <a:pt x="18345" y="17808"/>
                  </a:cubicBezTo>
                  <a:cubicBezTo>
                    <a:pt x="18345" y="17808"/>
                    <a:pt x="18345" y="17808"/>
                    <a:pt x="18345" y="17808"/>
                  </a:cubicBezTo>
                  <a:cubicBezTo>
                    <a:pt x="18419" y="17808"/>
                    <a:pt x="18419" y="17808"/>
                    <a:pt x="18419" y="17808"/>
                  </a:cubicBezTo>
                  <a:cubicBezTo>
                    <a:pt x="18419" y="17808"/>
                    <a:pt x="18419" y="17808"/>
                    <a:pt x="18419" y="17808"/>
                  </a:cubicBezTo>
                  <a:cubicBezTo>
                    <a:pt x="18419" y="17808"/>
                    <a:pt x="18419" y="17808"/>
                    <a:pt x="18419" y="17808"/>
                  </a:cubicBezTo>
                  <a:cubicBezTo>
                    <a:pt x="18456" y="17808"/>
                    <a:pt x="18456" y="17808"/>
                    <a:pt x="18456" y="17808"/>
                  </a:cubicBezTo>
                  <a:cubicBezTo>
                    <a:pt x="18419" y="17808"/>
                    <a:pt x="18419" y="17808"/>
                    <a:pt x="18419" y="17808"/>
                  </a:cubicBezTo>
                  <a:cubicBezTo>
                    <a:pt x="18419" y="17875"/>
                    <a:pt x="18419" y="17875"/>
                    <a:pt x="18419" y="17875"/>
                  </a:cubicBezTo>
                  <a:cubicBezTo>
                    <a:pt x="18456" y="17943"/>
                    <a:pt x="18456" y="17943"/>
                    <a:pt x="18456" y="17943"/>
                  </a:cubicBezTo>
                  <a:cubicBezTo>
                    <a:pt x="18493" y="17943"/>
                    <a:pt x="18493" y="17943"/>
                    <a:pt x="18493" y="17943"/>
                  </a:cubicBezTo>
                  <a:cubicBezTo>
                    <a:pt x="18493" y="18011"/>
                    <a:pt x="18493" y="18011"/>
                    <a:pt x="18493" y="18011"/>
                  </a:cubicBezTo>
                  <a:cubicBezTo>
                    <a:pt x="18493" y="17943"/>
                    <a:pt x="18493" y="17943"/>
                    <a:pt x="18493" y="17943"/>
                  </a:cubicBezTo>
                  <a:cubicBezTo>
                    <a:pt x="18493" y="17943"/>
                    <a:pt x="18493" y="17943"/>
                    <a:pt x="18493" y="17943"/>
                  </a:cubicBezTo>
                  <a:cubicBezTo>
                    <a:pt x="18493" y="17875"/>
                    <a:pt x="18493" y="17875"/>
                    <a:pt x="18493" y="17875"/>
                  </a:cubicBezTo>
                  <a:cubicBezTo>
                    <a:pt x="18493" y="17808"/>
                    <a:pt x="18493" y="17808"/>
                    <a:pt x="18493" y="17808"/>
                  </a:cubicBezTo>
                  <a:cubicBezTo>
                    <a:pt x="18456" y="17808"/>
                    <a:pt x="18456" y="17808"/>
                    <a:pt x="18456" y="17808"/>
                  </a:cubicBezTo>
                  <a:cubicBezTo>
                    <a:pt x="18456" y="17672"/>
                    <a:pt x="18456" y="17672"/>
                    <a:pt x="18456" y="17672"/>
                  </a:cubicBezTo>
                  <a:cubicBezTo>
                    <a:pt x="18456" y="17672"/>
                    <a:pt x="18456" y="17672"/>
                    <a:pt x="18456" y="17672"/>
                  </a:cubicBezTo>
                  <a:cubicBezTo>
                    <a:pt x="18419" y="17672"/>
                    <a:pt x="18419" y="17672"/>
                    <a:pt x="18419" y="17672"/>
                  </a:cubicBezTo>
                  <a:cubicBezTo>
                    <a:pt x="18382" y="17672"/>
                    <a:pt x="18382" y="17672"/>
                    <a:pt x="18382" y="17672"/>
                  </a:cubicBezTo>
                  <a:cubicBezTo>
                    <a:pt x="18345" y="17605"/>
                    <a:pt x="18345" y="17605"/>
                    <a:pt x="18345" y="17605"/>
                  </a:cubicBezTo>
                  <a:cubicBezTo>
                    <a:pt x="18345" y="17537"/>
                    <a:pt x="18345" y="17537"/>
                    <a:pt x="18345" y="17537"/>
                  </a:cubicBezTo>
                  <a:cubicBezTo>
                    <a:pt x="18308" y="17469"/>
                    <a:pt x="18308" y="17469"/>
                    <a:pt x="18308" y="17469"/>
                  </a:cubicBezTo>
                  <a:cubicBezTo>
                    <a:pt x="18271" y="17401"/>
                    <a:pt x="18271" y="17401"/>
                    <a:pt x="18271" y="17401"/>
                  </a:cubicBezTo>
                  <a:cubicBezTo>
                    <a:pt x="18271" y="17401"/>
                    <a:pt x="18271" y="17401"/>
                    <a:pt x="18271" y="17401"/>
                  </a:cubicBezTo>
                  <a:cubicBezTo>
                    <a:pt x="18234" y="17334"/>
                    <a:pt x="18234" y="17334"/>
                    <a:pt x="18234" y="17334"/>
                  </a:cubicBezTo>
                  <a:cubicBezTo>
                    <a:pt x="18234" y="17266"/>
                    <a:pt x="18234" y="17266"/>
                    <a:pt x="18234" y="17266"/>
                  </a:cubicBezTo>
                  <a:cubicBezTo>
                    <a:pt x="18197" y="17198"/>
                    <a:pt x="18197" y="17198"/>
                    <a:pt x="18197" y="17198"/>
                  </a:cubicBezTo>
                  <a:cubicBezTo>
                    <a:pt x="18197" y="17131"/>
                    <a:pt x="18197" y="17131"/>
                    <a:pt x="18197" y="17131"/>
                  </a:cubicBezTo>
                  <a:cubicBezTo>
                    <a:pt x="18197" y="17063"/>
                    <a:pt x="18197" y="17063"/>
                    <a:pt x="18197" y="17063"/>
                  </a:cubicBezTo>
                  <a:cubicBezTo>
                    <a:pt x="18160" y="16927"/>
                    <a:pt x="18160" y="16927"/>
                    <a:pt x="18160" y="16927"/>
                  </a:cubicBezTo>
                  <a:cubicBezTo>
                    <a:pt x="18160" y="16860"/>
                    <a:pt x="18160" y="16860"/>
                    <a:pt x="18160" y="16860"/>
                  </a:cubicBezTo>
                  <a:cubicBezTo>
                    <a:pt x="18160" y="16792"/>
                    <a:pt x="18160" y="16792"/>
                    <a:pt x="18160" y="16792"/>
                  </a:cubicBezTo>
                  <a:cubicBezTo>
                    <a:pt x="18160" y="16724"/>
                    <a:pt x="18160" y="16724"/>
                    <a:pt x="18160" y="16724"/>
                  </a:cubicBezTo>
                  <a:cubicBezTo>
                    <a:pt x="18123" y="16657"/>
                    <a:pt x="18123" y="16657"/>
                    <a:pt x="18123" y="16657"/>
                  </a:cubicBezTo>
                  <a:cubicBezTo>
                    <a:pt x="18160" y="16657"/>
                    <a:pt x="18160" y="16657"/>
                    <a:pt x="18160" y="16657"/>
                  </a:cubicBezTo>
                  <a:cubicBezTo>
                    <a:pt x="18160" y="16589"/>
                    <a:pt x="18160" y="16589"/>
                    <a:pt x="18160" y="16589"/>
                  </a:cubicBezTo>
                  <a:cubicBezTo>
                    <a:pt x="18160" y="16589"/>
                    <a:pt x="18160" y="16589"/>
                    <a:pt x="18160" y="16589"/>
                  </a:cubicBezTo>
                  <a:cubicBezTo>
                    <a:pt x="18160" y="16589"/>
                    <a:pt x="18160" y="16589"/>
                    <a:pt x="18160" y="16589"/>
                  </a:cubicBezTo>
                  <a:cubicBezTo>
                    <a:pt x="18197" y="16589"/>
                    <a:pt x="18197" y="16589"/>
                    <a:pt x="18197" y="16589"/>
                  </a:cubicBezTo>
                  <a:cubicBezTo>
                    <a:pt x="18234" y="16589"/>
                    <a:pt x="18234" y="16589"/>
                    <a:pt x="18234" y="16589"/>
                  </a:cubicBezTo>
                  <a:cubicBezTo>
                    <a:pt x="18271" y="16589"/>
                    <a:pt x="18271" y="16589"/>
                    <a:pt x="18271" y="16589"/>
                  </a:cubicBezTo>
                  <a:cubicBezTo>
                    <a:pt x="18308" y="16589"/>
                    <a:pt x="18308" y="16589"/>
                    <a:pt x="18308" y="16589"/>
                  </a:cubicBezTo>
                  <a:cubicBezTo>
                    <a:pt x="18308" y="16657"/>
                    <a:pt x="18308" y="16657"/>
                    <a:pt x="18308" y="16657"/>
                  </a:cubicBezTo>
                  <a:cubicBezTo>
                    <a:pt x="18345" y="16724"/>
                    <a:pt x="18345" y="16724"/>
                    <a:pt x="18345" y="16724"/>
                  </a:cubicBezTo>
                  <a:cubicBezTo>
                    <a:pt x="18382" y="16724"/>
                    <a:pt x="18382" y="16724"/>
                    <a:pt x="18382" y="16724"/>
                  </a:cubicBezTo>
                  <a:cubicBezTo>
                    <a:pt x="18419" y="16792"/>
                    <a:pt x="18419" y="16792"/>
                    <a:pt x="18419" y="16792"/>
                  </a:cubicBezTo>
                  <a:cubicBezTo>
                    <a:pt x="18456" y="16792"/>
                    <a:pt x="18456" y="16792"/>
                    <a:pt x="18456" y="16792"/>
                  </a:cubicBezTo>
                  <a:cubicBezTo>
                    <a:pt x="18419" y="16724"/>
                    <a:pt x="18419" y="16724"/>
                    <a:pt x="18419" y="16724"/>
                  </a:cubicBezTo>
                  <a:cubicBezTo>
                    <a:pt x="18382" y="16657"/>
                    <a:pt x="18382" y="16657"/>
                    <a:pt x="18382" y="16657"/>
                  </a:cubicBezTo>
                  <a:cubicBezTo>
                    <a:pt x="18345" y="16657"/>
                    <a:pt x="18345" y="16657"/>
                    <a:pt x="18345" y="16657"/>
                  </a:cubicBezTo>
                  <a:cubicBezTo>
                    <a:pt x="18308" y="16521"/>
                    <a:pt x="18308" y="16521"/>
                    <a:pt x="18308" y="16521"/>
                  </a:cubicBezTo>
                  <a:cubicBezTo>
                    <a:pt x="18271" y="16453"/>
                    <a:pt x="18271" y="16453"/>
                    <a:pt x="18271" y="16453"/>
                  </a:cubicBezTo>
                  <a:cubicBezTo>
                    <a:pt x="18271" y="16453"/>
                    <a:pt x="18271" y="16453"/>
                    <a:pt x="18271" y="16453"/>
                  </a:cubicBezTo>
                  <a:cubicBezTo>
                    <a:pt x="18271" y="16453"/>
                    <a:pt x="18271" y="16453"/>
                    <a:pt x="18271" y="16453"/>
                  </a:cubicBezTo>
                  <a:cubicBezTo>
                    <a:pt x="18234" y="16318"/>
                    <a:pt x="18234" y="16318"/>
                    <a:pt x="18234" y="16318"/>
                  </a:cubicBezTo>
                  <a:cubicBezTo>
                    <a:pt x="18234" y="16250"/>
                    <a:pt x="18234" y="16250"/>
                    <a:pt x="18234" y="16250"/>
                  </a:cubicBezTo>
                  <a:cubicBezTo>
                    <a:pt x="18197" y="16250"/>
                    <a:pt x="18197" y="16250"/>
                    <a:pt x="18197" y="16250"/>
                  </a:cubicBezTo>
                  <a:cubicBezTo>
                    <a:pt x="18197" y="16183"/>
                    <a:pt x="18197" y="16183"/>
                    <a:pt x="18197" y="16183"/>
                  </a:cubicBezTo>
                  <a:cubicBezTo>
                    <a:pt x="18160" y="16115"/>
                    <a:pt x="18160" y="16115"/>
                    <a:pt x="18160" y="16115"/>
                  </a:cubicBezTo>
                  <a:cubicBezTo>
                    <a:pt x="18086" y="15979"/>
                    <a:pt x="18086" y="15979"/>
                    <a:pt x="18086" y="15979"/>
                  </a:cubicBezTo>
                  <a:cubicBezTo>
                    <a:pt x="18086" y="15912"/>
                    <a:pt x="18086" y="15912"/>
                    <a:pt x="18086" y="15912"/>
                  </a:cubicBezTo>
                  <a:cubicBezTo>
                    <a:pt x="18049" y="15776"/>
                    <a:pt x="18049" y="15776"/>
                    <a:pt x="18049" y="15776"/>
                  </a:cubicBezTo>
                  <a:cubicBezTo>
                    <a:pt x="18012" y="15709"/>
                    <a:pt x="18012" y="15709"/>
                    <a:pt x="18012" y="15709"/>
                  </a:cubicBezTo>
                  <a:cubicBezTo>
                    <a:pt x="17975" y="15641"/>
                    <a:pt x="17975" y="15641"/>
                    <a:pt x="17975" y="15641"/>
                  </a:cubicBezTo>
                  <a:cubicBezTo>
                    <a:pt x="17975" y="15573"/>
                    <a:pt x="17975" y="15573"/>
                    <a:pt x="17975" y="15573"/>
                  </a:cubicBezTo>
                  <a:cubicBezTo>
                    <a:pt x="17975" y="15573"/>
                    <a:pt x="17975" y="15573"/>
                    <a:pt x="17975" y="15573"/>
                  </a:cubicBezTo>
                  <a:cubicBezTo>
                    <a:pt x="17938" y="15505"/>
                    <a:pt x="17938" y="15505"/>
                    <a:pt x="17938" y="15505"/>
                  </a:cubicBezTo>
                  <a:cubicBezTo>
                    <a:pt x="17938" y="15573"/>
                    <a:pt x="17938" y="15573"/>
                    <a:pt x="17938" y="15573"/>
                  </a:cubicBezTo>
                  <a:cubicBezTo>
                    <a:pt x="17938" y="15573"/>
                    <a:pt x="17938" y="15573"/>
                    <a:pt x="17938" y="15573"/>
                  </a:cubicBezTo>
                  <a:cubicBezTo>
                    <a:pt x="17901" y="15505"/>
                    <a:pt x="17901" y="15505"/>
                    <a:pt x="17901" y="15505"/>
                  </a:cubicBezTo>
                  <a:cubicBezTo>
                    <a:pt x="17938" y="15505"/>
                    <a:pt x="17938" y="15505"/>
                    <a:pt x="17938" y="15505"/>
                  </a:cubicBezTo>
                  <a:cubicBezTo>
                    <a:pt x="17901" y="15438"/>
                    <a:pt x="17901" y="15438"/>
                    <a:pt x="17901" y="15438"/>
                  </a:cubicBezTo>
                  <a:cubicBezTo>
                    <a:pt x="17864" y="15438"/>
                    <a:pt x="17864" y="15438"/>
                    <a:pt x="17864" y="15438"/>
                  </a:cubicBezTo>
                  <a:cubicBezTo>
                    <a:pt x="17864" y="15370"/>
                    <a:pt x="17864" y="15370"/>
                    <a:pt x="17864" y="15370"/>
                  </a:cubicBezTo>
                  <a:cubicBezTo>
                    <a:pt x="17827" y="15302"/>
                    <a:pt x="17827" y="15302"/>
                    <a:pt x="17827" y="15302"/>
                  </a:cubicBezTo>
                  <a:cubicBezTo>
                    <a:pt x="17827" y="15235"/>
                    <a:pt x="17827" y="15235"/>
                    <a:pt x="17827" y="15235"/>
                  </a:cubicBezTo>
                  <a:cubicBezTo>
                    <a:pt x="17827" y="15167"/>
                    <a:pt x="17827" y="15167"/>
                    <a:pt x="17827" y="15167"/>
                  </a:cubicBezTo>
                  <a:cubicBezTo>
                    <a:pt x="17827" y="15167"/>
                    <a:pt x="17827" y="15167"/>
                    <a:pt x="17827" y="15167"/>
                  </a:cubicBezTo>
                  <a:cubicBezTo>
                    <a:pt x="17827" y="15167"/>
                    <a:pt x="17827" y="15167"/>
                    <a:pt x="17827" y="15167"/>
                  </a:cubicBezTo>
                  <a:cubicBezTo>
                    <a:pt x="17827" y="15099"/>
                    <a:pt x="17827" y="15099"/>
                    <a:pt x="17827" y="15099"/>
                  </a:cubicBezTo>
                  <a:cubicBezTo>
                    <a:pt x="17827" y="14964"/>
                    <a:pt x="17827" y="14964"/>
                    <a:pt x="17827" y="14964"/>
                  </a:cubicBezTo>
                  <a:cubicBezTo>
                    <a:pt x="17790" y="14896"/>
                    <a:pt x="17790" y="14896"/>
                    <a:pt x="17790" y="14896"/>
                  </a:cubicBezTo>
                  <a:cubicBezTo>
                    <a:pt x="17753" y="14896"/>
                    <a:pt x="17753" y="14896"/>
                    <a:pt x="17753" y="14896"/>
                  </a:cubicBezTo>
                  <a:cubicBezTo>
                    <a:pt x="17753" y="14828"/>
                    <a:pt x="17753" y="14828"/>
                    <a:pt x="17753" y="14828"/>
                  </a:cubicBezTo>
                  <a:cubicBezTo>
                    <a:pt x="17716" y="14828"/>
                    <a:pt x="17716" y="14828"/>
                    <a:pt x="17716" y="14828"/>
                  </a:cubicBezTo>
                  <a:cubicBezTo>
                    <a:pt x="17716" y="14761"/>
                    <a:pt x="17716" y="14761"/>
                    <a:pt x="17716" y="14761"/>
                  </a:cubicBezTo>
                  <a:cubicBezTo>
                    <a:pt x="17716" y="14761"/>
                    <a:pt x="17716" y="14761"/>
                    <a:pt x="17716" y="14761"/>
                  </a:cubicBezTo>
                  <a:cubicBezTo>
                    <a:pt x="17716" y="14761"/>
                    <a:pt x="17716" y="14761"/>
                    <a:pt x="17716" y="14761"/>
                  </a:cubicBezTo>
                  <a:cubicBezTo>
                    <a:pt x="17753" y="14761"/>
                    <a:pt x="17753" y="14761"/>
                    <a:pt x="17753" y="14761"/>
                  </a:cubicBezTo>
                  <a:cubicBezTo>
                    <a:pt x="17790" y="14828"/>
                    <a:pt x="17790" y="14828"/>
                    <a:pt x="17790" y="14828"/>
                  </a:cubicBezTo>
                  <a:cubicBezTo>
                    <a:pt x="17790" y="14761"/>
                    <a:pt x="17790" y="14761"/>
                    <a:pt x="17790" y="14761"/>
                  </a:cubicBezTo>
                  <a:cubicBezTo>
                    <a:pt x="17753" y="14693"/>
                    <a:pt x="17753" y="14693"/>
                    <a:pt x="17753" y="14693"/>
                  </a:cubicBezTo>
                  <a:cubicBezTo>
                    <a:pt x="17716" y="14625"/>
                    <a:pt x="17716" y="14625"/>
                    <a:pt x="17716" y="14625"/>
                  </a:cubicBezTo>
                  <a:cubicBezTo>
                    <a:pt x="17679" y="14625"/>
                    <a:pt x="17679" y="14625"/>
                    <a:pt x="17679" y="14625"/>
                  </a:cubicBezTo>
                  <a:cubicBezTo>
                    <a:pt x="17679" y="14557"/>
                    <a:pt x="17679" y="14557"/>
                    <a:pt x="17679" y="14557"/>
                  </a:cubicBezTo>
                  <a:cubicBezTo>
                    <a:pt x="17605" y="14490"/>
                    <a:pt x="17605" y="14490"/>
                    <a:pt x="17605" y="14490"/>
                  </a:cubicBezTo>
                  <a:cubicBezTo>
                    <a:pt x="17605" y="14422"/>
                    <a:pt x="17605" y="14422"/>
                    <a:pt x="17605" y="14422"/>
                  </a:cubicBezTo>
                  <a:cubicBezTo>
                    <a:pt x="17605" y="14354"/>
                    <a:pt x="17605" y="14354"/>
                    <a:pt x="17605" y="14354"/>
                  </a:cubicBezTo>
                  <a:cubicBezTo>
                    <a:pt x="17568" y="14287"/>
                    <a:pt x="17568" y="14287"/>
                    <a:pt x="17568" y="14287"/>
                  </a:cubicBezTo>
                  <a:cubicBezTo>
                    <a:pt x="17531" y="14287"/>
                    <a:pt x="17531" y="14287"/>
                    <a:pt x="17531" y="14287"/>
                  </a:cubicBezTo>
                  <a:cubicBezTo>
                    <a:pt x="17494" y="14219"/>
                    <a:pt x="17494" y="14219"/>
                    <a:pt x="17494" y="14219"/>
                  </a:cubicBezTo>
                  <a:cubicBezTo>
                    <a:pt x="17494" y="14151"/>
                    <a:pt x="17494" y="14151"/>
                    <a:pt x="17494" y="14151"/>
                  </a:cubicBezTo>
                  <a:cubicBezTo>
                    <a:pt x="17494" y="14219"/>
                    <a:pt x="17494" y="14219"/>
                    <a:pt x="17494" y="14219"/>
                  </a:cubicBezTo>
                  <a:cubicBezTo>
                    <a:pt x="17494" y="14219"/>
                    <a:pt x="17494" y="14219"/>
                    <a:pt x="17494" y="14219"/>
                  </a:cubicBezTo>
                  <a:cubicBezTo>
                    <a:pt x="17494" y="14287"/>
                    <a:pt x="17494" y="14287"/>
                    <a:pt x="17494" y="14287"/>
                  </a:cubicBezTo>
                  <a:cubicBezTo>
                    <a:pt x="17457" y="14287"/>
                    <a:pt x="17457" y="14287"/>
                    <a:pt x="17457" y="14287"/>
                  </a:cubicBezTo>
                  <a:cubicBezTo>
                    <a:pt x="17457" y="14287"/>
                    <a:pt x="17457" y="14287"/>
                    <a:pt x="17457" y="14287"/>
                  </a:cubicBezTo>
                  <a:cubicBezTo>
                    <a:pt x="17420" y="14287"/>
                    <a:pt x="17420" y="14287"/>
                    <a:pt x="17420" y="14287"/>
                  </a:cubicBezTo>
                  <a:cubicBezTo>
                    <a:pt x="17457" y="14354"/>
                    <a:pt x="17457" y="14354"/>
                    <a:pt x="17457" y="14354"/>
                  </a:cubicBezTo>
                  <a:cubicBezTo>
                    <a:pt x="17531" y="14354"/>
                    <a:pt x="17531" y="14354"/>
                    <a:pt x="17531" y="14354"/>
                  </a:cubicBezTo>
                  <a:cubicBezTo>
                    <a:pt x="17531" y="14422"/>
                    <a:pt x="17531" y="14422"/>
                    <a:pt x="17531" y="14422"/>
                  </a:cubicBezTo>
                  <a:cubicBezTo>
                    <a:pt x="17531" y="14490"/>
                    <a:pt x="17531" y="14490"/>
                    <a:pt x="17531" y="14490"/>
                  </a:cubicBezTo>
                  <a:cubicBezTo>
                    <a:pt x="17531" y="14490"/>
                    <a:pt x="17531" y="14490"/>
                    <a:pt x="17531" y="14490"/>
                  </a:cubicBezTo>
                  <a:cubicBezTo>
                    <a:pt x="17568" y="14490"/>
                    <a:pt x="17568" y="14490"/>
                    <a:pt x="17568" y="14490"/>
                  </a:cubicBezTo>
                  <a:cubicBezTo>
                    <a:pt x="17568" y="14490"/>
                    <a:pt x="17568" y="14490"/>
                    <a:pt x="17568" y="14490"/>
                  </a:cubicBezTo>
                  <a:cubicBezTo>
                    <a:pt x="17568" y="14557"/>
                    <a:pt x="17568" y="14557"/>
                    <a:pt x="17568" y="14557"/>
                  </a:cubicBezTo>
                  <a:cubicBezTo>
                    <a:pt x="17531" y="14557"/>
                    <a:pt x="17531" y="14557"/>
                    <a:pt x="17531" y="14557"/>
                  </a:cubicBezTo>
                  <a:cubicBezTo>
                    <a:pt x="17531" y="14557"/>
                    <a:pt x="17531" y="14557"/>
                    <a:pt x="17531" y="14557"/>
                  </a:cubicBezTo>
                  <a:cubicBezTo>
                    <a:pt x="17568" y="14557"/>
                    <a:pt x="17568" y="14557"/>
                    <a:pt x="17568" y="14557"/>
                  </a:cubicBezTo>
                  <a:cubicBezTo>
                    <a:pt x="17568" y="14625"/>
                    <a:pt x="17568" y="14625"/>
                    <a:pt x="17568" y="14625"/>
                  </a:cubicBezTo>
                  <a:cubicBezTo>
                    <a:pt x="17568" y="14625"/>
                    <a:pt x="17568" y="14625"/>
                    <a:pt x="17568" y="14625"/>
                  </a:cubicBezTo>
                  <a:cubicBezTo>
                    <a:pt x="17531" y="14625"/>
                    <a:pt x="17531" y="14625"/>
                    <a:pt x="17531" y="14625"/>
                  </a:cubicBezTo>
                  <a:cubicBezTo>
                    <a:pt x="17494" y="14625"/>
                    <a:pt x="17494" y="14625"/>
                    <a:pt x="17494" y="14625"/>
                  </a:cubicBezTo>
                  <a:cubicBezTo>
                    <a:pt x="17494" y="14625"/>
                    <a:pt x="17494" y="14625"/>
                    <a:pt x="17494" y="14625"/>
                  </a:cubicBezTo>
                  <a:cubicBezTo>
                    <a:pt x="17457" y="14693"/>
                    <a:pt x="17457" y="14693"/>
                    <a:pt x="17457" y="14693"/>
                  </a:cubicBezTo>
                  <a:cubicBezTo>
                    <a:pt x="17494" y="14761"/>
                    <a:pt x="17494" y="14761"/>
                    <a:pt x="17494" y="14761"/>
                  </a:cubicBezTo>
                  <a:cubicBezTo>
                    <a:pt x="17494" y="14828"/>
                    <a:pt x="17494" y="14828"/>
                    <a:pt x="17494" y="14828"/>
                  </a:cubicBezTo>
                  <a:cubicBezTo>
                    <a:pt x="17531" y="14896"/>
                    <a:pt x="17531" y="14896"/>
                    <a:pt x="17531" y="14896"/>
                  </a:cubicBezTo>
                  <a:cubicBezTo>
                    <a:pt x="17568" y="14964"/>
                    <a:pt x="17568" y="14964"/>
                    <a:pt x="17568" y="14964"/>
                  </a:cubicBezTo>
                  <a:cubicBezTo>
                    <a:pt x="17568" y="15099"/>
                    <a:pt x="17568" y="15099"/>
                    <a:pt x="17568" y="15099"/>
                  </a:cubicBezTo>
                  <a:cubicBezTo>
                    <a:pt x="17568" y="15099"/>
                    <a:pt x="17568" y="15099"/>
                    <a:pt x="17568" y="15099"/>
                  </a:cubicBezTo>
                  <a:cubicBezTo>
                    <a:pt x="17605" y="15235"/>
                    <a:pt x="17605" y="15235"/>
                    <a:pt x="17605" y="15235"/>
                  </a:cubicBezTo>
                  <a:cubicBezTo>
                    <a:pt x="17605" y="15370"/>
                    <a:pt x="17605" y="15370"/>
                    <a:pt x="17605" y="15370"/>
                  </a:cubicBezTo>
                  <a:cubicBezTo>
                    <a:pt x="17642" y="15438"/>
                    <a:pt x="17642" y="15438"/>
                    <a:pt x="17642" y="15438"/>
                  </a:cubicBezTo>
                  <a:cubicBezTo>
                    <a:pt x="17679" y="15438"/>
                    <a:pt x="17679" y="15438"/>
                    <a:pt x="17679" y="15438"/>
                  </a:cubicBezTo>
                  <a:cubicBezTo>
                    <a:pt x="17679" y="15505"/>
                    <a:pt x="17679" y="15505"/>
                    <a:pt x="17679" y="15505"/>
                  </a:cubicBezTo>
                  <a:cubicBezTo>
                    <a:pt x="17679" y="15505"/>
                    <a:pt x="17679" y="15505"/>
                    <a:pt x="17679" y="15505"/>
                  </a:cubicBezTo>
                  <a:cubicBezTo>
                    <a:pt x="17753" y="15641"/>
                    <a:pt x="17753" y="15641"/>
                    <a:pt x="17753" y="15641"/>
                  </a:cubicBezTo>
                  <a:cubicBezTo>
                    <a:pt x="17753" y="15641"/>
                    <a:pt x="17753" y="15641"/>
                    <a:pt x="17753" y="15641"/>
                  </a:cubicBezTo>
                  <a:cubicBezTo>
                    <a:pt x="17790" y="15709"/>
                    <a:pt x="17790" y="15709"/>
                    <a:pt x="17790" y="15709"/>
                  </a:cubicBezTo>
                  <a:cubicBezTo>
                    <a:pt x="17827" y="15844"/>
                    <a:pt x="17827" y="15844"/>
                    <a:pt x="17827" y="15844"/>
                  </a:cubicBezTo>
                  <a:cubicBezTo>
                    <a:pt x="17827" y="15912"/>
                    <a:pt x="17827" y="15912"/>
                    <a:pt x="17827" y="15912"/>
                  </a:cubicBezTo>
                  <a:cubicBezTo>
                    <a:pt x="17827" y="15979"/>
                    <a:pt x="17827" y="15979"/>
                    <a:pt x="17827" y="15979"/>
                  </a:cubicBezTo>
                  <a:cubicBezTo>
                    <a:pt x="17827" y="16047"/>
                    <a:pt x="17827" y="16047"/>
                    <a:pt x="17827" y="16047"/>
                  </a:cubicBezTo>
                  <a:cubicBezTo>
                    <a:pt x="17864" y="16047"/>
                    <a:pt x="17864" y="16047"/>
                    <a:pt x="17864" y="16047"/>
                  </a:cubicBezTo>
                  <a:cubicBezTo>
                    <a:pt x="17901" y="16115"/>
                    <a:pt x="17901" y="16115"/>
                    <a:pt x="17901" y="16115"/>
                  </a:cubicBezTo>
                  <a:cubicBezTo>
                    <a:pt x="17901" y="16115"/>
                    <a:pt x="17901" y="16115"/>
                    <a:pt x="17901" y="16115"/>
                  </a:cubicBezTo>
                  <a:cubicBezTo>
                    <a:pt x="17901" y="16183"/>
                    <a:pt x="17901" y="16183"/>
                    <a:pt x="17901" y="16183"/>
                  </a:cubicBezTo>
                  <a:cubicBezTo>
                    <a:pt x="17938" y="16250"/>
                    <a:pt x="17938" y="16250"/>
                    <a:pt x="17938" y="16250"/>
                  </a:cubicBezTo>
                  <a:cubicBezTo>
                    <a:pt x="17938" y="16318"/>
                    <a:pt x="17938" y="16318"/>
                    <a:pt x="17938" y="16318"/>
                  </a:cubicBezTo>
                  <a:cubicBezTo>
                    <a:pt x="17938" y="16386"/>
                    <a:pt x="17938" y="16386"/>
                    <a:pt x="17938" y="16386"/>
                  </a:cubicBezTo>
                  <a:cubicBezTo>
                    <a:pt x="17975" y="16521"/>
                    <a:pt x="17975" y="16521"/>
                    <a:pt x="17975" y="16521"/>
                  </a:cubicBezTo>
                  <a:cubicBezTo>
                    <a:pt x="17975" y="16521"/>
                    <a:pt x="17975" y="16521"/>
                    <a:pt x="17975" y="16521"/>
                  </a:cubicBezTo>
                  <a:cubicBezTo>
                    <a:pt x="17975" y="16589"/>
                    <a:pt x="17975" y="16589"/>
                    <a:pt x="17975" y="16589"/>
                  </a:cubicBezTo>
                  <a:cubicBezTo>
                    <a:pt x="17975" y="16657"/>
                    <a:pt x="17975" y="16657"/>
                    <a:pt x="17975" y="16657"/>
                  </a:cubicBezTo>
                  <a:cubicBezTo>
                    <a:pt x="18012" y="16792"/>
                    <a:pt x="18012" y="16792"/>
                    <a:pt x="18012" y="16792"/>
                  </a:cubicBezTo>
                  <a:cubicBezTo>
                    <a:pt x="17975" y="16792"/>
                    <a:pt x="17975" y="16792"/>
                    <a:pt x="17975" y="16792"/>
                  </a:cubicBezTo>
                  <a:cubicBezTo>
                    <a:pt x="18012" y="16927"/>
                    <a:pt x="18012" y="16927"/>
                    <a:pt x="18012" y="16927"/>
                  </a:cubicBezTo>
                  <a:cubicBezTo>
                    <a:pt x="18012" y="16927"/>
                    <a:pt x="18012" y="16927"/>
                    <a:pt x="18012" y="16927"/>
                  </a:cubicBezTo>
                  <a:cubicBezTo>
                    <a:pt x="18086" y="17063"/>
                    <a:pt x="18086" y="17063"/>
                    <a:pt x="18086" y="17063"/>
                  </a:cubicBezTo>
                  <a:cubicBezTo>
                    <a:pt x="18086" y="17131"/>
                    <a:pt x="18086" y="17131"/>
                    <a:pt x="18086" y="17131"/>
                  </a:cubicBezTo>
                  <a:cubicBezTo>
                    <a:pt x="18123" y="17198"/>
                    <a:pt x="18123" y="17198"/>
                    <a:pt x="18123" y="17198"/>
                  </a:cubicBezTo>
                  <a:cubicBezTo>
                    <a:pt x="18123" y="17334"/>
                    <a:pt x="18123" y="17334"/>
                    <a:pt x="18123" y="17334"/>
                  </a:cubicBezTo>
                  <a:cubicBezTo>
                    <a:pt x="18123" y="17401"/>
                    <a:pt x="18123" y="17401"/>
                    <a:pt x="18123" y="17401"/>
                  </a:cubicBezTo>
                  <a:cubicBezTo>
                    <a:pt x="18160" y="17469"/>
                    <a:pt x="18160" y="17469"/>
                    <a:pt x="18160" y="17469"/>
                  </a:cubicBezTo>
                  <a:cubicBezTo>
                    <a:pt x="18160" y="17537"/>
                    <a:pt x="18160" y="17537"/>
                    <a:pt x="18160" y="17537"/>
                  </a:cubicBezTo>
                  <a:cubicBezTo>
                    <a:pt x="18197" y="17605"/>
                    <a:pt x="18197" y="17605"/>
                    <a:pt x="18197" y="17605"/>
                  </a:cubicBezTo>
                  <a:cubicBezTo>
                    <a:pt x="18197" y="17672"/>
                    <a:pt x="18197" y="17672"/>
                    <a:pt x="18197" y="17672"/>
                  </a:cubicBezTo>
                  <a:cubicBezTo>
                    <a:pt x="18197" y="17740"/>
                    <a:pt x="18197" y="17740"/>
                    <a:pt x="18197" y="17740"/>
                  </a:cubicBezTo>
                  <a:cubicBezTo>
                    <a:pt x="18197" y="17875"/>
                    <a:pt x="18197" y="17875"/>
                    <a:pt x="18197" y="17875"/>
                  </a:cubicBezTo>
                  <a:cubicBezTo>
                    <a:pt x="18197" y="17943"/>
                    <a:pt x="18197" y="17943"/>
                    <a:pt x="18197" y="17943"/>
                  </a:cubicBezTo>
                  <a:cubicBezTo>
                    <a:pt x="18234" y="18011"/>
                    <a:pt x="18234" y="18011"/>
                    <a:pt x="18234" y="18011"/>
                  </a:cubicBezTo>
                  <a:cubicBezTo>
                    <a:pt x="18271" y="18078"/>
                    <a:pt x="18271" y="18078"/>
                    <a:pt x="18271" y="18078"/>
                  </a:cubicBezTo>
                  <a:cubicBezTo>
                    <a:pt x="18308" y="18078"/>
                    <a:pt x="18308" y="18078"/>
                    <a:pt x="18308" y="18078"/>
                  </a:cubicBezTo>
                  <a:close/>
                  <a:moveTo>
                    <a:pt x="16643" y="14287"/>
                  </a:moveTo>
                  <a:cubicBezTo>
                    <a:pt x="16643" y="14287"/>
                    <a:pt x="16643" y="14287"/>
                    <a:pt x="16643" y="14287"/>
                  </a:cubicBezTo>
                  <a:cubicBezTo>
                    <a:pt x="16643" y="14219"/>
                    <a:pt x="16643" y="14219"/>
                    <a:pt x="16643" y="14219"/>
                  </a:cubicBezTo>
                  <a:cubicBezTo>
                    <a:pt x="16643" y="14219"/>
                    <a:pt x="16643" y="14219"/>
                    <a:pt x="16643" y="14219"/>
                  </a:cubicBezTo>
                  <a:cubicBezTo>
                    <a:pt x="16680" y="14219"/>
                    <a:pt x="16680" y="14219"/>
                    <a:pt x="16680" y="14219"/>
                  </a:cubicBezTo>
                  <a:cubicBezTo>
                    <a:pt x="16680" y="14287"/>
                    <a:pt x="16680" y="14287"/>
                    <a:pt x="16680" y="14287"/>
                  </a:cubicBezTo>
                  <a:cubicBezTo>
                    <a:pt x="16717" y="14287"/>
                    <a:pt x="16717" y="14287"/>
                    <a:pt x="16717" y="14287"/>
                  </a:cubicBezTo>
                  <a:cubicBezTo>
                    <a:pt x="16717" y="14219"/>
                    <a:pt x="16717" y="14219"/>
                    <a:pt x="16717" y="14219"/>
                  </a:cubicBezTo>
                  <a:cubicBezTo>
                    <a:pt x="16754" y="14219"/>
                    <a:pt x="16754" y="14219"/>
                    <a:pt x="16754" y="14219"/>
                  </a:cubicBezTo>
                  <a:cubicBezTo>
                    <a:pt x="16717" y="14151"/>
                    <a:pt x="16717" y="14151"/>
                    <a:pt x="16717" y="14151"/>
                  </a:cubicBezTo>
                  <a:cubicBezTo>
                    <a:pt x="16717" y="14151"/>
                    <a:pt x="16717" y="14151"/>
                    <a:pt x="16717" y="14151"/>
                  </a:cubicBezTo>
                  <a:cubicBezTo>
                    <a:pt x="16754" y="14151"/>
                    <a:pt x="16754" y="14151"/>
                    <a:pt x="16754" y="14151"/>
                  </a:cubicBezTo>
                  <a:cubicBezTo>
                    <a:pt x="16754" y="14084"/>
                    <a:pt x="16754" y="14084"/>
                    <a:pt x="16754" y="14084"/>
                  </a:cubicBezTo>
                  <a:cubicBezTo>
                    <a:pt x="16717" y="14084"/>
                    <a:pt x="16717" y="14084"/>
                    <a:pt x="16717" y="14084"/>
                  </a:cubicBezTo>
                  <a:cubicBezTo>
                    <a:pt x="16717" y="14084"/>
                    <a:pt x="16717" y="14084"/>
                    <a:pt x="16717" y="14084"/>
                  </a:cubicBezTo>
                  <a:cubicBezTo>
                    <a:pt x="16717" y="14151"/>
                    <a:pt x="16717" y="14151"/>
                    <a:pt x="16717" y="14151"/>
                  </a:cubicBezTo>
                  <a:cubicBezTo>
                    <a:pt x="16680" y="14151"/>
                    <a:pt x="16680" y="14151"/>
                    <a:pt x="16680" y="14151"/>
                  </a:cubicBezTo>
                  <a:cubicBezTo>
                    <a:pt x="16717" y="14084"/>
                    <a:pt x="16717" y="14084"/>
                    <a:pt x="16717" y="14084"/>
                  </a:cubicBezTo>
                  <a:cubicBezTo>
                    <a:pt x="16717" y="14084"/>
                    <a:pt x="16717" y="14084"/>
                    <a:pt x="16717" y="14084"/>
                  </a:cubicBezTo>
                  <a:cubicBezTo>
                    <a:pt x="16717" y="14084"/>
                    <a:pt x="16717" y="14084"/>
                    <a:pt x="16717" y="14084"/>
                  </a:cubicBezTo>
                  <a:cubicBezTo>
                    <a:pt x="16680" y="14084"/>
                    <a:pt x="16680" y="14084"/>
                    <a:pt x="16680" y="14084"/>
                  </a:cubicBezTo>
                  <a:cubicBezTo>
                    <a:pt x="16643" y="14016"/>
                    <a:pt x="16643" y="14016"/>
                    <a:pt x="16643" y="14016"/>
                  </a:cubicBezTo>
                  <a:cubicBezTo>
                    <a:pt x="16643" y="14084"/>
                    <a:pt x="16643" y="14084"/>
                    <a:pt x="16643" y="14084"/>
                  </a:cubicBezTo>
                  <a:cubicBezTo>
                    <a:pt x="16606" y="14151"/>
                    <a:pt x="16606" y="14151"/>
                    <a:pt x="16606" y="14151"/>
                  </a:cubicBezTo>
                  <a:cubicBezTo>
                    <a:pt x="16606" y="14151"/>
                    <a:pt x="16606" y="14151"/>
                    <a:pt x="16606" y="14151"/>
                  </a:cubicBezTo>
                  <a:cubicBezTo>
                    <a:pt x="16606" y="14219"/>
                    <a:pt x="16606" y="14219"/>
                    <a:pt x="16606" y="14219"/>
                  </a:cubicBezTo>
                  <a:cubicBezTo>
                    <a:pt x="16643" y="14287"/>
                    <a:pt x="16643" y="14287"/>
                    <a:pt x="16643" y="14287"/>
                  </a:cubicBezTo>
                  <a:close/>
                  <a:moveTo>
                    <a:pt x="16532" y="14219"/>
                  </a:moveTo>
                  <a:cubicBezTo>
                    <a:pt x="16532" y="14219"/>
                    <a:pt x="16532" y="14219"/>
                    <a:pt x="16532" y="14219"/>
                  </a:cubicBezTo>
                  <a:cubicBezTo>
                    <a:pt x="16532" y="14219"/>
                    <a:pt x="16532" y="14219"/>
                    <a:pt x="16532" y="14219"/>
                  </a:cubicBezTo>
                  <a:cubicBezTo>
                    <a:pt x="16532" y="14151"/>
                    <a:pt x="16532" y="14151"/>
                    <a:pt x="16532" y="14151"/>
                  </a:cubicBezTo>
                  <a:cubicBezTo>
                    <a:pt x="16569" y="14219"/>
                    <a:pt x="16569" y="14219"/>
                    <a:pt x="16569" y="14219"/>
                  </a:cubicBezTo>
                  <a:cubicBezTo>
                    <a:pt x="16569" y="14219"/>
                    <a:pt x="16569" y="14219"/>
                    <a:pt x="16569" y="14219"/>
                  </a:cubicBezTo>
                  <a:cubicBezTo>
                    <a:pt x="16569" y="14151"/>
                    <a:pt x="16569" y="14151"/>
                    <a:pt x="16569" y="14151"/>
                  </a:cubicBezTo>
                  <a:cubicBezTo>
                    <a:pt x="16569" y="14151"/>
                    <a:pt x="16569" y="14151"/>
                    <a:pt x="16569" y="14151"/>
                  </a:cubicBezTo>
                  <a:cubicBezTo>
                    <a:pt x="16569" y="14084"/>
                    <a:pt x="16569" y="14084"/>
                    <a:pt x="16569" y="14084"/>
                  </a:cubicBezTo>
                  <a:cubicBezTo>
                    <a:pt x="16569" y="14084"/>
                    <a:pt x="16569" y="14084"/>
                    <a:pt x="16569" y="14084"/>
                  </a:cubicBezTo>
                  <a:cubicBezTo>
                    <a:pt x="16532" y="14151"/>
                    <a:pt x="16532" y="14151"/>
                    <a:pt x="16532" y="14151"/>
                  </a:cubicBezTo>
                  <a:cubicBezTo>
                    <a:pt x="16495" y="14151"/>
                    <a:pt x="16495" y="14151"/>
                    <a:pt x="16495" y="14151"/>
                  </a:cubicBezTo>
                  <a:cubicBezTo>
                    <a:pt x="16495" y="14219"/>
                    <a:pt x="16495" y="14219"/>
                    <a:pt x="16495" y="14219"/>
                  </a:cubicBezTo>
                  <a:cubicBezTo>
                    <a:pt x="16532" y="14219"/>
                    <a:pt x="16532" y="14219"/>
                    <a:pt x="16532" y="14219"/>
                  </a:cubicBezTo>
                  <a:close/>
                  <a:moveTo>
                    <a:pt x="16754" y="14422"/>
                  </a:moveTo>
                  <a:cubicBezTo>
                    <a:pt x="16754" y="14422"/>
                    <a:pt x="16754" y="14422"/>
                    <a:pt x="16754" y="14422"/>
                  </a:cubicBezTo>
                  <a:cubicBezTo>
                    <a:pt x="16754" y="14422"/>
                    <a:pt x="16754" y="14422"/>
                    <a:pt x="16754" y="14422"/>
                  </a:cubicBezTo>
                  <a:cubicBezTo>
                    <a:pt x="16791" y="14354"/>
                    <a:pt x="16791" y="14354"/>
                    <a:pt x="16791" y="14354"/>
                  </a:cubicBezTo>
                  <a:cubicBezTo>
                    <a:pt x="16754" y="14354"/>
                    <a:pt x="16754" y="14354"/>
                    <a:pt x="16754" y="14354"/>
                  </a:cubicBezTo>
                  <a:cubicBezTo>
                    <a:pt x="16754" y="14354"/>
                    <a:pt x="16754" y="14354"/>
                    <a:pt x="16754" y="14354"/>
                  </a:cubicBezTo>
                  <a:cubicBezTo>
                    <a:pt x="16754" y="14354"/>
                    <a:pt x="16754" y="14354"/>
                    <a:pt x="16754" y="14354"/>
                  </a:cubicBezTo>
                  <a:cubicBezTo>
                    <a:pt x="16754" y="14422"/>
                    <a:pt x="16754" y="14422"/>
                    <a:pt x="16754" y="14422"/>
                  </a:cubicBezTo>
                  <a:close/>
                  <a:moveTo>
                    <a:pt x="16717" y="14354"/>
                  </a:moveTo>
                  <a:cubicBezTo>
                    <a:pt x="16717" y="14354"/>
                    <a:pt x="16717" y="14354"/>
                    <a:pt x="16717" y="14354"/>
                  </a:cubicBezTo>
                  <a:cubicBezTo>
                    <a:pt x="16717" y="14422"/>
                    <a:pt x="16717" y="14422"/>
                    <a:pt x="16717" y="14422"/>
                  </a:cubicBezTo>
                  <a:cubicBezTo>
                    <a:pt x="16717" y="14354"/>
                    <a:pt x="16717" y="14354"/>
                    <a:pt x="16717" y="14354"/>
                  </a:cubicBezTo>
                  <a:cubicBezTo>
                    <a:pt x="16717" y="14354"/>
                    <a:pt x="16717" y="14354"/>
                    <a:pt x="16717" y="14354"/>
                  </a:cubicBezTo>
                  <a:cubicBezTo>
                    <a:pt x="16717" y="14354"/>
                    <a:pt x="16717" y="14354"/>
                    <a:pt x="16717" y="14354"/>
                  </a:cubicBezTo>
                  <a:cubicBezTo>
                    <a:pt x="16717" y="14354"/>
                    <a:pt x="16717" y="14354"/>
                    <a:pt x="16717" y="14354"/>
                  </a:cubicBezTo>
                  <a:close/>
                  <a:moveTo>
                    <a:pt x="16717" y="14557"/>
                  </a:moveTo>
                  <a:cubicBezTo>
                    <a:pt x="16717" y="14557"/>
                    <a:pt x="16717" y="14557"/>
                    <a:pt x="16717" y="14557"/>
                  </a:cubicBezTo>
                  <a:cubicBezTo>
                    <a:pt x="16754" y="14557"/>
                    <a:pt x="16754" y="14557"/>
                    <a:pt x="16754" y="14557"/>
                  </a:cubicBezTo>
                  <a:cubicBezTo>
                    <a:pt x="16754" y="14490"/>
                    <a:pt x="16754" y="14490"/>
                    <a:pt x="16754" y="14490"/>
                  </a:cubicBezTo>
                  <a:cubicBezTo>
                    <a:pt x="16754" y="14490"/>
                    <a:pt x="16754" y="14490"/>
                    <a:pt x="16754" y="14490"/>
                  </a:cubicBezTo>
                  <a:cubicBezTo>
                    <a:pt x="16754" y="14422"/>
                    <a:pt x="16754" y="14422"/>
                    <a:pt x="16754" y="14422"/>
                  </a:cubicBezTo>
                  <a:cubicBezTo>
                    <a:pt x="16717" y="14490"/>
                    <a:pt x="16717" y="14490"/>
                    <a:pt x="16717" y="14490"/>
                  </a:cubicBezTo>
                  <a:cubicBezTo>
                    <a:pt x="16680" y="14490"/>
                    <a:pt x="16680" y="14490"/>
                    <a:pt x="16680" y="14490"/>
                  </a:cubicBezTo>
                  <a:cubicBezTo>
                    <a:pt x="16680" y="14557"/>
                    <a:pt x="16680" y="14557"/>
                    <a:pt x="16680" y="14557"/>
                  </a:cubicBezTo>
                  <a:cubicBezTo>
                    <a:pt x="16717" y="14557"/>
                    <a:pt x="16717" y="14557"/>
                    <a:pt x="16717" y="14557"/>
                  </a:cubicBezTo>
                  <a:close/>
                  <a:moveTo>
                    <a:pt x="17975" y="11443"/>
                  </a:moveTo>
                  <a:cubicBezTo>
                    <a:pt x="17975" y="11443"/>
                    <a:pt x="17975" y="11443"/>
                    <a:pt x="17975" y="11443"/>
                  </a:cubicBezTo>
                  <a:cubicBezTo>
                    <a:pt x="18012" y="11375"/>
                    <a:pt x="18012" y="11375"/>
                    <a:pt x="18012" y="11375"/>
                  </a:cubicBezTo>
                  <a:cubicBezTo>
                    <a:pt x="18012" y="11307"/>
                    <a:pt x="18012" y="11307"/>
                    <a:pt x="18012" y="11307"/>
                  </a:cubicBezTo>
                  <a:cubicBezTo>
                    <a:pt x="17975" y="11307"/>
                    <a:pt x="17975" y="11307"/>
                    <a:pt x="17975" y="11307"/>
                  </a:cubicBezTo>
                  <a:cubicBezTo>
                    <a:pt x="17975" y="11375"/>
                    <a:pt x="17975" y="11375"/>
                    <a:pt x="17975" y="11375"/>
                  </a:cubicBezTo>
                  <a:cubicBezTo>
                    <a:pt x="17975" y="11443"/>
                    <a:pt x="17975" y="11443"/>
                    <a:pt x="17975" y="11443"/>
                  </a:cubicBezTo>
                  <a:close/>
                  <a:moveTo>
                    <a:pt x="19972" y="11036"/>
                  </a:moveTo>
                  <a:cubicBezTo>
                    <a:pt x="19972" y="11104"/>
                    <a:pt x="19972" y="11104"/>
                    <a:pt x="19972" y="11104"/>
                  </a:cubicBezTo>
                  <a:cubicBezTo>
                    <a:pt x="19972" y="11036"/>
                    <a:pt x="19972" y="11036"/>
                    <a:pt x="19972" y="11036"/>
                  </a:cubicBezTo>
                  <a:cubicBezTo>
                    <a:pt x="19972" y="10969"/>
                    <a:pt x="19972" y="10969"/>
                    <a:pt x="19972" y="10969"/>
                  </a:cubicBezTo>
                  <a:cubicBezTo>
                    <a:pt x="19972" y="10969"/>
                    <a:pt x="19972" y="10969"/>
                    <a:pt x="19972" y="10969"/>
                  </a:cubicBezTo>
                  <a:cubicBezTo>
                    <a:pt x="19972" y="10901"/>
                    <a:pt x="19972" y="10901"/>
                    <a:pt x="19972" y="10901"/>
                  </a:cubicBezTo>
                  <a:cubicBezTo>
                    <a:pt x="20009" y="10833"/>
                    <a:pt x="20009" y="10833"/>
                    <a:pt x="20009" y="10833"/>
                  </a:cubicBezTo>
                  <a:cubicBezTo>
                    <a:pt x="20009" y="10766"/>
                    <a:pt x="20009" y="10766"/>
                    <a:pt x="20009" y="10766"/>
                  </a:cubicBezTo>
                  <a:cubicBezTo>
                    <a:pt x="20046" y="10766"/>
                    <a:pt x="20046" y="10766"/>
                    <a:pt x="20046" y="10766"/>
                  </a:cubicBezTo>
                  <a:cubicBezTo>
                    <a:pt x="20083" y="10698"/>
                    <a:pt x="20083" y="10698"/>
                    <a:pt x="20083" y="10698"/>
                  </a:cubicBezTo>
                  <a:cubicBezTo>
                    <a:pt x="20083" y="10698"/>
                    <a:pt x="20083" y="10698"/>
                    <a:pt x="20083" y="10698"/>
                  </a:cubicBezTo>
                  <a:cubicBezTo>
                    <a:pt x="20046" y="10630"/>
                    <a:pt x="20046" y="10630"/>
                    <a:pt x="20046" y="10630"/>
                  </a:cubicBezTo>
                  <a:cubicBezTo>
                    <a:pt x="20009" y="10495"/>
                    <a:pt x="20009" y="10495"/>
                    <a:pt x="20009" y="10495"/>
                  </a:cubicBezTo>
                  <a:cubicBezTo>
                    <a:pt x="20009" y="10495"/>
                    <a:pt x="20009" y="10495"/>
                    <a:pt x="20009" y="10495"/>
                  </a:cubicBezTo>
                  <a:cubicBezTo>
                    <a:pt x="19972" y="10563"/>
                    <a:pt x="19972" y="10563"/>
                    <a:pt x="19972" y="10563"/>
                  </a:cubicBezTo>
                  <a:cubicBezTo>
                    <a:pt x="19972" y="10563"/>
                    <a:pt x="19972" y="10563"/>
                    <a:pt x="19972" y="10563"/>
                  </a:cubicBezTo>
                  <a:cubicBezTo>
                    <a:pt x="19972" y="10563"/>
                    <a:pt x="19972" y="10563"/>
                    <a:pt x="19972" y="10563"/>
                  </a:cubicBezTo>
                  <a:cubicBezTo>
                    <a:pt x="19935" y="10698"/>
                    <a:pt x="19935" y="10698"/>
                    <a:pt x="19935" y="10698"/>
                  </a:cubicBezTo>
                  <a:cubicBezTo>
                    <a:pt x="19898" y="10698"/>
                    <a:pt x="19898" y="10698"/>
                    <a:pt x="19898" y="10698"/>
                  </a:cubicBezTo>
                  <a:cubicBezTo>
                    <a:pt x="19898" y="10766"/>
                    <a:pt x="19898" y="10766"/>
                    <a:pt x="19898" y="10766"/>
                  </a:cubicBezTo>
                  <a:cubicBezTo>
                    <a:pt x="19898" y="10698"/>
                    <a:pt x="19898" y="10698"/>
                    <a:pt x="19898" y="10698"/>
                  </a:cubicBezTo>
                  <a:cubicBezTo>
                    <a:pt x="19935" y="10698"/>
                    <a:pt x="19935" y="10698"/>
                    <a:pt x="19935" y="10698"/>
                  </a:cubicBezTo>
                  <a:cubicBezTo>
                    <a:pt x="19935" y="10698"/>
                    <a:pt x="19935" y="10698"/>
                    <a:pt x="19935" y="10698"/>
                  </a:cubicBezTo>
                  <a:cubicBezTo>
                    <a:pt x="19935" y="10766"/>
                    <a:pt x="19935" y="10766"/>
                    <a:pt x="19935" y="10766"/>
                  </a:cubicBezTo>
                  <a:cubicBezTo>
                    <a:pt x="19935" y="10833"/>
                    <a:pt x="19935" y="10833"/>
                    <a:pt x="19935" y="10833"/>
                  </a:cubicBezTo>
                  <a:cubicBezTo>
                    <a:pt x="19972" y="10901"/>
                    <a:pt x="19972" y="10901"/>
                    <a:pt x="19972" y="10901"/>
                  </a:cubicBezTo>
                  <a:cubicBezTo>
                    <a:pt x="19972" y="10969"/>
                    <a:pt x="19972" y="10969"/>
                    <a:pt x="19972" y="10969"/>
                  </a:cubicBezTo>
                  <a:cubicBezTo>
                    <a:pt x="19935" y="10969"/>
                    <a:pt x="19935" y="10969"/>
                    <a:pt x="19935" y="10969"/>
                  </a:cubicBezTo>
                  <a:cubicBezTo>
                    <a:pt x="19935" y="11036"/>
                    <a:pt x="19935" y="11036"/>
                    <a:pt x="19935" y="11036"/>
                  </a:cubicBezTo>
                  <a:cubicBezTo>
                    <a:pt x="19972" y="11036"/>
                    <a:pt x="19972" y="11036"/>
                    <a:pt x="19972" y="11036"/>
                  </a:cubicBezTo>
                  <a:close/>
                  <a:moveTo>
                    <a:pt x="21156" y="12797"/>
                  </a:moveTo>
                  <a:cubicBezTo>
                    <a:pt x="21156" y="12797"/>
                    <a:pt x="21156" y="12797"/>
                    <a:pt x="21156" y="12797"/>
                  </a:cubicBezTo>
                  <a:cubicBezTo>
                    <a:pt x="21193" y="12797"/>
                    <a:pt x="21193" y="12797"/>
                    <a:pt x="21193" y="12797"/>
                  </a:cubicBezTo>
                  <a:cubicBezTo>
                    <a:pt x="21230" y="12865"/>
                    <a:pt x="21230" y="12865"/>
                    <a:pt x="21230" y="12865"/>
                  </a:cubicBezTo>
                  <a:cubicBezTo>
                    <a:pt x="21304" y="12932"/>
                    <a:pt x="21304" y="12932"/>
                    <a:pt x="21304" y="12932"/>
                  </a:cubicBezTo>
                  <a:cubicBezTo>
                    <a:pt x="21304" y="12932"/>
                    <a:pt x="21304" y="12932"/>
                    <a:pt x="21304" y="12932"/>
                  </a:cubicBezTo>
                  <a:cubicBezTo>
                    <a:pt x="21341" y="12932"/>
                    <a:pt x="21341" y="12932"/>
                    <a:pt x="21341" y="12932"/>
                  </a:cubicBezTo>
                  <a:cubicBezTo>
                    <a:pt x="21341" y="12865"/>
                    <a:pt x="21341" y="12865"/>
                    <a:pt x="21341" y="12865"/>
                  </a:cubicBezTo>
                  <a:cubicBezTo>
                    <a:pt x="21304" y="12865"/>
                    <a:pt x="21304" y="12865"/>
                    <a:pt x="21304" y="12865"/>
                  </a:cubicBezTo>
                  <a:cubicBezTo>
                    <a:pt x="21267" y="12865"/>
                    <a:pt x="21267" y="12865"/>
                    <a:pt x="21267" y="12865"/>
                  </a:cubicBezTo>
                  <a:cubicBezTo>
                    <a:pt x="21230" y="12797"/>
                    <a:pt x="21230" y="12797"/>
                    <a:pt x="21230" y="12797"/>
                  </a:cubicBezTo>
                  <a:cubicBezTo>
                    <a:pt x="21230" y="12797"/>
                    <a:pt x="21230" y="12797"/>
                    <a:pt x="21230" y="12797"/>
                  </a:cubicBezTo>
                  <a:cubicBezTo>
                    <a:pt x="21156" y="12797"/>
                    <a:pt x="21156" y="12797"/>
                    <a:pt x="21156" y="12797"/>
                  </a:cubicBezTo>
                  <a:cubicBezTo>
                    <a:pt x="21156" y="12797"/>
                    <a:pt x="21156" y="12797"/>
                    <a:pt x="21156" y="12797"/>
                  </a:cubicBezTo>
                  <a:close/>
                  <a:moveTo>
                    <a:pt x="20823" y="12662"/>
                  </a:moveTo>
                  <a:cubicBezTo>
                    <a:pt x="20860" y="12662"/>
                    <a:pt x="20860" y="12662"/>
                    <a:pt x="20860" y="12662"/>
                  </a:cubicBezTo>
                  <a:cubicBezTo>
                    <a:pt x="20860" y="12662"/>
                    <a:pt x="20860" y="12662"/>
                    <a:pt x="20860" y="12662"/>
                  </a:cubicBezTo>
                  <a:cubicBezTo>
                    <a:pt x="20897" y="12729"/>
                    <a:pt x="20897" y="12729"/>
                    <a:pt x="20897" y="12729"/>
                  </a:cubicBezTo>
                  <a:cubicBezTo>
                    <a:pt x="20897" y="12729"/>
                    <a:pt x="20897" y="12729"/>
                    <a:pt x="20897" y="12729"/>
                  </a:cubicBezTo>
                  <a:cubicBezTo>
                    <a:pt x="20934" y="12797"/>
                    <a:pt x="20934" y="12797"/>
                    <a:pt x="20934" y="12797"/>
                  </a:cubicBezTo>
                  <a:cubicBezTo>
                    <a:pt x="20934" y="12797"/>
                    <a:pt x="20934" y="12797"/>
                    <a:pt x="20934" y="12797"/>
                  </a:cubicBezTo>
                  <a:cubicBezTo>
                    <a:pt x="20971" y="12865"/>
                    <a:pt x="20971" y="12865"/>
                    <a:pt x="20971" y="12865"/>
                  </a:cubicBezTo>
                  <a:cubicBezTo>
                    <a:pt x="20971" y="12865"/>
                    <a:pt x="20971" y="12865"/>
                    <a:pt x="20971" y="12865"/>
                  </a:cubicBezTo>
                  <a:cubicBezTo>
                    <a:pt x="21008" y="12865"/>
                    <a:pt x="21008" y="12865"/>
                    <a:pt x="21008" y="12865"/>
                  </a:cubicBezTo>
                  <a:cubicBezTo>
                    <a:pt x="21045" y="12865"/>
                    <a:pt x="21045" y="12865"/>
                    <a:pt x="21045" y="12865"/>
                  </a:cubicBezTo>
                  <a:cubicBezTo>
                    <a:pt x="21082" y="12865"/>
                    <a:pt x="21082" y="12865"/>
                    <a:pt x="21082" y="12865"/>
                  </a:cubicBezTo>
                  <a:cubicBezTo>
                    <a:pt x="21082" y="12865"/>
                    <a:pt x="21082" y="12865"/>
                    <a:pt x="21082" y="12865"/>
                  </a:cubicBezTo>
                  <a:cubicBezTo>
                    <a:pt x="21045" y="12797"/>
                    <a:pt x="21045" y="12797"/>
                    <a:pt x="21045" y="12797"/>
                  </a:cubicBezTo>
                  <a:cubicBezTo>
                    <a:pt x="21008" y="12797"/>
                    <a:pt x="21008" y="12797"/>
                    <a:pt x="21008" y="12797"/>
                  </a:cubicBezTo>
                  <a:cubicBezTo>
                    <a:pt x="20971" y="12729"/>
                    <a:pt x="20971" y="12729"/>
                    <a:pt x="20971" y="12729"/>
                  </a:cubicBezTo>
                  <a:cubicBezTo>
                    <a:pt x="20971" y="12662"/>
                    <a:pt x="20971" y="12662"/>
                    <a:pt x="20971" y="12662"/>
                  </a:cubicBezTo>
                  <a:cubicBezTo>
                    <a:pt x="20934" y="12662"/>
                    <a:pt x="20934" y="12662"/>
                    <a:pt x="20934" y="12662"/>
                  </a:cubicBezTo>
                  <a:cubicBezTo>
                    <a:pt x="20897" y="12594"/>
                    <a:pt x="20897" y="12594"/>
                    <a:pt x="20897" y="12594"/>
                  </a:cubicBezTo>
                  <a:cubicBezTo>
                    <a:pt x="20897" y="12594"/>
                    <a:pt x="20897" y="12594"/>
                    <a:pt x="20897" y="12594"/>
                  </a:cubicBezTo>
                  <a:cubicBezTo>
                    <a:pt x="20934" y="12594"/>
                    <a:pt x="20934" y="12594"/>
                    <a:pt x="20934" y="12594"/>
                  </a:cubicBezTo>
                  <a:cubicBezTo>
                    <a:pt x="20897" y="12594"/>
                    <a:pt x="20897" y="12594"/>
                    <a:pt x="20897" y="12594"/>
                  </a:cubicBezTo>
                  <a:cubicBezTo>
                    <a:pt x="20860" y="12594"/>
                    <a:pt x="20860" y="12594"/>
                    <a:pt x="20860" y="12594"/>
                  </a:cubicBezTo>
                  <a:cubicBezTo>
                    <a:pt x="20823" y="12594"/>
                    <a:pt x="20823" y="12594"/>
                    <a:pt x="20823" y="12594"/>
                  </a:cubicBezTo>
                  <a:cubicBezTo>
                    <a:pt x="20823" y="12594"/>
                    <a:pt x="20823" y="12594"/>
                    <a:pt x="20823" y="12594"/>
                  </a:cubicBezTo>
                  <a:cubicBezTo>
                    <a:pt x="20823" y="12662"/>
                    <a:pt x="20823" y="12662"/>
                    <a:pt x="20823" y="12662"/>
                  </a:cubicBezTo>
                  <a:close/>
                  <a:moveTo>
                    <a:pt x="20009" y="15438"/>
                  </a:moveTo>
                  <a:cubicBezTo>
                    <a:pt x="20009" y="15438"/>
                    <a:pt x="20009" y="15438"/>
                    <a:pt x="20009" y="15438"/>
                  </a:cubicBezTo>
                  <a:cubicBezTo>
                    <a:pt x="20046" y="15438"/>
                    <a:pt x="20046" y="15438"/>
                    <a:pt x="20046" y="15438"/>
                  </a:cubicBezTo>
                  <a:cubicBezTo>
                    <a:pt x="20046" y="15370"/>
                    <a:pt x="20046" y="15370"/>
                    <a:pt x="20046" y="15370"/>
                  </a:cubicBezTo>
                  <a:cubicBezTo>
                    <a:pt x="20009" y="15370"/>
                    <a:pt x="20009" y="15370"/>
                    <a:pt x="20009" y="15370"/>
                  </a:cubicBezTo>
                  <a:cubicBezTo>
                    <a:pt x="19972" y="15370"/>
                    <a:pt x="19972" y="15370"/>
                    <a:pt x="19972" y="15370"/>
                  </a:cubicBezTo>
                  <a:cubicBezTo>
                    <a:pt x="19972" y="15438"/>
                    <a:pt x="19972" y="15438"/>
                    <a:pt x="19972" y="15438"/>
                  </a:cubicBezTo>
                  <a:cubicBezTo>
                    <a:pt x="20009" y="15438"/>
                    <a:pt x="20009" y="15438"/>
                    <a:pt x="20009" y="15438"/>
                  </a:cubicBezTo>
                  <a:close/>
                  <a:moveTo>
                    <a:pt x="19824" y="15370"/>
                  </a:moveTo>
                  <a:cubicBezTo>
                    <a:pt x="19824" y="15438"/>
                    <a:pt x="19824" y="15438"/>
                    <a:pt x="19824" y="15438"/>
                  </a:cubicBezTo>
                  <a:cubicBezTo>
                    <a:pt x="19861" y="15438"/>
                    <a:pt x="19861" y="15438"/>
                    <a:pt x="19861" y="15438"/>
                  </a:cubicBezTo>
                  <a:cubicBezTo>
                    <a:pt x="19898" y="15438"/>
                    <a:pt x="19898" y="15438"/>
                    <a:pt x="19898" y="15438"/>
                  </a:cubicBezTo>
                  <a:cubicBezTo>
                    <a:pt x="19898" y="15438"/>
                    <a:pt x="19898" y="15438"/>
                    <a:pt x="19898" y="15438"/>
                  </a:cubicBezTo>
                  <a:cubicBezTo>
                    <a:pt x="19861" y="15370"/>
                    <a:pt x="19861" y="15370"/>
                    <a:pt x="19861" y="15370"/>
                  </a:cubicBezTo>
                  <a:cubicBezTo>
                    <a:pt x="19824" y="15370"/>
                    <a:pt x="19824" y="15370"/>
                    <a:pt x="19824" y="15370"/>
                  </a:cubicBezTo>
                  <a:close/>
                  <a:moveTo>
                    <a:pt x="19935" y="15844"/>
                  </a:moveTo>
                  <a:cubicBezTo>
                    <a:pt x="19935" y="15844"/>
                    <a:pt x="19935" y="15844"/>
                    <a:pt x="19935" y="15844"/>
                  </a:cubicBezTo>
                  <a:cubicBezTo>
                    <a:pt x="19935" y="15776"/>
                    <a:pt x="19935" y="15776"/>
                    <a:pt x="19935" y="15776"/>
                  </a:cubicBezTo>
                  <a:cubicBezTo>
                    <a:pt x="19935" y="15709"/>
                    <a:pt x="19935" y="15709"/>
                    <a:pt x="19935" y="15709"/>
                  </a:cubicBezTo>
                  <a:cubicBezTo>
                    <a:pt x="19972" y="15709"/>
                    <a:pt x="19972" y="15709"/>
                    <a:pt x="19972" y="15709"/>
                  </a:cubicBezTo>
                  <a:cubicBezTo>
                    <a:pt x="20009" y="15641"/>
                    <a:pt x="20009" y="15641"/>
                    <a:pt x="20009" y="15641"/>
                  </a:cubicBezTo>
                  <a:cubicBezTo>
                    <a:pt x="19972" y="15573"/>
                    <a:pt x="19972" y="15573"/>
                    <a:pt x="19972" y="15573"/>
                  </a:cubicBezTo>
                  <a:cubicBezTo>
                    <a:pt x="20009" y="15573"/>
                    <a:pt x="20009" y="15573"/>
                    <a:pt x="20009" y="15573"/>
                  </a:cubicBezTo>
                  <a:cubicBezTo>
                    <a:pt x="20009" y="15505"/>
                    <a:pt x="20009" y="15505"/>
                    <a:pt x="20009" y="15505"/>
                  </a:cubicBezTo>
                  <a:cubicBezTo>
                    <a:pt x="20009" y="15505"/>
                    <a:pt x="20009" y="15505"/>
                    <a:pt x="20009" y="15505"/>
                  </a:cubicBezTo>
                  <a:cubicBezTo>
                    <a:pt x="19935" y="15438"/>
                    <a:pt x="19935" y="15438"/>
                    <a:pt x="19935" y="15438"/>
                  </a:cubicBezTo>
                  <a:cubicBezTo>
                    <a:pt x="19935" y="15438"/>
                    <a:pt x="19935" y="15438"/>
                    <a:pt x="19935" y="15438"/>
                  </a:cubicBezTo>
                  <a:cubicBezTo>
                    <a:pt x="19935" y="15573"/>
                    <a:pt x="19935" y="15573"/>
                    <a:pt x="19935" y="15573"/>
                  </a:cubicBezTo>
                  <a:cubicBezTo>
                    <a:pt x="19935" y="15573"/>
                    <a:pt x="19935" y="15573"/>
                    <a:pt x="19935" y="15573"/>
                  </a:cubicBezTo>
                  <a:cubicBezTo>
                    <a:pt x="19898" y="15641"/>
                    <a:pt x="19898" y="15641"/>
                    <a:pt x="19898" y="15641"/>
                  </a:cubicBezTo>
                  <a:cubicBezTo>
                    <a:pt x="19898" y="15641"/>
                    <a:pt x="19898" y="15641"/>
                    <a:pt x="19898" y="15641"/>
                  </a:cubicBezTo>
                  <a:cubicBezTo>
                    <a:pt x="19861" y="15641"/>
                    <a:pt x="19861" y="15641"/>
                    <a:pt x="19861" y="15641"/>
                  </a:cubicBezTo>
                  <a:cubicBezTo>
                    <a:pt x="19861" y="15709"/>
                    <a:pt x="19861" y="15709"/>
                    <a:pt x="19861" y="15709"/>
                  </a:cubicBezTo>
                  <a:cubicBezTo>
                    <a:pt x="19898" y="15709"/>
                    <a:pt x="19898" y="15709"/>
                    <a:pt x="19898" y="15709"/>
                  </a:cubicBezTo>
                  <a:cubicBezTo>
                    <a:pt x="19898" y="15776"/>
                    <a:pt x="19898" y="15776"/>
                    <a:pt x="19898" y="15776"/>
                  </a:cubicBezTo>
                  <a:cubicBezTo>
                    <a:pt x="19898" y="15776"/>
                    <a:pt x="19898" y="15776"/>
                    <a:pt x="19898" y="15776"/>
                  </a:cubicBezTo>
                  <a:cubicBezTo>
                    <a:pt x="19898" y="15776"/>
                    <a:pt x="19898" y="15776"/>
                    <a:pt x="19898" y="15776"/>
                  </a:cubicBezTo>
                  <a:cubicBezTo>
                    <a:pt x="19935" y="15776"/>
                    <a:pt x="19935" y="15776"/>
                    <a:pt x="19935" y="15776"/>
                  </a:cubicBezTo>
                  <a:cubicBezTo>
                    <a:pt x="19935" y="15844"/>
                    <a:pt x="19935" y="15844"/>
                    <a:pt x="19935" y="15844"/>
                  </a:cubicBezTo>
                  <a:close/>
                  <a:moveTo>
                    <a:pt x="19898" y="16183"/>
                  </a:moveTo>
                  <a:cubicBezTo>
                    <a:pt x="19898" y="16183"/>
                    <a:pt x="19898" y="16115"/>
                    <a:pt x="19898" y="16115"/>
                  </a:cubicBezTo>
                  <a:cubicBezTo>
                    <a:pt x="19898" y="16115"/>
                    <a:pt x="19898" y="16115"/>
                    <a:pt x="19898" y="16115"/>
                  </a:cubicBezTo>
                  <a:cubicBezTo>
                    <a:pt x="19898" y="16047"/>
                    <a:pt x="19898" y="16047"/>
                    <a:pt x="19898" y="16047"/>
                  </a:cubicBezTo>
                  <a:cubicBezTo>
                    <a:pt x="19898" y="16047"/>
                    <a:pt x="19898" y="16047"/>
                    <a:pt x="19898" y="16047"/>
                  </a:cubicBezTo>
                  <a:cubicBezTo>
                    <a:pt x="19898" y="16047"/>
                    <a:pt x="19898" y="16047"/>
                    <a:pt x="19898" y="16047"/>
                  </a:cubicBezTo>
                  <a:cubicBezTo>
                    <a:pt x="19861" y="16115"/>
                    <a:pt x="19861" y="16115"/>
                    <a:pt x="19861" y="16115"/>
                  </a:cubicBezTo>
                  <a:cubicBezTo>
                    <a:pt x="19898" y="16183"/>
                    <a:pt x="19898" y="16183"/>
                    <a:pt x="19898" y="16183"/>
                  </a:cubicBezTo>
                  <a:close/>
                  <a:moveTo>
                    <a:pt x="19898" y="16250"/>
                  </a:moveTo>
                  <a:cubicBezTo>
                    <a:pt x="19935" y="16250"/>
                    <a:pt x="19935" y="16250"/>
                    <a:pt x="19935" y="16250"/>
                  </a:cubicBezTo>
                  <a:cubicBezTo>
                    <a:pt x="19898" y="16250"/>
                    <a:pt x="19898" y="16250"/>
                    <a:pt x="19898" y="16250"/>
                  </a:cubicBezTo>
                  <a:cubicBezTo>
                    <a:pt x="19898" y="16183"/>
                    <a:pt x="19898" y="16183"/>
                    <a:pt x="19898" y="16183"/>
                  </a:cubicBezTo>
                  <a:cubicBezTo>
                    <a:pt x="19898" y="16250"/>
                    <a:pt x="19898" y="16250"/>
                    <a:pt x="19898" y="16250"/>
                  </a:cubicBezTo>
                  <a:cubicBezTo>
                    <a:pt x="19898" y="16250"/>
                    <a:pt x="19898" y="16250"/>
                    <a:pt x="19898" y="16250"/>
                  </a:cubicBezTo>
                  <a:cubicBezTo>
                    <a:pt x="19898" y="16250"/>
                    <a:pt x="19898" y="16250"/>
                    <a:pt x="19898" y="16250"/>
                  </a:cubicBezTo>
                  <a:close/>
                  <a:moveTo>
                    <a:pt x="19861" y="16318"/>
                  </a:moveTo>
                  <a:cubicBezTo>
                    <a:pt x="19861" y="16318"/>
                    <a:pt x="19861" y="16318"/>
                    <a:pt x="19861" y="16318"/>
                  </a:cubicBezTo>
                  <a:cubicBezTo>
                    <a:pt x="19861" y="16318"/>
                    <a:pt x="19861" y="16318"/>
                    <a:pt x="19861" y="16318"/>
                  </a:cubicBezTo>
                  <a:cubicBezTo>
                    <a:pt x="19824" y="16318"/>
                    <a:pt x="19824" y="16318"/>
                    <a:pt x="19824" y="16318"/>
                  </a:cubicBezTo>
                  <a:cubicBezTo>
                    <a:pt x="19824" y="16318"/>
                    <a:pt x="19824" y="16318"/>
                    <a:pt x="19824" y="16318"/>
                  </a:cubicBezTo>
                  <a:cubicBezTo>
                    <a:pt x="19861" y="16318"/>
                    <a:pt x="19861" y="16318"/>
                    <a:pt x="19861" y="16318"/>
                  </a:cubicBezTo>
                  <a:close/>
                  <a:moveTo>
                    <a:pt x="19861" y="16453"/>
                  </a:moveTo>
                  <a:cubicBezTo>
                    <a:pt x="19898" y="16453"/>
                    <a:pt x="19898" y="16453"/>
                    <a:pt x="19898" y="16453"/>
                  </a:cubicBezTo>
                  <a:cubicBezTo>
                    <a:pt x="19898" y="16453"/>
                    <a:pt x="19898" y="16453"/>
                    <a:pt x="19898" y="16453"/>
                  </a:cubicBezTo>
                  <a:cubicBezTo>
                    <a:pt x="19898" y="16386"/>
                    <a:pt x="19898" y="16386"/>
                    <a:pt x="19898" y="16386"/>
                  </a:cubicBezTo>
                  <a:cubicBezTo>
                    <a:pt x="19898" y="16386"/>
                    <a:pt x="19898" y="16386"/>
                    <a:pt x="19898" y="16386"/>
                  </a:cubicBezTo>
                  <a:cubicBezTo>
                    <a:pt x="19861" y="16386"/>
                    <a:pt x="19861" y="16386"/>
                    <a:pt x="19861" y="16386"/>
                  </a:cubicBezTo>
                  <a:cubicBezTo>
                    <a:pt x="19861" y="16453"/>
                    <a:pt x="19861" y="16453"/>
                    <a:pt x="19861" y="16453"/>
                  </a:cubicBezTo>
                  <a:close/>
                  <a:moveTo>
                    <a:pt x="19824" y="16792"/>
                  </a:moveTo>
                  <a:cubicBezTo>
                    <a:pt x="19824" y="16792"/>
                    <a:pt x="19824" y="16792"/>
                    <a:pt x="19824" y="16792"/>
                  </a:cubicBezTo>
                  <a:cubicBezTo>
                    <a:pt x="19824" y="16792"/>
                    <a:pt x="19824" y="16792"/>
                    <a:pt x="19824" y="16792"/>
                  </a:cubicBezTo>
                  <a:cubicBezTo>
                    <a:pt x="19824" y="16792"/>
                    <a:pt x="19824" y="16792"/>
                    <a:pt x="19824" y="16792"/>
                  </a:cubicBezTo>
                  <a:cubicBezTo>
                    <a:pt x="19824" y="16792"/>
                    <a:pt x="19824" y="16792"/>
                    <a:pt x="19824" y="16792"/>
                  </a:cubicBezTo>
                  <a:close/>
                  <a:moveTo>
                    <a:pt x="19824" y="16995"/>
                  </a:moveTo>
                  <a:cubicBezTo>
                    <a:pt x="19824" y="16927"/>
                    <a:pt x="19824" y="16927"/>
                    <a:pt x="19824" y="16927"/>
                  </a:cubicBezTo>
                  <a:cubicBezTo>
                    <a:pt x="19824" y="16927"/>
                    <a:pt x="19824" y="16927"/>
                    <a:pt x="19824" y="16927"/>
                  </a:cubicBezTo>
                  <a:cubicBezTo>
                    <a:pt x="19824" y="16927"/>
                    <a:pt x="19824" y="16927"/>
                    <a:pt x="19824" y="16927"/>
                  </a:cubicBezTo>
                  <a:cubicBezTo>
                    <a:pt x="19824" y="16995"/>
                    <a:pt x="19824" y="16995"/>
                    <a:pt x="19824" y="16995"/>
                  </a:cubicBezTo>
                  <a:close/>
                  <a:moveTo>
                    <a:pt x="19824" y="17063"/>
                  </a:moveTo>
                  <a:cubicBezTo>
                    <a:pt x="19824" y="17063"/>
                    <a:pt x="19824" y="17063"/>
                    <a:pt x="19824" y="17063"/>
                  </a:cubicBezTo>
                  <a:cubicBezTo>
                    <a:pt x="19824" y="17063"/>
                    <a:pt x="19824" y="17063"/>
                    <a:pt x="19824" y="17063"/>
                  </a:cubicBezTo>
                  <a:cubicBezTo>
                    <a:pt x="19824" y="17063"/>
                    <a:pt x="19824" y="17063"/>
                    <a:pt x="19824" y="17063"/>
                  </a:cubicBezTo>
                  <a:close/>
                  <a:moveTo>
                    <a:pt x="19787" y="17131"/>
                  </a:move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lose/>
                  <a:moveTo>
                    <a:pt x="19750" y="17334"/>
                  </a:moveTo>
                  <a:cubicBezTo>
                    <a:pt x="19750" y="17334"/>
                    <a:pt x="19750" y="17334"/>
                    <a:pt x="19750" y="17334"/>
                  </a:cubicBezTo>
                  <a:cubicBezTo>
                    <a:pt x="19750" y="17266"/>
                    <a:pt x="19750" y="17266"/>
                    <a:pt x="19750" y="17266"/>
                  </a:cubicBezTo>
                  <a:cubicBezTo>
                    <a:pt x="19750" y="17266"/>
                    <a:pt x="19750" y="17266"/>
                    <a:pt x="19750" y="17266"/>
                  </a:cubicBezTo>
                  <a:cubicBezTo>
                    <a:pt x="19750" y="17266"/>
                    <a:pt x="19750" y="17266"/>
                    <a:pt x="19750" y="17266"/>
                  </a:cubicBezTo>
                  <a:cubicBezTo>
                    <a:pt x="19750" y="17334"/>
                    <a:pt x="19750" y="17334"/>
                    <a:pt x="19750" y="17334"/>
                  </a:cubicBezTo>
                  <a:cubicBezTo>
                    <a:pt x="19750" y="17334"/>
                    <a:pt x="19750" y="17334"/>
                    <a:pt x="19750" y="17334"/>
                  </a:cubicBezTo>
                  <a:close/>
                  <a:moveTo>
                    <a:pt x="19454" y="18011"/>
                  </a:moveTo>
                  <a:cubicBezTo>
                    <a:pt x="19491" y="18011"/>
                    <a:pt x="19491" y="18011"/>
                    <a:pt x="19491" y="18011"/>
                  </a:cubicBezTo>
                  <a:cubicBezTo>
                    <a:pt x="19528" y="17943"/>
                    <a:pt x="19528" y="17943"/>
                    <a:pt x="19528" y="17943"/>
                  </a:cubicBezTo>
                  <a:cubicBezTo>
                    <a:pt x="19528" y="17875"/>
                    <a:pt x="19528" y="17875"/>
                    <a:pt x="19528" y="17875"/>
                  </a:cubicBezTo>
                  <a:cubicBezTo>
                    <a:pt x="19565" y="17875"/>
                    <a:pt x="19565" y="17875"/>
                    <a:pt x="19565" y="17875"/>
                  </a:cubicBezTo>
                  <a:cubicBezTo>
                    <a:pt x="19565" y="17808"/>
                    <a:pt x="19565" y="17808"/>
                    <a:pt x="19565" y="17808"/>
                  </a:cubicBezTo>
                  <a:cubicBezTo>
                    <a:pt x="19565" y="17740"/>
                    <a:pt x="19565" y="17740"/>
                    <a:pt x="19565" y="17740"/>
                  </a:cubicBezTo>
                  <a:cubicBezTo>
                    <a:pt x="19602" y="17672"/>
                    <a:pt x="19602" y="17672"/>
                    <a:pt x="19602" y="17672"/>
                  </a:cubicBezTo>
                  <a:cubicBezTo>
                    <a:pt x="19602" y="17672"/>
                    <a:pt x="19602" y="17672"/>
                    <a:pt x="19602" y="17672"/>
                  </a:cubicBezTo>
                  <a:cubicBezTo>
                    <a:pt x="19565" y="17672"/>
                    <a:pt x="19565" y="17672"/>
                    <a:pt x="19565" y="17672"/>
                  </a:cubicBezTo>
                  <a:cubicBezTo>
                    <a:pt x="19528" y="17740"/>
                    <a:pt x="19528" y="17740"/>
                    <a:pt x="19528" y="17740"/>
                  </a:cubicBezTo>
                  <a:cubicBezTo>
                    <a:pt x="19528" y="17740"/>
                    <a:pt x="19528" y="17740"/>
                    <a:pt x="19528" y="17740"/>
                  </a:cubicBezTo>
                  <a:cubicBezTo>
                    <a:pt x="19528" y="17808"/>
                    <a:pt x="19528" y="17808"/>
                    <a:pt x="19528" y="17808"/>
                  </a:cubicBezTo>
                  <a:cubicBezTo>
                    <a:pt x="19491" y="17808"/>
                    <a:pt x="19491" y="17808"/>
                    <a:pt x="19491" y="17808"/>
                  </a:cubicBezTo>
                  <a:cubicBezTo>
                    <a:pt x="19491" y="17875"/>
                    <a:pt x="19491" y="17875"/>
                    <a:pt x="19491" y="17875"/>
                  </a:cubicBezTo>
                  <a:cubicBezTo>
                    <a:pt x="19491" y="17875"/>
                    <a:pt x="19491" y="17875"/>
                    <a:pt x="19491" y="17875"/>
                  </a:cubicBezTo>
                  <a:cubicBezTo>
                    <a:pt x="19454" y="18011"/>
                    <a:pt x="19454" y="18011"/>
                    <a:pt x="19454" y="18011"/>
                  </a:cubicBezTo>
                  <a:close/>
                  <a:moveTo>
                    <a:pt x="19158" y="18552"/>
                  </a:moveTo>
                  <a:cubicBezTo>
                    <a:pt x="19195" y="18552"/>
                    <a:pt x="19195" y="18552"/>
                    <a:pt x="19195" y="18552"/>
                  </a:cubicBezTo>
                  <a:cubicBezTo>
                    <a:pt x="19195" y="18485"/>
                    <a:pt x="19195" y="18485"/>
                    <a:pt x="19195" y="18485"/>
                  </a:cubicBezTo>
                  <a:cubicBezTo>
                    <a:pt x="19195" y="18485"/>
                    <a:pt x="19195" y="18485"/>
                    <a:pt x="19195" y="18485"/>
                  </a:cubicBezTo>
                  <a:cubicBezTo>
                    <a:pt x="19195" y="18417"/>
                    <a:pt x="19195" y="18417"/>
                    <a:pt x="19195" y="18417"/>
                  </a:cubicBezTo>
                  <a:cubicBezTo>
                    <a:pt x="19232" y="18417"/>
                    <a:pt x="19232" y="18417"/>
                    <a:pt x="19232" y="18417"/>
                  </a:cubicBezTo>
                  <a:cubicBezTo>
                    <a:pt x="19232" y="18349"/>
                    <a:pt x="19232" y="18349"/>
                    <a:pt x="19232" y="18349"/>
                  </a:cubicBezTo>
                  <a:cubicBezTo>
                    <a:pt x="19232" y="18349"/>
                    <a:pt x="19232" y="18349"/>
                    <a:pt x="19232" y="18349"/>
                  </a:cubicBezTo>
                  <a:cubicBezTo>
                    <a:pt x="19269" y="18349"/>
                    <a:pt x="19269" y="18349"/>
                    <a:pt x="19269" y="18349"/>
                  </a:cubicBezTo>
                  <a:cubicBezTo>
                    <a:pt x="19269" y="18282"/>
                    <a:pt x="19269" y="18282"/>
                    <a:pt x="19269" y="18282"/>
                  </a:cubicBezTo>
                  <a:cubicBezTo>
                    <a:pt x="19306" y="18214"/>
                    <a:pt x="19306" y="18214"/>
                    <a:pt x="19306" y="18214"/>
                  </a:cubicBezTo>
                  <a:cubicBezTo>
                    <a:pt x="19343" y="18146"/>
                    <a:pt x="19343" y="18146"/>
                    <a:pt x="19343" y="18146"/>
                  </a:cubicBezTo>
                  <a:cubicBezTo>
                    <a:pt x="19380" y="18146"/>
                    <a:pt x="19380" y="18146"/>
                    <a:pt x="19380" y="18146"/>
                  </a:cubicBezTo>
                  <a:cubicBezTo>
                    <a:pt x="19380" y="18146"/>
                    <a:pt x="19380" y="18146"/>
                    <a:pt x="19380" y="18146"/>
                  </a:cubicBezTo>
                  <a:cubicBezTo>
                    <a:pt x="19380" y="18078"/>
                    <a:pt x="19380" y="18078"/>
                    <a:pt x="19380" y="18078"/>
                  </a:cubicBezTo>
                  <a:cubicBezTo>
                    <a:pt x="19380" y="18011"/>
                    <a:pt x="19380" y="18011"/>
                    <a:pt x="19380" y="18011"/>
                  </a:cubicBezTo>
                  <a:cubicBezTo>
                    <a:pt x="19343" y="18011"/>
                    <a:pt x="19343" y="18011"/>
                    <a:pt x="19343" y="18011"/>
                  </a:cubicBezTo>
                  <a:cubicBezTo>
                    <a:pt x="19343" y="18078"/>
                    <a:pt x="19343" y="18078"/>
                    <a:pt x="19343" y="18078"/>
                  </a:cubicBezTo>
                  <a:cubicBezTo>
                    <a:pt x="19306" y="18146"/>
                    <a:pt x="19306" y="18146"/>
                    <a:pt x="19306" y="18146"/>
                  </a:cubicBezTo>
                  <a:cubicBezTo>
                    <a:pt x="19306" y="18146"/>
                    <a:pt x="19306" y="18146"/>
                    <a:pt x="19306" y="18146"/>
                  </a:cubicBezTo>
                  <a:cubicBezTo>
                    <a:pt x="19269" y="18146"/>
                    <a:pt x="19269" y="18146"/>
                    <a:pt x="19269" y="18146"/>
                  </a:cubicBezTo>
                  <a:cubicBezTo>
                    <a:pt x="19269" y="18146"/>
                    <a:pt x="19269" y="18146"/>
                    <a:pt x="19269" y="18146"/>
                  </a:cubicBezTo>
                  <a:cubicBezTo>
                    <a:pt x="19232" y="18146"/>
                    <a:pt x="19232" y="18146"/>
                    <a:pt x="19232" y="18146"/>
                  </a:cubicBezTo>
                  <a:cubicBezTo>
                    <a:pt x="19232" y="18146"/>
                    <a:pt x="19232" y="18146"/>
                    <a:pt x="19232" y="18146"/>
                  </a:cubicBezTo>
                  <a:cubicBezTo>
                    <a:pt x="19232" y="18146"/>
                    <a:pt x="19232" y="18146"/>
                    <a:pt x="19232" y="18146"/>
                  </a:cubicBezTo>
                  <a:cubicBezTo>
                    <a:pt x="19232" y="18214"/>
                    <a:pt x="19232" y="18214"/>
                    <a:pt x="19232" y="18214"/>
                  </a:cubicBezTo>
                  <a:cubicBezTo>
                    <a:pt x="19232" y="18214"/>
                    <a:pt x="19232" y="18214"/>
                    <a:pt x="19232" y="18214"/>
                  </a:cubicBezTo>
                  <a:cubicBezTo>
                    <a:pt x="19195" y="18282"/>
                    <a:pt x="19195" y="18282"/>
                    <a:pt x="19195" y="18282"/>
                  </a:cubicBezTo>
                  <a:cubicBezTo>
                    <a:pt x="19195" y="18282"/>
                    <a:pt x="19195" y="18282"/>
                    <a:pt x="19195" y="18282"/>
                  </a:cubicBezTo>
                  <a:cubicBezTo>
                    <a:pt x="19195" y="18349"/>
                    <a:pt x="19195" y="18349"/>
                    <a:pt x="19195" y="18349"/>
                  </a:cubicBezTo>
                  <a:cubicBezTo>
                    <a:pt x="19195" y="18349"/>
                    <a:pt x="19195" y="18349"/>
                    <a:pt x="19195" y="18349"/>
                  </a:cubicBezTo>
                  <a:cubicBezTo>
                    <a:pt x="19158" y="18417"/>
                    <a:pt x="19158" y="18417"/>
                    <a:pt x="19158" y="18417"/>
                  </a:cubicBezTo>
                  <a:cubicBezTo>
                    <a:pt x="19158" y="18417"/>
                    <a:pt x="19158" y="18417"/>
                    <a:pt x="19158" y="18417"/>
                  </a:cubicBezTo>
                  <a:cubicBezTo>
                    <a:pt x="19158" y="18485"/>
                    <a:pt x="19158" y="18485"/>
                    <a:pt x="19158" y="18485"/>
                  </a:cubicBezTo>
                  <a:cubicBezTo>
                    <a:pt x="19158" y="18485"/>
                    <a:pt x="19158" y="18485"/>
                    <a:pt x="19158" y="18485"/>
                  </a:cubicBezTo>
                  <a:cubicBezTo>
                    <a:pt x="19158" y="18552"/>
                    <a:pt x="19158" y="18552"/>
                    <a:pt x="19158" y="18552"/>
                  </a:cubicBezTo>
                  <a:cubicBezTo>
                    <a:pt x="19158" y="18552"/>
                    <a:pt x="19158" y="18552"/>
                    <a:pt x="19158" y="18552"/>
                  </a:cubicBezTo>
                  <a:close/>
                  <a:moveTo>
                    <a:pt x="19010" y="18959"/>
                  </a:moveTo>
                  <a:cubicBezTo>
                    <a:pt x="19010" y="18959"/>
                    <a:pt x="19010" y="18891"/>
                    <a:pt x="19010" y="18891"/>
                  </a:cubicBezTo>
                  <a:cubicBezTo>
                    <a:pt x="19047" y="18756"/>
                    <a:pt x="19047" y="18756"/>
                    <a:pt x="19047" y="18756"/>
                  </a:cubicBezTo>
                  <a:cubicBezTo>
                    <a:pt x="19047" y="18756"/>
                    <a:pt x="19047" y="18756"/>
                    <a:pt x="19047" y="18756"/>
                  </a:cubicBezTo>
                  <a:cubicBezTo>
                    <a:pt x="19084" y="18688"/>
                    <a:pt x="19084" y="18688"/>
                    <a:pt x="19084" y="18688"/>
                  </a:cubicBezTo>
                  <a:cubicBezTo>
                    <a:pt x="19084" y="18620"/>
                    <a:pt x="19084" y="18620"/>
                    <a:pt x="19084" y="18620"/>
                  </a:cubicBezTo>
                  <a:cubicBezTo>
                    <a:pt x="19084" y="18620"/>
                    <a:pt x="19084" y="18620"/>
                    <a:pt x="19084" y="18620"/>
                  </a:cubicBezTo>
                  <a:cubicBezTo>
                    <a:pt x="19084" y="18620"/>
                    <a:pt x="19084" y="18620"/>
                    <a:pt x="19084" y="18620"/>
                  </a:cubicBezTo>
                  <a:cubicBezTo>
                    <a:pt x="19047" y="18620"/>
                    <a:pt x="19047" y="18620"/>
                    <a:pt x="19047" y="18620"/>
                  </a:cubicBezTo>
                  <a:cubicBezTo>
                    <a:pt x="19047" y="18552"/>
                    <a:pt x="19047" y="18552"/>
                    <a:pt x="19047" y="18552"/>
                  </a:cubicBezTo>
                  <a:cubicBezTo>
                    <a:pt x="19010" y="18620"/>
                    <a:pt x="19010" y="18620"/>
                    <a:pt x="19010" y="18620"/>
                  </a:cubicBezTo>
                  <a:cubicBezTo>
                    <a:pt x="19010" y="18688"/>
                    <a:pt x="19010" y="18688"/>
                    <a:pt x="19010" y="18688"/>
                  </a:cubicBezTo>
                  <a:cubicBezTo>
                    <a:pt x="19010" y="18688"/>
                    <a:pt x="19010" y="18688"/>
                    <a:pt x="19010" y="18688"/>
                  </a:cubicBezTo>
                  <a:cubicBezTo>
                    <a:pt x="19010" y="18823"/>
                    <a:pt x="19010" y="18823"/>
                    <a:pt x="19010" y="18823"/>
                  </a:cubicBezTo>
                  <a:cubicBezTo>
                    <a:pt x="18973" y="18823"/>
                    <a:pt x="18973" y="18823"/>
                    <a:pt x="18973" y="18823"/>
                  </a:cubicBezTo>
                  <a:cubicBezTo>
                    <a:pt x="19010" y="18891"/>
                    <a:pt x="19010" y="18891"/>
                    <a:pt x="19010" y="18891"/>
                  </a:cubicBezTo>
                  <a:cubicBezTo>
                    <a:pt x="19010" y="18959"/>
                    <a:pt x="19010" y="18959"/>
                    <a:pt x="19010" y="18959"/>
                  </a:cubicBezTo>
                  <a:close/>
                  <a:moveTo>
                    <a:pt x="332" y="14557"/>
                  </a:moveTo>
                  <a:cubicBezTo>
                    <a:pt x="332" y="14557"/>
                    <a:pt x="295" y="14625"/>
                    <a:pt x="295" y="14625"/>
                  </a:cubicBezTo>
                  <a:cubicBezTo>
                    <a:pt x="332" y="14693"/>
                    <a:pt x="332" y="14693"/>
                    <a:pt x="332" y="14693"/>
                  </a:cubicBezTo>
                  <a:cubicBezTo>
                    <a:pt x="369" y="14625"/>
                    <a:pt x="369" y="14625"/>
                    <a:pt x="369" y="14625"/>
                  </a:cubicBezTo>
                  <a:lnTo>
                    <a:pt x="332" y="145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5" name="AutoShape 9"/>
            <p:cNvSpPr>
              <a:spLocks/>
            </p:cNvSpPr>
            <p:nvPr/>
          </p:nvSpPr>
          <p:spPr bwMode="auto">
            <a:xfrm>
              <a:off x="11305637" y="828120"/>
              <a:ext cx="938445" cy="1004730"/>
            </a:xfrm>
            <a:custGeom>
              <a:avLst/>
              <a:gdLst>
                <a:gd name="T0" fmla="*/ 469222 w 21600"/>
                <a:gd name="T1" fmla="*/ 502365 h 21600"/>
                <a:gd name="T2" fmla="*/ 469222 w 21600"/>
                <a:gd name="T3" fmla="*/ 502365 h 21600"/>
                <a:gd name="T4" fmla="*/ 469222 w 21600"/>
                <a:gd name="T5" fmla="*/ 502365 h 21600"/>
                <a:gd name="T6" fmla="*/ 469222 w 21600"/>
                <a:gd name="T7" fmla="*/ 502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85" y="1878"/>
                  </a:moveTo>
                  <a:cubicBezTo>
                    <a:pt x="20228" y="1878"/>
                    <a:pt x="20228" y="1565"/>
                    <a:pt x="20228" y="1565"/>
                  </a:cubicBezTo>
                  <a:cubicBezTo>
                    <a:pt x="20571" y="1565"/>
                    <a:pt x="20571" y="1565"/>
                    <a:pt x="20571" y="1565"/>
                  </a:cubicBezTo>
                  <a:cubicBezTo>
                    <a:pt x="20914" y="1565"/>
                    <a:pt x="20914" y="1565"/>
                    <a:pt x="20914" y="1565"/>
                  </a:cubicBezTo>
                  <a:cubicBezTo>
                    <a:pt x="20914" y="1252"/>
                    <a:pt x="20914" y="1252"/>
                    <a:pt x="20914" y="1252"/>
                  </a:cubicBezTo>
                  <a:cubicBezTo>
                    <a:pt x="21257" y="939"/>
                    <a:pt x="21257" y="939"/>
                    <a:pt x="21257" y="939"/>
                  </a:cubicBezTo>
                  <a:cubicBezTo>
                    <a:pt x="21599" y="939"/>
                    <a:pt x="21599" y="939"/>
                    <a:pt x="21599" y="939"/>
                  </a:cubicBezTo>
                  <a:cubicBezTo>
                    <a:pt x="21599" y="1252"/>
                    <a:pt x="21599" y="1252"/>
                    <a:pt x="21599" y="1252"/>
                  </a:cubicBezTo>
                  <a:cubicBezTo>
                    <a:pt x="21599" y="1252"/>
                    <a:pt x="21599" y="1252"/>
                    <a:pt x="21599" y="1252"/>
                  </a:cubicBezTo>
                  <a:cubicBezTo>
                    <a:pt x="21257" y="1565"/>
                    <a:pt x="21257" y="1565"/>
                    <a:pt x="21257" y="1565"/>
                  </a:cubicBezTo>
                  <a:cubicBezTo>
                    <a:pt x="20914" y="1565"/>
                    <a:pt x="20914" y="1565"/>
                    <a:pt x="20914" y="1565"/>
                  </a:cubicBezTo>
                  <a:cubicBezTo>
                    <a:pt x="20571" y="1878"/>
                    <a:pt x="20571" y="1878"/>
                    <a:pt x="20571" y="1878"/>
                  </a:cubicBezTo>
                  <a:cubicBezTo>
                    <a:pt x="20228" y="1878"/>
                    <a:pt x="20228" y="1878"/>
                    <a:pt x="20228" y="1878"/>
                  </a:cubicBezTo>
                  <a:cubicBezTo>
                    <a:pt x="20228" y="1878"/>
                    <a:pt x="20228" y="1878"/>
                    <a:pt x="20228" y="1878"/>
                  </a:cubicBezTo>
                  <a:cubicBezTo>
                    <a:pt x="19885" y="1878"/>
                    <a:pt x="19885" y="1878"/>
                    <a:pt x="19885" y="1878"/>
                  </a:cubicBezTo>
                  <a:close/>
                  <a:moveTo>
                    <a:pt x="16114" y="2191"/>
                  </a:moveTo>
                  <a:cubicBezTo>
                    <a:pt x="16457" y="2191"/>
                    <a:pt x="16457" y="2191"/>
                    <a:pt x="16457" y="2191"/>
                  </a:cubicBezTo>
                  <a:cubicBezTo>
                    <a:pt x="16457" y="2191"/>
                    <a:pt x="16457" y="2191"/>
                    <a:pt x="16457" y="2191"/>
                  </a:cubicBezTo>
                  <a:cubicBezTo>
                    <a:pt x="16800" y="2191"/>
                    <a:pt x="16800" y="2191"/>
                    <a:pt x="16800" y="2191"/>
                  </a:cubicBezTo>
                  <a:cubicBezTo>
                    <a:pt x="16457" y="1878"/>
                    <a:pt x="16457" y="1878"/>
                    <a:pt x="16457" y="1878"/>
                  </a:cubicBezTo>
                  <a:cubicBezTo>
                    <a:pt x="16457" y="1878"/>
                    <a:pt x="16457" y="1878"/>
                    <a:pt x="16457" y="1878"/>
                  </a:cubicBezTo>
                  <a:cubicBezTo>
                    <a:pt x="16114" y="1878"/>
                    <a:pt x="16114" y="1878"/>
                    <a:pt x="16114" y="1878"/>
                  </a:cubicBezTo>
                  <a:cubicBezTo>
                    <a:pt x="16114" y="2191"/>
                    <a:pt x="16114" y="2191"/>
                    <a:pt x="16114" y="2191"/>
                  </a:cubicBezTo>
                  <a:close/>
                  <a:moveTo>
                    <a:pt x="8914" y="0"/>
                  </a:moveTo>
                  <a:cubicBezTo>
                    <a:pt x="9257" y="313"/>
                    <a:pt x="9257" y="313"/>
                    <a:pt x="9257" y="313"/>
                  </a:cubicBezTo>
                  <a:cubicBezTo>
                    <a:pt x="9600" y="626"/>
                    <a:pt x="9600" y="626"/>
                    <a:pt x="9600" y="626"/>
                  </a:cubicBezTo>
                  <a:cubicBezTo>
                    <a:pt x="9600" y="313"/>
                    <a:pt x="9600" y="313"/>
                    <a:pt x="9600" y="313"/>
                  </a:cubicBezTo>
                  <a:cubicBezTo>
                    <a:pt x="9942" y="313"/>
                    <a:pt x="9942" y="313"/>
                    <a:pt x="9942" y="313"/>
                  </a:cubicBezTo>
                  <a:cubicBezTo>
                    <a:pt x="9600" y="0"/>
                    <a:pt x="9600" y="0"/>
                    <a:pt x="9600" y="0"/>
                  </a:cubicBezTo>
                  <a:cubicBezTo>
                    <a:pt x="9600" y="313"/>
                    <a:pt x="9600" y="313"/>
                    <a:pt x="9600" y="313"/>
                  </a:cubicBezTo>
                  <a:cubicBezTo>
                    <a:pt x="9257" y="0"/>
                    <a:pt x="9257" y="0"/>
                    <a:pt x="9257" y="0"/>
                  </a:cubicBezTo>
                  <a:cubicBezTo>
                    <a:pt x="8914" y="0"/>
                    <a:pt x="8914" y="0"/>
                    <a:pt x="8914" y="0"/>
                  </a:cubicBezTo>
                  <a:cubicBezTo>
                    <a:pt x="8914" y="0"/>
                    <a:pt x="8914" y="0"/>
                    <a:pt x="8914" y="0"/>
                  </a:cubicBezTo>
                  <a:cubicBezTo>
                    <a:pt x="8914" y="0"/>
                    <a:pt x="8914" y="0"/>
                    <a:pt x="8914" y="0"/>
                  </a:cubicBezTo>
                  <a:close/>
                  <a:moveTo>
                    <a:pt x="7542" y="2191"/>
                  </a:moveTo>
                  <a:cubicBezTo>
                    <a:pt x="7200" y="2191"/>
                    <a:pt x="7200" y="2191"/>
                    <a:pt x="7200" y="2191"/>
                  </a:cubicBezTo>
                  <a:cubicBezTo>
                    <a:pt x="7200" y="1878"/>
                    <a:pt x="7200" y="1878"/>
                    <a:pt x="7200" y="1878"/>
                  </a:cubicBezTo>
                  <a:cubicBezTo>
                    <a:pt x="7200" y="1878"/>
                    <a:pt x="7200" y="1878"/>
                    <a:pt x="7200" y="1878"/>
                  </a:cubicBezTo>
                  <a:cubicBezTo>
                    <a:pt x="7542" y="1878"/>
                    <a:pt x="7542" y="1878"/>
                    <a:pt x="7542" y="1878"/>
                  </a:cubicBezTo>
                  <a:cubicBezTo>
                    <a:pt x="7542" y="1878"/>
                    <a:pt x="7542" y="1878"/>
                    <a:pt x="7542" y="1878"/>
                  </a:cubicBezTo>
                  <a:cubicBezTo>
                    <a:pt x="7885" y="1878"/>
                    <a:pt x="7885" y="1878"/>
                    <a:pt x="7885" y="1878"/>
                  </a:cubicBezTo>
                  <a:cubicBezTo>
                    <a:pt x="7542" y="2191"/>
                    <a:pt x="7542" y="2191"/>
                    <a:pt x="7542" y="2191"/>
                  </a:cubicBezTo>
                  <a:cubicBezTo>
                    <a:pt x="7542" y="2191"/>
                    <a:pt x="7542" y="2191"/>
                    <a:pt x="7542" y="2191"/>
                  </a:cubicBezTo>
                  <a:cubicBezTo>
                    <a:pt x="7542" y="2191"/>
                    <a:pt x="7542" y="2191"/>
                    <a:pt x="7542" y="2191"/>
                  </a:cubicBezTo>
                  <a:close/>
                  <a:moveTo>
                    <a:pt x="8914" y="4069"/>
                  </a:moveTo>
                  <a:cubicBezTo>
                    <a:pt x="8914" y="4069"/>
                    <a:pt x="8914" y="4069"/>
                    <a:pt x="8914" y="4069"/>
                  </a:cubicBezTo>
                  <a:cubicBezTo>
                    <a:pt x="9257" y="4069"/>
                    <a:pt x="9257" y="4069"/>
                    <a:pt x="9257" y="4069"/>
                  </a:cubicBezTo>
                  <a:cubicBezTo>
                    <a:pt x="9600" y="4069"/>
                    <a:pt x="9600" y="4069"/>
                    <a:pt x="9600" y="4069"/>
                  </a:cubicBezTo>
                  <a:cubicBezTo>
                    <a:pt x="9942" y="3756"/>
                    <a:pt x="9942" y="3756"/>
                    <a:pt x="9942" y="3756"/>
                  </a:cubicBezTo>
                  <a:cubicBezTo>
                    <a:pt x="10628" y="3756"/>
                    <a:pt x="10628" y="3756"/>
                    <a:pt x="10628" y="3756"/>
                  </a:cubicBezTo>
                  <a:cubicBezTo>
                    <a:pt x="10628" y="3756"/>
                    <a:pt x="10628" y="3756"/>
                    <a:pt x="10628" y="3756"/>
                  </a:cubicBezTo>
                  <a:cubicBezTo>
                    <a:pt x="10971" y="3756"/>
                    <a:pt x="10971" y="3756"/>
                    <a:pt x="10971" y="3756"/>
                  </a:cubicBezTo>
                  <a:cubicBezTo>
                    <a:pt x="10971" y="3756"/>
                    <a:pt x="10971" y="3756"/>
                    <a:pt x="10971" y="3756"/>
                  </a:cubicBezTo>
                  <a:cubicBezTo>
                    <a:pt x="10971" y="4069"/>
                    <a:pt x="10971" y="4069"/>
                    <a:pt x="10971" y="4069"/>
                  </a:cubicBezTo>
                  <a:cubicBezTo>
                    <a:pt x="10971" y="4069"/>
                    <a:pt x="10971" y="4069"/>
                    <a:pt x="10971" y="4069"/>
                  </a:cubicBezTo>
                  <a:cubicBezTo>
                    <a:pt x="10971" y="4069"/>
                    <a:pt x="10971" y="4069"/>
                    <a:pt x="10971" y="4069"/>
                  </a:cubicBezTo>
                  <a:cubicBezTo>
                    <a:pt x="10628" y="4382"/>
                    <a:pt x="10628" y="4382"/>
                    <a:pt x="10628" y="4382"/>
                  </a:cubicBezTo>
                  <a:cubicBezTo>
                    <a:pt x="10285" y="4069"/>
                    <a:pt x="10285" y="4069"/>
                    <a:pt x="10285" y="4069"/>
                  </a:cubicBezTo>
                  <a:cubicBezTo>
                    <a:pt x="9942" y="4069"/>
                    <a:pt x="9942" y="4069"/>
                    <a:pt x="9942" y="4069"/>
                  </a:cubicBezTo>
                  <a:cubicBezTo>
                    <a:pt x="9600" y="4069"/>
                    <a:pt x="9600" y="4069"/>
                    <a:pt x="9600" y="4069"/>
                  </a:cubicBezTo>
                  <a:cubicBezTo>
                    <a:pt x="9600" y="4382"/>
                    <a:pt x="9600" y="4382"/>
                    <a:pt x="9600" y="4382"/>
                  </a:cubicBezTo>
                  <a:cubicBezTo>
                    <a:pt x="9600" y="4382"/>
                    <a:pt x="9600" y="4382"/>
                    <a:pt x="9600" y="4382"/>
                  </a:cubicBezTo>
                  <a:cubicBezTo>
                    <a:pt x="10285" y="4382"/>
                    <a:pt x="10285" y="4382"/>
                    <a:pt x="10285" y="4382"/>
                  </a:cubicBezTo>
                  <a:cubicBezTo>
                    <a:pt x="10285" y="4382"/>
                    <a:pt x="10285" y="4382"/>
                    <a:pt x="10285" y="4382"/>
                  </a:cubicBezTo>
                  <a:cubicBezTo>
                    <a:pt x="10285" y="4695"/>
                    <a:pt x="10285" y="4695"/>
                    <a:pt x="10285" y="4695"/>
                  </a:cubicBezTo>
                  <a:cubicBezTo>
                    <a:pt x="10285" y="4695"/>
                    <a:pt x="10285" y="4695"/>
                    <a:pt x="10285" y="4695"/>
                  </a:cubicBezTo>
                  <a:cubicBezTo>
                    <a:pt x="9942" y="4382"/>
                    <a:pt x="9942" y="4382"/>
                    <a:pt x="9942" y="4382"/>
                  </a:cubicBezTo>
                  <a:cubicBezTo>
                    <a:pt x="9942" y="4695"/>
                    <a:pt x="9942" y="4695"/>
                    <a:pt x="9942" y="4695"/>
                  </a:cubicBezTo>
                  <a:cubicBezTo>
                    <a:pt x="9600" y="4695"/>
                    <a:pt x="9600" y="4695"/>
                    <a:pt x="9600" y="4695"/>
                  </a:cubicBezTo>
                  <a:cubicBezTo>
                    <a:pt x="9257" y="4382"/>
                    <a:pt x="9257" y="4382"/>
                    <a:pt x="9257" y="4382"/>
                  </a:cubicBezTo>
                  <a:cubicBezTo>
                    <a:pt x="8914" y="4382"/>
                    <a:pt x="8914" y="4382"/>
                    <a:pt x="8914" y="4382"/>
                  </a:cubicBezTo>
                  <a:cubicBezTo>
                    <a:pt x="8571" y="4382"/>
                    <a:pt x="8571" y="4382"/>
                    <a:pt x="8571" y="4382"/>
                  </a:cubicBezTo>
                  <a:cubicBezTo>
                    <a:pt x="8571" y="4695"/>
                    <a:pt x="8571" y="4695"/>
                    <a:pt x="8571" y="4695"/>
                  </a:cubicBezTo>
                  <a:cubicBezTo>
                    <a:pt x="8914" y="4695"/>
                    <a:pt x="8914" y="4695"/>
                    <a:pt x="8914" y="4695"/>
                  </a:cubicBezTo>
                  <a:cubicBezTo>
                    <a:pt x="9600" y="5008"/>
                    <a:pt x="9600" y="5008"/>
                    <a:pt x="9600" y="5008"/>
                  </a:cubicBezTo>
                  <a:cubicBezTo>
                    <a:pt x="9600" y="5008"/>
                    <a:pt x="9600" y="5008"/>
                    <a:pt x="9600" y="5008"/>
                  </a:cubicBezTo>
                  <a:cubicBezTo>
                    <a:pt x="9942" y="5008"/>
                    <a:pt x="9942" y="5008"/>
                    <a:pt x="9942" y="5008"/>
                  </a:cubicBezTo>
                  <a:cubicBezTo>
                    <a:pt x="9942" y="5008"/>
                    <a:pt x="9942" y="5008"/>
                    <a:pt x="9942" y="5008"/>
                  </a:cubicBezTo>
                  <a:cubicBezTo>
                    <a:pt x="10285" y="5321"/>
                    <a:pt x="10285" y="5321"/>
                    <a:pt x="10285" y="5321"/>
                  </a:cubicBezTo>
                  <a:cubicBezTo>
                    <a:pt x="10285" y="5634"/>
                    <a:pt x="10285" y="5634"/>
                    <a:pt x="10285" y="5634"/>
                  </a:cubicBezTo>
                  <a:cubicBezTo>
                    <a:pt x="10285" y="5634"/>
                    <a:pt x="10285" y="5634"/>
                    <a:pt x="10285" y="5634"/>
                  </a:cubicBezTo>
                  <a:cubicBezTo>
                    <a:pt x="10628" y="5634"/>
                    <a:pt x="10628" y="5634"/>
                    <a:pt x="10628" y="5634"/>
                  </a:cubicBezTo>
                  <a:cubicBezTo>
                    <a:pt x="10971" y="5321"/>
                    <a:pt x="10971" y="5321"/>
                    <a:pt x="10971" y="5321"/>
                  </a:cubicBezTo>
                  <a:cubicBezTo>
                    <a:pt x="11314" y="5321"/>
                    <a:pt x="11314" y="5321"/>
                    <a:pt x="11314" y="5321"/>
                  </a:cubicBezTo>
                  <a:cubicBezTo>
                    <a:pt x="11657" y="5321"/>
                    <a:pt x="11657" y="5321"/>
                    <a:pt x="11657" y="5321"/>
                  </a:cubicBezTo>
                  <a:cubicBezTo>
                    <a:pt x="12000" y="5321"/>
                    <a:pt x="12000" y="5321"/>
                    <a:pt x="12000" y="5321"/>
                  </a:cubicBezTo>
                  <a:cubicBezTo>
                    <a:pt x="12342" y="5321"/>
                    <a:pt x="12342" y="5321"/>
                    <a:pt x="12342" y="5321"/>
                  </a:cubicBezTo>
                  <a:cubicBezTo>
                    <a:pt x="12000" y="5634"/>
                    <a:pt x="12000" y="5634"/>
                    <a:pt x="12000" y="5634"/>
                  </a:cubicBezTo>
                  <a:cubicBezTo>
                    <a:pt x="12342" y="5947"/>
                    <a:pt x="12342" y="5947"/>
                    <a:pt x="12342" y="5947"/>
                  </a:cubicBezTo>
                  <a:cubicBezTo>
                    <a:pt x="12685" y="5947"/>
                    <a:pt x="12685" y="5947"/>
                    <a:pt x="12685" y="5947"/>
                  </a:cubicBezTo>
                  <a:cubicBezTo>
                    <a:pt x="13028" y="5947"/>
                    <a:pt x="13028" y="5947"/>
                    <a:pt x="13028" y="5947"/>
                  </a:cubicBezTo>
                  <a:cubicBezTo>
                    <a:pt x="13371" y="5947"/>
                    <a:pt x="13371" y="5947"/>
                    <a:pt x="13371" y="5947"/>
                  </a:cubicBezTo>
                  <a:cubicBezTo>
                    <a:pt x="13371" y="5947"/>
                    <a:pt x="13371" y="5947"/>
                    <a:pt x="13371" y="5947"/>
                  </a:cubicBezTo>
                  <a:cubicBezTo>
                    <a:pt x="13371" y="5634"/>
                    <a:pt x="13371" y="5634"/>
                    <a:pt x="13371" y="5634"/>
                  </a:cubicBezTo>
                  <a:cubicBezTo>
                    <a:pt x="13371" y="5634"/>
                    <a:pt x="13371" y="5634"/>
                    <a:pt x="13371" y="5634"/>
                  </a:cubicBezTo>
                  <a:cubicBezTo>
                    <a:pt x="13371" y="5321"/>
                    <a:pt x="13371" y="5321"/>
                    <a:pt x="13371" y="5321"/>
                  </a:cubicBezTo>
                  <a:cubicBezTo>
                    <a:pt x="13714" y="5321"/>
                    <a:pt x="13714" y="5321"/>
                    <a:pt x="13714" y="5321"/>
                  </a:cubicBezTo>
                  <a:cubicBezTo>
                    <a:pt x="14057" y="5321"/>
                    <a:pt x="14057" y="5321"/>
                    <a:pt x="14057" y="5321"/>
                  </a:cubicBezTo>
                  <a:cubicBezTo>
                    <a:pt x="14057" y="5321"/>
                    <a:pt x="14057" y="5321"/>
                    <a:pt x="14057" y="5321"/>
                  </a:cubicBezTo>
                  <a:cubicBezTo>
                    <a:pt x="14400" y="5321"/>
                    <a:pt x="14400" y="5321"/>
                    <a:pt x="14400" y="5321"/>
                  </a:cubicBezTo>
                  <a:cubicBezTo>
                    <a:pt x="14742" y="5321"/>
                    <a:pt x="14742" y="5321"/>
                    <a:pt x="14742" y="5321"/>
                  </a:cubicBezTo>
                  <a:cubicBezTo>
                    <a:pt x="15085" y="5321"/>
                    <a:pt x="15085" y="5321"/>
                    <a:pt x="15085" y="5321"/>
                  </a:cubicBezTo>
                  <a:cubicBezTo>
                    <a:pt x="15085" y="5008"/>
                    <a:pt x="15085" y="5008"/>
                    <a:pt x="15085" y="5008"/>
                  </a:cubicBezTo>
                  <a:cubicBezTo>
                    <a:pt x="15085" y="4695"/>
                    <a:pt x="15085" y="4695"/>
                    <a:pt x="15085" y="4695"/>
                  </a:cubicBezTo>
                  <a:cubicBezTo>
                    <a:pt x="15085" y="4695"/>
                    <a:pt x="15085" y="4695"/>
                    <a:pt x="15085" y="4695"/>
                  </a:cubicBezTo>
                  <a:cubicBezTo>
                    <a:pt x="15085" y="4382"/>
                    <a:pt x="15085" y="4382"/>
                    <a:pt x="15085" y="4382"/>
                  </a:cubicBezTo>
                  <a:cubicBezTo>
                    <a:pt x="15428" y="4382"/>
                    <a:pt x="15428" y="4382"/>
                    <a:pt x="15428" y="4382"/>
                  </a:cubicBezTo>
                  <a:cubicBezTo>
                    <a:pt x="15428" y="3756"/>
                    <a:pt x="15428" y="3756"/>
                    <a:pt x="15428" y="3756"/>
                  </a:cubicBezTo>
                  <a:cubicBezTo>
                    <a:pt x="15771" y="3756"/>
                    <a:pt x="15771" y="3756"/>
                    <a:pt x="15771" y="3756"/>
                  </a:cubicBezTo>
                  <a:cubicBezTo>
                    <a:pt x="16114" y="3443"/>
                    <a:pt x="16114" y="3443"/>
                    <a:pt x="16114" y="3443"/>
                  </a:cubicBezTo>
                  <a:cubicBezTo>
                    <a:pt x="16114" y="3130"/>
                    <a:pt x="16114" y="3130"/>
                    <a:pt x="16114" y="3130"/>
                  </a:cubicBezTo>
                  <a:cubicBezTo>
                    <a:pt x="16114" y="3130"/>
                    <a:pt x="16114" y="3130"/>
                    <a:pt x="16114" y="3130"/>
                  </a:cubicBezTo>
                  <a:cubicBezTo>
                    <a:pt x="16114" y="2817"/>
                    <a:pt x="16114" y="2817"/>
                    <a:pt x="16114" y="2817"/>
                  </a:cubicBezTo>
                  <a:cubicBezTo>
                    <a:pt x="16114" y="2504"/>
                    <a:pt x="16114" y="2504"/>
                    <a:pt x="16114" y="2504"/>
                  </a:cubicBezTo>
                  <a:cubicBezTo>
                    <a:pt x="16114" y="2504"/>
                    <a:pt x="16114" y="2504"/>
                    <a:pt x="16114" y="2504"/>
                  </a:cubicBezTo>
                  <a:cubicBezTo>
                    <a:pt x="16114" y="2191"/>
                    <a:pt x="16114" y="2191"/>
                    <a:pt x="16114" y="2191"/>
                  </a:cubicBezTo>
                  <a:cubicBezTo>
                    <a:pt x="16114" y="2191"/>
                    <a:pt x="16114" y="2191"/>
                    <a:pt x="16114" y="2191"/>
                  </a:cubicBezTo>
                  <a:cubicBezTo>
                    <a:pt x="15428" y="2191"/>
                    <a:pt x="15428" y="2191"/>
                    <a:pt x="15428" y="2191"/>
                  </a:cubicBezTo>
                  <a:cubicBezTo>
                    <a:pt x="15428" y="2191"/>
                    <a:pt x="15428" y="2191"/>
                    <a:pt x="15428" y="2191"/>
                  </a:cubicBezTo>
                  <a:cubicBezTo>
                    <a:pt x="15085" y="2191"/>
                    <a:pt x="15085" y="2191"/>
                    <a:pt x="15085" y="2191"/>
                  </a:cubicBezTo>
                  <a:cubicBezTo>
                    <a:pt x="14742" y="2191"/>
                    <a:pt x="14742" y="2191"/>
                    <a:pt x="14742" y="2191"/>
                  </a:cubicBezTo>
                  <a:cubicBezTo>
                    <a:pt x="14400" y="2191"/>
                    <a:pt x="14400" y="2191"/>
                    <a:pt x="14400" y="2191"/>
                  </a:cubicBezTo>
                  <a:cubicBezTo>
                    <a:pt x="14057" y="1878"/>
                    <a:pt x="14057" y="1878"/>
                    <a:pt x="14057" y="1878"/>
                  </a:cubicBezTo>
                  <a:cubicBezTo>
                    <a:pt x="13714" y="1878"/>
                    <a:pt x="13714" y="1878"/>
                    <a:pt x="13714" y="1878"/>
                  </a:cubicBezTo>
                  <a:cubicBezTo>
                    <a:pt x="13714" y="1878"/>
                    <a:pt x="13714" y="1878"/>
                    <a:pt x="13714" y="1878"/>
                  </a:cubicBezTo>
                  <a:cubicBezTo>
                    <a:pt x="13714" y="1878"/>
                    <a:pt x="13714" y="1878"/>
                    <a:pt x="13714" y="1878"/>
                  </a:cubicBezTo>
                  <a:cubicBezTo>
                    <a:pt x="13371" y="1565"/>
                    <a:pt x="13371" y="1565"/>
                    <a:pt x="13371" y="1565"/>
                  </a:cubicBezTo>
                  <a:cubicBezTo>
                    <a:pt x="13371" y="1878"/>
                    <a:pt x="13371" y="1878"/>
                    <a:pt x="13371" y="1878"/>
                  </a:cubicBezTo>
                  <a:cubicBezTo>
                    <a:pt x="13371" y="1565"/>
                    <a:pt x="13371" y="1565"/>
                    <a:pt x="13371" y="1565"/>
                  </a:cubicBezTo>
                  <a:cubicBezTo>
                    <a:pt x="13371" y="1565"/>
                    <a:pt x="13371" y="1565"/>
                    <a:pt x="13371" y="1565"/>
                  </a:cubicBezTo>
                  <a:cubicBezTo>
                    <a:pt x="13371" y="1252"/>
                    <a:pt x="13371" y="1252"/>
                    <a:pt x="13371" y="1252"/>
                  </a:cubicBezTo>
                  <a:cubicBezTo>
                    <a:pt x="13028" y="1565"/>
                    <a:pt x="13028" y="1565"/>
                    <a:pt x="13028" y="1565"/>
                  </a:cubicBezTo>
                  <a:cubicBezTo>
                    <a:pt x="13028" y="1565"/>
                    <a:pt x="13028" y="1565"/>
                    <a:pt x="13028" y="1565"/>
                  </a:cubicBezTo>
                  <a:cubicBezTo>
                    <a:pt x="13028" y="1878"/>
                    <a:pt x="13028" y="1878"/>
                    <a:pt x="13028" y="1878"/>
                  </a:cubicBezTo>
                  <a:cubicBezTo>
                    <a:pt x="12685" y="1565"/>
                    <a:pt x="12685" y="1565"/>
                    <a:pt x="12685" y="1565"/>
                  </a:cubicBezTo>
                  <a:cubicBezTo>
                    <a:pt x="12685" y="1565"/>
                    <a:pt x="12685" y="1565"/>
                    <a:pt x="12685" y="1565"/>
                  </a:cubicBezTo>
                  <a:cubicBezTo>
                    <a:pt x="12685" y="1565"/>
                    <a:pt x="12685" y="1565"/>
                    <a:pt x="12685" y="1565"/>
                  </a:cubicBezTo>
                  <a:cubicBezTo>
                    <a:pt x="12685" y="1565"/>
                    <a:pt x="12685" y="1565"/>
                    <a:pt x="12685" y="1565"/>
                  </a:cubicBezTo>
                  <a:cubicBezTo>
                    <a:pt x="12685" y="1878"/>
                    <a:pt x="12685" y="1878"/>
                    <a:pt x="12685" y="1878"/>
                  </a:cubicBezTo>
                  <a:cubicBezTo>
                    <a:pt x="12342" y="1878"/>
                    <a:pt x="12342" y="1878"/>
                    <a:pt x="12342" y="1878"/>
                  </a:cubicBezTo>
                  <a:cubicBezTo>
                    <a:pt x="12342" y="2191"/>
                    <a:pt x="12342" y="2191"/>
                    <a:pt x="12342" y="2191"/>
                  </a:cubicBezTo>
                  <a:cubicBezTo>
                    <a:pt x="12342" y="2191"/>
                    <a:pt x="12342" y="2191"/>
                    <a:pt x="12342" y="2191"/>
                  </a:cubicBezTo>
                  <a:cubicBezTo>
                    <a:pt x="12342" y="2191"/>
                    <a:pt x="12342" y="2191"/>
                    <a:pt x="12342" y="2191"/>
                  </a:cubicBezTo>
                  <a:cubicBezTo>
                    <a:pt x="12000" y="2191"/>
                    <a:pt x="12000" y="2191"/>
                    <a:pt x="12000" y="2191"/>
                  </a:cubicBezTo>
                  <a:cubicBezTo>
                    <a:pt x="12000" y="2191"/>
                    <a:pt x="12000" y="2191"/>
                    <a:pt x="12000" y="2191"/>
                  </a:cubicBezTo>
                  <a:cubicBezTo>
                    <a:pt x="12000" y="2191"/>
                    <a:pt x="12000" y="2191"/>
                    <a:pt x="12000" y="2191"/>
                  </a:cubicBezTo>
                  <a:cubicBezTo>
                    <a:pt x="12000" y="2504"/>
                    <a:pt x="12000" y="2504"/>
                    <a:pt x="12000" y="2504"/>
                  </a:cubicBezTo>
                  <a:cubicBezTo>
                    <a:pt x="12000" y="2191"/>
                    <a:pt x="12000" y="2191"/>
                    <a:pt x="12000" y="2191"/>
                  </a:cubicBezTo>
                  <a:cubicBezTo>
                    <a:pt x="11657" y="2191"/>
                    <a:pt x="11657" y="2191"/>
                    <a:pt x="11657" y="2191"/>
                  </a:cubicBezTo>
                  <a:cubicBezTo>
                    <a:pt x="12000" y="1878"/>
                    <a:pt x="12000" y="1878"/>
                    <a:pt x="12000" y="1878"/>
                  </a:cubicBezTo>
                  <a:cubicBezTo>
                    <a:pt x="12000" y="1252"/>
                    <a:pt x="12000" y="1252"/>
                    <a:pt x="12000" y="1252"/>
                  </a:cubicBezTo>
                  <a:cubicBezTo>
                    <a:pt x="12000" y="1252"/>
                    <a:pt x="12000" y="1252"/>
                    <a:pt x="12000" y="1252"/>
                  </a:cubicBezTo>
                  <a:cubicBezTo>
                    <a:pt x="11657" y="939"/>
                    <a:pt x="11657" y="939"/>
                    <a:pt x="11657" y="939"/>
                  </a:cubicBezTo>
                  <a:cubicBezTo>
                    <a:pt x="11314" y="939"/>
                    <a:pt x="11314" y="939"/>
                    <a:pt x="11314" y="939"/>
                  </a:cubicBezTo>
                  <a:cubicBezTo>
                    <a:pt x="11314" y="939"/>
                    <a:pt x="11314" y="939"/>
                    <a:pt x="11314" y="939"/>
                  </a:cubicBezTo>
                  <a:cubicBezTo>
                    <a:pt x="11314" y="939"/>
                    <a:pt x="11314" y="939"/>
                    <a:pt x="11314" y="939"/>
                  </a:cubicBezTo>
                  <a:cubicBezTo>
                    <a:pt x="11314" y="1252"/>
                    <a:pt x="11314" y="1252"/>
                    <a:pt x="11314" y="1252"/>
                  </a:cubicBezTo>
                  <a:cubicBezTo>
                    <a:pt x="11314" y="1252"/>
                    <a:pt x="11314" y="1252"/>
                    <a:pt x="11314" y="1252"/>
                  </a:cubicBezTo>
                  <a:cubicBezTo>
                    <a:pt x="11314" y="1252"/>
                    <a:pt x="11314" y="1252"/>
                    <a:pt x="11314" y="1252"/>
                  </a:cubicBezTo>
                  <a:cubicBezTo>
                    <a:pt x="11314" y="1252"/>
                    <a:pt x="11314" y="1252"/>
                    <a:pt x="11314" y="1252"/>
                  </a:cubicBezTo>
                  <a:cubicBezTo>
                    <a:pt x="10971" y="1252"/>
                    <a:pt x="10971" y="1252"/>
                    <a:pt x="10971" y="1252"/>
                  </a:cubicBezTo>
                  <a:cubicBezTo>
                    <a:pt x="10971" y="1565"/>
                    <a:pt x="10971" y="1565"/>
                    <a:pt x="10971" y="1565"/>
                  </a:cubicBezTo>
                  <a:cubicBezTo>
                    <a:pt x="11314" y="1878"/>
                    <a:pt x="11314" y="1878"/>
                    <a:pt x="11314" y="1878"/>
                  </a:cubicBezTo>
                  <a:cubicBezTo>
                    <a:pt x="11314" y="1878"/>
                    <a:pt x="11314" y="1878"/>
                    <a:pt x="11314" y="1878"/>
                  </a:cubicBezTo>
                  <a:cubicBezTo>
                    <a:pt x="11314" y="2191"/>
                    <a:pt x="11314" y="2191"/>
                    <a:pt x="11314" y="2191"/>
                  </a:cubicBezTo>
                  <a:cubicBezTo>
                    <a:pt x="11314" y="2504"/>
                    <a:pt x="11314" y="2504"/>
                    <a:pt x="11314" y="2504"/>
                  </a:cubicBezTo>
                  <a:cubicBezTo>
                    <a:pt x="11314" y="2817"/>
                    <a:pt x="11314" y="2817"/>
                    <a:pt x="11314" y="2817"/>
                  </a:cubicBezTo>
                  <a:cubicBezTo>
                    <a:pt x="11314" y="3130"/>
                    <a:pt x="11314" y="3130"/>
                    <a:pt x="11314" y="3130"/>
                  </a:cubicBezTo>
                  <a:cubicBezTo>
                    <a:pt x="11314" y="3130"/>
                    <a:pt x="11314" y="3130"/>
                    <a:pt x="11314" y="3130"/>
                  </a:cubicBezTo>
                  <a:cubicBezTo>
                    <a:pt x="10971" y="2817"/>
                    <a:pt x="10971" y="2817"/>
                    <a:pt x="10971" y="2817"/>
                  </a:cubicBezTo>
                  <a:cubicBezTo>
                    <a:pt x="10971" y="2504"/>
                    <a:pt x="10971" y="2504"/>
                    <a:pt x="10971" y="2504"/>
                  </a:cubicBezTo>
                  <a:cubicBezTo>
                    <a:pt x="10628" y="2504"/>
                    <a:pt x="10628" y="2504"/>
                    <a:pt x="10628" y="2504"/>
                  </a:cubicBezTo>
                  <a:cubicBezTo>
                    <a:pt x="10628" y="2191"/>
                    <a:pt x="10628" y="2191"/>
                    <a:pt x="10628" y="2191"/>
                  </a:cubicBezTo>
                  <a:cubicBezTo>
                    <a:pt x="10628" y="2191"/>
                    <a:pt x="10628" y="2191"/>
                    <a:pt x="10628" y="2191"/>
                  </a:cubicBezTo>
                  <a:cubicBezTo>
                    <a:pt x="10628" y="1878"/>
                    <a:pt x="10628" y="1878"/>
                    <a:pt x="10628" y="1878"/>
                  </a:cubicBezTo>
                  <a:cubicBezTo>
                    <a:pt x="10285" y="1878"/>
                    <a:pt x="10285" y="1878"/>
                    <a:pt x="10285" y="1878"/>
                  </a:cubicBezTo>
                  <a:cubicBezTo>
                    <a:pt x="10285" y="2191"/>
                    <a:pt x="10285" y="2191"/>
                    <a:pt x="10285" y="2191"/>
                  </a:cubicBezTo>
                  <a:cubicBezTo>
                    <a:pt x="9942" y="2191"/>
                    <a:pt x="9942" y="2191"/>
                    <a:pt x="9942" y="2191"/>
                  </a:cubicBezTo>
                  <a:cubicBezTo>
                    <a:pt x="9942" y="2191"/>
                    <a:pt x="9942" y="2191"/>
                    <a:pt x="9942" y="2191"/>
                  </a:cubicBezTo>
                  <a:cubicBezTo>
                    <a:pt x="9600" y="2191"/>
                    <a:pt x="9600" y="2191"/>
                    <a:pt x="9600" y="2191"/>
                  </a:cubicBezTo>
                  <a:cubicBezTo>
                    <a:pt x="9600" y="2191"/>
                    <a:pt x="9600" y="2191"/>
                    <a:pt x="9600" y="2191"/>
                  </a:cubicBezTo>
                  <a:cubicBezTo>
                    <a:pt x="9600" y="2191"/>
                    <a:pt x="9600" y="2191"/>
                    <a:pt x="9600" y="2191"/>
                  </a:cubicBezTo>
                  <a:cubicBezTo>
                    <a:pt x="9600" y="1878"/>
                    <a:pt x="9600" y="1878"/>
                    <a:pt x="9600" y="1878"/>
                  </a:cubicBezTo>
                  <a:cubicBezTo>
                    <a:pt x="9257" y="1878"/>
                    <a:pt x="9257" y="1878"/>
                    <a:pt x="9257" y="1878"/>
                  </a:cubicBezTo>
                  <a:cubicBezTo>
                    <a:pt x="9257" y="1878"/>
                    <a:pt x="9257" y="1878"/>
                    <a:pt x="9257" y="1878"/>
                  </a:cubicBezTo>
                  <a:cubicBezTo>
                    <a:pt x="8914" y="1565"/>
                    <a:pt x="8914" y="1565"/>
                    <a:pt x="8914" y="1565"/>
                  </a:cubicBezTo>
                  <a:cubicBezTo>
                    <a:pt x="8914" y="1565"/>
                    <a:pt x="8914" y="1565"/>
                    <a:pt x="8914" y="1565"/>
                  </a:cubicBezTo>
                  <a:cubicBezTo>
                    <a:pt x="8914" y="1565"/>
                    <a:pt x="8914" y="1565"/>
                    <a:pt x="8914" y="1565"/>
                  </a:cubicBezTo>
                  <a:cubicBezTo>
                    <a:pt x="8571" y="1252"/>
                    <a:pt x="8571" y="1252"/>
                    <a:pt x="8571" y="1252"/>
                  </a:cubicBezTo>
                  <a:cubicBezTo>
                    <a:pt x="8571" y="1252"/>
                    <a:pt x="8571" y="1252"/>
                    <a:pt x="8571" y="1252"/>
                  </a:cubicBezTo>
                  <a:cubicBezTo>
                    <a:pt x="8571" y="939"/>
                    <a:pt x="8571" y="939"/>
                    <a:pt x="8571" y="939"/>
                  </a:cubicBezTo>
                  <a:cubicBezTo>
                    <a:pt x="8571" y="939"/>
                    <a:pt x="8571" y="939"/>
                    <a:pt x="8571" y="939"/>
                  </a:cubicBezTo>
                  <a:cubicBezTo>
                    <a:pt x="8228" y="939"/>
                    <a:pt x="8228" y="939"/>
                    <a:pt x="8228" y="939"/>
                  </a:cubicBezTo>
                  <a:cubicBezTo>
                    <a:pt x="8228" y="1565"/>
                    <a:pt x="8228" y="1565"/>
                    <a:pt x="8228" y="1565"/>
                  </a:cubicBezTo>
                  <a:cubicBezTo>
                    <a:pt x="8228" y="1565"/>
                    <a:pt x="8228" y="1565"/>
                    <a:pt x="8228" y="1565"/>
                  </a:cubicBezTo>
                  <a:cubicBezTo>
                    <a:pt x="8571" y="1878"/>
                    <a:pt x="8571" y="1878"/>
                    <a:pt x="8571" y="1878"/>
                  </a:cubicBezTo>
                  <a:cubicBezTo>
                    <a:pt x="8571" y="2191"/>
                    <a:pt x="8571" y="2191"/>
                    <a:pt x="8571" y="2191"/>
                  </a:cubicBezTo>
                  <a:cubicBezTo>
                    <a:pt x="8571" y="2191"/>
                    <a:pt x="8571" y="2191"/>
                    <a:pt x="8571" y="2191"/>
                  </a:cubicBezTo>
                  <a:cubicBezTo>
                    <a:pt x="8228" y="2191"/>
                    <a:pt x="8228" y="2191"/>
                    <a:pt x="8228" y="2191"/>
                  </a:cubicBezTo>
                  <a:cubicBezTo>
                    <a:pt x="8228" y="1878"/>
                    <a:pt x="8228" y="1878"/>
                    <a:pt x="8228" y="1878"/>
                  </a:cubicBezTo>
                  <a:cubicBezTo>
                    <a:pt x="7885" y="1878"/>
                    <a:pt x="7885" y="1878"/>
                    <a:pt x="7885" y="1878"/>
                  </a:cubicBezTo>
                  <a:cubicBezTo>
                    <a:pt x="7885" y="2191"/>
                    <a:pt x="7885" y="2191"/>
                    <a:pt x="7885" y="2191"/>
                  </a:cubicBezTo>
                  <a:cubicBezTo>
                    <a:pt x="8228" y="2504"/>
                    <a:pt x="8228" y="2504"/>
                    <a:pt x="8228" y="2504"/>
                  </a:cubicBezTo>
                  <a:cubicBezTo>
                    <a:pt x="8228" y="2504"/>
                    <a:pt x="8228" y="2504"/>
                    <a:pt x="8228" y="2504"/>
                  </a:cubicBezTo>
                  <a:cubicBezTo>
                    <a:pt x="8228" y="2817"/>
                    <a:pt x="8228" y="2817"/>
                    <a:pt x="8228" y="2817"/>
                  </a:cubicBezTo>
                  <a:cubicBezTo>
                    <a:pt x="8228" y="2817"/>
                    <a:pt x="8228" y="2817"/>
                    <a:pt x="8228" y="2817"/>
                  </a:cubicBezTo>
                  <a:cubicBezTo>
                    <a:pt x="7885" y="2817"/>
                    <a:pt x="7885" y="2817"/>
                    <a:pt x="7885" y="2817"/>
                  </a:cubicBezTo>
                  <a:cubicBezTo>
                    <a:pt x="7885" y="2504"/>
                    <a:pt x="7885" y="2504"/>
                    <a:pt x="7885" y="2504"/>
                  </a:cubicBezTo>
                  <a:cubicBezTo>
                    <a:pt x="7885" y="2504"/>
                    <a:pt x="7885" y="2504"/>
                    <a:pt x="7885" y="2504"/>
                  </a:cubicBezTo>
                  <a:cubicBezTo>
                    <a:pt x="7200" y="2504"/>
                    <a:pt x="7200" y="2504"/>
                    <a:pt x="7200" y="2504"/>
                  </a:cubicBezTo>
                  <a:cubicBezTo>
                    <a:pt x="7200" y="2504"/>
                    <a:pt x="7200" y="2504"/>
                    <a:pt x="7200" y="2504"/>
                  </a:cubicBezTo>
                  <a:cubicBezTo>
                    <a:pt x="6857" y="2504"/>
                    <a:pt x="6857" y="2504"/>
                    <a:pt x="6857" y="2504"/>
                  </a:cubicBezTo>
                  <a:cubicBezTo>
                    <a:pt x="7200" y="2817"/>
                    <a:pt x="7200" y="2817"/>
                    <a:pt x="7200" y="2817"/>
                  </a:cubicBezTo>
                  <a:cubicBezTo>
                    <a:pt x="7200" y="2817"/>
                    <a:pt x="7200" y="2817"/>
                    <a:pt x="7200" y="2817"/>
                  </a:cubicBezTo>
                  <a:cubicBezTo>
                    <a:pt x="7542" y="2817"/>
                    <a:pt x="7542" y="2817"/>
                    <a:pt x="7542" y="2817"/>
                  </a:cubicBezTo>
                  <a:cubicBezTo>
                    <a:pt x="7200" y="3130"/>
                    <a:pt x="7200" y="3130"/>
                    <a:pt x="7200" y="3130"/>
                  </a:cubicBezTo>
                  <a:cubicBezTo>
                    <a:pt x="7542" y="3130"/>
                    <a:pt x="7542" y="3130"/>
                    <a:pt x="7542" y="3130"/>
                  </a:cubicBezTo>
                  <a:cubicBezTo>
                    <a:pt x="7542" y="3130"/>
                    <a:pt x="7542" y="3130"/>
                    <a:pt x="7542" y="3130"/>
                  </a:cubicBezTo>
                  <a:cubicBezTo>
                    <a:pt x="7885" y="3130"/>
                    <a:pt x="7885" y="3130"/>
                    <a:pt x="7885" y="3130"/>
                  </a:cubicBezTo>
                  <a:cubicBezTo>
                    <a:pt x="7200" y="3443"/>
                    <a:pt x="7200" y="3443"/>
                    <a:pt x="7200" y="3443"/>
                  </a:cubicBezTo>
                  <a:cubicBezTo>
                    <a:pt x="7200" y="3443"/>
                    <a:pt x="7200" y="3443"/>
                    <a:pt x="7200" y="3443"/>
                  </a:cubicBezTo>
                  <a:cubicBezTo>
                    <a:pt x="7542" y="4069"/>
                    <a:pt x="7542" y="4069"/>
                    <a:pt x="7542" y="4069"/>
                  </a:cubicBezTo>
                  <a:cubicBezTo>
                    <a:pt x="7885" y="4069"/>
                    <a:pt x="7885" y="4069"/>
                    <a:pt x="7885" y="4069"/>
                  </a:cubicBezTo>
                  <a:cubicBezTo>
                    <a:pt x="8228" y="4069"/>
                    <a:pt x="8228" y="4069"/>
                    <a:pt x="8228" y="4069"/>
                  </a:cubicBezTo>
                  <a:cubicBezTo>
                    <a:pt x="8571" y="4069"/>
                    <a:pt x="8571" y="4069"/>
                    <a:pt x="8571" y="4069"/>
                  </a:cubicBezTo>
                  <a:cubicBezTo>
                    <a:pt x="8571" y="4069"/>
                    <a:pt x="8571" y="4069"/>
                    <a:pt x="8571" y="4069"/>
                  </a:cubicBezTo>
                  <a:cubicBezTo>
                    <a:pt x="8914" y="4069"/>
                    <a:pt x="8914" y="4069"/>
                    <a:pt x="8914" y="4069"/>
                  </a:cubicBezTo>
                  <a:close/>
                  <a:moveTo>
                    <a:pt x="17485" y="6886"/>
                  </a:moveTo>
                  <a:cubicBezTo>
                    <a:pt x="17828" y="6573"/>
                    <a:pt x="17828" y="6573"/>
                    <a:pt x="17828" y="6573"/>
                  </a:cubicBezTo>
                  <a:cubicBezTo>
                    <a:pt x="17828" y="6573"/>
                    <a:pt x="17828" y="6573"/>
                    <a:pt x="17828" y="6573"/>
                  </a:cubicBezTo>
                  <a:cubicBezTo>
                    <a:pt x="18171" y="6573"/>
                    <a:pt x="18171" y="6573"/>
                    <a:pt x="18171" y="6573"/>
                  </a:cubicBezTo>
                  <a:cubicBezTo>
                    <a:pt x="18171" y="6260"/>
                    <a:pt x="18171" y="6260"/>
                    <a:pt x="18171" y="6260"/>
                  </a:cubicBezTo>
                  <a:cubicBezTo>
                    <a:pt x="18514" y="6573"/>
                    <a:pt x="18514" y="6573"/>
                    <a:pt x="18514" y="6573"/>
                  </a:cubicBezTo>
                  <a:cubicBezTo>
                    <a:pt x="18857" y="6573"/>
                    <a:pt x="18857" y="6573"/>
                    <a:pt x="18857" y="6573"/>
                  </a:cubicBezTo>
                  <a:cubicBezTo>
                    <a:pt x="19200" y="6573"/>
                    <a:pt x="19200" y="6573"/>
                    <a:pt x="19200" y="6573"/>
                  </a:cubicBezTo>
                  <a:cubicBezTo>
                    <a:pt x="18857" y="6573"/>
                    <a:pt x="18857" y="6573"/>
                    <a:pt x="18857" y="6573"/>
                  </a:cubicBezTo>
                  <a:cubicBezTo>
                    <a:pt x="18857" y="6886"/>
                    <a:pt x="18857" y="6886"/>
                    <a:pt x="18857" y="6886"/>
                  </a:cubicBezTo>
                  <a:cubicBezTo>
                    <a:pt x="18171" y="6573"/>
                    <a:pt x="18171" y="6573"/>
                    <a:pt x="18171" y="6573"/>
                  </a:cubicBezTo>
                  <a:cubicBezTo>
                    <a:pt x="18171" y="6573"/>
                    <a:pt x="18171" y="6573"/>
                    <a:pt x="18171" y="6573"/>
                  </a:cubicBezTo>
                  <a:cubicBezTo>
                    <a:pt x="17828" y="6886"/>
                    <a:pt x="17828" y="6886"/>
                    <a:pt x="17828" y="6886"/>
                  </a:cubicBezTo>
                  <a:cubicBezTo>
                    <a:pt x="17828" y="6886"/>
                    <a:pt x="17828" y="6886"/>
                    <a:pt x="17828" y="6886"/>
                  </a:cubicBezTo>
                  <a:cubicBezTo>
                    <a:pt x="17485" y="6886"/>
                    <a:pt x="17485" y="6886"/>
                    <a:pt x="17485" y="6886"/>
                  </a:cubicBezTo>
                  <a:cubicBezTo>
                    <a:pt x="17485" y="6886"/>
                    <a:pt x="17485" y="6886"/>
                    <a:pt x="17485" y="6886"/>
                  </a:cubicBezTo>
                  <a:close/>
                  <a:moveTo>
                    <a:pt x="16457" y="7826"/>
                  </a:moveTo>
                  <a:cubicBezTo>
                    <a:pt x="16457" y="7513"/>
                    <a:pt x="16457" y="7513"/>
                    <a:pt x="16457" y="7513"/>
                  </a:cubicBezTo>
                  <a:cubicBezTo>
                    <a:pt x="16114" y="7513"/>
                    <a:pt x="16114" y="7513"/>
                    <a:pt x="16114" y="7513"/>
                  </a:cubicBezTo>
                  <a:cubicBezTo>
                    <a:pt x="16114" y="7200"/>
                    <a:pt x="16114" y="7200"/>
                    <a:pt x="16114" y="7200"/>
                  </a:cubicBezTo>
                  <a:cubicBezTo>
                    <a:pt x="16114" y="7200"/>
                    <a:pt x="16114" y="7200"/>
                    <a:pt x="16114" y="7200"/>
                  </a:cubicBezTo>
                  <a:cubicBezTo>
                    <a:pt x="16457" y="7200"/>
                    <a:pt x="16457" y="7200"/>
                    <a:pt x="16457" y="7200"/>
                  </a:cubicBezTo>
                  <a:cubicBezTo>
                    <a:pt x="16457" y="7200"/>
                    <a:pt x="16457" y="7200"/>
                    <a:pt x="16457" y="7200"/>
                  </a:cubicBezTo>
                  <a:cubicBezTo>
                    <a:pt x="16457" y="7200"/>
                    <a:pt x="16457" y="7200"/>
                    <a:pt x="16457" y="7200"/>
                  </a:cubicBezTo>
                  <a:cubicBezTo>
                    <a:pt x="16800" y="7513"/>
                    <a:pt x="16800" y="7513"/>
                    <a:pt x="16800" y="7513"/>
                  </a:cubicBezTo>
                  <a:cubicBezTo>
                    <a:pt x="16800" y="7513"/>
                    <a:pt x="16800" y="7513"/>
                    <a:pt x="16800" y="7513"/>
                  </a:cubicBezTo>
                  <a:cubicBezTo>
                    <a:pt x="16457" y="7826"/>
                    <a:pt x="16457" y="7826"/>
                    <a:pt x="16457" y="7826"/>
                  </a:cubicBezTo>
                  <a:cubicBezTo>
                    <a:pt x="16457" y="7826"/>
                    <a:pt x="16457" y="7826"/>
                    <a:pt x="16457" y="7826"/>
                  </a:cubicBezTo>
                  <a:close/>
                  <a:moveTo>
                    <a:pt x="10971" y="10017"/>
                  </a:moveTo>
                  <a:cubicBezTo>
                    <a:pt x="10971" y="9704"/>
                    <a:pt x="10971" y="9704"/>
                    <a:pt x="10971" y="9704"/>
                  </a:cubicBezTo>
                  <a:cubicBezTo>
                    <a:pt x="11314" y="9391"/>
                    <a:pt x="11314" y="9391"/>
                    <a:pt x="11314" y="9391"/>
                  </a:cubicBezTo>
                  <a:cubicBezTo>
                    <a:pt x="12000" y="9391"/>
                    <a:pt x="12000" y="9391"/>
                    <a:pt x="12000" y="9391"/>
                  </a:cubicBezTo>
                  <a:cubicBezTo>
                    <a:pt x="12342" y="9391"/>
                    <a:pt x="12342" y="9391"/>
                    <a:pt x="12342" y="9391"/>
                  </a:cubicBezTo>
                  <a:cubicBezTo>
                    <a:pt x="12685" y="9078"/>
                    <a:pt x="12685" y="9078"/>
                    <a:pt x="12685" y="9078"/>
                  </a:cubicBezTo>
                  <a:cubicBezTo>
                    <a:pt x="13028" y="8765"/>
                    <a:pt x="13028" y="8765"/>
                    <a:pt x="13028" y="8765"/>
                  </a:cubicBezTo>
                  <a:cubicBezTo>
                    <a:pt x="13028" y="9078"/>
                    <a:pt x="13028" y="9078"/>
                    <a:pt x="13028" y="9078"/>
                  </a:cubicBezTo>
                  <a:cubicBezTo>
                    <a:pt x="13371" y="9391"/>
                    <a:pt x="13371" y="9391"/>
                    <a:pt x="13371" y="9391"/>
                  </a:cubicBezTo>
                  <a:cubicBezTo>
                    <a:pt x="13371" y="9391"/>
                    <a:pt x="13371" y="9391"/>
                    <a:pt x="13371" y="9391"/>
                  </a:cubicBezTo>
                  <a:cubicBezTo>
                    <a:pt x="13028" y="9704"/>
                    <a:pt x="13028" y="9704"/>
                    <a:pt x="13028" y="9704"/>
                  </a:cubicBezTo>
                  <a:cubicBezTo>
                    <a:pt x="13028" y="9704"/>
                    <a:pt x="13028" y="9704"/>
                    <a:pt x="13028" y="9704"/>
                  </a:cubicBezTo>
                  <a:cubicBezTo>
                    <a:pt x="13028" y="10017"/>
                    <a:pt x="13028" y="10017"/>
                    <a:pt x="13028" y="10017"/>
                  </a:cubicBezTo>
                  <a:cubicBezTo>
                    <a:pt x="13371" y="10330"/>
                    <a:pt x="13371" y="10330"/>
                    <a:pt x="13371" y="10330"/>
                  </a:cubicBezTo>
                  <a:cubicBezTo>
                    <a:pt x="13714" y="10643"/>
                    <a:pt x="13714" y="10643"/>
                    <a:pt x="13714" y="10643"/>
                  </a:cubicBezTo>
                  <a:cubicBezTo>
                    <a:pt x="14057" y="10330"/>
                    <a:pt x="14057" y="10330"/>
                    <a:pt x="14057" y="10330"/>
                  </a:cubicBezTo>
                  <a:cubicBezTo>
                    <a:pt x="14400" y="10330"/>
                    <a:pt x="14400" y="10330"/>
                    <a:pt x="14400" y="10330"/>
                  </a:cubicBezTo>
                  <a:cubicBezTo>
                    <a:pt x="14742" y="10330"/>
                    <a:pt x="14742" y="10330"/>
                    <a:pt x="14742" y="10330"/>
                  </a:cubicBezTo>
                  <a:cubicBezTo>
                    <a:pt x="14742" y="10330"/>
                    <a:pt x="14742" y="10330"/>
                    <a:pt x="14742" y="10330"/>
                  </a:cubicBezTo>
                  <a:cubicBezTo>
                    <a:pt x="15085" y="10643"/>
                    <a:pt x="15085" y="10643"/>
                    <a:pt x="15085" y="10643"/>
                  </a:cubicBezTo>
                  <a:cubicBezTo>
                    <a:pt x="15085" y="10643"/>
                    <a:pt x="15085" y="10643"/>
                    <a:pt x="15085" y="10643"/>
                  </a:cubicBezTo>
                  <a:cubicBezTo>
                    <a:pt x="14742" y="10643"/>
                    <a:pt x="14742" y="10643"/>
                    <a:pt x="14742" y="10643"/>
                  </a:cubicBezTo>
                  <a:cubicBezTo>
                    <a:pt x="14400" y="11269"/>
                    <a:pt x="14400" y="11269"/>
                    <a:pt x="14400" y="11269"/>
                  </a:cubicBezTo>
                  <a:cubicBezTo>
                    <a:pt x="14400" y="11269"/>
                    <a:pt x="14400" y="11269"/>
                    <a:pt x="14400" y="11269"/>
                  </a:cubicBezTo>
                  <a:cubicBezTo>
                    <a:pt x="14057" y="11895"/>
                    <a:pt x="14057" y="11895"/>
                    <a:pt x="14057" y="11895"/>
                  </a:cubicBezTo>
                  <a:cubicBezTo>
                    <a:pt x="13714" y="11895"/>
                    <a:pt x="13714" y="11895"/>
                    <a:pt x="13714" y="11895"/>
                  </a:cubicBezTo>
                  <a:cubicBezTo>
                    <a:pt x="13714" y="11895"/>
                    <a:pt x="13714" y="11895"/>
                    <a:pt x="13714" y="11895"/>
                  </a:cubicBezTo>
                  <a:cubicBezTo>
                    <a:pt x="13371" y="12208"/>
                    <a:pt x="13371" y="12208"/>
                    <a:pt x="13371" y="12208"/>
                  </a:cubicBezTo>
                  <a:cubicBezTo>
                    <a:pt x="13371" y="12521"/>
                    <a:pt x="13371" y="12521"/>
                    <a:pt x="13371" y="12521"/>
                  </a:cubicBezTo>
                  <a:cubicBezTo>
                    <a:pt x="13028" y="12521"/>
                    <a:pt x="13028" y="12521"/>
                    <a:pt x="13028" y="12521"/>
                  </a:cubicBezTo>
                  <a:cubicBezTo>
                    <a:pt x="13028" y="12521"/>
                    <a:pt x="13028" y="12521"/>
                    <a:pt x="13028" y="12521"/>
                  </a:cubicBezTo>
                  <a:cubicBezTo>
                    <a:pt x="13028" y="12521"/>
                    <a:pt x="13028" y="12521"/>
                    <a:pt x="13028" y="12521"/>
                  </a:cubicBezTo>
                  <a:cubicBezTo>
                    <a:pt x="13028" y="12208"/>
                    <a:pt x="13028" y="12208"/>
                    <a:pt x="13028" y="12208"/>
                  </a:cubicBezTo>
                  <a:cubicBezTo>
                    <a:pt x="13028" y="11895"/>
                    <a:pt x="13028" y="11895"/>
                    <a:pt x="13028" y="11895"/>
                  </a:cubicBezTo>
                  <a:cubicBezTo>
                    <a:pt x="13028" y="11582"/>
                    <a:pt x="13028" y="11582"/>
                    <a:pt x="13028" y="11582"/>
                  </a:cubicBezTo>
                  <a:cubicBezTo>
                    <a:pt x="13028" y="11269"/>
                    <a:pt x="13028" y="11269"/>
                    <a:pt x="13028" y="11269"/>
                  </a:cubicBezTo>
                  <a:cubicBezTo>
                    <a:pt x="13028" y="11269"/>
                    <a:pt x="13028" y="11269"/>
                    <a:pt x="13028" y="11269"/>
                  </a:cubicBezTo>
                  <a:cubicBezTo>
                    <a:pt x="12685" y="11269"/>
                    <a:pt x="12685" y="11269"/>
                    <a:pt x="12685" y="11269"/>
                  </a:cubicBezTo>
                  <a:cubicBezTo>
                    <a:pt x="12685" y="11269"/>
                    <a:pt x="12685" y="11269"/>
                    <a:pt x="12685" y="11269"/>
                  </a:cubicBezTo>
                  <a:cubicBezTo>
                    <a:pt x="12342" y="11582"/>
                    <a:pt x="12342" y="11582"/>
                    <a:pt x="12342" y="11582"/>
                  </a:cubicBezTo>
                  <a:cubicBezTo>
                    <a:pt x="12342" y="11895"/>
                    <a:pt x="12342" y="11895"/>
                    <a:pt x="12342" y="11895"/>
                  </a:cubicBezTo>
                  <a:cubicBezTo>
                    <a:pt x="12000" y="11895"/>
                    <a:pt x="12000" y="11895"/>
                    <a:pt x="12000" y="11895"/>
                  </a:cubicBezTo>
                  <a:cubicBezTo>
                    <a:pt x="11657" y="12208"/>
                    <a:pt x="11657" y="12208"/>
                    <a:pt x="11657" y="12208"/>
                  </a:cubicBezTo>
                  <a:cubicBezTo>
                    <a:pt x="11314" y="12208"/>
                    <a:pt x="11314" y="12208"/>
                    <a:pt x="11314" y="12208"/>
                  </a:cubicBezTo>
                  <a:cubicBezTo>
                    <a:pt x="11314" y="12208"/>
                    <a:pt x="11314" y="12208"/>
                    <a:pt x="11314" y="12208"/>
                  </a:cubicBezTo>
                  <a:cubicBezTo>
                    <a:pt x="10971" y="12208"/>
                    <a:pt x="10971" y="12208"/>
                    <a:pt x="10971" y="12208"/>
                  </a:cubicBezTo>
                  <a:cubicBezTo>
                    <a:pt x="10971" y="11895"/>
                    <a:pt x="10971" y="11895"/>
                    <a:pt x="10971" y="11895"/>
                  </a:cubicBezTo>
                  <a:cubicBezTo>
                    <a:pt x="11314" y="11895"/>
                    <a:pt x="11314" y="11895"/>
                    <a:pt x="11314" y="11895"/>
                  </a:cubicBezTo>
                  <a:cubicBezTo>
                    <a:pt x="10971" y="11582"/>
                    <a:pt x="10971" y="11582"/>
                    <a:pt x="10971" y="11582"/>
                  </a:cubicBezTo>
                  <a:cubicBezTo>
                    <a:pt x="11314" y="11582"/>
                    <a:pt x="11314" y="11582"/>
                    <a:pt x="11314" y="11582"/>
                  </a:cubicBezTo>
                  <a:cubicBezTo>
                    <a:pt x="11314" y="11269"/>
                    <a:pt x="11314" y="11269"/>
                    <a:pt x="11314" y="11269"/>
                  </a:cubicBezTo>
                  <a:cubicBezTo>
                    <a:pt x="11657" y="10956"/>
                    <a:pt x="11657" y="10956"/>
                    <a:pt x="11657" y="10956"/>
                  </a:cubicBezTo>
                  <a:cubicBezTo>
                    <a:pt x="11657" y="10643"/>
                    <a:pt x="11657" y="10643"/>
                    <a:pt x="11657" y="10643"/>
                  </a:cubicBezTo>
                  <a:cubicBezTo>
                    <a:pt x="11657" y="10330"/>
                    <a:pt x="11657" y="10330"/>
                    <a:pt x="11657" y="10330"/>
                  </a:cubicBezTo>
                  <a:cubicBezTo>
                    <a:pt x="11657" y="10330"/>
                    <a:pt x="11657" y="10330"/>
                    <a:pt x="11657" y="10330"/>
                  </a:cubicBezTo>
                  <a:cubicBezTo>
                    <a:pt x="11314" y="10330"/>
                    <a:pt x="11314" y="10330"/>
                    <a:pt x="11314" y="10330"/>
                  </a:cubicBezTo>
                  <a:cubicBezTo>
                    <a:pt x="11314" y="10017"/>
                    <a:pt x="11314" y="10017"/>
                    <a:pt x="11314" y="10017"/>
                  </a:cubicBezTo>
                  <a:cubicBezTo>
                    <a:pt x="10971" y="10017"/>
                    <a:pt x="10971" y="10017"/>
                    <a:pt x="10971" y="10017"/>
                  </a:cubicBezTo>
                  <a:close/>
                  <a:moveTo>
                    <a:pt x="9600" y="6260"/>
                  </a:moveTo>
                  <a:cubicBezTo>
                    <a:pt x="9600" y="6573"/>
                    <a:pt x="9600" y="6573"/>
                    <a:pt x="9600" y="6573"/>
                  </a:cubicBezTo>
                  <a:cubicBezTo>
                    <a:pt x="9942" y="6573"/>
                    <a:pt x="9942" y="6573"/>
                    <a:pt x="9942" y="6573"/>
                  </a:cubicBezTo>
                  <a:cubicBezTo>
                    <a:pt x="9942" y="6573"/>
                    <a:pt x="9942" y="6573"/>
                    <a:pt x="9942" y="6573"/>
                  </a:cubicBezTo>
                  <a:cubicBezTo>
                    <a:pt x="10285" y="6573"/>
                    <a:pt x="10285" y="6573"/>
                    <a:pt x="10285" y="6573"/>
                  </a:cubicBezTo>
                  <a:cubicBezTo>
                    <a:pt x="10285" y="6573"/>
                    <a:pt x="10285" y="6573"/>
                    <a:pt x="10285" y="6573"/>
                  </a:cubicBezTo>
                  <a:cubicBezTo>
                    <a:pt x="10285" y="6260"/>
                    <a:pt x="10285" y="6260"/>
                    <a:pt x="10285" y="6260"/>
                  </a:cubicBezTo>
                  <a:cubicBezTo>
                    <a:pt x="9600" y="6260"/>
                    <a:pt x="9600" y="6260"/>
                    <a:pt x="9600" y="6260"/>
                  </a:cubicBezTo>
                  <a:cubicBezTo>
                    <a:pt x="9600" y="6260"/>
                    <a:pt x="9600" y="6260"/>
                    <a:pt x="9600" y="6260"/>
                  </a:cubicBezTo>
                  <a:cubicBezTo>
                    <a:pt x="9600" y="6260"/>
                    <a:pt x="9600" y="6260"/>
                    <a:pt x="9600" y="6260"/>
                  </a:cubicBezTo>
                  <a:close/>
                  <a:moveTo>
                    <a:pt x="9942" y="8452"/>
                  </a:moveTo>
                  <a:cubicBezTo>
                    <a:pt x="10285" y="8765"/>
                    <a:pt x="10285" y="8765"/>
                    <a:pt x="10285" y="8765"/>
                  </a:cubicBezTo>
                  <a:cubicBezTo>
                    <a:pt x="10628" y="8765"/>
                    <a:pt x="10628" y="8765"/>
                    <a:pt x="10628" y="8765"/>
                  </a:cubicBezTo>
                  <a:cubicBezTo>
                    <a:pt x="10628" y="8765"/>
                    <a:pt x="10628" y="8765"/>
                    <a:pt x="10628" y="8765"/>
                  </a:cubicBezTo>
                  <a:cubicBezTo>
                    <a:pt x="10971" y="9078"/>
                    <a:pt x="10971" y="9078"/>
                    <a:pt x="10971" y="9078"/>
                  </a:cubicBezTo>
                  <a:cubicBezTo>
                    <a:pt x="10971" y="9078"/>
                    <a:pt x="10971" y="9078"/>
                    <a:pt x="10971" y="9078"/>
                  </a:cubicBezTo>
                  <a:cubicBezTo>
                    <a:pt x="10971" y="9078"/>
                    <a:pt x="10971" y="9078"/>
                    <a:pt x="10971" y="9078"/>
                  </a:cubicBezTo>
                  <a:cubicBezTo>
                    <a:pt x="10971" y="9391"/>
                    <a:pt x="10971" y="9391"/>
                    <a:pt x="10971" y="9391"/>
                  </a:cubicBezTo>
                  <a:cubicBezTo>
                    <a:pt x="10971" y="9391"/>
                    <a:pt x="10971" y="9391"/>
                    <a:pt x="10971" y="9391"/>
                  </a:cubicBezTo>
                  <a:cubicBezTo>
                    <a:pt x="11314" y="9391"/>
                    <a:pt x="11314" y="9391"/>
                    <a:pt x="11314" y="9391"/>
                  </a:cubicBezTo>
                  <a:cubicBezTo>
                    <a:pt x="11314" y="9391"/>
                    <a:pt x="11314" y="9391"/>
                    <a:pt x="11314" y="9391"/>
                  </a:cubicBezTo>
                  <a:cubicBezTo>
                    <a:pt x="11657" y="9078"/>
                    <a:pt x="11657" y="9078"/>
                    <a:pt x="11657" y="9078"/>
                  </a:cubicBezTo>
                  <a:cubicBezTo>
                    <a:pt x="12000" y="9078"/>
                    <a:pt x="12000" y="9078"/>
                    <a:pt x="12000" y="9078"/>
                  </a:cubicBezTo>
                  <a:cubicBezTo>
                    <a:pt x="12000" y="9078"/>
                    <a:pt x="12000" y="9078"/>
                    <a:pt x="12000" y="9078"/>
                  </a:cubicBezTo>
                  <a:cubicBezTo>
                    <a:pt x="12000" y="8765"/>
                    <a:pt x="12000" y="8765"/>
                    <a:pt x="12000" y="8765"/>
                  </a:cubicBezTo>
                  <a:cubicBezTo>
                    <a:pt x="12000" y="8452"/>
                    <a:pt x="12000" y="8452"/>
                    <a:pt x="12000" y="8452"/>
                  </a:cubicBezTo>
                  <a:cubicBezTo>
                    <a:pt x="12342" y="8452"/>
                    <a:pt x="12342" y="8452"/>
                    <a:pt x="12342" y="8452"/>
                  </a:cubicBezTo>
                  <a:cubicBezTo>
                    <a:pt x="12342" y="8139"/>
                    <a:pt x="12342" y="8139"/>
                    <a:pt x="12342" y="8139"/>
                  </a:cubicBezTo>
                  <a:cubicBezTo>
                    <a:pt x="12342" y="8139"/>
                    <a:pt x="12342" y="8139"/>
                    <a:pt x="12342" y="8139"/>
                  </a:cubicBezTo>
                  <a:cubicBezTo>
                    <a:pt x="12000" y="8139"/>
                    <a:pt x="12000" y="8139"/>
                    <a:pt x="12000" y="8139"/>
                  </a:cubicBezTo>
                  <a:cubicBezTo>
                    <a:pt x="12000" y="7826"/>
                    <a:pt x="12000" y="7826"/>
                    <a:pt x="12000" y="7826"/>
                  </a:cubicBezTo>
                  <a:cubicBezTo>
                    <a:pt x="11657" y="7826"/>
                    <a:pt x="11657" y="7826"/>
                    <a:pt x="11657" y="7826"/>
                  </a:cubicBezTo>
                  <a:cubicBezTo>
                    <a:pt x="11657" y="7826"/>
                    <a:pt x="11657" y="7826"/>
                    <a:pt x="11657" y="7826"/>
                  </a:cubicBezTo>
                  <a:cubicBezTo>
                    <a:pt x="11314" y="8139"/>
                    <a:pt x="11314" y="8139"/>
                    <a:pt x="11314" y="8139"/>
                  </a:cubicBezTo>
                  <a:cubicBezTo>
                    <a:pt x="11314" y="7826"/>
                    <a:pt x="11314" y="7826"/>
                    <a:pt x="11314" y="7826"/>
                  </a:cubicBezTo>
                  <a:cubicBezTo>
                    <a:pt x="10971" y="7826"/>
                    <a:pt x="10971" y="7826"/>
                    <a:pt x="10971" y="7826"/>
                  </a:cubicBezTo>
                  <a:cubicBezTo>
                    <a:pt x="10971" y="8139"/>
                    <a:pt x="10971" y="8139"/>
                    <a:pt x="10971" y="8139"/>
                  </a:cubicBezTo>
                  <a:cubicBezTo>
                    <a:pt x="10971" y="8139"/>
                    <a:pt x="10971" y="8139"/>
                    <a:pt x="10971" y="8139"/>
                  </a:cubicBezTo>
                  <a:cubicBezTo>
                    <a:pt x="10628" y="8139"/>
                    <a:pt x="10628" y="8139"/>
                    <a:pt x="10628" y="8139"/>
                  </a:cubicBezTo>
                  <a:cubicBezTo>
                    <a:pt x="10285" y="8139"/>
                    <a:pt x="10285" y="8139"/>
                    <a:pt x="10285" y="8139"/>
                  </a:cubicBezTo>
                  <a:cubicBezTo>
                    <a:pt x="10285" y="8452"/>
                    <a:pt x="10285" y="8452"/>
                    <a:pt x="10285" y="8452"/>
                  </a:cubicBezTo>
                  <a:cubicBezTo>
                    <a:pt x="9942" y="8452"/>
                    <a:pt x="9942" y="8452"/>
                    <a:pt x="9942" y="8452"/>
                  </a:cubicBezTo>
                  <a:close/>
                  <a:moveTo>
                    <a:pt x="1714" y="9704"/>
                  </a:moveTo>
                  <a:cubicBezTo>
                    <a:pt x="1371" y="9391"/>
                    <a:pt x="1371" y="9391"/>
                    <a:pt x="1371" y="9391"/>
                  </a:cubicBezTo>
                  <a:cubicBezTo>
                    <a:pt x="1371" y="9391"/>
                    <a:pt x="1371" y="9391"/>
                    <a:pt x="1371" y="9391"/>
                  </a:cubicBezTo>
                  <a:cubicBezTo>
                    <a:pt x="1371" y="9078"/>
                    <a:pt x="1371" y="9078"/>
                    <a:pt x="1371" y="9078"/>
                  </a:cubicBezTo>
                  <a:cubicBezTo>
                    <a:pt x="1028" y="8765"/>
                    <a:pt x="1028" y="8765"/>
                    <a:pt x="1028" y="8765"/>
                  </a:cubicBezTo>
                  <a:cubicBezTo>
                    <a:pt x="685" y="8765"/>
                    <a:pt x="685" y="8765"/>
                    <a:pt x="685" y="8765"/>
                  </a:cubicBezTo>
                  <a:cubicBezTo>
                    <a:pt x="685" y="8765"/>
                    <a:pt x="685" y="8765"/>
                    <a:pt x="685" y="8765"/>
                  </a:cubicBezTo>
                  <a:cubicBezTo>
                    <a:pt x="685" y="8139"/>
                    <a:pt x="685" y="8139"/>
                    <a:pt x="685" y="8139"/>
                  </a:cubicBezTo>
                  <a:cubicBezTo>
                    <a:pt x="342" y="8139"/>
                    <a:pt x="342" y="8139"/>
                    <a:pt x="342" y="8139"/>
                  </a:cubicBezTo>
                  <a:cubicBezTo>
                    <a:pt x="342" y="7826"/>
                    <a:pt x="342" y="7826"/>
                    <a:pt x="342" y="7826"/>
                  </a:cubicBezTo>
                  <a:cubicBezTo>
                    <a:pt x="342" y="7513"/>
                    <a:pt x="342" y="7513"/>
                    <a:pt x="342" y="7513"/>
                  </a:cubicBezTo>
                  <a:cubicBezTo>
                    <a:pt x="342" y="7513"/>
                    <a:pt x="342" y="7513"/>
                    <a:pt x="342" y="7513"/>
                  </a:cubicBezTo>
                  <a:cubicBezTo>
                    <a:pt x="685" y="7513"/>
                    <a:pt x="685" y="7513"/>
                    <a:pt x="685" y="7513"/>
                  </a:cubicBezTo>
                  <a:cubicBezTo>
                    <a:pt x="685" y="7826"/>
                    <a:pt x="685" y="7826"/>
                    <a:pt x="685" y="7826"/>
                  </a:cubicBezTo>
                  <a:cubicBezTo>
                    <a:pt x="1028" y="7826"/>
                    <a:pt x="1028" y="7826"/>
                    <a:pt x="1028" y="7826"/>
                  </a:cubicBezTo>
                  <a:cubicBezTo>
                    <a:pt x="685" y="8139"/>
                    <a:pt x="685" y="8139"/>
                    <a:pt x="685" y="8139"/>
                  </a:cubicBezTo>
                  <a:cubicBezTo>
                    <a:pt x="1028" y="8452"/>
                    <a:pt x="1028" y="8452"/>
                    <a:pt x="1028" y="8452"/>
                  </a:cubicBezTo>
                  <a:cubicBezTo>
                    <a:pt x="1371" y="8765"/>
                    <a:pt x="1371" y="8765"/>
                    <a:pt x="1371" y="8765"/>
                  </a:cubicBezTo>
                  <a:cubicBezTo>
                    <a:pt x="1371" y="8765"/>
                    <a:pt x="1371" y="8765"/>
                    <a:pt x="1371" y="8765"/>
                  </a:cubicBezTo>
                  <a:cubicBezTo>
                    <a:pt x="1371" y="8765"/>
                    <a:pt x="1371" y="8765"/>
                    <a:pt x="1371" y="8765"/>
                  </a:cubicBezTo>
                  <a:cubicBezTo>
                    <a:pt x="1371" y="8765"/>
                    <a:pt x="1371" y="8765"/>
                    <a:pt x="1371" y="8765"/>
                  </a:cubicBezTo>
                  <a:cubicBezTo>
                    <a:pt x="1714" y="9078"/>
                    <a:pt x="1714" y="9078"/>
                    <a:pt x="1714" y="9078"/>
                  </a:cubicBezTo>
                  <a:cubicBezTo>
                    <a:pt x="1714" y="9391"/>
                    <a:pt x="1714" y="9391"/>
                    <a:pt x="1714" y="9391"/>
                  </a:cubicBezTo>
                  <a:cubicBezTo>
                    <a:pt x="2057" y="9391"/>
                    <a:pt x="2057" y="9391"/>
                    <a:pt x="2057" y="9391"/>
                  </a:cubicBezTo>
                  <a:cubicBezTo>
                    <a:pt x="1714" y="9704"/>
                    <a:pt x="1714" y="9704"/>
                    <a:pt x="1714" y="9704"/>
                  </a:cubicBezTo>
                  <a:cubicBezTo>
                    <a:pt x="1714" y="9704"/>
                    <a:pt x="1714" y="9704"/>
                    <a:pt x="1714" y="9704"/>
                  </a:cubicBezTo>
                  <a:cubicBezTo>
                    <a:pt x="1714" y="9704"/>
                    <a:pt x="1714" y="9704"/>
                    <a:pt x="1714" y="9704"/>
                  </a:cubicBezTo>
                  <a:close/>
                  <a:moveTo>
                    <a:pt x="7200" y="15339"/>
                  </a:moveTo>
                  <a:cubicBezTo>
                    <a:pt x="7200" y="15026"/>
                    <a:pt x="7200" y="15026"/>
                    <a:pt x="7200" y="15026"/>
                  </a:cubicBezTo>
                  <a:cubicBezTo>
                    <a:pt x="7200" y="15339"/>
                    <a:pt x="7200" y="15339"/>
                    <a:pt x="7200" y="15339"/>
                  </a:cubicBezTo>
                  <a:cubicBezTo>
                    <a:pt x="6857" y="15339"/>
                    <a:pt x="6857" y="15339"/>
                    <a:pt x="6857" y="15339"/>
                  </a:cubicBezTo>
                  <a:cubicBezTo>
                    <a:pt x="6857" y="15339"/>
                    <a:pt x="6857" y="15339"/>
                    <a:pt x="6857" y="15339"/>
                  </a:cubicBezTo>
                  <a:cubicBezTo>
                    <a:pt x="6857" y="15026"/>
                    <a:pt x="6857" y="15026"/>
                    <a:pt x="6857" y="15026"/>
                  </a:cubicBezTo>
                  <a:cubicBezTo>
                    <a:pt x="6857" y="14713"/>
                    <a:pt x="6857" y="14713"/>
                    <a:pt x="6857" y="14713"/>
                  </a:cubicBezTo>
                  <a:cubicBezTo>
                    <a:pt x="6857" y="14713"/>
                    <a:pt x="6857" y="14713"/>
                    <a:pt x="6857" y="14713"/>
                  </a:cubicBezTo>
                  <a:cubicBezTo>
                    <a:pt x="6514" y="14713"/>
                    <a:pt x="6514" y="14713"/>
                    <a:pt x="6514" y="14713"/>
                  </a:cubicBezTo>
                  <a:cubicBezTo>
                    <a:pt x="6171" y="14400"/>
                    <a:pt x="6171" y="14400"/>
                    <a:pt x="6171" y="14400"/>
                  </a:cubicBezTo>
                  <a:cubicBezTo>
                    <a:pt x="6171" y="14086"/>
                    <a:pt x="6171" y="14086"/>
                    <a:pt x="6171" y="14086"/>
                  </a:cubicBezTo>
                  <a:cubicBezTo>
                    <a:pt x="6514" y="14086"/>
                    <a:pt x="6514" y="14086"/>
                    <a:pt x="6514" y="14086"/>
                  </a:cubicBezTo>
                  <a:cubicBezTo>
                    <a:pt x="6514" y="14086"/>
                    <a:pt x="6514" y="14086"/>
                    <a:pt x="6514" y="14086"/>
                  </a:cubicBezTo>
                  <a:cubicBezTo>
                    <a:pt x="6514" y="13773"/>
                    <a:pt x="6514" y="13773"/>
                    <a:pt x="6514" y="13773"/>
                  </a:cubicBezTo>
                  <a:cubicBezTo>
                    <a:pt x="6514" y="13773"/>
                    <a:pt x="6514" y="13773"/>
                    <a:pt x="6514" y="13773"/>
                  </a:cubicBezTo>
                  <a:cubicBezTo>
                    <a:pt x="6514" y="13773"/>
                    <a:pt x="6514" y="13773"/>
                    <a:pt x="6514" y="13773"/>
                  </a:cubicBezTo>
                  <a:cubicBezTo>
                    <a:pt x="6514" y="13773"/>
                    <a:pt x="6514" y="13773"/>
                    <a:pt x="6514" y="13773"/>
                  </a:cubicBezTo>
                  <a:cubicBezTo>
                    <a:pt x="6171" y="13460"/>
                    <a:pt x="6171" y="13460"/>
                    <a:pt x="6171" y="13460"/>
                  </a:cubicBezTo>
                  <a:cubicBezTo>
                    <a:pt x="6171" y="13460"/>
                    <a:pt x="6171" y="13460"/>
                    <a:pt x="6171" y="13460"/>
                  </a:cubicBezTo>
                  <a:cubicBezTo>
                    <a:pt x="6171" y="13773"/>
                    <a:pt x="6171" y="13773"/>
                    <a:pt x="6171" y="13773"/>
                  </a:cubicBezTo>
                  <a:cubicBezTo>
                    <a:pt x="5828" y="13773"/>
                    <a:pt x="5828" y="13773"/>
                    <a:pt x="5828" y="13773"/>
                  </a:cubicBezTo>
                  <a:cubicBezTo>
                    <a:pt x="5485" y="13460"/>
                    <a:pt x="5485" y="13460"/>
                    <a:pt x="5485" y="13460"/>
                  </a:cubicBezTo>
                  <a:cubicBezTo>
                    <a:pt x="5485" y="13460"/>
                    <a:pt x="5485" y="13460"/>
                    <a:pt x="5485" y="13460"/>
                  </a:cubicBezTo>
                  <a:cubicBezTo>
                    <a:pt x="5142" y="13460"/>
                    <a:pt x="5142" y="13460"/>
                    <a:pt x="5142" y="13460"/>
                  </a:cubicBezTo>
                  <a:cubicBezTo>
                    <a:pt x="5142" y="13147"/>
                    <a:pt x="5142" y="13147"/>
                    <a:pt x="5142" y="13147"/>
                  </a:cubicBezTo>
                  <a:cubicBezTo>
                    <a:pt x="4800" y="13147"/>
                    <a:pt x="4800" y="13147"/>
                    <a:pt x="4800" y="13147"/>
                  </a:cubicBezTo>
                  <a:cubicBezTo>
                    <a:pt x="4800" y="13147"/>
                    <a:pt x="4800" y="13147"/>
                    <a:pt x="4800" y="13147"/>
                  </a:cubicBezTo>
                  <a:cubicBezTo>
                    <a:pt x="4800" y="13147"/>
                    <a:pt x="4800" y="13147"/>
                    <a:pt x="4800" y="13147"/>
                  </a:cubicBezTo>
                  <a:cubicBezTo>
                    <a:pt x="4800" y="12834"/>
                    <a:pt x="4800" y="12834"/>
                    <a:pt x="4800" y="12834"/>
                  </a:cubicBezTo>
                  <a:cubicBezTo>
                    <a:pt x="4457" y="12834"/>
                    <a:pt x="4457" y="12834"/>
                    <a:pt x="4457" y="12834"/>
                  </a:cubicBezTo>
                  <a:cubicBezTo>
                    <a:pt x="4457" y="12834"/>
                    <a:pt x="4457" y="12834"/>
                    <a:pt x="4457" y="12834"/>
                  </a:cubicBezTo>
                  <a:cubicBezTo>
                    <a:pt x="4457" y="12834"/>
                    <a:pt x="4457" y="12834"/>
                    <a:pt x="4457" y="12834"/>
                  </a:cubicBezTo>
                  <a:cubicBezTo>
                    <a:pt x="4457" y="12521"/>
                    <a:pt x="4457" y="12521"/>
                    <a:pt x="4457" y="12521"/>
                  </a:cubicBezTo>
                  <a:cubicBezTo>
                    <a:pt x="4114" y="12521"/>
                    <a:pt x="4114" y="12521"/>
                    <a:pt x="4114" y="12521"/>
                  </a:cubicBezTo>
                  <a:cubicBezTo>
                    <a:pt x="4114" y="12521"/>
                    <a:pt x="4114" y="12521"/>
                    <a:pt x="4114" y="12521"/>
                  </a:cubicBezTo>
                  <a:cubicBezTo>
                    <a:pt x="4114" y="12208"/>
                    <a:pt x="4114" y="12208"/>
                    <a:pt x="4114" y="12208"/>
                  </a:cubicBezTo>
                  <a:cubicBezTo>
                    <a:pt x="4114" y="12208"/>
                    <a:pt x="4114" y="12208"/>
                    <a:pt x="4114" y="12208"/>
                  </a:cubicBezTo>
                  <a:cubicBezTo>
                    <a:pt x="4114" y="12208"/>
                    <a:pt x="4114" y="12208"/>
                    <a:pt x="4114" y="12208"/>
                  </a:cubicBezTo>
                  <a:cubicBezTo>
                    <a:pt x="4114" y="11895"/>
                    <a:pt x="4114" y="11895"/>
                    <a:pt x="4114" y="11895"/>
                  </a:cubicBezTo>
                  <a:cubicBezTo>
                    <a:pt x="4114" y="11895"/>
                    <a:pt x="4114" y="11895"/>
                    <a:pt x="4114" y="11895"/>
                  </a:cubicBezTo>
                  <a:cubicBezTo>
                    <a:pt x="4114" y="11895"/>
                    <a:pt x="4114" y="11895"/>
                    <a:pt x="4114" y="11895"/>
                  </a:cubicBezTo>
                  <a:cubicBezTo>
                    <a:pt x="4457" y="11582"/>
                    <a:pt x="4457" y="11582"/>
                    <a:pt x="4457" y="11582"/>
                  </a:cubicBezTo>
                  <a:cubicBezTo>
                    <a:pt x="4457" y="11582"/>
                    <a:pt x="4457" y="11582"/>
                    <a:pt x="4457" y="11582"/>
                  </a:cubicBezTo>
                  <a:cubicBezTo>
                    <a:pt x="4800" y="11895"/>
                    <a:pt x="4800" y="11895"/>
                    <a:pt x="4800" y="11895"/>
                  </a:cubicBezTo>
                  <a:cubicBezTo>
                    <a:pt x="4800" y="11895"/>
                    <a:pt x="4800" y="11895"/>
                    <a:pt x="4800" y="11895"/>
                  </a:cubicBezTo>
                  <a:cubicBezTo>
                    <a:pt x="4800" y="11895"/>
                    <a:pt x="4800" y="11895"/>
                    <a:pt x="4800" y="11895"/>
                  </a:cubicBezTo>
                  <a:cubicBezTo>
                    <a:pt x="4800" y="11895"/>
                    <a:pt x="4800" y="11895"/>
                    <a:pt x="4800" y="11895"/>
                  </a:cubicBezTo>
                  <a:cubicBezTo>
                    <a:pt x="5142" y="11895"/>
                    <a:pt x="5142" y="11895"/>
                    <a:pt x="5142" y="11895"/>
                  </a:cubicBezTo>
                  <a:cubicBezTo>
                    <a:pt x="5485" y="11895"/>
                    <a:pt x="5485" y="11895"/>
                    <a:pt x="5485" y="11895"/>
                  </a:cubicBezTo>
                  <a:cubicBezTo>
                    <a:pt x="5485" y="11895"/>
                    <a:pt x="5485" y="11895"/>
                    <a:pt x="5485" y="11895"/>
                  </a:cubicBezTo>
                  <a:cubicBezTo>
                    <a:pt x="6171" y="11895"/>
                    <a:pt x="6171" y="11895"/>
                    <a:pt x="6171" y="11895"/>
                  </a:cubicBezTo>
                  <a:cubicBezTo>
                    <a:pt x="6171" y="11582"/>
                    <a:pt x="6171" y="11582"/>
                    <a:pt x="6171" y="11582"/>
                  </a:cubicBezTo>
                  <a:cubicBezTo>
                    <a:pt x="5828" y="11582"/>
                    <a:pt x="5828" y="11582"/>
                    <a:pt x="5828" y="11582"/>
                  </a:cubicBezTo>
                  <a:cubicBezTo>
                    <a:pt x="5485" y="11582"/>
                    <a:pt x="5485" y="11582"/>
                    <a:pt x="5485" y="11582"/>
                  </a:cubicBezTo>
                  <a:cubicBezTo>
                    <a:pt x="5142" y="11582"/>
                    <a:pt x="5142" y="11582"/>
                    <a:pt x="5142" y="11582"/>
                  </a:cubicBezTo>
                  <a:cubicBezTo>
                    <a:pt x="4800" y="11269"/>
                    <a:pt x="4800" y="11269"/>
                    <a:pt x="4800" y="11269"/>
                  </a:cubicBezTo>
                  <a:cubicBezTo>
                    <a:pt x="4800" y="11269"/>
                    <a:pt x="4800" y="11269"/>
                    <a:pt x="4800" y="11269"/>
                  </a:cubicBezTo>
                  <a:cubicBezTo>
                    <a:pt x="5142" y="11269"/>
                    <a:pt x="5142" y="11269"/>
                    <a:pt x="5142" y="11269"/>
                  </a:cubicBezTo>
                  <a:cubicBezTo>
                    <a:pt x="5485" y="11269"/>
                    <a:pt x="5485" y="11269"/>
                    <a:pt x="5485" y="11269"/>
                  </a:cubicBezTo>
                  <a:cubicBezTo>
                    <a:pt x="5828" y="10956"/>
                    <a:pt x="5828" y="10956"/>
                    <a:pt x="5828" y="10956"/>
                  </a:cubicBezTo>
                  <a:cubicBezTo>
                    <a:pt x="6171" y="10956"/>
                    <a:pt x="6171" y="10956"/>
                    <a:pt x="6171" y="10956"/>
                  </a:cubicBezTo>
                  <a:cubicBezTo>
                    <a:pt x="6514" y="10956"/>
                    <a:pt x="6514" y="10956"/>
                    <a:pt x="6514" y="10956"/>
                  </a:cubicBezTo>
                  <a:cubicBezTo>
                    <a:pt x="6514" y="10956"/>
                    <a:pt x="6514" y="10956"/>
                    <a:pt x="6514" y="10956"/>
                  </a:cubicBezTo>
                  <a:cubicBezTo>
                    <a:pt x="6857" y="10956"/>
                    <a:pt x="6857" y="10956"/>
                    <a:pt x="6857" y="10956"/>
                  </a:cubicBezTo>
                  <a:cubicBezTo>
                    <a:pt x="6857" y="10956"/>
                    <a:pt x="6857" y="10956"/>
                    <a:pt x="6857" y="10956"/>
                  </a:cubicBezTo>
                  <a:cubicBezTo>
                    <a:pt x="6857" y="10643"/>
                    <a:pt x="6857" y="10643"/>
                    <a:pt x="6857" y="10643"/>
                  </a:cubicBezTo>
                  <a:cubicBezTo>
                    <a:pt x="7200" y="10643"/>
                    <a:pt x="7200" y="10643"/>
                    <a:pt x="7200" y="10643"/>
                  </a:cubicBezTo>
                  <a:cubicBezTo>
                    <a:pt x="7200" y="10643"/>
                    <a:pt x="7200" y="10643"/>
                    <a:pt x="7200" y="10643"/>
                  </a:cubicBezTo>
                  <a:cubicBezTo>
                    <a:pt x="6857" y="10330"/>
                    <a:pt x="6857" y="10330"/>
                    <a:pt x="6857" y="10330"/>
                  </a:cubicBezTo>
                  <a:cubicBezTo>
                    <a:pt x="6857" y="10643"/>
                    <a:pt x="6857" y="10643"/>
                    <a:pt x="6857" y="10643"/>
                  </a:cubicBezTo>
                  <a:cubicBezTo>
                    <a:pt x="6514" y="10643"/>
                    <a:pt x="6514" y="10643"/>
                    <a:pt x="6514" y="10643"/>
                  </a:cubicBezTo>
                  <a:cubicBezTo>
                    <a:pt x="5828" y="10643"/>
                    <a:pt x="5828" y="10643"/>
                    <a:pt x="5828" y="10643"/>
                  </a:cubicBezTo>
                  <a:cubicBezTo>
                    <a:pt x="5828" y="10643"/>
                    <a:pt x="5828" y="10643"/>
                    <a:pt x="5828" y="10643"/>
                  </a:cubicBezTo>
                  <a:cubicBezTo>
                    <a:pt x="5828" y="10643"/>
                    <a:pt x="5828" y="10643"/>
                    <a:pt x="5828" y="10643"/>
                  </a:cubicBezTo>
                  <a:cubicBezTo>
                    <a:pt x="5485" y="10643"/>
                    <a:pt x="5485" y="10643"/>
                    <a:pt x="5485" y="10643"/>
                  </a:cubicBezTo>
                  <a:cubicBezTo>
                    <a:pt x="5485" y="10643"/>
                    <a:pt x="5485" y="10643"/>
                    <a:pt x="5485" y="10643"/>
                  </a:cubicBezTo>
                  <a:cubicBezTo>
                    <a:pt x="5142" y="10643"/>
                    <a:pt x="5142" y="10643"/>
                    <a:pt x="5142" y="10643"/>
                  </a:cubicBezTo>
                  <a:cubicBezTo>
                    <a:pt x="5142" y="10956"/>
                    <a:pt x="5142" y="10956"/>
                    <a:pt x="5142" y="10956"/>
                  </a:cubicBezTo>
                  <a:cubicBezTo>
                    <a:pt x="4800" y="10956"/>
                    <a:pt x="4800" y="10956"/>
                    <a:pt x="4800" y="10956"/>
                  </a:cubicBezTo>
                  <a:cubicBezTo>
                    <a:pt x="4800" y="10956"/>
                    <a:pt x="4800" y="10956"/>
                    <a:pt x="4800" y="10956"/>
                  </a:cubicBezTo>
                  <a:cubicBezTo>
                    <a:pt x="4457" y="10956"/>
                    <a:pt x="4457" y="10956"/>
                    <a:pt x="4457" y="10956"/>
                  </a:cubicBezTo>
                  <a:cubicBezTo>
                    <a:pt x="4114" y="10956"/>
                    <a:pt x="4114" y="10956"/>
                    <a:pt x="4114" y="10956"/>
                  </a:cubicBezTo>
                  <a:cubicBezTo>
                    <a:pt x="4114" y="11269"/>
                    <a:pt x="4114" y="11269"/>
                    <a:pt x="4114" y="11269"/>
                  </a:cubicBezTo>
                  <a:cubicBezTo>
                    <a:pt x="3771" y="11269"/>
                    <a:pt x="3771" y="11269"/>
                    <a:pt x="3771" y="11269"/>
                  </a:cubicBezTo>
                  <a:cubicBezTo>
                    <a:pt x="3771" y="11269"/>
                    <a:pt x="3771" y="11269"/>
                    <a:pt x="3771" y="11269"/>
                  </a:cubicBezTo>
                  <a:cubicBezTo>
                    <a:pt x="3771" y="10956"/>
                    <a:pt x="3771" y="10956"/>
                    <a:pt x="3771" y="10956"/>
                  </a:cubicBezTo>
                  <a:cubicBezTo>
                    <a:pt x="3428" y="10330"/>
                    <a:pt x="3428" y="10330"/>
                    <a:pt x="3428" y="10330"/>
                  </a:cubicBezTo>
                  <a:cubicBezTo>
                    <a:pt x="3771" y="10330"/>
                    <a:pt x="3771" y="10330"/>
                    <a:pt x="3771" y="10330"/>
                  </a:cubicBezTo>
                  <a:cubicBezTo>
                    <a:pt x="3771" y="10330"/>
                    <a:pt x="3771" y="10330"/>
                    <a:pt x="3771" y="10330"/>
                  </a:cubicBezTo>
                  <a:cubicBezTo>
                    <a:pt x="3771" y="10017"/>
                    <a:pt x="3771" y="10017"/>
                    <a:pt x="3771" y="10017"/>
                  </a:cubicBezTo>
                  <a:cubicBezTo>
                    <a:pt x="4114" y="10017"/>
                    <a:pt x="4114" y="10017"/>
                    <a:pt x="4114" y="10017"/>
                  </a:cubicBezTo>
                  <a:cubicBezTo>
                    <a:pt x="4114" y="10017"/>
                    <a:pt x="4114" y="10017"/>
                    <a:pt x="4114" y="10017"/>
                  </a:cubicBezTo>
                  <a:cubicBezTo>
                    <a:pt x="4114" y="10330"/>
                    <a:pt x="4114" y="10330"/>
                    <a:pt x="4114" y="10330"/>
                  </a:cubicBezTo>
                  <a:cubicBezTo>
                    <a:pt x="4114" y="10330"/>
                    <a:pt x="4114" y="10330"/>
                    <a:pt x="4114" y="10330"/>
                  </a:cubicBezTo>
                  <a:cubicBezTo>
                    <a:pt x="4457" y="10017"/>
                    <a:pt x="4457" y="10017"/>
                    <a:pt x="4457" y="10017"/>
                  </a:cubicBezTo>
                  <a:cubicBezTo>
                    <a:pt x="4457" y="10017"/>
                    <a:pt x="4457" y="10017"/>
                    <a:pt x="4457" y="10017"/>
                  </a:cubicBezTo>
                  <a:cubicBezTo>
                    <a:pt x="4800" y="10017"/>
                    <a:pt x="4800" y="10017"/>
                    <a:pt x="4800" y="10017"/>
                  </a:cubicBezTo>
                  <a:cubicBezTo>
                    <a:pt x="4800" y="9704"/>
                    <a:pt x="4800" y="9704"/>
                    <a:pt x="4800" y="9704"/>
                  </a:cubicBezTo>
                  <a:cubicBezTo>
                    <a:pt x="5142" y="9704"/>
                    <a:pt x="5142" y="9704"/>
                    <a:pt x="5142" y="9704"/>
                  </a:cubicBezTo>
                  <a:cubicBezTo>
                    <a:pt x="5485" y="9391"/>
                    <a:pt x="5485" y="9391"/>
                    <a:pt x="5485" y="9391"/>
                  </a:cubicBezTo>
                  <a:cubicBezTo>
                    <a:pt x="5485" y="9391"/>
                    <a:pt x="5485" y="9391"/>
                    <a:pt x="5485" y="9391"/>
                  </a:cubicBezTo>
                  <a:cubicBezTo>
                    <a:pt x="5485" y="9078"/>
                    <a:pt x="5485" y="9078"/>
                    <a:pt x="5485" y="9078"/>
                  </a:cubicBezTo>
                  <a:cubicBezTo>
                    <a:pt x="5828" y="9078"/>
                    <a:pt x="5828" y="9078"/>
                    <a:pt x="5828" y="9078"/>
                  </a:cubicBezTo>
                  <a:cubicBezTo>
                    <a:pt x="6171" y="9078"/>
                    <a:pt x="6171" y="9078"/>
                    <a:pt x="6171" y="9078"/>
                  </a:cubicBezTo>
                  <a:cubicBezTo>
                    <a:pt x="6514" y="8765"/>
                    <a:pt x="6514" y="8765"/>
                    <a:pt x="6514" y="8765"/>
                  </a:cubicBezTo>
                  <a:cubicBezTo>
                    <a:pt x="6857" y="8765"/>
                    <a:pt x="6857" y="8765"/>
                    <a:pt x="6857" y="8765"/>
                  </a:cubicBezTo>
                  <a:cubicBezTo>
                    <a:pt x="6857" y="8765"/>
                    <a:pt x="6857" y="8765"/>
                    <a:pt x="6857" y="8765"/>
                  </a:cubicBezTo>
                  <a:cubicBezTo>
                    <a:pt x="6857" y="8452"/>
                    <a:pt x="6857" y="8452"/>
                    <a:pt x="6857" y="8452"/>
                  </a:cubicBezTo>
                  <a:cubicBezTo>
                    <a:pt x="6857" y="8452"/>
                    <a:pt x="6857" y="8452"/>
                    <a:pt x="6857" y="8452"/>
                  </a:cubicBezTo>
                  <a:cubicBezTo>
                    <a:pt x="6514" y="8765"/>
                    <a:pt x="6514" y="8765"/>
                    <a:pt x="6514" y="8765"/>
                  </a:cubicBezTo>
                  <a:cubicBezTo>
                    <a:pt x="6514" y="8765"/>
                    <a:pt x="6514" y="8765"/>
                    <a:pt x="6514" y="8765"/>
                  </a:cubicBezTo>
                  <a:cubicBezTo>
                    <a:pt x="6171" y="8765"/>
                    <a:pt x="6171" y="8765"/>
                    <a:pt x="6171" y="8765"/>
                  </a:cubicBezTo>
                  <a:cubicBezTo>
                    <a:pt x="6171" y="8452"/>
                    <a:pt x="6171" y="8452"/>
                    <a:pt x="6171" y="8452"/>
                  </a:cubicBezTo>
                  <a:cubicBezTo>
                    <a:pt x="6171" y="8139"/>
                    <a:pt x="6171" y="8139"/>
                    <a:pt x="6171" y="8139"/>
                  </a:cubicBezTo>
                  <a:cubicBezTo>
                    <a:pt x="6171" y="7826"/>
                    <a:pt x="6171" y="7826"/>
                    <a:pt x="6171" y="7826"/>
                  </a:cubicBezTo>
                  <a:cubicBezTo>
                    <a:pt x="6171" y="7826"/>
                    <a:pt x="6171" y="7826"/>
                    <a:pt x="6171" y="7826"/>
                  </a:cubicBezTo>
                  <a:cubicBezTo>
                    <a:pt x="6171" y="7826"/>
                    <a:pt x="6171" y="7826"/>
                    <a:pt x="6171" y="7826"/>
                  </a:cubicBezTo>
                  <a:cubicBezTo>
                    <a:pt x="5828" y="7826"/>
                    <a:pt x="5828" y="7826"/>
                    <a:pt x="5828" y="7826"/>
                  </a:cubicBezTo>
                  <a:cubicBezTo>
                    <a:pt x="5828" y="8139"/>
                    <a:pt x="5828" y="8139"/>
                    <a:pt x="5828" y="8139"/>
                  </a:cubicBezTo>
                  <a:cubicBezTo>
                    <a:pt x="5828" y="8452"/>
                    <a:pt x="5828" y="8452"/>
                    <a:pt x="5828" y="8452"/>
                  </a:cubicBezTo>
                  <a:cubicBezTo>
                    <a:pt x="5485" y="8765"/>
                    <a:pt x="5485" y="8765"/>
                    <a:pt x="5485" y="8765"/>
                  </a:cubicBezTo>
                  <a:cubicBezTo>
                    <a:pt x="5142" y="8765"/>
                    <a:pt x="5142" y="8765"/>
                    <a:pt x="5142" y="8765"/>
                  </a:cubicBezTo>
                  <a:cubicBezTo>
                    <a:pt x="5142" y="8765"/>
                    <a:pt x="5142" y="8765"/>
                    <a:pt x="5142" y="8765"/>
                  </a:cubicBezTo>
                  <a:cubicBezTo>
                    <a:pt x="5142" y="8452"/>
                    <a:pt x="5142" y="8452"/>
                    <a:pt x="5142" y="8452"/>
                  </a:cubicBezTo>
                  <a:cubicBezTo>
                    <a:pt x="5142" y="8452"/>
                    <a:pt x="5142" y="8452"/>
                    <a:pt x="5142" y="8452"/>
                  </a:cubicBezTo>
                  <a:cubicBezTo>
                    <a:pt x="5142" y="8139"/>
                    <a:pt x="5142" y="8139"/>
                    <a:pt x="5142" y="8139"/>
                  </a:cubicBezTo>
                  <a:cubicBezTo>
                    <a:pt x="5142" y="8139"/>
                    <a:pt x="5142" y="8139"/>
                    <a:pt x="5142" y="8139"/>
                  </a:cubicBezTo>
                  <a:cubicBezTo>
                    <a:pt x="5142" y="7826"/>
                    <a:pt x="5142" y="7826"/>
                    <a:pt x="5142" y="7826"/>
                  </a:cubicBezTo>
                  <a:cubicBezTo>
                    <a:pt x="5142" y="7513"/>
                    <a:pt x="5142" y="7513"/>
                    <a:pt x="5142" y="7513"/>
                  </a:cubicBezTo>
                  <a:cubicBezTo>
                    <a:pt x="5142" y="7513"/>
                    <a:pt x="5142" y="7513"/>
                    <a:pt x="5142" y="7513"/>
                  </a:cubicBezTo>
                  <a:cubicBezTo>
                    <a:pt x="4800" y="7513"/>
                    <a:pt x="4800" y="7513"/>
                    <a:pt x="4800" y="7513"/>
                  </a:cubicBezTo>
                  <a:cubicBezTo>
                    <a:pt x="4800" y="7513"/>
                    <a:pt x="4800" y="7513"/>
                    <a:pt x="4800" y="7513"/>
                  </a:cubicBezTo>
                  <a:cubicBezTo>
                    <a:pt x="4800" y="8139"/>
                    <a:pt x="4800" y="8139"/>
                    <a:pt x="4800" y="8139"/>
                  </a:cubicBezTo>
                  <a:cubicBezTo>
                    <a:pt x="4800" y="8139"/>
                    <a:pt x="4800" y="8139"/>
                    <a:pt x="4800" y="8139"/>
                  </a:cubicBezTo>
                  <a:cubicBezTo>
                    <a:pt x="4800" y="8452"/>
                    <a:pt x="4800" y="8452"/>
                    <a:pt x="4800" y="8452"/>
                  </a:cubicBezTo>
                  <a:cubicBezTo>
                    <a:pt x="4457" y="8139"/>
                    <a:pt x="4457" y="8139"/>
                    <a:pt x="4457" y="8139"/>
                  </a:cubicBezTo>
                  <a:cubicBezTo>
                    <a:pt x="4457" y="8139"/>
                    <a:pt x="4457" y="8139"/>
                    <a:pt x="4457" y="8139"/>
                  </a:cubicBezTo>
                  <a:cubicBezTo>
                    <a:pt x="4457" y="7826"/>
                    <a:pt x="4457" y="7826"/>
                    <a:pt x="4457" y="7826"/>
                  </a:cubicBezTo>
                  <a:cubicBezTo>
                    <a:pt x="4457" y="7826"/>
                    <a:pt x="4457" y="7826"/>
                    <a:pt x="4457" y="7826"/>
                  </a:cubicBezTo>
                  <a:cubicBezTo>
                    <a:pt x="4114" y="7826"/>
                    <a:pt x="4114" y="7826"/>
                    <a:pt x="4114" y="7826"/>
                  </a:cubicBezTo>
                  <a:cubicBezTo>
                    <a:pt x="4114" y="8139"/>
                    <a:pt x="4114" y="8139"/>
                    <a:pt x="4114" y="8139"/>
                  </a:cubicBezTo>
                  <a:cubicBezTo>
                    <a:pt x="4114" y="8139"/>
                    <a:pt x="4114" y="8139"/>
                    <a:pt x="4114" y="8139"/>
                  </a:cubicBezTo>
                  <a:cubicBezTo>
                    <a:pt x="4114" y="8452"/>
                    <a:pt x="4114" y="8452"/>
                    <a:pt x="4114" y="8452"/>
                  </a:cubicBezTo>
                  <a:cubicBezTo>
                    <a:pt x="4457" y="8765"/>
                    <a:pt x="4457" y="8765"/>
                    <a:pt x="4457" y="8765"/>
                  </a:cubicBezTo>
                  <a:cubicBezTo>
                    <a:pt x="4457" y="9078"/>
                    <a:pt x="4457" y="9078"/>
                    <a:pt x="4457" y="9078"/>
                  </a:cubicBezTo>
                  <a:cubicBezTo>
                    <a:pt x="4457" y="9078"/>
                    <a:pt x="4457" y="9078"/>
                    <a:pt x="4457" y="9078"/>
                  </a:cubicBezTo>
                  <a:cubicBezTo>
                    <a:pt x="4457" y="9078"/>
                    <a:pt x="4457" y="9078"/>
                    <a:pt x="4457" y="9078"/>
                  </a:cubicBezTo>
                  <a:cubicBezTo>
                    <a:pt x="4114" y="9078"/>
                    <a:pt x="4114" y="9078"/>
                    <a:pt x="4114" y="9078"/>
                  </a:cubicBezTo>
                  <a:cubicBezTo>
                    <a:pt x="4114" y="9391"/>
                    <a:pt x="4114" y="9391"/>
                    <a:pt x="4114" y="9391"/>
                  </a:cubicBezTo>
                  <a:cubicBezTo>
                    <a:pt x="4114" y="9704"/>
                    <a:pt x="4114" y="9704"/>
                    <a:pt x="4114" y="9704"/>
                  </a:cubicBezTo>
                  <a:cubicBezTo>
                    <a:pt x="3771" y="9704"/>
                    <a:pt x="3771" y="9704"/>
                    <a:pt x="3771" y="9704"/>
                  </a:cubicBezTo>
                  <a:cubicBezTo>
                    <a:pt x="3428" y="9704"/>
                    <a:pt x="3428" y="9704"/>
                    <a:pt x="3428" y="9704"/>
                  </a:cubicBezTo>
                  <a:cubicBezTo>
                    <a:pt x="3085" y="9704"/>
                    <a:pt x="3085" y="9704"/>
                    <a:pt x="3085" y="9704"/>
                  </a:cubicBezTo>
                  <a:cubicBezTo>
                    <a:pt x="3085" y="9704"/>
                    <a:pt x="3085" y="9704"/>
                    <a:pt x="3085" y="9704"/>
                  </a:cubicBezTo>
                  <a:cubicBezTo>
                    <a:pt x="3085" y="9391"/>
                    <a:pt x="3085" y="9391"/>
                    <a:pt x="3085" y="9391"/>
                  </a:cubicBezTo>
                  <a:cubicBezTo>
                    <a:pt x="3085" y="9391"/>
                    <a:pt x="3085" y="9391"/>
                    <a:pt x="3085" y="9391"/>
                  </a:cubicBezTo>
                  <a:cubicBezTo>
                    <a:pt x="2742" y="9078"/>
                    <a:pt x="2742" y="9078"/>
                    <a:pt x="2742" y="9078"/>
                  </a:cubicBezTo>
                  <a:cubicBezTo>
                    <a:pt x="2400" y="9078"/>
                    <a:pt x="2400" y="9078"/>
                    <a:pt x="2400" y="9078"/>
                  </a:cubicBezTo>
                  <a:cubicBezTo>
                    <a:pt x="2400" y="9078"/>
                    <a:pt x="2400" y="9078"/>
                    <a:pt x="2400" y="9078"/>
                  </a:cubicBezTo>
                  <a:cubicBezTo>
                    <a:pt x="2057" y="8765"/>
                    <a:pt x="2057" y="8765"/>
                    <a:pt x="2057" y="8765"/>
                  </a:cubicBezTo>
                  <a:cubicBezTo>
                    <a:pt x="2057" y="8452"/>
                    <a:pt x="2057" y="8452"/>
                    <a:pt x="2057" y="8452"/>
                  </a:cubicBezTo>
                  <a:cubicBezTo>
                    <a:pt x="2400" y="8452"/>
                    <a:pt x="2400" y="8452"/>
                    <a:pt x="2400" y="8452"/>
                  </a:cubicBezTo>
                  <a:cubicBezTo>
                    <a:pt x="2742" y="8452"/>
                    <a:pt x="2742" y="8452"/>
                    <a:pt x="2742" y="8452"/>
                  </a:cubicBezTo>
                  <a:cubicBezTo>
                    <a:pt x="2742" y="8452"/>
                    <a:pt x="2742" y="8452"/>
                    <a:pt x="2742" y="8452"/>
                  </a:cubicBezTo>
                  <a:cubicBezTo>
                    <a:pt x="2400" y="8452"/>
                    <a:pt x="2400" y="8452"/>
                    <a:pt x="2400" y="8452"/>
                  </a:cubicBezTo>
                  <a:cubicBezTo>
                    <a:pt x="2057" y="8452"/>
                    <a:pt x="2057" y="8452"/>
                    <a:pt x="2057" y="8452"/>
                  </a:cubicBezTo>
                  <a:cubicBezTo>
                    <a:pt x="2057" y="8452"/>
                    <a:pt x="2057" y="8452"/>
                    <a:pt x="2057" y="8452"/>
                  </a:cubicBezTo>
                  <a:cubicBezTo>
                    <a:pt x="2057" y="8139"/>
                    <a:pt x="2057" y="8139"/>
                    <a:pt x="2057" y="8139"/>
                  </a:cubicBezTo>
                  <a:cubicBezTo>
                    <a:pt x="1714" y="8139"/>
                    <a:pt x="1714" y="8139"/>
                    <a:pt x="1714" y="8139"/>
                  </a:cubicBezTo>
                  <a:cubicBezTo>
                    <a:pt x="1371" y="7826"/>
                    <a:pt x="1371" y="7826"/>
                    <a:pt x="1371" y="7826"/>
                  </a:cubicBezTo>
                  <a:cubicBezTo>
                    <a:pt x="1371" y="7826"/>
                    <a:pt x="1371" y="7826"/>
                    <a:pt x="1371" y="7826"/>
                  </a:cubicBezTo>
                  <a:cubicBezTo>
                    <a:pt x="1371" y="7513"/>
                    <a:pt x="1371" y="7513"/>
                    <a:pt x="1371" y="7513"/>
                  </a:cubicBezTo>
                  <a:cubicBezTo>
                    <a:pt x="1371" y="7513"/>
                    <a:pt x="1371" y="7513"/>
                    <a:pt x="1371" y="7513"/>
                  </a:cubicBezTo>
                  <a:cubicBezTo>
                    <a:pt x="1371" y="7513"/>
                    <a:pt x="1371" y="7513"/>
                    <a:pt x="1371" y="7513"/>
                  </a:cubicBezTo>
                  <a:cubicBezTo>
                    <a:pt x="1028" y="7513"/>
                    <a:pt x="1028" y="7513"/>
                    <a:pt x="1028" y="7513"/>
                  </a:cubicBezTo>
                  <a:cubicBezTo>
                    <a:pt x="1028" y="7200"/>
                    <a:pt x="1028" y="7200"/>
                    <a:pt x="1028" y="7200"/>
                  </a:cubicBezTo>
                  <a:cubicBezTo>
                    <a:pt x="1028" y="6886"/>
                    <a:pt x="1028" y="6886"/>
                    <a:pt x="1028" y="6886"/>
                  </a:cubicBezTo>
                  <a:cubicBezTo>
                    <a:pt x="1028" y="6886"/>
                    <a:pt x="1028" y="6886"/>
                    <a:pt x="1028" y="6886"/>
                  </a:cubicBezTo>
                  <a:cubicBezTo>
                    <a:pt x="1371" y="7200"/>
                    <a:pt x="1371" y="7200"/>
                    <a:pt x="1371" y="7200"/>
                  </a:cubicBezTo>
                  <a:cubicBezTo>
                    <a:pt x="1371" y="7200"/>
                    <a:pt x="1371" y="7200"/>
                    <a:pt x="1371" y="7200"/>
                  </a:cubicBezTo>
                  <a:cubicBezTo>
                    <a:pt x="1371" y="7513"/>
                    <a:pt x="1371" y="7513"/>
                    <a:pt x="1371" y="7513"/>
                  </a:cubicBezTo>
                  <a:cubicBezTo>
                    <a:pt x="1714" y="7513"/>
                    <a:pt x="1714" y="7513"/>
                    <a:pt x="1714" y="7513"/>
                  </a:cubicBezTo>
                  <a:cubicBezTo>
                    <a:pt x="1714" y="7200"/>
                    <a:pt x="1714" y="7200"/>
                    <a:pt x="1714" y="7200"/>
                  </a:cubicBezTo>
                  <a:cubicBezTo>
                    <a:pt x="1714" y="7200"/>
                    <a:pt x="1714" y="7200"/>
                    <a:pt x="1714" y="7200"/>
                  </a:cubicBezTo>
                  <a:cubicBezTo>
                    <a:pt x="1714" y="6886"/>
                    <a:pt x="1714" y="6886"/>
                    <a:pt x="1714" y="6886"/>
                  </a:cubicBezTo>
                  <a:cubicBezTo>
                    <a:pt x="1714" y="6886"/>
                    <a:pt x="1714" y="6886"/>
                    <a:pt x="1714" y="6886"/>
                  </a:cubicBezTo>
                  <a:cubicBezTo>
                    <a:pt x="1371" y="6886"/>
                    <a:pt x="1371" y="6886"/>
                    <a:pt x="1371" y="6886"/>
                  </a:cubicBezTo>
                  <a:cubicBezTo>
                    <a:pt x="1371" y="6886"/>
                    <a:pt x="1371" y="6886"/>
                    <a:pt x="1371" y="6886"/>
                  </a:cubicBezTo>
                  <a:cubicBezTo>
                    <a:pt x="1028" y="6573"/>
                    <a:pt x="1028" y="6573"/>
                    <a:pt x="1028" y="6573"/>
                  </a:cubicBezTo>
                  <a:cubicBezTo>
                    <a:pt x="1028" y="6573"/>
                    <a:pt x="1028" y="6573"/>
                    <a:pt x="1028" y="6573"/>
                  </a:cubicBezTo>
                  <a:cubicBezTo>
                    <a:pt x="1371" y="6573"/>
                    <a:pt x="1371" y="6573"/>
                    <a:pt x="1371" y="6573"/>
                  </a:cubicBezTo>
                  <a:cubicBezTo>
                    <a:pt x="1371" y="6260"/>
                    <a:pt x="1371" y="6260"/>
                    <a:pt x="1371" y="6260"/>
                  </a:cubicBezTo>
                  <a:cubicBezTo>
                    <a:pt x="1371" y="5947"/>
                    <a:pt x="1371" y="5947"/>
                    <a:pt x="1371" y="5947"/>
                  </a:cubicBezTo>
                  <a:cubicBezTo>
                    <a:pt x="1371" y="5947"/>
                    <a:pt x="1371" y="5947"/>
                    <a:pt x="1371" y="5947"/>
                  </a:cubicBezTo>
                  <a:cubicBezTo>
                    <a:pt x="1371" y="5947"/>
                    <a:pt x="1371" y="5947"/>
                    <a:pt x="1371" y="5947"/>
                  </a:cubicBezTo>
                  <a:cubicBezTo>
                    <a:pt x="1028" y="5947"/>
                    <a:pt x="1028" y="5947"/>
                    <a:pt x="1028" y="5947"/>
                  </a:cubicBezTo>
                  <a:cubicBezTo>
                    <a:pt x="1028" y="5947"/>
                    <a:pt x="1028" y="5947"/>
                    <a:pt x="1028" y="5947"/>
                  </a:cubicBezTo>
                  <a:cubicBezTo>
                    <a:pt x="1028" y="6260"/>
                    <a:pt x="1028" y="6260"/>
                    <a:pt x="1028" y="6260"/>
                  </a:cubicBezTo>
                  <a:cubicBezTo>
                    <a:pt x="1028" y="6260"/>
                    <a:pt x="1028" y="6260"/>
                    <a:pt x="1028" y="6260"/>
                  </a:cubicBezTo>
                  <a:cubicBezTo>
                    <a:pt x="685" y="6573"/>
                    <a:pt x="685" y="6573"/>
                    <a:pt x="685" y="6573"/>
                  </a:cubicBezTo>
                  <a:cubicBezTo>
                    <a:pt x="685" y="6573"/>
                    <a:pt x="685" y="6573"/>
                    <a:pt x="685" y="6573"/>
                  </a:cubicBezTo>
                  <a:cubicBezTo>
                    <a:pt x="685" y="6260"/>
                    <a:pt x="685" y="6260"/>
                    <a:pt x="685" y="6260"/>
                  </a:cubicBezTo>
                  <a:cubicBezTo>
                    <a:pt x="342" y="5947"/>
                    <a:pt x="342" y="5947"/>
                    <a:pt x="342" y="5947"/>
                  </a:cubicBezTo>
                  <a:cubicBezTo>
                    <a:pt x="342" y="5634"/>
                    <a:pt x="342" y="5634"/>
                    <a:pt x="342" y="5634"/>
                  </a:cubicBezTo>
                  <a:cubicBezTo>
                    <a:pt x="0" y="5321"/>
                    <a:pt x="0" y="5321"/>
                    <a:pt x="0" y="5321"/>
                  </a:cubicBezTo>
                  <a:cubicBezTo>
                    <a:pt x="0" y="5321"/>
                    <a:pt x="0" y="5321"/>
                    <a:pt x="0" y="5321"/>
                  </a:cubicBezTo>
                  <a:cubicBezTo>
                    <a:pt x="342" y="5321"/>
                    <a:pt x="342" y="5321"/>
                    <a:pt x="342" y="5321"/>
                  </a:cubicBezTo>
                  <a:cubicBezTo>
                    <a:pt x="685" y="5008"/>
                    <a:pt x="685" y="5008"/>
                    <a:pt x="685" y="5008"/>
                  </a:cubicBezTo>
                  <a:cubicBezTo>
                    <a:pt x="685" y="5008"/>
                    <a:pt x="685" y="5008"/>
                    <a:pt x="685" y="5008"/>
                  </a:cubicBezTo>
                  <a:cubicBezTo>
                    <a:pt x="685" y="4695"/>
                    <a:pt x="685" y="4695"/>
                    <a:pt x="685" y="4695"/>
                  </a:cubicBezTo>
                  <a:cubicBezTo>
                    <a:pt x="685" y="4695"/>
                    <a:pt x="685" y="4695"/>
                    <a:pt x="685" y="4695"/>
                  </a:cubicBezTo>
                  <a:cubicBezTo>
                    <a:pt x="685" y="4382"/>
                    <a:pt x="685" y="4382"/>
                    <a:pt x="685" y="4382"/>
                  </a:cubicBezTo>
                  <a:cubicBezTo>
                    <a:pt x="685" y="4069"/>
                    <a:pt x="685" y="4069"/>
                    <a:pt x="685" y="4069"/>
                  </a:cubicBezTo>
                  <a:cubicBezTo>
                    <a:pt x="1028" y="4069"/>
                    <a:pt x="1028" y="4069"/>
                    <a:pt x="1028" y="4069"/>
                  </a:cubicBezTo>
                  <a:cubicBezTo>
                    <a:pt x="1028" y="4382"/>
                    <a:pt x="1028" y="4382"/>
                    <a:pt x="1028" y="4382"/>
                  </a:cubicBezTo>
                  <a:cubicBezTo>
                    <a:pt x="1371" y="4695"/>
                    <a:pt x="1371" y="4695"/>
                    <a:pt x="1371" y="4695"/>
                  </a:cubicBezTo>
                  <a:cubicBezTo>
                    <a:pt x="1371" y="4695"/>
                    <a:pt x="1371" y="4695"/>
                    <a:pt x="1371" y="4695"/>
                  </a:cubicBezTo>
                  <a:cubicBezTo>
                    <a:pt x="1714" y="4695"/>
                    <a:pt x="1714" y="4695"/>
                    <a:pt x="1714" y="4695"/>
                  </a:cubicBezTo>
                  <a:cubicBezTo>
                    <a:pt x="1371" y="4382"/>
                    <a:pt x="1371" y="4382"/>
                    <a:pt x="1371" y="4382"/>
                  </a:cubicBezTo>
                  <a:cubicBezTo>
                    <a:pt x="1371" y="4069"/>
                    <a:pt x="1371" y="4069"/>
                    <a:pt x="1371" y="4069"/>
                  </a:cubicBezTo>
                  <a:cubicBezTo>
                    <a:pt x="1371" y="4069"/>
                    <a:pt x="1371" y="4069"/>
                    <a:pt x="1371" y="4069"/>
                  </a:cubicBezTo>
                  <a:cubicBezTo>
                    <a:pt x="1714" y="4069"/>
                    <a:pt x="1714" y="4069"/>
                    <a:pt x="1714" y="4069"/>
                  </a:cubicBezTo>
                  <a:cubicBezTo>
                    <a:pt x="1714" y="4069"/>
                    <a:pt x="1714" y="4069"/>
                    <a:pt x="1714" y="4069"/>
                  </a:cubicBezTo>
                  <a:cubicBezTo>
                    <a:pt x="1714" y="4382"/>
                    <a:pt x="1714" y="4382"/>
                    <a:pt x="1714" y="4382"/>
                  </a:cubicBezTo>
                  <a:cubicBezTo>
                    <a:pt x="2057" y="4069"/>
                    <a:pt x="2057" y="4069"/>
                    <a:pt x="2057" y="4069"/>
                  </a:cubicBezTo>
                  <a:cubicBezTo>
                    <a:pt x="2742" y="3756"/>
                    <a:pt x="2742" y="3756"/>
                    <a:pt x="2742" y="3756"/>
                  </a:cubicBezTo>
                  <a:cubicBezTo>
                    <a:pt x="2742" y="3756"/>
                    <a:pt x="2742" y="3756"/>
                    <a:pt x="2742" y="3756"/>
                  </a:cubicBezTo>
                  <a:cubicBezTo>
                    <a:pt x="3085" y="3756"/>
                    <a:pt x="3085" y="3756"/>
                    <a:pt x="3085" y="3756"/>
                  </a:cubicBezTo>
                  <a:cubicBezTo>
                    <a:pt x="3085" y="4069"/>
                    <a:pt x="3085" y="4069"/>
                    <a:pt x="3085" y="4069"/>
                  </a:cubicBezTo>
                  <a:cubicBezTo>
                    <a:pt x="3085" y="4382"/>
                    <a:pt x="3085" y="4382"/>
                    <a:pt x="3085" y="4382"/>
                  </a:cubicBezTo>
                  <a:cubicBezTo>
                    <a:pt x="3085" y="4382"/>
                    <a:pt x="3085" y="4382"/>
                    <a:pt x="3085" y="4382"/>
                  </a:cubicBezTo>
                  <a:cubicBezTo>
                    <a:pt x="2742" y="4382"/>
                    <a:pt x="2742" y="4382"/>
                    <a:pt x="2742" y="4382"/>
                  </a:cubicBezTo>
                  <a:cubicBezTo>
                    <a:pt x="2742" y="4382"/>
                    <a:pt x="2742" y="4382"/>
                    <a:pt x="2742" y="4382"/>
                  </a:cubicBezTo>
                  <a:cubicBezTo>
                    <a:pt x="2742" y="4382"/>
                    <a:pt x="2742" y="4382"/>
                    <a:pt x="2742" y="4382"/>
                  </a:cubicBezTo>
                  <a:cubicBezTo>
                    <a:pt x="2400" y="4695"/>
                    <a:pt x="2400" y="4695"/>
                    <a:pt x="2400" y="4695"/>
                  </a:cubicBezTo>
                  <a:cubicBezTo>
                    <a:pt x="2400" y="4695"/>
                    <a:pt x="2400" y="4695"/>
                    <a:pt x="2400" y="4695"/>
                  </a:cubicBezTo>
                  <a:cubicBezTo>
                    <a:pt x="2057" y="4695"/>
                    <a:pt x="2057" y="4695"/>
                    <a:pt x="2057" y="4695"/>
                  </a:cubicBezTo>
                  <a:cubicBezTo>
                    <a:pt x="2057" y="5008"/>
                    <a:pt x="2057" y="5008"/>
                    <a:pt x="2057" y="5008"/>
                  </a:cubicBezTo>
                  <a:cubicBezTo>
                    <a:pt x="2057" y="5008"/>
                    <a:pt x="2057" y="5008"/>
                    <a:pt x="2057" y="5008"/>
                  </a:cubicBezTo>
                  <a:cubicBezTo>
                    <a:pt x="2400" y="5008"/>
                    <a:pt x="2400" y="5008"/>
                    <a:pt x="2400" y="5008"/>
                  </a:cubicBezTo>
                  <a:cubicBezTo>
                    <a:pt x="2742" y="4695"/>
                    <a:pt x="2742" y="4695"/>
                    <a:pt x="2742" y="4695"/>
                  </a:cubicBezTo>
                  <a:cubicBezTo>
                    <a:pt x="3085" y="4695"/>
                    <a:pt x="3085" y="4695"/>
                    <a:pt x="3085" y="4695"/>
                  </a:cubicBezTo>
                  <a:cubicBezTo>
                    <a:pt x="3085" y="5008"/>
                    <a:pt x="3085" y="5008"/>
                    <a:pt x="3085" y="5008"/>
                  </a:cubicBezTo>
                  <a:cubicBezTo>
                    <a:pt x="2742" y="5008"/>
                    <a:pt x="2742" y="5008"/>
                    <a:pt x="2742" y="5008"/>
                  </a:cubicBezTo>
                  <a:cubicBezTo>
                    <a:pt x="2742" y="5321"/>
                    <a:pt x="2742" y="5321"/>
                    <a:pt x="2742" y="5321"/>
                  </a:cubicBezTo>
                  <a:cubicBezTo>
                    <a:pt x="2742" y="5321"/>
                    <a:pt x="2742" y="5321"/>
                    <a:pt x="2742" y="5321"/>
                  </a:cubicBezTo>
                  <a:cubicBezTo>
                    <a:pt x="2742" y="5321"/>
                    <a:pt x="2742" y="5321"/>
                    <a:pt x="2742" y="5321"/>
                  </a:cubicBezTo>
                  <a:cubicBezTo>
                    <a:pt x="3085" y="5321"/>
                    <a:pt x="3085" y="5321"/>
                    <a:pt x="3085" y="5321"/>
                  </a:cubicBezTo>
                  <a:cubicBezTo>
                    <a:pt x="3085" y="5321"/>
                    <a:pt x="3085" y="5321"/>
                    <a:pt x="3085" y="5321"/>
                  </a:cubicBezTo>
                  <a:cubicBezTo>
                    <a:pt x="3085" y="5321"/>
                    <a:pt x="3085" y="5321"/>
                    <a:pt x="3085" y="5321"/>
                  </a:cubicBezTo>
                  <a:cubicBezTo>
                    <a:pt x="3085" y="5634"/>
                    <a:pt x="3085" y="5634"/>
                    <a:pt x="3085" y="5634"/>
                  </a:cubicBezTo>
                  <a:cubicBezTo>
                    <a:pt x="3428" y="5947"/>
                    <a:pt x="3428" y="5947"/>
                    <a:pt x="3428" y="5947"/>
                  </a:cubicBezTo>
                  <a:cubicBezTo>
                    <a:pt x="3428" y="5947"/>
                    <a:pt x="3428" y="5947"/>
                    <a:pt x="3428" y="5947"/>
                  </a:cubicBezTo>
                  <a:cubicBezTo>
                    <a:pt x="3428" y="5947"/>
                    <a:pt x="3428" y="5947"/>
                    <a:pt x="3428" y="5947"/>
                  </a:cubicBezTo>
                  <a:cubicBezTo>
                    <a:pt x="3428" y="5634"/>
                    <a:pt x="3428" y="5634"/>
                    <a:pt x="3428" y="5634"/>
                  </a:cubicBezTo>
                  <a:cubicBezTo>
                    <a:pt x="3428" y="5321"/>
                    <a:pt x="3428" y="5321"/>
                    <a:pt x="3428" y="5321"/>
                  </a:cubicBezTo>
                  <a:cubicBezTo>
                    <a:pt x="3428" y="5008"/>
                    <a:pt x="3428" y="5008"/>
                    <a:pt x="3428" y="5008"/>
                  </a:cubicBezTo>
                  <a:cubicBezTo>
                    <a:pt x="3428" y="5008"/>
                    <a:pt x="3428" y="5008"/>
                    <a:pt x="3428" y="5008"/>
                  </a:cubicBezTo>
                  <a:cubicBezTo>
                    <a:pt x="3771" y="4382"/>
                    <a:pt x="3771" y="4382"/>
                    <a:pt x="3771" y="4382"/>
                  </a:cubicBezTo>
                  <a:cubicBezTo>
                    <a:pt x="3771" y="4382"/>
                    <a:pt x="3771" y="4382"/>
                    <a:pt x="3771" y="4382"/>
                  </a:cubicBezTo>
                  <a:cubicBezTo>
                    <a:pt x="3771" y="4069"/>
                    <a:pt x="3771" y="4069"/>
                    <a:pt x="3771" y="4069"/>
                  </a:cubicBezTo>
                  <a:cubicBezTo>
                    <a:pt x="4114" y="4069"/>
                    <a:pt x="4114" y="4069"/>
                    <a:pt x="4114" y="4069"/>
                  </a:cubicBezTo>
                  <a:cubicBezTo>
                    <a:pt x="4114" y="4382"/>
                    <a:pt x="4114" y="4382"/>
                    <a:pt x="4114" y="4382"/>
                  </a:cubicBezTo>
                  <a:cubicBezTo>
                    <a:pt x="4457" y="4695"/>
                    <a:pt x="4457" y="4695"/>
                    <a:pt x="4457" y="4695"/>
                  </a:cubicBezTo>
                  <a:cubicBezTo>
                    <a:pt x="4457" y="4695"/>
                    <a:pt x="4457" y="4695"/>
                    <a:pt x="4457" y="4695"/>
                  </a:cubicBezTo>
                  <a:cubicBezTo>
                    <a:pt x="4457" y="5321"/>
                    <a:pt x="4457" y="5321"/>
                    <a:pt x="4457" y="5321"/>
                  </a:cubicBezTo>
                  <a:cubicBezTo>
                    <a:pt x="4800" y="5634"/>
                    <a:pt x="4800" y="5634"/>
                    <a:pt x="4800" y="5634"/>
                  </a:cubicBezTo>
                  <a:cubicBezTo>
                    <a:pt x="4800" y="5947"/>
                    <a:pt x="4800" y="5947"/>
                    <a:pt x="4800" y="5947"/>
                  </a:cubicBezTo>
                  <a:cubicBezTo>
                    <a:pt x="4800" y="6260"/>
                    <a:pt x="4800" y="6260"/>
                    <a:pt x="4800" y="6260"/>
                  </a:cubicBezTo>
                  <a:cubicBezTo>
                    <a:pt x="4457" y="6260"/>
                    <a:pt x="4457" y="6260"/>
                    <a:pt x="4457" y="6260"/>
                  </a:cubicBezTo>
                  <a:cubicBezTo>
                    <a:pt x="4457" y="6260"/>
                    <a:pt x="4457" y="6260"/>
                    <a:pt x="4457" y="6260"/>
                  </a:cubicBezTo>
                  <a:cubicBezTo>
                    <a:pt x="4800" y="6573"/>
                    <a:pt x="4800" y="6573"/>
                    <a:pt x="4800" y="6573"/>
                  </a:cubicBezTo>
                  <a:cubicBezTo>
                    <a:pt x="4800" y="6260"/>
                    <a:pt x="4800" y="6260"/>
                    <a:pt x="4800" y="6260"/>
                  </a:cubicBezTo>
                  <a:cubicBezTo>
                    <a:pt x="5142" y="6260"/>
                    <a:pt x="5142" y="6260"/>
                    <a:pt x="5142" y="6260"/>
                  </a:cubicBezTo>
                  <a:cubicBezTo>
                    <a:pt x="5142" y="6573"/>
                    <a:pt x="5142" y="6573"/>
                    <a:pt x="5142" y="6573"/>
                  </a:cubicBezTo>
                  <a:cubicBezTo>
                    <a:pt x="5485" y="6886"/>
                    <a:pt x="5485" y="6886"/>
                    <a:pt x="5485" y="6886"/>
                  </a:cubicBezTo>
                  <a:cubicBezTo>
                    <a:pt x="5485" y="7200"/>
                    <a:pt x="5485" y="7200"/>
                    <a:pt x="5485" y="7200"/>
                  </a:cubicBezTo>
                  <a:cubicBezTo>
                    <a:pt x="5828" y="7200"/>
                    <a:pt x="5828" y="7200"/>
                    <a:pt x="5828" y="7200"/>
                  </a:cubicBezTo>
                  <a:cubicBezTo>
                    <a:pt x="5828" y="6886"/>
                    <a:pt x="5828" y="6886"/>
                    <a:pt x="5828" y="6886"/>
                  </a:cubicBezTo>
                  <a:cubicBezTo>
                    <a:pt x="5485" y="6573"/>
                    <a:pt x="5485" y="6573"/>
                    <a:pt x="5485" y="6573"/>
                  </a:cubicBezTo>
                  <a:cubicBezTo>
                    <a:pt x="5485" y="6260"/>
                    <a:pt x="5485" y="6260"/>
                    <a:pt x="5485" y="6260"/>
                  </a:cubicBezTo>
                  <a:cubicBezTo>
                    <a:pt x="5142" y="5947"/>
                    <a:pt x="5142" y="5947"/>
                    <a:pt x="5142" y="5947"/>
                  </a:cubicBezTo>
                  <a:cubicBezTo>
                    <a:pt x="5142" y="5634"/>
                    <a:pt x="5142" y="5634"/>
                    <a:pt x="5142" y="5634"/>
                  </a:cubicBezTo>
                  <a:cubicBezTo>
                    <a:pt x="5142" y="5321"/>
                    <a:pt x="5142" y="5321"/>
                    <a:pt x="5142" y="5321"/>
                  </a:cubicBezTo>
                  <a:cubicBezTo>
                    <a:pt x="5142" y="4695"/>
                    <a:pt x="5142" y="4695"/>
                    <a:pt x="5142" y="4695"/>
                  </a:cubicBezTo>
                  <a:cubicBezTo>
                    <a:pt x="5142" y="4382"/>
                    <a:pt x="5142" y="4382"/>
                    <a:pt x="5142" y="4382"/>
                  </a:cubicBezTo>
                  <a:cubicBezTo>
                    <a:pt x="4800" y="4382"/>
                    <a:pt x="4800" y="4382"/>
                    <a:pt x="4800" y="4382"/>
                  </a:cubicBezTo>
                  <a:cubicBezTo>
                    <a:pt x="5142" y="4069"/>
                    <a:pt x="5142" y="4069"/>
                    <a:pt x="5142" y="4069"/>
                  </a:cubicBezTo>
                  <a:cubicBezTo>
                    <a:pt x="5142" y="4069"/>
                    <a:pt x="5142" y="4069"/>
                    <a:pt x="5142" y="4069"/>
                  </a:cubicBezTo>
                  <a:cubicBezTo>
                    <a:pt x="5142" y="3756"/>
                    <a:pt x="5142" y="3756"/>
                    <a:pt x="5142" y="3756"/>
                  </a:cubicBezTo>
                  <a:cubicBezTo>
                    <a:pt x="5142" y="3443"/>
                    <a:pt x="5142" y="3443"/>
                    <a:pt x="5142" y="3443"/>
                  </a:cubicBezTo>
                  <a:cubicBezTo>
                    <a:pt x="5142" y="3130"/>
                    <a:pt x="5142" y="3130"/>
                    <a:pt x="5142" y="3130"/>
                  </a:cubicBezTo>
                  <a:cubicBezTo>
                    <a:pt x="5485" y="3130"/>
                    <a:pt x="5485" y="3130"/>
                    <a:pt x="5485" y="3130"/>
                  </a:cubicBezTo>
                  <a:cubicBezTo>
                    <a:pt x="5485" y="3130"/>
                    <a:pt x="5485" y="3130"/>
                    <a:pt x="5485" y="3130"/>
                  </a:cubicBezTo>
                  <a:cubicBezTo>
                    <a:pt x="5828" y="3443"/>
                    <a:pt x="5828" y="3443"/>
                    <a:pt x="5828" y="3443"/>
                  </a:cubicBezTo>
                  <a:cubicBezTo>
                    <a:pt x="5828" y="3756"/>
                    <a:pt x="5828" y="3756"/>
                    <a:pt x="5828" y="3756"/>
                  </a:cubicBezTo>
                  <a:cubicBezTo>
                    <a:pt x="6171" y="3756"/>
                    <a:pt x="6171" y="3756"/>
                    <a:pt x="6171" y="3756"/>
                  </a:cubicBezTo>
                  <a:cubicBezTo>
                    <a:pt x="6171" y="3443"/>
                    <a:pt x="6171" y="3443"/>
                    <a:pt x="6171" y="3443"/>
                  </a:cubicBezTo>
                  <a:cubicBezTo>
                    <a:pt x="6514" y="3443"/>
                    <a:pt x="6514" y="3443"/>
                    <a:pt x="6514" y="3443"/>
                  </a:cubicBezTo>
                  <a:cubicBezTo>
                    <a:pt x="6514" y="3443"/>
                    <a:pt x="6514" y="3443"/>
                    <a:pt x="6514" y="3443"/>
                  </a:cubicBezTo>
                  <a:cubicBezTo>
                    <a:pt x="6857" y="4069"/>
                    <a:pt x="6857" y="4069"/>
                    <a:pt x="6857" y="4069"/>
                  </a:cubicBezTo>
                  <a:cubicBezTo>
                    <a:pt x="7200" y="4069"/>
                    <a:pt x="7200" y="4069"/>
                    <a:pt x="7200" y="4069"/>
                  </a:cubicBezTo>
                  <a:cubicBezTo>
                    <a:pt x="7200" y="4382"/>
                    <a:pt x="7200" y="4382"/>
                    <a:pt x="7200" y="4382"/>
                  </a:cubicBezTo>
                  <a:cubicBezTo>
                    <a:pt x="6857" y="4695"/>
                    <a:pt x="6857" y="4695"/>
                    <a:pt x="6857" y="4695"/>
                  </a:cubicBezTo>
                  <a:cubicBezTo>
                    <a:pt x="6857" y="5008"/>
                    <a:pt x="6857" y="5008"/>
                    <a:pt x="6857" y="5008"/>
                  </a:cubicBezTo>
                  <a:cubicBezTo>
                    <a:pt x="6857" y="5321"/>
                    <a:pt x="6857" y="5321"/>
                    <a:pt x="6857" y="5321"/>
                  </a:cubicBezTo>
                  <a:cubicBezTo>
                    <a:pt x="6857" y="5634"/>
                    <a:pt x="6857" y="5634"/>
                    <a:pt x="6857" y="5634"/>
                  </a:cubicBezTo>
                  <a:cubicBezTo>
                    <a:pt x="6857" y="5634"/>
                    <a:pt x="6857" y="5634"/>
                    <a:pt x="6857" y="5634"/>
                  </a:cubicBezTo>
                  <a:cubicBezTo>
                    <a:pt x="7200" y="5634"/>
                    <a:pt x="7200" y="5634"/>
                    <a:pt x="7200" y="5634"/>
                  </a:cubicBezTo>
                  <a:cubicBezTo>
                    <a:pt x="7200" y="5321"/>
                    <a:pt x="7200" y="5321"/>
                    <a:pt x="7200" y="5321"/>
                  </a:cubicBezTo>
                  <a:cubicBezTo>
                    <a:pt x="7200" y="4695"/>
                    <a:pt x="7200" y="4695"/>
                    <a:pt x="7200" y="4695"/>
                  </a:cubicBezTo>
                  <a:cubicBezTo>
                    <a:pt x="7200" y="4382"/>
                    <a:pt x="7200" y="4382"/>
                    <a:pt x="7200" y="4382"/>
                  </a:cubicBezTo>
                  <a:cubicBezTo>
                    <a:pt x="7542" y="4382"/>
                    <a:pt x="7542" y="4382"/>
                    <a:pt x="7542" y="4382"/>
                  </a:cubicBezTo>
                  <a:cubicBezTo>
                    <a:pt x="7885" y="4695"/>
                    <a:pt x="7885" y="4695"/>
                    <a:pt x="7885" y="4695"/>
                  </a:cubicBezTo>
                  <a:cubicBezTo>
                    <a:pt x="7885" y="5008"/>
                    <a:pt x="7885" y="5008"/>
                    <a:pt x="7885" y="5008"/>
                  </a:cubicBezTo>
                  <a:cubicBezTo>
                    <a:pt x="8228" y="5634"/>
                    <a:pt x="8228" y="5634"/>
                    <a:pt x="8228" y="5634"/>
                  </a:cubicBezTo>
                  <a:cubicBezTo>
                    <a:pt x="8228" y="5947"/>
                    <a:pt x="8228" y="5947"/>
                    <a:pt x="8228" y="5947"/>
                  </a:cubicBezTo>
                  <a:cubicBezTo>
                    <a:pt x="8228" y="5947"/>
                    <a:pt x="8228" y="5947"/>
                    <a:pt x="8228" y="5947"/>
                  </a:cubicBezTo>
                  <a:cubicBezTo>
                    <a:pt x="8571" y="5947"/>
                    <a:pt x="8571" y="5947"/>
                    <a:pt x="8571" y="5947"/>
                  </a:cubicBezTo>
                  <a:cubicBezTo>
                    <a:pt x="8914" y="5947"/>
                    <a:pt x="8914" y="5947"/>
                    <a:pt x="8914" y="5947"/>
                  </a:cubicBezTo>
                  <a:cubicBezTo>
                    <a:pt x="9257" y="6573"/>
                    <a:pt x="9257" y="6573"/>
                    <a:pt x="9257" y="6573"/>
                  </a:cubicBezTo>
                  <a:cubicBezTo>
                    <a:pt x="9257" y="6573"/>
                    <a:pt x="9257" y="6573"/>
                    <a:pt x="9257" y="6573"/>
                  </a:cubicBezTo>
                  <a:cubicBezTo>
                    <a:pt x="9942" y="6886"/>
                    <a:pt x="9942" y="6886"/>
                    <a:pt x="9942" y="6886"/>
                  </a:cubicBezTo>
                  <a:cubicBezTo>
                    <a:pt x="9942" y="7200"/>
                    <a:pt x="9942" y="7200"/>
                    <a:pt x="9942" y="7200"/>
                  </a:cubicBezTo>
                  <a:cubicBezTo>
                    <a:pt x="10628" y="7200"/>
                    <a:pt x="10628" y="7200"/>
                    <a:pt x="10628" y="7200"/>
                  </a:cubicBezTo>
                  <a:cubicBezTo>
                    <a:pt x="10971" y="7200"/>
                    <a:pt x="10971" y="7200"/>
                    <a:pt x="10971" y="7200"/>
                  </a:cubicBezTo>
                  <a:cubicBezTo>
                    <a:pt x="10971" y="7513"/>
                    <a:pt x="10971" y="7513"/>
                    <a:pt x="10971" y="7513"/>
                  </a:cubicBezTo>
                  <a:cubicBezTo>
                    <a:pt x="10971" y="7513"/>
                    <a:pt x="10971" y="7513"/>
                    <a:pt x="10971" y="7513"/>
                  </a:cubicBezTo>
                  <a:cubicBezTo>
                    <a:pt x="10971" y="7826"/>
                    <a:pt x="10971" y="7826"/>
                    <a:pt x="10971" y="7826"/>
                  </a:cubicBezTo>
                  <a:cubicBezTo>
                    <a:pt x="10628" y="7826"/>
                    <a:pt x="10628" y="7826"/>
                    <a:pt x="10628" y="7826"/>
                  </a:cubicBezTo>
                  <a:cubicBezTo>
                    <a:pt x="10628" y="7513"/>
                    <a:pt x="10628" y="7513"/>
                    <a:pt x="10628" y="7513"/>
                  </a:cubicBezTo>
                  <a:cubicBezTo>
                    <a:pt x="10285" y="7826"/>
                    <a:pt x="10285" y="7826"/>
                    <a:pt x="10285" y="7826"/>
                  </a:cubicBezTo>
                  <a:cubicBezTo>
                    <a:pt x="9942" y="7826"/>
                    <a:pt x="9942" y="7826"/>
                    <a:pt x="9942" y="7826"/>
                  </a:cubicBezTo>
                  <a:cubicBezTo>
                    <a:pt x="9600" y="7826"/>
                    <a:pt x="9600" y="7826"/>
                    <a:pt x="9600" y="7826"/>
                  </a:cubicBezTo>
                  <a:cubicBezTo>
                    <a:pt x="9257" y="8139"/>
                    <a:pt x="9257" y="8139"/>
                    <a:pt x="9257" y="8139"/>
                  </a:cubicBezTo>
                  <a:cubicBezTo>
                    <a:pt x="9257" y="8139"/>
                    <a:pt x="9257" y="8139"/>
                    <a:pt x="9257" y="8139"/>
                  </a:cubicBezTo>
                  <a:cubicBezTo>
                    <a:pt x="9257" y="8139"/>
                    <a:pt x="9257" y="8139"/>
                    <a:pt x="9257" y="8139"/>
                  </a:cubicBezTo>
                  <a:cubicBezTo>
                    <a:pt x="9257" y="8452"/>
                    <a:pt x="9257" y="8452"/>
                    <a:pt x="9257" y="8452"/>
                  </a:cubicBezTo>
                  <a:cubicBezTo>
                    <a:pt x="8914" y="8452"/>
                    <a:pt x="8914" y="8452"/>
                    <a:pt x="8914" y="8452"/>
                  </a:cubicBezTo>
                  <a:cubicBezTo>
                    <a:pt x="8914" y="8765"/>
                    <a:pt x="8914" y="8765"/>
                    <a:pt x="8914" y="8765"/>
                  </a:cubicBezTo>
                  <a:cubicBezTo>
                    <a:pt x="8914" y="9078"/>
                    <a:pt x="8914" y="9078"/>
                    <a:pt x="8914" y="9078"/>
                  </a:cubicBezTo>
                  <a:cubicBezTo>
                    <a:pt x="8914" y="9391"/>
                    <a:pt x="8914" y="9391"/>
                    <a:pt x="8914" y="9391"/>
                  </a:cubicBezTo>
                  <a:cubicBezTo>
                    <a:pt x="8914" y="9704"/>
                    <a:pt x="8914" y="9704"/>
                    <a:pt x="8914" y="9704"/>
                  </a:cubicBezTo>
                  <a:cubicBezTo>
                    <a:pt x="8914" y="10017"/>
                    <a:pt x="8914" y="10017"/>
                    <a:pt x="8914" y="10017"/>
                  </a:cubicBezTo>
                  <a:cubicBezTo>
                    <a:pt x="9257" y="10017"/>
                    <a:pt x="9257" y="10017"/>
                    <a:pt x="9257" y="10017"/>
                  </a:cubicBezTo>
                  <a:cubicBezTo>
                    <a:pt x="8914" y="10330"/>
                    <a:pt x="8914" y="10330"/>
                    <a:pt x="8914" y="10330"/>
                  </a:cubicBezTo>
                  <a:cubicBezTo>
                    <a:pt x="8571" y="10017"/>
                    <a:pt x="8571" y="10017"/>
                    <a:pt x="8571" y="10017"/>
                  </a:cubicBezTo>
                  <a:cubicBezTo>
                    <a:pt x="8571" y="10330"/>
                    <a:pt x="8571" y="10330"/>
                    <a:pt x="8571" y="10330"/>
                  </a:cubicBezTo>
                  <a:cubicBezTo>
                    <a:pt x="8571" y="10330"/>
                    <a:pt x="8571" y="10330"/>
                    <a:pt x="8571" y="10330"/>
                  </a:cubicBezTo>
                  <a:cubicBezTo>
                    <a:pt x="8914" y="10643"/>
                    <a:pt x="8914" y="10643"/>
                    <a:pt x="8914" y="10643"/>
                  </a:cubicBezTo>
                  <a:cubicBezTo>
                    <a:pt x="8914" y="10956"/>
                    <a:pt x="8914" y="10956"/>
                    <a:pt x="8914" y="10956"/>
                  </a:cubicBezTo>
                  <a:cubicBezTo>
                    <a:pt x="8571" y="11269"/>
                    <a:pt x="8571" y="11269"/>
                    <a:pt x="8571" y="11269"/>
                  </a:cubicBezTo>
                  <a:cubicBezTo>
                    <a:pt x="8571" y="11582"/>
                    <a:pt x="8571" y="11582"/>
                    <a:pt x="8571" y="11582"/>
                  </a:cubicBezTo>
                  <a:cubicBezTo>
                    <a:pt x="8571" y="11895"/>
                    <a:pt x="8571" y="11895"/>
                    <a:pt x="8571" y="11895"/>
                  </a:cubicBezTo>
                  <a:cubicBezTo>
                    <a:pt x="8571" y="11895"/>
                    <a:pt x="8571" y="11895"/>
                    <a:pt x="8571" y="11895"/>
                  </a:cubicBezTo>
                  <a:cubicBezTo>
                    <a:pt x="8228" y="11895"/>
                    <a:pt x="8228" y="11895"/>
                    <a:pt x="8228" y="11895"/>
                  </a:cubicBezTo>
                  <a:cubicBezTo>
                    <a:pt x="7885" y="12208"/>
                    <a:pt x="7885" y="12208"/>
                    <a:pt x="7885" y="12208"/>
                  </a:cubicBezTo>
                  <a:cubicBezTo>
                    <a:pt x="8228" y="12208"/>
                    <a:pt x="8228" y="12208"/>
                    <a:pt x="8228" y="12208"/>
                  </a:cubicBezTo>
                  <a:cubicBezTo>
                    <a:pt x="8228" y="12208"/>
                    <a:pt x="8228" y="12208"/>
                    <a:pt x="8228" y="12208"/>
                  </a:cubicBezTo>
                  <a:cubicBezTo>
                    <a:pt x="7885" y="12521"/>
                    <a:pt x="7885" y="12521"/>
                    <a:pt x="7885" y="12521"/>
                  </a:cubicBezTo>
                  <a:cubicBezTo>
                    <a:pt x="7885" y="12521"/>
                    <a:pt x="7885" y="12521"/>
                    <a:pt x="7885" y="12521"/>
                  </a:cubicBezTo>
                  <a:cubicBezTo>
                    <a:pt x="7885" y="12834"/>
                    <a:pt x="7885" y="12834"/>
                    <a:pt x="7885" y="12834"/>
                  </a:cubicBezTo>
                  <a:cubicBezTo>
                    <a:pt x="7885" y="13460"/>
                    <a:pt x="7885" y="13460"/>
                    <a:pt x="7885" y="13460"/>
                  </a:cubicBezTo>
                  <a:cubicBezTo>
                    <a:pt x="7885" y="13773"/>
                    <a:pt x="7885" y="13773"/>
                    <a:pt x="7885" y="13773"/>
                  </a:cubicBezTo>
                  <a:cubicBezTo>
                    <a:pt x="7542" y="14086"/>
                    <a:pt x="7542" y="14086"/>
                    <a:pt x="7542" y="14086"/>
                  </a:cubicBezTo>
                  <a:cubicBezTo>
                    <a:pt x="7885" y="14400"/>
                    <a:pt x="7885" y="14400"/>
                    <a:pt x="7885" y="14400"/>
                  </a:cubicBezTo>
                  <a:cubicBezTo>
                    <a:pt x="7885" y="14713"/>
                    <a:pt x="7885" y="14713"/>
                    <a:pt x="7885" y="14713"/>
                  </a:cubicBezTo>
                  <a:cubicBezTo>
                    <a:pt x="7885" y="14713"/>
                    <a:pt x="7885" y="14713"/>
                    <a:pt x="7885" y="14713"/>
                  </a:cubicBezTo>
                  <a:cubicBezTo>
                    <a:pt x="7885" y="14713"/>
                    <a:pt x="7885" y="14713"/>
                    <a:pt x="7885" y="14713"/>
                  </a:cubicBezTo>
                  <a:cubicBezTo>
                    <a:pt x="7885" y="15026"/>
                    <a:pt x="7885" y="15026"/>
                    <a:pt x="7885" y="15026"/>
                  </a:cubicBezTo>
                  <a:cubicBezTo>
                    <a:pt x="7542" y="15339"/>
                    <a:pt x="7542" y="15339"/>
                    <a:pt x="7542" y="15339"/>
                  </a:cubicBezTo>
                  <a:cubicBezTo>
                    <a:pt x="7200" y="15339"/>
                    <a:pt x="7200" y="15339"/>
                    <a:pt x="7200" y="15339"/>
                  </a:cubicBezTo>
                  <a:close/>
                  <a:moveTo>
                    <a:pt x="10628" y="21600"/>
                  </a:moveTo>
                  <a:cubicBezTo>
                    <a:pt x="10971" y="21600"/>
                    <a:pt x="10971" y="21600"/>
                    <a:pt x="10971" y="21600"/>
                  </a:cubicBezTo>
                  <a:cubicBezTo>
                    <a:pt x="10971" y="21286"/>
                    <a:pt x="10971" y="21286"/>
                    <a:pt x="10971" y="21286"/>
                  </a:cubicBezTo>
                  <a:cubicBezTo>
                    <a:pt x="10628" y="20973"/>
                    <a:pt x="10628" y="20973"/>
                    <a:pt x="10628" y="20973"/>
                  </a:cubicBezTo>
                  <a:cubicBezTo>
                    <a:pt x="10285" y="20973"/>
                    <a:pt x="10285" y="20973"/>
                    <a:pt x="10285" y="20973"/>
                  </a:cubicBezTo>
                  <a:cubicBezTo>
                    <a:pt x="10285" y="21286"/>
                    <a:pt x="10285" y="21286"/>
                    <a:pt x="10285" y="21286"/>
                  </a:cubicBezTo>
                  <a:cubicBezTo>
                    <a:pt x="10285" y="21286"/>
                    <a:pt x="10285" y="21286"/>
                    <a:pt x="10285" y="21286"/>
                  </a:cubicBezTo>
                  <a:cubicBezTo>
                    <a:pt x="10628" y="21600"/>
                    <a:pt x="10628" y="21600"/>
                    <a:pt x="10628" y="21600"/>
                  </a:cubicBezTo>
                  <a:cubicBezTo>
                    <a:pt x="10628" y="21600"/>
                    <a:pt x="10628" y="21600"/>
                    <a:pt x="10628" y="2160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6" name="AutoShape 10"/>
            <p:cNvSpPr>
              <a:spLocks/>
            </p:cNvSpPr>
            <p:nvPr/>
          </p:nvSpPr>
          <p:spPr bwMode="auto">
            <a:xfrm>
              <a:off x="18998469" y="4132738"/>
              <a:ext cx="1043167" cy="1777904"/>
            </a:xfrm>
            <a:custGeom>
              <a:avLst/>
              <a:gdLst>
                <a:gd name="T0" fmla="*/ 521584 w 21600"/>
                <a:gd name="T1" fmla="*/ 888952 h 21600"/>
                <a:gd name="T2" fmla="*/ 521584 w 21600"/>
                <a:gd name="T3" fmla="*/ 888952 h 21600"/>
                <a:gd name="T4" fmla="*/ 521584 w 21600"/>
                <a:gd name="T5" fmla="*/ 888952 h 21600"/>
                <a:gd name="T6" fmla="*/ 521584 w 21600"/>
                <a:gd name="T7" fmla="*/ 8889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673" y="10442"/>
                  </a:moveTo>
                  <a:lnTo>
                    <a:pt x="9006" y="10442"/>
                  </a:lnTo>
                  <a:lnTo>
                    <a:pt x="8673" y="10442"/>
                  </a:lnTo>
                  <a:close/>
                  <a:moveTo>
                    <a:pt x="9006" y="10442"/>
                  </a:moveTo>
                  <a:lnTo>
                    <a:pt x="9006" y="10251"/>
                  </a:lnTo>
                  <a:lnTo>
                    <a:pt x="9257" y="10251"/>
                  </a:lnTo>
                  <a:lnTo>
                    <a:pt x="9006" y="10442"/>
                  </a:lnTo>
                  <a:close/>
                  <a:moveTo>
                    <a:pt x="333" y="21600"/>
                  </a:moveTo>
                  <a:lnTo>
                    <a:pt x="333" y="21409"/>
                  </a:lnTo>
                  <a:lnTo>
                    <a:pt x="0" y="21409"/>
                  </a:lnTo>
                  <a:lnTo>
                    <a:pt x="0" y="21600"/>
                  </a:lnTo>
                  <a:lnTo>
                    <a:pt x="333" y="21600"/>
                  </a:lnTo>
                  <a:close/>
                  <a:moveTo>
                    <a:pt x="667" y="21409"/>
                  </a:moveTo>
                  <a:lnTo>
                    <a:pt x="667" y="21218"/>
                  </a:lnTo>
                  <a:lnTo>
                    <a:pt x="917" y="21409"/>
                  </a:lnTo>
                  <a:lnTo>
                    <a:pt x="667" y="21600"/>
                  </a:lnTo>
                  <a:lnTo>
                    <a:pt x="667" y="21409"/>
                  </a:lnTo>
                  <a:close/>
                  <a:moveTo>
                    <a:pt x="1834" y="20884"/>
                  </a:moveTo>
                  <a:lnTo>
                    <a:pt x="1834" y="21027"/>
                  </a:lnTo>
                  <a:lnTo>
                    <a:pt x="2168" y="21027"/>
                  </a:lnTo>
                  <a:lnTo>
                    <a:pt x="1834" y="20884"/>
                  </a:lnTo>
                  <a:close/>
                  <a:moveTo>
                    <a:pt x="5003" y="19645"/>
                  </a:moveTo>
                  <a:lnTo>
                    <a:pt x="4670" y="19454"/>
                  </a:lnTo>
                  <a:lnTo>
                    <a:pt x="5003" y="19454"/>
                  </a:lnTo>
                  <a:lnTo>
                    <a:pt x="5003" y="19263"/>
                  </a:lnTo>
                  <a:lnTo>
                    <a:pt x="5254" y="19120"/>
                  </a:lnTo>
                  <a:lnTo>
                    <a:pt x="5587" y="19120"/>
                  </a:lnTo>
                  <a:lnTo>
                    <a:pt x="5254" y="19263"/>
                  </a:lnTo>
                  <a:lnTo>
                    <a:pt x="5254" y="19454"/>
                  </a:lnTo>
                  <a:lnTo>
                    <a:pt x="5003" y="19454"/>
                  </a:lnTo>
                  <a:lnTo>
                    <a:pt x="5003" y="19645"/>
                  </a:lnTo>
                  <a:close/>
                  <a:moveTo>
                    <a:pt x="6171" y="18214"/>
                  </a:moveTo>
                  <a:lnTo>
                    <a:pt x="6171" y="18405"/>
                  </a:lnTo>
                  <a:lnTo>
                    <a:pt x="5921" y="18405"/>
                  </a:lnTo>
                  <a:lnTo>
                    <a:pt x="5921" y="18214"/>
                  </a:lnTo>
                  <a:lnTo>
                    <a:pt x="6171" y="18214"/>
                  </a:lnTo>
                  <a:close/>
                  <a:moveTo>
                    <a:pt x="6505" y="18023"/>
                  </a:moveTo>
                  <a:lnTo>
                    <a:pt x="6505" y="17880"/>
                  </a:lnTo>
                  <a:lnTo>
                    <a:pt x="6171" y="17880"/>
                  </a:lnTo>
                  <a:lnTo>
                    <a:pt x="6505" y="17690"/>
                  </a:lnTo>
                  <a:lnTo>
                    <a:pt x="6838" y="17690"/>
                  </a:lnTo>
                  <a:lnTo>
                    <a:pt x="6838" y="17880"/>
                  </a:lnTo>
                  <a:lnTo>
                    <a:pt x="6505" y="18023"/>
                  </a:lnTo>
                  <a:close/>
                  <a:moveTo>
                    <a:pt x="13593" y="3909"/>
                  </a:moveTo>
                  <a:lnTo>
                    <a:pt x="13593" y="3719"/>
                  </a:lnTo>
                  <a:lnTo>
                    <a:pt x="13927" y="3528"/>
                  </a:lnTo>
                  <a:lnTo>
                    <a:pt x="13927" y="3909"/>
                  </a:lnTo>
                  <a:lnTo>
                    <a:pt x="13593" y="3909"/>
                  </a:lnTo>
                  <a:close/>
                  <a:moveTo>
                    <a:pt x="15428" y="4577"/>
                  </a:moveTo>
                  <a:lnTo>
                    <a:pt x="15178" y="4434"/>
                  </a:lnTo>
                  <a:lnTo>
                    <a:pt x="15178" y="4052"/>
                  </a:lnTo>
                  <a:lnTo>
                    <a:pt x="14844" y="3909"/>
                  </a:lnTo>
                  <a:lnTo>
                    <a:pt x="14511" y="3719"/>
                  </a:lnTo>
                  <a:lnTo>
                    <a:pt x="14261" y="3719"/>
                  </a:lnTo>
                  <a:lnTo>
                    <a:pt x="14261" y="3194"/>
                  </a:lnTo>
                  <a:lnTo>
                    <a:pt x="14511" y="3003"/>
                  </a:lnTo>
                  <a:lnTo>
                    <a:pt x="14844" y="2813"/>
                  </a:lnTo>
                  <a:lnTo>
                    <a:pt x="14844" y="2670"/>
                  </a:lnTo>
                  <a:lnTo>
                    <a:pt x="14511" y="2670"/>
                  </a:lnTo>
                  <a:lnTo>
                    <a:pt x="14511" y="2479"/>
                  </a:lnTo>
                  <a:lnTo>
                    <a:pt x="15178" y="2479"/>
                  </a:lnTo>
                  <a:lnTo>
                    <a:pt x="15428" y="2670"/>
                  </a:lnTo>
                  <a:lnTo>
                    <a:pt x="15762" y="2479"/>
                  </a:lnTo>
                  <a:lnTo>
                    <a:pt x="15762" y="2288"/>
                  </a:lnTo>
                  <a:lnTo>
                    <a:pt x="15428" y="2145"/>
                  </a:lnTo>
                  <a:lnTo>
                    <a:pt x="15428" y="1764"/>
                  </a:lnTo>
                  <a:lnTo>
                    <a:pt x="15762" y="1764"/>
                  </a:lnTo>
                  <a:lnTo>
                    <a:pt x="15428" y="1573"/>
                  </a:lnTo>
                  <a:lnTo>
                    <a:pt x="15428" y="905"/>
                  </a:lnTo>
                  <a:lnTo>
                    <a:pt x="14844" y="524"/>
                  </a:lnTo>
                  <a:lnTo>
                    <a:pt x="14844" y="190"/>
                  </a:lnTo>
                  <a:lnTo>
                    <a:pt x="15178" y="0"/>
                  </a:lnTo>
                  <a:lnTo>
                    <a:pt x="15428" y="0"/>
                  </a:lnTo>
                  <a:lnTo>
                    <a:pt x="15428" y="190"/>
                  </a:lnTo>
                  <a:lnTo>
                    <a:pt x="15762" y="333"/>
                  </a:lnTo>
                  <a:lnTo>
                    <a:pt x="16429" y="333"/>
                  </a:lnTo>
                  <a:lnTo>
                    <a:pt x="16429" y="524"/>
                  </a:lnTo>
                  <a:lnTo>
                    <a:pt x="17013" y="905"/>
                  </a:lnTo>
                  <a:lnTo>
                    <a:pt x="17346" y="1049"/>
                  </a:lnTo>
                  <a:lnTo>
                    <a:pt x="17596" y="1049"/>
                  </a:lnTo>
                  <a:lnTo>
                    <a:pt x="17930" y="1239"/>
                  </a:lnTo>
                  <a:lnTo>
                    <a:pt x="18514" y="1430"/>
                  </a:lnTo>
                  <a:lnTo>
                    <a:pt x="18847" y="1430"/>
                  </a:lnTo>
                  <a:lnTo>
                    <a:pt x="19181" y="1573"/>
                  </a:lnTo>
                  <a:lnTo>
                    <a:pt x="19181" y="1430"/>
                  </a:lnTo>
                  <a:lnTo>
                    <a:pt x="19515" y="1573"/>
                  </a:lnTo>
                  <a:lnTo>
                    <a:pt x="19765" y="1430"/>
                  </a:lnTo>
                  <a:lnTo>
                    <a:pt x="20098" y="1430"/>
                  </a:lnTo>
                  <a:lnTo>
                    <a:pt x="20432" y="1239"/>
                  </a:lnTo>
                  <a:lnTo>
                    <a:pt x="20432" y="1049"/>
                  </a:lnTo>
                  <a:lnTo>
                    <a:pt x="20432" y="1573"/>
                  </a:lnTo>
                  <a:lnTo>
                    <a:pt x="20682" y="1764"/>
                  </a:lnTo>
                  <a:lnTo>
                    <a:pt x="21016" y="1954"/>
                  </a:lnTo>
                  <a:lnTo>
                    <a:pt x="21016" y="2145"/>
                  </a:lnTo>
                  <a:lnTo>
                    <a:pt x="21349" y="2145"/>
                  </a:lnTo>
                  <a:lnTo>
                    <a:pt x="21349" y="1954"/>
                  </a:lnTo>
                  <a:lnTo>
                    <a:pt x="21600" y="1954"/>
                  </a:lnTo>
                  <a:lnTo>
                    <a:pt x="21600" y="2145"/>
                  </a:lnTo>
                  <a:lnTo>
                    <a:pt x="21349" y="2288"/>
                  </a:lnTo>
                  <a:lnTo>
                    <a:pt x="21016" y="2288"/>
                  </a:lnTo>
                  <a:lnTo>
                    <a:pt x="21016" y="2479"/>
                  </a:lnTo>
                  <a:lnTo>
                    <a:pt x="20432" y="2479"/>
                  </a:lnTo>
                  <a:lnTo>
                    <a:pt x="20432" y="2670"/>
                  </a:lnTo>
                  <a:lnTo>
                    <a:pt x="20098" y="2670"/>
                  </a:lnTo>
                  <a:lnTo>
                    <a:pt x="19765" y="2479"/>
                  </a:lnTo>
                  <a:lnTo>
                    <a:pt x="19765" y="2670"/>
                  </a:lnTo>
                  <a:lnTo>
                    <a:pt x="19181" y="2813"/>
                  </a:lnTo>
                  <a:lnTo>
                    <a:pt x="19181" y="3719"/>
                  </a:lnTo>
                  <a:lnTo>
                    <a:pt x="18847" y="3719"/>
                  </a:lnTo>
                  <a:lnTo>
                    <a:pt x="18847" y="3528"/>
                  </a:lnTo>
                  <a:lnTo>
                    <a:pt x="18264" y="3528"/>
                  </a:lnTo>
                  <a:lnTo>
                    <a:pt x="17930" y="3385"/>
                  </a:lnTo>
                  <a:lnTo>
                    <a:pt x="17596" y="3194"/>
                  </a:lnTo>
                  <a:lnTo>
                    <a:pt x="16679" y="3194"/>
                  </a:lnTo>
                  <a:lnTo>
                    <a:pt x="16679" y="3003"/>
                  </a:lnTo>
                  <a:lnTo>
                    <a:pt x="16429" y="3003"/>
                  </a:lnTo>
                  <a:lnTo>
                    <a:pt x="15762" y="3385"/>
                  </a:lnTo>
                  <a:lnTo>
                    <a:pt x="15428" y="3194"/>
                  </a:lnTo>
                  <a:lnTo>
                    <a:pt x="15178" y="3194"/>
                  </a:lnTo>
                  <a:lnTo>
                    <a:pt x="15178" y="3528"/>
                  </a:lnTo>
                  <a:lnTo>
                    <a:pt x="15428" y="3719"/>
                  </a:lnTo>
                  <a:lnTo>
                    <a:pt x="15762" y="3719"/>
                  </a:lnTo>
                  <a:lnTo>
                    <a:pt x="16095" y="3909"/>
                  </a:lnTo>
                  <a:lnTo>
                    <a:pt x="16679" y="3909"/>
                  </a:lnTo>
                  <a:lnTo>
                    <a:pt x="16429" y="4052"/>
                  </a:lnTo>
                  <a:lnTo>
                    <a:pt x="16429" y="4243"/>
                  </a:lnTo>
                  <a:lnTo>
                    <a:pt x="16429" y="4052"/>
                  </a:lnTo>
                  <a:lnTo>
                    <a:pt x="15762" y="4052"/>
                  </a:lnTo>
                  <a:lnTo>
                    <a:pt x="15762" y="4434"/>
                  </a:lnTo>
                  <a:lnTo>
                    <a:pt x="15428" y="4577"/>
                  </a:lnTo>
                  <a:close/>
                  <a:moveTo>
                    <a:pt x="14844" y="8487"/>
                  </a:moveTo>
                  <a:lnTo>
                    <a:pt x="14844" y="8296"/>
                  </a:lnTo>
                  <a:lnTo>
                    <a:pt x="15178" y="8296"/>
                  </a:lnTo>
                  <a:lnTo>
                    <a:pt x="14844" y="8296"/>
                  </a:lnTo>
                  <a:lnTo>
                    <a:pt x="14844" y="7962"/>
                  </a:lnTo>
                  <a:lnTo>
                    <a:pt x="15178" y="7962"/>
                  </a:lnTo>
                  <a:lnTo>
                    <a:pt x="15178" y="8487"/>
                  </a:lnTo>
                  <a:lnTo>
                    <a:pt x="14844" y="8487"/>
                  </a:lnTo>
                  <a:close/>
                  <a:moveTo>
                    <a:pt x="5003" y="13255"/>
                  </a:moveTo>
                  <a:lnTo>
                    <a:pt x="5003" y="13446"/>
                  </a:lnTo>
                  <a:lnTo>
                    <a:pt x="5003" y="13255"/>
                  </a:lnTo>
                  <a:close/>
                  <a:moveTo>
                    <a:pt x="4670" y="13446"/>
                  </a:moveTo>
                  <a:lnTo>
                    <a:pt x="5003" y="13446"/>
                  </a:lnTo>
                  <a:lnTo>
                    <a:pt x="4670" y="13446"/>
                  </a:lnTo>
                  <a:close/>
                  <a:moveTo>
                    <a:pt x="4670" y="13446"/>
                  </a:moveTo>
                  <a:close/>
                  <a:moveTo>
                    <a:pt x="4336" y="13637"/>
                  </a:moveTo>
                  <a:lnTo>
                    <a:pt x="4670" y="13637"/>
                  </a:lnTo>
                  <a:lnTo>
                    <a:pt x="4336" y="13637"/>
                  </a:lnTo>
                  <a:close/>
                  <a:moveTo>
                    <a:pt x="4336" y="13970"/>
                  </a:moveTo>
                  <a:lnTo>
                    <a:pt x="4003" y="13780"/>
                  </a:lnTo>
                  <a:lnTo>
                    <a:pt x="4003" y="13637"/>
                  </a:lnTo>
                  <a:lnTo>
                    <a:pt x="4336" y="13637"/>
                  </a:lnTo>
                  <a:lnTo>
                    <a:pt x="4336" y="13780"/>
                  </a:lnTo>
                  <a:lnTo>
                    <a:pt x="4670" y="13780"/>
                  </a:lnTo>
                  <a:lnTo>
                    <a:pt x="4336" y="13970"/>
                  </a:lnTo>
                  <a:close/>
                  <a:moveTo>
                    <a:pt x="6171" y="13970"/>
                  </a:moveTo>
                  <a:lnTo>
                    <a:pt x="6505" y="13780"/>
                  </a:lnTo>
                  <a:lnTo>
                    <a:pt x="6505" y="13970"/>
                  </a:lnTo>
                  <a:lnTo>
                    <a:pt x="6171" y="13970"/>
                  </a:lnTo>
                  <a:close/>
                  <a:moveTo>
                    <a:pt x="6171" y="14161"/>
                  </a:moveTo>
                  <a:lnTo>
                    <a:pt x="6171" y="14304"/>
                  </a:lnTo>
                  <a:lnTo>
                    <a:pt x="6171" y="14161"/>
                  </a:lnTo>
                  <a:close/>
                  <a:moveTo>
                    <a:pt x="5921" y="13780"/>
                  </a:moveTo>
                  <a:lnTo>
                    <a:pt x="5921" y="14161"/>
                  </a:lnTo>
                  <a:lnTo>
                    <a:pt x="6171" y="14161"/>
                  </a:lnTo>
                  <a:lnTo>
                    <a:pt x="6171" y="13780"/>
                  </a:lnTo>
                  <a:lnTo>
                    <a:pt x="5921" y="13780"/>
                  </a:lnTo>
                  <a:close/>
                  <a:moveTo>
                    <a:pt x="11759" y="12206"/>
                  </a:moveTo>
                  <a:lnTo>
                    <a:pt x="11759" y="11872"/>
                  </a:lnTo>
                  <a:lnTo>
                    <a:pt x="12092" y="11872"/>
                  </a:lnTo>
                  <a:lnTo>
                    <a:pt x="12092" y="12206"/>
                  </a:lnTo>
                  <a:lnTo>
                    <a:pt x="11759" y="12206"/>
                  </a:lnTo>
                  <a:close/>
                  <a:moveTo>
                    <a:pt x="10841" y="12015"/>
                  </a:moveTo>
                  <a:lnTo>
                    <a:pt x="11175" y="11872"/>
                  </a:lnTo>
                  <a:lnTo>
                    <a:pt x="11425" y="11872"/>
                  </a:lnTo>
                  <a:lnTo>
                    <a:pt x="11175" y="12015"/>
                  </a:lnTo>
                  <a:lnTo>
                    <a:pt x="10841" y="12015"/>
                  </a:lnTo>
                  <a:close/>
                  <a:moveTo>
                    <a:pt x="9590" y="13446"/>
                  </a:moveTo>
                  <a:lnTo>
                    <a:pt x="10174" y="13446"/>
                  </a:lnTo>
                  <a:lnTo>
                    <a:pt x="9924" y="13255"/>
                  </a:lnTo>
                  <a:lnTo>
                    <a:pt x="9924" y="13112"/>
                  </a:lnTo>
                  <a:lnTo>
                    <a:pt x="10174" y="12921"/>
                  </a:lnTo>
                  <a:lnTo>
                    <a:pt x="10508" y="12921"/>
                  </a:lnTo>
                  <a:lnTo>
                    <a:pt x="10508" y="12731"/>
                  </a:lnTo>
                  <a:lnTo>
                    <a:pt x="10841" y="12731"/>
                  </a:lnTo>
                  <a:lnTo>
                    <a:pt x="11175" y="12921"/>
                  </a:lnTo>
                  <a:lnTo>
                    <a:pt x="11425" y="12921"/>
                  </a:lnTo>
                  <a:lnTo>
                    <a:pt x="12092" y="12540"/>
                  </a:lnTo>
                  <a:lnTo>
                    <a:pt x="12092" y="12397"/>
                  </a:lnTo>
                  <a:lnTo>
                    <a:pt x="11759" y="12397"/>
                  </a:lnTo>
                  <a:lnTo>
                    <a:pt x="11425" y="12206"/>
                  </a:lnTo>
                  <a:lnTo>
                    <a:pt x="11175" y="12206"/>
                  </a:lnTo>
                  <a:lnTo>
                    <a:pt x="10841" y="12015"/>
                  </a:lnTo>
                  <a:lnTo>
                    <a:pt x="10508" y="12206"/>
                  </a:lnTo>
                  <a:lnTo>
                    <a:pt x="10508" y="12397"/>
                  </a:lnTo>
                  <a:lnTo>
                    <a:pt x="10174" y="12397"/>
                  </a:lnTo>
                  <a:lnTo>
                    <a:pt x="9924" y="12540"/>
                  </a:lnTo>
                  <a:lnTo>
                    <a:pt x="9590" y="12540"/>
                  </a:lnTo>
                  <a:lnTo>
                    <a:pt x="9590" y="12397"/>
                  </a:lnTo>
                  <a:lnTo>
                    <a:pt x="9257" y="12397"/>
                  </a:lnTo>
                  <a:lnTo>
                    <a:pt x="9006" y="12540"/>
                  </a:lnTo>
                  <a:lnTo>
                    <a:pt x="9006" y="12731"/>
                  </a:lnTo>
                  <a:lnTo>
                    <a:pt x="8673" y="12731"/>
                  </a:lnTo>
                  <a:lnTo>
                    <a:pt x="8673" y="12921"/>
                  </a:lnTo>
                  <a:lnTo>
                    <a:pt x="9257" y="12921"/>
                  </a:lnTo>
                  <a:lnTo>
                    <a:pt x="9257" y="13446"/>
                  </a:lnTo>
                  <a:lnTo>
                    <a:pt x="9590" y="13446"/>
                  </a:lnTo>
                  <a:close/>
                  <a:moveTo>
                    <a:pt x="7755" y="15925"/>
                  </a:moveTo>
                  <a:lnTo>
                    <a:pt x="7755" y="15735"/>
                  </a:lnTo>
                  <a:lnTo>
                    <a:pt x="7422" y="15735"/>
                  </a:lnTo>
                  <a:lnTo>
                    <a:pt x="7422" y="15925"/>
                  </a:lnTo>
                  <a:lnTo>
                    <a:pt x="7755" y="16116"/>
                  </a:lnTo>
                  <a:lnTo>
                    <a:pt x="8089" y="15925"/>
                  </a:lnTo>
                  <a:lnTo>
                    <a:pt x="7755" y="15925"/>
                  </a:lnTo>
                  <a:close/>
                  <a:moveTo>
                    <a:pt x="8089" y="15735"/>
                  </a:moveTo>
                  <a:lnTo>
                    <a:pt x="8089" y="15401"/>
                  </a:lnTo>
                  <a:lnTo>
                    <a:pt x="8339" y="15544"/>
                  </a:lnTo>
                  <a:lnTo>
                    <a:pt x="8089" y="15735"/>
                  </a:lnTo>
                  <a:close/>
                  <a:moveTo>
                    <a:pt x="7755" y="15401"/>
                  </a:moveTo>
                  <a:lnTo>
                    <a:pt x="7755" y="15210"/>
                  </a:lnTo>
                  <a:lnTo>
                    <a:pt x="8089" y="15019"/>
                  </a:lnTo>
                  <a:lnTo>
                    <a:pt x="8089" y="14876"/>
                  </a:lnTo>
                  <a:lnTo>
                    <a:pt x="7755" y="14876"/>
                  </a:lnTo>
                  <a:lnTo>
                    <a:pt x="8339" y="14876"/>
                  </a:lnTo>
                  <a:lnTo>
                    <a:pt x="8339" y="13637"/>
                  </a:lnTo>
                  <a:lnTo>
                    <a:pt x="8673" y="13637"/>
                  </a:lnTo>
                  <a:lnTo>
                    <a:pt x="8673" y="13446"/>
                  </a:lnTo>
                  <a:lnTo>
                    <a:pt x="8339" y="13446"/>
                  </a:lnTo>
                  <a:lnTo>
                    <a:pt x="8339" y="13255"/>
                  </a:lnTo>
                  <a:lnTo>
                    <a:pt x="8089" y="13255"/>
                  </a:lnTo>
                  <a:lnTo>
                    <a:pt x="7755" y="13112"/>
                  </a:lnTo>
                  <a:lnTo>
                    <a:pt x="8089" y="13112"/>
                  </a:lnTo>
                  <a:lnTo>
                    <a:pt x="8089" y="12731"/>
                  </a:lnTo>
                  <a:lnTo>
                    <a:pt x="7755" y="12731"/>
                  </a:lnTo>
                  <a:lnTo>
                    <a:pt x="7422" y="12921"/>
                  </a:lnTo>
                  <a:lnTo>
                    <a:pt x="7088" y="12731"/>
                  </a:lnTo>
                  <a:lnTo>
                    <a:pt x="7088" y="12540"/>
                  </a:lnTo>
                  <a:lnTo>
                    <a:pt x="7422" y="12540"/>
                  </a:lnTo>
                  <a:lnTo>
                    <a:pt x="7755" y="12397"/>
                  </a:lnTo>
                  <a:lnTo>
                    <a:pt x="8339" y="12540"/>
                  </a:lnTo>
                  <a:lnTo>
                    <a:pt x="8673" y="12540"/>
                  </a:lnTo>
                  <a:lnTo>
                    <a:pt x="8673" y="12206"/>
                  </a:lnTo>
                  <a:lnTo>
                    <a:pt x="8339" y="12206"/>
                  </a:lnTo>
                  <a:lnTo>
                    <a:pt x="8673" y="12015"/>
                  </a:lnTo>
                  <a:lnTo>
                    <a:pt x="9006" y="12206"/>
                  </a:lnTo>
                  <a:lnTo>
                    <a:pt x="9257" y="12015"/>
                  </a:lnTo>
                  <a:lnTo>
                    <a:pt x="10841" y="12015"/>
                  </a:lnTo>
                  <a:lnTo>
                    <a:pt x="10841" y="11872"/>
                  </a:lnTo>
                  <a:lnTo>
                    <a:pt x="11175" y="11872"/>
                  </a:lnTo>
                  <a:lnTo>
                    <a:pt x="11425" y="11682"/>
                  </a:lnTo>
                  <a:lnTo>
                    <a:pt x="11759" y="11491"/>
                  </a:lnTo>
                  <a:lnTo>
                    <a:pt x="12092" y="11682"/>
                  </a:lnTo>
                  <a:lnTo>
                    <a:pt x="12342" y="11682"/>
                  </a:lnTo>
                  <a:lnTo>
                    <a:pt x="12342" y="11872"/>
                  </a:lnTo>
                  <a:lnTo>
                    <a:pt x="12092" y="12015"/>
                  </a:lnTo>
                  <a:lnTo>
                    <a:pt x="12342" y="12015"/>
                  </a:lnTo>
                  <a:lnTo>
                    <a:pt x="12342" y="12540"/>
                  </a:lnTo>
                  <a:lnTo>
                    <a:pt x="12676" y="12540"/>
                  </a:lnTo>
                  <a:lnTo>
                    <a:pt x="13010" y="12731"/>
                  </a:lnTo>
                  <a:lnTo>
                    <a:pt x="13593" y="12731"/>
                  </a:lnTo>
                  <a:lnTo>
                    <a:pt x="13593" y="12540"/>
                  </a:lnTo>
                  <a:lnTo>
                    <a:pt x="13927" y="12397"/>
                  </a:lnTo>
                  <a:lnTo>
                    <a:pt x="13927" y="12206"/>
                  </a:lnTo>
                  <a:lnTo>
                    <a:pt x="14261" y="12015"/>
                  </a:lnTo>
                  <a:lnTo>
                    <a:pt x="14511" y="12015"/>
                  </a:lnTo>
                  <a:lnTo>
                    <a:pt x="14511" y="11682"/>
                  </a:lnTo>
                  <a:lnTo>
                    <a:pt x="13927" y="11682"/>
                  </a:lnTo>
                  <a:lnTo>
                    <a:pt x="13927" y="11300"/>
                  </a:lnTo>
                  <a:lnTo>
                    <a:pt x="14261" y="11300"/>
                  </a:lnTo>
                  <a:lnTo>
                    <a:pt x="14261" y="11491"/>
                  </a:lnTo>
                  <a:lnTo>
                    <a:pt x="15178" y="11491"/>
                  </a:lnTo>
                  <a:lnTo>
                    <a:pt x="14844" y="11682"/>
                  </a:lnTo>
                  <a:lnTo>
                    <a:pt x="15178" y="11682"/>
                  </a:lnTo>
                  <a:lnTo>
                    <a:pt x="15428" y="11491"/>
                  </a:lnTo>
                  <a:lnTo>
                    <a:pt x="16429" y="11491"/>
                  </a:lnTo>
                  <a:lnTo>
                    <a:pt x="16429" y="11157"/>
                  </a:lnTo>
                  <a:lnTo>
                    <a:pt x="17013" y="11157"/>
                  </a:lnTo>
                  <a:lnTo>
                    <a:pt x="17013" y="11491"/>
                  </a:lnTo>
                  <a:lnTo>
                    <a:pt x="17346" y="11491"/>
                  </a:lnTo>
                  <a:lnTo>
                    <a:pt x="17346" y="10966"/>
                  </a:lnTo>
                  <a:lnTo>
                    <a:pt x="17596" y="10776"/>
                  </a:lnTo>
                  <a:lnTo>
                    <a:pt x="17930" y="10776"/>
                  </a:lnTo>
                  <a:lnTo>
                    <a:pt x="17596" y="10633"/>
                  </a:lnTo>
                  <a:lnTo>
                    <a:pt x="17930" y="10442"/>
                  </a:lnTo>
                  <a:lnTo>
                    <a:pt x="18264" y="10442"/>
                  </a:lnTo>
                  <a:lnTo>
                    <a:pt x="18264" y="11300"/>
                  </a:lnTo>
                  <a:lnTo>
                    <a:pt x="18514" y="11157"/>
                  </a:lnTo>
                  <a:lnTo>
                    <a:pt x="18847" y="11157"/>
                  </a:lnTo>
                  <a:lnTo>
                    <a:pt x="19181" y="10966"/>
                  </a:lnTo>
                  <a:lnTo>
                    <a:pt x="19181" y="10633"/>
                  </a:lnTo>
                  <a:lnTo>
                    <a:pt x="19515" y="10442"/>
                  </a:lnTo>
                  <a:lnTo>
                    <a:pt x="18847" y="10060"/>
                  </a:lnTo>
                  <a:lnTo>
                    <a:pt x="18847" y="8868"/>
                  </a:lnTo>
                  <a:lnTo>
                    <a:pt x="18514" y="8487"/>
                  </a:lnTo>
                  <a:lnTo>
                    <a:pt x="18264" y="8153"/>
                  </a:lnTo>
                  <a:lnTo>
                    <a:pt x="18264" y="7772"/>
                  </a:lnTo>
                  <a:lnTo>
                    <a:pt x="18847" y="7629"/>
                  </a:lnTo>
                  <a:lnTo>
                    <a:pt x="19181" y="7772"/>
                  </a:lnTo>
                  <a:lnTo>
                    <a:pt x="19181" y="7438"/>
                  </a:lnTo>
                  <a:lnTo>
                    <a:pt x="18847" y="7438"/>
                  </a:lnTo>
                  <a:lnTo>
                    <a:pt x="18847" y="6198"/>
                  </a:lnTo>
                  <a:lnTo>
                    <a:pt x="18514" y="5817"/>
                  </a:lnTo>
                  <a:lnTo>
                    <a:pt x="18264" y="5817"/>
                  </a:lnTo>
                  <a:lnTo>
                    <a:pt x="18264" y="5483"/>
                  </a:lnTo>
                  <a:lnTo>
                    <a:pt x="17930" y="5483"/>
                  </a:lnTo>
                  <a:lnTo>
                    <a:pt x="17346" y="5149"/>
                  </a:lnTo>
                  <a:lnTo>
                    <a:pt x="17346" y="4958"/>
                  </a:lnTo>
                  <a:lnTo>
                    <a:pt x="17013" y="4768"/>
                  </a:lnTo>
                  <a:lnTo>
                    <a:pt x="17013" y="4577"/>
                  </a:lnTo>
                  <a:lnTo>
                    <a:pt x="16679" y="4434"/>
                  </a:lnTo>
                  <a:lnTo>
                    <a:pt x="16429" y="4434"/>
                  </a:lnTo>
                  <a:lnTo>
                    <a:pt x="16429" y="4768"/>
                  </a:lnTo>
                  <a:lnTo>
                    <a:pt x="16679" y="4768"/>
                  </a:lnTo>
                  <a:lnTo>
                    <a:pt x="17013" y="4577"/>
                  </a:lnTo>
                  <a:lnTo>
                    <a:pt x="17013" y="4958"/>
                  </a:lnTo>
                  <a:lnTo>
                    <a:pt x="16429" y="4958"/>
                  </a:lnTo>
                  <a:lnTo>
                    <a:pt x="16679" y="5149"/>
                  </a:lnTo>
                  <a:lnTo>
                    <a:pt x="16429" y="5149"/>
                  </a:lnTo>
                  <a:lnTo>
                    <a:pt x="16095" y="4958"/>
                  </a:lnTo>
                  <a:lnTo>
                    <a:pt x="16095" y="4768"/>
                  </a:lnTo>
                  <a:lnTo>
                    <a:pt x="15762" y="4768"/>
                  </a:lnTo>
                  <a:lnTo>
                    <a:pt x="15762" y="5292"/>
                  </a:lnTo>
                  <a:lnTo>
                    <a:pt x="15428" y="5483"/>
                  </a:lnTo>
                  <a:lnTo>
                    <a:pt x="15762" y="5674"/>
                  </a:lnTo>
                  <a:lnTo>
                    <a:pt x="16095" y="5817"/>
                  </a:lnTo>
                  <a:lnTo>
                    <a:pt x="15762" y="6007"/>
                  </a:lnTo>
                  <a:lnTo>
                    <a:pt x="15428" y="6007"/>
                  </a:lnTo>
                  <a:lnTo>
                    <a:pt x="15428" y="6198"/>
                  </a:lnTo>
                  <a:lnTo>
                    <a:pt x="15762" y="6198"/>
                  </a:lnTo>
                  <a:lnTo>
                    <a:pt x="16095" y="6007"/>
                  </a:lnTo>
                  <a:lnTo>
                    <a:pt x="16429" y="6389"/>
                  </a:lnTo>
                  <a:lnTo>
                    <a:pt x="16429" y="7247"/>
                  </a:lnTo>
                  <a:lnTo>
                    <a:pt x="16095" y="7772"/>
                  </a:lnTo>
                  <a:lnTo>
                    <a:pt x="16095" y="8153"/>
                  </a:lnTo>
                  <a:lnTo>
                    <a:pt x="15762" y="8296"/>
                  </a:lnTo>
                  <a:lnTo>
                    <a:pt x="15428" y="8487"/>
                  </a:lnTo>
                  <a:lnTo>
                    <a:pt x="15428" y="9011"/>
                  </a:lnTo>
                  <a:lnTo>
                    <a:pt x="15178" y="9202"/>
                  </a:lnTo>
                  <a:lnTo>
                    <a:pt x="14261" y="9393"/>
                  </a:lnTo>
                  <a:lnTo>
                    <a:pt x="13927" y="9536"/>
                  </a:lnTo>
                  <a:lnTo>
                    <a:pt x="13593" y="9393"/>
                  </a:lnTo>
                  <a:lnTo>
                    <a:pt x="13260" y="9202"/>
                  </a:lnTo>
                  <a:lnTo>
                    <a:pt x="13593" y="9011"/>
                  </a:lnTo>
                  <a:lnTo>
                    <a:pt x="13593" y="8868"/>
                  </a:lnTo>
                  <a:lnTo>
                    <a:pt x="13927" y="8868"/>
                  </a:lnTo>
                  <a:lnTo>
                    <a:pt x="13927" y="8678"/>
                  </a:lnTo>
                  <a:lnTo>
                    <a:pt x="13260" y="8868"/>
                  </a:lnTo>
                  <a:lnTo>
                    <a:pt x="13010" y="9011"/>
                  </a:lnTo>
                  <a:lnTo>
                    <a:pt x="13010" y="9727"/>
                  </a:lnTo>
                  <a:lnTo>
                    <a:pt x="12676" y="9917"/>
                  </a:lnTo>
                  <a:lnTo>
                    <a:pt x="12676" y="10633"/>
                  </a:lnTo>
                  <a:lnTo>
                    <a:pt x="12342" y="10633"/>
                  </a:lnTo>
                  <a:lnTo>
                    <a:pt x="12676" y="10776"/>
                  </a:lnTo>
                  <a:lnTo>
                    <a:pt x="12092" y="10776"/>
                  </a:lnTo>
                  <a:lnTo>
                    <a:pt x="11759" y="10633"/>
                  </a:lnTo>
                  <a:lnTo>
                    <a:pt x="11425" y="10633"/>
                  </a:lnTo>
                  <a:lnTo>
                    <a:pt x="10841" y="10776"/>
                  </a:lnTo>
                  <a:lnTo>
                    <a:pt x="10508" y="10776"/>
                  </a:lnTo>
                  <a:lnTo>
                    <a:pt x="10174" y="10966"/>
                  </a:lnTo>
                  <a:lnTo>
                    <a:pt x="9006" y="10966"/>
                  </a:lnTo>
                  <a:lnTo>
                    <a:pt x="8673" y="11157"/>
                  </a:lnTo>
                  <a:lnTo>
                    <a:pt x="8339" y="11300"/>
                  </a:lnTo>
                  <a:lnTo>
                    <a:pt x="8339" y="11491"/>
                  </a:lnTo>
                  <a:lnTo>
                    <a:pt x="7755" y="11682"/>
                  </a:lnTo>
                  <a:lnTo>
                    <a:pt x="7422" y="11872"/>
                  </a:lnTo>
                  <a:lnTo>
                    <a:pt x="7422" y="12015"/>
                  </a:lnTo>
                  <a:lnTo>
                    <a:pt x="6838" y="12015"/>
                  </a:lnTo>
                  <a:lnTo>
                    <a:pt x="6505" y="12206"/>
                  </a:lnTo>
                  <a:lnTo>
                    <a:pt x="6838" y="12397"/>
                  </a:lnTo>
                  <a:lnTo>
                    <a:pt x="6838" y="12540"/>
                  </a:lnTo>
                  <a:lnTo>
                    <a:pt x="6505" y="12540"/>
                  </a:lnTo>
                  <a:lnTo>
                    <a:pt x="6171" y="12731"/>
                  </a:lnTo>
                  <a:lnTo>
                    <a:pt x="6171" y="12921"/>
                  </a:lnTo>
                  <a:lnTo>
                    <a:pt x="5921" y="13112"/>
                  </a:lnTo>
                  <a:lnTo>
                    <a:pt x="5587" y="13112"/>
                  </a:lnTo>
                  <a:lnTo>
                    <a:pt x="5254" y="13255"/>
                  </a:lnTo>
                  <a:lnTo>
                    <a:pt x="5587" y="13255"/>
                  </a:lnTo>
                  <a:lnTo>
                    <a:pt x="5587" y="13446"/>
                  </a:lnTo>
                  <a:lnTo>
                    <a:pt x="5254" y="13446"/>
                  </a:lnTo>
                  <a:lnTo>
                    <a:pt x="5587" y="13637"/>
                  </a:lnTo>
                  <a:lnTo>
                    <a:pt x="5587" y="13780"/>
                  </a:lnTo>
                  <a:lnTo>
                    <a:pt x="5921" y="13637"/>
                  </a:lnTo>
                  <a:lnTo>
                    <a:pt x="6171" y="13637"/>
                  </a:lnTo>
                  <a:lnTo>
                    <a:pt x="6171" y="13780"/>
                  </a:lnTo>
                  <a:lnTo>
                    <a:pt x="6505" y="13780"/>
                  </a:lnTo>
                  <a:lnTo>
                    <a:pt x="6171" y="13637"/>
                  </a:lnTo>
                  <a:lnTo>
                    <a:pt x="5921" y="13637"/>
                  </a:lnTo>
                  <a:lnTo>
                    <a:pt x="5921" y="13255"/>
                  </a:lnTo>
                  <a:lnTo>
                    <a:pt x="6171" y="13255"/>
                  </a:lnTo>
                  <a:lnTo>
                    <a:pt x="6505" y="13446"/>
                  </a:lnTo>
                  <a:lnTo>
                    <a:pt x="6505" y="13637"/>
                  </a:lnTo>
                  <a:lnTo>
                    <a:pt x="6838" y="13780"/>
                  </a:lnTo>
                  <a:lnTo>
                    <a:pt x="6838" y="13970"/>
                  </a:lnTo>
                  <a:lnTo>
                    <a:pt x="6505" y="14161"/>
                  </a:lnTo>
                  <a:lnTo>
                    <a:pt x="6171" y="14161"/>
                  </a:lnTo>
                  <a:lnTo>
                    <a:pt x="6171" y="14304"/>
                  </a:lnTo>
                  <a:lnTo>
                    <a:pt x="6505" y="14495"/>
                  </a:lnTo>
                  <a:lnTo>
                    <a:pt x="6505" y="14686"/>
                  </a:lnTo>
                  <a:lnTo>
                    <a:pt x="6838" y="14876"/>
                  </a:lnTo>
                  <a:lnTo>
                    <a:pt x="6838" y="15210"/>
                  </a:lnTo>
                  <a:lnTo>
                    <a:pt x="7422" y="15210"/>
                  </a:lnTo>
                  <a:lnTo>
                    <a:pt x="7422" y="15019"/>
                  </a:lnTo>
                  <a:lnTo>
                    <a:pt x="7088" y="14876"/>
                  </a:lnTo>
                  <a:lnTo>
                    <a:pt x="7088" y="14686"/>
                  </a:lnTo>
                  <a:lnTo>
                    <a:pt x="7422" y="14686"/>
                  </a:lnTo>
                  <a:lnTo>
                    <a:pt x="7422" y="14876"/>
                  </a:lnTo>
                  <a:lnTo>
                    <a:pt x="7755" y="15210"/>
                  </a:lnTo>
                  <a:lnTo>
                    <a:pt x="7755" y="1540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7" name="AutoShape 11"/>
            <p:cNvSpPr>
              <a:spLocks/>
            </p:cNvSpPr>
            <p:nvPr/>
          </p:nvSpPr>
          <p:spPr bwMode="auto">
            <a:xfrm>
              <a:off x="18925973" y="4803865"/>
              <a:ext cx="298049" cy="419948"/>
            </a:xfrm>
            <a:custGeom>
              <a:avLst/>
              <a:gdLst>
                <a:gd name="T0" fmla="*/ 149025 w 21600"/>
                <a:gd name="T1" fmla="*/ 209974 h 21600"/>
                <a:gd name="T2" fmla="*/ 149025 w 21600"/>
                <a:gd name="T3" fmla="*/ 209974 h 21600"/>
                <a:gd name="T4" fmla="*/ 149025 w 21600"/>
                <a:gd name="T5" fmla="*/ 209974 h 21600"/>
                <a:gd name="T6" fmla="*/ 149025 w 21600"/>
                <a:gd name="T7" fmla="*/ 2099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15745"/>
                  </a:moveTo>
                  <a:lnTo>
                    <a:pt x="14010" y="15745"/>
                  </a:lnTo>
                  <a:lnTo>
                    <a:pt x="12843" y="15745"/>
                  </a:lnTo>
                  <a:close/>
                  <a:moveTo>
                    <a:pt x="6421" y="17966"/>
                  </a:moveTo>
                  <a:lnTo>
                    <a:pt x="5254" y="17158"/>
                  </a:lnTo>
                  <a:lnTo>
                    <a:pt x="6421" y="17158"/>
                  </a:lnTo>
                  <a:lnTo>
                    <a:pt x="6421" y="17966"/>
                  </a:lnTo>
                  <a:close/>
                  <a:moveTo>
                    <a:pt x="17221" y="14938"/>
                  </a:moveTo>
                  <a:lnTo>
                    <a:pt x="16054" y="14938"/>
                  </a:lnTo>
                  <a:lnTo>
                    <a:pt x="16054" y="15745"/>
                  </a:lnTo>
                  <a:lnTo>
                    <a:pt x="17221" y="15745"/>
                  </a:lnTo>
                  <a:lnTo>
                    <a:pt x="17221" y="14938"/>
                  </a:lnTo>
                  <a:close/>
                  <a:moveTo>
                    <a:pt x="20432" y="18571"/>
                  </a:moveTo>
                  <a:lnTo>
                    <a:pt x="20432" y="17966"/>
                  </a:lnTo>
                  <a:lnTo>
                    <a:pt x="21599" y="17966"/>
                  </a:lnTo>
                  <a:lnTo>
                    <a:pt x="21599" y="18571"/>
                  </a:lnTo>
                  <a:lnTo>
                    <a:pt x="20432" y="18571"/>
                  </a:lnTo>
                  <a:close/>
                  <a:moveTo>
                    <a:pt x="21599" y="17158"/>
                  </a:moveTo>
                  <a:lnTo>
                    <a:pt x="20432" y="17966"/>
                  </a:lnTo>
                  <a:lnTo>
                    <a:pt x="20432" y="16351"/>
                  </a:lnTo>
                  <a:lnTo>
                    <a:pt x="21599" y="16351"/>
                  </a:lnTo>
                  <a:lnTo>
                    <a:pt x="21599" y="17158"/>
                  </a:lnTo>
                  <a:close/>
                  <a:moveTo>
                    <a:pt x="7589" y="21599"/>
                  </a:moveTo>
                  <a:lnTo>
                    <a:pt x="7589" y="20994"/>
                  </a:lnTo>
                  <a:lnTo>
                    <a:pt x="9632" y="20186"/>
                  </a:lnTo>
                  <a:lnTo>
                    <a:pt x="10800" y="20994"/>
                  </a:lnTo>
                  <a:lnTo>
                    <a:pt x="9632" y="21599"/>
                  </a:lnTo>
                  <a:lnTo>
                    <a:pt x="7589" y="21599"/>
                  </a:lnTo>
                  <a:close/>
                  <a:moveTo>
                    <a:pt x="0" y="3633"/>
                  </a:moveTo>
                  <a:lnTo>
                    <a:pt x="875" y="3633"/>
                  </a:lnTo>
                  <a:lnTo>
                    <a:pt x="3210" y="5248"/>
                  </a:lnTo>
                  <a:lnTo>
                    <a:pt x="4378" y="5854"/>
                  </a:lnTo>
                  <a:lnTo>
                    <a:pt x="5254" y="5854"/>
                  </a:lnTo>
                  <a:lnTo>
                    <a:pt x="5254" y="6661"/>
                  </a:lnTo>
                  <a:lnTo>
                    <a:pt x="6421" y="7469"/>
                  </a:lnTo>
                  <a:lnTo>
                    <a:pt x="4378" y="7469"/>
                  </a:lnTo>
                  <a:lnTo>
                    <a:pt x="4378" y="6661"/>
                  </a:lnTo>
                  <a:lnTo>
                    <a:pt x="3210" y="7469"/>
                  </a:lnTo>
                  <a:lnTo>
                    <a:pt x="2043" y="8074"/>
                  </a:lnTo>
                  <a:lnTo>
                    <a:pt x="4378" y="8882"/>
                  </a:lnTo>
                  <a:lnTo>
                    <a:pt x="5254" y="8882"/>
                  </a:lnTo>
                  <a:lnTo>
                    <a:pt x="5254" y="10497"/>
                  </a:lnTo>
                  <a:lnTo>
                    <a:pt x="6421" y="10497"/>
                  </a:lnTo>
                  <a:lnTo>
                    <a:pt x="6421" y="11910"/>
                  </a:lnTo>
                  <a:lnTo>
                    <a:pt x="5254" y="11910"/>
                  </a:lnTo>
                  <a:lnTo>
                    <a:pt x="5254" y="12717"/>
                  </a:lnTo>
                  <a:lnTo>
                    <a:pt x="6421" y="12717"/>
                  </a:lnTo>
                  <a:lnTo>
                    <a:pt x="6421" y="13323"/>
                  </a:lnTo>
                  <a:lnTo>
                    <a:pt x="5254" y="13323"/>
                  </a:lnTo>
                  <a:lnTo>
                    <a:pt x="5254" y="14130"/>
                  </a:lnTo>
                  <a:lnTo>
                    <a:pt x="6421" y="14938"/>
                  </a:lnTo>
                  <a:lnTo>
                    <a:pt x="5254" y="14938"/>
                  </a:lnTo>
                  <a:lnTo>
                    <a:pt x="6421" y="16351"/>
                  </a:lnTo>
                  <a:lnTo>
                    <a:pt x="7589" y="16351"/>
                  </a:lnTo>
                  <a:lnTo>
                    <a:pt x="7589" y="17966"/>
                  </a:lnTo>
                  <a:lnTo>
                    <a:pt x="8464" y="17158"/>
                  </a:lnTo>
                  <a:lnTo>
                    <a:pt x="8464" y="16351"/>
                  </a:lnTo>
                  <a:lnTo>
                    <a:pt x="8464" y="17158"/>
                  </a:lnTo>
                  <a:lnTo>
                    <a:pt x="11675" y="14938"/>
                  </a:lnTo>
                  <a:lnTo>
                    <a:pt x="12843" y="14938"/>
                  </a:lnTo>
                  <a:lnTo>
                    <a:pt x="12843" y="15745"/>
                  </a:lnTo>
                  <a:lnTo>
                    <a:pt x="12843" y="14938"/>
                  </a:lnTo>
                  <a:lnTo>
                    <a:pt x="14010" y="14938"/>
                  </a:lnTo>
                  <a:lnTo>
                    <a:pt x="14010" y="15745"/>
                  </a:lnTo>
                  <a:lnTo>
                    <a:pt x="15178" y="14938"/>
                  </a:lnTo>
                  <a:lnTo>
                    <a:pt x="16054" y="15745"/>
                  </a:lnTo>
                  <a:lnTo>
                    <a:pt x="16054" y="14938"/>
                  </a:lnTo>
                  <a:lnTo>
                    <a:pt x="17221" y="14130"/>
                  </a:lnTo>
                  <a:lnTo>
                    <a:pt x="18389" y="14130"/>
                  </a:lnTo>
                  <a:lnTo>
                    <a:pt x="19264" y="13323"/>
                  </a:lnTo>
                  <a:lnTo>
                    <a:pt x="19264" y="10497"/>
                  </a:lnTo>
                  <a:lnTo>
                    <a:pt x="18389" y="10497"/>
                  </a:lnTo>
                  <a:lnTo>
                    <a:pt x="18389" y="8074"/>
                  </a:lnTo>
                  <a:lnTo>
                    <a:pt x="17221" y="7469"/>
                  </a:lnTo>
                  <a:lnTo>
                    <a:pt x="17221" y="5854"/>
                  </a:lnTo>
                  <a:lnTo>
                    <a:pt x="14010" y="3633"/>
                  </a:lnTo>
                  <a:lnTo>
                    <a:pt x="11675" y="2220"/>
                  </a:lnTo>
                  <a:lnTo>
                    <a:pt x="9632" y="0"/>
                  </a:lnTo>
                  <a:lnTo>
                    <a:pt x="8464" y="605"/>
                  </a:lnTo>
                  <a:lnTo>
                    <a:pt x="5254" y="605"/>
                  </a:lnTo>
                  <a:lnTo>
                    <a:pt x="3210" y="2220"/>
                  </a:lnTo>
                  <a:lnTo>
                    <a:pt x="875" y="2220"/>
                  </a:lnTo>
                  <a:lnTo>
                    <a:pt x="0" y="3028"/>
                  </a:lnTo>
                  <a:lnTo>
                    <a:pt x="0" y="36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8" name="AutoShape 12"/>
            <p:cNvSpPr>
              <a:spLocks/>
            </p:cNvSpPr>
            <p:nvPr/>
          </p:nvSpPr>
          <p:spPr bwMode="auto">
            <a:xfrm>
              <a:off x="18789031" y="4411395"/>
              <a:ext cx="314158" cy="478818"/>
            </a:xfrm>
            <a:custGeom>
              <a:avLst/>
              <a:gdLst>
                <a:gd name="T0" fmla="*/ 157079 w 21600"/>
                <a:gd name="T1" fmla="*/ 239409 h 21600"/>
                <a:gd name="T2" fmla="*/ 157079 w 21600"/>
                <a:gd name="T3" fmla="*/ 239409 h 21600"/>
                <a:gd name="T4" fmla="*/ 157079 w 21600"/>
                <a:gd name="T5" fmla="*/ 239409 h 21600"/>
                <a:gd name="T6" fmla="*/ 157079 w 21600"/>
                <a:gd name="T7" fmla="*/ 2394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32"/>
                  </a:moveTo>
                  <a:lnTo>
                    <a:pt x="0" y="12393"/>
                  </a:lnTo>
                  <a:lnTo>
                    <a:pt x="1107" y="11685"/>
                  </a:lnTo>
                  <a:lnTo>
                    <a:pt x="1107" y="10445"/>
                  </a:lnTo>
                  <a:lnTo>
                    <a:pt x="3323" y="9737"/>
                  </a:lnTo>
                  <a:lnTo>
                    <a:pt x="3323" y="9029"/>
                  </a:lnTo>
                  <a:lnTo>
                    <a:pt x="4153" y="9029"/>
                  </a:lnTo>
                  <a:lnTo>
                    <a:pt x="5261" y="7790"/>
                  </a:lnTo>
                  <a:lnTo>
                    <a:pt x="5261" y="5842"/>
                  </a:lnTo>
                  <a:lnTo>
                    <a:pt x="6369" y="5134"/>
                  </a:lnTo>
                  <a:lnTo>
                    <a:pt x="7199" y="6550"/>
                  </a:lnTo>
                  <a:lnTo>
                    <a:pt x="9415" y="6550"/>
                  </a:lnTo>
                  <a:lnTo>
                    <a:pt x="10246" y="7081"/>
                  </a:lnTo>
                  <a:lnTo>
                    <a:pt x="12461" y="6550"/>
                  </a:lnTo>
                  <a:lnTo>
                    <a:pt x="13569" y="7081"/>
                  </a:lnTo>
                  <a:lnTo>
                    <a:pt x="14399" y="5842"/>
                  </a:lnTo>
                  <a:lnTo>
                    <a:pt x="13569" y="5842"/>
                  </a:lnTo>
                  <a:lnTo>
                    <a:pt x="13569" y="5134"/>
                  </a:lnTo>
                  <a:lnTo>
                    <a:pt x="12461" y="4426"/>
                  </a:lnTo>
                  <a:lnTo>
                    <a:pt x="13569" y="4426"/>
                  </a:lnTo>
                  <a:lnTo>
                    <a:pt x="15507" y="3895"/>
                  </a:lnTo>
                  <a:lnTo>
                    <a:pt x="15507" y="3186"/>
                  </a:lnTo>
                  <a:lnTo>
                    <a:pt x="16615" y="2478"/>
                  </a:lnTo>
                  <a:lnTo>
                    <a:pt x="17446" y="2478"/>
                  </a:lnTo>
                  <a:lnTo>
                    <a:pt x="17446" y="0"/>
                  </a:lnTo>
                  <a:lnTo>
                    <a:pt x="18553" y="531"/>
                  </a:lnTo>
                  <a:lnTo>
                    <a:pt x="18553" y="1239"/>
                  </a:lnTo>
                  <a:lnTo>
                    <a:pt x="20492" y="1947"/>
                  </a:lnTo>
                  <a:lnTo>
                    <a:pt x="21599" y="2478"/>
                  </a:lnTo>
                  <a:lnTo>
                    <a:pt x="19661" y="3186"/>
                  </a:lnTo>
                  <a:lnTo>
                    <a:pt x="19661" y="3895"/>
                  </a:lnTo>
                  <a:lnTo>
                    <a:pt x="18553" y="5134"/>
                  </a:lnTo>
                  <a:lnTo>
                    <a:pt x="18553" y="5842"/>
                  </a:lnTo>
                  <a:lnTo>
                    <a:pt x="19661" y="6550"/>
                  </a:lnTo>
                  <a:lnTo>
                    <a:pt x="19661" y="7790"/>
                  </a:lnTo>
                  <a:lnTo>
                    <a:pt x="20492" y="8498"/>
                  </a:lnTo>
                  <a:lnTo>
                    <a:pt x="19661" y="8498"/>
                  </a:lnTo>
                  <a:lnTo>
                    <a:pt x="18553" y="9029"/>
                  </a:lnTo>
                  <a:lnTo>
                    <a:pt x="19661" y="9737"/>
                  </a:lnTo>
                  <a:lnTo>
                    <a:pt x="16615" y="11154"/>
                  </a:lnTo>
                  <a:lnTo>
                    <a:pt x="17446" y="11154"/>
                  </a:lnTo>
                  <a:lnTo>
                    <a:pt x="16615" y="11685"/>
                  </a:lnTo>
                  <a:lnTo>
                    <a:pt x="15507" y="11685"/>
                  </a:lnTo>
                  <a:lnTo>
                    <a:pt x="14399" y="12393"/>
                  </a:lnTo>
                  <a:lnTo>
                    <a:pt x="14399" y="13101"/>
                  </a:lnTo>
                  <a:lnTo>
                    <a:pt x="12461" y="13101"/>
                  </a:lnTo>
                  <a:lnTo>
                    <a:pt x="12461" y="13632"/>
                  </a:lnTo>
                  <a:lnTo>
                    <a:pt x="13569" y="14340"/>
                  </a:lnTo>
                  <a:lnTo>
                    <a:pt x="12461" y="15049"/>
                  </a:lnTo>
                  <a:lnTo>
                    <a:pt x="13569" y="15757"/>
                  </a:lnTo>
                  <a:lnTo>
                    <a:pt x="14399" y="15757"/>
                  </a:lnTo>
                  <a:lnTo>
                    <a:pt x="15507" y="16288"/>
                  </a:lnTo>
                  <a:lnTo>
                    <a:pt x="18553" y="16996"/>
                  </a:lnTo>
                  <a:lnTo>
                    <a:pt x="18553" y="17704"/>
                  </a:lnTo>
                  <a:lnTo>
                    <a:pt x="17446" y="18236"/>
                  </a:lnTo>
                  <a:lnTo>
                    <a:pt x="14399" y="18236"/>
                  </a:lnTo>
                  <a:lnTo>
                    <a:pt x="12461" y="19652"/>
                  </a:lnTo>
                  <a:lnTo>
                    <a:pt x="10246" y="19652"/>
                  </a:lnTo>
                  <a:lnTo>
                    <a:pt x="9415" y="20360"/>
                  </a:lnTo>
                  <a:lnTo>
                    <a:pt x="9415" y="20891"/>
                  </a:lnTo>
                  <a:lnTo>
                    <a:pt x="8307" y="20360"/>
                  </a:lnTo>
                  <a:lnTo>
                    <a:pt x="7199" y="20891"/>
                  </a:lnTo>
                  <a:lnTo>
                    <a:pt x="8307" y="20891"/>
                  </a:lnTo>
                  <a:lnTo>
                    <a:pt x="7199" y="21599"/>
                  </a:lnTo>
                  <a:lnTo>
                    <a:pt x="5261" y="21599"/>
                  </a:lnTo>
                  <a:lnTo>
                    <a:pt x="6369" y="20891"/>
                  </a:lnTo>
                  <a:lnTo>
                    <a:pt x="5261" y="20360"/>
                  </a:lnTo>
                  <a:lnTo>
                    <a:pt x="4153" y="20891"/>
                  </a:lnTo>
                  <a:lnTo>
                    <a:pt x="4153" y="18944"/>
                  </a:lnTo>
                  <a:lnTo>
                    <a:pt x="5261" y="18236"/>
                  </a:lnTo>
                  <a:lnTo>
                    <a:pt x="6369" y="18236"/>
                  </a:lnTo>
                  <a:lnTo>
                    <a:pt x="7199" y="17704"/>
                  </a:lnTo>
                  <a:lnTo>
                    <a:pt x="6369" y="18236"/>
                  </a:lnTo>
                  <a:lnTo>
                    <a:pt x="4153" y="18236"/>
                  </a:lnTo>
                  <a:lnTo>
                    <a:pt x="4153" y="16288"/>
                  </a:lnTo>
                  <a:lnTo>
                    <a:pt x="5261" y="15757"/>
                  </a:lnTo>
                  <a:lnTo>
                    <a:pt x="4153" y="15049"/>
                  </a:lnTo>
                  <a:lnTo>
                    <a:pt x="5261" y="15049"/>
                  </a:lnTo>
                  <a:lnTo>
                    <a:pt x="5261" y="14340"/>
                  </a:lnTo>
                  <a:lnTo>
                    <a:pt x="4153" y="14340"/>
                  </a:lnTo>
                  <a:lnTo>
                    <a:pt x="3323" y="15049"/>
                  </a:lnTo>
                  <a:lnTo>
                    <a:pt x="2215" y="14340"/>
                  </a:lnTo>
                  <a:lnTo>
                    <a:pt x="1107" y="14340"/>
                  </a:lnTo>
                  <a:lnTo>
                    <a:pt x="1107" y="15049"/>
                  </a:lnTo>
                  <a:lnTo>
                    <a:pt x="0" y="1363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9" name="AutoShape 13"/>
            <p:cNvSpPr>
              <a:spLocks/>
            </p:cNvSpPr>
            <p:nvPr/>
          </p:nvSpPr>
          <p:spPr bwMode="auto">
            <a:xfrm>
              <a:off x="16239517" y="3799138"/>
              <a:ext cx="2046053" cy="843819"/>
            </a:xfrm>
            <a:custGeom>
              <a:avLst/>
              <a:gdLst>
                <a:gd name="T0" fmla="*/ 1023027 w 21600"/>
                <a:gd name="T1" fmla="*/ 421910 h 21600"/>
                <a:gd name="T2" fmla="*/ 1023027 w 21600"/>
                <a:gd name="T3" fmla="*/ 421910 h 21600"/>
                <a:gd name="T4" fmla="*/ 1023027 w 21600"/>
                <a:gd name="T5" fmla="*/ 421910 h 21600"/>
                <a:gd name="T6" fmla="*/ 1023027 w 21600"/>
                <a:gd name="T7" fmla="*/ 4219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836"/>
                  </a:moveTo>
                  <a:lnTo>
                    <a:pt x="170" y="7032"/>
                  </a:lnTo>
                  <a:lnTo>
                    <a:pt x="637" y="7032"/>
                  </a:lnTo>
                  <a:lnTo>
                    <a:pt x="935" y="6329"/>
                  </a:lnTo>
                  <a:lnTo>
                    <a:pt x="935" y="5927"/>
                  </a:lnTo>
                  <a:lnTo>
                    <a:pt x="1275" y="5525"/>
                  </a:lnTo>
                  <a:lnTo>
                    <a:pt x="1275" y="5224"/>
                  </a:lnTo>
                  <a:lnTo>
                    <a:pt x="1445" y="5224"/>
                  </a:lnTo>
                  <a:lnTo>
                    <a:pt x="1573" y="4822"/>
                  </a:lnTo>
                  <a:lnTo>
                    <a:pt x="1573" y="4420"/>
                  </a:lnTo>
                  <a:lnTo>
                    <a:pt x="1913" y="4420"/>
                  </a:lnTo>
                  <a:lnTo>
                    <a:pt x="1913" y="4119"/>
                  </a:lnTo>
                  <a:lnTo>
                    <a:pt x="2040" y="3717"/>
                  </a:lnTo>
                  <a:lnTo>
                    <a:pt x="3018" y="3717"/>
                  </a:lnTo>
                  <a:lnTo>
                    <a:pt x="3018" y="4119"/>
                  </a:lnTo>
                  <a:lnTo>
                    <a:pt x="3784" y="4119"/>
                  </a:lnTo>
                  <a:lnTo>
                    <a:pt x="3784" y="4420"/>
                  </a:lnTo>
                  <a:lnTo>
                    <a:pt x="4124" y="5224"/>
                  </a:lnTo>
                  <a:lnTo>
                    <a:pt x="4251" y="5224"/>
                  </a:lnTo>
                  <a:lnTo>
                    <a:pt x="4592" y="5525"/>
                  </a:lnTo>
                  <a:lnTo>
                    <a:pt x="4719" y="5224"/>
                  </a:lnTo>
                  <a:lnTo>
                    <a:pt x="6292" y="5224"/>
                  </a:lnTo>
                  <a:lnTo>
                    <a:pt x="6462" y="4822"/>
                  </a:lnTo>
                  <a:lnTo>
                    <a:pt x="6462" y="4420"/>
                  </a:lnTo>
                  <a:lnTo>
                    <a:pt x="6292" y="4420"/>
                  </a:lnTo>
                  <a:lnTo>
                    <a:pt x="6292" y="3315"/>
                  </a:lnTo>
                  <a:lnTo>
                    <a:pt x="6165" y="2913"/>
                  </a:lnTo>
                  <a:lnTo>
                    <a:pt x="5825" y="2913"/>
                  </a:lnTo>
                  <a:lnTo>
                    <a:pt x="5825" y="1808"/>
                  </a:lnTo>
                  <a:lnTo>
                    <a:pt x="5995" y="1506"/>
                  </a:lnTo>
                  <a:lnTo>
                    <a:pt x="5995" y="703"/>
                  </a:lnTo>
                  <a:lnTo>
                    <a:pt x="6292" y="703"/>
                  </a:lnTo>
                  <a:lnTo>
                    <a:pt x="6292" y="0"/>
                  </a:lnTo>
                  <a:lnTo>
                    <a:pt x="6633" y="0"/>
                  </a:lnTo>
                  <a:lnTo>
                    <a:pt x="6760" y="301"/>
                  </a:lnTo>
                  <a:lnTo>
                    <a:pt x="6930" y="301"/>
                  </a:lnTo>
                  <a:lnTo>
                    <a:pt x="7100" y="703"/>
                  </a:lnTo>
                  <a:lnTo>
                    <a:pt x="7738" y="703"/>
                  </a:lnTo>
                  <a:lnTo>
                    <a:pt x="7738" y="1105"/>
                  </a:lnTo>
                  <a:lnTo>
                    <a:pt x="8503" y="1105"/>
                  </a:lnTo>
                  <a:lnTo>
                    <a:pt x="8503" y="1506"/>
                  </a:lnTo>
                  <a:lnTo>
                    <a:pt x="8674" y="1808"/>
                  </a:lnTo>
                  <a:lnTo>
                    <a:pt x="8674" y="2210"/>
                  </a:lnTo>
                  <a:lnTo>
                    <a:pt x="8844" y="2612"/>
                  </a:lnTo>
                  <a:lnTo>
                    <a:pt x="8844" y="2913"/>
                  </a:lnTo>
                  <a:lnTo>
                    <a:pt x="8971" y="2913"/>
                  </a:lnTo>
                  <a:lnTo>
                    <a:pt x="9141" y="3315"/>
                  </a:lnTo>
                  <a:lnTo>
                    <a:pt x="9311" y="3315"/>
                  </a:lnTo>
                  <a:lnTo>
                    <a:pt x="9609" y="3717"/>
                  </a:lnTo>
                  <a:lnTo>
                    <a:pt x="10247" y="3717"/>
                  </a:lnTo>
                  <a:lnTo>
                    <a:pt x="10417" y="3315"/>
                  </a:lnTo>
                  <a:lnTo>
                    <a:pt x="10544" y="2913"/>
                  </a:lnTo>
                  <a:lnTo>
                    <a:pt x="11990" y="2913"/>
                  </a:lnTo>
                  <a:lnTo>
                    <a:pt x="12118" y="3315"/>
                  </a:lnTo>
                  <a:lnTo>
                    <a:pt x="12458" y="3717"/>
                  </a:lnTo>
                  <a:lnTo>
                    <a:pt x="12755" y="3717"/>
                  </a:lnTo>
                  <a:lnTo>
                    <a:pt x="12925" y="4119"/>
                  </a:lnTo>
                  <a:lnTo>
                    <a:pt x="13096" y="4420"/>
                  </a:lnTo>
                  <a:lnTo>
                    <a:pt x="13223" y="4420"/>
                  </a:lnTo>
                  <a:lnTo>
                    <a:pt x="13393" y="4822"/>
                  </a:lnTo>
                  <a:lnTo>
                    <a:pt x="15137" y="4822"/>
                  </a:lnTo>
                  <a:lnTo>
                    <a:pt x="15137" y="4420"/>
                  </a:lnTo>
                  <a:lnTo>
                    <a:pt x="15434" y="4119"/>
                  </a:lnTo>
                  <a:lnTo>
                    <a:pt x="15774" y="4119"/>
                  </a:lnTo>
                  <a:lnTo>
                    <a:pt x="15774" y="3717"/>
                  </a:lnTo>
                  <a:lnTo>
                    <a:pt x="16242" y="3717"/>
                  </a:lnTo>
                  <a:lnTo>
                    <a:pt x="16370" y="3315"/>
                  </a:lnTo>
                  <a:lnTo>
                    <a:pt x="16370" y="2913"/>
                  </a:lnTo>
                  <a:lnTo>
                    <a:pt x="16540" y="2612"/>
                  </a:lnTo>
                  <a:lnTo>
                    <a:pt x="16710" y="2612"/>
                  </a:lnTo>
                  <a:lnTo>
                    <a:pt x="16710" y="2210"/>
                  </a:lnTo>
                  <a:lnTo>
                    <a:pt x="16837" y="1808"/>
                  </a:lnTo>
                  <a:lnTo>
                    <a:pt x="17007" y="1808"/>
                  </a:lnTo>
                  <a:lnTo>
                    <a:pt x="17007" y="2210"/>
                  </a:lnTo>
                  <a:lnTo>
                    <a:pt x="17177" y="1808"/>
                  </a:lnTo>
                  <a:lnTo>
                    <a:pt x="17348" y="1808"/>
                  </a:lnTo>
                  <a:lnTo>
                    <a:pt x="17475" y="2210"/>
                  </a:lnTo>
                  <a:lnTo>
                    <a:pt x="17645" y="2612"/>
                  </a:lnTo>
                  <a:lnTo>
                    <a:pt x="17943" y="2612"/>
                  </a:lnTo>
                  <a:lnTo>
                    <a:pt x="18113" y="2210"/>
                  </a:lnTo>
                  <a:lnTo>
                    <a:pt x="18581" y="2210"/>
                  </a:lnTo>
                  <a:lnTo>
                    <a:pt x="18751" y="2612"/>
                  </a:lnTo>
                  <a:lnTo>
                    <a:pt x="18581" y="4822"/>
                  </a:lnTo>
                  <a:lnTo>
                    <a:pt x="18581" y="5927"/>
                  </a:lnTo>
                  <a:lnTo>
                    <a:pt x="18411" y="6630"/>
                  </a:lnTo>
                  <a:lnTo>
                    <a:pt x="18581" y="7032"/>
                  </a:lnTo>
                  <a:lnTo>
                    <a:pt x="18921" y="7434"/>
                  </a:lnTo>
                  <a:lnTo>
                    <a:pt x="19218" y="7032"/>
                  </a:lnTo>
                  <a:lnTo>
                    <a:pt x="19686" y="7032"/>
                  </a:lnTo>
                  <a:lnTo>
                    <a:pt x="19856" y="7434"/>
                  </a:lnTo>
                  <a:lnTo>
                    <a:pt x="20026" y="7032"/>
                  </a:lnTo>
                  <a:lnTo>
                    <a:pt x="20026" y="6329"/>
                  </a:lnTo>
                  <a:lnTo>
                    <a:pt x="20154" y="6329"/>
                  </a:lnTo>
                  <a:lnTo>
                    <a:pt x="20324" y="5927"/>
                  </a:lnTo>
                  <a:lnTo>
                    <a:pt x="20622" y="6329"/>
                  </a:lnTo>
                  <a:lnTo>
                    <a:pt x="20792" y="6630"/>
                  </a:lnTo>
                  <a:lnTo>
                    <a:pt x="21089" y="7032"/>
                  </a:lnTo>
                  <a:lnTo>
                    <a:pt x="21259" y="7836"/>
                  </a:lnTo>
                  <a:lnTo>
                    <a:pt x="21429" y="8137"/>
                  </a:lnTo>
                  <a:lnTo>
                    <a:pt x="21599" y="8539"/>
                  </a:lnTo>
                  <a:lnTo>
                    <a:pt x="21599" y="8941"/>
                  </a:lnTo>
                  <a:lnTo>
                    <a:pt x="21429" y="8941"/>
                  </a:lnTo>
                  <a:lnTo>
                    <a:pt x="21429" y="9242"/>
                  </a:lnTo>
                  <a:lnTo>
                    <a:pt x="20792" y="9242"/>
                  </a:lnTo>
                  <a:lnTo>
                    <a:pt x="20622" y="9644"/>
                  </a:lnTo>
                  <a:lnTo>
                    <a:pt x="20494" y="10046"/>
                  </a:lnTo>
                  <a:lnTo>
                    <a:pt x="20154" y="10046"/>
                  </a:lnTo>
                  <a:lnTo>
                    <a:pt x="20154" y="10448"/>
                  </a:lnTo>
                  <a:lnTo>
                    <a:pt x="19856" y="10448"/>
                  </a:lnTo>
                  <a:lnTo>
                    <a:pt x="19686" y="11151"/>
                  </a:lnTo>
                  <a:lnTo>
                    <a:pt x="19686" y="11854"/>
                  </a:lnTo>
                  <a:lnTo>
                    <a:pt x="19516" y="11854"/>
                  </a:lnTo>
                  <a:lnTo>
                    <a:pt x="19218" y="12658"/>
                  </a:lnTo>
                  <a:lnTo>
                    <a:pt x="19048" y="12658"/>
                  </a:lnTo>
                  <a:lnTo>
                    <a:pt x="18751" y="12256"/>
                  </a:lnTo>
                  <a:lnTo>
                    <a:pt x="18751" y="12658"/>
                  </a:lnTo>
                  <a:lnTo>
                    <a:pt x="18581" y="13060"/>
                  </a:lnTo>
                  <a:lnTo>
                    <a:pt x="18411" y="13361"/>
                  </a:lnTo>
                  <a:lnTo>
                    <a:pt x="18283" y="13361"/>
                  </a:lnTo>
                  <a:lnTo>
                    <a:pt x="18283" y="13763"/>
                  </a:lnTo>
                  <a:lnTo>
                    <a:pt x="18113" y="14165"/>
                  </a:lnTo>
                  <a:lnTo>
                    <a:pt x="17943" y="13763"/>
                  </a:lnTo>
                  <a:lnTo>
                    <a:pt x="17645" y="13763"/>
                  </a:lnTo>
                  <a:lnTo>
                    <a:pt x="17475" y="13361"/>
                  </a:lnTo>
                  <a:lnTo>
                    <a:pt x="17007" y="13361"/>
                  </a:lnTo>
                  <a:lnTo>
                    <a:pt x="16837" y="13763"/>
                  </a:lnTo>
                  <a:lnTo>
                    <a:pt x="16710" y="14165"/>
                  </a:lnTo>
                  <a:lnTo>
                    <a:pt x="16710" y="15270"/>
                  </a:lnTo>
                  <a:lnTo>
                    <a:pt x="17007" y="15672"/>
                  </a:lnTo>
                  <a:lnTo>
                    <a:pt x="17348" y="15973"/>
                  </a:lnTo>
                  <a:lnTo>
                    <a:pt x="17348" y="16375"/>
                  </a:lnTo>
                  <a:lnTo>
                    <a:pt x="17177" y="16375"/>
                  </a:lnTo>
                  <a:lnTo>
                    <a:pt x="17177" y="16777"/>
                  </a:lnTo>
                  <a:lnTo>
                    <a:pt x="16837" y="17480"/>
                  </a:lnTo>
                  <a:lnTo>
                    <a:pt x="16710" y="18184"/>
                  </a:lnTo>
                  <a:lnTo>
                    <a:pt x="16540" y="18586"/>
                  </a:lnTo>
                  <a:lnTo>
                    <a:pt x="16370" y="18586"/>
                  </a:lnTo>
                  <a:lnTo>
                    <a:pt x="16242" y="18987"/>
                  </a:lnTo>
                  <a:lnTo>
                    <a:pt x="15902" y="18987"/>
                  </a:lnTo>
                  <a:lnTo>
                    <a:pt x="15774" y="19389"/>
                  </a:lnTo>
                  <a:lnTo>
                    <a:pt x="15137" y="19389"/>
                  </a:lnTo>
                  <a:lnTo>
                    <a:pt x="14966" y="19691"/>
                  </a:lnTo>
                  <a:lnTo>
                    <a:pt x="14796" y="19691"/>
                  </a:lnTo>
                  <a:lnTo>
                    <a:pt x="13861" y="20494"/>
                  </a:lnTo>
                  <a:lnTo>
                    <a:pt x="13691" y="20796"/>
                  </a:lnTo>
                  <a:lnTo>
                    <a:pt x="13393" y="21599"/>
                  </a:lnTo>
                  <a:lnTo>
                    <a:pt x="12925" y="21599"/>
                  </a:lnTo>
                  <a:lnTo>
                    <a:pt x="12925" y="21198"/>
                  </a:lnTo>
                  <a:lnTo>
                    <a:pt x="12585" y="21198"/>
                  </a:lnTo>
                  <a:lnTo>
                    <a:pt x="12288" y="21599"/>
                  </a:lnTo>
                  <a:lnTo>
                    <a:pt x="12118" y="21198"/>
                  </a:lnTo>
                  <a:lnTo>
                    <a:pt x="11820" y="21198"/>
                  </a:lnTo>
                  <a:lnTo>
                    <a:pt x="11522" y="20796"/>
                  </a:lnTo>
                  <a:lnTo>
                    <a:pt x="11012" y="20494"/>
                  </a:lnTo>
                  <a:lnTo>
                    <a:pt x="10714" y="19691"/>
                  </a:lnTo>
                  <a:lnTo>
                    <a:pt x="9439" y="19691"/>
                  </a:lnTo>
                  <a:lnTo>
                    <a:pt x="9439" y="20093"/>
                  </a:lnTo>
                  <a:lnTo>
                    <a:pt x="6930" y="20093"/>
                  </a:lnTo>
                  <a:lnTo>
                    <a:pt x="6760" y="19389"/>
                  </a:lnTo>
                  <a:lnTo>
                    <a:pt x="6760" y="18987"/>
                  </a:lnTo>
                  <a:lnTo>
                    <a:pt x="6633" y="18586"/>
                  </a:lnTo>
                  <a:lnTo>
                    <a:pt x="6462" y="18184"/>
                  </a:lnTo>
                  <a:lnTo>
                    <a:pt x="6462" y="17882"/>
                  </a:lnTo>
                  <a:lnTo>
                    <a:pt x="6292" y="17480"/>
                  </a:lnTo>
                  <a:lnTo>
                    <a:pt x="6165" y="17480"/>
                  </a:lnTo>
                  <a:lnTo>
                    <a:pt x="6165" y="17079"/>
                  </a:lnTo>
                  <a:lnTo>
                    <a:pt x="5825" y="17079"/>
                  </a:lnTo>
                  <a:lnTo>
                    <a:pt x="5697" y="16777"/>
                  </a:lnTo>
                  <a:lnTo>
                    <a:pt x="5357" y="16375"/>
                  </a:lnTo>
                  <a:lnTo>
                    <a:pt x="5059" y="16375"/>
                  </a:lnTo>
                  <a:lnTo>
                    <a:pt x="5059" y="15973"/>
                  </a:lnTo>
                  <a:lnTo>
                    <a:pt x="4889" y="15973"/>
                  </a:lnTo>
                  <a:lnTo>
                    <a:pt x="4422" y="15672"/>
                  </a:lnTo>
                  <a:lnTo>
                    <a:pt x="3018" y="15672"/>
                  </a:lnTo>
                  <a:lnTo>
                    <a:pt x="2678" y="14868"/>
                  </a:lnTo>
                  <a:lnTo>
                    <a:pt x="2678" y="14165"/>
                  </a:lnTo>
                  <a:lnTo>
                    <a:pt x="2848" y="14165"/>
                  </a:lnTo>
                  <a:lnTo>
                    <a:pt x="2848" y="12658"/>
                  </a:lnTo>
                  <a:lnTo>
                    <a:pt x="2678" y="12256"/>
                  </a:lnTo>
                  <a:lnTo>
                    <a:pt x="2551" y="11854"/>
                  </a:lnTo>
                  <a:lnTo>
                    <a:pt x="2381" y="11553"/>
                  </a:lnTo>
                  <a:lnTo>
                    <a:pt x="2381" y="11151"/>
                  </a:lnTo>
                  <a:lnTo>
                    <a:pt x="2211" y="10749"/>
                  </a:lnTo>
                  <a:lnTo>
                    <a:pt x="2040" y="10448"/>
                  </a:lnTo>
                  <a:lnTo>
                    <a:pt x="1913" y="10046"/>
                  </a:lnTo>
                  <a:lnTo>
                    <a:pt x="1743" y="10046"/>
                  </a:lnTo>
                  <a:lnTo>
                    <a:pt x="1573" y="10448"/>
                  </a:lnTo>
                  <a:lnTo>
                    <a:pt x="1445" y="10046"/>
                  </a:lnTo>
                  <a:lnTo>
                    <a:pt x="1105" y="10046"/>
                  </a:lnTo>
                  <a:lnTo>
                    <a:pt x="935" y="10448"/>
                  </a:lnTo>
                  <a:lnTo>
                    <a:pt x="807" y="10046"/>
                  </a:lnTo>
                  <a:lnTo>
                    <a:pt x="807" y="9644"/>
                  </a:lnTo>
                  <a:lnTo>
                    <a:pt x="637" y="9644"/>
                  </a:lnTo>
                  <a:lnTo>
                    <a:pt x="170" y="8539"/>
                  </a:lnTo>
                  <a:lnTo>
                    <a:pt x="170" y="8137"/>
                  </a:lnTo>
                  <a:lnTo>
                    <a:pt x="170" y="8539"/>
                  </a:lnTo>
                  <a:lnTo>
                    <a:pt x="0" y="8137"/>
                  </a:lnTo>
                  <a:lnTo>
                    <a:pt x="0" y="7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0" name="AutoShape 14"/>
            <p:cNvSpPr>
              <a:spLocks/>
            </p:cNvSpPr>
            <p:nvPr/>
          </p:nvSpPr>
          <p:spPr bwMode="auto">
            <a:xfrm>
              <a:off x="13706126" y="3638221"/>
              <a:ext cx="2505203" cy="1165647"/>
            </a:xfrm>
            <a:custGeom>
              <a:avLst/>
              <a:gdLst>
                <a:gd name="T0" fmla="*/ 1252602 w 21600"/>
                <a:gd name="T1" fmla="*/ 582824 h 21600"/>
                <a:gd name="T2" fmla="*/ 1252602 w 21600"/>
                <a:gd name="T3" fmla="*/ 582824 h 21600"/>
                <a:gd name="T4" fmla="*/ 1252602 w 21600"/>
                <a:gd name="T5" fmla="*/ 582824 h 21600"/>
                <a:gd name="T6" fmla="*/ 1252602 w 21600"/>
                <a:gd name="T7" fmla="*/ 58282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6" y="14545"/>
                  </a:moveTo>
                  <a:lnTo>
                    <a:pt x="1527" y="14327"/>
                  </a:lnTo>
                  <a:lnTo>
                    <a:pt x="1284" y="14545"/>
                  </a:lnTo>
                  <a:lnTo>
                    <a:pt x="1145" y="14327"/>
                  </a:lnTo>
                  <a:lnTo>
                    <a:pt x="1145" y="14036"/>
                  </a:lnTo>
                  <a:lnTo>
                    <a:pt x="1423" y="14036"/>
                  </a:lnTo>
                  <a:lnTo>
                    <a:pt x="1145" y="13236"/>
                  </a:lnTo>
                  <a:lnTo>
                    <a:pt x="902" y="12945"/>
                  </a:lnTo>
                  <a:lnTo>
                    <a:pt x="520" y="12654"/>
                  </a:lnTo>
                  <a:lnTo>
                    <a:pt x="520" y="12945"/>
                  </a:lnTo>
                  <a:lnTo>
                    <a:pt x="243" y="12436"/>
                  </a:lnTo>
                  <a:lnTo>
                    <a:pt x="243" y="12145"/>
                  </a:lnTo>
                  <a:lnTo>
                    <a:pt x="0" y="11854"/>
                  </a:lnTo>
                  <a:lnTo>
                    <a:pt x="0" y="11563"/>
                  </a:lnTo>
                  <a:lnTo>
                    <a:pt x="138" y="10763"/>
                  </a:lnTo>
                  <a:lnTo>
                    <a:pt x="0" y="10763"/>
                  </a:lnTo>
                  <a:lnTo>
                    <a:pt x="0" y="10254"/>
                  </a:lnTo>
                  <a:lnTo>
                    <a:pt x="138" y="9963"/>
                  </a:lnTo>
                  <a:lnTo>
                    <a:pt x="243" y="9672"/>
                  </a:lnTo>
                  <a:lnTo>
                    <a:pt x="243" y="9454"/>
                  </a:lnTo>
                  <a:lnTo>
                    <a:pt x="381" y="9163"/>
                  </a:lnTo>
                  <a:lnTo>
                    <a:pt x="625" y="9672"/>
                  </a:lnTo>
                  <a:lnTo>
                    <a:pt x="625" y="9963"/>
                  </a:lnTo>
                  <a:lnTo>
                    <a:pt x="902" y="10254"/>
                  </a:lnTo>
                  <a:lnTo>
                    <a:pt x="1007" y="9963"/>
                  </a:lnTo>
                  <a:lnTo>
                    <a:pt x="1007" y="9672"/>
                  </a:lnTo>
                  <a:lnTo>
                    <a:pt x="902" y="8872"/>
                  </a:lnTo>
                  <a:lnTo>
                    <a:pt x="1145" y="8654"/>
                  </a:lnTo>
                  <a:lnTo>
                    <a:pt x="1284" y="8654"/>
                  </a:lnTo>
                  <a:lnTo>
                    <a:pt x="1284" y="8072"/>
                  </a:lnTo>
                  <a:lnTo>
                    <a:pt x="1423" y="7781"/>
                  </a:lnTo>
                  <a:lnTo>
                    <a:pt x="1527" y="7781"/>
                  </a:lnTo>
                  <a:lnTo>
                    <a:pt x="1527" y="7563"/>
                  </a:lnTo>
                  <a:lnTo>
                    <a:pt x="1805" y="7563"/>
                  </a:lnTo>
                  <a:lnTo>
                    <a:pt x="1805" y="6981"/>
                  </a:lnTo>
                  <a:lnTo>
                    <a:pt x="1909" y="7272"/>
                  </a:lnTo>
                  <a:lnTo>
                    <a:pt x="2048" y="7272"/>
                  </a:lnTo>
                  <a:lnTo>
                    <a:pt x="2048" y="7781"/>
                  </a:lnTo>
                  <a:lnTo>
                    <a:pt x="2187" y="7563"/>
                  </a:lnTo>
                  <a:lnTo>
                    <a:pt x="2187" y="7272"/>
                  </a:lnTo>
                  <a:lnTo>
                    <a:pt x="2291" y="7272"/>
                  </a:lnTo>
                  <a:lnTo>
                    <a:pt x="2291" y="7563"/>
                  </a:lnTo>
                  <a:lnTo>
                    <a:pt x="2291" y="7272"/>
                  </a:lnTo>
                  <a:lnTo>
                    <a:pt x="2430" y="7272"/>
                  </a:lnTo>
                  <a:lnTo>
                    <a:pt x="2569" y="6981"/>
                  </a:lnTo>
                  <a:lnTo>
                    <a:pt x="2708" y="6981"/>
                  </a:lnTo>
                  <a:lnTo>
                    <a:pt x="2708" y="7272"/>
                  </a:lnTo>
                  <a:lnTo>
                    <a:pt x="2812" y="7563"/>
                  </a:lnTo>
                  <a:lnTo>
                    <a:pt x="3090" y="7272"/>
                  </a:lnTo>
                  <a:lnTo>
                    <a:pt x="3194" y="7272"/>
                  </a:lnTo>
                  <a:lnTo>
                    <a:pt x="3194" y="7563"/>
                  </a:lnTo>
                  <a:lnTo>
                    <a:pt x="3333" y="7563"/>
                  </a:lnTo>
                  <a:lnTo>
                    <a:pt x="3472" y="7781"/>
                  </a:lnTo>
                  <a:lnTo>
                    <a:pt x="3576" y="7781"/>
                  </a:lnTo>
                  <a:lnTo>
                    <a:pt x="3576" y="8072"/>
                  </a:lnTo>
                  <a:lnTo>
                    <a:pt x="3854" y="8363"/>
                  </a:lnTo>
                  <a:lnTo>
                    <a:pt x="3993" y="8363"/>
                  </a:lnTo>
                  <a:lnTo>
                    <a:pt x="3993" y="8654"/>
                  </a:lnTo>
                  <a:lnTo>
                    <a:pt x="4097" y="8654"/>
                  </a:lnTo>
                  <a:lnTo>
                    <a:pt x="4097" y="8363"/>
                  </a:lnTo>
                  <a:lnTo>
                    <a:pt x="4236" y="8072"/>
                  </a:lnTo>
                  <a:lnTo>
                    <a:pt x="4236" y="8363"/>
                  </a:lnTo>
                  <a:lnTo>
                    <a:pt x="4479" y="8363"/>
                  </a:lnTo>
                  <a:lnTo>
                    <a:pt x="4479" y="8654"/>
                  </a:lnTo>
                  <a:lnTo>
                    <a:pt x="4618" y="8654"/>
                  </a:lnTo>
                  <a:lnTo>
                    <a:pt x="4757" y="8363"/>
                  </a:lnTo>
                  <a:lnTo>
                    <a:pt x="4757" y="8072"/>
                  </a:lnTo>
                  <a:lnTo>
                    <a:pt x="4896" y="8072"/>
                  </a:lnTo>
                  <a:lnTo>
                    <a:pt x="4896" y="7781"/>
                  </a:lnTo>
                  <a:lnTo>
                    <a:pt x="5278" y="7781"/>
                  </a:lnTo>
                  <a:lnTo>
                    <a:pt x="5382" y="8072"/>
                  </a:lnTo>
                  <a:lnTo>
                    <a:pt x="5660" y="8072"/>
                  </a:lnTo>
                  <a:lnTo>
                    <a:pt x="5521" y="7781"/>
                  </a:lnTo>
                  <a:lnTo>
                    <a:pt x="5764" y="7781"/>
                  </a:lnTo>
                  <a:lnTo>
                    <a:pt x="5903" y="7563"/>
                  </a:lnTo>
                  <a:lnTo>
                    <a:pt x="6042" y="7781"/>
                  </a:lnTo>
                  <a:lnTo>
                    <a:pt x="6042" y="8072"/>
                  </a:lnTo>
                  <a:lnTo>
                    <a:pt x="5903" y="8072"/>
                  </a:lnTo>
                  <a:lnTo>
                    <a:pt x="6042" y="8363"/>
                  </a:lnTo>
                  <a:lnTo>
                    <a:pt x="6424" y="8363"/>
                  </a:lnTo>
                  <a:lnTo>
                    <a:pt x="6667" y="8654"/>
                  </a:lnTo>
                  <a:lnTo>
                    <a:pt x="6806" y="8654"/>
                  </a:lnTo>
                  <a:lnTo>
                    <a:pt x="6806" y="8072"/>
                  </a:lnTo>
                  <a:lnTo>
                    <a:pt x="6945" y="8072"/>
                  </a:lnTo>
                  <a:lnTo>
                    <a:pt x="7049" y="8363"/>
                  </a:lnTo>
                  <a:lnTo>
                    <a:pt x="7188" y="8363"/>
                  </a:lnTo>
                  <a:lnTo>
                    <a:pt x="7466" y="8072"/>
                  </a:lnTo>
                  <a:lnTo>
                    <a:pt x="7466" y="6981"/>
                  </a:lnTo>
                  <a:lnTo>
                    <a:pt x="7188" y="6981"/>
                  </a:lnTo>
                  <a:lnTo>
                    <a:pt x="7049" y="6763"/>
                  </a:lnTo>
                  <a:lnTo>
                    <a:pt x="6945" y="6763"/>
                  </a:lnTo>
                  <a:lnTo>
                    <a:pt x="6945" y="6472"/>
                  </a:lnTo>
                  <a:lnTo>
                    <a:pt x="6806" y="6472"/>
                  </a:lnTo>
                  <a:lnTo>
                    <a:pt x="6667" y="6181"/>
                  </a:lnTo>
                  <a:lnTo>
                    <a:pt x="6806" y="6181"/>
                  </a:lnTo>
                  <a:lnTo>
                    <a:pt x="6945" y="5963"/>
                  </a:lnTo>
                  <a:lnTo>
                    <a:pt x="6945" y="5381"/>
                  </a:lnTo>
                  <a:lnTo>
                    <a:pt x="6806" y="5381"/>
                  </a:lnTo>
                  <a:lnTo>
                    <a:pt x="6806" y="5090"/>
                  </a:lnTo>
                  <a:lnTo>
                    <a:pt x="6945" y="4872"/>
                  </a:lnTo>
                  <a:lnTo>
                    <a:pt x="7049" y="4581"/>
                  </a:lnTo>
                  <a:lnTo>
                    <a:pt x="7466" y="4581"/>
                  </a:lnTo>
                  <a:lnTo>
                    <a:pt x="7466" y="4290"/>
                  </a:lnTo>
                  <a:lnTo>
                    <a:pt x="7327" y="4072"/>
                  </a:lnTo>
                  <a:lnTo>
                    <a:pt x="7188" y="4072"/>
                  </a:lnTo>
                  <a:lnTo>
                    <a:pt x="7188" y="4290"/>
                  </a:lnTo>
                  <a:lnTo>
                    <a:pt x="7049" y="4072"/>
                  </a:lnTo>
                  <a:lnTo>
                    <a:pt x="6945" y="4072"/>
                  </a:lnTo>
                  <a:lnTo>
                    <a:pt x="7049" y="4072"/>
                  </a:lnTo>
                  <a:lnTo>
                    <a:pt x="7049" y="3781"/>
                  </a:lnTo>
                  <a:lnTo>
                    <a:pt x="6806" y="3781"/>
                  </a:lnTo>
                  <a:lnTo>
                    <a:pt x="6806" y="3199"/>
                  </a:lnTo>
                  <a:lnTo>
                    <a:pt x="6945" y="3199"/>
                  </a:lnTo>
                  <a:lnTo>
                    <a:pt x="6945" y="2981"/>
                  </a:lnTo>
                  <a:lnTo>
                    <a:pt x="7049" y="2981"/>
                  </a:lnTo>
                  <a:lnTo>
                    <a:pt x="7049" y="3199"/>
                  </a:lnTo>
                  <a:lnTo>
                    <a:pt x="7466" y="3199"/>
                  </a:lnTo>
                  <a:lnTo>
                    <a:pt x="7466" y="2981"/>
                  </a:lnTo>
                  <a:lnTo>
                    <a:pt x="7570" y="2981"/>
                  </a:lnTo>
                  <a:lnTo>
                    <a:pt x="7709" y="3199"/>
                  </a:lnTo>
                  <a:lnTo>
                    <a:pt x="7709" y="2981"/>
                  </a:lnTo>
                  <a:lnTo>
                    <a:pt x="7952" y="2690"/>
                  </a:lnTo>
                  <a:lnTo>
                    <a:pt x="8334" y="2690"/>
                  </a:lnTo>
                  <a:lnTo>
                    <a:pt x="8334" y="2399"/>
                  </a:lnTo>
                  <a:lnTo>
                    <a:pt x="8473" y="2399"/>
                  </a:lnTo>
                  <a:lnTo>
                    <a:pt x="8612" y="2181"/>
                  </a:lnTo>
                  <a:lnTo>
                    <a:pt x="8994" y="2181"/>
                  </a:lnTo>
                  <a:lnTo>
                    <a:pt x="8994" y="1890"/>
                  </a:lnTo>
                  <a:lnTo>
                    <a:pt x="9133" y="1890"/>
                  </a:lnTo>
                  <a:lnTo>
                    <a:pt x="9133" y="1599"/>
                  </a:lnTo>
                  <a:lnTo>
                    <a:pt x="9654" y="1599"/>
                  </a:lnTo>
                  <a:lnTo>
                    <a:pt x="9897" y="1090"/>
                  </a:lnTo>
                  <a:lnTo>
                    <a:pt x="10140" y="1090"/>
                  </a:lnTo>
                  <a:lnTo>
                    <a:pt x="10140" y="799"/>
                  </a:lnTo>
                  <a:lnTo>
                    <a:pt x="10418" y="799"/>
                  </a:lnTo>
                  <a:lnTo>
                    <a:pt x="10418" y="509"/>
                  </a:lnTo>
                  <a:lnTo>
                    <a:pt x="10522" y="509"/>
                  </a:lnTo>
                  <a:lnTo>
                    <a:pt x="10522" y="290"/>
                  </a:lnTo>
                  <a:lnTo>
                    <a:pt x="10661" y="0"/>
                  </a:lnTo>
                  <a:lnTo>
                    <a:pt x="10800" y="290"/>
                  </a:lnTo>
                  <a:lnTo>
                    <a:pt x="10800" y="0"/>
                  </a:lnTo>
                  <a:lnTo>
                    <a:pt x="11043" y="290"/>
                  </a:lnTo>
                  <a:lnTo>
                    <a:pt x="11702" y="290"/>
                  </a:lnTo>
                  <a:lnTo>
                    <a:pt x="11702" y="509"/>
                  </a:lnTo>
                  <a:lnTo>
                    <a:pt x="11807" y="799"/>
                  </a:lnTo>
                  <a:lnTo>
                    <a:pt x="11807" y="1090"/>
                  </a:lnTo>
                  <a:lnTo>
                    <a:pt x="11945" y="1090"/>
                  </a:lnTo>
                  <a:lnTo>
                    <a:pt x="11945" y="1599"/>
                  </a:lnTo>
                  <a:lnTo>
                    <a:pt x="11807" y="1599"/>
                  </a:lnTo>
                  <a:lnTo>
                    <a:pt x="11945" y="1890"/>
                  </a:lnTo>
                  <a:lnTo>
                    <a:pt x="12327" y="1890"/>
                  </a:lnTo>
                  <a:lnTo>
                    <a:pt x="12327" y="1599"/>
                  </a:lnTo>
                  <a:lnTo>
                    <a:pt x="12327" y="1890"/>
                  </a:lnTo>
                  <a:lnTo>
                    <a:pt x="12466" y="1890"/>
                  </a:lnTo>
                  <a:lnTo>
                    <a:pt x="12466" y="1599"/>
                  </a:lnTo>
                  <a:lnTo>
                    <a:pt x="12709" y="1890"/>
                  </a:lnTo>
                  <a:lnTo>
                    <a:pt x="12709" y="2399"/>
                  </a:lnTo>
                  <a:lnTo>
                    <a:pt x="12848" y="2399"/>
                  </a:lnTo>
                  <a:lnTo>
                    <a:pt x="12848" y="1890"/>
                  </a:lnTo>
                  <a:lnTo>
                    <a:pt x="12987" y="1890"/>
                  </a:lnTo>
                  <a:lnTo>
                    <a:pt x="13091" y="2181"/>
                  </a:lnTo>
                  <a:lnTo>
                    <a:pt x="13369" y="2181"/>
                  </a:lnTo>
                  <a:lnTo>
                    <a:pt x="13369" y="2399"/>
                  </a:lnTo>
                  <a:lnTo>
                    <a:pt x="13230" y="2399"/>
                  </a:lnTo>
                  <a:lnTo>
                    <a:pt x="13230" y="2690"/>
                  </a:lnTo>
                  <a:lnTo>
                    <a:pt x="13369" y="2981"/>
                  </a:lnTo>
                  <a:lnTo>
                    <a:pt x="13508" y="2690"/>
                  </a:lnTo>
                  <a:lnTo>
                    <a:pt x="13890" y="2690"/>
                  </a:lnTo>
                  <a:lnTo>
                    <a:pt x="13890" y="2981"/>
                  </a:lnTo>
                  <a:lnTo>
                    <a:pt x="13994" y="2690"/>
                  </a:lnTo>
                  <a:lnTo>
                    <a:pt x="13890" y="2399"/>
                  </a:lnTo>
                  <a:lnTo>
                    <a:pt x="14272" y="2399"/>
                  </a:lnTo>
                  <a:lnTo>
                    <a:pt x="14272" y="2181"/>
                  </a:lnTo>
                  <a:lnTo>
                    <a:pt x="14411" y="2181"/>
                  </a:lnTo>
                  <a:lnTo>
                    <a:pt x="14411" y="1890"/>
                  </a:lnTo>
                  <a:lnTo>
                    <a:pt x="14515" y="1890"/>
                  </a:lnTo>
                  <a:lnTo>
                    <a:pt x="14654" y="1599"/>
                  </a:lnTo>
                  <a:lnTo>
                    <a:pt x="14654" y="1309"/>
                  </a:lnTo>
                  <a:lnTo>
                    <a:pt x="14897" y="1309"/>
                  </a:lnTo>
                  <a:lnTo>
                    <a:pt x="15036" y="1090"/>
                  </a:lnTo>
                  <a:lnTo>
                    <a:pt x="15036" y="1599"/>
                  </a:lnTo>
                  <a:lnTo>
                    <a:pt x="14897" y="1599"/>
                  </a:lnTo>
                  <a:lnTo>
                    <a:pt x="14897" y="1890"/>
                  </a:lnTo>
                  <a:lnTo>
                    <a:pt x="15939" y="3199"/>
                  </a:lnTo>
                  <a:lnTo>
                    <a:pt x="17363" y="6472"/>
                  </a:lnTo>
                  <a:lnTo>
                    <a:pt x="17606" y="6472"/>
                  </a:lnTo>
                  <a:lnTo>
                    <a:pt x="17606" y="5963"/>
                  </a:lnTo>
                  <a:lnTo>
                    <a:pt x="17745" y="5963"/>
                  </a:lnTo>
                  <a:lnTo>
                    <a:pt x="17849" y="6181"/>
                  </a:lnTo>
                  <a:lnTo>
                    <a:pt x="17849" y="6472"/>
                  </a:lnTo>
                  <a:lnTo>
                    <a:pt x="17988" y="6472"/>
                  </a:lnTo>
                  <a:lnTo>
                    <a:pt x="18127" y="6763"/>
                  </a:lnTo>
                  <a:lnTo>
                    <a:pt x="18266" y="6472"/>
                  </a:lnTo>
                  <a:lnTo>
                    <a:pt x="18370" y="6472"/>
                  </a:lnTo>
                  <a:lnTo>
                    <a:pt x="18509" y="6763"/>
                  </a:lnTo>
                  <a:lnTo>
                    <a:pt x="18648" y="6472"/>
                  </a:lnTo>
                  <a:lnTo>
                    <a:pt x="18891" y="6472"/>
                  </a:lnTo>
                  <a:lnTo>
                    <a:pt x="18752" y="6181"/>
                  </a:lnTo>
                  <a:lnTo>
                    <a:pt x="19412" y="6181"/>
                  </a:lnTo>
                  <a:lnTo>
                    <a:pt x="19551" y="6472"/>
                  </a:lnTo>
                  <a:lnTo>
                    <a:pt x="19655" y="6763"/>
                  </a:lnTo>
                  <a:lnTo>
                    <a:pt x="19655" y="6981"/>
                  </a:lnTo>
                  <a:lnTo>
                    <a:pt x="19933" y="6981"/>
                  </a:lnTo>
                  <a:lnTo>
                    <a:pt x="20037" y="7272"/>
                  </a:lnTo>
                  <a:lnTo>
                    <a:pt x="20176" y="7272"/>
                  </a:lnTo>
                  <a:lnTo>
                    <a:pt x="20176" y="8072"/>
                  </a:lnTo>
                  <a:lnTo>
                    <a:pt x="20558" y="8072"/>
                  </a:lnTo>
                  <a:lnTo>
                    <a:pt x="20836" y="7781"/>
                  </a:lnTo>
                  <a:lnTo>
                    <a:pt x="21079" y="7781"/>
                  </a:lnTo>
                  <a:lnTo>
                    <a:pt x="21218" y="7563"/>
                  </a:lnTo>
                  <a:lnTo>
                    <a:pt x="21218" y="8072"/>
                  </a:lnTo>
                  <a:lnTo>
                    <a:pt x="21322" y="8072"/>
                  </a:lnTo>
                  <a:lnTo>
                    <a:pt x="21461" y="8363"/>
                  </a:lnTo>
                  <a:lnTo>
                    <a:pt x="21599" y="8363"/>
                  </a:lnTo>
                  <a:lnTo>
                    <a:pt x="21599" y="8654"/>
                  </a:lnTo>
                  <a:lnTo>
                    <a:pt x="21461" y="8872"/>
                  </a:lnTo>
                  <a:lnTo>
                    <a:pt x="21322" y="9163"/>
                  </a:lnTo>
                  <a:lnTo>
                    <a:pt x="21322" y="9454"/>
                  </a:lnTo>
                  <a:lnTo>
                    <a:pt x="21218" y="9672"/>
                  </a:lnTo>
                  <a:lnTo>
                    <a:pt x="21079" y="9672"/>
                  </a:lnTo>
                  <a:lnTo>
                    <a:pt x="20940" y="9963"/>
                  </a:lnTo>
                  <a:lnTo>
                    <a:pt x="20940" y="10545"/>
                  </a:lnTo>
                  <a:lnTo>
                    <a:pt x="21079" y="11054"/>
                  </a:lnTo>
                  <a:lnTo>
                    <a:pt x="21218" y="11345"/>
                  </a:lnTo>
                  <a:lnTo>
                    <a:pt x="21218" y="11563"/>
                  </a:lnTo>
                  <a:lnTo>
                    <a:pt x="21079" y="11854"/>
                  </a:lnTo>
                  <a:lnTo>
                    <a:pt x="20940" y="11854"/>
                  </a:lnTo>
                  <a:lnTo>
                    <a:pt x="20836" y="12145"/>
                  </a:lnTo>
                  <a:lnTo>
                    <a:pt x="20697" y="12145"/>
                  </a:lnTo>
                  <a:lnTo>
                    <a:pt x="20697" y="11854"/>
                  </a:lnTo>
                  <a:lnTo>
                    <a:pt x="20558" y="11854"/>
                  </a:lnTo>
                  <a:lnTo>
                    <a:pt x="20315" y="12145"/>
                  </a:lnTo>
                  <a:lnTo>
                    <a:pt x="20176" y="12145"/>
                  </a:lnTo>
                  <a:lnTo>
                    <a:pt x="19933" y="11854"/>
                  </a:lnTo>
                  <a:lnTo>
                    <a:pt x="19794" y="11854"/>
                  </a:lnTo>
                  <a:lnTo>
                    <a:pt x="19655" y="12436"/>
                  </a:lnTo>
                  <a:lnTo>
                    <a:pt x="19655" y="12945"/>
                  </a:lnTo>
                  <a:lnTo>
                    <a:pt x="19551" y="13454"/>
                  </a:lnTo>
                  <a:lnTo>
                    <a:pt x="19551" y="14327"/>
                  </a:lnTo>
                  <a:lnTo>
                    <a:pt x="19794" y="14327"/>
                  </a:lnTo>
                  <a:lnTo>
                    <a:pt x="19655" y="14545"/>
                  </a:lnTo>
                  <a:lnTo>
                    <a:pt x="19655" y="14836"/>
                  </a:lnTo>
                  <a:lnTo>
                    <a:pt x="19169" y="14836"/>
                  </a:lnTo>
                  <a:lnTo>
                    <a:pt x="18891" y="15127"/>
                  </a:lnTo>
                  <a:lnTo>
                    <a:pt x="18509" y="15127"/>
                  </a:lnTo>
                  <a:lnTo>
                    <a:pt x="18370" y="15345"/>
                  </a:lnTo>
                  <a:lnTo>
                    <a:pt x="18509" y="15636"/>
                  </a:lnTo>
                  <a:lnTo>
                    <a:pt x="18752" y="15636"/>
                  </a:lnTo>
                  <a:lnTo>
                    <a:pt x="18752" y="16436"/>
                  </a:lnTo>
                  <a:lnTo>
                    <a:pt x="18891" y="16436"/>
                  </a:lnTo>
                  <a:lnTo>
                    <a:pt x="18891" y="16727"/>
                  </a:lnTo>
                  <a:lnTo>
                    <a:pt x="19030" y="17018"/>
                  </a:lnTo>
                  <a:lnTo>
                    <a:pt x="19030" y="17236"/>
                  </a:lnTo>
                  <a:lnTo>
                    <a:pt x="19169" y="17236"/>
                  </a:lnTo>
                  <a:lnTo>
                    <a:pt x="19169" y="17818"/>
                  </a:lnTo>
                  <a:lnTo>
                    <a:pt x="19030" y="18036"/>
                  </a:lnTo>
                  <a:lnTo>
                    <a:pt x="19169" y="18327"/>
                  </a:lnTo>
                  <a:lnTo>
                    <a:pt x="19030" y="18327"/>
                  </a:lnTo>
                  <a:lnTo>
                    <a:pt x="19030" y="18909"/>
                  </a:lnTo>
                  <a:lnTo>
                    <a:pt x="18891" y="19127"/>
                  </a:lnTo>
                  <a:lnTo>
                    <a:pt x="18648" y="18909"/>
                  </a:lnTo>
                  <a:lnTo>
                    <a:pt x="18370" y="18327"/>
                  </a:lnTo>
                  <a:lnTo>
                    <a:pt x="16564" y="18327"/>
                  </a:lnTo>
                  <a:lnTo>
                    <a:pt x="16460" y="18618"/>
                  </a:lnTo>
                  <a:lnTo>
                    <a:pt x="16182" y="18327"/>
                  </a:lnTo>
                  <a:lnTo>
                    <a:pt x="15279" y="18327"/>
                  </a:lnTo>
                  <a:lnTo>
                    <a:pt x="15279" y="19127"/>
                  </a:lnTo>
                  <a:lnTo>
                    <a:pt x="14411" y="19127"/>
                  </a:lnTo>
                  <a:lnTo>
                    <a:pt x="14272" y="18909"/>
                  </a:lnTo>
                  <a:lnTo>
                    <a:pt x="13994" y="18909"/>
                  </a:lnTo>
                  <a:lnTo>
                    <a:pt x="13994" y="19127"/>
                  </a:lnTo>
                  <a:lnTo>
                    <a:pt x="13890" y="19418"/>
                  </a:lnTo>
                  <a:lnTo>
                    <a:pt x="13751" y="19418"/>
                  </a:lnTo>
                  <a:lnTo>
                    <a:pt x="13751" y="19709"/>
                  </a:lnTo>
                  <a:lnTo>
                    <a:pt x="13612" y="19927"/>
                  </a:lnTo>
                  <a:lnTo>
                    <a:pt x="13369" y="20218"/>
                  </a:lnTo>
                  <a:lnTo>
                    <a:pt x="13230" y="20800"/>
                  </a:lnTo>
                  <a:lnTo>
                    <a:pt x="13091" y="21309"/>
                  </a:lnTo>
                  <a:lnTo>
                    <a:pt x="12848" y="21600"/>
                  </a:lnTo>
                  <a:lnTo>
                    <a:pt x="12605" y="21309"/>
                  </a:lnTo>
                  <a:lnTo>
                    <a:pt x="12223" y="21309"/>
                  </a:lnTo>
                  <a:lnTo>
                    <a:pt x="11945" y="21600"/>
                  </a:lnTo>
                  <a:lnTo>
                    <a:pt x="11807" y="21600"/>
                  </a:lnTo>
                  <a:lnTo>
                    <a:pt x="11563" y="20218"/>
                  </a:lnTo>
                  <a:lnTo>
                    <a:pt x="11181" y="20218"/>
                  </a:lnTo>
                  <a:lnTo>
                    <a:pt x="11181" y="18618"/>
                  </a:lnTo>
                  <a:lnTo>
                    <a:pt x="10938" y="18909"/>
                  </a:lnTo>
                  <a:lnTo>
                    <a:pt x="10800" y="18036"/>
                  </a:lnTo>
                  <a:lnTo>
                    <a:pt x="10522" y="17818"/>
                  </a:lnTo>
                  <a:lnTo>
                    <a:pt x="8751" y="17818"/>
                  </a:lnTo>
                  <a:lnTo>
                    <a:pt x="8230" y="17236"/>
                  </a:lnTo>
                  <a:lnTo>
                    <a:pt x="7952" y="17018"/>
                  </a:lnTo>
                  <a:lnTo>
                    <a:pt x="7049" y="15927"/>
                  </a:lnTo>
                  <a:lnTo>
                    <a:pt x="5521" y="16436"/>
                  </a:lnTo>
                  <a:lnTo>
                    <a:pt x="6042" y="21600"/>
                  </a:lnTo>
                  <a:lnTo>
                    <a:pt x="5660" y="21600"/>
                  </a:lnTo>
                  <a:lnTo>
                    <a:pt x="5278" y="20800"/>
                  </a:lnTo>
                  <a:lnTo>
                    <a:pt x="4896" y="20509"/>
                  </a:lnTo>
                  <a:lnTo>
                    <a:pt x="4479" y="20218"/>
                  </a:lnTo>
                  <a:lnTo>
                    <a:pt x="4236" y="20509"/>
                  </a:lnTo>
                  <a:lnTo>
                    <a:pt x="3854" y="21018"/>
                  </a:lnTo>
                  <a:lnTo>
                    <a:pt x="3854" y="20218"/>
                  </a:lnTo>
                  <a:lnTo>
                    <a:pt x="3993" y="19927"/>
                  </a:lnTo>
                  <a:lnTo>
                    <a:pt x="3993" y="19709"/>
                  </a:lnTo>
                  <a:lnTo>
                    <a:pt x="3472" y="19709"/>
                  </a:lnTo>
                  <a:lnTo>
                    <a:pt x="3472" y="19418"/>
                  </a:lnTo>
                  <a:lnTo>
                    <a:pt x="3333" y="19418"/>
                  </a:lnTo>
                  <a:lnTo>
                    <a:pt x="3333" y="19127"/>
                  </a:lnTo>
                  <a:lnTo>
                    <a:pt x="3090" y="19127"/>
                  </a:lnTo>
                  <a:lnTo>
                    <a:pt x="3090" y="18909"/>
                  </a:lnTo>
                  <a:lnTo>
                    <a:pt x="2951" y="18327"/>
                  </a:lnTo>
                  <a:lnTo>
                    <a:pt x="2812" y="18327"/>
                  </a:lnTo>
                  <a:lnTo>
                    <a:pt x="2812" y="18036"/>
                  </a:lnTo>
                  <a:lnTo>
                    <a:pt x="2708" y="18036"/>
                  </a:lnTo>
                  <a:lnTo>
                    <a:pt x="2708" y="17818"/>
                  </a:lnTo>
                  <a:lnTo>
                    <a:pt x="2430" y="17818"/>
                  </a:lnTo>
                  <a:lnTo>
                    <a:pt x="2430" y="17236"/>
                  </a:lnTo>
                  <a:lnTo>
                    <a:pt x="2812" y="17236"/>
                  </a:lnTo>
                  <a:lnTo>
                    <a:pt x="2812" y="17527"/>
                  </a:lnTo>
                  <a:lnTo>
                    <a:pt x="2951" y="17236"/>
                  </a:lnTo>
                  <a:lnTo>
                    <a:pt x="3090" y="17236"/>
                  </a:lnTo>
                  <a:lnTo>
                    <a:pt x="2951" y="17236"/>
                  </a:lnTo>
                  <a:lnTo>
                    <a:pt x="2951" y="17018"/>
                  </a:lnTo>
                  <a:lnTo>
                    <a:pt x="2812" y="16727"/>
                  </a:lnTo>
                  <a:lnTo>
                    <a:pt x="2812" y="16436"/>
                  </a:lnTo>
                  <a:lnTo>
                    <a:pt x="2951" y="16145"/>
                  </a:lnTo>
                  <a:lnTo>
                    <a:pt x="3333" y="16145"/>
                  </a:lnTo>
                  <a:lnTo>
                    <a:pt x="3472" y="15927"/>
                  </a:lnTo>
                  <a:lnTo>
                    <a:pt x="3472" y="16145"/>
                  </a:lnTo>
                  <a:lnTo>
                    <a:pt x="3993" y="16145"/>
                  </a:lnTo>
                  <a:lnTo>
                    <a:pt x="3854" y="15927"/>
                  </a:lnTo>
                  <a:lnTo>
                    <a:pt x="3715" y="15927"/>
                  </a:lnTo>
                  <a:lnTo>
                    <a:pt x="3715" y="15345"/>
                  </a:lnTo>
                  <a:lnTo>
                    <a:pt x="3854" y="15345"/>
                  </a:lnTo>
                  <a:lnTo>
                    <a:pt x="3715" y="15127"/>
                  </a:lnTo>
                  <a:lnTo>
                    <a:pt x="3715" y="14836"/>
                  </a:lnTo>
                  <a:lnTo>
                    <a:pt x="3854" y="14545"/>
                  </a:lnTo>
                  <a:lnTo>
                    <a:pt x="3715" y="14545"/>
                  </a:lnTo>
                  <a:lnTo>
                    <a:pt x="3715" y="14036"/>
                  </a:lnTo>
                  <a:lnTo>
                    <a:pt x="3576" y="14036"/>
                  </a:lnTo>
                  <a:lnTo>
                    <a:pt x="3576" y="13745"/>
                  </a:lnTo>
                  <a:lnTo>
                    <a:pt x="3194" y="13745"/>
                  </a:lnTo>
                  <a:lnTo>
                    <a:pt x="3194" y="14036"/>
                  </a:lnTo>
                  <a:lnTo>
                    <a:pt x="2812" y="14036"/>
                  </a:lnTo>
                  <a:lnTo>
                    <a:pt x="2812" y="13745"/>
                  </a:lnTo>
                  <a:lnTo>
                    <a:pt x="2569" y="13745"/>
                  </a:lnTo>
                  <a:lnTo>
                    <a:pt x="2430" y="14036"/>
                  </a:lnTo>
                  <a:lnTo>
                    <a:pt x="2291" y="14036"/>
                  </a:lnTo>
                  <a:lnTo>
                    <a:pt x="2187" y="14327"/>
                  </a:lnTo>
                  <a:lnTo>
                    <a:pt x="2048" y="14327"/>
                  </a:lnTo>
                  <a:lnTo>
                    <a:pt x="2048" y="14545"/>
                  </a:lnTo>
                  <a:lnTo>
                    <a:pt x="1666" y="145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1" name="AutoShape 15"/>
            <p:cNvSpPr>
              <a:spLocks/>
            </p:cNvSpPr>
            <p:nvPr/>
          </p:nvSpPr>
          <p:spPr bwMode="auto">
            <a:xfrm>
              <a:off x="14346522" y="4497740"/>
              <a:ext cx="1059276" cy="580859"/>
            </a:xfrm>
            <a:custGeom>
              <a:avLst/>
              <a:gdLst>
                <a:gd name="T0" fmla="*/ 529638 w 21600"/>
                <a:gd name="T1" fmla="*/ 290430 h 21600"/>
                <a:gd name="T2" fmla="*/ 529638 w 21600"/>
                <a:gd name="T3" fmla="*/ 290430 h 21600"/>
                <a:gd name="T4" fmla="*/ 529638 w 21600"/>
                <a:gd name="T5" fmla="*/ 290430 h 21600"/>
                <a:gd name="T6" fmla="*/ 529638 w 21600"/>
                <a:gd name="T7" fmla="*/ 2904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00" y="21600"/>
                  </a:moveTo>
                  <a:lnTo>
                    <a:pt x="17329" y="19994"/>
                  </a:lnTo>
                  <a:lnTo>
                    <a:pt x="17657" y="19410"/>
                  </a:lnTo>
                  <a:lnTo>
                    <a:pt x="17657" y="18389"/>
                  </a:lnTo>
                  <a:lnTo>
                    <a:pt x="17329" y="18389"/>
                  </a:lnTo>
                  <a:lnTo>
                    <a:pt x="17329" y="16783"/>
                  </a:lnTo>
                  <a:lnTo>
                    <a:pt x="16754" y="16783"/>
                  </a:lnTo>
                  <a:lnTo>
                    <a:pt x="16425" y="16200"/>
                  </a:lnTo>
                  <a:lnTo>
                    <a:pt x="16425" y="15178"/>
                  </a:lnTo>
                  <a:lnTo>
                    <a:pt x="17329" y="15178"/>
                  </a:lnTo>
                  <a:lnTo>
                    <a:pt x="17329" y="14594"/>
                  </a:lnTo>
                  <a:lnTo>
                    <a:pt x="17904" y="14010"/>
                  </a:lnTo>
                  <a:lnTo>
                    <a:pt x="17657" y="13572"/>
                  </a:lnTo>
                  <a:lnTo>
                    <a:pt x="18232" y="13572"/>
                  </a:lnTo>
                  <a:lnTo>
                    <a:pt x="18889" y="12989"/>
                  </a:lnTo>
                  <a:lnTo>
                    <a:pt x="18561" y="12405"/>
                  </a:lnTo>
                  <a:lnTo>
                    <a:pt x="18561" y="11821"/>
                  </a:lnTo>
                  <a:lnTo>
                    <a:pt x="18889" y="11821"/>
                  </a:lnTo>
                  <a:lnTo>
                    <a:pt x="19136" y="11383"/>
                  </a:lnTo>
                  <a:lnTo>
                    <a:pt x="19464" y="11383"/>
                  </a:lnTo>
                  <a:lnTo>
                    <a:pt x="19793" y="10800"/>
                  </a:lnTo>
                  <a:lnTo>
                    <a:pt x="20039" y="11383"/>
                  </a:lnTo>
                  <a:lnTo>
                    <a:pt x="21271" y="11383"/>
                  </a:lnTo>
                  <a:lnTo>
                    <a:pt x="21600" y="10800"/>
                  </a:lnTo>
                  <a:lnTo>
                    <a:pt x="21600" y="10216"/>
                  </a:lnTo>
                  <a:lnTo>
                    <a:pt x="21025" y="9194"/>
                  </a:lnTo>
                  <a:lnTo>
                    <a:pt x="20696" y="9194"/>
                  </a:lnTo>
                  <a:lnTo>
                    <a:pt x="20696" y="10216"/>
                  </a:lnTo>
                  <a:lnTo>
                    <a:pt x="20368" y="10216"/>
                  </a:lnTo>
                  <a:lnTo>
                    <a:pt x="20039" y="9778"/>
                  </a:lnTo>
                  <a:lnTo>
                    <a:pt x="19464" y="9778"/>
                  </a:lnTo>
                  <a:lnTo>
                    <a:pt x="19136" y="9194"/>
                  </a:lnTo>
                  <a:lnTo>
                    <a:pt x="19464" y="8610"/>
                  </a:lnTo>
                  <a:lnTo>
                    <a:pt x="19793" y="7589"/>
                  </a:lnTo>
                  <a:lnTo>
                    <a:pt x="19793" y="7005"/>
                  </a:lnTo>
                  <a:lnTo>
                    <a:pt x="19464" y="7005"/>
                  </a:lnTo>
                  <a:lnTo>
                    <a:pt x="19464" y="7589"/>
                  </a:lnTo>
                  <a:lnTo>
                    <a:pt x="19136" y="8027"/>
                  </a:lnTo>
                  <a:lnTo>
                    <a:pt x="18561" y="8610"/>
                  </a:lnTo>
                  <a:lnTo>
                    <a:pt x="18232" y="9778"/>
                  </a:lnTo>
                  <a:lnTo>
                    <a:pt x="17904" y="10800"/>
                  </a:lnTo>
                  <a:lnTo>
                    <a:pt x="17329" y="11383"/>
                  </a:lnTo>
                  <a:lnTo>
                    <a:pt x="16754" y="10800"/>
                  </a:lnTo>
                  <a:lnTo>
                    <a:pt x="15850" y="10800"/>
                  </a:lnTo>
                  <a:lnTo>
                    <a:pt x="15193" y="11383"/>
                  </a:lnTo>
                  <a:lnTo>
                    <a:pt x="14865" y="11383"/>
                  </a:lnTo>
                  <a:lnTo>
                    <a:pt x="14290" y="8610"/>
                  </a:lnTo>
                  <a:lnTo>
                    <a:pt x="13387" y="8610"/>
                  </a:lnTo>
                  <a:lnTo>
                    <a:pt x="13387" y="5399"/>
                  </a:lnTo>
                  <a:lnTo>
                    <a:pt x="12812" y="5983"/>
                  </a:lnTo>
                  <a:lnTo>
                    <a:pt x="12483" y="4232"/>
                  </a:lnTo>
                  <a:lnTo>
                    <a:pt x="11826" y="3794"/>
                  </a:lnTo>
                  <a:lnTo>
                    <a:pt x="7638" y="3794"/>
                  </a:lnTo>
                  <a:lnTo>
                    <a:pt x="6406" y="2627"/>
                  </a:lnTo>
                  <a:lnTo>
                    <a:pt x="5749" y="2189"/>
                  </a:lnTo>
                  <a:lnTo>
                    <a:pt x="3613" y="0"/>
                  </a:lnTo>
                  <a:lnTo>
                    <a:pt x="0" y="1021"/>
                  </a:lnTo>
                  <a:lnTo>
                    <a:pt x="1231" y="11383"/>
                  </a:lnTo>
                  <a:lnTo>
                    <a:pt x="2135" y="11383"/>
                  </a:lnTo>
                  <a:lnTo>
                    <a:pt x="2463" y="10800"/>
                  </a:lnTo>
                  <a:lnTo>
                    <a:pt x="2135" y="10216"/>
                  </a:lnTo>
                  <a:lnTo>
                    <a:pt x="2135" y="9778"/>
                  </a:lnTo>
                  <a:lnTo>
                    <a:pt x="2463" y="8610"/>
                  </a:lnTo>
                  <a:lnTo>
                    <a:pt x="2710" y="8610"/>
                  </a:lnTo>
                  <a:lnTo>
                    <a:pt x="3038" y="8027"/>
                  </a:lnTo>
                  <a:lnTo>
                    <a:pt x="3613" y="8027"/>
                  </a:lnTo>
                  <a:lnTo>
                    <a:pt x="3613" y="7589"/>
                  </a:lnTo>
                  <a:lnTo>
                    <a:pt x="4270" y="7589"/>
                  </a:lnTo>
                  <a:lnTo>
                    <a:pt x="5174" y="8027"/>
                  </a:lnTo>
                  <a:lnTo>
                    <a:pt x="5749" y="9194"/>
                  </a:lnTo>
                  <a:lnTo>
                    <a:pt x="6077" y="9778"/>
                  </a:lnTo>
                  <a:lnTo>
                    <a:pt x="6980" y="10216"/>
                  </a:lnTo>
                  <a:lnTo>
                    <a:pt x="7884" y="11383"/>
                  </a:lnTo>
                  <a:lnTo>
                    <a:pt x="7884" y="10800"/>
                  </a:lnTo>
                  <a:lnTo>
                    <a:pt x="8212" y="10800"/>
                  </a:lnTo>
                  <a:lnTo>
                    <a:pt x="8787" y="11383"/>
                  </a:lnTo>
                  <a:lnTo>
                    <a:pt x="9116" y="12989"/>
                  </a:lnTo>
                  <a:lnTo>
                    <a:pt x="9444" y="12989"/>
                  </a:lnTo>
                  <a:lnTo>
                    <a:pt x="9444" y="13572"/>
                  </a:lnTo>
                  <a:lnTo>
                    <a:pt x="9773" y="14594"/>
                  </a:lnTo>
                  <a:lnTo>
                    <a:pt x="10348" y="15178"/>
                  </a:lnTo>
                  <a:lnTo>
                    <a:pt x="10923" y="15616"/>
                  </a:lnTo>
                  <a:lnTo>
                    <a:pt x="11826" y="16783"/>
                  </a:lnTo>
                  <a:lnTo>
                    <a:pt x="13058" y="17805"/>
                  </a:lnTo>
                  <a:lnTo>
                    <a:pt x="13961" y="18972"/>
                  </a:lnTo>
                  <a:lnTo>
                    <a:pt x="14865" y="18972"/>
                  </a:lnTo>
                  <a:lnTo>
                    <a:pt x="15522" y="19410"/>
                  </a:lnTo>
                  <a:lnTo>
                    <a:pt x="15522" y="21016"/>
                  </a:lnTo>
                  <a:lnTo>
                    <a:pt x="16097" y="21016"/>
                  </a:lnTo>
                  <a:lnTo>
                    <a:pt x="16425" y="21600"/>
                  </a:lnTo>
                  <a:lnTo>
                    <a:pt x="16754" y="21600"/>
                  </a:lnTo>
                  <a:lnTo>
                    <a:pt x="16754" y="21016"/>
                  </a:lnTo>
                  <a:lnTo>
                    <a:pt x="170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2" name="AutoShape 16"/>
            <p:cNvSpPr>
              <a:spLocks/>
            </p:cNvSpPr>
            <p:nvPr/>
          </p:nvSpPr>
          <p:spPr bwMode="auto">
            <a:xfrm>
              <a:off x="14153190" y="4701826"/>
              <a:ext cx="954557" cy="521990"/>
            </a:xfrm>
            <a:custGeom>
              <a:avLst/>
              <a:gdLst>
                <a:gd name="T0" fmla="*/ 477279 w 21600"/>
                <a:gd name="T1" fmla="*/ 260995 h 21600"/>
                <a:gd name="T2" fmla="*/ 477279 w 21600"/>
                <a:gd name="T3" fmla="*/ 260995 h 21600"/>
                <a:gd name="T4" fmla="*/ 477279 w 21600"/>
                <a:gd name="T5" fmla="*/ 260995 h 21600"/>
                <a:gd name="T6" fmla="*/ 477279 w 21600"/>
                <a:gd name="T7" fmla="*/ 2609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4941"/>
                  </a:moveTo>
                  <a:lnTo>
                    <a:pt x="21600" y="13154"/>
                  </a:lnTo>
                  <a:lnTo>
                    <a:pt x="20870" y="12667"/>
                  </a:lnTo>
                  <a:lnTo>
                    <a:pt x="19868" y="12667"/>
                  </a:lnTo>
                  <a:lnTo>
                    <a:pt x="18865" y="11368"/>
                  </a:lnTo>
                  <a:lnTo>
                    <a:pt x="17498" y="10231"/>
                  </a:lnTo>
                  <a:lnTo>
                    <a:pt x="16496" y="8932"/>
                  </a:lnTo>
                  <a:lnTo>
                    <a:pt x="15858" y="8445"/>
                  </a:lnTo>
                  <a:lnTo>
                    <a:pt x="15220" y="7795"/>
                  </a:lnTo>
                  <a:lnTo>
                    <a:pt x="14855" y="6658"/>
                  </a:lnTo>
                  <a:lnTo>
                    <a:pt x="14855" y="6009"/>
                  </a:lnTo>
                  <a:lnTo>
                    <a:pt x="14491" y="6009"/>
                  </a:lnTo>
                  <a:lnTo>
                    <a:pt x="14126" y="4222"/>
                  </a:lnTo>
                  <a:lnTo>
                    <a:pt x="13488" y="3572"/>
                  </a:lnTo>
                  <a:lnTo>
                    <a:pt x="13124" y="3572"/>
                  </a:lnTo>
                  <a:lnTo>
                    <a:pt x="13124" y="4222"/>
                  </a:lnTo>
                  <a:lnTo>
                    <a:pt x="12121" y="2923"/>
                  </a:lnTo>
                  <a:lnTo>
                    <a:pt x="11118" y="2436"/>
                  </a:lnTo>
                  <a:lnTo>
                    <a:pt x="10754" y="1786"/>
                  </a:lnTo>
                  <a:lnTo>
                    <a:pt x="10116" y="487"/>
                  </a:lnTo>
                  <a:lnTo>
                    <a:pt x="9113" y="0"/>
                  </a:lnTo>
                  <a:lnTo>
                    <a:pt x="8384" y="0"/>
                  </a:lnTo>
                  <a:lnTo>
                    <a:pt x="8384" y="487"/>
                  </a:lnTo>
                  <a:lnTo>
                    <a:pt x="7746" y="487"/>
                  </a:lnTo>
                  <a:lnTo>
                    <a:pt x="7382" y="1136"/>
                  </a:lnTo>
                  <a:lnTo>
                    <a:pt x="7108" y="1136"/>
                  </a:lnTo>
                  <a:lnTo>
                    <a:pt x="6744" y="2436"/>
                  </a:lnTo>
                  <a:lnTo>
                    <a:pt x="6744" y="2923"/>
                  </a:lnTo>
                  <a:lnTo>
                    <a:pt x="7108" y="3572"/>
                  </a:lnTo>
                  <a:lnTo>
                    <a:pt x="6744" y="4222"/>
                  </a:lnTo>
                  <a:lnTo>
                    <a:pt x="4739" y="4222"/>
                  </a:lnTo>
                  <a:lnTo>
                    <a:pt x="3736" y="2436"/>
                  </a:lnTo>
                  <a:lnTo>
                    <a:pt x="2734" y="1786"/>
                  </a:lnTo>
                  <a:lnTo>
                    <a:pt x="1640" y="1136"/>
                  </a:lnTo>
                  <a:lnTo>
                    <a:pt x="1002" y="1786"/>
                  </a:lnTo>
                  <a:lnTo>
                    <a:pt x="0" y="2923"/>
                  </a:lnTo>
                  <a:lnTo>
                    <a:pt x="0" y="3572"/>
                  </a:lnTo>
                  <a:lnTo>
                    <a:pt x="364" y="3572"/>
                  </a:lnTo>
                  <a:lnTo>
                    <a:pt x="364" y="4222"/>
                  </a:lnTo>
                  <a:lnTo>
                    <a:pt x="637" y="4222"/>
                  </a:lnTo>
                  <a:lnTo>
                    <a:pt x="637" y="4709"/>
                  </a:lnTo>
                  <a:lnTo>
                    <a:pt x="1002" y="5359"/>
                  </a:lnTo>
                  <a:lnTo>
                    <a:pt x="1002" y="8932"/>
                  </a:lnTo>
                  <a:lnTo>
                    <a:pt x="1640" y="9581"/>
                  </a:lnTo>
                  <a:lnTo>
                    <a:pt x="1640" y="8932"/>
                  </a:lnTo>
                  <a:lnTo>
                    <a:pt x="1367" y="8932"/>
                  </a:lnTo>
                  <a:lnTo>
                    <a:pt x="2005" y="8932"/>
                  </a:lnTo>
                  <a:lnTo>
                    <a:pt x="2369" y="8445"/>
                  </a:lnTo>
                  <a:lnTo>
                    <a:pt x="2369" y="9581"/>
                  </a:lnTo>
                  <a:lnTo>
                    <a:pt x="2734" y="9581"/>
                  </a:lnTo>
                  <a:lnTo>
                    <a:pt x="2734" y="10231"/>
                  </a:lnTo>
                  <a:lnTo>
                    <a:pt x="1640" y="10231"/>
                  </a:lnTo>
                  <a:lnTo>
                    <a:pt x="1640" y="10718"/>
                  </a:lnTo>
                  <a:lnTo>
                    <a:pt x="2005" y="11368"/>
                  </a:lnTo>
                  <a:lnTo>
                    <a:pt x="2005" y="10718"/>
                  </a:lnTo>
                  <a:lnTo>
                    <a:pt x="2369" y="10718"/>
                  </a:lnTo>
                  <a:lnTo>
                    <a:pt x="2734" y="11368"/>
                  </a:lnTo>
                  <a:lnTo>
                    <a:pt x="3007" y="11368"/>
                  </a:lnTo>
                  <a:lnTo>
                    <a:pt x="3007" y="14454"/>
                  </a:lnTo>
                  <a:lnTo>
                    <a:pt x="3372" y="14941"/>
                  </a:lnTo>
                  <a:lnTo>
                    <a:pt x="3736" y="16240"/>
                  </a:lnTo>
                  <a:lnTo>
                    <a:pt x="4739" y="16240"/>
                  </a:lnTo>
                  <a:lnTo>
                    <a:pt x="4739" y="15590"/>
                  </a:lnTo>
                  <a:lnTo>
                    <a:pt x="5012" y="14941"/>
                  </a:lnTo>
                  <a:lnTo>
                    <a:pt x="5741" y="14454"/>
                  </a:lnTo>
                  <a:lnTo>
                    <a:pt x="6379" y="13804"/>
                  </a:lnTo>
                  <a:lnTo>
                    <a:pt x="7108" y="14454"/>
                  </a:lnTo>
                  <a:lnTo>
                    <a:pt x="7108" y="13804"/>
                  </a:lnTo>
                  <a:lnTo>
                    <a:pt x="7382" y="13154"/>
                  </a:lnTo>
                  <a:lnTo>
                    <a:pt x="7746" y="13804"/>
                  </a:lnTo>
                  <a:lnTo>
                    <a:pt x="8111" y="13804"/>
                  </a:lnTo>
                  <a:lnTo>
                    <a:pt x="8384" y="14454"/>
                  </a:lnTo>
                  <a:lnTo>
                    <a:pt x="9113" y="14454"/>
                  </a:lnTo>
                  <a:lnTo>
                    <a:pt x="9751" y="15590"/>
                  </a:lnTo>
                  <a:lnTo>
                    <a:pt x="10116" y="15590"/>
                  </a:lnTo>
                  <a:lnTo>
                    <a:pt x="10481" y="14941"/>
                  </a:lnTo>
                  <a:lnTo>
                    <a:pt x="11118" y="15590"/>
                  </a:lnTo>
                  <a:lnTo>
                    <a:pt x="11483" y="15590"/>
                  </a:lnTo>
                  <a:lnTo>
                    <a:pt x="11483" y="16890"/>
                  </a:lnTo>
                  <a:lnTo>
                    <a:pt x="11756" y="16240"/>
                  </a:lnTo>
                  <a:lnTo>
                    <a:pt x="12486" y="16890"/>
                  </a:lnTo>
                  <a:lnTo>
                    <a:pt x="13124" y="18027"/>
                  </a:lnTo>
                  <a:lnTo>
                    <a:pt x="13853" y="18027"/>
                  </a:lnTo>
                  <a:lnTo>
                    <a:pt x="14126" y="18676"/>
                  </a:lnTo>
                  <a:lnTo>
                    <a:pt x="14126" y="20463"/>
                  </a:lnTo>
                  <a:lnTo>
                    <a:pt x="14491" y="20463"/>
                  </a:lnTo>
                  <a:lnTo>
                    <a:pt x="14855" y="21112"/>
                  </a:lnTo>
                  <a:lnTo>
                    <a:pt x="16222" y="21112"/>
                  </a:lnTo>
                  <a:lnTo>
                    <a:pt x="16222" y="21600"/>
                  </a:lnTo>
                  <a:lnTo>
                    <a:pt x="16860" y="21600"/>
                  </a:lnTo>
                  <a:lnTo>
                    <a:pt x="17225" y="21112"/>
                  </a:lnTo>
                  <a:lnTo>
                    <a:pt x="17225" y="20463"/>
                  </a:lnTo>
                  <a:lnTo>
                    <a:pt x="17498" y="20463"/>
                  </a:lnTo>
                  <a:lnTo>
                    <a:pt x="17225" y="19813"/>
                  </a:lnTo>
                  <a:lnTo>
                    <a:pt x="17863" y="19813"/>
                  </a:lnTo>
                  <a:lnTo>
                    <a:pt x="18592" y="19163"/>
                  </a:lnTo>
                  <a:lnTo>
                    <a:pt x="18592" y="18676"/>
                  </a:lnTo>
                  <a:lnTo>
                    <a:pt x="18865" y="18676"/>
                  </a:lnTo>
                  <a:lnTo>
                    <a:pt x="18865" y="17377"/>
                  </a:lnTo>
                  <a:lnTo>
                    <a:pt x="19230" y="16890"/>
                  </a:lnTo>
                  <a:lnTo>
                    <a:pt x="19230" y="15590"/>
                  </a:lnTo>
                  <a:lnTo>
                    <a:pt x="19868" y="15590"/>
                  </a:lnTo>
                  <a:lnTo>
                    <a:pt x="20597" y="14941"/>
                  </a:lnTo>
                  <a:lnTo>
                    <a:pt x="21600" y="1494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3" name="AutoShape 17"/>
            <p:cNvSpPr>
              <a:spLocks/>
            </p:cNvSpPr>
            <p:nvPr/>
          </p:nvSpPr>
          <p:spPr bwMode="auto">
            <a:xfrm>
              <a:off x="18640004" y="6228547"/>
              <a:ext cx="656510" cy="875217"/>
            </a:xfrm>
            <a:custGeom>
              <a:avLst/>
              <a:gdLst>
                <a:gd name="T0" fmla="*/ 328255 w 21600"/>
                <a:gd name="T1" fmla="*/ 437609 h 21600"/>
                <a:gd name="T2" fmla="*/ 328255 w 21600"/>
                <a:gd name="T3" fmla="*/ 437609 h 21600"/>
                <a:gd name="T4" fmla="*/ 328255 w 21600"/>
                <a:gd name="T5" fmla="*/ 437609 h 21600"/>
                <a:gd name="T6" fmla="*/ 328255 w 21600"/>
                <a:gd name="T7" fmla="*/ 437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854" y="719"/>
                  </a:moveTo>
                  <a:cubicBezTo>
                    <a:pt x="8345" y="719"/>
                    <a:pt x="8345" y="719"/>
                    <a:pt x="8345" y="719"/>
                  </a:cubicBezTo>
                  <a:cubicBezTo>
                    <a:pt x="8345" y="1079"/>
                    <a:pt x="8345" y="1079"/>
                    <a:pt x="8345" y="1079"/>
                  </a:cubicBezTo>
                  <a:cubicBezTo>
                    <a:pt x="7854" y="719"/>
                    <a:pt x="7854" y="719"/>
                    <a:pt x="7854" y="719"/>
                  </a:cubicBezTo>
                  <a:close/>
                  <a:moveTo>
                    <a:pt x="7854" y="359"/>
                  </a:moveTo>
                  <a:cubicBezTo>
                    <a:pt x="7854" y="359"/>
                    <a:pt x="7854" y="359"/>
                    <a:pt x="7854" y="359"/>
                  </a:cubicBezTo>
                  <a:cubicBezTo>
                    <a:pt x="7363" y="359"/>
                    <a:pt x="7363" y="359"/>
                    <a:pt x="7363" y="359"/>
                  </a:cubicBezTo>
                  <a:cubicBezTo>
                    <a:pt x="7854" y="359"/>
                    <a:pt x="7854" y="359"/>
                    <a:pt x="7854" y="359"/>
                  </a:cubicBezTo>
                  <a:close/>
                  <a:moveTo>
                    <a:pt x="8345" y="0"/>
                  </a:moveTo>
                  <a:cubicBezTo>
                    <a:pt x="8345" y="0"/>
                    <a:pt x="8345" y="0"/>
                    <a:pt x="8345" y="0"/>
                  </a:cubicBezTo>
                  <a:cubicBezTo>
                    <a:pt x="8345" y="0"/>
                    <a:pt x="8345" y="0"/>
                    <a:pt x="8345" y="0"/>
                  </a:cubicBezTo>
                  <a:cubicBezTo>
                    <a:pt x="8345" y="0"/>
                    <a:pt x="8345" y="0"/>
                    <a:pt x="8345" y="0"/>
                  </a:cubicBezTo>
                  <a:close/>
                  <a:moveTo>
                    <a:pt x="9327" y="719"/>
                  </a:moveTo>
                  <a:cubicBezTo>
                    <a:pt x="9327" y="719"/>
                    <a:pt x="9327" y="719"/>
                    <a:pt x="9327" y="719"/>
                  </a:cubicBezTo>
                  <a:cubicBezTo>
                    <a:pt x="9327" y="1079"/>
                    <a:pt x="9327" y="1079"/>
                    <a:pt x="9327" y="1079"/>
                  </a:cubicBezTo>
                  <a:cubicBezTo>
                    <a:pt x="9818" y="719"/>
                    <a:pt x="9818" y="719"/>
                    <a:pt x="9818" y="719"/>
                  </a:cubicBezTo>
                  <a:cubicBezTo>
                    <a:pt x="9818" y="719"/>
                    <a:pt x="9327" y="719"/>
                    <a:pt x="9327" y="719"/>
                  </a:cubicBezTo>
                  <a:close/>
                  <a:moveTo>
                    <a:pt x="9818" y="7920"/>
                  </a:moveTo>
                  <a:cubicBezTo>
                    <a:pt x="9818" y="7920"/>
                    <a:pt x="9818" y="7920"/>
                    <a:pt x="9818" y="7920"/>
                  </a:cubicBezTo>
                  <a:cubicBezTo>
                    <a:pt x="10309" y="8280"/>
                    <a:pt x="10309" y="8280"/>
                    <a:pt x="10309" y="8280"/>
                  </a:cubicBezTo>
                  <a:cubicBezTo>
                    <a:pt x="10800" y="8640"/>
                    <a:pt x="10800" y="8640"/>
                    <a:pt x="10800" y="8640"/>
                  </a:cubicBezTo>
                  <a:cubicBezTo>
                    <a:pt x="11290" y="8280"/>
                    <a:pt x="11290" y="8280"/>
                    <a:pt x="11290" y="8280"/>
                  </a:cubicBezTo>
                  <a:cubicBezTo>
                    <a:pt x="11290" y="8280"/>
                    <a:pt x="11290" y="8280"/>
                    <a:pt x="11290" y="8280"/>
                  </a:cubicBezTo>
                  <a:cubicBezTo>
                    <a:pt x="11781" y="7920"/>
                    <a:pt x="11781" y="7920"/>
                    <a:pt x="11781" y="7920"/>
                  </a:cubicBezTo>
                  <a:cubicBezTo>
                    <a:pt x="12272" y="7920"/>
                    <a:pt x="12272" y="7920"/>
                    <a:pt x="12272" y="7920"/>
                  </a:cubicBezTo>
                  <a:cubicBezTo>
                    <a:pt x="12763" y="8280"/>
                    <a:pt x="12763" y="8280"/>
                    <a:pt x="12763" y="8280"/>
                  </a:cubicBezTo>
                  <a:cubicBezTo>
                    <a:pt x="13254" y="8640"/>
                    <a:pt x="13254" y="8640"/>
                    <a:pt x="13254" y="8640"/>
                  </a:cubicBezTo>
                  <a:cubicBezTo>
                    <a:pt x="12763" y="8640"/>
                    <a:pt x="12763" y="8640"/>
                    <a:pt x="12763" y="8640"/>
                  </a:cubicBezTo>
                  <a:cubicBezTo>
                    <a:pt x="13254" y="9000"/>
                    <a:pt x="13254" y="9000"/>
                    <a:pt x="13254" y="9000"/>
                  </a:cubicBezTo>
                  <a:cubicBezTo>
                    <a:pt x="13745" y="8640"/>
                    <a:pt x="13745" y="8640"/>
                    <a:pt x="13745" y="8640"/>
                  </a:cubicBezTo>
                  <a:cubicBezTo>
                    <a:pt x="13254" y="8640"/>
                    <a:pt x="13254" y="8640"/>
                    <a:pt x="13254" y="8640"/>
                  </a:cubicBezTo>
                  <a:cubicBezTo>
                    <a:pt x="13745" y="8280"/>
                    <a:pt x="13745" y="8280"/>
                    <a:pt x="13745" y="8280"/>
                  </a:cubicBezTo>
                  <a:cubicBezTo>
                    <a:pt x="13745" y="8640"/>
                    <a:pt x="13745" y="8640"/>
                    <a:pt x="13745" y="8640"/>
                  </a:cubicBezTo>
                  <a:cubicBezTo>
                    <a:pt x="14236" y="8640"/>
                    <a:pt x="14236" y="8640"/>
                    <a:pt x="14236" y="8640"/>
                  </a:cubicBezTo>
                  <a:cubicBezTo>
                    <a:pt x="14727" y="9000"/>
                    <a:pt x="14727" y="9000"/>
                    <a:pt x="14727" y="9000"/>
                  </a:cubicBezTo>
                  <a:cubicBezTo>
                    <a:pt x="14727" y="9000"/>
                    <a:pt x="14727" y="9000"/>
                    <a:pt x="14727" y="9000"/>
                  </a:cubicBezTo>
                  <a:cubicBezTo>
                    <a:pt x="14727" y="9000"/>
                    <a:pt x="14727" y="9000"/>
                    <a:pt x="14727" y="9000"/>
                  </a:cubicBezTo>
                  <a:cubicBezTo>
                    <a:pt x="14236" y="9000"/>
                    <a:pt x="14236" y="9000"/>
                    <a:pt x="14236" y="9000"/>
                  </a:cubicBezTo>
                  <a:cubicBezTo>
                    <a:pt x="14236" y="9000"/>
                    <a:pt x="14236" y="9000"/>
                    <a:pt x="14236" y="9000"/>
                  </a:cubicBezTo>
                  <a:cubicBezTo>
                    <a:pt x="14236" y="9360"/>
                    <a:pt x="14236" y="9360"/>
                    <a:pt x="14236" y="9360"/>
                  </a:cubicBezTo>
                  <a:cubicBezTo>
                    <a:pt x="14727" y="9720"/>
                    <a:pt x="14727" y="9720"/>
                    <a:pt x="14727" y="9720"/>
                  </a:cubicBezTo>
                  <a:cubicBezTo>
                    <a:pt x="14727" y="10080"/>
                    <a:pt x="14727" y="10080"/>
                    <a:pt x="14727" y="10080"/>
                  </a:cubicBezTo>
                  <a:cubicBezTo>
                    <a:pt x="15218" y="10080"/>
                    <a:pt x="15218" y="10080"/>
                    <a:pt x="15218" y="10080"/>
                  </a:cubicBezTo>
                  <a:cubicBezTo>
                    <a:pt x="15218" y="10080"/>
                    <a:pt x="15218" y="10080"/>
                    <a:pt x="15218" y="10080"/>
                  </a:cubicBezTo>
                  <a:cubicBezTo>
                    <a:pt x="15709" y="10080"/>
                    <a:pt x="15709" y="10080"/>
                    <a:pt x="15709" y="10080"/>
                  </a:cubicBezTo>
                  <a:cubicBezTo>
                    <a:pt x="15709" y="10080"/>
                    <a:pt x="15709" y="10080"/>
                    <a:pt x="15709" y="10080"/>
                  </a:cubicBezTo>
                  <a:cubicBezTo>
                    <a:pt x="15709" y="10440"/>
                    <a:pt x="15709" y="10440"/>
                    <a:pt x="15709" y="10440"/>
                  </a:cubicBezTo>
                  <a:cubicBezTo>
                    <a:pt x="15709" y="10440"/>
                    <a:pt x="15709" y="10440"/>
                    <a:pt x="15709" y="10440"/>
                  </a:cubicBezTo>
                  <a:cubicBezTo>
                    <a:pt x="15709" y="10800"/>
                    <a:pt x="15709" y="10800"/>
                    <a:pt x="15709" y="10800"/>
                  </a:cubicBezTo>
                  <a:cubicBezTo>
                    <a:pt x="15218" y="10800"/>
                    <a:pt x="15218" y="10800"/>
                    <a:pt x="15218" y="10800"/>
                  </a:cubicBezTo>
                  <a:cubicBezTo>
                    <a:pt x="14727" y="10440"/>
                    <a:pt x="14727" y="10440"/>
                    <a:pt x="14727" y="10440"/>
                  </a:cubicBezTo>
                  <a:cubicBezTo>
                    <a:pt x="15218" y="10440"/>
                    <a:pt x="15218" y="10440"/>
                    <a:pt x="15218" y="10440"/>
                  </a:cubicBezTo>
                  <a:cubicBezTo>
                    <a:pt x="15218" y="10440"/>
                    <a:pt x="15218" y="10440"/>
                    <a:pt x="15218" y="10440"/>
                  </a:cubicBezTo>
                  <a:cubicBezTo>
                    <a:pt x="14727" y="10080"/>
                    <a:pt x="14727" y="10080"/>
                    <a:pt x="14727" y="10080"/>
                  </a:cubicBezTo>
                  <a:cubicBezTo>
                    <a:pt x="14727" y="10440"/>
                    <a:pt x="14727" y="10440"/>
                    <a:pt x="14727" y="10440"/>
                  </a:cubicBezTo>
                  <a:cubicBezTo>
                    <a:pt x="14236" y="10440"/>
                    <a:pt x="14236" y="10440"/>
                    <a:pt x="14236" y="10440"/>
                  </a:cubicBezTo>
                  <a:cubicBezTo>
                    <a:pt x="13745" y="10080"/>
                    <a:pt x="13745" y="10080"/>
                    <a:pt x="13745" y="10080"/>
                  </a:cubicBezTo>
                  <a:cubicBezTo>
                    <a:pt x="13745" y="10080"/>
                    <a:pt x="13745" y="10080"/>
                    <a:pt x="13745" y="10080"/>
                  </a:cubicBezTo>
                  <a:cubicBezTo>
                    <a:pt x="13745" y="9720"/>
                    <a:pt x="13745" y="9720"/>
                    <a:pt x="13745" y="9720"/>
                  </a:cubicBezTo>
                  <a:cubicBezTo>
                    <a:pt x="13254" y="9360"/>
                    <a:pt x="13254" y="9360"/>
                    <a:pt x="13254" y="9360"/>
                  </a:cubicBezTo>
                  <a:cubicBezTo>
                    <a:pt x="12763" y="9360"/>
                    <a:pt x="12763" y="9360"/>
                    <a:pt x="12763" y="9360"/>
                  </a:cubicBezTo>
                  <a:cubicBezTo>
                    <a:pt x="12763" y="9000"/>
                    <a:pt x="12763" y="9000"/>
                    <a:pt x="12763" y="9000"/>
                  </a:cubicBezTo>
                  <a:cubicBezTo>
                    <a:pt x="12272" y="8640"/>
                    <a:pt x="12272" y="8640"/>
                    <a:pt x="12272" y="8640"/>
                  </a:cubicBezTo>
                  <a:cubicBezTo>
                    <a:pt x="12272" y="8640"/>
                    <a:pt x="12272" y="8640"/>
                    <a:pt x="12272" y="8640"/>
                  </a:cubicBezTo>
                  <a:cubicBezTo>
                    <a:pt x="11781" y="8640"/>
                    <a:pt x="11781" y="8640"/>
                    <a:pt x="11781" y="8640"/>
                  </a:cubicBezTo>
                  <a:cubicBezTo>
                    <a:pt x="11781" y="8640"/>
                    <a:pt x="11781" y="8640"/>
                    <a:pt x="11781" y="8640"/>
                  </a:cubicBezTo>
                  <a:cubicBezTo>
                    <a:pt x="12272" y="9360"/>
                    <a:pt x="12272" y="9360"/>
                    <a:pt x="12272" y="9360"/>
                  </a:cubicBezTo>
                  <a:cubicBezTo>
                    <a:pt x="12272" y="9720"/>
                    <a:pt x="12272" y="9720"/>
                    <a:pt x="12272" y="9720"/>
                  </a:cubicBezTo>
                  <a:cubicBezTo>
                    <a:pt x="12272" y="9720"/>
                    <a:pt x="12272" y="9720"/>
                    <a:pt x="12272" y="9720"/>
                  </a:cubicBezTo>
                  <a:cubicBezTo>
                    <a:pt x="11781" y="9360"/>
                    <a:pt x="11781" y="9360"/>
                    <a:pt x="11781" y="9360"/>
                  </a:cubicBezTo>
                  <a:cubicBezTo>
                    <a:pt x="11290" y="9000"/>
                    <a:pt x="11290" y="9000"/>
                    <a:pt x="11290" y="9000"/>
                  </a:cubicBezTo>
                  <a:cubicBezTo>
                    <a:pt x="11290" y="9000"/>
                    <a:pt x="11290" y="9000"/>
                    <a:pt x="11290" y="9000"/>
                  </a:cubicBezTo>
                  <a:cubicBezTo>
                    <a:pt x="10309" y="8640"/>
                    <a:pt x="10309" y="8640"/>
                    <a:pt x="10309" y="8640"/>
                  </a:cubicBezTo>
                  <a:cubicBezTo>
                    <a:pt x="9818" y="8640"/>
                    <a:pt x="9818" y="8640"/>
                    <a:pt x="9818" y="8640"/>
                  </a:cubicBezTo>
                  <a:cubicBezTo>
                    <a:pt x="9327" y="9000"/>
                    <a:pt x="9327" y="9000"/>
                    <a:pt x="9327" y="9000"/>
                  </a:cubicBezTo>
                  <a:cubicBezTo>
                    <a:pt x="9818" y="9000"/>
                    <a:pt x="9818" y="9000"/>
                    <a:pt x="9818" y="9000"/>
                  </a:cubicBezTo>
                  <a:cubicBezTo>
                    <a:pt x="9327" y="9360"/>
                    <a:pt x="9327" y="9360"/>
                    <a:pt x="9327" y="9360"/>
                  </a:cubicBezTo>
                  <a:cubicBezTo>
                    <a:pt x="8836" y="9000"/>
                    <a:pt x="8836" y="9000"/>
                    <a:pt x="8836" y="9000"/>
                  </a:cubicBezTo>
                  <a:cubicBezTo>
                    <a:pt x="8345" y="9000"/>
                    <a:pt x="8345" y="9000"/>
                    <a:pt x="8345" y="9000"/>
                  </a:cubicBezTo>
                  <a:cubicBezTo>
                    <a:pt x="7854" y="9000"/>
                    <a:pt x="7854" y="9000"/>
                    <a:pt x="7854" y="9000"/>
                  </a:cubicBezTo>
                  <a:cubicBezTo>
                    <a:pt x="8345" y="9000"/>
                    <a:pt x="8345" y="9000"/>
                    <a:pt x="8345" y="9000"/>
                  </a:cubicBezTo>
                  <a:cubicBezTo>
                    <a:pt x="7854" y="8640"/>
                    <a:pt x="7854" y="8640"/>
                    <a:pt x="7854" y="8640"/>
                  </a:cubicBezTo>
                  <a:cubicBezTo>
                    <a:pt x="7854" y="8640"/>
                    <a:pt x="7854" y="8640"/>
                    <a:pt x="7854" y="8640"/>
                  </a:cubicBezTo>
                  <a:cubicBezTo>
                    <a:pt x="7854" y="9000"/>
                    <a:pt x="7854" y="9000"/>
                    <a:pt x="7854" y="9000"/>
                  </a:cubicBezTo>
                  <a:cubicBezTo>
                    <a:pt x="7363" y="8640"/>
                    <a:pt x="7363" y="8640"/>
                    <a:pt x="7363" y="8640"/>
                  </a:cubicBezTo>
                  <a:cubicBezTo>
                    <a:pt x="7363" y="8280"/>
                    <a:pt x="7363" y="8280"/>
                    <a:pt x="7363" y="8280"/>
                  </a:cubicBezTo>
                  <a:cubicBezTo>
                    <a:pt x="7363" y="8280"/>
                    <a:pt x="7363" y="8280"/>
                    <a:pt x="7363" y="8280"/>
                  </a:cubicBezTo>
                  <a:cubicBezTo>
                    <a:pt x="7854" y="7920"/>
                    <a:pt x="7854" y="7920"/>
                    <a:pt x="7854" y="7920"/>
                  </a:cubicBezTo>
                  <a:cubicBezTo>
                    <a:pt x="8345" y="7560"/>
                    <a:pt x="8345" y="7560"/>
                    <a:pt x="8345" y="7560"/>
                  </a:cubicBezTo>
                  <a:cubicBezTo>
                    <a:pt x="7854" y="7200"/>
                    <a:pt x="7854" y="7200"/>
                    <a:pt x="7854" y="7200"/>
                  </a:cubicBezTo>
                  <a:cubicBezTo>
                    <a:pt x="7363" y="7200"/>
                    <a:pt x="7363" y="7200"/>
                    <a:pt x="7363" y="7200"/>
                  </a:cubicBezTo>
                  <a:cubicBezTo>
                    <a:pt x="7363" y="7560"/>
                    <a:pt x="7363" y="7560"/>
                    <a:pt x="7363" y="7560"/>
                  </a:cubicBezTo>
                  <a:cubicBezTo>
                    <a:pt x="7363" y="7560"/>
                    <a:pt x="7363" y="7560"/>
                    <a:pt x="7363" y="7560"/>
                  </a:cubicBezTo>
                  <a:cubicBezTo>
                    <a:pt x="7363" y="7920"/>
                    <a:pt x="7363" y="7920"/>
                    <a:pt x="7363" y="7920"/>
                  </a:cubicBezTo>
                  <a:cubicBezTo>
                    <a:pt x="6872" y="7920"/>
                    <a:pt x="6872" y="7920"/>
                    <a:pt x="6872" y="7920"/>
                  </a:cubicBezTo>
                  <a:cubicBezTo>
                    <a:pt x="6381" y="7560"/>
                    <a:pt x="6381" y="7560"/>
                    <a:pt x="6381" y="7560"/>
                  </a:cubicBezTo>
                  <a:cubicBezTo>
                    <a:pt x="6381" y="7200"/>
                    <a:pt x="6381" y="7200"/>
                    <a:pt x="6381" y="7200"/>
                  </a:cubicBezTo>
                  <a:cubicBezTo>
                    <a:pt x="6381" y="7200"/>
                    <a:pt x="6381" y="7200"/>
                    <a:pt x="6381" y="7200"/>
                  </a:cubicBezTo>
                  <a:cubicBezTo>
                    <a:pt x="6381" y="7200"/>
                    <a:pt x="6381" y="7200"/>
                    <a:pt x="6381" y="7200"/>
                  </a:cubicBezTo>
                  <a:cubicBezTo>
                    <a:pt x="5890" y="7200"/>
                    <a:pt x="5890" y="7200"/>
                    <a:pt x="5890" y="7200"/>
                  </a:cubicBezTo>
                  <a:cubicBezTo>
                    <a:pt x="5890" y="6480"/>
                    <a:pt x="5890" y="6480"/>
                    <a:pt x="5890" y="6480"/>
                  </a:cubicBezTo>
                  <a:cubicBezTo>
                    <a:pt x="5890" y="6120"/>
                    <a:pt x="5890" y="6120"/>
                    <a:pt x="5890" y="6120"/>
                  </a:cubicBezTo>
                  <a:cubicBezTo>
                    <a:pt x="5399" y="5759"/>
                    <a:pt x="5399" y="5759"/>
                    <a:pt x="5399" y="5759"/>
                  </a:cubicBezTo>
                  <a:cubicBezTo>
                    <a:pt x="5890" y="5759"/>
                    <a:pt x="5890" y="5759"/>
                    <a:pt x="5890" y="5759"/>
                  </a:cubicBezTo>
                  <a:cubicBezTo>
                    <a:pt x="5399" y="5399"/>
                    <a:pt x="5399" y="5399"/>
                    <a:pt x="5399" y="5399"/>
                  </a:cubicBezTo>
                  <a:cubicBezTo>
                    <a:pt x="5399" y="5399"/>
                    <a:pt x="5399" y="5399"/>
                    <a:pt x="5399" y="5399"/>
                  </a:cubicBezTo>
                  <a:cubicBezTo>
                    <a:pt x="5399" y="5039"/>
                    <a:pt x="5399" y="5039"/>
                    <a:pt x="5399" y="5039"/>
                  </a:cubicBezTo>
                  <a:cubicBezTo>
                    <a:pt x="5399" y="4680"/>
                    <a:pt x="5399" y="4680"/>
                    <a:pt x="5399" y="4680"/>
                  </a:cubicBezTo>
                  <a:cubicBezTo>
                    <a:pt x="5399" y="5039"/>
                    <a:pt x="5399" y="5039"/>
                    <a:pt x="5399" y="5039"/>
                  </a:cubicBezTo>
                  <a:cubicBezTo>
                    <a:pt x="5890" y="5039"/>
                    <a:pt x="5890" y="5039"/>
                    <a:pt x="5890" y="5039"/>
                  </a:cubicBezTo>
                  <a:cubicBezTo>
                    <a:pt x="6381" y="5039"/>
                    <a:pt x="6381" y="5039"/>
                    <a:pt x="6381" y="5039"/>
                  </a:cubicBezTo>
                  <a:cubicBezTo>
                    <a:pt x="6381" y="4680"/>
                    <a:pt x="6381" y="4680"/>
                    <a:pt x="6381" y="4680"/>
                  </a:cubicBezTo>
                  <a:cubicBezTo>
                    <a:pt x="5890" y="4320"/>
                    <a:pt x="5890" y="4320"/>
                    <a:pt x="5890" y="4320"/>
                  </a:cubicBezTo>
                  <a:cubicBezTo>
                    <a:pt x="5890" y="3960"/>
                    <a:pt x="5890" y="3960"/>
                    <a:pt x="5890" y="3960"/>
                  </a:cubicBezTo>
                  <a:cubicBezTo>
                    <a:pt x="6381" y="3239"/>
                    <a:pt x="6381" y="3239"/>
                    <a:pt x="6381" y="3239"/>
                  </a:cubicBezTo>
                  <a:cubicBezTo>
                    <a:pt x="6381" y="2519"/>
                    <a:pt x="6381" y="2519"/>
                    <a:pt x="6381" y="2519"/>
                  </a:cubicBezTo>
                  <a:cubicBezTo>
                    <a:pt x="6381" y="2160"/>
                    <a:pt x="6381" y="2160"/>
                    <a:pt x="6381" y="2160"/>
                  </a:cubicBezTo>
                  <a:cubicBezTo>
                    <a:pt x="6872" y="1799"/>
                    <a:pt x="6872" y="1799"/>
                    <a:pt x="6872" y="1799"/>
                  </a:cubicBezTo>
                  <a:cubicBezTo>
                    <a:pt x="6872" y="1439"/>
                    <a:pt x="6872" y="1439"/>
                    <a:pt x="6872" y="1439"/>
                  </a:cubicBezTo>
                  <a:cubicBezTo>
                    <a:pt x="7363" y="1439"/>
                    <a:pt x="7363" y="1439"/>
                    <a:pt x="7363" y="1439"/>
                  </a:cubicBezTo>
                  <a:cubicBezTo>
                    <a:pt x="8345" y="1439"/>
                    <a:pt x="8345" y="1439"/>
                    <a:pt x="8345" y="1439"/>
                  </a:cubicBezTo>
                  <a:cubicBezTo>
                    <a:pt x="8345" y="1799"/>
                    <a:pt x="8345" y="1799"/>
                    <a:pt x="8345" y="1799"/>
                  </a:cubicBezTo>
                  <a:cubicBezTo>
                    <a:pt x="8836" y="1799"/>
                    <a:pt x="8836" y="1799"/>
                    <a:pt x="8836" y="1799"/>
                  </a:cubicBezTo>
                  <a:cubicBezTo>
                    <a:pt x="8836" y="1799"/>
                    <a:pt x="8836" y="1799"/>
                    <a:pt x="8836" y="1799"/>
                  </a:cubicBezTo>
                  <a:cubicBezTo>
                    <a:pt x="9818" y="1799"/>
                    <a:pt x="9818" y="1799"/>
                    <a:pt x="9818" y="1799"/>
                  </a:cubicBezTo>
                  <a:cubicBezTo>
                    <a:pt x="9818" y="1439"/>
                    <a:pt x="9818" y="1439"/>
                    <a:pt x="9818" y="1439"/>
                  </a:cubicBezTo>
                  <a:cubicBezTo>
                    <a:pt x="9818" y="1439"/>
                    <a:pt x="9818" y="1439"/>
                    <a:pt x="9818" y="1439"/>
                  </a:cubicBezTo>
                  <a:cubicBezTo>
                    <a:pt x="10309" y="1439"/>
                    <a:pt x="10309" y="1439"/>
                    <a:pt x="10309" y="1439"/>
                  </a:cubicBezTo>
                  <a:cubicBezTo>
                    <a:pt x="10309" y="1439"/>
                    <a:pt x="10309" y="1439"/>
                    <a:pt x="10309" y="1439"/>
                  </a:cubicBezTo>
                  <a:cubicBezTo>
                    <a:pt x="10309" y="1799"/>
                    <a:pt x="10309" y="1799"/>
                    <a:pt x="10309" y="1799"/>
                  </a:cubicBezTo>
                  <a:cubicBezTo>
                    <a:pt x="10309" y="1799"/>
                    <a:pt x="10309" y="1799"/>
                    <a:pt x="10309" y="1799"/>
                  </a:cubicBezTo>
                  <a:cubicBezTo>
                    <a:pt x="9818" y="2519"/>
                    <a:pt x="9818" y="2519"/>
                    <a:pt x="9818" y="2519"/>
                  </a:cubicBezTo>
                  <a:cubicBezTo>
                    <a:pt x="10309" y="2879"/>
                    <a:pt x="10309" y="2879"/>
                    <a:pt x="10309" y="2879"/>
                  </a:cubicBezTo>
                  <a:cubicBezTo>
                    <a:pt x="10800" y="2879"/>
                    <a:pt x="10800" y="2879"/>
                    <a:pt x="10800" y="2879"/>
                  </a:cubicBezTo>
                  <a:cubicBezTo>
                    <a:pt x="10800" y="3239"/>
                    <a:pt x="10800" y="3239"/>
                    <a:pt x="10800" y="3239"/>
                  </a:cubicBezTo>
                  <a:cubicBezTo>
                    <a:pt x="11290" y="3600"/>
                    <a:pt x="11290" y="3600"/>
                    <a:pt x="11290" y="3600"/>
                  </a:cubicBezTo>
                  <a:cubicBezTo>
                    <a:pt x="10800" y="4320"/>
                    <a:pt x="10800" y="4320"/>
                    <a:pt x="10800" y="4320"/>
                  </a:cubicBezTo>
                  <a:cubicBezTo>
                    <a:pt x="10800" y="4680"/>
                    <a:pt x="10800" y="4680"/>
                    <a:pt x="10800" y="4680"/>
                  </a:cubicBezTo>
                  <a:cubicBezTo>
                    <a:pt x="10800" y="5039"/>
                    <a:pt x="10800" y="5039"/>
                    <a:pt x="10800" y="5039"/>
                  </a:cubicBezTo>
                  <a:cubicBezTo>
                    <a:pt x="10309" y="5399"/>
                    <a:pt x="10309" y="5399"/>
                    <a:pt x="10309" y="5399"/>
                  </a:cubicBezTo>
                  <a:cubicBezTo>
                    <a:pt x="10309" y="5399"/>
                    <a:pt x="10309" y="5399"/>
                    <a:pt x="10309" y="5399"/>
                  </a:cubicBezTo>
                  <a:cubicBezTo>
                    <a:pt x="10309" y="5039"/>
                    <a:pt x="10309" y="5039"/>
                    <a:pt x="10309" y="5039"/>
                  </a:cubicBezTo>
                  <a:cubicBezTo>
                    <a:pt x="10309" y="5039"/>
                    <a:pt x="10309" y="5039"/>
                    <a:pt x="10309" y="5039"/>
                  </a:cubicBezTo>
                  <a:cubicBezTo>
                    <a:pt x="9327" y="5399"/>
                    <a:pt x="9327" y="5399"/>
                    <a:pt x="9327" y="5399"/>
                  </a:cubicBezTo>
                  <a:cubicBezTo>
                    <a:pt x="9327" y="5759"/>
                    <a:pt x="9327" y="5759"/>
                    <a:pt x="9327" y="5759"/>
                  </a:cubicBezTo>
                  <a:cubicBezTo>
                    <a:pt x="9327" y="6120"/>
                    <a:pt x="9327" y="6120"/>
                    <a:pt x="9327" y="6120"/>
                  </a:cubicBezTo>
                  <a:cubicBezTo>
                    <a:pt x="9327" y="6480"/>
                    <a:pt x="9327" y="6480"/>
                    <a:pt x="9327" y="6480"/>
                  </a:cubicBezTo>
                  <a:cubicBezTo>
                    <a:pt x="9327" y="6840"/>
                    <a:pt x="9327" y="6840"/>
                    <a:pt x="9327" y="6840"/>
                  </a:cubicBezTo>
                  <a:cubicBezTo>
                    <a:pt x="9327" y="6840"/>
                    <a:pt x="9327" y="6840"/>
                    <a:pt x="9327" y="6840"/>
                  </a:cubicBezTo>
                  <a:cubicBezTo>
                    <a:pt x="9327" y="7200"/>
                    <a:pt x="9327" y="7200"/>
                    <a:pt x="9327" y="7200"/>
                  </a:cubicBezTo>
                  <a:cubicBezTo>
                    <a:pt x="9818" y="7560"/>
                    <a:pt x="9818" y="7560"/>
                    <a:pt x="9818" y="7560"/>
                  </a:cubicBezTo>
                  <a:cubicBezTo>
                    <a:pt x="9818" y="7560"/>
                    <a:pt x="9818" y="7560"/>
                    <a:pt x="9818" y="7560"/>
                  </a:cubicBezTo>
                  <a:cubicBezTo>
                    <a:pt x="9818" y="7920"/>
                    <a:pt x="9818" y="7920"/>
                    <a:pt x="9818" y="7920"/>
                  </a:cubicBezTo>
                  <a:close/>
                  <a:moveTo>
                    <a:pt x="10309" y="7920"/>
                  </a:moveTo>
                  <a:cubicBezTo>
                    <a:pt x="10309" y="8280"/>
                    <a:pt x="10309" y="8280"/>
                    <a:pt x="10309" y="8280"/>
                  </a:cubicBezTo>
                  <a:cubicBezTo>
                    <a:pt x="10800" y="8280"/>
                    <a:pt x="10800" y="8280"/>
                    <a:pt x="10800" y="8280"/>
                  </a:cubicBezTo>
                  <a:cubicBezTo>
                    <a:pt x="10800" y="8280"/>
                    <a:pt x="10800" y="8280"/>
                    <a:pt x="10800" y="8280"/>
                  </a:cubicBezTo>
                  <a:cubicBezTo>
                    <a:pt x="10309" y="7920"/>
                    <a:pt x="10309" y="7920"/>
                    <a:pt x="10309" y="7920"/>
                  </a:cubicBezTo>
                  <a:close/>
                  <a:moveTo>
                    <a:pt x="10309" y="6840"/>
                  </a:moveTo>
                  <a:cubicBezTo>
                    <a:pt x="10309" y="7200"/>
                    <a:pt x="10309" y="7200"/>
                    <a:pt x="10309" y="7200"/>
                  </a:cubicBezTo>
                  <a:cubicBezTo>
                    <a:pt x="10309" y="7560"/>
                    <a:pt x="10309" y="7560"/>
                    <a:pt x="10309" y="7560"/>
                  </a:cubicBezTo>
                  <a:cubicBezTo>
                    <a:pt x="10309" y="7560"/>
                    <a:pt x="10309" y="7560"/>
                    <a:pt x="10309" y="7560"/>
                  </a:cubicBezTo>
                  <a:cubicBezTo>
                    <a:pt x="10800" y="7560"/>
                    <a:pt x="10800" y="7560"/>
                    <a:pt x="10800" y="7560"/>
                  </a:cubicBezTo>
                  <a:cubicBezTo>
                    <a:pt x="10800" y="6840"/>
                    <a:pt x="10800" y="6840"/>
                    <a:pt x="10800" y="6840"/>
                  </a:cubicBezTo>
                  <a:cubicBezTo>
                    <a:pt x="10800" y="6840"/>
                    <a:pt x="10800" y="6840"/>
                    <a:pt x="10800" y="6840"/>
                  </a:cubicBezTo>
                  <a:cubicBezTo>
                    <a:pt x="10800" y="6840"/>
                    <a:pt x="10800" y="6840"/>
                    <a:pt x="10800" y="6840"/>
                  </a:cubicBezTo>
                  <a:cubicBezTo>
                    <a:pt x="10309" y="6840"/>
                    <a:pt x="10309" y="6840"/>
                    <a:pt x="10309" y="6840"/>
                  </a:cubicBezTo>
                  <a:close/>
                  <a:moveTo>
                    <a:pt x="6381" y="8640"/>
                  </a:moveTo>
                  <a:cubicBezTo>
                    <a:pt x="6381" y="9000"/>
                    <a:pt x="6381" y="9000"/>
                    <a:pt x="6381" y="9000"/>
                  </a:cubicBezTo>
                  <a:cubicBezTo>
                    <a:pt x="6872" y="9000"/>
                    <a:pt x="6872" y="9000"/>
                    <a:pt x="6872" y="9000"/>
                  </a:cubicBezTo>
                  <a:cubicBezTo>
                    <a:pt x="6872" y="9000"/>
                    <a:pt x="6872" y="9000"/>
                    <a:pt x="6872" y="9000"/>
                  </a:cubicBezTo>
                  <a:cubicBezTo>
                    <a:pt x="6381" y="8640"/>
                    <a:pt x="6381" y="8640"/>
                    <a:pt x="6381" y="8640"/>
                  </a:cubicBezTo>
                  <a:cubicBezTo>
                    <a:pt x="6381" y="8640"/>
                    <a:pt x="6381" y="8640"/>
                    <a:pt x="6381" y="8640"/>
                  </a:cubicBezTo>
                  <a:close/>
                  <a:moveTo>
                    <a:pt x="6872" y="9360"/>
                  </a:moveTo>
                  <a:cubicBezTo>
                    <a:pt x="6872" y="9360"/>
                    <a:pt x="6872" y="9360"/>
                    <a:pt x="6872" y="9360"/>
                  </a:cubicBezTo>
                  <a:cubicBezTo>
                    <a:pt x="7363" y="9360"/>
                    <a:pt x="7363" y="9360"/>
                    <a:pt x="7363" y="9360"/>
                  </a:cubicBezTo>
                  <a:cubicBezTo>
                    <a:pt x="7363" y="9720"/>
                    <a:pt x="7363" y="9720"/>
                    <a:pt x="7363" y="9720"/>
                  </a:cubicBezTo>
                  <a:cubicBezTo>
                    <a:pt x="7854" y="10080"/>
                    <a:pt x="7854" y="10080"/>
                    <a:pt x="7854" y="10080"/>
                  </a:cubicBezTo>
                  <a:cubicBezTo>
                    <a:pt x="7854" y="10080"/>
                    <a:pt x="7854" y="10080"/>
                    <a:pt x="7854" y="10080"/>
                  </a:cubicBezTo>
                  <a:cubicBezTo>
                    <a:pt x="7854" y="10440"/>
                    <a:pt x="7854" y="10440"/>
                    <a:pt x="7854" y="10440"/>
                  </a:cubicBezTo>
                  <a:cubicBezTo>
                    <a:pt x="8345" y="10800"/>
                    <a:pt x="8345" y="10800"/>
                    <a:pt x="8345" y="10800"/>
                  </a:cubicBezTo>
                  <a:cubicBezTo>
                    <a:pt x="8345" y="11160"/>
                    <a:pt x="8345" y="11160"/>
                    <a:pt x="8345" y="11160"/>
                  </a:cubicBezTo>
                  <a:cubicBezTo>
                    <a:pt x="8836" y="11160"/>
                    <a:pt x="8836" y="11160"/>
                    <a:pt x="8836" y="11160"/>
                  </a:cubicBezTo>
                  <a:cubicBezTo>
                    <a:pt x="9327" y="11519"/>
                    <a:pt x="9327" y="11519"/>
                    <a:pt x="9327" y="11519"/>
                  </a:cubicBezTo>
                  <a:cubicBezTo>
                    <a:pt x="9818" y="11160"/>
                    <a:pt x="9818" y="11160"/>
                    <a:pt x="9818" y="11160"/>
                  </a:cubicBezTo>
                  <a:cubicBezTo>
                    <a:pt x="9818" y="10800"/>
                    <a:pt x="9818" y="10800"/>
                    <a:pt x="9818" y="10800"/>
                  </a:cubicBezTo>
                  <a:cubicBezTo>
                    <a:pt x="9818" y="10800"/>
                    <a:pt x="9818" y="10800"/>
                    <a:pt x="9818" y="10800"/>
                  </a:cubicBezTo>
                  <a:cubicBezTo>
                    <a:pt x="9818" y="10440"/>
                    <a:pt x="9818" y="10440"/>
                    <a:pt x="9818" y="10440"/>
                  </a:cubicBezTo>
                  <a:cubicBezTo>
                    <a:pt x="9818" y="10440"/>
                    <a:pt x="9818" y="10440"/>
                    <a:pt x="9818" y="10440"/>
                  </a:cubicBezTo>
                  <a:cubicBezTo>
                    <a:pt x="9818" y="10080"/>
                    <a:pt x="9818" y="10080"/>
                    <a:pt x="9818" y="10080"/>
                  </a:cubicBezTo>
                  <a:cubicBezTo>
                    <a:pt x="9818" y="10080"/>
                    <a:pt x="9818" y="10080"/>
                    <a:pt x="9818" y="10080"/>
                  </a:cubicBezTo>
                  <a:cubicBezTo>
                    <a:pt x="9327" y="9720"/>
                    <a:pt x="9327" y="9720"/>
                    <a:pt x="9327" y="9720"/>
                  </a:cubicBezTo>
                  <a:cubicBezTo>
                    <a:pt x="8345" y="9360"/>
                    <a:pt x="8345" y="9360"/>
                    <a:pt x="8345" y="9360"/>
                  </a:cubicBezTo>
                  <a:cubicBezTo>
                    <a:pt x="7854" y="9360"/>
                    <a:pt x="7854" y="9360"/>
                    <a:pt x="7854" y="9360"/>
                  </a:cubicBezTo>
                  <a:cubicBezTo>
                    <a:pt x="7363" y="9360"/>
                    <a:pt x="7363" y="9360"/>
                    <a:pt x="7363" y="9360"/>
                  </a:cubicBezTo>
                  <a:cubicBezTo>
                    <a:pt x="6872" y="9360"/>
                    <a:pt x="6872" y="9360"/>
                    <a:pt x="6872" y="9360"/>
                  </a:cubicBezTo>
                  <a:close/>
                  <a:moveTo>
                    <a:pt x="15709" y="8280"/>
                  </a:moveTo>
                  <a:cubicBezTo>
                    <a:pt x="15218" y="8640"/>
                    <a:pt x="15218" y="8640"/>
                    <a:pt x="15218" y="8640"/>
                  </a:cubicBezTo>
                  <a:cubicBezTo>
                    <a:pt x="15709" y="8640"/>
                    <a:pt x="15709" y="8640"/>
                    <a:pt x="15709" y="8640"/>
                  </a:cubicBezTo>
                  <a:cubicBezTo>
                    <a:pt x="15218" y="9000"/>
                    <a:pt x="15218" y="9000"/>
                    <a:pt x="15218" y="9000"/>
                  </a:cubicBezTo>
                  <a:cubicBezTo>
                    <a:pt x="15218" y="9000"/>
                    <a:pt x="15218" y="9000"/>
                    <a:pt x="15218" y="9000"/>
                  </a:cubicBezTo>
                  <a:cubicBezTo>
                    <a:pt x="15218" y="9360"/>
                    <a:pt x="15218" y="9360"/>
                    <a:pt x="15218" y="9360"/>
                  </a:cubicBezTo>
                  <a:cubicBezTo>
                    <a:pt x="16200" y="9000"/>
                    <a:pt x="16200" y="9000"/>
                    <a:pt x="16200" y="9000"/>
                  </a:cubicBezTo>
                  <a:cubicBezTo>
                    <a:pt x="16200" y="9000"/>
                    <a:pt x="16200" y="9000"/>
                    <a:pt x="16200" y="9000"/>
                  </a:cubicBezTo>
                  <a:cubicBezTo>
                    <a:pt x="15709" y="8640"/>
                    <a:pt x="15709" y="8640"/>
                    <a:pt x="15709" y="8640"/>
                  </a:cubicBezTo>
                  <a:cubicBezTo>
                    <a:pt x="15709" y="8280"/>
                    <a:pt x="15709" y="8280"/>
                    <a:pt x="15709" y="8280"/>
                  </a:cubicBezTo>
                  <a:close/>
                  <a:moveTo>
                    <a:pt x="10309" y="9360"/>
                  </a:moveTo>
                  <a:cubicBezTo>
                    <a:pt x="10800" y="9720"/>
                    <a:pt x="10800" y="9720"/>
                    <a:pt x="10800" y="9720"/>
                  </a:cubicBezTo>
                  <a:cubicBezTo>
                    <a:pt x="10800" y="9720"/>
                    <a:pt x="10800" y="9720"/>
                    <a:pt x="10800" y="9720"/>
                  </a:cubicBezTo>
                  <a:cubicBezTo>
                    <a:pt x="11290" y="9360"/>
                    <a:pt x="11290" y="9360"/>
                    <a:pt x="11290" y="9360"/>
                  </a:cubicBezTo>
                  <a:cubicBezTo>
                    <a:pt x="10800" y="9360"/>
                    <a:pt x="10800" y="9360"/>
                    <a:pt x="10800" y="9360"/>
                  </a:cubicBezTo>
                  <a:cubicBezTo>
                    <a:pt x="10309" y="9000"/>
                    <a:pt x="10309" y="9000"/>
                    <a:pt x="10309" y="9000"/>
                  </a:cubicBezTo>
                  <a:cubicBezTo>
                    <a:pt x="10309" y="9360"/>
                    <a:pt x="10309" y="9360"/>
                    <a:pt x="10309" y="9360"/>
                  </a:cubicBezTo>
                  <a:cubicBezTo>
                    <a:pt x="10309" y="9360"/>
                    <a:pt x="10309" y="9360"/>
                    <a:pt x="10309" y="9360"/>
                  </a:cubicBezTo>
                  <a:close/>
                  <a:moveTo>
                    <a:pt x="11290" y="10800"/>
                  </a:moveTo>
                  <a:cubicBezTo>
                    <a:pt x="10800" y="10800"/>
                    <a:pt x="10800" y="10800"/>
                    <a:pt x="10800" y="10800"/>
                  </a:cubicBezTo>
                  <a:cubicBezTo>
                    <a:pt x="10800" y="11160"/>
                    <a:pt x="10800" y="11160"/>
                    <a:pt x="10800" y="11160"/>
                  </a:cubicBezTo>
                  <a:cubicBezTo>
                    <a:pt x="10800" y="11519"/>
                    <a:pt x="10800" y="11519"/>
                    <a:pt x="10800" y="11519"/>
                  </a:cubicBezTo>
                  <a:cubicBezTo>
                    <a:pt x="11290" y="11519"/>
                    <a:pt x="11290" y="11519"/>
                    <a:pt x="11290" y="11519"/>
                  </a:cubicBezTo>
                  <a:cubicBezTo>
                    <a:pt x="11290" y="11160"/>
                    <a:pt x="11290" y="11160"/>
                    <a:pt x="11290" y="11160"/>
                  </a:cubicBezTo>
                  <a:cubicBezTo>
                    <a:pt x="11290" y="10800"/>
                    <a:pt x="11290" y="10800"/>
                    <a:pt x="11290" y="10800"/>
                  </a:cubicBezTo>
                  <a:cubicBezTo>
                    <a:pt x="11290" y="10440"/>
                    <a:pt x="11290" y="10440"/>
                    <a:pt x="11290" y="10440"/>
                  </a:cubicBezTo>
                  <a:cubicBezTo>
                    <a:pt x="11290" y="10800"/>
                    <a:pt x="11290" y="10800"/>
                    <a:pt x="11290" y="10800"/>
                  </a:cubicBezTo>
                  <a:close/>
                  <a:moveTo>
                    <a:pt x="12272" y="10800"/>
                  </a:moveTo>
                  <a:cubicBezTo>
                    <a:pt x="11781" y="10800"/>
                    <a:pt x="11781" y="10800"/>
                    <a:pt x="11781" y="10800"/>
                  </a:cubicBezTo>
                  <a:cubicBezTo>
                    <a:pt x="12272" y="11160"/>
                    <a:pt x="12272" y="11160"/>
                    <a:pt x="12272" y="11160"/>
                  </a:cubicBezTo>
                  <a:cubicBezTo>
                    <a:pt x="12272" y="11160"/>
                    <a:pt x="12272" y="11160"/>
                    <a:pt x="12272" y="11160"/>
                  </a:cubicBezTo>
                  <a:cubicBezTo>
                    <a:pt x="12763" y="10800"/>
                    <a:pt x="12763" y="10800"/>
                    <a:pt x="12763" y="10800"/>
                  </a:cubicBezTo>
                  <a:cubicBezTo>
                    <a:pt x="12272" y="10800"/>
                    <a:pt x="12272" y="10800"/>
                    <a:pt x="12272" y="10800"/>
                  </a:cubicBezTo>
                  <a:close/>
                  <a:moveTo>
                    <a:pt x="13745" y="10080"/>
                  </a:moveTo>
                  <a:cubicBezTo>
                    <a:pt x="13254" y="9720"/>
                    <a:pt x="13254" y="9720"/>
                    <a:pt x="13254" y="9720"/>
                  </a:cubicBezTo>
                  <a:cubicBezTo>
                    <a:pt x="12763" y="9720"/>
                    <a:pt x="12763" y="9720"/>
                    <a:pt x="12763" y="9720"/>
                  </a:cubicBezTo>
                  <a:cubicBezTo>
                    <a:pt x="12763" y="10080"/>
                    <a:pt x="12763" y="10080"/>
                    <a:pt x="12763" y="10080"/>
                  </a:cubicBezTo>
                  <a:cubicBezTo>
                    <a:pt x="13745" y="10440"/>
                    <a:pt x="13745" y="10440"/>
                    <a:pt x="13745" y="10440"/>
                  </a:cubicBezTo>
                  <a:cubicBezTo>
                    <a:pt x="13745" y="10440"/>
                    <a:pt x="13745" y="10440"/>
                    <a:pt x="13745" y="10440"/>
                  </a:cubicBezTo>
                  <a:cubicBezTo>
                    <a:pt x="13745" y="10080"/>
                    <a:pt x="13745" y="10080"/>
                    <a:pt x="13745" y="10080"/>
                  </a:cubicBezTo>
                  <a:close/>
                  <a:moveTo>
                    <a:pt x="14236" y="10800"/>
                  </a:moveTo>
                  <a:cubicBezTo>
                    <a:pt x="14727" y="10800"/>
                    <a:pt x="14727" y="10800"/>
                    <a:pt x="14727" y="10800"/>
                  </a:cubicBezTo>
                  <a:cubicBezTo>
                    <a:pt x="14727" y="11160"/>
                    <a:pt x="14727" y="11160"/>
                    <a:pt x="14727" y="11160"/>
                  </a:cubicBezTo>
                  <a:cubicBezTo>
                    <a:pt x="15218" y="11160"/>
                    <a:pt x="15218" y="11160"/>
                    <a:pt x="15218" y="11160"/>
                  </a:cubicBezTo>
                  <a:cubicBezTo>
                    <a:pt x="14727" y="10800"/>
                    <a:pt x="14727" y="10800"/>
                    <a:pt x="14727" y="10800"/>
                  </a:cubicBezTo>
                  <a:cubicBezTo>
                    <a:pt x="14236" y="10800"/>
                    <a:pt x="14236" y="10800"/>
                    <a:pt x="14236" y="10800"/>
                  </a:cubicBezTo>
                  <a:close/>
                  <a:moveTo>
                    <a:pt x="13745" y="11880"/>
                  </a:moveTo>
                  <a:cubicBezTo>
                    <a:pt x="14236" y="11519"/>
                    <a:pt x="14236" y="11519"/>
                    <a:pt x="14236" y="11519"/>
                  </a:cubicBezTo>
                  <a:cubicBezTo>
                    <a:pt x="14236" y="11160"/>
                    <a:pt x="14236" y="11160"/>
                    <a:pt x="14236" y="11160"/>
                  </a:cubicBezTo>
                  <a:cubicBezTo>
                    <a:pt x="14727" y="11880"/>
                    <a:pt x="14727" y="11880"/>
                    <a:pt x="14727" y="11880"/>
                  </a:cubicBezTo>
                  <a:cubicBezTo>
                    <a:pt x="15218" y="11880"/>
                    <a:pt x="15218" y="11880"/>
                    <a:pt x="15218" y="11880"/>
                  </a:cubicBezTo>
                  <a:cubicBezTo>
                    <a:pt x="15709" y="11880"/>
                    <a:pt x="15709" y="11880"/>
                    <a:pt x="15709" y="11880"/>
                  </a:cubicBezTo>
                  <a:cubicBezTo>
                    <a:pt x="15709" y="11519"/>
                    <a:pt x="15709" y="11519"/>
                    <a:pt x="15709" y="11519"/>
                  </a:cubicBezTo>
                  <a:cubicBezTo>
                    <a:pt x="15218" y="11519"/>
                    <a:pt x="15218" y="11519"/>
                    <a:pt x="15218" y="11519"/>
                  </a:cubicBezTo>
                  <a:cubicBezTo>
                    <a:pt x="14727" y="11160"/>
                    <a:pt x="14727" y="11160"/>
                    <a:pt x="14727" y="11160"/>
                  </a:cubicBezTo>
                  <a:cubicBezTo>
                    <a:pt x="14236" y="11160"/>
                    <a:pt x="14236" y="11160"/>
                    <a:pt x="14236" y="11160"/>
                  </a:cubicBezTo>
                  <a:cubicBezTo>
                    <a:pt x="14236" y="10800"/>
                    <a:pt x="14236" y="10800"/>
                    <a:pt x="14236" y="10800"/>
                  </a:cubicBezTo>
                  <a:cubicBezTo>
                    <a:pt x="13745" y="10800"/>
                    <a:pt x="13745" y="10800"/>
                    <a:pt x="13745" y="10800"/>
                  </a:cubicBezTo>
                  <a:cubicBezTo>
                    <a:pt x="13745" y="10800"/>
                    <a:pt x="13745" y="10800"/>
                    <a:pt x="13745" y="10800"/>
                  </a:cubicBezTo>
                  <a:cubicBezTo>
                    <a:pt x="13745" y="10800"/>
                    <a:pt x="13745" y="10800"/>
                    <a:pt x="13745" y="10800"/>
                  </a:cubicBezTo>
                  <a:cubicBezTo>
                    <a:pt x="13745" y="11160"/>
                    <a:pt x="13745" y="11160"/>
                    <a:pt x="13745" y="11160"/>
                  </a:cubicBezTo>
                  <a:cubicBezTo>
                    <a:pt x="13745" y="11160"/>
                    <a:pt x="13745" y="11160"/>
                    <a:pt x="13745" y="11160"/>
                  </a:cubicBezTo>
                  <a:cubicBezTo>
                    <a:pt x="13745" y="11519"/>
                    <a:pt x="13745" y="11519"/>
                    <a:pt x="13745" y="11519"/>
                  </a:cubicBezTo>
                  <a:cubicBezTo>
                    <a:pt x="13745" y="11519"/>
                    <a:pt x="13745" y="11519"/>
                    <a:pt x="13745" y="11519"/>
                  </a:cubicBezTo>
                  <a:cubicBezTo>
                    <a:pt x="13745" y="11880"/>
                    <a:pt x="13745" y="11880"/>
                    <a:pt x="13745" y="11880"/>
                  </a:cubicBezTo>
                  <a:close/>
                  <a:moveTo>
                    <a:pt x="11781" y="13680"/>
                  </a:moveTo>
                  <a:cubicBezTo>
                    <a:pt x="11290" y="14040"/>
                    <a:pt x="11290" y="14040"/>
                    <a:pt x="11290" y="14040"/>
                  </a:cubicBezTo>
                  <a:cubicBezTo>
                    <a:pt x="11290" y="14040"/>
                    <a:pt x="11290" y="14040"/>
                    <a:pt x="11290" y="14040"/>
                  </a:cubicBezTo>
                  <a:cubicBezTo>
                    <a:pt x="10800" y="13680"/>
                    <a:pt x="10800" y="13680"/>
                    <a:pt x="10800" y="13680"/>
                  </a:cubicBezTo>
                  <a:cubicBezTo>
                    <a:pt x="11290" y="13320"/>
                    <a:pt x="11290" y="13320"/>
                    <a:pt x="11290" y="13320"/>
                  </a:cubicBezTo>
                  <a:cubicBezTo>
                    <a:pt x="11290" y="12600"/>
                    <a:pt x="11290" y="12600"/>
                    <a:pt x="11290" y="12600"/>
                  </a:cubicBezTo>
                  <a:cubicBezTo>
                    <a:pt x="11290" y="12240"/>
                    <a:pt x="11290" y="12240"/>
                    <a:pt x="11290" y="12240"/>
                  </a:cubicBezTo>
                  <a:cubicBezTo>
                    <a:pt x="11290" y="12240"/>
                    <a:pt x="11290" y="12240"/>
                    <a:pt x="11290" y="12240"/>
                  </a:cubicBezTo>
                  <a:cubicBezTo>
                    <a:pt x="11290" y="12240"/>
                    <a:pt x="11290" y="12240"/>
                    <a:pt x="11290" y="12240"/>
                  </a:cubicBezTo>
                  <a:cubicBezTo>
                    <a:pt x="10800" y="11880"/>
                    <a:pt x="10800" y="11880"/>
                    <a:pt x="10800" y="11880"/>
                  </a:cubicBezTo>
                  <a:cubicBezTo>
                    <a:pt x="10800" y="11880"/>
                    <a:pt x="10800" y="11880"/>
                    <a:pt x="10800" y="11880"/>
                  </a:cubicBezTo>
                  <a:cubicBezTo>
                    <a:pt x="11290" y="11880"/>
                    <a:pt x="11290" y="11880"/>
                    <a:pt x="11290" y="11880"/>
                  </a:cubicBezTo>
                  <a:cubicBezTo>
                    <a:pt x="11781" y="11880"/>
                    <a:pt x="11781" y="11880"/>
                    <a:pt x="11781" y="11880"/>
                  </a:cubicBezTo>
                  <a:cubicBezTo>
                    <a:pt x="11781" y="12240"/>
                    <a:pt x="11781" y="12240"/>
                    <a:pt x="11781" y="12240"/>
                  </a:cubicBezTo>
                  <a:cubicBezTo>
                    <a:pt x="11781" y="12240"/>
                    <a:pt x="11781" y="12240"/>
                    <a:pt x="11781" y="12240"/>
                  </a:cubicBezTo>
                  <a:cubicBezTo>
                    <a:pt x="12272" y="12240"/>
                    <a:pt x="12272" y="12240"/>
                    <a:pt x="12272" y="12240"/>
                  </a:cubicBezTo>
                  <a:cubicBezTo>
                    <a:pt x="12272" y="12240"/>
                    <a:pt x="12272" y="12240"/>
                    <a:pt x="12272" y="12240"/>
                  </a:cubicBezTo>
                  <a:cubicBezTo>
                    <a:pt x="12763" y="12240"/>
                    <a:pt x="12763" y="12240"/>
                    <a:pt x="12763" y="12240"/>
                  </a:cubicBezTo>
                  <a:cubicBezTo>
                    <a:pt x="13254" y="12600"/>
                    <a:pt x="13254" y="12600"/>
                    <a:pt x="13254" y="12600"/>
                  </a:cubicBezTo>
                  <a:cubicBezTo>
                    <a:pt x="13254" y="12240"/>
                    <a:pt x="13254" y="12240"/>
                    <a:pt x="13254" y="12240"/>
                  </a:cubicBezTo>
                  <a:cubicBezTo>
                    <a:pt x="13745" y="12240"/>
                    <a:pt x="13745" y="12240"/>
                    <a:pt x="13745" y="12240"/>
                  </a:cubicBezTo>
                  <a:cubicBezTo>
                    <a:pt x="13745" y="12240"/>
                    <a:pt x="13745" y="12240"/>
                    <a:pt x="13745" y="12240"/>
                  </a:cubicBezTo>
                  <a:cubicBezTo>
                    <a:pt x="13745" y="12600"/>
                    <a:pt x="13745" y="12600"/>
                    <a:pt x="13745" y="12600"/>
                  </a:cubicBezTo>
                  <a:cubicBezTo>
                    <a:pt x="13745" y="12600"/>
                    <a:pt x="13745" y="12600"/>
                    <a:pt x="13745" y="12600"/>
                  </a:cubicBezTo>
                  <a:cubicBezTo>
                    <a:pt x="13254" y="12960"/>
                    <a:pt x="13254" y="12960"/>
                    <a:pt x="13254" y="12960"/>
                  </a:cubicBezTo>
                  <a:cubicBezTo>
                    <a:pt x="12763" y="13320"/>
                    <a:pt x="12763" y="13320"/>
                    <a:pt x="12763" y="13320"/>
                  </a:cubicBezTo>
                  <a:cubicBezTo>
                    <a:pt x="12763" y="13680"/>
                    <a:pt x="12763" y="13680"/>
                    <a:pt x="12763" y="13680"/>
                  </a:cubicBezTo>
                  <a:cubicBezTo>
                    <a:pt x="12272" y="13680"/>
                    <a:pt x="12272" y="13680"/>
                    <a:pt x="12272" y="13680"/>
                  </a:cubicBezTo>
                  <a:cubicBezTo>
                    <a:pt x="12272" y="13680"/>
                    <a:pt x="12272" y="13680"/>
                    <a:pt x="12272" y="13680"/>
                  </a:cubicBezTo>
                  <a:cubicBezTo>
                    <a:pt x="12272" y="13680"/>
                    <a:pt x="12272" y="13680"/>
                    <a:pt x="12272" y="13680"/>
                  </a:cubicBezTo>
                  <a:cubicBezTo>
                    <a:pt x="11781" y="13680"/>
                    <a:pt x="11781" y="13680"/>
                    <a:pt x="11781" y="13680"/>
                  </a:cubicBezTo>
                  <a:close/>
                  <a:moveTo>
                    <a:pt x="12763" y="13680"/>
                  </a:moveTo>
                  <a:cubicBezTo>
                    <a:pt x="12272" y="13680"/>
                    <a:pt x="12272" y="13680"/>
                    <a:pt x="12272" y="13680"/>
                  </a:cubicBezTo>
                  <a:cubicBezTo>
                    <a:pt x="12272" y="14040"/>
                    <a:pt x="12272" y="14040"/>
                    <a:pt x="12272" y="14040"/>
                  </a:cubicBezTo>
                  <a:cubicBezTo>
                    <a:pt x="12272" y="14040"/>
                    <a:pt x="12272" y="14040"/>
                    <a:pt x="12272" y="14040"/>
                  </a:cubicBezTo>
                  <a:cubicBezTo>
                    <a:pt x="12763" y="14040"/>
                    <a:pt x="12763" y="14040"/>
                    <a:pt x="12763" y="14040"/>
                  </a:cubicBezTo>
                  <a:cubicBezTo>
                    <a:pt x="12763" y="13680"/>
                    <a:pt x="12763" y="13680"/>
                    <a:pt x="12763" y="13680"/>
                  </a:cubicBezTo>
                  <a:cubicBezTo>
                    <a:pt x="12763" y="13680"/>
                    <a:pt x="12763" y="13680"/>
                    <a:pt x="12763" y="13680"/>
                  </a:cubicBezTo>
                  <a:close/>
                  <a:moveTo>
                    <a:pt x="16200" y="13680"/>
                  </a:moveTo>
                  <a:cubicBezTo>
                    <a:pt x="16200" y="13680"/>
                    <a:pt x="16200" y="13680"/>
                    <a:pt x="16200" y="13680"/>
                  </a:cubicBezTo>
                  <a:cubicBezTo>
                    <a:pt x="16200" y="13680"/>
                    <a:pt x="16200" y="13680"/>
                    <a:pt x="16200" y="13680"/>
                  </a:cubicBezTo>
                  <a:cubicBezTo>
                    <a:pt x="16200" y="13680"/>
                    <a:pt x="16200" y="13680"/>
                    <a:pt x="16200" y="13680"/>
                  </a:cubicBezTo>
                  <a:close/>
                  <a:moveTo>
                    <a:pt x="14236" y="15480"/>
                  </a:moveTo>
                  <a:cubicBezTo>
                    <a:pt x="14727" y="15120"/>
                    <a:pt x="14727" y="15120"/>
                    <a:pt x="14727" y="15120"/>
                  </a:cubicBezTo>
                  <a:cubicBezTo>
                    <a:pt x="14727" y="14760"/>
                    <a:pt x="14727" y="14760"/>
                    <a:pt x="14727" y="14760"/>
                  </a:cubicBezTo>
                  <a:cubicBezTo>
                    <a:pt x="15709" y="14040"/>
                    <a:pt x="15709" y="14040"/>
                    <a:pt x="15709" y="14040"/>
                  </a:cubicBezTo>
                  <a:cubicBezTo>
                    <a:pt x="15709" y="14040"/>
                    <a:pt x="15709" y="14040"/>
                    <a:pt x="15709" y="14040"/>
                  </a:cubicBezTo>
                  <a:cubicBezTo>
                    <a:pt x="15709" y="13680"/>
                    <a:pt x="15709" y="13680"/>
                    <a:pt x="15709" y="13680"/>
                  </a:cubicBezTo>
                  <a:cubicBezTo>
                    <a:pt x="15709" y="13320"/>
                    <a:pt x="15709" y="13320"/>
                    <a:pt x="15709" y="13320"/>
                  </a:cubicBezTo>
                  <a:cubicBezTo>
                    <a:pt x="15709" y="12960"/>
                    <a:pt x="15709" y="12960"/>
                    <a:pt x="15709" y="12960"/>
                  </a:cubicBezTo>
                  <a:cubicBezTo>
                    <a:pt x="15218" y="12960"/>
                    <a:pt x="15218" y="12960"/>
                    <a:pt x="15218" y="12960"/>
                  </a:cubicBezTo>
                  <a:cubicBezTo>
                    <a:pt x="15218" y="13680"/>
                    <a:pt x="15218" y="13680"/>
                    <a:pt x="15218" y="13680"/>
                  </a:cubicBezTo>
                  <a:cubicBezTo>
                    <a:pt x="14727" y="14040"/>
                    <a:pt x="14727" y="14040"/>
                    <a:pt x="14727" y="14040"/>
                  </a:cubicBezTo>
                  <a:cubicBezTo>
                    <a:pt x="14727" y="14400"/>
                    <a:pt x="14727" y="14400"/>
                    <a:pt x="14727" y="14400"/>
                  </a:cubicBezTo>
                  <a:cubicBezTo>
                    <a:pt x="14727" y="14760"/>
                    <a:pt x="14727" y="14760"/>
                    <a:pt x="14727" y="14760"/>
                  </a:cubicBezTo>
                  <a:cubicBezTo>
                    <a:pt x="14236" y="15120"/>
                    <a:pt x="14236" y="15120"/>
                    <a:pt x="14236" y="15120"/>
                  </a:cubicBezTo>
                  <a:cubicBezTo>
                    <a:pt x="14236" y="15120"/>
                    <a:pt x="14236" y="15120"/>
                    <a:pt x="14236" y="15120"/>
                  </a:cubicBezTo>
                  <a:cubicBezTo>
                    <a:pt x="14236" y="15480"/>
                    <a:pt x="14236" y="15480"/>
                    <a:pt x="14236" y="15480"/>
                  </a:cubicBezTo>
                  <a:close/>
                  <a:moveTo>
                    <a:pt x="13745" y="15480"/>
                  </a:moveTo>
                  <a:cubicBezTo>
                    <a:pt x="13745" y="14760"/>
                    <a:pt x="13745" y="14760"/>
                    <a:pt x="13745" y="14760"/>
                  </a:cubicBezTo>
                  <a:cubicBezTo>
                    <a:pt x="14236" y="14040"/>
                    <a:pt x="14236" y="14040"/>
                    <a:pt x="14236" y="14040"/>
                  </a:cubicBezTo>
                  <a:cubicBezTo>
                    <a:pt x="14727" y="13680"/>
                    <a:pt x="14727" y="13680"/>
                    <a:pt x="14727" y="13680"/>
                  </a:cubicBezTo>
                  <a:cubicBezTo>
                    <a:pt x="14727" y="13320"/>
                    <a:pt x="14727" y="13320"/>
                    <a:pt x="14727" y="13320"/>
                  </a:cubicBezTo>
                  <a:cubicBezTo>
                    <a:pt x="14236" y="13320"/>
                    <a:pt x="14236" y="13320"/>
                    <a:pt x="14236" y="13320"/>
                  </a:cubicBezTo>
                  <a:cubicBezTo>
                    <a:pt x="14236" y="13320"/>
                    <a:pt x="14236" y="13320"/>
                    <a:pt x="14236" y="13320"/>
                  </a:cubicBezTo>
                  <a:cubicBezTo>
                    <a:pt x="13745" y="13320"/>
                    <a:pt x="13745" y="13320"/>
                    <a:pt x="13745" y="13320"/>
                  </a:cubicBezTo>
                  <a:cubicBezTo>
                    <a:pt x="13254" y="13320"/>
                    <a:pt x="13254" y="13320"/>
                    <a:pt x="13254" y="13320"/>
                  </a:cubicBezTo>
                  <a:cubicBezTo>
                    <a:pt x="13254" y="13680"/>
                    <a:pt x="13254" y="13680"/>
                    <a:pt x="13254" y="13680"/>
                  </a:cubicBezTo>
                  <a:cubicBezTo>
                    <a:pt x="13254" y="14040"/>
                    <a:pt x="13254" y="14040"/>
                    <a:pt x="13254" y="14040"/>
                  </a:cubicBezTo>
                  <a:cubicBezTo>
                    <a:pt x="13254" y="14400"/>
                    <a:pt x="13254" y="14400"/>
                    <a:pt x="13254" y="14400"/>
                  </a:cubicBezTo>
                  <a:cubicBezTo>
                    <a:pt x="12763" y="14760"/>
                    <a:pt x="12763" y="14760"/>
                    <a:pt x="12763" y="14760"/>
                  </a:cubicBezTo>
                  <a:cubicBezTo>
                    <a:pt x="12272" y="14760"/>
                    <a:pt x="12272" y="14760"/>
                    <a:pt x="12272" y="14760"/>
                  </a:cubicBezTo>
                  <a:cubicBezTo>
                    <a:pt x="12272" y="15120"/>
                    <a:pt x="12272" y="15120"/>
                    <a:pt x="12272" y="15120"/>
                  </a:cubicBezTo>
                  <a:cubicBezTo>
                    <a:pt x="12272" y="15480"/>
                    <a:pt x="12272" y="15480"/>
                    <a:pt x="12272" y="15480"/>
                  </a:cubicBezTo>
                  <a:cubicBezTo>
                    <a:pt x="12763" y="15480"/>
                    <a:pt x="12763" y="15480"/>
                    <a:pt x="12763" y="15480"/>
                  </a:cubicBezTo>
                  <a:cubicBezTo>
                    <a:pt x="13254" y="15840"/>
                    <a:pt x="13254" y="15840"/>
                    <a:pt x="13254" y="15840"/>
                  </a:cubicBezTo>
                  <a:cubicBezTo>
                    <a:pt x="13254" y="15840"/>
                    <a:pt x="13254" y="15840"/>
                    <a:pt x="13254" y="15840"/>
                  </a:cubicBezTo>
                  <a:cubicBezTo>
                    <a:pt x="13254" y="16200"/>
                    <a:pt x="13254" y="16200"/>
                    <a:pt x="13254" y="16200"/>
                  </a:cubicBezTo>
                  <a:cubicBezTo>
                    <a:pt x="13745" y="16200"/>
                    <a:pt x="13745" y="16200"/>
                    <a:pt x="13745" y="16200"/>
                  </a:cubicBezTo>
                  <a:cubicBezTo>
                    <a:pt x="14236" y="15840"/>
                    <a:pt x="14236" y="15840"/>
                    <a:pt x="14236" y="15840"/>
                  </a:cubicBezTo>
                  <a:cubicBezTo>
                    <a:pt x="14236" y="15840"/>
                    <a:pt x="14236" y="15840"/>
                    <a:pt x="14236" y="15840"/>
                  </a:cubicBezTo>
                  <a:cubicBezTo>
                    <a:pt x="13745" y="15480"/>
                    <a:pt x="13745" y="15480"/>
                    <a:pt x="13745" y="15480"/>
                  </a:cubicBezTo>
                  <a:close/>
                  <a:moveTo>
                    <a:pt x="15218" y="15840"/>
                  </a:moveTo>
                  <a:cubicBezTo>
                    <a:pt x="15218" y="15840"/>
                    <a:pt x="15218" y="15840"/>
                    <a:pt x="15218" y="15840"/>
                  </a:cubicBezTo>
                  <a:cubicBezTo>
                    <a:pt x="15218" y="16200"/>
                    <a:pt x="15218" y="16200"/>
                    <a:pt x="15218" y="16200"/>
                  </a:cubicBezTo>
                  <a:cubicBezTo>
                    <a:pt x="14727" y="16200"/>
                    <a:pt x="14727" y="16200"/>
                    <a:pt x="14727" y="16200"/>
                  </a:cubicBezTo>
                  <a:cubicBezTo>
                    <a:pt x="14727" y="16200"/>
                    <a:pt x="14727" y="16200"/>
                    <a:pt x="14727" y="16200"/>
                  </a:cubicBezTo>
                  <a:cubicBezTo>
                    <a:pt x="14727" y="15840"/>
                    <a:pt x="14727" y="15840"/>
                    <a:pt x="14727" y="15840"/>
                  </a:cubicBezTo>
                  <a:cubicBezTo>
                    <a:pt x="15218" y="15840"/>
                    <a:pt x="15218" y="15840"/>
                    <a:pt x="15218" y="15840"/>
                  </a:cubicBezTo>
                  <a:close/>
                  <a:moveTo>
                    <a:pt x="16200" y="14400"/>
                  </a:moveTo>
                  <a:cubicBezTo>
                    <a:pt x="16690" y="14400"/>
                    <a:pt x="16690" y="14400"/>
                    <a:pt x="16690" y="14400"/>
                  </a:cubicBezTo>
                  <a:cubicBezTo>
                    <a:pt x="16690" y="14760"/>
                    <a:pt x="16690" y="14760"/>
                    <a:pt x="16690" y="14760"/>
                  </a:cubicBezTo>
                  <a:cubicBezTo>
                    <a:pt x="16690" y="15120"/>
                    <a:pt x="16690" y="15120"/>
                    <a:pt x="16690" y="15120"/>
                  </a:cubicBezTo>
                  <a:cubicBezTo>
                    <a:pt x="16690" y="15120"/>
                    <a:pt x="16690" y="15120"/>
                    <a:pt x="16690" y="15120"/>
                  </a:cubicBezTo>
                  <a:cubicBezTo>
                    <a:pt x="16200" y="15480"/>
                    <a:pt x="16200" y="15480"/>
                    <a:pt x="16200" y="15480"/>
                  </a:cubicBezTo>
                  <a:cubicBezTo>
                    <a:pt x="15709" y="15480"/>
                    <a:pt x="15709" y="15480"/>
                    <a:pt x="15709" y="15480"/>
                  </a:cubicBezTo>
                  <a:cubicBezTo>
                    <a:pt x="15709" y="15120"/>
                    <a:pt x="15709" y="15120"/>
                    <a:pt x="15709" y="15120"/>
                  </a:cubicBezTo>
                  <a:cubicBezTo>
                    <a:pt x="15218" y="15120"/>
                    <a:pt x="15218" y="15120"/>
                    <a:pt x="15218" y="15120"/>
                  </a:cubicBezTo>
                  <a:cubicBezTo>
                    <a:pt x="15709" y="14760"/>
                    <a:pt x="15709" y="14760"/>
                    <a:pt x="15709" y="14760"/>
                  </a:cubicBezTo>
                  <a:cubicBezTo>
                    <a:pt x="16200" y="14400"/>
                    <a:pt x="16200" y="14400"/>
                    <a:pt x="16200" y="14400"/>
                  </a:cubicBezTo>
                  <a:close/>
                  <a:moveTo>
                    <a:pt x="18163" y="14400"/>
                  </a:moveTo>
                  <a:cubicBezTo>
                    <a:pt x="18654" y="14760"/>
                    <a:pt x="18654" y="14760"/>
                    <a:pt x="18654" y="14760"/>
                  </a:cubicBezTo>
                  <a:cubicBezTo>
                    <a:pt x="18654" y="15120"/>
                    <a:pt x="18654" y="15120"/>
                    <a:pt x="18654" y="15120"/>
                  </a:cubicBezTo>
                  <a:cubicBezTo>
                    <a:pt x="18163" y="14760"/>
                    <a:pt x="18163" y="14760"/>
                    <a:pt x="18163" y="14760"/>
                  </a:cubicBezTo>
                  <a:cubicBezTo>
                    <a:pt x="18163" y="14400"/>
                    <a:pt x="18163" y="14400"/>
                    <a:pt x="18163" y="14400"/>
                  </a:cubicBezTo>
                  <a:close/>
                  <a:moveTo>
                    <a:pt x="17181" y="15840"/>
                  </a:moveTo>
                  <a:cubicBezTo>
                    <a:pt x="17672" y="15840"/>
                    <a:pt x="17672" y="15840"/>
                    <a:pt x="17672" y="15840"/>
                  </a:cubicBezTo>
                  <a:cubicBezTo>
                    <a:pt x="17672" y="16200"/>
                    <a:pt x="17672" y="16200"/>
                    <a:pt x="17672" y="16200"/>
                  </a:cubicBezTo>
                  <a:cubicBezTo>
                    <a:pt x="17181" y="15840"/>
                    <a:pt x="17181" y="15840"/>
                    <a:pt x="17181" y="15840"/>
                  </a:cubicBezTo>
                  <a:cubicBezTo>
                    <a:pt x="17181" y="15840"/>
                    <a:pt x="17181" y="15840"/>
                    <a:pt x="17181" y="15840"/>
                  </a:cubicBezTo>
                  <a:cubicBezTo>
                    <a:pt x="17181" y="15840"/>
                    <a:pt x="17181" y="15840"/>
                    <a:pt x="17181" y="15840"/>
                  </a:cubicBezTo>
                  <a:close/>
                  <a:moveTo>
                    <a:pt x="16690" y="12240"/>
                  </a:moveTo>
                  <a:cubicBezTo>
                    <a:pt x="16690" y="12600"/>
                    <a:pt x="16690" y="12600"/>
                    <a:pt x="16690" y="12600"/>
                  </a:cubicBezTo>
                  <a:cubicBezTo>
                    <a:pt x="16200" y="12600"/>
                    <a:pt x="16200" y="12600"/>
                    <a:pt x="16200" y="12600"/>
                  </a:cubicBezTo>
                  <a:cubicBezTo>
                    <a:pt x="16200" y="12240"/>
                    <a:pt x="16200" y="12240"/>
                    <a:pt x="16200" y="12240"/>
                  </a:cubicBezTo>
                  <a:cubicBezTo>
                    <a:pt x="16200" y="12240"/>
                    <a:pt x="16200" y="12240"/>
                    <a:pt x="16200" y="12240"/>
                  </a:cubicBezTo>
                  <a:cubicBezTo>
                    <a:pt x="16690" y="12240"/>
                    <a:pt x="16690" y="12240"/>
                    <a:pt x="16690" y="12240"/>
                  </a:cubicBezTo>
                  <a:close/>
                  <a:moveTo>
                    <a:pt x="17672" y="12600"/>
                  </a:moveTo>
                  <a:cubicBezTo>
                    <a:pt x="18163" y="12960"/>
                    <a:pt x="18163" y="12960"/>
                    <a:pt x="18163" y="12960"/>
                  </a:cubicBezTo>
                  <a:cubicBezTo>
                    <a:pt x="18163" y="12960"/>
                    <a:pt x="18163" y="12960"/>
                    <a:pt x="18163" y="12960"/>
                  </a:cubicBezTo>
                  <a:cubicBezTo>
                    <a:pt x="18654" y="12960"/>
                    <a:pt x="18654" y="12960"/>
                    <a:pt x="18654"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600"/>
                    <a:pt x="19145" y="12600"/>
                    <a:pt x="19145" y="12600"/>
                  </a:cubicBezTo>
                  <a:cubicBezTo>
                    <a:pt x="18654" y="12600"/>
                    <a:pt x="18654" y="12600"/>
                    <a:pt x="18654" y="12600"/>
                  </a:cubicBezTo>
                  <a:cubicBezTo>
                    <a:pt x="18654" y="12240"/>
                    <a:pt x="18654" y="12240"/>
                    <a:pt x="18654" y="12240"/>
                  </a:cubicBezTo>
                  <a:cubicBezTo>
                    <a:pt x="18654" y="11519"/>
                    <a:pt x="18654" y="11519"/>
                    <a:pt x="18654" y="11519"/>
                  </a:cubicBezTo>
                  <a:cubicBezTo>
                    <a:pt x="18654" y="11519"/>
                    <a:pt x="18654" y="11519"/>
                    <a:pt x="18654" y="11519"/>
                  </a:cubicBezTo>
                  <a:cubicBezTo>
                    <a:pt x="18654" y="11160"/>
                    <a:pt x="18654" y="11160"/>
                    <a:pt x="18654" y="11160"/>
                  </a:cubicBezTo>
                  <a:cubicBezTo>
                    <a:pt x="18163" y="10800"/>
                    <a:pt x="18163" y="10800"/>
                    <a:pt x="18163" y="10800"/>
                  </a:cubicBezTo>
                  <a:cubicBezTo>
                    <a:pt x="18163" y="10800"/>
                    <a:pt x="18163" y="10800"/>
                    <a:pt x="18163" y="10800"/>
                  </a:cubicBezTo>
                  <a:cubicBezTo>
                    <a:pt x="17672" y="10800"/>
                    <a:pt x="17672" y="10800"/>
                    <a:pt x="17672" y="10800"/>
                  </a:cubicBezTo>
                  <a:cubicBezTo>
                    <a:pt x="17672" y="10800"/>
                    <a:pt x="17672" y="10800"/>
                    <a:pt x="17672" y="10800"/>
                  </a:cubicBezTo>
                  <a:cubicBezTo>
                    <a:pt x="17181" y="10800"/>
                    <a:pt x="17181" y="10800"/>
                    <a:pt x="17181" y="10800"/>
                  </a:cubicBezTo>
                  <a:cubicBezTo>
                    <a:pt x="17181" y="10800"/>
                    <a:pt x="17181" y="10800"/>
                    <a:pt x="17181" y="10800"/>
                  </a:cubicBezTo>
                  <a:cubicBezTo>
                    <a:pt x="17181" y="10800"/>
                    <a:pt x="17181" y="10800"/>
                    <a:pt x="17181" y="10800"/>
                  </a:cubicBezTo>
                  <a:cubicBezTo>
                    <a:pt x="16690" y="10800"/>
                    <a:pt x="16690" y="10800"/>
                    <a:pt x="16690" y="10800"/>
                  </a:cubicBezTo>
                  <a:cubicBezTo>
                    <a:pt x="16200" y="10800"/>
                    <a:pt x="16200" y="10800"/>
                    <a:pt x="16200" y="10800"/>
                  </a:cubicBezTo>
                  <a:cubicBezTo>
                    <a:pt x="16200" y="10800"/>
                    <a:pt x="16200" y="10800"/>
                    <a:pt x="16200" y="10800"/>
                  </a:cubicBezTo>
                  <a:cubicBezTo>
                    <a:pt x="16200" y="10800"/>
                    <a:pt x="16200" y="10800"/>
                    <a:pt x="16200" y="10800"/>
                  </a:cubicBezTo>
                  <a:cubicBezTo>
                    <a:pt x="16200" y="11519"/>
                    <a:pt x="16200" y="11519"/>
                    <a:pt x="16200" y="11519"/>
                  </a:cubicBezTo>
                  <a:cubicBezTo>
                    <a:pt x="17181" y="11519"/>
                    <a:pt x="17181" y="11519"/>
                    <a:pt x="17181" y="11519"/>
                  </a:cubicBezTo>
                  <a:cubicBezTo>
                    <a:pt x="17672" y="12240"/>
                    <a:pt x="17672" y="12240"/>
                    <a:pt x="17672" y="12240"/>
                  </a:cubicBezTo>
                  <a:cubicBezTo>
                    <a:pt x="17672" y="12240"/>
                    <a:pt x="17672" y="12240"/>
                    <a:pt x="17672" y="12240"/>
                  </a:cubicBezTo>
                  <a:cubicBezTo>
                    <a:pt x="17672" y="12240"/>
                    <a:pt x="17672" y="12240"/>
                    <a:pt x="17672" y="12240"/>
                  </a:cubicBezTo>
                  <a:cubicBezTo>
                    <a:pt x="17181" y="12600"/>
                    <a:pt x="17181" y="12600"/>
                    <a:pt x="17181" y="12600"/>
                  </a:cubicBezTo>
                  <a:cubicBezTo>
                    <a:pt x="17181" y="12600"/>
                    <a:pt x="17181" y="12600"/>
                    <a:pt x="17181" y="12600"/>
                  </a:cubicBezTo>
                  <a:cubicBezTo>
                    <a:pt x="17672" y="12600"/>
                    <a:pt x="17672" y="12600"/>
                    <a:pt x="17672" y="12600"/>
                  </a:cubicBezTo>
                  <a:cubicBezTo>
                    <a:pt x="17672" y="12600"/>
                    <a:pt x="17672" y="12600"/>
                    <a:pt x="17672" y="12600"/>
                  </a:cubicBezTo>
                  <a:cubicBezTo>
                    <a:pt x="17672" y="12600"/>
                    <a:pt x="17672" y="12600"/>
                    <a:pt x="17672" y="12600"/>
                  </a:cubicBezTo>
                  <a:close/>
                  <a:moveTo>
                    <a:pt x="17181" y="12600"/>
                  </a:moveTo>
                  <a:cubicBezTo>
                    <a:pt x="17181" y="12960"/>
                    <a:pt x="17181" y="12960"/>
                    <a:pt x="17181" y="12960"/>
                  </a:cubicBezTo>
                  <a:cubicBezTo>
                    <a:pt x="16690" y="12600"/>
                    <a:pt x="16690" y="12600"/>
                    <a:pt x="16690" y="12600"/>
                  </a:cubicBezTo>
                  <a:cubicBezTo>
                    <a:pt x="16200" y="12600"/>
                    <a:pt x="16200" y="12600"/>
                    <a:pt x="16200" y="12600"/>
                  </a:cubicBezTo>
                  <a:cubicBezTo>
                    <a:pt x="16200" y="12960"/>
                    <a:pt x="16200" y="12960"/>
                    <a:pt x="16200" y="12960"/>
                  </a:cubicBezTo>
                  <a:cubicBezTo>
                    <a:pt x="16200" y="13320"/>
                    <a:pt x="16200" y="13320"/>
                    <a:pt x="16200" y="13320"/>
                  </a:cubicBezTo>
                  <a:cubicBezTo>
                    <a:pt x="16690" y="13320"/>
                    <a:pt x="16690" y="13320"/>
                    <a:pt x="16690" y="13320"/>
                  </a:cubicBezTo>
                  <a:cubicBezTo>
                    <a:pt x="16690" y="13320"/>
                    <a:pt x="16690" y="13320"/>
                    <a:pt x="16690" y="13320"/>
                  </a:cubicBezTo>
                  <a:cubicBezTo>
                    <a:pt x="17181" y="13320"/>
                    <a:pt x="17181" y="13320"/>
                    <a:pt x="17181" y="13320"/>
                  </a:cubicBezTo>
                  <a:cubicBezTo>
                    <a:pt x="17181" y="13680"/>
                    <a:pt x="17181" y="13680"/>
                    <a:pt x="17181" y="13680"/>
                  </a:cubicBezTo>
                  <a:cubicBezTo>
                    <a:pt x="17181" y="14040"/>
                    <a:pt x="17181" y="14040"/>
                    <a:pt x="17181" y="14040"/>
                  </a:cubicBezTo>
                  <a:cubicBezTo>
                    <a:pt x="17181" y="14400"/>
                    <a:pt x="17181" y="14400"/>
                    <a:pt x="17181" y="14400"/>
                  </a:cubicBezTo>
                  <a:cubicBezTo>
                    <a:pt x="17672" y="14760"/>
                    <a:pt x="17672" y="14760"/>
                    <a:pt x="17672" y="14760"/>
                  </a:cubicBezTo>
                  <a:cubicBezTo>
                    <a:pt x="17672" y="14400"/>
                    <a:pt x="17672" y="14400"/>
                    <a:pt x="17672" y="14400"/>
                  </a:cubicBezTo>
                  <a:cubicBezTo>
                    <a:pt x="18163" y="14400"/>
                    <a:pt x="18163" y="14400"/>
                    <a:pt x="18163" y="14400"/>
                  </a:cubicBezTo>
                  <a:cubicBezTo>
                    <a:pt x="18654" y="14400"/>
                    <a:pt x="18654" y="14400"/>
                    <a:pt x="18654" y="14400"/>
                  </a:cubicBezTo>
                  <a:cubicBezTo>
                    <a:pt x="18654" y="14040"/>
                    <a:pt x="18654" y="14040"/>
                    <a:pt x="18654" y="14040"/>
                  </a:cubicBezTo>
                  <a:cubicBezTo>
                    <a:pt x="18163" y="13680"/>
                    <a:pt x="18163" y="13680"/>
                    <a:pt x="18163" y="13680"/>
                  </a:cubicBezTo>
                  <a:cubicBezTo>
                    <a:pt x="17672" y="13680"/>
                    <a:pt x="17672" y="13680"/>
                    <a:pt x="17672" y="13680"/>
                  </a:cubicBezTo>
                  <a:cubicBezTo>
                    <a:pt x="17672" y="13320"/>
                    <a:pt x="17672" y="13320"/>
                    <a:pt x="17672" y="13320"/>
                  </a:cubicBezTo>
                  <a:cubicBezTo>
                    <a:pt x="17672" y="12960"/>
                    <a:pt x="17672" y="12960"/>
                    <a:pt x="17672" y="12960"/>
                  </a:cubicBezTo>
                  <a:cubicBezTo>
                    <a:pt x="17181" y="12600"/>
                    <a:pt x="17181" y="12600"/>
                    <a:pt x="17181" y="12600"/>
                  </a:cubicBezTo>
                  <a:close/>
                  <a:moveTo>
                    <a:pt x="19636" y="13320"/>
                  </a:moveTo>
                  <a:cubicBezTo>
                    <a:pt x="19636" y="13320"/>
                    <a:pt x="19636" y="13320"/>
                    <a:pt x="19636" y="13320"/>
                  </a:cubicBezTo>
                  <a:cubicBezTo>
                    <a:pt x="19636" y="13320"/>
                    <a:pt x="19636" y="13320"/>
                    <a:pt x="19636" y="13320"/>
                  </a:cubicBezTo>
                  <a:cubicBezTo>
                    <a:pt x="19636" y="13320"/>
                    <a:pt x="19636" y="13320"/>
                    <a:pt x="19636" y="13320"/>
                  </a:cubicBezTo>
                  <a:cubicBezTo>
                    <a:pt x="19636" y="13320"/>
                    <a:pt x="19636" y="13320"/>
                    <a:pt x="19636" y="13320"/>
                  </a:cubicBezTo>
                  <a:close/>
                  <a:moveTo>
                    <a:pt x="19636" y="13680"/>
                  </a:moveTo>
                  <a:cubicBezTo>
                    <a:pt x="19145" y="13680"/>
                    <a:pt x="19145" y="13680"/>
                    <a:pt x="19145" y="13680"/>
                  </a:cubicBezTo>
                  <a:cubicBezTo>
                    <a:pt x="19145" y="13680"/>
                    <a:pt x="19145" y="13680"/>
                    <a:pt x="19145" y="13680"/>
                  </a:cubicBezTo>
                  <a:cubicBezTo>
                    <a:pt x="19636" y="13680"/>
                    <a:pt x="19636" y="13680"/>
                    <a:pt x="19636" y="13680"/>
                  </a:cubicBezTo>
                  <a:cubicBezTo>
                    <a:pt x="19636" y="13680"/>
                    <a:pt x="19636" y="13680"/>
                    <a:pt x="19636" y="13680"/>
                  </a:cubicBezTo>
                  <a:close/>
                  <a:moveTo>
                    <a:pt x="19636" y="15120"/>
                  </a:moveTo>
                  <a:cubicBezTo>
                    <a:pt x="19636" y="14760"/>
                    <a:pt x="19636" y="14760"/>
                    <a:pt x="19636" y="14760"/>
                  </a:cubicBezTo>
                  <a:cubicBezTo>
                    <a:pt x="19145" y="14400"/>
                    <a:pt x="19145" y="14400"/>
                    <a:pt x="19145" y="14400"/>
                  </a:cubicBezTo>
                  <a:cubicBezTo>
                    <a:pt x="19145" y="14400"/>
                    <a:pt x="19145" y="14400"/>
                    <a:pt x="19145" y="14400"/>
                  </a:cubicBezTo>
                  <a:cubicBezTo>
                    <a:pt x="19636" y="14040"/>
                    <a:pt x="19636" y="14040"/>
                    <a:pt x="19636" y="14040"/>
                  </a:cubicBezTo>
                  <a:cubicBezTo>
                    <a:pt x="19145" y="14040"/>
                    <a:pt x="19145" y="14040"/>
                    <a:pt x="19145" y="14040"/>
                  </a:cubicBezTo>
                  <a:cubicBezTo>
                    <a:pt x="19145" y="14040"/>
                    <a:pt x="19145" y="14040"/>
                    <a:pt x="19145" y="14040"/>
                  </a:cubicBezTo>
                  <a:cubicBezTo>
                    <a:pt x="19145" y="14400"/>
                    <a:pt x="19145" y="14400"/>
                    <a:pt x="19145" y="14400"/>
                  </a:cubicBezTo>
                  <a:cubicBezTo>
                    <a:pt x="19145" y="14760"/>
                    <a:pt x="19145" y="14760"/>
                    <a:pt x="19145" y="14760"/>
                  </a:cubicBezTo>
                  <a:cubicBezTo>
                    <a:pt x="19145" y="14760"/>
                    <a:pt x="19145" y="14760"/>
                    <a:pt x="19145" y="14760"/>
                  </a:cubicBezTo>
                  <a:cubicBezTo>
                    <a:pt x="19145" y="15120"/>
                    <a:pt x="19145" y="15120"/>
                    <a:pt x="19145" y="15120"/>
                  </a:cubicBezTo>
                  <a:cubicBezTo>
                    <a:pt x="19636" y="15120"/>
                    <a:pt x="19636" y="15120"/>
                    <a:pt x="19636" y="15120"/>
                  </a:cubicBezTo>
                  <a:close/>
                  <a:moveTo>
                    <a:pt x="20127" y="15120"/>
                  </a:moveTo>
                  <a:cubicBezTo>
                    <a:pt x="20127" y="15480"/>
                    <a:pt x="20127" y="15480"/>
                    <a:pt x="20127" y="15480"/>
                  </a:cubicBezTo>
                  <a:cubicBezTo>
                    <a:pt x="20127" y="15480"/>
                    <a:pt x="20127" y="15480"/>
                    <a:pt x="20127" y="15480"/>
                  </a:cubicBezTo>
                  <a:cubicBezTo>
                    <a:pt x="20127" y="15120"/>
                    <a:pt x="20127" y="15120"/>
                    <a:pt x="20127" y="15120"/>
                  </a:cubicBezTo>
                  <a:cubicBezTo>
                    <a:pt x="20127" y="15120"/>
                    <a:pt x="20127" y="15120"/>
                    <a:pt x="20127" y="15120"/>
                  </a:cubicBezTo>
                  <a:close/>
                  <a:moveTo>
                    <a:pt x="20127" y="14400"/>
                  </a:moveTo>
                  <a:cubicBezTo>
                    <a:pt x="20127" y="14760"/>
                    <a:pt x="20127" y="14760"/>
                    <a:pt x="20127" y="14760"/>
                  </a:cubicBezTo>
                  <a:cubicBezTo>
                    <a:pt x="20127" y="15120"/>
                    <a:pt x="20127" y="15120"/>
                    <a:pt x="20127" y="15120"/>
                  </a:cubicBezTo>
                  <a:cubicBezTo>
                    <a:pt x="20127" y="15120"/>
                    <a:pt x="20127" y="15120"/>
                    <a:pt x="20127" y="15120"/>
                  </a:cubicBezTo>
                  <a:cubicBezTo>
                    <a:pt x="20618" y="15120"/>
                    <a:pt x="20618" y="15120"/>
                    <a:pt x="20618" y="15120"/>
                  </a:cubicBezTo>
                  <a:cubicBezTo>
                    <a:pt x="20618" y="14760"/>
                    <a:pt x="20618" y="14760"/>
                    <a:pt x="20618" y="14760"/>
                  </a:cubicBezTo>
                  <a:cubicBezTo>
                    <a:pt x="20127" y="14400"/>
                    <a:pt x="20127" y="14400"/>
                    <a:pt x="20127" y="14400"/>
                  </a:cubicBezTo>
                  <a:close/>
                  <a:moveTo>
                    <a:pt x="11781" y="19440"/>
                  </a:moveTo>
                  <a:cubicBezTo>
                    <a:pt x="11290" y="19080"/>
                    <a:pt x="11290" y="19080"/>
                    <a:pt x="11290" y="19080"/>
                  </a:cubicBezTo>
                  <a:cubicBezTo>
                    <a:pt x="11781" y="18720"/>
                    <a:pt x="11781" y="18720"/>
                    <a:pt x="11781" y="18720"/>
                  </a:cubicBezTo>
                  <a:cubicBezTo>
                    <a:pt x="11781" y="18360"/>
                    <a:pt x="11781" y="18360"/>
                    <a:pt x="11781" y="18360"/>
                  </a:cubicBezTo>
                  <a:cubicBezTo>
                    <a:pt x="11781" y="18360"/>
                    <a:pt x="11781" y="18360"/>
                    <a:pt x="11781" y="18360"/>
                  </a:cubicBezTo>
                  <a:cubicBezTo>
                    <a:pt x="12272" y="18000"/>
                    <a:pt x="12272" y="18000"/>
                    <a:pt x="12272" y="18000"/>
                  </a:cubicBezTo>
                  <a:cubicBezTo>
                    <a:pt x="12272" y="18000"/>
                    <a:pt x="12272" y="18000"/>
                    <a:pt x="12272" y="18000"/>
                  </a:cubicBezTo>
                  <a:cubicBezTo>
                    <a:pt x="12763" y="17640"/>
                    <a:pt x="12763" y="17640"/>
                    <a:pt x="12763" y="17640"/>
                  </a:cubicBezTo>
                  <a:cubicBezTo>
                    <a:pt x="13254" y="17640"/>
                    <a:pt x="13254" y="17640"/>
                    <a:pt x="13254" y="17640"/>
                  </a:cubicBezTo>
                  <a:cubicBezTo>
                    <a:pt x="13745" y="17640"/>
                    <a:pt x="13745" y="17640"/>
                    <a:pt x="13745" y="17640"/>
                  </a:cubicBezTo>
                  <a:cubicBezTo>
                    <a:pt x="13745" y="17280"/>
                    <a:pt x="13745" y="17280"/>
                    <a:pt x="13745" y="17280"/>
                  </a:cubicBezTo>
                  <a:cubicBezTo>
                    <a:pt x="13745" y="17280"/>
                    <a:pt x="13745" y="17280"/>
                    <a:pt x="13745" y="17280"/>
                  </a:cubicBezTo>
                  <a:cubicBezTo>
                    <a:pt x="14236" y="16920"/>
                    <a:pt x="14236" y="16920"/>
                    <a:pt x="14236" y="16920"/>
                  </a:cubicBezTo>
                  <a:cubicBezTo>
                    <a:pt x="14727" y="16560"/>
                    <a:pt x="14727" y="16560"/>
                    <a:pt x="14727" y="16560"/>
                  </a:cubicBezTo>
                  <a:cubicBezTo>
                    <a:pt x="14727" y="16560"/>
                    <a:pt x="14727" y="16560"/>
                    <a:pt x="14727" y="16560"/>
                  </a:cubicBezTo>
                  <a:cubicBezTo>
                    <a:pt x="15709" y="16920"/>
                    <a:pt x="15709" y="16920"/>
                    <a:pt x="15709" y="16920"/>
                  </a:cubicBezTo>
                  <a:cubicBezTo>
                    <a:pt x="15709" y="17640"/>
                    <a:pt x="15709" y="17640"/>
                    <a:pt x="15709" y="17640"/>
                  </a:cubicBezTo>
                  <a:cubicBezTo>
                    <a:pt x="15218" y="18000"/>
                    <a:pt x="15218" y="18000"/>
                    <a:pt x="15218" y="18000"/>
                  </a:cubicBezTo>
                  <a:cubicBezTo>
                    <a:pt x="15218" y="17640"/>
                    <a:pt x="15218" y="17640"/>
                    <a:pt x="15218" y="17640"/>
                  </a:cubicBezTo>
                  <a:cubicBezTo>
                    <a:pt x="15709" y="17640"/>
                    <a:pt x="15709" y="17640"/>
                    <a:pt x="15709" y="17640"/>
                  </a:cubicBezTo>
                  <a:cubicBezTo>
                    <a:pt x="16200" y="17640"/>
                    <a:pt x="16200" y="17640"/>
                    <a:pt x="16200" y="17640"/>
                  </a:cubicBezTo>
                  <a:cubicBezTo>
                    <a:pt x="16690" y="16920"/>
                    <a:pt x="16690" y="16920"/>
                    <a:pt x="16690" y="16920"/>
                  </a:cubicBezTo>
                  <a:cubicBezTo>
                    <a:pt x="17181" y="16920"/>
                    <a:pt x="17181" y="16920"/>
                    <a:pt x="17181" y="16920"/>
                  </a:cubicBezTo>
                  <a:cubicBezTo>
                    <a:pt x="17181" y="17280"/>
                    <a:pt x="17181" y="17280"/>
                    <a:pt x="17181" y="17280"/>
                  </a:cubicBezTo>
                  <a:cubicBezTo>
                    <a:pt x="17672" y="16920"/>
                    <a:pt x="17672" y="16920"/>
                    <a:pt x="17672" y="16920"/>
                  </a:cubicBezTo>
                  <a:cubicBezTo>
                    <a:pt x="17672" y="16920"/>
                    <a:pt x="17672" y="16920"/>
                    <a:pt x="17672" y="16920"/>
                  </a:cubicBezTo>
                  <a:cubicBezTo>
                    <a:pt x="17181" y="16920"/>
                    <a:pt x="17181" y="16920"/>
                    <a:pt x="17181" y="16920"/>
                  </a:cubicBezTo>
                  <a:cubicBezTo>
                    <a:pt x="17672" y="16200"/>
                    <a:pt x="17672" y="16200"/>
                    <a:pt x="17672" y="16200"/>
                  </a:cubicBezTo>
                  <a:cubicBezTo>
                    <a:pt x="18163" y="16200"/>
                    <a:pt x="18163" y="16200"/>
                    <a:pt x="18163" y="16200"/>
                  </a:cubicBezTo>
                  <a:cubicBezTo>
                    <a:pt x="18163" y="16560"/>
                    <a:pt x="18163" y="16560"/>
                    <a:pt x="18163" y="16560"/>
                  </a:cubicBezTo>
                  <a:cubicBezTo>
                    <a:pt x="18654" y="16200"/>
                    <a:pt x="18654" y="16200"/>
                    <a:pt x="18654" y="16200"/>
                  </a:cubicBezTo>
                  <a:cubicBezTo>
                    <a:pt x="18654" y="15840"/>
                    <a:pt x="18654" y="15840"/>
                    <a:pt x="18654" y="15840"/>
                  </a:cubicBezTo>
                  <a:cubicBezTo>
                    <a:pt x="18654" y="15840"/>
                    <a:pt x="18654" y="15840"/>
                    <a:pt x="18654" y="15840"/>
                  </a:cubicBezTo>
                  <a:cubicBezTo>
                    <a:pt x="19145" y="16200"/>
                    <a:pt x="19145" y="16200"/>
                    <a:pt x="19145" y="16200"/>
                  </a:cubicBezTo>
                  <a:cubicBezTo>
                    <a:pt x="19145" y="15840"/>
                    <a:pt x="19145" y="15840"/>
                    <a:pt x="19145" y="15840"/>
                  </a:cubicBezTo>
                  <a:cubicBezTo>
                    <a:pt x="18654" y="15480"/>
                    <a:pt x="18654" y="15480"/>
                    <a:pt x="18654" y="15480"/>
                  </a:cubicBezTo>
                  <a:cubicBezTo>
                    <a:pt x="18654" y="15120"/>
                    <a:pt x="18654" y="15120"/>
                    <a:pt x="18654" y="15120"/>
                  </a:cubicBezTo>
                  <a:cubicBezTo>
                    <a:pt x="19145" y="15120"/>
                    <a:pt x="19145" y="15120"/>
                    <a:pt x="19145" y="15120"/>
                  </a:cubicBezTo>
                  <a:cubicBezTo>
                    <a:pt x="19145" y="15120"/>
                    <a:pt x="19145" y="15120"/>
                    <a:pt x="19145" y="15120"/>
                  </a:cubicBezTo>
                  <a:cubicBezTo>
                    <a:pt x="19636" y="15480"/>
                    <a:pt x="19636" y="15480"/>
                    <a:pt x="19636" y="15480"/>
                  </a:cubicBezTo>
                  <a:cubicBezTo>
                    <a:pt x="20127" y="15840"/>
                    <a:pt x="20127" y="15840"/>
                    <a:pt x="20127" y="15840"/>
                  </a:cubicBezTo>
                  <a:cubicBezTo>
                    <a:pt x="20618" y="15840"/>
                    <a:pt x="20618" y="15840"/>
                    <a:pt x="20618" y="15840"/>
                  </a:cubicBezTo>
                  <a:cubicBezTo>
                    <a:pt x="20618" y="15840"/>
                    <a:pt x="20618" y="15840"/>
                    <a:pt x="20618" y="15840"/>
                  </a:cubicBezTo>
                  <a:cubicBezTo>
                    <a:pt x="20618" y="15840"/>
                    <a:pt x="20618" y="15840"/>
                    <a:pt x="20618" y="15840"/>
                  </a:cubicBezTo>
                  <a:cubicBezTo>
                    <a:pt x="21109" y="16200"/>
                    <a:pt x="21109" y="16200"/>
                    <a:pt x="21109" y="16200"/>
                  </a:cubicBezTo>
                  <a:cubicBezTo>
                    <a:pt x="21109" y="16560"/>
                    <a:pt x="21109" y="16560"/>
                    <a:pt x="21109" y="16560"/>
                  </a:cubicBezTo>
                  <a:cubicBezTo>
                    <a:pt x="20618" y="16560"/>
                    <a:pt x="20618" y="16560"/>
                    <a:pt x="20618" y="16560"/>
                  </a:cubicBezTo>
                  <a:cubicBezTo>
                    <a:pt x="20618" y="16920"/>
                    <a:pt x="20618" y="16920"/>
                    <a:pt x="20618" y="16920"/>
                  </a:cubicBezTo>
                  <a:cubicBezTo>
                    <a:pt x="21109" y="16920"/>
                    <a:pt x="21109" y="16920"/>
                    <a:pt x="21109" y="16920"/>
                  </a:cubicBezTo>
                  <a:cubicBezTo>
                    <a:pt x="21109" y="16920"/>
                    <a:pt x="21109" y="16920"/>
                    <a:pt x="21109" y="16920"/>
                  </a:cubicBezTo>
                  <a:cubicBezTo>
                    <a:pt x="21109" y="17280"/>
                    <a:pt x="21109" y="17280"/>
                    <a:pt x="21109" y="17280"/>
                  </a:cubicBezTo>
                  <a:cubicBezTo>
                    <a:pt x="21109" y="17640"/>
                    <a:pt x="21109" y="17640"/>
                    <a:pt x="21109" y="17640"/>
                  </a:cubicBezTo>
                  <a:cubicBezTo>
                    <a:pt x="21109" y="17280"/>
                    <a:pt x="21109" y="17280"/>
                    <a:pt x="21109" y="17280"/>
                  </a:cubicBezTo>
                  <a:cubicBezTo>
                    <a:pt x="21109" y="17640"/>
                    <a:pt x="21109" y="17640"/>
                    <a:pt x="21109" y="17640"/>
                  </a:cubicBezTo>
                  <a:cubicBezTo>
                    <a:pt x="21109" y="18000"/>
                    <a:pt x="21109" y="18000"/>
                    <a:pt x="21109" y="18000"/>
                  </a:cubicBezTo>
                  <a:cubicBezTo>
                    <a:pt x="21600" y="18360"/>
                    <a:pt x="21600" y="18360"/>
                    <a:pt x="21600" y="18360"/>
                  </a:cubicBezTo>
                  <a:cubicBezTo>
                    <a:pt x="21600" y="18720"/>
                    <a:pt x="21600" y="18720"/>
                    <a:pt x="21600" y="18720"/>
                  </a:cubicBezTo>
                  <a:cubicBezTo>
                    <a:pt x="21600" y="19080"/>
                    <a:pt x="21600" y="19080"/>
                    <a:pt x="21600" y="19080"/>
                  </a:cubicBezTo>
                  <a:cubicBezTo>
                    <a:pt x="21600" y="19440"/>
                    <a:pt x="21600" y="19440"/>
                    <a:pt x="21600" y="19440"/>
                  </a:cubicBezTo>
                  <a:cubicBezTo>
                    <a:pt x="21600" y="19440"/>
                    <a:pt x="21600" y="19440"/>
                    <a:pt x="21600" y="19440"/>
                  </a:cubicBezTo>
                  <a:cubicBezTo>
                    <a:pt x="21600" y="19440"/>
                    <a:pt x="21600" y="19440"/>
                    <a:pt x="21600" y="19440"/>
                  </a:cubicBezTo>
                  <a:cubicBezTo>
                    <a:pt x="21109" y="19440"/>
                    <a:pt x="21109" y="19440"/>
                    <a:pt x="21109" y="19440"/>
                  </a:cubicBezTo>
                  <a:cubicBezTo>
                    <a:pt x="21109" y="19440"/>
                    <a:pt x="21109" y="19440"/>
                    <a:pt x="21109" y="19440"/>
                  </a:cubicBezTo>
                  <a:cubicBezTo>
                    <a:pt x="21109" y="19440"/>
                    <a:pt x="21109" y="19440"/>
                    <a:pt x="21109" y="19440"/>
                  </a:cubicBezTo>
                  <a:cubicBezTo>
                    <a:pt x="21109" y="20160"/>
                    <a:pt x="21109" y="20160"/>
                    <a:pt x="21109" y="20160"/>
                  </a:cubicBezTo>
                  <a:cubicBezTo>
                    <a:pt x="21109" y="20160"/>
                    <a:pt x="21109" y="20160"/>
                    <a:pt x="21109" y="20160"/>
                  </a:cubicBezTo>
                  <a:cubicBezTo>
                    <a:pt x="21109" y="20520"/>
                    <a:pt x="21109" y="20520"/>
                    <a:pt x="21109" y="20520"/>
                  </a:cubicBezTo>
                  <a:cubicBezTo>
                    <a:pt x="21109" y="20160"/>
                    <a:pt x="21109" y="20160"/>
                    <a:pt x="21109" y="20160"/>
                  </a:cubicBezTo>
                  <a:cubicBezTo>
                    <a:pt x="20618" y="19800"/>
                    <a:pt x="20618" y="19800"/>
                    <a:pt x="20618" y="19800"/>
                  </a:cubicBezTo>
                  <a:cubicBezTo>
                    <a:pt x="20618" y="19800"/>
                    <a:pt x="20618" y="19800"/>
                    <a:pt x="20618" y="19800"/>
                  </a:cubicBezTo>
                  <a:cubicBezTo>
                    <a:pt x="20618" y="19440"/>
                    <a:pt x="20618" y="19440"/>
                    <a:pt x="20618" y="19440"/>
                  </a:cubicBezTo>
                  <a:cubicBezTo>
                    <a:pt x="20618" y="19080"/>
                    <a:pt x="20618" y="19080"/>
                    <a:pt x="20618" y="19080"/>
                  </a:cubicBezTo>
                  <a:cubicBezTo>
                    <a:pt x="20127" y="18720"/>
                    <a:pt x="20127" y="18720"/>
                    <a:pt x="20127" y="18720"/>
                  </a:cubicBezTo>
                  <a:cubicBezTo>
                    <a:pt x="19636" y="19080"/>
                    <a:pt x="19636" y="19080"/>
                    <a:pt x="19636" y="19080"/>
                  </a:cubicBezTo>
                  <a:cubicBezTo>
                    <a:pt x="19145" y="19440"/>
                    <a:pt x="19145" y="19440"/>
                    <a:pt x="19145" y="19440"/>
                  </a:cubicBezTo>
                  <a:cubicBezTo>
                    <a:pt x="19145" y="19800"/>
                    <a:pt x="19145" y="19800"/>
                    <a:pt x="19145" y="19800"/>
                  </a:cubicBezTo>
                  <a:cubicBezTo>
                    <a:pt x="19636" y="20160"/>
                    <a:pt x="19636" y="20160"/>
                    <a:pt x="19636" y="20160"/>
                  </a:cubicBezTo>
                  <a:cubicBezTo>
                    <a:pt x="19636" y="20520"/>
                    <a:pt x="19636" y="20520"/>
                    <a:pt x="19636" y="20520"/>
                  </a:cubicBezTo>
                  <a:cubicBezTo>
                    <a:pt x="20127" y="20520"/>
                    <a:pt x="20127" y="20520"/>
                    <a:pt x="20127" y="20520"/>
                  </a:cubicBezTo>
                  <a:cubicBezTo>
                    <a:pt x="20127" y="20880"/>
                    <a:pt x="20127" y="20880"/>
                    <a:pt x="20127" y="20880"/>
                  </a:cubicBezTo>
                  <a:cubicBezTo>
                    <a:pt x="19145" y="21240"/>
                    <a:pt x="19145" y="21240"/>
                    <a:pt x="19145" y="21240"/>
                  </a:cubicBezTo>
                  <a:cubicBezTo>
                    <a:pt x="19145" y="21600"/>
                    <a:pt x="19145" y="21600"/>
                    <a:pt x="19145" y="21600"/>
                  </a:cubicBezTo>
                  <a:cubicBezTo>
                    <a:pt x="19145" y="21240"/>
                    <a:pt x="19145" y="21240"/>
                    <a:pt x="19145" y="21240"/>
                  </a:cubicBezTo>
                  <a:cubicBezTo>
                    <a:pt x="18654" y="21240"/>
                    <a:pt x="18654" y="21240"/>
                    <a:pt x="18654" y="21240"/>
                  </a:cubicBezTo>
                  <a:cubicBezTo>
                    <a:pt x="19145" y="20880"/>
                    <a:pt x="19145" y="20880"/>
                    <a:pt x="19145" y="20880"/>
                  </a:cubicBezTo>
                  <a:cubicBezTo>
                    <a:pt x="18654" y="20880"/>
                    <a:pt x="18654" y="20880"/>
                    <a:pt x="18654" y="20880"/>
                  </a:cubicBezTo>
                  <a:cubicBezTo>
                    <a:pt x="18654" y="20880"/>
                    <a:pt x="18654" y="20880"/>
                    <a:pt x="18654" y="20880"/>
                  </a:cubicBezTo>
                  <a:cubicBezTo>
                    <a:pt x="18654" y="21240"/>
                    <a:pt x="18654" y="21240"/>
                    <a:pt x="18654" y="21240"/>
                  </a:cubicBezTo>
                  <a:cubicBezTo>
                    <a:pt x="18163" y="21240"/>
                    <a:pt x="18163" y="21240"/>
                    <a:pt x="18163" y="21240"/>
                  </a:cubicBezTo>
                  <a:cubicBezTo>
                    <a:pt x="17672" y="21240"/>
                    <a:pt x="17672" y="21240"/>
                    <a:pt x="17672" y="21240"/>
                  </a:cubicBezTo>
                  <a:cubicBezTo>
                    <a:pt x="17181" y="20880"/>
                    <a:pt x="17181" y="20880"/>
                    <a:pt x="17181" y="20880"/>
                  </a:cubicBezTo>
                  <a:cubicBezTo>
                    <a:pt x="16690" y="20880"/>
                    <a:pt x="16690" y="20880"/>
                    <a:pt x="16690" y="20880"/>
                  </a:cubicBezTo>
                  <a:cubicBezTo>
                    <a:pt x="16690" y="20520"/>
                    <a:pt x="16690" y="20520"/>
                    <a:pt x="16690" y="20520"/>
                  </a:cubicBezTo>
                  <a:cubicBezTo>
                    <a:pt x="16200" y="20160"/>
                    <a:pt x="16200" y="20160"/>
                    <a:pt x="16200" y="20160"/>
                  </a:cubicBezTo>
                  <a:cubicBezTo>
                    <a:pt x="16200" y="20160"/>
                    <a:pt x="16200" y="20160"/>
                    <a:pt x="16200" y="20160"/>
                  </a:cubicBezTo>
                  <a:cubicBezTo>
                    <a:pt x="16200" y="19800"/>
                    <a:pt x="16200" y="19800"/>
                    <a:pt x="16200" y="19800"/>
                  </a:cubicBezTo>
                  <a:cubicBezTo>
                    <a:pt x="16200" y="19800"/>
                    <a:pt x="16200" y="19800"/>
                    <a:pt x="16200" y="19800"/>
                  </a:cubicBezTo>
                  <a:cubicBezTo>
                    <a:pt x="15709" y="19440"/>
                    <a:pt x="15709" y="19440"/>
                    <a:pt x="15709" y="19440"/>
                  </a:cubicBezTo>
                  <a:cubicBezTo>
                    <a:pt x="16200" y="19440"/>
                    <a:pt x="16200" y="19440"/>
                    <a:pt x="16200" y="19440"/>
                  </a:cubicBezTo>
                  <a:cubicBezTo>
                    <a:pt x="16200" y="19080"/>
                    <a:pt x="16200" y="19080"/>
                    <a:pt x="16200" y="19080"/>
                  </a:cubicBezTo>
                  <a:cubicBezTo>
                    <a:pt x="16200" y="19080"/>
                    <a:pt x="16200" y="19080"/>
                    <a:pt x="16200" y="19080"/>
                  </a:cubicBezTo>
                  <a:cubicBezTo>
                    <a:pt x="16690" y="19080"/>
                    <a:pt x="16690" y="19080"/>
                    <a:pt x="16690" y="19080"/>
                  </a:cubicBezTo>
                  <a:cubicBezTo>
                    <a:pt x="16200" y="19080"/>
                    <a:pt x="16200" y="19080"/>
                    <a:pt x="16200" y="19080"/>
                  </a:cubicBezTo>
                  <a:cubicBezTo>
                    <a:pt x="16200" y="18720"/>
                    <a:pt x="16200" y="18720"/>
                    <a:pt x="16200" y="18720"/>
                  </a:cubicBezTo>
                  <a:cubicBezTo>
                    <a:pt x="15709" y="18360"/>
                    <a:pt x="15709" y="18360"/>
                    <a:pt x="15709" y="18360"/>
                  </a:cubicBezTo>
                  <a:cubicBezTo>
                    <a:pt x="15218" y="18360"/>
                    <a:pt x="15218" y="18360"/>
                    <a:pt x="15218" y="18360"/>
                  </a:cubicBezTo>
                  <a:cubicBezTo>
                    <a:pt x="15218" y="18360"/>
                    <a:pt x="15218" y="18360"/>
                    <a:pt x="15218" y="18360"/>
                  </a:cubicBezTo>
                  <a:cubicBezTo>
                    <a:pt x="14727" y="18360"/>
                    <a:pt x="14727" y="18360"/>
                    <a:pt x="14727" y="18360"/>
                  </a:cubicBezTo>
                  <a:cubicBezTo>
                    <a:pt x="14727" y="18360"/>
                    <a:pt x="14727" y="18360"/>
                    <a:pt x="14727" y="18360"/>
                  </a:cubicBezTo>
                  <a:cubicBezTo>
                    <a:pt x="14727" y="18360"/>
                    <a:pt x="14727" y="18360"/>
                    <a:pt x="14727" y="18360"/>
                  </a:cubicBezTo>
                  <a:cubicBezTo>
                    <a:pt x="14727" y="18720"/>
                    <a:pt x="14727" y="18720"/>
                    <a:pt x="14727" y="18720"/>
                  </a:cubicBezTo>
                  <a:cubicBezTo>
                    <a:pt x="14727" y="18720"/>
                    <a:pt x="14727" y="18720"/>
                    <a:pt x="14727" y="18720"/>
                  </a:cubicBezTo>
                  <a:cubicBezTo>
                    <a:pt x="14727" y="18720"/>
                    <a:pt x="14727" y="18720"/>
                    <a:pt x="14727" y="18720"/>
                  </a:cubicBezTo>
                  <a:cubicBezTo>
                    <a:pt x="14236" y="18720"/>
                    <a:pt x="14236" y="18720"/>
                    <a:pt x="14236" y="18720"/>
                  </a:cubicBezTo>
                  <a:cubicBezTo>
                    <a:pt x="14236" y="18720"/>
                    <a:pt x="14236" y="18720"/>
                    <a:pt x="14236" y="18720"/>
                  </a:cubicBezTo>
                  <a:cubicBezTo>
                    <a:pt x="14236" y="18360"/>
                    <a:pt x="14236" y="18360"/>
                    <a:pt x="14236" y="18360"/>
                  </a:cubicBezTo>
                  <a:cubicBezTo>
                    <a:pt x="13745" y="18360"/>
                    <a:pt x="13745" y="18360"/>
                    <a:pt x="13745" y="18360"/>
                  </a:cubicBezTo>
                  <a:cubicBezTo>
                    <a:pt x="13745" y="18360"/>
                    <a:pt x="13745" y="18360"/>
                    <a:pt x="13745" y="18360"/>
                  </a:cubicBezTo>
                  <a:cubicBezTo>
                    <a:pt x="13745" y="18720"/>
                    <a:pt x="13745" y="18720"/>
                    <a:pt x="13745" y="18720"/>
                  </a:cubicBezTo>
                  <a:cubicBezTo>
                    <a:pt x="13745" y="18720"/>
                    <a:pt x="13745" y="18720"/>
                    <a:pt x="13745" y="18720"/>
                  </a:cubicBezTo>
                  <a:cubicBezTo>
                    <a:pt x="13254" y="18720"/>
                    <a:pt x="13254" y="18720"/>
                    <a:pt x="13254" y="18720"/>
                  </a:cubicBezTo>
                  <a:cubicBezTo>
                    <a:pt x="13254" y="18720"/>
                    <a:pt x="13254" y="18720"/>
                    <a:pt x="13254" y="18720"/>
                  </a:cubicBezTo>
                  <a:cubicBezTo>
                    <a:pt x="13254" y="18360"/>
                    <a:pt x="13254" y="18360"/>
                    <a:pt x="13254" y="18360"/>
                  </a:cubicBezTo>
                  <a:cubicBezTo>
                    <a:pt x="13254" y="18360"/>
                    <a:pt x="13254" y="18360"/>
                    <a:pt x="13254" y="18360"/>
                  </a:cubicBezTo>
                  <a:cubicBezTo>
                    <a:pt x="12763" y="18360"/>
                    <a:pt x="12763" y="18360"/>
                    <a:pt x="12763" y="18360"/>
                  </a:cubicBezTo>
                  <a:cubicBezTo>
                    <a:pt x="12763" y="18720"/>
                    <a:pt x="12763" y="18720"/>
                    <a:pt x="12763" y="18720"/>
                  </a:cubicBezTo>
                  <a:cubicBezTo>
                    <a:pt x="12272" y="18720"/>
                    <a:pt x="12272" y="18720"/>
                    <a:pt x="12272" y="18720"/>
                  </a:cubicBezTo>
                  <a:cubicBezTo>
                    <a:pt x="11781" y="19440"/>
                    <a:pt x="11781" y="19440"/>
                    <a:pt x="11781" y="19440"/>
                  </a:cubicBezTo>
                  <a:cubicBezTo>
                    <a:pt x="11781" y="19440"/>
                    <a:pt x="11781" y="19440"/>
                    <a:pt x="11781" y="19440"/>
                  </a:cubicBezTo>
                  <a:close/>
                  <a:moveTo>
                    <a:pt x="11290" y="19800"/>
                  </a:moveTo>
                  <a:cubicBezTo>
                    <a:pt x="11290" y="20160"/>
                    <a:pt x="11290" y="20160"/>
                    <a:pt x="11290" y="20160"/>
                  </a:cubicBezTo>
                  <a:cubicBezTo>
                    <a:pt x="11290" y="20160"/>
                    <a:pt x="11290" y="20160"/>
                    <a:pt x="11290" y="20160"/>
                  </a:cubicBezTo>
                  <a:cubicBezTo>
                    <a:pt x="11781" y="20520"/>
                    <a:pt x="11781" y="20520"/>
                    <a:pt x="11781" y="20520"/>
                  </a:cubicBezTo>
                  <a:cubicBezTo>
                    <a:pt x="12272" y="20160"/>
                    <a:pt x="12272" y="20160"/>
                    <a:pt x="12272" y="20160"/>
                  </a:cubicBezTo>
                  <a:cubicBezTo>
                    <a:pt x="12272" y="19800"/>
                    <a:pt x="12272" y="19800"/>
                    <a:pt x="12272" y="19800"/>
                  </a:cubicBezTo>
                  <a:cubicBezTo>
                    <a:pt x="11781" y="19800"/>
                    <a:pt x="11781" y="19800"/>
                    <a:pt x="11781" y="19800"/>
                  </a:cubicBezTo>
                  <a:cubicBezTo>
                    <a:pt x="11781" y="19800"/>
                    <a:pt x="11781" y="19800"/>
                    <a:pt x="11781" y="19800"/>
                  </a:cubicBezTo>
                  <a:cubicBezTo>
                    <a:pt x="11290" y="19800"/>
                    <a:pt x="11290" y="19800"/>
                    <a:pt x="11290" y="19800"/>
                  </a:cubicBezTo>
                  <a:cubicBezTo>
                    <a:pt x="11290" y="19800"/>
                    <a:pt x="11290" y="19800"/>
                    <a:pt x="11290" y="19800"/>
                  </a:cubicBezTo>
                  <a:close/>
                  <a:moveTo>
                    <a:pt x="6381" y="11519"/>
                  </a:moveTo>
                  <a:cubicBezTo>
                    <a:pt x="5890" y="11519"/>
                    <a:pt x="5890" y="11519"/>
                    <a:pt x="5890" y="11519"/>
                  </a:cubicBezTo>
                  <a:cubicBezTo>
                    <a:pt x="5890" y="11160"/>
                    <a:pt x="5890" y="11160"/>
                    <a:pt x="5890" y="11160"/>
                  </a:cubicBezTo>
                  <a:cubicBezTo>
                    <a:pt x="5890" y="11160"/>
                    <a:pt x="5890" y="11160"/>
                    <a:pt x="5890" y="11160"/>
                  </a:cubicBezTo>
                  <a:cubicBezTo>
                    <a:pt x="6381" y="11160"/>
                    <a:pt x="6381" y="11160"/>
                    <a:pt x="6381" y="11160"/>
                  </a:cubicBezTo>
                  <a:cubicBezTo>
                    <a:pt x="6381" y="11519"/>
                    <a:pt x="6381" y="11519"/>
                    <a:pt x="6381" y="11519"/>
                  </a:cubicBezTo>
                  <a:cubicBezTo>
                    <a:pt x="6872" y="11519"/>
                    <a:pt x="6872" y="11519"/>
                    <a:pt x="6872" y="11519"/>
                  </a:cubicBezTo>
                  <a:cubicBezTo>
                    <a:pt x="6872" y="11519"/>
                    <a:pt x="6872" y="11519"/>
                    <a:pt x="6872" y="11519"/>
                  </a:cubicBezTo>
                  <a:cubicBezTo>
                    <a:pt x="6872" y="11880"/>
                    <a:pt x="6872" y="11880"/>
                    <a:pt x="6872" y="11880"/>
                  </a:cubicBezTo>
                  <a:cubicBezTo>
                    <a:pt x="6872" y="11519"/>
                    <a:pt x="6872" y="11519"/>
                    <a:pt x="6872" y="11519"/>
                  </a:cubicBezTo>
                  <a:cubicBezTo>
                    <a:pt x="6381" y="11519"/>
                    <a:pt x="6381" y="11519"/>
                    <a:pt x="6381" y="11519"/>
                  </a:cubicBezTo>
                  <a:close/>
                  <a:moveTo>
                    <a:pt x="5890" y="11880"/>
                  </a:moveTo>
                  <a:cubicBezTo>
                    <a:pt x="6381" y="11880"/>
                    <a:pt x="6381" y="11880"/>
                    <a:pt x="6381" y="11880"/>
                  </a:cubicBezTo>
                  <a:cubicBezTo>
                    <a:pt x="6381" y="11880"/>
                    <a:pt x="6381" y="11880"/>
                    <a:pt x="6381" y="11880"/>
                  </a:cubicBezTo>
                  <a:cubicBezTo>
                    <a:pt x="6381" y="12240"/>
                    <a:pt x="6381" y="12240"/>
                    <a:pt x="6381" y="12240"/>
                  </a:cubicBezTo>
                  <a:cubicBezTo>
                    <a:pt x="6381" y="12240"/>
                    <a:pt x="6381" y="12240"/>
                    <a:pt x="6381" y="12240"/>
                  </a:cubicBezTo>
                  <a:cubicBezTo>
                    <a:pt x="5890" y="12240"/>
                    <a:pt x="5890" y="12240"/>
                    <a:pt x="5890" y="12240"/>
                  </a:cubicBezTo>
                  <a:cubicBezTo>
                    <a:pt x="5890" y="11880"/>
                    <a:pt x="5890" y="11880"/>
                    <a:pt x="5890" y="11880"/>
                  </a:cubicBezTo>
                  <a:cubicBezTo>
                    <a:pt x="5890" y="11880"/>
                    <a:pt x="5890" y="11880"/>
                    <a:pt x="5890" y="11880"/>
                  </a:cubicBezTo>
                  <a:close/>
                  <a:moveTo>
                    <a:pt x="6381" y="14040"/>
                  </a:moveTo>
                  <a:cubicBezTo>
                    <a:pt x="6381" y="13680"/>
                    <a:pt x="6381" y="13680"/>
                    <a:pt x="6381" y="13680"/>
                  </a:cubicBezTo>
                  <a:cubicBezTo>
                    <a:pt x="6381" y="13680"/>
                    <a:pt x="6381" y="13680"/>
                    <a:pt x="6381" y="13680"/>
                  </a:cubicBezTo>
                  <a:cubicBezTo>
                    <a:pt x="6381" y="13680"/>
                    <a:pt x="6381" y="13680"/>
                    <a:pt x="6381" y="13680"/>
                  </a:cubicBezTo>
                  <a:cubicBezTo>
                    <a:pt x="6872" y="14040"/>
                    <a:pt x="6872" y="14040"/>
                    <a:pt x="6872" y="14040"/>
                  </a:cubicBezTo>
                  <a:cubicBezTo>
                    <a:pt x="6872" y="14040"/>
                    <a:pt x="6872" y="14040"/>
                    <a:pt x="6872" y="14040"/>
                  </a:cubicBezTo>
                  <a:cubicBezTo>
                    <a:pt x="6381" y="14040"/>
                    <a:pt x="6381" y="14040"/>
                    <a:pt x="6381" y="14040"/>
                  </a:cubicBezTo>
                  <a:cubicBezTo>
                    <a:pt x="5890" y="14040"/>
                    <a:pt x="5890" y="14040"/>
                    <a:pt x="5890" y="14040"/>
                  </a:cubicBezTo>
                  <a:cubicBezTo>
                    <a:pt x="6381" y="14040"/>
                    <a:pt x="6381" y="14040"/>
                    <a:pt x="6381" y="14040"/>
                  </a:cubicBezTo>
                  <a:close/>
                  <a:moveTo>
                    <a:pt x="981" y="17280"/>
                  </a:moveTo>
                  <a:cubicBezTo>
                    <a:pt x="1472" y="16920"/>
                    <a:pt x="1472" y="16920"/>
                    <a:pt x="1472" y="16920"/>
                  </a:cubicBezTo>
                  <a:cubicBezTo>
                    <a:pt x="1472" y="16920"/>
                    <a:pt x="1472" y="16920"/>
                    <a:pt x="1472" y="16920"/>
                  </a:cubicBezTo>
                  <a:cubicBezTo>
                    <a:pt x="1963" y="16560"/>
                    <a:pt x="1963" y="16560"/>
                    <a:pt x="1963" y="16560"/>
                  </a:cubicBezTo>
                  <a:cubicBezTo>
                    <a:pt x="2454" y="16560"/>
                    <a:pt x="2454" y="16560"/>
                    <a:pt x="2454" y="16560"/>
                  </a:cubicBezTo>
                  <a:cubicBezTo>
                    <a:pt x="2945" y="16200"/>
                    <a:pt x="2945" y="16200"/>
                    <a:pt x="2945" y="16200"/>
                  </a:cubicBezTo>
                  <a:cubicBezTo>
                    <a:pt x="3436" y="15840"/>
                    <a:pt x="3436" y="15840"/>
                    <a:pt x="3436" y="15840"/>
                  </a:cubicBezTo>
                  <a:cubicBezTo>
                    <a:pt x="3436" y="15840"/>
                    <a:pt x="3436" y="15840"/>
                    <a:pt x="3436" y="15840"/>
                  </a:cubicBezTo>
                  <a:cubicBezTo>
                    <a:pt x="3927" y="15480"/>
                    <a:pt x="3927" y="15480"/>
                    <a:pt x="3927" y="15480"/>
                  </a:cubicBezTo>
                  <a:cubicBezTo>
                    <a:pt x="3927" y="15480"/>
                    <a:pt x="3927" y="15480"/>
                    <a:pt x="3927" y="15480"/>
                  </a:cubicBezTo>
                  <a:cubicBezTo>
                    <a:pt x="3927" y="15120"/>
                    <a:pt x="3927" y="15120"/>
                    <a:pt x="3927" y="15120"/>
                  </a:cubicBezTo>
                  <a:cubicBezTo>
                    <a:pt x="4418" y="14760"/>
                    <a:pt x="4418" y="14760"/>
                    <a:pt x="4418" y="14760"/>
                  </a:cubicBezTo>
                  <a:cubicBezTo>
                    <a:pt x="4909" y="14760"/>
                    <a:pt x="4909" y="14760"/>
                    <a:pt x="4909" y="14760"/>
                  </a:cubicBezTo>
                  <a:cubicBezTo>
                    <a:pt x="4909" y="14400"/>
                    <a:pt x="4909" y="14400"/>
                    <a:pt x="4909" y="14400"/>
                  </a:cubicBezTo>
                  <a:cubicBezTo>
                    <a:pt x="5399" y="14040"/>
                    <a:pt x="5399" y="14040"/>
                    <a:pt x="5399" y="14040"/>
                  </a:cubicBezTo>
                  <a:cubicBezTo>
                    <a:pt x="5890" y="14040"/>
                    <a:pt x="5890" y="14040"/>
                    <a:pt x="5890" y="14040"/>
                  </a:cubicBezTo>
                  <a:cubicBezTo>
                    <a:pt x="5890" y="14040"/>
                    <a:pt x="5890" y="14040"/>
                    <a:pt x="5890" y="14040"/>
                  </a:cubicBezTo>
                  <a:cubicBezTo>
                    <a:pt x="5890" y="13680"/>
                    <a:pt x="5890" y="13680"/>
                    <a:pt x="5890" y="13680"/>
                  </a:cubicBezTo>
                  <a:cubicBezTo>
                    <a:pt x="5399" y="13320"/>
                    <a:pt x="5399" y="13320"/>
                    <a:pt x="5399" y="13320"/>
                  </a:cubicBezTo>
                  <a:cubicBezTo>
                    <a:pt x="5399" y="12960"/>
                    <a:pt x="5399" y="12960"/>
                    <a:pt x="5399" y="12960"/>
                  </a:cubicBezTo>
                  <a:cubicBezTo>
                    <a:pt x="5399" y="12600"/>
                    <a:pt x="5399" y="12600"/>
                    <a:pt x="5399" y="12600"/>
                  </a:cubicBezTo>
                  <a:cubicBezTo>
                    <a:pt x="5399" y="12600"/>
                    <a:pt x="5399" y="12600"/>
                    <a:pt x="5399" y="12600"/>
                  </a:cubicBezTo>
                  <a:cubicBezTo>
                    <a:pt x="4909" y="12960"/>
                    <a:pt x="4909" y="12960"/>
                    <a:pt x="4909" y="12960"/>
                  </a:cubicBezTo>
                  <a:cubicBezTo>
                    <a:pt x="4909" y="13680"/>
                    <a:pt x="4909" y="13680"/>
                    <a:pt x="4909" y="13680"/>
                  </a:cubicBezTo>
                  <a:cubicBezTo>
                    <a:pt x="4909" y="13320"/>
                    <a:pt x="4909" y="13320"/>
                    <a:pt x="4909" y="13320"/>
                  </a:cubicBezTo>
                  <a:cubicBezTo>
                    <a:pt x="4909" y="13680"/>
                    <a:pt x="4909" y="13680"/>
                    <a:pt x="4909" y="13680"/>
                  </a:cubicBezTo>
                  <a:cubicBezTo>
                    <a:pt x="4909" y="14040"/>
                    <a:pt x="4909" y="14040"/>
                    <a:pt x="4909" y="14040"/>
                  </a:cubicBezTo>
                  <a:cubicBezTo>
                    <a:pt x="4909" y="14040"/>
                    <a:pt x="4909" y="14040"/>
                    <a:pt x="4909" y="14040"/>
                  </a:cubicBezTo>
                  <a:cubicBezTo>
                    <a:pt x="4418" y="14040"/>
                    <a:pt x="4418" y="14040"/>
                    <a:pt x="4418" y="14040"/>
                  </a:cubicBezTo>
                  <a:cubicBezTo>
                    <a:pt x="3927" y="14400"/>
                    <a:pt x="3927" y="14400"/>
                    <a:pt x="3927" y="14400"/>
                  </a:cubicBezTo>
                  <a:cubicBezTo>
                    <a:pt x="3927" y="14760"/>
                    <a:pt x="3927" y="14760"/>
                    <a:pt x="3927" y="14760"/>
                  </a:cubicBezTo>
                  <a:cubicBezTo>
                    <a:pt x="3436" y="14760"/>
                    <a:pt x="3436" y="14760"/>
                    <a:pt x="3436" y="14760"/>
                  </a:cubicBezTo>
                  <a:cubicBezTo>
                    <a:pt x="2945" y="15480"/>
                    <a:pt x="2945" y="15480"/>
                    <a:pt x="2945" y="15480"/>
                  </a:cubicBezTo>
                  <a:cubicBezTo>
                    <a:pt x="2454" y="15840"/>
                    <a:pt x="2454" y="15840"/>
                    <a:pt x="2454" y="15840"/>
                  </a:cubicBezTo>
                  <a:cubicBezTo>
                    <a:pt x="1963" y="15840"/>
                    <a:pt x="1963" y="15840"/>
                    <a:pt x="1963" y="15840"/>
                  </a:cubicBezTo>
                  <a:cubicBezTo>
                    <a:pt x="1963" y="16200"/>
                    <a:pt x="1963" y="16200"/>
                    <a:pt x="1963" y="16200"/>
                  </a:cubicBezTo>
                  <a:cubicBezTo>
                    <a:pt x="1472" y="16200"/>
                    <a:pt x="1472" y="16200"/>
                    <a:pt x="1472" y="16200"/>
                  </a:cubicBezTo>
                  <a:cubicBezTo>
                    <a:pt x="981" y="16920"/>
                    <a:pt x="981" y="16920"/>
                    <a:pt x="981" y="16920"/>
                  </a:cubicBezTo>
                  <a:cubicBezTo>
                    <a:pt x="981" y="16920"/>
                    <a:pt x="981" y="16920"/>
                    <a:pt x="981" y="16920"/>
                  </a:cubicBezTo>
                  <a:cubicBezTo>
                    <a:pt x="981" y="17280"/>
                    <a:pt x="981" y="17280"/>
                    <a:pt x="981" y="17280"/>
                  </a:cubicBezTo>
                  <a:close/>
                  <a:moveTo>
                    <a:pt x="981" y="17280"/>
                  </a:moveTo>
                  <a:cubicBezTo>
                    <a:pt x="490" y="17280"/>
                    <a:pt x="490" y="17280"/>
                    <a:pt x="490" y="17280"/>
                  </a:cubicBezTo>
                  <a:cubicBezTo>
                    <a:pt x="981" y="17280"/>
                    <a:pt x="981" y="17280"/>
                    <a:pt x="981" y="17280"/>
                  </a:cubicBezTo>
                  <a:cubicBezTo>
                    <a:pt x="981" y="17280"/>
                    <a:pt x="981" y="17280"/>
                    <a:pt x="981" y="17280"/>
                  </a:cubicBezTo>
                  <a:close/>
                  <a:moveTo>
                    <a:pt x="981" y="17280"/>
                  </a:moveTo>
                  <a:cubicBezTo>
                    <a:pt x="981" y="17280"/>
                    <a:pt x="981" y="17280"/>
                    <a:pt x="981" y="17280"/>
                  </a:cubicBezTo>
                  <a:cubicBezTo>
                    <a:pt x="1472" y="17640"/>
                    <a:pt x="1472" y="17640"/>
                    <a:pt x="1472" y="17640"/>
                  </a:cubicBezTo>
                  <a:cubicBezTo>
                    <a:pt x="981" y="17280"/>
                    <a:pt x="981" y="17280"/>
                    <a:pt x="981" y="17280"/>
                  </a:cubicBezTo>
                  <a:close/>
                  <a:moveTo>
                    <a:pt x="490" y="17640"/>
                  </a:moveTo>
                  <a:cubicBezTo>
                    <a:pt x="0" y="17640"/>
                    <a:pt x="0" y="17640"/>
                    <a:pt x="0" y="17640"/>
                  </a:cubicBezTo>
                  <a:cubicBezTo>
                    <a:pt x="0" y="18000"/>
                    <a:pt x="0" y="18000"/>
                    <a:pt x="0" y="18000"/>
                  </a:cubicBezTo>
                  <a:cubicBezTo>
                    <a:pt x="490" y="18360"/>
                    <a:pt x="490" y="18360"/>
                    <a:pt x="490" y="18360"/>
                  </a:cubicBezTo>
                  <a:cubicBezTo>
                    <a:pt x="490" y="18360"/>
                    <a:pt x="490" y="18360"/>
                    <a:pt x="490" y="18360"/>
                  </a:cubicBezTo>
                  <a:cubicBezTo>
                    <a:pt x="490" y="18000"/>
                    <a:pt x="490" y="18000"/>
                    <a:pt x="490" y="18000"/>
                  </a:cubicBezTo>
                  <a:cubicBezTo>
                    <a:pt x="490" y="17640"/>
                    <a:pt x="490" y="17640"/>
                    <a:pt x="490" y="1764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4" name="AutoShape 18"/>
            <p:cNvSpPr>
              <a:spLocks/>
            </p:cNvSpPr>
            <p:nvPr/>
          </p:nvSpPr>
          <p:spPr bwMode="auto">
            <a:xfrm>
              <a:off x="17226298" y="7044890"/>
              <a:ext cx="3040885" cy="1063603"/>
            </a:xfrm>
            <a:custGeom>
              <a:avLst/>
              <a:gdLst>
                <a:gd name="T0" fmla="*/ 1520443 w 21600"/>
                <a:gd name="T1" fmla="*/ 531802 h 21600"/>
                <a:gd name="T2" fmla="*/ 1520443 w 21600"/>
                <a:gd name="T3" fmla="*/ 531802 h 21600"/>
                <a:gd name="T4" fmla="*/ 1520443 w 21600"/>
                <a:gd name="T5" fmla="*/ 531802 h 21600"/>
                <a:gd name="T6" fmla="*/ 1520443 w 21600"/>
                <a:gd name="T7" fmla="*/ 5318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1243"/>
                  </a:moveTo>
                  <a:cubicBezTo>
                    <a:pt x="21494" y="15682"/>
                    <a:pt x="21494" y="15682"/>
                    <a:pt x="21494" y="15682"/>
                  </a:cubicBezTo>
                  <a:cubicBezTo>
                    <a:pt x="21494" y="15978"/>
                    <a:pt x="21494" y="15978"/>
                    <a:pt x="21494" y="15978"/>
                  </a:cubicBezTo>
                  <a:cubicBezTo>
                    <a:pt x="21494" y="16273"/>
                    <a:pt x="21494" y="16273"/>
                    <a:pt x="21494" y="16273"/>
                  </a:cubicBezTo>
                  <a:cubicBezTo>
                    <a:pt x="21494" y="16273"/>
                    <a:pt x="21494" y="16273"/>
                    <a:pt x="21494" y="16273"/>
                  </a:cubicBezTo>
                  <a:cubicBezTo>
                    <a:pt x="21494" y="19232"/>
                    <a:pt x="21494" y="19232"/>
                    <a:pt x="21494" y="19232"/>
                  </a:cubicBezTo>
                  <a:cubicBezTo>
                    <a:pt x="21494" y="19232"/>
                    <a:pt x="21494" y="19232"/>
                    <a:pt x="21494" y="19232"/>
                  </a:cubicBezTo>
                  <a:cubicBezTo>
                    <a:pt x="21388" y="19232"/>
                    <a:pt x="21388" y="19232"/>
                    <a:pt x="21388" y="19232"/>
                  </a:cubicBezTo>
                  <a:cubicBezTo>
                    <a:pt x="21176" y="18936"/>
                    <a:pt x="21176" y="18936"/>
                    <a:pt x="21176" y="18936"/>
                  </a:cubicBezTo>
                  <a:cubicBezTo>
                    <a:pt x="21176" y="18641"/>
                    <a:pt x="21176" y="18641"/>
                    <a:pt x="21176" y="18641"/>
                  </a:cubicBezTo>
                  <a:cubicBezTo>
                    <a:pt x="21176" y="18641"/>
                    <a:pt x="21176" y="18641"/>
                    <a:pt x="21176" y="18641"/>
                  </a:cubicBezTo>
                  <a:cubicBezTo>
                    <a:pt x="21070" y="18345"/>
                    <a:pt x="21070" y="18345"/>
                    <a:pt x="21070" y="18345"/>
                  </a:cubicBezTo>
                  <a:cubicBezTo>
                    <a:pt x="21070" y="18345"/>
                    <a:pt x="21070" y="18345"/>
                    <a:pt x="21070" y="18345"/>
                  </a:cubicBezTo>
                  <a:cubicBezTo>
                    <a:pt x="21070" y="18049"/>
                    <a:pt x="21070" y="18049"/>
                    <a:pt x="21070" y="18049"/>
                  </a:cubicBezTo>
                  <a:cubicBezTo>
                    <a:pt x="21070" y="18049"/>
                    <a:pt x="21070" y="18049"/>
                    <a:pt x="21070" y="18049"/>
                  </a:cubicBezTo>
                  <a:cubicBezTo>
                    <a:pt x="21070" y="17753"/>
                    <a:pt x="21070" y="17753"/>
                    <a:pt x="21070" y="17753"/>
                  </a:cubicBezTo>
                  <a:cubicBezTo>
                    <a:pt x="21070" y="18049"/>
                    <a:pt x="21070" y="18049"/>
                    <a:pt x="21070" y="18049"/>
                  </a:cubicBezTo>
                  <a:cubicBezTo>
                    <a:pt x="20964" y="18049"/>
                    <a:pt x="20964" y="18049"/>
                    <a:pt x="20964" y="18049"/>
                  </a:cubicBezTo>
                  <a:cubicBezTo>
                    <a:pt x="20858" y="18049"/>
                    <a:pt x="20858" y="18049"/>
                    <a:pt x="20858" y="18049"/>
                  </a:cubicBezTo>
                  <a:cubicBezTo>
                    <a:pt x="20752" y="18049"/>
                    <a:pt x="20752" y="18049"/>
                    <a:pt x="20752" y="18049"/>
                  </a:cubicBezTo>
                  <a:cubicBezTo>
                    <a:pt x="20647" y="18049"/>
                    <a:pt x="20647" y="18049"/>
                    <a:pt x="20647" y="18049"/>
                  </a:cubicBezTo>
                  <a:cubicBezTo>
                    <a:pt x="20647" y="18049"/>
                    <a:pt x="20647" y="18049"/>
                    <a:pt x="20647" y="18049"/>
                  </a:cubicBezTo>
                  <a:cubicBezTo>
                    <a:pt x="20541" y="18049"/>
                    <a:pt x="20541" y="18049"/>
                    <a:pt x="20541" y="18049"/>
                  </a:cubicBezTo>
                  <a:cubicBezTo>
                    <a:pt x="20435" y="18049"/>
                    <a:pt x="20435" y="18049"/>
                    <a:pt x="20435" y="18049"/>
                  </a:cubicBezTo>
                  <a:cubicBezTo>
                    <a:pt x="20541" y="18049"/>
                    <a:pt x="20541" y="18049"/>
                    <a:pt x="20541" y="18049"/>
                  </a:cubicBezTo>
                  <a:cubicBezTo>
                    <a:pt x="20541" y="17753"/>
                    <a:pt x="20541" y="17753"/>
                    <a:pt x="20541" y="17753"/>
                  </a:cubicBezTo>
                  <a:cubicBezTo>
                    <a:pt x="20541" y="17457"/>
                    <a:pt x="20541" y="17457"/>
                    <a:pt x="20541" y="17457"/>
                  </a:cubicBezTo>
                  <a:cubicBezTo>
                    <a:pt x="20541" y="17457"/>
                    <a:pt x="20541" y="17457"/>
                    <a:pt x="20541" y="17457"/>
                  </a:cubicBezTo>
                  <a:cubicBezTo>
                    <a:pt x="20647" y="17161"/>
                    <a:pt x="20647" y="17161"/>
                    <a:pt x="20647" y="17161"/>
                  </a:cubicBezTo>
                  <a:cubicBezTo>
                    <a:pt x="20541" y="17161"/>
                    <a:pt x="20541" y="17161"/>
                    <a:pt x="20541" y="17161"/>
                  </a:cubicBezTo>
                  <a:cubicBezTo>
                    <a:pt x="20435" y="16865"/>
                    <a:pt x="20435" y="16865"/>
                    <a:pt x="20435" y="16865"/>
                  </a:cubicBezTo>
                  <a:cubicBezTo>
                    <a:pt x="20541" y="16865"/>
                    <a:pt x="20541" y="16865"/>
                    <a:pt x="20541" y="16865"/>
                  </a:cubicBezTo>
                  <a:cubicBezTo>
                    <a:pt x="20541" y="16865"/>
                    <a:pt x="20541" y="16865"/>
                    <a:pt x="20541" y="16865"/>
                  </a:cubicBezTo>
                  <a:cubicBezTo>
                    <a:pt x="20647" y="16865"/>
                    <a:pt x="20647" y="16865"/>
                    <a:pt x="20647" y="16865"/>
                  </a:cubicBezTo>
                  <a:cubicBezTo>
                    <a:pt x="20752" y="16865"/>
                    <a:pt x="20752" y="16865"/>
                    <a:pt x="20752" y="16865"/>
                  </a:cubicBezTo>
                  <a:cubicBezTo>
                    <a:pt x="20647" y="16865"/>
                    <a:pt x="20647" y="16865"/>
                    <a:pt x="20647" y="16865"/>
                  </a:cubicBezTo>
                  <a:cubicBezTo>
                    <a:pt x="20541" y="16865"/>
                    <a:pt x="20541" y="16865"/>
                    <a:pt x="20541" y="16865"/>
                  </a:cubicBezTo>
                  <a:cubicBezTo>
                    <a:pt x="20435" y="16865"/>
                    <a:pt x="20435" y="16865"/>
                    <a:pt x="20435" y="16865"/>
                  </a:cubicBezTo>
                  <a:cubicBezTo>
                    <a:pt x="20435" y="16569"/>
                    <a:pt x="20435" y="16569"/>
                    <a:pt x="20435" y="16569"/>
                  </a:cubicBezTo>
                  <a:cubicBezTo>
                    <a:pt x="20435" y="16569"/>
                    <a:pt x="20435" y="16569"/>
                    <a:pt x="20435" y="16569"/>
                  </a:cubicBezTo>
                  <a:cubicBezTo>
                    <a:pt x="20435" y="16569"/>
                    <a:pt x="20435" y="16569"/>
                    <a:pt x="20435" y="16569"/>
                  </a:cubicBezTo>
                  <a:cubicBezTo>
                    <a:pt x="20541" y="16569"/>
                    <a:pt x="20541" y="16569"/>
                    <a:pt x="20541" y="16569"/>
                  </a:cubicBezTo>
                  <a:cubicBezTo>
                    <a:pt x="20541" y="16273"/>
                    <a:pt x="20541" y="16273"/>
                    <a:pt x="20541" y="16273"/>
                  </a:cubicBezTo>
                  <a:cubicBezTo>
                    <a:pt x="20329" y="15978"/>
                    <a:pt x="20329" y="15978"/>
                    <a:pt x="20329" y="15978"/>
                  </a:cubicBezTo>
                  <a:cubicBezTo>
                    <a:pt x="20329" y="15978"/>
                    <a:pt x="20329" y="15978"/>
                    <a:pt x="20329" y="15978"/>
                  </a:cubicBezTo>
                  <a:cubicBezTo>
                    <a:pt x="20223" y="15682"/>
                    <a:pt x="20223" y="15682"/>
                    <a:pt x="20223" y="15682"/>
                  </a:cubicBezTo>
                  <a:cubicBezTo>
                    <a:pt x="20329" y="15682"/>
                    <a:pt x="20329" y="15682"/>
                    <a:pt x="20329" y="15682"/>
                  </a:cubicBezTo>
                  <a:cubicBezTo>
                    <a:pt x="20223" y="15386"/>
                    <a:pt x="20223" y="15386"/>
                    <a:pt x="20223" y="15386"/>
                  </a:cubicBezTo>
                  <a:cubicBezTo>
                    <a:pt x="20223" y="15090"/>
                    <a:pt x="20223" y="15090"/>
                    <a:pt x="20223" y="15090"/>
                  </a:cubicBezTo>
                  <a:cubicBezTo>
                    <a:pt x="20329" y="15090"/>
                    <a:pt x="20329" y="15090"/>
                    <a:pt x="20329" y="15090"/>
                  </a:cubicBezTo>
                  <a:cubicBezTo>
                    <a:pt x="20223" y="15090"/>
                    <a:pt x="20223" y="15090"/>
                    <a:pt x="20223" y="15090"/>
                  </a:cubicBezTo>
                  <a:cubicBezTo>
                    <a:pt x="20117" y="14794"/>
                    <a:pt x="20117" y="14794"/>
                    <a:pt x="20117" y="14794"/>
                  </a:cubicBezTo>
                  <a:cubicBezTo>
                    <a:pt x="20117" y="14794"/>
                    <a:pt x="20117" y="14794"/>
                    <a:pt x="20117" y="14794"/>
                  </a:cubicBezTo>
                  <a:cubicBezTo>
                    <a:pt x="20117" y="14794"/>
                    <a:pt x="20117" y="14794"/>
                    <a:pt x="20117" y="14794"/>
                  </a:cubicBezTo>
                  <a:cubicBezTo>
                    <a:pt x="20223" y="14498"/>
                    <a:pt x="20223" y="14498"/>
                    <a:pt x="20223" y="14498"/>
                  </a:cubicBezTo>
                  <a:cubicBezTo>
                    <a:pt x="20117" y="14794"/>
                    <a:pt x="20117" y="14794"/>
                    <a:pt x="20117" y="14794"/>
                  </a:cubicBezTo>
                  <a:cubicBezTo>
                    <a:pt x="20011" y="14498"/>
                    <a:pt x="20011" y="14498"/>
                    <a:pt x="20011" y="14498"/>
                  </a:cubicBezTo>
                  <a:cubicBezTo>
                    <a:pt x="20011" y="14498"/>
                    <a:pt x="20011" y="14498"/>
                    <a:pt x="20011" y="14498"/>
                  </a:cubicBezTo>
                  <a:cubicBezTo>
                    <a:pt x="20011" y="14498"/>
                    <a:pt x="20011" y="14498"/>
                    <a:pt x="20011" y="14498"/>
                  </a:cubicBezTo>
                  <a:cubicBezTo>
                    <a:pt x="20011" y="14202"/>
                    <a:pt x="20011" y="14202"/>
                    <a:pt x="20011" y="14202"/>
                  </a:cubicBezTo>
                  <a:cubicBezTo>
                    <a:pt x="20011" y="14498"/>
                    <a:pt x="20011" y="14498"/>
                    <a:pt x="20011" y="14498"/>
                  </a:cubicBezTo>
                  <a:cubicBezTo>
                    <a:pt x="19905" y="14498"/>
                    <a:pt x="19905" y="14498"/>
                    <a:pt x="19905" y="14498"/>
                  </a:cubicBezTo>
                  <a:cubicBezTo>
                    <a:pt x="19799" y="14202"/>
                    <a:pt x="19799" y="14202"/>
                    <a:pt x="19799" y="14202"/>
                  </a:cubicBezTo>
                  <a:cubicBezTo>
                    <a:pt x="19694" y="14202"/>
                    <a:pt x="19694" y="14202"/>
                    <a:pt x="19694" y="14202"/>
                  </a:cubicBezTo>
                  <a:cubicBezTo>
                    <a:pt x="19588" y="13906"/>
                    <a:pt x="19588" y="13906"/>
                    <a:pt x="19588" y="13906"/>
                  </a:cubicBezTo>
                  <a:cubicBezTo>
                    <a:pt x="19482" y="13906"/>
                    <a:pt x="19482" y="13906"/>
                    <a:pt x="19482" y="13906"/>
                  </a:cubicBezTo>
                  <a:cubicBezTo>
                    <a:pt x="19270" y="13906"/>
                    <a:pt x="19270" y="13906"/>
                    <a:pt x="19270" y="13906"/>
                  </a:cubicBezTo>
                  <a:cubicBezTo>
                    <a:pt x="18952" y="13610"/>
                    <a:pt x="18952" y="13610"/>
                    <a:pt x="18952" y="13610"/>
                  </a:cubicBezTo>
                  <a:cubicBezTo>
                    <a:pt x="18847" y="13610"/>
                    <a:pt x="18847" y="13610"/>
                    <a:pt x="18847" y="13610"/>
                  </a:cubicBezTo>
                  <a:cubicBezTo>
                    <a:pt x="18741" y="13315"/>
                    <a:pt x="18741" y="13315"/>
                    <a:pt x="18741" y="13315"/>
                  </a:cubicBezTo>
                  <a:cubicBezTo>
                    <a:pt x="18635" y="13315"/>
                    <a:pt x="18635" y="13315"/>
                    <a:pt x="18635" y="13315"/>
                  </a:cubicBezTo>
                  <a:cubicBezTo>
                    <a:pt x="18635" y="13315"/>
                    <a:pt x="18635" y="13315"/>
                    <a:pt x="18635" y="13315"/>
                  </a:cubicBezTo>
                  <a:cubicBezTo>
                    <a:pt x="18529" y="13019"/>
                    <a:pt x="18529" y="13019"/>
                    <a:pt x="18529" y="13019"/>
                  </a:cubicBezTo>
                  <a:cubicBezTo>
                    <a:pt x="18529" y="13019"/>
                    <a:pt x="18529" y="13019"/>
                    <a:pt x="18529" y="13019"/>
                  </a:cubicBezTo>
                  <a:cubicBezTo>
                    <a:pt x="18635" y="13019"/>
                    <a:pt x="18635" y="13019"/>
                    <a:pt x="18635" y="13019"/>
                  </a:cubicBezTo>
                  <a:cubicBezTo>
                    <a:pt x="18635" y="13019"/>
                    <a:pt x="18635" y="13019"/>
                    <a:pt x="18635" y="13019"/>
                  </a:cubicBezTo>
                  <a:cubicBezTo>
                    <a:pt x="18635" y="13019"/>
                    <a:pt x="18635" y="13019"/>
                    <a:pt x="18635" y="13019"/>
                  </a:cubicBezTo>
                  <a:cubicBezTo>
                    <a:pt x="18635" y="13019"/>
                    <a:pt x="18635" y="13019"/>
                    <a:pt x="18635" y="13019"/>
                  </a:cubicBezTo>
                  <a:cubicBezTo>
                    <a:pt x="18529" y="13019"/>
                    <a:pt x="18529" y="13019"/>
                    <a:pt x="18529" y="13019"/>
                  </a:cubicBezTo>
                  <a:cubicBezTo>
                    <a:pt x="18423" y="13019"/>
                    <a:pt x="18423" y="13019"/>
                    <a:pt x="18423" y="13019"/>
                  </a:cubicBezTo>
                  <a:cubicBezTo>
                    <a:pt x="18423" y="12723"/>
                    <a:pt x="18423" y="12723"/>
                    <a:pt x="18423" y="12723"/>
                  </a:cubicBezTo>
                  <a:cubicBezTo>
                    <a:pt x="18423" y="12723"/>
                    <a:pt x="18423" y="12723"/>
                    <a:pt x="18423" y="12723"/>
                  </a:cubicBezTo>
                  <a:cubicBezTo>
                    <a:pt x="18317" y="13019"/>
                    <a:pt x="18317" y="13019"/>
                    <a:pt x="18317" y="13019"/>
                  </a:cubicBezTo>
                  <a:cubicBezTo>
                    <a:pt x="18317" y="12723"/>
                    <a:pt x="18317" y="12723"/>
                    <a:pt x="18317" y="12723"/>
                  </a:cubicBezTo>
                  <a:cubicBezTo>
                    <a:pt x="18317" y="12723"/>
                    <a:pt x="18317" y="12723"/>
                    <a:pt x="18317" y="12723"/>
                  </a:cubicBezTo>
                  <a:cubicBezTo>
                    <a:pt x="18317" y="12723"/>
                    <a:pt x="18317" y="12723"/>
                    <a:pt x="18317" y="12723"/>
                  </a:cubicBezTo>
                  <a:cubicBezTo>
                    <a:pt x="18211" y="12723"/>
                    <a:pt x="18211" y="12723"/>
                    <a:pt x="18211" y="12723"/>
                  </a:cubicBezTo>
                  <a:cubicBezTo>
                    <a:pt x="18211" y="12723"/>
                    <a:pt x="18211" y="12723"/>
                    <a:pt x="18211" y="12723"/>
                  </a:cubicBezTo>
                  <a:cubicBezTo>
                    <a:pt x="18211" y="12427"/>
                    <a:pt x="18211" y="12427"/>
                    <a:pt x="18211" y="12427"/>
                  </a:cubicBezTo>
                  <a:cubicBezTo>
                    <a:pt x="18105" y="12131"/>
                    <a:pt x="18105" y="12131"/>
                    <a:pt x="18105" y="12131"/>
                  </a:cubicBezTo>
                  <a:cubicBezTo>
                    <a:pt x="18211" y="11835"/>
                    <a:pt x="18211" y="11835"/>
                    <a:pt x="18211" y="11835"/>
                  </a:cubicBezTo>
                  <a:cubicBezTo>
                    <a:pt x="18211" y="11539"/>
                    <a:pt x="18211" y="11539"/>
                    <a:pt x="18211" y="11539"/>
                  </a:cubicBezTo>
                  <a:cubicBezTo>
                    <a:pt x="18105" y="11835"/>
                    <a:pt x="18105" y="11835"/>
                    <a:pt x="18105" y="11835"/>
                  </a:cubicBezTo>
                  <a:cubicBezTo>
                    <a:pt x="18105" y="12131"/>
                    <a:pt x="18105" y="12131"/>
                    <a:pt x="18105" y="12131"/>
                  </a:cubicBezTo>
                  <a:cubicBezTo>
                    <a:pt x="18105" y="12131"/>
                    <a:pt x="18105" y="12131"/>
                    <a:pt x="18105" y="12131"/>
                  </a:cubicBezTo>
                  <a:cubicBezTo>
                    <a:pt x="17999" y="12427"/>
                    <a:pt x="17999" y="12427"/>
                    <a:pt x="17999" y="12427"/>
                  </a:cubicBezTo>
                  <a:cubicBezTo>
                    <a:pt x="17999" y="12723"/>
                    <a:pt x="17999" y="12723"/>
                    <a:pt x="17999" y="12723"/>
                  </a:cubicBezTo>
                  <a:cubicBezTo>
                    <a:pt x="17999" y="12723"/>
                    <a:pt x="17999" y="12723"/>
                    <a:pt x="17999" y="12723"/>
                  </a:cubicBezTo>
                  <a:cubicBezTo>
                    <a:pt x="17894" y="13019"/>
                    <a:pt x="17894" y="13019"/>
                    <a:pt x="17894" y="13019"/>
                  </a:cubicBezTo>
                  <a:cubicBezTo>
                    <a:pt x="17788" y="13315"/>
                    <a:pt x="17788" y="13315"/>
                    <a:pt x="17788" y="13315"/>
                  </a:cubicBezTo>
                  <a:cubicBezTo>
                    <a:pt x="17682" y="13019"/>
                    <a:pt x="17682" y="13019"/>
                    <a:pt x="17682" y="13019"/>
                  </a:cubicBezTo>
                  <a:cubicBezTo>
                    <a:pt x="17682" y="12723"/>
                    <a:pt x="17682" y="12723"/>
                    <a:pt x="17682" y="12723"/>
                  </a:cubicBezTo>
                  <a:cubicBezTo>
                    <a:pt x="17682" y="12427"/>
                    <a:pt x="17682" y="12427"/>
                    <a:pt x="17682" y="12427"/>
                  </a:cubicBezTo>
                  <a:cubicBezTo>
                    <a:pt x="17682" y="12427"/>
                    <a:pt x="17682" y="12427"/>
                    <a:pt x="17682" y="12427"/>
                  </a:cubicBezTo>
                  <a:cubicBezTo>
                    <a:pt x="17682" y="12427"/>
                    <a:pt x="17682" y="12427"/>
                    <a:pt x="17682" y="12427"/>
                  </a:cubicBezTo>
                  <a:cubicBezTo>
                    <a:pt x="17682" y="12131"/>
                    <a:pt x="17682" y="12131"/>
                    <a:pt x="17682" y="12131"/>
                  </a:cubicBezTo>
                  <a:cubicBezTo>
                    <a:pt x="17576" y="12131"/>
                    <a:pt x="17576" y="12131"/>
                    <a:pt x="17576" y="12131"/>
                  </a:cubicBezTo>
                  <a:cubicBezTo>
                    <a:pt x="17576" y="12131"/>
                    <a:pt x="17576" y="12131"/>
                    <a:pt x="17576" y="12131"/>
                  </a:cubicBezTo>
                  <a:cubicBezTo>
                    <a:pt x="17576" y="11835"/>
                    <a:pt x="17576" y="11835"/>
                    <a:pt x="17576" y="11835"/>
                  </a:cubicBezTo>
                  <a:cubicBezTo>
                    <a:pt x="17470" y="11835"/>
                    <a:pt x="17470" y="11835"/>
                    <a:pt x="17470" y="11835"/>
                  </a:cubicBezTo>
                  <a:cubicBezTo>
                    <a:pt x="17364" y="11835"/>
                    <a:pt x="17364" y="11835"/>
                    <a:pt x="17364" y="11835"/>
                  </a:cubicBezTo>
                  <a:cubicBezTo>
                    <a:pt x="17364" y="11539"/>
                    <a:pt x="17364" y="11539"/>
                    <a:pt x="17364" y="11539"/>
                  </a:cubicBezTo>
                  <a:cubicBezTo>
                    <a:pt x="17364" y="11539"/>
                    <a:pt x="17364" y="11539"/>
                    <a:pt x="17364" y="11539"/>
                  </a:cubicBezTo>
                  <a:cubicBezTo>
                    <a:pt x="17470" y="11539"/>
                    <a:pt x="17470" y="11539"/>
                    <a:pt x="17470" y="11539"/>
                  </a:cubicBezTo>
                  <a:cubicBezTo>
                    <a:pt x="17576" y="11539"/>
                    <a:pt x="17576" y="11539"/>
                    <a:pt x="17576" y="11539"/>
                  </a:cubicBezTo>
                  <a:cubicBezTo>
                    <a:pt x="17576" y="11539"/>
                    <a:pt x="17576" y="11539"/>
                    <a:pt x="17576" y="11539"/>
                  </a:cubicBezTo>
                  <a:cubicBezTo>
                    <a:pt x="17682" y="11539"/>
                    <a:pt x="17682" y="11539"/>
                    <a:pt x="17682" y="11539"/>
                  </a:cubicBezTo>
                  <a:cubicBezTo>
                    <a:pt x="17788" y="11539"/>
                    <a:pt x="17788" y="11539"/>
                    <a:pt x="17788" y="11539"/>
                  </a:cubicBezTo>
                  <a:cubicBezTo>
                    <a:pt x="17788" y="11243"/>
                    <a:pt x="17788" y="11243"/>
                    <a:pt x="17788" y="11243"/>
                  </a:cubicBezTo>
                  <a:cubicBezTo>
                    <a:pt x="17894" y="11243"/>
                    <a:pt x="17894" y="11243"/>
                    <a:pt x="17894" y="11243"/>
                  </a:cubicBezTo>
                  <a:cubicBezTo>
                    <a:pt x="17999" y="11243"/>
                    <a:pt x="17999" y="11243"/>
                    <a:pt x="17999" y="11243"/>
                  </a:cubicBezTo>
                  <a:cubicBezTo>
                    <a:pt x="18105" y="11539"/>
                    <a:pt x="18105" y="11539"/>
                    <a:pt x="18105" y="11539"/>
                  </a:cubicBezTo>
                  <a:cubicBezTo>
                    <a:pt x="18105" y="11243"/>
                    <a:pt x="18105" y="11243"/>
                    <a:pt x="18105" y="11243"/>
                  </a:cubicBezTo>
                  <a:cubicBezTo>
                    <a:pt x="18211" y="11243"/>
                    <a:pt x="18211" y="11243"/>
                    <a:pt x="18211" y="11243"/>
                  </a:cubicBezTo>
                  <a:cubicBezTo>
                    <a:pt x="18211" y="11243"/>
                    <a:pt x="18211" y="11243"/>
                    <a:pt x="18211" y="11243"/>
                  </a:cubicBezTo>
                  <a:cubicBezTo>
                    <a:pt x="18211" y="10947"/>
                    <a:pt x="18211" y="10947"/>
                    <a:pt x="18211" y="10947"/>
                  </a:cubicBezTo>
                  <a:cubicBezTo>
                    <a:pt x="18211" y="10652"/>
                    <a:pt x="18211" y="10652"/>
                    <a:pt x="18211" y="10652"/>
                  </a:cubicBezTo>
                  <a:cubicBezTo>
                    <a:pt x="17999" y="10652"/>
                    <a:pt x="17999" y="10652"/>
                    <a:pt x="17999" y="10652"/>
                  </a:cubicBezTo>
                  <a:cubicBezTo>
                    <a:pt x="17999" y="10652"/>
                    <a:pt x="17999" y="10652"/>
                    <a:pt x="17999" y="10652"/>
                  </a:cubicBezTo>
                  <a:cubicBezTo>
                    <a:pt x="17999" y="10947"/>
                    <a:pt x="17999" y="10947"/>
                    <a:pt x="17999" y="10947"/>
                  </a:cubicBezTo>
                  <a:cubicBezTo>
                    <a:pt x="17894" y="10652"/>
                    <a:pt x="17894" y="10652"/>
                    <a:pt x="17894" y="10652"/>
                  </a:cubicBezTo>
                  <a:cubicBezTo>
                    <a:pt x="17788" y="10947"/>
                    <a:pt x="17788" y="10947"/>
                    <a:pt x="17788" y="10947"/>
                  </a:cubicBezTo>
                  <a:cubicBezTo>
                    <a:pt x="17682" y="10947"/>
                    <a:pt x="17682" y="10947"/>
                    <a:pt x="17682" y="10947"/>
                  </a:cubicBezTo>
                  <a:cubicBezTo>
                    <a:pt x="17682" y="10947"/>
                    <a:pt x="17682" y="10947"/>
                    <a:pt x="17682" y="10947"/>
                  </a:cubicBezTo>
                  <a:cubicBezTo>
                    <a:pt x="17576" y="10947"/>
                    <a:pt x="17576" y="10947"/>
                    <a:pt x="17576" y="10947"/>
                  </a:cubicBezTo>
                  <a:cubicBezTo>
                    <a:pt x="17470" y="10947"/>
                    <a:pt x="17470" y="10947"/>
                    <a:pt x="17470" y="10947"/>
                  </a:cubicBezTo>
                  <a:cubicBezTo>
                    <a:pt x="17470" y="10947"/>
                    <a:pt x="17470" y="10947"/>
                    <a:pt x="17470" y="10947"/>
                  </a:cubicBezTo>
                  <a:cubicBezTo>
                    <a:pt x="17364" y="10652"/>
                    <a:pt x="17364" y="10652"/>
                    <a:pt x="17364" y="10652"/>
                  </a:cubicBezTo>
                  <a:cubicBezTo>
                    <a:pt x="17258" y="10356"/>
                    <a:pt x="17258" y="10356"/>
                    <a:pt x="17258" y="10356"/>
                  </a:cubicBezTo>
                  <a:cubicBezTo>
                    <a:pt x="17364" y="10356"/>
                    <a:pt x="17364" y="10356"/>
                    <a:pt x="17364" y="10356"/>
                  </a:cubicBezTo>
                  <a:cubicBezTo>
                    <a:pt x="17258" y="10060"/>
                    <a:pt x="17258" y="10060"/>
                    <a:pt x="17258" y="10060"/>
                  </a:cubicBezTo>
                  <a:cubicBezTo>
                    <a:pt x="17152" y="9764"/>
                    <a:pt x="17152" y="9764"/>
                    <a:pt x="17152" y="9764"/>
                  </a:cubicBezTo>
                  <a:cubicBezTo>
                    <a:pt x="17047" y="9764"/>
                    <a:pt x="17047" y="9764"/>
                    <a:pt x="17047" y="9764"/>
                  </a:cubicBezTo>
                  <a:cubicBezTo>
                    <a:pt x="17047" y="9764"/>
                    <a:pt x="17047" y="9764"/>
                    <a:pt x="17047" y="9764"/>
                  </a:cubicBezTo>
                  <a:cubicBezTo>
                    <a:pt x="16941" y="10060"/>
                    <a:pt x="16941" y="10060"/>
                    <a:pt x="16941" y="10060"/>
                  </a:cubicBezTo>
                  <a:cubicBezTo>
                    <a:pt x="16835" y="9764"/>
                    <a:pt x="16835" y="9764"/>
                    <a:pt x="16835" y="9764"/>
                  </a:cubicBezTo>
                  <a:cubicBezTo>
                    <a:pt x="16941" y="9764"/>
                    <a:pt x="16941" y="9764"/>
                    <a:pt x="16941" y="9764"/>
                  </a:cubicBezTo>
                  <a:cubicBezTo>
                    <a:pt x="17047" y="9468"/>
                    <a:pt x="17047" y="9468"/>
                    <a:pt x="17047" y="9468"/>
                  </a:cubicBezTo>
                  <a:cubicBezTo>
                    <a:pt x="17047" y="9468"/>
                    <a:pt x="17047" y="9468"/>
                    <a:pt x="17047" y="9468"/>
                  </a:cubicBezTo>
                  <a:cubicBezTo>
                    <a:pt x="16941" y="9172"/>
                    <a:pt x="16941" y="9172"/>
                    <a:pt x="16941" y="9172"/>
                  </a:cubicBezTo>
                  <a:cubicBezTo>
                    <a:pt x="17047" y="9172"/>
                    <a:pt x="17047" y="9172"/>
                    <a:pt x="17047" y="9172"/>
                  </a:cubicBezTo>
                  <a:cubicBezTo>
                    <a:pt x="17152" y="9172"/>
                    <a:pt x="17152" y="9172"/>
                    <a:pt x="17152" y="9172"/>
                  </a:cubicBezTo>
                  <a:cubicBezTo>
                    <a:pt x="17258" y="8876"/>
                    <a:pt x="17258" y="8876"/>
                    <a:pt x="17258" y="8876"/>
                  </a:cubicBezTo>
                  <a:cubicBezTo>
                    <a:pt x="17364" y="8876"/>
                    <a:pt x="17364" y="8876"/>
                    <a:pt x="17364" y="8876"/>
                  </a:cubicBezTo>
                  <a:cubicBezTo>
                    <a:pt x="17470" y="8580"/>
                    <a:pt x="17470" y="8580"/>
                    <a:pt x="17470" y="8580"/>
                  </a:cubicBezTo>
                  <a:cubicBezTo>
                    <a:pt x="17470" y="8580"/>
                    <a:pt x="17470" y="8580"/>
                    <a:pt x="17470" y="8580"/>
                  </a:cubicBezTo>
                  <a:cubicBezTo>
                    <a:pt x="17576" y="8580"/>
                    <a:pt x="17576" y="8580"/>
                    <a:pt x="17576" y="8580"/>
                  </a:cubicBezTo>
                  <a:cubicBezTo>
                    <a:pt x="17894" y="8580"/>
                    <a:pt x="17894" y="8580"/>
                    <a:pt x="17894" y="8580"/>
                  </a:cubicBezTo>
                  <a:cubicBezTo>
                    <a:pt x="17999" y="8876"/>
                    <a:pt x="17999" y="8876"/>
                    <a:pt x="17999" y="8876"/>
                  </a:cubicBezTo>
                  <a:cubicBezTo>
                    <a:pt x="18211" y="8876"/>
                    <a:pt x="18211" y="8876"/>
                    <a:pt x="18211" y="8876"/>
                  </a:cubicBezTo>
                  <a:cubicBezTo>
                    <a:pt x="18317" y="8876"/>
                    <a:pt x="18317" y="8876"/>
                    <a:pt x="18317" y="8876"/>
                  </a:cubicBezTo>
                  <a:cubicBezTo>
                    <a:pt x="18317" y="9172"/>
                    <a:pt x="18317" y="9172"/>
                    <a:pt x="18317" y="9172"/>
                  </a:cubicBezTo>
                  <a:cubicBezTo>
                    <a:pt x="18317" y="9172"/>
                    <a:pt x="18317" y="9172"/>
                    <a:pt x="18317" y="9172"/>
                  </a:cubicBezTo>
                  <a:cubicBezTo>
                    <a:pt x="18317" y="9468"/>
                    <a:pt x="18317" y="9468"/>
                    <a:pt x="18317" y="9468"/>
                  </a:cubicBezTo>
                  <a:cubicBezTo>
                    <a:pt x="18423" y="9764"/>
                    <a:pt x="18423" y="9764"/>
                    <a:pt x="18423" y="9764"/>
                  </a:cubicBezTo>
                  <a:cubicBezTo>
                    <a:pt x="18423" y="9764"/>
                    <a:pt x="18423" y="9764"/>
                    <a:pt x="18423" y="9764"/>
                  </a:cubicBezTo>
                  <a:cubicBezTo>
                    <a:pt x="18423" y="10060"/>
                    <a:pt x="18423" y="10060"/>
                    <a:pt x="18423" y="10060"/>
                  </a:cubicBezTo>
                  <a:cubicBezTo>
                    <a:pt x="18317" y="10356"/>
                    <a:pt x="18317" y="10356"/>
                    <a:pt x="18317" y="10356"/>
                  </a:cubicBezTo>
                  <a:cubicBezTo>
                    <a:pt x="18317" y="10652"/>
                    <a:pt x="18317" y="10652"/>
                    <a:pt x="18317" y="10652"/>
                  </a:cubicBezTo>
                  <a:cubicBezTo>
                    <a:pt x="18423" y="11243"/>
                    <a:pt x="18423" y="11243"/>
                    <a:pt x="18423" y="11243"/>
                  </a:cubicBezTo>
                  <a:cubicBezTo>
                    <a:pt x="18423" y="11539"/>
                    <a:pt x="18423" y="11539"/>
                    <a:pt x="18423" y="11539"/>
                  </a:cubicBezTo>
                  <a:cubicBezTo>
                    <a:pt x="18529" y="11539"/>
                    <a:pt x="18529" y="11539"/>
                    <a:pt x="18529" y="11539"/>
                  </a:cubicBezTo>
                  <a:cubicBezTo>
                    <a:pt x="18529" y="11539"/>
                    <a:pt x="18529" y="11539"/>
                    <a:pt x="18529" y="11539"/>
                  </a:cubicBezTo>
                  <a:cubicBezTo>
                    <a:pt x="18529" y="11243"/>
                    <a:pt x="18529" y="11243"/>
                    <a:pt x="18529" y="11243"/>
                  </a:cubicBezTo>
                  <a:cubicBezTo>
                    <a:pt x="18529" y="11243"/>
                    <a:pt x="18529" y="11243"/>
                    <a:pt x="18529" y="11243"/>
                  </a:cubicBezTo>
                  <a:cubicBezTo>
                    <a:pt x="18635" y="11243"/>
                    <a:pt x="18635" y="11243"/>
                    <a:pt x="18635" y="11243"/>
                  </a:cubicBezTo>
                  <a:cubicBezTo>
                    <a:pt x="18635" y="11539"/>
                    <a:pt x="18635" y="11539"/>
                    <a:pt x="18635" y="11539"/>
                  </a:cubicBezTo>
                  <a:cubicBezTo>
                    <a:pt x="18635" y="11835"/>
                    <a:pt x="18635" y="11835"/>
                    <a:pt x="18635" y="11835"/>
                  </a:cubicBezTo>
                  <a:cubicBezTo>
                    <a:pt x="18635" y="11835"/>
                    <a:pt x="18635" y="11835"/>
                    <a:pt x="18635" y="11835"/>
                  </a:cubicBezTo>
                  <a:cubicBezTo>
                    <a:pt x="18741" y="11835"/>
                    <a:pt x="18741" y="11835"/>
                    <a:pt x="18741" y="11835"/>
                  </a:cubicBezTo>
                  <a:cubicBezTo>
                    <a:pt x="18847" y="12131"/>
                    <a:pt x="18847" y="12131"/>
                    <a:pt x="18847" y="12131"/>
                  </a:cubicBezTo>
                  <a:cubicBezTo>
                    <a:pt x="18847" y="12131"/>
                    <a:pt x="18847" y="12131"/>
                    <a:pt x="18847" y="12131"/>
                  </a:cubicBezTo>
                  <a:cubicBezTo>
                    <a:pt x="18952" y="12131"/>
                    <a:pt x="18952" y="12131"/>
                    <a:pt x="18952" y="12131"/>
                  </a:cubicBezTo>
                  <a:cubicBezTo>
                    <a:pt x="19058" y="12131"/>
                    <a:pt x="19058" y="12131"/>
                    <a:pt x="19058" y="12131"/>
                  </a:cubicBezTo>
                  <a:cubicBezTo>
                    <a:pt x="19058" y="11835"/>
                    <a:pt x="19058" y="11835"/>
                    <a:pt x="19058" y="11835"/>
                  </a:cubicBezTo>
                  <a:cubicBezTo>
                    <a:pt x="19058" y="11835"/>
                    <a:pt x="19058" y="11835"/>
                    <a:pt x="19058" y="11835"/>
                  </a:cubicBezTo>
                  <a:cubicBezTo>
                    <a:pt x="19164" y="11835"/>
                    <a:pt x="19164" y="11835"/>
                    <a:pt x="19164" y="11835"/>
                  </a:cubicBezTo>
                  <a:cubicBezTo>
                    <a:pt x="19164" y="11539"/>
                    <a:pt x="19164" y="11539"/>
                    <a:pt x="19164" y="11539"/>
                  </a:cubicBezTo>
                  <a:cubicBezTo>
                    <a:pt x="19164" y="11243"/>
                    <a:pt x="19164" y="11243"/>
                    <a:pt x="19164" y="11243"/>
                  </a:cubicBezTo>
                  <a:cubicBezTo>
                    <a:pt x="19270" y="11243"/>
                    <a:pt x="19270" y="11243"/>
                    <a:pt x="19270" y="11243"/>
                  </a:cubicBezTo>
                  <a:cubicBezTo>
                    <a:pt x="19376" y="11243"/>
                    <a:pt x="19376" y="11243"/>
                    <a:pt x="19376" y="11243"/>
                  </a:cubicBezTo>
                  <a:cubicBezTo>
                    <a:pt x="19376" y="10947"/>
                    <a:pt x="19376" y="10947"/>
                    <a:pt x="19376" y="10947"/>
                  </a:cubicBezTo>
                  <a:cubicBezTo>
                    <a:pt x="19482" y="10652"/>
                    <a:pt x="19482" y="10652"/>
                    <a:pt x="19482" y="10652"/>
                  </a:cubicBezTo>
                  <a:cubicBezTo>
                    <a:pt x="19482" y="10947"/>
                    <a:pt x="19482" y="10947"/>
                    <a:pt x="19482" y="10947"/>
                  </a:cubicBezTo>
                  <a:cubicBezTo>
                    <a:pt x="19588" y="10947"/>
                    <a:pt x="19588" y="10947"/>
                    <a:pt x="19588" y="10947"/>
                  </a:cubicBezTo>
                  <a:cubicBezTo>
                    <a:pt x="19588" y="10652"/>
                    <a:pt x="19588" y="10652"/>
                    <a:pt x="19588" y="10652"/>
                  </a:cubicBezTo>
                  <a:cubicBezTo>
                    <a:pt x="19799" y="10652"/>
                    <a:pt x="19799" y="10652"/>
                    <a:pt x="19799" y="10652"/>
                  </a:cubicBezTo>
                  <a:cubicBezTo>
                    <a:pt x="19799" y="10652"/>
                    <a:pt x="19799" y="10652"/>
                    <a:pt x="19799" y="10652"/>
                  </a:cubicBezTo>
                  <a:cubicBezTo>
                    <a:pt x="19694" y="10356"/>
                    <a:pt x="19694" y="10356"/>
                    <a:pt x="19694" y="10356"/>
                  </a:cubicBezTo>
                  <a:cubicBezTo>
                    <a:pt x="19799" y="10060"/>
                    <a:pt x="19799" y="10060"/>
                    <a:pt x="19799" y="10060"/>
                  </a:cubicBezTo>
                  <a:cubicBezTo>
                    <a:pt x="20011" y="9764"/>
                    <a:pt x="20011" y="9764"/>
                    <a:pt x="20011" y="9764"/>
                  </a:cubicBezTo>
                  <a:cubicBezTo>
                    <a:pt x="20117" y="9764"/>
                    <a:pt x="20117" y="9764"/>
                    <a:pt x="20117" y="9764"/>
                  </a:cubicBezTo>
                  <a:cubicBezTo>
                    <a:pt x="20223" y="10060"/>
                    <a:pt x="20223" y="10060"/>
                    <a:pt x="20223" y="10060"/>
                  </a:cubicBezTo>
                  <a:cubicBezTo>
                    <a:pt x="20329" y="10060"/>
                    <a:pt x="20329" y="10060"/>
                    <a:pt x="20329" y="10060"/>
                  </a:cubicBezTo>
                  <a:cubicBezTo>
                    <a:pt x="20435" y="10356"/>
                    <a:pt x="20435" y="10356"/>
                    <a:pt x="20435" y="10356"/>
                  </a:cubicBezTo>
                  <a:cubicBezTo>
                    <a:pt x="20541" y="10356"/>
                    <a:pt x="20541" y="10356"/>
                    <a:pt x="20541" y="10356"/>
                  </a:cubicBezTo>
                  <a:cubicBezTo>
                    <a:pt x="20647" y="10652"/>
                    <a:pt x="20647" y="10652"/>
                    <a:pt x="20647" y="10652"/>
                  </a:cubicBezTo>
                  <a:cubicBezTo>
                    <a:pt x="20752" y="10652"/>
                    <a:pt x="20752" y="10652"/>
                    <a:pt x="20752" y="10652"/>
                  </a:cubicBezTo>
                  <a:cubicBezTo>
                    <a:pt x="21070" y="10947"/>
                    <a:pt x="21070" y="10947"/>
                    <a:pt x="21070" y="10947"/>
                  </a:cubicBezTo>
                  <a:cubicBezTo>
                    <a:pt x="21176" y="10947"/>
                    <a:pt x="21176" y="10947"/>
                    <a:pt x="21176" y="10947"/>
                  </a:cubicBezTo>
                  <a:cubicBezTo>
                    <a:pt x="21176" y="10947"/>
                    <a:pt x="21176" y="10947"/>
                    <a:pt x="21176" y="10947"/>
                  </a:cubicBezTo>
                  <a:cubicBezTo>
                    <a:pt x="21282" y="10947"/>
                    <a:pt x="21282" y="10947"/>
                    <a:pt x="21282" y="10947"/>
                  </a:cubicBezTo>
                  <a:cubicBezTo>
                    <a:pt x="21388" y="10947"/>
                    <a:pt x="21388" y="10947"/>
                    <a:pt x="21388" y="10947"/>
                  </a:cubicBezTo>
                  <a:cubicBezTo>
                    <a:pt x="21494" y="10947"/>
                    <a:pt x="21494" y="10947"/>
                    <a:pt x="21494" y="10947"/>
                  </a:cubicBezTo>
                  <a:cubicBezTo>
                    <a:pt x="21494" y="11243"/>
                    <a:pt x="21494" y="11243"/>
                    <a:pt x="21494" y="11243"/>
                  </a:cubicBezTo>
                  <a:cubicBezTo>
                    <a:pt x="21494" y="11243"/>
                    <a:pt x="21494" y="11243"/>
                    <a:pt x="21494" y="11243"/>
                  </a:cubicBezTo>
                  <a:cubicBezTo>
                    <a:pt x="21494" y="11243"/>
                    <a:pt x="21494" y="11243"/>
                    <a:pt x="21494" y="11243"/>
                  </a:cubicBezTo>
                  <a:cubicBezTo>
                    <a:pt x="21599" y="11243"/>
                    <a:pt x="21599" y="11243"/>
                    <a:pt x="21599" y="11243"/>
                  </a:cubicBezTo>
                  <a:cubicBezTo>
                    <a:pt x="21599" y="11243"/>
                    <a:pt x="21599" y="11243"/>
                    <a:pt x="21599" y="11243"/>
                  </a:cubicBezTo>
                  <a:close/>
                  <a:moveTo>
                    <a:pt x="15988" y="7989"/>
                  </a:moveTo>
                  <a:cubicBezTo>
                    <a:pt x="16199" y="8284"/>
                    <a:pt x="16199" y="8284"/>
                    <a:pt x="16199" y="8284"/>
                  </a:cubicBezTo>
                  <a:cubicBezTo>
                    <a:pt x="16199" y="8284"/>
                    <a:pt x="16199" y="8284"/>
                    <a:pt x="16199" y="8284"/>
                  </a:cubicBezTo>
                  <a:cubicBezTo>
                    <a:pt x="16094" y="8284"/>
                    <a:pt x="16094" y="8284"/>
                    <a:pt x="16094" y="8284"/>
                  </a:cubicBezTo>
                  <a:cubicBezTo>
                    <a:pt x="15988" y="7989"/>
                    <a:pt x="15988" y="7989"/>
                    <a:pt x="15988" y="7989"/>
                  </a:cubicBezTo>
                  <a:close/>
                  <a:moveTo>
                    <a:pt x="16941" y="8580"/>
                  </a:moveTo>
                  <a:cubicBezTo>
                    <a:pt x="17047" y="8580"/>
                    <a:pt x="17047" y="8580"/>
                    <a:pt x="17047" y="8580"/>
                  </a:cubicBezTo>
                  <a:cubicBezTo>
                    <a:pt x="17047" y="8580"/>
                    <a:pt x="17047" y="8580"/>
                    <a:pt x="17047" y="8580"/>
                  </a:cubicBezTo>
                  <a:cubicBezTo>
                    <a:pt x="17047" y="8284"/>
                    <a:pt x="17047" y="8284"/>
                    <a:pt x="17047" y="8284"/>
                  </a:cubicBezTo>
                  <a:cubicBezTo>
                    <a:pt x="16941" y="8284"/>
                    <a:pt x="16941" y="8284"/>
                    <a:pt x="16941" y="8284"/>
                  </a:cubicBezTo>
                  <a:cubicBezTo>
                    <a:pt x="16835" y="8284"/>
                    <a:pt x="16835" y="8284"/>
                    <a:pt x="16835" y="8284"/>
                  </a:cubicBezTo>
                  <a:cubicBezTo>
                    <a:pt x="16729" y="8284"/>
                    <a:pt x="16729" y="8284"/>
                    <a:pt x="16729" y="8284"/>
                  </a:cubicBezTo>
                  <a:cubicBezTo>
                    <a:pt x="16623" y="8284"/>
                    <a:pt x="16623" y="8284"/>
                    <a:pt x="16623" y="8284"/>
                  </a:cubicBezTo>
                  <a:cubicBezTo>
                    <a:pt x="16623" y="8284"/>
                    <a:pt x="16623" y="8284"/>
                    <a:pt x="16623" y="8284"/>
                  </a:cubicBezTo>
                  <a:cubicBezTo>
                    <a:pt x="16623" y="8284"/>
                    <a:pt x="16623" y="8284"/>
                    <a:pt x="16623" y="8284"/>
                  </a:cubicBezTo>
                  <a:cubicBezTo>
                    <a:pt x="16517" y="8580"/>
                    <a:pt x="16517" y="8580"/>
                    <a:pt x="16517" y="8580"/>
                  </a:cubicBezTo>
                  <a:cubicBezTo>
                    <a:pt x="16729" y="8580"/>
                    <a:pt x="16729" y="8580"/>
                    <a:pt x="16729" y="8580"/>
                  </a:cubicBezTo>
                  <a:cubicBezTo>
                    <a:pt x="16729" y="8580"/>
                    <a:pt x="16729" y="8580"/>
                    <a:pt x="16729" y="8580"/>
                  </a:cubicBezTo>
                  <a:cubicBezTo>
                    <a:pt x="16835" y="8580"/>
                    <a:pt x="16835" y="8580"/>
                    <a:pt x="16835" y="8580"/>
                  </a:cubicBezTo>
                  <a:cubicBezTo>
                    <a:pt x="16835" y="8580"/>
                    <a:pt x="16835" y="8580"/>
                    <a:pt x="16835" y="8580"/>
                  </a:cubicBezTo>
                  <a:cubicBezTo>
                    <a:pt x="16729" y="8284"/>
                    <a:pt x="16729" y="8284"/>
                    <a:pt x="16729" y="8284"/>
                  </a:cubicBezTo>
                  <a:cubicBezTo>
                    <a:pt x="16729" y="8284"/>
                    <a:pt x="16729" y="8284"/>
                    <a:pt x="16729" y="8284"/>
                  </a:cubicBezTo>
                  <a:cubicBezTo>
                    <a:pt x="16835" y="8284"/>
                    <a:pt x="16835" y="8284"/>
                    <a:pt x="16835" y="8284"/>
                  </a:cubicBezTo>
                  <a:cubicBezTo>
                    <a:pt x="16941" y="8580"/>
                    <a:pt x="16941" y="8580"/>
                    <a:pt x="16941" y="8580"/>
                  </a:cubicBezTo>
                  <a:close/>
                  <a:moveTo>
                    <a:pt x="16835" y="9172"/>
                  </a:moveTo>
                  <a:cubicBezTo>
                    <a:pt x="16729" y="9172"/>
                    <a:pt x="16729" y="9172"/>
                    <a:pt x="16729" y="9172"/>
                  </a:cubicBezTo>
                  <a:cubicBezTo>
                    <a:pt x="16623" y="9172"/>
                    <a:pt x="16623" y="9172"/>
                    <a:pt x="16623" y="9172"/>
                  </a:cubicBezTo>
                  <a:cubicBezTo>
                    <a:pt x="16623" y="9172"/>
                    <a:pt x="16623" y="9172"/>
                    <a:pt x="16623" y="9172"/>
                  </a:cubicBezTo>
                  <a:cubicBezTo>
                    <a:pt x="16835" y="9172"/>
                    <a:pt x="16835" y="9172"/>
                    <a:pt x="16835" y="9172"/>
                  </a:cubicBezTo>
                  <a:close/>
                  <a:moveTo>
                    <a:pt x="16835" y="9172"/>
                  </a:moveTo>
                  <a:cubicBezTo>
                    <a:pt x="16835" y="9172"/>
                    <a:pt x="16835" y="9172"/>
                    <a:pt x="16835" y="9172"/>
                  </a:cubicBezTo>
                  <a:cubicBezTo>
                    <a:pt x="16729" y="9172"/>
                    <a:pt x="16729" y="9172"/>
                    <a:pt x="16729" y="9172"/>
                  </a:cubicBezTo>
                  <a:cubicBezTo>
                    <a:pt x="16835" y="9172"/>
                    <a:pt x="16835" y="9172"/>
                    <a:pt x="16835" y="9172"/>
                  </a:cubicBezTo>
                  <a:close/>
                  <a:moveTo>
                    <a:pt x="16835" y="9172"/>
                  </a:moveTo>
                  <a:cubicBezTo>
                    <a:pt x="16729" y="9468"/>
                    <a:pt x="16729" y="9468"/>
                    <a:pt x="16729" y="9468"/>
                  </a:cubicBezTo>
                  <a:cubicBezTo>
                    <a:pt x="16729" y="9764"/>
                    <a:pt x="16729" y="9764"/>
                    <a:pt x="16729" y="9764"/>
                  </a:cubicBezTo>
                  <a:cubicBezTo>
                    <a:pt x="16835" y="9764"/>
                    <a:pt x="16835" y="9764"/>
                    <a:pt x="16835" y="9764"/>
                  </a:cubicBezTo>
                  <a:cubicBezTo>
                    <a:pt x="16835" y="9764"/>
                    <a:pt x="16835" y="9764"/>
                    <a:pt x="16835" y="9764"/>
                  </a:cubicBezTo>
                  <a:cubicBezTo>
                    <a:pt x="16941" y="9172"/>
                    <a:pt x="16941" y="9172"/>
                    <a:pt x="16941" y="9172"/>
                  </a:cubicBezTo>
                  <a:cubicBezTo>
                    <a:pt x="16835" y="9172"/>
                    <a:pt x="16835" y="9172"/>
                    <a:pt x="16835" y="9172"/>
                  </a:cubicBezTo>
                  <a:close/>
                  <a:moveTo>
                    <a:pt x="14188" y="3550"/>
                  </a:moveTo>
                  <a:cubicBezTo>
                    <a:pt x="14294" y="3550"/>
                    <a:pt x="14294" y="3550"/>
                    <a:pt x="14294" y="3550"/>
                  </a:cubicBezTo>
                  <a:cubicBezTo>
                    <a:pt x="14294" y="3846"/>
                    <a:pt x="14294" y="3846"/>
                    <a:pt x="14294" y="3846"/>
                  </a:cubicBezTo>
                  <a:cubicBezTo>
                    <a:pt x="14294" y="4142"/>
                    <a:pt x="14294" y="4142"/>
                    <a:pt x="14294" y="4142"/>
                  </a:cubicBezTo>
                  <a:cubicBezTo>
                    <a:pt x="14188" y="3846"/>
                    <a:pt x="14188" y="3846"/>
                    <a:pt x="14188" y="3846"/>
                  </a:cubicBezTo>
                  <a:cubicBezTo>
                    <a:pt x="14188" y="3550"/>
                    <a:pt x="14188" y="3550"/>
                    <a:pt x="14188" y="3550"/>
                  </a:cubicBezTo>
                  <a:cubicBezTo>
                    <a:pt x="14188" y="3550"/>
                    <a:pt x="14188" y="3550"/>
                    <a:pt x="14188" y="3550"/>
                  </a:cubicBezTo>
                  <a:close/>
                  <a:moveTo>
                    <a:pt x="14823" y="2663"/>
                  </a:moveTo>
                  <a:cubicBezTo>
                    <a:pt x="14823" y="2958"/>
                    <a:pt x="14823" y="2958"/>
                    <a:pt x="14823" y="2958"/>
                  </a:cubicBezTo>
                  <a:cubicBezTo>
                    <a:pt x="14823" y="2958"/>
                    <a:pt x="14823" y="2958"/>
                    <a:pt x="14823" y="2958"/>
                  </a:cubicBezTo>
                  <a:cubicBezTo>
                    <a:pt x="14929" y="2958"/>
                    <a:pt x="14929" y="2958"/>
                    <a:pt x="14929" y="2958"/>
                  </a:cubicBezTo>
                  <a:cubicBezTo>
                    <a:pt x="14929" y="2958"/>
                    <a:pt x="14929" y="2958"/>
                    <a:pt x="14929" y="2958"/>
                  </a:cubicBezTo>
                  <a:cubicBezTo>
                    <a:pt x="14929" y="2663"/>
                    <a:pt x="14929" y="2663"/>
                    <a:pt x="14929" y="2663"/>
                  </a:cubicBezTo>
                  <a:cubicBezTo>
                    <a:pt x="14823" y="2367"/>
                    <a:pt x="14823" y="2367"/>
                    <a:pt x="14823" y="2367"/>
                  </a:cubicBezTo>
                  <a:cubicBezTo>
                    <a:pt x="14823" y="2663"/>
                    <a:pt x="14823" y="2663"/>
                    <a:pt x="14823" y="2663"/>
                  </a:cubicBezTo>
                  <a:close/>
                  <a:moveTo>
                    <a:pt x="14823" y="3254"/>
                  </a:moveTo>
                  <a:cubicBezTo>
                    <a:pt x="14823" y="3254"/>
                    <a:pt x="14823" y="3254"/>
                    <a:pt x="14823" y="3254"/>
                  </a:cubicBezTo>
                  <a:cubicBezTo>
                    <a:pt x="14823" y="3254"/>
                    <a:pt x="14823" y="3254"/>
                    <a:pt x="14823" y="3254"/>
                  </a:cubicBezTo>
                  <a:cubicBezTo>
                    <a:pt x="14823" y="3254"/>
                    <a:pt x="14823" y="3254"/>
                    <a:pt x="14823" y="3254"/>
                  </a:cubicBezTo>
                  <a:cubicBezTo>
                    <a:pt x="14823" y="3254"/>
                    <a:pt x="14823" y="3254"/>
                    <a:pt x="14823" y="3254"/>
                  </a:cubicBezTo>
                  <a:close/>
                  <a:moveTo>
                    <a:pt x="15564" y="5326"/>
                  </a:moveTo>
                  <a:cubicBezTo>
                    <a:pt x="15564" y="5621"/>
                    <a:pt x="15564" y="5621"/>
                    <a:pt x="15564" y="5621"/>
                  </a:cubicBezTo>
                  <a:cubicBezTo>
                    <a:pt x="15670" y="5621"/>
                    <a:pt x="15670" y="5621"/>
                    <a:pt x="15670" y="5621"/>
                  </a:cubicBezTo>
                  <a:cubicBezTo>
                    <a:pt x="15670" y="5621"/>
                    <a:pt x="15670" y="5621"/>
                    <a:pt x="15670" y="5621"/>
                  </a:cubicBezTo>
                  <a:cubicBezTo>
                    <a:pt x="15776" y="5326"/>
                    <a:pt x="15776" y="5326"/>
                    <a:pt x="15776" y="5326"/>
                  </a:cubicBezTo>
                  <a:cubicBezTo>
                    <a:pt x="15776" y="5326"/>
                    <a:pt x="15776" y="5326"/>
                    <a:pt x="15776" y="5326"/>
                  </a:cubicBezTo>
                  <a:cubicBezTo>
                    <a:pt x="15670" y="5030"/>
                    <a:pt x="15670" y="5030"/>
                    <a:pt x="15670" y="5030"/>
                  </a:cubicBezTo>
                  <a:cubicBezTo>
                    <a:pt x="15564" y="5326"/>
                    <a:pt x="15564" y="5326"/>
                    <a:pt x="15564" y="5326"/>
                  </a:cubicBezTo>
                  <a:cubicBezTo>
                    <a:pt x="15564" y="5326"/>
                    <a:pt x="15564" y="5326"/>
                    <a:pt x="15564" y="5326"/>
                  </a:cubicBezTo>
                  <a:close/>
                  <a:moveTo>
                    <a:pt x="15458" y="8580"/>
                  </a:moveTo>
                  <a:cubicBezTo>
                    <a:pt x="15458" y="8876"/>
                    <a:pt x="15458" y="8876"/>
                    <a:pt x="15458" y="8876"/>
                  </a:cubicBezTo>
                  <a:cubicBezTo>
                    <a:pt x="15564" y="9172"/>
                    <a:pt x="15564" y="9172"/>
                    <a:pt x="15564" y="9172"/>
                  </a:cubicBezTo>
                  <a:cubicBezTo>
                    <a:pt x="15670" y="9172"/>
                    <a:pt x="15670" y="9172"/>
                    <a:pt x="15670" y="9172"/>
                  </a:cubicBezTo>
                  <a:cubicBezTo>
                    <a:pt x="15564" y="9172"/>
                    <a:pt x="15564" y="9172"/>
                    <a:pt x="15564" y="9172"/>
                  </a:cubicBezTo>
                  <a:cubicBezTo>
                    <a:pt x="15564" y="9468"/>
                    <a:pt x="15564" y="9468"/>
                    <a:pt x="15564" y="9468"/>
                  </a:cubicBezTo>
                  <a:cubicBezTo>
                    <a:pt x="15564" y="9172"/>
                    <a:pt x="15564" y="9172"/>
                    <a:pt x="15564" y="9172"/>
                  </a:cubicBezTo>
                  <a:cubicBezTo>
                    <a:pt x="15458" y="9172"/>
                    <a:pt x="15458" y="9172"/>
                    <a:pt x="15458" y="9172"/>
                  </a:cubicBezTo>
                  <a:cubicBezTo>
                    <a:pt x="15458" y="8876"/>
                    <a:pt x="15458" y="8876"/>
                    <a:pt x="15458" y="8876"/>
                  </a:cubicBezTo>
                  <a:cubicBezTo>
                    <a:pt x="15352" y="8580"/>
                    <a:pt x="15352" y="8580"/>
                    <a:pt x="15352" y="8580"/>
                  </a:cubicBezTo>
                  <a:cubicBezTo>
                    <a:pt x="15247" y="8284"/>
                    <a:pt x="15247" y="8284"/>
                    <a:pt x="15247" y="8284"/>
                  </a:cubicBezTo>
                  <a:cubicBezTo>
                    <a:pt x="15352" y="7989"/>
                    <a:pt x="15352" y="7989"/>
                    <a:pt x="15352" y="7989"/>
                  </a:cubicBezTo>
                  <a:cubicBezTo>
                    <a:pt x="15247" y="7989"/>
                    <a:pt x="15247" y="7989"/>
                    <a:pt x="15247" y="7989"/>
                  </a:cubicBezTo>
                  <a:cubicBezTo>
                    <a:pt x="15247" y="7693"/>
                    <a:pt x="15247" y="7693"/>
                    <a:pt x="15247" y="7693"/>
                  </a:cubicBezTo>
                  <a:cubicBezTo>
                    <a:pt x="15247" y="7693"/>
                    <a:pt x="15247" y="7693"/>
                    <a:pt x="15247" y="7693"/>
                  </a:cubicBezTo>
                  <a:cubicBezTo>
                    <a:pt x="15247" y="7397"/>
                    <a:pt x="15247" y="7397"/>
                    <a:pt x="15247" y="7397"/>
                  </a:cubicBezTo>
                  <a:cubicBezTo>
                    <a:pt x="15247" y="7101"/>
                    <a:pt x="15247" y="7101"/>
                    <a:pt x="15247" y="7101"/>
                  </a:cubicBezTo>
                  <a:cubicBezTo>
                    <a:pt x="15247" y="7101"/>
                    <a:pt x="15247" y="7101"/>
                    <a:pt x="15247" y="7101"/>
                  </a:cubicBezTo>
                  <a:cubicBezTo>
                    <a:pt x="15141" y="6805"/>
                    <a:pt x="15141" y="6805"/>
                    <a:pt x="15141" y="6805"/>
                  </a:cubicBezTo>
                  <a:cubicBezTo>
                    <a:pt x="15141" y="6509"/>
                    <a:pt x="15141" y="6509"/>
                    <a:pt x="15141" y="6509"/>
                  </a:cubicBezTo>
                  <a:cubicBezTo>
                    <a:pt x="15247" y="6509"/>
                    <a:pt x="15247" y="6509"/>
                    <a:pt x="15247" y="6509"/>
                  </a:cubicBezTo>
                  <a:cubicBezTo>
                    <a:pt x="15247" y="6213"/>
                    <a:pt x="15247" y="6213"/>
                    <a:pt x="15247" y="6213"/>
                  </a:cubicBezTo>
                  <a:cubicBezTo>
                    <a:pt x="15247" y="5917"/>
                    <a:pt x="15247" y="5917"/>
                    <a:pt x="15247" y="5917"/>
                  </a:cubicBezTo>
                  <a:cubicBezTo>
                    <a:pt x="15458" y="5326"/>
                    <a:pt x="15458" y="5326"/>
                    <a:pt x="15458" y="5326"/>
                  </a:cubicBezTo>
                  <a:cubicBezTo>
                    <a:pt x="15458" y="5326"/>
                    <a:pt x="15458" y="5326"/>
                    <a:pt x="15458" y="5326"/>
                  </a:cubicBezTo>
                  <a:cubicBezTo>
                    <a:pt x="15458" y="5621"/>
                    <a:pt x="15458" y="5621"/>
                    <a:pt x="15458" y="5621"/>
                  </a:cubicBezTo>
                  <a:cubicBezTo>
                    <a:pt x="15352" y="5917"/>
                    <a:pt x="15352" y="5917"/>
                    <a:pt x="15352" y="5917"/>
                  </a:cubicBezTo>
                  <a:cubicBezTo>
                    <a:pt x="15352" y="5917"/>
                    <a:pt x="15352" y="5917"/>
                    <a:pt x="15352" y="5917"/>
                  </a:cubicBezTo>
                  <a:cubicBezTo>
                    <a:pt x="15458" y="5917"/>
                    <a:pt x="15458" y="5917"/>
                    <a:pt x="15458" y="5917"/>
                  </a:cubicBezTo>
                  <a:cubicBezTo>
                    <a:pt x="15458" y="6213"/>
                    <a:pt x="15458" y="6213"/>
                    <a:pt x="15458" y="6213"/>
                  </a:cubicBezTo>
                  <a:cubicBezTo>
                    <a:pt x="15458" y="6509"/>
                    <a:pt x="15458" y="6509"/>
                    <a:pt x="15458" y="6509"/>
                  </a:cubicBezTo>
                  <a:cubicBezTo>
                    <a:pt x="15352" y="6805"/>
                    <a:pt x="15352" y="6805"/>
                    <a:pt x="15352" y="6805"/>
                  </a:cubicBezTo>
                  <a:cubicBezTo>
                    <a:pt x="15247" y="6805"/>
                    <a:pt x="15247" y="6805"/>
                    <a:pt x="15247" y="6805"/>
                  </a:cubicBezTo>
                  <a:cubicBezTo>
                    <a:pt x="15352" y="7101"/>
                    <a:pt x="15352" y="7101"/>
                    <a:pt x="15352" y="7101"/>
                  </a:cubicBezTo>
                  <a:cubicBezTo>
                    <a:pt x="15352" y="7101"/>
                    <a:pt x="15352" y="7101"/>
                    <a:pt x="15352" y="7101"/>
                  </a:cubicBezTo>
                  <a:cubicBezTo>
                    <a:pt x="15458" y="6805"/>
                    <a:pt x="15458" y="6805"/>
                    <a:pt x="15458" y="6805"/>
                  </a:cubicBezTo>
                  <a:cubicBezTo>
                    <a:pt x="15458" y="6805"/>
                    <a:pt x="15458" y="6805"/>
                    <a:pt x="15458" y="6805"/>
                  </a:cubicBezTo>
                  <a:cubicBezTo>
                    <a:pt x="15564" y="6509"/>
                    <a:pt x="15564" y="6509"/>
                    <a:pt x="15564" y="6509"/>
                  </a:cubicBezTo>
                  <a:cubicBezTo>
                    <a:pt x="15458" y="6509"/>
                    <a:pt x="15458" y="6509"/>
                    <a:pt x="15458" y="6509"/>
                  </a:cubicBezTo>
                  <a:cubicBezTo>
                    <a:pt x="15458" y="6509"/>
                    <a:pt x="15458" y="6509"/>
                    <a:pt x="15458" y="6509"/>
                  </a:cubicBezTo>
                  <a:cubicBezTo>
                    <a:pt x="15670" y="6213"/>
                    <a:pt x="15670" y="6213"/>
                    <a:pt x="15670" y="6213"/>
                  </a:cubicBezTo>
                  <a:cubicBezTo>
                    <a:pt x="15776" y="6213"/>
                    <a:pt x="15776" y="6213"/>
                    <a:pt x="15776" y="6213"/>
                  </a:cubicBezTo>
                  <a:cubicBezTo>
                    <a:pt x="15882" y="6213"/>
                    <a:pt x="15882" y="6213"/>
                    <a:pt x="15882" y="6213"/>
                  </a:cubicBezTo>
                  <a:cubicBezTo>
                    <a:pt x="15882" y="6509"/>
                    <a:pt x="15882" y="6509"/>
                    <a:pt x="15882" y="6509"/>
                  </a:cubicBezTo>
                  <a:cubicBezTo>
                    <a:pt x="15776" y="6805"/>
                    <a:pt x="15776" y="6805"/>
                    <a:pt x="15776" y="6805"/>
                  </a:cubicBezTo>
                  <a:cubicBezTo>
                    <a:pt x="15564" y="7101"/>
                    <a:pt x="15564" y="7101"/>
                    <a:pt x="15564" y="7101"/>
                  </a:cubicBezTo>
                  <a:cubicBezTo>
                    <a:pt x="15564" y="7101"/>
                    <a:pt x="15564" y="7101"/>
                    <a:pt x="15564" y="7101"/>
                  </a:cubicBezTo>
                  <a:cubicBezTo>
                    <a:pt x="15564" y="7397"/>
                    <a:pt x="15564" y="7397"/>
                    <a:pt x="15564" y="7397"/>
                  </a:cubicBezTo>
                  <a:cubicBezTo>
                    <a:pt x="15670" y="7397"/>
                    <a:pt x="15670" y="7397"/>
                    <a:pt x="15670" y="7397"/>
                  </a:cubicBezTo>
                  <a:cubicBezTo>
                    <a:pt x="15776" y="7693"/>
                    <a:pt x="15776" y="7693"/>
                    <a:pt x="15776" y="7693"/>
                  </a:cubicBezTo>
                  <a:cubicBezTo>
                    <a:pt x="15776" y="7693"/>
                    <a:pt x="15776" y="7693"/>
                    <a:pt x="15776" y="7693"/>
                  </a:cubicBezTo>
                  <a:cubicBezTo>
                    <a:pt x="15882" y="7693"/>
                    <a:pt x="15882" y="7693"/>
                    <a:pt x="15882" y="7693"/>
                  </a:cubicBezTo>
                  <a:cubicBezTo>
                    <a:pt x="15776" y="7989"/>
                    <a:pt x="15776" y="7989"/>
                    <a:pt x="15776" y="7989"/>
                  </a:cubicBezTo>
                  <a:cubicBezTo>
                    <a:pt x="15670" y="7693"/>
                    <a:pt x="15670" y="7693"/>
                    <a:pt x="15670" y="7693"/>
                  </a:cubicBezTo>
                  <a:cubicBezTo>
                    <a:pt x="15564" y="7693"/>
                    <a:pt x="15564" y="7693"/>
                    <a:pt x="15564" y="7693"/>
                  </a:cubicBezTo>
                  <a:cubicBezTo>
                    <a:pt x="15458" y="7693"/>
                    <a:pt x="15458" y="7693"/>
                    <a:pt x="15458" y="7693"/>
                  </a:cubicBezTo>
                  <a:cubicBezTo>
                    <a:pt x="15352" y="7693"/>
                    <a:pt x="15352" y="7693"/>
                    <a:pt x="15352" y="7693"/>
                  </a:cubicBezTo>
                  <a:cubicBezTo>
                    <a:pt x="15352" y="7989"/>
                    <a:pt x="15352" y="7989"/>
                    <a:pt x="15352" y="7989"/>
                  </a:cubicBezTo>
                  <a:cubicBezTo>
                    <a:pt x="15458" y="8580"/>
                    <a:pt x="15458" y="8580"/>
                    <a:pt x="15458" y="8580"/>
                  </a:cubicBezTo>
                  <a:close/>
                  <a:moveTo>
                    <a:pt x="15035" y="9172"/>
                  </a:moveTo>
                  <a:cubicBezTo>
                    <a:pt x="15141" y="9172"/>
                    <a:pt x="15141" y="9172"/>
                    <a:pt x="15141" y="9172"/>
                  </a:cubicBezTo>
                  <a:cubicBezTo>
                    <a:pt x="15035" y="9172"/>
                    <a:pt x="15035" y="9172"/>
                    <a:pt x="15035" y="9172"/>
                  </a:cubicBezTo>
                  <a:cubicBezTo>
                    <a:pt x="15035" y="8876"/>
                    <a:pt x="15035" y="8876"/>
                    <a:pt x="15035" y="8876"/>
                  </a:cubicBezTo>
                  <a:cubicBezTo>
                    <a:pt x="15035" y="9172"/>
                    <a:pt x="15035" y="9172"/>
                    <a:pt x="15035" y="9172"/>
                  </a:cubicBezTo>
                  <a:close/>
                  <a:moveTo>
                    <a:pt x="15035" y="8580"/>
                  </a:moveTo>
                  <a:cubicBezTo>
                    <a:pt x="15035" y="8580"/>
                    <a:pt x="15035" y="8580"/>
                    <a:pt x="15035" y="8580"/>
                  </a:cubicBezTo>
                  <a:cubicBezTo>
                    <a:pt x="15035" y="8876"/>
                    <a:pt x="15035" y="8876"/>
                    <a:pt x="15035" y="8876"/>
                  </a:cubicBezTo>
                  <a:cubicBezTo>
                    <a:pt x="15035" y="8876"/>
                    <a:pt x="15035" y="8876"/>
                    <a:pt x="15035" y="8876"/>
                  </a:cubicBezTo>
                  <a:cubicBezTo>
                    <a:pt x="15035" y="8580"/>
                    <a:pt x="15035" y="8580"/>
                    <a:pt x="15035" y="8580"/>
                  </a:cubicBezTo>
                  <a:cubicBezTo>
                    <a:pt x="15035" y="8580"/>
                    <a:pt x="15035" y="8580"/>
                    <a:pt x="15035" y="8580"/>
                  </a:cubicBezTo>
                  <a:close/>
                  <a:moveTo>
                    <a:pt x="15141" y="8580"/>
                  </a:moveTo>
                  <a:cubicBezTo>
                    <a:pt x="15141" y="8876"/>
                    <a:pt x="15141" y="8876"/>
                    <a:pt x="15141" y="8876"/>
                  </a:cubicBezTo>
                  <a:cubicBezTo>
                    <a:pt x="15141" y="8876"/>
                    <a:pt x="15141" y="8876"/>
                    <a:pt x="15141" y="8876"/>
                  </a:cubicBezTo>
                  <a:cubicBezTo>
                    <a:pt x="15141" y="9172"/>
                    <a:pt x="15141" y="9172"/>
                    <a:pt x="15141" y="9172"/>
                  </a:cubicBezTo>
                  <a:cubicBezTo>
                    <a:pt x="15247" y="9172"/>
                    <a:pt x="15247" y="9172"/>
                    <a:pt x="15247" y="9172"/>
                  </a:cubicBezTo>
                  <a:cubicBezTo>
                    <a:pt x="15352" y="9172"/>
                    <a:pt x="15352" y="9172"/>
                    <a:pt x="15352" y="9172"/>
                  </a:cubicBezTo>
                  <a:cubicBezTo>
                    <a:pt x="15352" y="9172"/>
                    <a:pt x="15352" y="9172"/>
                    <a:pt x="15352" y="9172"/>
                  </a:cubicBezTo>
                  <a:cubicBezTo>
                    <a:pt x="15352" y="8876"/>
                    <a:pt x="15352" y="8876"/>
                    <a:pt x="15352" y="8876"/>
                  </a:cubicBezTo>
                  <a:cubicBezTo>
                    <a:pt x="15247" y="8876"/>
                    <a:pt x="15247" y="8876"/>
                    <a:pt x="15247" y="8876"/>
                  </a:cubicBezTo>
                  <a:cubicBezTo>
                    <a:pt x="15247" y="8876"/>
                    <a:pt x="15247" y="8876"/>
                    <a:pt x="15247" y="8876"/>
                  </a:cubicBezTo>
                  <a:cubicBezTo>
                    <a:pt x="15247" y="8580"/>
                    <a:pt x="15247" y="8580"/>
                    <a:pt x="15247" y="8580"/>
                  </a:cubicBezTo>
                  <a:cubicBezTo>
                    <a:pt x="15141" y="8580"/>
                    <a:pt x="15141" y="8580"/>
                    <a:pt x="15141" y="8580"/>
                  </a:cubicBezTo>
                  <a:close/>
                  <a:moveTo>
                    <a:pt x="15141" y="10060"/>
                  </a:moveTo>
                  <a:cubicBezTo>
                    <a:pt x="15247" y="9764"/>
                    <a:pt x="15247" y="9764"/>
                    <a:pt x="15247" y="9764"/>
                  </a:cubicBezTo>
                  <a:cubicBezTo>
                    <a:pt x="15352" y="9764"/>
                    <a:pt x="15352" y="9764"/>
                    <a:pt x="15352" y="9764"/>
                  </a:cubicBezTo>
                  <a:cubicBezTo>
                    <a:pt x="15458" y="10060"/>
                    <a:pt x="15458" y="10060"/>
                    <a:pt x="15458" y="10060"/>
                  </a:cubicBezTo>
                  <a:cubicBezTo>
                    <a:pt x="15458" y="10356"/>
                    <a:pt x="15458" y="10356"/>
                    <a:pt x="15458" y="10356"/>
                  </a:cubicBezTo>
                  <a:cubicBezTo>
                    <a:pt x="15458" y="10356"/>
                    <a:pt x="15458" y="10356"/>
                    <a:pt x="15458" y="10356"/>
                  </a:cubicBezTo>
                  <a:cubicBezTo>
                    <a:pt x="15352" y="10356"/>
                    <a:pt x="15352" y="10356"/>
                    <a:pt x="15352" y="10356"/>
                  </a:cubicBezTo>
                  <a:cubicBezTo>
                    <a:pt x="15247" y="10356"/>
                    <a:pt x="15247" y="10356"/>
                    <a:pt x="15247" y="10356"/>
                  </a:cubicBezTo>
                  <a:cubicBezTo>
                    <a:pt x="15141" y="10356"/>
                    <a:pt x="15141" y="10356"/>
                    <a:pt x="15141" y="10356"/>
                  </a:cubicBezTo>
                  <a:cubicBezTo>
                    <a:pt x="15141" y="10060"/>
                    <a:pt x="15141" y="10060"/>
                    <a:pt x="15141" y="10060"/>
                  </a:cubicBezTo>
                  <a:close/>
                  <a:moveTo>
                    <a:pt x="16517" y="10060"/>
                  </a:moveTo>
                  <a:cubicBezTo>
                    <a:pt x="16305" y="10356"/>
                    <a:pt x="16305" y="10356"/>
                    <a:pt x="16305" y="10356"/>
                  </a:cubicBezTo>
                  <a:cubicBezTo>
                    <a:pt x="16305" y="10356"/>
                    <a:pt x="16305" y="10356"/>
                    <a:pt x="16305" y="10356"/>
                  </a:cubicBezTo>
                  <a:cubicBezTo>
                    <a:pt x="16305" y="10356"/>
                    <a:pt x="16305" y="10356"/>
                    <a:pt x="16305" y="10356"/>
                  </a:cubicBezTo>
                  <a:cubicBezTo>
                    <a:pt x="16411" y="10652"/>
                    <a:pt x="16411" y="10652"/>
                    <a:pt x="16411" y="10652"/>
                  </a:cubicBezTo>
                  <a:cubicBezTo>
                    <a:pt x="16623" y="10652"/>
                    <a:pt x="16623" y="10652"/>
                    <a:pt x="16623" y="10652"/>
                  </a:cubicBezTo>
                  <a:cubicBezTo>
                    <a:pt x="16517" y="10356"/>
                    <a:pt x="16517" y="10356"/>
                    <a:pt x="16517" y="10356"/>
                  </a:cubicBezTo>
                  <a:cubicBezTo>
                    <a:pt x="16517" y="10356"/>
                    <a:pt x="16517" y="10356"/>
                    <a:pt x="16517" y="10356"/>
                  </a:cubicBezTo>
                  <a:cubicBezTo>
                    <a:pt x="16517" y="10060"/>
                    <a:pt x="16517" y="10060"/>
                    <a:pt x="16517" y="10060"/>
                  </a:cubicBezTo>
                  <a:close/>
                  <a:moveTo>
                    <a:pt x="15670" y="12427"/>
                  </a:moveTo>
                  <a:cubicBezTo>
                    <a:pt x="15776" y="12427"/>
                    <a:pt x="15776" y="12427"/>
                    <a:pt x="15776" y="12427"/>
                  </a:cubicBezTo>
                  <a:cubicBezTo>
                    <a:pt x="15776" y="12427"/>
                    <a:pt x="15776" y="12427"/>
                    <a:pt x="15776" y="12427"/>
                  </a:cubicBezTo>
                  <a:cubicBezTo>
                    <a:pt x="15670" y="12723"/>
                    <a:pt x="15670" y="12723"/>
                    <a:pt x="15670" y="12723"/>
                  </a:cubicBezTo>
                  <a:cubicBezTo>
                    <a:pt x="15670" y="12427"/>
                    <a:pt x="15670" y="12427"/>
                    <a:pt x="15670" y="12427"/>
                  </a:cubicBezTo>
                  <a:close/>
                  <a:moveTo>
                    <a:pt x="15564" y="12427"/>
                  </a:moveTo>
                  <a:cubicBezTo>
                    <a:pt x="15670" y="12427"/>
                    <a:pt x="15670" y="12427"/>
                    <a:pt x="15670" y="12427"/>
                  </a:cubicBezTo>
                  <a:cubicBezTo>
                    <a:pt x="15670" y="12723"/>
                    <a:pt x="15670" y="12723"/>
                    <a:pt x="15670" y="12723"/>
                  </a:cubicBezTo>
                  <a:cubicBezTo>
                    <a:pt x="15564" y="12723"/>
                    <a:pt x="15564" y="12723"/>
                    <a:pt x="15564" y="12723"/>
                  </a:cubicBezTo>
                  <a:cubicBezTo>
                    <a:pt x="15564" y="12427"/>
                    <a:pt x="15564" y="12427"/>
                    <a:pt x="15564" y="12427"/>
                  </a:cubicBezTo>
                  <a:close/>
                  <a:moveTo>
                    <a:pt x="15352" y="12723"/>
                  </a:moveTo>
                  <a:cubicBezTo>
                    <a:pt x="15458" y="12427"/>
                    <a:pt x="15458" y="12427"/>
                    <a:pt x="15458" y="12427"/>
                  </a:cubicBezTo>
                  <a:cubicBezTo>
                    <a:pt x="15458" y="12427"/>
                    <a:pt x="15458" y="12427"/>
                    <a:pt x="15458" y="12427"/>
                  </a:cubicBezTo>
                  <a:cubicBezTo>
                    <a:pt x="15564" y="12427"/>
                    <a:pt x="15564" y="12427"/>
                    <a:pt x="15564" y="12427"/>
                  </a:cubicBezTo>
                  <a:cubicBezTo>
                    <a:pt x="15458" y="12723"/>
                    <a:pt x="15458" y="12723"/>
                    <a:pt x="15458" y="12723"/>
                  </a:cubicBezTo>
                  <a:cubicBezTo>
                    <a:pt x="15458" y="12723"/>
                    <a:pt x="15458" y="12723"/>
                    <a:pt x="15458" y="12723"/>
                  </a:cubicBezTo>
                  <a:cubicBezTo>
                    <a:pt x="15458" y="12723"/>
                    <a:pt x="15458" y="12723"/>
                    <a:pt x="15458" y="12723"/>
                  </a:cubicBezTo>
                  <a:cubicBezTo>
                    <a:pt x="15352" y="12723"/>
                    <a:pt x="15352" y="12723"/>
                    <a:pt x="15352" y="12723"/>
                  </a:cubicBezTo>
                  <a:close/>
                  <a:moveTo>
                    <a:pt x="15352" y="11835"/>
                  </a:moveTo>
                  <a:cubicBezTo>
                    <a:pt x="15247" y="12131"/>
                    <a:pt x="15247" y="12131"/>
                    <a:pt x="15247" y="12131"/>
                  </a:cubicBezTo>
                  <a:cubicBezTo>
                    <a:pt x="15352" y="12131"/>
                    <a:pt x="15352" y="12131"/>
                    <a:pt x="15352" y="12131"/>
                  </a:cubicBezTo>
                  <a:cubicBezTo>
                    <a:pt x="15352" y="11835"/>
                    <a:pt x="15352" y="11835"/>
                    <a:pt x="15352" y="11835"/>
                  </a:cubicBezTo>
                  <a:close/>
                  <a:moveTo>
                    <a:pt x="15458" y="11539"/>
                  </a:moveTo>
                  <a:cubicBezTo>
                    <a:pt x="15352" y="11835"/>
                    <a:pt x="15352" y="11835"/>
                    <a:pt x="15352" y="11835"/>
                  </a:cubicBezTo>
                  <a:cubicBezTo>
                    <a:pt x="15352" y="11835"/>
                    <a:pt x="15352" y="11835"/>
                    <a:pt x="15352" y="11835"/>
                  </a:cubicBezTo>
                  <a:cubicBezTo>
                    <a:pt x="15458" y="11835"/>
                    <a:pt x="15458" y="11835"/>
                    <a:pt x="15458" y="11835"/>
                  </a:cubicBezTo>
                  <a:cubicBezTo>
                    <a:pt x="15458" y="11539"/>
                    <a:pt x="15458" y="11539"/>
                    <a:pt x="15458" y="11539"/>
                  </a:cubicBezTo>
                  <a:close/>
                  <a:moveTo>
                    <a:pt x="15458" y="12427"/>
                  </a:moveTo>
                  <a:cubicBezTo>
                    <a:pt x="15564" y="12131"/>
                    <a:pt x="15564" y="12131"/>
                    <a:pt x="15564" y="12131"/>
                  </a:cubicBezTo>
                  <a:cubicBezTo>
                    <a:pt x="15564" y="12131"/>
                    <a:pt x="15564" y="12131"/>
                    <a:pt x="15564" y="12131"/>
                  </a:cubicBezTo>
                  <a:cubicBezTo>
                    <a:pt x="15670" y="12427"/>
                    <a:pt x="15670" y="12427"/>
                    <a:pt x="15670" y="12427"/>
                  </a:cubicBezTo>
                  <a:cubicBezTo>
                    <a:pt x="15776" y="12427"/>
                    <a:pt x="15776" y="12427"/>
                    <a:pt x="15776" y="12427"/>
                  </a:cubicBezTo>
                  <a:cubicBezTo>
                    <a:pt x="15776" y="12131"/>
                    <a:pt x="15776" y="12131"/>
                    <a:pt x="15776" y="12131"/>
                  </a:cubicBezTo>
                  <a:cubicBezTo>
                    <a:pt x="15882" y="12131"/>
                    <a:pt x="15882" y="12131"/>
                    <a:pt x="15882" y="12131"/>
                  </a:cubicBezTo>
                  <a:cubicBezTo>
                    <a:pt x="15882" y="12427"/>
                    <a:pt x="15882" y="12427"/>
                    <a:pt x="15882" y="12427"/>
                  </a:cubicBezTo>
                  <a:cubicBezTo>
                    <a:pt x="16094" y="12427"/>
                    <a:pt x="16094" y="12427"/>
                    <a:pt x="16094" y="12427"/>
                  </a:cubicBezTo>
                  <a:cubicBezTo>
                    <a:pt x="16199" y="12131"/>
                    <a:pt x="16199" y="12131"/>
                    <a:pt x="16199" y="12131"/>
                  </a:cubicBezTo>
                  <a:cubicBezTo>
                    <a:pt x="16305" y="12131"/>
                    <a:pt x="16305" y="12131"/>
                    <a:pt x="16305" y="12131"/>
                  </a:cubicBezTo>
                  <a:cubicBezTo>
                    <a:pt x="16411" y="12427"/>
                    <a:pt x="16411" y="12427"/>
                    <a:pt x="16411" y="12427"/>
                  </a:cubicBezTo>
                  <a:cubicBezTo>
                    <a:pt x="16517" y="12427"/>
                    <a:pt x="16517" y="12427"/>
                    <a:pt x="16517" y="12427"/>
                  </a:cubicBezTo>
                  <a:cubicBezTo>
                    <a:pt x="16623" y="12723"/>
                    <a:pt x="16623" y="12723"/>
                    <a:pt x="16623" y="12723"/>
                  </a:cubicBezTo>
                  <a:cubicBezTo>
                    <a:pt x="16729" y="12723"/>
                    <a:pt x="16729" y="12723"/>
                    <a:pt x="16729" y="12723"/>
                  </a:cubicBezTo>
                  <a:cubicBezTo>
                    <a:pt x="16729" y="12723"/>
                    <a:pt x="16729" y="12723"/>
                    <a:pt x="16729" y="12723"/>
                  </a:cubicBezTo>
                  <a:cubicBezTo>
                    <a:pt x="16729" y="12131"/>
                    <a:pt x="16729" y="12131"/>
                    <a:pt x="16729" y="12131"/>
                  </a:cubicBezTo>
                  <a:cubicBezTo>
                    <a:pt x="16517" y="11835"/>
                    <a:pt x="16517" y="11835"/>
                    <a:pt x="16517" y="11835"/>
                  </a:cubicBezTo>
                  <a:cubicBezTo>
                    <a:pt x="16305" y="11835"/>
                    <a:pt x="16305" y="11835"/>
                    <a:pt x="16305" y="11835"/>
                  </a:cubicBezTo>
                  <a:cubicBezTo>
                    <a:pt x="16199" y="11539"/>
                    <a:pt x="16199" y="11539"/>
                    <a:pt x="16199" y="11539"/>
                  </a:cubicBezTo>
                  <a:cubicBezTo>
                    <a:pt x="16094" y="11539"/>
                    <a:pt x="16094" y="11539"/>
                    <a:pt x="16094" y="11539"/>
                  </a:cubicBezTo>
                  <a:cubicBezTo>
                    <a:pt x="15988" y="11835"/>
                    <a:pt x="15988" y="11835"/>
                    <a:pt x="15988" y="11835"/>
                  </a:cubicBezTo>
                  <a:cubicBezTo>
                    <a:pt x="15882" y="11835"/>
                    <a:pt x="15882" y="11835"/>
                    <a:pt x="15882" y="11835"/>
                  </a:cubicBezTo>
                  <a:cubicBezTo>
                    <a:pt x="15882" y="11539"/>
                    <a:pt x="15882" y="11539"/>
                    <a:pt x="15882" y="11539"/>
                  </a:cubicBezTo>
                  <a:cubicBezTo>
                    <a:pt x="15670" y="11539"/>
                    <a:pt x="15670" y="11539"/>
                    <a:pt x="15670" y="11539"/>
                  </a:cubicBezTo>
                  <a:cubicBezTo>
                    <a:pt x="15564" y="11539"/>
                    <a:pt x="15564" y="11539"/>
                    <a:pt x="15564" y="11539"/>
                  </a:cubicBezTo>
                  <a:cubicBezTo>
                    <a:pt x="15458" y="11835"/>
                    <a:pt x="15458" y="11835"/>
                    <a:pt x="15458" y="11835"/>
                  </a:cubicBezTo>
                  <a:cubicBezTo>
                    <a:pt x="15458" y="11835"/>
                    <a:pt x="15458" y="11835"/>
                    <a:pt x="15458" y="11835"/>
                  </a:cubicBezTo>
                  <a:cubicBezTo>
                    <a:pt x="15352" y="12131"/>
                    <a:pt x="15352" y="12131"/>
                    <a:pt x="15352" y="12131"/>
                  </a:cubicBezTo>
                  <a:cubicBezTo>
                    <a:pt x="15352" y="12131"/>
                    <a:pt x="15352" y="12131"/>
                    <a:pt x="15352" y="12131"/>
                  </a:cubicBezTo>
                  <a:cubicBezTo>
                    <a:pt x="15352" y="12427"/>
                    <a:pt x="15352" y="12427"/>
                    <a:pt x="15352" y="12427"/>
                  </a:cubicBezTo>
                  <a:cubicBezTo>
                    <a:pt x="15458" y="12427"/>
                    <a:pt x="15458" y="12427"/>
                    <a:pt x="15458" y="12427"/>
                  </a:cubicBezTo>
                  <a:close/>
                  <a:moveTo>
                    <a:pt x="14505" y="11835"/>
                  </a:moveTo>
                  <a:cubicBezTo>
                    <a:pt x="14611" y="12131"/>
                    <a:pt x="14611" y="12131"/>
                    <a:pt x="14611" y="12131"/>
                  </a:cubicBezTo>
                  <a:cubicBezTo>
                    <a:pt x="14717" y="11835"/>
                    <a:pt x="14717" y="11835"/>
                    <a:pt x="14717" y="11835"/>
                  </a:cubicBezTo>
                  <a:cubicBezTo>
                    <a:pt x="14823" y="11835"/>
                    <a:pt x="14823" y="11835"/>
                    <a:pt x="14823" y="11835"/>
                  </a:cubicBezTo>
                  <a:cubicBezTo>
                    <a:pt x="15035" y="12131"/>
                    <a:pt x="15035" y="12131"/>
                    <a:pt x="15035" y="12131"/>
                  </a:cubicBezTo>
                  <a:cubicBezTo>
                    <a:pt x="15035" y="12131"/>
                    <a:pt x="15035" y="12131"/>
                    <a:pt x="15035" y="12131"/>
                  </a:cubicBezTo>
                  <a:cubicBezTo>
                    <a:pt x="15035" y="12427"/>
                    <a:pt x="15035" y="12427"/>
                    <a:pt x="15035" y="12427"/>
                  </a:cubicBezTo>
                  <a:cubicBezTo>
                    <a:pt x="15035" y="12723"/>
                    <a:pt x="15035" y="12723"/>
                    <a:pt x="15035" y="12723"/>
                  </a:cubicBezTo>
                  <a:cubicBezTo>
                    <a:pt x="15035" y="12723"/>
                    <a:pt x="15035" y="12723"/>
                    <a:pt x="15035" y="12723"/>
                  </a:cubicBezTo>
                  <a:cubicBezTo>
                    <a:pt x="14929" y="12723"/>
                    <a:pt x="14929" y="12723"/>
                    <a:pt x="14929" y="12723"/>
                  </a:cubicBezTo>
                  <a:cubicBezTo>
                    <a:pt x="14823" y="12723"/>
                    <a:pt x="14823" y="12723"/>
                    <a:pt x="14823" y="12723"/>
                  </a:cubicBezTo>
                  <a:cubicBezTo>
                    <a:pt x="14717" y="12723"/>
                    <a:pt x="14717" y="12723"/>
                    <a:pt x="14717" y="12723"/>
                  </a:cubicBezTo>
                  <a:cubicBezTo>
                    <a:pt x="14611" y="12723"/>
                    <a:pt x="14611" y="12723"/>
                    <a:pt x="14611" y="12723"/>
                  </a:cubicBezTo>
                  <a:cubicBezTo>
                    <a:pt x="14505" y="12723"/>
                    <a:pt x="14505" y="12723"/>
                    <a:pt x="14505" y="12723"/>
                  </a:cubicBezTo>
                  <a:cubicBezTo>
                    <a:pt x="14399" y="12427"/>
                    <a:pt x="14399" y="12427"/>
                    <a:pt x="14399" y="12427"/>
                  </a:cubicBezTo>
                  <a:cubicBezTo>
                    <a:pt x="14399" y="12131"/>
                    <a:pt x="14399" y="12131"/>
                    <a:pt x="14399" y="12131"/>
                  </a:cubicBezTo>
                  <a:cubicBezTo>
                    <a:pt x="14505" y="11835"/>
                    <a:pt x="14505" y="11835"/>
                    <a:pt x="14505" y="11835"/>
                  </a:cubicBezTo>
                  <a:close/>
                  <a:moveTo>
                    <a:pt x="11964" y="16865"/>
                  </a:moveTo>
                  <a:cubicBezTo>
                    <a:pt x="11858" y="16865"/>
                    <a:pt x="11858" y="16865"/>
                    <a:pt x="11858" y="16865"/>
                  </a:cubicBezTo>
                  <a:cubicBezTo>
                    <a:pt x="11858" y="16865"/>
                    <a:pt x="11858" y="16865"/>
                    <a:pt x="11858" y="16865"/>
                  </a:cubicBezTo>
                  <a:cubicBezTo>
                    <a:pt x="11858" y="16865"/>
                    <a:pt x="11858" y="16865"/>
                    <a:pt x="11858" y="16865"/>
                  </a:cubicBezTo>
                  <a:cubicBezTo>
                    <a:pt x="11964" y="16865"/>
                    <a:pt x="11964" y="16865"/>
                    <a:pt x="11964" y="16865"/>
                  </a:cubicBezTo>
                  <a:close/>
                  <a:moveTo>
                    <a:pt x="11858" y="15090"/>
                  </a:moveTo>
                  <a:cubicBezTo>
                    <a:pt x="11858" y="15682"/>
                    <a:pt x="11858" y="15682"/>
                    <a:pt x="11858" y="15682"/>
                  </a:cubicBezTo>
                  <a:cubicBezTo>
                    <a:pt x="11858" y="15682"/>
                    <a:pt x="11858" y="15682"/>
                    <a:pt x="11858" y="15682"/>
                  </a:cubicBezTo>
                  <a:cubicBezTo>
                    <a:pt x="11858" y="15978"/>
                    <a:pt x="11858" y="15978"/>
                    <a:pt x="11858" y="15978"/>
                  </a:cubicBezTo>
                  <a:cubicBezTo>
                    <a:pt x="11858" y="15978"/>
                    <a:pt x="11858" y="15978"/>
                    <a:pt x="11858" y="15978"/>
                  </a:cubicBezTo>
                  <a:cubicBezTo>
                    <a:pt x="11752" y="15682"/>
                    <a:pt x="11752" y="15682"/>
                    <a:pt x="11752" y="15682"/>
                  </a:cubicBezTo>
                  <a:cubicBezTo>
                    <a:pt x="11752" y="15386"/>
                    <a:pt x="11752" y="15386"/>
                    <a:pt x="11752" y="15386"/>
                  </a:cubicBezTo>
                  <a:cubicBezTo>
                    <a:pt x="11858" y="15386"/>
                    <a:pt x="11858" y="15386"/>
                    <a:pt x="11858" y="15386"/>
                  </a:cubicBezTo>
                  <a:cubicBezTo>
                    <a:pt x="11858" y="15090"/>
                    <a:pt x="11858" y="15090"/>
                    <a:pt x="11858" y="15090"/>
                  </a:cubicBezTo>
                  <a:close/>
                  <a:moveTo>
                    <a:pt x="14399" y="10652"/>
                  </a:moveTo>
                  <a:cubicBezTo>
                    <a:pt x="14399" y="10947"/>
                    <a:pt x="14399" y="10947"/>
                    <a:pt x="14399" y="10947"/>
                  </a:cubicBezTo>
                  <a:cubicBezTo>
                    <a:pt x="14505" y="10947"/>
                    <a:pt x="14505" y="10947"/>
                    <a:pt x="14505" y="10947"/>
                  </a:cubicBezTo>
                  <a:cubicBezTo>
                    <a:pt x="14505" y="11243"/>
                    <a:pt x="14505" y="11243"/>
                    <a:pt x="14505" y="11243"/>
                  </a:cubicBezTo>
                  <a:cubicBezTo>
                    <a:pt x="14505" y="11243"/>
                    <a:pt x="14505" y="11243"/>
                    <a:pt x="14505" y="11243"/>
                  </a:cubicBezTo>
                  <a:cubicBezTo>
                    <a:pt x="14399" y="10947"/>
                    <a:pt x="14399" y="10947"/>
                    <a:pt x="14399" y="10947"/>
                  </a:cubicBezTo>
                  <a:cubicBezTo>
                    <a:pt x="14399" y="10652"/>
                    <a:pt x="14399" y="10652"/>
                    <a:pt x="14399" y="10652"/>
                  </a:cubicBezTo>
                  <a:cubicBezTo>
                    <a:pt x="14399" y="10652"/>
                    <a:pt x="14399" y="10652"/>
                    <a:pt x="14399" y="10652"/>
                  </a:cubicBezTo>
                  <a:close/>
                  <a:moveTo>
                    <a:pt x="14188" y="10356"/>
                  </a:moveTo>
                  <a:cubicBezTo>
                    <a:pt x="14188" y="10356"/>
                    <a:pt x="14188" y="10356"/>
                    <a:pt x="14188" y="10356"/>
                  </a:cubicBezTo>
                  <a:cubicBezTo>
                    <a:pt x="14294" y="10356"/>
                    <a:pt x="14294" y="10356"/>
                    <a:pt x="14294" y="10356"/>
                  </a:cubicBezTo>
                  <a:cubicBezTo>
                    <a:pt x="14399" y="10356"/>
                    <a:pt x="14399" y="10356"/>
                    <a:pt x="14399" y="10356"/>
                  </a:cubicBezTo>
                  <a:cubicBezTo>
                    <a:pt x="14505" y="10356"/>
                    <a:pt x="14505" y="10356"/>
                    <a:pt x="14505" y="10356"/>
                  </a:cubicBezTo>
                  <a:cubicBezTo>
                    <a:pt x="14611" y="10356"/>
                    <a:pt x="14611" y="10356"/>
                    <a:pt x="14611" y="10356"/>
                  </a:cubicBezTo>
                  <a:cubicBezTo>
                    <a:pt x="14505" y="10356"/>
                    <a:pt x="14505" y="10356"/>
                    <a:pt x="14505" y="10356"/>
                  </a:cubicBezTo>
                  <a:cubicBezTo>
                    <a:pt x="14294" y="10652"/>
                    <a:pt x="14294" y="10652"/>
                    <a:pt x="14294" y="10652"/>
                  </a:cubicBezTo>
                  <a:cubicBezTo>
                    <a:pt x="14188" y="10356"/>
                    <a:pt x="14188" y="10356"/>
                    <a:pt x="14188" y="10356"/>
                  </a:cubicBezTo>
                  <a:cubicBezTo>
                    <a:pt x="14188" y="10356"/>
                    <a:pt x="14188" y="10356"/>
                    <a:pt x="14188" y="10356"/>
                  </a:cubicBezTo>
                  <a:cubicBezTo>
                    <a:pt x="14188" y="10356"/>
                    <a:pt x="14188" y="10356"/>
                    <a:pt x="14188" y="10356"/>
                  </a:cubicBezTo>
                  <a:close/>
                  <a:moveTo>
                    <a:pt x="13658" y="10356"/>
                  </a:moveTo>
                  <a:cubicBezTo>
                    <a:pt x="13764" y="10356"/>
                    <a:pt x="13764" y="10356"/>
                    <a:pt x="13764" y="10356"/>
                  </a:cubicBezTo>
                  <a:cubicBezTo>
                    <a:pt x="13764" y="10356"/>
                    <a:pt x="13764" y="10356"/>
                    <a:pt x="13764" y="10356"/>
                  </a:cubicBezTo>
                  <a:cubicBezTo>
                    <a:pt x="13870" y="10060"/>
                    <a:pt x="13870" y="10060"/>
                    <a:pt x="13870" y="10060"/>
                  </a:cubicBezTo>
                  <a:cubicBezTo>
                    <a:pt x="13976" y="10356"/>
                    <a:pt x="13976" y="10356"/>
                    <a:pt x="13976" y="10356"/>
                  </a:cubicBezTo>
                  <a:cubicBezTo>
                    <a:pt x="13976" y="10356"/>
                    <a:pt x="13976" y="10356"/>
                    <a:pt x="13976" y="10356"/>
                  </a:cubicBezTo>
                  <a:cubicBezTo>
                    <a:pt x="14082" y="10356"/>
                    <a:pt x="14082" y="10356"/>
                    <a:pt x="14082" y="10356"/>
                  </a:cubicBezTo>
                  <a:cubicBezTo>
                    <a:pt x="14188" y="10356"/>
                    <a:pt x="14188" y="10356"/>
                    <a:pt x="14188" y="10356"/>
                  </a:cubicBezTo>
                  <a:cubicBezTo>
                    <a:pt x="14188" y="10356"/>
                    <a:pt x="14188" y="10356"/>
                    <a:pt x="14188" y="10356"/>
                  </a:cubicBezTo>
                  <a:cubicBezTo>
                    <a:pt x="14082" y="10356"/>
                    <a:pt x="14082" y="10356"/>
                    <a:pt x="14082" y="10356"/>
                  </a:cubicBezTo>
                  <a:cubicBezTo>
                    <a:pt x="13976" y="10652"/>
                    <a:pt x="13976" y="10652"/>
                    <a:pt x="13976" y="10652"/>
                  </a:cubicBezTo>
                  <a:cubicBezTo>
                    <a:pt x="13976" y="10356"/>
                    <a:pt x="13976" y="10356"/>
                    <a:pt x="13976" y="10356"/>
                  </a:cubicBezTo>
                  <a:cubicBezTo>
                    <a:pt x="13870" y="10652"/>
                    <a:pt x="13870" y="10652"/>
                    <a:pt x="13870" y="10652"/>
                  </a:cubicBezTo>
                  <a:cubicBezTo>
                    <a:pt x="13764" y="10652"/>
                    <a:pt x="13764" y="10652"/>
                    <a:pt x="13764" y="10652"/>
                  </a:cubicBezTo>
                  <a:cubicBezTo>
                    <a:pt x="13658" y="10356"/>
                    <a:pt x="13658" y="10356"/>
                    <a:pt x="13658" y="10356"/>
                  </a:cubicBezTo>
                  <a:cubicBezTo>
                    <a:pt x="13658" y="10356"/>
                    <a:pt x="13658" y="10356"/>
                    <a:pt x="13658" y="10356"/>
                  </a:cubicBezTo>
                  <a:close/>
                  <a:moveTo>
                    <a:pt x="12917" y="14794"/>
                  </a:moveTo>
                  <a:cubicBezTo>
                    <a:pt x="12917" y="14498"/>
                    <a:pt x="12917" y="14498"/>
                    <a:pt x="12917" y="14498"/>
                  </a:cubicBezTo>
                  <a:cubicBezTo>
                    <a:pt x="13023" y="13906"/>
                    <a:pt x="13023" y="13906"/>
                    <a:pt x="13023" y="13906"/>
                  </a:cubicBezTo>
                  <a:cubicBezTo>
                    <a:pt x="13023" y="13610"/>
                    <a:pt x="13023" y="13610"/>
                    <a:pt x="13023" y="13610"/>
                  </a:cubicBezTo>
                  <a:cubicBezTo>
                    <a:pt x="13023" y="13610"/>
                    <a:pt x="13023" y="13610"/>
                    <a:pt x="13023" y="13610"/>
                  </a:cubicBezTo>
                  <a:cubicBezTo>
                    <a:pt x="13129" y="13610"/>
                    <a:pt x="13129" y="13610"/>
                    <a:pt x="13129" y="13610"/>
                  </a:cubicBezTo>
                  <a:cubicBezTo>
                    <a:pt x="13129" y="13610"/>
                    <a:pt x="13129" y="13610"/>
                    <a:pt x="13129" y="13610"/>
                  </a:cubicBezTo>
                  <a:cubicBezTo>
                    <a:pt x="13129" y="13906"/>
                    <a:pt x="13129" y="13906"/>
                    <a:pt x="13129" y="13906"/>
                  </a:cubicBezTo>
                  <a:cubicBezTo>
                    <a:pt x="13129" y="13906"/>
                    <a:pt x="13129" y="13906"/>
                    <a:pt x="13129" y="13906"/>
                  </a:cubicBezTo>
                  <a:cubicBezTo>
                    <a:pt x="13129" y="13906"/>
                    <a:pt x="13129" y="13906"/>
                    <a:pt x="13129" y="13906"/>
                  </a:cubicBezTo>
                  <a:cubicBezTo>
                    <a:pt x="13129" y="13906"/>
                    <a:pt x="13129" y="13906"/>
                    <a:pt x="13129" y="13906"/>
                  </a:cubicBezTo>
                  <a:cubicBezTo>
                    <a:pt x="13023" y="14202"/>
                    <a:pt x="13023" y="14202"/>
                    <a:pt x="13023" y="14202"/>
                  </a:cubicBezTo>
                  <a:cubicBezTo>
                    <a:pt x="13023" y="14202"/>
                    <a:pt x="13023" y="14202"/>
                    <a:pt x="13023" y="14202"/>
                  </a:cubicBezTo>
                  <a:cubicBezTo>
                    <a:pt x="13023" y="14498"/>
                    <a:pt x="13023" y="14498"/>
                    <a:pt x="13023" y="14498"/>
                  </a:cubicBezTo>
                  <a:cubicBezTo>
                    <a:pt x="13129" y="14498"/>
                    <a:pt x="13129" y="14498"/>
                    <a:pt x="13129" y="14498"/>
                  </a:cubicBezTo>
                  <a:cubicBezTo>
                    <a:pt x="13129" y="14498"/>
                    <a:pt x="13129" y="14498"/>
                    <a:pt x="13129" y="14498"/>
                  </a:cubicBezTo>
                  <a:cubicBezTo>
                    <a:pt x="13129" y="14794"/>
                    <a:pt x="13129" y="14794"/>
                    <a:pt x="13129" y="14794"/>
                  </a:cubicBezTo>
                  <a:cubicBezTo>
                    <a:pt x="13023" y="14794"/>
                    <a:pt x="13023" y="14794"/>
                    <a:pt x="13023" y="14794"/>
                  </a:cubicBezTo>
                  <a:cubicBezTo>
                    <a:pt x="13023" y="14794"/>
                    <a:pt x="13023" y="14794"/>
                    <a:pt x="13023" y="14794"/>
                  </a:cubicBezTo>
                  <a:cubicBezTo>
                    <a:pt x="12917" y="15090"/>
                    <a:pt x="12917" y="15090"/>
                    <a:pt x="12917" y="15090"/>
                  </a:cubicBezTo>
                  <a:cubicBezTo>
                    <a:pt x="12917" y="14794"/>
                    <a:pt x="12917" y="14794"/>
                    <a:pt x="12917" y="14794"/>
                  </a:cubicBezTo>
                  <a:cubicBezTo>
                    <a:pt x="12917" y="14794"/>
                    <a:pt x="12917" y="14794"/>
                    <a:pt x="12917" y="14794"/>
                  </a:cubicBezTo>
                  <a:close/>
                  <a:moveTo>
                    <a:pt x="12705" y="14498"/>
                  </a:moveTo>
                  <a:cubicBezTo>
                    <a:pt x="12705" y="14498"/>
                    <a:pt x="12705" y="14498"/>
                    <a:pt x="12705" y="14498"/>
                  </a:cubicBezTo>
                  <a:cubicBezTo>
                    <a:pt x="12705" y="14794"/>
                    <a:pt x="12705" y="14794"/>
                    <a:pt x="12705" y="14794"/>
                  </a:cubicBezTo>
                  <a:cubicBezTo>
                    <a:pt x="12811" y="14794"/>
                    <a:pt x="12811" y="14794"/>
                    <a:pt x="12811" y="14794"/>
                  </a:cubicBezTo>
                  <a:cubicBezTo>
                    <a:pt x="12811" y="14498"/>
                    <a:pt x="12811" y="14498"/>
                    <a:pt x="12811" y="14498"/>
                  </a:cubicBezTo>
                  <a:cubicBezTo>
                    <a:pt x="12811" y="14498"/>
                    <a:pt x="12811" y="14498"/>
                    <a:pt x="12811" y="14498"/>
                  </a:cubicBezTo>
                  <a:cubicBezTo>
                    <a:pt x="12811" y="14202"/>
                    <a:pt x="12811" y="14202"/>
                    <a:pt x="12811" y="14202"/>
                  </a:cubicBezTo>
                  <a:cubicBezTo>
                    <a:pt x="12917" y="14202"/>
                    <a:pt x="12917" y="14202"/>
                    <a:pt x="12917" y="14202"/>
                  </a:cubicBezTo>
                  <a:cubicBezTo>
                    <a:pt x="12917" y="14202"/>
                    <a:pt x="12917" y="14202"/>
                    <a:pt x="12917" y="14202"/>
                  </a:cubicBezTo>
                  <a:cubicBezTo>
                    <a:pt x="12811" y="13906"/>
                    <a:pt x="12811" y="13906"/>
                    <a:pt x="12811" y="13906"/>
                  </a:cubicBezTo>
                  <a:cubicBezTo>
                    <a:pt x="12811" y="13906"/>
                    <a:pt x="12811" y="13906"/>
                    <a:pt x="12811" y="13906"/>
                  </a:cubicBezTo>
                  <a:cubicBezTo>
                    <a:pt x="12705" y="14202"/>
                    <a:pt x="12705" y="14202"/>
                    <a:pt x="12705" y="14202"/>
                  </a:cubicBezTo>
                  <a:cubicBezTo>
                    <a:pt x="12705" y="14202"/>
                    <a:pt x="12705" y="14202"/>
                    <a:pt x="12705" y="14202"/>
                  </a:cubicBezTo>
                  <a:cubicBezTo>
                    <a:pt x="12705" y="14498"/>
                    <a:pt x="12705" y="14498"/>
                    <a:pt x="12705" y="14498"/>
                  </a:cubicBezTo>
                  <a:close/>
                  <a:moveTo>
                    <a:pt x="12494" y="14202"/>
                  </a:moveTo>
                  <a:cubicBezTo>
                    <a:pt x="12494" y="14498"/>
                    <a:pt x="12494" y="14498"/>
                    <a:pt x="12494" y="14498"/>
                  </a:cubicBezTo>
                  <a:cubicBezTo>
                    <a:pt x="12388" y="14498"/>
                    <a:pt x="12388" y="14498"/>
                    <a:pt x="12388" y="14498"/>
                  </a:cubicBezTo>
                  <a:cubicBezTo>
                    <a:pt x="12494" y="14794"/>
                    <a:pt x="12494" y="14794"/>
                    <a:pt x="12494" y="14794"/>
                  </a:cubicBezTo>
                  <a:cubicBezTo>
                    <a:pt x="12494" y="14794"/>
                    <a:pt x="12494" y="14794"/>
                    <a:pt x="12494" y="14794"/>
                  </a:cubicBezTo>
                  <a:cubicBezTo>
                    <a:pt x="12599" y="14794"/>
                    <a:pt x="12599" y="14794"/>
                    <a:pt x="12599" y="14794"/>
                  </a:cubicBezTo>
                  <a:cubicBezTo>
                    <a:pt x="12599" y="14498"/>
                    <a:pt x="12599" y="14498"/>
                    <a:pt x="12599" y="14498"/>
                  </a:cubicBezTo>
                  <a:cubicBezTo>
                    <a:pt x="12494" y="14202"/>
                    <a:pt x="12494" y="14202"/>
                    <a:pt x="12494" y="14202"/>
                  </a:cubicBezTo>
                  <a:cubicBezTo>
                    <a:pt x="12494" y="14202"/>
                    <a:pt x="12494" y="14202"/>
                    <a:pt x="12494" y="14202"/>
                  </a:cubicBezTo>
                  <a:close/>
                  <a:moveTo>
                    <a:pt x="13129" y="10356"/>
                  </a:moveTo>
                  <a:cubicBezTo>
                    <a:pt x="13023" y="10652"/>
                    <a:pt x="13023" y="10652"/>
                    <a:pt x="13023" y="10652"/>
                  </a:cubicBezTo>
                  <a:cubicBezTo>
                    <a:pt x="13129" y="10652"/>
                    <a:pt x="13129" y="10652"/>
                    <a:pt x="13129" y="10652"/>
                  </a:cubicBezTo>
                  <a:cubicBezTo>
                    <a:pt x="13129" y="10652"/>
                    <a:pt x="13129" y="10356"/>
                    <a:pt x="13129" y="10356"/>
                  </a:cubicBezTo>
                  <a:close/>
                  <a:moveTo>
                    <a:pt x="13235" y="10356"/>
                  </a:moveTo>
                  <a:cubicBezTo>
                    <a:pt x="13235" y="10356"/>
                    <a:pt x="13235" y="10356"/>
                    <a:pt x="13235" y="10356"/>
                  </a:cubicBezTo>
                  <a:cubicBezTo>
                    <a:pt x="13235" y="10356"/>
                    <a:pt x="13235" y="10356"/>
                    <a:pt x="13235" y="10356"/>
                  </a:cubicBezTo>
                  <a:cubicBezTo>
                    <a:pt x="13235" y="10356"/>
                    <a:pt x="13235" y="10356"/>
                    <a:pt x="13235" y="10356"/>
                  </a:cubicBezTo>
                  <a:close/>
                  <a:moveTo>
                    <a:pt x="13341" y="10060"/>
                  </a:moveTo>
                  <a:cubicBezTo>
                    <a:pt x="13341" y="10060"/>
                    <a:pt x="13341" y="10060"/>
                    <a:pt x="13341" y="10060"/>
                  </a:cubicBezTo>
                  <a:cubicBezTo>
                    <a:pt x="13341" y="10356"/>
                    <a:pt x="13341" y="10356"/>
                    <a:pt x="13341" y="10356"/>
                  </a:cubicBezTo>
                  <a:cubicBezTo>
                    <a:pt x="13341" y="10060"/>
                    <a:pt x="13341" y="10060"/>
                    <a:pt x="13341" y="10060"/>
                  </a:cubicBezTo>
                  <a:close/>
                  <a:moveTo>
                    <a:pt x="13023" y="9764"/>
                  </a:moveTo>
                  <a:cubicBezTo>
                    <a:pt x="13129" y="9764"/>
                    <a:pt x="13129" y="9764"/>
                    <a:pt x="13129" y="9764"/>
                  </a:cubicBezTo>
                  <a:cubicBezTo>
                    <a:pt x="13235" y="9764"/>
                    <a:pt x="13235" y="9764"/>
                    <a:pt x="13235" y="9764"/>
                  </a:cubicBezTo>
                  <a:cubicBezTo>
                    <a:pt x="13235" y="9764"/>
                    <a:pt x="13235" y="9764"/>
                    <a:pt x="13235" y="9764"/>
                  </a:cubicBezTo>
                  <a:cubicBezTo>
                    <a:pt x="13235" y="9764"/>
                    <a:pt x="13235" y="9764"/>
                    <a:pt x="13235" y="9764"/>
                  </a:cubicBezTo>
                  <a:cubicBezTo>
                    <a:pt x="13235" y="9764"/>
                    <a:pt x="13235" y="9764"/>
                    <a:pt x="13235" y="9764"/>
                  </a:cubicBezTo>
                  <a:cubicBezTo>
                    <a:pt x="13341" y="9764"/>
                    <a:pt x="13341" y="9764"/>
                    <a:pt x="13341" y="9764"/>
                  </a:cubicBezTo>
                  <a:cubicBezTo>
                    <a:pt x="13341" y="9764"/>
                    <a:pt x="13341" y="9764"/>
                    <a:pt x="13341" y="9764"/>
                  </a:cubicBezTo>
                  <a:cubicBezTo>
                    <a:pt x="13341" y="10060"/>
                    <a:pt x="13341" y="10060"/>
                    <a:pt x="13341" y="10060"/>
                  </a:cubicBezTo>
                  <a:cubicBezTo>
                    <a:pt x="13235" y="10060"/>
                    <a:pt x="13235" y="10060"/>
                    <a:pt x="13235" y="10060"/>
                  </a:cubicBezTo>
                  <a:cubicBezTo>
                    <a:pt x="13235" y="10060"/>
                    <a:pt x="13235" y="10060"/>
                    <a:pt x="13235" y="10060"/>
                  </a:cubicBezTo>
                  <a:cubicBezTo>
                    <a:pt x="13235" y="10060"/>
                    <a:pt x="13235" y="10060"/>
                    <a:pt x="13235" y="10060"/>
                  </a:cubicBezTo>
                  <a:cubicBezTo>
                    <a:pt x="13129" y="10060"/>
                    <a:pt x="13129" y="10060"/>
                    <a:pt x="13129" y="10060"/>
                  </a:cubicBezTo>
                  <a:cubicBezTo>
                    <a:pt x="13023" y="10060"/>
                    <a:pt x="13023" y="10060"/>
                    <a:pt x="13023" y="10060"/>
                  </a:cubicBezTo>
                  <a:cubicBezTo>
                    <a:pt x="13023" y="10060"/>
                    <a:pt x="13023" y="10060"/>
                    <a:pt x="13023" y="10060"/>
                  </a:cubicBezTo>
                  <a:cubicBezTo>
                    <a:pt x="13023" y="9764"/>
                    <a:pt x="13023" y="9764"/>
                    <a:pt x="13023" y="9764"/>
                  </a:cubicBezTo>
                  <a:close/>
                  <a:moveTo>
                    <a:pt x="12494" y="8580"/>
                  </a:moveTo>
                  <a:cubicBezTo>
                    <a:pt x="12599" y="8580"/>
                    <a:pt x="12599" y="8580"/>
                    <a:pt x="12599" y="8580"/>
                  </a:cubicBezTo>
                  <a:cubicBezTo>
                    <a:pt x="12599" y="8580"/>
                    <a:pt x="12599" y="8580"/>
                    <a:pt x="12599" y="8580"/>
                  </a:cubicBezTo>
                  <a:cubicBezTo>
                    <a:pt x="12599" y="8580"/>
                    <a:pt x="12494" y="8580"/>
                    <a:pt x="12494" y="8580"/>
                  </a:cubicBezTo>
                  <a:close/>
                  <a:moveTo>
                    <a:pt x="12388" y="8580"/>
                  </a:moveTo>
                  <a:cubicBezTo>
                    <a:pt x="12494" y="8580"/>
                    <a:pt x="12494" y="8580"/>
                    <a:pt x="12494" y="8580"/>
                  </a:cubicBezTo>
                  <a:cubicBezTo>
                    <a:pt x="12494" y="8876"/>
                    <a:pt x="12494" y="8876"/>
                    <a:pt x="12494" y="8876"/>
                  </a:cubicBezTo>
                  <a:cubicBezTo>
                    <a:pt x="12494" y="8876"/>
                    <a:pt x="12494" y="8876"/>
                    <a:pt x="12494" y="8876"/>
                  </a:cubicBezTo>
                  <a:cubicBezTo>
                    <a:pt x="12388" y="8580"/>
                    <a:pt x="12388" y="8580"/>
                    <a:pt x="12388" y="8580"/>
                  </a:cubicBezTo>
                  <a:close/>
                  <a:moveTo>
                    <a:pt x="11858" y="7693"/>
                  </a:moveTo>
                  <a:cubicBezTo>
                    <a:pt x="11964" y="7397"/>
                    <a:pt x="11964" y="7397"/>
                    <a:pt x="11964" y="7397"/>
                  </a:cubicBezTo>
                  <a:cubicBezTo>
                    <a:pt x="12070" y="7693"/>
                    <a:pt x="12070" y="7693"/>
                    <a:pt x="12070" y="7693"/>
                  </a:cubicBezTo>
                  <a:cubicBezTo>
                    <a:pt x="12176" y="7693"/>
                    <a:pt x="12176" y="7693"/>
                    <a:pt x="12176" y="7693"/>
                  </a:cubicBezTo>
                  <a:cubicBezTo>
                    <a:pt x="12388" y="7397"/>
                    <a:pt x="12388" y="7397"/>
                    <a:pt x="12388" y="7397"/>
                  </a:cubicBezTo>
                  <a:cubicBezTo>
                    <a:pt x="12494" y="7397"/>
                    <a:pt x="12494" y="7397"/>
                    <a:pt x="12494" y="7397"/>
                  </a:cubicBezTo>
                  <a:cubicBezTo>
                    <a:pt x="12494" y="7693"/>
                    <a:pt x="12494" y="7693"/>
                    <a:pt x="12494" y="7693"/>
                  </a:cubicBezTo>
                  <a:cubicBezTo>
                    <a:pt x="12599" y="7693"/>
                    <a:pt x="12599" y="7693"/>
                    <a:pt x="12599" y="7693"/>
                  </a:cubicBezTo>
                  <a:cubicBezTo>
                    <a:pt x="12705" y="7693"/>
                    <a:pt x="12705" y="7693"/>
                    <a:pt x="12705" y="7693"/>
                  </a:cubicBezTo>
                  <a:cubicBezTo>
                    <a:pt x="12917" y="7693"/>
                    <a:pt x="12917" y="7693"/>
                    <a:pt x="12917" y="7693"/>
                  </a:cubicBezTo>
                  <a:cubicBezTo>
                    <a:pt x="13023" y="7693"/>
                    <a:pt x="13023" y="7693"/>
                    <a:pt x="13023" y="7693"/>
                  </a:cubicBezTo>
                  <a:cubicBezTo>
                    <a:pt x="13023" y="7693"/>
                    <a:pt x="13023" y="7693"/>
                    <a:pt x="13023" y="7693"/>
                  </a:cubicBezTo>
                  <a:cubicBezTo>
                    <a:pt x="13129" y="7693"/>
                    <a:pt x="13129" y="7693"/>
                    <a:pt x="13129" y="7693"/>
                  </a:cubicBezTo>
                  <a:cubicBezTo>
                    <a:pt x="13235" y="7693"/>
                    <a:pt x="13235" y="7693"/>
                    <a:pt x="13235" y="7693"/>
                  </a:cubicBezTo>
                  <a:cubicBezTo>
                    <a:pt x="13235" y="7693"/>
                    <a:pt x="13235" y="7693"/>
                    <a:pt x="13235" y="7693"/>
                  </a:cubicBezTo>
                  <a:cubicBezTo>
                    <a:pt x="13341" y="7989"/>
                    <a:pt x="13341" y="7989"/>
                    <a:pt x="13341" y="7989"/>
                  </a:cubicBezTo>
                  <a:cubicBezTo>
                    <a:pt x="13658" y="7693"/>
                    <a:pt x="13658" y="7693"/>
                    <a:pt x="13658" y="7693"/>
                  </a:cubicBezTo>
                  <a:cubicBezTo>
                    <a:pt x="13870" y="7397"/>
                    <a:pt x="13870" y="7397"/>
                    <a:pt x="13870" y="7397"/>
                  </a:cubicBezTo>
                  <a:cubicBezTo>
                    <a:pt x="13870" y="7101"/>
                    <a:pt x="13870" y="7101"/>
                    <a:pt x="13870" y="7101"/>
                  </a:cubicBezTo>
                  <a:cubicBezTo>
                    <a:pt x="13976" y="7101"/>
                    <a:pt x="13976" y="7101"/>
                    <a:pt x="13976" y="7101"/>
                  </a:cubicBezTo>
                  <a:cubicBezTo>
                    <a:pt x="13976" y="7101"/>
                    <a:pt x="13976" y="7101"/>
                    <a:pt x="13976" y="7101"/>
                  </a:cubicBezTo>
                  <a:cubicBezTo>
                    <a:pt x="14082" y="6805"/>
                    <a:pt x="14082" y="6805"/>
                    <a:pt x="14082" y="6805"/>
                  </a:cubicBezTo>
                  <a:cubicBezTo>
                    <a:pt x="14082" y="6805"/>
                    <a:pt x="14082" y="6805"/>
                    <a:pt x="14082" y="6805"/>
                  </a:cubicBezTo>
                  <a:cubicBezTo>
                    <a:pt x="14082" y="6509"/>
                    <a:pt x="14082" y="6509"/>
                    <a:pt x="14082" y="6509"/>
                  </a:cubicBezTo>
                  <a:cubicBezTo>
                    <a:pt x="14188" y="6509"/>
                    <a:pt x="14188" y="6509"/>
                    <a:pt x="14188" y="6509"/>
                  </a:cubicBezTo>
                  <a:cubicBezTo>
                    <a:pt x="14082" y="6213"/>
                    <a:pt x="14082" y="6213"/>
                    <a:pt x="14082" y="6213"/>
                  </a:cubicBezTo>
                  <a:cubicBezTo>
                    <a:pt x="14082" y="6213"/>
                    <a:pt x="14082" y="6213"/>
                    <a:pt x="14082" y="6213"/>
                  </a:cubicBezTo>
                  <a:cubicBezTo>
                    <a:pt x="13976" y="6213"/>
                    <a:pt x="13976" y="6213"/>
                    <a:pt x="13976" y="6213"/>
                  </a:cubicBezTo>
                  <a:cubicBezTo>
                    <a:pt x="13870" y="6213"/>
                    <a:pt x="13870" y="6213"/>
                    <a:pt x="13870" y="6213"/>
                  </a:cubicBezTo>
                  <a:cubicBezTo>
                    <a:pt x="13870" y="6509"/>
                    <a:pt x="13870" y="6509"/>
                    <a:pt x="13870" y="6509"/>
                  </a:cubicBezTo>
                  <a:cubicBezTo>
                    <a:pt x="13764" y="6509"/>
                    <a:pt x="13764" y="6509"/>
                    <a:pt x="13764" y="6509"/>
                  </a:cubicBezTo>
                  <a:cubicBezTo>
                    <a:pt x="13764" y="6805"/>
                    <a:pt x="13764" y="6805"/>
                    <a:pt x="13764" y="6805"/>
                  </a:cubicBezTo>
                  <a:cubicBezTo>
                    <a:pt x="13658" y="6805"/>
                    <a:pt x="13658" y="6805"/>
                    <a:pt x="13658" y="6805"/>
                  </a:cubicBezTo>
                  <a:cubicBezTo>
                    <a:pt x="13658" y="6805"/>
                    <a:pt x="13658" y="6805"/>
                    <a:pt x="13658" y="6805"/>
                  </a:cubicBezTo>
                  <a:cubicBezTo>
                    <a:pt x="13552" y="7101"/>
                    <a:pt x="13552" y="7101"/>
                    <a:pt x="13552" y="7101"/>
                  </a:cubicBezTo>
                  <a:cubicBezTo>
                    <a:pt x="13447" y="7101"/>
                    <a:pt x="13447" y="7101"/>
                    <a:pt x="13447" y="7101"/>
                  </a:cubicBezTo>
                  <a:cubicBezTo>
                    <a:pt x="13235" y="7101"/>
                    <a:pt x="13235" y="7101"/>
                    <a:pt x="13235" y="7101"/>
                  </a:cubicBezTo>
                  <a:cubicBezTo>
                    <a:pt x="13023" y="7101"/>
                    <a:pt x="13023" y="7101"/>
                    <a:pt x="13023" y="7101"/>
                  </a:cubicBezTo>
                  <a:cubicBezTo>
                    <a:pt x="13023" y="7101"/>
                    <a:pt x="13023" y="7101"/>
                    <a:pt x="13023" y="7101"/>
                  </a:cubicBezTo>
                  <a:cubicBezTo>
                    <a:pt x="12917" y="7101"/>
                    <a:pt x="12917" y="7101"/>
                    <a:pt x="12917" y="7101"/>
                  </a:cubicBezTo>
                  <a:cubicBezTo>
                    <a:pt x="12917" y="6805"/>
                    <a:pt x="12917" y="6805"/>
                    <a:pt x="12917" y="6805"/>
                  </a:cubicBezTo>
                  <a:cubicBezTo>
                    <a:pt x="12811" y="6805"/>
                    <a:pt x="12811" y="6805"/>
                    <a:pt x="12811" y="6805"/>
                  </a:cubicBezTo>
                  <a:cubicBezTo>
                    <a:pt x="12705" y="6805"/>
                    <a:pt x="12705" y="6805"/>
                    <a:pt x="12705" y="6805"/>
                  </a:cubicBezTo>
                  <a:cubicBezTo>
                    <a:pt x="12599" y="6805"/>
                    <a:pt x="12599" y="6805"/>
                    <a:pt x="12599" y="6805"/>
                  </a:cubicBezTo>
                  <a:cubicBezTo>
                    <a:pt x="12494" y="6805"/>
                    <a:pt x="12494" y="6805"/>
                    <a:pt x="12494" y="6805"/>
                  </a:cubicBezTo>
                  <a:cubicBezTo>
                    <a:pt x="12494" y="6805"/>
                    <a:pt x="12494" y="6805"/>
                    <a:pt x="12494" y="6805"/>
                  </a:cubicBezTo>
                  <a:cubicBezTo>
                    <a:pt x="12388" y="6805"/>
                    <a:pt x="12388" y="6805"/>
                    <a:pt x="12388" y="6805"/>
                  </a:cubicBezTo>
                  <a:cubicBezTo>
                    <a:pt x="12282" y="6509"/>
                    <a:pt x="12282" y="6509"/>
                    <a:pt x="12282" y="6509"/>
                  </a:cubicBezTo>
                  <a:cubicBezTo>
                    <a:pt x="12176" y="6509"/>
                    <a:pt x="12176" y="6509"/>
                    <a:pt x="12176" y="6509"/>
                  </a:cubicBezTo>
                  <a:cubicBezTo>
                    <a:pt x="12070" y="6509"/>
                    <a:pt x="12070" y="6509"/>
                    <a:pt x="12070" y="6509"/>
                  </a:cubicBezTo>
                  <a:cubicBezTo>
                    <a:pt x="12070" y="6805"/>
                    <a:pt x="12070" y="6805"/>
                    <a:pt x="12070" y="6805"/>
                  </a:cubicBezTo>
                  <a:cubicBezTo>
                    <a:pt x="11964" y="6805"/>
                    <a:pt x="11964" y="6805"/>
                    <a:pt x="11964" y="6805"/>
                  </a:cubicBezTo>
                  <a:cubicBezTo>
                    <a:pt x="11964" y="7101"/>
                    <a:pt x="11964" y="7101"/>
                    <a:pt x="11964" y="7101"/>
                  </a:cubicBezTo>
                  <a:cubicBezTo>
                    <a:pt x="11858" y="7397"/>
                    <a:pt x="11858" y="7397"/>
                    <a:pt x="11858" y="7397"/>
                  </a:cubicBezTo>
                  <a:cubicBezTo>
                    <a:pt x="11752" y="7101"/>
                    <a:pt x="11752" y="7101"/>
                    <a:pt x="11752" y="7101"/>
                  </a:cubicBezTo>
                  <a:cubicBezTo>
                    <a:pt x="11647" y="7101"/>
                    <a:pt x="11647" y="7101"/>
                    <a:pt x="11647" y="7101"/>
                  </a:cubicBezTo>
                  <a:cubicBezTo>
                    <a:pt x="11647" y="7397"/>
                    <a:pt x="11647" y="7397"/>
                    <a:pt x="11647" y="7397"/>
                  </a:cubicBezTo>
                  <a:cubicBezTo>
                    <a:pt x="11647" y="7397"/>
                    <a:pt x="11647" y="7397"/>
                    <a:pt x="11647" y="7397"/>
                  </a:cubicBezTo>
                  <a:cubicBezTo>
                    <a:pt x="11541" y="7693"/>
                    <a:pt x="11541" y="7693"/>
                    <a:pt x="11541" y="7693"/>
                  </a:cubicBezTo>
                  <a:cubicBezTo>
                    <a:pt x="11541" y="7989"/>
                    <a:pt x="11541" y="7989"/>
                    <a:pt x="11541" y="7989"/>
                  </a:cubicBezTo>
                  <a:cubicBezTo>
                    <a:pt x="11541" y="8284"/>
                    <a:pt x="11541" y="8284"/>
                    <a:pt x="11541" y="8284"/>
                  </a:cubicBezTo>
                  <a:cubicBezTo>
                    <a:pt x="11541" y="8580"/>
                    <a:pt x="11541" y="8580"/>
                    <a:pt x="11541" y="8580"/>
                  </a:cubicBezTo>
                  <a:cubicBezTo>
                    <a:pt x="11541" y="8876"/>
                    <a:pt x="11541" y="8876"/>
                    <a:pt x="11541" y="8876"/>
                  </a:cubicBezTo>
                  <a:cubicBezTo>
                    <a:pt x="11541" y="9172"/>
                    <a:pt x="11541" y="9172"/>
                    <a:pt x="11541" y="9172"/>
                  </a:cubicBezTo>
                  <a:cubicBezTo>
                    <a:pt x="11541" y="9172"/>
                    <a:pt x="11541" y="9172"/>
                    <a:pt x="11541" y="9172"/>
                  </a:cubicBezTo>
                  <a:cubicBezTo>
                    <a:pt x="11541" y="9172"/>
                    <a:pt x="11541" y="9172"/>
                    <a:pt x="11541" y="9172"/>
                  </a:cubicBezTo>
                  <a:cubicBezTo>
                    <a:pt x="11541" y="8876"/>
                    <a:pt x="11541" y="8876"/>
                    <a:pt x="11541" y="8876"/>
                  </a:cubicBezTo>
                  <a:cubicBezTo>
                    <a:pt x="11435" y="9172"/>
                    <a:pt x="11435" y="9172"/>
                    <a:pt x="11435" y="9172"/>
                  </a:cubicBezTo>
                  <a:cubicBezTo>
                    <a:pt x="11329" y="9172"/>
                    <a:pt x="11329" y="9172"/>
                    <a:pt x="11329" y="9172"/>
                  </a:cubicBezTo>
                  <a:cubicBezTo>
                    <a:pt x="11329" y="9468"/>
                    <a:pt x="11329" y="9468"/>
                    <a:pt x="11329" y="9468"/>
                  </a:cubicBezTo>
                  <a:cubicBezTo>
                    <a:pt x="11223" y="9468"/>
                    <a:pt x="11223" y="9468"/>
                    <a:pt x="11223" y="9468"/>
                  </a:cubicBezTo>
                  <a:cubicBezTo>
                    <a:pt x="11329" y="9764"/>
                    <a:pt x="11329" y="9764"/>
                    <a:pt x="11329" y="9764"/>
                  </a:cubicBezTo>
                  <a:cubicBezTo>
                    <a:pt x="11223" y="10060"/>
                    <a:pt x="11223" y="10060"/>
                    <a:pt x="11223" y="10060"/>
                  </a:cubicBezTo>
                  <a:cubicBezTo>
                    <a:pt x="11329" y="10652"/>
                    <a:pt x="11329" y="10652"/>
                    <a:pt x="11329" y="10652"/>
                  </a:cubicBezTo>
                  <a:cubicBezTo>
                    <a:pt x="11223" y="10652"/>
                    <a:pt x="11223" y="10652"/>
                    <a:pt x="11223" y="10652"/>
                  </a:cubicBezTo>
                  <a:cubicBezTo>
                    <a:pt x="11223" y="10947"/>
                    <a:pt x="11223" y="10947"/>
                    <a:pt x="11223" y="10947"/>
                  </a:cubicBezTo>
                  <a:cubicBezTo>
                    <a:pt x="11223" y="10947"/>
                    <a:pt x="11223" y="10947"/>
                    <a:pt x="11223" y="10947"/>
                  </a:cubicBezTo>
                  <a:cubicBezTo>
                    <a:pt x="11223" y="11243"/>
                    <a:pt x="11223" y="11243"/>
                    <a:pt x="11223" y="11243"/>
                  </a:cubicBezTo>
                  <a:cubicBezTo>
                    <a:pt x="11117" y="11539"/>
                    <a:pt x="11117" y="11539"/>
                    <a:pt x="11117" y="11539"/>
                  </a:cubicBezTo>
                  <a:cubicBezTo>
                    <a:pt x="11011" y="11835"/>
                    <a:pt x="11011" y="11835"/>
                    <a:pt x="11011" y="11835"/>
                  </a:cubicBezTo>
                  <a:cubicBezTo>
                    <a:pt x="11011" y="11835"/>
                    <a:pt x="11011" y="11835"/>
                    <a:pt x="11011" y="11835"/>
                  </a:cubicBezTo>
                  <a:cubicBezTo>
                    <a:pt x="11011" y="11835"/>
                    <a:pt x="11011" y="11835"/>
                    <a:pt x="11011" y="11835"/>
                  </a:cubicBezTo>
                  <a:cubicBezTo>
                    <a:pt x="11117" y="12427"/>
                    <a:pt x="11117" y="12427"/>
                    <a:pt x="11117" y="12427"/>
                  </a:cubicBezTo>
                  <a:cubicBezTo>
                    <a:pt x="11117" y="12427"/>
                    <a:pt x="11117" y="12427"/>
                    <a:pt x="11117" y="12427"/>
                  </a:cubicBezTo>
                  <a:cubicBezTo>
                    <a:pt x="11117" y="12427"/>
                    <a:pt x="11117" y="12427"/>
                    <a:pt x="11117" y="12427"/>
                  </a:cubicBezTo>
                  <a:cubicBezTo>
                    <a:pt x="11223" y="12427"/>
                    <a:pt x="11223" y="12427"/>
                    <a:pt x="11223" y="12427"/>
                  </a:cubicBezTo>
                  <a:cubicBezTo>
                    <a:pt x="11329" y="12427"/>
                    <a:pt x="11329" y="12427"/>
                    <a:pt x="11329" y="12427"/>
                  </a:cubicBezTo>
                  <a:cubicBezTo>
                    <a:pt x="11329" y="12427"/>
                    <a:pt x="11329" y="12427"/>
                    <a:pt x="11329" y="12427"/>
                  </a:cubicBezTo>
                  <a:cubicBezTo>
                    <a:pt x="11329" y="12723"/>
                    <a:pt x="11329" y="12723"/>
                    <a:pt x="11329" y="12723"/>
                  </a:cubicBezTo>
                  <a:cubicBezTo>
                    <a:pt x="11435" y="13315"/>
                    <a:pt x="11435" y="13315"/>
                    <a:pt x="11435" y="13315"/>
                  </a:cubicBezTo>
                  <a:cubicBezTo>
                    <a:pt x="11435" y="13315"/>
                    <a:pt x="11435" y="13315"/>
                    <a:pt x="11435" y="13315"/>
                  </a:cubicBezTo>
                  <a:cubicBezTo>
                    <a:pt x="11329" y="13610"/>
                    <a:pt x="11329" y="13610"/>
                    <a:pt x="11329" y="13610"/>
                  </a:cubicBezTo>
                  <a:cubicBezTo>
                    <a:pt x="11329" y="13906"/>
                    <a:pt x="11329" y="13906"/>
                    <a:pt x="11329" y="13906"/>
                  </a:cubicBezTo>
                  <a:cubicBezTo>
                    <a:pt x="11329" y="14498"/>
                    <a:pt x="11329" y="14498"/>
                    <a:pt x="11329" y="14498"/>
                  </a:cubicBezTo>
                  <a:cubicBezTo>
                    <a:pt x="11329" y="14794"/>
                    <a:pt x="11329" y="14794"/>
                    <a:pt x="11329" y="14794"/>
                  </a:cubicBezTo>
                  <a:cubicBezTo>
                    <a:pt x="11329" y="14794"/>
                    <a:pt x="11329" y="14794"/>
                    <a:pt x="11329" y="14794"/>
                  </a:cubicBezTo>
                  <a:cubicBezTo>
                    <a:pt x="11435" y="15090"/>
                    <a:pt x="11435" y="15090"/>
                    <a:pt x="11435" y="15090"/>
                  </a:cubicBezTo>
                  <a:cubicBezTo>
                    <a:pt x="11541" y="15090"/>
                    <a:pt x="11541" y="15090"/>
                    <a:pt x="11541" y="15090"/>
                  </a:cubicBezTo>
                  <a:cubicBezTo>
                    <a:pt x="11541" y="14794"/>
                    <a:pt x="11541" y="14794"/>
                    <a:pt x="11541" y="14794"/>
                  </a:cubicBezTo>
                  <a:cubicBezTo>
                    <a:pt x="11647" y="14794"/>
                    <a:pt x="11647" y="14794"/>
                    <a:pt x="11647" y="14794"/>
                  </a:cubicBezTo>
                  <a:cubicBezTo>
                    <a:pt x="11752" y="14794"/>
                    <a:pt x="11752" y="14794"/>
                    <a:pt x="11752" y="14794"/>
                  </a:cubicBezTo>
                  <a:cubicBezTo>
                    <a:pt x="11752" y="15090"/>
                    <a:pt x="11752" y="15090"/>
                    <a:pt x="11752" y="15090"/>
                  </a:cubicBezTo>
                  <a:cubicBezTo>
                    <a:pt x="11858" y="14794"/>
                    <a:pt x="11858" y="14794"/>
                    <a:pt x="11858" y="14794"/>
                  </a:cubicBezTo>
                  <a:cubicBezTo>
                    <a:pt x="11752" y="14498"/>
                    <a:pt x="11752" y="14498"/>
                    <a:pt x="11752" y="14498"/>
                  </a:cubicBezTo>
                  <a:cubicBezTo>
                    <a:pt x="11752" y="14498"/>
                    <a:pt x="11752" y="14498"/>
                    <a:pt x="11752" y="14498"/>
                  </a:cubicBezTo>
                  <a:cubicBezTo>
                    <a:pt x="11752" y="14202"/>
                    <a:pt x="11752" y="14202"/>
                    <a:pt x="11752" y="14202"/>
                  </a:cubicBezTo>
                  <a:cubicBezTo>
                    <a:pt x="11752" y="13906"/>
                    <a:pt x="11752" y="13906"/>
                    <a:pt x="11752" y="13906"/>
                  </a:cubicBezTo>
                  <a:cubicBezTo>
                    <a:pt x="11752" y="13610"/>
                    <a:pt x="11752" y="13610"/>
                    <a:pt x="11752" y="13610"/>
                  </a:cubicBezTo>
                  <a:cubicBezTo>
                    <a:pt x="11752" y="13315"/>
                    <a:pt x="11752" y="13315"/>
                    <a:pt x="11752" y="13315"/>
                  </a:cubicBezTo>
                  <a:cubicBezTo>
                    <a:pt x="11752" y="13019"/>
                    <a:pt x="11752" y="13019"/>
                    <a:pt x="11752" y="13019"/>
                  </a:cubicBezTo>
                  <a:cubicBezTo>
                    <a:pt x="11858" y="12723"/>
                    <a:pt x="11858" y="12723"/>
                    <a:pt x="11858" y="12723"/>
                  </a:cubicBezTo>
                  <a:cubicBezTo>
                    <a:pt x="11858" y="12427"/>
                    <a:pt x="11858" y="12427"/>
                    <a:pt x="11858" y="12427"/>
                  </a:cubicBezTo>
                  <a:cubicBezTo>
                    <a:pt x="11858" y="12131"/>
                    <a:pt x="11858" y="12131"/>
                    <a:pt x="11858" y="12131"/>
                  </a:cubicBezTo>
                  <a:cubicBezTo>
                    <a:pt x="11752" y="11835"/>
                    <a:pt x="11752" y="11835"/>
                    <a:pt x="11752" y="11835"/>
                  </a:cubicBezTo>
                  <a:cubicBezTo>
                    <a:pt x="11752" y="11835"/>
                    <a:pt x="11752" y="11835"/>
                    <a:pt x="11752" y="11835"/>
                  </a:cubicBezTo>
                  <a:cubicBezTo>
                    <a:pt x="11858" y="11539"/>
                    <a:pt x="11858" y="11539"/>
                    <a:pt x="11858" y="11539"/>
                  </a:cubicBezTo>
                  <a:cubicBezTo>
                    <a:pt x="11964" y="11539"/>
                    <a:pt x="11964" y="11539"/>
                    <a:pt x="11964" y="11539"/>
                  </a:cubicBezTo>
                  <a:cubicBezTo>
                    <a:pt x="11964" y="11539"/>
                    <a:pt x="11964" y="11539"/>
                    <a:pt x="11964" y="11539"/>
                  </a:cubicBezTo>
                  <a:cubicBezTo>
                    <a:pt x="12070" y="11539"/>
                    <a:pt x="12070" y="11539"/>
                    <a:pt x="12070" y="11539"/>
                  </a:cubicBezTo>
                  <a:cubicBezTo>
                    <a:pt x="12070" y="11539"/>
                    <a:pt x="12070" y="11539"/>
                    <a:pt x="12070" y="11539"/>
                  </a:cubicBezTo>
                  <a:cubicBezTo>
                    <a:pt x="12176" y="11835"/>
                    <a:pt x="12176" y="11835"/>
                    <a:pt x="12176" y="11835"/>
                  </a:cubicBezTo>
                  <a:cubicBezTo>
                    <a:pt x="12176" y="12131"/>
                    <a:pt x="12176" y="12131"/>
                    <a:pt x="12176" y="12131"/>
                  </a:cubicBezTo>
                  <a:cubicBezTo>
                    <a:pt x="12070" y="12427"/>
                    <a:pt x="12070" y="12427"/>
                    <a:pt x="12070" y="12427"/>
                  </a:cubicBezTo>
                  <a:cubicBezTo>
                    <a:pt x="12070" y="12427"/>
                    <a:pt x="12070" y="12427"/>
                    <a:pt x="12070" y="12427"/>
                  </a:cubicBezTo>
                  <a:cubicBezTo>
                    <a:pt x="12070" y="12723"/>
                    <a:pt x="12070" y="12723"/>
                    <a:pt x="12070" y="12723"/>
                  </a:cubicBezTo>
                  <a:cubicBezTo>
                    <a:pt x="12176" y="12723"/>
                    <a:pt x="12176" y="12723"/>
                    <a:pt x="12176" y="12723"/>
                  </a:cubicBezTo>
                  <a:cubicBezTo>
                    <a:pt x="12176" y="13019"/>
                    <a:pt x="12176" y="13019"/>
                    <a:pt x="12176" y="13019"/>
                  </a:cubicBezTo>
                  <a:cubicBezTo>
                    <a:pt x="12282" y="13019"/>
                    <a:pt x="12282" y="13019"/>
                    <a:pt x="12282" y="13019"/>
                  </a:cubicBezTo>
                  <a:cubicBezTo>
                    <a:pt x="12388" y="13315"/>
                    <a:pt x="12388" y="13315"/>
                    <a:pt x="12388" y="13315"/>
                  </a:cubicBezTo>
                  <a:cubicBezTo>
                    <a:pt x="12282" y="13315"/>
                    <a:pt x="12282" y="13315"/>
                    <a:pt x="12282" y="13315"/>
                  </a:cubicBezTo>
                  <a:cubicBezTo>
                    <a:pt x="12282" y="13906"/>
                    <a:pt x="12282" y="13906"/>
                    <a:pt x="12282" y="13906"/>
                  </a:cubicBezTo>
                  <a:cubicBezTo>
                    <a:pt x="12282" y="13906"/>
                    <a:pt x="12282" y="13906"/>
                    <a:pt x="12282" y="13906"/>
                  </a:cubicBezTo>
                  <a:cubicBezTo>
                    <a:pt x="12388" y="14202"/>
                    <a:pt x="12388" y="14202"/>
                    <a:pt x="12388" y="14202"/>
                  </a:cubicBezTo>
                  <a:cubicBezTo>
                    <a:pt x="12388" y="13906"/>
                    <a:pt x="12388" y="13906"/>
                    <a:pt x="12388" y="13906"/>
                  </a:cubicBezTo>
                  <a:cubicBezTo>
                    <a:pt x="12494" y="14202"/>
                    <a:pt x="12494" y="14202"/>
                    <a:pt x="12494" y="14202"/>
                  </a:cubicBezTo>
                  <a:cubicBezTo>
                    <a:pt x="12599" y="14202"/>
                    <a:pt x="12599" y="14202"/>
                    <a:pt x="12599" y="14202"/>
                  </a:cubicBezTo>
                  <a:cubicBezTo>
                    <a:pt x="12599" y="13906"/>
                    <a:pt x="12599" y="13906"/>
                    <a:pt x="12599" y="13906"/>
                  </a:cubicBezTo>
                  <a:cubicBezTo>
                    <a:pt x="12599" y="13906"/>
                    <a:pt x="12599" y="13906"/>
                    <a:pt x="12599" y="13906"/>
                  </a:cubicBezTo>
                  <a:cubicBezTo>
                    <a:pt x="12705" y="13610"/>
                    <a:pt x="12705" y="13610"/>
                    <a:pt x="12705" y="13610"/>
                  </a:cubicBezTo>
                  <a:cubicBezTo>
                    <a:pt x="12705" y="13610"/>
                    <a:pt x="12705" y="13610"/>
                    <a:pt x="12705" y="13610"/>
                  </a:cubicBezTo>
                  <a:cubicBezTo>
                    <a:pt x="12811" y="13315"/>
                    <a:pt x="12811" y="13315"/>
                    <a:pt x="12811" y="13315"/>
                  </a:cubicBezTo>
                  <a:cubicBezTo>
                    <a:pt x="13023" y="13315"/>
                    <a:pt x="13023" y="13315"/>
                    <a:pt x="13023" y="13315"/>
                  </a:cubicBezTo>
                  <a:cubicBezTo>
                    <a:pt x="13023" y="13315"/>
                    <a:pt x="13023" y="13315"/>
                    <a:pt x="13023" y="13315"/>
                  </a:cubicBezTo>
                  <a:cubicBezTo>
                    <a:pt x="13129" y="13315"/>
                    <a:pt x="13129" y="13315"/>
                    <a:pt x="13129" y="13315"/>
                  </a:cubicBezTo>
                  <a:cubicBezTo>
                    <a:pt x="13129" y="13315"/>
                    <a:pt x="13129" y="13315"/>
                    <a:pt x="13129" y="13315"/>
                  </a:cubicBezTo>
                  <a:cubicBezTo>
                    <a:pt x="13235" y="13315"/>
                    <a:pt x="13235" y="13315"/>
                    <a:pt x="13235" y="13315"/>
                  </a:cubicBezTo>
                  <a:cubicBezTo>
                    <a:pt x="13129" y="13019"/>
                    <a:pt x="13129" y="13019"/>
                    <a:pt x="13129" y="13019"/>
                  </a:cubicBezTo>
                  <a:cubicBezTo>
                    <a:pt x="13023" y="13019"/>
                    <a:pt x="13023" y="13019"/>
                    <a:pt x="13023" y="13019"/>
                  </a:cubicBezTo>
                  <a:cubicBezTo>
                    <a:pt x="13023" y="13019"/>
                    <a:pt x="13023" y="13019"/>
                    <a:pt x="13023" y="13019"/>
                  </a:cubicBezTo>
                  <a:cubicBezTo>
                    <a:pt x="13023" y="13019"/>
                    <a:pt x="13023" y="13019"/>
                    <a:pt x="13023" y="13019"/>
                  </a:cubicBezTo>
                  <a:cubicBezTo>
                    <a:pt x="12917" y="13019"/>
                    <a:pt x="12917" y="13019"/>
                    <a:pt x="12917" y="13019"/>
                  </a:cubicBezTo>
                  <a:cubicBezTo>
                    <a:pt x="12917" y="13019"/>
                    <a:pt x="12917" y="13019"/>
                    <a:pt x="12917" y="13019"/>
                  </a:cubicBezTo>
                  <a:cubicBezTo>
                    <a:pt x="12811" y="13019"/>
                    <a:pt x="12811" y="13019"/>
                    <a:pt x="12811" y="13019"/>
                  </a:cubicBezTo>
                  <a:cubicBezTo>
                    <a:pt x="12811" y="12723"/>
                    <a:pt x="12811" y="12723"/>
                    <a:pt x="12811" y="12723"/>
                  </a:cubicBezTo>
                  <a:cubicBezTo>
                    <a:pt x="12811" y="12723"/>
                    <a:pt x="12811" y="12723"/>
                    <a:pt x="12811" y="12723"/>
                  </a:cubicBezTo>
                  <a:cubicBezTo>
                    <a:pt x="12811" y="12723"/>
                    <a:pt x="12811" y="12723"/>
                    <a:pt x="12811" y="12723"/>
                  </a:cubicBezTo>
                  <a:cubicBezTo>
                    <a:pt x="12705" y="12723"/>
                    <a:pt x="12705" y="12723"/>
                    <a:pt x="12705" y="12723"/>
                  </a:cubicBezTo>
                  <a:cubicBezTo>
                    <a:pt x="12705" y="12723"/>
                    <a:pt x="12705" y="12723"/>
                    <a:pt x="12705" y="12723"/>
                  </a:cubicBezTo>
                  <a:cubicBezTo>
                    <a:pt x="12599" y="12427"/>
                    <a:pt x="12599" y="12427"/>
                    <a:pt x="12599" y="12427"/>
                  </a:cubicBezTo>
                  <a:cubicBezTo>
                    <a:pt x="12705" y="12427"/>
                    <a:pt x="12705" y="12427"/>
                    <a:pt x="12705" y="12427"/>
                  </a:cubicBezTo>
                  <a:cubicBezTo>
                    <a:pt x="12705" y="12131"/>
                    <a:pt x="12705" y="12131"/>
                    <a:pt x="12705" y="12131"/>
                  </a:cubicBezTo>
                  <a:cubicBezTo>
                    <a:pt x="12705" y="12427"/>
                    <a:pt x="12705" y="12427"/>
                    <a:pt x="12705" y="12427"/>
                  </a:cubicBezTo>
                  <a:cubicBezTo>
                    <a:pt x="12705" y="12131"/>
                    <a:pt x="12705" y="12131"/>
                    <a:pt x="12705" y="12131"/>
                  </a:cubicBezTo>
                  <a:cubicBezTo>
                    <a:pt x="12811" y="12131"/>
                    <a:pt x="12811" y="12131"/>
                    <a:pt x="12811" y="12131"/>
                  </a:cubicBezTo>
                  <a:cubicBezTo>
                    <a:pt x="12811" y="12131"/>
                    <a:pt x="12811" y="12131"/>
                    <a:pt x="12811" y="12131"/>
                  </a:cubicBezTo>
                  <a:cubicBezTo>
                    <a:pt x="12705" y="11835"/>
                    <a:pt x="12705" y="11835"/>
                    <a:pt x="12705" y="11835"/>
                  </a:cubicBezTo>
                  <a:cubicBezTo>
                    <a:pt x="12705" y="11835"/>
                    <a:pt x="12705" y="11835"/>
                    <a:pt x="12705" y="11835"/>
                  </a:cubicBezTo>
                  <a:cubicBezTo>
                    <a:pt x="12705" y="11835"/>
                    <a:pt x="12705" y="11835"/>
                    <a:pt x="12705" y="11835"/>
                  </a:cubicBezTo>
                  <a:cubicBezTo>
                    <a:pt x="12705" y="11539"/>
                    <a:pt x="12705" y="11539"/>
                    <a:pt x="12705" y="11539"/>
                  </a:cubicBezTo>
                  <a:cubicBezTo>
                    <a:pt x="12599" y="11539"/>
                    <a:pt x="12599" y="11539"/>
                    <a:pt x="12599" y="11539"/>
                  </a:cubicBezTo>
                  <a:cubicBezTo>
                    <a:pt x="12599" y="11539"/>
                    <a:pt x="12599" y="11539"/>
                    <a:pt x="12599" y="11539"/>
                  </a:cubicBezTo>
                  <a:cubicBezTo>
                    <a:pt x="12494" y="11243"/>
                    <a:pt x="12494" y="11243"/>
                    <a:pt x="12494" y="11243"/>
                  </a:cubicBezTo>
                  <a:cubicBezTo>
                    <a:pt x="12388" y="10947"/>
                    <a:pt x="12388" y="10947"/>
                    <a:pt x="12388" y="10947"/>
                  </a:cubicBezTo>
                  <a:cubicBezTo>
                    <a:pt x="12282" y="10652"/>
                    <a:pt x="12282" y="10652"/>
                    <a:pt x="12282" y="10652"/>
                  </a:cubicBezTo>
                  <a:cubicBezTo>
                    <a:pt x="12282" y="10652"/>
                    <a:pt x="12282" y="10652"/>
                    <a:pt x="12282" y="10652"/>
                  </a:cubicBezTo>
                  <a:cubicBezTo>
                    <a:pt x="12282" y="10356"/>
                    <a:pt x="12282" y="10356"/>
                    <a:pt x="12282" y="10356"/>
                  </a:cubicBezTo>
                  <a:cubicBezTo>
                    <a:pt x="12282" y="10356"/>
                    <a:pt x="12282" y="10356"/>
                    <a:pt x="12282" y="10356"/>
                  </a:cubicBezTo>
                  <a:cubicBezTo>
                    <a:pt x="12388" y="10652"/>
                    <a:pt x="12388" y="10652"/>
                    <a:pt x="12388" y="10652"/>
                  </a:cubicBezTo>
                  <a:cubicBezTo>
                    <a:pt x="12388" y="10652"/>
                    <a:pt x="12388" y="10652"/>
                    <a:pt x="12388" y="10652"/>
                  </a:cubicBezTo>
                  <a:cubicBezTo>
                    <a:pt x="12494" y="10356"/>
                    <a:pt x="12494" y="10356"/>
                    <a:pt x="12494" y="10356"/>
                  </a:cubicBezTo>
                  <a:cubicBezTo>
                    <a:pt x="12494" y="10356"/>
                    <a:pt x="12494" y="10356"/>
                    <a:pt x="12494" y="10356"/>
                  </a:cubicBezTo>
                  <a:cubicBezTo>
                    <a:pt x="12705" y="10060"/>
                    <a:pt x="12705" y="10060"/>
                    <a:pt x="12705" y="10060"/>
                  </a:cubicBezTo>
                  <a:cubicBezTo>
                    <a:pt x="12811" y="9764"/>
                    <a:pt x="12811" y="9764"/>
                    <a:pt x="12811" y="9764"/>
                  </a:cubicBezTo>
                  <a:cubicBezTo>
                    <a:pt x="12917" y="9468"/>
                    <a:pt x="12917" y="9468"/>
                    <a:pt x="12917" y="9468"/>
                  </a:cubicBezTo>
                  <a:cubicBezTo>
                    <a:pt x="13023" y="9468"/>
                    <a:pt x="13023" y="9468"/>
                    <a:pt x="13023" y="9468"/>
                  </a:cubicBezTo>
                  <a:cubicBezTo>
                    <a:pt x="13023" y="9172"/>
                    <a:pt x="13023" y="9172"/>
                    <a:pt x="13023" y="9172"/>
                  </a:cubicBezTo>
                  <a:cubicBezTo>
                    <a:pt x="13129" y="9172"/>
                    <a:pt x="13129" y="9172"/>
                    <a:pt x="13129" y="9172"/>
                  </a:cubicBezTo>
                  <a:cubicBezTo>
                    <a:pt x="13235" y="9468"/>
                    <a:pt x="13235" y="9468"/>
                    <a:pt x="13235" y="9468"/>
                  </a:cubicBezTo>
                  <a:cubicBezTo>
                    <a:pt x="13235" y="9468"/>
                    <a:pt x="13235" y="9468"/>
                    <a:pt x="13235" y="9468"/>
                  </a:cubicBezTo>
                  <a:cubicBezTo>
                    <a:pt x="13341" y="9172"/>
                    <a:pt x="13341" y="9172"/>
                    <a:pt x="13341" y="9172"/>
                  </a:cubicBezTo>
                  <a:cubicBezTo>
                    <a:pt x="13341" y="8876"/>
                    <a:pt x="13341" y="8876"/>
                    <a:pt x="13341" y="8876"/>
                  </a:cubicBezTo>
                  <a:cubicBezTo>
                    <a:pt x="13235" y="8876"/>
                    <a:pt x="13235" y="8876"/>
                    <a:pt x="13235" y="8876"/>
                  </a:cubicBezTo>
                  <a:cubicBezTo>
                    <a:pt x="13023" y="8876"/>
                    <a:pt x="13023" y="8876"/>
                    <a:pt x="13023" y="8876"/>
                  </a:cubicBezTo>
                  <a:cubicBezTo>
                    <a:pt x="12917" y="8876"/>
                    <a:pt x="12917" y="8876"/>
                    <a:pt x="12917" y="8876"/>
                  </a:cubicBezTo>
                  <a:cubicBezTo>
                    <a:pt x="12811" y="8876"/>
                    <a:pt x="12811" y="8876"/>
                    <a:pt x="12811" y="8876"/>
                  </a:cubicBezTo>
                  <a:cubicBezTo>
                    <a:pt x="12705" y="9172"/>
                    <a:pt x="12705" y="9172"/>
                    <a:pt x="12705" y="9172"/>
                  </a:cubicBezTo>
                  <a:cubicBezTo>
                    <a:pt x="12705" y="9172"/>
                    <a:pt x="12705" y="9172"/>
                    <a:pt x="12705" y="9172"/>
                  </a:cubicBezTo>
                  <a:cubicBezTo>
                    <a:pt x="12599" y="9172"/>
                    <a:pt x="12599" y="9172"/>
                    <a:pt x="12599" y="9172"/>
                  </a:cubicBezTo>
                  <a:cubicBezTo>
                    <a:pt x="12494" y="9172"/>
                    <a:pt x="12494" y="9172"/>
                    <a:pt x="12494" y="9172"/>
                  </a:cubicBezTo>
                  <a:cubicBezTo>
                    <a:pt x="12388" y="9172"/>
                    <a:pt x="12388" y="9172"/>
                    <a:pt x="12388" y="9172"/>
                  </a:cubicBezTo>
                  <a:cubicBezTo>
                    <a:pt x="12282" y="9172"/>
                    <a:pt x="12282" y="9172"/>
                    <a:pt x="12282" y="9172"/>
                  </a:cubicBezTo>
                  <a:cubicBezTo>
                    <a:pt x="12282" y="9468"/>
                    <a:pt x="12282" y="9468"/>
                    <a:pt x="12282" y="9468"/>
                  </a:cubicBezTo>
                  <a:cubicBezTo>
                    <a:pt x="12176" y="9764"/>
                    <a:pt x="12176" y="9764"/>
                    <a:pt x="12176" y="9764"/>
                  </a:cubicBezTo>
                  <a:cubicBezTo>
                    <a:pt x="12070" y="10060"/>
                    <a:pt x="12070" y="10060"/>
                    <a:pt x="12070" y="10060"/>
                  </a:cubicBezTo>
                  <a:cubicBezTo>
                    <a:pt x="11964" y="9764"/>
                    <a:pt x="11964" y="9764"/>
                    <a:pt x="11964" y="9764"/>
                  </a:cubicBezTo>
                  <a:cubicBezTo>
                    <a:pt x="11964" y="9764"/>
                    <a:pt x="11964" y="9764"/>
                    <a:pt x="11964" y="9764"/>
                  </a:cubicBezTo>
                  <a:cubicBezTo>
                    <a:pt x="11858" y="9468"/>
                    <a:pt x="11858" y="9468"/>
                    <a:pt x="11858" y="9468"/>
                  </a:cubicBezTo>
                  <a:cubicBezTo>
                    <a:pt x="11752" y="9172"/>
                    <a:pt x="11752" y="9172"/>
                    <a:pt x="11752" y="9172"/>
                  </a:cubicBezTo>
                  <a:cubicBezTo>
                    <a:pt x="11647" y="8876"/>
                    <a:pt x="11647" y="8876"/>
                    <a:pt x="11647" y="8876"/>
                  </a:cubicBezTo>
                  <a:cubicBezTo>
                    <a:pt x="11647" y="8284"/>
                    <a:pt x="11647" y="8284"/>
                    <a:pt x="11647" y="8284"/>
                  </a:cubicBezTo>
                  <a:cubicBezTo>
                    <a:pt x="11752" y="7989"/>
                    <a:pt x="11752" y="7989"/>
                    <a:pt x="11752" y="7989"/>
                  </a:cubicBezTo>
                  <a:cubicBezTo>
                    <a:pt x="11858" y="7693"/>
                    <a:pt x="11858" y="7693"/>
                    <a:pt x="11858" y="7693"/>
                  </a:cubicBezTo>
                  <a:close/>
                  <a:moveTo>
                    <a:pt x="11964" y="0"/>
                  </a:moveTo>
                  <a:cubicBezTo>
                    <a:pt x="11858" y="0"/>
                    <a:pt x="11858" y="0"/>
                    <a:pt x="11858" y="0"/>
                  </a:cubicBezTo>
                  <a:cubicBezTo>
                    <a:pt x="11858" y="295"/>
                    <a:pt x="11858" y="295"/>
                    <a:pt x="11858" y="295"/>
                  </a:cubicBezTo>
                  <a:cubicBezTo>
                    <a:pt x="11964" y="0"/>
                    <a:pt x="11964" y="0"/>
                    <a:pt x="11964" y="0"/>
                  </a:cubicBezTo>
                  <a:cubicBezTo>
                    <a:pt x="11964" y="0"/>
                    <a:pt x="11964" y="0"/>
                    <a:pt x="11964" y="0"/>
                  </a:cubicBezTo>
                  <a:close/>
                  <a:moveTo>
                    <a:pt x="12070" y="887"/>
                  </a:moveTo>
                  <a:cubicBezTo>
                    <a:pt x="12070" y="887"/>
                    <a:pt x="12070" y="887"/>
                    <a:pt x="12070" y="887"/>
                  </a:cubicBezTo>
                  <a:cubicBezTo>
                    <a:pt x="12176" y="591"/>
                    <a:pt x="12176" y="591"/>
                    <a:pt x="12176" y="591"/>
                  </a:cubicBezTo>
                  <a:cubicBezTo>
                    <a:pt x="12176" y="887"/>
                    <a:pt x="12176" y="887"/>
                    <a:pt x="12176" y="887"/>
                  </a:cubicBezTo>
                  <a:cubicBezTo>
                    <a:pt x="12282" y="591"/>
                    <a:pt x="12282" y="591"/>
                    <a:pt x="12282" y="591"/>
                  </a:cubicBezTo>
                  <a:cubicBezTo>
                    <a:pt x="12282" y="591"/>
                    <a:pt x="12282" y="591"/>
                    <a:pt x="12282" y="591"/>
                  </a:cubicBezTo>
                  <a:cubicBezTo>
                    <a:pt x="12176" y="591"/>
                    <a:pt x="12176" y="591"/>
                    <a:pt x="12176" y="591"/>
                  </a:cubicBezTo>
                  <a:cubicBezTo>
                    <a:pt x="12070" y="591"/>
                    <a:pt x="12070" y="591"/>
                    <a:pt x="12070" y="591"/>
                  </a:cubicBezTo>
                  <a:cubicBezTo>
                    <a:pt x="11964" y="591"/>
                    <a:pt x="11964" y="591"/>
                    <a:pt x="11964" y="591"/>
                  </a:cubicBezTo>
                  <a:cubicBezTo>
                    <a:pt x="12070" y="887"/>
                    <a:pt x="12070" y="887"/>
                    <a:pt x="12070" y="887"/>
                  </a:cubicBezTo>
                  <a:close/>
                  <a:moveTo>
                    <a:pt x="11329" y="2071"/>
                  </a:moveTo>
                  <a:cubicBezTo>
                    <a:pt x="11329" y="2071"/>
                    <a:pt x="11329" y="2071"/>
                    <a:pt x="11329" y="2071"/>
                  </a:cubicBezTo>
                  <a:cubicBezTo>
                    <a:pt x="11329" y="2367"/>
                    <a:pt x="11329" y="2367"/>
                    <a:pt x="11329" y="2367"/>
                  </a:cubicBezTo>
                  <a:cubicBezTo>
                    <a:pt x="11329" y="2071"/>
                    <a:pt x="11329" y="2071"/>
                    <a:pt x="11329" y="2071"/>
                  </a:cubicBezTo>
                  <a:cubicBezTo>
                    <a:pt x="11329" y="2071"/>
                    <a:pt x="11329" y="2071"/>
                    <a:pt x="11329" y="2071"/>
                  </a:cubicBezTo>
                  <a:close/>
                  <a:moveTo>
                    <a:pt x="11435" y="1775"/>
                  </a:moveTo>
                  <a:cubicBezTo>
                    <a:pt x="11647" y="1479"/>
                    <a:pt x="11647" y="1479"/>
                    <a:pt x="11647" y="1479"/>
                  </a:cubicBezTo>
                  <a:cubicBezTo>
                    <a:pt x="11752" y="1479"/>
                    <a:pt x="11752" y="1479"/>
                    <a:pt x="11752" y="1479"/>
                  </a:cubicBezTo>
                  <a:cubicBezTo>
                    <a:pt x="11752" y="1479"/>
                    <a:pt x="11752" y="1479"/>
                    <a:pt x="11752" y="1479"/>
                  </a:cubicBezTo>
                  <a:cubicBezTo>
                    <a:pt x="11647" y="1775"/>
                    <a:pt x="11647" y="1775"/>
                    <a:pt x="11647" y="1775"/>
                  </a:cubicBezTo>
                  <a:cubicBezTo>
                    <a:pt x="11541" y="1775"/>
                    <a:pt x="11541" y="1775"/>
                    <a:pt x="11541" y="1775"/>
                  </a:cubicBezTo>
                  <a:cubicBezTo>
                    <a:pt x="11435" y="1775"/>
                    <a:pt x="11435" y="1775"/>
                    <a:pt x="11435" y="1775"/>
                  </a:cubicBezTo>
                  <a:close/>
                  <a:moveTo>
                    <a:pt x="10482" y="2958"/>
                  </a:moveTo>
                  <a:cubicBezTo>
                    <a:pt x="10588" y="3254"/>
                    <a:pt x="10588" y="3254"/>
                    <a:pt x="10588" y="3254"/>
                  </a:cubicBezTo>
                  <a:cubicBezTo>
                    <a:pt x="10482" y="2958"/>
                    <a:pt x="10482" y="2958"/>
                    <a:pt x="10482" y="2958"/>
                  </a:cubicBezTo>
                  <a:cubicBezTo>
                    <a:pt x="10482" y="2958"/>
                    <a:pt x="10482" y="2958"/>
                    <a:pt x="10482" y="2958"/>
                  </a:cubicBezTo>
                  <a:close/>
                  <a:moveTo>
                    <a:pt x="10482" y="2958"/>
                  </a:moveTo>
                  <a:cubicBezTo>
                    <a:pt x="10482" y="2958"/>
                    <a:pt x="10482" y="2958"/>
                    <a:pt x="10482" y="2958"/>
                  </a:cubicBezTo>
                  <a:cubicBezTo>
                    <a:pt x="10588" y="2958"/>
                    <a:pt x="10588" y="2958"/>
                    <a:pt x="10588" y="2958"/>
                  </a:cubicBezTo>
                  <a:cubicBezTo>
                    <a:pt x="10588" y="2958"/>
                    <a:pt x="10588" y="2958"/>
                    <a:pt x="10588" y="2958"/>
                  </a:cubicBezTo>
                  <a:cubicBezTo>
                    <a:pt x="10588" y="2958"/>
                    <a:pt x="10588" y="2958"/>
                    <a:pt x="10588" y="2958"/>
                  </a:cubicBezTo>
                  <a:cubicBezTo>
                    <a:pt x="10482" y="2958"/>
                    <a:pt x="10482" y="2958"/>
                    <a:pt x="10482" y="2958"/>
                  </a:cubicBezTo>
                  <a:close/>
                  <a:moveTo>
                    <a:pt x="10588" y="3550"/>
                  </a:moveTo>
                  <a:cubicBezTo>
                    <a:pt x="10482" y="3550"/>
                    <a:pt x="10482" y="3550"/>
                    <a:pt x="10482" y="3550"/>
                  </a:cubicBezTo>
                  <a:cubicBezTo>
                    <a:pt x="10588" y="3550"/>
                    <a:pt x="10588" y="3550"/>
                    <a:pt x="10588" y="3550"/>
                  </a:cubicBezTo>
                  <a:cubicBezTo>
                    <a:pt x="10588" y="3550"/>
                    <a:pt x="10588" y="3550"/>
                    <a:pt x="10588" y="3550"/>
                  </a:cubicBezTo>
                  <a:close/>
                  <a:moveTo>
                    <a:pt x="10482" y="3846"/>
                  </a:moveTo>
                  <a:cubicBezTo>
                    <a:pt x="10482" y="3846"/>
                    <a:pt x="10482" y="3846"/>
                    <a:pt x="10482" y="3846"/>
                  </a:cubicBezTo>
                  <a:cubicBezTo>
                    <a:pt x="10482" y="4142"/>
                    <a:pt x="10482" y="4142"/>
                    <a:pt x="10482" y="4142"/>
                  </a:cubicBezTo>
                  <a:cubicBezTo>
                    <a:pt x="10482" y="4142"/>
                    <a:pt x="10482" y="4142"/>
                    <a:pt x="10482" y="4142"/>
                  </a:cubicBezTo>
                  <a:cubicBezTo>
                    <a:pt x="10482" y="3846"/>
                    <a:pt x="10482" y="3846"/>
                    <a:pt x="10482" y="3846"/>
                  </a:cubicBezTo>
                  <a:close/>
                  <a:moveTo>
                    <a:pt x="9847" y="12427"/>
                  </a:moveTo>
                  <a:cubicBezTo>
                    <a:pt x="9952" y="12427"/>
                    <a:pt x="9952" y="12427"/>
                    <a:pt x="9952" y="12427"/>
                  </a:cubicBezTo>
                  <a:cubicBezTo>
                    <a:pt x="9952" y="12723"/>
                    <a:pt x="9952" y="12723"/>
                    <a:pt x="9952" y="12723"/>
                  </a:cubicBezTo>
                  <a:cubicBezTo>
                    <a:pt x="9847" y="12723"/>
                    <a:pt x="9847" y="12723"/>
                    <a:pt x="9847" y="12723"/>
                  </a:cubicBezTo>
                  <a:cubicBezTo>
                    <a:pt x="9847" y="12427"/>
                    <a:pt x="9847" y="12427"/>
                    <a:pt x="9847" y="12427"/>
                  </a:cubicBezTo>
                  <a:cubicBezTo>
                    <a:pt x="9847" y="12427"/>
                    <a:pt x="9847" y="12427"/>
                    <a:pt x="9847" y="12427"/>
                  </a:cubicBezTo>
                  <a:close/>
                  <a:moveTo>
                    <a:pt x="9847" y="12427"/>
                  </a:moveTo>
                  <a:cubicBezTo>
                    <a:pt x="9847" y="12723"/>
                    <a:pt x="9847" y="12723"/>
                    <a:pt x="9847" y="12723"/>
                  </a:cubicBezTo>
                  <a:cubicBezTo>
                    <a:pt x="9847" y="13019"/>
                    <a:pt x="9847" y="13019"/>
                    <a:pt x="9847" y="13019"/>
                  </a:cubicBezTo>
                  <a:cubicBezTo>
                    <a:pt x="9741" y="13019"/>
                    <a:pt x="9741" y="13019"/>
                    <a:pt x="9741" y="13019"/>
                  </a:cubicBezTo>
                  <a:cubicBezTo>
                    <a:pt x="9741" y="13019"/>
                    <a:pt x="9741" y="13019"/>
                    <a:pt x="9741" y="13019"/>
                  </a:cubicBezTo>
                  <a:cubicBezTo>
                    <a:pt x="9741" y="12723"/>
                    <a:pt x="9741" y="12723"/>
                    <a:pt x="9741" y="12723"/>
                  </a:cubicBezTo>
                  <a:cubicBezTo>
                    <a:pt x="9741" y="12427"/>
                    <a:pt x="9741" y="12427"/>
                    <a:pt x="9741" y="12427"/>
                  </a:cubicBezTo>
                  <a:cubicBezTo>
                    <a:pt x="9847" y="12131"/>
                    <a:pt x="9847" y="12131"/>
                    <a:pt x="9847" y="12131"/>
                  </a:cubicBezTo>
                  <a:cubicBezTo>
                    <a:pt x="9847" y="12427"/>
                    <a:pt x="9847" y="12427"/>
                    <a:pt x="9847" y="12427"/>
                  </a:cubicBezTo>
                  <a:close/>
                  <a:moveTo>
                    <a:pt x="6564" y="8580"/>
                  </a:moveTo>
                  <a:cubicBezTo>
                    <a:pt x="6670" y="8580"/>
                    <a:pt x="6670" y="8580"/>
                    <a:pt x="6670" y="8580"/>
                  </a:cubicBezTo>
                  <a:cubicBezTo>
                    <a:pt x="6776" y="8876"/>
                    <a:pt x="6776" y="8876"/>
                    <a:pt x="6776" y="8876"/>
                  </a:cubicBezTo>
                  <a:cubicBezTo>
                    <a:pt x="6670" y="8876"/>
                    <a:pt x="6670" y="8876"/>
                    <a:pt x="6670" y="8876"/>
                  </a:cubicBezTo>
                  <a:cubicBezTo>
                    <a:pt x="6564" y="8876"/>
                    <a:pt x="6564" y="8876"/>
                    <a:pt x="6564" y="8876"/>
                  </a:cubicBezTo>
                  <a:cubicBezTo>
                    <a:pt x="6564" y="8580"/>
                    <a:pt x="6564" y="8580"/>
                    <a:pt x="6564" y="8580"/>
                  </a:cubicBezTo>
                  <a:cubicBezTo>
                    <a:pt x="6564" y="8580"/>
                    <a:pt x="6564" y="8580"/>
                    <a:pt x="6564" y="8580"/>
                  </a:cubicBezTo>
                  <a:close/>
                  <a:moveTo>
                    <a:pt x="6670" y="9172"/>
                  </a:moveTo>
                  <a:cubicBezTo>
                    <a:pt x="6776" y="9172"/>
                    <a:pt x="6776" y="9172"/>
                    <a:pt x="6776" y="9172"/>
                  </a:cubicBezTo>
                  <a:cubicBezTo>
                    <a:pt x="6776" y="9172"/>
                    <a:pt x="6776" y="9172"/>
                    <a:pt x="6776" y="9172"/>
                  </a:cubicBezTo>
                  <a:cubicBezTo>
                    <a:pt x="6882" y="9468"/>
                    <a:pt x="6882" y="9468"/>
                    <a:pt x="6882" y="9468"/>
                  </a:cubicBezTo>
                  <a:cubicBezTo>
                    <a:pt x="6882" y="9468"/>
                    <a:pt x="6882" y="9468"/>
                    <a:pt x="6882" y="9468"/>
                  </a:cubicBezTo>
                  <a:cubicBezTo>
                    <a:pt x="6776" y="9468"/>
                    <a:pt x="6776" y="9468"/>
                    <a:pt x="6776" y="9468"/>
                  </a:cubicBezTo>
                  <a:cubicBezTo>
                    <a:pt x="6670" y="9468"/>
                    <a:pt x="6670" y="9468"/>
                    <a:pt x="6670" y="9468"/>
                  </a:cubicBezTo>
                  <a:cubicBezTo>
                    <a:pt x="6670" y="9172"/>
                    <a:pt x="6670" y="9172"/>
                    <a:pt x="6670" y="9172"/>
                  </a:cubicBezTo>
                  <a:cubicBezTo>
                    <a:pt x="6670" y="9172"/>
                    <a:pt x="6670" y="9172"/>
                    <a:pt x="6670" y="9172"/>
                  </a:cubicBezTo>
                  <a:close/>
                  <a:moveTo>
                    <a:pt x="6776" y="9468"/>
                  </a:moveTo>
                  <a:cubicBezTo>
                    <a:pt x="6882" y="9468"/>
                    <a:pt x="6882" y="9468"/>
                    <a:pt x="6882" y="9468"/>
                  </a:cubicBezTo>
                  <a:cubicBezTo>
                    <a:pt x="6882" y="9764"/>
                    <a:pt x="6882" y="9764"/>
                    <a:pt x="6882" y="9764"/>
                  </a:cubicBezTo>
                  <a:cubicBezTo>
                    <a:pt x="6882" y="9764"/>
                    <a:pt x="6882" y="9764"/>
                    <a:pt x="6882" y="9764"/>
                  </a:cubicBezTo>
                  <a:cubicBezTo>
                    <a:pt x="6776" y="10060"/>
                    <a:pt x="6776" y="10060"/>
                    <a:pt x="6776" y="10060"/>
                  </a:cubicBezTo>
                  <a:cubicBezTo>
                    <a:pt x="6776" y="9764"/>
                    <a:pt x="6776" y="9764"/>
                    <a:pt x="6776" y="9764"/>
                  </a:cubicBezTo>
                  <a:cubicBezTo>
                    <a:pt x="6776" y="9764"/>
                    <a:pt x="6776" y="9764"/>
                    <a:pt x="6776" y="9764"/>
                  </a:cubicBezTo>
                  <a:cubicBezTo>
                    <a:pt x="6776" y="9468"/>
                    <a:pt x="6776" y="9468"/>
                    <a:pt x="6776" y="9468"/>
                  </a:cubicBezTo>
                  <a:close/>
                  <a:moveTo>
                    <a:pt x="6564" y="6805"/>
                  </a:moveTo>
                  <a:cubicBezTo>
                    <a:pt x="6564" y="6213"/>
                    <a:pt x="6564" y="6213"/>
                    <a:pt x="6564" y="6213"/>
                  </a:cubicBezTo>
                  <a:cubicBezTo>
                    <a:pt x="6670" y="5917"/>
                    <a:pt x="6670" y="5917"/>
                    <a:pt x="6670" y="5917"/>
                  </a:cubicBezTo>
                  <a:cubicBezTo>
                    <a:pt x="6776" y="5917"/>
                    <a:pt x="6776" y="5917"/>
                    <a:pt x="6776" y="5917"/>
                  </a:cubicBezTo>
                  <a:cubicBezTo>
                    <a:pt x="6776" y="5621"/>
                    <a:pt x="6776" y="5621"/>
                    <a:pt x="6776" y="5621"/>
                  </a:cubicBezTo>
                  <a:cubicBezTo>
                    <a:pt x="6882" y="6213"/>
                    <a:pt x="6882" y="6213"/>
                    <a:pt x="6882" y="6213"/>
                  </a:cubicBezTo>
                  <a:cubicBezTo>
                    <a:pt x="7094" y="6509"/>
                    <a:pt x="7094" y="6509"/>
                    <a:pt x="7094" y="6509"/>
                  </a:cubicBezTo>
                  <a:cubicBezTo>
                    <a:pt x="7094" y="6509"/>
                    <a:pt x="7094" y="6509"/>
                    <a:pt x="7094" y="6509"/>
                  </a:cubicBezTo>
                  <a:cubicBezTo>
                    <a:pt x="7199" y="6805"/>
                    <a:pt x="7199" y="6805"/>
                    <a:pt x="7199" y="6805"/>
                  </a:cubicBezTo>
                  <a:cubicBezTo>
                    <a:pt x="7199" y="7101"/>
                    <a:pt x="7199" y="7101"/>
                    <a:pt x="7199" y="7101"/>
                  </a:cubicBezTo>
                  <a:cubicBezTo>
                    <a:pt x="7305" y="7101"/>
                    <a:pt x="7305" y="7101"/>
                    <a:pt x="7305" y="7101"/>
                  </a:cubicBezTo>
                  <a:cubicBezTo>
                    <a:pt x="7411" y="6805"/>
                    <a:pt x="7411" y="6805"/>
                    <a:pt x="7411" y="6805"/>
                  </a:cubicBezTo>
                  <a:cubicBezTo>
                    <a:pt x="7411" y="6805"/>
                    <a:pt x="7411" y="6805"/>
                    <a:pt x="7411" y="6805"/>
                  </a:cubicBezTo>
                  <a:cubicBezTo>
                    <a:pt x="7517" y="6805"/>
                    <a:pt x="7517" y="6805"/>
                    <a:pt x="7517" y="6805"/>
                  </a:cubicBezTo>
                  <a:cubicBezTo>
                    <a:pt x="7623" y="6805"/>
                    <a:pt x="7623" y="6805"/>
                    <a:pt x="7623" y="6805"/>
                  </a:cubicBezTo>
                  <a:cubicBezTo>
                    <a:pt x="7941" y="6805"/>
                    <a:pt x="7941" y="6805"/>
                    <a:pt x="7941" y="6805"/>
                  </a:cubicBezTo>
                  <a:cubicBezTo>
                    <a:pt x="8152" y="6509"/>
                    <a:pt x="8152" y="6509"/>
                    <a:pt x="8152" y="6509"/>
                  </a:cubicBezTo>
                  <a:cubicBezTo>
                    <a:pt x="8258" y="6213"/>
                    <a:pt x="8258" y="6213"/>
                    <a:pt x="8258" y="6213"/>
                  </a:cubicBezTo>
                  <a:cubicBezTo>
                    <a:pt x="8470" y="6213"/>
                    <a:pt x="8470" y="6213"/>
                    <a:pt x="8470" y="6213"/>
                  </a:cubicBezTo>
                  <a:cubicBezTo>
                    <a:pt x="8576" y="6509"/>
                    <a:pt x="8576" y="6509"/>
                    <a:pt x="8576" y="6509"/>
                  </a:cubicBezTo>
                  <a:cubicBezTo>
                    <a:pt x="8576" y="6509"/>
                    <a:pt x="8576" y="6509"/>
                    <a:pt x="8576" y="6509"/>
                  </a:cubicBezTo>
                  <a:cubicBezTo>
                    <a:pt x="8682" y="6509"/>
                    <a:pt x="8682" y="6509"/>
                    <a:pt x="8682" y="6509"/>
                  </a:cubicBezTo>
                  <a:cubicBezTo>
                    <a:pt x="8894" y="6213"/>
                    <a:pt x="8894" y="6213"/>
                    <a:pt x="8894" y="6213"/>
                  </a:cubicBezTo>
                  <a:cubicBezTo>
                    <a:pt x="9105" y="6213"/>
                    <a:pt x="9105" y="6213"/>
                    <a:pt x="9105" y="6213"/>
                  </a:cubicBezTo>
                  <a:cubicBezTo>
                    <a:pt x="9105" y="5917"/>
                    <a:pt x="9105" y="5917"/>
                    <a:pt x="9105" y="5917"/>
                  </a:cubicBezTo>
                  <a:cubicBezTo>
                    <a:pt x="9317" y="5326"/>
                    <a:pt x="9317" y="5326"/>
                    <a:pt x="9317" y="5326"/>
                  </a:cubicBezTo>
                  <a:cubicBezTo>
                    <a:pt x="9423" y="4734"/>
                    <a:pt x="9423" y="4734"/>
                    <a:pt x="9423" y="4734"/>
                  </a:cubicBezTo>
                  <a:cubicBezTo>
                    <a:pt x="9529" y="4438"/>
                    <a:pt x="9529" y="4438"/>
                    <a:pt x="9529" y="4438"/>
                  </a:cubicBezTo>
                  <a:cubicBezTo>
                    <a:pt x="9635" y="3254"/>
                    <a:pt x="9635" y="3254"/>
                    <a:pt x="9635" y="3254"/>
                  </a:cubicBezTo>
                  <a:cubicBezTo>
                    <a:pt x="9635" y="3254"/>
                    <a:pt x="9635" y="3254"/>
                    <a:pt x="9635" y="3254"/>
                  </a:cubicBezTo>
                  <a:cubicBezTo>
                    <a:pt x="9635" y="2958"/>
                    <a:pt x="9635" y="2958"/>
                    <a:pt x="9635" y="2958"/>
                  </a:cubicBezTo>
                  <a:cubicBezTo>
                    <a:pt x="9635" y="2958"/>
                    <a:pt x="9635" y="2958"/>
                    <a:pt x="9635" y="2958"/>
                  </a:cubicBezTo>
                  <a:cubicBezTo>
                    <a:pt x="9741" y="2663"/>
                    <a:pt x="9741" y="2663"/>
                    <a:pt x="9741" y="2663"/>
                  </a:cubicBezTo>
                  <a:cubicBezTo>
                    <a:pt x="9847" y="2663"/>
                    <a:pt x="9847" y="2663"/>
                    <a:pt x="9847" y="2663"/>
                  </a:cubicBezTo>
                  <a:cubicBezTo>
                    <a:pt x="9952" y="2663"/>
                    <a:pt x="9952" y="2663"/>
                    <a:pt x="9952" y="2663"/>
                  </a:cubicBezTo>
                  <a:cubicBezTo>
                    <a:pt x="10164" y="2663"/>
                    <a:pt x="10164" y="2663"/>
                    <a:pt x="10164" y="2663"/>
                  </a:cubicBezTo>
                  <a:cubicBezTo>
                    <a:pt x="10270" y="2663"/>
                    <a:pt x="10270" y="2663"/>
                    <a:pt x="10270" y="2663"/>
                  </a:cubicBezTo>
                  <a:cubicBezTo>
                    <a:pt x="10376" y="2663"/>
                    <a:pt x="10376" y="2663"/>
                    <a:pt x="10376" y="2663"/>
                  </a:cubicBezTo>
                  <a:cubicBezTo>
                    <a:pt x="10482" y="2663"/>
                    <a:pt x="10482" y="2663"/>
                    <a:pt x="10482" y="2663"/>
                  </a:cubicBezTo>
                  <a:cubicBezTo>
                    <a:pt x="10482" y="2958"/>
                    <a:pt x="10482" y="2958"/>
                    <a:pt x="10482" y="2958"/>
                  </a:cubicBezTo>
                  <a:cubicBezTo>
                    <a:pt x="10376" y="2958"/>
                    <a:pt x="10376" y="2958"/>
                    <a:pt x="10376" y="2958"/>
                  </a:cubicBezTo>
                  <a:cubicBezTo>
                    <a:pt x="10482" y="2958"/>
                    <a:pt x="10482" y="2958"/>
                    <a:pt x="10482" y="2958"/>
                  </a:cubicBezTo>
                  <a:cubicBezTo>
                    <a:pt x="10376" y="2958"/>
                    <a:pt x="10376" y="2958"/>
                    <a:pt x="10376" y="2958"/>
                  </a:cubicBezTo>
                  <a:cubicBezTo>
                    <a:pt x="10482" y="3254"/>
                    <a:pt x="10482" y="3254"/>
                    <a:pt x="10482" y="3254"/>
                  </a:cubicBezTo>
                  <a:cubicBezTo>
                    <a:pt x="10588" y="3550"/>
                    <a:pt x="10588" y="3550"/>
                    <a:pt x="10588" y="3550"/>
                  </a:cubicBezTo>
                  <a:cubicBezTo>
                    <a:pt x="10482" y="3550"/>
                    <a:pt x="10482" y="3550"/>
                    <a:pt x="10482" y="3550"/>
                  </a:cubicBezTo>
                  <a:cubicBezTo>
                    <a:pt x="10376" y="3550"/>
                    <a:pt x="10376" y="3550"/>
                    <a:pt x="10376" y="3550"/>
                  </a:cubicBezTo>
                  <a:cubicBezTo>
                    <a:pt x="10376" y="3550"/>
                    <a:pt x="10376" y="3550"/>
                    <a:pt x="10376" y="3550"/>
                  </a:cubicBezTo>
                  <a:cubicBezTo>
                    <a:pt x="10376" y="3846"/>
                    <a:pt x="10376" y="3846"/>
                    <a:pt x="10376" y="3846"/>
                  </a:cubicBezTo>
                  <a:cubicBezTo>
                    <a:pt x="10482" y="3846"/>
                    <a:pt x="10482" y="3846"/>
                    <a:pt x="10482" y="3846"/>
                  </a:cubicBezTo>
                  <a:cubicBezTo>
                    <a:pt x="10482" y="3846"/>
                    <a:pt x="10482" y="3846"/>
                    <a:pt x="10482" y="3846"/>
                  </a:cubicBezTo>
                  <a:cubicBezTo>
                    <a:pt x="10376" y="4142"/>
                    <a:pt x="10376" y="4142"/>
                    <a:pt x="10376" y="4142"/>
                  </a:cubicBezTo>
                  <a:cubicBezTo>
                    <a:pt x="10376" y="4142"/>
                    <a:pt x="10376" y="4142"/>
                    <a:pt x="10376" y="4142"/>
                  </a:cubicBezTo>
                  <a:cubicBezTo>
                    <a:pt x="10482" y="4438"/>
                    <a:pt x="10482" y="4438"/>
                    <a:pt x="10482" y="4438"/>
                  </a:cubicBezTo>
                  <a:cubicBezTo>
                    <a:pt x="10482" y="4734"/>
                    <a:pt x="10482" y="4734"/>
                    <a:pt x="10482" y="4734"/>
                  </a:cubicBezTo>
                  <a:cubicBezTo>
                    <a:pt x="10694" y="5030"/>
                    <a:pt x="10694" y="5030"/>
                    <a:pt x="10694" y="5030"/>
                  </a:cubicBezTo>
                  <a:cubicBezTo>
                    <a:pt x="10694" y="5030"/>
                    <a:pt x="10694" y="5030"/>
                    <a:pt x="10694" y="5030"/>
                  </a:cubicBezTo>
                  <a:cubicBezTo>
                    <a:pt x="10694" y="5326"/>
                    <a:pt x="10694" y="5326"/>
                    <a:pt x="10694" y="5326"/>
                  </a:cubicBezTo>
                  <a:cubicBezTo>
                    <a:pt x="10588" y="5326"/>
                    <a:pt x="10588" y="5326"/>
                    <a:pt x="10588" y="5326"/>
                  </a:cubicBezTo>
                  <a:cubicBezTo>
                    <a:pt x="10482" y="5621"/>
                    <a:pt x="10482" y="5621"/>
                    <a:pt x="10482" y="5621"/>
                  </a:cubicBezTo>
                  <a:cubicBezTo>
                    <a:pt x="10588" y="5621"/>
                    <a:pt x="10588" y="5621"/>
                    <a:pt x="10588" y="5621"/>
                  </a:cubicBezTo>
                  <a:cubicBezTo>
                    <a:pt x="10588" y="5917"/>
                    <a:pt x="10588" y="5917"/>
                    <a:pt x="10588" y="5917"/>
                  </a:cubicBezTo>
                  <a:cubicBezTo>
                    <a:pt x="10694" y="5917"/>
                    <a:pt x="10694" y="5917"/>
                    <a:pt x="10694" y="5917"/>
                  </a:cubicBezTo>
                  <a:cubicBezTo>
                    <a:pt x="10905" y="6509"/>
                    <a:pt x="10905" y="6509"/>
                    <a:pt x="10905" y="6509"/>
                  </a:cubicBezTo>
                  <a:cubicBezTo>
                    <a:pt x="10905" y="6509"/>
                    <a:pt x="10905" y="6509"/>
                    <a:pt x="10905" y="6509"/>
                  </a:cubicBezTo>
                  <a:cubicBezTo>
                    <a:pt x="11011" y="6805"/>
                    <a:pt x="11011" y="6805"/>
                    <a:pt x="11011" y="6805"/>
                  </a:cubicBezTo>
                  <a:cubicBezTo>
                    <a:pt x="11011" y="6805"/>
                    <a:pt x="11011" y="6805"/>
                    <a:pt x="11011" y="6805"/>
                  </a:cubicBezTo>
                  <a:cubicBezTo>
                    <a:pt x="11117" y="6805"/>
                    <a:pt x="11117" y="6805"/>
                    <a:pt x="11117" y="6805"/>
                  </a:cubicBezTo>
                  <a:cubicBezTo>
                    <a:pt x="11117" y="7101"/>
                    <a:pt x="11117" y="7101"/>
                    <a:pt x="11117" y="7101"/>
                  </a:cubicBezTo>
                  <a:cubicBezTo>
                    <a:pt x="11011" y="7101"/>
                    <a:pt x="11011" y="7101"/>
                    <a:pt x="11011" y="7101"/>
                  </a:cubicBezTo>
                  <a:cubicBezTo>
                    <a:pt x="11011" y="7101"/>
                    <a:pt x="11011" y="7101"/>
                    <a:pt x="11011" y="7101"/>
                  </a:cubicBezTo>
                  <a:cubicBezTo>
                    <a:pt x="10905" y="7101"/>
                    <a:pt x="10905" y="7101"/>
                    <a:pt x="10905" y="7101"/>
                  </a:cubicBezTo>
                  <a:cubicBezTo>
                    <a:pt x="10800" y="7101"/>
                    <a:pt x="10800" y="7101"/>
                    <a:pt x="10800" y="7101"/>
                  </a:cubicBezTo>
                  <a:cubicBezTo>
                    <a:pt x="10588" y="6805"/>
                    <a:pt x="10588" y="6805"/>
                    <a:pt x="10588" y="6805"/>
                  </a:cubicBezTo>
                  <a:cubicBezTo>
                    <a:pt x="10694" y="7101"/>
                    <a:pt x="10694" y="7101"/>
                    <a:pt x="10694" y="7101"/>
                  </a:cubicBezTo>
                  <a:cubicBezTo>
                    <a:pt x="10694" y="7101"/>
                    <a:pt x="10694" y="7101"/>
                    <a:pt x="10694" y="7101"/>
                  </a:cubicBezTo>
                  <a:cubicBezTo>
                    <a:pt x="10588" y="7101"/>
                    <a:pt x="10588" y="7101"/>
                    <a:pt x="10588" y="7101"/>
                  </a:cubicBezTo>
                  <a:cubicBezTo>
                    <a:pt x="10482" y="7397"/>
                    <a:pt x="10482" y="7397"/>
                    <a:pt x="10482" y="7397"/>
                  </a:cubicBezTo>
                  <a:cubicBezTo>
                    <a:pt x="10482" y="7397"/>
                    <a:pt x="10482" y="7397"/>
                    <a:pt x="10482" y="7397"/>
                  </a:cubicBezTo>
                  <a:cubicBezTo>
                    <a:pt x="10482" y="7693"/>
                    <a:pt x="10482" y="7693"/>
                    <a:pt x="10482" y="7693"/>
                  </a:cubicBezTo>
                  <a:cubicBezTo>
                    <a:pt x="10482" y="7989"/>
                    <a:pt x="10482" y="7989"/>
                    <a:pt x="10482" y="7989"/>
                  </a:cubicBezTo>
                  <a:cubicBezTo>
                    <a:pt x="10376" y="8284"/>
                    <a:pt x="10376" y="8284"/>
                    <a:pt x="10376" y="8284"/>
                  </a:cubicBezTo>
                  <a:cubicBezTo>
                    <a:pt x="10376" y="8580"/>
                    <a:pt x="10376" y="8580"/>
                    <a:pt x="10376" y="8580"/>
                  </a:cubicBezTo>
                  <a:cubicBezTo>
                    <a:pt x="10270" y="8876"/>
                    <a:pt x="10270" y="8876"/>
                    <a:pt x="10270" y="8876"/>
                  </a:cubicBezTo>
                  <a:cubicBezTo>
                    <a:pt x="10270" y="9172"/>
                    <a:pt x="10270" y="9172"/>
                    <a:pt x="10270" y="9172"/>
                  </a:cubicBezTo>
                  <a:cubicBezTo>
                    <a:pt x="10270" y="9468"/>
                    <a:pt x="10270" y="9468"/>
                    <a:pt x="10270" y="9468"/>
                  </a:cubicBezTo>
                  <a:cubicBezTo>
                    <a:pt x="10164" y="9764"/>
                    <a:pt x="10164" y="9764"/>
                    <a:pt x="10164" y="9764"/>
                  </a:cubicBezTo>
                  <a:cubicBezTo>
                    <a:pt x="10058" y="9468"/>
                    <a:pt x="10058" y="9468"/>
                    <a:pt x="10058" y="9468"/>
                  </a:cubicBezTo>
                  <a:cubicBezTo>
                    <a:pt x="10058" y="9468"/>
                    <a:pt x="10058" y="9468"/>
                    <a:pt x="10058" y="9468"/>
                  </a:cubicBezTo>
                  <a:cubicBezTo>
                    <a:pt x="10058" y="9468"/>
                    <a:pt x="10058" y="9468"/>
                    <a:pt x="10058" y="9468"/>
                  </a:cubicBezTo>
                  <a:cubicBezTo>
                    <a:pt x="10058" y="9764"/>
                    <a:pt x="10058" y="9764"/>
                    <a:pt x="10058" y="9764"/>
                  </a:cubicBezTo>
                  <a:cubicBezTo>
                    <a:pt x="9952" y="10060"/>
                    <a:pt x="9952" y="10060"/>
                    <a:pt x="9952" y="10060"/>
                  </a:cubicBezTo>
                  <a:cubicBezTo>
                    <a:pt x="9952" y="10356"/>
                    <a:pt x="9952" y="10356"/>
                    <a:pt x="9952" y="10356"/>
                  </a:cubicBezTo>
                  <a:cubicBezTo>
                    <a:pt x="9952" y="10356"/>
                    <a:pt x="9952" y="10356"/>
                    <a:pt x="9952" y="10356"/>
                  </a:cubicBezTo>
                  <a:cubicBezTo>
                    <a:pt x="9847" y="10356"/>
                    <a:pt x="9847" y="10356"/>
                    <a:pt x="9847" y="10356"/>
                  </a:cubicBezTo>
                  <a:cubicBezTo>
                    <a:pt x="9847" y="10356"/>
                    <a:pt x="9847" y="10356"/>
                    <a:pt x="9847" y="10356"/>
                  </a:cubicBezTo>
                  <a:cubicBezTo>
                    <a:pt x="9847" y="10652"/>
                    <a:pt x="9847" y="10652"/>
                    <a:pt x="9847" y="10652"/>
                  </a:cubicBezTo>
                  <a:cubicBezTo>
                    <a:pt x="9952" y="10356"/>
                    <a:pt x="9952" y="10356"/>
                    <a:pt x="9952" y="10356"/>
                  </a:cubicBezTo>
                  <a:cubicBezTo>
                    <a:pt x="9952" y="10652"/>
                    <a:pt x="9952" y="10652"/>
                    <a:pt x="9952" y="10652"/>
                  </a:cubicBezTo>
                  <a:cubicBezTo>
                    <a:pt x="9952" y="10652"/>
                    <a:pt x="9952" y="10652"/>
                    <a:pt x="9952" y="10652"/>
                  </a:cubicBezTo>
                  <a:cubicBezTo>
                    <a:pt x="9847" y="10947"/>
                    <a:pt x="9847" y="10947"/>
                    <a:pt x="9847" y="10947"/>
                  </a:cubicBezTo>
                  <a:cubicBezTo>
                    <a:pt x="9952" y="10947"/>
                    <a:pt x="9952" y="10947"/>
                    <a:pt x="9952" y="10947"/>
                  </a:cubicBezTo>
                  <a:cubicBezTo>
                    <a:pt x="9952" y="10947"/>
                    <a:pt x="9952" y="10947"/>
                    <a:pt x="9952" y="10947"/>
                  </a:cubicBezTo>
                  <a:cubicBezTo>
                    <a:pt x="9952" y="10947"/>
                    <a:pt x="9952" y="10947"/>
                    <a:pt x="9952" y="10947"/>
                  </a:cubicBezTo>
                  <a:cubicBezTo>
                    <a:pt x="9952" y="11243"/>
                    <a:pt x="9952" y="11243"/>
                    <a:pt x="9952" y="11243"/>
                  </a:cubicBezTo>
                  <a:cubicBezTo>
                    <a:pt x="9847" y="11243"/>
                    <a:pt x="9847" y="11243"/>
                    <a:pt x="9847" y="11243"/>
                  </a:cubicBezTo>
                  <a:cubicBezTo>
                    <a:pt x="9847" y="11243"/>
                    <a:pt x="9847" y="11243"/>
                    <a:pt x="9847" y="11243"/>
                  </a:cubicBezTo>
                  <a:cubicBezTo>
                    <a:pt x="9847" y="11243"/>
                    <a:pt x="9847" y="11243"/>
                    <a:pt x="9847" y="11243"/>
                  </a:cubicBezTo>
                  <a:cubicBezTo>
                    <a:pt x="9952" y="11243"/>
                    <a:pt x="9952" y="11243"/>
                    <a:pt x="9952" y="11243"/>
                  </a:cubicBezTo>
                  <a:cubicBezTo>
                    <a:pt x="9952" y="11539"/>
                    <a:pt x="9952" y="11539"/>
                    <a:pt x="9952" y="11539"/>
                  </a:cubicBezTo>
                  <a:cubicBezTo>
                    <a:pt x="9847" y="11835"/>
                    <a:pt x="9847" y="11835"/>
                    <a:pt x="9847" y="11835"/>
                  </a:cubicBezTo>
                  <a:cubicBezTo>
                    <a:pt x="9847" y="11835"/>
                    <a:pt x="9847" y="11835"/>
                    <a:pt x="9847" y="11835"/>
                  </a:cubicBezTo>
                  <a:cubicBezTo>
                    <a:pt x="9741" y="11835"/>
                    <a:pt x="9741" y="11835"/>
                    <a:pt x="9741" y="11835"/>
                  </a:cubicBezTo>
                  <a:cubicBezTo>
                    <a:pt x="9741" y="12131"/>
                    <a:pt x="9741" y="12131"/>
                    <a:pt x="9741" y="12131"/>
                  </a:cubicBezTo>
                  <a:cubicBezTo>
                    <a:pt x="9741" y="12131"/>
                    <a:pt x="9741" y="12131"/>
                    <a:pt x="9741" y="12131"/>
                  </a:cubicBezTo>
                  <a:cubicBezTo>
                    <a:pt x="9635" y="12723"/>
                    <a:pt x="9635" y="12723"/>
                    <a:pt x="9635" y="12723"/>
                  </a:cubicBezTo>
                  <a:cubicBezTo>
                    <a:pt x="9529" y="13019"/>
                    <a:pt x="9529" y="13019"/>
                    <a:pt x="9529" y="13019"/>
                  </a:cubicBezTo>
                  <a:cubicBezTo>
                    <a:pt x="9317" y="13019"/>
                    <a:pt x="9317" y="13019"/>
                    <a:pt x="9317" y="13019"/>
                  </a:cubicBezTo>
                  <a:cubicBezTo>
                    <a:pt x="9211" y="13315"/>
                    <a:pt x="9211" y="13315"/>
                    <a:pt x="9211" y="13315"/>
                  </a:cubicBezTo>
                  <a:cubicBezTo>
                    <a:pt x="9105" y="13315"/>
                    <a:pt x="9105" y="13315"/>
                    <a:pt x="9105" y="13315"/>
                  </a:cubicBezTo>
                  <a:cubicBezTo>
                    <a:pt x="9105" y="13019"/>
                    <a:pt x="9105" y="13019"/>
                    <a:pt x="9105" y="13019"/>
                  </a:cubicBezTo>
                  <a:cubicBezTo>
                    <a:pt x="9105" y="12723"/>
                    <a:pt x="9105" y="12723"/>
                    <a:pt x="9105" y="12723"/>
                  </a:cubicBezTo>
                  <a:cubicBezTo>
                    <a:pt x="8999" y="12427"/>
                    <a:pt x="8999" y="12427"/>
                    <a:pt x="8999" y="12427"/>
                  </a:cubicBezTo>
                  <a:cubicBezTo>
                    <a:pt x="8999" y="12427"/>
                    <a:pt x="8999" y="12427"/>
                    <a:pt x="8999" y="12427"/>
                  </a:cubicBezTo>
                  <a:cubicBezTo>
                    <a:pt x="8999" y="12427"/>
                    <a:pt x="8999" y="12427"/>
                    <a:pt x="8999" y="12427"/>
                  </a:cubicBezTo>
                  <a:cubicBezTo>
                    <a:pt x="8894" y="12427"/>
                    <a:pt x="8894" y="12427"/>
                    <a:pt x="8894" y="12427"/>
                  </a:cubicBezTo>
                  <a:cubicBezTo>
                    <a:pt x="8894" y="12427"/>
                    <a:pt x="8894" y="12427"/>
                    <a:pt x="8894" y="12427"/>
                  </a:cubicBezTo>
                  <a:cubicBezTo>
                    <a:pt x="8788" y="12427"/>
                    <a:pt x="8788" y="12427"/>
                    <a:pt x="8788" y="12427"/>
                  </a:cubicBezTo>
                  <a:cubicBezTo>
                    <a:pt x="8788" y="12131"/>
                    <a:pt x="8788" y="12131"/>
                    <a:pt x="8788" y="12131"/>
                  </a:cubicBezTo>
                  <a:cubicBezTo>
                    <a:pt x="8682" y="12427"/>
                    <a:pt x="8682" y="12427"/>
                    <a:pt x="8682" y="12427"/>
                  </a:cubicBezTo>
                  <a:cubicBezTo>
                    <a:pt x="8788" y="12427"/>
                    <a:pt x="8788" y="12427"/>
                    <a:pt x="8788" y="12427"/>
                  </a:cubicBezTo>
                  <a:cubicBezTo>
                    <a:pt x="8682" y="12427"/>
                    <a:pt x="8682" y="12427"/>
                    <a:pt x="8682" y="12427"/>
                  </a:cubicBezTo>
                  <a:cubicBezTo>
                    <a:pt x="8682" y="12427"/>
                    <a:pt x="8682" y="12427"/>
                    <a:pt x="8682" y="12427"/>
                  </a:cubicBezTo>
                  <a:cubicBezTo>
                    <a:pt x="8682" y="12131"/>
                    <a:pt x="8682" y="12131"/>
                    <a:pt x="8682" y="12131"/>
                  </a:cubicBezTo>
                  <a:cubicBezTo>
                    <a:pt x="8576" y="12131"/>
                    <a:pt x="8576" y="12131"/>
                    <a:pt x="8576" y="12131"/>
                  </a:cubicBezTo>
                  <a:cubicBezTo>
                    <a:pt x="8576" y="12131"/>
                    <a:pt x="8576" y="12131"/>
                    <a:pt x="8576" y="12131"/>
                  </a:cubicBezTo>
                  <a:cubicBezTo>
                    <a:pt x="8470" y="11835"/>
                    <a:pt x="8470" y="11835"/>
                    <a:pt x="8470" y="11835"/>
                  </a:cubicBezTo>
                  <a:cubicBezTo>
                    <a:pt x="8364" y="11835"/>
                    <a:pt x="8364" y="11835"/>
                    <a:pt x="8364" y="11835"/>
                  </a:cubicBezTo>
                  <a:cubicBezTo>
                    <a:pt x="8364" y="12131"/>
                    <a:pt x="8364" y="12131"/>
                    <a:pt x="8364" y="12131"/>
                  </a:cubicBezTo>
                  <a:cubicBezTo>
                    <a:pt x="8152" y="12131"/>
                    <a:pt x="8152" y="12131"/>
                    <a:pt x="8152" y="12131"/>
                  </a:cubicBezTo>
                  <a:cubicBezTo>
                    <a:pt x="8152" y="12427"/>
                    <a:pt x="8152" y="12427"/>
                    <a:pt x="8152" y="12427"/>
                  </a:cubicBezTo>
                  <a:cubicBezTo>
                    <a:pt x="8152" y="12427"/>
                    <a:pt x="8152" y="12427"/>
                    <a:pt x="8152" y="12427"/>
                  </a:cubicBezTo>
                  <a:cubicBezTo>
                    <a:pt x="8047" y="12131"/>
                    <a:pt x="8047" y="12131"/>
                    <a:pt x="8047" y="12131"/>
                  </a:cubicBezTo>
                  <a:cubicBezTo>
                    <a:pt x="8047" y="12427"/>
                    <a:pt x="8047" y="12427"/>
                    <a:pt x="8047" y="12427"/>
                  </a:cubicBezTo>
                  <a:cubicBezTo>
                    <a:pt x="7941" y="12723"/>
                    <a:pt x="7941" y="12723"/>
                    <a:pt x="7941" y="12723"/>
                  </a:cubicBezTo>
                  <a:cubicBezTo>
                    <a:pt x="7835" y="12723"/>
                    <a:pt x="7835" y="12723"/>
                    <a:pt x="7835" y="12723"/>
                  </a:cubicBezTo>
                  <a:cubicBezTo>
                    <a:pt x="7835" y="12427"/>
                    <a:pt x="7835" y="12427"/>
                    <a:pt x="7835" y="12427"/>
                  </a:cubicBezTo>
                  <a:cubicBezTo>
                    <a:pt x="7835" y="12131"/>
                    <a:pt x="7835" y="12131"/>
                    <a:pt x="7835" y="12131"/>
                  </a:cubicBezTo>
                  <a:cubicBezTo>
                    <a:pt x="7835" y="11835"/>
                    <a:pt x="7835" y="11835"/>
                    <a:pt x="7835" y="11835"/>
                  </a:cubicBezTo>
                  <a:cubicBezTo>
                    <a:pt x="7835" y="11539"/>
                    <a:pt x="7835" y="11539"/>
                    <a:pt x="7835" y="11539"/>
                  </a:cubicBezTo>
                  <a:cubicBezTo>
                    <a:pt x="7835" y="11243"/>
                    <a:pt x="7835" y="11243"/>
                    <a:pt x="7835" y="11243"/>
                  </a:cubicBezTo>
                  <a:cubicBezTo>
                    <a:pt x="7835" y="11539"/>
                    <a:pt x="7835" y="11539"/>
                    <a:pt x="7835" y="11539"/>
                  </a:cubicBezTo>
                  <a:cubicBezTo>
                    <a:pt x="7729" y="11835"/>
                    <a:pt x="7729" y="11835"/>
                    <a:pt x="7729" y="11835"/>
                  </a:cubicBezTo>
                  <a:cubicBezTo>
                    <a:pt x="7729" y="11835"/>
                    <a:pt x="7729" y="11835"/>
                    <a:pt x="7729" y="11835"/>
                  </a:cubicBezTo>
                  <a:cubicBezTo>
                    <a:pt x="7623" y="11835"/>
                    <a:pt x="7623" y="11835"/>
                    <a:pt x="7623" y="11835"/>
                  </a:cubicBezTo>
                  <a:cubicBezTo>
                    <a:pt x="7517" y="11835"/>
                    <a:pt x="7517" y="11835"/>
                    <a:pt x="7517" y="11835"/>
                  </a:cubicBezTo>
                  <a:cubicBezTo>
                    <a:pt x="7411" y="11835"/>
                    <a:pt x="7411" y="11835"/>
                    <a:pt x="7411" y="11835"/>
                  </a:cubicBezTo>
                  <a:cubicBezTo>
                    <a:pt x="7411" y="11835"/>
                    <a:pt x="7411" y="11835"/>
                    <a:pt x="7411" y="11835"/>
                  </a:cubicBezTo>
                  <a:cubicBezTo>
                    <a:pt x="7305" y="11835"/>
                    <a:pt x="7305" y="11835"/>
                    <a:pt x="7305" y="11835"/>
                  </a:cubicBezTo>
                  <a:cubicBezTo>
                    <a:pt x="7199" y="11539"/>
                    <a:pt x="7199" y="11539"/>
                    <a:pt x="7199" y="11539"/>
                  </a:cubicBezTo>
                  <a:cubicBezTo>
                    <a:pt x="7199" y="11835"/>
                    <a:pt x="7199" y="11835"/>
                    <a:pt x="7199" y="11835"/>
                  </a:cubicBezTo>
                  <a:cubicBezTo>
                    <a:pt x="7094" y="11835"/>
                    <a:pt x="7094" y="11835"/>
                    <a:pt x="7094" y="11835"/>
                  </a:cubicBezTo>
                  <a:cubicBezTo>
                    <a:pt x="7094" y="11539"/>
                    <a:pt x="7094" y="11539"/>
                    <a:pt x="7094" y="11539"/>
                  </a:cubicBezTo>
                  <a:cubicBezTo>
                    <a:pt x="7094" y="11243"/>
                    <a:pt x="7094" y="11243"/>
                    <a:pt x="7094" y="11243"/>
                  </a:cubicBezTo>
                  <a:cubicBezTo>
                    <a:pt x="6988" y="10652"/>
                    <a:pt x="6988" y="10652"/>
                    <a:pt x="6988" y="10652"/>
                  </a:cubicBezTo>
                  <a:cubicBezTo>
                    <a:pt x="6988" y="10652"/>
                    <a:pt x="6988" y="10652"/>
                    <a:pt x="6988" y="10652"/>
                  </a:cubicBezTo>
                  <a:cubicBezTo>
                    <a:pt x="6882" y="10356"/>
                    <a:pt x="6882" y="10356"/>
                    <a:pt x="6882" y="10356"/>
                  </a:cubicBezTo>
                  <a:cubicBezTo>
                    <a:pt x="6988" y="10356"/>
                    <a:pt x="6988" y="10356"/>
                    <a:pt x="6988" y="10356"/>
                  </a:cubicBezTo>
                  <a:cubicBezTo>
                    <a:pt x="6988" y="10060"/>
                    <a:pt x="6988" y="10060"/>
                    <a:pt x="6988" y="10060"/>
                  </a:cubicBezTo>
                  <a:cubicBezTo>
                    <a:pt x="6988" y="9764"/>
                    <a:pt x="6988" y="9764"/>
                    <a:pt x="6988" y="9764"/>
                  </a:cubicBezTo>
                  <a:cubicBezTo>
                    <a:pt x="6988" y="9468"/>
                    <a:pt x="6988" y="9468"/>
                    <a:pt x="6988" y="9468"/>
                  </a:cubicBezTo>
                  <a:cubicBezTo>
                    <a:pt x="6882" y="9172"/>
                    <a:pt x="6882" y="9172"/>
                    <a:pt x="6882" y="9172"/>
                  </a:cubicBezTo>
                  <a:cubicBezTo>
                    <a:pt x="6776" y="9172"/>
                    <a:pt x="6776" y="9172"/>
                    <a:pt x="6776" y="9172"/>
                  </a:cubicBezTo>
                  <a:cubicBezTo>
                    <a:pt x="6670" y="8876"/>
                    <a:pt x="6670" y="8876"/>
                    <a:pt x="6670" y="8876"/>
                  </a:cubicBezTo>
                  <a:cubicBezTo>
                    <a:pt x="6670" y="8876"/>
                    <a:pt x="6670" y="8876"/>
                    <a:pt x="6670" y="8876"/>
                  </a:cubicBezTo>
                  <a:cubicBezTo>
                    <a:pt x="6670" y="8876"/>
                    <a:pt x="6670" y="8876"/>
                    <a:pt x="6670" y="8876"/>
                  </a:cubicBezTo>
                  <a:cubicBezTo>
                    <a:pt x="6776" y="8876"/>
                    <a:pt x="6776" y="8876"/>
                    <a:pt x="6776" y="8876"/>
                  </a:cubicBezTo>
                  <a:cubicBezTo>
                    <a:pt x="6988" y="8580"/>
                    <a:pt x="6988" y="8580"/>
                    <a:pt x="6988" y="8580"/>
                  </a:cubicBezTo>
                  <a:cubicBezTo>
                    <a:pt x="7094" y="8284"/>
                    <a:pt x="7094" y="8284"/>
                    <a:pt x="7094" y="8284"/>
                  </a:cubicBezTo>
                  <a:cubicBezTo>
                    <a:pt x="7094" y="8284"/>
                    <a:pt x="7094" y="8284"/>
                    <a:pt x="7094" y="8284"/>
                  </a:cubicBezTo>
                  <a:cubicBezTo>
                    <a:pt x="7094" y="8284"/>
                    <a:pt x="7094" y="8284"/>
                    <a:pt x="7094" y="8284"/>
                  </a:cubicBezTo>
                  <a:cubicBezTo>
                    <a:pt x="6882" y="8580"/>
                    <a:pt x="6882" y="8580"/>
                    <a:pt x="6882" y="8580"/>
                  </a:cubicBezTo>
                  <a:cubicBezTo>
                    <a:pt x="6776" y="8580"/>
                    <a:pt x="6776" y="8580"/>
                    <a:pt x="6776" y="8580"/>
                  </a:cubicBezTo>
                  <a:cubicBezTo>
                    <a:pt x="6776" y="8580"/>
                    <a:pt x="6776" y="8580"/>
                    <a:pt x="6776" y="8580"/>
                  </a:cubicBezTo>
                  <a:cubicBezTo>
                    <a:pt x="6670" y="8580"/>
                    <a:pt x="6670" y="8580"/>
                    <a:pt x="6670" y="8580"/>
                  </a:cubicBezTo>
                  <a:cubicBezTo>
                    <a:pt x="6564" y="8284"/>
                    <a:pt x="6564" y="8284"/>
                    <a:pt x="6564" y="8284"/>
                  </a:cubicBezTo>
                  <a:cubicBezTo>
                    <a:pt x="6564" y="8284"/>
                    <a:pt x="6564" y="8284"/>
                    <a:pt x="6564" y="8284"/>
                  </a:cubicBezTo>
                  <a:cubicBezTo>
                    <a:pt x="6670" y="8284"/>
                    <a:pt x="6670" y="8284"/>
                    <a:pt x="6670" y="8284"/>
                  </a:cubicBezTo>
                  <a:cubicBezTo>
                    <a:pt x="6564" y="7989"/>
                    <a:pt x="6564" y="7989"/>
                    <a:pt x="6564" y="7989"/>
                  </a:cubicBezTo>
                  <a:cubicBezTo>
                    <a:pt x="6458" y="7693"/>
                    <a:pt x="6458" y="7693"/>
                    <a:pt x="6458" y="7693"/>
                  </a:cubicBezTo>
                  <a:cubicBezTo>
                    <a:pt x="6458" y="7101"/>
                    <a:pt x="6458" y="7101"/>
                    <a:pt x="6458" y="7101"/>
                  </a:cubicBezTo>
                  <a:cubicBezTo>
                    <a:pt x="6564" y="7101"/>
                    <a:pt x="6564" y="7101"/>
                    <a:pt x="6564" y="7101"/>
                  </a:cubicBezTo>
                  <a:cubicBezTo>
                    <a:pt x="6564" y="7101"/>
                    <a:pt x="6564" y="7101"/>
                    <a:pt x="6564" y="7101"/>
                  </a:cubicBezTo>
                  <a:cubicBezTo>
                    <a:pt x="6458" y="6805"/>
                    <a:pt x="6458" y="6805"/>
                    <a:pt x="6458" y="6805"/>
                  </a:cubicBezTo>
                  <a:cubicBezTo>
                    <a:pt x="6564" y="6805"/>
                    <a:pt x="6564" y="6805"/>
                    <a:pt x="6564" y="6805"/>
                  </a:cubicBezTo>
                  <a:close/>
                  <a:moveTo>
                    <a:pt x="18635" y="9172"/>
                  </a:moveTo>
                  <a:cubicBezTo>
                    <a:pt x="18635" y="9172"/>
                    <a:pt x="18635" y="9172"/>
                    <a:pt x="18635" y="9172"/>
                  </a:cubicBezTo>
                  <a:cubicBezTo>
                    <a:pt x="18635" y="9468"/>
                    <a:pt x="18635" y="9468"/>
                    <a:pt x="18635" y="9468"/>
                  </a:cubicBezTo>
                  <a:cubicBezTo>
                    <a:pt x="18741" y="9468"/>
                    <a:pt x="18741" y="9468"/>
                    <a:pt x="18741" y="9468"/>
                  </a:cubicBezTo>
                  <a:cubicBezTo>
                    <a:pt x="18635" y="9172"/>
                    <a:pt x="18635" y="9172"/>
                    <a:pt x="18635" y="9172"/>
                  </a:cubicBezTo>
                  <a:close/>
                  <a:moveTo>
                    <a:pt x="18847" y="10060"/>
                  </a:moveTo>
                  <a:cubicBezTo>
                    <a:pt x="18741" y="10060"/>
                    <a:pt x="18741" y="10060"/>
                    <a:pt x="18741" y="10060"/>
                  </a:cubicBezTo>
                  <a:cubicBezTo>
                    <a:pt x="18847" y="10060"/>
                    <a:pt x="18847" y="10060"/>
                    <a:pt x="18847" y="10060"/>
                  </a:cubicBezTo>
                  <a:cubicBezTo>
                    <a:pt x="18847" y="10060"/>
                    <a:pt x="18847" y="10060"/>
                    <a:pt x="18847" y="10060"/>
                  </a:cubicBezTo>
                  <a:close/>
                  <a:moveTo>
                    <a:pt x="18952" y="10060"/>
                  </a:moveTo>
                  <a:cubicBezTo>
                    <a:pt x="18952" y="10060"/>
                    <a:pt x="18952" y="10060"/>
                    <a:pt x="18952" y="10060"/>
                  </a:cubicBezTo>
                  <a:cubicBezTo>
                    <a:pt x="19164" y="10356"/>
                    <a:pt x="19164" y="10356"/>
                    <a:pt x="19164" y="10356"/>
                  </a:cubicBezTo>
                  <a:cubicBezTo>
                    <a:pt x="19376" y="10356"/>
                    <a:pt x="19376" y="10356"/>
                    <a:pt x="19376" y="10356"/>
                  </a:cubicBezTo>
                  <a:cubicBezTo>
                    <a:pt x="19588" y="10356"/>
                    <a:pt x="19588" y="10356"/>
                    <a:pt x="19588" y="10356"/>
                  </a:cubicBezTo>
                  <a:cubicBezTo>
                    <a:pt x="19588" y="10356"/>
                    <a:pt x="19588" y="10356"/>
                    <a:pt x="19588" y="10356"/>
                  </a:cubicBezTo>
                  <a:cubicBezTo>
                    <a:pt x="19482" y="10060"/>
                    <a:pt x="19482" y="10060"/>
                    <a:pt x="19482" y="10060"/>
                  </a:cubicBezTo>
                  <a:cubicBezTo>
                    <a:pt x="19376" y="10060"/>
                    <a:pt x="19376" y="10060"/>
                    <a:pt x="19376" y="10060"/>
                  </a:cubicBezTo>
                  <a:cubicBezTo>
                    <a:pt x="19164" y="10060"/>
                    <a:pt x="19164" y="10060"/>
                    <a:pt x="19164" y="10060"/>
                  </a:cubicBezTo>
                  <a:cubicBezTo>
                    <a:pt x="19164" y="10060"/>
                    <a:pt x="19164" y="10060"/>
                    <a:pt x="19164" y="10060"/>
                  </a:cubicBezTo>
                  <a:cubicBezTo>
                    <a:pt x="18952" y="10060"/>
                    <a:pt x="18952" y="10060"/>
                    <a:pt x="18952" y="10060"/>
                  </a:cubicBezTo>
                  <a:close/>
                  <a:moveTo>
                    <a:pt x="18952" y="8876"/>
                  </a:moveTo>
                  <a:cubicBezTo>
                    <a:pt x="19058" y="9172"/>
                    <a:pt x="19058" y="9172"/>
                    <a:pt x="19058" y="9172"/>
                  </a:cubicBezTo>
                  <a:cubicBezTo>
                    <a:pt x="19058" y="8876"/>
                    <a:pt x="19058" y="8876"/>
                    <a:pt x="19058" y="8876"/>
                  </a:cubicBezTo>
                  <a:cubicBezTo>
                    <a:pt x="19058" y="8876"/>
                    <a:pt x="19058" y="8876"/>
                    <a:pt x="19058" y="8876"/>
                  </a:cubicBezTo>
                  <a:cubicBezTo>
                    <a:pt x="19164" y="9172"/>
                    <a:pt x="19164" y="9172"/>
                    <a:pt x="19164" y="9172"/>
                  </a:cubicBezTo>
                  <a:cubicBezTo>
                    <a:pt x="19164" y="9468"/>
                    <a:pt x="19164" y="9468"/>
                    <a:pt x="19164" y="9468"/>
                  </a:cubicBezTo>
                  <a:cubicBezTo>
                    <a:pt x="19164" y="9468"/>
                    <a:pt x="19164" y="9468"/>
                    <a:pt x="19164" y="9468"/>
                  </a:cubicBezTo>
                  <a:cubicBezTo>
                    <a:pt x="19270" y="9468"/>
                    <a:pt x="19270" y="9468"/>
                    <a:pt x="19270" y="9468"/>
                  </a:cubicBezTo>
                  <a:cubicBezTo>
                    <a:pt x="19270" y="9468"/>
                    <a:pt x="19270" y="9468"/>
                    <a:pt x="19270" y="9468"/>
                  </a:cubicBezTo>
                  <a:cubicBezTo>
                    <a:pt x="19376" y="9468"/>
                    <a:pt x="19376" y="9468"/>
                    <a:pt x="19376" y="9468"/>
                  </a:cubicBezTo>
                  <a:cubicBezTo>
                    <a:pt x="19376" y="9468"/>
                    <a:pt x="19376" y="9468"/>
                    <a:pt x="19376" y="9468"/>
                  </a:cubicBezTo>
                  <a:cubicBezTo>
                    <a:pt x="19270" y="9172"/>
                    <a:pt x="19270" y="9172"/>
                    <a:pt x="19270" y="9172"/>
                  </a:cubicBezTo>
                  <a:cubicBezTo>
                    <a:pt x="19164" y="8876"/>
                    <a:pt x="19164" y="8876"/>
                    <a:pt x="19164" y="8876"/>
                  </a:cubicBezTo>
                  <a:cubicBezTo>
                    <a:pt x="19164" y="8876"/>
                    <a:pt x="19164" y="8876"/>
                    <a:pt x="19164" y="8876"/>
                  </a:cubicBezTo>
                  <a:cubicBezTo>
                    <a:pt x="19058" y="8876"/>
                    <a:pt x="19058" y="8876"/>
                    <a:pt x="19058" y="8876"/>
                  </a:cubicBezTo>
                  <a:cubicBezTo>
                    <a:pt x="18952" y="8876"/>
                    <a:pt x="18952" y="8876"/>
                    <a:pt x="18952" y="8876"/>
                  </a:cubicBezTo>
                  <a:cubicBezTo>
                    <a:pt x="18952" y="8876"/>
                    <a:pt x="18952" y="8876"/>
                    <a:pt x="18952" y="8876"/>
                  </a:cubicBezTo>
                  <a:close/>
                  <a:moveTo>
                    <a:pt x="17576" y="14794"/>
                  </a:moveTo>
                  <a:cubicBezTo>
                    <a:pt x="17576" y="15090"/>
                    <a:pt x="17576" y="15090"/>
                    <a:pt x="17576" y="15090"/>
                  </a:cubicBezTo>
                  <a:cubicBezTo>
                    <a:pt x="17576" y="15386"/>
                    <a:pt x="17576" y="15386"/>
                    <a:pt x="17576" y="15386"/>
                  </a:cubicBezTo>
                  <a:cubicBezTo>
                    <a:pt x="17682" y="15386"/>
                    <a:pt x="17682" y="15386"/>
                    <a:pt x="17682" y="15386"/>
                  </a:cubicBezTo>
                  <a:cubicBezTo>
                    <a:pt x="17682" y="15090"/>
                    <a:pt x="17682" y="15090"/>
                    <a:pt x="17682" y="15090"/>
                  </a:cubicBezTo>
                  <a:cubicBezTo>
                    <a:pt x="17576" y="14794"/>
                    <a:pt x="17576" y="14794"/>
                    <a:pt x="17576" y="14794"/>
                  </a:cubicBezTo>
                  <a:close/>
                  <a:moveTo>
                    <a:pt x="17788" y="14498"/>
                  </a:moveTo>
                  <a:cubicBezTo>
                    <a:pt x="17788" y="14794"/>
                    <a:pt x="17788" y="14794"/>
                    <a:pt x="17788" y="14794"/>
                  </a:cubicBezTo>
                  <a:cubicBezTo>
                    <a:pt x="17682" y="15090"/>
                    <a:pt x="17682" y="15090"/>
                    <a:pt x="17682" y="15090"/>
                  </a:cubicBezTo>
                  <a:cubicBezTo>
                    <a:pt x="17682" y="15386"/>
                    <a:pt x="17682" y="15386"/>
                    <a:pt x="17682" y="15386"/>
                  </a:cubicBezTo>
                  <a:cubicBezTo>
                    <a:pt x="17682" y="15386"/>
                    <a:pt x="17682" y="15386"/>
                    <a:pt x="17682" y="15386"/>
                  </a:cubicBezTo>
                  <a:cubicBezTo>
                    <a:pt x="17788" y="14794"/>
                    <a:pt x="17788" y="14794"/>
                    <a:pt x="17788" y="14794"/>
                  </a:cubicBezTo>
                  <a:cubicBezTo>
                    <a:pt x="17788" y="14498"/>
                    <a:pt x="17788" y="14498"/>
                    <a:pt x="17788" y="14498"/>
                  </a:cubicBezTo>
                  <a:close/>
                  <a:moveTo>
                    <a:pt x="18529" y="16273"/>
                  </a:moveTo>
                  <a:cubicBezTo>
                    <a:pt x="18529" y="16273"/>
                    <a:pt x="18529" y="16273"/>
                    <a:pt x="18529" y="16273"/>
                  </a:cubicBezTo>
                  <a:cubicBezTo>
                    <a:pt x="18529" y="16273"/>
                    <a:pt x="18529" y="16273"/>
                    <a:pt x="18529" y="16273"/>
                  </a:cubicBezTo>
                  <a:cubicBezTo>
                    <a:pt x="18635" y="16273"/>
                    <a:pt x="18635" y="16273"/>
                    <a:pt x="18635" y="16273"/>
                  </a:cubicBezTo>
                  <a:cubicBezTo>
                    <a:pt x="18529" y="16273"/>
                    <a:pt x="18529" y="16273"/>
                    <a:pt x="18529" y="16273"/>
                  </a:cubicBezTo>
                  <a:close/>
                  <a:moveTo>
                    <a:pt x="18317" y="15682"/>
                  </a:moveTo>
                  <a:cubicBezTo>
                    <a:pt x="18317" y="15682"/>
                    <a:pt x="18317" y="15682"/>
                    <a:pt x="18317" y="15682"/>
                  </a:cubicBezTo>
                  <a:cubicBezTo>
                    <a:pt x="18317" y="15682"/>
                    <a:pt x="18317" y="15682"/>
                    <a:pt x="18317" y="15682"/>
                  </a:cubicBezTo>
                  <a:cubicBezTo>
                    <a:pt x="18317" y="15978"/>
                    <a:pt x="18317" y="15978"/>
                    <a:pt x="18317" y="15978"/>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569"/>
                    <a:pt x="18317" y="16569"/>
                    <a:pt x="18317" y="16569"/>
                  </a:cubicBezTo>
                  <a:cubicBezTo>
                    <a:pt x="18317" y="16569"/>
                    <a:pt x="18317" y="16569"/>
                    <a:pt x="18317" y="16569"/>
                  </a:cubicBezTo>
                  <a:cubicBezTo>
                    <a:pt x="18423" y="16273"/>
                    <a:pt x="18423" y="16273"/>
                    <a:pt x="18423" y="16273"/>
                  </a:cubicBezTo>
                  <a:cubicBezTo>
                    <a:pt x="18423" y="16273"/>
                    <a:pt x="18423" y="16273"/>
                    <a:pt x="18423" y="16273"/>
                  </a:cubicBezTo>
                  <a:cubicBezTo>
                    <a:pt x="18423" y="16273"/>
                    <a:pt x="18423" y="16273"/>
                    <a:pt x="18423" y="16273"/>
                  </a:cubicBezTo>
                  <a:cubicBezTo>
                    <a:pt x="18423" y="15978"/>
                    <a:pt x="18423" y="15978"/>
                    <a:pt x="18423" y="15978"/>
                  </a:cubicBezTo>
                  <a:cubicBezTo>
                    <a:pt x="18317" y="15682"/>
                    <a:pt x="18317" y="15682"/>
                    <a:pt x="18317" y="15682"/>
                  </a:cubicBezTo>
                  <a:close/>
                  <a:moveTo>
                    <a:pt x="18423" y="15978"/>
                  </a:moveTo>
                  <a:cubicBezTo>
                    <a:pt x="18423" y="15978"/>
                    <a:pt x="18423" y="15978"/>
                    <a:pt x="18423" y="15978"/>
                  </a:cubicBezTo>
                  <a:cubicBezTo>
                    <a:pt x="18423" y="15978"/>
                    <a:pt x="18423" y="15978"/>
                    <a:pt x="18423" y="15978"/>
                  </a:cubicBezTo>
                  <a:cubicBezTo>
                    <a:pt x="18529" y="15978"/>
                    <a:pt x="18529" y="15978"/>
                    <a:pt x="18529" y="15978"/>
                  </a:cubicBezTo>
                  <a:cubicBezTo>
                    <a:pt x="18529" y="15978"/>
                    <a:pt x="18529" y="15978"/>
                    <a:pt x="18529" y="15978"/>
                  </a:cubicBezTo>
                  <a:cubicBezTo>
                    <a:pt x="18529" y="15978"/>
                    <a:pt x="18529" y="15978"/>
                    <a:pt x="18529" y="15978"/>
                  </a:cubicBezTo>
                  <a:cubicBezTo>
                    <a:pt x="18423" y="15978"/>
                    <a:pt x="18423" y="15978"/>
                    <a:pt x="18423" y="15978"/>
                  </a:cubicBezTo>
                  <a:close/>
                  <a:moveTo>
                    <a:pt x="18317" y="15386"/>
                  </a:moveTo>
                  <a:cubicBezTo>
                    <a:pt x="18317" y="15386"/>
                    <a:pt x="18317" y="15386"/>
                    <a:pt x="18317" y="15386"/>
                  </a:cubicBezTo>
                  <a:cubicBezTo>
                    <a:pt x="18317" y="15682"/>
                    <a:pt x="18317" y="15682"/>
                    <a:pt x="18317" y="15682"/>
                  </a:cubicBezTo>
                  <a:cubicBezTo>
                    <a:pt x="18317" y="15682"/>
                    <a:pt x="18317" y="15682"/>
                    <a:pt x="18317" y="15682"/>
                  </a:cubicBezTo>
                  <a:cubicBezTo>
                    <a:pt x="18423" y="15978"/>
                    <a:pt x="18423" y="15978"/>
                    <a:pt x="18423" y="15978"/>
                  </a:cubicBezTo>
                  <a:cubicBezTo>
                    <a:pt x="18423" y="15682"/>
                    <a:pt x="18423" y="15682"/>
                    <a:pt x="18423" y="15682"/>
                  </a:cubicBezTo>
                  <a:cubicBezTo>
                    <a:pt x="18317" y="15682"/>
                    <a:pt x="18317" y="15682"/>
                    <a:pt x="18317" y="15682"/>
                  </a:cubicBezTo>
                  <a:cubicBezTo>
                    <a:pt x="18317" y="15386"/>
                    <a:pt x="18317" y="15386"/>
                    <a:pt x="18317" y="15386"/>
                  </a:cubicBezTo>
                  <a:close/>
                  <a:moveTo>
                    <a:pt x="18529" y="15386"/>
                  </a:moveTo>
                  <a:cubicBezTo>
                    <a:pt x="18423" y="15386"/>
                    <a:pt x="18423" y="15386"/>
                    <a:pt x="18423" y="15386"/>
                  </a:cubicBezTo>
                  <a:cubicBezTo>
                    <a:pt x="18317" y="15682"/>
                    <a:pt x="18317" y="15682"/>
                    <a:pt x="18317" y="15682"/>
                  </a:cubicBezTo>
                  <a:cubicBezTo>
                    <a:pt x="18423" y="15682"/>
                    <a:pt x="18423" y="15682"/>
                    <a:pt x="18423"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386"/>
                    <a:pt x="18529" y="15386"/>
                    <a:pt x="18529" y="15386"/>
                  </a:cubicBezTo>
                  <a:cubicBezTo>
                    <a:pt x="18529" y="15386"/>
                    <a:pt x="18529" y="15386"/>
                    <a:pt x="18529" y="15386"/>
                  </a:cubicBezTo>
                  <a:cubicBezTo>
                    <a:pt x="18529" y="15386"/>
                    <a:pt x="18529" y="15386"/>
                    <a:pt x="18529" y="15386"/>
                  </a:cubicBezTo>
                  <a:cubicBezTo>
                    <a:pt x="18529" y="15386"/>
                    <a:pt x="18529" y="15386"/>
                    <a:pt x="18529" y="15386"/>
                  </a:cubicBezTo>
                  <a:close/>
                  <a:moveTo>
                    <a:pt x="18317" y="15090"/>
                  </a:moveTo>
                  <a:cubicBezTo>
                    <a:pt x="18317" y="15090"/>
                    <a:pt x="18317" y="15090"/>
                    <a:pt x="18317" y="15090"/>
                  </a:cubicBezTo>
                  <a:cubicBezTo>
                    <a:pt x="18317" y="15090"/>
                    <a:pt x="18317" y="15090"/>
                    <a:pt x="18317" y="15090"/>
                  </a:cubicBezTo>
                  <a:cubicBezTo>
                    <a:pt x="18317" y="15090"/>
                    <a:pt x="18317" y="15090"/>
                    <a:pt x="18317" y="15090"/>
                  </a:cubicBezTo>
                  <a:cubicBezTo>
                    <a:pt x="18317" y="15090"/>
                    <a:pt x="18317" y="15090"/>
                    <a:pt x="18317" y="15090"/>
                  </a:cubicBezTo>
                  <a:close/>
                  <a:moveTo>
                    <a:pt x="18529" y="14794"/>
                  </a:moveTo>
                  <a:cubicBezTo>
                    <a:pt x="18529" y="14794"/>
                    <a:pt x="18529" y="14794"/>
                    <a:pt x="18529" y="14794"/>
                  </a:cubicBezTo>
                  <a:cubicBezTo>
                    <a:pt x="18529" y="14794"/>
                    <a:pt x="18529" y="14794"/>
                    <a:pt x="18529" y="14794"/>
                  </a:cubicBezTo>
                  <a:cubicBezTo>
                    <a:pt x="18529" y="14794"/>
                    <a:pt x="18529" y="14794"/>
                    <a:pt x="18529" y="14794"/>
                  </a:cubicBezTo>
                  <a:cubicBezTo>
                    <a:pt x="18529" y="14794"/>
                    <a:pt x="18529" y="14794"/>
                    <a:pt x="18529" y="14794"/>
                  </a:cubicBezTo>
                  <a:close/>
                  <a:moveTo>
                    <a:pt x="18423" y="14794"/>
                  </a:moveTo>
                  <a:cubicBezTo>
                    <a:pt x="18423" y="14794"/>
                    <a:pt x="18423" y="14794"/>
                    <a:pt x="18423" y="14794"/>
                  </a:cubicBezTo>
                  <a:cubicBezTo>
                    <a:pt x="18423" y="15090"/>
                    <a:pt x="18423" y="15090"/>
                    <a:pt x="18423" y="15090"/>
                  </a:cubicBezTo>
                  <a:cubicBezTo>
                    <a:pt x="18317" y="15090"/>
                    <a:pt x="18317" y="15090"/>
                    <a:pt x="18317"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386"/>
                    <a:pt x="18423" y="15386"/>
                    <a:pt x="18423" y="15386"/>
                  </a:cubicBezTo>
                  <a:cubicBezTo>
                    <a:pt x="18423" y="15386"/>
                    <a:pt x="18423" y="15386"/>
                    <a:pt x="18423" y="15386"/>
                  </a:cubicBezTo>
                  <a:cubicBezTo>
                    <a:pt x="18529" y="15386"/>
                    <a:pt x="18529" y="15386"/>
                    <a:pt x="18529" y="15386"/>
                  </a:cubicBezTo>
                  <a:cubicBezTo>
                    <a:pt x="18529" y="15386"/>
                    <a:pt x="18529" y="15386"/>
                    <a:pt x="18529" y="15386"/>
                  </a:cubicBezTo>
                  <a:cubicBezTo>
                    <a:pt x="18529" y="15090"/>
                    <a:pt x="18529" y="15090"/>
                    <a:pt x="18529" y="15090"/>
                  </a:cubicBezTo>
                  <a:cubicBezTo>
                    <a:pt x="18529" y="14794"/>
                    <a:pt x="18529" y="14794"/>
                    <a:pt x="18529" y="14794"/>
                  </a:cubicBezTo>
                  <a:cubicBezTo>
                    <a:pt x="18529" y="14794"/>
                    <a:pt x="18529" y="14794"/>
                    <a:pt x="18529" y="14794"/>
                  </a:cubicBezTo>
                  <a:cubicBezTo>
                    <a:pt x="18423" y="14794"/>
                    <a:pt x="18423" y="14794"/>
                    <a:pt x="18423" y="14794"/>
                  </a:cubicBezTo>
                  <a:close/>
                  <a:moveTo>
                    <a:pt x="17258" y="16569"/>
                  </a:moveTo>
                  <a:cubicBezTo>
                    <a:pt x="17258" y="16569"/>
                    <a:pt x="17258" y="16569"/>
                    <a:pt x="17258" y="16569"/>
                  </a:cubicBezTo>
                  <a:cubicBezTo>
                    <a:pt x="17258" y="16569"/>
                    <a:pt x="17258" y="16569"/>
                    <a:pt x="17258" y="16569"/>
                  </a:cubicBezTo>
                  <a:cubicBezTo>
                    <a:pt x="17258" y="16569"/>
                    <a:pt x="17258" y="16569"/>
                    <a:pt x="17258" y="16569"/>
                  </a:cubicBezTo>
                  <a:close/>
                  <a:moveTo>
                    <a:pt x="17152" y="16865"/>
                  </a:moveTo>
                  <a:cubicBezTo>
                    <a:pt x="17258" y="16865"/>
                    <a:pt x="17258" y="16865"/>
                    <a:pt x="17258" y="16865"/>
                  </a:cubicBezTo>
                  <a:cubicBezTo>
                    <a:pt x="17258" y="16865"/>
                    <a:pt x="17258" y="16865"/>
                    <a:pt x="17258" y="16865"/>
                  </a:cubicBezTo>
                  <a:cubicBezTo>
                    <a:pt x="17152" y="16865"/>
                    <a:pt x="17152" y="16865"/>
                    <a:pt x="17152" y="16865"/>
                  </a:cubicBezTo>
                  <a:close/>
                  <a:moveTo>
                    <a:pt x="16729" y="17161"/>
                  </a:moveTo>
                  <a:cubicBezTo>
                    <a:pt x="16729" y="17457"/>
                    <a:pt x="16729" y="17457"/>
                    <a:pt x="16729" y="17457"/>
                  </a:cubicBezTo>
                  <a:cubicBezTo>
                    <a:pt x="16729" y="17457"/>
                    <a:pt x="16729" y="17457"/>
                    <a:pt x="16729" y="17457"/>
                  </a:cubicBezTo>
                  <a:cubicBezTo>
                    <a:pt x="16729" y="17457"/>
                    <a:pt x="16729" y="17161"/>
                    <a:pt x="16729" y="17161"/>
                  </a:cubicBezTo>
                  <a:close/>
                  <a:moveTo>
                    <a:pt x="16835" y="17161"/>
                  </a:moveTo>
                  <a:cubicBezTo>
                    <a:pt x="16729" y="17161"/>
                    <a:pt x="16729" y="17161"/>
                    <a:pt x="16729" y="17161"/>
                  </a:cubicBezTo>
                  <a:cubicBezTo>
                    <a:pt x="16835" y="17161"/>
                    <a:pt x="16835" y="17161"/>
                    <a:pt x="16835" y="17161"/>
                  </a:cubicBezTo>
                  <a:cubicBezTo>
                    <a:pt x="16835" y="17161"/>
                    <a:pt x="16835" y="17161"/>
                    <a:pt x="16835" y="17161"/>
                  </a:cubicBezTo>
                  <a:cubicBezTo>
                    <a:pt x="16835" y="17161"/>
                    <a:pt x="16835" y="17161"/>
                    <a:pt x="16835" y="17161"/>
                  </a:cubicBezTo>
                  <a:close/>
                  <a:moveTo>
                    <a:pt x="16835" y="18049"/>
                  </a:moveTo>
                  <a:cubicBezTo>
                    <a:pt x="16835" y="18049"/>
                    <a:pt x="16835" y="18049"/>
                    <a:pt x="16835" y="18049"/>
                  </a:cubicBezTo>
                  <a:cubicBezTo>
                    <a:pt x="16729" y="18049"/>
                    <a:pt x="16729" y="18049"/>
                    <a:pt x="16729" y="18049"/>
                  </a:cubicBezTo>
                  <a:cubicBezTo>
                    <a:pt x="16729" y="18345"/>
                    <a:pt x="16729" y="18345"/>
                    <a:pt x="16729" y="18345"/>
                  </a:cubicBezTo>
                  <a:cubicBezTo>
                    <a:pt x="16835" y="18345"/>
                    <a:pt x="16835" y="18345"/>
                    <a:pt x="16835" y="18345"/>
                  </a:cubicBezTo>
                  <a:cubicBezTo>
                    <a:pt x="16835" y="18049"/>
                    <a:pt x="16835" y="18049"/>
                    <a:pt x="16835" y="18049"/>
                  </a:cubicBezTo>
                  <a:cubicBezTo>
                    <a:pt x="16835" y="18049"/>
                    <a:pt x="16835" y="18049"/>
                    <a:pt x="16835" y="18049"/>
                  </a:cubicBezTo>
                  <a:close/>
                  <a:moveTo>
                    <a:pt x="17047" y="17161"/>
                  </a:moveTo>
                  <a:cubicBezTo>
                    <a:pt x="16941" y="17457"/>
                    <a:pt x="16941" y="17457"/>
                    <a:pt x="16941" y="17457"/>
                  </a:cubicBezTo>
                  <a:cubicBezTo>
                    <a:pt x="16941" y="17457"/>
                    <a:pt x="16941" y="17457"/>
                    <a:pt x="16941" y="17457"/>
                  </a:cubicBezTo>
                  <a:cubicBezTo>
                    <a:pt x="16941" y="17457"/>
                    <a:pt x="16941" y="17457"/>
                    <a:pt x="16941" y="17457"/>
                  </a:cubicBezTo>
                  <a:cubicBezTo>
                    <a:pt x="16835" y="17753"/>
                    <a:pt x="16835" y="17753"/>
                    <a:pt x="16835" y="17753"/>
                  </a:cubicBezTo>
                  <a:cubicBezTo>
                    <a:pt x="16835" y="17753"/>
                    <a:pt x="16835" y="17753"/>
                    <a:pt x="16835" y="17753"/>
                  </a:cubicBezTo>
                  <a:cubicBezTo>
                    <a:pt x="16941" y="18049"/>
                    <a:pt x="16941" y="18049"/>
                    <a:pt x="16941" y="18049"/>
                  </a:cubicBezTo>
                  <a:cubicBezTo>
                    <a:pt x="16941" y="17753"/>
                    <a:pt x="16941" y="17753"/>
                    <a:pt x="16941" y="17753"/>
                  </a:cubicBezTo>
                  <a:cubicBezTo>
                    <a:pt x="17047" y="17457"/>
                    <a:pt x="17047" y="17457"/>
                    <a:pt x="17047" y="17457"/>
                  </a:cubicBezTo>
                  <a:cubicBezTo>
                    <a:pt x="17152" y="17161"/>
                    <a:pt x="17152" y="17161"/>
                    <a:pt x="17152" y="17161"/>
                  </a:cubicBezTo>
                  <a:cubicBezTo>
                    <a:pt x="17152" y="17161"/>
                    <a:pt x="17152" y="17161"/>
                    <a:pt x="17152" y="17161"/>
                  </a:cubicBezTo>
                  <a:cubicBezTo>
                    <a:pt x="17152" y="16865"/>
                    <a:pt x="17152" y="16865"/>
                    <a:pt x="17152" y="16865"/>
                  </a:cubicBezTo>
                  <a:cubicBezTo>
                    <a:pt x="17152" y="16865"/>
                    <a:pt x="17152" y="16865"/>
                    <a:pt x="17152" y="16865"/>
                  </a:cubicBezTo>
                  <a:cubicBezTo>
                    <a:pt x="17047" y="16865"/>
                    <a:pt x="17047" y="16865"/>
                    <a:pt x="17047" y="16865"/>
                  </a:cubicBezTo>
                  <a:cubicBezTo>
                    <a:pt x="17047" y="16865"/>
                    <a:pt x="17047" y="16865"/>
                    <a:pt x="17047" y="16865"/>
                  </a:cubicBezTo>
                  <a:cubicBezTo>
                    <a:pt x="17047" y="17161"/>
                    <a:pt x="17047" y="17161"/>
                    <a:pt x="17047" y="17161"/>
                  </a:cubicBezTo>
                  <a:close/>
                  <a:moveTo>
                    <a:pt x="16305" y="15978"/>
                  </a:moveTo>
                  <a:cubicBezTo>
                    <a:pt x="16411" y="15682"/>
                    <a:pt x="16411" y="15682"/>
                    <a:pt x="16411" y="15682"/>
                  </a:cubicBezTo>
                  <a:cubicBezTo>
                    <a:pt x="16305" y="15682"/>
                    <a:pt x="16305" y="15682"/>
                    <a:pt x="16305" y="15682"/>
                  </a:cubicBezTo>
                  <a:cubicBezTo>
                    <a:pt x="16305" y="15978"/>
                    <a:pt x="16305" y="15978"/>
                    <a:pt x="16305" y="15978"/>
                  </a:cubicBezTo>
                  <a:close/>
                  <a:moveTo>
                    <a:pt x="16094" y="16273"/>
                  </a:moveTo>
                  <a:cubicBezTo>
                    <a:pt x="16094" y="16273"/>
                    <a:pt x="16094" y="16273"/>
                    <a:pt x="16094" y="16273"/>
                  </a:cubicBezTo>
                  <a:cubicBezTo>
                    <a:pt x="16094" y="16273"/>
                    <a:pt x="16094" y="16273"/>
                    <a:pt x="16094" y="16273"/>
                  </a:cubicBezTo>
                  <a:cubicBezTo>
                    <a:pt x="16094" y="16273"/>
                    <a:pt x="16094" y="16273"/>
                    <a:pt x="16094" y="16273"/>
                  </a:cubicBezTo>
                  <a:close/>
                  <a:moveTo>
                    <a:pt x="16305" y="18049"/>
                  </a:moveTo>
                  <a:cubicBezTo>
                    <a:pt x="16199" y="18049"/>
                    <a:pt x="16199" y="18049"/>
                    <a:pt x="16199" y="18049"/>
                  </a:cubicBezTo>
                  <a:cubicBezTo>
                    <a:pt x="16199" y="18049"/>
                    <a:pt x="16199" y="18049"/>
                    <a:pt x="16199" y="18049"/>
                  </a:cubicBezTo>
                  <a:cubicBezTo>
                    <a:pt x="16305" y="18049"/>
                    <a:pt x="16305" y="18049"/>
                    <a:pt x="16305" y="18049"/>
                  </a:cubicBezTo>
                  <a:close/>
                  <a:moveTo>
                    <a:pt x="16094" y="17753"/>
                  </a:moveTo>
                  <a:cubicBezTo>
                    <a:pt x="16199" y="17457"/>
                    <a:pt x="16199" y="17457"/>
                    <a:pt x="16199" y="17457"/>
                  </a:cubicBezTo>
                  <a:cubicBezTo>
                    <a:pt x="16199" y="17753"/>
                    <a:pt x="16199" y="17753"/>
                    <a:pt x="16199" y="17753"/>
                  </a:cubicBezTo>
                  <a:cubicBezTo>
                    <a:pt x="16199" y="17753"/>
                    <a:pt x="16199" y="17753"/>
                    <a:pt x="16199" y="17753"/>
                  </a:cubicBezTo>
                  <a:cubicBezTo>
                    <a:pt x="16199" y="18049"/>
                    <a:pt x="16199" y="18049"/>
                    <a:pt x="16199" y="18049"/>
                  </a:cubicBezTo>
                  <a:cubicBezTo>
                    <a:pt x="16094" y="17753"/>
                    <a:pt x="16094" y="17753"/>
                    <a:pt x="16094" y="17753"/>
                  </a:cubicBezTo>
                  <a:cubicBezTo>
                    <a:pt x="16094" y="17753"/>
                    <a:pt x="16094" y="17753"/>
                    <a:pt x="16094" y="17753"/>
                  </a:cubicBezTo>
                  <a:close/>
                  <a:moveTo>
                    <a:pt x="15564" y="16865"/>
                  </a:moveTo>
                  <a:cubicBezTo>
                    <a:pt x="15670" y="16865"/>
                    <a:pt x="15670" y="16865"/>
                    <a:pt x="15670" y="16865"/>
                  </a:cubicBezTo>
                  <a:cubicBezTo>
                    <a:pt x="15670" y="16865"/>
                    <a:pt x="15670" y="16865"/>
                    <a:pt x="15670" y="16865"/>
                  </a:cubicBezTo>
                  <a:cubicBezTo>
                    <a:pt x="15670" y="16865"/>
                    <a:pt x="15670" y="16865"/>
                    <a:pt x="15670" y="16865"/>
                  </a:cubicBezTo>
                  <a:cubicBezTo>
                    <a:pt x="15670" y="16865"/>
                    <a:pt x="15670" y="16865"/>
                    <a:pt x="15670" y="16865"/>
                  </a:cubicBezTo>
                  <a:cubicBezTo>
                    <a:pt x="15564" y="16865"/>
                    <a:pt x="15564" y="16865"/>
                    <a:pt x="15564" y="16865"/>
                  </a:cubicBezTo>
                  <a:close/>
                  <a:moveTo>
                    <a:pt x="15670" y="18345"/>
                  </a:moveTo>
                  <a:cubicBezTo>
                    <a:pt x="15776" y="18345"/>
                    <a:pt x="15776" y="18345"/>
                    <a:pt x="15776" y="18345"/>
                  </a:cubicBezTo>
                  <a:cubicBezTo>
                    <a:pt x="15882" y="18345"/>
                    <a:pt x="15882" y="18345"/>
                    <a:pt x="15882" y="18345"/>
                  </a:cubicBezTo>
                  <a:cubicBezTo>
                    <a:pt x="15776" y="18345"/>
                    <a:pt x="15776" y="18345"/>
                    <a:pt x="15776" y="18345"/>
                  </a:cubicBezTo>
                  <a:cubicBezTo>
                    <a:pt x="15670" y="18345"/>
                    <a:pt x="15670" y="18345"/>
                    <a:pt x="15670" y="18345"/>
                  </a:cubicBezTo>
                  <a:close/>
                  <a:moveTo>
                    <a:pt x="15035" y="17457"/>
                  </a:moveTo>
                  <a:cubicBezTo>
                    <a:pt x="15035" y="17161"/>
                    <a:pt x="15035" y="17161"/>
                    <a:pt x="15035" y="17161"/>
                  </a:cubicBezTo>
                  <a:cubicBezTo>
                    <a:pt x="15035" y="17161"/>
                    <a:pt x="15035" y="17161"/>
                    <a:pt x="15035" y="17161"/>
                  </a:cubicBezTo>
                  <a:cubicBezTo>
                    <a:pt x="15035" y="17161"/>
                    <a:pt x="15035" y="17161"/>
                    <a:pt x="15035" y="17161"/>
                  </a:cubicBezTo>
                  <a:cubicBezTo>
                    <a:pt x="15035" y="17457"/>
                    <a:pt x="15035" y="17457"/>
                    <a:pt x="15035" y="17457"/>
                  </a:cubicBezTo>
                  <a:close/>
                  <a:moveTo>
                    <a:pt x="15247" y="18049"/>
                  </a:moveTo>
                  <a:cubicBezTo>
                    <a:pt x="15352" y="18049"/>
                    <a:pt x="15352" y="18049"/>
                    <a:pt x="15352" y="18049"/>
                  </a:cubicBezTo>
                  <a:cubicBezTo>
                    <a:pt x="15458" y="18049"/>
                    <a:pt x="15458" y="18049"/>
                    <a:pt x="15458" y="18049"/>
                  </a:cubicBezTo>
                  <a:cubicBezTo>
                    <a:pt x="15458" y="18345"/>
                    <a:pt x="15458" y="18345"/>
                    <a:pt x="15458" y="18345"/>
                  </a:cubicBezTo>
                  <a:cubicBezTo>
                    <a:pt x="15352" y="18345"/>
                    <a:pt x="15352" y="18345"/>
                    <a:pt x="15352" y="18345"/>
                  </a:cubicBezTo>
                  <a:cubicBezTo>
                    <a:pt x="15247" y="18345"/>
                    <a:pt x="15247" y="18345"/>
                    <a:pt x="15247" y="18345"/>
                  </a:cubicBezTo>
                  <a:cubicBezTo>
                    <a:pt x="15247" y="18049"/>
                    <a:pt x="15247" y="18049"/>
                    <a:pt x="15247" y="18049"/>
                  </a:cubicBezTo>
                  <a:close/>
                  <a:moveTo>
                    <a:pt x="15141" y="18345"/>
                  </a:moveTo>
                  <a:cubicBezTo>
                    <a:pt x="15141" y="18049"/>
                    <a:pt x="15141" y="18049"/>
                    <a:pt x="15141" y="18049"/>
                  </a:cubicBezTo>
                  <a:cubicBezTo>
                    <a:pt x="15141" y="18345"/>
                    <a:pt x="15141" y="18345"/>
                    <a:pt x="15141" y="18345"/>
                  </a:cubicBezTo>
                  <a:cubicBezTo>
                    <a:pt x="15141" y="18345"/>
                    <a:pt x="15141" y="18345"/>
                    <a:pt x="15141" y="18345"/>
                  </a:cubicBezTo>
                  <a:close/>
                  <a:moveTo>
                    <a:pt x="14929" y="18049"/>
                  </a:moveTo>
                  <a:cubicBezTo>
                    <a:pt x="14929" y="18049"/>
                    <a:pt x="14929" y="18049"/>
                    <a:pt x="14929" y="18049"/>
                  </a:cubicBezTo>
                  <a:cubicBezTo>
                    <a:pt x="15035" y="18049"/>
                    <a:pt x="15035" y="18049"/>
                    <a:pt x="15035" y="18049"/>
                  </a:cubicBezTo>
                  <a:cubicBezTo>
                    <a:pt x="14929" y="18345"/>
                    <a:pt x="14929" y="18345"/>
                    <a:pt x="14929" y="18345"/>
                  </a:cubicBezTo>
                  <a:cubicBezTo>
                    <a:pt x="14929" y="18049"/>
                    <a:pt x="14929" y="18049"/>
                    <a:pt x="14929" y="18049"/>
                  </a:cubicBezTo>
                  <a:close/>
                  <a:moveTo>
                    <a:pt x="13129" y="20712"/>
                  </a:moveTo>
                  <a:cubicBezTo>
                    <a:pt x="13129" y="21008"/>
                    <a:pt x="13129" y="21008"/>
                    <a:pt x="13129" y="21008"/>
                  </a:cubicBezTo>
                  <a:cubicBezTo>
                    <a:pt x="13129" y="21008"/>
                    <a:pt x="13129" y="21008"/>
                    <a:pt x="13129" y="21008"/>
                  </a:cubicBezTo>
                  <a:cubicBezTo>
                    <a:pt x="13341" y="21008"/>
                    <a:pt x="13341" y="21008"/>
                    <a:pt x="13341" y="21008"/>
                  </a:cubicBezTo>
                  <a:cubicBezTo>
                    <a:pt x="13447" y="20712"/>
                    <a:pt x="13447" y="20712"/>
                    <a:pt x="13447" y="20712"/>
                  </a:cubicBezTo>
                  <a:cubicBezTo>
                    <a:pt x="13552" y="20712"/>
                    <a:pt x="13552" y="20712"/>
                    <a:pt x="13552" y="20712"/>
                  </a:cubicBezTo>
                  <a:cubicBezTo>
                    <a:pt x="13658" y="20712"/>
                    <a:pt x="13658" y="20712"/>
                    <a:pt x="13658" y="20712"/>
                  </a:cubicBezTo>
                  <a:cubicBezTo>
                    <a:pt x="13658" y="20416"/>
                    <a:pt x="13658" y="20416"/>
                    <a:pt x="13658" y="20416"/>
                  </a:cubicBezTo>
                  <a:cubicBezTo>
                    <a:pt x="13764" y="20416"/>
                    <a:pt x="13764" y="20416"/>
                    <a:pt x="13764" y="20416"/>
                  </a:cubicBezTo>
                  <a:cubicBezTo>
                    <a:pt x="13976" y="19824"/>
                    <a:pt x="13976" y="19824"/>
                    <a:pt x="13976" y="19824"/>
                  </a:cubicBezTo>
                  <a:cubicBezTo>
                    <a:pt x="13976" y="19824"/>
                    <a:pt x="13976" y="19824"/>
                    <a:pt x="13976" y="19824"/>
                  </a:cubicBezTo>
                  <a:cubicBezTo>
                    <a:pt x="13976" y="19824"/>
                    <a:pt x="13976" y="19824"/>
                    <a:pt x="13976" y="19824"/>
                  </a:cubicBezTo>
                  <a:cubicBezTo>
                    <a:pt x="13870" y="19528"/>
                    <a:pt x="13870" y="19528"/>
                    <a:pt x="13870" y="19528"/>
                  </a:cubicBezTo>
                  <a:cubicBezTo>
                    <a:pt x="13764" y="19232"/>
                    <a:pt x="13764" y="19232"/>
                    <a:pt x="13764" y="19232"/>
                  </a:cubicBezTo>
                  <a:cubicBezTo>
                    <a:pt x="13764" y="19232"/>
                    <a:pt x="13764" y="19232"/>
                    <a:pt x="13764" y="19232"/>
                  </a:cubicBezTo>
                  <a:cubicBezTo>
                    <a:pt x="13658" y="19232"/>
                    <a:pt x="13658" y="19232"/>
                    <a:pt x="13658" y="19232"/>
                  </a:cubicBezTo>
                  <a:cubicBezTo>
                    <a:pt x="13658" y="19528"/>
                    <a:pt x="13658" y="19528"/>
                    <a:pt x="13658" y="19528"/>
                  </a:cubicBezTo>
                  <a:cubicBezTo>
                    <a:pt x="13552" y="19528"/>
                    <a:pt x="13552" y="19528"/>
                    <a:pt x="13552" y="19528"/>
                  </a:cubicBezTo>
                  <a:cubicBezTo>
                    <a:pt x="13552" y="19824"/>
                    <a:pt x="13552" y="19824"/>
                    <a:pt x="13552" y="19824"/>
                  </a:cubicBezTo>
                  <a:cubicBezTo>
                    <a:pt x="13447" y="19528"/>
                    <a:pt x="13447" y="19528"/>
                    <a:pt x="13447" y="19528"/>
                  </a:cubicBezTo>
                  <a:cubicBezTo>
                    <a:pt x="13447" y="19528"/>
                    <a:pt x="13447" y="19528"/>
                    <a:pt x="13447" y="19528"/>
                  </a:cubicBezTo>
                  <a:cubicBezTo>
                    <a:pt x="13341" y="19824"/>
                    <a:pt x="13341" y="19824"/>
                    <a:pt x="13341" y="19824"/>
                  </a:cubicBezTo>
                  <a:cubicBezTo>
                    <a:pt x="13235" y="20120"/>
                    <a:pt x="13235" y="20120"/>
                    <a:pt x="13235" y="20120"/>
                  </a:cubicBezTo>
                  <a:cubicBezTo>
                    <a:pt x="13235" y="20416"/>
                    <a:pt x="13235" y="20416"/>
                    <a:pt x="13235" y="20416"/>
                  </a:cubicBezTo>
                  <a:cubicBezTo>
                    <a:pt x="13129" y="20416"/>
                    <a:pt x="13129" y="20416"/>
                    <a:pt x="13129" y="20416"/>
                  </a:cubicBezTo>
                  <a:cubicBezTo>
                    <a:pt x="13235" y="20712"/>
                    <a:pt x="13235" y="20712"/>
                    <a:pt x="13235" y="20712"/>
                  </a:cubicBezTo>
                  <a:cubicBezTo>
                    <a:pt x="13235" y="20712"/>
                    <a:pt x="13235" y="20712"/>
                    <a:pt x="13235" y="20712"/>
                  </a:cubicBezTo>
                  <a:cubicBezTo>
                    <a:pt x="13235" y="20712"/>
                    <a:pt x="13235" y="20712"/>
                    <a:pt x="13235" y="20712"/>
                  </a:cubicBezTo>
                  <a:cubicBezTo>
                    <a:pt x="13129" y="20712"/>
                    <a:pt x="13129" y="20712"/>
                    <a:pt x="13129" y="20712"/>
                  </a:cubicBezTo>
                  <a:close/>
                  <a:moveTo>
                    <a:pt x="13023" y="21008"/>
                  </a:moveTo>
                  <a:cubicBezTo>
                    <a:pt x="13129" y="20712"/>
                    <a:pt x="13129" y="20712"/>
                    <a:pt x="13129" y="20712"/>
                  </a:cubicBezTo>
                  <a:cubicBezTo>
                    <a:pt x="13023" y="20712"/>
                    <a:pt x="13023" y="20712"/>
                    <a:pt x="13023" y="20712"/>
                  </a:cubicBezTo>
                  <a:cubicBezTo>
                    <a:pt x="13023" y="20712"/>
                    <a:pt x="13023" y="20712"/>
                    <a:pt x="13023" y="20712"/>
                  </a:cubicBezTo>
                  <a:cubicBezTo>
                    <a:pt x="13023" y="21008"/>
                    <a:pt x="13023" y="21008"/>
                    <a:pt x="13023" y="21008"/>
                  </a:cubicBezTo>
                  <a:close/>
                  <a:moveTo>
                    <a:pt x="13023" y="21008"/>
                  </a:moveTo>
                  <a:cubicBezTo>
                    <a:pt x="13023" y="21008"/>
                    <a:pt x="13023" y="21008"/>
                    <a:pt x="13023" y="21008"/>
                  </a:cubicBezTo>
                  <a:cubicBezTo>
                    <a:pt x="13023" y="21304"/>
                    <a:pt x="13023" y="21304"/>
                    <a:pt x="13023" y="21304"/>
                  </a:cubicBezTo>
                  <a:cubicBezTo>
                    <a:pt x="12811" y="21304"/>
                    <a:pt x="12811" y="21304"/>
                    <a:pt x="12811" y="21304"/>
                  </a:cubicBezTo>
                  <a:cubicBezTo>
                    <a:pt x="12811" y="21599"/>
                    <a:pt x="12811" y="21599"/>
                    <a:pt x="12811" y="21599"/>
                  </a:cubicBezTo>
                  <a:cubicBezTo>
                    <a:pt x="12811" y="21599"/>
                    <a:pt x="12811" y="21599"/>
                    <a:pt x="12811" y="21599"/>
                  </a:cubicBezTo>
                  <a:cubicBezTo>
                    <a:pt x="13023" y="21304"/>
                    <a:pt x="13023" y="21304"/>
                    <a:pt x="13023" y="21304"/>
                  </a:cubicBezTo>
                  <a:cubicBezTo>
                    <a:pt x="13129" y="21304"/>
                    <a:pt x="13129" y="21304"/>
                    <a:pt x="13129" y="21304"/>
                  </a:cubicBezTo>
                  <a:cubicBezTo>
                    <a:pt x="13023" y="21008"/>
                    <a:pt x="13023" y="21008"/>
                    <a:pt x="13023" y="21008"/>
                  </a:cubicBezTo>
                  <a:close/>
                  <a:moveTo>
                    <a:pt x="12388" y="21008"/>
                  </a:moveTo>
                  <a:cubicBezTo>
                    <a:pt x="12388" y="21008"/>
                    <a:pt x="12388" y="21008"/>
                    <a:pt x="12388" y="21008"/>
                  </a:cubicBezTo>
                  <a:cubicBezTo>
                    <a:pt x="12388" y="21304"/>
                    <a:pt x="12388" y="21304"/>
                    <a:pt x="12388" y="21304"/>
                  </a:cubicBezTo>
                  <a:cubicBezTo>
                    <a:pt x="12388" y="21304"/>
                    <a:pt x="12388" y="21304"/>
                    <a:pt x="12388" y="21304"/>
                  </a:cubicBezTo>
                  <a:cubicBezTo>
                    <a:pt x="12282" y="21304"/>
                    <a:pt x="12282" y="21304"/>
                    <a:pt x="12282" y="21304"/>
                  </a:cubicBezTo>
                  <a:cubicBezTo>
                    <a:pt x="12282" y="21008"/>
                    <a:pt x="12282" y="21008"/>
                    <a:pt x="12282" y="21008"/>
                  </a:cubicBezTo>
                  <a:cubicBezTo>
                    <a:pt x="12388" y="21008"/>
                    <a:pt x="12388" y="21008"/>
                    <a:pt x="12388" y="21008"/>
                  </a:cubicBezTo>
                  <a:close/>
                  <a:moveTo>
                    <a:pt x="11011" y="19824"/>
                  </a:moveTo>
                  <a:cubicBezTo>
                    <a:pt x="11223" y="19528"/>
                    <a:pt x="11223" y="19528"/>
                    <a:pt x="11223" y="19528"/>
                  </a:cubicBezTo>
                  <a:cubicBezTo>
                    <a:pt x="11329" y="19824"/>
                    <a:pt x="11329" y="19824"/>
                    <a:pt x="11329" y="19824"/>
                  </a:cubicBezTo>
                  <a:cubicBezTo>
                    <a:pt x="11435" y="19824"/>
                    <a:pt x="11435" y="19824"/>
                    <a:pt x="11435" y="19824"/>
                  </a:cubicBezTo>
                  <a:cubicBezTo>
                    <a:pt x="11541" y="19528"/>
                    <a:pt x="11541" y="19528"/>
                    <a:pt x="11541" y="19528"/>
                  </a:cubicBezTo>
                  <a:cubicBezTo>
                    <a:pt x="11647" y="19824"/>
                    <a:pt x="11647" y="19824"/>
                    <a:pt x="11647" y="19824"/>
                  </a:cubicBezTo>
                  <a:cubicBezTo>
                    <a:pt x="11647" y="19824"/>
                    <a:pt x="11647" y="19824"/>
                    <a:pt x="11647" y="19824"/>
                  </a:cubicBezTo>
                  <a:cubicBezTo>
                    <a:pt x="11752" y="19824"/>
                    <a:pt x="11752" y="19824"/>
                    <a:pt x="11752" y="19824"/>
                  </a:cubicBezTo>
                  <a:cubicBezTo>
                    <a:pt x="11858" y="20120"/>
                    <a:pt x="11858" y="20120"/>
                    <a:pt x="11858" y="20120"/>
                  </a:cubicBezTo>
                  <a:cubicBezTo>
                    <a:pt x="11858" y="20416"/>
                    <a:pt x="11858" y="20416"/>
                    <a:pt x="11858" y="20416"/>
                  </a:cubicBezTo>
                  <a:cubicBezTo>
                    <a:pt x="11858" y="20712"/>
                    <a:pt x="11858" y="20712"/>
                    <a:pt x="11858" y="20712"/>
                  </a:cubicBezTo>
                  <a:cubicBezTo>
                    <a:pt x="11752" y="20712"/>
                    <a:pt x="11752" y="20712"/>
                    <a:pt x="11752" y="20712"/>
                  </a:cubicBezTo>
                  <a:cubicBezTo>
                    <a:pt x="11647" y="20712"/>
                    <a:pt x="11647" y="20712"/>
                    <a:pt x="11647" y="20712"/>
                  </a:cubicBezTo>
                  <a:cubicBezTo>
                    <a:pt x="11541" y="20712"/>
                    <a:pt x="11541" y="20712"/>
                    <a:pt x="11541" y="20712"/>
                  </a:cubicBezTo>
                  <a:cubicBezTo>
                    <a:pt x="11435" y="20416"/>
                    <a:pt x="11435" y="20416"/>
                    <a:pt x="11435" y="20416"/>
                  </a:cubicBezTo>
                  <a:cubicBezTo>
                    <a:pt x="11329" y="20416"/>
                    <a:pt x="11329" y="20416"/>
                    <a:pt x="11329" y="20416"/>
                  </a:cubicBezTo>
                  <a:cubicBezTo>
                    <a:pt x="11329" y="20120"/>
                    <a:pt x="11329" y="20120"/>
                    <a:pt x="11329" y="20120"/>
                  </a:cubicBezTo>
                  <a:cubicBezTo>
                    <a:pt x="11223" y="20120"/>
                    <a:pt x="11223" y="20120"/>
                    <a:pt x="11223" y="20120"/>
                  </a:cubicBezTo>
                  <a:cubicBezTo>
                    <a:pt x="11117" y="20120"/>
                    <a:pt x="11117" y="20120"/>
                    <a:pt x="11117" y="20120"/>
                  </a:cubicBezTo>
                  <a:cubicBezTo>
                    <a:pt x="11011" y="19824"/>
                    <a:pt x="11011" y="19824"/>
                    <a:pt x="11011" y="19824"/>
                  </a:cubicBezTo>
                  <a:cubicBezTo>
                    <a:pt x="11011" y="19824"/>
                    <a:pt x="11011" y="19824"/>
                    <a:pt x="11011" y="19824"/>
                  </a:cubicBezTo>
                  <a:close/>
                  <a:moveTo>
                    <a:pt x="9529" y="16865"/>
                  </a:moveTo>
                  <a:cubicBezTo>
                    <a:pt x="9635" y="17161"/>
                    <a:pt x="9635" y="17161"/>
                    <a:pt x="9635" y="17161"/>
                  </a:cubicBezTo>
                  <a:cubicBezTo>
                    <a:pt x="9635" y="16865"/>
                    <a:pt x="9635" y="16865"/>
                    <a:pt x="9635" y="16865"/>
                  </a:cubicBezTo>
                  <a:cubicBezTo>
                    <a:pt x="9635" y="17161"/>
                    <a:pt x="9635" y="17161"/>
                    <a:pt x="9635" y="17161"/>
                  </a:cubicBezTo>
                  <a:cubicBezTo>
                    <a:pt x="9529" y="17161"/>
                    <a:pt x="9529" y="17161"/>
                    <a:pt x="9529" y="17161"/>
                  </a:cubicBezTo>
                  <a:cubicBezTo>
                    <a:pt x="9529" y="16865"/>
                    <a:pt x="9529" y="16865"/>
                    <a:pt x="9529" y="16865"/>
                  </a:cubicBezTo>
                  <a:close/>
                  <a:moveTo>
                    <a:pt x="9317" y="16569"/>
                  </a:moveTo>
                  <a:cubicBezTo>
                    <a:pt x="9317" y="16865"/>
                    <a:pt x="9317" y="16865"/>
                    <a:pt x="9317" y="16865"/>
                  </a:cubicBezTo>
                  <a:cubicBezTo>
                    <a:pt x="9423" y="16569"/>
                    <a:pt x="9423" y="16569"/>
                    <a:pt x="9423" y="16569"/>
                  </a:cubicBezTo>
                  <a:cubicBezTo>
                    <a:pt x="9423" y="16569"/>
                    <a:pt x="9423" y="16569"/>
                    <a:pt x="9423" y="16569"/>
                  </a:cubicBezTo>
                  <a:cubicBezTo>
                    <a:pt x="9529" y="16569"/>
                    <a:pt x="9529" y="16569"/>
                    <a:pt x="9529" y="16569"/>
                  </a:cubicBezTo>
                  <a:cubicBezTo>
                    <a:pt x="9423" y="16569"/>
                    <a:pt x="9423" y="16569"/>
                    <a:pt x="9423" y="16569"/>
                  </a:cubicBezTo>
                  <a:cubicBezTo>
                    <a:pt x="9423" y="16569"/>
                    <a:pt x="9423" y="16569"/>
                    <a:pt x="9423" y="16569"/>
                  </a:cubicBezTo>
                  <a:cubicBezTo>
                    <a:pt x="9317" y="16569"/>
                    <a:pt x="9317" y="16569"/>
                    <a:pt x="9317" y="16569"/>
                  </a:cubicBezTo>
                  <a:cubicBezTo>
                    <a:pt x="9317" y="16569"/>
                    <a:pt x="9317" y="16569"/>
                    <a:pt x="9317" y="16569"/>
                  </a:cubicBezTo>
                  <a:cubicBezTo>
                    <a:pt x="9317" y="16569"/>
                    <a:pt x="9317" y="16569"/>
                    <a:pt x="9317" y="16569"/>
                  </a:cubicBezTo>
                  <a:close/>
                  <a:moveTo>
                    <a:pt x="14294" y="17753"/>
                  </a:moveTo>
                  <a:cubicBezTo>
                    <a:pt x="14399" y="17753"/>
                    <a:pt x="14399" y="17753"/>
                    <a:pt x="14399" y="17753"/>
                  </a:cubicBezTo>
                  <a:cubicBezTo>
                    <a:pt x="14611" y="17753"/>
                    <a:pt x="14611" y="17753"/>
                    <a:pt x="14611" y="17753"/>
                  </a:cubicBezTo>
                  <a:cubicBezTo>
                    <a:pt x="14611" y="17753"/>
                    <a:pt x="14611" y="17753"/>
                    <a:pt x="14611" y="17753"/>
                  </a:cubicBezTo>
                  <a:cubicBezTo>
                    <a:pt x="14611" y="17753"/>
                    <a:pt x="14611" y="17753"/>
                    <a:pt x="14611" y="17753"/>
                  </a:cubicBezTo>
                  <a:cubicBezTo>
                    <a:pt x="14717" y="17753"/>
                    <a:pt x="14717" y="17753"/>
                    <a:pt x="14717" y="17753"/>
                  </a:cubicBezTo>
                  <a:cubicBezTo>
                    <a:pt x="14823" y="17457"/>
                    <a:pt x="14823" y="17457"/>
                    <a:pt x="14823" y="17457"/>
                  </a:cubicBezTo>
                  <a:cubicBezTo>
                    <a:pt x="14823" y="17457"/>
                    <a:pt x="14823" y="17457"/>
                    <a:pt x="14823" y="17457"/>
                  </a:cubicBezTo>
                  <a:cubicBezTo>
                    <a:pt x="14717" y="17457"/>
                    <a:pt x="14717" y="17457"/>
                    <a:pt x="14717" y="17457"/>
                  </a:cubicBezTo>
                  <a:cubicBezTo>
                    <a:pt x="14611" y="17457"/>
                    <a:pt x="14611" y="17457"/>
                    <a:pt x="14611" y="17457"/>
                  </a:cubicBezTo>
                  <a:cubicBezTo>
                    <a:pt x="14505" y="17457"/>
                    <a:pt x="14505" y="17457"/>
                    <a:pt x="14505" y="17457"/>
                  </a:cubicBezTo>
                  <a:cubicBezTo>
                    <a:pt x="14399" y="17457"/>
                    <a:pt x="14399" y="17457"/>
                    <a:pt x="14399" y="17457"/>
                  </a:cubicBezTo>
                  <a:cubicBezTo>
                    <a:pt x="14294" y="17457"/>
                    <a:pt x="14294" y="17457"/>
                    <a:pt x="14294" y="17457"/>
                  </a:cubicBezTo>
                  <a:cubicBezTo>
                    <a:pt x="14294" y="17753"/>
                    <a:pt x="14294" y="17753"/>
                    <a:pt x="14294" y="17753"/>
                  </a:cubicBezTo>
                  <a:cubicBezTo>
                    <a:pt x="14294" y="17753"/>
                    <a:pt x="14294" y="17753"/>
                    <a:pt x="14294" y="17753"/>
                  </a:cubicBezTo>
                  <a:close/>
                  <a:moveTo>
                    <a:pt x="14188" y="18049"/>
                  </a:moveTo>
                  <a:cubicBezTo>
                    <a:pt x="14188" y="18345"/>
                    <a:pt x="14188" y="18345"/>
                    <a:pt x="14188" y="18345"/>
                  </a:cubicBezTo>
                  <a:cubicBezTo>
                    <a:pt x="14188" y="18345"/>
                    <a:pt x="14188" y="18345"/>
                    <a:pt x="14188" y="18345"/>
                  </a:cubicBezTo>
                  <a:cubicBezTo>
                    <a:pt x="14188" y="18345"/>
                    <a:pt x="14188" y="18345"/>
                    <a:pt x="14188" y="18345"/>
                  </a:cubicBezTo>
                  <a:cubicBezTo>
                    <a:pt x="14188" y="18049"/>
                    <a:pt x="14188" y="18049"/>
                    <a:pt x="14188" y="18049"/>
                  </a:cubicBezTo>
                  <a:close/>
                  <a:moveTo>
                    <a:pt x="13764" y="18049"/>
                  </a:moveTo>
                  <a:cubicBezTo>
                    <a:pt x="13658" y="18345"/>
                    <a:pt x="13658" y="18345"/>
                    <a:pt x="13658" y="18345"/>
                  </a:cubicBezTo>
                  <a:cubicBezTo>
                    <a:pt x="13658" y="18345"/>
                    <a:pt x="13658" y="18345"/>
                    <a:pt x="13658" y="18345"/>
                  </a:cubicBezTo>
                  <a:cubicBezTo>
                    <a:pt x="13658" y="18345"/>
                    <a:pt x="13658" y="18345"/>
                    <a:pt x="13658" y="18345"/>
                  </a:cubicBezTo>
                  <a:cubicBezTo>
                    <a:pt x="13658" y="18641"/>
                    <a:pt x="13658" y="18641"/>
                    <a:pt x="13658" y="18641"/>
                  </a:cubicBezTo>
                  <a:cubicBezTo>
                    <a:pt x="13764" y="18641"/>
                    <a:pt x="13764" y="18641"/>
                    <a:pt x="13764" y="18641"/>
                  </a:cubicBezTo>
                  <a:cubicBezTo>
                    <a:pt x="13870" y="18345"/>
                    <a:pt x="13870" y="18345"/>
                    <a:pt x="13870" y="18345"/>
                  </a:cubicBezTo>
                  <a:cubicBezTo>
                    <a:pt x="13976" y="18345"/>
                    <a:pt x="13976" y="18345"/>
                    <a:pt x="13976" y="18345"/>
                  </a:cubicBezTo>
                  <a:cubicBezTo>
                    <a:pt x="13870" y="18049"/>
                    <a:pt x="13870" y="18049"/>
                    <a:pt x="13870" y="18049"/>
                  </a:cubicBezTo>
                  <a:cubicBezTo>
                    <a:pt x="13764" y="18345"/>
                    <a:pt x="13764" y="18345"/>
                    <a:pt x="13764" y="18345"/>
                  </a:cubicBezTo>
                  <a:cubicBezTo>
                    <a:pt x="13764" y="18049"/>
                    <a:pt x="13764" y="18049"/>
                    <a:pt x="13764" y="18049"/>
                  </a:cubicBezTo>
                  <a:close/>
                  <a:moveTo>
                    <a:pt x="13447" y="18641"/>
                  </a:moveTo>
                  <a:cubicBezTo>
                    <a:pt x="13447" y="18641"/>
                    <a:pt x="13447" y="18641"/>
                    <a:pt x="13447" y="18641"/>
                  </a:cubicBezTo>
                  <a:cubicBezTo>
                    <a:pt x="13552" y="18641"/>
                    <a:pt x="13552" y="18641"/>
                    <a:pt x="13552" y="18641"/>
                  </a:cubicBezTo>
                  <a:cubicBezTo>
                    <a:pt x="13552" y="18345"/>
                    <a:pt x="13552" y="18345"/>
                    <a:pt x="13552" y="18345"/>
                  </a:cubicBezTo>
                  <a:cubicBezTo>
                    <a:pt x="13552" y="18345"/>
                    <a:pt x="13552" y="18345"/>
                    <a:pt x="13552" y="18345"/>
                  </a:cubicBezTo>
                  <a:cubicBezTo>
                    <a:pt x="13552" y="18345"/>
                    <a:pt x="13552" y="18345"/>
                    <a:pt x="13552" y="18345"/>
                  </a:cubicBezTo>
                  <a:cubicBezTo>
                    <a:pt x="13447" y="18641"/>
                    <a:pt x="13447" y="18641"/>
                    <a:pt x="13447" y="18641"/>
                  </a:cubicBezTo>
                  <a:cubicBezTo>
                    <a:pt x="13447" y="18641"/>
                    <a:pt x="13447" y="18641"/>
                    <a:pt x="13447" y="18641"/>
                  </a:cubicBezTo>
                  <a:close/>
                  <a:moveTo>
                    <a:pt x="13129" y="18641"/>
                  </a:moveTo>
                  <a:cubicBezTo>
                    <a:pt x="13235" y="18345"/>
                    <a:pt x="13235" y="18345"/>
                    <a:pt x="13235" y="18345"/>
                  </a:cubicBezTo>
                  <a:cubicBezTo>
                    <a:pt x="13235" y="18345"/>
                    <a:pt x="13235" y="18345"/>
                    <a:pt x="13235" y="18345"/>
                  </a:cubicBezTo>
                  <a:cubicBezTo>
                    <a:pt x="13235" y="18345"/>
                    <a:pt x="13235" y="18345"/>
                    <a:pt x="13235" y="18345"/>
                  </a:cubicBezTo>
                  <a:cubicBezTo>
                    <a:pt x="13341" y="18345"/>
                    <a:pt x="13341" y="18345"/>
                    <a:pt x="13341" y="18345"/>
                  </a:cubicBezTo>
                  <a:cubicBezTo>
                    <a:pt x="13341" y="18345"/>
                    <a:pt x="13341" y="18345"/>
                    <a:pt x="13341" y="18345"/>
                  </a:cubicBezTo>
                  <a:cubicBezTo>
                    <a:pt x="13447" y="18345"/>
                    <a:pt x="13447" y="18345"/>
                    <a:pt x="13447" y="18345"/>
                  </a:cubicBezTo>
                  <a:cubicBezTo>
                    <a:pt x="13341" y="18641"/>
                    <a:pt x="13341" y="18641"/>
                    <a:pt x="13341" y="18641"/>
                  </a:cubicBezTo>
                  <a:cubicBezTo>
                    <a:pt x="13235" y="18641"/>
                    <a:pt x="13235" y="18641"/>
                    <a:pt x="13235" y="18641"/>
                  </a:cubicBezTo>
                  <a:cubicBezTo>
                    <a:pt x="13129" y="18641"/>
                    <a:pt x="13129" y="18641"/>
                    <a:pt x="13129" y="18641"/>
                  </a:cubicBezTo>
                  <a:cubicBezTo>
                    <a:pt x="13129" y="18641"/>
                    <a:pt x="13129" y="18641"/>
                    <a:pt x="13129" y="18641"/>
                  </a:cubicBezTo>
                  <a:close/>
                  <a:moveTo>
                    <a:pt x="13023" y="18641"/>
                  </a:moveTo>
                  <a:cubicBezTo>
                    <a:pt x="12917" y="18641"/>
                    <a:pt x="12917" y="18641"/>
                    <a:pt x="12917" y="18641"/>
                  </a:cubicBezTo>
                  <a:cubicBezTo>
                    <a:pt x="12917" y="18936"/>
                    <a:pt x="12917" y="18936"/>
                    <a:pt x="12917" y="18936"/>
                  </a:cubicBezTo>
                  <a:cubicBezTo>
                    <a:pt x="12917" y="18641"/>
                    <a:pt x="12917" y="18641"/>
                    <a:pt x="12917" y="18641"/>
                  </a:cubicBezTo>
                  <a:cubicBezTo>
                    <a:pt x="13023" y="18641"/>
                    <a:pt x="13023" y="18641"/>
                    <a:pt x="13023" y="18641"/>
                  </a:cubicBezTo>
                  <a:close/>
                  <a:moveTo>
                    <a:pt x="13129" y="18345"/>
                  </a:moveTo>
                  <a:cubicBezTo>
                    <a:pt x="13023" y="18345"/>
                    <a:pt x="13023" y="18345"/>
                    <a:pt x="13023" y="18345"/>
                  </a:cubicBezTo>
                  <a:cubicBezTo>
                    <a:pt x="13023" y="18345"/>
                    <a:pt x="13023" y="18345"/>
                    <a:pt x="13023" y="18345"/>
                  </a:cubicBezTo>
                  <a:cubicBezTo>
                    <a:pt x="13129" y="18345"/>
                    <a:pt x="13129" y="18345"/>
                    <a:pt x="13129" y="18345"/>
                  </a:cubicBezTo>
                  <a:cubicBezTo>
                    <a:pt x="13129" y="18345"/>
                    <a:pt x="13129" y="18345"/>
                    <a:pt x="13129" y="18345"/>
                  </a:cubicBezTo>
                  <a:close/>
                  <a:moveTo>
                    <a:pt x="11435" y="18641"/>
                  </a:moveTo>
                  <a:cubicBezTo>
                    <a:pt x="11435" y="18641"/>
                    <a:pt x="11435" y="18641"/>
                    <a:pt x="11435" y="18641"/>
                  </a:cubicBezTo>
                  <a:cubicBezTo>
                    <a:pt x="11541" y="18345"/>
                    <a:pt x="11541" y="18345"/>
                    <a:pt x="11541" y="18345"/>
                  </a:cubicBezTo>
                  <a:cubicBezTo>
                    <a:pt x="11858" y="18049"/>
                    <a:pt x="11858" y="18049"/>
                    <a:pt x="11858" y="18049"/>
                  </a:cubicBezTo>
                  <a:cubicBezTo>
                    <a:pt x="11964" y="18345"/>
                    <a:pt x="11964" y="18345"/>
                    <a:pt x="11964" y="18345"/>
                  </a:cubicBezTo>
                  <a:cubicBezTo>
                    <a:pt x="11964" y="18345"/>
                    <a:pt x="11964" y="18345"/>
                    <a:pt x="11964" y="18345"/>
                  </a:cubicBezTo>
                  <a:cubicBezTo>
                    <a:pt x="12070" y="18345"/>
                    <a:pt x="12070" y="18345"/>
                    <a:pt x="12070" y="18345"/>
                  </a:cubicBezTo>
                  <a:cubicBezTo>
                    <a:pt x="12282" y="18641"/>
                    <a:pt x="12282" y="18641"/>
                    <a:pt x="12282" y="18641"/>
                  </a:cubicBezTo>
                  <a:cubicBezTo>
                    <a:pt x="12388" y="18345"/>
                    <a:pt x="12388" y="18345"/>
                    <a:pt x="12388" y="18345"/>
                  </a:cubicBezTo>
                  <a:cubicBezTo>
                    <a:pt x="12494" y="18641"/>
                    <a:pt x="12494" y="18641"/>
                    <a:pt x="12494" y="18641"/>
                  </a:cubicBezTo>
                  <a:cubicBezTo>
                    <a:pt x="12494" y="18641"/>
                    <a:pt x="12494" y="18641"/>
                    <a:pt x="12494" y="18641"/>
                  </a:cubicBezTo>
                  <a:cubicBezTo>
                    <a:pt x="12599" y="18641"/>
                    <a:pt x="12599" y="18641"/>
                    <a:pt x="12599" y="18641"/>
                  </a:cubicBezTo>
                  <a:cubicBezTo>
                    <a:pt x="12705" y="18345"/>
                    <a:pt x="12705" y="18345"/>
                    <a:pt x="12705" y="18345"/>
                  </a:cubicBezTo>
                  <a:cubicBezTo>
                    <a:pt x="12811" y="18345"/>
                    <a:pt x="12811" y="18345"/>
                    <a:pt x="12811" y="18345"/>
                  </a:cubicBezTo>
                  <a:cubicBezTo>
                    <a:pt x="12811" y="18049"/>
                    <a:pt x="12811" y="18049"/>
                    <a:pt x="12811" y="18049"/>
                  </a:cubicBezTo>
                  <a:cubicBezTo>
                    <a:pt x="12811" y="18049"/>
                    <a:pt x="12811" y="18049"/>
                    <a:pt x="12811" y="18049"/>
                  </a:cubicBezTo>
                  <a:cubicBezTo>
                    <a:pt x="12917" y="18049"/>
                    <a:pt x="12917" y="18049"/>
                    <a:pt x="12917" y="18049"/>
                  </a:cubicBezTo>
                  <a:cubicBezTo>
                    <a:pt x="13023" y="18049"/>
                    <a:pt x="13023" y="18049"/>
                    <a:pt x="13023" y="18049"/>
                  </a:cubicBezTo>
                  <a:cubicBezTo>
                    <a:pt x="13023" y="18345"/>
                    <a:pt x="13023" y="18345"/>
                    <a:pt x="13023" y="18345"/>
                  </a:cubicBezTo>
                  <a:cubicBezTo>
                    <a:pt x="12917" y="18345"/>
                    <a:pt x="12917" y="18345"/>
                    <a:pt x="12917" y="18345"/>
                  </a:cubicBezTo>
                  <a:cubicBezTo>
                    <a:pt x="12917" y="18641"/>
                    <a:pt x="12917" y="18641"/>
                    <a:pt x="12917" y="18641"/>
                  </a:cubicBezTo>
                  <a:cubicBezTo>
                    <a:pt x="12811" y="18641"/>
                    <a:pt x="12811" y="18641"/>
                    <a:pt x="12811" y="18641"/>
                  </a:cubicBezTo>
                  <a:cubicBezTo>
                    <a:pt x="12705" y="18936"/>
                    <a:pt x="12705" y="18936"/>
                    <a:pt x="12705" y="18936"/>
                  </a:cubicBezTo>
                  <a:cubicBezTo>
                    <a:pt x="12705" y="18936"/>
                    <a:pt x="12705" y="18936"/>
                    <a:pt x="12705" y="18936"/>
                  </a:cubicBezTo>
                  <a:cubicBezTo>
                    <a:pt x="12599" y="18936"/>
                    <a:pt x="12599" y="18936"/>
                    <a:pt x="12599" y="18936"/>
                  </a:cubicBezTo>
                  <a:cubicBezTo>
                    <a:pt x="12494" y="18936"/>
                    <a:pt x="12494" y="18936"/>
                    <a:pt x="12494" y="18936"/>
                  </a:cubicBezTo>
                  <a:cubicBezTo>
                    <a:pt x="12282" y="18936"/>
                    <a:pt x="12282" y="18936"/>
                    <a:pt x="12282" y="18936"/>
                  </a:cubicBezTo>
                  <a:cubicBezTo>
                    <a:pt x="12176" y="18936"/>
                    <a:pt x="12176" y="18936"/>
                    <a:pt x="12176" y="18936"/>
                  </a:cubicBezTo>
                  <a:cubicBezTo>
                    <a:pt x="12070" y="18936"/>
                    <a:pt x="12070" y="18936"/>
                    <a:pt x="12070" y="18936"/>
                  </a:cubicBezTo>
                  <a:cubicBezTo>
                    <a:pt x="12070" y="19232"/>
                    <a:pt x="12070" y="19232"/>
                    <a:pt x="12070" y="19232"/>
                  </a:cubicBezTo>
                  <a:cubicBezTo>
                    <a:pt x="11964" y="19232"/>
                    <a:pt x="11964" y="19232"/>
                    <a:pt x="11964" y="19232"/>
                  </a:cubicBezTo>
                  <a:cubicBezTo>
                    <a:pt x="11964" y="18936"/>
                    <a:pt x="11964" y="18936"/>
                    <a:pt x="11964" y="18936"/>
                  </a:cubicBezTo>
                  <a:cubicBezTo>
                    <a:pt x="11858" y="19232"/>
                    <a:pt x="11858" y="19232"/>
                    <a:pt x="11858" y="19232"/>
                  </a:cubicBezTo>
                  <a:cubicBezTo>
                    <a:pt x="11752" y="18936"/>
                    <a:pt x="11752" y="18936"/>
                    <a:pt x="11752" y="18936"/>
                  </a:cubicBezTo>
                  <a:cubicBezTo>
                    <a:pt x="11752" y="18936"/>
                    <a:pt x="11752" y="18936"/>
                    <a:pt x="11752" y="18936"/>
                  </a:cubicBezTo>
                  <a:cubicBezTo>
                    <a:pt x="11647" y="18936"/>
                    <a:pt x="11647" y="18936"/>
                    <a:pt x="11647" y="18936"/>
                  </a:cubicBezTo>
                  <a:cubicBezTo>
                    <a:pt x="11541" y="18936"/>
                    <a:pt x="11541" y="18936"/>
                    <a:pt x="11541" y="18936"/>
                  </a:cubicBezTo>
                  <a:cubicBezTo>
                    <a:pt x="11541" y="18936"/>
                    <a:pt x="11541" y="18936"/>
                    <a:pt x="11541" y="18936"/>
                  </a:cubicBezTo>
                  <a:cubicBezTo>
                    <a:pt x="11435" y="18936"/>
                    <a:pt x="11435" y="18936"/>
                    <a:pt x="11435" y="18936"/>
                  </a:cubicBezTo>
                  <a:cubicBezTo>
                    <a:pt x="11435" y="18641"/>
                    <a:pt x="11435" y="18641"/>
                    <a:pt x="11435" y="18641"/>
                  </a:cubicBezTo>
                  <a:close/>
                  <a:moveTo>
                    <a:pt x="11329" y="18641"/>
                  </a:moveTo>
                  <a:cubicBezTo>
                    <a:pt x="11329" y="18936"/>
                    <a:pt x="11329" y="18936"/>
                    <a:pt x="11329" y="18936"/>
                  </a:cubicBezTo>
                  <a:cubicBezTo>
                    <a:pt x="11435" y="18936"/>
                    <a:pt x="11435" y="18936"/>
                    <a:pt x="11435" y="18936"/>
                  </a:cubicBezTo>
                  <a:cubicBezTo>
                    <a:pt x="11435" y="18641"/>
                    <a:pt x="11435" y="18641"/>
                    <a:pt x="11435" y="18641"/>
                  </a:cubicBezTo>
                  <a:cubicBezTo>
                    <a:pt x="11329" y="18641"/>
                    <a:pt x="11329" y="18641"/>
                    <a:pt x="11329" y="18641"/>
                  </a:cubicBezTo>
                  <a:close/>
                  <a:moveTo>
                    <a:pt x="11329" y="18641"/>
                  </a:moveTo>
                  <a:cubicBezTo>
                    <a:pt x="11223" y="18641"/>
                    <a:pt x="11223" y="18641"/>
                    <a:pt x="11223" y="18641"/>
                  </a:cubicBezTo>
                  <a:cubicBezTo>
                    <a:pt x="11223" y="18936"/>
                    <a:pt x="11223" y="18936"/>
                    <a:pt x="11223" y="18936"/>
                  </a:cubicBezTo>
                  <a:cubicBezTo>
                    <a:pt x="11223" y="18936"/>
                    <a:pt x="11223" y="18936"/>
                    <a:pt x="11223" y="18936"/>
                  </a:cubicBezTo>
                  <a:cubicBezTo>
                    <a:pt x="11329" y="18641"/>
                    <a:pt x="11329" y="18641"/>
                    <a:pt x="11329" y="18641"/>
                  </a:cubicBezTo>
                  <a:cubicBezTo>
                    <a:pt x="11329" y="18641"/>
                    <a:pt x="11329" y="18641"/>
                    <a:pt x="11329" y="18641"/>
                  </a:cubicBezTo>
                  <a:close/>
                  <a:moveTo>
                    <a:pt x="9952" y="18641"/>
                  </a:moveTo>
                  <a:cubicBezTo>
                    <a:pt x="9952" y="18936"/>
                    <a:pt x="9952" y="18936"/>
                    <a:pt x="9952" y="18936"/>
                  </a:cubicBezTo>
                  <a:cubicBezTo>
                    <a:pt x="9952" y="18936"/>
                    <a:pt x="9952" y="18936"/>
                    <a:pt x="9952" y="18936"/>
                  </a:cubicBezTo>
                  <a:cubicBezTo>
                    <a:pt x="9952" y="18936"/>
                    <a:pt x="9952" y="18936"/>
                    <a:pt x="9952" y="18936"/>
                  </a:cubicBezTo>
                  <a:cubicBezTo>
                    <a:pt x="10058" y="19232"/>
                    <a:pt x="10058" y="19232"/>
                    <a:pt x="10058" y="19232"/>
                  </a:cubicBezTo>
                  <a:cubicBezTo>
                    <a:pt x="10058" y="19232"/>
                    <a:pt x="10058" y="19232"/>
                    <a:pt x="10058" y="19232"/>
                  </a:cubicBezTo>
                  <a:cubicBezTo>
                    <a:pt x="10164" y="19232"/>
                    <a:pt x="10164" y="19232"/>
                    <a:pt x="10164" y="19232"/>
                  </a:cubicBezTo>
                  <a:cubicBezTo>
                    <a:pt x="10270" y="19232"/>
                    <a:pt x="10270" y="19232"/>
                    <a:pt x="10270" y="19232"/>
                  </a:cubicBezTo>
                  <a:cubicBezTo>
                    <a:pt x="10376" y="19232"/>
                    <a:pt x="10376" y="19232"/>
                    <a:pt x="10376" y="19232"/>
                  </a:cubicBezTo>
                  <a:cubicBezTo>
                    <a:pt x="10376" y="18936"/>
                    <a:pt x="10376" y="18936"/>
                    <a:pt x="10376" y="18936"/>
                  </a:cubicBezTo>
                  <a:cubicBezTo>
                    <a:pt x="10482" y="19232"/>
                    <a:pt x="10482" y="19232"/>
                    <a:pt x="10482" y="19232"/>
                  </a:cubicBezTo>
                  <a:cubicBezTo>
                    <a:pt x="10588" y="18936"/>
                    <a:pt x="10588" y="18936"/>
                    <a:pt x="10588" y="18936"/>
                  </a:cubicBezTo>
                  <a:cubicBezTo>
                    <a:pt x="10694" y="19232"/>
                    <a:pt x="10694" y="19232"/>
                    <a:pt x="10694" y="19232"/>
                  </a:cubicBezTo>
                  <a:cubicBezTo>
                    <a:pt x="10800" y="18936"/>
                    <a:pt x="10800" y="18936"/>
                    <a:pt x="10800" y="18936"/>
                  </a:cubicBezTo>
                  <a:cubicBezTo>
                    <a:pt x="10800" y="18936"/>
                    <a:pt x="10800" y="18936"/>
                    <a:pt x="10800" y="18936"/>
                  </a:cubicBezTo>
                  <a:cubicBezTo>
                    <a:pt x="10905" y="18936"/>
                    <a:pt x="10905" y="18936"/>
                    <a:pt x="10905" y="18936"/>
                  </a:cubicBezTo>
                  <a:cubicBezTo>
                    <a:pt x="11011" y="18936"/>
                    <a:pt x="11011" y="18936"/>
                    <a:pt x="11011" y="18936"/>
                  </a:cubicBezTo>
                  <a:cubicBezTo>
                    <a:pt x="11011" y="18936"/>
                    <a:pt x="11011" y="18936"/>
                    <a:pt x="11011" y="18936"/>
                  </a:cubicBezTo>
                  <a:cubicBezTo>
                    <a:pt x="11117" y="18936"/>
                    <a:pt x="11117" y="18936"/>
                    <a:pt x="11117" y="18936"/>
                  </a:cubicBezTo>
                  <a:cubicBezTo>
                    <a:pt x="11117" y="18641"/>
                    <a:pt x="11117" y="18641"/>
                    <a:pt x="11117" y="18641"/>
                  </a:cubicBezTo>
                  <a:cubicBezTo>
                    <a:pt x="11117" y="18641"/>
                    <a:pt x="11117" y="18641"/>
                    <a:pt x="11117" y="18641"/>
                  </a:cubicBezTo>
                  <a:cubicBezTo>
                    <a:pt x="11117" y="18641"/>
                    <a:pt x="11117" y="18641"/>
                    <a:pt x="11117" y="18641"/>
                  </a:cubicBezTo>
                  <a:cubicBezTo>
                    <a:pt x="11117" y="18345"/>
                    <a:pt x="11117" y="18345"/>
                    <a:pt x="11117" y="18345"/>
                  </a:cubicBezTo>
                  <a:cubicBezTo>
                    <a:pt x="11011" y="18345"/>
                    <a:pt x="11011" y="18345"/>
                    <a:pt x="11011" y="18345"/>
                  </a:cubicBezTo>
                  <a:cubicBezTo>
                    <a:pt x="11011" y="18345"/>
                    <a:pt x="11011" y="18345"/>
                    <a:pt x="11011" y="18345"/>
                  </a:cubicBezTo>
                  <a:cubicBezTo>
                    <a:pt x="10905" y="18641"/>
                    <a:pt x="10905" y="18641"/>
                    <a:pt x="10905" y="18641"/>
                  </a:cubicBezTo>
                  <a:cubicBezTo>
                    <a:pt x="10905" y="18345"/>
                    <a:pt x="10905" y="18345"/>
                    <a:pt x="10905" y="18345"/>
                  </a:cubicBezTo>
                  <a:cubicBezTo>
                    <a:pt x="10800" y="18049"/>
                    <a:pt x="10800" y="18049"/>
                    <a:pt x="10800" y="18049"/>
                  </a:cubicBezTo>
                  <a:cubicBezTo>
                    <a:pt x="10694" y="18345"/>
                    <a:pt x="10694" y="18345"/>
                    <a:pt x="10694" y="18345"/>
                  </a:cubicBezTo>
                  <a:cubicBezTo>
                    <a:pt x="10694" y="18049"/>
                    <a:pt x="10694" y="18049"/>
                    <a:pt x="10694" y="18049"/>
                  </a:cubicBezTo>
                  <a:cubicBezTo>
                    <a:pt x="10588" y="18049"/>
                    <a:pt x="10588" y="18049"/>
                    <a:pt x="10588" y="18049"/>
                  </a:cubicBezTo>
                  <a:cubicBezTo>
                    <a:pt x="10482" y="18345"/>
                    <a:pt x="10482" y="18345"/>
                    <a:pt x="10482" y="18345"/>
                  </a:cubicBezTo>
                  <a:cubicBezTo>
                    <a:pt x="10482" y="18345"/>
                    <a:pt x="10482" y="18345"/>
                    <a:pt x="10482" y="18345"/>
                  </a:cubicBezTo>
                  <a:cubicBezTo>
                    <a:pt x="10694" y="18641"/>
                    <a:pt x="10694" y="18641"/>
                    <a:pt x="10694" y="18641"/>
                  </a:cubicBezTo>
                  <a:cubicBezTo>
                    <a:pt x="10694" y="18641"/>
                    <a:pt x="10694" y="18641"/>
                    <a:pt x="10694" y="18641"/>
                  </a:cubicBezTo>
                  <a:cubicBezTo>
                    <a:pt x="10588" y="18641"/>
                    <a:pt x="10588" y="18641"/>
                    <a:pt x="10588" y="18641"/>
                  </a:cubicBezTo>
                  <a:cubicBezTo>
                    <a:pt x="10482" y="18936"/>
                    <a:pt x="10482" y="18936"/>
                    <a:pt x="10482" y="18936"/>
                  </a:cubicBezTo>
                  <a:cubicBezTo>
                    <a:pt x="10376" y="18641"/>
                    <a:pt x="10376" y="18641"/>
                    <a:pt x="10376" y="18641"/>
                  </a:cubicBezTo>
                  <a:cubicBezTo>
                    <a:pt x="10376" y="18345"/>
                    <a:pt x="10376" y="18345"/>
                    <a:pt x="10376" y="18345"/>
                  </a:cubicBezTo>
                  <a:cubicBezTo>
                    <a:pt x="10376" y="18345"/>
                    <a:pt x="10376" y="18345"/>
                    <a:pt x="10376" y="18345"/>
                  </a:cubicBezTo>
                  <a:cubicBezTo>
                    <a:pt x="10270" y="18345"/>
                    <a:pt x="10270" y="18345"/>
                    <a:pt x="10270" y="18345"/>
                  </a:cubicBezTo>
                  <a:cubicBezTo>
                    <a:pt x="10164" y="18345"/>
                    <a:pt x="10164" y="18345"/>
                    <a:pt x="10164" y="18345"/>
                  </a:cubicBezTo>
                  <a:cubicBezTo>
                    <a:pt x="10058" y="18641"/>
                    <a:pt x="10058" y="18641"/>
                    <a:pt x="10058" y="18641"/>
                  </a:cubicBezTo>
                  <a:cubicBezTo>
                    <a:pt x="10058" y="18641"/>
                    <a:pt x="9952" y="18641"/>
                    <a:pt x="9952" y="18641"/>
                  </a:cubicBezTo>
                  <a:close/>
                  <a:moveTo>
                    <a:pt x="9741" y="18345"/>
                  </a:moveTo>
                  <a:cubicBezTo>
                    <a:pt x="9847" y="18345"/>
                    <a:pt x="9847" y="18345"/>
                    <a:pt x="9847" y="18345"/>
                  </a:cubicBezTo>
                  <a:cubicBezTo>
                    <a:pt x="9952" y="18345"/>
                    <a:pt x="9952" y="18345"/>
                    <a:pt x="9952" y="18345"/>
                  </a:cubicBezTo>
                  <a:cubicBezTo>
                    <a:pt x="9952" y="18641"/>
                    <a:pt x="9952" y="18641"/>
                    <a:pt x="9952" y="18641"/>
                  </a:cubicBezTo>
                  <a:cubicBezTo>
                    <a:pt x="9847" y="18936"/>
                    <a:pt x="9847" y="18936"/>
                    <a:pt x="9847" y="18936"/>
                  </a:cubicBezTo>
                  <a:cubicBezTo>
                    <a:pt x="9847" y="18936"/>
                    <a:pt x="9847" y="18936"/>
                    <a:pt x="9847" y="18936"/>
                  </a:cubicBezTo>
                  <a:cubicBezTo>
                    <a:pt x="9847" y="18936"/>
                    <a:pt x="9847" y="18936"/>
                    <a:pt x="9847" y="18936"/>
                  </a:cubicBezTo>
                  <a:cubicBezTo>
                    <a:pt x="9741" y="18936"/>
                    <a:pt x="9741" y="18936"/>
                    <a:pt x="9741" y="18936"/>
                  </a:cubicBezTo>
                  <a:cubicBezTo>
                    <a:pt x="9635" y="18936"/>
                    <a:pt x="9635" y="18936"/>
                    <a:pt x="9635" y="18936"/>
                  </a:cubicBezTo>
                  <a:cubicBezTo>
                    <a:pt x="9529" y="18936"/>
                    <a:pt x="9529" y="18936"/>
                    <a:pt x="9529" y="18936"/>
                  </a:cubicBezTo>
                  <a:cubicBezTo>
                    <a:pt x="9635" y="18641"/>
                    <a:pt x="9635" y="18641"/>
                    <a:pt x="9635" y="18641"/>
                  </a:cubicBezTo>
                  <a:cubicBezTo>
                    <a:pt x="9635" y="18641"/>
                    <a:pt x="9635" y="18641"/>
                    <a:pt x="9635" y="18641"/>
                  </a:cubicBezTo>
                  <a:cubicBezTo>
                    <a:pt x="9741" y="18345"/>
                    <a:pt x="9741" y="18345"/>
                    <a:pt x="9741" y="18345"/>
                  </a:cubicBezTo>
                  <a:close/>
                  <a:moveTo>
                    <a:pt x="9423" y="18936"/>
                  </a:moveTo>
                  <a:cubicBezTo>
                    <a:pt x="9423" y="18641"/>
                    <a:pt x="9423" y="18641"/>
                    <a:pt x="9423" y="18641"/>
                  </a:cubicBezTo>
                  <a:cubicBezTo>
                    <a:pt x="9423" y="18936"/>
                    <a:pt x="9423" y="18936"/>
                    <a:pt x="9423" y="18936"/>
                  </a:cubicBezTo>
                  <a:cubicBezTo>
                    <a:pt x="9423" y="18936"/>
                    <a:pt x="9423" y="18936"/>
                    <a:pt x="9423" y="18936"/>
                  </a:cubicBezTo>
                  <a:cubicBezTo>
                    <a:pt x="9423" y="18936"/>
                    <a:pt x="9423" y="18936"/>
                    <a:pt x="9423" y="18936"/>
                  </a:cubicBezTo>
                  <a:close/>
                  <a:moveTo>
                    <a:pt x="8999" y="18049"/>
                  </a:moveTo>
                  <a:cubicBezTo>
                    <a:pt x="8999" y="18345"/>
                    <a:pt x="8999" y="18345"/>
                    <a:pt x="8999" y="18345"/>
                  </a:cubicBezTo>
                  <a:cubicBezTo>
                    <a:pt x="8999" y="18345"/>
                    <a:pt x="8999" y="18345"/>
                    <a:pt x="8999" y="18345"/>
                  </a:cubicBezTo>
                  <a:cubicBezTo>
                    <a:pt x="9105" y="18641"/>
                    <a:pt x="9105" y="18641"/>
                    <a:pt x="9105" y="18641"/>
                  </a:cubicBezTo>
                  <a:cubicBezTo>
                    <a:pt x="9211" y="18641"/>
                    <a:pt x="9211" y="18641"/>
                    <a:pt x="9211" y="18641"/>
                  </a:cubicBezTo>
                  <a:cubicBezTo>
                    <a:pt x="9211" y="18936"/>
                    <a:pt x="9211" y="18936"/>
                    <a:pt x="9211" y="18936"/>
                  </a:cubicBezTo>
                  <a:cubicBezTo>
                    <a:pt x="9317" y="18641"/>
                    <a:pt x="9317" y="18641"/>
                    <a:pt x="9317" y="18641"/>
                  </a:cubicBezTo>
                  <a:cubicBezTo>
                    <a:pt x="9423" y="18641"/>
                    <a:pt x="9423" y="18641"/>
                    <a:pt x="9423" y="18641"/>
                  </a:cubicBezTo>
                  <a:cubicBezTo>
                    <a:pt x="9423" y="18641"/>
                    <a:pt x="9423" y="18641"/>
                    <a:pt x="9423" y="18641"/>
                  </a:cubicBezTo>
                  <a:cubicBezTo>
                    <a:pt x="9529" y="18641"/>
                    <a:pt x="9529" y="18641"/>
                    <a:pt x="9529" y="18641"/>
                  </a:cubicBezTo>
                  <a:cubicBezTo>
                    <a:pt x="9529" y="18345"/>
                    <a:pt x="9529" y="18345"/>
                    <a:pt x="9529" y="18345"/>
                  </a:cubicBezTo>
                  <a:cubicBezTo>
                    <a:pt x="9423" y="18049"/>
                    <a:pt x="9423" y="18049"/>
                    <a:pt x="9423" y="18049"/>
                  </a:cubicBezTo>
                  <a:cubicBezTo>
                    <a:pt x="9317" y="18049"/>
                    <a:pt x="9317" y="18049"/>
                    <a:pt x="9317" y="18049"/>
                  </a:cubicBezTo>
                  <a:cubicBezTo>
                    <a:pt x="9211" y="18049"/>
                    <a:pt x="9211" y="18049"/>
                    <a:pt x="9211" y="18049"/>
                  </a:cubicBezTo>
                  <a:cubicBezTo>
                    <a:pt x="9105" y="18049"/>
                    <a:pt x="9105" y="18049"/>
                    <a:pt x="9105" y="18049"/>
                  </a:cubicBezTo>
                  <a:cubicBezTo>
                    <a:pt x="8999" y="18049"/>
                    <a:pt x="8999" y="18049"/>
                    <a:pt x="8999" y="18049"/>
                  </a:cubicBezTo>
                  <a:close/>
                  <a:moveTo>
                    <a:pt x="20329" y="18345"/>
                  </a:moveTo>
                  <a:cubicBezTo>
                    <a:pt x="20435" y="18345"/>
                    <a:pt x="20435" y="18345"/>
                    <a:pt x="20435" y="18345"/>
                  </a:cubicBezTo>
                  <a:cubicBezTo>
                    <a:pt x="20435" y="18345"/>
                    <a:pt x="20435" y="18345"/>
                    <a:pt x="20435" y="18345"/>
                  </a:cubicBezTo>
                  <a:cubicBezTo>
                    <a:pt x="20541" y="18345"/>
                    <a:pt x="20541" y="18345"/>
                    <a:pt x="20541" y="18345"/>
                  </a:cubicBezTo>
                  <a:cubicBezTo>
                    <a:pt x="20435" y="18049"/>
                    <a:pt x="20435" y="18049"/>
                    <a:pt x="20435" y="18049"/>
                  </a:cubicBezTo>
                  <a:cubicBezTo>
                    <a:pt x="20435" y="18049"/>
                    <a:pt x="20435" y="18049"/>
                    <a:pt x="20435" y="18049"/>
                  </a:cubicBezTo>
                  <a:cubicBezTo>
                    <a:pt x="20435" y="18049"/>
                    <a:pt x="20435" y="18049"/>
                    <a:pt x="20435" y="18049"/>
                  </a:cubicBezTo>
                  <a:cubicBezTo>
                    <a:pt x="20329" y="18345"/>
                    <a:pt x="20329" y="18345"/>
                    <a:pt x="20329" y="18345"/>
                  </a:cubicBezTo>
                  <a:close/>
                  <a:moveTo>
                    <a:pt x="19905" y="18345"/>
                  </a:moveTo>
                  <a:cubicBezTo>
                    <a:pt x="19905" y="18345"/>
                    <a:pt x="20011" y="18345"/>
                    <a:pt x="20011" y="18345"/>
                  </a:cubicBezTo>
                  <a:cubicBezTo>
                    <a:pt x="20117" y="18345"/>
                    <a:pt x="20117" y="18345"/>
                    <a:pt x="20117" y="18345"/>
                  </a:cubicBezTo>
                  <a:cubicBezTo>
                    <a:pt x="20223" y="18345"/>
                    <a:pt x="20223" y="18345"/>
                    <a:pt x="20223" y="18345"/>
                  </a:cubicBezTo>
                  <a:cubicBezTo>
                    <a:pt x="20329" y="18345"/>
                    <a:pt x="20329" y="18345"/>
                    <a:pt x="20329" y="18345"/>
                  </a:cubicBezTo>
                  <a:cubicBezTo>
                    <a:pt x="20329" y="18049"/>
                    <a:pt x="20329" y="18049"/>
                    <a:pt x="20329" y="18049"/>
                  </a:cubicBezTo>
                  <a:cubicBezTo>
                    <a:pt x="20435" y="18049"/>
                    <a:pt x="20435" y="18049"/>
                    <a:pt x="20435" y="18049"/>
                  </a:cubicBezTo>
                  <a:cubicBezTo>
                    <a:pt x="20541" y="17753"/>
                    <a:pt x="20541" y="17753"/>
                    <a:pt x="20541" y="17753"/>
                  </a:cubicBezTo>
                  <a:cubicBezTo>
                    <a:pt x="20541" y="17753"/>
                    <a:pt x="20541" y="17753"/>
                    <a:pt x="20541" y="17753"/>
                  </a:cubicBezTo>
                  <a:cubicBezTo>
                    <a:pt x="20541" y="17753"/>
                    <a:pt x="20541" y="17753"/>
                    <a:pt x="20541" y="17753"/>
                  </a:cubicBezTo>
                  <a:cubicBezTo>
                    <a:pt x="20541" y="17457"/>
                    <a:pt x="20541" y="17457"/>
                    <a:pt x="20541" y="17457"/>
                  </a:cubicBezTo>
                  <a:cubicBezTo>
                    <a:pt x="20541" y="17457"/>
                    <a:pt x="20541" y="17457"/>
                    <a:pt x="20541" y="17457"/>
                  </a:cubicBezTo>
                  <a:cubicBezTo>
                    <a:pt x="20435" y="17161"/>
                    <a:pt x="20435" y="17161"/>
                    <a:pt x="20435" y="17161"/>
                  </a:cubicBezTo>
                  <a:cubicBezTo>
                    <a:pt x="20435" y="17161"/>
                    <a:pt x="20435" y="17161"/>
                    <a:pt x="20435" y="17161"/>
                  </a:cubicBezTo>
                  <a:cubicBezTo>
                    <a:pt x="20329" y="17161"/>
                    <a:pt x="20329" y="17161"/>
                    <a:pt x="20329" y="17161"/>
                  </a:cubicBezTo>
                  <a:cubicBezTo>
                    <a:pt x="20223" y="17161"/>
                    <a:pt x="20223" y="17161"/>
                    <a:pt x="20223" y="17161"/>
                  </a:cubicBezTo>
                  <a:cubicBezTo>
                    <a:pt x="20117" y="17457"/>
                    <a:pt x="20117" y="17457"/>
                    <a:pt x="20117" y="17457"/>
                  </a:cubicBezTo>
                  <a:cubicBezTo>
                    <a:pt x="20117" y="17753"/>
                    <a:pt x="20117" y="17753"/>
                    <a:pt x="20117" y="17753"/>
                  </a:cubicBezTo>
                  <a:cubicBezTo>
                    <a:pt x="19905" y="18345"/>
                    <a:pt x="19905" y="18345"/>
                    <a:pt x="19905" y="18345"/>
                  </a:cubicBezTo>
                  <a:close/>
                  <a:moveTo>
                    <a:pt x="8258" y="16569"/>
                  </a:moveTo>
                  <a:cubicBezTo>
                    <a:pt x="8152" y="16865"/>
                    <a:pt x="8152" y="16865"/>
                    <a:pt x="8152" y="16865"/>
                  </a:cubicBezTo>
                  <a:cubicBezTo>
                    <a:pt x="8258" y="16865"/>
                    <a:pt x="8258" y="16865"/>
                    <a:pt x="8258" y="16865"/>
                  </a:cubicBezTo>
                  <a:cubicBezTo>
                    <a:pt x="8364" y="17161"/>
                    <a:pt x="8364" y="17161"/>
                    <a:pt x="8364" y="17161"/>
                  </a:cubicBezTo>
                  <a:cubicBezTo>
                    <a:pt x="8364" y="16865"/>
                    <a:pt x="8364" y="16865"/>
                    <a:pt x="8364" y="16865"/>
                  </a:cubicBezTo>
                  <a:cubicBezTo>
                    <a:pt x="8576" y="16865"/>
                    <a:pt x="8576" y="16865"/>
                    <a:pt x="8576" y="16865"/>
                  </a:cubicBezTo>
                  <a:cubicBezTo>
                    <a:pt x="8682" y="16865"/>
                    <a:pt x="8682" y="16865"/>
                    <a:pt x="8682" y="16865"/>
                  </a:cubicBezTo>
                  <a:cubicBezTo>
                    <a:pt x="8788" y="16865"/>
                    <a:pt x="8788" y="16865"/>
                    <a:pt x="8788" y="16865"/>
                  </a:cubicBezTo>
                  <a:cubicBezTo>
                    <a:pt x="8788" y="16569"/>
                    <a:pt x="8788" y="16569"/>
                    <a:pt x="8788" y="16569"/>
                  </a:cubicBezTo>
                  <a:cubicBezTo>
                    <a:pt x="8682" y="16569"/>
                    <a:pt x="8682" y="16569"/>
                    <a:pt x="8682" y="16569"/>
                  </a:cubicBezTo>
                  <a:cubicBezTo>
                    <a:pt x="8576" y="16569"/>
                    <a:pt x="8576" y="16569"/>
                    <a:pt x="8576" y="16569"/>
                  </a:cubicBezTo>
                  <a:cubicBezTo>
                    <a:pt x="8576" y="16569"/>
                    <a:pt x="8576" y="16569"/>
                    <a:pt x="8576" y="16569"/>
                  </a:cubicBezTo>
                  <a:cubicBezTo>
                    <a:pt x="8258" y="16569"/>
                    <a:pt x="8258" y="16569"/>
                    <a:pt x="8258" y="16569"/>
                  </a:cubicBezTo>
                  <a:cubicBezTo>
                    <a:pt x="8258" y="16569"/>
                    <a:pt x="8258" y="16569"/>
                    <a:pt x="8258" y="16569"/>
                  </a:cubicBezTo>
                  <a:close/>
                  <a:moveTo>
                    <a:pt x="4658" y="16273"/>
                  </a:moveTo>
                  <a:cubicBezTo>
                    <a:pt x="4658" y="16273"/>
                    <a:pt x="4658" y="16273"/>
                    <a:pt x="4658" y="16273"/>
                  </a:cubicBezTo>
                  <a:cubicBezTo>
                    <a:pt x="4764" y="16273"/>
                    <a:pt x="4764" y="16273"/>
                    <a:pt x="4764" y="16273"/>
                  </a:cubicBezTo>
                  <a:cubicBezTo>
                    <a:pt x="4764" y="16273"/>
                    <a:pt x="4764" y="16273"/>
                    <a:pt x="4764" y="16273"/>
                  </a:cubicBezTo>
                  <a:cubicBezTo>
                    <a:pt x="4658" y="16273"/>
                    <a:pt x="4658" y="16273"/>
                    <a:pt x="4658" y="16273"/>
                  </a:cubicBezTo>
                  <a:close/>
                  <a:moveTo>
                    <a:pt x="4764" y="16273"/>
                  </a:moveTo>
                  <a:cubicBezTo>
                    <a:pt x="4764" y="16273"/>
                    <a:pt x="4764" y="16273"/>
                    <a:pt x="4764" y="16273"/>
                  </a:cubicBezTo>
                  <a:cubicBezTo>
                    <a:pt x="4870" y="16273"/>
                    <a:pt x="4870" y="16273"/>
                    <a:pt x="4870" y="16273"/>
                  </a:cubicBezTo>
                  <a:cubicBezTo>
                    <a:pt x="4870" y="15978"/>
                    <a:pt x="4870" y="15978"/>
                    <a:pt x="4870" y="15978"/>
                  </a:cubicBezTo>
                  <a:cubicBezTo>
                    <a:pt x="4976" y="15978"/>
                    <a:pt x="4976" y="15978"/>
                    <a:pt x="4976" y="15978"/>
                  </a:cubicBezTo>
                  <a:cubicBezTo>
                    <a:pt x="4976" y="15682"/>
                    <a:pt x="4976" y="15682"/>
                    <a:pt x="4976" y="15682"/>
                  </a:cubicBezTo>
                  <a:cubicBezTo>
                    <a:pt x="4976" y="15682"/>
                    <a:pt x="4976" y="15682"/>
                    <a:pt x="4976" y="15682"/>
                  </a:cubicBezTo>
                  <a:cubicBezTo>
                    <a:pt x="5082" y="15386"/>
                    <a:pt x="5082" y="15386"/>
                    <a:pt x="5082" y="15386"/>
                  </a:cubicBezTo>
                  <a:cubicBezTo>
                    <a:pt x="5188" y="15386"/>
                    <a:pt x="5188" y="15386"/>
                    <a:pt x="5188" y="15386"/>
                  </a:cubicBezTo>
                  <a:cubicBezTo>
                    <a:pt x="5294" y="15386"/>
                    <a:pt x="5294" y="15386"/>
                    <a:pt x="5294" y="15386"/>
                  </a:cubicBezTo>
                  <a:cubicBezTo>
                    <a:pt x="5400" y="15386"/>
                    <a:pt x="5400" y="15386"/>
                    <a:pt x="5400" y="15386"/>
                  </a:cubicBezTo>
                  <a:cubicBezTo>
                    <a:pt x="5505" y="15682"/>
                    <a:pt x="5505" y="15682"/>
                    <a:pt x="5505" y="15682"/>
                  </a:cubicBezTo>
                  <a:cubicBezTo>
                    <a:pt x="5505" y="15386"/>
                    <a:pt x="5505" y="15386"/>
                    <a:pt x="5505" y="15386"/>
                  </a:cubicBezTo>
                  <a:cubicBezTo>
                    <a:pt x="5611" y="15386"/>
                    <a:pt x="5611" y="15386"/>
                    <a:pt x="5611" y="15386"/>
                  </a:cubicBezTo>
                  <a:cubicBezTo>
                    <a:pt x="5717" y="15386"/>
                    <a:pt x="5717" y="15386"/>
                    <a:pt x="5717" y="15386"/>
                  </a:cubicBezTo>
                  <a:cubicBezTo>
                    <a:pt x="5823" y="15682"/>
                    <a:pt x="5823" y="15682"/>
                    <a:pt x="5823" y="15682"/>
                  </a:cubicBezTo>
                  <a:cubicBezTo>
                    <a:pt x="5929" y="15682"/>
                    <a:pt x="5929" y="15682"/>
                    <a:pt x="5929" y="15682"/>
                  </a:cubicBezTo>
                  <a:cubicBezTo>
                    <a:pt x="6141" y="15682"/>
                    <a:pt x="6141" y="15682"/>
                    <a:pt x="6141" y="15682"/>
                  </a:cubicBezTo>
                  <a:cubicBezTo>
                    <a:pt x="6247" y="15978"/>
                    <a:pt x="6247" y="15978"/>
                    <a:pt x="6247" y="15978"/>
                  </a:cubicBezTo>
                  <a:cubicBezTo>
                    <a:pt x="6247" y="16273"/>
                    <a:pt x="6247" y="16273"/>
                    <a:pt x="6247" y="16273"/>
                  </a:cubicBezTo>
                  <a:cubicBezTo>
                    <a:pt x="6247" y="16273"/>
                    <a:pt x="6247" y="16273"/>
                    <a:pt x="6247" y="16273"/>
                  </a:cubicBezTo>
                  <a:cubicBezTo>
                    <a:pt x="6458" y="16569"/>
                    <a:pt x="6458" y="16569"/>
                    <a:pt x="6458" y="16569"/>
                  </a:cubicBezTo>
                  <a:cubicBezTo>
                    <a:pt x="6670" y="16569"/>
                    <a:pt x="6670" y="16569"/>
                    <a:pt x="6670" y="16569"/>
                  </a:cubicBezTo>
                  <a:cubicBezTo>
                    <a:pt x="6988" y="16569"/>
                    <a:pt x="6988" y="16569"/>
                    <a:pt x="6988" y="16569"/>
                  </a:cubicBezTo>
                  <a:cubicBezTo>
                    <a:pt x="7199" y="16569"/>
                    <a:pt x="7199" y="16569"/>
                    <a:pt x="7199" y="16569"/>
                  </a:cubicBezTo>
                  <a:cubicBezTo>
                    <a:pt x="7199" y="16273"/>
                    <a:pt x="7199" y="16273"/>
                    <a:pt x="7199" y="16273"/>
                  </a:cubicBezTo>
                  <a:cubicBezTo>
                    <a:pt x="7199" y="15978"/>
                    <a:pt x="7199" y="15978"/>
                    <a:pt x="7199" y="15978"/>
                  </a:cubicBezTo>
                  <a:cubicBezTo>
                    <a:pt x="7305" y="15978"/>
                    <a:pt x="7305" y="15978"/>
                    <a:pt x="7305" y="15978"/>
                  </a:cubicBezTo>
                  <a:cubicBezTo>
                    <a:pt x="7411" y="16273"/>
                    <a:pt x="7411" y="16273"/>
                    <a:pt x="7411" y="16273"/>
                  </a:cubicBezTo>
                  <a:cubicBezTo>
                    <a:pt x="7517" y="16273"/>
                    <a:pt x="7517" y="16273"/>
                    <a:pt x="7517" y="16273"/>
                  </a:cubicBezTo>
                  <a:cubicBezTo>
                    <a:pt x="7623" y="15978"/>
                    <a:pt x="7623" y="15978"/>
                    <a:pt x="7623" y="15978"/>
                  </a:cubicBezTo>
                  <a:cubicBezTo>
                    <a:pt x="7623" y="16273"/>
                    <a:pt x="7623" y="16273"/>
                    <a:pt x="7623" y="16273"/>
                  </a:cubicBezTo>
                  <a:cubicBezTo>
                    <a:pt x="7729" y="16569"/>
                    <a:pt x="7729" y="16569"/>
                    <a:pt x="7729" y="16569"/>
                  </a:cubicBezTo>
                  <a:cubicBezTo>
                    <a:pt x="7835" y="16273"/>
                    <a:pt x="7835" y="16273"/>
                    <a:pt x="7835" y="16273"/>
                  </a:cubicBezTo>
                  <a:cubicBezTo>
                    <a:pt x="7941" y="16569"/>
                    <a:pt x="7941" y="16569"/>
                    <a:pt x="7941" y="16569"/>
                  </a:cubicBezTo>
                  <a:cubicBezTo>
                    <a:pt x="7941" y="16569"/>
                    <a:pt x="7941" y="16569"/>
                    <a:pt x="7941" y="16569"/>
                  </a:cubicBezTo>
                  <a:cubicBezTo>
                    <a:pt x="8152" y="16569"/>
                    <a:pt x="8152" y="16569"/>
                    <a:pt x="8152" y="16569"/>
                  </a:cubicBezTo>
                  <a:cubicBezTo>
                    <a:pt x="8152" y="16865"/>
                    <a:pt x="8152" y="16865"/>
                    <a:pt x="8152" y="16865"/>
                  </a:cubicBezTo>
                  <a:cubicBezTo>
                    <a:pt x="8152" y="17161"/>
                    <a:pt x="8152" y="17161"/>
                    <a:pt x="8152" y="17161"/>
                  </a:cubicBezTo>
                  <a:cubicBezTo>
                    <a:pt x="8258" y="17457"/>
                    <a:pt x="8258" y="17457"/>
                    <a:pt x="8258" y="17457"/>
                  </a:cubicBezTo>
                  <a:cubicBezTo>
                    <a:pt x="8258" y="17457"/>
                    <a:pt x="8258" y="17457"/>
                    <a:pt x="8258" y="17457"/>
                  </a:cubicBezTo>
                  <a:cubicBezTo>
                    <a:pt x="8364" y="17753"/>
                    <a:pt x="8364" y="17753"/>
                    <a:pt x="8364" y="17753"/>
                  </a:cubicBezTo>
                  <a:cubicBezTo>
                    <a:pt x="8470" y="17457"/>
                    <a:pt x="8470" y="17457"/>
                    <a:pt x="8470" y="17457"/>
                  </a:cubicBezTo>
                  <a:cubicBezTo>
                    <a:pt x="8576" y="17753"/>
                    <a:pt x="8576" y="17753"/>
                    <a:pt x="8576" y="17753"/>
                  </a:cubicBezTo>
                  <a:cubicBezTo>
                    <a:pt x="8576" y="17753"/>
                    <a:pt x="8576" y="17753"/>
                    <a:pt x="8576" y="17753"/>
                  </a:cubicBezTo>
                  <a:cubicBezTo>
                    <a:pt x="8682" y="17457"/>
                    <a:pt x="8682" y="17457"/>
                    <a:pt x="8682" y="17457"/>
                  </a:cubicBezTo>
                  <a:cubicBezTo>
                    <a:pt x="8788" y="17457"/>
                    <a:pt x="8788" y="17457"/>
                    <a:pt x="8788" y="17457"/>
                  </a:cubicBezTo>
                  <a:cubicBezTo>
                    <a:pt x="8788" y="17753"/>
                    <a:pt x="8788" y="17753"/>
                    <a:pt x="8788" y="17753"/>
                  </a:cubicBezTo>
                  <a:cubicBezTo>
                    <a:pt x="8894" y="17753"/>
                    <a:pt x="8894" y="17753"/>
                    <a:pt x="8894" y="17753"/>
                  </a:cubicBezTo>
                  <a:cubicBezTo>
                    <a:pt x="8894" y="17753"/>
                    <a:pt x="8894" y="17753"/>
                    <a:pt x="8894" y="17753"/>
                  </a:cubicBezTo>
                  <a:cubicBezTo>
                    <a:pt x="8894" y="18345"/>
                    <a:pt x="8894" y="18345"/>
                    <a:pt x="8894" y="18345"/>
                  </a:cubicBezTo>
                  <a:cubicBezTo>
                    <a:pt x="8894" y="18345"/>
                    <a:pt x="8894" y="18345"/>
                    <a:pt x="8894" y="18345"/>
                  </a:cubicBezTo>
                  <a:cubicBezTo>
                    <a:pt x="8894" y="18641"/>
                    <a:pt x="8894" y="18641"/>
                    <a:pt x="8894" y="18641"/>
                  </a:cubicBezTo>
                  <a:cubicBezTo>
                    <a:pt x="8894" y="18936"/>
                    <a:pt x="8894" y="18936"/>
                    <a:pt x="8894" y="18936"/>
                  </a:cubicBezTo>
                  <a:cubicBezTo>
                    <a:pt x="8894" y="18936"/>
                    <a:pt x="8894" y="18936"/>
                    <a:pt x="8894" y="18936"/>
                  </a:cubicBezTo>
                  <a:cubicBezTo>
                    <a:pt x="8788" y="18641"/>
                    <a:pt x="8788" y="18641"/>
                    <a:pt x="8788" y="18641"/>
                  </a:cubicBezTo>
                  <a:cubicBezTo>
                    <a:pt x="8682" y="18936"/>
                    <a:pt x="8682" y="18936"/>
                    <a:pt x="8682" y="18936"/>
                  </a:cubicBezTo>
                  <a:cubicBezTo>
                    <a:pt x="8576" y="18641"/>
                    <a:pt x="8576" y="18641"/>
                    <a:pt x="8576" y="18641"/>
                  </a:cubicBezTo>
                  <a:cubicBezTo>
                    <a:pt x="8470" y="18345"/>
                    <a:pt x="8470" y="18345"/>
                    <a:pt x="8470" y="18345"/>
                  </a:cubicBezTo>
                  <a:cubicBezTo>
                    <a:pt x="8364" y="18345"/>
                    <a:pt x="8364" y="18345"/>
                    <a:pt x="8364" y="18345"/>
                  </a:cubicBezTo>
                  <a:cubicBezTo>
                    <a:pt x="8364" y="18345"/>
                    <a:pt x="8364" y="18345"/>
                    <a:pt x="8364" y="18345"/>
                  </a:cubicBezTo>
                  <a:cubicBezTo>
                    <a:pt x="8152" y="18345"/>
                    <a:pt x="8152" y="18345"/>
                    <a:pt x="8152" y="18345"/>
                  </a:cubicBezTo>
                  <a:cubicBezTo>
                    <a:pt x="8047" y="18345"/>
                    <a:pt x="8047" y="18345"/>
                    <a:pt x="8047" y="18345"/>
                  </a:cubicBezTo>
                  <a:cubicBezTo>
                    <a:pt x="7941" y="18345"/>
                    <a:pt x="7941" y="18345"/>
                    <a:pt x="7941" y="18345"/>
                  </a:cubicBezTo>
                  <a:cubicBezTo>
                    <a:pt x="7835" y="18049"/>
                    <a:pt x="7835" y="18049"/>
                    <a:pt x="7835" y="18049"/>
                  </a:cubicBezTo>
                  <a:cubicBezTo>
                    <a:pt x="7729" y="18345"/>
                    <a:pt x="7729" y="18345"/>
                    <a:pt x="7729" y="18345"/>
                  </a:cubicBezTo>
                  <a:cubicBezTo>
                    <a:pt x="7517" y="18345"/>
                    <a:pt x="7517" y="18345"/>
                    <a:pt x="7517" y="18345"/>
                  </a:cubicBezTo>
                  <a:cubicBezTo>
                    <a:pt x="7411" y="18049"/>
                    <a:pt x="7411" y="18049"/>
                    <a:pt x="7411" y="18049"/>
                  </a:cubicBezTo>
                  <a:cubicBezTo>
                    <a:pt x="7305" y="18345"/>
                    <a:pt x="7305" y="18345"/>
                    <a:pt x="7305" y="18345"/>
                  </a:cubicBezTo>
                  <a:cubicBezTo>
                    <a:pt x="7094" y="18049"/>
                    <a:pt x="7094" y="18049"/>
                    <a:pt x="7094" y="18049"/>
                  </a:cubicBezTo>
                  <a:cubicBezTo>
                    <a:pt x="6776" y="17753"/>
                    <a:pt x="6776" y="17753"/>
                    <a:pt x="6776" y="17753"/>
                  </a:cubicBezTo>
                  <a:cubicBezTo>
                    <a:pt x="6670" y="17753"/>
                    <a:pt x="6670" y="17753"/>
                    <a:pt x="6670" y="17753"/>
                  </a:cubicBezTo>
                  <a:cubicBezTo>
                    <a:pt x="6564" y="17457"/>
                    <a:pt x="6564" y="17457"/>
                    <a:pt x="6564" y="17457"/>
                  </a:cubicBezTo>
                  <a:cubicBezTo>
                    <a:pt x="6458" y="17457"/>
                    <a:pt x="6458" y="17457"/>
                    <a:pt x="6458" y="17457"/>
                  </a:cubicBezTo>
                  <a:cubicBezTo>
                    <a:pt x="6458" y="17753"/>
                    <a:pt x="6458" y="17753"/>
                    <a:pt x="6458" y="17753"/>
                  </a:cubicBezTo>
                  <a:cubicBezTo>
                    <a:pt x="6352" y="17753"/>
                    <a:pt x="6352" y="17753"/>
                    <a:pt x="6352" y="17753"/>
                  </a:cubicBezTo>
                  <a:cubicBezTo>
                    <a:pt x="6247" y="17457"/>
                    <a:pt x="6247" y="17457"/>
                    <a:pt x="6247" y="17457"/>
                  </a:cubicBezTo>
                  <a:cubicBezTo>
                    <a:pt x="6247" y="17457"/>
                    <a:pt x="6247" y="17457"/>
                    <a:pt x="6247" y="17457"/>
                  </a:cubicBezTo>
                  <a:cubicBezTo>
                    <a:pt x="6141" y="17753"/>
                    <a:pt x="6141" y="17753"/>
                    <a:pt x="6141" y="17753"/>
                  </a:cubicBezTo>
                  <a:cubicBezTo>
                    <a:pt x="5929" y="17457"/>
                    <a:pt x="5929" y="17457"/>
                    <a:pt x="5929" y="17457"/>
                  </a:cubicBezTo>
                  <a:cubicBezTo>
                    <a:pt x="5823" y="17161"/>
                    <a:pt x="5823" y="17161"/>
                    <a:pt x="5823" y="17161"/>
                  </a:cubicBezTo>
                  <a:cubicBezTo>
                    <a:pt x="5611" y="17161"/>
                    <a:pt x="5611" y="17161"/>
                    <a:pt x="5611" y="17161"/>
                  </a:cubicBezTo>
                  <a:cubicBezTo>
                    <a:pt x="5611" y="17161"/>
                    <a:pt x="5611" y="17161"/>
                    <a:pt x="5611" y="17161"/>
                  </a:cubicBezTo>
                  <a:cubicBezTo>
                    <a:pt x="5505" y="17457"/>
                    <a:pt x="5505" y="17457"/>
                    <a:pt x="5505" y="17457"/>
                  </a:cubicBezTo>
                  <a:cubicBezTo>
                    <a:pt x="5400" y="17161"/>
                    <a:pt x="5400" y="17161"/>
                    <a:pt x="5400" y="17161"/>
                  </a:cubicBezTo>
                  <a:cubicBezTo>
                    <a:pt x="5294" y="17161"/>
                    <a:pt x="5294" y="17161"/>
                    <a:pt x="5294" y="17161"/>
                  </a:cubicBezTo>
                  <a:cubicBezTo>
                    <a:pt x="5188" y="17161"/>
                    <a:pt x="5188" y="17161"/>
                    <a:pt x="5188" y="17161"/>
                  </a:cubicBezTo>
                  <a:cubicBezTo>
                    <a:pt x="5294" y="16865"/>
                    <a:pt x="5294" y="16865"/>
                    <a:pt x="5294" y="16865"/>
                  </a:cubicBezTo>
                  <a:cubicBezTo>
                    <a:pt x="5294" y="16569"/>
                    <a:pt x="5294" y="16569"/>
                    <a:pt x="5294" y="16569"/>
                  </a:cubicBezTo>
                  <a:cubicBezTo>
                    <a:pt x="5294" y="16569"/>
                    <a:pt x="5294" y="16569"/>
                    <a:pt x="5294" y="16569"/>
                  </a:cubicBezTo>
                  <a:cubicBezTo>
                    <a:pt x="5188" y="16865"/>
                    <a:pt x="5188" y="16865"/>
                    <a:pt x="5188" y="16865"/>
                  </a:cubicBezTo>
                  <a:cubicBezTo>
                    <a:pt x="5082" y="16569"/>
                    <a:pt x="5082" y="16569"/>
                    <a:pt x="5082" y="16569"/>
                  </a:cubicBezTo>
                  <a:cubicBezTo>
                    <a:pt x="5082" y="16569"/>
                    <a:pt x="5082" y="16569"/>
                    <a:pt x="5082" y="16569"/>
                  </a:cubicBezTo>
                  <a:cubicBezTo>
                    <a:pt x="4976" y="16569"/>
                    <a:pt x="4976" y="16569"/>
                    <a:pt x="4976" y="16569"/>
                  </a:cubicBezTo>
                  <a:cubicBezTo>
                    <a:pt x="4764" y="16569"/>
                    <a:pt x="4764" y="16569"/>
                    <a:pt x="4764" y="16569"/>
                  </a:cubicBezTo>
                  <a:cubicBezTo>
                    <a:pt x="4764" y="16569"/>
                    <a:pt x="4764" y="16569"/>
                    <a:pt x="4764" y="16569"/>
                  </a:cubicBezTo>
                  <a:cubicBezTo>
                    <a:pt x="4764" y="16273"/>
                    <a:pt x="4764" y="16273"/>
                    <a:pt x="4764" y="16273"/>
                  </a:cubicBezTo>
                  <a:cubicBezTo>
                    <a:pt x="4764" y="16273"/>
                    <a:pt x="4764" y="16273"/>
                    <a:pt x="4764" y="16273"/>
                  </a:cubicBezTo>
                  <a:close/>
                  <a:moveTo>
                    <a:pt x="6035" y="2958"/>
                  </a:moveTo>
                  <a:cubicBezTo>
                    <a:pt x="6035" y="3254"/>
                    <a:pt x="6035" y="3254"/>
                    <a:pt x="6035" y="3254"/>
                  </a:cubicBezTo>
                  <a:cubicBezTo>
                    <a:pt x="6141" y="3254"/>
                    <a:pt x="6141" y="3254"/>
                    <a:pt x="6141" y="3254"/>
                  </a:cubicBezTo>
                  <a:cubicBezTo>
                    <a:pt x="6141" y="3254"/>
                    <a:pt x="6141" y="3254"/>
                    <a:pt x="6141" y="3254"/>
                  </a:cubicBezTo>
                  <a:cubicBezTo>
                    <a:pt x="6141" y="3254"/>
                    <a:pt x="6141" y="3254"/>
                    <a:pt x="6141" y="3254"/>
                  </a:cubicBezTo>
                  <a:cubicBezTo>
                    <a:pt x="6247" y="2958"/>
                    <a:pt x="6247" y="2958"/>
                    <a:pt x="6247" y="2958"/>
                  </a:cubicBezTo>
                  <a:cubicBezTo>
                    <a:pt x="6141" y="2663"/>
                    <a:pt x="6141" y="2663"/>
                    <a:pt x="6141" y="2663"/>
                  </a:cubicBezTo>
                  <a:cubicBezTo>
                    <a:pt x="6035" y="2663"/>
                    <a:pt x="6035" y="2663"/>
                    <a:pt x="6035" y="2663"/>
                  </a:cubicBezTo>
                  <a:cubicBezTo>
                    <a:pt x="6035" y="2958"/>
                    <a:pt x="6035" y="2958"/>
                    <a:pt x="6035" y="2958"/>
                  </a:cubicBezTo>
                  <a:close/>
                  <a:moveTo>
                    <a:pt x="5188" y="4438"/>
                  </a:moveTo>
                  <a:cubicBezTo>
                    <a:pt x="5188" y="4734"/>
                    <a:pt x="5188" y="4734"/>
                    <a:pt x="5188" y="4734"/>
                  </a:cubicBezTo>
                  <a:cubicBezTo>
                    <a:pt x="5294" y="4438"/>
                    <a:pt x="5294" y="4438"/>
                    <a:pt x="5294" y="4438"/>
                  </a:cubicBezTo>
                  <a:cubicBezTo>
                    <a:pt x="5188" y="4438"/>
                    <a:pt x="5188" y="4438"/>
                    <a:pt x="5188" y="4438"/>
                  </a:cubicBezTo>
                  <a:close/>
                  <a:moveTo>
                    <a:pt x="5188" y="3846"/>
                  </a:moveTo>
                  <a:cubicBezTo>
                    <a:pt x="5294" y="3846"/>
                    <a:pt x="5294" y="3846"/>
                    <a:pt x="5294" y="3846"/>
                  </a:cubicBezTo>
                  <a:cubicBezTo>
                    <a:pt x="5188" y="3846"/>
                    <a:pt x="5188" y="3846"/>
                    <a:pt x="5188" y="3846"/>
                  </a:cubicBezTo>
                  <a:cubicBezTo>
                    <a:pt x="5188" y="3846"/>
                    <a:pt x="5188" y="3846"/>
                    <a:pt x="5188" y="3846"/>
                  </a:cubicBezTo>
                  <a:close/>
                  <a:moveTo>
                    <a:pt x="5188" y="4142"/>
                  </a:moveTo>
                  <a:cubicBezTo>
                    <a:pt x="5188" y="4142"/>
                    <a:pt x="5188" y="4142"/>
                    <a:pt x="5188" y="4142"/>
                  </a:cubicBezTo>
                  <a:cubicBezTo>
                    <a:pt x="5294" y="4142"/>
                    <a:pt x="5294" y="4142"/>
                    <a:pt x="5294" y="4142"/>
                  </a:cubicBezTo>
                  <a:cubicBezTo>
                    <a:pt x="5188" y="4142"/>
                    <a:pt x="5188" y="4142"/>
                    <a:pt x="5188" y="4142"/>
                  </a:cubicBezTo>
                  <a:close/>
                  <a:moveTo>
                    <a:pt x="4870" y="4142"/>
                  </a:moveTo>
                  <a:cubicBezTo>
                    <a:pt x="4870" y="4438"/>
                    <a:pt x="4870" y="4438"/>
                    <a:pt x="4870" y="4438"/>
                  </a:cubicBezTo>
                  <a:cubicBezTo>
                    <a:pt x="4976" y="4438"/>
                    <a:pt x="4976" y="4438"/>
                    <a:pt x="4976" y="4438"/>
                  </a:cubicBezTo>
                  <a:cubicBezTo>
                    <a:pt x="5082" y="4142"/>
                    <a:pt x="5082" y="4142"/>
                    <a:pt x="5082" y="4142"/>
                  </a:cubicBezTo>
                  <a:cubicBezTo>
                    <a:pt x="4976" y="4142"/>
                    <a:pt x="4976" y="4142"/>
                    <a:pt x="4976" y="4142"/>
                  </a:cubicBezTo>
                  <a:cubicBezTo>
                    <a:pt x="4870" y="4142"/>
                    <a:pt x="4870" y="4142"/>
                    <a:pt x="4870" y="4142"/>
                  </a:cubicBezTo>
                  <a:close/>
                  <a:moveTo>
                    <a:pt x="4129" y="6805"/>
                  </a:moveTo>
                  <a:cubicBezTo>
                    <a:pt x="4235" y="6805"/>
                    <a:pt x="4235" y="6805"/>
                    <a:pt x="4235" y="6805"/>
                  </a:cubicBezTo>
                  <a:cubicBezTo>
                    <a:pt x="4235" y="6805"/>
                    <a:pt x="4235" y="6805"/>
                    <a:pt x="4235" y="6805"/>
                  </a:cubicBezTo>
                  <a:cubicBezTo>
                    <a:pt x="4235" y="6509"/>
                    <a:pt x="4235" y="6509"/>
                    <a:pt x="4235" y="6509"/>
                  </a:cubicBezTo>
                  <a:cubicBezTo>
                    <a:pt x="4129" y="6805"/>
                    <a:pt x="4129" y="6805"/>
                    <a:pt x="4129" y="6805"/>
                  </a:cubicBezTo>
                  <a:close/>
                  <a:moveTo>
                    <a:pt x="4341" y="6509"/>
                  </a:moveTo>
                  <a:cubicBezTo>
                    <a:pt x="4341" y="6805"/>
                    <a:pt x="4341" y="6805"/>
                    <a:pt x="4341" y="6805"/>
                  </a:cubicBezTo>
                  <a:cubicBezTo>
                    <a:pt x="4447" y="6805"/>
                    <a:pt x="4447" y="6805"/>
                    <a:pt x="4447" y="6805"/>
                  </a:cubicBezTo>
                  <a:cubicBezTo>
                    <a:pt x="4447" y="7101"/>
                    <a:pt x="4447" y="7101"/>
                    <a:pt x="4447" y="7101"/>
                  </a:cubicBezTo>
                  <a:cubicBezTo>
                    <a:pt x="4447" y="7101"/>
                    <a:pt x="4447" y="7101"/>
                    <a:pt x="4447" y="7101"/>
                  </a:cubicBezTo>
                  <a:cubicBezTo>
                    <a:pt x="4552" y="6805"/>
                    <a:pt x="4552" y="6805"/>
                    <a:pt x="4552" y="6805"/>
                  </a:cubicBezTo>
                  <a:cubicBezTo>
                    <a:pt x="4447" y="6805"/>
                    <a:pt x="4447" y="6805"/>
                    <a:pt x="4447" y="6805"/>
                  </a:cubicBezTo>
                  <a:cubicBezTo>
                    <a:pt x="4552" y="6509"/>
                    <a:pt x="4552" y="6509"/>
                    <a:pt x="4552" y="6509"/>
                  </a:cubicBezTo>
                  <a:cubicBezTo>
                    <a:pt x="4447" y="6509"/>
                    <a:pt x="4447" y="6509"/>
                    <a:pt x="4447" y="6509"/>
                  </a:cubicBezTo>
                  <a:cubicBezTo>
                    <a:pt x="4447" y="6509"/>
                    <a:pt x="4447" y="6509"/>
                    <a:pt x="4447" y="6509"/>
                  </a:cubicBezTo>
                  <a:cubicBezTo>
                    <a:pt x="4341" y="6509"/>
                    <a:pt x="4341" y="6509"/>
                    <a:pt x="4341" y="6509"/>
                  </a:cubicBezTo>
                  <a:close/>
                  <a:moveTo>
                    <a:pt x="6458" y="10060"/>
                  </a:moveTo>
                  <a:cubicBezTo>
                    <a:pt x="6458" y="10356"/>
                    <a:pt x="6458" y="10356"/>
                    <a:pt x="6458" y="10356"/>
                  </a:cubicBezTo>
                  <a:cubicBezTo>
                    <a:pt x="6458" y="10356"/>
                    <a:pt x="6458" y="10356"/>
                    <a:pt x="6458" y="10356"/>
                  </a:cubicBezTo>
                  <a:cubicBezTo>
                    <a:pt x="6564" y="10356"/>
                    <a:pt x="6564" y="10356"/>
                    <a:pt x="6564" y="10356"/>
                  </a:cubicBezTo>
                  <a:cubicBezTo>
                    <a:pt x="6458" y="10060"/>
                    <a:pt x="6458" y="10060"/>
                    <a:pt x="6458" y="10060"/>
                  </a:cubicBezTo>
                  <a:cubicBezTo>
                    <a:pt x="6458" y="10060"/>
                    <a:pt x="6458" y="10060"/>
                    <a:pt x="6458" y="10060"/>
                  </a:cubicBezTo>
                  <a:close/>
                  <a:moveTo>
                    <a:pt x="5823" y="11243"/>
                  </a:moveTo>
                  <a:cubicBezTo>
                    <a:pt x="5823" y="11539"/>
                    <a:pt x="5823" y="11539"/>
                    <a:pt x="5823" y="11539"/>
                  </a:cubicBezTo>
                  <a:cubicBezTo>
                    <a:pt x="5823" y="11539"/>
                    <a:pt x="5823" y="11539"/>
                    <a:pt x="5823" y="11539"/>
                  </a:cubicBezTo>
                  <a:cubicBezTo>
                    <a:pt x="5717" y="11539"/>
                    <a:pt x="5717" y="11539"/>
                    <a:pt x="5717" y="11539"/>
                  </a:cubicBezTo>
                  <a:cubicBezTo>
                    <a:pt x="5717" y="11835"/>
                    <a:pt x="5717" y="11835"/>
                    <a:pt x="5717" y="11835"/>
                  </a:cubicBezTo>
                  <a:cubicBezTo>
                    <a:pt x="5823" y="11835"/>
                    <a:pt x="5823" y="11835"/>
                    <a:pt x="5823" y="11835"/>
                  </a:cubicBezTo>
                  <a:cubicBezTo>
                    <a:pt x="5823" y="11835"/>
                    <a:pt x="5823" y="11835"/>
                    <a:pt x="5823" y="11835"/>
                  </a:cubicBezTo>
                  <a:cubicBezTo>
                    <a:pt x="5823" y="11539"/>
                    <a:pt x="5823" y="11539"/>
                    <a:pt x="5823" y="11539"/>
                  </a:cubicBezTo>
                  <a:cubicBezTo>
                    <a:pt x="5823" y="11835"/>
                    <a:pt x="5823" y="11835"/>
                    <a:pt x="5823" y="11835"/>
                  </a:cubicBezTo>
                  <a:cubicBezTo>
                    <a:pt x="5929" y="12131"/>
                    <a:pt x="5929" y="12131"/>
                    <a:pt x="5929" y="12131"/>
                  </a:cubicBezTo>
                  <a:cubicBezTo>
                    <a:pt x="6035" y="11835"/>
                    <a:pt x="6035" y="11835"/>
                    <a:pt x="6035" y="11835"/>
                  </a:cubicBezTo>
                  <a:cubicBezTo>
                    <a:pt x="6035" y="12131"/>
                    <a:pt x="6035" y="12131"/>
                    <a:pt x="6035" y="12131"/>
                  </a:cubicBezTo>
                  <a:cubicBezTo>
                    <a:pt x="6141" y="12131"/>
                    <a:pt x="6141" y="12131"/>
                    <a:pt x="6141" y="12131"/>
                  </a:cubicBezTo>
                  <a:cubicBezTo>
                    <a:pt x="6141" y="11835"/>
                    <a:pt x="6141" y="11835"/>
                    <a:pt x="6141" y="11835"/>
                  </a:cubicBezTo>
                  <a:cubicBezTo>
                    <a:pt x="6247" y="11835"/>
                    <a:pt x="6247" y="11835"/>
                    <a:pt x="6247" y="11835"/>
                  </a:cubicBezTo>
                  <a:cubicBezTo>
                    <a:pt x="6141" y="11539"/>
                    <a:pt x="6141" y="11539"/>
                    <a:pt x="6141" y="11539"/>
                  </a:cubicBezTo>
                  <a:cubicBezTo>
                    <a:pt x="6035" y="11243"/>
                    <a:pt x="6035" y="11243"/>
                    <a:pt x="6035" y="11243"/>
                  </a:cubicBezTo>
                  <a:cubicBezTo>
                    <a:pt x="5823" y="11243"/>
                    <a:pt x="5823" y="11243"/>
                    <a:pt x="5823" y="11243"/>
                  </a:cubicBezTo>
                  <a:cubicBezTo>
                    <a:pt x="5823" y="11243"/>
                    <a:pt x="5823" y="11243"/>
                    <a:pt x="5823" y="11243"/>
                  </a:cubicBezTo>
                  <a:close/>
                  <a:moveTo>
                    <a:pt x="5505" y="11835"/>
                  </a:moveTo>
                  <a:cubicBezTo>
                    <a:pt x="5505" y="11835"/>
                    <a:pt x="5505" y="11835"/>
                    <a:pt x="5505" y="11835"/>
                  </a:cubicBezTo>
                  <a:cubicBezTo>
                    <a:pt x="5505" y="11835"/>
                    <a:pt x="5505" y="11835"/>
                    <a:pt x="5505" y="11835"/>
                  </a:cubicBezTo>
                  <a:cubicBezTo>
                    <a:pt x="5505" y="11835"/>
                    <a:pt x="5505" y="11835"/>
                    <a:pt x="5505" y="11835"/>
                  </a:cubicBezTo>
                  <a:close/>
                  <a:moveTo>
                    <a:pt x="4870" y="10356"/>
                  </a:moveTo>
                  <a:cubicBezTo>
                    <a:pt x="4870" y="10356"/>
                    <a:pt x="4870" y="10356"/>
                    <a:pt x="4870" y="10356"/>
                  </a:cubicBezTo>
                  <a:cubicBezTo>
                    <a:pt x="4764" y="10652"/>
                    <a:pt x="4764" y="10652"/>
                    <a:pt x="4764" y="10652"/>
                  </a:cubicBezTo>
                  <a:cubicBezTo>
                    <a:pt x="4764" y="10652"/>
                    <a:pt x="4764" y="10652"/>
                    <a:pt x="4764" y="10652"/>
                  </a:cubicBezTo>
                  <a:cubicBezTo>
                    <a:pt x="4976" y="10947"/>
                    <a:pt x="4976" y="10947"/>
                    <a:pt x="4976" y="10947"/>
                  </a:cubicBezTo>
                  <a:cubicBezTo>
                    <a:pt x="4976" y="10947"/>
                    <a:pt x="4976" y="10947"/>
                    <a:pt x="4976" y="10947"/>
                  </a:cubicBezTo>
                  <a:cubicBezTo>
                    <a:pt x="4976" y="11243"/>
                    <a:pt x="4976" y="11243"/>
                    <a:pt x="4976" y="11243"/>
                  </a:cubicBezTo>
                  <a:cubicBezTo>
                    <a:pt x="5082" y="11243"/>
                    <a:pt x="5082" y="11243"/>
                    <a:pt x="5082" y="11243"/>
                  </a:cubicBezTo>
                  <a:cubicBezTo>
                    <a:pt x="5082" y="11539"/>
                    <a:pt x="5082" y="11539"/>
                    <a:pt x="5082" y="11539"/>
                  </a:cubicBezTo>
                  <a:cubicBezTo>
                    <a:pt x="5188" y="11835"/>
                    <a:pt x="5188" y="11835"/>
                    <a:pt x="5188" y="11835"/>
                  </a:cubicBezTo>
                  <a:cubicBezTo>
                    <a:pt x="5294" y="11835"/>
                    <a:pt x="5294" y="11835"/>
                    <a:pt x="5294" y="11835"/>
                  </a:cubicBezTo>
                  <a:cubicBezTo>
                    <a:pt x="5294" y="11835"/>
                    <a:pt x="5294" y="11835"/>
                    <a:pt x="5294" y="11835"/>
                  </a:cubicBezTo>
                  <a:cubicBezTo>
                    <a:pt x="5400" y="12131"/>
                    <a:pt x="5400" y="12131"/>
                    <a:pt x="5400" y="12131"/>
                  </a:cubicBezTo>
                  <a:cubicBezTo>
                    <a:pt x="5400" y="11835"/>
                    <a:pt x="5400" y="11835"/>
                    <a:pt x="5400" y="11835"/>
                  </a:cubicBezTo>
                  <a:cubicBezTo>
                    <a:pt x="5400" y="11539"/>
                    <a:pt x="5400" y="11539"/>
                    <a:pt x="5400" y="11539"/>
                  </a:cubicBezTo>
                  <a:cubicBezTo>
                    <a:pt x="5400" y="11243"/>
                    <a:pt x="5400" y="11243"/>
                    <a:pt x="5400" y="11243"/>
                  </a:cubicBezTo>
                  <a:cubicBezTo>
                    <a:pt x="5294" y="11243"/>
                    <a:pt x="5294" y="11243"/>
                    <a:pt x="5294" y="11243"/>
                  </a:cubicBezTo>
                  <a:cubicBezTo>
                    <a:pt x="5188" y="10947"/>
                    <a:pt x="5188" y="10947"/>
                    <a:pt x="5188" y="10947"/>
                  </a:cubicBezTo>
                  <a:cubicBezTo>
                    <a:pt x="5188" y="10356"/>
                    <a:pt x="5188" y="10356"/>
                    <a:pt x="5188" y="10356"/>
                  </a:cubicBezTo>
                  <a:cubicBezTo>
                    <a:pt x="5082" y="10356"/>
                    <a:pt x="5082" y="10356"/>
                    <a:pt x="5082" y="10356"/>
                  </a:cubicBezTo>
                  <a:cubicBezTo>
                    <a:pt x="5082" y="10060"/>
                    <a:pt x="5082" y="10060"/>
                    <a:pt x="5082" y="10060"/>
                  </a:cubicBezTo>
                  <a:cubicBezTo>
                    <a:pt x="5082" y="10060"/>
                    <a:pt x="5082" y="10060"/>
                    <a:pt x="5082" y="10060"/>
                  </a:cubicBezTo>
                  <a:cubicBezTo>
                    <a:pt x="4976" y="10060"/>
                    <a:pt x="4976" y="10060"/>
                    <a:pt x="4976" y="10060"/>
                  </a:cubicBezTo>
                  <a:cubicBezTo>
                    <a:pt x="4976" y="10356"/>
                    <a:pt x="4976" y="10356"/>
                    <a:pt x="4976" y="10356"/>
                  </a:cubicBezTo>
                  <a:cubicBezTo>
                    <a:pt x="4976" y="10356"/>
                    <a:pt x="4976" y="10356"/>
                    <a:pt x="4976" y="10356"/>
                  </a:cubicBezTo>
                  <a:cubicBezTo>
                    <a:pt x="4976" y="10356"/>
                    <a:pt x="4976" y="10356"/>
                    <a:pt x="4976" y="10356"/>
                  </a:cubicBezTo>
                  <a:cubicBezTo>
                    <a:pt x="4870" y="10060"/>
                    <a:pt x="4870" y="10060"/>
                    <a:pt x="4870" y="10060"/>
                  </a:cubicBezTo>
                  <a:cubicBezTo>
                    <a:pt x="4870" y="10356"/>
                    <a:pt x="4870" y="10356"/>
                    <a:pt x="4870" y="10356"/>
                  </a:cubicBezTo>
                  <a:close/>
                  <a:moveTo>
                    <a:pt x="4341" y="8876"/>
                  </a:moveTo>
                  <a:cubicBezTo>
                    <a:pt x="4341" y="8876"/>
                    <a:pt x="4341" y="8876"/>
                    <a:pt x="4341" y="8876"/>
                  </a:cubicBezTo>
                  <a:cubicBezTo>
                    <a:pt x="4447" y="9172"/>
                    <a:pt x="4447" y="9172"/>
                    <a:pt x="4447" y="9172"/>
                  </a:cubicBezTo>
                  <a:cubicBezTo>
                    <a:pt x="4447" y="8876"/>
                    <a:pt x="4447" y="8876"/>
                    <a:pt x="4447" y="8876"/>
                  </a:cubicBezTo>
                  <a:cubicBezTo>
                    <a:pt x="4447" y="8876"/>
                    <a:pt x="4447" y="8876"/>
                    <a:pt x="4447" y="8876"/>
                  </a:cubicBezTo>
                  <a:cubicBezTo>
                    <a:pt x="4341" y="8876"/>
                    <a:pt x="4341" y="8876"/>
                    <a:pt x="4341" y="8876"/>
                  </a:cubicBezTo>
                  <a:close/>
                  <a:moveTo>
                    <a:pt x="4447" y="8284"/>
                  </a:moveTo>
                  <a:cubicBezTo>
                    <a:pt x="4447" y="8580"/>
                    <a:pt x="4447" y="8580"/>
                    <a:pt x="4447" y="8580"/>
                  </a:cubicBezTo>
                  <a:cubicBezTo>
                    <a:pt x="4447" y="8580"/>
                    <a:pt x="4447" y="8580"/>
                    <a:pt x="4447" y="8580"/>
                  </a:cubicBezTo>
                  <a:cubicBezTo>
                    <a:pt x="4552" y="8580"/>
                    <a:pt x="4552" y="8580"/>
                    <a:pt x="4552" y="8580"/>
                  </a:cubicBezTo>
                  <a:cubicBezTo>
                    <a:pt x="4658" y="8580"/>
                    <a:pt x="4658" y="8580"/>
                    <a:pt x="4658" y="8580"/>
                  </a:cubicBezTo>
                  <a:cubicBezTo>
                    <a:pt x="4658" y="8580"/>
                    <a:pt x="4658" y="8580"/>
                    <a:pt x="4658" y="8580"/>
                  </a:cubicBezTo>
                  <a:cubicBezTo>
                    <a:pt x="4552" y="8284"/>
                    <a:pt x="4552" y="8284"/>
                    <a:pt x="4552" y="8284"/>
                  </a:cubicBezTo>
                  <a:cubicBezTo>
                    <a:pt x="4447" y="8284"/>
                    <a:pt x="4447" y="8284"/>
                    <a:pt x="4447" y="8284"/>
                  </a:cubicBezTo>
                  <a:close/>
                  <a:moveTo>
                    <a:pt x="3494" y="6805"/>
                  </a:moveTo>
                  <a:cubicBezTo>
                    <a:pt x="3494" y="7101"/>
                    <a:pt x="3494" y="7101"/>
                    <a:pt x="3494" y="7101"/>
                  </a:cubicBezTo>
                  <a:cubicBezTo>
                    <a:pt x="3494" y="7101"/>
                    <a:pt x="3494" y="7101"/>
                    <a:pt x="3494" y="7101"/>
                  </a:cubicBezTo>
                  <a:cubicBezTo>
                    <a:pt x="3599" y="7101"/>
                    <a:pt x="3599" y="7101"/>
                    <a:pt x="3599" y="7101"/>
                  </a:cubicBezTo>
                  <a:cubicBezTo>
                    <a:pt x="3705" y="7397"/>
                    <a:pt x="3705" y="7397"/>
                    <a:pt x="3705" y="7397"/>
                  </a:cubicBezTo>
                  <a:cubicBezTo>
                    <a:pt x="3811" y="7397"/>
                    <a:pt x="3811" y="7397"/>
                    <a:pt x="3811" y="7397"/>
                  </a:cubicBezTo>
                  <a:cubicBezTo>
                    <a:pt x="3705" y="6805"/>
                    <a:pt x="3705" y="6805"/>
                    <a:pt x="3705" y="6805"/>
                  </a:cubicBezTo>
                  <a:cubicBezTo>
                    <a:pt x="3599" y="6805"/>
                    <a:pt x="3599" y="6805"/>
                    <a:pt x="3599" y="6805"/>
                  </a:cubicBezTo>
                  <a:cubicBezTo>
                    <a:pt x="3494" y="6805"/>
                    <a:pt x="3494" y="6805"/>
                    <a:pt x="3494" y="6805"/>
                  </a:cubicBezTo>
                  <a:close/>
                  <a:moveTo>
                    <a:pt x="3282" y="6213"/>
                  </a:moveTo>
                  <a:cubicBezTo>
                    <a:pt x="3282" y="6213"/>
                    <a:pt x="3282" y="6213"/>
                    <a:pt x="3282" y="6213"/>
                  </a:cubicBezTo>
                  <a:cubicBezTo>
                    <a:pt x="3388" y="6509"/>
                    <a:pt x="3388" y="6509"/>
                    <a:pt x="3388" y="6509"/>
                  </a:cubicBezTo>
                  <a:cubicBezTo>
                    <a:pt x="3494" y="6509"/>
                    <a:pt x="3494" y="6509"/>
                    <a:pt x="3494" y="6509"/>
                  </a:cubicBezTo>
                  <a:cubicBezTo>
                    <a:pt x="3388" y="6805"/>
                    <a:pt x="3388" y="6805"/>
                    <a:pt x="3388" y="6805"/>
                  </a:cubicBezTo>
                  <a:cubicBezTo>
                    <a:pt x="3388" y="6805"/>
                    <a:pt x="3388" y="6805"/>
                    <a:pt x="3388" y="6805"/>
                  </a:cubicBezTo>
                  <a:cubicBezTo>
                    <a:pt x="3282" y="6213"/>
                    <a:pt x="3282" y="6213"/>
                    <a:pt x="3282" y="6213"/>
                  </a:cubicBezTo>
                  <a:close/>
                  <a:moveTo>
                    <a:pt x="2964" y="5621"/>
                  </a:moveTo>
                  <a:cubicBezTo>
                    <a:pt x="2964" y="6213"/>
                    <a:pt x="2964" y="6213"/>
                    <a:pt x="2964" y="6213"/>
                  </a:cubicBezTo>
                  <a:cubicBezTo>
                    <a:pt x="3070" y="5917"/>
                    <a:pt x="3070" y="5917"/>
                    <a:pt x="3070" y="5917"/>
                  </a:cubicBezTo>
                  <a:cubicBezTo>
                    <a:pt x="3176" y="5917"/>
                    <a:pt x="3176" y="5917"/>
                    <a:pt x="3176" y="5917"/>
                  </a:cubicBezTo>
                  <a:cubicBezTo>
                    <a:pt x="3070" y="5621"/>
                    <a:pt x="3070" y="5621"/>
                    <a:pt x="3070" y="5621"/>
                  </a:cubicBezTo>
                  <a:cubicBezTo>
                    <a:pt x="2964" y="5621"/>
                    <a:pt x="2964" y="5621"/>
                    <a:pt x="2964" y="5621"/>
                  </a:cubicBezTo>
                  <a:cubicBezTo>
                    <a:pt x="2964" y="5621"/>
                    <a:pt x="2964" y="5621"/>
                    <a:pt x="2964" y="5621"/>
                  </a:cubicBezTo>
                  <a:close/>
                  <a:moveTo>
                    <a:pt x="3282" y="14498"/>
                  </a:moveTo>
                  <a:cubicBezTo>
                    <a:pt x="3388" y="14794"/>
                    <a:pt x="3388" y="14794"/>
                    <a:pt x="3388" y="14794"/>
                  </a:cubicBezTo>
                  <a:cubicBezTo>
                    <a:pt x="3388" y="14794"/>
                    <a:pt x="3388" y="14794"/>
                    <a:pt x="3388" y="14794"/>
                  </a:cubicBezTo>
                  <a:cubicBezTo>
                    <a:pt x="3282" y="14498"/>
                    <a:pt x="3282" y="14498"/>
                    <a:pt x="3282" y="14498"/>
                  </a:cubicBezTo>
                  <a:cubicBezTo>
                    <a:pt x="3282" y="14498"/>
                    <a:pt x="3282" y="14498"/>
                    <a:pt x="3282" y="14498"/>
                  </a:cubicBezTo>
                  <a:close/>
                  <a:moveTo>
                    <a:pt x="2435" y="11539"/>
                  </a:moveTo>
                  <a:cubicBezTo>
                    <a:pt x="2329" y="11835"/>
                    <a:pt x="2329" y="11835"/>
                    <a:pt x="2329" y="11835"/>
                  </a:cubicBezTo>
                  <a:cubicBezTo>
                    <a:pt x="2541" y="12131"/>
                    <a:pt x="2541" y="12131"/>
                    <a:pt x="2541" y="12131"/>
                  </a:cubicBezTo>
                  <a:cubicBezTo>
                    <a:pt x="2435" y="12131"/>
                    <a:pt x="2435" y="12131"/>
                    <a:pt x="2435" y="12131"/>
                  </a:cubicBezTo>
                  <a:cubicBezTo>
                    <a:pt x="2435" y="11835"/>
                    <a:pt x="2435" y="11835"/>
                    <a:pt x="2435" y="11835"/>
                  </a:cubicBezTo>
                  <a:cubicBezTo>
                    <a:pt x="2435" y="11539"/>
                    <a:pt x="2435" y="11539"/>
                    <a:pt x="2435" y="11539"/>
                  </a:cubicBezTo>
                  <a:close/>
                  <a:moveTo>
                    <a:pt x="2223" y="11243"/>
                  </a:moveTo>
                  <a:cubicBezTo>
                    <a:pt x="2329" y="11539"/>
                    <a:pt x="2329" y="11539"/>
                    <a:pt x="2329" y="11539"/>
                  </a:cubicBezTo>
                  <a:cubicBezTo>
                    <a:pt x="2223" y="11539"/>
                    <a:pt x="2223" y="11539"/>
                    <a:pt x="2223" y="11539"/>
                  </a:cubicBezTo>
                  <a:cubicBezTo>
                    <a:pt x="2223" y="11243"/>
                    <a:pt x="2223" y="11243"/>
                    <a:pt x="2223" y="11243"/>
                  </a:cubicBezTo>
                  <a:close/>
                  <a:moveTo>
                    <a:pt x="2117" y="10652"/>
                  </a:moveTo>
                  <a:cubicBezTo>
                    <a:pt x="2011" y="10652"/>
                    <a:pt x="2011" y="10652"/>
                    <a:pt x="2011" y="10652"/>
                  </a:cubicBezTo>
                  <a:cubicBezTo>
                    <a:pt x="2117" y="10947"/>
                    <a:pt x="2117" y="10947"/>
                    <a:pt x="2117" y="10947"/>
                  </a:cubicBezTo>
                  <a:cubicBezTo>
                    <a:pt x="2223" y="10947"/>
                    <a:pt x="2223" y="10947"/>
                    <a:pt x="2223" y="10947"/>
                  </a:cubicBezTo>
                  <a:cubicBezTo>
                    <a:pt x="2117" y="10652"/>
                    <a:pt x="2117" y="10652"/>
                    <a:pt x="2117" y="10652"/>
                  </a:cubicBezTo>
                  <a:close/>
                  <a:moveTo>
                    <a:pt x="1588" y="9468"/>
                  </a:moveTo>
                  <a:cubicBezTo>
                    <a:pt x="1588" y="9764"/>
                    <a:pt x="1588" y="9764"/>
                    <a:pt x="1588" y="9764"/>
                  </a:cubicBezTo>
                  <a:cubicBezTo>
                    <a:pt x="1694" y="9764"/>
                    <a:pt x="1694" y="9764"/>
                    <a:pt x="1694" y="9764"/>
                  </a:cubicBezTo>
                  <a:cubicBezTo>
                    <a:pt x="1799" y="10356"/>
                    <a:pt x="1799" y="10356"/>
                    <a:pt x="1799" y="10356"/>
                  </a:cubicBezTo>
                  <a:cubicBezTo>
                    <a:pt x="1905" y="10356"/>
                    <a:pt x="1905" y="10356"/>
                    <a:pt x="1905" y="10356"/>
                  </a:cubicBezTo>
                  <a:cubicBezTo>
                    <a:pt x="1905" y="10060"/>
                    <a:pt x="1905" y="10060"/>
                    <a:pt x="1905" y="10060"/>
                  </a:cubicBezTo>
                  <a:cubicBezTo>
                    <a:pt x="1799" y="9468"/>
                    <a:pt x="1799" y="9468"/>
                    <a:pt x="1799" y="9468"/>
                  </a:cubicBezTo>
                  <a:cubicBezTo>
                    <a:pt x="1694" y="9468"/>
                    <a:pt x="1694" y="9468"/>
                    <a:pt x="1694" y="9468"/>
                  </a:cubicBezTo>
                  <a:cubicBezTo>
                    <a:pt x="1588" y="9468"/>
                    <a:pt x="1588" y="9468"/>
                    <a:pt x="1588" y="9468"/>
                  </a:cubicBezTo>
                  <a:close/>
                  <a:moveTo>
                    <a:pt x="1482" y="8580"/>
                  </a:moveTo>
                  <a:cubicBezTo>
                    <a:pt x="1482" y="8876"/>
                    <a:pt x="1482" y="8876"/>
                    <a:pt x="1482" y="8876"/>
                  </a:cubicBezTo>
                  <a:cubicBezTo>
                    <a:pt x="1482" y="9172"/>
                    <a:pt x="1482" y="9172"/>
                    <a:pt x="1482" y="9172"/>
                  </a:cubicBezTo>
                  <a:cubicBezTo>
                    <a:pt x="1588" y="8876"/>
                    <a:pt x="1588" y="8876"/>
                    <a:pt x="1588" y="8876"/>
                  </a:cubicBezTo>
                  <a:cubicBezTo>
                    <a:pt x="1588" y="8876"/>
                    <a:pt x="1588" y="8876"/>
                    <a:pt x="1588" y="8876"/>
                  </a:cubicBezTo>
                  <a:cubicBezTo>
                    <a:pt x="1482" y="8580"/>
                    <a:pt x="1482" y="8580"/>
                    <a:pt x="1482" y="8580"/>
                  </a:cubicBezTo>
                  <a:close/>
                  <a:moveTo>
                    <a:pt x="1588" y="7989"/>
                  </a:moveTo>
                  <a:cubicBezTo>
                    <a:pt x="1694" y="7989"/>
                    <a:pt x="1694" y="7989"/>
                    <a:pt x="1694" y="7989"/>
                  </a:cubicBezTo>
                  <a:cubicBezTo>
                    <a:pt x="1694" y="7989"/>
                    <a:pt x="1694" y="7989"/>
                    <a:pt x="1694" y="7989"/>
                  </a:cubicBezTo>
                  <a:cubicBezTo>
                    <a:pt x="1694" y="7989"/>
                    <a:pt x="1694" y="7989"/>
                    <a:pt x="1694" y="7989"/>
                  </a:cubicBezTo>
                  <a:cubicBezTo>
                    <a:pt x="1588" y="7989"/>
                    <a:pt x="1588" y="7989"/>
                    <a:pt x="1588" y="7989"/>
                  </a:cubicBezTo>
                  <a:cubicBezTo>
                    <a:pt x="1588" y="7989"/>
                    <a:pt x="1588" y="7989"/>
                    <a:pt x="1588" y="7989"/>
                  </a:cubicBezTo>
                  <a:close/>
                  <a:moveTo>
                    <a:pt x="847" y="6509"/>
                  </a:moveTo>
                  <a:cubicBezTo>
                    <a:pt x="952" y="6509"/>
                    <a:pt x="952" y="6509"/>
                    <a:pt x="952" y="6509"/>
                  </a:cubicBezTo>
                  <a:cubicBezTo>
                    <a:pt x="1058" y="6213"/>
                    <a:pt x="1058" y="6213"/>
                    <a:pt x="1058" y="6213"/>
                  </a:cubicBezTo>
                  <a:cubicBezTo>
                    <a:pt x="1058" y="6213"/>
                    <a:pt x="1058" y="6213"/>
                    <a:pt x="1058" y="6213"/>
                  </a:cubicBezTo>
                  <a:cubicBezTo>
                    <a:pt x="1164" y="6805"/>
                    <a:pt x="1164" y="6805"/>
                    <a:pt x="1164" y="6805"/>
                  </a:cubicBezTo>
                  <a:cubicBezTo>
                    <a:pt x="1270" y="6805"/>
                    <a:pt x="1270" y="6805"/>
                    <a:pt x="1270" y="6805"/>
                  </a:cubicBezTo>
                  <a:cubicBezTo>
                    <a:pt x="1270" y="7101"/>
                    <a:pt x="1270" y="7101"/>
                    <a:pt x="1270" y="7101"/>
                  </a:cubicBezTo>
                  <a:cubicBezTo>
                    <a:pt x="1270" y="7397"/>
                    <a:pt x="1270" y="7397"/>
                    <a:pt x="1270" y="7397"/>
                  </a:cubicBezTo>
                  <a:cubicBezTo>
                    <a:pt x="1164" y="7397"/>
                    <a:pt x="1164" y="7397"/>
                    <a:pt x="1164" y="7397"/>
                  </a:cubicBezTo>
                  <a:cubicBezTo>
                    <a:pt x="1058" y="7101"/>
                    <a:pt x="1058" y="7101"/>
                    <a:pt x="1058" y="7101"/>
                  </a:cubicBezTo>
                  <a:cubicBezTo>
                    <a:pt x="1058" y="7101"/>
                    <a:pt x="1058" y="7101"/>
                    <a:pt x="1058" y="7101"/>
                  </a:cubicBezTo>
                  <a:cubicBezTo>
                    <a:pt x="952" y="6805"/>
                    <a:pt x="952" y="6805"/>
                    <a:pt x="952" y="6805"/>
                  </a:cubicBezTo>
                  <a:cubicBezTo>
                    <a:pt x="847" y="6509"/>
                    <a:pt x="847" y="6509"/>
                    <a:pt x="847" y="6509"/>
                  </a:cubicBezTo>
                  <a:close/>
                  <a:moveTo>
                    <a:pt x="847" y="5621"/>
                  </a:moveTo>
                  <a:cubicBezTo>
                    <a:pt x="952" y="5621"/>
                    <a:pt x="952" y="5621"/>
                    <a:pt x="952" y="5621"/>
                  </a:cubicBezTo>
                  <a:cubicBezTo>
                    <a:pt x="952" y="5326"/>
                    <a:pt x="952" y="5326"/>
                    <a:pt x="952" y="5326"/>
                  </a:cubicBezTo>
                  <a:cubicBezTo>
                    <a:pt x="847" y="5621"/>
                    <a:pt x="847" y="5621"/>
                    <a:pt x="847" y="5621"/>
                  </a:cubicBezTo>
                  <a:close/>
                  <a:moveTo>
                    <a:pt x="211" y="4438"/>
                  </a:moveTo>
                  <a:cubicBezTo>
                    <a:pt x="211" y="4438"/>
                    <a:pt x="211" y="4438"/>
                    <a:pt x="211" y="4438"/>
                  </a:cubicBezTo>
                  <a:cubicBezTo>
                    <a:pt x="211" y="4734"/>
                    <a:pt x="211" y="4734"/>
                    <a:pt x="211" y="4734"/>
                  </a:cubicBezTo>
                  <a:cubicBezTo>
                    <a:pt x="317" y="4734"/>
                    <a:pt x="317" y="4734"/>
                    <a:pt x="317" y="4734"/>
                  </a:cubicBezTo>
                  <a:cubicBezTo>
                    <a:pt x="423" y="4734"/>
                    <a:pt x="423" y="4734"/>
                    <a:pt x="423" y="4734"/>
                  </a:cubicBezTo>
                  <a:cubicBezTo>
                    <a:pt x="317" y="4734"/>
                    <a:pt x="317" y="4734"/>
                    <a:pt x="317" y="4734"/>
                  </a:cubicBezTo>
                  <a:cubicBezTo>
                    <a:pt x="211" y="4438"/>
                    <a:pt x="211" y="4438"/>
                    <a:pt x="211" y="4438"/>
                  </a:cubicBezTo>
                  <a:close/>
                  <a:moveTo>
                    <a:pt x="0" y="1183"/>
                  </a:moveTo>
                  <a:cubicBezTo>
                    <a:pt x="0" y="1183"/>
                    <a:pt x="0" y="1183"/>
                    <a:pt x="0" y="1183"/>
                  </a:cubicBezTo>
                  <a:cubicBezTo>
                    <a:pt x="0" y="1775"/>
                    <a:pt x="0" y="1775"/>
                    <a:pt x="0" y="1775"/>
                  </a:cubicBezTo>
                  <a:cubicBezTo>
                    <a:pt x="105" y="2367"/>
                    <a:pt x="105" y="2367"/>
                    <a:pt x="105" y="2367"/>
                  </a:cubicBezTo>
                  <a:cubicBezTo>
                    <a:pt x="211" y="2367"/>
                    <a:pt x="211" y="2367"/>
                    <a:pt x="211" y="2367"/>
                  </a:cubicBezTo>
                  <a:cubicBezTo>
                    <a:pt x="423" y="2958"/>
                    <a:pt x="423" y="2958"/>
                    <a:pt x="423" y="2958"/>
                  </a:cubicBezTo>
                  <a:cubicBezTo>
                    <a:pt x="423" y="2958"/>
                    <a:pt x="423" y="2958"/>
                    <a:pt x="423" y="2958"/>
                  </a:cubicBezTo>
                  <a:cubicBezTo>
                    <a:pt x="529" y="3254"/>
                    <a:pt x="529" y="3254"/>
                    <a:pt x="529" y="3254"/>
                  </a:cubicBezTo>
                  <a:cubicBezTo>
                    <a:pt x="635" y="3254"/>
                    <a:pt x="635" y="3254"/>
                    <a:pt x="635" y="3254"/>
                  </a:cubicBezTo>
                  <a:cubicBezTo>
                    <a:pt x="741" y="3254"/>
                    <a:pt x="741" y="3254"/>
                    <a:pt x="741" y="3254"/>
                  </a:cubicBezTo>
                  <a:cubicBezTo>
                    <a:pt x="847" y="3550"/>
                    <a:pt x="847" y="3550"/>
                    <a:pt x="847" y="3550"/>
                  </a:cubicBezTo>
                  <a:cubicBezTo>
                    <a:pt x="1058" y="4438"/>
                    <a:pt x="1058" y="4438"/>
                    <a:pt x="1058" y="4438"/>
                  </a:cubicBezTo>
                  <a:cubicBezTo>
                    <a:pt x="1164" y="4734"/>
                    <a:pt x="1164" y="4734"/>
                    <a:pt x="1164" y="4734"/>
                  </a:cubicBezTo>
                  <a:cubicBezTo>
                    <a:pt x="1270" y="4734"/>
                    <a:pt x="1270" y="4734"/>
                    <a:pt x="1270" y="4734"/>
                  </a:cubicBezTo>
                  <a:cubicBezTo>
                    <a:pt x="1270" y="5030"/>
                    <a:pt x="1270" y="5030"/>
                    <a:pt x="1270" y="5030"/>
                  </a:cubicBezTo>
                  <a:cubicBezTo>
                    <a:pt x="1270" y="5030"/>
                    <a:pt x="1270" y="5030"/>
                    <a:pt x="1270" y="5030"/>
                  </a:cubicBezTo>
                  <a:cubicBezTo>
                    <a:pt x="1270" y="5326"/>
                    <a:pt x="1270" y="5326"/>
                    <a:pt x="1270" y="5326"/>
                  </a:cubicBezTo>
                  <a:cubicBezTo>
                    <a:pt x="1376" y="5621"/>
                    <a:pt x="1376" y="5621"/>
                    <a:pt x="1376" y="5621"/>
                  </a:cubicBezTo>
                  <a:cubicBezTo>
                    <a:pt x="1482" y="5621"/>
                    <a:pt x="1482" y="5621"/>
                    <a:pt x="1482" y="5621"/>
                  </a:cubicBezTo>
                  <a:cubicBezTo>
                    <a:pt x="1588" y="5917"/>
                    <a:pt x="1588" y="5917"/>
                    <a:pt x="1588" y="5917"/>
                  </a:cubicBezTo>
                  <a:cubicBezTo>
                    <a:pt x="1588" y="5917"/>
                    <a:pt x="1588" y="5917"/>
                    <a:pt x="1588" y="5917"/>
                  </a:cubicBezTo>
                  <a:cubicBezTo>
                    <a:pt x="1694" y="5917"/>
                    <a:pt x="1694" y="5917"/>
                    <a:pt x="1694" y="5917"/>
                  </a:cubicBezTo>
                  <a:cubicBezTo>
                    <a:pt x="1694" y="6213"/>
                    <a:pt x="1694" y="6213"/>
                    <a:pt x="1694" y="6213"/>
                  </a:cubicBezTo>
                  <a:cubicBezTo>
                    <a:pt x="1694" y="6213"/>
                    <a:pt x="1694" y="6213"/>
                    <a:pt x="1694" y="6213"/>
                  </a:cubicBezTo>
                  <a:cubicBezTo>
                    <a:pt x="1694" y="6509"/>
                    <a:pt x="1694" y="6509"/>
                    <a:pt x="1694" y="6509"/>
                  </a:cubicBezTo>
                  <a:cubicBezTo>
                    <a:pt x="1799" y="6805"/>
                    <a:pt x="1799" y="6805"/>
                    <a:pt x="1799" y="6805"/>
                  </a:cubicBezTo>
                  <a:cubicBezTo>
                    <a:pt x="1799" y="6805"/>
                    <a:pt x="1799" y="6805"/>
                    <a:pt x="1799" y="6805"/>
                  </a:cubicBezTo>
                  <a:cubicBezTo>
                    <a:pt x="1905" y="7397"/>
                    <a:pt x="1905" y="7397"/>
                    <a:pt x="1905" y="7397"/>
                  </a:cubicBezTo>
                  <a:cubicBezTo>
                    <a:pt x="1905" y="7693"/>
                    <a:pt x="1905" y="7693"/>
                    <a:pt x="1905" y="7693"/>
                  </a:cubicBezTo>
                  <a:cubicBezTo>
                    <a:pt x="2011" y="7989"/>
                    <a:pt x="2011" y="7989"/>
                    <a:pt x="2011" y="7989"/>
                  </a:cubicBezTo>
                  <a:cubicBezTo>
                    <a:pt x="2223" y="8284"/>
                    <a:pt x="2223" y="8284"/>
                    <a:pt x="2223" y="8284"/>
                  </a:cubicBezTo>
                  <a:cubicBezTo>
                    <a:pt x="2223" y="8284"/>
                    <a:pt x="2223" y="8284"/>
                    <a:pt x="2223" y="8284"/>
                  </a:cubicBezTo>
                  <a:cubicBezTo>
                    <a:pt x="2329" y="8876"/>
                    <a:pt x="2329" y="8876"/>
                    <a:pt x="2329" y="8876"/>
                  </a:cubicBezTo>
                  <a:cubicBezTo>
                    <a:pt x="2435" y="9172"/>
                    <a:pt x="2435" y="9172"/>
                    <a:pt x="2435" y="9172"/>
                  </a:cubicBezTo>
                  <a:cubicBezTo>
                    <a:pt x="2435" y="9764"/>
                    <a:pt x="2435" y="9764"/>
                    <a:pt x="2435" y="9764"/>
                  </a:cubicBezTo>
                  <a:cubicBezTo>
                    <a:pt x="2541" y="10356"/>
                    <a:pt x="2541" y="10356"/>
                    <a:pt x="2541" y="10356"/>
                  </a:cubicBezTo>
                  <a:cubicBezTo>
                    <a:pt x="2541" y="10947"/>
                    <a:pt x="2541" y="10947"/>
                    <a:pt x="2541" y="10947"/>
                  </a:cubicBezTo>
                  <a:cubicBezTo>
                    <a:pt x="2647" y="11243"/>
                    <a:pt x="2647" y="11243"/>
                    <a:pt x="2647" y="11243"/>
                  </a:cubicBezTo>
                  <a:cubicBezTo>
                    <a:pt x="2752" y="11539"/>
                    <a:pt x="2752" y="11539"/>
                    <a:pt x="2752" y="11539"/>
                  </a:cubicBezTo>
                  <a:cubicBezTo>
                    <a:pt x="2964" y="12131"/>
                    <a:pt x="2964" y="12131"/>
                    <a:pt x="2964" y="12131"/>
                  </a:cubicBezTo>
                  <a:cubicBezTo>
                    <a:pt x="2964" y="12131"/>
                    <a:pt x="2964" y="12131"/>
                    <a:pt x="2964" y="12131"/>
                  </a:cubicBezTo>
                  <a:cubicBezTo>
                    <a:pt x="3176" y="12427"/>
                    <a:pt x="3176" y="12427"/>
                    <a:pt x="3176" y="12427"/>
                  </a:cubicBezTo>
                  <a:cubicBezTo>
                    <a:pt x="3176" y="12427"/>
                    <a:pt x="3176" y="12427"/>
                    <a:pt x="3176" y="12427"/>
                  </a:cubicBezTo>
                  <a:cubicBezTo>
                    <a:pt x="3282" y="12723"/>
                    <a:pt x="3282" y="12723"/>
                    <a:pt x="3282" y="12723"/>
                  </a:cubicBezTo>
                  <a:cubicBezTo>
                    <a:pt x="3282" y="13019"/>
                    <a:pt x="3282" y="13019"/>
                    <a:pt x="3282" y="13019"/>
                  </a:cubicBezTo>
                  <a:cubicBezTo>
                    <a:pt x="3388" y="13315"/>
                    <a:pt x="3388" y="13315"/>
                    <a:pt x="3388" y="13315"/>
                  </a:cubicBezTo>
                  <a:cubicBezTo>
                    <a:pt x="3599" y="13610"/>
                    <a:pt x="3599" y="13610"/>
                    <a:pt x="3599" y="13610"/>
                  </a:cubicBezTo>
                  <a:cubicBezTo>
                    <a:pt x="3705" y="13906"/>
                    <a:pt x="3705" y="13906"/>
                    <a:pt x="3705" y="13906"/>
                  </a:cubicBezTo>
                  <a:cubicBezTo>
                    <a:pt x="3811" y="14202"/>
                    <a:pt x="3811" y="14202"/>
                    <a:pt x="3811" y="14202"/>
                  </a:cubicBezTo>
                  <a:cubicBezTo>
                    <a:pt x="3917" y="14202"/>
                    <a:pt x="3917" y="14202"/>
                    <a:pt x="3917" y="14202"/>
                  </a:cubicBezTo>
                  <a:cubicBezTo>
                    <a:pt x="4235" y="14794"/>
                    <a:pt x="4235" y="14794"/>
                    <a:pt x="4235" y="14794"/>
                  </a:cubicBezTo>
                  <a:cubicBezTo>
                    <a:pt x="4235" y="15090"/>
                    <a:pt x="4235" y="15090"/>
                    <a:pt x="4235" y="15090"/>
                  </a:cubicBezTo>
                  <a:cubicBezTo>
                    <a:pt x="4341" y="15090"/>
                    <a:pt x="4341" y="15090"/>
                    <a:pt x="4341" y="15090"/>
                  </a:cubicBezTo>
                  <a:cubicBezTo>
                    <a:pt x="4341" y="15386"/>
                    <a:pt x="4341" y="15386"/>
                    <a:pt x="4341" y="15386"/>
                  </a:cubicBezTo>
                  <a:cubicBezTo>
                    <a:pt x="4447" y="15386"/>
                    <a:pt x="4447" y="15386"/>
                    <a:pt x="4447" y="15386"/>
                  </a:cubicBezTo>
                  <a:cubicBezTo>
                    <a:pt x="4447" y="15090"/>
                    <a:pt x="4447" y="15090"/>
                    <a:pt x="4447" y="15090"/>
                  </a:cubicBezTo>
                  <a:cubicBezTo>
                    <a:pt x="4341" y="15090"/>
                    <a:pt x="4341" y="15090"/>
                    <a:pt x="4341" y="15090"/>
                  </a:cubicBezTo>
                  <a:cubicBezTo>
                    <a:pt x="4341" y="14794"/>
                    <a:pt x="4341" y="14794"/>
                    <a:pt x="4341" y="14794"/>
                  </a:cubicBezTo>
                  <a:cubicBezTo>
                    <a:pt x="4447" y="14794"/>
                    <a:pt x="4447" y="14794"/>
                    <a:pt x="4447" y="14794"/>
                  </a:cubicBezTo>
                  <a:cubicBezTo>
                    <a:pt x="4658" y="15386"/>
                    <a:pt x="4658" y="15386"/>
                    <a:pt x="4658" y="15386"/>
                  </a:cubicBezTo>
                  <a:cubicBezTo>
                    <a:pt x="4658" y="15090"/>
                    <a:pt x="4658" y="15090"/>
                    <a:pt x="4658" y="15090"/>
                  </a:cubicBezTo>
                  <a:cubicBezTo>
                    <a:pt x="4658" y="14794"/>
                    <a:pt x="4658" y="14794"/>
                    <a:pt x="4658" y="14794"/>
                  </a:cubicBezTo>
                  <a:cubicBezTo>
                    <a:pt x="4764" y="14794"/>
                    <a:pt x="4764" y="14794"/>
                    <a:pt x="4764" y="14794"/>
                  </a:cubicBezTo>
                  <a:cubicBezTo>
                    <a:pt x="4764" y="14794"/>
                    <a:pt x="4764" y="14794"/>
                    <a:pt x="4764" y="14794"/>
                  </a:cubicBezTo>
                  <a:cubicBezTo>
                    <a:pt x="4870" y="15090"/>
                    <a:pt x="4870" y="15090"/>
                    <a:pt x="4870" y="15090"/>
                  </a:cubicBezTo>
                  <a:cubicBezTo>
                    <a:pt x="4976" y="15090"/>
                    <a:pt x="4976" y="15090"/>
                    <a:pt x="4976" y="15090"/>
                  </a:cubicBezTo>
                  <a:cubicBezTo>
                    <a:pt x="4976" y="15090"/>
                    <a:pt x="4976" y="15090"/>
                    <a:pt x="4976" y="15090"/>
                  </a:cubicBezTo>
                  <a:cubicBezTo>
                    <a:pt x="4976" y="14498"/>
                    <a:pt x="4976" y="14498"/>
                    <a:pt x="4976" y="14498"/>
                  </a:cubicBezTo>
                  <a:cubicBezTo>
                    <a:pt x="5082" y="13906"/>
                    <a:pt x="5082" y="13906"/>
                    <a:pt x="5082" y="13906"/>
                  </a:cubicBezTo>
                  <a:cubicBezTo>
                    <a:pt x="4976" y="13315"/>
                    <a:pt x="4976" y="13315"/>
                    <a:pt x="4976" y="13315"/>
                  </a:cubicBezTo>
                  <a:cubicBezTo>
                    <a:pt x="5082" y="13019"/>
                    <a:pt x="5082" y="13019"/>
                    <a:pt x="5082" y="13019"/>
                  </a:cubicBezTo>
                  <a:cubicBezTo>
                    <a:pt x="4976" y="12723"/>
                    <a:pt x="4976" y="12723"/>
                    <a:pt x="4976" y="12723"/>
                  </a:cubicBezTo>
                  <a:cubicBezTo>
                    <a:pt x="5082" y="12427"/>
                    <a:pt x="5082" y="12427"/>
                    <a:pt x="5082" y="12427"/>
                  </a:cubicBezTo>
                  <a:cubicBezTo>
                    <a:pt x="5082" y="12427"/>
                    <a:pt x="5082" y="12427"/>
                    <a:pt x="5082" y="12427"/>
                  </a:cubicBezTo>
                  <a:cubicBezTo>
                    <a:pt x="5188" y="12131"/>
                    <a:pt x="5188" y="12131"/>
                    <a:pt x="5188" y="12131"/>
                  </a:cubicBezTo>
                  <a:cubicBezTo>
                    <a:pt x="5188" y="11835"/>
                    <a:pt x="5188" y="11835"/>
                    <a:pt x="5188" y="11835"/>
                  </a:cubicBezTo>
                  <a:cubicBezTo>
                    <a:pt x="5082" y="11835"/>
                    <a:pt x="5082" y="11835"/>
                    <a:pt x="5082" y="11835"/>
                  </a:cubicBezTo>
                  <a:cubicBezTo>
                    <a:pt x="4976" y="11539"/>
                    <a:pt x="4976" y="11539"/>
                    <a:pt x="4976" y="11539"/>
                  </a:cubicBezTo>
                  <a:cubicBezTo>
                    <a:pt x="4976" y="11243"/>
                    <a:pt x="4976" y="11243"/>
                    <a:pt x="4976" y="11243"/>
                  </a:cubicBezTo>
                  <a:cubicBezTo>
                    <a:pt x="4870" y="11243"/>
                    <a:pt x="4870" y="11243"/>
                    <a:pt x="4870" y="11243"/>
                  </a:cubicBezTo>
                  <a:cubicBezTo>
                    <a:pt x="4870" y="11243"/>
                    <a:pt x="4870" y="11243"/>
                    <a:pt x="4870" y="11243"/>
                  </a:cubicBezTo>
                  <a:cubicBezTo>
                    <a:pt x="4764" y="10947"/>
                    <a:pt x="4764" y="10947"/>
                    <a:pt x="4764" y="10947"/>
                  </a:cubicBezTo>
                  <a:cubicBezTo>
                    <a:pt x="4658" y="10947"/>
                    <a:pt x="4658" y="10947"/>
                    <a:pt x="4658" y="10947"/>
                  </a:cubicBezTo>
                  <a:cubicBezTo>
                    <a:pt x="4552" y="10947"/>
                    <a:pt x="4552" y="10947"/>
                    <a:pt x="4552" y="10947"/>
                  </a:cubicBezTo>
                  <a:cubicBezTo>
                    <a:pt x="4552" y="10652"/>
                    <a:pt x="4552" y="10652"/>
                    <a:pt x="4552" y="10652"/>
                  </a:cubicBezTo>
                  <a:cubicBezTo>
                    <a:pt x="4447" y="10356"/>
                    <a:pt x="4447" y="10356"/>
                    <a:pt x="4447" y="10356"/>
                  </a:cubicBezTo>
                  <a:cubicBezTo>
                    <a:pt x="4447" y="10652"/>
                    <a:pt x="4447" y="10652"/>
                    <a:pt x="4447" y="10652"/>
                  </a:cubicBezTo>
                  <a:cubicBezTo>
                    <a:pt x="4447" y="10356"/>
                    <a:pt x="4447" y="10356"/>
                    <a:pt x="4447" y="10356"/>
                  </a:cubicBezTo>
                  <a:cubicBezTo>
                    <a:pt x="4447" y="10060"/>
                    <a:pt x="4447" y="10060"/>
                    <a:pt x="4447" y="10060"/>
                  </a:cubicBezTo>
                  <a:cubicBezTo>
                    <a:pt x="4341" y="9468"/>
                    <a:pt x="4341" y="9468"/>
                    <a:pt x="4341" y="9468"/>
                  </a:cubicBezTo>
                  <a:cubicBezTo>
                    <a:pt x="4235" y="9468"/>
                    <a:pt x="4235" y="9468"/>
                    <a:pt x="4235" y="9468"/>
                  </a:cubicBezTo>
                  <a:cubicBezTo>
                    <a:pt x="4235" y="9468"/>
                    <a:pt x="4235" y="9468"/>
                    <a:pt x="4235" y="9468"/>
                  </a:cubicBezTo>
                  <a:cubicBezTo>
                    <a:pt x="4023" y="9468"/>
                    <a:pt x="4023" y="9468"/>
                    <a:pt x="4023" y="9468"/>
                  </a:cubicBezTo>
                  <a:cubicBezTo>
                    <a:pt x="3917" y="9172"/>
                    <a:pt x="3917" y="9172"/>
                    <a:pt x="3917" y="9172"/>
                  </a:cubicBezTo>
                  <a:cubicBezTo>
                    <a:pt x="3917" y="8876"/>
                    <a:pt x="3917" y="8876"/>
                    <a:pt x="3917" y="8876"/>
                  </a:cubicBezTo>
                  <a:cubicBezTo>
                    <a:pt x="4023" y="8876"/>
                    <a:pt x="4023" y="8876"/>
                    <a:pt x="4023" y="8876"/>
                  </a:cubicBezTo>
                  <a:cubicBezTo>
                    <a:pt x="4129" y="8580"/>
                    <a:pt x="4129" y="8580"/>
                    <a:pt x="4129" y="8580"/>
                  </a:cubicBezTo>
                  <a:cubicBezTo>
                    <a:pt x="4023" y="8580"/>
                    <a:pt x="4023" y="8580"/>
                    <a:pt x="4023" y="8580"/>
                  </a:cubicBezTo>
                  <a:cubicBezTo>
                    <a:pt x="3917" y="8580"/>
                    <a:pt x="3917" y="8580"/>
                    <a:pt x="3917" y="8580"/>
                  </a:cubicBezTo>
                  <a:cubicBezTo>
                    <a:pt x="3917" y="8580"/>
                    <a:pt x="3917" y="8580"/>
                    <a:pt x="3917" y="8580"/>
                  </a:cubicBezTo>
                  <a:cubicBezTo>
                    <a:pt x="3811" y="8580"/>
                    <a:pt x="3811" y="8580"/>
                    <a:pt x="3811" y="8580"/>
                  </a:cubicBezTo>
                  <a:cubicBezTo>
                    <a:pt x="3811" y="8580"/>
                    <a:pt x="3811" y="8580"/>
                    <a:pt x="3811" y="8580"/>
                  </a:cubicBezTo>
                  <a:cubicBezTo>
                    <a:pt x="3917" y="8284"/>
                    <a:pt x="3917" y="8284"/>
                    <a:pt x="3917" y="8284"/>
                  </a:cubicBezTo>
                  <a:cubicBezTo>
                    <a:pt x="4129" y="8284"/>
                    <a:pt x="4129" y="8284"/>
                    <a:pt x="4129" y="8284"/>
                  </a:cubicBezTo>
                  <a:cubicBezTo>
                    <a:pt x="4023" y="7989"/>
                    <a:pt x="4023" y="7989"/>
                    <a:pt x="4023" y="7989"/>
                  </a:cubicBezTo>
                  <a:cubicBezTo>
                    <a:pt x="3917" y="7693"/>
                    <a:pt x="3917" y="7693"/>
                    <a:pt x="3917" y="7693"/>
                  </a:cubicBezTo>
                  <a:cubicBezTo>
                    <a:pt x="3811" y="7693"/>
                    <a:pt x="3811" y="7693"/>
                    <a:pt x="3811" y="7693"/>
                  </a:cubicBezTo>
                  <a:cubicBezTo>
                    <a:pt x="3705" y="7693"/>
                    <a:pt x="3705" y="7693"/>
                    <a:pt x="3705" y="7693"/>
                  </a:cubicBezTo>
                  <a:cubicBezTo>
                    <a:pt x="3599" y="7989"/>
                    <a:pt x="3599" y="7989"/>
                    <a:pt x="3599" y="7989"/>
                  </a:cubicBezTo>
                  <a:cubicBezTo>
                    <a:pt x="3494" y="7989"/>
                    <a:pt x="3494" y="7989"/>
                    <a:pt x="3494" y="7989"/>
                  </a:cubicBezTo>
                  <a:cubicBezTo>
                    <a:pt x="3599" y="7989"/>
                    <a:pt x="3599" y="7989"/>
                    <a:pt x="3599" y="7989"/>
                  </a:cubicBezTo>
                  <a:cubicBezTo>
                    <a:pt x="3599" y="7693"/>
                    <a:pt x="3599" y="7693"/>
                    <a:pt x="3599" y="7693"/>
                  </a:cubicBezTo>
                  <a:cubicBezTo>
                    <a:pt x="3705" y="7693"/>
                    <a:pt x="3705" y="7693"/>
                    <a:pt x="3705" y="7693"/>
                  </a:cubicBezTo>
                  <a:cubicBezTo>
                    <a:pt x="3705" y="7693"/>
                    <a:pt x="3705" y="7693"/>
                    <a:pt x="3705" y="7693"/>
                  </a:cubicBezTo>
                  <a:cubicBezTo>
                    <a:pt x="3705" y="7397"/>
                    <a:pt x="3705" y="7397"/>
                    <a:pt x="3705" y="7397"/>
                  </a:cubicBezTo>
                  <a:cubicBezTo>
                    <a:pt x="3599" y="7397"/>
                    <a:pt x="3599" y="7397"/>
                    <a:pt x="3599" y="7397"/>
                  </a:cubicBezTo>
                  <a:cubicBezTo>
                    <a:pt x="3388" y="7397"/>
                    <a:pt x="3388" y="7397"/>
                    <a:pt x="3388" y="7397"/>
                  </a:cubicBezTo>
                  <a:cubicBezTo>
                    <a:pt x="3282" y="7101"/>
                    <a:pt x="3282" y="7101"/>
                    <a:pt x="3282" y="7101"/>
                  </a:cubicBezTo>
                  <a:cubicBezTo>
                    <a:pt x="3282" y="6805"/>
                    <a:pt x="3282" y="6805"/>
                    <a:pt x="3282" y="6805"/>
                  </a:cubicBezTo>
                  <a:cubicBezTo>
                    <a:pt x="3282" y="6509"/>
                    <a:pt x="3282" y="6509"/>
                    <a:pt x="3282" y="6509"/>
                  </a:cubicBezTo>
                  <a:cubicBezTo>
                    <a:pt x="3070" y="6213"/>
                    <a:pt x="3070" y="6213"/>
                    <a:pt x="3070" y="6213"/>
                  </a:cubicBezTo>
                  <a:cubicBezTo>
                    <a:pt x="3070" y="6213"/>
                    <a:pt x="3070" y="6213"/>
                    <a:pt x="3070" y="6213"/>
                  </a:cubicBezTo>
                  <a:cubicBezTo>
                    <a:pt x="2964" y="6213"/>
                    <a:pt x="2964" y="6213"/>
                    <a:pt x="2964" y="6213"/>
                  </a:cubicBezTo>
                  <a:cubicBezTo>
                    <a:pt x="2858" y="5917"/>
                    <a:pt x="2858" y="5917"/>
                    <a:pt x="2858" y="5917"/>
                  </a:cubicBezTo>
                  <a:cubicBezTo>
                    <a:pt x="2858" y="5621"/>
                    <a:pt x="2858" y="5621"/>
                    <a:pt x="2858" y="5621"/>
                  </a:cubicBezTo>
                  <a:cubicBezTo>
                    <a:pt x="2752" y="5326"/>
                    <a:pt x="2752" y="5326"/>
                    <a:pt x="2752" y="5326"/>
                  </a:cubicBezTo>
                  <a:cubicBezTo>
                    <a:pt x="2541" y="5030"/>
                    <a:pt x="2541" y="5030"/>
                    <a:pt x="2541" y="5030"/>
                  </a:cubicBezTo>
                  <a:cubicBezTo>
                    <a:pt x="2435" y="5030"/>
                    <a:pt x="2435" y="5030"/>
                    <a:pt x="2435" y="5030"/>
                  </a:cubicBezTo>
                  <a:cubicBezTo>
                    <a:pt x="2435" y="5030"/>
                    <a:pt x="2435" y="5030"/>
                    <a:pt x="2435" y="5030"/>
                  </a:cubicBezTo>
                  <a:cubicBezTo>
                    <a:pt x="2329" y="5030"/>
                    <a:pt x="2329" y="5030"/>
                    <a:pt x="2329" y="5030"/>
                  </a:cubicBezTo>
                  <a:cubicBezTo>
                    <a:pt x="2329" y="4734"/>
                    <a:pt x="2329" y="4734"/>
                    <a:pt x="2329" y="4734"/>
                  </a:cubicBezTo>
                  <a:cubicBezTo>
                    <a:pt x="2329" y="4734"/>
                    <a:pt x="2329" y="4734"/>
                    <a:pt x="2329" y="4734"/>
                  </a:cubicBezTo>
                  <a:cubicBezTo>
                    <a:pt x="2223" y="4734"/>
                    <a:pt x="2223" y="4734"/>
                    <a:pt x="2223" y="4734"/>
                  </a:cubicBezTo>
                  <a:cubicBezTo>
                    <a:pt x="2223" y="4438"/>
                    <a:pt x="2223" y="4438"/>
                    <a:pt x="2223" y="4438"/>
                  </a:cubicBezTo>
                  <a:cubicBezTo>
                    <a:pt x="2117" y="4142"/>
                    <a:pt x="2117" y="4142"/>
                    <a:pt x="2117" y="4142"/>
                  </a:cubicBezTo>
                  <a:cubicBezTo>
                    <a:pt x="2011" y="3846"/>
                    <a:pt x="2011" y="3846"/>
                    <a:pt x="2011" y="3846"/>
                  </a:cubicBezTo>
                  <a:cubicBezTo>
                    <a:pt x="2011" y="3846"/>
                    <a:pt x="2011" y="3846"/>
                    <a:pt x="2011" y="3846"/>
                  </a:cubicBezTo>
                  <a:cubicBezTo>
                    <a:pt x="1694" y="3254"/>
                    <a:pt x="1694" y="3254"/>
                    <a:pt x="1694" y="3254"/>
                  </a:cubicBezTo>
                  <a:cubicBezTo>
                    <a:pt x="1588" y="3254"/>
                    <a:pt x="1588" y="3254"/>
                    <a:pt x="1588" y="3254"/>
                  </a:cubicBezTo>
                  <a:cubicBezTo>
                    <a:pt x="1482" y="2958"/>
                    <a:pt x="1482" y="2958"/>
                    <a:pt x="1482" y="2958"/>
                  </a:cubicBezTo>
                  <a:cubicBezTo>
                    <a:pt x="1376" y="2958"/>
                    <a:pt x="1376" y="2958"/>
                    <a:pt x="1376" y="2958"/>
                  </a:cubicBezTo>
                  <a:cubicBezTo>
                    <a:pt x="1376" y="2663"/>
                    <a:pt x="1376" y="2663"/>
                    <a:pt x="1376" y="2663"/>
                  </a:cubicBezTo>
                  <a:cubicBezTo>
                    <a:pt x="1376" y="2367"/>
                    <a:pt x="1376" y="2367"/>
                    <a:pt x="1376" y="2367"/>
                  </a:cubicBezTo>
                  <a:cubicBezTo>
                    <a:pt x="1270" y="2367"/>
                    <a:pt x="1270" y="2367"/>
                    <a:pt x="1270" y="2367"/>
                  </a:cubicBezTo>
                  <a:cubicBezTo>
                    <a:pt x="1164" y="2071"/>
                    <a:pt x="1164" y="2071"/>
                    <a:pt x="1164" y="2071"/>
                  </a:cubicBezTo>
                  <a:cubicBezTo>
                    <a:pt x="1164" y="2071"/>
                    <a:pt x="1164" y="2071"/>
                    <a:pt x="1164" y="2071"/>
                  </a:cubicBezTo>
                  <a:cubicBezTo>
                    <a:pt x="1058" y="1775"/>
                    <a:pt x="1058" y="1775"/>
                    <a:pt x="1058" y="1775"/>
                  </a:cubicBezTo>
                  <a:cubicBezTo>
                    <a:pt x="952" y="1479"/>
                    <a:pt x="952" y="1479"/>
                    <a:pt x="952" y="1479"/>
                  </a:cubicBezTo>
                  <a:cubicBezTo>
                    <a:pt x="847" y="1479"/>
                    <a:pt x="847" y="1479"/>
                    <a:pt x="847" y="1479"/>
                  </a:cubicBezTo>
                  <a:cubicBezTo>
                    <a:pt x="847" y="1479"/>
                    <a:pt x="847" y="1479"/>
                    <a:pt x="847" y="1479"/>
                  </a:cubicBezTo>
                  <a:cubicBezTo>
                    <a:pt x="741" y="1479"/>
                    <a:pt x="741" y="1479"/>
                    <a:pt x="741" y="1479"/>
                  </a:cubicBezTo>
                  <a:cubicBezTo>
                    <a:pt x="635" y="1479"/>
                    <a:pt x="635" y="1479"/>
                    <a:pt x="635" y="1479"/>
                  </a:cubicBezTo>
                  <a:cubicBezTo>
                    <a:pt x="529" y="1479"/>
                    <a:pt x="529" y="1479"/>
                    <a:pt x="529" y="1479"/>
                  </a:cubicBezTo>
                  <a:cubicBezTo>
                    <a:pt x="423" y="1479"/>
                    <a:pt x="423" y="1479"/>
                    <a:pt x="423" y="1479"/>
                  </a:cubicBezTo>
                  <a:cubicBezTo>
                    <a:pt x="211" y="1183"/>
                    <a:pt x="211" y="1183"/>
                    <a:pt x="211" y="1183"/>
                  </a:cubicBezTo>
                  <a:cubicBezTo>
                    <a:pt x="0" y="1183"/>
                    <a:pt x="0" y="1183"/>
                    <a:pt x="0" y="1183"/>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5" name="AutoShape 19"/>
            <p:cNvSpPr>
              <a:spLocks/>
            </p:cNvSpPr>
            <p:nvPr/>
          </p:nvSpPr>
          <p:spPr bwMode="auto">
            <a:xfrm>
              <a:off x="19119293" y="7963275"/>
              <a:ext cx="209440" cy="54948"/>
            </a:xfrm>
            <a:custGeom>
              <a:avLst/>
              <a:gdLst>
                <a:gd name="T0" fmla="*/ 104720 w 21600"/>
                <a:gd name="T1" fmla="*/ 27474 h 21600"/>
                <a:gd name="T2" fmla="*/ 104720 w 21600"/>
                <a:gd name="T3" fmla="*/ 27474 h 21600"/>
                <a:gd name="T4" fmla="*/ 104720 w 21600"/>
                <a:gd name="T5" fmla="*/ 27474 h 21600"/>
                <a:gd name="T6" fmla="*/ 104720 w 21600"/>
                <a:gd name="T7" fmla="*/ 274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971"/>
                  </a:moveTo>
                  <a:lnTo>
                    <a:pt x="1661" y="21599"/>
                  </a:lnTo>
                  <a:lnTo>
                    <a:pt x="1661" y="16971"/>
                  </a:lnTo>
                  <a:lnTo>
                    <a:pt x="2907" y="16971"/>
                  </a:lnTo>
                  <a:lnTo>
                    <a:pt x="2907" y="10800"/>
                  </a:lnTo>
                  <a:lnTo>
                    <a:pt x="1661" y="16971"/>
                  </a:lnTo>
                  <a:lnTo>
                    <a:pt x="0" y="16971"/>
                  </a:lnTo>
                  <a:close/>
                  <a:moveTo>
                    <a:pt x="4569" y="10800"/>
                  </a:moveTo>
                  <a:lnTo>
                    <a:pt x="7476" y="21599"/>
                  </a:lnTo>
                  <a:lnTo>
                    <a:pt x="9138" y="21599"/>
                  </a:lnTo>
                  <a:lnTo>
                    <a:pt x="9138" y="16971"/>
                  </a:lnTo>
                  <a:lnTo>
                    <a:pt x="15369" y="16971"/>
                  </a:lnTo>
                  <a:lnTo>
                    <a:pt x="17030" y="10800"/>
                  </a:lnTo>
                  <a:lnTo>
                    <a:pt x="18276" y="10800"/>
                  </a:lnTo>
                  <a:lnTo>
                    <a:pt x="19938" y="4628"/>
                  </a:lnTo>
                  <a:lnTo>
                    <a:pt x="21600" y="0"/>
                  </a:lnTo>
                  <a:lnTo>
                    <a:pt x="9138" y="0"/>
                  </a:lnTo>
                  <a:lnTo>
                    <a:pt x="7476" y="4628"/>
                  </a:lnTo>
                  <a:lnTo>
                    <a:pt x="4569"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6" name="AutoShape 20"/>
            <p:cNvSpPr>
              <a:spLocks/>
            </p:cNvSpPr>
            <p:nvPr/>
          </p:nvSpPr>
          <p:spPr bwMode="auto">
            <a:xfrm>
              <a:off x="17536428" y="6986017"/>
              <a:ext cx="1268714" cy="408174"/>
            </a:xfrm>
            <a:custGeom>
              <a:avLst/>
              <a:gdLst>
                <a:gd name="T0" fmla="*/ 634357 w 21600"/>
                <a:gd name="T1" fmla="*/ 204087 h 21600"/>
                <a:gd name="T2" fmla="*/ 634357 w 21600"/>
                <a:gd name="T3" fmla="*/ 204087 h 21600"/>
                <a:gd name="T4" fmla="*/ 634357 w 21600"/>
                <a:gd name="T5" fmla="*/ 204087 h 21600"/>
                <a:gd name="T6" fmla="*/ 634357 w 21600"/>
                <a:gd name="T7" fmla="*/ 20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234" y="15369"/>
                  </a:moveTo>
                  <a:lnTo>
                    <a:pt x="13234" y="16200"/>
                  </a:lnTo>
                  <a:lnTo>
                    <a:pt x="12960" y="16200"/>
                  </a:lnTo>
                  <a:lnTo>
                    <a:pt x="13234" y="15369"/>
                  </a:lnTo>
                  <a:close/>
                  <a:moveTo>
                    <a:pt x="0" y="6230"/>
                  </a:moveTo>
                  <a:lnTo>
                    <a:pt x="0" y="6853"/>
                  </a:lnTo>
                  <a:lnTo>
                    <a:pt x="274" y="6853"/>
                  </a:lnTo>
                  <a:lnTo>
                    <a:pt x="274" y="6230"/>
                  </a:lnTo>
                  <a:lnTo>
                    <a:pt x="0" y="6230"/>
                  </a:lnTo>
                  <a:close/>
                  <a:moveTo>
                    <a:pt x="10971" y="17653"/>
                  </a:moveTo>
                  <a:lnTo>
                    <a:pt x="11177" y="19315"/>
                  </a:lnTo>
                  <a:lnTo>
                    <a:pt x="11725" y="20146"/>
                  </a:lnTo>
                  <a:lnTo>
                    <a:pt x="11931" y="20769"/>
                  </a:lnTo>
                  <a:lnTo>
                    <a:pt x="11931" y="21599"/>
                  </a:lnTo>
                  <a:lnTo>
                    <a:pt x="12205" y="21599"/>
                  </a:lnTo>
                  <a:lnTo>
                    <a:pt x="12479" y="20769"/>
                  </a:lnTo>
                  <a:lnTo>
                    <a:pt x="13714" y="20769"/>
                  </a:lnTo>
                  <a:lnTo>
                    <a:pt x="14262" y="20146"/>
                  </a:lnTo>
                  <a:lnTo>
                    <a:pt x="14468" y="19315"/>
                  </a:lnTo>
                  <a:lnTo>
                    <a:pt x="15017" y="19315"/>
                  </a:lnTo>
                  <a:lnTo>
                    <a:pt x="15291" y="20146"/>
                  </a:lnTo>
                  <a:lnTo>
                    <a:pt x="15497" y="20146"/>
                  </a:lnTo>
                  <a:lnTo>
                    <a:pt x="16045" y="19315"/>
                  </a:lnTo>
                  <a:lnTo>
                    <a:pt x="16525" y="19315"/>
                  </a:lnTo>
                  <a:lnTo>
                    <a:pt x="16525" y="18484"/>
                  </a:lnTo>
                  <a:lnTo>
                    <a:pt x="17005" y="17030"/>
                  </a:lnTo>
                  <a:lnTo>
                    <a:pt x="17279" y="15369"/>
                  </a:lnTo>
                  <a:lnTo>
                    <a:pt x="17554" y="14746"/>
                  </a:lnTo>
                  <a:lnTo>
                    <a:pt x="17828" y="11630"/>
                  </a:lnTo>
                  <a:lnTo>
                    <a:pt x="17828" y="10800"/>
                  </a:lnTo>
                  <a:lnTo>
                    <a:pt x="18034" y="9969"/>
                  </a:lnTo>
                  <a:lnTo>
                    <a:pt x="19817" y="9969"/>
                  </a:lnTo>
                  <a:lnTo>
                    <a:pt x="20091" y="10800"/>
                  </a:lnTo>
                  <a:lnTo>
                    <a:pt x="20365" y="10800"/>
                  </a:lnTo>
                  <a:lnTo>
                    <a:pt x="20571" y="9969"/>
                  </a:lnTo>
                  <a:lnTo>
                    <a:pt x="20845" y="9969"/>
                  </a:lnTo>
                  <a:lnTo>
                    <a:pt x="20571" y="9346"/>
                  </a:lnTo>
                  <a:lnTo>
                    <a:pt x="20571" y="7684"/>
                  </a:lnTo>
                  <a:lnTo>
                    <a:pt x="21119" y="8515"/>
                  </a:lnTo>
                  <a:lnTo>
                    <a:pt x="21599" y="7684"/>
                  </a:lnTo>
                  <a:lnTo>
                    <a:pt x="21599" y="6853"/>
                  </a:lnTo>
                  <a:lnTo>
                    <a:pt x="21325" y="6853"/>
                  </a:lnTo>
                  <a:lnTo>
                    <a:pt x="21119" y="6230"/>
                  </a:lnTo>
                  <a:lnTo>
                    <a:pt x="20845" y="6230"/>
                  </a:lnTo>
                  <a:lnTo>
                    <a:pt x="20571" y="5400"/>
                  </a:lnTo>
                  <a:lnTo>
                    <a:pt x="20365" y="5400"/>
                  </a:lnTo>
                  <a:lnTo>
                    <a:pt x="20365" y="6230"/>
                  </a:lnTo>
                  <a:lnTo>
                    <a:pt x="20091" y="6230"/>
                  </a:lnTo>
                  <a:lnTo>
                    <a:pt x="20365" y="5400"/>
                  </a:lnTo>
                  <a:lnTo>
                    <a:pt x="20365" y="4569"/>
                  </a:lnTo>
                  <a:lnTo>
                    <a:pt x="20091" y="4569"/>
                  </a:lnTo>
                  <a:lnTo>
                    <a:pt x="20091" y="5400"/>
                  </a:lnTo>
                  <a:lnTo>
                    <a:pt x="19817" y="5400"/>
                  </a:lnTo>
                  <a:lnTo>
                    <a:pt x="19817" y="3946"/>
                  </a:lnTo>
                  <a:lnTo>
                    <a:pt x="20091" y="3946"/>
                  </a:lnTo>
                  <a:lnTo>
                    <a:pt x="19817" y="3115"/>
                  </a:lnTo>
                  <a:lnTo>
                    <a:pt x="19337" y="3115"/>
                  </a:lnTo>
                  <a:lnTo>
                    <a:pt x="19337" y="1661"/>
                  </a:lnTo>
                  <a:lnTo>
                    <a:pt x="19062" y="1661"/>
                  </a:lnTo>
                  <a:lnTo>
                    <a:pt x="19062" y="2284"/>
                  </a:lnTo>
                  <a:lnTo>
                    <a:pt x="18788" y="3115"/>
                  </a:lnTo>
                  <a:lnTo>
                    <a:pt x="18788" y="1661"/>
                  </a:lnTo>
                  <a:lnTo>
                    <a:pt x="18582" y="3115"/>
                  </a:lnTo>
                  <a:lnTo>
                    <a:pt x="18308" y="3115"/>
                  </a:lnTo>
                  <a:lnTo>
                    <a:pt x="18034" y="4569"/>
                  </a:lnTo>
                  <a:lnTo>
                    <a:pt x="18034" y="5400"/>
                  </a:lnTo>
                  <a:lnTo>
                    <a:pt x="17828" y="6853"/>
                  </a:lnTo>
                  <a:lnTo>
                    <a:pt x="17279" y="6853"/>
                  </a:lnTo>
                  <a:lnTo>
                    <a:pt x="17005" y="7684"/>
                  </a:lnTo>
                  <a:lnTo>
                    <a:pt x="17279" y="7684"/>
                  </a:lnTo>
                  <a:lnTo>
                    <a:pt x="17005" y="7684"/>
                  </a:lnTo>
                  <a:lnTo>
                    <a:pt x="17279" y="7684"/>
                  </a:lnTo>
                  <a:lnTo>
                    <a:pt x="17279" y="8515"/>
                  </a:lnTo>
                  <a:lnTo>
                    <a:pt x="17005" y="8515"/>
                  </a:lnTo>
                  <a:lnTo>
                    <a:pt x="17279" y="8515"/>
                  </a:lnTo>
                  <a:lnTo>
                    <a:pt x="17279" y="9969"/>
                  </a:lnTo>
                  <a:lnTo>
                    <a:pt x="17005" y="9969"/>
                  </a:lnTo>
                  <a:lnTo>
                    <a:pt x="17005" y="8515"/>
                  </a:lnTo>
                  <a:lnTo>
                    <a:pt x="16799" y="8515"/>
                  </a:lnTo>
                  <a:lnTo>
                    <a:pt x="16799" y="10800"/>
                  </a:lnTo>
                  <a:lnTo>
                    <a:pt x="16525" y="9969"/>
                  </a:lnTo>
                  <a:lnTo>
                    <a:pt x="16251" y="9346"/>
                  </a:lnTo>
                  <a:lnTo>
                    <a:pt x="15771" y="9346"/>
                  </a:lnTo>
                  <a:lnTo>
                    <a:pt x="15771" y="9969"/>
                  </a:lnTo>
                  <a:lnTo>
                    <a:pt x="15497" y="10800"/>
                  </a:lnTo>
                  <a:lnTo>
                    <a:pt x="15497" y="11630"/>
                  </a:lnTo>
                  <a:lnTo>
                    <a:pt x="15017" y="12253"/>
                  </a:lnTo>
                  <a:lnTo>
                    <a:pt x="15017" y="13084"/>
                  </a:lnTo>
                  <a:lnTo>
                    <a:pt x="14468" y="14746"/>
                  </a:lnTo>
                  <a:lnTo>
                    <a:pt x="13508" y="15369"/>
                  </a:lnTo>
                  <a:lnTo>
                    <a:pt x="13508" y="16200"/>
                  </a:lnTo>
                  <a:lnTo>
                    <a:pt x="13714" y="16200"/>
                  </a:lnTo>
                  <a:lnTo>
                    <a:pt x="13508" y="16200"/>
                  </a:lnTo>
                  <a:lnTo>
                    <a:pt x="13234" y="17030"/>
                  </a:lnTo>
                  <a:lnTo>
                    <a:pt x="12960" y="17030"/>
                  </a:lnTo>
                  <a:lnTo>
                    <a:pt x="12960" y="18484"/>
                  </a:lnTo>
                  <a:lnTo>
                    <a:pt x="12754" y="19315"/>
                  </a:lnTo>
                  <a:lnTo>
                    <a:pt x="11451" y="19315"/>
                  </a:lnTo>
                  <a:lnTo>
                    <a:pt x="11451" y="18484"/>
                  </a:lnTo>
                  <a:lnTo>
                    <a:pt x="11177" y="17653"/>
                  </a:lnTo>
                  <a:lnTo>
                    <a:pt x="10971" y="17653"/>
                  </a:lnTo>
                  <a:close/>
                  <a:moveTo>
                    <a:pt x="19062" y="0"/>
                  </a:moveTo>
                  <a:lnTo>
                    <a:pt x="18788" y="830"/>
                  </a:lnTo>
                  <a:lnTo>
                    <a:pt x="19062" y="830"/>
                  </a:lnTo>
                  <a:lnTo>
                    <a:pt x="19062" y="0"/>
                  </a:lnTo>
                  <a:close/>
                  <a:moveTo>
                    <a:pt x="19337" y="0"/>
                  </a:moveTo>
                  <a:lnTo>
                    <a:pt x="19062" y="830"/>
                  </a:lnTo>
                  <a:lnTo>
                    <a:pt x="19611" y="830"/>
                  </a:lnTo>
                  <a:lnTo>
                    <a:pt x="19337" y="0"/>
                  </a:lnTo>
                  <a:close/>
                  <a:moveTo>
                    <a:pt x="13234" y="17030"/>
                  </a:moveTo>
                  <a:lnTo>
                    <a:pt x="12960" y="17030"/>
                  </a:lnTo>
                  <a:lnTo>
                    <a:pt x="12960" y="16200"/>
                  </a:lnTo>
                  <a:lnTo>
                    <a:pt x="13234" y="17030"/>
                  </a:lnTo>
                  <a:close/>
                  <a:moveTo>
                    <a:pt x="13234" y="16200"/>
                  </a:moveTo>
                  <a:close/>
                  <a:moveTo>
                    <a:pt x="13508" y="15369"/>
                  </a:moveTo>
                  <a:lnTo>
                    <a:pt x="13508" y="16200"/>
                  </a:lnTo>
                  <a:lnTo>
                    <a:pt x="13234" y="16200"/>
                  </a:lnTo>
                  <a:lnTo>
                    <a:pt x="13234" y="15369"/>
                  </a:lnTo>
                  <a:lnTo>
                    <a:pt x="13508" y="15369"/>
                  </a:lnTo>
                  <a:close/>
                  <a:moveTo>
                    <a:pt x="0" y="3115"/>
                  </a:moveTo>
                  <a:lnTo>
                    <a:pt x="274" y="2284"/>
                  </a:lnTo>
                  <a:lnTo>
                    <a:pt x="548" y="2284"/>
                  </a:lnTo>
                  <a:lnTo>
                    <a:pt x="822" y="3115"/>
                  </a:lnTo>
                  <a:lnTo>
                    <a:pt x="1028" y="3115"/>
                  </a:lnTo>
                  <a:lnTo>
                    <a:pt x="1302" y="3946"/>
                  </a:lnTo>
                  <a:lnTo>
                    <a:pt x="1302" y="4569"/>
                  </a:lnTo>
                  <a:lnTo>
                    <a:pt x="1028" y="4569"/>
                  </a:lnTo>
                  <a:lnTo>
                    <a:pt x="1028" y="5400"/>
                  </a:lnTo>
                  <a:lnTo>
                    <a:pt x="1782" y="5400"/>
                  </a:lnTo>
                  <a:lnTo>
                    <a:pt x="1782" y="4569"/>
                  </a:lnTo>
                  <a:lnTo>
                    <a:pt x="2057" y="5400"/>
                  </a:lnTo>
                  <a:lnTo>
                    <a:pt x="2537" y="3946"/>
                  </a:lnTo>
                  <a:lnTo>
                    <a:pt x="2811" y="4569"/>
                  </a:lnTo>
                  <a:lnTo>
                    <a:pt x="3565" y="6853"/>
                  </a:lnTo>
                  <a:lnTo>
                    <a:pt x="3839" y="8515"/>
                  </a:lnTo>
                  <a:lnTo>
                    <a:pt x="3839" y="13915"/>
                  </a:lnTo>
                  <a:lnTo>
                    <a:pt x="4319" y="15369"/>
                  </a:lnTo>
                  <a:lnTo>
                    <a:pt x="4594" y="15369"/>
                  </a:lnTo>
                  <a:lnTo>
                    <a:pt x="4594" y="17653"/>
                  </a:lnTo>
                  <a:lnTo>
                    <a:pt x="4868" y="17653"/>
                  </a:lnTo>
                  <a:lnTo>
                    <a:pt x="5074" y="18484"/>
                  </a:lnTo>
                  <a:lnTo>
                    <a:pt x="5074" y="19315"/>
                  </a:lnTo>
                  <a:lnTo>
                    <a:pt x="4868" y="19315"/>
                  </a:lnTo>
                  <a:lnTo>
                    <a:pt x="4594" y="18484"/>
                  </a:lnTo>
                  <a:lnTo>
                    <a:pt x="4868" y="19315"/>
                  </a:lnTo>
                  <a:lnTo>
                    <a:pt x="4594" y="19315"/>
                  </a:lnTo>
                  <a:lnTo>
                    <a:pt x="4868" y="19315"/>
                  </a:lnTo>
                  <a:lnTo>
                    <a:pt x="4594" y="20146"/>
                  </a:lnTo>
                  <a:lnTo>
                    <a:pt x="4319" y="19315"/>
                  </a:lnTo>
                  <a:lnTo>
                    <a:pt x="4319" y="20146"/>
                  </a:lnTo>
                  <a:lnTo>
                    <a:pt x="4114" y="19315"/>
                  </a:lnTo>
                  <a:lnTo>
                    <a:pt x="3565" y="18484"/>
                  </a:lnTo>
                  <a:lnTo>
                    <a:pt x="3360" y="18484"/>
                  </a:lnTo>
                  <a:lnTo>
                    <a:pt x="3085" y="17653"/>
                  </a:lnTo>
                  <a:lnTo>
                    <a:pt x="2537" y="17653"/>
                  </a:lnTo>
                  <a:lnTo>
                    <a:pt x="2331" y="17030"/>
                  </a:lnTo>
                  <a:lnTo>
                    <a:pt x="2331" y="16200"/>
                  </a:lnTo>
                  <a:lnTo>
                    <a:pt x="2057" y="15369"/>
                  </a:lnTo>
                  <a:lnTo>
                    <a:pt x="1782" y="15369"/>
                  </a:lnTo>
                  <a:lnTo>
                    <a:pt x="1577" y="14746"/>
                  </a:lnTo>
                  <a:lnTo>
                    <a:pt x="1782" y="13915"/>
                  </a:lnTo>
                  <a:lnTo>
                    <a:pt x="1577" y="13084"/>
                  </a:lnTo>
                  <a:lnTo>
                    <a:pt x="1302" y="13084"/>
                  </a:lnTo>
                  <a:lnTo>
                    <a:pt x="1302" y="12253"/>
                  </a:lnTo>
                  <a:lnTo>
                    <a:pt x="822" y="11630"/>
                  </a:lnTo>
                  <a:lnTo>
                    <a:pt x="822" y="10800"/>
                  </a:lnTo>
                  <a:lnTo>
                    <a:pt x="548" y="9969"/>
                  </a:lnTo>
                  <a:lnTo>
                    <a:pt x="822" y="9346"/>
                  </a:lnTo>
                  <a:lnTo>
                    <a:pt x="822" y="8515"/>
                  </a:lnTo>
                  <a:lnTo>
                    <a:pt x="548" y="7684"/>
                  </a:lnTo>
                  <a:lnTo>
                    <a:pt x="548" y="6853"/>
                  </a:lnTo>
                  <a:lnTo>
                    <a:pt x="274" y="4569"/>
                  </a:lnTo>
                  <a:lnTo>
                    <a:pt x="0" y="31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7" name="AutoShape 21"/>
            <p:cNvSpPr>
              <a:spLocks/>
            </p:cNvSpPr>
            <p:nvPr/>
          </p:nvSpPr>
          <p:spPr bwMode="auto">
            <a:xfrm>
              <a:off x="18478899" y="7131235"/>
              <a:ext cx="72498" cy="58873"/>
            </a:xfrm>
            <a:custGeom>
              <a:avLst/>
              <a:gdLst>
                <a:gd name="T0" fmla="*/ 36249 w 21600"/>
                <a:gd name="T1" fmla="*/ 29437 h 21600"/>
                <a:gd name="T2" fmla="*/ 36249 w 21600"/>
                <a:gd name="T3" fmla="*/ 29437 h 21600"/>
                <a:gd name="T4" fmla="*/ 36249 w 21600"/>
                <a:gd name="T5" fmla="*/ 29437 h 21600"/>
                <a:gd name="T6" fmla="*/ 36249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519"/>
                  </a:moveTo>
                  <a:lnTo>
                    <a:pt x="3600" y="11519"/>
                  </a:lnTo>
                  <a:lnTo>
                    <a:pt x="8400" y="15840"/>
                  </a:lnTo>
                  <a:lnTo>
                    <a:pt x="13200" y="21600"/>
                  </a:lnTo>
                  <a:lnTo>
                    <a:pt x="13200" y="5759"/>
                  </a:lnTo>
                  <a:lnTo>
                    <a:pt x="16800" y="5759"/>
                  </a:lnTo>
                  <a:lnTo>
                    <a:pt x="16800" y="0"/>
                  </a:lnTo>
                  <a:lnTo>
                    <a:pt x="13200" y="0"/>
                  </a:lnTo>
                  <a:lnTo>
                    <a:pt x="8400" y="5759"/>
                  </a:lnTo>
                  <a:lnTo>
                    <a:pt x="0" y="11519"/>
                  </a:lnTo>
                  <a:close/>
                  <a:moveTo>
                    <a:pt x="16800" y="5759"/>
                  </a:moveTo>
                  <a:lnTo>
                    <a:pt x="16800" y="15840"/>
                  </a:lnTo>
                  <a:lnTo>
                    <a:pt x="21599" y="15840"/>
                  </a:lnTo>
                  <a:lnTo>
                    <a:pt x="21599" y="5759"/>
                  </a:lnTo>
                  <a:lnTo>
                    <a:pt x="16800" y="5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8" name="AutoShape 22"/>
            <p:cNvSpPr>
              <a:spLocks/>
            </p:cNvSpPr>
            <p:nvPr/>
          </p:nvSpPr>
          <p:spPr bwMode="auto">
            <a:xfrm>
              <a:off x="17596840" y="5981286"/>
              <a:ext cx="551792" cy="934086"/>
            </a:xfrm>
            <a:custGeom>
              <a:avLst/>
              <a:gdLst>
                <a:gd name="T0" fmla="*/ 275896 w 21600"/>
                <a:gd name="T1" fmla="*/ 467043 h 21600"/>
                <a:gd name="T2" fmla="*/ 275896 w 21600"/>
                <a:gd name="T3" fmla="*/ 467043 h 21600"/>
                <a:gd name="T4" fmla="*/ 275896 w 21600"/>
                <a:gd name="T5" fmla="*/ 467043 h 21600"/>
                <a:gd name="T6" fmla="*/ 275896 w 21600"/>
                <a:gd name="T7" fmla="*/ 46704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1"/>
                  </a:moveTo>
                  <a:lnTo>
                    <a:pt x="630" y="1361"/>
                  </a:lnTo>
                  <a:lnTo>
                    <a:pt x="630" y="998"/>
                  </a:lnTo>
                  <a:lnTo>
                    <a:pt x="1734" y="998"/>
                  </a:lnTo>
                  <a:lnTo>
                    <a:pt x="1734" y="1361"/>
                  </a:lnTo>
                  <a:lnTo>
                    <a:pt x="2364" y="1361"/>
                  </a:lnTo>
                  <a:lnTo>
                    <a:pt x="2364" y="998"/>
                  </a:lnTo>
                  <a:lnTo>
                    <a:pt x="3468" y="998"/>
                  </a:lnTo>
                  <a:lnTo>
                    <a:pt x="4099" y="1361"/>
                  </a:lnTo>
                  <a:lnTo>
                    <a:pt x="4729" y="998"/>
                  </a:lnTo>
                  <a:lnTo>
                    <a:pt x="4729" y="726"/>
                  </a:lnTo>
                  <a:lnTo>
                    <a:pt x="5360" y="726"/>
                  </a:lnTo>
                  <a:lnTo>
                    <a:pt x="5833" y="998"/>
                  </a:lnTo>
                  <a:lnTo>
                    <a:pt x="6464" y="726"/>
                  </a:lnTo>
                  <a:lnTo>
                    <a:pt x="6464" y="363"/>
                  </a:lnTo>
                  <a:lnTo>
                    <a:pt x="7094" y="0"/>
                  </a:lnTo>
                  <a:lnTo>
                    <a:pt x="8198" y="0"/>
                  </a:lnTo>
                  <a:lnTo>
                    <a:pt x="8829" y="363"/>
                  </a:lnTo>
                  <a:lnTo>
                    <a:pt x="9302" y="363"/>
                  </a:lnTo>
                  <a:lnTo>
                    <a:pt x="9302" y="726"/>
                  </a:lnTo>
                  <a:lnTo>
                    <a:pt x="12297" y="726"/>
                  </a:lnTo>
                  <a:lnTo>
                    <a:pt x="11667" y="998"/>
                  </a:lnTo>
                  <a:lnTo>
                    <a:pt x="11194" y="1724"/>
                  </a:lnTo>
                  <a:lnTo>
                    <a:pt x="11667" y="1724"/>
                  </a:lnTo>
                  <a:lnTo>
                    <a:pt x="11667" y="1996"/>
                  </a:lnTo>
                  <a:lnTo>
                    <a:pt x="12928" y="1996"/>
                  </a:lnTo>
                  <a:lnTo>
                    <a:pt x="12928" y="2359"/>
                  </a:lnTo>
                  <a:lnTo>
                    <a:pt x="13401" y="2359"/>
                  </a:lnTo>
                  <a:lnTo>
                    <a:pt x="14032" y="2722"/>
                  </a:lnTo>
                  <a:lnTo>
                    <a:pt x="14662" y="2359"/>
                  </a:lnTo>
                  <a:lnTo>
                    <a:pt x="14662" y="2722"/>
                  </a:lnTo>
                  <a:lnTo>
                    <a:pt x="15135" y="2359"/>
                  </a:lnTo>
                  <a:lnTo>
                    <a:pt x="15135" y="2722"/>
                  </a:lnTo>
                  <a:lnTo>
                    <a:pt x="15766" y="2722"/>
                  </a:lnTo>
                  <a:lnTo>
                    <a:pt x="15135" y="3085"/>
                  </a:lnTo>
                  <a:lnTo>
                    <a:pt x="13401" y="3085"/>
                  </a:lnTo>
                  <a:lnTo>
                    <a:pt x="13401" y="3721"/>
                  </a:lnTo>
                  <a:lnTo>
                    <a:pt x="11667" y="3721"/>
                  </a:lnTo>
                  <a:lnTo>
                    <a:pt x="11667" y="4719"/>
                  </a:lnTo>
                  <a:lnTo>
                    <a:pt x="11194" y="4719"/>
                  </a:lnTo>
                  <a:lnTo>
                    <a:pt x="11194" y="5082"/>
                  </a:lnTo>
                  <a:lnTo>
                    <a:pt x="10563" y="5082"/>
                  </a:lnTo>
                  <a:lnTo>
                    <a:pt x="10563" y="5354"/>
                  </a:lnTo>
                  <a:lnTo>
                    <a:pt x="9932" y="5354"/>
                  </a:lnTo>
                  <a:lnTo>
                    <a:pt x="9932" y="5717"/>
                  </a:lnTo>
                  <a:lnTo>
                    <a:pt x="10563" y="6080"/>
                  </a:lnTo>
                  <a:lnTo>
                    <a:pt x="9932" y="6443"/>
                  </a:lnTo>
                  <a:lnTo>
                    <a:pt x="9932" y="6715"/>
                  </a:lnTo>
                  <a:lnTo>
                    <a:pt x="10563" y="6715"/>
                  </a:lnTo>
                  <a:lnTo>
                    <a:pt x="9932" y="7078"/>
                  </a:lnTo>
                  <a:lnTo>
                    <a:pt x="11194" y="7442"/>
                  </a:lnTo>
                  <a:lnTo>
                    <a:pt x="12297" y="8077"/>
                  </a:lnTo>
                  <a:lnTo>
                    <a:pt x="12297" y="8803"/>
                  </a:lnTo>
                  <a:lnTo>
                    <a:pt x="13401" y="9075"/>
                  </a:lnTo>
                  <a:lnTo>
                    <a:pt x="14032" y="9438"/>
                  </a:lnTo>
                  <a:lnTo>
                    <a:pt x="15135" y="9801"/>
                  </a:lnTo>
                  <a:lnTo>
                    <a:pt x="17027" y="10436"/>
                  </a:lnTo>
                  <a:lnTo>
                    <a:pt x="18131" y="11163"/>
                  </a:lnTo>
                  <a:lnTo>
                    <a:pt x="18762" y="11435"/>
                  </a:lnTo>
                  <a:lnTo>
                    <a:pt x="18762" y="11798"/>
                  </a:lnTo>
                  <a:lnTo>
                    <a:pt x="19235" y="12161"/>
                  </a:lnTo>
                  <a:lnTo>
                    <a:pt x="19235" y="12433"/>
                  </a:lnTo>
                  <a:lnTo>
                    <a:pt x="19865" y="12796"/>
                  </a:lnTo>
                  <a:lnTo>
                    <a:pt x="19865" y="13522"/>
                  </a:lnTo>
                  <a:lnTo>
                    <a:pt x="20496" y="13794"/>
                  </a:lnTo>
                  <a:lnTo>
                    <a:pt x="20496" y="15156"/>
                  </a:lnTo>
                  <a:lnTo>
                    <a:pt x="21127" y="15156"/>
                  </a:lnTo>
                  <a:lnTo>
                    <a:pt x="21599" y="15519"/>
                  </a:lnTo>
                  <a:lnTo>
                    <a:pt x="21127" y="15791"/>
                  </a:lnTo>
                  <a:lnTo>
                    <a:pt x="21127" y="15519"/>
                  </a:lnTo>
                  <a:lnTo>
                    <a:pt x="21127" y="16154"/>
                  </a:lnTo>
                  <a:lnTo>
                    <a:pt x="20496" y="16154"/>
                  </a:lnTo>
                  <a:lnTo>
                    <a:pt x="20496" y="17152"/>
                  </a:lnTo>
                  <a:lnTo>
                    <a:pt x="19865" y="17515"/>
                  </a:lnTo>
                  <a:lnTo>
                    <a:pt x="19865" y="17878"/>
                  </a:lnTo>
                  <a:lnTo>
                    <a:pt x="19235" y="18151"/>
                  </a:lnTo>
                  <a:lnTo>
                    <a:pt x="18762" y="18151"/>
                  </a:lnTo>
                  <a:lnTo>
                    <a:pt x="18131" y="18514"/>
                  </a:lnTo>
                  <a:lnTo>
                    <a:pt x="17500" y="18514"/>
                  </a:lnTo>
                  <a:lnTo>
                    <a:pt x="17500" y="18877"/>
                  </a:lnTo>
                  <a:lnTo>
                    <a:pt x="16397" y="19240"/>
                  </a:lnTo>
                  <a:lnTo>
                    <a:pt x="14662" y="19240"/>
                  </a:lnTo>
                  <a:lnTo>
                    <a:pt x="14662" y="18877"/>
                  </a:lnTo>
                  <a:lnTo>
                    <a:pt x="14032" y="18877"/>
                  </a:lnTo>
                  <a:lnTo>
                    <a:pt x="14662" y="19240"/>
                  </a:lnTo>
                  <a:lnTo>
                    <a:pt x="14032" y="19240"/>
                  </a:lnTo>
                  <a:lnTo>
                    <a:pt x="14662" y="19240"/>
                  </a:lnTo>
                  <a:lnTo>
                    <a:pt x="14662" y="19512"/>
                  </a:lnTo>
                  <a:lnTo>
                    <a:pt x="14032" y="19875"/>
                  </a:lnTo>
                  <a:lnTo>
                    <a:pt x="13401" y="19512"/>
                  </a:lnTo>
                  <a:lnTo>
                    <a:pt x="14032" y="19875"/>
                  </a:lnTo>
                  <a:lnTo>
                    <a:pt x="14032" y="20238"/>
                  </a:lnTo>
                  <a:lnTo>
                    <a:pt x="13401" y="20238"/>
                  </a:lnTo>
                  <a:lnTo>
                    <a:pt x="13401" y="19875"/>
                  </a:lnTo>
                  <a:lnTo>
                    <a:pt x="12928" y="19875"/>
                  </a:lnTo>
                  <a:lnTo>
                    <a:pt x="13401" y="20238"/>
                  </a:lnTo>
                  <a:lnTo>
                    <a:pt x="12928" y="20238"/>
                  </a:lnTo>
                  <a:lnTo>
                    <a:pt x="12928" y="20510"/>
                  </a:lnTo>
                  <a:lnTo>
                    <a:pt x="12297" y="20510"/>
                  </a:lnTo>
                  <a:lnTo>
                    <a:pt x="12297" y="20873"/>
                  </a:lnTo>
                  <a:lnTo>
                    <a:pt x="11667" y="20873"/>
                  </a:lnTo>
                  <a:lnTo>
                    <a:pt x="11667" y="21236"/>
                  </a:lnTo>
                  <a:lnTo>
                    <a:pt x="11194" y="21236"/>
                  </a:lnTo>
                  <a:lnTo>
                    <a:pt x="9932" y="21600"/>
                  </a:lnTo>
                  <a:lnTo>
                    <a:pt x="9302" y="21600"/>
                  </a:lnTo>
                  <a:lnTo>
                    <a:pt x="9932" y="21600"/>
                  </a:lnTo>
                  <a:lnTo>
                    <a:pt x="9932" y="21236"/>
                  </a:lnTo>
                  <a:lnTo>
                    <a:pt x="10563" y="21236"/>
                  </a:lnTo>
                  <a:lnTo>
                    <a:pt x="9932" y="21236"/>
                  </a:lnTo>
                  <a:lnTo>
                    <a:pt x="9932" y="19875"/>
                  </a:lnTo>
                  <a:lnTo>
                    <a:pt x="11194" y="19512"/>
                  </a:lnTo>
                  <a:lnTo>
                    <a:pt x="11194" y="19240"/>
                  </a:lnTo>
                  <a:lnTo>
                    <a:pt x="10563" y="19512"/>
                  </a:lnTo>
                  <a:lnTo>
                    <a:pt x="9932" y="19512"/>
                  </a:lnTo>
                  <a:lnTo>
                    <a:pt x="9302" y="19240"/>
                  </a:lnTo>
                  <a:lnTo>
                    <a:pt x="9302" y="19512"/>
                  </a:lnTo>
                  <a:lnTo>
                    <a:pt x="8829" y="19240"/>
                  </a:lnTo>
                  <a:lnTo>
                    <a:pt x="8829" y="18877"/>
                  </a:lnTo>
                  <a:lnTo>
                    <a:pt x="9302" y="18514"/>
                  </a:lnTo>
                  <a:lnTo>
                    <a:pt x="9932" y="18514"/>
                  </a:lnTo>
                  <a:lnTo>
                    <a:pt x="9932" y="18151"/>
                  </a:lnTo>
                  <a:lnTo>
                    <a:pt x="12928" y="18151"/>
                  </a:lnTo>
                  <a:lnTo>
                    <a:pt x="12928" y="18514"/>
                  </a:lnTo>
                  <a:lnTo>
                    <a:pt x="13401" y="18514"/>
                  </a:lnTo>
                  <a:lnTo>
                    <a:pt x="13401" y="18151"/>
                  </a:lnTo>
                  <a:lnTo>
                    <a:pt x="12928" y="17878"/>
                  </a:lnTo>
                  <a:lnTo>
                    <a:pt x="12297" y="17878"/>
                  </a:lnTo>
                  <a:lnTo>
                    <a:pt x="12297" y="17152"/>
                  </a:lnTo>
                  <a:lnTo>
                    <a:pt x="14032" y="17152"/>
                  </a:lnTo>
                  <a:lnTo>
                    <a:pt x="14032" y="16880"/>
                  </a:lnTo>
                  <a:lnTo>
                    <a:pt x="14662" y="16517"/>
                  </a:lnTo>
                  <a:lnTo>
                    <a:pt x="15135" y="16517"/>
                  </a:lnTo>
                  <a:lnTo>
                    <a:pt x="16397" y="15791"/>
                  </a:lnTo>
                  <a:lnTo>
                    <a:pt x="16397" y="14521"/>
                  </a:lnTo>
                  <a:lnTo>
                    <a:pt x="15766" y="13794"/>
                  </a:lnTo>
                  <a:lnTo>
                    <a:pt x="15135" y="13794"/>
                  </a:lnTo>
                  <a:lnTo>
                    <a:pt x="15135" y="13522"/>
                  </a:lnTo>
                  <a:lnTo>
                    <a:pt x="15766" y="13159"/>
                  </a:lnTo>
                  <a:lnTo>
                    <a:pt x="15766" y="12796"/>
                  </a:lnTo>
                  <a:lnTo>
                    <a:pt x="15135" y="12433"/>
                  </a:lnTo>
                  <a:lnTo>
                    <a:pt x="15135" y="12161"/>
                  </a:lnTo>
                  <a:lnTo>
                    <a:pt x="15766" y="11798"/>
                  </a:lnTo>
                  <a:lnTo>
                    <a:pt x="15766" y="11435"/>
                  </a:lnTo>
                  <a:lnTo>
                    <a:pt x="15135" y="11435"/>
                  </a:lnTo>
                  <a:lnTo>
                    <a:pt x="15766" y="11163"/>
                  </a:lnTo>
                  <a:lnTo>
                    <a:pt x="15766" y="10800"/>
                  </a:lnTo>
                  <a:lnTo>
                    <a:pt x="15135" y="10800"/>
                  </a:lnTo>
                  <a:lnTo>
                    <a:pt x="14662" y="10436"/>
                  </a:lnTo>
                  <a:lnTo>
                    <a:pt x="14032" y="10436"/>
                  </a:lnTo>
                  <a:lnTo>
                    <a:pt x="14032" y="10073"/>
                  </a:lnTo>
                  <a:lnTo>
                    <a:pt x="13401" y="10073"/>
                  </a:lnTo>
                  <a:lnTo>
                    <a:pt x="12928" y="9801"/>
                  </a:lnTo>
                  <a:lnTo>
                    <a:pt x="12928" y="9438"/>
                  </a:lnTo>
                  <a:lnTo>
                    <a:pt x="11667" y="9438"/>
                  </a:lnTo>
                  <a:lnTo>
                    <a:pt x="11667" y="9075"/>
                  </a:lnTo>
                  <a:lnTo>
                    <a:pt x="8829" y="7442"/>
                  </a:lnTo>
                  <a:lnTo>
                    <a:pt x="8198" y="7442"/>
                  </a:lnTo>
                  <a:lnTo>
                    <a:pt x="7567" y="7078"/>
                  </a:lnTo>
                  <a:lnTo>
                    <a:pt x="6464" y="7078"/>
                  </a:lnTo>
                  <a:lnTo>
                    <a:pt x="6464" y="6715"/>
                  </a:lnTo>
                  <a:lnTo>
                    <a:pt x="5833" y="6715"/>
                  </a:lnTo>
                  <a:lnTo>
                    <a:pt x="5833" y="6443"/>
                  </a:lnTo>
                  <a:lnTo>
                    <a:pt x="6464" y="6443"/>
                  </a:lnTo>
                  <a:lnTo>
                    <a:pt x="5833" y="6080"/>
                  </a:lnTo>
                  <a:lnTo>
                    <a:pt x="5833" y="5717"/>
                  </a:lnTo>
                  <a:lnTo>
                    <a:pt x="6464" y="5717"/>
                  </a:lnTo>
                  <a:lnTo>
                    <a:pt x="7094" y="5354"/>
                  </a:lnTo>
                  <a:lnTo>
                    <a:pt x="7567" y="5354"/>
                  </a:lnTo>
                  <a:lnTo>
                    <a:pt x="7567" y="4719"/>
                  </a:lnTo>
                  <a:lnTo>
                    <a:pt x="8198" y="4719"/>
                  </a:lnTo>
                  <a:lnTo>
                    <a:pt x="7567" y="4356"/>
                  </a:lnTo>
                  <a:lnTo>
                    <a:pt x="7567" y="4084"/>
                  </a:lnTo>
                  <a:lnTo>
                    <a:pt x="6464" y="4084"/>
                  </a:lnTo>
                  <a:lnTo>
                    <a:pt x="6464" y="3721"/>
                  </a:lnTo>
                  <a:lnTo>
                    <a:pt x="5833" y="3721"/>
                  </a:lnTo>
                  <a:lnTo>
                    <a:pt x="5360" y="4084"/>
                  </a:lnTo>
                  <a:lnTo>
                    <a:pt x="4099" y="3721"/>
                  </a:lnTo>
                  <a:lnTo>
                    <a:pt x="3468" y="3721"/>
                  </a:lnTo>
                  <a:lnTo>
                    <a:pt x="2995" y="3357"/>
                  </a:lnTo>
                  <a:lnTo>
                    <a:pt x="1734" y="3085"/>
                  </a:lnTo>
                  <a:lnTo>
                    <a:pt x="1734" y="1996"/>
                  </a:lnTo>
                  <a:lnTo>
                    <a:pt x="1261" y="1724"/>
                  </a:lnTo>
                  <a:lnTo>
                    <a:pt x="0" y="1724"/>
                  </a:lnTo>
                  <a:lnTo>
                    <a:pt x="0" y="1361"/>
                  </a:lnTo>
                  <a:close/>
                  <a:moveTo>
                    <a:pt x="7094" y="19240"/>
                  </a:moveTo>
                  <a:lnTo>
                    <a:pt x="7567" y="19240"/>
                  </a:lnTo>
                  <a:lnTo>
                    <a:pt x="7567" y="19512"/>
                  </a:lnTo>
                  <a:lnTo>
                    <a:pt x="8198" y="19240"/>
                  </a:lnTo>
                  <a:lnTo>
                    <a:pt x="7567" y="19240"/>
                  </a:lnTo>
                  <a:lnTo>
                    <a:pt x="7567" y="18877"/>
                  </a:lnTo>
                  <a:lnTo>
                    <a:pt x="7094" y="1924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9" name="AutoShape 23"/>
            <p:cNvSpPr>
              <a:spLocks/>
            </p:cNvSpPr>
            <p:nvPr/>
          </p:nvSpPr>
          <p:spPr bwMode="auto">
            <a:xfrm>
              <a:off x="17673363" y="6534677"/>
              <a:ext cx="342353" cy="262960"/>
            </a:xfrm>
            <a:custGeom>
              <a:avLst/>
              <a:gdLst>
                <a:gd name="T0" fmla="*/ 171177 w 21600"/>
                <a:gd name="T1" fmla="*/ 131480 h 21600"/>
                <a:gd name="T2" fmla="*/ 171177 w 21600"/>
                <a:gd name="T3" fmla="*/ 131480 h 21600"/>
                <a:gd name="T4" fmla="*/ 171177 w 21600"/>
                <a:gd name="T5" fmla="*/ 131480 h 21600"/>
                <a:gd name="T6" fmla="*/ 171177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402" y="21600"/>
                  </a:moveTo>
                  <a:lnTo>
                    <a:pt x="10164" y="20310"/>
                  </a:lnTo>
                  <a:lnTo>
                    <a:pt x="11181" y="20310"/>
                  </a:lnTo>
                  <a:lnTo>
                    <a:pt x="11181" y="19020"/>
                  </a:lnTo>
                  <a:lnTo>
                    <a:pt x="16009" y="19020"/>
                  </a:lnTo>
                  <a:lnTo>
                    <a:pt x="16009" y="20310"/>
                  </a:lnTo>
                  <a:lnTo>
                    <a:pt x="16771" y="20310"/>
                  </a:lnTo>
                  <a:lnTo>
                    <a:pt x="16771" y="19020"/>
                  </a:lnTo>
                  <a:lnTo>
                    <a:pt x="16009" y="18053"/>
                  </a:lnTo>
                  <a:lnTo>
                    <a:pt x="14992" y="18053"/>
                  </a:lnTo>
                  <a:lnTo>
                    <a:pt x="14992" y="15474"/>
                  </a:lnTo>
                  <a:lnTo>
                    <a:pt x="17788" y="15474"/>
                  </a:lnTo>
                  <a:lnTo>
                    <a:pt x="17788" y="14507"/>
                  </a:lnTo>
                  <a:lnTo>
                    <a:pt x="18804" y="13217"/>
                  </a:lnTo>
                  <a:lnTo>
                    <a:pt x="19567" y="13217"/>
                  </a:lnTo>
                  <a:lnTo>
                    <a:pt x="21599" y="10638"/>
                  </a:lnTo>
                  <a:lnTo>
                    <a:pt x="21599" y="6125"/>
                  </a:lnTo>
                  <a:lnTo>
                    <a:pt x="20583" y="3546"/>
                  </a:lnTo>
                  <a:lnTo>
                    <a:pt x="19567" y="3546"/>
                  </a:lnTo>
                  <a:lnTo>
                    <a:pt x="19567" y="2579"/>
                  </a:lnTo>
                  <a:lnTo>
                    <a:pt x="18804" y="2579"/>
                  </a:lnTo>
                  <a:lnTo>
                    <a:pt x="16771" y="0"/>
                  </a:lnTo>
                  <a:lnTo>
                    <a:pt x="16009" y="1289"/>
                  </a:lnTo>
                  <a:lnTo>
                    <a:pt x="14992" y="1289"/>
                  </a:lnTo>
                  <a:lnTo>
                    <a:pt x="16009" y="2579"/>
                  </a:lnTo>
                  <a:lnTo>
                    <a:pt x="16009" y="4835"/>
                  </a:lnTo>
                  <a:lnTo>
                    <a:pt x="14992" y="4835"/>
                  </a:lnTo>
                  <a:lnTo>
                    <a:pt x="13976" y="2579"/>
                  </a:lnTo>
                  <a:lnTo>
                    <a:pt x="12197" y="2579"/>
                  </a:lnTo>
                  <a:lnTo>
                    <a:pt x="11181" y="1289"/>
                  </a:lnTo>
                  <a:lnTo>
                    <a:pt x="1778" y="1289"/>
                  </a:lnTo>
                  <a:lnTo>
                    <a:pt x="762" y="3546"/>
                  </a:lnTo>
                  <a:lnTo>
                    <a:pt x="762" y="4835"/>
                  </a:lnTo>
                  <a:lnTo>
                    <a:pt x="0" y="6125"/>
                  </a:lnTo>
                  <a:lnTo>
                    <a:pt x="0" y="9671"/>
                  </a:lnTo>
                  <a:lnTo>
                    <a:pt x="762" y="9671"/>
                  </a:lnTo>
                  <a:lnTo>
                    <a:pt x="762" y="13217"/>
                  </a:lnTo>
                  <a:lnTo>
                    <a:pt x="1778" y="14507"/>
                  </a:lnTo>
                  <a:lnTo>
                    <a:pt x="1778" y="16764"/>
                  </a:lnTo>
                  <a:lnTo>
                    <a:pt x="2795" y="18053"/>
                  </a:lnTo>
                  <a:lnTo>
                    <a:pt x="2795" y="16764"/>
                  </a:lnTo>
                  <a:lnTo>
                    <a:pt x="3811" y="18053"/>
                  </a:lnTo>
                  <a:lnTo>
                    <a:pt x="3811" y="20310"/>
                  </a:lnTo>
                  <a:lnTo>
                    <a:pt x="4574" y="20310"/>
                  </a:lnTo>
                  <a:lnTo>
                    <a:pt x="4574" y="19020"/>
                  </a:lnTo>
                  <a:lnTo>
                    <a:pt x="5590" y="19020"/>
                  </a:lnTo>
                  <a:lnTo>
                    <a:pt x="5590" y="18053"/>
                  </a:lnTo>
                  <a:lnTo>
                    <a:pt x="5590" y="19020"/>
                  </a:lnTo>
                  <a:lnTo>
                    <a:pt x="6607" y="19020"/>
                  </a:lnTo>
                  <a:lnTo>
                    <a:pt x="5590" y="20310"/>
                  </a:lnTo>
                  <a:lnTo>
                    <a:pt x="5590" y="21600"/>
                  </a:lnTo>
                  <a:lnTo>
                    <a:pt x="6607" y="21600"/>
                  </a:lnTo>
                  <a:lnTo>
                    <a:pt x="7369" y="20310"/>
                  </a:lnTo>
                  <a:lnTo>
                    <a:pt x="7369" y="21600"/>
                  </a:lnTo>
                  <a:lnTo>
                    <a:pt x="9402"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0" name="AutoShape 24"/>
            <p:cNvSpPr>
              <a:spLocks/>
            </p:cNvSpPr>
            <p:nvPr/>
          </p:nvSpPr>
          <p:spPr bwMode="auto">
            <a:xfrm>
              <a:off x="17463926" y="6040155"/>
              <a:ext cx="535680" cy="553388"/>
            </a:xfrm>
            <a:custGeom>
              <a:avLst/>
              <a:gdLst>
                <a:gd name="T0" fmla="*/ 267840 w 21600"/>
                <a:gd name="T1" fmla="*/ 276694 h 21600"/>
                <a:gd name="T2" fmla="*/ 267840 w 21600"/>
                <a:gd name="T3" fmla="*/ 276694 h 21600"/>
                <a:gd name="T4" fmla="*/ 267840 w 21600"/>
                <a:gd name="T5" fmla="*/ 276694 h 21600"/>
                <a:gd name="T6" fmla="*/ 267840 w 21600"/>
                <a:gd name="T7" fmla="*/ 27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436" y="2910"/>
                  </a:moveTo>
                  <a:lnTo>
                    <a:pt x="2923" y="2910"/>
                  </a:lnTo>
                  <a:lnTo>
                    <a:pt x="2923" y="3370"/>
                  </a:lnTo>
                  <a:lnTo>
                    <a:pt x="4222" y="2910"/>
                  </a:lnTo>
                  <a:lnTo>
                    <a:pt x="4222" y="0"/>
                  </a:lnTo>
                  <a:lnTo>
                    <a:pt x="5359" y="0"/>
                  </a:lnTo>
                  <a:lnTo>
                    <a:pt x="5359" y="612"/>
                  </a:lnTo>
                  <a:lnTo>
                    <a:pt x="6658" y="612"/>
                  </a:lnTo>
                  <a:lnTo>
                    <a:pt x="7145" y="1072"/>
                  </a:lnTo>
                  <a:lnTo>
                    <a:pt x="7145" y="2910"/>
                  </a:lnTo>
                  <a:lnTo>
                    <a:pt x="8445" y="3370"/>
                  </a:lnTo>
                  <a:lnTo>
                    <a:pt x="8932" y="3982"/>
                  </a:lnTo>
                  <a:lnTo>
                    <a:pt x="9581" y="3982"/>
                  </a:lnTo>
                  <a:lnTo>
                    <a:pt x="10881" y="4595"/>
                  </a:lnTo>
                  <a:lnTo>
                    <a:pt x="11368" y="3982"/>
                  </a:lnTo>
                  <a:lnTo>
                    <a:pt x="12018" y="3982"/>
                  </a:lnTo>
                  <a:lnTo>
                    <a:pt x="12018" y="4595"/>
                  </a:lnTo>
                  <a:lnTo>
                    <a:pt x="13154" y="4595"/>
                  </a:lnTo>
                  <a:lnTo>
                    <a:pt x="13154" y="5055"/>
                  </a:lnTo>
                  <a:lnTo>
                    <a:pt x="13804" y="5668"/>
                  </a:lnTo>
                  <a:lnTo>
                    <a:pt x="13154" y="5668"/>
                  </a:lnTo>
                  <a:lnTo>
                    <a:pt x="13154" y="6740"/>
                  </a:lnTo>
                  <a:lnTo>
                    <a:pt x="12667" y="6740"/>
                  </a:lnTo>
                  <a:lnTo>
                    <a:pt x="12018" y="7353"/>
                  </a:lnTo>
                  <a:lnTo>
                    <a:pt x="11368" y="7353"/>
                  </a:lnTo>
                  <a:lnTo>
                    <a:pt x="11368" y="7965"/>
                  </a:lnTo>
                  <a:lnTo>
                    <a:pt x="12018" y="8578"/>
                  </a:lnTo>
                  <a:lnTo>
                    <a:pt x="11368" y="8578"/>
                  </a:lnTo>
                  <a:lnTo>
                    <a:pt x="11368" y="9038"/>
                  </a:lnTo>
                  <a:lnTo>
                    <a:pt x="12018" y="9038"/>
                  </a:lnTo>
                  <a:lnTo>
                    <a:pt x="12018" y="9651"/>
                  </a:lnTo>
                  <a:lnTo>
                    <a:pt x="13154" y="9651"/>
                  </a:lnTo>
                  <a:lnTo>
                    <a:pt x="13804" y="10263"/>
                  </a:lnTo>
                  <a:lnTo>
                    <a:pt x="14454" y="10263"/>
                  </a:lnTo>
                  <a:lnTo>
                    <a:pt x="17377" y="13021"/>
                  </a:lnTo>
                  <a:lnTo>
                    <a:pt x="17377" y="13634"/>
                  </a:lnTo>
                  <a:lnTo>
                    <a:pt x="18676" y="13634"/>
                  </a:lnTo>
                  <a:lnTo>
                    <a:pt x="18676" y="14246"/>
                  </a:lnTo>
                  <a:lnTo>
                    <a:pt x="19163" y="14706"/>
                  </a:lnTo>
                  <a:lnTo>
                    <a:pt x="19813" y="14706"/>
                  </a:lnTo>
                  <a:lnTo>
                    <a:pt x="19813" y="15319"/>
                  </a:lnTo>
                  <a:lnTo>
                    <a:pt x="20463" y="15319"/>
                  </a:lnTo>
                  <a:lnTo>
                    <a:pt x="20950" y="15931"/>
                  </a:lnTo>
                  <a:lnTo>
                    <a:pt x="21600" y="15931"/>
                  </a:lnTo>
                  <a:lnTo>
                    <a:pt x="21600" y="16544"/>
                  </a:lnTo>
                  <a:lnTo>
                    <a:pt x="20950" y="17004"/>
                  </a:lnTo>
                  <a:lnTo>
                    <a:pt x="21600" y="17004"/>
                  </a:lnTo>
                  <a:lnTo>
                    <a:pt x="21600" y="17617"/>
                  </a:lnTo>
                  <a:lnTo>
                    <a:pt x="20950" y="18229"/>
                  </a:lnTo>
                  <a:lnTo>
                    <a:pt x="20950" y="18689"/>
                  </a:lnTo>
                  <a:lnTo>
                    <a:pt x="21600" y="19302"/>
                  </a:lnTo>
                  <a:lnTo>
                    <a:pt x="21600" y="19914"/>
                  </a:lnTo>
                  <a:lnTo>
                    <a:pt x="20950" y="20527"/>
                  </a:lnTo>
                  <a:lnTo>
                    <a:pt x="20463" y="20527"/>
                  </a:lnTo>
                  <a:lnTo>
                    <a:pt x="19163" y="19302"/>
                  </a:lnTo>
                  <a:lnTo>
                    <a:pt x="18676" y="19914"/>
                  </a:lnTo>
                  <a:lnTo>
                    <a:pt x="18027" y="19914"/>
                  </a:lnTo>
                  <a:lnTo>
                    <a:pt x="18676" y="20527"/>
                  </a:lnTo>
                  <a:lnTo>
                    <a:pt x="18676" y="21600"/>
                  </a:lnTo>
                  <a:lnTo>
                    <a:pt x="18027" y="21600"/>
                  </a:lnTo>
                  <a:lnTo>
                    <a:pt x="17377" y="20527"/>
                  </a:lnTo>
                  <a:lnTo>
                    <a:pt x="16240" y="20527"/>
                  </a:lnTo>
                  <a:lnTo>
                    <a:pt x="15590" y="19914"/>
                  </a:lnTo>
                  <a:lnTo>
                    <a:pt x="16240" y="19914"/>
                  </a:lnTo>
                  <a:lnTo>
                    <a:pt x="16240" y="17617"/>
                  </a:lnTo>
                  <a:lnTo>
                    <a:pt x="16890" y="17004"/>
                  </a:lnTo>
                  <a:lnTo>
                    <a:pt x="16240" y="17004"/>
                  </a:lnTo>
                  <a:lnTo>
                    <a:pt x="15590" y="16544"/>
                  </a:lnTo>
                  <a:lnTo>
                    <a:pt x="16240" y="16544"/>
                  </a:lnTo>
                  <a:lnTo>
                    <a:pt x="15590" y="15931"/>
                  </a:lnTo>
                  <a:lnTo>
                    <a:pt x="14941" y="15931"/>
                  </a:lnTo>
                  <a:lnTo>
                    <a:pt x="14454" y="15319"/>
                  </a:lnTo>
                  <a:lnTo>
                    <a:pt x="13804" y="15319"/>
                  </a:lnTo>
                  <a:lnTo>
                    <a:pt x="13804" y="12561"/>
                  </a:lnTo>
                  <a:lnTo>
                    <a:pt x="13154" y="11948"/>
                  </a:lnTo>
                  <a:lnTo>
                    <a:pt x="12018" y="11336"/>
                  </a:lnTo>
                  <a:lnTo>
                    <a:pt x="11368" y="10723"/>
                  </a:lnTo>
                  <a:lnTo>
                    <a:pt x="10231" y="10263"/>
                  </a:lnTo>
                  <a:lnTo>
                    <a:pt x="9581" y="10723"/>
                  </a:lnTo>
                  <a:lnTo>
                    <a:pt x="8932" y="11336"/>
                  </a:lnTo>
                  <a:lnTo>
                    <a:pt x="7795" y="11948"/>
                  </a:lnTo>
                  <a:lnTo>
                    <a:pt x="7145" y="11336"/>
                  </a:lnTo>
                  <a:lnTo>
                    <a:pt x="6658" y="11336"/>
                  </a:lnTo>
                  <a:lnTo>
                    <a:pt x="6009" y="10723"/>
                  </a:lnTo>
                  <a:lnTo>
                    <a:pt x="5359" y="11336"/>
                  </a:lnTo>
                  <a:lnTo>
                    <a:pt x="4872" y="11948"/>
                  </a:lnTo>
                  <a:lnTo>
                    <a:pt x="3572" y="11948"/>
                  </a:lnTo>
                  <a:lnTo>
                    <a:pt x="3572" y="7353"/>
                  </a:lnTo>
                  <a:lnTo>
                    <a:pt x="2923" y="7353"/>
                  </a:lnTo>
                  <a:lnTo>
                    <a:pt x="2436" y="7965"/>
                  </a:lnTo>
                  <a:lnTo>
                    <a:pt x="1786" y="7965"/>
                  </a:lnTo>
                  <a:lnTo>
                    <a:pt x="1136" y="7353"/>
                  </a:lnTo>
                  <a:lnTo>
                    <a:pt x="1786" y="6740"/>
                  </a:lnTo>
                  <a:lnTo>
                    <a:pt x="1786" y="6280"/>
                  </a:lnTo>
                  <a:lnTo>
                    <a:pt x="1136" y="5668"/>
                  </a:lnTo>
                  <a:lnTo>
                    <a:pt x="649" y="5668"/>
                  </a:lnTo>
                  <a:lnTo>
                    <a:pt x="0" y="5055"/>
                  </a:lnTo>
                  <a:lnTo>
                    <a:pt x="649" y="4595"/>
                  </a:lnTo>
                  <a:lnTo>
                    <a:pt x="1136" y="3982"/>
                  </a:lnTo>
                  <a:lnTo>
                    <a:pt x="1136" y="2910"/>
                  </a:lnTo>
                  <a:lnTo>
                    <a:pt x="2436" y="29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1" name="AutoShape 25"/>
            <p:cNvSpPr>
              <a:spLocks/>
            </p:cNvSpPr>
            <p:nvPr/>
          </p:nvSpPr>
          <p:spPr bwMode="auto">
            <a:xfrm>
              <a:off x="17314904" y="6169672"/>
              <a:ext cx="567901" cy="918389"/>
            </a:xfrm>
            <a:custGeom>
              <a:avLst/>
              <a:gdLst>
                <a:gd name="T0" fmla="*/ 283951 w 21600"/>
                <a:gd name="T1" fmla="*/ 459195 h 21600"/>
                <a:gd name="T2" fmla="*/ 283951 w 21600"/>
                <a:gd name="T3" fmla="*/ 459195 h 21600"/>
                <a:gd name="T4" fmla="*/ 283951 w 21600"/>
                <a:gd name="T5" fmla="*/ 459195 h 21600"/>
                <a:gd name="T6" fmla="*/ 283951 w 21600"/>
                <a:gd name="T7" fmla="*/ 4591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84" y="0"/>
                  </a:moveTo>
                  <a:cubicBezTo>
                    <a:pt x="6252" y="342"/>
                    <a:pt x="6252" y="342"/>
                    <a:pt x="6252" y="342"/>
                  </a:cubicBezTo>
                  <a:cubicBezTo>
                    <a:pt x="6821" y="342"/>
                    <a:pt x="6821" y="342"/>
                    <a:pt x="6821" y="342"/>
                  </a:cubicBezTo>
                  <a:cubicBezTo>
                    <a:pt x="7389" y="685"/>
                    <a:pt x="7389" y="685"/>
                    <a:pt x="7389" y="685"/>
                  </a:cubicBezTo>
                  <a:cubicBezTo>
                    <a:pt x="7389" y="1028"/>
                    <a:pt x="7389" y="1028"/>
                    <a:pt x="7389" y="1028"/>
                  </a:cubicBezTo>
                  <a:cubicBezTo>
                    <a:pt x="6821" y="1371"/>
                    <a:pt x="6821" y="1371"/>
                    <a:pt x="6821" y="1371"/>
                  </a:cubicBezTo>
                  <a:cubicBezTo>
                    <a:pt x="7389" y="1714"/>
                    <a:pt x="7389" y="1714"/>
                    <a:pt x="7389" y="1714"/>
                  </a:cubicBezTo>
                  <a:cubicBezTo>
                    <a:pt x="7957" y="1714"/>
                    <a:pt x="7957" y="1714"/>
                    <a:pt x="7957" y="1714"/>
                  </a:cubicBezTo>
                  <a:cubicBezTo>
                    <a:pt x="8526" y="1371"/>
                    <a:pt x="8526" y="1371"/>
                    <a:pt x="8526" y="1371"/>
                  </a:cubicBezTo>
                  <a:cubicBezTo>
                    <a:pt x="9094" y="1371"/>
                    <a:pt x="9094" y="1371"/>
                    <a:pt x="9094" y="1371"/>
                  </a:cubicBezTo>
                  <a:cubicBezTo>
                    <a:pt x="9094" y="1714"/>
                    <a:pt x="9094" y="1714"/>
                    <a:pt x="9094" y="1714"/>
                  </a:cubicBezTo>
                  <a:cubicBezTo>
                    <a:pt x="9094" y="2057"/>
                    <a:pt x="9094" y="2057"/>
                    <a:pt x="9094" y="2057"/>
                  </a:cubicBezTo>
                  <a:cubicBezTo>
                    <a:pt x="9094" y="2400"/>
                    <a:pt x="9094" y="2400"/>
                    <a:pt x="9094" y="2400"/>
                  </a:cubicBezTo>
                  <a:cubicBezTo>
                    <a:pt x="9094" y="2400"/>
                    <a:pt x="9094" y="2400"/>
                    <a:pt x="9094" y="2400"/>
                  </a:cubicBezTo>
                  <a:cubicBezTo>
                    <a:pt x="9094" y="2742"/>
                    <a:pt x="9094" y="2742"/>
                    <a:pt x="9094" y="2742"/>
                  </a:cubicBezTo>
                  <a:cubicBezTo>
                    <a:pt x="9094" y="3085"/>
                    <a:pt x="9094" y="3085"/>
                    <a:pt x="9094" y="3085"/>
                  </a:cubicBezTo>
                  <a:cubicBezTo>
                    <a:pt x="9094" y="3428"/>
                    <a:pt x="9094" y="3428"/>
                    <a:pt x="9094" y="3428"/>
                  </a:cubicBezTo>
                  <a:cubicBezTo>
                    <a:pt x="9094" y="4114"/>
                    <a:pt x="9094" y="4114"/>
                    <a:pt x="9094" y="4114"/>
                  </a:cubicBezTo>
                  <a:cubicBezTo>
                    <a:pt x="9663" y="4114"/>
                    <a:pt x="9663" y="4114"/>
                    <a:pt x="9663" y="4114"/>
                  </a:cubicBezTo>
                  <a:cubicBezTo>
                    <a:pt x="10231" y="4114"/>
                    <a:pt x="10231" y="4114"/>
                    <a:pt x="10231" y="4114"/>
                  </a:cubicBezTo>
                  <a:cubicBezTo>
                    <a:pt x="10800" y="3771"/>
                    <a:pt x="10800" y="3771"/>
                    <a:pt x="10800" y="3771"/>
                  </a:cubicBezTo>
                  <a:cubicBezTo>
                    <a:pt x="11368" y="3428"/>
                    <a:pt x="11368" y="3428"/>
                    <a:pt x="11368" y="3428"/>
                  </a:cubicBezTo>
                  <a:cubicBezTo>
                    <a:pt x="11936" y="3771"/>
                    <a:pt x="11936" y="3771"/>
                    <a:pt x="11936" y="3771"/>
                  </a:cubicBezTo>
                  <a:cubicBezTo>
                    <a:pt x="12505" y="3771"/>
                    <a:pt x="12505" y="3771"/>
                    <a:pt x="12505" y="3771"/>
                  </a:cubicBezTo>
                  <a:cubicBezTo>
                    <a:pt x="13073" y="4114"/>
                    <a:pt x="13073" y="4114"/>
                    <a:pt x="13073" y="4114"/>
                  </a:cubicBezTo>
                  <a:cubicBezTo>
                    <a:pt x="14210" y="3771"/>
                    <a:pt x="14210" y="3771"/>
                    <a:pt x="14210" y="3771"/>
                  </a:cubicBezTo>
                  <a:cubicBezTo>
                    <a:pt x="14778" y="3428"/>
                    <a:pt x="14778" y="3428"/>
                    <a:pt x="14778" y="3428"/>
                  </a:cubicBezTo>
                  <a:cubicBezTo>
                    <a:pt x="15347" y="3085"/>
                    <a:pt x="15347" y="3085"/>
                    <a:pt x="15347" y="3085"/>
                  </a:cubicBezTo>
                  <a:cubicBezTo>
                    <a:pt x="16484" y="3428"/>
                    <a:pt x="16484" y="3428"/>
                    <a:pt x="16484" y="3428"/>
                  </a:cubicBezTo>
                  <a:cubicBezTo>
                    <a:pt x="17052" y="3771"/>
                    <a:pt x="17052" y="3771"/>
                    <a:pt x="17052" y="3771"/>
                  </a:cubicBezTo>
                  <a:cubicBezTo>
                    <a:pt x="18189" y="4114"/>
                    <a:pt x="18189" y="4114"/>
                    <a:pt x="18189" y="4114"/>
                  </a:cubicBezTo>
                  <a:cubicBezTo>
                    <a:pt x="18757" y="4457"/>
                    <a:pt x="18757" y="4457"/>
                    <a:pt x="18757" y="4457"/>
                  </a:cubicBezTo>
                  <a:cubicBezTo>
                    <a:pt x="18757" y="4800"/>
                    <a:pt x="18757" y="4800"/>
                    <a:pt x="18757" y="4800"/>
                  </a:cubicBezTo>
                  <a:cubicBezTo>
                    <a:pt x="18757" y="5142"/>
                    <a:pt x="18757" y="5142"/>
                    <a:pt x="18757" y="5142"/>
                  </a:cubicBezTo>
                  <a:cubicBezTo>
                    <a:pt x="18757" y="5142"/>
                    <a:pt x="18757" y="5142"/>
                    <a:pt x="18757" y="5142"/>
                  </a:cubicBezTo>
                  <a:cubicBezTo>
                    <a:pt x="18757" y="5485"/>
                    <a:pt x="18757" y="5485"/>
                    <a:pt x="18757" y="5485"/>
                  </a:cubicBezTo>
                  <a:cubicBezTo>
                    <a:pt x="18757" y="5828"/>
                    <a:pt x="18757" y="5828"/>
                    <a:pt x="18757" y="5828"/>
                  </a:cubicBezTo>
                  <a:cubicBezTo>
                    <a:pt x="18757" y="6171"/>
                    <a:pt x="18757" y="6171"/>
                    <a:pt x="18757" y="6171"/>
                  </a:cubicBezTo>
                  <a:cubicBezTo>
                    <a:pt x="19326" y="6171"/>
                    <a:pt x="19326" y="6171"/>
                    <a:pt x="19326" y="6171"/>
                  </a:cubicBezTo>
                  <a:cubicBezTo>
                    <a:pt x="19894" y="6514"/>
                    <a:pt x="19894" y="6514"/>
                    <a:pt x="19894" y="6514"/>
                  </a:cubicBezTo>
                  <a:cubicBezTo>
                    <a:pt x="20463" y="6514"/>
                    <a:pt x="20463" y="6514"/>
                    <a:pt x="20463" y="6514"/>
                  </a:cubicBezTo>
                  <a:cubicBezTo>
                    <a:pt x="21031" y="6857"/>
                    <a:pt x="21031" y="6857"/>
                    <a:pt x="21031" y="6857"/>
                  </a:cubicBezTo>
                  <a:cubicBezTo>
                    <a:pt x="20463" y="6857"/>
                    <a:pt x="20463" y="6857"/>
                    <a:pt x="20463" y="6857"/>
                  </a:cubicBezTo>
                  <a:cubicBezTo>
                    <a:pt x="21031" y="7200"/>
                    <a:pt x="21031" y="7200"/>
                    <a:pt x="21031" y="7200"/>
                  </a:cubicBezTo>
                  <a:cubicBezTo>
                    <a:pt x="21599" y="7200"/>
                    <a:pt x="21599" y="7200"/>
                    <a:pt x="21599" y="7200"/>
                  </a:cubicBezTo>
                  <a:cubicBezTo>
                    <a:pt x="21031" y="7542"/>
                    <a:pt x="21031" y="7542"/>
                    <a:pt x="21031" y="7542"/>
                  </a:cubicBezTo>
                  <a:cubicBezTo>
                    <a:pt x="21031" y="7885"/>
                    <a:pt x="21031" y="7885"/>
                    <a:pt x="21031" y="7885"/>
                  </a:cubicBezTo>
                  <a:cubicBezTo>
                    <a:pt x="21031" y="7885"/>
                    <a:pt x="21031" y="7885"/>
                    <a:pt x="21031" y="7885"/>
                  </a:cubicBezTo>
                  <a:cubicBezTo>
                    <a:pt x="21031" y="8228"/>
                    <a:pt x="21031" y="8228"/>
                    <a:pt x="21031" y="8228"/>
                  </a:cubicBezTo>
                  <a:cubicBezTo>
                    <a:pt x="21031" y="8571"/>
                    <a:pt x="21031" y="8571"/>
                    <a:pt x="21031" y="8571"/>
                  </a:cubicBezTo>
                  <a:cubicBezTo>
                    <a:pt x="21031" y="8914"/>
                    <a:pt x="21031" y="8914"/>
                    <a:pt x="21031" y="8914"/>
                  </a:cubicBezTo>
                  <a:cubicBezTo>
                    <a:pt x="20463" y="8914"/>
                    <a:pt x="20463" y="8914"/>
                    <a:pt x="20463" y="8914"/>
                  </a:cubicBezTo>
                  <a:cubicBezTo>
                    <a:pt x="19894" y="8914"/>
                    <a:pt x="19894" y="8914"/>
                    <a:pt x="19894" y="8914"/>
                  </a:cubicBezTo>
                  <a:cubicBezTo>
                    <a:pt x="19326" y="8914"/>
                    <a:pt x="19326" y="8914"/>
                    <a:pt x="19326" y="8914"/>
                  </a:cubicBezTo>
                  <a:cubicBezTo>
                    <a:pt x="18757" y="8914"/>
                    <a:pt x="18757" y="8914"/>
                    <a:pt x="18757" y="8914"/>
                  </a:cubicBezTo>
                  <a:cubicBezTo>
                    <a:pt x="18189" y="8914"/>
                    <a:pt x="18189" y="8914"/>
                    <a:pt x="18189" y="8914"/>
                  </a:cubicBezTo>
                  <a:cubicBezTo>
                    <a:pt x="17052" y="8914"/>
                    <a:pt x="17052" y="8914"/>
                    <a:pt x="17052" y="8914"/>
                  </a:cubicBezTo>
                  <a:cubicBezTo>
                    <a:pt x="17052" y="8914"/>
                    <a:pt x="17052" y="8914"/>
                    <a:pt x="17052" y="8914"/>
                  </a:cubicBezTo>
                  <a:cubicBezTo>
                    <a:pt x="16484" y="8914"/>
                    <a:pt x="16484" y="8914"/>
                    <a:pt x="16484" y="8914"/>
                  </a:cubicBezTo>
                  <a:cubicBezTo>
                    <a:pt x="15347" y="8914"/>
                    <a:pt x="15347" y="8914"/>
                    <a:pt x="15347" y="8914"/>
                  </a:cubicBezTo>
                  <a:cubicBezTo>
                    <a:pt x="14778" y="8914"/>
                    <a:pt x="14778" y="8914"/>
                    <a:pt x="14778" y="8914"/>
                  </a:cubicBezTo>
                  <a:cubicBezTo>
                    <a:pt x="14210" y="9600"/>
                    <a:pt x="14210" y="9600"/>
                    <a:pt x="14210" y="9600"/>
                  </a:cubicBezTo>
                  <a:cubicBezTo>
                    <a:pt x="14210" y="9942"/>
                    <a:pt x="14210" y="9942"/>
                    <a:pt x="14210" y="9942"/>
                  </a:cubicBezTo>
                  <a:cubicBezTo>
                    <a:pt x="13642" y="10285"/>
                    <a:pt x="13642" y="10285"/>
                    <a:pt x="13642" y="10285"/>
                  </a:cubicBezTo>
                  <a:cubicBezTo>
                    <a:pt x="13642" y="10628"/>
                    <a:pt x="13642" y="10628"/>
                    <a:pt x="13642" y="10628"/>
                  </a:cubicBezTo>
                  <a:cubicBezTo>
                    <a:pt x="13642" y="11314"/>
                    <a:pt x="13642" y="11314"/>
                    <a:pt x="13642" y="11314"/>
                  </a:cubicBezTo>
                  <a:cubicBezTo>
                    <a:pt x="14210" y="11314"/>
                    <a:pt x="14210" y="11314"/>
                    <a:pt x="14210" y="11314"/>
                  </a:cubicBezTo>
                  <a:cubicBezTo>
                    <a:pt x="14210" y="11657"/>
                    <a:pt x="14210" y="11657"/>
                    <a:pt x="14210" y="11657"/>
                  </a:cubicBezTo>
                  <a:cubicBezTo>
                    <a:pt x="14210" y="11999"/>
                    <a:pt x="14210" y="11999"/>
                    <a:pt x="14210" y="11999"/>
                  </a:cubicBezTo>
                  <a:cubicBezTo>
                    <a:pt x="14210" y="12342"/>
                    <a:pt x="14210" y="12342"/>
                    <a:pt x="14210" y="12342"/>
                  </a:cubicBezTo>
                  <a:cubicBezTo>
                    <a:pt x="14210" y="12342"/>
                    <a:pt x="14210" y="12342"/>
                    <a:pt x="14210" y="12342"/>
                  </a:cubicBezTo>
                  <a:cubicBezTo>
                    <a:pt x="14210" y="12685"/>
                    <a:pt x="14210" y="12685"/>
                    <a:pt x="14210" y="12685"/>
                  </a:cubicBezTo>
                  <a:cubicBezTo>
                    <a:pt x="14210" y="12685"/>
                    <a:pt x="14210" y="12685"/>
                    <a:pt x="14210" y="12685"/>
                  </a:cubicBezTo>
                  <a:cubicBezTo>
                    <a:pt x="13642" y="12342"/>
                    <a:pt x="13642" y="12342"/>
                    <a:pt x="13642" y="12342"/>
                  </a:cubicBezTo>
                  <a:cubicBezTo>
                    <a:pt x="13073" y="12342"/>
                    <a:pt x="13073" y="12342"/>
                    <a:pt x="13073" y="12342"/>
                  </a:cubicBezTo>
                  <a:cubicBezTo>
                    <a:pt x="13073" y="12342"/>
                    <a:pt x="13073" y="12342"/>
                    <a:pt x="13073" y="12342"/>
                  </a:cubicBezTo>
                  <a:cubicBezTo>
                    <a:pt x="13073" y="11999"/>
                    <a:pt x="13073" y="11999"/>
                    <a:pt x="13073" y="11999"/>
                  </a:cubicBezTo>
                  <a:cubicBezTo>
                    <a:pt x="13073" y="11999"/>
                    <a:pt x="13073" y="11999"/>
                    <a:pt x="13073" y="11999"/>
                  </a:cubicBezTo>
                  <a:cubicBezTo>
                    <a:pt x="11936" y="11657"/>
                    <a:pt x="11936" y="11657"/>
                    <a:pt x="11936" y="11657"/>
                  </a:cubicBezTo>
                  <a:cubicBezTo>
                    <a:pt x="11936" y="11657"/>
                    <a:pt x="11936" y="11657"/>
                    <a:pt x="11936" y="11657"/>
                  </a:cubicBezTo>
                  <a:cubicBezTo>
                    <a:pt x="11368" y="11657"/>
                    <a:pt x="11368" y="11657"/>
                    <a:pt x="11368" y="11657"/>
                  </a:cubicBezTo>
                  <a:cubicBezTo>
                    <a:pt x="11368" y="11657"/>
                    <a:pt x="11368" y="11657"/>
                    <a:pt x="11368" y="11657"/>
                  </a:cubicBezTo>
                  <a:cubicBezTo>
                    <a:pt x="11368" y="11999"/>
                    <a:pt x="11368" y="11999"/>
                    <a:pt x="11368" y="11999"/>
                  </a:cubicBezTo>
                  <a:cubicBezTo>
                    <a:pt x="11368" y="11657"/>
                    <a:pt x="11368" y="11657"/>
                    <a:pt x="11368" y="11657"/>
                  </a:cubicBezTo>
                  <a:cubicBezTo>
                    <a:pt x="10800" y="11657"/>
                    <a:pt x="10800" y="11657"/>
                    <a:pt x="10800" y="11657"/>
                  </a:cubicBezTo>
                  <a:cubicBezTo>
                    <a:pt x="10231" y="11657"/>
                    <a:pt x="10231" y="11657"/>
                    <a:pt x="10231" y="11657"/>
                  </a:cubicBezTo>
                  <a:cubicBezTo>
                    <a:pt x="9663" y="11657"/>
                    <a:pt x="9663" y="11657"/>
                    <a:pt x="9663" y="11657"/>
                  </a:cubicBezTo>
                  <a:cubicBezTo>
                    <a:pt x="9663" y="11657"/>
                    <a:pt x="9663" y="11657"/>
                    <a:pt x="9663" y="11657"/>
                  </a:cubicBezTo>
                  <a:cubicBezTo>
                    <a:pt x="9663" y="11657"/>
                    <a:pt x="9663" y="11657"/>
                    <a:pt x="9663" y="11657"/>
                  </a:cubicBezTo>
                  <a:cubicBezTo>
                    <a:pt x="9663" y="11314"/>
                    <a:pt x="9663" y="11314"/>
                    <a:pt x="9663" y="11314"/>
                  </a:cubicBezTo>
                  <a:cubicBezTo>
                    <a:pt x="9663" y="11314"/>
                    <a:pt x="9663" y="11314"/>
                    <a:pt x="9663" y="11314"/>
                  </a:cubicBezTo>
                  <a:cubicBezTo>
                    <a:pt x="9663" y="10971"/>
                    <a:pt x="9663" y="10971"/>
                    <a:pt x="9663" y="10971"/>
                  </a:cubicBezTo>
                  <a:cubicBezTo>
                    <a:pt x="9663" y="10628"/>
                    <a:pt x="9663" y="10628"/>
                    <a:pt x="9663" y="10628"/>
                  </a:cubicBezTo>
                  <a:cubicBezTo>
                    <a:pt x="9663" y="10628"/>
                    <a:pt x="9663" y="10628"/>
                    <a:pt x="9663" y="10628"/>
                  </a:cubicBezTo>
                  <a:cubicBezTo>
                    <a:pt x="9094" y="10628"/>
                    <a:pt x="9094" y="10628"/>
                    <a:pt x="9094" y="10628"/>
                  </a:cubicBezTo>
                  <a:cubicBezTo>
                    <a:pt x="9094" y="10628"/>
                    <a:pt x="9094" y="10628"/>
                    <a:pt x="9094" y="10628"/>
                  </a:cubicBezTo>
                  <a:cubicBezTo>
                    <a:pt x="9094" y="10628"/>
                    <a:pt x="9094" y="10628"/>
                    <a:pt x="9094" y="10628"/>
                  </a:cubicBezTo>
                  <a:cubicBezTo>
                    <a:pt x="8526" y="10285"/>
                    <a:pt x="8526" y="10285"/>
                    <a:pt x="8526" y="10285"/>
                  </a:cubicBezTo>
                  <a:cubicBezTo>
                    <a:pt x="8526" y="10628"/>
                    <a:pt x="8526" y="10628"/>
                    <a:pt x="8526" y="10628"/>
                  </a:cubicBezTo>
                  <a:cubicBezTo>
                    <a:pt x="7957" y="10628"/>
                    <a:pt x="7957" y="10628"/>
                    <a:pt x="7957" y="10628"/>
                  </a:cubicBezTo>
                  <a:cubicBezTo>
                    <a:pt x="7957" y="10628"/>
                    <a:pt x="7957" y="10628"/>
                    <a:pt x="7957" y="10628"/>
                  </a:cubicBezTo>
                  <a:cubicBezTo>
                    <a:pt x="7957" y="10628"/>
                    <a:pt x="7957" y="10628"/>
                    <a:pt x="7957" y="10628"/>
                  </a:cubicBezTo>
                  <a:cubicBezTo>
                    <a:pt x="7389" y="10628"/>
                    <a:pt x="7389" y="10628"/>
                    <a:pt x="7389" y="10628"/>
                  </a:cubicBezTo>
                  <a:cubicBezTo>
                    <a:pt x="7389" y="10628"/>
                    <a:pt x="7389" y="10628"/>
                    <a:pt x="7389" y="10628"/>
                  </a:cubicBezTo>
                  <a:cubicBezTo>
                    <a:pt x="7389" y="10628"/>
                    <a:pt x="7389" y="10628"/>
                    <a:pt x="7389" y="10628"/>
                  </a:cubicBezTo>
                  <a:cubicBezTo>
                    <a:pt x="7389" y="10628"/>
                    <a:pt x="7389" y="10628"/>
                    <a:pt x="7389" y="10628"/>
                  </a:cubicBezTo>
                  <a:cubicBezTo>
                    <a:pt x="7389" y="10971"/>
                    <a:pt x="7389" y="10971"/>
                    <a:pt x="7389" y="10971"/>
                  </a:cubicBezTo>
                  <a:cubicBezTo>
                    <a:pt x="7957" y="11314"/>
                    <a:pt x="7957" y="11314"/>
                    <a:pt x="7957" y="11314"/>
                  </a:cubicBezTo>
                  <a:cubicBezTo>
                    <a:pt x="7389" y="11314"/>
                    <a:pt x="7389" y="11314"/>
                    <a:pt x="7389" y="11314"/>
                  </a:cubicBezTo>
                  <a:cubicBezTo>
                    <a:pt x="7389" y="11657"/>
                    <a:pt x="7389" y="11657"/>
                    <a:pt x="7389" y="11657"/>
                  </a:cubicBezTo>
                  <a:cubicBezTo>
                    <a:pt x="7389" y="11999"/>
                    <a:pt x="7389" y="11999"/>
                    <a:pt x="7389" y="11999"/>
                  </a:cubicBezTo>
                  <a:cubicBezTo>
                    <a:pt x="7389" y="11999"/>
                    <a:pt x="7389" y="11999"/>
                    <a:pt x="7389" y="11999"/>
                  </a:cubicBezTo>
                  <a:cubicBezTo>
                    <a:pt x="7389" y="12342"/>
                    <a:pt x="7389" y="12342"/>
                    <a:pt x="7389" y="12342"/>
                  </a:cubicBezTo>
                  <a:cubicBezTo>
                    <a:pt x="7389" y="12685"/>
                    <a:pt x="7389" y="12685"/>
                    <a:pt x="7389" y="12685"/>
                  </a:cubicBezTo>
                  <a:cubicBezTo>
                    <a:pt x="6821" y="13028"/>
                    <a:pt x="6821" y="13028"/>
                    <a:pt x="6821" y="13028"/>
                  </a:cubicBezTo>
                  <a:cubicBezTo>
                    <a:pt x="6821" y="13028"/>
                    <a:pt x="6821" y="13028"/>
                    <a:pt x="6821" y="13028"/>
                  </a:cubicBezTo>
                  <a:cubicBezTo>
                    <a:pt x="6252" y="14057"/>
                    <a:pt x="6252" y="14057"/>
                    <a:pt x="6252" y="14057"/>
                  </a:cubicBezTo>
                  <a:cubicBezTo>
                    <a:pt x="5684" y="14742"/>
                    <a:pt x="5684" y="14742"/>
                    <a:pt x="5684" y="14742"/>
                  </a:cubicBezTo>
                  <a:cubicBezTo>
                    <a:pt x="5684" y="14742"/>
                    <a:pt x="5684" y="14742"/>
                    <a:pt x="5684" y="14742"/>
                  </a:cubicBezTo>
                  <a:cubicBezTo>
                    <a:pt x="5684" y="15085"/>
                    <a:pt x="5684" y="15085"/>
                    <a:pt x="5684" y="15085"/>
                  </a:cubicBezTo>
                  <a:cubicBezTo>
                    <a:pt x="5684" y="15085"/>
                    <a:pt x="5684" y="15085"/>
                    <a:pt x="5684" y="15085"/>
                  </a:cubicBezTo>
                  <a:cubicBezTo>
                    <a:pt x="6252" y="15428"/>
                    <a:pt x="6252" y="15428"/>
                    <a:pt x="6252" y="15428"/>
                  </a:cubicBezTo>
                  <a:cubicBezTo>
                    <a:pt x="5684" y="15428"/>
                    <a:pt x="5684" y="15428"/>
                    <a:pt x="5684" y="15428"/>
                  </a:cubicBezTo>
                  <a:cubicBezTo>
                    <a:pt x="5684" y="15428"/>
                    <a:pt x="5684" y="15428"/>
                    <a:pt x="5684" y="15428"/>
                  </a:cubicBezTo>
                  <a:cubicBezTo>
                    <a:pt x="5684" y="15771"/>
                    <a:pt x="5684" y="15771"/>
                    <a:pt x="5684" y="15771"/>
                  </a:cubicBezTo>
                  <a:cubicBezTo>
                    <a:pt x="5684" y="16114"/>
                    <a:pt x="5684" y="16114"/>
                    <a:pt x="5684" y="16114"/>
                  </a:cubicBezTo>
                  <a:cubicBezTo>
                    <a:pt x="6252" y="16457"/>
                    <a:pt x="6252" y="16457"/>
                    <a:pt x="6252" y="16457"/>
                  </a:cubicBezTo>
                  <a:cubicBezTo>
                    <a:pt x="6252" y="16799"/>
                    <a:pt x="6252" y="16799"/>
                    <a:pt x="6252" y="16799"/>
                  </a:cubicBezTo>
                  <a:cubicBezTo>
                    <a:pt x="6252" y="16799"/>
                    <a:pt x="6252" y="16799"/>
                    <a:pt x="6252" y="16799"/>
                  </a:cubicBezTo>
                  <a:cubicBezTo>
                    <a:pt x="6821" y="16799"/>
                    <a:pt x="6821" y="16799"/>
                    <a:pt x="6821" y="16799"/>
                  </a:cubicBezTo>
                  <a:cubicBezTo>
                    <a:pt x="6821" y="16799"/>
                    <a:pt x="6821" y="16799"/>
                    <a:pt x="6821" y="16799"/>
                  </a:cubicBezTo>
                  <a:cubicBezTo>
                    <a:pt x="6821" y="16457"/>
                    <a:pt x="6821" y="16457"/>
                    <a:pt x="6821" y="16457"/>
                  </a:cubicBezTo>
                  <a:cubicBezTo>
                    <a:pt x="6821" y="16457"/>
                    <a:pt x="6821" y="16457"/>
                    <a:pt x="6821" y="16457"/>
                  </a:cubicBezTo>
                  <a:cubicBezTo>
                    <a:pt x="7389" y="16457"/>
                    <a:pt x="7389" y="16457"/>
                    <a:pt x="7389" y="16457"/>
                  </a:cubicBezTo>
                  <a:cubicBezTo>
                    <a:pt x="7389" y="16799"/>
                    <a:pt x="7389" y="16799"/>
                    <a:pt x="7389" y="16799"/>
                  </a:cubicBezTo>
                  <a:cubicBezTo>
                    <a:pt x="7957" y="17142"/>
                    <a:pt x="7957" y="17142"/>
                    <a:pt x="7957" y="17142"/>
                  </a:cubicBezTo>
                  <a:cubicBezTo>
                    <a:pt x="7957" y="17142"/>
                    <a:pt x="7957" y="17142"/>
                    <a:pt x="7957" y="17142"/>
                  </a:cubicBezTo>
                  <a:cubicBezTo>
                    <a:pt x="7957" y="17485"/>
                    <a:pt x="7957" y="17485"/>
                    <a:pt x="7957" y="17485"/>
                  </a:cubicBezTo>
                  <a:cubicBezTo>
                    <a:pt x="7957" y="17485"/>
                    <a:pt x="7957" y="17485"/>
                    <a:pt x="7957" y="17485"/>
                  </a:cubicBezTo>
                  <a:cubicBezTo>
                    <a:pt x="8526" y="17828"/>
                    <a:pt x="8526" y="17828"/>
                    <a:pt x="8526" y="17828"/>
                  </a:cubicBezTo>
                  <a:cubicBezTo>
                    <a:pt x="8526" y="17828"/>
                    <a:pt x="8526" y="17828"/>
                    <a:pt x="8526" y="17828"/>
                  </a:cubicBezTo>
                  <a:cubicBezTo>
                    <a:pt x="8526" y="17485"/>
                    <a:pt x="8526" y="17485"/>
                    <a:pt x="8526" y="17485"/>
                  </a:cubicBezTo>
                  <a:cubicBezTo>
                    <a:pt x="8526" y="17485"/>
                    <a:pt x="8526" y="17485"/>
                    <a:pt x="8526" y="17485"/>
                  </a:cubicBezTo>
                  <a:cubicBezTo>
                    <a:pt x="9094" y="17828"/>
                    <a:pt x="9094" y="17828"/>
                    <a:pt x="9094" y="17828"/>
                  </a:cubicBezTo>
                  <a:cubicBezTo>
                    <a:pt x="9094" y="17828"/>
                    <a:pt x="9094" y="17828"/>
                    <a:pt x="9094" y="17828"/>
                  </a:cubicBezTo>
                  <a:cubicBezTo>
                    <a:pt x="9094" y="18171"/>
                    <a:pt x="9094" y="18171"/>
                    <a:pt x="9094" y="18171"/>
                  </a:cubicBezTo>
                  <a:cubicBezTo>
                    <a:pt x="9663" y="18171"/>
                    <a:pt x="9663" y="18171"/>
                    <a:pt x="9663" y="18171"/>
                  </a:cubicBezTo>
                  <a:cubicBezTo>
                    <a:pt x="9663" y="18857"/>
                    <a:pt x="9663" y="18857"/>
                    <a:pt x="9663" y="18857"/>
                  </a:cubicBezTo>
                  <a:cubicBezTo>
                    <a:pt x="9663" y="18857"/>
                    <a:pt x="9663" y="18857"/>
                    <a:pt x="9663" y="18857"/>
                  </a:cubicBezTo>
                  <a:cubicBezTo>
                    <a:pt x="9663" y="18857"/>
                    <a:pt x="9663" y="18857"/>
                    <a:pt x="9663" y="18857"/>
                  </a:cubicBezTo>
                  <a:cubicBezTo>
                    <a:pt x="9094" y="18857"/>
                    <a:pt x="9094" y="18857"/>
                    <a:pt x="9094" y="18857"/>
                  </a:cubicBezTo>
                  <a:cubicBezTo>
                    <a:pt x="9094" y="19199"/>
                    <a:pt x="9094" y="19199"/>
                    <a:pt x="9094" y="19199"/>
                  </a:cubicBezTo>
                  <a:cubicBezTo>
                    <a:pt x="9094" y="19199"/>
                    <a:pt x="9094" y="19199"/>
                    <a:pt x="9094" y="19199"/>
                  </a:cubicBezTo>
                  <a:cubicBezTo>
                    <a:pt x="9663" y="19542"/>
                    <a:pt x="9663" y="19542"/>
                    <a:pt x="9663" y="19542"/>
                  </a:cubicBezTo>
                  <a:cubicBezTo>
                    <a:pt x="9663" y="19199"/>
                    <a:pt x="9663" y="19199"/>
                    <a:pt x="9663" y="19199"/>
                  </a:cubicBezTo>
                  <a:cubicBezTo>
                    <a:pt x="9663" y="19199"/>
                    <a:pt x="9663" y="19199"/>
                    <a:pt x="9663" y="19199"/>
                  </a:cubicBezTo>
                  <a:cubicBezTo>
                    <a:pt x="9663" y="19542"/>
                    <a:pt x="9663" y="19542"/>
                    <a:pt x="9663" y="19542"/>
                  </a:cubicBezTo>
                  <a:cubicBezTo>
                    <a:pt x="10231" y="19542"/>
                    <a:pt x="10231" y="19542"/>
                    <a:pt x="10231" y="19542"/>
                  </a:cubicBezTo>
                  <a:cubicBezTo>
                    <a:pt x="10800" y="19885"/>
                    <a:pt x="10800" y="19885"/>
                    <a:pt x="10800" y="19885"/>
                  </a:cubicBezTo>
                  <a:cubicBezTo>
                    <a:pt x="11368" y="20228"/>
                    <a:pt x="11368" y="20228"/>
                    <a:pt x="11368" y="20228"/>
                  </a:cubicBezTo>
                  <a:cubicBezTo>
                    <a:pt x="11368" y="20228"/>
                    <a:pt x="11368" y="20228"/>
                    <a:pt x="11368" y="20228"/>
                  </a:cubicBezTo>
                  <a:cubicBezTo>
                    <a:pt x="11936" y="20228"/>
                    <a:pt x="11936" y="20228"/>
                    <a:pt x="11936" y="20228"/>
                  </a:cubicBezTo>
                  <a:cubicBezTo>
                    <a:pt x="12505" y="20228"/>
                    <a:pt x="12505" y="20228"/>
                    <a:pt x="12505" y="20228"/>
                  </a:cubicBezTo>
                  <a:cubicBezTo>
                    <a:pt x="12505" y="20571"/>
                    <a:pt x="12505" y="20571"/>
                    <a:pt x="12505" y="20571"/>
                  </a:cubicBezTo>
                  <a:cubicBezTo>
                    <a:pt x="13073" y="20914"/>
                    <a:pt x="13073" y="20914"/>
                    <a:pt x="13073" y="20914"/>
                  </a:cubicBezTo>
                  <a:cubicBezTo>
                    <a:pt x="13642" y="20914"/>
                    <a:pt x="13642" y="20914"/>
                    <a:pt x="13642" y="20914"/>
                  </a:cubicBezTo>
                  <a:cubicBezTo>
                    <a:pt x="13642" y="21257"/>
                    <a:pt x="13642" y="21257"/>
                    <a:pt x="13642" y="21257"/>
                  </a:cubicBezTo>
                  <a:cubicBezTo>
                    <a:pt x="13642" y="21257"/>
                    <a:pt x="13642" y="21257"/>
                    <a:pt x="13642" y="21257"/>
                  </a:cubicBezTo>
                  <a:cubicBezTo>
                    <a:pt x="13642" y="21257"/>
                    <a:pt x="13642" y="21257"/>
                    <a:pt x="13642" y="21257"/>
                  </a:cubicBezTo>
                  <a:cubicBezTo>
                    <a:pt x="13073" y="21599"/>
                    <a:pt x="13073" y="21599"/>
                    <a:pt x="13073" y="21599"/>
                  </a:cubicBezTo>
                  <a:cubicBezTo>
                    <a:pt x="12505" y="21257"/>
                    <a:pt x="12505" y="21257"/>
                    <a:pt x="12505" y="21257"/>
                  </a:cubicBezTo>
                  <a:cubicBezTo>
                    <a:pt x="12505" y="21599"/>
                    <a:pt x="12505" y="21599"/>
                    <a:pt x="12505" y="21599"/>
                  </a:cubicBezTo>
                  <a:cubicBezTo>
                    <a:pt x="11936" y="21599"/>
                    <a:pt x="11936" y="21599"/>
                    <a:pt x="11936" y="21599"/>
                  </a:cubicBezTo>
                  <a:cubicBezTo>
                    <a:pt x="10800" y="21599"/>
                    <a:pt x="10800" y="21599"/>
                    <a:pt x="10800" y="21599"/>
                  </a:cubicBezTo>
                  <a:cubicBezTo>
                    <a:pt x="10800" y="21257"/>
                    <a:pt x="10800" y="21257"/>
                    <a:pt x="10800" y="21257"/>
                  </a:cubicBezTo>
                  <a:cubicBezTo>
                    <a:pt x="11368" y="21257"/>
                    <a:pt x="11368" y="21257"/>
                    <a:pt x="11368" y="21257"/>
                  </a:cubicBezTo>
                  <a:cubicBezTo>
                    <a:pt x="11368" y="20914"/>
                    <a:pt x="11368" y="20914"/>
                    <a:pt x="11368" y="20914"/>
                  </a:cubicBezTo>
                  <a:cubicBezTo>
                    <a:pt x="10800" y="20571"/>
                    <a:pt x="10800" y="20571"/>
                    <a:pt x="10800" y="20571"/>
                  </a:cubicBezTo>
                  <a:cubicBezTo>
                    <a:pt x="10800" y="20571"/>
                    <a:pt x="10800" y="20571"/>
                    <a:pt x="10800" y="20571"/>
                  </a:cubicBezTo>
                  <a:cubicBezTo>
                    <a:pt x="10231" y="20571"/>
                    <a:pt x="10231" y="20571"/>
                    <a:pt x="10231" y="20571"/>
                  </a:cubicBezTo>
                  <a:cubicBezTo>
                    <a:pt x="9663" y="20228"/>
                    <a:pt x="9663" y="20228"/>
                    <a:pt x="9663" y="20228"/>
                  </a:cubicBezTo>
                  <a:cubicBezTo>
                    <a:pt x="9094" y="20228"/>
                    <a:pt x="9094" y="20228"/>
                    <a:pt x="9094" y="20228"/>
                  </a:cubicBezTo>
                  <a:cubicBezTo>
                    <a:pt x="9094" y="20228"/>
                    <a:pt x="9094" y="20228"/>
                    <a:pt x="9094" y="20228"/>
                  </a:cubicBezTo>
                  <a:cubicBezTo>
                    <a:pt x="8526" y="20571"/>
                    <a:pt x="8526" y="20571"/>
                    <a:pt x="8526" y="20571"/>
                  </a:cubicBezTo>
                  <a:cubicBezTo>
                    <a:pt x="8526" y="20571"/>
                    <a:pt x="8526" y="20571"/>
                    <a:pt x="8526" y="20571"/>
                  </a:cubicBezTo>
                  <a:cubicBezTo>
                    <a:pt x="7389" y="20228"/>
                    <a:pt x="7389" y="20228"/>
                    <a:pt x="7389" y="20228"/>
                  </a:cubicBezTo>
                  <a:cubicBezTo>
                    <a:pt x="7389" y="19885"/>
                    <a:pt x="7389" y="19885"/>
                    <a:pt x="7389" y="19885"/>
                  </a:cubicBezTo>
                  <a:cubicBezTo>
                    <a:pt x="7389" y="19885"/>
                    <a:pt x="7389" y="19885"/>
                    <a:pt x="7389" y="19885"/>
                  </a:cubicBezTo>
                  <a:cubicBezTo>
                    <a:pt x="7389" y="19542"/>
                    <a:pt x="7389" y="19542"/>
                    <a:pt x="7389" y="19542"/>
                  </a:cubicBezTo>
                  <a:cubicBezTo>
                    <a:pt x="7389" y="19542"/>
                    <a:pt x="7389" y="19542"/>
                    <a:pt x="7389" y="19542"/>
                  </a:cubicBezTo>
                  <a:cubicBezTo>
                    <a:pt x="7389" y="19542"/>
                    <a:pt x="7389" y="19542"/>
                    <a:pt x="7389" y="19542"/>
                  </a:cubicBezTo>
                  <a:cubicBezTo>
                    <a:pt x="6821" y="19542"/>
                    <a:pt x="6821" y="19542"/>
                    <a:pt x="6821" y="19542"/>
                  </a:cubicBezTo>
                  <a:cubicBezTo>
                    <a:pt x="6821" y="19199"/>
                    <a:pt x="6821" y="19199"/>
                    <a:pt x="6821" y="19199"/>
                  </a:cubicBezTo>
                  <a:cubicBezTo>
                    <a:pt x="6252" y="18857"/>
                    <a:pt x="6252" y="18857"/>
                    <a:pt x="6252" y="18857"/>
                  </a:cubicBezTo>
                  <a:cubicBezTo>
                    <a:pt x="5684" y="18857"/>
                    <a:pt x="5684" y="18857"/>
                    <a:pt x="5684" y="18857"/>
                  </a:cubicBezTo>
                  <a:cubicBezTo>
                    <a:pt x="5684" y="18171"/>
                    <a:pt x="5684" y="18171"/>
                    <a:pt x="5684" y="18171"/>
                  </a:cubicBezTo>
                  <a:cubicBezTo>
                    <a:pt x="5115" y="18171"/>
                    <a:pt x="5115" y="18171"/>
                    <a:pt x="5115" y="18171"/>
                  </a:cubicBezTo>
                  <a:cubicBezTo>
                    <a:pt x="5115" y="18171"/>
                    <a:pt x="5115" y="18171"/>
                    <a:pt x="5115" y="18171"/>
                  </a:cubicBezTo>
                  <a:cubicBezTo>
                    <a:pt x="4547" y="17828"/>
                    <a:pt x="4547" y="17828"/>
                    <a:pt x="4547" y="17828"/>
                  </a:cubicBezTo>
                  <a:cubicBezTo>
                    <a:pt x="4547" y="17828"/>
                    <a:pt x="4547" y="17828"/>
                    <a:pt x="4547" y="17828"/>
                  </a:cubicBezTo>
                  <a:cubicBezTo>
                    <a:pt x="4547" y="17828"/>
                    <a:pt x="4547" y="17828"/>
                    <a:pt x="4547" y="17828"/>
                  </a:cubicBezTo>
                  <a:cubicBezTo>
                    <a:pt x="4547" y="18171"/>
                    <a:pt x="4547" y="18171"/>
                    <a:pt x="4547" y="18171"/>
                  </a:cubicBezTo>
                  <a:cubicBezTo>
                    <a:pt x="3978" y="18171"/>
                    <a:pt x="3978" y="18171"/>
                    <a:pt x="3978" y="18171"/>
                  </a:cubicBezTo>
                  <a:cubicBezTo>
                    <a:pt x="3978" y="17828"/>
                    <a:pt x="3978" y="17828"/>
                    <a:pt x="3978" y="17828"/>
                  </a:cubicBezTo>
                  <a:cubicBezTo>
                    <a:pt x="3410" y="17485"/>
                    <a:pt x="3410" y="17485"/>
                    <a:pt x="3410" y="17485"/>
                  </a:cubicBezTo>
                  <a:cubicBezTo>
                    <a:pt x="3978" y="17485"/>
                    <a:pt x="3978" y="17485"/>
                    <a:pt x="3978" y="17485"/>
                  </a:cubicBezTo>
                  <a:cubicBezTo>
                    <a:pt x="3410" y="17142"/>
                    <a:pt x="3410" y="17142"/>
                    <a:pt x="3410" y="17142"/>
                  </a:cubicBezTo>
                  <a:cubicBezTo>
                    <a:pt x="3978" y="16799"/>
                    <a:pt x="3978" y="16799"/>
                    <a:pt x="3978" y="16799"/>
                  </a:cubicBezTo>
                  <a:cubicBezTo>
                    <a:pt x="3978" y="16457"/>
                    <a:pt x="3978" y="16457"/>
                    <a:pt x="3978" y="16457"/>
                  </a:cubicBezTo>
                  <a:cubicBezTo>
                    <a:pt x="3978" y="16457"/>
                    <a:pt x="3978" y="16457"/>
                    <a:pt x="3978" y="16457"/>
                  </a:cubicBezTo>
                  <a:cubicBezTo>
                    <a:pt x="4547" y="16114"/>
                    <a:pt x="4547" y="16114"/>
                    <a:pt x="4547" y="16114"/>
                  </a:cubicBezTo>
                  <a:cubicBezTo>
                    <a:pt x="3978" y="16114"/>
                    <a:pt x="3978" y="16114"/>
                    <a:pt x="3978" y="16114"/>
                  </a:cubicBezTo>
                  <a:cubicBezTo>
                    <a:pt x="4547" y="15771"/>
                    <a:pt x="4547" y="15771"/>
                    <a:pt x="4547" y="15771"/>
                  </a:cubicBezTo>
                  <a:cubicBezTo>
                    <a:pt x="4547" y="15771"/>
                    <a:pt x="4547" y="15771"/>
                    <a:pt x="4547" y="15771"/>
                  </a:cubicBezTo>
                  <a:cubicBezTo>
                    <a:pt x="4547" y="15428"/>
                    <a:pt x="4547" y="15428"/>
                    <a:pt x="4547" y="15428"/>
                  </a:cubicBezTo>
                  <a:cubicBezTo>
                    <a:pt x="4547" y="15428"/>
                    <a:pt x="4547" y="15428"/>
                    <a:pt x="4547" y="15428"/>
                  </a:cubicBezTo>
                  <a:cubicBezTo>
                    <a:pt x="4547" y="15085"/>
                    <a:pt x="4547" y="15085"/>
                    <a:pt x="4547" y="15085"/>
                  </a:cubicBezTo>
                  <a:cubicBezTo>
                    <a:pt x="4547" y="14742"/>
                    <a:pt x="4547" y="14742"/>
                    <a:pt x="4547" y="14742"/>
                  </a:cubicBezTo>
                  <a:cubicBezTo>
                    <a:pt x="5115" y="14742"/>
                    <a:pt x="5115" y="14742"/>
                    <a:pt x="5115" y="14742"/>
                  </a:cubicBezTo>
                  <a:cubicBezTo>
                    <a:pt x="5115" y="14399"/>
                    <a:pt x="5115" y="14399"/>
                    <a:pt x="5115" y="14399"/>
                  </a:cubicBezTo>
                  <a:cubicBezTo>
                    <a:pt x="5684" y="14057"/>
                    <a:pt x="5684" y="14057"/>
                    <a:pt x="5684" y="14057"/>
                  </a:cubicBezTo>
                  <a:cubicBezTo>
                    <a:pt x="6252" y="13028"/>
                    <a:pt x="6252" y="13028"/>
                    <a:pt x="6252" y="13028"/>
                  </a:cubicBezTo>
                  <a:cubicBezTo>
                    <a:pt x="6252" y="13028"/>
                    <a:pt x="6252" y="13028"/>
                    <a:pt x="6252" y="13028"/>
                  </a:cubicBezTo>
                  <a:cubicBezTo>
                    <a:pt x="6252" y="12685"/>
                    <a:pt x="6252" y="12685"/>
                    <a:pt x="6252" y="12685"/>
                  </a:cubicBezTo>
                  <a:cubicBezTo>
                    <a:pt x="6252" y="12342"/>
                    <a:pt x="6252" y="12342"/>
                    <a:pt x="6252" y="12342"/>
                  </a:cubicBezTo>
                  <a:cubicBezTo>
                    <a:pt x="6252" y="11999"/>
                    <a:pt x="6252" y="11999"/>
                    <a:pt x="6252" y="11999"/>
                  </a:cubicBezTo>
                  <a:cubicBezTo>
                    <a:pt x="5684" y="11657"/>
                    <a:pt x="5684" y="11657"/>
                    <a:pt x="5684" y="11657"/>
                  </a:cubicBezTo>
                  <a:cubicBezTo>
                    <a:pt x="5684" y="11314"/>
                    <a:pt x="5684" y="11314"/>
                    <a:pt x="5684" y="11314"/>
                  </a:cubicBezTo>
                  <a:cubicBezTo>
                    <a:pt x="5684" y="10971"/>
                    <a:pt x="5684" y="10971"/>
                    <a:pt x="5684" y="10971"/>
                  </a:cubicBezTo>
                  <a:cubicBezTo>
                    <a:pt x="5684" y="10628"/>
                    <a:pt x="5684" y="10628"/>
                    <a:pt x="5684" y="10628"/>
                  </a:cubicBezTo>
                  <a:cubicBezTo>
                    <a:pt x="5684" y="10628"/>
                    <a:pt x="5684" y="10628"/>
                    <a:pt x="5684" y="10628"/>
                  </a:cubicBezTo>
                  <a:cubicBezTo>
                    <a:pt x="5684" y="10285"/>
                    <a:pt x="5684" y="10285"/>
                    <a:pt x="5684" y="10285"/>
                  </a:cubicBezTo>
                  <a:cubicBezTo>
                    <a:pt x="5115" y="9600"/>
                    <a:pt x="5115" y="9600"/>
                    <a:pt x="5115" y="9600"/>
                  </a:cubicBezTo>
                  <a:cubicBezTo>
                    <a:pt x="4547" y="9257"/>
                    <a:pt x="4547" y="9257"/>
                    <a:pt x="4547" y="9257"/>
                  </a:cubicBezTo>
                  <a:cubicBezTo>
                    <a:pt x="3978" y="8914"/>
                    <a:pt x="3978" y="8914"/>
                    <a:pt x="3978" y="8914"/>
                  </a:cubicBezTo>
                  <a:cubicBezTo>
                    <a:pt x="3410" y="8571"/>
                    <a:pt x="3410" y="8571"/>
                    <a:pt x="3410" y="8571"/>
                  </a:cubicBezTo>
                  <a:cubicBezTo>
                    <a:pt x="3410" y="8228"/>
                    <a:pt x="3410" y="8228"/>
                    <a:pt x="3410" y="8228"/>
                  </a:cubicBezTo>
                  <a:cubicBezTo>
                    <a:pt x="2842" y="7885"/>
                    <a:pt x="2842" y="7885"/>
                    <a:pt x="2842" y="7885"/>
                  </a:cubicBezTo>
                  <a:cubicBezTo>
                    <a:pt x="3410" y="7542"/>
                    <a:pt x="3410" y="7542"/>
                    <a:pt x="3410" y="7542"/>
                  </a:cubicBezTo>
                  <a:cubicBezTo>
                    <a:pt x="3410" y="7542"/>
                    <a:pt x="3410" y="7542"/>
                    <a:pt x="3410" y="7542"/>
                  </a:cubicBezTo>
                  <a:cubicBezTo>
                    <a:pt x="3410" y="6857"/>
                    <a:pt x="3410" y="6857"/>
                    <a:pt x="3410" y="6857"/>
                  </a:cubicBezTo>
                  <a:cubicBezTo>
                    <a:pt x="3410" y="6514"/>
                    <a:pt x="3410" y="6514"/>
                    <a:pt x="3410" y="6514"/>
                  </a:cubicBezTo>
                  <a:cubicBezTo>
                    <a:pt x="3978" y="6514"/>
                    <a:pt x="3978" y="6514"/>
                    <a:pt x="3978" y="6514"/>
                  </a:cubicBezTo>
                  <a:cubicBezTo>
                    <a:pt x="3978" y="6171"/>
                    <a:pt x="3978" y="6171"/>
                    <a:pt x="3978" y="6171"/>
                  </a:cubicBezTo>
                  <a:cubicBezTo>
                    <a:pt x="3410" y="6171"/>
                    <a:pt x="3410" y="6171"/>
                    <a:pt x="3410" y="6171"/>
                  </a:cubicBezTo>
                  <a:cubicBezTo>
                    <a:pt x="3410" y="5828"/>
                    <a:pt x="3410" y="5828"/>
                    <a:pt x="3410" y="5828"/>
                  </a:cubicBezTo>
                  <a:cubicBezTo>
                    <a:pt x="2842" y="5485"/>
                    <a:pt x="2842" y="5485"/>
                    <a:pt x="2842" y="5485"/>
                  </a:cubicBezTo>
                  <a:cubicBezTo>
                    <a:pt x="2273" y="5142"/>
                    <a:pt x="2273" y="5142"/>
                    <a:pt x="2273" y="5142"/>
                  </a:cubicBezTo>
                  <a:cubicBezTo>
                    <a:pt x="1705" y="4457"/>
                    <a:pt x="1705" y="4457"/>
                    <a:pt x="1705" y="4457"/>
                  </a:cubicBezTo>
                  <a:cubicBezTo>
                    <a:pt x="1136" y="4457"/>
                    <a:pt x="1136" y="4457"/>
                    <a:pt x="1136" y="4457"/>
                  </a:cubicBezTo>
                  <a:cubicBezTo>
                    <a:pt x="1136" y="4114"/>
                    <a:pt x="1136" y="4114"/>
                    <a:pt x="1136" y="4114"/>
                  </a:cubicBezTo>
                  <a:cubicBezTo>
                    <a:pt x="568" y="3771"/>
                    <a:pt x="568" y="3771"/>
                    <a:pt x="568" y="3771"/>
                  </a:cubicBezTo>
                  <a:cubicBezTo>
                    <a:pt x="0" y="3428"/>
                    <a:pt x="0" y="3428"/>
                    <a:pt x="0" y="3428"/>
                  </a:cubicBezTo>
                  <a:cubicBezTo>
                    <a:pt x="0" y="3428"/>
                    <a:pt x="0" y="3428"/>
                    <a:pt x="0" y="3428"/>
                  </a:cubicBezTo>
                  <a:cubicBezTo>
                    <a:pt x="0" y="3428"/>
                    <a:pt x="0" y="3428"/>
                    <a:pt x="0" y="3428"/>
                  </a:cubicBezTo>
                  <a:cubicBezTo>
                    <a:pt x="568" y="3085"/>
                    <a:pt x="568" y="3085"/>
                    <a:pt x="568" y="3085"/>
                  </a:cubicBezTo>
                  <a:cubicBezTo>
                    <a:pt x="1136" y="3085"/>
                    <a:pt x="1136" y="3085"/>
                    <a:pt x="1136" y="3085"/>
                  </a:cubicBezTo>
                  <a:cubicBezTo>
                    <a:pt x="568" y="2742"/>
                    <a:pt x="568" y="2742"/>
                    <a:pt x="568" y="2742"/>
                  </a:cubicBezTo>
                  <a:cubicBezTo>
                    <a:pt x="568" y="2400"/>
                    <a:pt x="568" y="2400"/>
                    <a:pt x="568" y="2400"/>
                  </a:cubicBezTo>
                  <a:cubicBezTo>
                    <a:pt x="1136" y="2057"/>
                    <a:pt x="1136" y="2057"/>
                    <a:pt x="1136" y="2057"/>
                  </a:cubicBezTo>
                  <a:cubicBezTo>
                    <a:pt x="1136" y="1714"/>
                    <a:pt x="1136" y="1714"/>
                    <a:pt x="1136" y="1714"/>
                  </a:cubicBezTo>
                  <a:cubicBezTo>
                    <a:pt x="1136" y="1371"/>
                    <a:pt x="1136" y="1371"/>
                    <a:pt x="1136" y="1371"/>
                  </a:cubicBezTo>
                  <a:cubicBezTo>
                    <a:pt x="2273" y="1371"/>
                    <a:pt x="2273" y="1371"/>
                    <a:pt x="2273" y="1371"/>
                  </a:cubicBezTo>
                  <a:cubicBezTo>
                    <a:pt x="2842" y="1371"/>
                    <a:pt x="2842" y="1371"/>
                    <a:pt x="2842" y="1371"/>
                  </a:cubicBezTo>
                  <a:cubicBezTo>
                    <a:pt x="3410" y="1371"/>
                    <a:pt x="3410" y="1371"/>
                    <a:pt x="3410" y="1371"/>
                  </a:cubicBezTo>
                  <a:cubicBezTo>
                    <a:pt x="3410" y="1028"/>
                    <a:pt x="3410" y="1028"/>
                    <a:pt x="3410" y="1028"/>
                  </a:cubicBezTo>
                  <a:cubicBezTo>
                    <a:pt x="3410" y="685"/>
                    <a:pt x="3410" y="685"/>
                    <a:pt x="3410" y="685"/>
                  </a:cubicBezTo>
                  <a:cubicBezTo>
                    <a:pt x="3978" y="685"/>
                    <a:pt x="3978" y="685"/>
                    <a:pt x="3978" y="685"/>
                  </a:cubicBezTo>
                  <a:cubicBezTo>
                    <a:pt x="4547" y="685"/>
                    <a:pt x="4547" y="685"/>
                    <a:pt x="4547" y="685"/>
                  </a:cubicBezTo>
                  <a:cubicBezTo>
                    <a:pt x="5115" y="685"/>
                    <a:pt x="5115" y="685"/>
                    <a:pt x="5115" y="685"/>
                  </a:cubicBezTo>
                  <a:cubicBezTo>
                    <a:pt x="4547" y="342"/>
                    <a:pt x="4547" y="342"/>
                    <a:pt x="4547" y="342"/>
                  </a:cubicBezTo>
                  <a:cubicBezTo>
                    <a:pt x="4547" y="342"/>
                    <a:pt x="4547" y="342"/>
                    <a:pt x="4547" y="342"/>
                  </a:cubicBezTo>
                  <a:cubicBezTo>
                    <a:pt x="5115" y="0"/>
                    <a:pt x="5115" y="0"/>
                    <a:pt x="5115" y="0"/>
                  </a:cubicBezTo>
                  <a:cubicBezTo>
                    <a:pt x="5684" y="0"/>
                    <a:pt x="5684" y="0"/>
                    <a:pt x="5684" y="0"/>
                  </a:cubicBezTo>
                  <a:cubicBezTo>
                    <a:pt x="5684" y="0"/>
                    <a:pt x="5684" y="0"/>
                    <a:pt x="5684" y="0"/>
                  </a:cubicBezTo>
                  <a:close/>
                  <a:moveTo>
                    <a:pt x="7389" y="20228"/>
                  </a:moveTo>
                  <a:cubicBezTo>
                    <a:pt x="7389" y="20571"/>
                    <a:pt x="7389" y="20571"/>
                    <a:pt x="7389" y="20571"/>
                  </a:cubicBezTo>
                  <a:cubicBezTo>
                    <a:pt x="7389" y="20571"/>
                    <a:pt x="7389" y="20571"/>
                    <a:pt x="7389" y="20571"/>
                  </a:cubicBezTo>
                  <a:cubicBezTo>
                    <a:pt x="7389" y="20228"/>
                    <a:pt x="7389" y="20228"/>
                    <a:pt x="7389" y="20228"/>
                  </a:cubicBezTo>
                  <a:cubicBezTo>
                    <a:pt x="7389" y="20228"/>
                    <a:pt x="7389" y="20228"/>
                    <a:pt x="7389" y="20228"/>
                  </a:cubicBezTo>
                  <a:cubicBezTo>
                    <a:pt x="7389" y="20228"/>
                    <a:pt x="7389" y="20228"/>
                    <a:pt x="7389" y="20228"/>
                  </a:cubicBezTo>
                  <a:close/>
                  <a:moveTo>
                    <a:pt x="5684" y="18857"/>
                  </a:moveTo>
                  <a:cubicBezTo>
                    <a:pt x="5684" y="19199"/>
                    <a:pt x="5684" y="19199"/>
                    <a:pt x="5684" y="19199"/>
                  </a:cubicBezTo>
                  <a:cubicBezTo>
                    <a:pt x="5684" y="19199"/>
                    <a:pt x="5684" y="19199"/>
                    <a:pt x="5684" y="19199"/>
                  </a:cubicBezTo>
                  <a:cubicBezTo>
                    <a:pt x="5684" y="18857"/>
                    <a:pt x="5684" y="18857"/>
                    <a:pt x="5684" y="18857"/>
                  </a:cubicBezTo>
                  <a:cubicBezTo>
                    <a:pt x="5684" y="18857"/>
                    <a:pt x="5684" y="18857"/>
                    <a:pt x="5684" y="18857"/>
                  </a:cubicBezTo>
                  <a:close/>
                  <a:moveTo>
                    <a:pt x="3978" y="18171"/>
                  </a:moveTo>
                  <a:cubicBezTo>
                    <a:pt x="3978" y="18514"/>
                    <a:pt x="3978" y="18514"/>
                    <a:pt x="3978" y="18514"/>
                  </a:cubicBezTo>
                  <a:cubicBezTo>
                    <a:pt x="3978" y="18514"/>
                    <a:pt x="3978" y="18514"/>
                    <a:pt x="3978" y="18514"/>
                  </a:cubicBezTo>
                  <a:cubicBezTo>
                    <a:pt x="3978" y="18857"/>
                    <a:pt x="3978" y="18857"/>
                    <a:pt x="3978" y="18857"/>
                  </a:cubicBezTo>
                  <a:cubicBezTo>
                    <a:pt x="3978" y="18514"/>
                    <a:pt x="3978" y="18514"/>
                    <a:pt x="3978" y="18514"/>
                  </a:cubicBezTo>
                  <a:cubicBezTo>
                    <a:pt x="3978" y="18171"/>
                    <a:pt x="3978" y="18171"/>
                    <a:pt x="3978" y="18171"/>
                  </a:cubicBezTo>
                  <a:cubicBezTo>
                    <a:pt x="3978" y="18171"/>
                    <a:pt x="3978" y="18171"/>
                    <a:pt x="3978" y="18171"/>
                  </a:cubicBezTo>
                  <a:close/>
                  <a:moveTo>
                    <a:pt x="13073" y="12342"/>
                  </a:moveTo>
                  <a:cubicBezTo>
                    <a:pt x="13073" y="12685"/>
                    <a:pt x="13073" y="12685"/>
                    <a:pt x="13073" y="12685"/>
                  </a:cubicBezTo>
                  <a:cubicBezTo>
                    <a:pt x="13642" y="12685"/>
                    <a:pt x="13642" y="12685"/>
                    <a:pt x="13642" y="12685"/>
                  </a:cubicBezTo>
                  <a:cubicBezTo>
                    <a:pt x="13642" y="12685"/>
                    <a:pt x="13642" y="12685"/>
                    <a:pt x="13642" y="12685"/>
                  </a:cubicBezTo>
                  <a:cubicBezTo>
                    <a:pt x="13073" y="12342"/>
                    <a:pt x="13073" y="12342"/>
                    <a:pt x="13073" y="12342"/>
                  </a:cubicBezTo>
                  <a:close/>
                  <a:moveTo>
                    <a:pt x="7957" y="15771"/>
                  </a:moveTo>
                  <a:cubicBezTo>
                    <a:pt x="7389" y="15771"/>
                    <a:pt x="7389" y="15771"/>
                    <a:pt x="7389" y="15771"/>
                  </a:cubicBezTo>
                  <a:cubicBezTo>
                    <a:pt x="7957" y="15771"/>
                    <a:pt x="7957" y="15771"/>
                    <a:pt x="7957" y="15771"/>
                  </a:cubicBezTo>
                  <a:cubicBezTo>
                    <a:pt x="7957" y="15771"/>
                    <a:pt x="7957" y="15771"/>
                    <a:pt x="7957" y="15771"/>
                  </a:cubicBezTo>
                  <a:close/>
                  <a:moveTo>
                    <a:pt x="7957" y="16114"/>
                  </a:moveTo>
                  <a:cubicBezTo>
                    <a:pt x="7957" y="16114"/>
                    <a:pt x="7957" y="16114"/>
                    <a:pt x="7957" y="16114"/>
                  </a:cubicBezTo>
                  <a:cubicBezTo>
                    <a:pt x="7957" y="16457"/>
                    <a:pt x="7957" y="16457"/>
                    <a:pt x="7957" y="16457"/>
                  </a:cubicBezTo>
                  <a:cubicBezTo>
                    <a:pt x="8526" y="16457"/>
                    <a:pt x="8526" y="16457"/>
                    <a:pt x="8526" y="16457"/>
                  </a:cubicBezTo>
                  <a:cubicBezTo>
                    <a:pt x="8526" y="16114"/>
                    <a:pt x="8526" y="16114"/>
                    <a:pt x="8526" y="16114"/>
                  </a:cubicBezTo>
                  <a:lnTo>
                    <a:pt x="7957" y="161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2" name="AutoShape 26"/>
            <p:cNvSpPr>
              <a:spLocks/>
            </p:cNvSpPr>
            <p:nvPr/>
          </p:nvSpPr>
          <p:spPr bwMode="auto">
            <a:xfrm>
              <a:off x="16940331" y="5675157"/>
              <a:ext cx="596094" cy="1165648"/>
            </a:xfrm>
            <a:custGeom>
              <a:avLst/>
              <a:gdLst>
                <a:gd name="T0" fmla="*/ 298047 w 21600"/>
                <a:gd name="T1" fmla="*/ 582824 h 21600"/>
                <a:gd name="T2" fmla="*/ 298047 w 21600"/>
                <a:gd name="T3" fmla="*/ 582824 h 21600"/>
                <a:gd name="T4" fmla="*/ 298047 w 21600"/>
                <a:gd name="T5" fmla="*/ 582824 h 21600"/>
                <a:gd name="T6" fmla="*/ 298047 w 21600"/>
                <a:gd name="T7" fmla="*/ 58282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778" y="0"/>
                  </a:moveTo>
                  <a:lnTo>
                    <a:pt x="11967" y="0"/>
                  </a:lnTo>
                  <a:lnTo>
                    <a:pt x="11967" y="290"/>
                  </a:lnTo>
                  <a:lnTo>
                    <a:pt x="12405" y="290"/>
                  </a:lnTo>
                  <a:lnTo>
                    <a:pt x="12405" y="799"/>
                  </a:lnTo>
                  <a:lnTo>
                    <a:pt x="12989" y="581"/>
                  </a:lnTo>
                  <a:lnTo>
                    <a:pt x="13572" y="799"/>
                  </a:lnTo>
                  <a:lnTo>
                    <a:pt x="13572" y="1090"/>
                  </a:lnTo>
                  <a:lnTo>
                    <a:pt x="14156" y="1599"/>
                  </a:lnTo>
                  <a:lnTo>
                    <a:pt x="14156" y="2690"/>
                  </a:lnTo>
                  <a:lnTo>
                    <a:pt x="13572" y="2690"/>
                  </a:lnTo>
                  <a:lnTo>
                    <a:pt x="12989" y="2981"/>
                  </a:lnTo>
                  <a:lnTo>
                    <a:pt x="12989" y="3490"/>
                  </a:lnTo>
                  <a:lnTo>
                    <a:pt x="12405" y="3490"/>
                  </a:lnTo>
                  <a:lnTo>
                    <a:pt x="11967" y="3781"/>
                  </a:lnTo>
                  <a:lnTo>
                    <a:pt x="12405" y="4072"/>
                  </a:lnTo>
                  <a:lnTo>
                    <a:pt x="11967" y="4072"/>
                  </a:lnTo>
                  <a:lnTo>
                    <a:pt x="11967" y="4363"/>
                  </a:lnTo>
                  <a:lnTo>
                    <a:pt x="12405" y="4363"/>
                  </a:lnTo>
                  <a:lnTo>
                    <a:pt x="12405" y="4581"/>
                  </a:lnTo>
                  <a:lnTo>
                    <a:pt x="12989" y="4581"/>
                  </a:lnTo>
                  <a:lnTo>
                    <a:pt x="12989" y="5163"/>
                  </a:lnTo>
                  <a:lnTo>
                    <a:pt x="13572" y="4872"/>
                  </a:lnTo>
                  <a:lnTo>
                    <a:pt x="14594" y="4872"/>
                  </a:lnTo>
                  <a:lnTo>
                    <a:pt x="14594" y="5163"/>
                  </a:lnTo>
                  <a:lnTo>
                    <a:pt x="15178" y="5381"/>
                  </a:lnTo>
                  <a:lnTo>
                    <a:pt x="15762" y="5163"/>
                  </a:lnTo>
                  <a:lnTo>
                    <a:pt x="15762" y="5672"/>
                  </a:lnTo>
                  <a:lnTo>
                    <a:pt x="16200" y="5963"/>
                  </a:lnTo>
                  <a:lnTo>
                    <a:pt x="17367" y="5963"/>
                  </a:lnTo>
                  <a:lnTo>
                    <a:pt x="17805" y="6254"/>
                  </a:lnTo>
                  <a:lnTo>
                    <a:pt x="17805" y="6472"/>
                  </a:lnTo>
                  <a:lnTo>
                    <a:pt x="17367" y="7054"/>
                  </a:lnTo>
                  <a:lnTo>
                    <a:pt x="16783" y="7054"/>
                  </a:lnTo>
                  <a:lnTo>
                    <a:pt x="16783" y="7272"/>
                  </a:lnTo>
                  <a:lnTo>
                    <a:pt x="18389" y="7272"/>
                  </a:lnTo>
                  <a:lnTo>
                    <a:pt x="18389" y="7854"/>
                  </a:lnTo>
                  <a:lnTo>
                    <a:pt x="18972" y="8145"/>
                  </a:lnTo>
                  <a:lnTo>
                    <a:pt x="19556" y="7854"/>
                  </a:lnTo>
                  <a:lnTo>
                    <a:pt x="19994" y="7854"/>
                  </a:lnTo>
                  <a:lnTo>
                    <a:pt x="21162" y="7563"/>
                  </a:lnTo>
                  <a:lnTo>
                    <a:pt x="21600" y="7854"/>
                  </a:lnTo>
                  <a:lnTo>
                    <a:pt x="21162" y="8145"/>
                  </a:lnTo>
                  <a:lnTo>
                    <a:pt x="19994" y="8145"/>
                  </a:lnTo>
                  <a:lnTo>
                    <a:pt x="19994" y="8654"/>
                  </a:lnTo>
                  <a:lnTo>
                    <a:pt x="19556" y="8945"/>
                  </a:lnTo>
                  <a:lnTo>
                    <a:pt x="18972" y="9163"/>
                  </a:lnTo>
                  <a:lnTo>
                    <a:pt x="18389" y="9163"/>
                  </a:lnTo>
                  <a:lnTo>
                    <a:pt x="17805" y="9454"/>
                  </a:lnTo>
                  <a:lnTo>
                    <a:pt x="18389" y="9745"/>
                  </a:lnTo>
                  <a:lnTo>
                    <a:pt x="16783" y="9745"/>
                  </a:lnTo>
                  <a:lnTo>
                    <a:pt x="16783" y="10254"/>
                  </a:lnTo>
                  <a:lnTo>
                    <a:pt x="14594" y="10254"/>
                  </a:lnTo>
                  <a:lnTo>
                    <a:pt x="14594" y="10836"/>
                  </a:lnTo>
                  <a:lnTo>
                    <a:pt x="14156" y="11054"/>
                  </a:lnTo>
                  <a:lnTo>
                    <a:pt x="14156" y="11345"/>
                  </a:lnTo>
                  <a:lnTo>
                    <a:pt x="14594" y="11636"/>
                  </a:lnTo>
                  <a:lnTo>
                    <a:pt x="14156" y="11636"/>
                  </a:lnTo>
                  <a:lnTo>
                    <a:pt x="13572" y="11854"/>
                  </a:lnTo>
                  <a:lnTo>
                    <a:pt x="14156" y="12145"/>
                  </a:lnTo>
                  <a:lnTo>
                    <a:pt x="14594" y="12436"/>
                  </a:lnTo>
                  <a:lnTo>
                    <a:pt x="14594" y="12727"/>
                  </a:lnTo>
                  <a:lnTo>
                    <a:pt x="15178" y="12727"/>
                  </a:lnTo>
                  <a:lnTo>
                    <a:pt x="15762" y="13236"/>
                  </a:lnTo>
                  <a:lnTo>
                    <a:pt x="16200" y="13527"/>
                  </a:lnTo>
                  <a:lnTo>
                    <a:pt x="16783" y="13745"/>
                  </a:lnTo>
                  <a:lnTo>
                    <a:pt x="16783" y="14036"/>
                  </a:lnTo>
                  <a:lnTo>
                    <a:pt x="17367" y="14036"/>
                  </a:lnTo>
                  <a:lnTo>
                    <a:pt x="17367" y="14327"/>
                  </a:lnTo>
                  <a:lnTo>
                    <a:pt x="16783" y="14327"/>
                  </a:lnTo>
                  <a:lnTo>
                    <a:pt x="16783" y="15127"/>
                  </a:lnTo>
                  <a:lnTo>
                    <a:pt x="16200" y="15418"/>
                  </a:lnTo>
                  <a:lnTo>
                    <a:pt x="16783" y="15636"/>
                  </a:lnTo>
                  <a:lnTo>
                    <a:pt x="16783" y="15927"/>
                  </a:lnTo>
                  <a:lnTo>
                    <a:pt x="17367" y="16218"/>
                  </a:lnTo>
                  <a:lnTo>
                    <a:pt x="17805" y="16509"/>
                  </a:lnTo>
                  <a:lnTo>
                    <a:pt x="18389" y="16727"/>
                  </a:lnTo>
                  <a:lnTo>
                    <a:pt x="18972" y="17309"/>
                  </a:lnTo>
                  <a:lnTo>
                    <a:pt x="18972" y="18327"/>
                  </a:lnTo>
                  <a:lnTo>
                    <a:pt x="19556" y="18618"/>
                  </a:lnTo>
                  <a:lnTo>
                    <a:pt x="19556" y="19418"/>
                  </a:lnTo>
                  <a:lnTo>
                    <a:pt x="18972" y="20218"/>
                  </a:lnTo>
                  <a:lnTo>
                    <a:pt x="18389" y="20509"/>
                  </a:lnTo>
                  <a:lnTo>
                    <a:pt x="18389" y="20800"/>
                  </a:lnTo>
                  <a:lnTo>
                    <a:pt x="17805" y="20800"/>
                  </a:lnTo>
                  <a:lnTo>
                    <a:pt x="17805" y="21309"/>
                  </a:lnTo>
                  <a:lnTo>
                    <a:pt x="17367" y="21600"/>
                  </a:lnTo>
                  <a:lnTo>
                    <a:pt x="17367" y="20509"/>
                  </a:lnTo>
                  <a:lnTo>
                    <a:pt x="17805" y="20218"/>
                  </a:lnTo>
                  <a:lnTo>
                    <a:pt x="17805" y="19199"/>
                  </a:lnTo>
                  <a:lnTo>
                    <a:pt x="17367" y="18909"/>
                  </a:lnTo>
                  <a:lnTo>
                    <a:pt x="17367" y="18618"/>
                  </a:lnTo>
                  <a:lnTo>
                    <a:pt x="17805" y="18618"/>
                  </a:lnTo>
                  <a:lnTo>
                    <a:pt x="17367" y="18327"/>
                  </a:lnTo>
                  <a:lnTo>
                    <a:pt x="17367" y="17527"/>
                  </a:lnTo>
                  <a:lnTo>
                    <a:pt x="16783" y="17527"/>
                  </a:lnTo>
                  <a:lnTo>
                    <a:pt x="16783" y="17309"/>
                  </a:lnTo>
                  <a:lnTo>
                    <a:pt x="16200" y="17018"/>
                  </a:lnTo>
                  <a:lnTo>
                    <a:pt x="16200" y="17309"/>
                  </a:lnTo>
                  <a:lnTo>
                    <a:pt x="15762" y="17018"/>
                  </a:lnTo>
                  <a:lnTo>
                    <a:pt x="15762" y="15927"/>
                  </a:lnTo>
                  <a:lnTo>
                    <a:pt x="15178" y="15927"/>
                  </a:lnTo>
                  <a:lnTo>
                    <a:pt x="15178" y="15418"/>
                  </a:lnTo>
                  <a:lnTo>
                    <a:pt x="14594" y="14618"/>
                  </a:lnTo>
                  <a:lnTo>
                    <a:pt x="14594" y="14327"/>
                  </a:lnTo>
                  <a:lnTo>
                    <a:pt x="14156" y="14036"/>
                  </a:lnTo>
                  <a:lnTo>
                    <a:pt x="14594" y="13745"/>
                  </a:lnTo>
                  <a:lnTo>
                    <a:pt x="14156" y="14036"/>
                  </a:lnTo>
                  <a:lnTo>
                    <a:pt x="13572" y="14036"/>
                  </a:lnTo>
                  <a:lnTo>
                    <a:pt x="13572" y="13745"/>
                  </a:lnTo>
                  <a:lnTo>
                    <a:pt x="12989" y="13527"/>
                  </a:lnTo>
                  <a:lnTo>
                    <a:pt x="12405" y="13236"/>
                  </a:lnTo>
                  <a:lnTo>
                    <a:pt x="12405" y="12945"/>
                  </a:lnTo>
                  <a:lnTo>
                    <a:pt x="11967" y="12727"/>
                  </a:lnTo>
                  <a:lnTo>
                    <a:pt x="12405" y="12945"/>
                  </a:lnTo>
                  <a:lnTo>
                    <a:pt x="11967" y="12945"/>
                  </a:lnTo>
                  <a:lnTo>
                    <a:pt x="11967" y="13236"/>
                  </a:lnTo>
                  <a:lnTo>
                    <a:pt x="12405" y="13236"/>
                  </a:lnTo>
                  <a:lnTo>
                    <a:pt x="12405" y="13527"/>
                  </a:lnTo>
                  <a:lnTo>
                    <a:pt x="11967" y="13527"/>
                  </a:lnTo>
                  <a:lnTo>
                    <a:pt x="12405" y="13745"/>
                  </a:lnTo>
                  <a:lnTo>
                    <a:pt x="11383" y="14036"/>
                  </a:lnTo>
                  <a:lnTo>
                    <a:pt x="11383" y="13745"/>
                  </a:lnTo>
                  <a:lnTo>
                    <a:pt x="10800" y="13745"/>
                  </a:lnTo>
                  <a:lnTo>
                    <a:pt x="10800" y="14036"/>
                  </a:lnTo>
                  <a:lnTo>
                    <a:pt x="11383" y="14036"/>
                  </a:lnTo>
                  <a:lnTo>
                    <a:pt x="10362" y="14036"/>
                  </a:lnTo>
                  <a:lnTo>
                    <a:pt x="10362" y="14327"/>
                  </a:lnTo>
                  <a:lnTo>
                    <a:pt x="9194" y="14618"/>
                  </a:lnTo>
                  <a:lnTo>
                    <a:pt x="7005" y="14618"/>
                  </a:lnTo>
                  <a:lnTo>
                    <a:pt x="7005" y="14836"/>
                  </a:lnTo>
                  <a:lnTo>
                    <a:pt x="6567" y="14836"/>
                  </a:lnTo>
                  <a:lnTo>
                    <a:pt x="6567" y="14618"/>
                  </a:lnTo>
                  <a:lnTo>
                    <a:pt x="7589" y="14327"/>
                  </a:lnTo>
                  <a:lnTo>
                    <a:pt x="7589" y="14036"/>
                  </a:lnTo>
                  <a:lnTo>
                    <a:pt x="7005" y="14327"/>
                  </a:lnTo>
                  <a:lnTo>
                    <a:pt x="6567" y="14327"/>
                  </a:lnTo>
                  <a:lnTo>
                    <a:pt x="5983" y="14618"/>
                  </a:lnTo>
                  <a:lnTo>
                    <a:pt x="5983" y="14327"/>
                  </a:lnTo>
                  <a:lnTo>
                    <a:pt x="6567" y="13236"/>
                  </a:lnTo>
                  <a:lnTo>
                    <a:pt x="7005" y="12945"/>
                  </a:lnTo>
                  <a:lnTo>
                    <a:pt x="6567" y="12436"/>
                  </a:lnTo>
                  <a:lnTo>
                    <a:pt x="6567" y="12145"/>
                  </a:lnTo>
                  <a:lnTo>
                    <a:pt x="5983" y="11854"/>
                  </a:lnTo>
                  <a:lnTo>
                    <a:pt x="5983" y="11636"/>
                  </a:lnTo>
                  <a:lnTo>
                    <a:pt x="5399" y="11345"/>
                  </a:lnTo>
                  <a:lnTo>
                    <a:pt x="4962" y="11054"/>
                  </a:lnTo>
                  <a:lnTo>
                    <a:pt x="4962" y="10836"/>
                  </a:lnTo>
                  <a:lnTo>
                    <a:pt x="4378" y="10836"/>
                  </a:lnTo>
                  <a:lnTo>
                    <a:pt x="4962" y="10836"/>
                  </a:lnTo>
                  <a:lnTo>
                    <a:pt x="4962" y="11345"/>
                  </a:lnTo>
                  <a:lnTo>
                    <a:pt x="3794" y="11054"/>
                  </a:lnTo>
                  <a:lnTo>
                    <a:pt x="3356" y="11054"/>
                  </a:lnTo>
                  <a:lnTo>
                    <a:pt x="3356" y="10545"/>
                  </a:lnTo>
                  <a:lnTo>
                    <a:pt x="2772" y="10545"/>
                  </a:lnTo>
                  <a:lnTo>
                    <a:pt x="3356" y="10545"/>
                  </a:lnTo>
                  <a:lnTo>
                    <a:pt x="3794" y="10836"/>
                  </a:lnTo>
                  <a:lnTo>
                    <a:pt x="4378" y="10836"/>
                  </a:lnTo>
                  <a:lnTo>
                    <a:pt x="3794" y="10836"/>
                  </a:lnTo>
                  <a:lnTo>
                    <a:pt x="3794" y="10545"/>
                  </a:lnTo>
                  <a:lnTo>
                    <a:pt x="4378" y="10545"/>
                  </a:lnTo>
                  <a:lnTo>
                    <a:pt x="4378" y="10254"/>
                  </a:lnTo>
                  <a:lnTo>
                    <a:pt x="3794" y="9963"/>
                  </a:lnTo>
                  <a:lnTo>
                    <a:pt x="3356" y="9963"/>
                  </a:lnTo>
                  <a:lnTo>
                    <a:pt x="3356" y="9745"/>
                  </a:lnTo>
                  <a:lnTo>
                    <a:pt x="2189" y="9745"/>
                  </a:lnTo>
                  <a:lnTo>
                    <a:pt x="2189" y="9454"/>
                  </a:lnTo>
                  <a:lnTo>
                    <a:pt x="1605" y="9454"/>
                  </a:lnTo>
                  <a:lnTo>
                    <a:pt x="1605" y="9745"/>
                  </a:lnTo>
                  <a:lnTo>
                    <a:pt x="583" y="9163"/>
                  </a:lnTo>
                  <a:lnTo>
                    <a:pt x="583" y="8654"/>
                  </a:lnTo>
                  <a:lnTo>
                    <a:pt x="0" y="8654"/>
                  </a:lnTo>
                  <a:lnTo>
                    <a:pt x="583" y="8363"/>
                  </a:lnTo>
                  <a:lnTo>
                    <a:pt x="583" y="8145"/>
                  </a:lnTo>
                  <a:lnTo>
                    <a:pt x="1167" y="8363"/>
                  </a:lnTo>
                  <a:lnTo>
                    <a:pt x="1167" y="7563"/>
                  </a:lnTo>
                  <a:lnTo>
                    <a:pt x="1605" y="7563"/>
                  </a:lnTo>
                  <a:lnTo>
                    <a:pt x="1605" y="7272"/>
                  </a:lnTo>
                  <a:lnTo>
                    <a:pt x="2189" y="7054"/>
                  </a:lnTo>
                  <a:lnTo>
                    <a:pt x="2189" y="6254"/>
                  </a:lnTo>
                  <a:lnTo>
                    <a:pt x="2772" y="6254"/>
                  </a:lnTo>
                  <a:lnTo>
                    <a:pt x="2772" y="5672"/>
                  </a:lnTo>
                  <a:lnTo>
                    <a:pt x="2189" y="5163"/>
                  </a:lnTo>
                  <a:lnTo>
                    <a:pt x="3794" y="5163"/>
                  </a:lnTo>
                  <a:lnTo>
                    <a:pt x="4378" y="4872"/>
                  </a:lnTo>
                  <a:lnTo>
                    <a:pt x="4378" y="4363"/>
                  </a:lnTo>
                  <a:lnTo>
                    <a:pt x="4962" y="3781"/>
                  </a:lnTo>
                  <a:lnTo>
                    <a:pt x="4378" y="3490"/>
                  </a:lnTo>
                  <a:lnTo>
                    <a:pt x="4962" y="2981"/>
                  </a:lnTo>
                  <a:lnTo>
                    <a:pt x="5399" y="2472"/>
                  </a:lnTo>
                  <a:lnTo>
                    <a:pt x="4962" y="2472"/>
                  </a:lnTo>
                  <a:lnTo>
                    <a:pt x="5399" y="2181"/>
                  </a:lnTo>
                  <a:lnTo>
                    <a:pt x="5983" y="1599"/>
                  </a:lnTo>
                  <a:lnTo>
                    <a:pt x="6567" y="1599"/>
                  </a:lnTo>
                  <a:lnTo>
                    <a:pt x="7005" y="1090"/>
                  </a:lnTo>
                  <a:lnTo>
                    <a:pt x="7589" y="799"/>
                  </a:lnTo>
                  <a:lnTo>
                    <a:pt x="8172" y="799"/>
                  </a:lnTo>
                  <a:lnTo>
                    <a:pt x="8756" y="581"/>
                  </a:lnTo>
                  <a:lnTo>
                    <a:pt x="9194" y="799"/>
                  </a:lnTo>
                  <a:lnTo>
                    <a:pt x="9778" y="799"/>
                  </a:lnTo>
                  <a:lnTo>
                    <a:pt x="9778" y="290"/>
                  </a:lnTo>
                  <a:lnTo>
                    <a:pt x="10362" y="290"/>
                  </a:lnTo>
                  <a:lnTo>
                    <a:pt x="9778" y="0"/>
                  </a:lnTo>
                  <a:close/>
                  <a:moveTo>
                    <a:pt x="3356" y="11345"/>
                  </a:moveTo>
                  <a:lnTo>
                    <a:pt x="3794" y="11636"/>
                  </a:lnTo>
                  <a:lnTo>
                    <a:pt x="4378" y="11636"/>
                  </a:lnTo>
                  <a:lnTo>
                    <a:pt x="3794" y="11345"/>
                  </a:lnTo>
                  <a:lnTo>
                    <a:pt x="3356" y="113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3" name="AutoShape 27"/>
            <p:cNvSpPr>
              <a:spLocks/>
            </p:cNvSpPr>
            <p:nvPr/>
          </p:nvSpPr>
          <p:spPr bwMode="auto">
            <a:xfrm>
              <a:off x="16179105" y="6840804"/>
              <a:ext cx="149026" cy="247260"/>
            </a:xfrm>
            <a:custGeom>
              <a:avLst/>
              <a:gdLst>
                <a:gd name="T0" fmla="*/ 74513 w 21600"/>
                <a:gd name="T1" fmla="*/ 123630 h 21600"/>
                <a:gd name="T2" fmla="*/ 74513 w 21600"/>
                <a:gd name="T3" fmla="*/ 123630 h 21600"/>
                <a:gd name="T4" fmla="*/ 74513 w 21600"/>
                <a:gd name="T5" fmla="*/ 123630 h 21600"/>
                <a:gd name="T6" fmla="*/ 74513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85"/>
                  </a:moveTo>
                  <a:lnTo>
                    <a:pt x="0" y="8914"/>
                  </a:lnTo>
                  <a:lnTo>
                    <a:pt x="2335" y="7542"/>
                  </a:lnTo>
                  <a:lnTo>
                    <a:pt x="0" y="8914"/>
                  </a:lnTo>
                  <a:lnTo>
                    <a:pt x="0" y="10285"/>
                  </a:lnTo>
                  <a:close/>
                  <a:moveTo>
                    <a:pt x="4670" y="1371"/>
                  </a:moveTo>
                  <a:lnTo>
                    <a:pt x="2335" y="1371"/>
                  </a:lnTo>
                  <a:lnTo>
                    <a:pt x="0" y="0"/>
                  </a:lnTo>
                  <a:lnTo>
                    <a:pt x="4670" y="0"/>
                  </a:lnTo>
                  <a:lnTo>
                    <a:pt x="4670" y="1371"/>
                  </a:lnTo>
                  <a:close/>
                  <a:moveTo>
                    <a:pt x="7005" y="1371"/>
                  </a:moveTo>
                  <a:lnTo>
                    <a:pt x="8756" y="2399"/>
                  </a:lnTo>
                  <a:lnTo>
                    <a:pt x="11091" y="2399"/>
                  </a:lnTo>
                  <a:lnTo>
                    <a:pt x="7005" y="2399"/>
                  </a:lnTo>
                  <a:lnTo>
                    <a:pt x="4670" y="1371"/>
                  </a:lnTo>
                  <a:lnTo>
                    <a:pt x="7005" y="1371"/>
                  </a:lnTo>
                  <a:lnTo>
                    <a:pt x="4670" y="1371"/>
                  </a:lnTo>
                  <a:lnTo>
                    <a:pt x="7005" y="1371"/>
                  </a:lnTo>
                  <a:close/>
                  <a:moveTo>
                    <a:pt x="4670" y="2399"/>
                  </a:moveTo>
                  <a:lnTo>
                    <a:pt x="4670" y="3771"/>
                  </a:lnTo>
                  <a:lnTo>
                    <a:pt x="2335" y="5142"/>
                  </a:lnTo>
                  <a:lnTo>
                    <a:pt x="2335" y="3771"/>
                  </a:lnTo>
                  <a:lnTo>
                    <a:pt x="0" y="3771"/>
                  </a:lnTo>
                  <a:lnTo>
                    <a:pt x="0" y="5142"/>
                  </a:lnTo>
                  <a:lnTo>
                    <a:pt x="2335" y="5142"/>
                  </a:lnTo>
                  <a:lnTo>
                    <a:pt x="2335" y="8914"/>
                  </a:lnTo>
                  <a:lnTo>
                    <a:pt x="0" y="10285"/>
                  </a:lnTo>
                  <a:lnTo>
                    <a:pt x="0" y="11314"/>
                  </a:lnTo>
                  <a:lnTo>
                    <a:pt x="2335" y="14057"/>
                  </a:lnTo>
                  <a:lnTo>
                    <a:pt x="0" y="14057"/>
                  </a:lnTo>
                  <a:lnTo>
                    <a:pt x="2335" y="16457"/>
                  </a:lnTo>
                  <a:lnTo>
                    <a:pt x="4670" y="19199"/>
                  </a:lnTo>
                  <a:lnTo>
                    <a:pt x="4670" y="20228"/>
                  </a:lnTo>
                  <a:lnTo>
                    <a:pt x="7005" y="21599"/>
                  </a:lnTo>
                  <a:lnTo>
                    <a:pt x="8756" y="20228"/>
                  </a:lnTo>
                  <a:lnTo>
                    <a:pt x="15178" y="20228"/>
                  </a:lnTo>
                  <a:lnTo>
                    <a:pt x="19848" y="19199"/>
                  </a:lnTo>
                  <a:lnTo>
                    <a:pt x="19848" y="16457"/>
                  </a:lnTo>
                  <a:lnTo>
                    <a:pt x="21599" y="16457"/>
                  </a:lnTo>
                  <a:lnTo>
                    <a:pt x="21599" y="14057"/>
                  </a:lnTo>
                  <a:lnTo>
                    <a:pt x="19848" y="12685"/>
                  </a:lnTo>
                  <a:lnTo>
                    <a:pt x="21599" y="12685"/>
                  </a:lnTo>
                  <a:lnTo>
                    <a:pt x="19848" y="11314"/>
                  </a:lnTo>
                  <a:lnTo>
                    <a:pt x="17513" y="8914"/>
                  </a:lnTo>
                  <a:lnTo>
                    <a:pt x="17513" y="7542"/>
                  </a:lnTo>
                  <a:lnTo>
                    <a:pt x="15178" y="7542"/>
                  </a:lnTo>
                  <a:lnTo>
                    <a:pt x="15178" y="6514"/>
                  </a:lnTo>
                  <a:lnTo>
                    <a:pt x="13427" y="6514"/>
                  </a:lnTo>
                  <a:lnTo>
                    <a:pt x="13427" y="5142"/>
                  </a:lnTo>
                  <a:lnTo>
                    <a:pt x="11091" y="5142"/>
                  </a:lnTo>
                  <a:lnTo>
                    <a:pt x="11091" y="3771"/>
                  </a:lnTo>
                  <a:lnTo>
                    <a:pt x="8756" y="2399"/>
                  </a:lnTo>
                  <a:lnTo>
                    <a:pt x="4670" y="2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4" name="AutoShape 28"/>
            <p:cNvSpPr>
              <a:spLocks/>
            </p:cNvSpPr>
            <p:nvPr/>
          </p:nvSpPr>
          <p:spPr bwMode="auto">
            <a:xfrm>
              <a:off x="15361493" y="5341557"/>
              <a:ext cx="1864809" cy="1616990"/>
            </a:xfrm>
            <a:custGeom>
              <a:avLst/>
              <a:gdLst>
                <a:gd name="T0" fmla="*/ 932405 w 21600"/>
                <a:gd name="T1" fmla="*/ 808495 h 21600"/>
                <a:gd name="T2" fmla="*/ 932405 w 21600"/>
                <a:gd name="T3" fmla="*/ 808495 h 21600"/>
                <a:gd name="T4" fmla="*/ 932405 w 21600"/>
                <a:gd name="T5" fmla="*/ 808495 h 21600"/>
                <a:gd name="T6" fmla="*/ 932405 w 21600"/>
                <a:gd name="T7" fmla="*/ 8084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04" y="786"/>
                  </a:moveTo>
                  <a:lnTo>
                    <a:pt x="6904" y="943"/>
                  </a:lnTo>
                  <a:lnTo>
                    <a:pt x="7091" y="1153"/>
                  </a:lnTo>
                  <a:lnTo>
                    <a:pt x="7091" y="1363"/>
                  </a:lnTo>
                  <a:lnTo>
                    <a:pt x="7231" y="1572"/>
                  </a:lnTo>
                  <a:lnTo>
                    <a:pt x="7091" y="1572"/>
                  </a:lnTo>
                  <a:lnTo>
                    <a:pt x="7231" y="1730"/>
                  </a:lnTo>
                  <a:lnTo>
                    <a:pt x="7231" y="1939"/>
                  </a:lnTo>
                  <a:lnTo>
                    <a:pt x="7417" y="1939"/>
                  </a:lnTo>
                  <a:lnTo>
                    <a:pt x="7417" y="2149"/>
                  </a:lnTo>
                  <a:lnTo>
                    <a:pt x="8117" y="2149"/>
                  </a:lnTo>
                  <a:lnTo>
                    <a:pt x="8304" y="2306"/>
                  </a:lnTo>
                  <a:lnTo>
                    <a:pt x="8444" y="2306"/>
                  </a:lnTo>
                  <a:lnTo>
                    <a:pt x="8444" y="2516"/>
                  </a:lnTo>
                  <a:lnTo>
                    <a:pt x="8630" y="2516"/>
                  </a:lnTo>
                  <a:lnTo>
                    <a:pt x="8630" y="3669"/>
                  </a:lnTo>
                  <a:lnTo>
                    <a:pt x="8444" y="3879"/>
                  </a:lnTo>
                  <a:lnTo>
                    <a:pt x="8444" y="4089"/>
                  </a:lnTo>
                  <a:lnTo>
                    <a:pt x="8630" y="4089"/>
                  </a:lnTo>
                  <a:lnTo>
                    <a:pt x="8817" y="4299"/>
                  </a:lnTo>
                  <a:lnTo>
                    <a:pt x="8957" y="4299"/>
                  </a:lnTo>
                  <a:lnTo>
                    <a:pt x="9330" y="4456"/>
                  </a:lnTo>
                  <a:lnTo>
                    <a:pt x="9657" y="4666"/>
                  </a:lnTo>
                  <a:lnTo>
                    <a:pt x="9843" y="4875"/>
                  </a:lnTo>
                  <a:lnTo>
                    <a:pt x="10170" y="5033"/>
                  </a:lnTo>
                  <a:lnTo>
                    <a:pt x="10543" y="5033"/>
                  </a:lnTo>
                  <a:lnTo>
                    <a:pt x="10683" y="5242"/>
                  </a:lnTo>
                  <a:lnTo>
                    <a:pt x="11196" y="5242"/>
                  </a:lnTo>
                  <a:lnTo>
                    <a:pt x="11196" y="5452"/>
                  </a:lnTo>
                  <a:lnTo>
                    <a:pt x="11756" y="5242"/>
                  </a:lnTo>
                  <a:lnTo>
                    <a:pt x="12082" y="5452"/>
                  </a:lnTo>
                  <a:lnTo>
                    <a:pt x="12082" y="5609"/>
                  </a:lnTo>
                  <a:lnTo>
                    <a:pt x="12269" y="5609"/>
                  </a:lnTo>
                  <a:lnTo>
                    <a:pt x="12782" y="5819"/>
                  </a:lnTo>
                  <a:lnTo>
                    <a:pt x="13109" y="5819"/>
                  </a:lnTo>
                  <a:lnTo>
                    <a:pt x="13809" y="6029"/>
                  </a:lnTo>
                  <a:lnTo>
                    <a:pt x="13995" y="5819"/>
                  </a:lnTo>
                  <a:lnTo>
                    <a:pt x="14135" y="6029"/>
                  </a:lnTo>
                  <a:lnTo>
                    <a:pt x="14695" y="6029"/>
                  </a:lnTo>
                  <a:lnTo>
                    <a:pt x="14835" y="5609"/>
                  </a:lnTo>
                  <a:lnTo>
                    <a:pt x="14695" y="5242"/>
                  </a:lnTo>
                  <a:lnTo>
                    <a:pt x="14695" y="4875"/>
                  </a:lnTo>
                  <a:lnTo>
                    <a:pt x="14835" y="4666"/>
                  </a:lnTo>
                  <a:lnTo>
                    <a:pt x="15022" y="4666"/>
                  </a:lnTo>
                  <a:lnTo>
                    <a:pt x="15022" y="5033"/>
                  </a:lnTo>
                  <a:lnTo>
                    <a:pt x="15208" y="5033"/>
                  </a:lnTo>
                  <a:lnTo>
                    <a:pt x="15208" y="5452"/>
                  </a:lnTo>
                  <a:lnTo>
                    <a:pt x="15348" y="5609"/>
                  </a:lnTo>
                  <a:lnTo>
                    <a:pt x="15721" y="5609"/>
                  </a:lnTo>
                  <a:lnTo>
                    <a:pt x="16048" y="5819"/>
                  </a:lnTo>
                  <a:lnTo>
                    <a:pt x="16234" y="5819"/>
                  </a:lnTo>
                  <a:lnTo>
                    <a:pt x="16421" y="5609"/>
                  </a:lnTo>
                  <a:lnTo>
                    <a:pt x="17261" y="5609"/>
                  </a:lnTo>
                  <a:lnTo>
                    <a:pt x="17587" y="5452"/>
                  </a:lnTo>
                  <a:lnTo>
                    <a:pt x="17447" y="5452"/>
                  </a:lnTo>
                  <a:lnTo>
                    <a:pt x="17447" y="5242"/>
                  </a:lnTo>
                  <a:lnTo>
                    <a:pt x="17261" y="5033"/>
                  </a:lnTo>
                  <a:lnTo>
                    <a:pt x="17261" y="4666"/>
                  </a:lnTo>
                  <a:lnTo>
                    <a:pt x="17774" y="4666"/>
                  </a:lnTo>
                  <a:lnTo>
                    <a:pt x="17961" y="4456"/>
                  </a:lnTo>
                  <a:lnTo>
                    <a:pt x="18147" y="4456"/>
                  </a:lnTo>
                  <a:lnTo>
                    <a:pt x="18147" y="4299"/>
                  </a:lnTo>
                  <a:lnTo>
                    <a:pt x="18287" y="4299"/>
                  </a:lnTo>
                  <a:lnTo>
                    <a:pt x="18287" y="4089"/>
                  </a:lnTo>
                  <a:lnTo>
                    <a:pt x="18474" y="3879"/>
                  </a:lnTo>
                  <a:lnTo>
                    <a:pt x="18987" y="3879"/>
                  </a:lnTo>
                  <a:lnTo>
                    <a:pt x="19174" y="3669"/>
                  </a:lnTo>
                  <a:lnTo>
                    <a:pt x="19174" y="3512"/>
                  </a:lnTo>
                  <a:lnTo>
                    <a:pt x="19360" y="3302"/>
                  </a:lnTo>
                  <a:lnTo>
                    <a:pt x="19500" y="3512"/>
                  </a:lnTo>
                  <a:lnTo>
                    <a:pt x="20013" y="3512"/>
                  </a:lnTo>
                  <a:lnTo>
                    <a:pt x="20013" y="3302"/>
                  </a:lnTo>
                  <a:lnTo>
                    <a:pt x="20387" y="3093"/>
                  </a:lnTo>
                  <a:lnTo>
                    <a:pt x="20527" y="3093"/>
                  </a:lnTo>
                  <a:lnTo>
                    <a:pt x="20527" y="3302"/>
                  </a:lnTo>
                  <a:lnTo>
                    <a:pt x="20713" y="3302"/>
                  </a:lnTo>
                  <a:lnTo>
                    <a:pt x="20527" y="3512"/>
                  </a:lnTo>
                  <a:lnTo>
                    <a:pt x="20713" y="3669"/>
                  </a:lnTo>
                  <a:lnTo>
                    <a:pt x="20900" y="3669"/>
                  </a:lnTo>
                  <a:lnTo>
                    <a:pt x="21086" y="3879"/>
                  </a:lnTo>
                  <a:lnTo>
                    <a:pt x="21086" y="4089"/>
                  </a:lnTo>
                  <a:lnTo>
                    <a:pt x="20900" y="4089"/>
                  </a:lnTo>
                  <a:lnTo>
                    <a:pt x="20900" y="4299"/>
                  </a:lnTo>
                  <a:lnTo>
                    <a:pt x="21413" y="4299"/>
                  </a:lnTo>
                  <a:lnTo>
                    <a:pt x="21413" y="4456"/>
                  </a:lnTo>
                  <a:lnTo>
                    <a:pt x="21599" y="4666"/>
                  </a:lnTo>
                  <a:lnTo>
                    <a:pt x="21413" y="4666"/>
                  </a:lnTo>
                  <a:lnTo>
                    <a:pt x="21413" y="5033"/>
                  </a:lnTo>
                  <a:lnTo>
                    <a:pt x="21226" y="5033"/>
                  </a:lnTo>
                  <a:lnTo>
                    <a:pt x="21086" y="4875"/>
                  </a:lnTo>
                  <a:lnTo>
                    <a:pt x="20900" y="5033"/>
                  </a:lnTo>
                  <a:lnTo>
                    <a:pt x="20713" y="5033"/>
                  </a:lnTo>
                  <a:lnTo>
                    <a:pt x="20527" y="5242"/>
                  </a:lnTo>
                  <a:lnTo>
                    <a:pt x="20387" y="5609"/>
                  </a:lnTo>
                  <a:lnTo>
                    <a:pt x="20200" y="5609"/>
                  </a:lnTo>
                  <a:lnTo>
                    <a:pt x="20013" y="6029"/>
                  </a:lnTo>
                  <a:lnTo>
                    <a:pt x="19873" y="6238"/>
                  </a:lnTo>
                  <a:lnTo>
                    <a:pt x="20013" y="6238"/>
                  </a:lnTo>
                  <a:lnTo>
                    <a:pt x="19873" y="6605"/>
                  </a:lnTo>
                  <a:lnTo>
                    <a:pt x="19687" y="6972"/>
                  </a:lnTo>
                  <a:lnTo>
                    <a:pt x="19873" y="7182"/>
                  </a:lnTo>
                  <a:lnTo>
                    <a:pt x="19687" y="7601"/>
                  </a:lnTo>
                  <a:lnTo>
                    <a:pt x="19687" y="7968"/>
                  </a:lnTo>
                  <a:lnTo>
                    <a:pt x="19500" y="8178"/>
                  </a:lnTo>
                  <a:lnTo>
                    <a:pt x="18987" y="8178"/>
                  </a:lnTo>
                  <a:lnTo>
                    <a:pt x="19174" y="8545"/>
                  </a:lnTo>
                  <a:lnTo>
                    <a:pt x="19174" y="8965"/>
                  </a:lnTo>
                  <a:lnTo>
                    <a:pt x="18987" y="8965"/>
                  </a:lnTo>
                  <a:lnTo>
                    <a:pt x="18987" y="9541"/>
                  </a:lnTo>
                  <a:lnTo>
                    <a:pt x="18800" y="9699"/>
                  </a:lnTo>
                  <a:lnTo>
                    <a:pt x="18800" y="9908"/>
                  </a:lnTo>
                  <a:lnTo>
                    <a:pt x="18660" y="9908"/>
                  </a:lnTo>
                  <a:lnTo>
                    <a:pt x="18660" y="10118"/>
                  </a:lnTo>
                  <a:lnTo>
                    <a:pt x="18660" y="9908"/>
                  </a:lnTo>
                  <a:lnTo>
                    <a:pt x="18474" y="9699"/>
                  </a:lnTo>
                  <a:lnTo>
                    <a:pt x="18474" y="9122"/>
                  </a:lnTo>
                  <a:lnTo>
                    <a:pt x="18287" y="9122"/>
                  </a:lnTo>
                  <a:lnTo>
                    <a:pt x="18287" y="8545"/>
                  </a:lnTo>
                  <a:lnTo>
                    <a:pt x="18147" y="8545"/>
                  </a:lnTo>
                  <a:lnTo>
                    <a:pt x="17961" y="8335"/>
                  </a:lnTo>
                  <a:lnTo>
                    <a:pt x="17961" y="8755"/>
                  </a:lnTo>
                  <a:lnTo>
                    <a:pt x="17774" y="8965"/>
                  </a:lnTo>
                  <a:lnTo>
                    <a:pt x="17961" y="8965"/>
                  </a:lnTo>
                  <a:lnTo>
                    <a:pt x="17587" y="8965"/>
                  </a:lnTo>
                  <a:lnTo>
                    <a:pt x="17587" y="8755"/>
                  </a:lnTo>
                  <a:lnTo>
                    <a:pt x="17447" y="8545"/>
                  </a:lnTo>
                  <a:lnTo>
                    <a:pt x="17447" y="8178"/>
                  </a:lnTo>
                  <a:lnTo>
                    <a:pt x="17587" y="7968"/>
                  </a:lnTo>
                  <a:lnTo>
                    <a:pt x="17587" y="8178"/>
                  </a:lnTo>
                  <a:lnTo>
                    <a:pt x="17774" y="8178"/>
                  </a:lnTo>
                  <a:lnTo>
                    <a:pt x="17774" y="7968"/>
                  </a:lnTo>
                  <a:lnTo>
                    <a:pt x="17961" y="7759"/>
                  </a:lnTo>
                  <a:lnTo>
                    <a:pt x="17961" y="7392"/>
                  </a:lnTo>
                  <a:lnTo>
                    <a:pt x="18147" y="7182"/>
                  </a:lnTo>
                  <a:lnTo>
                    <a:pt x="17961" y="7182"/>
                  </a:lnTo>
                  <a:lnTo>
                    <a:pt x="17961" y="6972"/>
                  </a:lnTo>
                  <a:lnTo>
                    <a:pt x="17774" y="7182"/>
                  </a:lnTo>
                  <a:lnTo>
                    <a:pt x="17774" y="6972"/>
                  </a:lnTo>
                  <a:lnTo>
                    <a:pt x="16234" y="6972"/>
                  </a:lnTo>
                  <a:lnTo>
                    <a:pt x="16234" y="6815"/>
                  </a:lnTo>
                  <a:lnTo>
                    <a:pt x="16048" y="6605"/>
                  </a:lnTo>
                  <a:lnTo>
                    <a:pt x="16048" y="6238"/>
                  </a:lnTo>
                  <a:lnTo>
                    <a:pt x="15721" y="6238"/>
                  </a:lnTo>
                  <a:lnTo>
                    <a:pt x="15535" y="6029"/>
                  </a:lnTo>
                  <a:lnTo>
                    <a:pt x="15348" y="6238"/>
                  </a:lnTo>
                  <a:lnTo>
                    <a:pt x="15535" y="6238"/>
                  </a:lnTo>
                  <a:lnTo>
                    <a:pt x="15348" y="6238"/>
                  </a:lnTo>
                  <a:lnTo>
                    <a:pt x="15208" y="6029"/>
                  </a:lnTo>
                  <a:lnTo>
                    <a:pt x="15208" y="5819"/>
                  </a:lnTo>
                  <a:lnTo>
                    <a:pt x="15022" y="5819"/>
                  </a:lnTo>
                  <a:lnTo>
                    <a:pt x="15022" y="6238"/>
                  </a:lnTo>
                  <a:lnTo>
                    <a:pt x="14835" y="6396"/>
                  </a:lnTo>
                  <a:lnTo>
                    <a:pt x="14835" y="6605"/>
                  </a:lnTo>
                  <a:lnTo>
                    <a:pt x="15208" y="6815"/>
                  </a:lnTo>
                  <a:lnTo>
                    <a:pt x="15348" y="6815"/>
                  </a:lnTo>
                  <a:lnTo>
                    <a:pt x="15535" y="6972"/>
                  </a:lnTo>
                  <a:lnTo>
                    <a:pt x="15348" y="7182"/>
                  </a:lnTo>
                  <a:lnTo>
                    <a:pt x="15348" y="6972"/>
                  </a:lnTo>
                  <a:lnTo>
                    <a:pt x="15208" y="7182"/>
                  </a:lnTo>
                  <a:lnTo>
                    <a:pt x="15208" y="7392"/>
                  </a:lnTo>
                  <a:lnTo>
                    <a:pt x="15022" y="7392"/>
                  </a:lnTo>
                  <a:lnTo>
                    <a:pt x="15022" y="7759"/>
                  </a:lnTo>
                  <a:lnTo>
                    <a:pt x="15208" y="7968"/>
                  </a:lnTo>
                  <a:lnTo>
                    <a:pt x="15348" y="7968"/>
                  </a:lnTo>
                  <a:lnTo>
                    <a:pt x="15535" y="8178"/>
                  </a:lnTo>
                  <a:lnTo>
                    <a:pt x="15535" y="9122"/>
                  </a:lnTo>
                  <a:lnTo>
                    <a:pt x="15861" y="9332"/>
                  </a:lnTo>
                  <a:lnTo>
                    <a:pt x="15861" y="10328"/>
                  </a:lnTo>
                  <a:lnTo>
                    <a:pt x="15721" y="10118"/>
                  </a:lnTo>
                  <a:lnTo>
                    <a:pt x="15721" y="10328"/>
                  </a:lnTo>
                  <a:lnTo>
                    <a:pt x="15721" y="10118"/>
                  </a:lnTo>
                  <a:lnTo>
                    <a:pt x="15535" y="10118"/>
                  </a:lnTo>
                  <a:lnTo>
                    <a:pt x="15535" y="9908"/>
                  </a:lnTo>
                  <a:lnTo>
                    <a:pt x="15535" y="10118"/>
                  </a:lnTo>
                  <a:lnTo>
                    <a:pt x="15208" y="10118"/>
                  </a:lnTo>
                  <a:lnTo>
                    <a:pt x="15208" y="9699"/>
                  </a:lnTo>
                  <a:lnTo>
                    <a:pt x="15022" y="9699"/>
                  </a:lnTo>
                  <a:lnTo>
                    <a:pt x="15208" y="9699"/>
                  </a:lnTo>
                  <a:lnTo>
                    <a:pt x="15022" y="9908"/>
                  </a:lnTo>
                  <a:lnTo>
                    <a:pt x="15022" y="10118"/>
                  </a:lnTo>
                  <a:lnTo>
                    <a:pt x="14835" y="10118"/>
                  </a:lnTo>
                  <a:lnTo>
                    <a:pt x="14508" y="10328"/>
                  </a:lnTo>
                  <a:lnTo>
                    <a:pt x="14322" y="10485"/>
                  </a:lnTo>
                  <a:lnTo>
                    <a:pt x="14322" y="11062"/>
                  </a:lnTo>
                  <a:lnTo>
                    <a:pt x="14135" y="11271"/>
                  </a:lnTo>
                  <a:lnTo>
                    <a:pt x="14135" y="11481"/>
                  </a:lnTo>
                  <a:lnTo>
                    <a:pt x="13809" y="11638"/>
                  </a:lnTo>
                  <a:lnTo>
                    <a:pt x="13482" y="12058"/>
                  </a:lnTo>
                  <a:lnTo>
                    <a:pt x="13482" y="11848"/>
                  </a:lnTo>
                  <a:lnTo>
                    <a:pt x="13109" y="11848"/>
                  </a:lnTo>
                  <a:lnTo>
                    <a:pt x="13109" y="12058"/>
                  </a:lnTo>
                  <a:lnTo>
                    <a:pt x="13295" y="12058"/>
                  </a:lnTo>
                  <a:lnTo>
                    <a:pt x="12782" y="12425"/>
                  </a:lnTo>
                  <a:lnTo>
                    <a:pt x="12596" y="12844"/>
                  </a:lnTo>
                  <a:lnTo>
                    <a:pt x="11896" y="13421"/>
                  </a:lnTo>
                  <a:lnTo>
                    <a:pt x="11896" y="13631"/>
                  </a:lnTo>
                  <a:lnTo>
                    <a:pt x="11756" y="13788"/>
                  </a:lnTo>
                  <a:lnTo>
                    <a:pt x="11383" y="13998"/>
                  </a:lnTo>
                  <a:lnTo>
                    <a:pt x="11196" y="13998"/>
                  </a:lnTo>
                  <a:lnTo>
                    <a:pt x="11196" y="14365"/>
                  </a:lnTo>
                  <a:lnTo>
                    <a:pt x="11056" y="14574"/>
                  </a:lnTo>
                  <a:lnTo>
                    <a:pt x="10869" y="14784"/>
                  </a:lnTo>
                  <a:lnTo>
                    <a:pt x="10356" y="14784"/>
                  </a:lnTo>
                  <a:lnTo>
                    <a:pt x="10356" y="14994"/>
                  </a:lnTo>
                  <a:lnTo>
                    <a:pt x="10170" y="15151"/>
                  </a:lnTo>
                  <a:lnTo>
                    <a:pt x="9843" y="15151"/>
                  </a:lnTo>
                  <a:lnTo>
                    <a:pt x="9657" y="15361"/>
                  </a:lnTo>
                  <a:lnTo>
                    <a:pt x="9657" y="17091"/>
                  </a:lnTo>
                  <a:lnTo>
                    <a:pt x="9843" y="17300"/>
                  </a:lnTo>
                  <a:lnTo>
                    <a:pt x="9843" y="17510"/>
                  </a:lnTo>
                  <a:lnTo>
                    <a:pt x="9657" y="18087"/>
                  </a:lnTo>
                  <a:lnTo>
                    <a:pt x="9470" y="18454"/>
                  </a:lnTo>
                  <a:lnTo>
                    <a:pt x="9470" y="18873"/>
                  </a:lnTo>
                  <a:lnTo>
                    <a:pt x="9657" y="19450"/>
                  </a:lnTo>
                  <a:lnTo>
                    <a:pt x="9657" y="19660"/>
                  </a:lnTo>
                  <a:lnTo>
                    <a:pt x="9470" y="19817"/>
                  </a:lnTo>
                  <a:lnTo>
                    <a:pt x="9330" y="19660"/>
                  </a:lnTo>
                  <a:lnTo>
                    <a:pt x="9143" y="19817"/>
                  </a:lnTo>
                  <a:lnTo>
                    <a:pt x="9143" y="20027"/>
                  </a:lnTo>
                  <a:lnTo>
                    <a:pt x="8817" y="20394"/>
                  </a:lnTo>
                  <a:lnTo>
                    <a:pt x="8957" y="20394"/>
                  </a:lnTo>
                  <a:lnTo>
                    <a:pt x="9143" y="20603"/>
                  </a:lnTo>
                  <a:lnTo>
                    <a:pt x="8630" y="20603"/>
                  </a:lnTo>
                  <a:lnTo>
                    <a:pt x="8444" y="20813"/>
                  </a:lnTo>
                  <a:lnTo>
                    <a:pt x="8304" y="21023"/>
                  </a:lnTo>
                  <a:lnTo>
                    <a:pt x="8304" y="21390"/>
                  </a:lnTo>
                  <a:lnTo>
                    <a:pt x="7930" y="21599"/>
                  </a:lnTo>
                  <a:lnTo>
                    <a:pt x="7604" y="21390"/>
                  </a:lnTo>
                  <a:lnTo>
                    <a:pt x="7417" y="21390"/>
                  </a:lnTo>
                  <a:lnTo>
                    <a:pt x="7231" y="21023"/>
                  </a:lnTo>
                  <a:lnTo>
                    <a:pt x="6904" y="20394"/>
                  </a:lnTo>
                  <a:lnTo>
                    <a:pt x="6904" y="19817"/>
                  </a:lnTo>
                  <a:lnTo>
                    <a:pt x="6717" y="19450"/>
                  </a:lnTo>
                  <a:lnTo>
                    <a:pt x="6577" y="19450"/>
                  </a:lnTo>
                  <a:lnTo>
                    <a:pt x="6577" y="19031"/>
                  </a:lnTo>
                  <a:lnTo>
                    <a:pt x="6391" y="18873"/>
                  </a:lnTo>
                  <a:lnTo>
                    <a:pt x="6018" y="18454"/>
                  </a:lnTo>
                  <a:lnTo>
                    <a:pt x="5878" y="18087"/>
                  </a:lnTo>
                  <a:lnTo>
                    <a:pt x="5691" y="17877"/>
                  </a:lnTo>
                  <a:lnTo>
                    <a:pt x="5691" y="17510"/>
                  </a:lnTo>
                  <a:lnTo>
                    <a:pt x="5504" y="17510"/>
                  </a:lnTo>
                  <a:lnTo>
                    <a:pt x="5365" y="17091"/>
                  </a:lnTo>
                  <a:lnTo>
                    <a:pt x="5365" y="16724"/>
                  </a:lnTo>
                  <a:lnTo>
                    <a:pt x="5178" y="16514"/>
                  </a:lnTo>
                  <a:lnTo>
                    <a:pt x="5178" y="16357"/>
                  </a:lnTo>
                  <a:lnTo>
                    <a:pt x="4991" y="15937"/>
                  </a:lnTo>
                  <a:lnTo>
                    <a:pt x="4805" y="15937"/>
                  </a:lnTo>
                  <a:lnTo>
                    <a:pt x="4665" y="15570"/>
                  </a:lnTo>
                  <a:lnTo>
                    <a:pt x="4665" y="15361"/>
                  </a:lnTo>
                  <a:lnTo>
                    <a:pt x="4478" y="15151"/>
                  </a:lnTo>
                  <a:lnTo>
                    <a:pt x="4292" y="14784"/>
                  </a:lnTo>
                  <a:lnTo>
                    <a:pt x="4292" y="14365"/>
                  </a:lnTo>
                  <a:lnTo>
                    <a:pt x="3965" y="13631"/>
                  </a:lnTo>
                  <a:lnTo>
                    <a:pt x="3965" y="13421"/>
                  </a:lnTo>
                  <a:lnTo>
                    <a:pt x="3778" y="13211"/>
                  </a:lnTo>
                  <a:lnTo>
                    <a:pt x="3965" y="13211"/>
                  </a:lnTo>
                  <a:lnTo>
                    <a:pt x="3778" y="13001"/>
                  </a:lnTo>
                  <a:lnTo>
                    <a:pt x="3778" y="12844"/>
                  </a:lnTo>
                  <a:lnTo>
                    <a:pt x="3965" y="12844"/>
                  </a:lnTo>
                  <a:lnTo>
                    <a:pt x="3778" y="12634"/>
                  </a:lnTo>
                  <a:lnTo>
                    <a:pt x="3778" y="12425"/>
                  </a:lnTo>
                  <a:lnTo>
                    <a:pt x="3638" y="12058"/>
                  </a:lnTo>
                  <a:lnTo>
                    <a:pt x="3452" y="11848"/>
                  </a:lnTo>
                  <a:lnTo>
                    <a:pt x="3638" y="11638"/>
                  </a:lnTo>
                  <a:lnTo>
                    <a:pt x="3638" y="10904"/>
                  </a:lnTo>
                  <a:lnTo>
                    <a:pt x="3452" y="10904"/>
                  </a:lnTo>
                  <a:lnTo>
                    <a:pt x="3452" y="10485"/>
                  </a:lnTo>
                  <a:lnTo>
                    <a:pt x="3638" y="10328"/>
                  </a:lnTo>
                  <a:lnTo>
                    <a:pt x="3778" y="10328"/>
                  </a:lnTo>
                  <a:lnTo>
                    <a:pt x="3265" y="10328"/>
                  </a:lnTo>
                  <a:lnTo>
                    <a:pt x="3265" y="9908"/>
                  </a:lnTo>
                  <a:lnTo>
                    <a:pt x="3452" y="9908"/>
                  </a:lnTo>
                  <a:lnTo>
                    <a:pt x="3638" y="9699"/>
                  </a:lnTo>
                  <a:lnTo>
                    <a:pt x="3265" y="9699"/>
                  </a:lnTo>
                  <a:lnTo>
                    <a:pt x="3079" y="9541"/>
                  </a:lnTo>
                  <a:lnTo>
                    <a:pt x="3079" y="9908"/>
                  </a:lnTo>
                  <a:lnTo>
                    <a:pt x="2939" y="10118"/>
                  </a:lnTo>
                  <a:lnTo>
                    <a:pt x="3079" y="10328"/>
                  </a:lnTo>
                  <a:lnTo>
                    <a:pt x="3079" y="10485"/>
                  </a:lnTo>
                  <a:lnTo>
                    <a:pt x="2939" y="10695"/>
                  </a:lnTo>
                  <a:lnTo>
                    <a:pt x="2752" y="10904"/>
                  </a:lnTo>
                  <a:lnTo>
                    <a:pt x="2239" y="11062"/>
                  </a:lnTo>
                  <a:lnTo>
                    <a:pt x="2052" y="11271"/>
                  </a:lnTo>
                  <a:lnTo>
                    <a:pt x="1912" y="11062"/>
                  </a:lnTo>
                  <a:lnTo>
                    <a:pt x="1212" y="10695"/>
                  </a:lnTo>
                  <a:lnTo>
                    <a:pt x="1026" y="10328"/>
                  </a:lnTo>
                  <a:lnTo>
                    <a:pt x="839" y="10328"/>
                  </a:lnTo>
                  <a:lnTo>
                    <a:pt x="513" y="9908"/>
                  </a:lnTo>
                  <a:lnTo>
                    <a:pt x="513" y="9699"/>
                  </a:lnTo>
                  <a:lnTo>
                    <a:pt x="699" y="9699"/>
                  </a:lnTo>
                  <a:lnTo>
                    <a:pt x="699" y="9908"/>
                  </a:lnTo>
                  <a:lnTo>
                    <a:pt x="839" y="9908"/>
                  </a:lnTo>
                  <a:lnTo>
                    <a:pt x="1026" y="9699"/>
                  </a:lnTo>
                  <a:lnTo>
                    <a:pt x="1026" y="9908"/>
                  </a:lnTo>
                  <a:lnTo>
                    <a:pt x="1026" y="9699"/>
                  </a:lnTo>
                  <a:lnTo>
                    <a:pt x="1352" y="9541"/>
                  </a:lnTo>
                  <a:lnTo>
                    <a:pt x="1539" y="9541"/>
                  </a:lnTo>
                  <a:lnTo>
                    <a:pt x="1726" y="9332"/>
                  </a:lnTo>
                  <a:lnTo>
                    <a:pt x="1726" y="9122"/>
                  </a:lnTo>
                  <a:lnTo>
                    <a:pt x="1539" y="9122"/>
                  </a:lnTo>
                  <a:lnTo>
                    <a:pt x="1539" y="9332"/>
                  </a:lnTo>
                  <a:lnTo>
                    <a:pt x="1026" y="9332"/>
                  </a:lnTo>
                  <a:lnTo>
                    <a:pt x="839" y="9541"/>
                  </a:lnTo>
                  <a:lnTo>
                    <a:pt x="326" y="9332"/>
                  </a:lnTo>
                  <a:lnTo>
                    <a:pt x="186" y="8965"/>
                  </a:lnTo>
                  <a:lnTo>
                    <a:pt x="0" y="8965"/>
                  </a:lnTo>
                  <a:lnTo>
                    <a:pt x="186" y="8755"/>
                  </a:lnTo>
                  <a:lnTo>
                    <a:pt x="186" y="8545"/>
                  </a:lnTo>
                  <a:lnTo>
                    <a:pt x="326" y="8545"/>
                  </a:lnTo>
                  <a:lnTo>
                    <a:pt x="186" y="8545"/>
                  </a:lnTo>
                  <a:lnTo>
                    <a:pt x="0" y="8755"/>
                  </a:lnTo>
                  <a:lnTo>
                    <a:pt x="0" y="8545"/>
                  </a:lnTo>
                  <a:lnTo>
                    <a:pt x="326" y="8178"/>
                  </a:lnTo>
                  <a:lnTo>
                    <a:pt x="1026" y="8178"/>
                  </a:lnTo>
                  <a:lnTo>
                    <a:pt x="1352" y="7968"/>
                  </a:lnTo>
                  <a:lnTo>
                    <a:pt x="1539" y="7968"/>
                  </a:lnTo>
                  <a:lnTo>
                    <a:pt x="1726" y="8178"/>
                  </a:lnTo>
                  <a:lnTo>
                    <a:pt x="1912" y="7968"/>
                  </a:lnTo>
                  <a:lnTo>
                    <a:pt x="1912" y="7759"/>
                  </a:lnTo>
                  <a:lnTo>
                    <a:pt x="1726" y="7182"/>
                  </a:lnTo>
                  <a:lnTo>
                    <a:pt x="1539" y="6972"/>
                  </a:lnTo>
                  <a:lnTo>
                    <a:pt x="1539" y="6815"/>
                  </a:lnTo>
                  <a:lnTo>
                    <a:pt x="1212" y="6815"/>
                  </a:lnTo>
                  <a:lnTo>
                    <a:pt x="1026" y="6396"/>
                  </a:lnTo>
                  <a:lnTo>
                    <a:pt x="1026" y="6029"/>
                  </a:lnTo>
                  <a:lnTo>
                    <a:pt x="513" y="6029"/>
                  </a:lnTo>
                  <a:lnTo>
                    <a:pt x="513" y="5452"/>
                  </a:lnTo>
                  <a:lnTo>
                    <a:pt x="699" y="5452"/>
                  </a:lnTo>
                  <a:lnTo>
                    <a:pt x="839" y="5033"/>
                  </a:lnTo>
                  <a:lnTo>
                    <a:pt x="1026" y="4875"/>
                  </a:lnTo>
                  <a:lnTo>
                    <a:pt x="1352" y="4875"/>
                  </a:lnTo>
                  <a:lnTo>
                    <a:pt x="1352" y="5033"/>
                  </a:lnTo>
                  <a:lnTo>
                    <a:pt x="1726" y="5033"/>
                  </a:lnTo>
                  <a:lnTo>
                    <a:pt x="2239" y="4875"/>
                  </a:lnTo>
                  <a:lnTo>
                    <a:pt x="2425" y="4666"/>
                  </a:lnTo>
                  <a:lnTo>
                    <a:pt x="2565" y="4299"/>
                  </a:lnTo>
                  <a:lnTo>
                    <a:pt x="2939" y="3879"/>
                  </a:lnTo>
                  <a:lnTo>
                    <a:pt x="2939" y="3669"/>
                  </a:lnTo>
                  <a:lnTo>
                    <a:pt x="3452" y="3093"/>
                  </a:lnTo>
                  <a:lnTo>
                    <a:pt x="3638" y="2935"/>
                  </a:lnTo>
                  <a:lnTo>
                    <a:pt x="3452" y="2726"/>
                  </a:lnTo>
                  <a:lnTo>
                    <a:pt x="3638" y="2516"/>
                  </a:lnTo>
                  <a:lnTo>
                    <a:pt x="3778" y="2306"/>
                  </a:lnTo>
                  <a:lnTo>
                    <a:pt x="3778" y="1572"/>
                  </a:lnTo>
                  <a:lnTo>
                    <a:pt x="3965" y="1153"/>
                  </a:lnTo>
                  <a:lnTo>
                    <a:pt x="4292" y="1153"/>
                  </a:lnTo>
                  <a:lnTo>
                    <a:pt x="4991" y="366"/>
                  </a:lnTo>
                  <a:lnTo>
                    <a:pt x="5178" y="209"/>
                  </a:lnTo>
                  <a:lnTo>
                    <a:pt x="5365" y="0"/>
                  </a:lnTo>
                  <a:lnTo>
                    <a:pt x="5504" y="0"/>
                  </a:lnTo>
                  <a:lnTo>
                    <a:pt x="5878" y="366"/>
                  </a:lnTo>
                  <a:lnTo>
                    <a:pt x="6018" y="209"/>
                  </a:lnTo>
                  <a:lnTo>
                    <a:pt x="6391" y="366"/>
                  </a:lnTo>
                  <a:lnTo>
                    <a:pt x="6391" y="576"/>
                  </a:lnTo>
                  <a:lnTo>
                    <a:pt x="6577" y="576"/>
                  </a:lnTo>
                  <a:lnTo>
                    <a:pt x="6904" y="786"/>
                  </a:lnTo>
                  <a:close/>
                  <a:moveTo>
                    <a:pt x="15535" y="10328"/>
                  </a:moveTo>
                  <a:close/>
                  <a:moveTo>
                    <a:pt x="15535" y="10118"/>
                  </a:moveTo>
                  <a:lnTo>
                    <a:pt x="15348" y="10118"/>
                  </a:lnTo>
                  <a:lnTo>
                    <a:pt x="15348" y="10328"/>
                  </a:lnTo>
                  <a:lnTo>
                    <a:pt x="15535" y="10328"/>
                  </a:lnTo>
                  <a:lnTo>
                    <a:pt x="15535" y="10118"/>
                  </a:lnTo>
                  <a:close/>
                  <a:moveTo>
                    <a:pt x="15348" y="10118"/>
                  </a:moveTo>
                  <a:lnTo>
                    <a:pt x="15348" y="10328"/>
                  </a:lnTo>
                  <a:lnTo>
                    <a:pt x="15348" y="10118"/>
                  </a:lnTo>
                  <a:close/>
                  <a:moveTo>
                    <a:pt x="15022" y="10328"/>
                  </a:moveTo>
                  <a:lnTo>
                    <a:pt x="15208" y="10328"/>
                  </a:lnTo>
                  <a:lnTo>
                    <a:pt x="15208" y="10118"/>
                  </a:lnTo>
                  <a:lnTo>
                    <a:pt x="15022" y="103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5" name="AutoShape 29"/>
            <p:cNvSpPr>
              <a:spLocks/>
            </p:cNvSpPr>
            <p:nvPr/>
          </p:nvSpPr>
          <p:spPr bwMode="auto">
            <a:xfrm>
              <a:off x="16642289" y="5777199"/>
              <a:ext cx="330270" cy="392474"/>
            </a:xfrm>
            <a:custGeom>
              <a:avLst/>
              <a:gdLst>
                <a:gd name="T0" fmla="*/ 165135 w 21600"/>
                <a:gd name="T1" fmla="*/ 196237 h 21600"/>
                <a:gd name="T2" fmla="*/ 165135 w 21600"/>
                <a:gd name="T3" fmla="*/ 196237 h 21600"/>
                <a:gd name="T4" fmla="*/ 165135 w 21600"/>
                <a:gd name="T5" fmla="*/ 196237 h 21600"/>
                <a:gd name="T6" fmla="*/ 165135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7599"/>
                  </a:moveTo>
                  <a:cubicBezTo>
                    <a:pt x="21600" y="18399"/>
                    <a:pt x="21600" y="18399"/>
                    <a:pt x="21600" y="18399"/>
                  </a:cubicBezTo>
                  <a:cubicBezTo>
                    <a:pt x="21600" y="19199"/>
                    <a:pt x="21600" y="19199"/>
                    <a:pt x="21600" y="19199"/>
                  </a:cubicBezTo>
                  <a:cubicBezTo>
                    <a:pt x="20618" y="18399"/>
                    <a:pt x="20618" y="18399"/>
                    <a:pt x="20618" y="18399"/>
                  </a:cubicBezTo>
                  <a:cubicBezTo>
                    <a:pt x="20618" y="19199"/>
                    <a:pt x="20618" y="19199"/>
                    <a:pt x="20618" y="19199"/>
                  </a:cubicBezTo>
                  <a:cubicBezTo>
                    <a:pt x="19636" y="19999"/>
                    <a:pt x="19636" y="19999"/>
                    <a:pt x="19636" y="19999"/>
                  </a:cubicBezTo>
                  <a:cubicBezTo>
                    <a:pt x="20618" y="19999"/>
                    <a:pt x="20618" y="19999"/>
                    <a:pt x="20618" y="19999"/>
                  </a:cubicBezTo>
                  <a:cubicBezTo>
                    <a:pt x="19636" y="20799"/>
                    <a:pt x="19636" y="20799"/>
                    <a:pt x="19636" y="20799"/>
                  </a:cubicBezTo>
                  <a:cubicBezTo>
                    <a:pt x="20618" y="21599"/>
                    <a:pt x="20618" y="21599"/>
                    <a:pt x="20618" y="21599"/>
                  </a:cubicBezTo>
                  <a:cubicBezTo>
                    <a:pt x="20618" y="21599"/>
                    <a:pt x="20618" y="21599"/>
                    <a:pt x="20618" y="21599"/>
                  </a:cubicBezTo>
                  <a:cubicBezTo>
                    <a:pt x="19636" y="19999"/>
                    <a:pt x="19636" y="19999"/>
                    <a:pt x="19636" y="19999"/>
                  </a:cubicBezTo>
                  <a:cubicBezTo>
                    <a:pt x="18654" y="19199"/>
                    <a:pt x="18654" y="19199"/>
                    <a:pt x="18654" y="19199"/>
                  </a:cubicBezTo>
                  <a:cubicBezTo>
                    <a:pt x="18654" y="19199"/>
                    <a:pt x="18654" y="19199"/>
                    <a:pt x="18654" y="19199"/>
                  </a:cubicBezTo>
                  <a:cubicBezTo>
                    <a:pt x="18654" y="18399"/>
                    <a:pt x="18654" y="18399"/>
                    <a:pt x="18654" y="18399"/>
                  </a:cubicBezTo>
                  <a:cubicBezTo>
                    <a:pt x="18654" y="18399"/>
                    <a:pt x="18654" y="18399"/>
                    <a:pt x="18654" y="18399"/>
                  </a:cubicBezTo>
                  <a:cubicBezTo>
                    <a:pt x="18654" y="18399"/>
                    <a:pt x="18654" y="18399"/>
                    <a:pt x="18654" y="18399"/>
                  </a:cubicBezTo>
                  <a:cubicBezTo>
                    <a:pt x="17672" y="18399"/>
                    <a:pt x="17672" y="18399"/>
                    <a:pt x="17672" y="18399"/>
                  </a:cubicBezTo>
                  <a:cubicBezTo>
                    <a:pt x="17672" y="18399"/>
                    <a:pt x="17672" y="18399"/>
                    <a:pt x="17672" y="18399"/>
                  </a:cubicBezTo>
                  <a:cubicBezTo>
                    <a:pt x="17672" y="17599"/>
                    <a:pt x="17672" y="17599"/>
                    <a:pt x="17672" y="17599"/>
                  </a:cubicBezTo>
                  <a:cubicBezTo>
                    <a:pt x="17672" y="17599"/>
                    <a:pt x="17672" y="17599"/>
                    <a:pt x="17672" y="17599"/>
                  </a:cubicBezTo>
                  <a:cubicBezTo>
                    <a:pt x="17672" y="16799"/>
                    <a:pt x="17672" y="16799"/>
                    <a:pt x="17672" y="16799"/>
                  </a:cubicBezTo>
                  <a:cubicBezTo>
                    <a:pt x="17672" y="15999"/>
                    <a:pt x="17672" y="15999"/>
                    <a:pt x="17672" y="15999"/>
                  </a:cubicBezTo>
                  <a:cubicBezTo>
                    <a:pt x="17672" y="15999"/>
                    <a:pt x="17672" y="15999"/>
                    <a:pt x="17672" y="15999"/>
                  </a:cubicBezTo>
                  <a:cubicBezTo>
                    <a:pt x="15709" y="13599"/>
                    <a:pt x="15709" y="13599"/>
                    <a:pt x="15709" y="13599"/>
                  </a:cubicBezTo>
                  <a:cubicBezTo>
                    <a:pt x="15709" y="13599"/>
                    <a:pt x="15709" y="13599"/>
                    <a:pt x="15709" y="13599"/>
                  </a:cubicBezTo>
                  <a:cubicBezTo>
                    <a:pt x="15709" y="13599"/>
                    <a:pt x="15709" y="13599"/>
                    <a:pt x="15709" y="13599"/>
                  </a:cubicBezTo>
                  <a:cubicBezTo>
                    <a:pt x="15709" y="13599"/>
                    <a:pt x="15709" y="13599"/>
                    <a:pt x="15709" y="13599"/>
                  </a:cubicBezTo>
                  <a:cubicBezTo>
                    <a:pt x="14727" y="14399"/>
                    <a:pt x="14727" y="14399"/>
                    <a:pt x="14727" y="14399"/>
                  </a:cubicBezTo>
                  <a:cubicBezTo>
                    <a:pt x="12763" y="13599"/>
                    <a:pt x="12763" y="13599"/>
                    <a:pt x="12763" y="13599"/>
                  </a:cubicBezTo>
                  <a:cubicBezTo>
                    <a:pt x="12763" y="13599"/>
                    <a:pt x="12763" y="13599"/>
                    <a:pt x="12763" y="13599"/>
                  </a:cubicBezTo>
                  <a:cubicBezTo>
                    <a:pt x="12763" y="13599"/>
                    <a:pt x="12763" y="13599"/>
                    <a:pt x="12763" y="13599"/>
                  </a:cubicBezTo>
                  <a:cubicBezTo>
                    <a:pt x="11781" y="12799"/>
                    <a:pt x="11781" y="12799"/>
                    <a:pt x="11781" y="12799"/>
                  </a:cubicBezTo>
                  <a:cubicBezTo>
                    <a:pt x="10800" y="11999"/>
                    <a:pt x="10800" y="11999"/>
                    <a:pt x="10800" y="11999"/>
                  </a:cubicBezTo>
                  <a:cubicBezTo>
                    <a:pt x="11781" y="12799"/>
                    <a:pt x="11781" y="12799"/>
                    <a:pt x="11781" y="12799"/>
                  </a:cubicBezTo>
                  <a:cubicBezTo>
                    <a:pt x="11781" y="13599"/>
                    <a:pt x="11781" y="13599"/>
                    <a:pt x="11781" y="13599"/>
                  </a:cubicBezTo>
                  <a:cubicBezTo>
                    <a:pt x="11781" y="14399"/>
                    <a:pt x="11781" y="14399"/>
                    <a:pt x="11781" y="14399"/>
                  </a:cubicBezTo>
                  <a:cubicBezTo>
                    <a:pt x="10800" y="14399"/>
                    <a:pt x="10800" y="14399"/>
                    <a:pt x="10800" y="14399"/>
                  </a:cubicBezTo>
                  <a:cubicBezTo>
                    <a:pt x="11781" y="14399"/>
                    <a:pt x="11781" y="14399"/>
                    <a:pt x="11781" y="14399"/>
                  </a:cubicBezTo>
                  <a:cubicBezTo>
                    <a:pt x="11781" y="15199"/>
                    <a:pt x="11781" y="15199"/>
                    <a:pt x="11781" y="15199"/>
                  </a:cubicBezTo>
                  <a:cubicBezTo>
                    <a:pt x="11781" y="15999"/>
                    <a:pt x="11781" y="15999"/>
                    <a:pt x="11781" y="15999"/>
                  </a:cubicBezTo>
                  <a:cubicBezTo>
                    <a:pt x="10800" y="15999"/>
                    <a:pt x="10800" y="15999"/>
                    <a:pt x="10800" y="15999"/>
                  </a:cubicBezTo>
                  <a:cubicBezTo>
                    <a:pt x="10800" y="17599"/>
                    <a:pt x="10800" y="17599"/>
                    <a:pt x="10800" y="17599"/>
                  </a:cubicBezTo>
                  <a:cubicBezTo>
                    <a:pt x="9818" y="16799"/>
                    <a:pt x="9818" y="16799"/>
                    <a:pt x="9818" y="16799"/>
                  </a:cubicBezTo>
                  <a:cubicBezTo>
                    <a:pt x="9818" y="15999"/>
                    <a:pt x="9818" y="15999"/>
                    <a:pt x="9818" y="15999"/>
                  </a:cubicBezTo>
                  <a:cubicBezTo>
                    <a:pt x="10800" y="15999"/>
                    <a:pt x="10800" y="15999"/>
                    <a:pt x="10800" y="15999"/>
                  </a:cubicBezTo>
                  <a:cubicBezTo>
                    <a:pt x="10800" y="15999"/>
                    <a:pt x="10800" y="15999"/>
                    <a:pt x="10800" y="15999"/>
                  </a:cubicBezTo>
                  <a:cubicBezTo>
                    <a:pt x="9818" y="15999"/>
                    <a:pt x="9818" y="15999"/>
                    <a:pt x="9818" y="15999"/>
                  </a:cubicBezTo>
                  <a:cubicBezTo>
                    <a:pt x="9818" y="16799"/>
                    <a:pt x="9818" y="16799"/>
                    <a:pt x="9818" y="16799"/>
                  </a:cubicBezTo>
                  <a:cubicBezTo>
                    <a:pt x="8836" y="15999"/>
                    <a:pt x="8836" y="15999"/>
                    <a:pt x="8836" y="15999"/>
                  </a:cubicBezTo>
                  <a:cubicBezTo>
                    <a:pt x="9818" y="15199"/>
                    <a:pt x="9818" y="15199"/>
                    <a:pt x="9818" y="15199"/>
                  </a:cubicBezTo>
                  <a:cubicBezTo>
                    <a:pt x="9818" y="15199"/>
                    <a:pt x="9818" y="15199"/>
                    <a:pt x="9818" y="15199"/>
                  </a:cubicBezTo>
                  <a:cubicBezTo>
                    <a:pt x="8836" y="14399"/>
                    <a:pt x="8836" y="14399"/>
                    <a:pt x="8836" y="14399"/>
                  </a:cubicBezTo>
                  <a:cubicBezTo>
                    <a:pt x="9818" y="15199"/>
                    <a:pt x="9818" y="15199"/>
                    <a:pt x="9818" y="15199"/>
                  </a:cubicBezTo>
                  <a:cubicBezTo>
                    <a:pt x="8836" y="15199"/>
                    <a:pt x="8836" y="15199"/>
                    <a:pt x="8836" y="15199"/>
                  </a:cubicBezTo>
                  <a:cubicBezTo>
                    <a:pt x="8836" y="15999"/>
                    <a:pt x="8836" y="15999"/>
                    <a:pt x="8836" y="15999"/>
                  </a:cubicBezTo>
                  <a:cubicBezTo>
                    <a:pt x="8836" y="15999"/>
                    <a:pt x="8836" y="15999"/>
                    <a:pt x="8836" y="15999"/>
                  </a:cubicBezTo>
                  <a:cubicBezTo>
                    <a:pt x="8836" y="16799"/>
                    <a:pt x="8836" y="16799"/>
                    <a:pt x="8836" y="16799"/>
                  </a:cubicBezTo>
                  <a:cubicBezTo>
                    <a:pt x="8836" y="17599"/>
                    <a:pt x="8836" y="17599"/>
                    <a:pt x="8836" y="17599"/>
                  </a:cubicBezTo>
                  <a:cubicBezTo>
                    <a:pt x="8836" y="17599"/>
                    <a:pt x="8836" y="17599"/>
                    <a:pt x="8836" y="17599"/>
                  </a:cubicBezTo>
                  <a:cubicBezTo>
                    <a:pt x="8836" y="17599"/>
                    <a:pt x="8836" y="17599"/>
                    <a:pt x="8836" y="17599"/>
                  </a:cubicBezTo>
                  <a:cubicBezTo>
                    <a:pt x="7854" y="17599"/>
                    <a:pt x="7854" y="17599"/>
                    <a:pt x="7854" y="17599"/>
                  </a:cubicBezTo>
                  <a:cubicBezTo>
                    <a:pt x="7854" y="17599"/>
                    <a:pt x="7854" y="17599"/>
                    <a:pt x="7854" y="17599"/>
                  </a:cubicBezTo>
                  <a:cubicBezTo>
                    <a:pt x="7854" y="17599"/>
                    <a:pt x="7854" y="17599"/>
                    <a:pt x="7854" y="17599"/>
                  </a:cubicBezTo>
                  <a:cubicBezTo>
                    <a:pt x="6872" y="17599"/>
                    <a:pt x="6872" y="17599"/>
                    <a:pt x="6872" y="17599"/>
                  </a:cubicBezTo>
                  <a:cubicBezTo>
                    <a:pt x="6872" y="17599"/>
                    <a:pt x="6872" y="17599"/>
                    <a:pt x="6872" y="17599"/>
                  </a:cubicBezTo>
                  <a:cubicBezTo>
                    <a:pt x="6872" y="16799"/>
                    <a:pt x="6872" y="16799"/>
                    <a:pt x="6872" y="16799"/>
                  </a:cubicBezTo>
                  <a:cubicBezTo>
                    <a:pt x="5890" y="16799"/>
                    <a:pt x="5890" y="16799"/>
                    <a:pt x="5890" y="16799"/>
                  </a:cubicBezTo>
                  <a:cubicBezTo>
                    <a:pt x="5890" y="15999"/>
                    <a:pt x="5890" y="15999"/>
                    <a:pt x="5890" y="15999"/>
                  </a:cubicBezTo>
                  <a:cubicBezTo>
                    <a:pt x="5890" y="15199"/>
                    <a:pt x="5890" y="15199"/>
                    <a:pt x="5890" y="15199"/>
                  </a:cubicBezTo>
                  <a:cubicBezTo>
                    <a:pt x="5890" y="14399"/>
                    <a:pt x="5890" y="14399"/>
                    <a:pt x="5890" y="14399"/>
                  </a:cubicBezTo>
                  <a:cubicBezTo>
                    <a:pt x="3927" y="13599"/>
                    <a:pt x="3927" y="13599"/>
                    <a:pt x="3927" y="13599"/>
                  </a:cubicBezTo>
                  <a:cubicBezTo>
                    <a:pt x="3927" y="11999"/>
                    <a:pt x="3927" y="11999"/>
                    <a:pt x="3927" y="11999"/>
                  </a:cubicBezTo>
                  <a:cubicBezTo>
                    <a:pt x="3927" y="11999"/>
                    <a:pt x="3927" y="11999"/>
                    <a:pt x="3927" y="11999"/>
                  </a:cubicBezTo>
                  <a:cubicBezTo>
                    <a:pt x="3927" y="11199"/>
                    <a:pt x="3927" y="11199"/>
                    <a:pt x="3927" y="11199"/>
                  </a:cubicBezTo>
                  <a:cubicBezTo>
                    <a:pt x="3927" y="9599"/>
                    <a:pt x="3927" y="9599"/>
                    <a:pt x="3927" y="9599"/>
                  </a:cubicBezTo>
                  <a:cubicBezTo>
                    <a:pt x="2945" y="8799"/>
                    <a:pt x="2945" y="8799"/>
                    <a:pt x="2945" y="8799"/>
                  </a:cubicBezTo>
                  <a:cubicBezTo>
                    <a:pt x="1963" y="8799"/>
                    <a:pt x="1963" y="8799"/>
                    <a:pt x="1963" y="8799"/>
                  </a:cubicBezTo>
                  <a:cubicBezTo>
                    <a:pt x="981" y="7999"/>
                    <a:pt x="981" y="7999"/>
                    <a:pt x="981" y="7999"/>
                  </a:cubicBezTo>
                  <a:cubicBezTo>
                    <a:pt x="981" y="6399"/>
                    <a:pt x="981" y="6399"/>
                    <a:pt x="981" y="6399"/>
                  </a:cubicBezTo>
                  <a:cubicBezTo>
                    <a:pt x="1963" y="6399"/>
                    <a:pt x="1963" y="6399"/>
                    <a:pt x="1963" y="6399"/>
                  </a:cubicBezTo>
                  <a:cubicBezTo>
                    <a:pt x="1963" y="5599"/>
                    <a:pt x="1963" y="5599"/>
                    <a:pt x="1963" y="5599"/>
                  </a:cubicBezTo>
                  <a:cubicBezTo>
                    <a:pt x="2945" y="4799"/>
                    <a:pt x="2945" y="4799"/>
                    <a:pt x="2945" y="4799"/>
                  </a:cubicBezTo>
                  <a:cubicBezTo>
                    <a:pt x="2945" y="5599"/>
                    <a:pt x="2945" y="5599"/>
                    <a:pt x="2945" y="5599"/>
                  </a:cubicBezTo>
                  <a:cubicBezTo>
                    <a:pt x="3927" y="4799"/>
                    <a:pt x="3927" y="4799"/>
                    <a:pt x="3927" y="4799"/>
                  </a:cubicBezTo>
                  <a:cubicBezTo>
                    <a:pt x="2945" y="3999"/>
                    <a:pt x="2945" y="3999"/>
                    <a:pt x="2945" y="3999"/>
                  </a:cubicBezTo>
                  <a:cubicBezTo>
                    <a:pt x="3927" y="3999"/>
                    <a:pt x="3927" y="3999"/>
                    <a:pt x="3927" y="3999"/>
                  </a:cubicBezTo>
                  <a:cubicBezTo>
                    <a:pt x="2945" y="3999"/>
                    <a:pt x="2945" y="3999"/>
                    <a:pt x="2945" y="3999"/>
                  </a:cubicBezTo>
                  <a:cubicBezTo>
                    <a:pt x="1963" y="3999"/>
                    <a:pt x="1963" y="3999"/>
                    <a:pt x="1963" y="3999"/>
                  </a:cubicBezTo>
                  <a:cubicBezTo>
                    <a:pt x="0" y="3199"/>
                    <a:pt x="0" y="3199"/>
                    <a:pt x="0" y="3199"/>
                  </a:cubicBezTo>
                  <a:cubicBezTo>
                    <a:pt x="0" y="2400"/>
                    <a:pt x="0" y="2400"/>
                    <a:pt x="0" y="2400"/>
                  </a:cubicBezTo>
                  <a:cubicBezTo>
                    <a:pt x="981" y="1600"/>
                    <a:pt x="981" y="1600"/>
                    <a:pt x="981" y="1600"/>
                  </a:cubicBezTo>
                  <a:cubicBezTo>
                    <a:pt x="981" y="800"/>
                    <a:pt x="981" y="800"/>
                    <a:pt x="981" y="800"/>
                  </a:cubicBezTo>
                  <a:cubicBezTo>
                    <a:pt x="981" y="800"/>
                    <a:pt x="981" y="800"/>
                    <a:pt x="981" y="800"/>
                  </a:cubicBezTo>
                  <a:cubicBezTo>
                    <a:pt x="981" y="0"/>
                    <a:pt x="981" y="0"/>
                    <a:pt x="981" y="0"/>
                  </a:cubicBezTo>
                  <a:cubicBezTo>
                    <a:pt x="981" y="0"/>
                    <a:pt x="981" y="0"/>
                    <a:pt x="981" y="0"/>
                  </a:cubicBezTo>
                  <a:cubicBezTo>
                    <a:pt x="981" y="0"/>
                    <a:pt x="981" y="0"/>
                    <a:pt x="981" y="0"/>
                  </a:cubicBezTo>
                  <a:cubicBezTo>
                    <a:pt x="1963" y="0"/>
                    <a:pt x="1963" y="0"/>
                    <a:pt x="1963" y="0"/>
                  </a:cubicBezTo>
                  <a:cubicBezTo>
                    <a:pt x="1963" y="800"/>
                    <a:pt x="1963" y="800"/>
                    <a:pt x="1963" y="800"/>
                  </a:cubicBezTo>
                  <a:cubicBezTo>
                    <a:pt x="1963" y="800"/>
                    <a:pt x="1963" y="800"/>
                    <a:pt x="1963" y="800"/>
                  </a:cubicBezTo>
                  <a:cubicBezTo>
                    <a:pt x="2945" y="1600"/>
                    <a:pt x="2945" y="1600"/>
                    <a:pt x="2945" y="1600"/>
                  </a:cubicBezTo>
                  <a:cubicBezTo>
                    <a:pt x="3927" y="1600"/>
                    <a:pt x="3927" y="1600"/>
                    <a:pt x="3927" y="1600"/>
                  </a:cubicBezTo>
                  <a:cubicBezTo>
                    <a:pt x="3927" y="1600"/>
                    <a:pt x="3927" y="1600"/>
                    <a:pt x="3927" y="1600"/>
                  </a:cubicBezTo>
                  <a:cubicBezTo>
                    <a:pt x="2945" y="1600"/>
                    <a:pt x="2945" y="1600"/>
                    <a:pt x="2945" y="1600"/>
                  </a:cubicBezTo>
                  <a:cubicBezTo>
                    <a:pt x="3927" y="800"/>
                    <a:pt x="3927" y="800"/>
                    <a:pt x="3927" y="800"/>
                  </a:cubicBezTo>
                  <a:cubicBezTo>
                    <a:pt x="3927" y="800"/>
                    <a:pt x="3927" y="800"/>
                    <a:pt x="3927" y="800"/>
                  </a:cubicBezTo>
                  <a:cubicBezTo>
                    <a:pt x="4909" y="1600"/>
                    <a:pt x="4909" y="1600"/>
                    <a:pt x="4909" y="1600"/>
                  </a:cubicBezTo>
                  <a:cubicBezTo>
                    <a:pt x="4909" y="1600"/>
                    <a:pt x="4909" y="1600"/>
                    <a:pt x="4909" y="1600"/>
                  </a:cubicBezTo>
                  <a:cubicBezTo>
                    <a:pt x="5890" y="1600"/>
                    <a:pt x="5890" y="1600"/>
                    <a:pt x="5890" y="1600"/>
                  </a:cubicBezTo>
                  <a:cubicBezTo>
                    <a:pt x="5890" y="1600"/>
                    <a:pt x="5890" y="1600"/>
                    <a:pt x="5890" y="1600"/>
                  </a:cubicBezTo>
                  <a:cubicBezTo>
                    <a:pt x="6872" y="1600"/>
                    <a:pt x="6872" y="1600"/>
                    <a:pt x="6872" y="1600"/>
                  </a:cubicBezTo>
                  <a:cubicBezTo>
                    <a:pt x="6872" y="2400"/>
                    <a:pt x="6872" y="2400"/>
                    <a:pt x="6872" y="2400"/>
                  </a:cubicBezTo>
                  <a:cubicBezTo>
                    <a:pt x="6872" y="3199"/>
                    <a:pt x="6872" y="3199"/>
                    <a:pt x="6872" y="3199"/>
                  </a:cubicBezTo>
                  <a:cubicBezTo>
                    <a:pt x="6872" y="3199"/>
                    <a:pt x="6872" y="3199"/>
                    <a:pt x="6872" y="3199"/>
                  </a:cubicBezTo>
                  <a:cubicBezTo>
                    <a:pt x="7854" y="3999"/>
                    <a:pt x="7854" y="3999"/>
                    <a:pt x="7854" y="3999"/>
                  </a:cubicBezTo>
                  <a:cubicBezTo>
                    <a:pt x="7854" y="4799"/>
                    <a:pt x="7854" y="4799"/>
                    <a:pt x="7854" y="4799"/>
                  </a:cubicBezTo>
                  <a:cubicBezTo>
                    <a:pt x="8836" y="4799"/>
                    <a:pt x="8836" y="4799"/>
                    <a:pt x="8836" y="4799"/>
                  </a:cubicBezTo>
                  <a:cubicBezTo>
                    <a:pt x="8836" y="4799"/>
                    <a:pt x="8836" y="4799"/>
                    <a:pt x="8836" y="4799"/>
                  </a:cubicBezTo>
                  <a:cubicBezTo>
                    <a:pt x="9818" y="4799"/>
                    <a:pt x="9818" y="4799"/>
                    <a:pt x="9818" y="4799"/>
                  </a:cubicBezTo>
                  <a:cubicBezTo>
                    <a:pt x="11781" y="4799"/>
                    <a:pt x="11781" y="4799"/>
                    <a:pt x="11781" y="4799"/>
                  </a:cubicBezTo>
                  <a:cubicBezTo>
                    <a:pt x="12763" y="4799"/>
                    <a:pt x="12763" y="4799"/>
                    <a:pt x="12763" y="4799"/>
                  </a:cubicBezTo>
                  <a:cubicBezTo>
                    <a:pt x="14727" y="4799"/>
                    <a:pt x="14727" y="4799"/>
                    <a:pt x="14727" y="4799"/>
                  </a:cubicBezTo>
                  <a:cubicBezTo>
                    <a:pt x="15709" y="4799"/>
                    <a:pt x="15709" y="4799"/>
                    <a:pt x="15709" y="4799"/>
                  </a:cubicBezTo>
                  <a:cubicBezTo>
                    <a:pt x="16690" y="4799"/>
                    <a:pt x="16690" y="4799"/>
                    <a:pt x="16690" y="4799"/>
                  </a:cubicBezTo>
                  <a:cubicBezTo>
                    <a:pt x="16690" y="5599"/>
                    <a:pt x="16690" y="5599"/>
                    <a:pt x="16690" y="5599"/>
                  </a:cubicBezTo>
                  <a:cubicBezTo>
                    <a:pt x="17672" y="4799"/>
                    <a:pt x="17672" y="4799"/>
                    <a:pt x="17672" y="4799"/>
                  </a:cubicBezTo>
                  <a:cubicBezTo>
                    <a:pt x="17672" y="5599"/>
                    <a:pt x="17672" y="5599"/>
                    <a:pt x="17672" y="5599"/>
                  </a:cubicBezTo>
                  <a:cubicBezTo>
                    <a:pt x="18654" y="5599"/>
                    <a:pt x="18654" y="5599"/>
                    <a:pt x="18654" y="5599"/>
                  </a:cubicBezTo>
                  <a:cubicBezTo>
                    <a:pt x="17672" y="6399"/>
                    <a:pt x="17672" y="6399"/>
                    <a:pt x="17672" y="6399"/>
                  </a:cubicBezTo>
                  <a:cubicBezTo>
                    <a:pt x="17672" y="7199"/>
                    <a:pt x="17672" y="7199"/>
                    <a:pt x="17672" y="7199"/>
                  </a:cubicBezTo>
                  <a:cubicBezTo>
                    <a:pt x="17672" y="7999"/>
                    <a:pt x="17672" y="7999"/>
                    <a:pt x="17672" y="7999"/>
                  </a:cubicBezTo>
                  <a:cubicBezTo>
                    <a:pt x="16690" y="8799"/>
                    <a:pt x="16690" y="8799"/>
                    <a:pt x="16690" y="8799"/>
                  </a:cubicBezTo>
                  <a:cubicBezTo>
                    <a:pt x="16690" y="8799"/>
                    <a:pt x="16690" y="8799"/>
                    <a:pt x="16690" y="8799"/>
                  </a:cubicBezTo>
                  <a:cubicBezTo>
                    <a:pt x="16690" y="9599"/>
                    <a:pt x="16690" y="9599"/>
                    <a:pt x="16690" y="9599"/>
                  </a:cubicBezTo>
                  <a:cubicBezTo>
                    <a:pt x="15709" y="9599"/>
                    <a:pt x="15709" y="9599"/>
                    <a:pt x="15709" y="9599"/>
                  </a:cubicBezTo>
                  <a:cubicBezTo>
                    <a:pt x="15709" y="8799"/>
                    <a:pt x="15709" y="8799"/>
                    <a:pt x="15709" y="8799"/>
                  </a:cubicBezTo>
                  <a:cubicBezTo>
                    <a:pt x="14727" y="9599"/>
                    <a:pt x="14727" y="9599"/>
                    <a:pt x="14727" y="9599"/>
                  </a:cubicBezTo>
                  <a:cubicBezTo>
                    <a:pt x="14727" y="9599"/>
                    <a:pt x="14727" y="9599"/>
                    <a:pt x="14727" y="9599"/>
                  </a:cubicBezTo>
                  <a:cubicBezTo>
                    <a:pt x="14727" y="10399"/>
                    <a:pt x="14727" y="10399"/>
                    <a:pt x="14727" y="10399"/>
                  </a:cubicBezTo>
                  <a:cubicBezTo>
                    <a:pt x="14727" y="10399"/>
                    <a:pt x="14727" y="10399"/>
                    <a:pt x="14727" y="10399"/>
                  </a:cubicBezTo>
                  <a:cubicBezTo>
                    <a:pt x="14727" y="11199"/>
                    <a:pt x="14727" y="11199"/>
                    <a:pt x="14727" y="11199"/>
                  </a:cubicBezTo>
                  <a:cubicBezTo>
                    <a:pt x="15709" y="11999"/>
                    <a:pt x="15709" y="11999"/>
                    <a:pt x="15709" y="11999"/>
                  </a:cubicBezTo>
                  <a:cubicBezTo>
                    <a:pt x="15709" y="11999"/>
                    <a:pt x="15709" y="11999"/>
                    <a:pt x="15709" y="11999"/>
                  </a:cubicBezTo>
                  <a:cubicBezTo>
                    <a:pt x="15709" y="12799"/>
                    <a:pt x="15709" y="12799"/>
                    <a:pt x="15709" y="12799"/>
                  </a:cubicBezTo>
                  <a:cubicBezTo>
                    <a:pt x="16690" y="12799"/>
                    <a:pt x="16690" y="12799"/>
                    <a:pt x="16690" y="12799"/>
                  </a:cubicBezTo>
                  <a:cubicBezTo>
                    <a:pt x="17672" y="12799"/>
                    <a:pt x="17672" y="12799"/>
                    <a:pt x="17672" y="12799"/>
                  </a:cubicBezTo>
                  <a:cubicBezTo>
                    <a:pt x="17672" y="12799"/>
                    <a:pt x="17672" y="12799"/>
                    <a:pt x="17672" y="12799"/>
                  </a:cubicBezTo>
                  <a:cubicBezTo>
                    <a:pt x="16690" y="12799"/>
                    <a:pt x="16690" y="12799"/>
                    <a:pt x="16690" y="12799"/>
                  </a:cubicBezTo>
                  <a:cubicBezTo>
                    <a:pt x="17672" y="11999"/>
                    <a:pt x="17672" y="11999"/>
                    <a:pt x="17672" y="11999"/>
                  </a:cubicBezTo>
                  <a:cubicBezTo>
                    <a:pt x="17672" y="11199"/>
                    <a:pt x="17672" y="11199"/>
                    <a:pt x="17672" y="11199"/>
                  </a:cubicBezTo>
                  <a:cubicBezTo>
                    <a:pt x="17672" y="11199"/>
                    <a:pt x="17672" y="11199"/>
                    <a:pt x="17672" y="11199"/>
                  </a:cubicBezTo>
                  <a:cubicBezTo>
                    <a:pt x="17672" y="11199"/>
                    <a:pt x="17672" y="11199"/>
                    <a:pt x="17672" y="11199"/>
                  </a:cubicBezTo>
                  <a:cubicBezTo>
                    <a:pt x="17672" y="10399"/>
                    <a:pt x="17672" y="10399"/>
                    <a:pt x="17672" y="10399"/>
                  </a:cubicBezTo>
                  <a:cubicBezTo>
                    <a:pt x="18654" y="11199"/>
                    <a:pt x="18654" y="11199"/>
                    <a:pt x="18654" y="11199"/>
                  </a:cubicBezTo>
                  <a:cubicBezTo>
                    <a:pt x="19636" y="11199"/>
                    <a:pt x="19636" y="11199"/>
                    <a:pt x="19636" y="11199"/>
                  </a:cubicBezTo>
                  <a:cubicBezTo>
                    <a:pt x="19636" y="11199"/>
                    <a:pt x="19636" y="11199"/>
                    <a:pt x="19636" y="11199"/>
                  </a:cubicBezTo>
                  <a:cubicBezTo>
                    <a:pt x="19636" y="11999"/>
                    <a:pt x="19636" y="11999"/>
                    <a:pt x="19636" y="11999"/>
                  </a:cubicBezTo>
                  <a:cubicBezTo>
                    <a:pt x="19636" y="12799"/>
                    <a:pt x="19636" y="12799"/>
                    <a:pt x="19636" y="12799"/>
                  </a:cubicBezTo>
                  <a:cubicBezTo>
                    <a:pt x="19636" y="13599"/>
                    <a:pt x="19636" y="13599"/>
                    <a:pt x="19636" y="13599"/>
                  </a:cubicBezTo>
                  <a:cubicBezTo>
                    <a:pt x="20618" y="13599"/>
                    <a:pt x="20618" y="13599"/>
                    <a:pt x="20618" y="13599"/>
                  </a:cubicBezTo>
                  <a:cubicBezTo>
                    <a:pt x="20618" y="15199"/>
                    <a:pt x="20618" y="15199"/>
                    <a:pt x="20618" y="15199"/>
                  </a:cubicBezTo>
                  <a:cubicBezTo>
                    <a:pt x="20618" y="15999"/>
                    <a:pt x="20618" y="15999"/>
                    <a:pt x="20618" y="15999"/>
                  </a:cubicBezTo>
                  <a:cubicBezTo>
                    <a:pt x="21600" y="16799"/>
                    <a:pt x="21600" y="16799"/>
                    <a:pt x="21600" y="16799"/>
                  </a:cubicBezTo>
                  <a:cubicBezTo>
                    <a:pt x="21600" y="16799"/>
                    <a:pt x="21600" y="16799"/>
                    <a:pt x="21600" y="16799"/>
                  </a:cubicBezTo>
                  <a:cubicBezTo>
                    <a:pt x="21600" y="16799"/>
                    <a:pt x="21600" y="16799"/>
                    <a:pt x="21600" y="16799"/>
                  </a:cubicBezTo>
                  <a:cubicBezTo>
                    <a:pt x="21600" y="17599"/>
                    <a:pt x="21600" y="17599"/>
                    <a:pt x="21600" y="17599"/>
                  </a:cubicBezTo>
                  <a:cubicBezTo>
                    <a:pt x="21600" y="17599"/>
                    <a:pt x="21600" y="17599"/>
                    <a:pt x="21600" y="17599"/>
                  </a:cubicBezTo>
                  <a:close/>
                  <a:moveTo>
                    <a:pt x="15709" y="15199"/>
                  </a:moveTo>
                  <a:cubicBezTo>
                    <a:pt x="15709" y="14399"/>
                    <a:pt x="15709" y="14399"/>
                    <a:pt x="15709" y="14399"/>
                  </a:cubicBezTo>
                  <a:cubicBezTo>
                    <a:pt x="15709" y="14399"/>
                    <a:pt x="15709" y="14399"/>
                    <a:pt x="15709" y="14399"/>
                  </a:cubicBezTo>
                  <a:cubicBezTo>
                    <a:pt x="15709" y="15199"/>
                    <a:pt x="15709" y="15199"/>
                    <a:pt x="15709" y="15199"/>
                  </a:cubicBezTo>
                  <a:cubicBezTo>
                    <a:pt x="15709" y="15199"/>
                    <a:pt x="15709" y="15199"/>
                    <a:pt x="15709" y="15199"/>
                  </a:cubicBezTo>
                  <a:cubicBezTo>
                    <a:pt x="15709" y="15199"/>
                    <a:pt x="15709" y="15199"/>
                    <a:pt x="15709" y="15199"/>
                  </a:cubicBezTo>
                  <a:close/>
                  <a:moveTo>
                    <a:pt x="13745" y="14399"/>
                  </a:moveTo>
                  <a:cubicBezTo>
                    <a:pt x="13745" y="15199"/>
                    <a:pt x="13745" y="15199"/>
                    <a:pt x="13745" y="15199"/>
                  </a:cubicBezTo>
                  <a:cubicBezTo>
                    <a:pt x="13745" y="15999"/>
                    <a:pt x="13745" y="15999"/>
                    <a:pt x="13745" y="15999"/>
                  </a:cubicBezTo>
                  <a:cubicBezTo>
                    <a:pt x="14727" y="15999"/>
                    <a:pt x="14727" y="15999"/>
                    <a:pt x="14727" y="15999"/>
                  </a:cubicBezTo>
                  <a:cubicBezTo>
                    <a:pt x="14727" y="15199"/>
                    <a:pt x="14727" y="15199"/>
                    <a:pt x="14727" y="15199"/>
                  </a:cubicBezTo>
                  <a:cubicBezTo>
                    <a:pt x="14727" y="15199"/>
                    <a:pt x="14727" y="15199"/>
                    <a:pt x="14727" y="15199"/>
                  </a:cubicBezTo>
                  <a:cubicBezTo>
                    <a:pt x="13745" y="14399"/>
                    <a:pt x="13745" y="14399"/>
                    <a:pt x="13745" y="14399"/>
                  </a:cubicBezTo>
                  <a:cubicBezTo>
                    <a:pt x="13745" y="14399"/>
                    <a:pt x="13745" y="14399"/>
                    <a:pt x="13745" y="14399"/>
                  </a:cubicBezTo>
                  <a:close/>
                  <a:moveTo>
                    <a:pt x="12763" y="14399"/>
                  </a:moveTo>
                  <a:cubicBezTo>
                    <a:pt x="11781" y="14399"/>
                    <a:pt x="11781" y="14399"/>
                    <a:pt x="11781" y="14399"/>
                  </a:cubicBezTo>
                  <a:cubicBezTo>
                    <a:pt x="11781" y="14399"/>
                    <a:pt x="11781" y="14399"/>
                    <a:pt x="11781" y="14399"/>
                  </a:cubicBezTo>
                  <a:cubicBezTo>
                    <a:pt x="12763" y="15999"/>
                    <a:pt x="12763" y="15999"/>
                    <a:pt x="12763" y="15999"/>
                  </a:cubicBezTo>
                  <a:cubicBezTo>
                    <a:pt x="13745" y="15999"/>
                    <a:pt x="13745" y="15999"/>
                    <a:pt x="13745" y="15999"/>
                  </a:cubicBezTo>
                  <a:cubicBezTo>
                    <a:pt x="13745" y="14399"/>
                    <a:pt x="13745" y="14399"/>
                    <a:pt x="13745" y="14399"/>
                  </a:cubicBezTo>
                  <a:lnTo>
                    <a:pt x="12763" y="14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6" name="AutoShape 30"/>
            <p:cNvSpPr>
              <a:spLocks/>
            </p:cNvSpPr>
            <p:nvPr/>
          </p:nvSpPr>
          <p:spPr bwMode="auto">
            <a:xfrm>
              <a:off x="16674510" y="5675157"/>
              <a:ext cx="205415" cy="102043"/>
            </a:xfrm>
            <a:custGeom>
              <a:avLst/>
              <a:gdLst>
                <a:gd name="T0" fmla="*/ 102708 w 21600"/>
                <a:gd name="T1" fmla="*/ 51022 h 21600"/>
                <a:gd name="T2" fmla="*/ 102708 w 21600"/>
                <a:gd name="T3" fmla="*/ 51022 h 21600"/>
                <a:gd name="T4" fmla="*/ 102708 w 21600"/>
                <a:gd name="T5" fmla="*/ 51022 h 21600"/>
                <a:gd name="T6" fmla="*/ 102708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9138"/>
                  </a:moveTo>
                  <a:lnTo>
                    <a:pt x="1270" y="9138"/>
                  </a:lnTo>
                  <a:lnTo>
                    <a:pt x="2964" y="3323"/>
                  </a:lnTo>
                  <a:lnTo>
                    <a:pt x="5929" y="0"/>
                  </a:lnTo>
                  <a:lnTo>
                    <a:pt x="9317" y="0"/>
                  </a:lnTo>
                  <a:lnTo>
                    <a:pt x="12282" y="3323"/>
                  </a:lnTo>
                  <a:lnTo>
                    <a:pt x="18635" y="3323"/>
                  </a:lnTo>
                  <a:lnTo>
                    <a:pt x="18635" y="9138"/>
                  </a:lnTo>
                  <a:lnTo>
                    <a:pt x="20329" y="12461"/>
                  </a:lnTo>
                  <a:lnTo>
                    <a:pt x="20329" y="15784"/>
                  </a:lnTo>
                  <a:lnTo>
                    <a:pt x="21599" y="15784"/>
                  </a:lnTo>
                  <a:lnTo>
                    <a:pt x="18635" y="18276"/>
                  </a:lnTo>
                  <a:lnTo>
                    <a:pt x="11011" y="18276"/>
                  </a:lnTo>
                  <a:lnTo>
                    <a:pt x="9317" y="21599"/>
                  </a:lnTo>
                  <a:lnTo>
                    <a:pt x="7623" y="21599"/>
                  </a:lnTo>
                  <a:lnTo>
                    <a:pt x="4658" y="18276"/>
                  </a:lnTo>
                  <a:lnTo>
                    <a:pt x="1270" y="18276"/>
                  </a:lnTo>
                  <a:lnTo>
                    <a:pt x="0" y="15784"/>
                  </a:lnTo>
                  <a:lnTo>
                    <a:pt x="0" y="913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7" name="AutoShape 31"/>
            <p:cNvSpPr>
              <a:spLocks/>
            </p:cNvSpPr>
            <p:nvPr/>
          </p:nvSpPr>
          <p:spPr bwMode="auto">
            <a:xfrm>
              <a:off x="16090496" y="5545644"/>
              <a:ext cx="551792" cy="247260"/>
            </a:xfrm>
            <a:custGeom>
              <a:avLst/>
              <a:gdLst>
                <a:gd name="T0" fmla="*/ 275896 w 21600"/>
                <a:gd name="T1" fmla="*/ 123630 h 21600"/>
                <a:gd name="T2" fmla="*/ 275896 w 21600"/>
                <a:gd name="T3" fmla="*/ 123630 h 21600"/>
                <a:gd name="T4" fmla="*/ 275896 w 21600"/>
                <a:gd name="T5" fmla="*/ 123630 h 21600"/>
                <a:gd name="T6" fmla="*/ 275896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0" y="0"/>
                  </a:moveTo>
                  <a:lnTo>
                    <a:pt x="1734" y="0"/>
                  </a:lnTo>
                  <a:lnTo>
                    <a:pt x="1734" y="1371"/>
                  </a:lnTo>
                  <a:lnTo>
                    <a:pt x="2364" y="1371"/>
                  </a:lnTo>
                  <a:lnTo>
                    <a:pt x="2995" y="0"/>
                  </a:lnTo>
                  <a:lnTo>
                    <a:pt x="3468" y="0"/>
                  </a:lnTo>
                  <a:lnTo>
                    <a:pt x="4729" y="1371"/>
                  </a:lnTo>
                  <a:lnTo>
                    <a:pt x="5833" y="1371"/>
                  </a:lnTo>
                  <a:lnTo>
                    <a:pt x="6464" y="3771"/>
                  </a:lnTo>
                  <a:lnTo>
                    <a:pt x="7567" y="3771"/>
                  </a:lnTo>
                  <a:lnTo>
                    <a:pt x="8198" y="5142"/>
                  </a:lnTo>
                  <a:lnTo>
                    <a:pt x="8198" y="6171"/>
                  </a:lnTo>
                  <a:lnTo>
                    <a:pt x="8829" y="6171"/>
                  </a:lnTo>
                  <a:lnTo>
                    <a:pt x="8829" y="5142"/>
                  </a:lnTo>
                  <a:lnTo>
                    <a:pt x="10563" y="5142"/>
                  </a:lnTo>
                  <a:lnTo>
                    <a:pt x="10563" y="7542"/>
                  </a:lnTo>
                  <a:lnTo>
                    <a:pt x="12928" y="7542"/>
                  </a:lnTo>
                  <a:lnTo>
                    <a:pt x="12297" y="10285"/>
                  </a:lnTo>
                  <a:lnTo>
                    <a:pt x="12928" y="11314"/>
                  </a:lnTo>
                  <a:lnTo>
                    <a:pt x="14662" y="11314"/>
                  </a:lnTo>
                  <a:lnTo>
                    <a:pt x="15293" y="10285"/>
                  </a:lnTo>
                  <a:lnTo>
                    <a:pt x="17027" y="10285"/>
                  </a:lnTo>
                  <a:lnTo>
                    <a:pt x="17027" y="11314"/>
                  </a:lnTo>
                  <a:lnTo>
                    <a:pt x="18131" y="12685"/>
                  </a:lnTo>
                  <a:lnTo>
                    <a:pt x="18131" y="14057"/>
                  </a:lnTo>
                  <a:lnTo>
                    <a:pt x="19865" y="14057"/>
                  </a:lnTo>
                  <a:lnTo>
                    <a:pt x="20496" y="12685"/>
                  </a:lnTo>
                  <a:lnTo>
                    <a:pt x="21127" y="14057"/>
                  </a:lnTo>
                  <a:lnTo>
                    <a:pt x="21127" y="16457"/>
                  </a:lnTo>
                  <a:lnTo>
                    <a:pt x="21599" y="18857"/>
                  </a:lnTo>
                  <a:lnTo>
                    <a:pt x="21127" y="21599"/>
                  </a:lnTo>
                  <a:lnTo>
                    <a:pt x="19235" y="21599"/>
                  </a:lnTo>
                  <a:lnTo>
                    <a:pt x="18762" y="20228"/>
                  </a:lnTo>
                  <a:lnTo>
                    <a:pt x="18131" y="21599"/>
                  </a:lnTo>
                  <a:lnTo>
                    <a:pt x="15766" y="20228"/>
                  </a:lnTo>
                  <a:lnTo>
                    <a:pt x="14662" y="20228"/>
                  </a:lnTo>
                  <a:lnTo>
                    <a:pt x="12928" y="18857"/>
                  </a:lnTo>
                  <a:lnTo>
                    <a:pt x="12297" y="18857"/>
                  </a:lnTo>
                  <a:lnTo>
                    <a:pt x="12297" y="17828"/>
                  </a:lnTo>
                  <a:lnTo>
                    <a:pt x="11194" y="16457"/>
                  </a:lnTo>
                  <a:lnTo>
                    <a:pt x="9302" y="17828"/>
                  </a:lnTo>
                  <a:lnTo>
                    <a:pt x="9302" y="16457"/>
                  </a:lnTo>
                  <a:lnTo>
                    <a:pt x="7567" y="16457"/>
                  </a:lnTo>
                  <a:lnTo>
                    <a:pt x="7094" y="15085"/>
                  </a:lnTo>
                  <a:lnTo>
                    <a:pt x="5833" y="15085"/>
                  </a:lnTo>
                  <a:lnTo>
                    <a:pt x="4729" y="14057"/>
                  </a:lnTo>
                  <a:lnTo>
                    <a:pt x="4099" y="12685"/>
                  </a:lnTo>
                  <a:lnTo>
                    <a:pt x="2995" y="11314"/>
                  </a:lnTo>
                  <a:lnTo>
                    <a:pt x="1734" y="10285"/>
                  </a:lnTo>
                  <a:lnTo>
                    <a:pt x="1261" y="10285"/>
                  </a:lnTo>
                  <a:lnTo>
                    <a:pt x="630" y="8914"/>
                  </a:lnTo>
                  <a:lnTo>
                    <a:pt x="0" y="8914"/>
                  </a:lnTo>
                  <a:lnTo>
                    <a:pt x="0" y="7542"/>
                  </a:lnTo>
                  <a:lnTo>
                    <a:pt x="630" y="6171"/>
                  </a:lnTo>
                  <a:lnTo>
                    <a:pt x="63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8" name="AutoShape 32"/>
            <p:cNvSpPr>
              <a:spLocks/>
            </p:cNvSpPr>
            <p:nvPr/>
          </p:nvSpPr>
          <p:spPr bwMode="auto">
            <a:xfrm>
              <a:off x="14825811" y="5109996"/>
              <a:ext cx="922336" cy="886991"/>
            </a:xfrm>
            <a:custGeom>
              <a:avLst/>
              <a:gdLst>
                <a:gd name="T0" fmla="*/ 461168 w 21600"/>
                <a:gd name="T1" fmla="*/ 443496 h 21600"/>
                <a:gd name="T2" fmla="*/ 461168 w 21600"/>
                <a:gd name="T3" fmla="*/ 443496 h 21600"/>
                <a:gd name="T4" fmla="*/ 461168 w 21600"/>
                <a:gd name="T5" fmla="*/ 443496 h 21600"/>
                <a:gd name="T6" fmla="*/ 461168 w 21600"/>
                <a:gd name="T7" fmla="*/ 44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544" y="21599"/>
                  </a:moveTo>
                  <a:lnTo>
                    <a:pt x="12544" y="21217"/>
                  </a:lnTo>
                  <a:lnTo>
                    <a:pt x="13205" y="20548"/>
                  </a:lnTo>
                  <a:lnTo>
                    <a:pt x="14620" y="20548"/>
                  </a:lnTo>
                  <a:lnTo>
                    <a:pt x="15280" y="20166"/>
                  </a:lnTo>
                  <a:lnTo>
                    <a:pt x="15657" y="20166"/>
                  </a:lnTo>
                  <a:lnTo>
                    <a:pt x="16034" y="20548"/>
                  </a:lnTo>
                  <a:lnTo>
                    <a:pt x="16412" y="20166"/>
                  </a:lnTo>
                  <a:lnTo>
                    <a:pt x="16412" y="19784"/>
                  </a:lnTo>
                  <a:lnTo>
                    <a:pt x="16034" y="18732"/>
                  </a:lnTo>
                  <a:lnTo>
                    <a:pt x="15657" y="18350"/>
                  </a:lnTo>
                  <a:lnTo>
                    <a:pt x="15657" y="18063"/>
                  </a:lnTo>
                  <a:lnTo>
                    <a:pt x="14997" y="18063"/>
                  </a:lnTo>
                  <a:lnTo>
                    <a:pt x="14620" y="17299"/>
                  </a:lnTo>
                  <a:lnTo>
                    <a:pt x="14620" y="16630"/>
                  </a:lnTo>
                  <a:lnTo>
                    <a:pt x="13582" y="16630"/>
                  </a:lnTo>
                  <a:lnTo>
                    <a:pt x="13582" y="15578"/>
                  </a:lnTo>
                  <a:lnTo>
                    <a:pt x="13959" y="15578"/>
                  </a:lnTo>
                  <a:lnTo>
                    <a:pt x="14242" y="14814"/>
                  </a:lnTo>
                  <a:lnTo>
                    <a:pt x="14620" y="14527"/>
                  </a:lnTo>
                  <a:lnTo>
                    <a:pt x="15280" y="14527"/>
                  </a:lnTo>
                  <a:lnTo>
                    <a:pt x="15280" y="14814"/>
                  </a:lnTo>
                  <a:lnTo>
                    <a:pt x="16034" y="14814"/>
                  </a:lnTo>
                  <a:lnTo>
                    <a:pt x="17072" y="14527"/>
                  </a:lnTo>
                  <a:lnTo>
                    <a:pt x="17449" y="14145"/>
                  </a:lnTo>
                  <a:lnTo>
                    <a:pt x="17732" y="13476"/>
                  </a:lnTo>
                  <a:lnTo>
                    <a:pt x="18487" y="12711"/>
                  </a:lnTo>
                  <a:lnTo>
                    <a:pt x="18487" y="12329"/>
                  </a:lnTo>
                  <a:lnTo>
                    <a:pt x="19524" y="11277"/>
                  </a:lnTo>
                  <a:lnTo>
                    <a:pt x="19902" y="10991"/>
                  </a:lnTo>
                  <a:lnTo>
                    <a:pt x="19524" y="10608"/>
                  </a:lnTo>
                  <a:lnTo>
                    <a:pt x="19902" y="10226"/>
                  </a:lnTo>
                  <a:lnTo>
                    <a:pt x="20185" y="9844"/>
                  </a:lnTo>
                  <a:lnTo>
                    <a:pt x="20185" y="8506"/>
                  </a:lnTo>
                  <a:lnTo>
                    <a:pt x="20562" y="7741"/>
                  </a:lnTo>
                  <a:lnTo>
                    <a:pt x="21222" y="7741"/>
                  </a:lnTo>
                  <a:lnTo>
                    <a:pt x="21600" y="7359"/>
                  </a:lnTo>
                  <a:lnTo>
                    <a:pt x="21600" y="7072"/>
                  </a:lnTo>
                  <a:lnTo>
                    <a:pt x="20185" y="7072"/>
                  </a:lnTo>
                  <a:lnTo>
                    <a:pt x="20185" y="6690"/>
                  </a:lnTo>
                  <a:lnTo>
                    <a:pt x="19524" y="6307"/>
                  </a:lnTo>
                  <a:lnTo>
                    <a:pt x="19147" y="6307"/>
                  </a:lnTo>
                  <a:lnTo>
                    <a:pt x="18487" y="6021"/>
                  </a:lnTo>
                  <a:lnTo>
                    <a:pt x="18487" y="5256"/>
                  </a:lnTo>
                  <a:lnTo>
                    <a:pt x="18110" y="4587"/>
                  </a:lnTo>
                  <a:lnTo>
                    <a:pt x="17732" y="3823"/>
                  </a:lnTo>
                  <a:lnTo>
                    <a:pt x="17732" y="3536"/>
                  </a:lnTo>
                  <a:lnTo>
                    <a:pt x="18110" y="3536"/>
                  </a:lnTo>
                  <a:lnTo>
                    <a:pt x="18110" y="3153"/>
                  </a:lnTo>
                  <a:lnTo>
                    <a:pt x="18487" y="2771"/>
                  </a:lnTo>
                  <a:lnTo>
                    <a:pt x="18487" y="2484"/>
                  </a:lnTo>
                  <a:lnTo>
                    <a:pt x="18110" y="2484"/>
                  </a:lnTo>
                  <a:lnTo>
                    <a:pt x="18110" y="2102"/>
                  </a:lnTo>
                  <a:lnTo>
                    <a:pt x="17732" y="2102"/>
                  </a:lnTo>
                  <a:lnTo>
                    <a:pt x="17072" y="1720"/>
                  </a:lnTo>
                  <a:lnTo>
                    <a:pt x="17072" y="1338"/>
                  </a:lnTo>
                  <a:lnTo>
                    <a:pt x="16034" y="1338"/>
                  </a:lnTo>
                  <a:lnTo>
                    <a:pt x="16034" y="669"/>
                  </a:lnTo>
                  <a:lnTo>
                    <a:pt x="16695" y="286"/>
                  </a:lnTo>
                  <a:lnTo>
                    <a:pt x="16695" y="0"/>
                  </a:lnTo>
                  <a:lnTo>
                    <a:pt x="15280" y="0"/>
                  </a:lnTo>
                  <a:lnTo>
                    <a:pt x="14997" y="286"/>
                  </a:lnTo>
                  <a:lnTo>
                    <a:pt x="14620" y="286"/>
                  </a:lnTo>
                  <a:lnTo>
                    <a:pt x="14242" y="669"/>
                  </a:lnTo>
                  <a:lnTo>
                    <a:pt x="13959" y="1051"/>
                  </a:lnTo>
                  <a:lnTo>
                    <a:pt x="14620" y="2102"/>
                  </a:lnTo>
                  <a:lnTo>
                    <a:pt x="14997" y="2484"/>
                  </a:lnTo>
                  <a:lnTo>
                    <a:pt x="13959" y="3536"/>
                  </a:lnTo>
                  <a:lnTo>
                    <a:pt x="14242" y="3823"/>
                  </a:lnTo>
                  <a:lnTo>
                    <a:pt x="14242" y="4205"/>
                  </a:lnTo>
                  <a:lnTo>
                    <a:pt x="13959" y="4587"/>
                  </a:lnTo>
                  <a:lnTo>
                    <a:pt x="12544" y="4587"/>
                  </a:lnTo>
                  <a:lnTo>
                    <a:pt x="12544" y="5256"/>
                  </a:lnTo>
                  <a:lnTo>
                    <a:pt x="12922" y="5256"/>
                  </a:lnTo>
                  <a:lnTo>
                    <a:pt x="13205" y="5638"/>
                  </a:lnTo>
                  <a:lnTo>
                    <a:pt x="13205" y="6021"/>
                  </a:lnTo>
                  <a:lnTo>
                    <a:pt x="12544" y="6021"/>
                  </a:lnTo>
                  <a:lnTo>
                    <a:pt x="12167" y="6307"/>
                  </a:lnTo>
                  <a:lnTo>
                    <a:pt x="12167" y="8123"/>
                  </a:lnTo>
                  <a:lnTo>
                    <a:pt x="11790" y="8506"/>
                  </a:lnTo>
                  <a:lnTo>
                    <a:pt x="11507" y="8123"/>
                  </a:lnTo>
                  <a:lnTo>
                    <a:pt x="11507" y="8506"/>
                  </a:lnTo>
                  <a:lnTo>
                    <a:pt x="10752" y="8506"/>
                  </a:lnTo>
                  <a:lnTo>
                    <a:pt x="10752" y="8123"/>
                  </a:lnTo>
                  <a:lnTo>
                    <a:pt x="10469" y="8506"/>
                  </a:lnTo>
                  <a:lnTo>
                    <a:pt x="9715" y="8792"/>
                  </a:lnTo>
                  <a:lnTo>
                    <a:pt x="10092" y="8792"/>
                  </a:lnTo>
                  <a:lnTo>
                    <a:pt x="9337" y="9557"/>
                  </a:lnTo>
                  <a:lnTo>
                    <a:pt x="9055" y="9175"/>
                  </a:lnTo>
                  <a:lnTo>
                    <a:pt x="8677" y="9557"/>
                  </a:lnTo>
                  <a:lnTo>
                    <a:pt x="8300" y="9844"/>
                  </a:lnTo>
                  <a:lnTo>
                    <a:pt x="8017" y="10226"/>
                  </a:lnTo>
                  <a:lnTo>
                    <a:pt x="8017" y="11277"/>
                  </a:lnTo>
                  <a:lnTo>
                    <a:pt x="8300" y="11660"/>
                  </a:lnTo>
                  <a:lnTo>
                    <a:pt x="8017" y="11660"/>
                  </a:lnTo>
                  <a:lnTo>
                    <a:pt x="7640" y="12042"/>
                  </a:lnTo>
                  <a:lnTo>
                    <a:pt x="5565" y="12042"/>
                  </a:lnTo>
                  <a:lnTo>
                    <a:pt x="5187" y="12329"/>
                  </a:lnTo>
                  <a:lnTo>
                    <a:pt x="3772" y="12329"/>
                  </a:lnTo>
                  <a:lnTo>
                    <a:pt x="2075" y="12711"/>
                  </a:lnTo>
                  <a:lnTo>
                    <a:pt x="0" y="12042"/>
                  </a:lnTo>
                  <a:lnTo>
                    <a:pt x="1037" y="13093"/>
                  </a:lnTo>
                  <a:lnTo>
                    <a:pt x="1037" y="13476"/>
                  </a:lnTo>
                  <a:lnTo>
                    <a:pt x="1320" y="13762"/>
                  </a:lnTo>
                  <a:lnTo>
                    <a:pt x="1697" y="13762"/>
                  </a:lnTo>
                  <a:lnTo>
                    <a:pt x="2075" y="14145"/>
                  </a:lnTo>
                  <a:lnTo>
                    <a:pt x="2735" y="14145"/>
                  </a:lnTo>
                  <a:lnTo>
                    <a:pt x="2735" y="14527"/>
                  </a:lnTo>
                  <a:lnTo>
                    <a:pt x="3112" y="14527"/>
                  </a:lnTo>
                  <a:lnTo>
                    <a:pt x="3112" y="14814"/>
                  </a:lnTo>
                  <a:lnTo>
                    <a:pt x="3489" y="15196"/>
                  </a:lnTo>
                  <a:lnTo>
                    <a:pt x="3489" y="15865"/>
                  </a:lnTo>
                  <a:lnTo>
                    <a:pt x="4150" y="15865"/>
                  </a:lnTo>
                  <a:lnTo>
                    <a:pt x="4150" y="17012"/>
                  </a:lnTo>
                  <a:lnTo>
                    <a:pt x="3772" y="16630"/>
                  </a:lnTo>
                  <a:lnTo>
                    <a:pt x="2735" y="17012"/>
                  </a:lnTo>
                  <a:lnTo>
                    <a:pt x="2358" y="17299"/>
                  </a:lnTo>
                  <a:lnTo>
                    <a:pt x="2075" y="17299"/>
                  </a:lnTo>
                  <a:lnTo>
                    <a:pt x="2075" y="19497"/>
                  </a:lnTo>
                  <a:lnTo>
                    <a:pt x="2358" y="19497"/>
                  </a:lnTo>
                  <a:lnTo>
                    <a:pt x="2735" y="19115"/>
                  </a:lnTo>
                  <a:lnTo>
                    <a:pt x="4527" y="19115"/>
                  </a:lnTo>
                  <a:lnTo>
                    <a:pt x="4527" y="18732"/>
                  </a:lnTo>
                  <a:lnTo>
                    <a:pt x="4810" y="18732"/>
                  </a:lnTo>
                  <a:lnTo>
                    <a:pt x="5187" y="19115"/>
                  </a:lnTo>
                  <a:lnTo>
                    <a:pt x="5187" y="18732"/>
                  </a:lnTo>
                  <a:lnTo>
                    <a:pt x="5565" y="18732"/>
                  </a:lnTo>
                  <a:lnTo>
                    <a:pt x="5565" y="19115"/>
                  </a:lnTo>
                  <a:lnTo>
                    <a:pt x="6225" y="19115"/>
                  </a:lnTo>
                  <a:lnTo>
                    <a:pt x="6602" y="18732"/>
                  </a:lnTo>
                  <a:lnTo>
                    <a:pt x="9337" y="18732"/>
                  </a:lnTo>
                  <a:lnTo>
                    <a:pt x="9715" y="19115"/>
                  </a:lnTo>
                  <a:lnTo>
                    <a:pt x="9715" y="19497"/>
                  </a:lnTo>
                  <a:lnTo>
                    <a:pt x="10469" y="19497"/>
                  </a:lnTo>
                  <a:lnTo>
                    <a:pt x="10469" y="19784"/>
                  </a:lnTo>
                  <a:lnTo>
                    <a:pt x="10752" y="20166"/>
                  </a:lnTo>
                  <a:lnTo>
                    <a:pt x="10752" y="20835"/>
                  </a:lnTo>
                  <a:lnTo>
                    <a:pt x="11130" y="21217"/>
                  </a:lnTo>
                  <a:lnTo>
                    <a:pt x="11790" y="21217"/>
                  </a:lnTo>
                  <a:lnTo>
                    <a:pt x="12167" y="21599"/>
                  </a:lnTo>
                  <a:lnTo>
                    <a:pt x="12544"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9" name="AutoShape 33"/>
            <p:cNvSpPr>
              <a:spLocks/>
            </p:cNvSpPr>
            <p:nvPr/>
          </p:nvSpPr>
          <p:spPr bwMode="auto">
            <a:xfrm>
              <a:off x="15510519" y="5062898"/>
              <a:ext cx="491376" cy="349304"/>
            </a:xfrm>
            <a:custGeom>
              <a:avLst/>
              <a:gdLst>
                <a:gd name="T0" fmla="*/ 245688 w 21600"/>
                <a:gd name="T1" fmla="*/ 174652 h 21600"/>
                <a:gd name="T2" fmla="*/ 245688 w 21600"/>
                <a:gd name="T3" fmla="*/ 174652 h 21600"/>
                <a:gd name="T4" fmla="*/ 245688 w 21600"/>
                <a:gd name="T5" fmla="*/ 174652 h 21600"/>
                <a:gd name="T6" fmla="*/ 245688 w 21600"/>
                <a:gd name="T7" fmla="*/ 1746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445" y="21600"/>
                  </a:moveTo>
                  <a:lnTo>
                    <a:pt x="12393" y="18930"/>
                  </a:lnTo>
                  <a:lnTo>
                    <a:pt x="13101" y="18202"/>
                  </a:lnTo>
                  <a:lnTo>
                    <a:pt x="13809" y="17231"/>
                  </a:lnTo>
                  <a:lnTo>
                    <a:pt x="14340" y="17231"/>
                  </a:lnTo>
                  <a:lnTo>
                    <a:pt x="15757" y="18930"/>
                  </a:lnTo>
                  <a:lnTo>
                    <a:pt x="16288" y="18202"/>
                  </a:lnTo>
                  <a:lnTo>
                    <a:pt x="17704" y="18930"/>
                  </a:lnTo>
                  <a:lnTo>
                    <a:pt x="17704" y="19901"/>
                  </a:lnTo>
                  <a:lnTo>
                    <a:pt x="18413" y="19901"/>
                  </a:lnTo>
                  <a:lnTo>
                    <a:pt x="19652" y="20871"/>
                  </a:lnTo>
                  <a:lnTo>
                    <a:pt x="20360" y="19901"/>
                  </a:lnTo>
                  <a:lnTo>
                    <a:pt x="21599" y="19901"/>
                  </a:lnTo>
                  <a:lnTo>
                    <a:pt x="20891" y="18202"/>
                  </a:lnTo>
                  <a:lnTo>
                    <a:pt x="20891" y="16260"/>
                  </a:lnTo>
                  <a:lnTo>
                    <a:pt x="20360" y="16260"/>
                  </a:lnTo>
                  <a:lnTo>
                    <a:pt x="19652" y="14561"/>
                  </a:lnTo>
                  <a:lnTo>
                    <a:pt x="19652" y="12620"/>
                  </a:lnTo>
                  <a:lnTo>
                    <a:pt x="18944" y="11892"/>
                  </a:lnTo>
                  <a:lnTo>
                    <a:pt x="18413" y="11892"/>
                  </a:lnTo>
                  <a:lnTo>
                    <a:pt x="17704" y="9950"/>
                  </a:lnTo>
                  <a:lnTo>
                    <a:pt x="16996" y="9222"/>
                  </a:lnTo>
                  <a:lnTo>
                    <a:pt x="15757" y="8251"/>
                  </a:lnTo>
                  <a:lnTo>
                    <a:pt x="14340" y="6310"/>
                  </a:lnTo>
                  <a:lnTo>
                    <a:pt x="11685" y="6310"/>
                  </a:lnTo>
                  <a:lnTo>
                    <a:pt x="11685" y="5582"/>
                  </a:lnTo>
                  <a:lnTo>
                    <a:pt x="11154" y="5582"/>
                  </a:lnTo>
                  <a:lnTo>
                    <a:pt x="11154" y="4611"/>
                  </a:lnTo>
                  <a:lnTo>
                    <a:pt x="9206" y="1941"/>
                  </a:lnTo>
                  <a:lnTo>
                    <a:pt x="8498" y="0"/>
                  </a:lnTo>
                  <a:lnTo>
                    <a:pt x="6550" y="0"/>
                  </a:lnTo>
                  <a:lnTo>
                    <a:pt x="6550" y="970"/>
                  </a:lnTo>
                  <a:lnTo>
                    <a:pt x="5842" y="0"/>
                  </a:lnTo>
                  <a:lnTo>
                    <a:pt x="5134" y="0"/>
                  </a:lnTo>
                  <a:lnTo>
                    <a:pt x="4603" y="1941"/>
                  </a:lnTo>
                  <a:lnTo>
                    <a:pt x="3186" y="1941"/>
                  </a:lnTo>
                  <a:lnTo>
                    <a:pt x="1239" y="2912"/>
                  </a:lnTo>
                  <a:lnTo>
                    <a:pt x="1239" y="3640"/>
                  </a:lnTo>
                  <a:lnTo>
                    <a:pt x="0" y="4611"/>
                  </a:lnTo>
                  <a:lnTo>
                    <a:pt x="0" y="6310"/>
                  </a:lnTo>
                  <a:lnTo>
                    <a:pt x="1947" y="6310"/>
                  </a:lnTo>
                  <a:lnTo>
                    <a:pt x="1947" y="7280"/>
                  </a:lnTo>
                  <a:lnTo>
                    <a:pt x="3186" y="8251"/>
                  </a:lnTo>
                  <a:lnTo>
                    <a:pt x="3895" y="8251"/>
                  </a:lnTo>
                  <a:lnTo>
                    <a:pt x="3895" y="9222"/>
                  </a:lnTo>
                  <a:lnTo>
                    <a:pt x="4603" y="9222"/>
                  </a:lnTo>
                  <a:lnTo>
                    <a:pt x="4603" y="9950"/>
                  </a:lnTo>
                  <a:lnTo>
                    <a:pt x="3895" y="10921"/>
                  </a:lnTo>
                  <a:lnTo>
                    <a:pt x="3895" y="11892"/>
                  </a:lnTo>
                  <a:lnTo>
                    <a:pt x="3186" y="11892"/>
                  </a:lnTo>
                  <a:lnTo>
                    <a:pt x="3186" y="12620"/>
                  </a:lnTo>
                  <a:lnTo>
                    <a:pt x="3895" y="14561"/>
                  </a:lnTo>
                  <a:lnTo>
                    <a:pt x="4603" y="16260"/>
                  </a:lnTo>
                  <a:lnTo>
                    <a:pt x="4603" y="18202"/>
                  </a:lnTo>
                  <a:lnTo>
                    <a:pt x="5842" y="18930"/>
                  </a:lnTo>
                  <a:lnTo>
                    <a:pt x="6550" y="18930"/>
                  </a:lnTo>
                  <a:lnTo>
                    <a:pt x="7790" y="19901"/>
                  </a:lnTo>
                  <a:lnTo>
                    <a:pt x="7790" y="20871"/>
                  </a:lnTo>
                  <a:lnTo>
                    <a:pt x="10445" y="20871"/>
                  </a:lnTo>
                  <a:lnTo>
                    <a:pt x="1044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0" name="AutoShape 34"/>
            <p:cNvSpPr>
              <a:spLocks/>
            </p:cNvSpPr>
            <p:nvPr/>
          </p:nvSpPr>
          <p:spPr bwMode="auto">
            <a:xfrm>
              <a:off x="14765401" y="4976556"/>
              <a:ext cx="878031" cy="655433"/>
            </a:xfrm>
            <a:custGeom>
              <a:avLst/>
              <a:gdLst>
                <a:gd name="T0" fmla="*/ 439016 w 21600"/>
                <a:gd name="T1" fmla="*/ 327717 h 21600"/>
                <a:gd name="T2" fmla="*/ 439016 w 21600"/>
                <a:gd name="T3" fmla="*/ 327717 h 21600"/>
                <a:gd name="T4" fmla="*/ 439016 w 21600"/>
                <a:gd name="T5" fmla="*/ 327717 h 21600"/>
                <a:gd name="T6" fmla="*/ 439016 w 21600"/>
                <a:gd name="T7" fmla="*/ 3277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26" y="2845"/>
                  </a:moveTo>
                  <a:lnTo>
                    <a:pt x="19420" y="2457"/>
                  </a:lnTo>
                  <a:lnTo>
                    <a:pt x="19816" y="1940"/>
                  </a:lnTo>
                  <a:lnTo>
                    <a:pt x="19816" y="2457"/>
                  </a:lnTo>
                  <a:lnTo>
                    <a:pt x="20510" y="2457"/>
                  </a:lnTo>
                  <a:lnTo>
                    <a:pt x="20906" y="1940"/>
                  </a:lnTo>
                  <a:lnTo>
                    <a:pt x="21599" y="1940"/>
                  </a:lnTo>
                  <a:lnTo>
                    <a:pt x="21599" y="2457"/>
                  </a:lnTo>
                  <a:lnTo>
                    <a:pt x="20906" y="2845"/>
                  </a:lnTo>
                  <a:lnTo>
                    <a:pt x="21203" y="2845"/>
                  </a:lnTo>
                  <a:lnTo>
                    <a:pt x="20906" y="3880"/>
                  </a:lnTo>
                  <a:lnTo>
                    <a:pt x="20113" y="3880"/>
                  </a:lnTo>
                  <a:lnTo>
                    <a:pt x="18726" y="4397"/>
                  </a:lnTo>
                  <a:lnTo>
                    <a:pt x="17537" y="4397"/>
                  </a:lnTo>
                  <a:lnTo>
                    <a:pt x="17240" y="4785"/>
                  </a:lnTo>
                  <a:lnTo>
                    <a:pt x="16844" y="4785"/>
                  </a:lnTo>
                  <a:lnTo>
                    <a:pt x="16447" y="5302"/>
                  </a:lnTo>
                  <a:lnTo>
                    <a:pt x="16150" y="5820"/>
                  </a:lnTo>
                  <a:lnTo>
                    <a:pt x="16844" y="7243"/>
                  </a:lnTo>
                  <a:lnTo>
                    <a:pt x="17240" y="7760"/>
                  </a:lnTo>
                  <a:lnTo>
                    <a:pt x="16150" y="9183"/>
                  </a:lnTo>
                  <a:lnTo>
                    <a:pt x="16447" y="9571"/>
                  </a:lnTo>
                  <a:lnTo>
                    <a:pt x="16447" y="10088"/>
                  </a:lnTo>
                  <a:lnTo>
                    <a:pt x="16150" y="10605"/>
                  </a:lnTo>
                  <a:lnTo>
                    <a:pt x="14664" y="10605"/>
                  </a:lnTo>
                  <a:lnTo>
                    <a:pt x="14664" y="11511"/>
                  </a:lnTo>
                  <a:lnTo>
                    <a:pt x="15060" y="11511"/>
                  </a:lnTo>
                  <a:lnTo>
                    <a:pt x="15357" y="12028"/>
                  </a:lnTo>
                  <a:lnTo>
                    <a:pt x="15357" y="12546"/>
                  </a:lnTo>
                  <a:lnTo>
                    <a:pt x="14664" y="12546"/>
                  </a:lnTo>
                  <a:lnTo>
                    <a:pt x="14267" y="12934"/>
                  </a:lnTo>
                  <a:lnTo>
                    <a:pt x="14267" y="15391"/>
                  </a:lnTo>
                  <a:lnTo>
                    <a:pt x="13871" y="15908"/>
                  </a:lnTo>
                  <a:lnTo>
                    <a:pt x="13574" y="15391"/>
                  </a:lnTo>
                  <a:lnTo>
                    <a:pt x="13574" y="15908"/>
                  </a:lnTo>
                  <a:lnTo>
                    <a:pt x="12781" y="15908"/>
                  </a:lnTo>
                  <a:lnTo>
                    <a:pt x="12781" y="15391"/>
                  </a:lnTo>
                  <a:lnTo>
                    <a:pt x="12484" y="15908"/>
                  </a:lnTo>
                  <a:lnTo>
                    <a:pt x="11691" y="16297"/>
                  </a:lnTo>
                  <a:lnTo>
                    <a:pt x="12088" y="16297"/>
                  </a:lnTo>
                  <a:lnTo>
                    <a:pt x="11295" y="17331"/>
                  </a:lnTo>
                  <a:lnTo>
                    <a:pt x="10998" y="16814"/>
                  </a:lnTo>
                  <a:lnTo>
                    <a:pt x="10601" y="17331"/>
                  </a:lnTo>
                  <a:lnTo>
                    <a:pt x="10205" y="17719"/>
                  </a:lnTo>
                  <a:lnTo>
                    <a:pt x="9908" y="18237"/>
                  </a:lnTo>
                  <a:lnTo>
                    <a:pt x="9908" y="19659"/>
                  </a:lnTo>
                  <a:lnTo>
                    <a:pt x="10205" y="20177"/>
                  </a:lnTo>
                  <a:lnTo>
                    <a:pt x="9908" y="20177"/>
                  </a:lnTo>
                  <a:lnTo>
                    <a:pt x="9511" y="20694"/>
                  </a:lnTo>
                  <a:lnTo>
                    <a:pt x="7332" y="20694"/>
                  </a:lnTo>
                  <a:lnTo>
                    <a:pt x="6935" y="21082"/>
                  </a:lnTo>
                  <a:lnTo>
                    <a:pt x="5449" y="21082"/>
                  </a:lnTo>
                  <a:lnTo>
                    <a:pt x="3666" y="21600"/>
                  </a:lnTo>
                  <a:lnTo>
                    <a:pt x="1486" y="20694"/>
                  </a:lnTo>
                  <a:lnTo>
                    <a:pt x="2873" y="18754"/>
                  </a:lnTo>
                  <a:lnTo>
                    <a:pt x="2873" y="18237"/>
                  </a:lnTo>
                  <a:lnTo>
                    <a:pt x="2576" y="17719"/>
                  </a:lnTo>
                  <a:lnTo>
                    <a:pt x="2873" y="17331"/>
                  </a:lnTo>
                  <a:lnTo>
                    <a:pt x="2576" y="16297"/>
                  </a:lnTo>
                  <a:lnTo>
                    <a:pt x="1089" y="16297"/>
                  </a:lnTo>
                  <a:lnTo>
                    <a:pt x="1089" y="15908"/>
                  </a:lnTo>
                  <a:lnTo>
                    <a:pt x="693" y="15391"/>
                  </a:lnTo>
                  <a:lnTo>
                    <a:pt x="1089" y="15391"/>
                  </a:lnTo>
                  <a:lnTo>
                    <a:pt x="693" y="14356"/>
                  </a:lnTo>
                  <a:lnTo>
                    <a:pt x="297" y="13451"/>
                  </a:lnTo>
                  <a:lnTo>
                    <a:pt x="297" y="12934"/>
                  </a:lnTo>
                  <a:lnTo>
                    <a:pt x="693" y="12028"/>
                  </a:lnTo>
                  <a:lnTo>
                    <a:pt x="297" y="12028"/>
                  </a:lnTo>
                  <a:lnTo>
                    <a:pt x="297" y="11511"/>
                  </a:lnTo>
                  <a:lnTo>
                    <a:pt x="0" y="10994"/>
                  </a:lnTo>
                  <a:lnTo>
                    <a:pt x="0" y="10605"/>
                  </a:lnTo>
                  <a:lnTo>
                    <a:pt x="297" y="10088"/>
                  </a:lnTo>
                  <a:lnTo>
                    <a:pt x="0" y="10088"/>
                  </a:lnTo>
                  <a:lnTo>
                    <a:pt x="0" y="9571"/>
                  </a:lnTo>
                  <a:lnTo>
                    <a:pt x="297" y="9571"/>
                  </a:lnTo>
                  <a:lnTo>
                    <a:pt x="693" y="9183"/>
                  </a:lnTo>
                  <a:lnTo>
                    <a:pt x="297" y="8665"/>
                  </a:lnTo>
                  <a:lnTo>
                    <a:pt x="693" y="8148"/>
                  </a:lnTo>
                  <a:lnTo>
                    <a:pt x="693" y="7243"/>
                  </a:lnTo>
                  <a:lnTo>
                    <a:pt x="1089" y="7760"/>
                  </a:lnTo>
                  <a:lnTo>
                    <a:pt x="2576" y="7760"/>
                  </a:lnTo>
                  <a:lnTo>
                    <a:pt x="2576" y="8148"/>
                  </a:lnTo>
                  <a:lnTo>
                    <a:pt x="3269" y="8148"/>
                  </a:lnTo>
                  <a:lnTo>
                    <a:pt x="3666" y="7760"/>
                  </a:lnTo>
                  <a:lnTo>
                    <a:pt x="3666" y="7243"/>
                  </a:lnTo>
                  <a:lnTo>
                    <a:pt x="3963" y="7243"/>
                  </a:lnTo>
                  <a:lnTo>
                    <a:pt x="3666" y="6725"/>
                  </a:lnTo>
                  <a:lnTo>
                    <a:pt x="4359" y="6725"/>
                  </a:lnTo>
                  <a:lnTo>
                    <a:pt x="5152" y="6208"/>
                  </a:lnTo>
                  <a:lnTo>
                    <a:pt x="5152" y="5820"/>
                  </a:lnTo>
                  <a:lnTo>
                    <a:pt x="5449" y="5820"/>
                  </a:lnTo>
                  <a:lnTo>
                    <a:pt x="5449" y="4785"/>
                  </a:lnTo>
                  <a:lnTo>
                    <a:pt x="5845" y="4397"/>
                  </a:lnTo>
                  <a:lnTo>
                    <a:pt x="5845" y="3362"/>
                  </a:lnTo>
                  <a:lnTo>
                    <a:pt x="6539" y="3362"/>
                  </a:lnTo>
                  <a:lnTo>
                    <a:pt x="7332" y="2845"/>
                  </a:lnTo>
                  <a:lnTo>
                    <a:pt x="9115" y="2845"/>
                  </a:lnTo>
                  <a:lnTo>
                    <a:pt x="9511" y="3362"/>
                  </a:lnTo>
                  <a:lnTo>
                    <a:pt x="9908" y="3362"/>
                  </a:lnTo>
                  <a:lnTo>
                    <a:pt x="9908" y="2845"/>
                  </a:lnTo>
                  <a:lnTo>
                    <a:pt x="10205" y="3362"/>
                  </a:lnTo>
                  <a:lnTo>
                    <a:pt x="10601" y="3880"/>
                  </a:lnTo>
                  <a:lnTo>
                    <a:pt x="11295" y="3880"/>
                  </a:lnTo>
                  <a:lnTo>
                    <a:pt x="11691" y="3362"/>
                  </a:lnTo>
                  <a:lnTo>
                    <a:pt x="12088" y="3362"/>
                  </a:lnTo>
                  <a:lnTo>
                    <a:pt x="12088" y="2845"/>
                  </a:lnTo>
                  <a:lnTo>
                    <a:pt x="12484" y="2845"/>
                  </a:lnTo>
                  <a:lnTo>
                    <a:pt x="12781" y="3362"/>
                  </a:lnTo>
                  <a:lnTo>
                    <a:pt x="13177" y="3362"/>
                  </a:lnTo>
                  <a:lnTo>
                    <a:pt x="13177" y="2457"/>
                  </a:lnTo>
                  <a:lnTo>
                    <a:pt x="14267" y="2457"/>
                  </a:lnTo>
                  <a:lnTo>
                    <a:pt x="14267" y="1422"/>
                  </a:lnTo>
                  <a:lnTo>
                    <a:pt x="14664" y="1034"/>
                  </a:lnTo>
                  <a:lnTo>
                    <a:pt x="14664" y="0"/>
                  </a:lnTo>
                  <a:lnTo>
                    <a:pt x="15357" y="0"/>
                  </a:lnTo>
                  <a:lnTo>
                    <a:pt x="15357" y="517"/>
                  </a:lnTo>
                  <a:lnTo>
                    <a:pt x="15754" y="517"/>
                  </a:lnTo>
                  <a:lnTo>
                    <a:pt x="15754" y="1422"/>
                  </a:lnTo>
                  <a:lnTo>
                    <a:pt x="16150" y="1422"/>
                  </a:lnTo>
                  <a:lnTo>
                    <a:pt x="16150" y="3880"/>
                  </a:lnTo>
                  <a:lnTo>
                    <a:pt x="16447" y="3880"/>
                  </a:lnTo>
                  <a:lnTo>
                    <a:pt x="16447" y="4397"/>
                  </a:lnTo>
                  <a:lnTo>
                    <a:pt x="17537" y="4397"/>
                  </a:lnTo>
                  <a:lnTo>
                    <a:pt x="17537" y="3880"/>
                  </a:lnTo>
                  <a:lnTo>
                    <a:pt x="17933" y="3880"/>
                  </a:lnTo>
                  <a:lnTo>
                    <a:pt x="18330" y="3362"/>
                  </a:lnTo>
                  <a:lnTo>
                    <a:pt x="18330" y="2845"/>
                  </a:lnTo>
                  <a:lnTo>
                    <a:pt x="18726" y="28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1" name="AutoShape 35"/>
            <p:cNvSpPr>
              <a:spLocks/>
            </p:cNvSpPr>
            <p:nvPr/>
          </p:nvSpPr>
          <p:spPr bwMode="auto">
            <a:xfrm>
              <a:off x="11333829" y="3595052"/>
              <a:ext cx="418878" cy="290432"/>
            </a:xfrm>
            <a:custGeom>
              <a:avLst/>
              <a:gdLst>
                <a:gd name="T0" fmla="*/ 209439 w 21600"/>
                <a:gd name="T1" fmla="*/ 145216 h 21600"/>
                <a:gd name="T2" fmla="*/ 209439 w 21600"/>
                <a:gd name="T3" fmla="*/ 145216 h 21600"/>
                <a:gd name="T4" fmla="*/ 209439 w 21600"/>
                <a:gd name="T5" fmla="*/ 145216 h 21600"/>
                <a:gd name="T6" fmla="*/ 209439 w 21600"/>
                <a:gd name="T7" fmla="*/ 14521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428" y="20520"/>
                  </a:moveTo>
                  <a:cubicBezTo>
                    <a:pt x="15428" y="21600"/>
                    <a:pt x="15428" y="21600"/>
                    <a:pt x="15428" y="21600"/>
                  </a:cubicBezTo>
                  <a:cubicBezTo>
                    <a:pt x="16200" y="21600"/>
                    <a:pt x="16200" y="21600"/>
                    <a:pt x="16200" y="21600"/>
                  </a:cubicBezTo>
                  <a:cubicBezTo>
                    <a:pt x="16971" y="20520"/>
                    <a:pt x="16971" y="20520"/>
                    <a:pt x="16971" y="20520"/>
                  </a:cubicBezTo>
                  <a:cubicBezTo>
                    <a:pt x="16971" y="20520"/>
                    <a:pt x="16971" y="20520"/>
                    <a:pt x="16971" y="20520"/>
                  </a:cubicBezTo>
                  <a:cubicBezTo>
                    <a:pt x="16971" y="20520"/>
                    <a:pt x="16971" y="20520"/>
                    <a:pt x="16971" y="20520"/>
                  </a:cubicBezTo>
                  <a:cubicBezTo>
                    <a:pt x="16971" y="19440"/>
                    <a:pt x="16971" y="19440"/>
                    <a:pt x="16971" y="19440"/>
                  </a:cubicBezTo>
                  <a:cubicBezTo>
                    <a:pt x="16971" y="19440"/>
                    <a:pt x="16971" y="19440"/>
                    <a:pt x="16971" y="19440"/>
                  </a:cubicBezTo>
                  <a:cubicBezTo>
                    <a:pt x="16200" y="19440"/>
                    <a:pt x="16200" y="19440"/>
                    <a:pt x="16200" y="19440"/>
                  </a:cubicBezTo>
                  <a:cubicBezTo>
                    <a:pt x="16200" y="19440"/>
                    <a:pt x="16200" y="19440"/>
                    <a:pt x="16200" y="19440"/>
                  </a:cubicBezTo>
                  <a:cubicBezTo>
                    <a:pt x="16200" y="19440"/>
                    <a:pt x="16200" y="19440"/>
                    <a:pt x="16200" y="19440"/>
                  </a:cubicBezTo>
                  <a:cubicBezTo>
                    <a:pt x="15428" y="19440"/>
                    <a:pt x="15428" y="19440"/>
                    <a:pt x="15428" y="19440"/>
                  </a:cubicBezTo>
                  <a:cubicBezTo>
                    <a:pt x="15428" y="19440"/>
                    <a:pt x="15428" y="19440"/>
                    <a:pt x="15428" y="19440"/>
                  </a:cubicBezTo>
                  <a:cubicBezTo>
                    <a:pt x="16200" y="19440"/>
                    <a:pt x="16200" y="19440"/>
                    <a:pt x="16200" y="19440"/>
                  </a:cubicBezTo>
                  <a:cubicBezTo>
                    <a:pt x="16200" y="19440"/>
                    <a:pt x="16200" y="19440"/>
                    <a:pt x="16200" y="19440"/>
                  </a:cubicBezTo>
                  <a:cubicBezTo>
                    <a:pt x="15428" y="20520"/>
                    <a:pt x="15428" y="20520"/>
                    <a:pt x="15428" y="20520"/>
                  </a:cubicBezTo>
                  <a:cubicBezTo>
                    <a:pt x="15428" y="20520"/>
                    <a:pt x="15428" y="20520"/>
                    <a:pt x="15428" y="20520"/>
                  </a:cubicBezTo>
                  <a:close/>
                  <a:moveTo>
                    <a:pt x="20057" y="15120"/>
                  </a:moveTo>
                  <a:cubicBezTo>
                    <a:pt x="20057" y="16200"/>
                    <a:pt x="20057" y="16200"/>
                    <a:pt x="20057" y="16200"/>
                  </a:cubicBezTo>
                  <a:cubicBezTo>
                    <a:pt x="20057" y="17280"/>
                    <a:pt x="20057" y="17280"/>
                    <a:pt x="20057" y="17280"/>
                  </a:cubicBezTo>
                  <a:cubicBezTo>
                    <a:pt x="21600" y="17280"/>
                    <a:pt x="21600" y="17280"/>
                    <a:pt x="21600" y="17280"/>
                  </a:cubicBezTo>
                  <a:cubicBezTo>
                    <a:pt x="21600" y="16200"/>
                    <a:pt x="21600" y="16200"/>
                    <a:pt x="21600" y="16200"/>
                  </a:cubicBezTo>
                  <a:cubicBezTo>
                    <a:pt x="20828" y="15120"/>
                    <a:pt x="20828" y="15120"/>
                    <a:pt x="20828" y="15120"/>
                  </a:cubicBezTo>
                  <a:cubicBezTo>
                    <a:pt x="20057" y="15120"/>
                    <a:pt x="20057" y="15120"/>
                    <a:pt x="20057" y="15120"/>
                  </a:cubicBezTo>
                  <a:close/>
                  <a:moveTo>
                    <a:pt x="13885" y="12960"/>
                  </a:moveTo>
                  <a:cubicBezTo>
                    <a:pt x="13114" y="14040"/>
                    <a:pt x="13114" y="14040"/>
                    <a:pt x="13114" y="14040"/>
                  </a:cubicBezTo>
                  <a:cubicBezTo>
                    <a:pt x="13885" y="14040"/>
                    <a:pt x="13885" y="14040"/>
                    <a:pt x="13885" y="14040"/>
                  </a:cubicBezTo>
                  <a:cubicBezTo>
                    <a:pt x="13885" y="12960"/>
                    <a:pt x="13885" y="12960"/>
                    <a:pt x="13885" y="12960"/>
                  </a:cubicBezTo>
                  <a:close/>
                  <a:moveTo>
                    <a:pt x="11571" y="17280"/>
                  </a:moveTo>
                  <a:cubicBezTo>
                    <a:pt x="11571" y="17280"/>
                    <a:pt x="11571" y="17280"/>
                    <a:pt x="11571" y="17280"/>
                  </a:cubicBezTo>
                  <a:cubicBezTo>
                    <a:pt x="10800" y="17280"/>
                    <a:pt x="10800" y="17280"/>
                    <a:pt x="10800" y="17280"/>
                  </a:cubicBezTo>
                  <a:cubicBezTo>
                    <a:pt x="11571" y="16200"/>
                    <a:pt x="11571" y="16200"/>
                    <a:pt x="11571" y="16200"/>
                  </a:cubicBezTo>
                  <a:cubicBezTo>
                    <a:pt x="11571" y="16200"/>
                    <a:pt x="11571" y="16200"/>
                    <a:pt x="11571" y="16200"/>
                  </a:cubicBezTo>
                  <a:cubicBezTo>
                    <a:pt x="10800" y="16200"/>
                    <a:pt x="10800" y="16200"/>
                    <a:pt x="10800" y="16200"/>
                  </a:cubicBezTo>
                  <a:cubicBezTo>
                    <a:pt x="10028" y="16200"/>
                    <a:pt x="10028" y="16200"/>
                    <a:pt x="10028" y="16200"/>
                  </a:cubicBezTo>
                  <a:cubicBezTo>
                    <a:pt x="10028" y="15120"/>
                    <a:pt x="10028" y="15120"/>
                    <a:pt x="10028" y="15120"/>
                  </a:cubicBezTo>
                  <a:cubicBezTo>
                    <a:pt x="10028" y="14040"/>
                    <a:pt x="10028" y="14040"/>
                    <a:pt x="10028" y="14040"/>
                  </a:cubicBezTo>
                  <a:cubicBezTo>
                    <a:pt x="9257" y="14040"/>
                    <a:pt x="9257" y="14040"/>
                    <a:pt x="9257" y="14040"/>
                  </a:cubicBezTo>
                  <a:cubicBezTo>
                    <a:pt x="9257" y="12960"/>
                    <a:pt x="9257" y="12960"/>
                    <a:pt x="9257" y="12960"/>
                  </a:cubicBezTo>
                  <a:cubicBezTo>
                    <a:pt x="10028" y="12960"/>
                    <a:pt x="10028" y="12960"/>
                    <a:pt x="10028" y="12960"/>
                  </a:cubicBezTo>
                  <a:cubicBezTo>
                    <a:pt x="10028" y="11880"/>
                    <a:pt x="10028" y="11880"/>
                    <a:pt x="10028" y="11880"/>
                  </a:cubicBezTo>
                  <a:cubicBezTo>
                    <a:pt x="10028" y="11880"/>
                    <a:pt x="10028" y="11880"/>
                    <a:pt x="10028" y="11880"/>
                  </a:cubicBezTo>
                  <a:cubicBezTo>
                    <a:pt x="10800" y="12960"/>
                    <a:pt x="10800" y="12960"/>
                    <a:pt x="10800" y="12960"/>
                  </a:cubicBezTo>
                  <a:cubicBezTo>
                    <a:pt x="10800" y="12960"/>
                    <a:pt x="10800" y="12960"/>
                    <a:pt x="10800" y="12960"/>
                  </a:cubicBezTo>
                  <a:cubicBezTo>
                    <a:pt x="11571" y="12960"/>
                    <a:pt x="11571" y="12960"/>
                    <a:pt x="11571" y="12960"/>
                  </a:cubicBezTo>
                  <a:cubicBezTo>
                    <a:pt x="11571" y="12960"/>
                    <a:pt x="11571" y="12960"/>
                    <a:pt x="11571" y="12960"/>
                  </a:cubicBezTo>
                  <a:cubicBezTo>
                    <a:pt x="11571" y="12960"/>
                    <a:pt x="11571" y="12960"/>
                    <a:pt x="11571" y="12960"/>
                  </a:cubicBezTo>
                  <a:cubicBezTo>
                    <a:pt x="11571" y="12960"/>
                    <a:pt x="11571" y="12960"/>
                    <a:pt x="11571" y="12960"/>
                  </a:cubicBezTo>
                  <a:cubicBezTo>
                    <a:pt x="11571" y="11880"/>
                    <a:pt x="11571" y="11880"/>
                    <a:pt x="11571" y="11880"/>
                  </a:cubicBezTo>
                  <a:cubicBezTo>
                    <a:pt x="10800" y="11880"/>
                    <a:pt x="10800" y="11880"/>
                    <a:pt x="10800" y="11880"/>
                  </a:cubicBezTo>
                  <a:cubicBezTo>
                    <a:pt x="11571" y="10800"/>
                    <a:pt x="11571" y="10800"/>
                    <a:pt x="11571" y="10800"/>
                  </a:cubicBezTo>
                  <a:cubicBezTo>
                    <a:pt x="12342" y="10800"/>
                    <a:pt x="12342" y="10800"/>
                    <a:pt x="12342" y="10800"/>
                  </a:cubicBezTo>
                  <a:cubicBezTo>
                    <a:pt x="13114" y="10800"/>
                    <a:pt x="13114" y="10800"/>
                    <a:pt x="13114" y="10800"/>
                  </a:cubicBezTo>
                  <a:cubicBezTo>
                    <a:pt x="13114" y="11880"/>
                    <a:pt x="13114" y="11880"/>
                    <a:pt x="13114" y="11880"/>
                  </a:cubicBezTo>
                  <a:cubicBezTo>
                    <a:pt x="13114" y="12960"/>
                    <a:pt x="13114" y="12960"/>
                    <a:pt x="13114" y="12960"/>
                  </a:cubicBezTo>
                  <a:cubicBezTo>
                    <a:pt x="13114" y="14040"/>
                    <a:pt x="13114" y="14040"/>
                    <a:pt x="13114" y="14040"/>
                  </a:cubicBezTo>
                  <a:cubicBezTo>
                    <a:pt x="12342" y="14040"/>
                    <a:pt x="12342" y="14040"/>
                    <a:pt x="12342" y="14040"/>
                  </a:cubicBezTo>
                  <a:cubicBezTo>
                    <a:pt x="12342" y="14040"/>
                    <a:pt x="12342" y="14040"/>
                    <a:pt x="12342" y="14040"/>
                  </a:cubicBezTo>
                  <a:cubicBezTo>
                    <a:pt x="13114" y="15120"/>
                    <a:pt x="13114" y="15120"/>
                    <a:pt x="13114" y="15120"/>
                  </a:cubicBezTo>
                  <a:cubicBezTo>
                    <a:pt x="13114" y="15120"/>
                    <a:pt x="13114" y="15120"/>
                    <a:pt x="13114" y="15120"/>
                  </a:cubicBezTo>
                  <a:cubicBezTo>
                    <a:pt x="13114" y="16200"/>
                    <a:pt x="13114" y="16200"/>
                    <a:pt x="13114" y="16200"/>
                  </a:cubicBezTo>
                  <a:cubicBezTo>
                    <a:pt x="12342" y="16200"/>
                    <a:pt x="12342" y="16200"/>
                    <a:pt x="12342" y="16200"/>
                  </a:cubicBezTo>
                  <a:cubicBezTo>
                    <a:pt x="12342" y="17280"/>
                    <a:pt x="12342" y="17280"/>
                    <a:pt x="12342" y="17280"/>
                  </a:cubicBezTo>
                  <a:cubicBezTo>
                    <a:pt x="11571" y="17280"/>
                    <a:pt x="11571" y="17280"/>
                    <a:pt x="11571" y="17280"/>
                  </a:cubicBezTo>
                  <a:close/>
                  <a:moveTo>
                    <a:pt x="12342" y="17280"/>
                  </a:moveTo>
                  <a:cubicBezTo>
                    <a:pt x="12342" y="17280"/>
                    <a:pt x="12342" y="17280"/>
                    <a:pt x="12342" y="17280"/>
                  </a:cubicBezTo>
                  <a:cubicBezTo>
                    <a:pt x="12342" y="17280"/>
                    <a:pt x="12342" y="17280"/>
                    <a:pt x="12342" y="17280"/>
                  </a:cubicBezTo>
                  <a:cubicBezTo>
                    <a:pt x="13114" y="17280"/>
                    <a:pt x="13114" y="17280"/>
                    <a:pt x="13114" y="17280"/>
                  </a:cubicBezTo>
                  <a:cubicBezTo>
                    <a:pt x="13114" y="16200"/>
                    <a:pt x="13114" y="16200"/>
                    <a:pt x="13114" y="16200"/>
                  </a:cubicBezTo>
                  <a:cubicBezTo>
                    <a:pt x="12342" y="17280"/>
                    <a:pt x="12342" y="17280"/>
                    <a:pt x="12342" y="17280"/>
                  </a:cubicBezTo>
                  <a:cubicBezTo>
                    <a:pt x="12342" y="17280"/>
                    <a:pt x="12342" y="17280"/>
                    <a:pt x="12342" y="17280"/>
                  </a:cubicBezTo>
                  <a:close/>
                  <a:moveTo>
                    <a:pt x="10028" y="17280"/>
                  </a:moveTo>
                  <a:cubicBezTo>
                    <a:pt x="10028" y="18360"/>
                    <a:pt x="10028" y="18360"/>
                    <a:pt x="10028" y="18360"/>
                  </a:cubicBezTo>
                  <a:cubicBezTo>
                    <a:pt x="10800" y="18360"/>
                    <a:pt x="10800" y="18360"/>
                    <a:pt x="10800" y="18360"/>
                  </a:cubicBezTo>
                  <a:cubicBezTo>
                    <a:pt x="10800" y="18360"/>
                    <a:pt x="10800" y="18360"/>
                    <a:pt x="10800" y="18360"/>
                  </a:cubicBezTo>
                  <a:cubicBezTo>
                    <a:pt x="11571" y="17280"/>
                    <a:pt x="11571" y="17280"/>
                    <a:pt x="11571" y="17280"/>
                  </a:cubicBezTo>
                  <a:cubicBezTo>
                    <a:pt x="11571" y="17280"/>
                    <a:pt x="11571" y="17280"/>
                    <a:pt x="11571" y="17280"/>
                  </a:cubicBezTo>
                  <a:cubicBezTo>
                    <a:pt x="12342" y="17280"/>
                    <a:pt x="12342" y="17280"/>
                    <a:pt x="12342" y="17280"/>
                  </a:cubicBezTo>
                  <a:cubicBezTo>
                    <a:pt x="12342" y="18360"/>
                    <a:pt x="12342" y="18360"/>
                    <a:pt x="12342" y="18360"/>
                  </a:cubicBezTo>
                  <a:cubicBezTo>
                    <a:pt x="11571" y="18360"/>
                    <a:pt x="11571" y="18360"/>
                    <a:pt x="11571" y="18360"/>
                  </a:cubicBezTo>
                  <a:cubicBezTo>
                    <a:pt x="11571" y="19440"/>
                    <a:pt x="11571" y="19440"/>
                    <a:pt x="11571" y="19440"/>
                  </a:cubicBezTo>
                  <a:cubicBezTo>
                    <a:pt x="11571" y="19440"/>
                    <a:pt x="11571" y="19440"/>
                    <a:pt x="11571" y="19440"/>
                  </a:cubicBezTo>
                  <a:cubicBezTo>
                    <a:pt x="11571" y="18360"/>
                    <a:pt x="11571" y="18360"/>
                    <a:pt x="11571" y="18360"/>
                  </a:cubicBezTo>
                  <a:cubicBezTo>
                    <a:pt x="10800" y="19440"/>
                    <a:pt x="10800" y="19440"/>
                    <a:pt x="10800" y="19440"/>
                  </a:cubicBezTo>
                  <a:cubicBezTo>
                    <a:pt x="10028" y="19440"/>
                    <a:pt x="10028" y="19440"/>
                    <a:pt x="10028" y="19440"/>
                  </a:cubicBezTo>
                  <a:cubicBezTo>
                    <a:pt x="9257" y="19440"/>
                    <a:pt x="9257" y="19440"/>
                    <a:pt x="9257" y="19440"/>
                  </a:cubicBezTo>
                  <a:cubicBezTo>
                    <a:pt x="9257" y="18360"/>
                    <a:pt x="9257" y="18360"/>
                    <a:pt x="9257" y="18360"/>
                  </a:cubicBezTo>
                  <a:cubicBezTo>
                    <a:pt x="9257" y="18360"/>
                    <a:pt x="9257" y="18360"/>
                    <a:pt x="9257" y="18360"/>
                  </a:cubicBezTo>
                  <a:cubicBezTo>
                    <a:pt x="9257" y="18360"/>
                    <a:pt x="9257" y="18360"/>
                    <a:pt x="9257" y="18360"/>
                  </a:cubicBezTo>
                  <a:cubicBezTo>
                    <a:pt x="9257" y="17280"/>
                    <a:pt x="9257" y="17280"/>
                    <a:pt x="9257" y="17280"/>
                  </a:cubicBezTo>
                  <a:cubicBezTo>
                    <a:pt x="10028" y="17280"/>
                    <a:pt x="10028" y="17280"/>
                    <a:pt x="10028" y="17280"/>
                  </a:cubicBezTo>
                  <a:close/>
                  <a:moveTo>
                    <a:pt x="6942" y="12960"/>
                  </a:moveTo>
                  <a:cubicBezTo>
                    <a:pt x="7714" y="11880"/>
                    <a:pt x="7714" y="11880"/>
                    <a:pt x="7714" y="11880"/>
                  </a:cubicBezTo>
                  <a:cubicBezTo>
                    <a:pt x="7714" y="10800"/>
                    <a:pt x="7714" y="10800"/>
                    <a:pt x="7714" y="10800"/>
                  </a:cubicBezTo>
                  <a:cubicBezTo>
                    <a:pt x="7714" y="11880"/>
                    <a:pt x="7714" y="11880"/>
                    <a:pt x="7714" y="11880"/>
                  </a:cubicBezTo>
                  <a:cubicBezTo>
                    <a:pt x="7714" y="12960"/>
                    <a:pt x="7714" y="12960"/>
                    <a:pt x="7714" y="12960"/>
                  </a:cubicBezTo>
                  <a:cubicBezTo>
                    <a:pt x="6942" y="12960"/>
                    <a:pt x="6942" y="12960"/>
                    <a:pt x="6942" y="12960"/>
                  </a:cubicBezTo>
                  <a:close/>
                  <a:moveTo>
                    <a:pt x="6942" y="17280"/>
                  </a:moveTo>
                  <a:cubicBezTo>
                    <a:pt x="7714" y="18360"/>
                    <a:pt x="7714" y="18360"/>
                    <a:pt x="7714" y="18360"/>
                  </a:cubicBezTo>
                  <a:cubicBezTo>
                    <a:pt x="7714" y="18360"/>
                    <a:pt x="7714" y="18360"/>
                    <a:pt x="7714" y="18360"/>
                  </a:cubicBezTo>
                  <a:cubicBezTo>
                    <a:pt x="6942" y="17280"/>
                    <a:pt x="6942" y="17280"/>
                    <a:pt x="6942" y="17280"/>
                  </a:cubicBezTo>
                  <a:close/>
                  <a:moveTo>
                    <a:pt x="8485" y="16200"/>
                  </a:moveTo>
                  <a:cubicBezTo>
                    <a:pt x="8485" y="17280"/>
                    <a:pt x="8485" y="17280"/>
                    <a:pt x="8485" y="17280"/>
                  </a:cubicBezTo>
                  <a:cubicBezTo>
                    <a:pt x="7714" y="18360"/>
                    <a:pt x="7714" y="18360"/>
                    <a:pt x="7714" y="18360"/>
                  </a:cubicBezTo>
                  <a:cubicBezTo>
                    <a:pt x="8485" y="18360"/>
                    <a:pt x="8485" y="18360"/>
                    <a:pt x="8485" y="18360"/>
                  </a:cubicBezTo>
                  <a:cubicBezTo>
                    <a:pt x="8485" y="18360"/>
                    <a:pt x="8485" y="18360"/>
                    <a:pt x="8485" y="18360"/>
                  </a:cubicBezTo>
                  <a:cubicBezTo>
                    <a:pt x="9257" y="17280"/>
                    <a:pt x="9257" y="17280"/>
                    <a:pt x="9257" y="17280"/>
                  </a:cubicBezTo>
                  <a:cubicBezTo>
                    <a:pt x="9257" y="17280"/>
                    <a:pt x="8485" y="16200"/>
                    <a:pt x="8485" y="16200"/>
                  </a:cubicBezTo>
                  <a:close/>
                  <a:moveTo>
                    <a:pt x="5399" y="14040"/>
                  </a:moveTo>
                  <a:cubicBezTo>
                    <a:pt x="6171" y="14040"/>
                    <a:pt x="6171" y="14040"/>
                    <a:pt x="6171" y="14040"/>
                  </a:cubicBezTo>
                  <a:cubicBezTo>
                    <a:pt x="6942" y="14040"/>
                    <a:pt x="6942" y="14040"/>
                    <a:pt x="6942" y="14040"/>
                  </a:cubicBezTo>
                  <a:cubicBezTo>
                    <a:pt x="7714" y="14040"/>
                    <a:pt x="7714" y="14040"/>
                    <a:pt x="7714" y="14040"/>
                  </a:cubicBezTo>
                  <a:cubicBezTo>
                    <a:pt x="7714" y="15120"/>
                    <a:pt x="7714" y="15120"/>
                    <a:pt x="7714" y="15120"/>
                  </a:cubicBezTo>
                  <a:cubicBezTo>
                    <a:pt x="8485" y="16200"/>
                    <a:pt x="8485" y="16200"/>
                    <a:pt x="8485" y="16200"/>
                  </a:cubicBezTo>
                  <a:cubicBezTo>
                    <a:pt x="7714" y="17280"/>
                    <a:pt x="7714" y="17280"/>
                    <a:pt x="7714" y="17280"/>
                  </a:cubicBezTo>
                  <a:cubicBezTo>
                    <a:pt x="6942" y="17280"/>
                    <a:pt x="6942" y="17280"/>
                    <a:pt x="6942" y="17280"/>
                  </a:cubicBezTo>
                  <a:cubicBezTo>
                    <a:pt x="6942" y="17280"/>
                    <a:pt x="6942" y="17280"/>
                    <a:pt x="6942" y="17280"/>
                  </a:cubicBezTo>
                  <a:cubicBezTo>
                    <a:pt x="6171" y="17280"/>
                    <a:pt x="6171" y="17280"/>
                    <a:pt x="6171" y="17280"/>
                  </a:cubicBezTo>
                  <a:cubicBezTo>
                    <a:pt x="5399" y="16200"/>
                    <a:pt x="5399" y="16200"/>
                    <a:pt x="5399" y="16200"/>
                  </a:cubicBezTo>
                  <a:cubicBezTo>
                    <a:pt x="5399" y="15120"/>
                    <a:pt x="5399" y="15120"/>
                    <a:pt x="5399" y="15120"/>
                  </a:cubicBezTo>
                  <a:cubicBezTo>
                    <a:pt x="5399" y="14040"/>
                    <a:pt x="5399" y="14040"/>
                    <a:pt x="5399" y="14040"/>
                  </a:cubicBezTo>
                  <a:close/>
                  <a:moveTo>
                    <a:pt x="8485" y="3240"/>
                  </a:moveTo>
                  <a:cubicBezTo>
                    <a:pt x="8485" y="2160"/>
                    <a:pt x="8485" y="2160"/>
                    <a:pt x="8485" y="2160"/>
                  </a:cubicBezTo>
                  <a:cubicBezTo>
                    <a:pt x="9257" y="2160"/>
                    <a:pt x="9257" y="2160"/>
                    <a:pt x="9257" y="2160"/>
                  </a:cubicBezTo>
                  <a:cubicBezTo>
                    <a:pt x="8485" y="3240"/>
                    <a:pt x="8485" y="3240"/>
                    <a:pt x="8485" y="3240"/>
                  </a:cubicBezTo>
                  <a:cubicBezTo>
                    <a:pt x="8485" y="3240"/>
                    <a:pt x="8485" y="3240"/>
                    <a:pt x="8485" y="3240"/>
                  </a:cubicBezTo>
                  <a:close/>
                  <a:moveTo>
                    <a:pt x="2314" y="7560"/>
                  </a:moveTo>
                  <a:cubicBezTo>
                    <a:pt x="2314" y="6480"/>
                    <a:pt x="2314" y="6480"/>
                    <a:pt x="2314" y="6480"/>
                  </a:cubicBezTo>
                  <a:cubicBezTo>
                    <a:pt x="2314" y="5399"/>
                    <a:pt x="2314" y="5399"/>
                    <a:pt x="2314" y="5399"/>
                  </a:cubicBezTo>
                  <a:cubicBezTo>
                    <a:pt x="3085" y="5399"/>
                    <a:pt x="3085" y="5399"/>
                    <a:pt x="3085" y="5399"/>
                  </a:cubicBezTo>
                  <a:cubicBezTo>
                    <a:pt x="3085" y="6480"/>
                    <a:pt x="3085" y="6480"/>
                    <a:pt x="3085" y="6480"/>
                  </a:cubicBezTo>
                  <a:cubicBezTo>
                    <a:pt x="2314" y="7560"/>
                    <a:pt x="2314" y="7560"/>
                    <a:pt x="2314" y="7560"/>
                  </a:cubicBezTo>
                  <a:cubicBezTo>
                    <a:pt x="2314" y="7560"/>
                    <a:pt x="2314" y="7560"/>
                    <a:pt x="2314" y="7560"/>
                  </a:cubicBezTo>
                  <a:close/>
                  <a:moveTo>
                    <a:pt x="1542" y="7560"/>
                  </a:moveTo>
                  <a:cubicBezTo>
                    <a:pt x="1542" y="6480"/>
                    <a:pt x="1542" y="6480"/>
                    <a:pt x="1542" y="6480"/>
                  </a:cubicBezTo>
                  <a:cubicBezTo>
                    <a:pt x="1542" y="6480"/>
                    <a:pt x="1542" y="6480"/>
                    <a:pt x="1542" y="6480"/>
                  </a:cubicBezTo>
                  <a:cubicBezTo>
                    <a:pt x="3085" y="5399"/>
                    <a:pt x="3085" y="5399"/>
                    <a:pt x="3085" y="5399"/>
                  </a:cubicBezTo>
                  <a:cubicBezTo>
                    <a:pt x="3085" y="5399"/>
                    <a:pt x="3085" y="5399"/>
                    <a:pt x="3085" y="5399"/>
                  </a:cubicBezTo>
                  <a:cubicBezTo>
                    <a:pt x="3857" y="5399"/>
                    <a:pt x="3857" y="5399"/>
                    <a:pt x="3857" y="5399"/>
                  </a:cubicBezTo>
                  <a:cubicBezTo>
                    <a:pt x="4628" y="5399"/>
                    <a:pt x="4628" y="5399"/>
                    <a:pt x="4628" y="5399"/>
                  </a:cubicBezTo>
                  <a:cubicBezTo>
                    <a:pt x="4628" y="5399"/>
                    <a:pt x="4628" y="5399"/>
                    <a:pt x="4628" y="5399"/>
                  </a:cubicBezTo>
                  <a:cubicBezTo>
                    <a:pt x="5399" y="5399"/>
                    <a:pt x="5399" y="5399"/>
                    <a:pt x="5399" y="5399"/>
                  </a:cubicBezTo>
                  <a:cubicBezTo>
                    <a:pt x="6171" y="5399"/>
                    <a:pt x="6171" y="5399"/>
                    <a:pt x="6171" y="5399"/>
                  </a:cubicBezTo>
                  <a:cubicBezTo>
                    <a:pt x="6171" y="5399"/>
                    <a:pt x="6171" y="5399"/>
                    <a:pt x="6171" y="5399"/>
                  </a:cubicBezTo>
                  <a:cubicBezTo>
                    <a:pt x="6942" y="3240"/>
                    <a:pt x="6942" y="3240"/>
                    <a:pt x="6942" y="3240"/>
                  </a:cubicBezTo>
                  <a:cubicBezTo>
                    <a:pt x="6942" y="3240"/>
                    <a:pt x="6942" y="3240"/>
                    <a:pt x="6942" y="3240"/>
                  </a:cubicBezTo>
                  <a:cubicBezTo>
                    <a:pt x="6942" y="2160"/>
                    <a:pt x="6942" y="2160"/>
                    <a:pt x="6942" y="2160"/>
                  </a:cubicBezTo>
                  <a:cubicBezTo>
                    <a:pt x="6942" y="1079"/>
                    <a:pt x="6942" y="1079"/>
                    <a:pt x="6942" y="1079"/>
                  </a:cubicBezTo>
                  <a:cubicBezTo>
                    <a:pt x="7714" y="0"/>
                    <a:pt x="7714" y="0"/>
                    <a:pt x="7714" y="0"/>
                  </a:cubicBezTo>
                  <a:cubicBezTo>
                    <a:pt x="7714" y="0"/>
                    <a:pt x="7714" y="0"/>
                    <a:pt x="7714" y="0"/>
                  </a:cubicBezTo>
                  <a:cubicBezTo>
                    <a:pt x="6171" y="1079"/>
                    <a:pt x="6171" y="1079"/>
                    <a:pt x="6171" y="1079"/>
                  </a:cubicBezTo>
                  <a:cubicBezTo>
                    <a:pt x="5399" y="2160"/>
                    <a:pt x="5399" y="2160"/>
                    <a:pt x="5399" y="2160"/>
                  </a:cubicBezTo>
                  <a:cubicBezTo>
                    <a:pt x="4628" y="2160"/>
                    <a:pt x="4628" y="2160"/>
                    <a:pt x="4628" y="2160"/>
                  </a:cubicBezTo>
                  <a:cubicBezTo>
                    <a:pt x="4628" y="2160"/>
                    <a:pt x="4628" y="2160"/>
                    <a:pt x="4628" y="2160"/>
                  </a:cubicBezTo>
                  <a:cubicBezTo>
                    <a:pt x="3857" y="3240"/>
                    <a:pt x="3857" y="3240"/>
                    <a:pt x="3857" y="3240"/>
                  </a:cubicBezTo>
                  <a:cubicBezTo>
                    <a:pt x="3857" y="4320"/>
                    <a:pt x="3857" y="4320"/>
                    <a:pt x="3857" y="4320"/>
                  </a:cubicBezTo>
                  <a:cubicBezTo>
                    <a:pt x="3085" y="4320"/>
                    <a:pt x="3085" y="4320"/>
                    <a:pt x="3085" y="4320"/>
                  </a:cubicBezTo>
                  <a:cubicBezTo>
                    <a:pt x="2314" y="5399"/>
                    <a:pt x="2314" y="5399"/>
                    <a:pt x="2314" y="5399"/>
                  </a:cubicBezTo>
                  <a:cubicBezTo>
                    <a:pt x="1542" y="5399"/>
                    <a:pt x="1542" y="5399"/>
                    <a:pt x="1542" y="5399"/>
                  </a:cubicBezTo>
                  <a:cubicBezTo>
                    <a:pt x="1542" y="5399"/>
                    <a:pt x="1542" y="5399"/>
                    <a:pt x="1542" y="5399"/>
                  </a:cubicBezTo>
                  <a:cubicBezTo>
                    <a:pt x="771" y="5399"/>
                    <a:pt x="771" y="5399"/>
                    <a:pt x="771" y="5399"/>
                  </a:cubicBezTo>
                  <a:cubicBezTo>
                    <a:pt x="771" y="6480"/>
                    <a:pt x="771" y="6480"/>
                    <a:pt x="771" y="6480"/>
                  </a:cubicBezTo>
                  <a:cubicBezTo>
                    <a:pt x="771" y="6480"/>
                    <a:pt x="771" y="6480"/>
                    <a:pt x="771" y="6480"/>
                  </a:cubicBezTo>
                  <a:cubicBezTo>
                    <a:pt x="771" y="6480"/>
                    <a:pt x="771" y="6480"/>
                    <a:pt x="771" y="6480"/>
                  </a:cubicBezTo>
                  <a:cubicBezTo>
                    <a:pt x="1542" y="7560"/>
                    <a:pt x="1542" y="7560"/>
                    <a:pt x="1542" y="7560"/>
                  </a:cubicBezTo>
                  <a:close/>
                  <a:moveTo>
                    <a:pt x="4628" y="18360"/>
                  </a:moveTo>
                  <a:cubicBezTo>
                    <a:pt x="4628" y="18360"/>
                    <a:pt x="4628" y="18360"/>
                    <a:pt x="4628" y="18360"/>
                  </a:cubicBezTo>
                  <a:cubicBezTo>
                    <a:pt x="4628" y="17280"/>
                    <a:pt x="4628" y="17280"/>
                    <a:pt x="4628" y="17280"/>
                  </a:cubicBezTo>
                  <a:cubicBezTo>
                    <a:pt x="4628" y="17280"/>
                    <a:pt x="4628" y="17280"/>
                    <a:pt x="4628" y="17280"/>
                  </a:cubicBezTo>
                  <a:cubicBezTo>
                    <a:pt x="3857" y="17280"/>
                    <a:pt x="3857" y="17280"/>
                    <a:pt x="3857" y="17280"/>
                  </a:cubicBezTo>
                  <a:cubicBezTo>
                    <a:pt x="3857" y="16200"/>
                    <a:pt x="3857" y="16200"/>
                    <a:pt x="3857" y="16200"/>
                  </a:cubicBezTo>
                  <a:cubicBezTo>
                    <a:pt x="4628" y="16200"/>
                    <a:pt x="4628" y="16200"/>
                    <a:pt x="4628" y="16200"/>
                  </a:cubicBezTo>
                  <a:cubicBezTo>
                    <a:pt x="4628" y="15120"/>
                    <a:pt x="4628" y="15120"/>
                    <a:pt x="4628" y="15120"/>
                  </a:cubicBezTo>
                  <a:cubicBezTo>
                    <a:pt x="4628" y="15120"/>
                    <a:pt x="4628" y="15120"/>
                    <a:pt x="4628" y="15120"/>
                  </a:cubicBezTo>
                  <a:cubicBezTo>
                    <a:pt x="4628" y="14040"/>
                    <a:pt x="4628" y="14040"/>
                    <a:pt x="4628" y="14040"/>
                  </a:cubicBezTo>
                  <a:cubicBezTo>
                    <a:pt x="5399" y="12960"/>
                    <a:pt x="5399" y="12960"/>
                    <a:pt x="5399" y="12960"/>
                  </a:cubicBezTo>
                  <a:cubicBezTo>
                    <a:pt x="5399" y="12960"/>
                    <a:pt x="5399" y="12960"/>
                    <a:pt x="5399" y="12960"/>
                  </a:cubicBezTo>
                  <a:cubicBezTo>
                    <a:pt x="6171" y="12960"/>
                    <a:pt x="6171" y="12960"/>
                    <a:pt x="6171" y="12960"/>
                  </a:cubicBezTo>
                  <a:cubicBezTo>
                    <a:pt x="6171" y="12960"/>
                    <a:pt x="6171" y="12960"/>
                    <a:pt x="6171" y="12960"/>
                  </a:cubicBezTo>
                  <a:cubicBezTo>
                    <a:pt x="6942" y="11880"/>
                    <a:pt x="6942" y="11880"/>
                    <a:pt x="6942" y="11880"/>
                  </a:cubicBezTo>
                  <a:cubicBezTo>
                    <a:pt x="6942" y="10800"/>
                    <a:pt x="6942" y="10800"/>
                    <a:pt x="6942" y="10800"/>
                  </a:cubicBezTo>
                  <a:cubicBezTo>
                    <a:pt x="6171" y="10800"/>
                    <a:pt x="6171" y="10800"/>
                    <a:pt x="6171" y="10800"/>
                  </a:cubicBezTo>
                  <a:cubicBezTo>
                    <a:pt x="6942" y="9720"/>
                    <a:pt x="6942" y="9720"/>
                    <a:pt x="6942" y="9720"/>
                  </a:cubicBezTo>
                  <a:cubicBezTo>
                    <a:pt x="7714" y="9720"/>
                    <a:pt x="7714" y="9720"/>
                    <a:pt x="7714" y="9720"/>
                  </a:cubicBezTo>
                  <a:cubicBezTo>
                    <a:pt x="7714" y="10800"/>
                    <a:pt x="7714" y="10800"/>
                    <a:pt x="7714" y="10800"/>
                  </a:cubicBezTo>
                  <a:cubicBezTo>
                    <a:pt x="8485" y="9720"/>
                    <a:pt x="8485" y="9720"/>
                    <a:pt x="8485" y="9720"/>
                  </a:cubicBezTo>
                  <a:cubicBezTo>
                    <a:pt x="8485" y="10800"/>
                    <a:pt x="8485" y="10800"/>
                    <a:pt x="8485" y="10800"/>
                  </a:cubicBezTo>
                  <a:cubicBezTo>
                    <a:pt x="8485" y="9720"/>
                    <a:pt x="8485" y="9720"/>
                    <a:pt x="8485" y="9720"/>
                  </a:cubicBezTo>
                  <a:cubicBezTo>
                    <a:pt x="8485" y="8640"/>
                    <a:pt x="8485" y="8640"/>
                    <a:pt x="8485" y="8640"/>
                  </a:cubicBezTo>
                  <a:cubicBezTo>
                    <a:pt x="8485" y="8640"/>
                    <a:pt x="8485" y="8640"/>
                    <a:pt x="8485" y="8640"/>
                  </a:cubicBezTo>
                  <a:cubicBezTo>
                    <a:pt x="7714" y="8640"/>
                    <a:pt x="7714" y="8640"/>
                    <a:pt x="7714" y="8640"/>
                  </a:cubicBezTo>
                  <a:cubicBezTo>
                    <a:pt x="6942" y="8640"/>
                    <a:pt x="6942" y="8640"/>
                    <a:pt x="6942" y="8640"/>
                  </a:cubicBezTo>
                  <a:cubicBezTo>
                    <a:pt x="6942" y="7560"/>
                    <a:pt x="6942" y="7560"/>
                    <a:pt x="6942" y="7560"/>
                  </a:cubicBezTo>
                  <a:cubicBezTo>
                    <a:pt x="6171" y="7560"/>
                    <a:pt x="6171" y="7560"/>
                    <a:pt x="6171" y="7560"/>
                  </a:cubicBezTo>
                  <a:cubicBezTo>
                    <a:pt x="6171" y="7560"/>
                    <a:pt x="6171" y="7560"/>
                    <a:pt x="6171" y="7560"/>
                  </a:cubicBezTo>
                  <a:cubicBezTo>
                    <a:pt x="6171" y="6480"/>
                    <a:pt x="6171" y="6480"/>
                    <a:pt x="6171" y="6480"/>
                  </a:cubicBezTo>
                  <a:cubicBezTo>
                    <a:pt x="6171" y="6480"/>
                    <a:pt x="6171" y="6480"/>
                    <a:pt x="6171" y="6480"/>
                  </a:cubicBezTo>
                  <a:cubicBezTo>
                    <a:pt x="5399" y="5399"/>
                    <a:pt x="5399" y="5399"/>
                    <a:pt x="5399" y="5399"/>
                  </a:cubicBezTo>
                  <a:cubicBezTo>
                    <a:pt x="4628" y="5399"/>
                    <a:pt x="4628" y="5399"/>
                    <a:pt x="4628" y="5399"/>
                  </a:cubicBezTo>
                  <a:cubicBezTo>
                    <a:pt x="3857" y="5399"/>
                    <a:pt x="3857" y="5399"/>
                    <a:pt x="3857" y="5399"/>
                  </a:cubicBezTo>
                  <a:cubicBezTo>
                    <a:pt x="3857" y="5399"/>
                    <a:pt x="3857" y="5399"/>
                    <a:pt x="3857" y="5399"/>
                  </a:cubicBezTo>
                  <a:cubicBezTo>
                    <a:pt x="3085" y="6480"/>
                    <a:pt x="3085" y="6480"/>
                    <a:pt x="3085" y="6480"/>
                  </a:cubicBezTo>
                  <a:cubicBezTo>
                    <a:pt x="3857" y="6480"/>
                    <a:pt x="3857" y="6480"/>
                    <a:pt x="3857" y="6480"/>
                  </a:cubicBezTo>
                  <a:cubicBezTo>
                    <a:pt x="3857" y="7560"/>
                    <a:pt x="3857" y="7560"/>
                    <a:pt x="3857" y="7560"/>
                  </a:cubicBezTo>
                  <a:cubicBezTo>
                    <a:pt x="4628" y="8640"/>
                    <a:pt x="4628" y="8640"/>
                    <a:pt x="4628" y="8640"/>
                  </a:cubicBezTo>
                  <a:cubicBezTo>
                    <a:pt x="4628" y="8640"/>
                    <a:pt x="4628" y="8640"/>
                    <a:pt x="4628" y="8640"/>
                  </a:cubicBezTo>
                  <a:cubicBezTo>
                    <a:pt x="3857" y="8640"/>
                    <a:pt x="3857" y="8640"/>
                    <a:pt x="3857" y="8640"/>
                  </a:cubicBezTo>
                  <a:cubicBezTo>
                    <a:pt x="3085" y="8640"/>
                    <a:pt x="3085" y="8640"/>
                    <a:pt x="3085" y="8640"/>
                  </a:cubicBezTo>
                  <a:cubicBezTo>
                    <a:pt x="3085" y="7560"/>
                    <a:pt x="3085" y="7560"/>
                    <a:pt x="3085" y="7560"/>
                  </a:cubicBezTo>
                  <a:cubicBezTo>
                    <a:pt x="3085" y="7560"/>
                    <a:pt x="3085" y="7560"/>
                    <a:pt x="3085" y="7560"/>
                  </a:cubicBezTo>
                  <a:cubicBezTo>
                    <a:pt x="3085" y="6480"/>
                    <a:pt x="3085" y="6480"/>
                    <a:pt x="3085" y="6480"/>
                  </a:cubicBezTo>
                  <a:cubicBezTo>
                    <a:pt x="3085" y="6480"/>
                    <a:pt x="3085" y="6480"/>
                    <a:pt x="3085" y="6480"/>
                  </a:cubicBezTo>
                  <a:cubicBezTo>
                    <a:pt x="2314" y="7560"/>
                    <a:pt x="2314" y="7560"/>
                    <a:pt x="2314" y="7560"/>
                  </a:cubicBezTo>
                  <a:cubicBezTo>
                    <a:pt x="2314" y="8640"/>
                    <a:pt x="2314" y="8640"/>
                    <a:pt x="2314" y="8640"/>
                  </a:cubicBezTo>
                  <a:cubicBezTo>
                    <a:pt x="2314" y="8640"/>
                    <a:pt x="2314" y="8640"/>
                    <a:pt x="2314" y="8640"/>
                  </a:cubicBezTo>
                  <a:cubicBezTo>
                    <a:pt x="1542" y="8640"/>
                    <a:pt x="1542" y="8640"/>
                    <a:pt x="1542" y="8640"/>
                  </a:cubicBezTo>
                  <a:cubicBezTo>
                    <a:pt x="771" y="8640"/>
                    <a:pt x="771" y="8640"/>
                    <a:pt x="771" y="8640"/>
                  </a:cubicBezTo>
                  <a:cubicBezTo>
                    <a:pt x="771" y="7560"/>
                    <a:pt x="771" y="7560"/>
                    <a:pt x="771" y="7560"/>
                  </a:cubicBezTo>
                  <a:cubicBezTo>
                    <a:pt x="0" y="8640"/>
                    <a:pt x="0" y="8640"/>
                    <a:pt x="0" y="8640"/>
                  </a:cubicBezTo>
                  <a:cubicBezTo>
                    <a:pt x="771" y="9720"/>
                    <a:pt x="771" y="9720"/>
                    <a:pt x="771" y="9720"/>
                  </a:cubicBezTo>
                  <a:cubicBezTo>
                    <a:pt x="771" y="9720"/>
                    <a:pt x="771" y="9720"/>
                    <a:pt x="771" y="9720"/>
                  </a:cubicBezTo>
                  <a:cubicBezTo>
                    <a:pt x="771" y="9720"/>
                    <a:pt x="771" y="9720"/>
                    <a:pt x="771" y="9720"/>
                  </a:cubicBezTo>
                  <a:cubicBezTo>
                    <a:pt x="0" y="9720"/>
                    <a:pt x="0" y="9720"/>
                    <a:pt x="0" y="9720"/>
                  </a:cubicBezTo>
                  <a:cubicBezTo>
                    <a:pt x="0" y="10800"/>
                    <a:pt x="0" y="10800"/>
                    <a:pt x="0" y="10800"/>
                  </a:cubicBezTo>
                  <a:cubicBezTo>
                    <a:pt x="771" y="10800"/>
                    <a:pt x="771" y="10800"/>
                    <a:pt x="771" y="10800"/>
                  </a:cubicBezTo>
                  <a:cubicBezTo>
                    <a:pt x="771" y="11880"/>
                    <a:pt x="771" y="11880"/>
                    <a:pt x="771" y="11880"/>
                  </a:cubicBezTo>
                  <a:cubicBezTo>
                    <a:pt x="1542" y="12960"/>
                    <a:pt x="1542" y="12960"/>
                    <a:pt x="1542" y="12960"/>
                  </a:cubicBezTo>
                  <a:cubicBezTo>
                    <a:pt x="0" y="12960"/>
                    <a:pt x="0" y="12960"/>
                    <a:pt x="0" y="12960"/>
                  </a:cubicBezTo>
                  <a:cubicBezTo>
                    <a:pt x="0" y="14040"/>
                    <a:pt x="0" y="14040"/>
                    <a:pt x="0" y="14040"/>
                  </a:cubicBezTo>
                  <a:cubicBezTo>
                    <a:pt x="0" y="15120"/>
                    <a:pt x="0" y="15120"/>
                    <a:pt x="0" y="15120"/>
                  </a:cubicBezTo>
                  <a:cubicBezTo>
                    <a:pt x="771" y="14040"/>
                    <a:pt x="771" y="14040"/>
                    <a:pt x="771" y="14040"/>
                  </a:cubicBezTo>
                  <a:cubicBezTo>
                    <a:pt x="1542" y="15120"/>
                    <a:pt x="1542" y="15120"/>
                    <a:pt x="1542" y="15120"/>
                  </a:cubicBezTo>
                  <a:cubicBezTo>
                    <a:pt x="1542" y="16200"/>
                    <a:pt x="1542" y="16200"/>
                    <a:pt x="1542" y="16200"/>
                  </a:cubicBezTo>
                  <a:cubicBezTo>
                    <a:pt x="1542" y="17280"/>
                    <a:pt x="1542" y="17280"/>
                    <a:pt x="1542" y="17280"/>
                  </a:cubicBezTo>
                  <a:cubicBezTo>
                    <a:pt x="1542" y="17280"/>
                    <a:pt x="1542" y="17280"/>
                    <a:pt x="1542" y="17280"/>
                  </a:cubicBezTo>
                  <a:cubicBezTo>
                    <a:pt x="2314" y="17280"/>
                    <a:pt x="2314" y="17280"/>
                    <a:pt x="2314" y="17280"/>
                  </a:cubicBezTo>
                  <a:cubicBezTo>
                    <a:pt x="3857" y="18360"/>
                    <a:pt x="3857" y="18360"/>
                    <a:pt x="3857" y="18360"/>
                  </a:cubicBezTo>
                  <a:cubicBezTo>
                    <a:pt x="3857" y="18360"/>
                    <a:pt x="3857" y="18360"/>
                    <a:pt x="3857" y="18360"/>
                  </a:cubicBezTo>
                  <a:lnTo>
                    <a:pt x="4628" y="1836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2" name="AutoShape 36"/>
            <p:cNvSpPr>
              <a:spLocks/>
            </p:cNvSpPr>
            <p:nvPr/>
          </p:nvSpPr>
          <p:spPr bwMode="auto">
            <a:xfrm>
              <a:off x="11124393" y="2209625"/>
              <a:ext cx="1341210" cy="1369734"/>
            </a:xfrm>
            <a:custGeom>
              <a:avLst/>
              <a:gdLst>
                <a:gd name="T0" fmla="*/ 670605 w 21600"/>
                <a:gd name="T1" fmla="*/ 684867 h 21600"/>
                <a:gd name="T2" fmla="*/ 670605 w 21600"/>
                <a:gd name="T3" fmla="*/ 684867 h 21600"/>
                <a:gd name="T4" fmla="*/ 670605 w 21600"/>
                <a:gd name="T5" fmla="*/ 684867 h 21600"/>
                <a:gd name="T6" fmla="*/ 670605 w 21600"/>
                <a:gd name="T7" fmla="*/ 6848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19" y="3906"/>
                  </a:moveTo>
                  <a:cubicBezTo>
                    <a:pt x="20159" y="3906"/>
                    <a:pt x="20159" y="3906"/>
                    <a:pt x="20159" y="3906"/>
                  </a:cubicBezTo>
                  <a:cubicBezTo>
                    <a:pt x="20159" y="3676"/>
                    <a:pt x="20159" y="3676"/>
                    <a:pt x="20159" y="3676"/>
                  </a:cubicBezTo>
                  <a:cubicBezTo>
                    <a:pt x="20399" y="3446"/>
                    <a:pt x="20399" y="3446"/>
                    <a:pt x="20399" y="3446"/>
                  </a:cubicBezTo>
                  <a:cubicBezTo>
                    <a:pt x="20639" y="3446"/>
                    <a:pt x="20639" y="3446"/>
                    <a:pt x="20639" y="3446"/>
                  </a:cubicBezTo>
                  <a:cubicBezTo>
                    <a:pt x="20879" y="3217"/>
                    <a:pt x="20879" y="3217"/>
                    <a:pt x="20879" y="3217"/>
                  </a:cubicBezTo>
                  <a:cubicBezTo>
                    <a:pt x="20879" y="2987"/>
                    <a:pt x="20879" y="2987"/>
                    <a:pt x="20879" y="2987"/>
                  </a:cubicBezTo>
                  <a:cubicBezTo>
                    <a:pt x="21120" y="2987"/>
                    <a:pt x="21120" y="2987"/>
                    <a:pt x="21120" y="2987"/>
                  </a:cubicBezTo>
                  <a:cubicBezTo>
                    <a:pt x="21360" y="2987"/>
                    <a:pt x="21360" y="2987"/>
                    <a:pt x="21360" y="2987"/>
                  </a:cubicBezTo>
                  <a:cubicBezTo>
                    <a:pt x="21360" y="2757"/>
                    <a:pt x="21360" y="2757"/>
                    <a:pt x="21360" y="2757"/>
                  </a:cubicBezTo>
                  <a:cubicBezTo>
                    <a:pt x="21360" y="2527"/>
                    <a:pt x="21360" y="2527"/>
                    <a:pt x="21360" y="2527"/>
                  </a:cubicBezTo>
                  <a:cubicBezTo>
                    <a:pt x="21360" y="2527"/>
                    <a:pt x="21360" y="2527"/>
                    <a:pt x="21360" y="2527"/>
                  </a:cubicBezTo>
                  <a:cubicBezTo>
                    <a:pt x="21120" y="2527"/>
                    <a:pt x="21120" y="2527"/>
                    <a:pt x="21120" y="2527"/>
                  </a:cubicBezTo>
                  <a:cubicBezTo>
                    <a:pt x="21120" y="2527"/>
                    <a:pt x="21120" y="2527"/>
                    <a:pt x="21120" y="2527"/>
                  </a:cubicBezTo>
                  <a:cubicBezTo>
                    <a:pt x="20879" y="2527"/>
                    <a:pt x="20879" y="2527"/>
                    <a:pt x="20879" y="2527"/>
                  </a:cubicBezTo>
                  <a:cubicBezTo>
                    <a:pt x="20879" y="2757"/>
                    <a:pt x="20879" y="2757"/>
                    <a:pt x="20879" y="2757"/>
                  </a:cubicBezTo>
                  <a:cubicBezTo>
                    <a:pt x="20879" y="2527"/>
                    <a:pt x="20879" y="2527"/>
                    <a:pt x="20879" y="2527"/>
                  </a:cubicBezTo>
                  <a:cubicBezTo>
                    <a:pt x="20879" y="2527"/>
                    <a:pt x="20879" y="2527"/>
                    <a:pt x="20879" y="2527"/>
                  </a:cubicBezTo>
                  <a:cubicBezTo>
                    <a:pt x="20639" y="2527"/>
                    <a:pt x="20639" y="2527"/>
                    <a:pt x="20639" y="2527"/>
                  </a:cubicBezTo>
                  <a:cubicBezTo>
                    <a:pt x="20639" y="2527"/>
                    <a:pt x="20639" y="2527"/>
                    <a:pt x="20639" y="2527"/>
                  </a:cubicBezTo>
                  <a:cubicBezTo>
                    <a:pt x="20639" y="2757"/>
                    <a:pt x="20639" y="2757"/>
                    <a:pt x="20639" y="2757"/>
                  </a:cubicBezTo>
                  <a:cubicBezTo>
                    <a:pt x="20639" y="2757"/>
                    <a:pt x="20639" y="2757"/>
                    <a:pt x="20639" y="2757"/>
                  </a:cubicBezTo>
                  <a:cubicBezTo>
                    <a:pt x="20639" y="2527"/>
                    <a:pt x="20639" y="2527"/>
                    <a:pt x="20639" y="2527"/>
                  </a:cubicBezTo>
                  <a:cubicBezTo>
                    <a:pt x="20399" y="2757"/>
                    <a:pt x="20399" y="2757"/>
                    <a:pt x="20399" y="2757"/>
                  </a:cubicBezTo>
                  <a:cubicBezTo>
                    <a:pt x="20399" y="2757"/>
                    <a:pt x="20399" y="2757"/>
                    <a:pt x="20399" y="2757"/>
                  </a:cubicBezTo>
                  <a:cubicBezTo>
                    <a:pt x="20399" y="2757"/>
                    <a:pt x="20399" y="2757"/>
                    <a:pt x="20399" y="2757"/>
                  </a:cubicBezTo>
                  <a:cubicBezTo>
                    <a:pt x="20159" y="2527"/>
                    <a:pt x="20159" y="2527"/>
                    <a:pt x="20159" y="2527"/>
                  </a:cubicBezTo>
                  <a:cubicBezTo>
                    <a:pt x="20159" y="2527"/>
                    <a:pt x="20159" y="2527"/>
                    <a:pt x="20159" y="2527"/>
                  </a:cubicBezTo>
                  <a:cubicBezTo>
                    <a:pt x="20159" y="2297"/>
                    <a:pt x="20159" y="2297"/>
                    <a:pt x="20159" y="2297"/>
                  </a:cubicBezTo>
                  <a:cubicBezTo>
                    <a:pt x="19919" y="2297"/>
                    <a:pt x="19919" y="2297"/>
                    <a:pt x="19919" y="2297"/>
                  </a:cubicBezTo>
                  <a:cubicBezTo>
                    <a:pt x="19919" y="2297"/>
                    <a:pt x="19919" y="2297"/>
                    <a:pt x="19919" y="2297"/>
                  </a:cubicBezTo>
                  <a:cubicBezTo>
                    <a:pt x="19679" y="2068"/>
                    <a:pt x="19679" y="2068"/>
                    <a:pt x="19679" y="2068"/>
                  </a:cubicBezTo>
                  <a:cubicBezTo>
                    <a:pt x="19439" y="2068"/>
                    <a:pt x="19439" y="2068"/>
                    <a:pt x="19439" y="2068"/>
                  </a:cubicBezTo>
                  <a:cubicBezTo>
                    <a:pt x="19199" y="2068"/>
                    <a:pt x="19199" y="2068"/>
                    <a:pt x="19199" y="2068"/>
                  </a:cubicBezTo>
                  <a:cubicBezTo>
                    <a:pt x="19439" y="2068"/>
                    <a:pt x="19439" y="2068"/>
                    <a:pt x="19439" y="2068"/>
                  </a:cubicBezTo>
                  <a:cubicBezTo>
                    <a:pt x="19679" y="2068"/>
                    <a:pt x="19679" y="2068"/>
                    <a:pt x="19679" y="2068"/>
                  </a:cubicBezTo>
                  <a:cubicBezTo>
                    <a:pt x="19919" y="2068"/>
                    <a:pt x="19919" y="2068"/>
                    <a:pt x="19919" y="2068"/>
                  </a:cubicBezTo>
                  <a:cubicBezTo>
                    <a:pt x="20159" y="2068"/>
                    <a:pt x="20159" y="2068"/>
                    <a:pt x="20159" y="2068"/>
                  </a:cubicBezTo>
                  <a:cubicBezTo>
                    <a:pt x="20639" y="2068"/>
                    <a:pt x="20639" y="2068"/>
                    <a:pt x="20639" y="2068"/>
                  </a:cubicBezTo>
                  <a:cubicBezTo>
                    <a:pt x="20879" y="2068"/>
                    <a:pt x="20879" y="2068"/>
                    <a:pt x="20879" y="2068"/>
                  </a:cubicBezTo>
                  <a:cubicBezTo>
                    <a:pt x="21120" y="1608"/>
                    <a:pt x="21120" y="1608"/>
                    <a:pt x="21120" y="1608"/>
                  </a:cubicBezTo>
                  <a:cubicBezTo>
                    <a:pt x="21360" y="1608"/>
                    <a:pt x="21360" y="1608"/>
                    <a:pt x="21360" y="1608"/>
                  </a:cubicBezTo>
                  <a:cubicBezTo>
                    <a:pt x="21599" y="1378"/>
                    <a:pt x="21599" y="1378"/>
                    <a:pt x="21599" y="1378"/>
                  </a:cubicBezTo>
                  <a:cubicBezTo>
                    <a:pt x="21599" y="1378"/>
                    <a:pt x="21599" y="1378"/>
                    <a:pt x="21599" y="1378"/>
                  </a:cubicBezTo>
                  <a:cubicBezTo>
                    <a:pt x="21360" y="1378"/>
                    <a:pt x="21360" y="1378"/>
                    <a:pt x="21360" y="1378"/>
                  </a:cubicBezTo>
                  <a:cubicBezTo>
                    <a:pt x="21360" y="1378"/>
                    <a:pt x="21360" y="1378"/>
                    <a:pt x="21360" y="1378"/>
                  </a:cubicBezTo>
                  <a:cubicBezTo>
                    <a:pt x="21360" y="1148"/>
                    <a:pt x="21360" y="1148"/>
                    <a:pt x="21360" y="1148"/>
                  </a:cubicBezTo>
                  <a:cubicBezTo>
                    <a:pt x="21120" y="1378"/>
                    <a:pt x="21120" y="1378"/>
                    <a:pt x="21120" y="1378"/>
                  </a:cubicBezTo>
                  <a:cubicBezTo>
                    <a:pt x="20879" y="1148"/>
                    <a:pt x="20879" y="1148"/>
                    <a:pt x="20879" y="1148"/>
                  </a:cubicBezTo>
                  <a:cubicBezTo>
                    <a:pt x="20639" y="1148"/>
                    <a:pt x="20639" y="1148"/>
                    <a:pt x="20639" y="1148"/>
                  </a:cubicBezTo>
                  <a:cubicBezTo>
                    <a:pt x="20639" y="1378"/>
                    <a:pt x="20639" y="1378"/>
                    <a:pt x="20639" y="1378"/>
                  </a:cubicBezTo>
                  <a:cubicBezTo>
                    <a:pt x="20399" y="1378"/>
                    <a:pt x="20399" y="1378"/>
                    <a:pt x="20399" y="1378"/>
                  </a:cubicBezTo>
                  <a:cubicBezTo>
                    <a:pt x="20399" y="1148"/>
                    <a:pt x="20399" y="1148"/>
                    <a:pt x="20399" y="1148"/>
                  </a:cubicBezTo>
                  <a:cubicBezTo>
                    <a:pt x="20639" y="1148"/>
                    <a:pt x="20639" y="1148"/>
                    <a:pt x="20639" y="1148"/>
                  </a:cubicBezTo>
                  <a:cubicBezTo>
                    <a:pt x="20639" y="919"/>
                    <a:pt x="20639" y="919"/>
                    <a:pt x="20639" y="919"/>
                  </a:cubicBezTo>
                  <a:cubicBezTo>
                    <a:pt x="20399" y="919"/>
                    <a:pt x="20399" y="919"/>
                    <a:pt x="20399" y="919"/>
                  </a:cubicBezTo>
                  <a:cubicBezTo>
                    <a:pt x="20399" y="919"/>
                    <a:pt x="20399" y="919"/>
                    <a:pt x="20399" y="919"/>
                  </a:cubicBezTo>
                  <a:cubicBezTo>
                    <a:pt x="20159" y="919"/>
                    <a:pt x="20159" y="919"/>
                    <a:pt x="20159" y="919"/>
                  </a:cubicBezTo>
                  <a:cubicBezTo>
                    <a:pt x="20159" y="1148"/>
                    <a:pt x="20159" y="1148"/>
                    <a:pt x="20159" y="1148"/>
                  </a:cubicBezTo>
                  <a:cubicBezTo>
                    <a:pt x="19919" y="1148"/>
                    <a:pt x="19919" y="1148"/>
                    <a:pt x="19919" y="1148"/>
                  </a:cubicBezTo>
                  <a:cubicBezTo>
                    <a:pt x="19919" y="919"/>
                    <a:pt x="19919" y="919"/>
                    <a:pt x="19919" y="919"/>
                  </a:cubicBezTo>
                  <a:cubicBezTo>
                    <a:pt x="19919" y="919"/>
                    <a:pt x="19919" y="919"/>
                    <a:pt x="19919" y="919"/>
                  </a:cubicBezTo>
                  <a:cubicBezTo>
                    <a:pt x="19919" y="1148"/>
                    <a:pt x="19919" y="1148"/>
                    <a:pt x="19919" y="1148"/>
                  </a:cubicBezTo>
                  <a:cubicBezTo>
                    <a:pt x="19679" y="1148"/>
                    <a:pt x="19679" y="1148"/>
                    <a:pt x="19679" y="1148"/>
                  </a:cubicBezTo>
                  <a:cubicBezTo>
                    <a:pt x="19679" y="919"/>
                    <a:pt x="19679" y="919"/>
                    <a:pt x="19679" y="919"/>
                  </a:cubicBezTo>
                  <a:cubicBezTo>
                    <a:pt x="19919" y="919"/>
                    <a:pt x="19919" y="919"/>
                    <a:pt x="19919" y="919"/>
                  </a:cubicBezTo>
                  <a:cubicBezTo>
                    <a:pt x="19919" y="689"/>
                    <a:pt x="19919" y="689"/>
                    <a:pt x="19919" y="689"/>
                  </a:cubicBezTo>
                  <a:cubicBezTo>
                    <a:pt x="19679" y="689"/>
                    <a:pt x="19679" y="689"/>
                    <a:pt x="19679" y="689"/>
                  </a:cubicBezTo>
                  <a:cubicBezTo>
                    <a:pt x="19439" y="689"/>
                    <a:pt x="19439" y="689"/>
                    <a:pt x="19439" y="689"/>
                  </a:cubicBezTo>
                  <a:cubicBezTo>
                    <a:pt x="19199" y="689"/>
                    <a:pt x="19199" y="689"/>
                    <a:pt x="19199" y="689"/>
                  </a:cubicBezTo>
                  <a:cubicBezTo>
                    <a:pt x="19199" y="919"/>
                    <a:pt x="19199" y="919"/>
                    <a:pt x="19199" y="919"/>
                  </a:cubicBezTo>
                  <a:cubicBezTo>
                    <a:pt x="19199" y="919"/>
                    <a:pt x="19199" y="919"/>
                    <a:pt x="19199" y="919"/>
                  </a:cubicBezTo>
                  <a:cubicBezTo>
                    <a:pt x="19199" y="1148"/>
                    <a:pt x="19199" y="1148"/>
                    <a:pt x="19199" y="1148"/>
                  </a:cubicBezTo>
                  <a:cubicBezTo>
                    <a:pt x="19199" y="1378"/>
                    <a:pt x="19199" y="1378"/>
                    <a:pt x="19199" y="1378"/>
                  </a:cubicBezTo>
                  <a:cubicBezTo>
                    <a:pt x="19199" y="1378"/>
                    <a:pt x="19199" y="1378"/>
                    <a:pt x="19199" y="1378"/>
                  </a:cubicBezTo>
                  <a:cubicBezTo>
                    <a:pt x="19199" y="1608"/>
                    <a:pt x="19199" y="1608"/>
                    <a:pt x="19199" y="1608"/>
                  </a:cubicBezTo>
                  <a:cubicBezTo>
                    <a:pt x="18959" y="1378"/>
                    <a:pt x="18959" y="1378"/>
                    <a:pt x="18959" y="1378"/>
                  </a:cubicBezTo>
                  <a:cubicBezTo>
                    <a:pt x="18959" y="1378"/>
                    <a:pt x="18959" y="1378"/>
                    <a:pt x="18959" y="1378"/>
                  </a:cubicBezTo>
                  <a:cubicBezTo>
                    <a:pt x="18959" y="1378"/>
                    <a:pt x="18959" y="1378"/>
                    <a:pt x="18959" y="1378"/>
                  </a:cubicBezTo>
                  <a:cubicBezTo>
                    <a:pt x="18719" y="1378"/>
                    <a:pt x="18719" y="1378"/>
                    <a:pt x="18719" y="1378"/>
                  </a:cubicBezTo>
                  <a:cubicBezTo>
                    <a:pt x="18479" y="1608"/>
                    <a:pt x="18479" y="1608"/>
                    <a:pt x="18479" y="1608"/>
                  </a:cubicBezTo>
                  <a:cubicBezTo>
                    <a:pt x="18719" y="1378"/>
                    <a:pt x="18719" y="1378"/>
                    <a:pt x="18719" y="1378"/>
                  </a:cubicBezTo>
                  <a:cubicBezTo>
                    <a:pt x="18719" y="1148"/>
                    <a:pt x="18719" y="1148"/>
                    <a:pt x="18719" y="1148"/>
                  </a:cubicBezTo>
                  <a:cubicBezTo>
                    <a:pt x="18959" y="1148"/>
                    <a:pt x="18959" y="1148"/>
                    <a:pt x="18959" y="1148"/>
                  </a:cubicBezTo>
                  <a:cubicBezTo>
                    <a:pt x="18959" y="919"/>
                    <a:pt x="18959" y="919"/>
                    <a:pt x="18959" y="919"/>
                  </a:cubicBezTo>
                  <a:cubicBezTo>
                    <a:pt x="18719" y="919"/>
                    <a:pt x="18719" y="919"/>
                    <a:pt x="18719" y="919"/>
                  </a:cubicBezTo>
                  <a:cubicBezTo>
                    <a:pt x="18479" y="1148"/>
                    <a:pt x="18479" y="1148"/>
                    <a:pt x="18479" y="1148"/>
                  </a:cubicBezTo>
                  <a:cubicBezTo>
                    <a:pt x="18479" y="1148"/>
                    <a:pt x="18479" y="1148"/>
                    <a:pt x="18479" y="1148"/>
                  </a:cubicBezTo>
                  <a:cubicBezTo>
                    <a:pt x="18479" y="919"/>
                    <a:pt x="18479" y="919"/>
                    <a:pt x="18479" y="919"/>
                  </a:cubicBezTo>
                  <a:cubicBezTo>
                    <a:pt x="18719" y="919"/>
                    <a:pt x="18719" y="919"/>
                    <a:pt x="18719" y="919"/>
                  </a:cubicBezTo>
                  <a:cubicBezTo>
                    <a:pt x="18719" y="919"/>
                    <a:pt x="18719" y="919"/>
                    <a:pt x="18719" y="919"/>
                  </a:cubicBezTo>
                  <a:cubicBezTo>
                    <a:pt x="18479" y="919"/>
                    <a:pt x="18479" y="919"/>
                    <a:pt x="18479" y="919"/>
                  </a:cubicBezTo>
                  <a:cubicBezTo>
                    <a:pt x="18479" y="689"/>
                    <a:pt x="18479" y="689"/>
                    <a:pt x="18479" y="689"/>
                  </a:cubicBezTo>
                  <a:cubicBezTo>
                    <a:pt x="18479" y="689"/>
                    <a:pt x="18479" y="689"/>
                    <a:pt x="18479" y="689"/>
                  </a:cubicBezTo>
                  <a:cubicBezTo>
                    <a:pt x="18719" y="689"/>
                    <a:pt x="18719" y="689"/>
                    <a:pt x="18719" y="689"/>
                  </a:cubicBezTo>
                  <a:cubicBezTo>
                    <a:pt x="18959" y="689"/>
                    <a:pt x="18959" y="689"/>
                    <a:pt x="18959" y="689"/>
                  </a:cubicBezTo>
                  <a:cubicBezTo>
                    <a:pt x="18959" y="459"/>
                    <a:pt x="18959" y="459"/>
                    <a:pt x="18959" y="459"/>
                  </a:cubicBezTo>
                  <a:cubicBezTo>
                    <a:pt x="18959" y="459"/>
                    <a:pt x="18959" y="459"/>
                    <a:pt x="18959" y="459"/>
                  </a:cubicBezTo>
                  <a:cubicBezTo>
                    <a:pt x="18719" y="459"/>
                    <a:pt x="18719" y="459"/>
                    <a:pt x="18719" y="459"/>
                  </a:cubicBezTo>
                  <a:cubicBezTo>
                    <a:pt x="18719" y="459"/>
                    <a:pt x="18719" y="459"/>
                    <a:pt x="18719" y="459"/>
                  </a:cubicBezTo>
                  <a:cubicBezTo>
                    <a:pt x="18719" y="229"/>
                    <a:pt x="18719" y="229"/>
                    <a:pt x="18719" y="229"/>
                  </a:cubicBezTo>
                  <a:cubicBezTo>
                    <a:pt x="18719" y="0"/>
                    <a:pt x="18719" y="0"/>
                    <a:pt x="18719" y="0"/>
                  </a:cubicBezTo>
                  <a:cubicBezTo>
                    <a:pt x="18479" y="229"/>
                    <a:pt x="18479" y="229"/>
                    <a:pt x="18479" y="229"/>
                  </a:cubicBezTo>
                  <a:cubicBezTo>
                    <a:pt x="18479" y="229"/>
                    <a:pt x="18479" y="229"/>
                    <a:pt x="18479" y="229"/>
                  </a:cubicBezTo>
                  <a:cubicBezTo>
                    <a:pt x="18239" y="0"/>
                    <a:pt x="18239" y="0"/>
                    <a:pt x="18239" y="0"/>
                  </a:cubicBezTo>
                  <a:cubicBezTo>
                    <a:pt x="17999" y="229"/>
                    <a:pt x="17999" y="229"/>
                    <a:pt x="17999" y="229"/>
                  </a:cubicBezTo>
                  <a:cubicBezTo>
                    <a:pt x="17999" y="229"/>
                    <a:pt x="17999" y="229"/>
                    <a:pt x="17999" y="229"/>
                  </a:cubicBezTo>
                  <a:cubicBezTo>
                    <a:pt x="18239" y="459"/>
                    <a:pt x="18239" y="459"/>
                    <a:pt x="18239" y="459"/>
                  </a:cubicBezTo>
                  <a:cubicBezTo>
                    <a:pt x="18239" y="459"/>
                    <a:pt x="18239" y="459"/>
                    <a:pt x="18239" y="459"/>
                  </a:cubicBezTo>
                  <a:cubicBezTo>
                    <a:pt x="17999" y="459"/>
                    <a:pt x="17999" y="459"/>
                    <a:pt x="17999" y="459"/>
                  </a:cubicBezTo>
                  <a:cubicBezTo>
                    <a:pt x="17999" y="459"/>
                    <a:pt x="17999" y="459"/>
                    <a:pt x="17999" y="459"/>
                  </a:cubicBezTo>
                  <a:cubicBezTo>
                    <a:pt x="17759" y="459"/>
                    <a:pt x="17759" y="459"/>
                    <a:pt x="17759" y="459"/>
                  </a:cubicBezTo>
                  <a:cubicBezTo>
                    <a:pt x="17759" y="689"/>
                    <a:pt x="17759" y="689"/>
                    <a:pt x="17759" y="689"/>
                  </a:cubicBezTo>
                  <a:cubicBezTo>
                    <a:pt x="17759" y="689"/>
                    <a:pt x="17759" y="689"/>
                    <a:pt x="17759" y="689"/>
                  </a:cubicBezTo>
                  <a:cubicBezTo>
                    <a:pt x="17999" y="689"/>
                    <a:pt x="17999" y="689"/>
                    <a:pt x="17999" y="689"/>
                  </a:cubicBezTo>
                  <a:cubicBezTo>
                    <a:pt x="17999" y="689"/>
                    <a:pt x="17999" y="689"/>
                    <a:pt x="17999" y="689"/>
                  </a:cubicBezTo>
                  <a:cubicBezTo>
                    <a:pt x="17999" y="919"/>
                    <a:pt x="17999" y="919"/>
                    <a:pt x="17999" y="919"/>
                  </a:cubicBezTo>
                  <a:cubicBezTo>
                    <a:pt x="17999" y="919"/>
                    <a:pt x="17999" y="919"/>
                    <a:pt x="17999" y="919"/>
                  </a:cubicBezTo>
                  <a:cubicBezTo>
                    <a:pt x="17999" y="919"/>
                    <a:pt x="17999" y="919"/>
                    <a:pt x="17999" y="919"/>
                  </a:cubicBezTo>
                  <a:cubicBezTo>
                    <a:pt x="17759" y="1148"/>
                    <a:pt x="17759" y="1148"/>
                    <a:pt x="17759" y="1148"/>
                  </a:cubicBezTo>
                  <a:cubicBezTo>
                    <a:pt x="17759" y="1148"/>
                    <a:pt x="17759" y="1148"/>
                    <a:pt x="17759" y="1148"/>
                  </a:cubicBezTo>
                  <a:cubicBezTo>
                    <a:pt x="17759" y="1148"/>
                    <a:pt x="17759" y="1148"/>
                    <a:pt x="17759" y="1148"/>
                  </a:cubicBezTo>
                  <a:cubicBezTo>
                    <a:pt x="17759" y="1378"/>
                    <a:pt x="17759" y="1378"/>
                    <a:pt x="17759" y="1378"/>
                  </a:cubicBezTo>
                  <a:cubicBezTo>
                    <a:pt x="17759" y="1378"/>
                    <a:pt x="17759" y="1378"/>
                    <a:pt x="17759" y="1378"/>
                  </a:cubicBezTo>
                  <a:cubicBezTo>
                    <a:pt x="17759" y="1608"/>
                    <a:pt x="17759" y="1608"/>
                    <a:pt x="17759" y="1608"/>
                  </a:cubicBezTo>
                  <a:cubicBezTo>
                    <a:pt x="17519" y="1378"/>
                    <a:pt x="17519" y="1378"/>
                    <a:pt x="17519" y="1378"/>
                  </a:cubicBezTo>
                  <a:cubicBezTo>
                    <a:pt x="17519" y="1608"/>
                    <a:pt x="17519" y="1608"/>
                    <a:pt x="17519" y="1608"/>
                  </a:cubicBezTo>
                  <a:cubicBezTo>
                    <a:pt x="17519" y="1608"/>
                    <a:pt x="17519" y="1608"/>
                    <a:pt x="17519" y="1608"/>
                  </a:cubicBezTo>
                  <a:cubicBezTo>
                    <a:pt x="17279" y="1608"/>
                    <a:pt x="17279" y="1608"/>
                    <a:pt x="17279" y="1608"/>
                  </a:cubicBezTo>
                  <a:cubicBezTo>
                    <a:pt x="17279" y="1608"/>
                    <a:pt x="17279" y="1608"/>
                    <a:pt x="17279" y="1608"/>
                  </a:cubicBezTo>
                  <a:cubicBezTo>
                    <a:pt x="17519" y="1148"/>
                    <a:pt x="17519" y="1148"/>
                    <a:pt x="17519" y="1148"/>
                  </a:cubicBezTo>
                  <a:cubicBezTo>
                    <a:pt x="17279" y="1148"/>
                    <a:pt x="17279" y="1148"/>
                    <a:pt x="17279" y="1148"/>
                  </a:cubicBezTo>
                  <a:cubicBezTo>
                    <a:pt x="17279" y="1148"/>
                    <a:pt x="17279" y="1148"/>
                    <a:pt x="17279" y="1148"/>
                  </a:cubicBezTo>
                  <a:cubicBezTo>
                    <a:pt x="17279" y="919"/>
                    <a:pt x="17279" y="919"/>
                    <a:pt x="17279" y="919"/>
                  </a:cubicBezTo>
                  <a:cubicBezTo>
                    <a:pt x="17279" y="689"/>
                    <a:pt x="17279" y="689"/>
                    <a:pt x="17279" y="689"/>
                  </a:cubicBezTo>
                  <a:cubicBezTo>
                    <a:pt x="17279" y="689"/>
                    <a:pt x="17279" y="689"/>
                    <a:pt x="17279" y="689"/>
                  </a:cubicBezTo>
                  <a:cubicBezTo>
                    <a:pt x="17279" y="689"/>
                    <a:pt x="17279" y="689"/>
                    <a:pt x="17279" y="689"/>
                  </a:cubicBezTo>
                  <a:cubicBezTo>
                    <a:pt x="17039" y="919"/>
                    <a:pt x="17039" y="919"/>
                    <a:pt x="17039" y="919"/>
                  </a:cubicBezTo>
                  <a:cubicBezTo>
                    <a:pt x="17039" y="1148"/>
                    <a:pt x="17039" y="1148"/>
                    <a:pt x="17039" y="1148"/>
                  </a:cubicBezTo>
                  <a:cubicBezTo>
                    <a:pt x="16799" y="1378"/>
                    <a:pt x="16799" y="1378"/>
                    <a:pt x="16799" y="1378"/>
                  </a:cubicBezTo>
                  <a:cubicBezTo>
                    <a:pt x="16559" y="1608"/>
                    <a:pt x="16559" y="1608"/>
                    <a:pt x="16559" y="1608"/>
                  </a:cubicBezTo>
                  <a:cubicBezTo>
                    <a:pt x="16799" y="1838"/>
                    <a:pt x="16799" y="1838"/>
                    <a:pt x="16799" y="1838"/>
                  </a:cubicBezTo>
                  <a:cubicBezTo>
                    <a:pt x="16559" y="2068"/>
                    <a:pt x="16559" y="2068"/>
                    <a:pt x="16559" y="2068"/>
                  </a:cubicBezTo>
                  <a:cubicBezTo>
                    <a:pt x="16319" y="2297"/>
                    <a:pt x="16319" y="2297"/>
                    <a:pt x="16319" y="2297"/>
                  </a:cubicBezTo>
                  <a:cubicBezTo>
                    <a:pt x="16319" y="2297"/>
                    <a:pt x="16319" y="2297"/>
                    <a:pt x="16319" y="2297"/>
                  </a:cubicBezTo>
                  <a:cubicBezTo>
                    <a:pt x="16319" y="2068"/>
                    <a:pt x="16319" y="2068"/>
                    <a:pt x="16319" y="2068"/>
                  </a:cubicBezTo>
                  <a:cubicBezTo>
                    <a:pt x="16079" y="2068"/>
                    <a:pt x="16079" y="2068"/>
                    <a:pt x="16079" y="2068"/>
                  </a:cubicBezTo>
                  <a:cubicBezTo>
                    <a:pt x="16319" y="1838"/>
                    <a:pt x="16319" y="1838"/>
                    <a:pt x="16319" y="1838"/>
                  </a:cubicBezTo>
                  <a:cubicBezTo>
                    <a:pt x="16319" y="1608"/>
                    <a:pt x="16319" y="1608"/>
                    <a:pt x="16319" y="1608"/>
                  </a:cubicBezTo>
                  <a:cubicBezTo>
                    <a:pt x="16319" y="1608"/>
                    <a:pt x="16319" y="1608"/>
                    <a:pt x="16319" y="1608"/>
                  </a:cubicBezTo>
                  <a:cubicBezTo>
                    <a:pt x="16319" y="1378"/>
                    <a:pt x="16319" y="1378"/>
                    <a:pt x="16319" y="1378"/>
                  </a:cubicBezTo>
                  <a:cubicBezTo>
                    <a:pt x="16559" y="1148"/>
                    <a:pt x="16559" y="1148"/>
                    <a:pt x="16559" y="1148"/>
                  </a:cubicBezTo>
                  <a:cubicBezTo>
                    <a:pt x="16559" y="919"/>
                    <a:pt x="16559" y="919"/>
                    <a:pt x="16559" y="919"/>
                  </a:cubicBezTo>
                  <a:cubicBezTo>
                    <a:pt x="16799" y="919"/>
                    <a:pt x="16799" y="919"/>
                    <a:pt x="16799" y="919"/>
                  </a:cubicBezTo>
                  <a:cubicBezTo>
                    <a:pt x="16799" y="689"/>
                    <a:pt x="16799" y="689"/>
                    <a:pt x="16799" y="689"/>
                  </a:cubicBezTo>
                  <a:cubicBezTo>
                    <a:pt x="16559" y="689"/>
                    <a:pt x="16559" y="689"/>
                    <a:pt x="16559" y="689"/>
                  </a:cubicBezTo>
                  <a:cubicBezTo>
                    <a:pt x="16319" y="689"/>
                    <a:pt x="16319" y="689"/>
                    <a:pt x="16319" y="689"/>
                  </a:cubicBezTo>
                  <a:cubicBezTo>
                    <a:pt x="16319" y="689"/>
                    <a:pt x="16319" y="689"/>
                    <a:pt x="16319" y="689"/>
                  </a:cubicBezTo>
                  <a:cubicBezTo>
                    <a:pt x="16319" y="689"/>
                    <a:pt x="16319" y="689"/>
                    <a:pt x="16319" y="689"/>
                  </a:cubicBezTo>
                  <a:cubicBezTo>
                    <a:pt x="16079" y="919"/>
                    <a:pt x="16079" y="919"/>
                    <a:pt x="16079" y="919"/>
                  </a:cubicBezTo>
                  <a:cubicBezTo>
                    <a:pt x="16079" y="689"/>
                    <a:pt x="16079" y="689"/>
                    <a:pt x="16079" y="689"/>
                  </a:cubicBezTo>
                  <a:cubicBezTo>
                    <a:pt x="16079" y="689"/>
                    <a:pt x="16079" y="689"/>
                    <a:pt x="16079" y="689"/>
                  </a:cubicBezTo>
                  <a:cubicBezTo>
                    <a:pt x="15839" y="689"/>
                    <a:pt x="15839" y="689"/>
                    <a:pt x="15839" y="689"/>
                  </a:cubicBezTo>
                  <a:cubicBezTo>
                    <a:pt x="15839" y="689"/>
                    <a:pt x="15839" y="689"/>
                    <a:pt x="15839" y="689"/>
                  </a:cubicBezTo>
                  <a:cubicBezTo>
                    <a:pt x="15839" y="919"/>
                    <a:pt x="15839" y="919"/>
                    <a:pt x="15839" y="919"/>
                  </a:cubicBezTo>
                  <a:cubicBezTo>
                    <a:pt x="15599" y="919"/>
                    <a:pt x="15599" y="919"/>
                    <a:pt x="15599" y="919"/>
                  </a:cubicBezTo>
                  <a:cubicBezTo>
                    <a:pt x="15599" y="919"/>
                    <a:pt x="15599" y="919"/>
                    <a:pt x="15599" y="919"/>
                  </a:cubicBezTo>
                  <a:cubicBezTo>
                    <a:pt x="15599" y="919"/>
                    <a:pt x="15599" y="919"/>
                    <a:pt x="15599" y="919"/>
                  </a:cubicBezTo>
                  <a:cubicBezTo>
                    <a:pt x="15359" y="919"/>
                    <a:pt x="15359" y="919"/>
                    <a:pt x="15359" y="919"/>
                  </a:cubicBezTo>
                  <a:cubicBezTo>
                    <a:pt x="15359" y="919"/>
                    <a:pt x="15359" y="919"/>
                    <a:pt x="15359" y="919"/>
                  </a:cubicBezTo>
                  <a:cubicBezTo>
                    <a:pt x="15599" y="1148"/>
                    <a:pt x="15599" y="1148"/>
                    <a:pt x="15599" y="1148"/>
                  </a:cubicBezTo>
                  <a:cubicBezTo>
                    <a:pt x="15839" y="1148"/>
                    <a:pt x="15839" y="1148"/>
                    <a:pt x="15839" y="1148"/>
                  </a:cubicBezTo>
                  <a:cubicBezTo>
                    <a:pt x="15599" y="1378"/>
                    <a:pt x="15599" y="1378"/>
                    <a:pt x="15599" y="1378"/>
                  </a:cubicBezTo>
                  <a:cubicBezTo>
                    <a:pt x="15599" y="1148"/>
                    <a:pt x="15599" y="1148"/>
                    <a:pt x="15599" y="1148"/>
                  </a:cubicBezTo>
                  <a:cubicBezTo>
                    <a:pt x="15359" y="1378"/>
                    <a:pt x="15359" y="1378"/>
                    <a:pt x="15359" y="1378"/>
                  </a:cubicBezTo>
                  <a:cubicBezTo>
                    <a:pt x="15359" y="1378"/>
                    <a:pt x="15359" y="1378"/>
                    <a:pt x="15359" y="1378"/>
                  </a:cubicBezTo>
                  <a:cubicBezTo>
                    <a:pt x="15599" y="1378"/>
                    <a:pt x="15599" y="1378"/>
                    <a:pt x="15599" y="1378"/>
                  </a:cubicBezTo>
                  <a:cubicBezTo>
                    <a:pt x="15359" y="1608"/>
                    <a:pt x="15359" y="1608"/>
                    <a:pt x="15359" y="1608"/>
                  </a:cubicBezTo>
                  <a:cubicBezTo>
                    <a:pt x="15119" y="1378"/>
                    <a:pt x="15119" y="1378"/>
                    <a:pt x="15119" y="1378"/>
                  </a:cubicBezTo>
                  <a:cubicBezTo>
                    <a:pt x="15119" y="1378"/>
                    <a:pt x="15119" y="1378"/>
                    <a:pt x="15119" y="1378"/>
                  </a:cubicBezTo>
                  <a:cubicBezTo>
                    <a:pt x="15119" y="1608"/>
                    <a:pt x="15119" y="1608"/>
                    <a:pt x="15119" y="1608"/>
                  </a:cubicBezTo>
                  <a:cubicBezTo>
                    <a:pt x="14879" y="1608"/>
                    <a:pt x="14879" y="1608"/>
                    <a:pt x="14879" y="1608"/>
                  </a:cubicBezTo>
                  <a:cubicBezTo>
                    <a:pt x="14879" y="1838"/>
                    <a:pt x="14879" y="1838"/>
                    <a:pt x="14879" y="1838"/>
                  </a:cubicBezTo>
                  <a:cubicBezTo>
                    <a:pt x="14879" y="1838"/>
                    <a:pt x="14879" y="1838"/>
                    <a:pt x="14879" y="1838"/>
                  </a:cubicBezTo>
                  <a:cubicBezTo>
                    <a:pt x="14879" y="1838"/>
                    <a:pt x="14879" y="1838"/>
                    <a:pt x="14879" y="1838"/>
                  </a:cubicBezTo>
                  <a:cubicBezTo>
                    <a:pt x="14639" y="2068"/>
                    <a:pt x="14639" y="2068"/>
                    <a:pt x="14639" y="2068"/>
                  </a:cubicBezTo>
                  <a:cubicBezTo>
                    <a:pt x="14879" y="2297"/>
                    <a:pt x="14879" y="2297"/>
                    <a:pt x="14879" y="2297"/>
                  </a:cubicBezTo>
                  <a:cubicBezTo>
                    <a:pt x="14879" y="2297"/>
                    <a:pt x="14879" y="2297"/>
                    <a:pt x="14879" y="2297"/>
                  </a:cubicBezTo>
                  <a:cubicBezTo>
                    <a:pt x="14879" y="2297"/>
                    <a:pt x="14879" y="2297"/>
                    <a:pt x="14879" y="2297"/>
                  </a:cubicBezTo>
                  <a:cubicBezTo>
                    <a:pt x="15119" y="2527"/>
                    <a:pt x="15119" y="2527"/>
                    <a:pt x="15119" y="2527"/>
                  </a:cubicBezTo>
                  <a:cubicBezTo>
                    <a:pt x="14879" y="2527"/>
                    <a:pt x="14879" y="2527"/>
                    <a:pt x="14879" y="2527"/>
                  </a:cubicBezTo>
                  <a:cubicBezTo>
                    <a:pt x="14639" y="2527"/>
                    <a:pt x="14639" y="2527"/>
                    <a:pt x="14639" y="2527"/>
                  </a:cubicBezTo>
                  <a:cubicBezTo>
                    <a:pt x="14639" y="2297"/>
                    <a:pt x="14639" y="2297"/>
                    <a:pt x="14639" y="2297"/>
                  </a:cubicBezTo>
                  <a:cubicBezTo>
                    <a:pt x="14399" y="2297"/>
                    <a:pt x="14399" y="2297"/>
                    <a:pt x="14399" y="2297"/>
                  </a:cubicBezTo>
                  <a:cubicBezTo>
                    <a:pt x="14639" y="2068"/>
                    <a:pt x="14639" y="2068"/>
                    <a:pt x="14639" y="2068"/>
                  </a:cubicBezTo>
                  <a:cubicBezTo>
                    <a:pt x="14399" y="2068"/>
                    <a:pt x="14399" y="2068"/>
                    <a:pt x="14399" y="2068"/>
                  </a:cubicBezTo>
                  <a:cubicBezTo>
                    <a:pt x="14159" y="2068"/>
                    <a:pt x="14159" y="2068"/>
                    <a:pt x="14159" y="2068"/>
                  </a:cubicBezTo>
                  <a:cubicBezTo>
                    <a:pt x="13919" y="2068"/>
                    <a:pt x="13919" y="2068"/>
                    <a:pt x="13919" y="2068"/>
                  </a:cubicBezTo>
                  <a:cubicBezTo>
                    <a:pt x="13679" y="1838"/>
                    <a:pt x="13679" y="1838"/>
                    <a:pt x="13679" y="1838"/>
                  </a:cubicBezTo>
                  <a:cubicBezTo>
                    <a:pt x="13679" y="1838"/>
                    <a:pt x="13679" y="1838"/>
                    <a:pt x="13679" y="1838"/>
                  </a:cubicBezTo>
                  <a:cubicBezTo>
                    <a:pt x="13439" y="1838"/>
                    <a:pt x="13439" y="1838"/>
                    <a:pt x="13439" y="1838"/>
                  </a:cubicBezTo>
                  <a:cubicBezTo>
                    <a:pt x="13439" y="1838"/>
                    <a:pt x="13439" y="1838"/>
                    <a:pt x="13439" y="1838"/>
                  </a:cubicBezTo>
                  <a:cubicBezTo>
                    <a:pt x="13199" y="1838"/>
                    <a:pt x="13199" y="1838"/>
                    <a:pt x="13199" y="1838"/>
                  </a:cubicBezTo>
                  <a:cubicBezTo>
                    <a:pt x="12959" y="2068"/>
                    <a:pt x="12959" y="2068"/>
                    <a:pt x="12959" y="2068"/>
                  </a:cubicBezTo>
                  <a:cubicBezTo>
                    <a:pt x="12959" y="2068"/>
                    <a:pt x="12959" y="2068"/>
                    <a:pt x="12959" y="2068"/>
                  </a:cubicBezTo>
                  <a:cubicBezTo>
                    <a:pt x="13199" y="2297"/>
                    <a:pt x="13199" y="2297"/>
                    <a:pt x="13199" y="2297"/>
                  </a:cubicBezTo>
                  <a:cubicBezTo>
                    <a:pt x="13439" y="2297"/>
                    <a:pt x="13439" y="2297"/>
                    <a:pt x="13439" y="2297"/>
                  </a:cubicBezTo>
                  <a:cubicBezTo>
                    <a:pt x="13439" y="2297"/>
                    <a:pt x="13439" y="2297"/>
                    <a:pt x="13439" y="2297"/>
                  </a:cubicBezTo>
                  <a:cubicBezTo>
                    <a:pt x="13679" y="2297"/>
                    <a:pt x="13679" y="2297"/>
                    <a:pt x="13679" y="2297"/>
                  </a:cubicBezTo>
                  <a:cubicBezTo>
                    <a:pt x="13679" y="2527"/>
                    <a:pt x="13679" y="2527"/>
                    <a:pt x="13679" y="2527"/>
                  </a:cubicBezTo>
                  <a:cubicBezTo>
                    <a:pt x="13679" y="2757"/>
                    <a:pt x="13679" y="2757"/>
                    <a:pt x="13679" y="2757"/>
                  </a:cubicBezTo>
                  <a:cubicBezTo>
                    <a:pt x="13919" y="2987"/>
                    <a:pt x="13919" y="2987"/>
                    <a:pt x="13919" y="2987"/>
                  </a:cubicBezTo>
                  <a:cubicBezTo>
                    <a:pt x="13919" y="2987"/>
                    <a:pt x="13919" y="2987"/>
                    <a:pt x="13919" y="2987"/>
                  </a:cubicBezTo>
                  <a:cubicBezTo>
                    <a:pt x="13679" y="2987"/>
                    <a:pt x="13679" y="2987"/>
                    <a:pt x="13679" y="2987"/>
                  </a:cubicBezTo>
                  <a:cubicBezTo>
                    <a:pt x="13439" y="2757"/>
                    <a:pt x="13439" y="2757"/>
                    <a:pt x="13439" y="2757"/>
                  </a:cubicBezTo>
                  <a:cubicBezTo>
                    <a:pt x="13439" y="2757"/>
                    <a:pt x="13439" y="2757"/>
                    <a:pt x="13439" y="2757"/>
                  </a:cubicBezTo>
                  <a:cubicBezTo>
                    <a:pt x="13199" y="2527"/>
                    <a:pt x="13199" y="2527"/>
                    <a:pt x="13199" y="2527"/>
                  </a:cubicBezTo>
                  <a:cubicBezTo>
                    <a:pt x="13199" y="2757"/>
                    <a:pt x="13199" y="2757"/>
                    <a:pt x="13199" y="2757"/>
                  </a:cubicBezTo>
                  <a:cubicBezTo>
                    <a:pt x="12959" y="2757"/>
                    <a:pt x="12959" y="2757"/>
                    <a:pt x="12959" y="2757"/>
                  </a:cubicBezTo>
                  <a:cubicBezTo>
                    <a:pt x="12959" y="2527"/>
                    <a:pt x="12959" y="2527"/>
                    <a:pt x="12959" y="2527"/>
                  </a:cubicBezTo>
                  <a:cubicBezTo>
                    <a:pt x="12719" y="2757"/>
                    <a:pt x="12719" y="2757"/>
                    <a:pt x="12719" y="2757"/>
                  </a:cubicBezTo>
                  <a:cubicBezTo>
                    <a:pt x="12719" y="2757"/>
                    <a:pt x="12719" y="2757"/>
                    <a:pt x="12719" y="2757"/>
                  </a:cubicBezTo>
                  <a:cubicBezTo>
                    <a:pt x="12719" y="2987"/>
                    <a:pt x="12719" y="2987"/>
                    <a:pt x="12719" y="2987"/>
                  </a:cubicBezTo>
                  <a:cubicBezTo>
                    <a:pt x="12719" y="3217"/>
                    <a:pt x="12719" y="3217"/>
                    <a:pt x="12719" y="3217"/>
                  </a:cubicBezTo>
                  <a:cubicBezTo>
                    <a:pt x="12959" y="3217"/>
                    <a:pt x="12959" y="3217"/>
                    <a:pt x="12959" y="3217"/>
                  </a:cubicBezTo>
                  <a:cubicBezTo>
                    <a:pt x="12959" y="3446"/>
                    <a:pt x="12959" y="3446"/>
                    <a:pt x="12959" y="3446"/>
                  </a:cubicBezTo>
                  <a:cubicBezTo>
                    <a:pt x="12719" y="3446"/>
                    <a:pt x="12719" y="3446"/>
                    <a:pt x="12719" y="3446"/>
                  </a:cubicBezTo>
                  <a:cubicBezTo>
                    <a:pt x="12719" y="3217"/>
                    <a:pt x="12719" y="3217"/>
                    <a:pt x="12719" y="3217"/>
                  </a:cubicBezTo>
                  <a:cubicBezTo>
                    <a:pt x="12479" y="3446"/>
                    <a:pt x="12479" y="3446"/>
                    <a:pt x="12479" y="3446"/>
                  </a:cubicBezTo>
                  <a:cubicBezTo>
                    <a:pt x="12479" y="3676"/>
                    <a:pt x="12479" y="3676"/>
                    <a:pt x="12479" y="3676"/>
                  </a:cubicBezTo>
                  <a:cubicBezTo>
                    <a:pt x="12239" y="3676"/>
                    <a:pt x="12239" y="3676"/>
                    <a:pt x="12239" y="3676"/>
                  </a:cubicBezTo>
                  <a:cubicBezTo>
                    <a:pt x="12239" y="3676"/>
                    <a:pt x="12239" y="3676"/>
                    <a:pt x="12239" y="3676"/>
                  </a:cubicBezTo>
                  <a:cubicBezTo>
                    <a:pt x="12479" y="3446"/>
                    <a:pt x="12479" y="3446"/>
                    <a:pt x="12479" y="3446"/>
                  </a:cubicBezTo>
                  <a:cubicBezTo>
                    <a:pt x="12479" y="3446"/>
                    <a:pt x="12479" y="3446"/>
                    <a:pt x="12479" y="3446"/>
                  </a:cubicBezTo>
                  <a:cubicBezTo>
                    <a:pt x="12479" y="3217"/>
                    <a:pt x="12479" y="3217"/>
                    <a:pt x="12479" y="3217"/>
                  </a:cubicBezTo>
                  <a:cubicBezTo>
                    <a:pt x="12479" y="2757"/>
                    <a:pt x="12479" y="2757"/>
                    <a:pt x="12479" y="2757"/>
                  </a:cubicBezTo>
                  <a:cubicBezTo>
                    <a:pt x="12239" y="2757"/>
                    <a:pt x="12239" y="2757"/>
                    <a:pt x="12239" y="2757"/>
                  </a:cubicBezTo>
                  <a:cubicBezTo>
                    <a:pt x="11999" y="2987"/>
                    <a:pt x="11999" y="2987"/>
                    <a:pt x="11999" y="2987"/>
                  </a:cubicBezTo>
                  <a:cubicBezTo>
                    <a:pt x="11999" y="3217"/>
                    <a:pt x="11999" y="3217"/>
                    <a:pt x="11999" y="3217"/>
                  </a:cubicBezTo>
                  <a:cubicBezTo>
                    <a:pt x="11999" y="3446"/>
                    <a:pt x="11999" y="3446"/>
                    <a:pt x="11999" y="3446"/>
                  </a:cubicBezTo>
                  <a:cubicBezTo>
                    <a:pt x="11999" y="3676"/>
                    <a:pt x="11999" y="3676"/>
                    <a:pt x="11999" y="3676"/>
                  </a:cubicBezTo>
                  <a:cubicBezTo>
                    <a:pt x="11759" y="3446"/>
                    <a:pt x="11759" y="3446"/>
                    <a:pt x="11759" y="3446"/>
                  </a:cubicBezTo>
                  <a:cubicBezTo>
                    <a:pt x="11999" y="3217"/>
                    <a:pt x="11999" y="3217"/>
                    <a:pt x="11999" y="3217"/>
                  </a:cubicBezTo>
                  <a:cubicBezTo>
                    <a:pt x="11999" y="2987"/>
                    <a:pt x="11999" y="2987"/>
                    <a:pt x="11999" y="2987"/>
                  </a:cubicBezTo>
                  <a:cubicBezTo>
                    <a:pt x="11759" y="2987"/>
                    <a:pt x="11759" y="2987"/>
                    <a:pt x="11759" y="2987"/>
                  </a:cubicBezTo>
                  <a:cubicBezTo>
                    <a:pt x="11519" y="2987"/>
                    <a:pt x="11519" y="2987"/>
                    <a:pt x="11519" y="2987"/>
                  </a:cubicBezTo>
                  <a:cubicBezTo>
                    <a:pt x="11519" y="3217"/>
                    <a:pt x="11519" y="3217"/>
                    <a:pt x="11519" y="3217"/>
                  </a:cubicBezTo>
                  <a:cubicBezTo>
                    <a:pt x="11519" y="3446"/>
                    <a:pt x="11519" y="3446"/>
                    <a:pt x="11519" y="3446"/>
                  </a:cubicBezTo>
                  <a:cubicBezTo>
                    <a:pt x="11519" y="3676"/>
                    <a:pt x="11519" y="3676"/>
                    <a:pt x="11519" y="3676"/>
                  </a:cubicBezTo>
                  <a:cubicBezTo>
                    <a:pt x="11759" y="3676"/>
                    <a:pt x="11759" y="3676"/>
                    <a:pt x="11759" y="3676"/>
                  </a:cubicBezTo>
                  <a:cubicBezTo>
                    <a:pt x="11999" y="3906"/>
                    <a:pt x="11999" y="3906"/>
                    <a:pt x="11999" y="3906"/>
                  </a:cubicBezTo>
                  <a:cubicBezTo>
                    <a:pt x="11759" y="4136"/>
                    <a:pt x="11759" y="4136"/>
                    <a:pt x="11759" y="4136"/>
                  </a:cubicBezTo>
                  <a:cubicBezTo>
                    <a:pt x="11759" y="3906"/>
                    <a:pt x="11759" y="3906"/>
                    <a:pt x="11759" y="3906"/>
                  </a:cubicBezTo>
                  <a:cubicBezTo>
                    <a:pt x="11519" y="3676"/>
                    <a:pt x="11519" y="3676"/>
                    <a:pt x="11519" y="3676"/>
                  </a:cubicBezTo>
                  <a:cubicBezTo>
                    <a:pt x="11280" y="3446"/>
                    <a:pt x="11280" y="3446"/>
                    <a:pt x="11280" y="3446"/>
                  </a:cubicBezTo>
                  <a:cubicBezTo>
                    <a:pt x="11280" y="3446"/>
                    <a:pt x="11280" y="3446"/>
                    <a:pt x="11280" y="3446"/>
                  </a:cubicBezTo>
                  <a:cubicBezTo>
                    <a:pt x="11039" y="3446"/>
                    <a:pt x="11039" y="3446"/>
                    <a:pt x="11039" y="3446"/>
                  </a:cubicBezTo>
                  <a:cubicBezTo>
                    <a:pt x="11039" y="3676"/>
                    <a:pt x="11039" y="3676"/>
                    <a:pt x="11039" y="3676"/>
                  </a:cubicBezTo>
                  <a:cubicBezTo>
                    <a:pt x="11280" y="3906"/>
                    <a:pt x="11280" y="3906"/>
                    <a:pt x="11280" y="3906"/>
                  </a:cubicBezTo>
                  <a:cubicBezTo>
                    <a:pt x="11280" y="3906"/>
                    <a:pt x="11280" y="3906"/>
                    <a:pt x="11280" y="3906"/>
                  </a:cubicBezTo>
                  <a:cubicBezTo>
                    <a:pt x="11519" y="3906"/>
                    <a:pt x="11519" y="3906"/>
                    <a:pt x="11519" y="3906"/>
                  </a:cubicBezTo>
                  <a:cubicBezTo>
                    <a:pt x="11280" y="3906"/>
                    <a:pt x="11280" y="3906"/>
                    <a:pt x="11280" y="3906"/>
                  </a:cubicBezTo>
                  <a:cubicBezTo>
                    <a:pt x="11039" y="3906"/>
                    <a:pt x="11039" y="3906"/>
                    <a:pt x="11039" y="3906"/>
                  </a:cubicBezTo>
                  <a:cubicBezTo>
                    <a:pt x="11280" y="4136"/>
                    <a:pt x="11280" y="4136"/>
                    <a:pt x="11280" y="4136"/>
                  </a:cubicBezTo>
                  <a:cubicBezTo>
                    <a:pt x="11039" y="3906"/>
                    <a:pt x="11039" y="3906"/>
                    <a:pt x="11039" y="3906"/>
                  </a:cubicBezTo>
                  <a:cubicBezTo>
                    <a:pt x="11039" y="3676"/>
                    <a:pt x="11039" y="3676"/>
                    <a:pt x="11039" y="3676"/>
                  </a:cubicBezTo>
                  <a:cubicBezTo>
                    <a:pt x="10800" y="3676"/>
                    <a:pt x="10800" y="3676"/>
                    <a:pt x="10800" y="3676"/>
                  </a:cubicBezTo>
                  <a:cubicBezTo>
                    <a:pt x="10800" y="3676"/>
                    <a:pt x="10800" y="3676"/>
                    <a:pt x="10800" y="3676"/>
                  </a:cubicBezTo>
                  <a:cubicBezTo>
                    <a:pt x="10800" y="3676"/>
                    <a:pt x="10800" y="3676"/>
                    <a:pt x="10800" y="3676"/>
                  </a:cubicBezTo>
                  <a:cubicBezTo>
                    <a:pt x="10560" y="3906"/>
                    <a:pt x="10560" y="3906"/>
                    <a:pt x="10560" y="3906"/>
                  </a:cubicBezTo>
                  <a:cubicBezTo>
                    <a:pt x="10800" y="3906"/>
                    <a:pt x="10800" y="3906"/>
                    <a:pt x="10800" y="3906"/>
                  </a:cubicBezTo>
                  <a:cubicBezTo>
                    <a:pt x="10800" y="4136"/>
                    <a:pt x="10800" y="4136"/>
                    <a:pt x="10800" y="4136"/>
                  </a:cubicBezTo>
                  <a:cubicBezTo>
                    <a:pt x="10560" y="4136"/>
                    <a:pt x="10560" y="4136"/>
                    <a:pt x="10560" y="4136"/>
                  </a:cubicBezTo>
                  <a:cubicBezTo>
                    <a:pt x="10319" y="4136"/>
                    <a:pt x="10319" y="4136"/>
                    <a:pt x="10319" y="4136"/>
                  </a:cubicBezTo>
                  <a:cubicBezTo>
                    <a:pt x="10079" y="4365"/>
                    <a:pt x="10079" y="4365"/>
                    <a:pt x="10079" y="4365"/>
                  </a:cubicBezTo>
                  <a:cubicBezTo>
                    <a:pt x="10319" y="4365"/>
                    <a:pt x="10319" y="4365"/>
                    <a:pt x="10319" y="4365"/>
                  </a:cubicBezTo>
                  <a:cubicBezTo>
                    <a:pt x="10319" y="4365"/>
                    <a:pt x="10319" y="4365"/>
                    <a:pt x="10319" y="4365"/>
                  </a:cubicBezTo>
                  <a:cubicBezTo>
                    <a:pt x="10560" y="4595"/>
                    <a:pt x="10560" y="4595"/>
                    <a:pt x="10560" y="4595"/>
                  </a:cubicBezTo>
                  <a:cubicBezTo>
                    <a:pt x="10319" y="4595"/>
                    <a:pt x="10319" y="4595"/>
                    <a:pt x="10319" y="4595"/>
                  </a:cubicBezTo>
                  <a:cubicBezTo>
                    <a:pt x="10319" y="4595"/>
                    <a:pt x="10319" y="4595"/>
                    <a:pt x="10319" y="4595"/>
                  </a:cubicBezTo>
                  <a:cubicBezTo>
                    <a:pt x="10319" y="4595"/>
                    <a:pt x="10319" y="4595"/>
                    <a:pt x="10319" y="4595"/>
                  </a:cubicBezTo>
                  <a:cubicBezTo>
                    <a:pt x="10319" y="4825"/>
                    <a:pt x="10319" y="4825"/>
                    <a:pt x="10319" y="4825"/>
                  </a:cubicBezTo>
                  <a:cubicBezTo>
                    <a:pt x="10079" y="4825"/>
                    <a:pt x="10079" y="4825"/>
                    <a:pt x="10079" y="4825"/>
                  </a:cubicBezTo>
                  <a:cubicBezTo>
                    <a:pt x="10079" y="4825"/>
                    <a:pt x="10079" y="4825"/>
                    <a:pt x="10079" y="4825"/>
                  </a:cubicBezTo>
                  <a:cubicBezTo>
                    <a:pt x="10079" y="4825"/>
                    <a:pt x="10079" y="4825"/>
                    <a:pt x="10079" y="4825"/>
                  </a:cubicBezTo>
                  <a:cubicBezTo>
                    <a:pt x="10079" y="4825"/>
                    <a:pt x="10079" y="4825"/>
                    <a:pt x="10079" y="4825"/>
                  </a:cubicBezTo>
                  <a:cubicBezTo>
                    <a:pt x="9839" y="4825"/>
                    <a:pt x="9839" y="4825"/>
                    <a:pt x="9839" y="4825"/>
                  </a:cubicBezTo>
                  <a:cubicBezTo>
                    <a:pt x="9839" y="4825"/>
                    <a:pt x="9839" y="4825"/>
                    <a:pt x="9839" y="4825"/>
                  </a:cubicBezTo>
                  <a:cubicBezTo>
                    <a:pt x="9599" y="5055"/>
                    <a:pt x="9599" y="5055"/>
                    <a:pt x="9599" y="5055"/>
                  </a:cubicBezTo>
                  <a:cubicBezTo>
                    <a:pt x="9599" y="5055"/>
                    <a:pt x="9599" y="5055"/>
                    <a:pt x="9599" y="5055"/>
                  </a:cubicBezTo>
                  <a:cubicBezTo>
                    <a:pt x="9599" y="5055"/>
                    <a:pt x="9599" y="5055"/>
                    <a:pt x="9599" y="5055"/>
                  </a:cubicBezTo>
                  <a:cubicBezTo>
                    <a:pt x="9359" y="5055"/>
                    <a:pt x="9359" y="5055"/>
                    <a:pt x="9359" y="5055"/>
                  </a:cubicBezTo>
                  <a:cubicBezTo>
                    <a:pt x="9359" y="5285"/>
                    <a:pt x="9359" y="5285"/>
                    <a:pt x="9359" y="5285"/>
                  </a:cubicBezTo>
                  <a:cubicBezTo>
                    <a:pt x="9599" y="5285"/>
                    <a:pt x="9599" y="5285"/>
                    <a:pt x="9599" y="5285"/>
                  </a:cubicBezTo>
                  <a:cubicBezTo>
                    <a:pt x="10079" y="5285"/>
                    <a:pt x="10079" y="5285"/>
                    <a:pt x="10079" y="5285"/>
                  </a:cubicBezTo>
                  <a:cubicBezTo>
                    <a:pt x="10079" y="5285"/>
                    <a:pt x="10079" y="5285"/>
                    <a:pt x="10079" y="5285"/>
                  </a:cubicBezTo>
                  <a:cubicBezTo>
                    <a:pt x="10319" y="5285"/>
                    <a:pt x="10319" y="5285"/>
                    <a:pt x="10319" y="5285"/>
                  </a:cubicBezTo>
                  <a:cubicBezTo>
                    <a:pt x="10319" y="5285"/>
                    <a:pt x="10319" y="5285"/>
                    <a:pt x="10319" y="5285"/>
                  </a:cubicBezTo>
                  <a:cubicBezTo>
                    <a:pt x="10319" y="5285"/>
                    <a:pt x="10319" y="5285"/>
                    <a:pt x="10319" y="5285"/>
                  </a:cubicBezTo>
                  <a:cubicBezTo>
                    <a:pt x="10319" y="5514"/>
                    <a:pt x="10319" y="5514"/>
                    <a:pt x="10319" y="5514"/>
                  </a:cubicBezTo>
                  <a:cubicBezTo>
                    <a:pt x="10319" y="5744"/>
                    <a:pt x="10319" y="5744"/>
                    <a:pt x="10319" y="5744"/>
                  </a:cubicBezTo>
                  <a:cubicBezTo>
                    <a:pt x="10079" y="5744"/>
                    <a:pt x="10079" y="5744"/>
                    <a:pt x="10079" y="5744"/>
                  </a:cubicBezTo>
                  <a:cubicBezTo>
                    <a:pt x="10079" y="5744"/>
                    <a:pt x="10079" y="5744"/>
                    <a:pt x="10079" y="5744"/>
                  </a:cubicBezTo>
                  <a:cubicBezTo>
                    <a:pt x="10079" y="5514"/>
                    <a:pt x="10079" y="5514"/>
                    <a:pt x="10079" y="5514"/>
                  </a:cubicBezTo>
                  <a:cubicBezTo>
                    <a:pt x="9839" y="5514"/>
                    <a:pt x="9839" y="5514"/>
                    <a:pt x="9839" y="5514"/>
                  </a:cubicBezTo>
                  <a:cubicBezTo>
                    <a:pt x="9839" y="5514"/>
                    <a:pt x="9839" y="5514"/>
                    <a:pt x="9839" y="5514"/>
                  </a:cubicBezTo>
                  <a:cubicBezTo>
                    <a:pt x="9599" y="5514"/>
                    <a:pt x="9599" y="5514"/>
                    <a:pt x="9599" y="5514"/>
                  </a:cubicBezTo>
                  <a:cubicBezTo>
                    <a:pt x="9599" y="5514"/>
                    <a:pt x="9599" y="5514"/>
                    <a:pt x="9599" y="5514"/>
                  </a:cubicBezTo>
                  <a:cubicBezTo>
                    <a:pt x="9599" y="5744"/>
                    <a:pt x="9599" y="5744"/>
                    <a:pt x="9599" y="5744"/>
                  </a:cubicBezTo>
                  <a:cubicBezTo>
                    <a:pt x="9359" y="5514"/>
                    <a:pt x="9359" y="5514"/>
                    <a:pt x="9359" y="5514"/>
                  </a:cubicBezTo>
                  <a:cubicBezTo>
                    <a:pt x="9359" y="5514"/>
                    <a:pt x="9359" y="5514"/>
                    <a:pt x="9359" y="5514"/>
                  </a:cubicBezTo>
                  <a:cubicBezTo>
                    <a:pt x="9599" y="5744"/>
                    <a:pt x="9599" y="5744"/>
                    <a:pt x="9599" y="5744"/>
                  </a:cubicBezTo>
                  <a:cubicBezTo>
                    <a:pt x="9599" y="5974"/>
                    <a:pt x="9599" y="5974"/>
                    <a:pt x="9599" y="5974"/>
                  </a:cubicBezTo>
                  <a:cubicBezTo>
                    <a:pt x="9359" y="5974"/>
                    <a:pt x="9359" y="5974"/>
                    <a:pt x="9359" y="5974"/>
                  </a:cubicBezTo>
                  <a:cubicBezTo>
                    <a:pt x="9359" y="5974"/>
                    <a:pt x="9359" y="5974"/>
                    <a:pt x="9359" y="5974"/>
                  </a:cubicBezTo>
                  <a:cubicBezTo>
                    <a:pt x="9359" y="6204"/>
                    <a:pt x="9359" y="6204"/>
                    <a:pt x="9359" y="6204"/>
                  </a:cubicBezTo>
                  <a:cubicBezTo>
                    <a:pt x="9359" y="6204"/>
                    <a:pt x="9359" y="6204"/>
                    <a:pt x="9359" y="6204"/>
                  </a:cubicBezTo>
                  <a:cubicBezTo>
                    <a:pt x="9359" y="5974"/>
                    <a:pt x="9359" y="5974"/>
                    <a:pt x="9359" y="5974"/>
                  </a:cubicBezTo>
                  <a:cubicBezTo>
                    <a:pt x="9359" y="5974"/>
                    <a:pt x="9359" y="5974"/>
                    <a:pt x="9359" y="5974"/>
                  </a:cubicBezTo>
                  <a:cubicBezTo>
                    <a:pt x="9119" y="5744"/>
                    <a:pt x="9119" y="5744"/>
                    <a:pt x="9119" y="5744"/>
                  </a:cubicBezTo>
                  <a:cubicBezTo>
                    <a:pt x="9119" y="5974"/>
                    <a:pt x="9119" y="5974"/>
                    <a:pt x="9119" y="5974"/>
                  </a:cubicBezTo>
                  <a:cubicBezTo>
                    <a:pt x="8879" y="5974"/>
                    <a:pt x="8879" y="5974"/>
                    <a:pt x="8879" y="5974"/>
                  </a:cubicBezTo>
                  <a:cubicBezTo>
                    <a:pt x="8879" y="5744"/>
                    <a:pt x="8879" y="5744"/>
                    <a:pt x="8879" y="5744"/>
                  </a:cubicBezTo>
                  <a:cubicBezTo>
                    <a:pt x="8879" y="5744"/>
                    <a:pt x="8879" y="5744"/>
                    <a:pt x="8879" y="5744"/>
                  </a:cubicBezTo>
                  <a:cubicBezTo>
                    <a:pt x="8639" y="5744"/>
                    <a:pt x="8639" y="5744"/>
                    <a:pt x="8639" y="5744"/>
                  </a:cubicBezTo>
                  <a:cubicBezTo>
                    <a:pt x="8639" y="5974"/>
                    <a:pt x="8639" y="5974"/>
                    <a:pt x="8639" y="5974"/>
                  </a:cubicBezTo>
                  <a:cubicBezTo>
                    <a:pt x="8639" y="5974"/>
                    <a:pt x="8639" y="5974"/>
                    <a:pt x="8639" y="5974"/>
                  </a:cubicBezTo>
                  <a:cubicBezTo>
                    <a:pt x="8879" y="5974"/>
                    <a:pt x="8879" y="5974"/>
                    <a:pt x="8879" y="5974"/>
                  </a:cubicBezTo>
                  <a:cubicBezTo>
                    <a:pt x="9119" y="6204"/>
                    <a:pt x="9119" y="6204"/>
                    <a:pt x="9119" y="6204"/>
                  </a:cubicBezTo>
                  <a:cubicBezTo>
                    <a:pt x="9119" y="6204"/>
                    <a:pt x="9119" y="6204"/>
                    <a:pt x="9119" y="6204"/>
                  </a:cubicBezTo>
                  <a:cubicBezTo>
                    <a:pt x="8639" y="6204"/>
                    <a:pt x="8639" y="6204"/>
                    <a:pt x="8639" y="6204"/>
                  </a:cubicBezTo>
                  <a:cubicBezTo>
                    <a:pt x="8639" y="6204"/>
                    <a:pt x="8639" y="6204"/>
                    <a:pt x="8639" y="6204"/>
                  </a:cubicBezTo>
                  <a:cubicBezTo>
                    <a:pt x="8399" y="6204"/>
                    <a:pt x="8399" y="6204"/>
                    <a:pt x="8399" y="6204"/>
                  </a:cubicBezTo>
                  <a:cubicBezTo>
                    <a:pt x="8399" y="6434"/>
                    <a:pt x="8399" y="6434"/>
                    <a:pt x="8399" y="6434"/>
                  </a:cubicBezTo>
                  <a:cubicBezTo>
                    <a:pt x="8399" y="6434"/>
                    <a:pt x="8399" y="6434"/>
                    <a:pt x="8399" y="6434"/>
                  </a:cubicBezTo>
                  <a:cubicBezTo>
                    <a:pt x="8399" y="6663"/>
                    <a:pt x="8399" y="6663"/>
                    <a:pt x="8399" y="6663"/>
                  </a:cubicBezTo>
                  <a:cubicBezTo>
                    <a:pt x="8399" y="6663"/>
                    <a:pt x="8399" y="6663"/>
                    <a:pt x="8399" y="6663"/>
                  </a:cubicBezTo>
                  <a:cubicBezTo>
                    <a:pt x="8639" y="6434"/>
                    <a:pt x="8639" y="6434"/>
                    <a:pt x="8639" y="6434"/>
                  </a:cubicBezTo>
                  <a:cubicBezTo>
                    <a:pt x="8879" y="6434"/>
                    <a:pt x="8879" y="6434"/>
                    <a:pt x="8879" y="6434"/>
                  </a:cubicBezTo>
                  <a:cubicBezTo>
                    <a:pt x="8879" y="6663"/>
                    <a:pt x="8879" y="6663"/>
                    <a:pt x="8879" y="6663"/>
                  </a:cubicBezTo>
                  <a:cubicBezTo>
                    <a:pt x="8639" y="6663"/>
                    <a:pt x="8639" y="6663"/>
                    <a:pt x="8639" y="6663"/>
                  </a:cubicBezTo>
                  <a:cubicBezTo>
                    <a:pt x="8639" y="6663"/>
                    <a:pt x="8639" y="6663"/>
                    <a:pt x="8639" y="6663"/>
                  </a:cubicBezTo>
                  <a:cubicBezTo>
                    <a:pt x="8639" y="6893"/>
                    <a:pt x="8639" y="6893"/>
                    <a:pt x="8639" y="6893"/>
                  </a:cubicBezTo>
                  <a:cubicBezTo>
                    <a:pt x="8879" y="7123"/>
                    <a:pt x="8879" y="7123"/>
                    <a:pt x="8879" y="7123"/>
                  </a:cubicBezTo>
                  <a:cubicBezTo>
                    <a:pt x="8879" y="7123"/>
                    <a:pt x="8879" y="7123"/>
                    <a:pt x="8879" y="7123"/>
                  </a:cubicBezTo>
                  <a:cubicBezTo>
                    <a:pt x="8879" y="7123"/>
                    <a:pt x="8879" y="7123"/>
                    <a:pt x="8879" y="7123"/>
                  </a:cubicBezTo>
                  <a:cubicBezTo>
                    <a:pt x="8639" y="7123"/>
                    <a:pt x="8639" y="7123"/>
                    <a:pt x="8639" y="7123"/>
                  </a:cubicBezTo>
                  <a:cubicBezTo>
                    <a:pt x="8399" y="6893"/>
                    <a:pt x="8399" y="6893"/>
                    <a:pt x="8399" y="6893"/>
                  </a:cubicBezTo>
                  <a:cubicBezTo>
                    <a:pt x="8399" y="6893"/>
                    <a:pt x="8399" y="6893"/>
                    <a:pt x="8399" y="6893"/>
                  </a:cubicBezTo>
                  <a:cubicBezTo>
                    <a:pt x="8159" y="7123"/>
                    <a:pt x="8159" y="7123"/>
                    <a:pt x="8159" y="7123"/>
                  </a:cubicBezTo>
                  <a:cubicBezTo>
                    <a:pt x="8399" y="7123"/>
                    <a:pt x="8399" y="7123"/>
                    <a:pt x="8399" y="7123"/>
                  </a:cubicBezTo>
                  <a:cubicBezTo>
                    <a:pt x="8159" y="7123"/>
                    <a:pt x="8159" y="7123"/>
                    <a:pt x="8159" y="7123"/>
                  </a:cubicBezTo>
                  <a:cubicBezTo>
                    <a:pt x="7919" y="7353"/>
                    <a:pt x="7919" y="7353"/>
                    <a:pt x="7919" y="7353"/>
                  </a:cubicBezTo>
                  <a:cubicBezTo>
                    <a:pt x="7919" y="7353"/>
                    <a:pt x="7919" y="7353"/>
                    <a:pt x="7919" y="7353"/>
                  </a:cubicBezTo>
                  <a:cubicBezTo>
                    <a:pt x="8159" y="7353"/>
                    <a:pt x="8159" y="7353"/>
                    <a:pt x="8159" y="7353"/>
                  </a:cubicBezTo>
                  <a:cubicBezTo>
                    <a:pt x="8399" y="7353"/>
                    <a:pt x="8399" y="7353"/>
                    <a:pt x="8399" y="7353"/>
                  </a:cubicBezTo>
                  <a:cubicBezTo>
                    <a:pt x="8399" y="7353"/>
                    <a:pt x="8399" y="7353"/>
                    <a:pt x="8399" y="7353"/>
                  </a:cubicBezTo>
                  <a:cubicBezTo>
                    <a:pt x="8639" y="7353"/>
                    <a:pt x="8639" y="7353"/>
                    <a:pt x="8639" y="7353"/>
                  </a:cubicBezTo>
                  <a:cubicBezTo>
                    <a:pt x="8639" y="7582"/>
                    <a:pt x="8639" y="7582"/>
                    <a:pt x="8639" y="7582"/>
                  </a:cubicBezTo>
                  <a:cubicBezTo>
                    <a:pt x="8879" y="7582"/>
                    <a:pt x="8879" y="7582"/>
                    <a:pt x="8879" y="7582"/>
                  </a:cubicBezTo>
                  <a:cubicBezTo>
                    <a:pt x="8879" y="7812"/>
                    <a:pt x="8879" y="7812"/>
                    <a:pt x="8879" y="7812"/>
                  </a:cubicBezTo>
                  <a:cubicBezTo>
                    <a:pt x="8639" y="7582"/>
                    <a:pt x="8639" y="7582"/>
                    <a:pt x="8639" y="7582"/>
                  </a:cubicBezTo>
                  <a:cubicBezTo>
                    <a:pt x="8399" y="7582"/>
                    <a:pt x="8399" y="7582"/>
                    <a:pt x="8399" y="7582"/>
                  </a:cubicBezTo>
                  <a:cubicBezTo>
                    <a:pt x="8159" y="7582"/>
                    <a:pt x="8159" y="7582"/>
                    <a:pt x="8159" y="7582"/>
                  </a:cubicBezTo>
                  <a:cubicBezTo>
                    <a:pt x="7919" y="7582"/>
                    <a:pt x="7919" y="7582"/>
                    <a:pt x="7919" y="7582"/>
                  </a:cubicBezTo>
                  <a:cubicBezTo>
                    <a:pt x="7919" y="7812"/>
                    <a:pt x="7919" y="7812"/>
                    <a:pt x="7919" y="7812"/>
                  </a:cubicBezTo>
                  <a:cubicBezTo>
                    <a:pt x="7679" y="7812"/>
                    <a:pt x="7679" y="7812"/>
                    <a:pt x="7679" y="7812"/>
                  </a:cubicBezTo>
                  <a:cubicBezTo>
                    <a:pt x="7679" y="7812"/>
                    <a:pt x="7679" y="7812"/>
                    <a:pt x="7679" y="7812"/>
                  </a:cubicBezTo>
                  <a:cubicBezTo>
                    <a:pt x="7439" y="8042"/>
                    <a:pt x="7439" y="8042"/>
                    <a:pt x="7439" y="8042"/>
                  </a:cubicBezTo>
                  <a:cubicBezTo>
                    <a:pt x="7199" y="8042"/>
                    <a:pt x="7199" y="8042"/>
                    <a:pt x="7199" y="8042"/>
                  </a:cubicBezTo>
                  <a:cubicBezTo>
                    <a:pt x="7199" y="8042"/>
                    <a:pt x="7199" y="8042"/>
                    <a:pt x="7199" y="8042"/>
                  </a:cubicBezTo>
                  <a:cubicBezTo>
                    <a:pt x="7439" y="8042"/>
                    <a:pt x="7439" y="8042"/>
                    <a:pt x="7439" y="8042"/>
                  </a:cubicBezTo>
                  <a:cubicBezTo>
                    <a:pt x="7679" y="8272"/>
                    <a:pt x="7679" y="8272"/>
                    <a:pt x="7679" y="8272"/>
                  </a:cubicBezTo>
                  <a:cubicBezTo>
                    <a:pt x="7439" y="8272"/>
                    <a:pt x="7439" y="8272"/>
                    <a:pt x="7439" y="8272"/>
                  </a:cubicBezTo>
                  <a:cubicBezTo>
                    <a:pt x="7439" y="8272"/>
                    <a:pt x="7439" y="8272"/>
                    <a:pt x="7439" y="8272"/>
                  </a:cubicBezTo>
                  <a:cubicBezTo>
                    <a:pt x="7199" y="8272"/>
                    <a:pt x="7199" y="8272"/>
                    <a:pt x="7199" y="8272"/>
                  </a:cubicBezTo>
                  <a:cubicBezTo>
                    <a:pt x="7439" y="8272"/>
                    <a:pt x="7439" y="8272"/>
                    <a:pt x="7439" y="8272"/>
                  </a:cubicBezTo>
                  <a:cubicBezTo>
                    <a:pt x="7439" y="8502"/>
                    <a:pt x="7439" y="8502"/>
                    <a:pt x="7439" y="8502"/>
                  </a:cubicBezTo>
                  <a:cubicBezTo>
                    <a:pt x="7199" y="8502"/>
                    <a:pt x="7199" y="8502"/>
                    <a:pt x="7199" y="8502"/>
                  </a:cubicBezTo>
                  <a:cubicBezTo>
                    <a:pt x="7199" y="8272"/>
                    <a:pt x="7199" y="8272"/>
                    <a:pt x="7199" y="8272"/>
                  </a:cubicBezTo>
                  <a:cubicBezTo>
                    <a:pt x="7199" y="8502"/>
                    <a:pt x="7199" y="8502"/>
                    <a:pt x="7199" y="8502"/>
                  </a:cubicBezTo>
                  <a:cubicBezTo>
                    <a:pt x="7199" y="8502"/>
                    <a:pt x="7199" y="8502"/>
                    <a:pt x="7199" y="8502"/>
                  </a:cubicBezTo>
                  <a:cubicBezTo>
                    <a:pt x="7199" y="8502"/>
                    <a:pt x="7199" y="8502"/>
                    <a:pt x="7199" y="8502"/>
                  </a:cubicBezTo>
                  <a:cubicBezTo>
                    <a:pt x="7199" y="8731"/>
                    <a:pt x="7199" y="8731"/>
                    <a:pt x="7199" y="8731"/>
                  </a:cubicBezTo>
                  <a:cubicBezTo>
                    <a:pt x="7199" y="8731"/>
                    <a:pt x="7199" y="8731"/>
                    <a:pt x="7199" y="8731"/>
                  </a:cubicBezTo>
                  <a:cubicBezTo>
                    <a:pt x="7199" y="8731"/>
                    <a:pt x="7199" y="8731"/>
                    <a:pt x="7199" y="8731"/>
                  </a:cubicBezTo>
                  <a:cubicBezTo>
                    <a:pt x="6959" y="8731"/>
                    <a:pt x="6959" y="8731"/>
                    <a:pt x="6959" y="8731"/>
                  </a:cubicBezTo>
                  <a:cubicBezTo>
                    <a:pt x="6959" y="8731"/>
                    <a:pt x="6959" y="8731"/>
                    <a:pt x="6959" y="8731"/>
                  </a:cubicBezTo>
                  <a:cubicBezTo>
                    <a:pt x="6959" y="8731"/>
                    <a:pt x="6959" y="8731"/>
                    <a:pt x="6959" y="8731"/>
                  </a:cubicBezTo>
                  <a:cubicBezTo>
                    <a:pt x="6959" y="8961"/>
                    <a:pt x="6959" y="8961"/>
                    <a:pt x="6959" y="8961"/>
                  </a:cubicBezTo>
                  <a:cubicBezTo>
                    <a:pt x="6959" y="8961"/>
                    <a:pt x="6959" y="8961"/>
                    <a:pt x="6959" y="8961"/>
                  </a:cubicBezTo>
                  <a:cubicBezTo>
                    <a:pt x="7199" y="8961"/>
                    <a:pt x="7199" y="8961"/>
                    <a:pt x="7199" y="8961"/>
                  </a:cubicBezTo>
                  <a:cubicBezTo>
                    <a:pt x="7439" y="9191"/>
                    <a:pt x="7439" y="9191"/>
                    <a:pt x="7439" y="9191"/>
                  </a:cubicBezTo>
                  <a:cubicBezTo>
                    <a:pt x="7439" y="9191"/>
                    <a:pt x="7439" y="9191"/>
                    <a:pt x="7439" y="9191"/>
                  </a:cubicBezTo>
                  <a:cubicBezTo>
                    <a:pt x="7679" y="9191"/>
                    <a:pt x="7679" y="9191"/>
                    <a:pt x="7679" y="9191"/>
                  </a:cubicBezTo>
                  <a:cubicBezTo>
                    <a:pt x="7439" y="9191"/>
                    <a:pt x="7439" y="9191"/>
                    <a:pt x="7439" y="9191"/>
                  </a:cubicBezTo>
                  <a:cubicBezTo>
                    <a:pt x="7439" y="9191"/>
                    <a:pt x="7439" y="9191"/>
                    <a:pt x="7439" y="9191"/>
                  </a:cubicBezTo>
                  <a:cubicBezTo>
                    <a:pt x="7199" y="9191"/>
                    <a:pt x="7199" y="9191"/>
                    <a:pt x="7199" y="9191"/>
                  </a:cubicBezTo>
                  <a:cubicBezTo>
                    <a:pt x="7199" y="9191"/>
                    <a:pt x="7199" y="9191"/>
                    <a:pt x="7199" y="9191"/>
                  </a:cubicBezTo>
                  <a:cubicBezTo>
                    <a:pt x="6959" y="9191"/>
                    <a:pt x="6959" y="9191"/>
                    <a:pt x="6959" y="9191"/>
                  </a:cubicBezTo>
                  <a:cubicBezTo>
                    <a:pt x="6719" y="9421"/>
                    <a:pt x="6719" y="9421"/>
                    <a:pt x="6719" y="9421"/>
                  </a:cubicBezTo>
                  <a:cubicBezTo>
                    <a:pt x="6719" y="9421"/>
                    <a:pt x="6719" y="9421"/>
                    <a:pt x="6719" y="9421"/>
                  </a:cubicBezTo>
                  <a:cubicBezTo>
                    <a:pt x="6959" y="9421"/>
                    <a:pt x="6959" y="9421"/>
                    <a:pt x="6959" y="9421"/>
                  </a:cubicBezTo>
                  <a:cubicBezTo>
                    <a:pt x="6959" y="9651"/>
                    <a:pt x="6959" y="9651"/>
                    <a:pt x="6959" y="9651"/>
                  </a:cubicBezTo>
                  <a:cubicBezTo>
                    <a:pt x="7199" y="9651"/>
                    <a:pt x="7199" y="9651"/>
                    <a:pt x="7199" y="9651"/>
                  </a:cubicBezTo>
                  <a:cubicBezTo>
                    <a:pt x="7199" y="9880"/>
                    <a:pt x="7199" y="9880"/>
                    <a:pt x="7199" y="9880"/>
                  </a:cubicBezTo>
                  <a:cubicBezTo>
                    <a:pt x="6959" y="9651"/>
                    <a:pt x="6959" y="9651"/>
                    <a:pt x="6959" y="9651"/>
                  </a:cubicBezTo>
                  <a:cubicBezTo>
                    <a:pt x="6959" y="9651"/>
                    <a:pt x="6959" y="9651"/>
                    <a:pt x="6959" y="9651"/>
                  </a:cubicBezTo>
                  <a:cubicBezTo>
                    <a:pt x="6719" y="9880"/>
                    <a:pt x="6719" y="9880"/>
                    <a:pt x="6719" y="9880"/>
                  </a:cubicBezTo>
                  <a:cubicBezTo>
                    <a:pt x="6719" y="9880"/>
                    <a:pt x="6719" y="9880"/>
                    <a:pt x="6719" y="9880"/>
                  </a:cubicBezTo>
                  <a:cubicBezTo>
                    <a:pt x="6719" y="9880"/>
                    <a:pt x="6719" y="9880"/>
                    <a:pt x="6719" y="9880"/>
                  </a:cubicBezTo>
                  <a:cubicBezTo>
                    <a:pt x="6959" y="10110"/>
                    <a:pt x="6959" y="10110"/>
                    <a:pt x="6959" y="10110"/>
                  </a:cubicBezTo>
                  <a:cubicBezTo>
                    <a:pt x="6959" y="10110"/>
                    <a:pt x="6959" y="10110"/>
                    <a:pt x="6959" y="10110"/>
                  </a:cubicBezTo>
                  <a:cubicBezTo>
                    <a:pt x="6719" y="10110"/>
                    <a:pt x="6719" y="10110"/>
                    <a:pt x="6719" y="10110"/>
                  </a:cubicBezTo>
                  <a:cubicBezTo>
                    <a:pt x="6719" y="10110"/>
                    <a:pt x="6719" y="10110"/>
                    <a:pt x="6719" y="10110"/>
                  </a:cubicBezTo>
                  <a:cubicBezTo>
                    <a:pt x="6719" y="10110"/>
                    <a:pt x="6719" y="10110"/>
                    <a:pt x="6719" y="10110"/>
                  </a:cubicBezTo>
                  <a:cubicBezTo>
                    <a:pt x="6719" y="10340"/>
                    <a:pt x="6719" y="10340"/>
                    <a:pt x="6719" y="10340"/>
                  </a:cubicBezTo>
                  <a:cubicBezTo>
                    <a:pt x="6719" y="10340"/>
                    <a:pt x="6719" y="10340"/>
                    <a:pt x="6719" y="10340"/>
                  </a:cubicBezTo>
                  <a:cubicBezTo>
                    <a:pt x="6719" y="10340"/>
                    <a:pt x="6719" y="10340"/>
                    <a:pt x="6719" y="10340"/>
                  </a:cubicBezTo>
                  <a:cubicBezTo>
                    <a:pt x="6719" y="10570"/>
                    <a:pt x="6719" y="10570"/>
                    <a:pt x="6719" y="10570"/>
                  </a:cubicBezTo>
                  <a:cubicBezTo>
                    <a:pt x="6479" y="10340"/>
                    <a:pt x="6479" y="10340"/>
                    <a:pt x="6479" y="10340"/>
                  </a:cubicBezTo>
                  <a:cubicBezTo>
                    <a:pt x="6479" y="10340"/>
                    <a:pt x="6479" y="10340"/>
                    <a:pt x="6479" y="10340"/>
                  </a:cubicBezTo>
                  <a:cubicBezTo>
                    <a:pt x="6479" y="10570"/>
                    <a:pt x="6479" y="10570"/>
                    <a:pt x="6479" y="10570"/>
                  </a:cubicBezTo>
                  <a:cubicBezTo>
                    <a:pt x="6479" y="10570"/>
                    <a:pt x="6479" y="10570"/>
                    <a:pt x="6479" y="10570"/>
                  </a:cubicBezTo>
                  <a:cubicBezTo>
                    <a:pt x="6479" y="10800"/>
                    <a:pt x="6479" y="10800"/>
                    <a:pt x="6479" y="10800"/>
                  </a:cubicBezTo>
                  <a:cubicBezTo>
                    <a:pt x="6719" y="10800"/>
                    <a:pt x="6719" y="10800"/>
                    <a:pt x="6719" y="10800"/>
                  </a:cubicBezTo>
                  <a:cubicBezTo>
                    <a:pt x="6719" y="10800"/>
                    <a:pt x="6719" y="10800"/>
                    <a:pt x="6719" y="10800"/>
                  </a:cubicBezTo>
                  <a:cubicBezTo>
                    <a:pt x="6719" y="10800"/>
                    <a:pt x="6719" y="10800"/>
                    <a:pt x="6719" y="10800"/>
                  </a:cubicBezTo>
                  <a:cubicBezTo>
                    <a:pt x="6959" y="10800"/>
                    <a:pt x="6959" y="10800"/>
                    <a:pt x="6959" y="10800"/>
                  </a:cubicBezTo>
                  <a:cubicBezTo>
                    <a:pt x="6719" y="11029"/>
                    <a:pt x="6719" y="11029"/>
                    <a:pt x="6719" y="11029"/>
                  </a:cubicBezTo>
                  <a:cubicBezTo>
                    <a:pt x="6719" y="11029"/>
                    <a:pt x="6719" y="11029"/>
                    <a:pt x="6719" y="11029"/>
                  </a:cubicBezTo>
                  <a:cubicBezTo>
                    <a:pt x="6479" y="11029"/>
                    <a:pt x="6479" y="11029"/>
                    <a:pt x="6479" y="11029"/>
                  </a:cubicBezTo>
                  <a:cubicBezTo>
                    <a:pt x="6479" y="11029"/>
                    <a:pt x="6479" y="11029"/>
                    <a:pt x="6479" y="11029"/>
                  </a:cubicBezTo>
                  <a:cubicBezTo>
                    <a:pt x="6239" y="11259"/>
                    <a:pt x="6239" y="11259"/>
                    <a:pt x="6239" y="11259"/>
                  </a:cubicBezTo>
                  <a:cubicBezTo>
                    <a:pt x="6239" y="11259"/>
                    <a:pt x="6239" y="11259"/>
                    <a:pt x="6239" y="11259"/>
                  </a:cubicBezTo>
                  <a:cubicBezTo>
                    <a:pt x="5999" y="11259"/>
                    <a:pt x="5999" y="11259"/>
                    <a:pt x="5999" y="11259"/>
                  </a:cubicBezTo>
                  <a:cubicBezTo>
                    <a:pt x="5999" y="11489"/>
                    <a:pt x="5999" y="11489"/>
                    <a:pt x="5999" y="11489"/>
                  </a:cubicBezTo>
                  <a:cubicBezTo>
                    <a:pt x="5999" y="11489"/>
                    <a:pt x="5999" y="11489"/>
                    <a:pt x="5999" y="11489"/>
                  </a:cubicBezTo>
                  <a:cubicBezTo>
                    <a:pt x="5999" y="11489"/>
                    <a:pt x="5999" y="11489"/>
                    <a:pt x="5999" y="11489"/>
                  </a:cubicBezTo>
                  <a:cubicBezTo>
                    <a:pt x="5759" y="11489"/>
                    <a:pt x="5759" y="11489"/>
                    <a:pt x="5759" y="11489"/>
                  </a:cubicBezTo>
                  <a:cubicBezTo>
                    <a:pt x="5519" y="11719"/>
                    <a:pt x="5519" y="11719"/>
                    <a:pt x="5519" y="11719"/>
                  </a:cubicBezTo>
                  <a:cubicBezTo>
                    <a:pt x="5759" y="11719"/>
                    <a:pt x="5759" y="11719"/>
                    <a:pt x="5759" y="11719"/>
                  </a:cubicBezTo>
                  <a:cubicBezTo>
                    <a:pt x="5759" y="11948"/>
                    <a:pt x="5759" y="11948"/>
                    <a:pt x="5759" y="11948"/>
                  </a:cubicBezTo>
                  <a:cubicBezTo>
                    <a:pt x="5759" y="11948"/>
                    <a:pt x="5759" y="11948"/>
                    <a:pt x="5759" y="11948"/>
                  </a:cubicBezTo>
                  <a:cubicBezTo>
                    <a:pt x="5519" y="12178"/>
                    <a:pt x="5519" y="12178"/>
                    <a:pt x="5519" y="12178"/>
                  </a:cubicBezTo>
                  <a:cubicBezTo>
                    <a:pt x="5519" y="12178"/>
                    <a:pt x="5519" y="12178"/>
                    <a:pt x="5519" y="12178"/>
                  </a:cubicBezTo>
                  <a:cubicBezTo>
                    <a:pt x="5519" y="11948"/>
                    <a:pt x="5519" y="11948"/>
                    <a:pt x="5519" y="11948"/>
                  </a:cubicBezTo>
                  <a:cubicBezTo>
                    <a:pt x="5280" y="11948"/>
                    <a:pt x="5280" y="11948"/>
                    <a:pt x="5280" y="11948"/>
                  </a:cubicBezTo>
                  <a:cubicBezTo>
                    <a:pt x="5280" y="11948"/>
                    <a:pt x="5280" y="11948"/>
                    <a:pt x="5280" y="11948"/>
                  </a:cubicBezTo>
                  <a:cubicBezTo>
                    <a:pt x="5040" y="11948"/>
                    <a:pt x="5040" y="11948"/>
                    <a:pt x="5040" y="11948"/>
                  </a:cubicBezTo>
                  <a:cubicBezTo>
                    <a:pt x="5280" y="12178"/>
                    <a:pt x="5280" y="12178"/>
                    <a:pt x="5280" y="12178"/>
                  </a:cubicBezTo>
                  <a:cubicBezTo>
                    <a:pt x="5040" y="12178"/>
                    <a:pt x="5040" y="12178"/>
                    <a:pt x="5040" y="12178"/>
                  </a:cubicBezTo>
                  <a:cubicBezTo>
                    <a:pt x="5040" y="12178"/>
                    <a:pt x="5040" y="12178"/>
                    <a:pt x="5040" y="12178"/>
                  </a:cubicBezTo>
                  <a:cubicBezTo>
                    <a:pt x="5040" y="12408"/>
                    <a:pt x="5040" y="12408"/>
                    <a:pt x="5040" y="12408"/>
                  </a:cubicBezTo>
                  <a:cubicBezTo>
                    <a:pt x="4799" y="12408"/>
                    <a:pt x="4799" y="12408"/>
                    <a:pt x="4799" y="12408"/>
                  </a:cubicBezTo>
                  <a:cubicBezTo>
                    <a:pt x="4799" y="12408"/>
                    <a:pt x="4799" y="12408"/>
                    <a:pt x="4799" y="12408"/>
                  </a:cubicBezTo>
                  <a:cubicBezTo>
                    <a:pt x="4799" y="12638"/>
                    <a:pt x="4799" y="12638"/>
                    <a:pt x="4799" y="12638"/>
                  </a:cubicBezTo>
                  <a:cubicBezTo>
                    <a:pt x="4559" y="12638"/>
                    <a:pt x="4559" y="12638"/>
                    <a:pt x="4559" y="12638"/>
                  </a:cubicBezTo>
                  <a:cubicBezTo>
                    <a:pt x="4559" y="12638"/>
                    <a:pt x="4559" y="12638"/>
                    <a:pt x="4559" y="12638"/>
                  </a:cubicBezTo>
                  <a:cubicBezTo>
                    <a:pt x="4559" y="12868"/>
                    <a:pt x="4559" y="12868"/>
                    <a:pt x="4559" y="12868"/>
                  </a:cubicBezTo>
                  <a:cubicBezTo>
                    <a:pt x="4559" y="13097"/>
                    <a:pt x="4559" y="13097"/>
                    <a:pt x="4559" y="13097"/>
                  </a:cubicBezTo>
                  <a:cubicBezTo>
                    <a:pt x="4319" y="13097"/>
                    <a:pt x="4319" y="13097"/>
                    <a:pt x="4319" y="13097"/>
                  </a:cubicBezTo>
                  <a:cubicBezTo>
                    <a:pt x="4319" y="13327"/>
                    <a:pt x="4319" y="13327"/>
                    <a:pt x="4319" y="13327"/>
                  </a:cubicBezTo>
                  <a:cubicBezTo>
                    <a:pt x="4559" y="13097"/>
                    <a:pt x="4559" y="13097"/>
                    <a:pt x="4559" y="13097"/>
                  </a:cubicBezTo>
                  <a:cubicBezTo>
                    <a:pt x="4559" y="13097"/>
                    <a:pt x="4559" y="13097"/>
                    <a:pt x="4559" y="13097"/>
                  </a:cubicBezTo>
                  <a:cubicBezTo>
                    <a:pt x="4559" y="13327"/>
                    <a:pt x="4559" y="13327"/>
                    <a:pt x="4559" y="13327"/>
                  </a:cubicBezTo>
                  <a:cubicBezTo>
                    <a:pt x="4559" y="13327"/>
                    <a:pt x="4559" y="13327"/>
                    <a:pt x="4559" y="13327"/>
                  </a:cubicBezTo>
                  <a:cubicBezTo>
                    <a:pt x="4559" y="13557"/>
                    <a:pt x="4559" y="13557"/>
                    <a:pt x="4559" y="13557"/>
                  </a:cubicBezTo>
                  <a:cubicBezTo>
                    <a:pt x="4559" y="13557"/>
                    <a:pt x="4559" y="13557"/>
                    <a:pt x="4559" y="13557"/>
                  </a:cubicBezTo>
                  <a:cubicBezTo>
                    <a:pt x="4799" y="13557"/>
                    <a:pt x="4799" y="13557"/>
                    <a:pt x="4799" y="13557"/>
                  </a:cubicBezTo>
                  <a:cubicBezTo>
                    <a:pt x="5040" y="13557"/>
                    <a:pt x="5040" y="13557"/>
                    <a:pt x="5040" y="13557"/>
                  </a:cubicBezTo>
                  <a:cubicBezTo>
                    <a:pt x="5280" y="13097"/>
                    <a:pt x="5280" y="13097"/>
                    <a:pt x="5280" y="13097"/>
                  </a:cubicBezTo>
                  <a:cubicBezTo>
                    <a:pt x="5280" y="13097"/>
                    <a:pt x="5280" y="13097"/>
                    <a:pt x="5280" y="13097"/>
                  </a:cubicBezTo>
                  <a:cubicBezTo>
                    <a:pt x="5280" y="13097"/>
                    <a:pt x="5280" y="13097"/>
                    <a:pt x="5280" y="13097"/>
                  </a:cubicBezTo>
                  <a:cubicBezTo>
                    <a:pt x="5280" y="12868"/>
                    <a:pt x="5280" y="12868"/>
                    <a:pt x="5280" y="12868"/>
                  </a:cubicBezTo>
                  <a:cubicBezTo>
                    <a:pt x="5280" y="12868"/>
                    <a:pt x="5280" y="12868"/>
                    <a:pt x="5280" y="12868"/>
                  </a:cubicBezTo>
                  <a:cubicBezTo>
                    <a:pt x="5519" y="12638"/>
                    <a:pt x="5519" y="12638"/>
                    <a:pt x="5519" y="12638"/>
                  </a:cubicBezTo>
                  <a:cubicBezTo>
                    <a:pt x="5519" y="12638"/>
                    <a:pt x="5519" y="12638"/>
                    <a:pt x="5519" y="12638"/>
                  </a:cubicBezTo>
                  <a:cubicBezTo>
                    <a:pt x="5759" y="12638"/>
                    <a:pt x="5759" y="12638"/>
                    <a:pt x="5759" y="12638"/>
                  </a:cubicBezTo>
                  <a:cubicBezTo>
                    <a:pt x="5759" y="12638"/>
                    <a:pt x="5759" y="12638"/>
                    <a:pt x="5759" y="12638"/>
                  </a:cubicBezTo>
                  <a:cubicBezTo>
                    <a:pt x="5519" y="12868"/>
                    <a:pt x="5519" y="12868"/>
                    <a:pt x="5519" y="12868"/>
                  </a:cubicBezTo>
                  <a:cubicBezTo>
                    <a:pt x="5519" y="12868"/>
                    <a:pt x="5519" y="12868"/>
                    <a:pt x="5519" y="12868"/>
                  </a:cubicBezTo>
                  <a:cubicBezTo>
                    <a:pt x="5759" y="13097"/>
                    <a:pt x="5759" y="13097"/>
                    <a:pt x="5759" y="13097"/>
                  </a:cubicBezTo>
                  <a:cubicBezTo>
                    <a:pt x="5759" y="13097"/>
                    <a:pt x="5759" y="13097"/>
                    <a:pt x="5759" y="13097"/>
                  </a:cubicBezTo>
                  <a:cubicBezTo>
                    <a:pt x="5519" y="13097"/>
                    <a:pt x="5519" y="13097"/>
                    <a:pt x="5519" y="13097"/>
                  </a:cubicBezTo>
                  <a:cubicBezTo>
                    <a:pt x="5280" y="13557"/>
                    <a:pt x="5280" y="13557"/>
                    <a:pt x="5280" y="13557"/>
                  </a:cubicBezTo>
                  <a:cubicBezTo>
                    <a:pt x="5519" y="13557"/>
                    <a:pt x="5519" y="13557"/>
                    <a:pt x="5519" y="13557"/>
                  </a:cubicBezTo>
                  <a:cubicBezTo>
                    <a:pt x="5280" y="13557"/>
                    <a:pt x="5280" y="13557"/>
                    <a:pt x="5280" y="13557"/>
                  </a:cubicBezTo>
                  <a:cubicBezTo>
                    <a:pt x="5280" y="13787"/>
                    <a:pt x="5280" y="13787"/>
                    <a:pt x="5280" y="13787"/>
                  </a:cubicBezTo>
                  <a:cubicBezTo>
                    <a:pt x="5280" y="13787"/>
                    <a:pt x="5280" y="13787"/>
                    <a:pt x="5280" y="13787"/>
                  </a:cubicBezTo>
                  <a:cubicBezTo>
                    <a:pt x="5040" y="13557"/>
                    <a:pt x="5040" y="13557"/>
                    <a:pt x="5040" y="13557"/>
                  </a:cubicBezTo>
                  <a:cubicBezTo>
                    <a:pt x="4799" y="13787"/>
                    <a:pt x="4799" y="13787"/>
                    <a:pt x="4799" y="13787"/>
                  </a:cubicBezTo>
                  <a:cubicBezTo>
                    <a:pt x="4799" y="13787"/>
                    <a:pt x="4799" y="13787"/>
                    <a:pt x="4799" y="13787"/>
                  </a:cubicBezTo>
                  <a:cubicBezTo>
                    <a:pt x="4799" y="14017"/>
                    <a:pt x="4799" y="14017"/>
                    <a:pt x="4799" y="14017"/>
                  </a:cubicBezTo>
                  <a:cubicBezTo>
                    <a:pt x="4559" y="14017"/>
                    <a:pt x="4559" y="14017"/>
                    <a:pt x="4559" y="14017"/>
                  </a:cubicBezTo>
                  <a:cubicBezTo>
                    <a:pt x="4319" y="14017"/>
                    <a:pt x="4319" y="14017"/>
                    <a:pt x="4319" y="14017"/>
                  </a:cubicBezTo>
                  <a:cubicBezTo>
                    <a:pt x="4559" y="14017"/>
                    <a:pt x="4559" y="14017"/>
                    <a:pt x="4559" y="14017"/>
                  </a:cubicBezTo>
                  <a:cubicBezTo>
                    <a:pt x="4559" y="14017"/>
                    <a:pt x="4559" y="14017"/>
                    <a:pt x="4559" y="14017"/>
                  </a:cubicBezTo>
                  <a:cubicBezTo>
                    <a:pt x="4559" y="13787"/>
                    <a:pt x="4559" y="13787"/>
                    <a:pt x="4559" y="13787"/>
                  </a:cubicBezTo>
                  <a:cubicBezTo>
                    <a:pt x="4559" y="13557"/>
                    <a:pt x="4559" y="13557"/>
                    <a:pt x="4559" y="13557"/>
                  </a:cubicBezTo>
                  <a:cubicBezTo>
                    <a:pt x="4319" y="13327"/>
                    <a:pt x="4319" y="13327"/>
                    <a:pt x="4319" y="13327"/>
                  </a:cubicBezTo>
                  <a:cubicBezTo>
                    <a:pt x="4079" y="13327"/>
                    <a:pt x="4079" y="13327"/>
                    <a:pt x="4079" y="13327"/>
                  </a:cubicBezTo>
                  <a:cubicBezTo>
                    <a:pt x="4079" y="13557"/>
                    <a:pt x="4079" y="13557"/>
                    <a:pt x="4079" y="13557"/>
                  </a:cubicBezTo>
                  <a:cubicBezTo>
                    <a:pt x="3840" y="13557"/>
                    <a:pt x="3840" y="13557"/>
                    <a:pt x="3840" y="13557"/>
                  </a:cubicBezTo>
                  <a:cubicBezTo>
                    <a:pt x="3840" y="13557"/>
                    <a:pt x="3840" y="13557"/>
                    <a:pt x="3840" y="13557"/>
                  </a:cubicBezTo>
                  <a:cubicBezTo>
                    <a:pt x="4079" y="13557"/>
                    <a:pt x="4079" y="13557"/>
                    <a:pt x="4079" y="13557"/>
                  </a:cubicBezTo>
                  <a:cubicBezTo>
                    <a:pt x="3840" y="13787"/>
                    <a:pt x="3840" y="13787"/>
                    <a:pt x="3840" y="13787"/>
                  </a:cubicBezTo>
                  <a:cubicBezTo>
                    <a:pt x="3599" y="13787"/>
                    <a:pt x="3599" y="13787"/>
                    <a:pt x="3599" y="13787"/>
                  </a:cubicBezTo>
                  <a:cubicBezTo>
                    <a:pt x="3599" y="13787"/>
                    <a:pt x="3599" y="13787"/>
                    <a:pt x="3599" y="13787"/>
                  </a:cubicBezTo>
                  <a:cubicBezTo>
                    <a:pt x="3359" y="14017"/>
                    <a:pt x="3359" y="14017"/>
                    <a:pt x="3359" y="14017"/>
                  </a:cubicBezTo>
                  <a:cubicBezTo>
                    <a:pt x="3359" y="14017"/>
                    <a:pt x="3359" y="14017"/>
                    <a:pt x="3359" y="14017"/>
                  </a:cubicBezTo>
                  <a:cubicBezTo>
                    <a:pt x="3599" y="14017"/>
                    <a:pt x="3599" y="14017"/>
                    <a:pt x="3599" y="14017"/>
                  </a:cubicBezTo>
                  <a:cubicBezTo>
                    <a:pt x="3599" y="14017"/>
                    <a:pt x="3599" y="14017"/>
                    <a:pt x="3599" y="14017"/>
                  </a:cubicBezTo>
                  <a:cubicBezTo>
                    <a:pt x="3359" y="14017"/>
                    <a:pt x="3359" y="14017"/>
                    <a:pt x="3359" y="14017"/>
                  </a:cubicBezTo>
                  <a:cubicBezTo>
                    <a:pt x="3359" y="14246"/>
                    <a:pt x="3359" y="14246"/>
                    <a:pt x="3359" y="14246"/>
                  </a:cubicBezTo>
                  <a:cubicBezTo>
                    <a:pt x="3119" y="14017"/>
                    <a:pt x="3119" y="14017"/>
                    <a:pt x="3119" y="14017"/>
                  </a:cubicBezTo>
                  <a:cubicBezTo>
                    <a:pt x="3119" y="14017"/>
                    <a:pt x="3119" y="14017"/>
                    <a:pt x="3119" y="14017"/>
                  </a:cubicBezTo>
                  <a:cubicBezTo>
                    <a:pt x="3119" y="14246"/>
                    <a:pt x="3119" y="14246"/>
                    <a:pt x="3119" y="14246"/>
                  </a:cubicBezTo>
                  <a:cubicBezTo>
                    <a:pt x="3359" y="14246"/>
                    <a:pt x="3359" y="14246"/>
                    <a:pt x="3359" y="14246"/>
                  </a:cubicBezTo>
                  <a:cubicBezTo>
                    <a:pt x="3599" y="14246"/>
                    <a:pt x="3599" y="14246"/>
                    <a:pt x="3599" y="14246"/>
                  </a:cubicBezTo>
                  <a:cubicBezTo>
                    <a:pt x="3359" y="14476"/>
                    <a:pt x="3359" y="14476"/>
                    <a:pt x="3359" y="14476"/>
                  </a:cubicBezTo>
                  <a:cubicBezTo>
                    <a:pt x="3599" y="14476"/>
                    <a:pt x="3599" y="14476"/>
                    <a:pt x="3599" y="14476"/>
                  </a:cubicBezTo>
                  <a:cubicBezTo>
                    <a:pt x="3599" y="14706"/>
                    <a:pt x="3599" y="14706"/>
                    <a:pt x="3599" y="14706"/>
                  </a:cubicBezTo>
                  <a:cubicBezTo>
                    <a:pt x="3359" y="14476"/>
                    <a:pt x="3359" y="14476"/>
                    <a:pt x="3359" y="14476"/>
                  </a:cubicBezTo>
                  <a:cubicBezTo>
                    <a:pt x="3359" y="14476"/>
                    <a:pt x="3359" y="14476"/>
                    <a:pt x="3359" y="14476"/>
                  </a:cubicBezTo>
                  <a:cubicBezTo>
                    <a:pt x="3119" y="14476"/>
                    <a:pt x="3119" y="14476"/>
                    <a:pt x="3119" y="14476"/>
                  </a:cubicBezTo>
                  <a:cubicBezTo>
                    <a:pt x="2880" y="14246"/>
                    <a:pt x="2880" y="14246"/>
                    <a:pt x="2880" y="14246"/>
                  </a:cubicBezTo>
                  <a:cubicBezTo>
                    <a:pt x="2880" y="14246"/>
                    <a:pt x="2880" y="14246"/>
                    <a:pt x="2880" y="14246"/>
                  </a:cubicBezTo>
                  <a:cubicBezTo>
                    <a:pt x="2880" y="14246"/>
                    <a:pt x="2880" y="14246"/>
                    <a:pt x="2880" y="14246"/>
                  </a:cubicBezTo>
                  <a:cubicBezTo>
                    <a:pt x="2880" y="14246"/>
                    <a:pt x="2880" y="14246"/>
                    <a:pt x="2880" y="14246"/>
                  </a:cubicBezTo>
                  <a:cubicBezTo>
                    <a:pt x="2880" y="14476"/>
                    <a:pt x="2880" y="14476"/>
                    <a:pt x="2880" y="14476"/>
                  </a:cubicBezTo>
                  <a:cubicBezTo>
                    <a:pt x="3119" y="14706"/>
                    <a:pt x="3119" y="14706"/>
                    <a:pt x="3119" y="14706"/>
                  </a:cubicBezTo>
                  <a:cubicBezTo>
                    <a:pt x="3359" y="14706"/>
                    <a:pt x="3359" y="14706"/>
                    <a:pt x="3359" y="14706"/>
                  </a:cubicBezTo>
                  <a:cubicBezTo>
                    <a:pt x="3359" y="14706"/>
                    <a:pt x="3359" y="14706"/>
                    <a:pt x="3359" y="14706"/>
                  </a:cubicBezTo>
                  <a:cubicBezTo>
                    <a:pt x="3359" y="14706"/>
                    <a:pt x="3359" y="14706"/>
                    <a:pt x="3359" y="14706"/>
                  </a:cubicBezTo>
                  <a:cubicBezTo>
                    <a:pt x="2880" y="14706"/>
                    <a:pt x="2880" y="14706"/>
                    <a:pt x="2880" y="14706"/>
                  </a:cubicBezTo>
                  <a:cubicBezTo>
                    <a:pt x="2640" y="14476"/>
                    <a:pt x="2640" y="14476"/>
                    <a:pt x="2640" y="14476"/>
                  </a:cubicBezTo>
                  <a:cubicBezTo>
                    <a:pt x="2640" y="14476"/>
                    <a:pt x="2640" y="14476"/>
                    <a:pt x="2640" y="14476"/>
                  </a:cubicBezTo>
                  <a:cubicBezTo>
                    <a:pt x="2399" y="14476"/>
                    <a:pt x="2399" y="14476"/>
                    <a:pt x="2399" y="14476"/>
                  </a:cubicBezTo>
                  <a:cubicBezTo>
                    <a:pt x="2159" y="14476"/>
                    <a:pt x="2159" y="14476"/>
                    <a:pt x="2159" y="14476"/>
                  </a:cubicBezTo>
                  <a:cubicBezTo>
                    <a:pt x="2159" y="14246"/>
                    <a:pt x="2159" y="14246"/>
                    <a:pt x="2159" y="14246"/>
                  </a:cubicBezTo>
                  <a:cubicBezTo>
                    <a:pt x="1920" y="14476"/>
                    <a:pt x="1920" y="14476"/>
                    <a:pt x="1920" y="14476"/>
                  </a:cubicBezTo>
                  <a:cubicBezTo>
                    <a:pt x="1920" y="14476"/>
                    <a:pt x="1920" y="14476"/>
                    <a:pt x="1920" y="14476"/>
                  </a:cubicBezTo>
                  <a:cubicBezTo>
                    <a:pt x="1920" y="14706"/>
                    <a:pt x="1920" y="14706"/>
                    <a:pt x="1920" y="14706"/>
                  </a:cubicBezTo>
                  <a:cubicBezTo>
                    <a:pt x="2159" y="14706"/>
                    <a:pt x="2159" y="14706"/>
                    <a:pt x="2159" y="14706"/>
                  </a:cubicBezTo>
                  <a:cubicBezTo>
                    <a:pt x="2399" y="14706"/>
                    <a:pt x="2399" y="14706"/>
                    <a:pt x="2399" y="14706"/>
                  </a:cubicBezTo>
                  <a:cubicBezTo>
                    <a:pt x="2399" y="14706"/>
                    <a:pt x="2399" y="14706"/>
                    <a:pt x="2399" y="14706"/>
                  </a:cubicBezTo>
                  <a:cubicBezTo>
                    <a:pt x="2399" y="14706"/>
                    <a:pt x="2399" y="14706"/>
                    <a:pt x="2399" y="14706"/>
                  </a:cubicBezTo>
                  <a:cubicBezTo>
                    <a:pt x="2399" y="14936"/>
                    <a:pt x="2399" y="14936"/>
                    <a:pt x="2399" y="14936"/>
                  </a:cubicBezTo>
                  <a:cubicBezTo>
                    <a:pt x="2640" y="14706"/>
                    <a:pt x="2640" y="14706"/>
                    <a:pt x="2640" y="14706"/>
                  </a:cubicBezTo>
                  <a:cubicBezTo>
                    <a:pt x="2880" y="14706"/>
                    <a:pt x="2880" y="14706"/>
                    <a:pt x="2880" y="14706"/>
                  </a:cubicBezTo>
                  <a:cubicBezTo>
                    <a:pt x="2640" y="14936"/>
                    <a:pt x="2640" y="14936"/>
                    <a:pt x="2640" y="14936"/>
                  </a:cubicBezTo>
                  <a:cubicBezTo>
                    <a:pt x="2399" y="14936"/>
                    <a:pt x="2399" y="14936"/>
                    <a:pt x="2399" y="14936"/>
                  </a:cubicBezTo>
                  <a:cubicBezTo>
                    <a:pt x="2399" y="15165"/>
                    <a:pt x="2399" y="15165"/>
                    <a:pt x="2399" y="15165"/>
                  </a:cubicBezTo>
                  <a:cubicBezTo>
                    <a:pt x="2159" y="15165"/>
                    <a:pt x="2159" y="15165"/>
                    <a:pt x="2159" y="15165"/>
                  </a:cubicBezTo>
                  <a:cubicBezTo>
                    <a:pt x="1920" y="14936"/>
                    <a:pt x="1920" y="14936"/>
                    <a:pt x="1920" y="14936"/>
                  </a:cubicBezTo>
                  <a:cubicBezTo>
                    <a:pt x="1920" y="14936"/>
                    <a:pt x="1920" y="14936"/>
                    <a:pt x="1920" y="14936"/>
                  </a:cubicBezTo>
                  <a:cubicBezTo>
                    <a:pt x="1679" y="14936"/>
                    <a:pt x="1679" y="14936"/>
                    <a:pt x="1679" y="14936"/>
                  </a:cubicBezTo>
                  <a:cubicBezTo>
                    <a:pt x="1679" y="14706"/>
                    <a:pt x="1679" y="14706"/>
                    <a:pt x="1679" y="14706"/>
                  </a:cubicBezTo>
                  <a:cubicBezTo>
                    <a:pt x="1440" y="14936"/>
                    <a:pt x="1440" y="14936"/>
                    <a:pt x="1440" y="14936"/>
                  </a:cubicBezTo>
                  <a:cubicBezTo>
                    <a:pt x="1440" y="14936"/>
                    <a:pt x="1440" y="14936"/>
                    <a:pt x="1440" y="14936"/>
                  </a:cubicBezTo>
                  <a:cubicBezTo>
                    <a:pt x="1199" y="14936"/>
                    <a:pt x="1199" y="14936"/>
                    <a:pt x="1199" y="14936"/>
                  </a:cubicBezTo>
                  <a:cubicBezTo>
                    <a:pt x="1199" y="14936"/>
                    <a:pt x="1199" y="14936"/>
                    <a:pt x="1199" y="14936"/>
                  </a:cubicBezTo>
                  <a:cubicBezTo>
                    <a:pt x="1679" y="14936"/>
                    <a:pt x="1679" y="14936"/>
                    <a:pt x="1679" y="14936"/>
                  </a:cubicBezTo>
                  <a:cubicBezTo>
                    <a:pt x="1679" y="15165"/>
                    <a:pt x="1679" y="15165"/>
                    <a:pt x="1679" y="15165"/>
                  </a:cubicBezTo>
                  <a:cubicBezTo>
                    <a:pt x="1920" y="15165"/>
                    <a:pt x="1920" y="15165"/>
                    <a:pt x="1920" y="15165"/>
                  </a:cubicBezTo>
                  <a:cubicBezTo>
                    <a:pt x="1920" y="15395"/>
                    <a:pt x="1920" y="15395"/>
                    <a:pt x="1920" y="15395"/>
                  </a:cubicBezTo>
                  <a:cubicBezTo>
                    <a:pt x="2159" y="15625"/>
                    <a:pt x="2159" y="15625"/>
                    <a:pt x="2159" y="15625"/>
                  </a:cubicBezTo>
                  <a:cubicBezTo>
                    <a:pt x="1920" y="15625"/>
                    <a:pt x="1920" y="15625"/>
                    <a:pt x="1920" y="15625"/>
                  </a:cubicBezTo>
                  <a:cubicBezTo>
                    <a:pt x="1920" y="15625"/>
                    <a:pt x="1920" y="15625"/>
                    <a:pt x="1920" y="15625"/>
                  </a:cubicBezTo>
                  <a:cubicBezTo>
                    <a:pt x="1920" y="15395"/>
                    <a:pt x="1920" y="15395"/>
                    <a:pt x="1920" y="15395"/>
                  </a:cubicBezTo>
                  <a:cubicBezTo>
                    <a:pt x="1679" y="15165"/>
                    <a:pt x="1679" y="15165"/>
                    <a:pt x="1679" y="15165"/>
                  </a:cubicBezTo>
                  <a:cubicBezTo>
                    <a:pt x="1440" y="15165"/>
                    <a:pt x="1440" y="15165"/>
                    <a:pt x="1440" y="15165"/>
                  </a:cubicBezTo>
                  <a:cubicBezTo>
                    <a:pt x="1440" y="15395"/>
                    <a:pt x="1440" y="15395"/>
                    <a:pt x="1440" y="15395"/>
                  </a:cubicBezTo>
                  <a:cubicBezTo>
                    <a:pt x="1440" y="15395"/>
                    <a:pt x="1440" y="15395"/>
                    <a:pt x="1440" y="15395"/>
                  </a:cubicBezTo>
                  <a:cubicBezTo>
                    <a:pt x="1199" y="15395"/>
                    <a:pt x="1199" y="15395"/>
                    <a:pt x="1199" y="15395"/>
                  </a:cubicBezTo>
                  <a:cubicBezTo>
                    <a:pt x="960" y="15625"/>
                    <a:pt x="960" y="15625"/>
                    <a:pt x="960" y="15625"/>
                  </a:cubicBezTo>
                  <a:cubicBezTo>
                    <a:pt x="1199" y="15625"/>
                    <a:pt x="1199" y="15625"/>
                    <a:pt x="1199" y="15625"/>
                  </a:cubicBezTo>
                  <a:cubicBezTo>
                    <a:pt x="1199" y="15625"/>
                    <a:pt x="1199" y="15625"/>
                    <a:pt x="1199" y="15625"/>
                  </a:cubicBezTo>
                  <a:cubicBezTo>
                    <a:pt x="960" y="15625"/>
                    <a:pt x="960" y="15625"/>
                    <a:pt x="960" y="15625"/>
                  </a:cubicBezTo>
                  <a:cubicBezTo>
                    <a:pt x="960" y="15625"/>
                    <a:pt x="960" y="15625"/>
                    <a:pt x="960" y="15625"/>
                  </a:cubicBezTo>
                  <a:cubicBezTo>
                    <a:pt x="720" y="15625"/>
                    <a:pt x="720" y="15625"/>
                    <a:pt x="720" y="15625"/>
                  </a:cubicBezTo>
                  <a:cubicBezTo>
                    <a:pt x="720" y="15625"/>
                    <a:pt x="720" y="15625"/>
                    <a:pt x="720" y="15625"/>
                  </a:cubicBezTo>
                  <a:cubicBezTo>
                    <a:pt x="480" y="15855"/>
                    <a:pt x="480" y="15855"/>
                    <a:pt x="480" y="15855"/>
                  </a:cubicBezTo>
                  <a:cubicBezTo>
                    <a:pt x="480" y="15625"/>
                    <a:pt x="480" y="15625"/>
                    <a:pt x="480" y="15625"/>
                  </a:cubicBezTo>
                  <a:cubicBezTo>
                    <a:pt x="240" y="15395"/>
                    <a:pt x="240" y="15395"/>
                    <a:pt x="240" y="15395"/>
                  </a:cubicBezTo>
                  <a:cubicBezTo>
                    <a:pt x="240" y="15395"/>
                    <a:pt x="240" y="15395"/>
                    <a:pt x="240" y="15395"/>
                  </a:cubicBezTo>
                  <a:cubicBezTo>
                    <a:pt x="240" y="15625"/>
                    <a:pt x="240" y="15625"/>
                    <a:pt x="240" y="15625"/>
                  </a:cubicBezTo>
                  <a:cubicBezTo>
                    <a:pt x="480" y="15855"/>
                    <a:pt x="480" y="15855"/>
                    <a:pt x="480" y="15855"/>
                  </a:cubicBezTo>
                  <a:cubicBezTo>
                    <a:pt x="480" y="15855"/>
                    <a:pt x="480" y="15855"/>
                    <a:pt x="480" y="15855"/>
                  </a:cubicBezTo>
                  <a:cubicBezTo>
                    <a:pt x="480" y="15855"/>
                    <a:pt x="480" y="15855"/>
                    <a:pt x="480" y="15855"/>
                  </a:cubicBezTo>
                  <a:cubicBezTo>
                    <a:pt x="720" y="15855"/>
                    <a:pt x="720" y="15855"/>
                    <a:pt x="720" y="15855"/>
                  </a:cubicBezTo>
                  <a:cubicBezTo>
                    <a:pt x="960" y="15855"/>
                    <a:pt x="960" y="15855"/>
                    <a:pt x="960" y="15855"/>
                  </a:cubicBezTo>
                  <a:cubicBezTo>
                    <a:pt x="1199" y="16085"/>
                    <a:pt x="1199" y="16085"/>
                    <a:pt x="1199" y="16085"/>
                  </a:cubicBezTo>
                  <a:cubicBezTo>
                    <a:pt x="1440" y="16085"/>
                    <a:pt x="1440" y="16085"/>
                    <a:pt x="1440" y="16085"/>
                  </a:cubicBezTo>
                  <a:cubicBezTo>
                    <a:pt x="1679" y="16085"/>
                    <a:pt x="1679" y="16085"/>
                    <a:pt x="1679" y="16085"/>
                  </a:cubicBezTo>
                  <a:cubicBezTo>
                    <a:pt x="1679" y="16085"/>
                    <a:pt x="1679" y="16085"/>
                    <a:pt x="1679" y="16085"/>
                  </a:cubicBezTo>
                  <a:cubicBezTo>
                    <a:pt x="1679" y="16085"/>
                    <a:pt x="1679" y="16085"/>
                    <a:pt x="1679" y="16085"/>
                  </a:cubicBezTo>
                  <a:cubicBezTo>
                    <a:pt x="1199" y="16085"/>
                    <a:pt x="1199" y="16085"/>
                    <a:pt x="1199" y="16085"/>
                  </a:cubicBezTo>
                  <a:cubicBezTo>
                    <a:pt x="1199" y="16085"/>
                    <a:pt x="1199" y="16085"/>
                    <a:pt x="1199" y="16085"/>
                  </a:cubicBezTo>
                  <a:cubicBezTo>
                    <a:pt x="960" y="16085"/>
                    <a:pt x="960" y="16085"/>
                    <a:pt x="960" y="16085"/>
                  </a:cubicBezTo>
                  <a:cubicBezTo>
                    <a:pt x="720" y="16085"/>
                    <a:pt x="720" y="16085"/>
                    <a:pt x="720" y="16085"/>
                  </a:cubicBezTo>
                  <a:cubicBezTo>
                    <a:pt x="480" y="16085"/>
                    <a:pt x="480" y="16085"/>
                    <a:pt x="480" y="16085"/>
                  </a:cubicBezTo>
                  <a:cubicBezTo>
                    <a:pt x="480" y="16085"/>
                    <a:pt x="480" y="16085"/>
                    <a:pt x="480" y="16085"/>
                  </a:cubicBezTo>
                  <a:cubicBezTo>
                    <a:pt x="240" y="16085"/>
                    <a:pt x="240" y="16085"/>
                    <a:pt x="240" y="16085"/>
                  </a:cubicBezTo>
                  <a:cubicBezTo>
                    <a:pt x="240" y="16314"/>
                    <a:pt x="240" y="16314"/>
                    <a:pt x="240" y="16314"/>
                  </a:cubicBezTo>
                  <a:cubicBezTo>
                    <a:pt x="480" y="16314"/>
                    <a:pt x="480" y="16314"/>
                    <a:pt x="480" y="16314"/>
                  </a:cubicBezTo>
                  <a:cubicBezTo>
                    <a:pt x="480" y="16544"/>
                    <a:pt x="480" y="16544"/>
                    <a:pt x="480" y="16544"/>
                  </a:cubicBezTo>
                  <a:cubicBezTo>
                    <a:pt x="480" y="16544"/>
                    <a:pt x="480" y="16544"/>
                    <a:pt x="480" y="16544"/>
                  </a:cubicBezTo>
                  <a:cubicBezTo>
                    <a:pt x="720" y="16544"/>
                    <a:pt x="720" y="16544"/>
                    <a:pt x="720" y="16544"/>
                  </a:cubicBezTo>
                  <a:cubicBezTo>
                    <a:pt x="960" y="16544"/>
                    <a:pt x="960" y="16544"/>
                    <a:pt x="960" y="16544"/>
                  </a:cubicBezTo>
                  <a:cubicBezTo>
                    <a:pt x="720" y="16544"/>
                    <a:pt x="720" y="16544"/>
                    <a:pt x="720" y="16544"/>
                  </a:cubicBezTo>
                  <a:cubicBezTo>
                    <a:pt x="480" y="16544"/>
                    <a:pt x="480" y="16544"/>
                    <a:pt x="480" y="16544"/>
                  </a:cubicBezTo>
                  <a:cubicBezTo>
                    <a:pt x="480" y="16544"/>
                    <a:pt x="480" y="16544"/>
                    <a:pt x="480" y="16544"/>
                  </a:cubicBezTo>
                  <a:cubicBezTo>
                    <a:pt x="240" y="16544"/>
                    <a:pt x="240" y="16544"/>
                    <a:pt x="240" y="16544"/>
                  </a:cubicBezTo>
                  <a:cubicBezTo>
                    <a:pt x="240" y="16774"/>
                    <a:pt x="240" y="16774"/>
                    <a:pt x="240" y="16774"/>
                  </a:cubicBezTo>
                  <a:cubicBezTo>
                    <a:pt x="480" y="16774"/>
                    <a:pt x="480" y="16774"/>
                    <a:pt x="480" y="16774"/>
                  </a:cubicBezTo>
                  <a:cubicBezTo>
                    <a:pt x="480" y="16774"/>
                    <a:pt x="480" y="16774"/>
                    <a:pt x="480" y="16774"/>
                  </a:cubicBezTo>
                  <a:cubicBezTo>
                    <a:pt x="240" y="16774"/>
                    <a:pt x="240" y="16774"/>
                    <a:pt x="240" y="16774"/>
                  </a:cubicBezTo>
                  <a:cubicBezTo>
                    <a:pt x="240" y="16774"/>
                    <a:pt x="240" y="16774"/>
                    <a:pt x="240" y="16774"/>
                  </a:cubicBezTo>
                  <a:cubicBezTo>
                    <a:pt x="240" y="17004"/>
                    <a:pt x="240" y="17004"/>
                    <a:pt x="240" y="17004"/>
                  </a:cubicBezTo>
                  <a:cubicBezTo>
                    <a:pt x="480" y="17004"/>
                    <a:pt x="480" y="17004"/>
                    <a:pt x="480" y="17004"/>
                  </a:cubicBezTo>
                  <a:cubicBezTo>
                    <a:pt x="480" y="17004"/>
                    <a:pt x="480" y="17004"/>
                    <a:pt x="480" y="17004"/>
                  </a:cubicBezTo>
                  <a:cubicBezTo>
                    <a:pt x="720" y="17004"/>
                    <a:pt x="720" y="17004"/>
                    <a:pt x="720" y="17004"/>
                  </a:cubicBezTo>
                  <a:cubicBezTo>
                    <a:pt x="720" y="17004"/>
                    <a:pt x="720" y="17004"/>
                    <a:pt x="720" y="17004"/>
                  </a:cubicBezTo>
                  <a:cubicBezTo>
                    <a:pt x="1199" y="17004"/>
                    <a:pt x="1199" y="17004"/>
                    <a:pt x="1199" y="17004"/>
                  </a:cubicBezTo>
                  <a:cubicBezTo>
                    <a:pt x="1440" y="17004"/>
                    <a:pt x="1440" y="17004"/>
                    <a:pt x="1440" y="17004"/>
                  </a:cubicBezTo>
                  <a:cubicBezTo>
                    <a:pt x="1440" y="17004"/>
                    <a:pt x="1440" y="17004"/>
                    <a:pt x="1440" y="17004"/>
                  </a:cubicBezTo>
                  <a:cubicBezTo>
                    <a:pt x="1679" y="17004"/>
                    <a:pt x="1679" y="17004"/>
                    <a:pt x="1679" y="17004"/>
                  </a:cubicBezTo>
                  <a:cubicBezTo>
                    <a:pt x="1679" y="16774"/>
                    <a:pt x="1679" y="16774"/>
                    <a:pt x="1679" y="16774"/>
                  </a:cubicBezTo>
                  <a:cubicBezTo>
                    <a:pt x="1679" y="16774"/>
                    <a:pt x="1679" y="16774"/>
                    <a:pt x="1679" y="16774"/>
                  </a:cubicBezTo>
                  <a:cubicBezTo>
                    <a:pt x="1679" y="17004"/>
                    <a:pt x="1679" y="17004"/>
                    <a:pt x="1679" y="17004"/>
                  </a:cubicBezTo>
                  <a:cubicBezTo>
                    <a:pt x="1920" y="17004"/>
                    <a:pt x="1920" y="17004"/>
                    <a:pt x="1920" y="17004"/>
                  </a:cubicBezTo>
                  <a:cubicBezTo>
                    <a:pt x="2159" y="16774"/>
                    <a:pt x="2159" y="16774"/>
                    <a:pt x="2159" y="16774"/>
                  </a:cubicBezTo>
                  <a:cubicBezTo>
                    <a:pt x="2399" y="16774"/>
                    <a:pt x="2399" y="16774"/>
                    <a:pt x="2399" y="16774"/>
                  </a:cubicBezTo>
                  <a:cubicBezTo>
                    <a:pt x="2159" y="16774"/>
                    <a:pt x="2159" y="16774"/>
                    <a:pt x="2159" y="16774"/>
                  </a:cubicBezTo>
                  <a:cubicBezTo>
                    <a:pt x="2159" y="17004"/>
                    <a:pt x="2159" y="17004"/>
                    <a:pt x="2159" y="17004"/>
                  </a:cubicBezTo>
                  <a:cubicBezTo>
                    <a:pt x="2399" y="17004"/>
                    <a:pt x="2399" y="17004"/>
                    <a:pt x="2399" y="17004"/>
                  </a:cubicBezTo>
                  <a:cubicBezTo>
                    <a:pt x="2399" y="17004"/>
                    <a:pt x="2399" y="17004"/>
                    <a:pt x="2399" y="17004"/>
                  </a:cubicBezTo>
                  <a:cubicBezTo>
                    <a:pt x="2399" y="16774"/>
                    <a:pt x="2399" y="16774"/>
                    <a:pt x="2399" y="16774"/>
                  </a:cubicBezTo>
                  <a:cubicBezTo>
                    <a:pt x="2640" y="16544"/>
                    <a:pt x="2640" y="16544"/>
                    <a:pt x="2640" y="16544"/>
                  </a:cubicBezTo>
                  <a:cubicBezTo>
                    <a:pt x="2399" y="16774"/>
                    <a:pt x="2399" y="16774"/>
                    <a:pt x="2399" y="16774"/>
                  </a:cubicBezTo>
                  <a:cubicBezTo>
                    <a:pt x="2640" y="17004"/>
                    <a:pt x="2640" y="17004"/>
                    <a:pt x="2640" y="17004"/>
                  </a:cubicBezTo>
                  <a:cubicBezTo>
                    <a:pt x="2640" y="17004"/>
                    <a:pt x="2640" y="17004"/>
                    <a:pt x="2640" y="17004"/>
                  </a:cubicBezTo>
                  <a:cubicBezTo>
                    <a:pt x="2159" y="17234"/>
                    <a:pt x="2159" y="17234"/>
                    <a:pt x="2159" y="17234"/>
                  </a:cubicBezTo>
                  <a:cubicBezTo>
                    <a:pt x="2159" y="17234"/>
                    <a:pt x="2159" y="17234"/>
                    <a:pt x="2159" y="17234"/>
                  </a:cubicBezTo>
                  <a:cubicBezTo>
                    <a:pt x="2159" y="17234"/>
                    <a:pt x="2159" y="17234"/>
                    <a:pt x="2159" y="17234"/>
                  </a:cubicBezTo>
                  <a:cubicBezTo>
                    <a:pt x="2159" y="17463"/>
                    <a:pt x="2159" y="17463"/>
                    <a:pt x="2159" y="17463"/>
                  </a:cubicBezTo>
                  <a:cubicBezTo>
                    <a:pt x="1920" y="17463"/>
                    <a:pt x="1920" y="17463"/>
                    <a:pt x="1920" y="17463"/>
                  </a:cubicBezTo>
                  <a:cubicBezTo>
                    <a:pt x="1920" y="17234"/>
                    <a:pt x="1920" y="17234"/>
                    <a:pt x="1920" y="17234"/>
                  </a:cubicBezTo>
                  <a:cubicBezTo>
                    <a:pt x="1920" y="17234"/>
                    <a:pt x="1920" y="17234"/>
                    <a:pt x="1920" y="17234"/>
                  </a:cubicBezTo>
                  <a:cubicBezTo>
                    <a:pt x="1920" y="17004"/>
                    <a:pt x="1920" y="17004"/>
                    <a:pt x="1920" y="17004"/>
                  </a:cubicBezTo>
                  <a:cubicBezTo>
                    <a:pt x="1679" y="17004"/>
                    <a:pt x="1679" y="17004"/>
                    <a:pt x="1679" y="17004"/>
                  </a:cubicBezTo>
                  <a:cubicBezTo>
                    <a:pt x="1440" y="17234"/>
                    <a:pt x="1440" y="17234"/>
                    <a:pt x="1440" y="17234"/>
                  </a:cubicBezTo>
                  <a:cubicBezTo>
                    <a:pt x="1440" y="17234"/>
                    <a:pt x="1440" y="17234"/>
                    <a:pt x="1440" y="17234"/>
                  </a:cubicBezTo>
                  <a:cubicBezTo>
                    <a:pt x="1440" y="17234"/>
                    <a:pt x="1440" y="17234"/>
                    <a:pt x="1440" y="17234"/>
                  </a:cubicBezTo>
                  <a:cubicBezTo>
                    <a:pt x="1199" y="17234"/>
                    <a:pt x="1199" y="17234"/>
                    <a:pt x="1199" y="17234"/>
                  </a:cubicBezTo>
                  <a:cubicBezTo>
                    <a:pt x="960" y="17234"/>
                    <a:pt x="960" y="17234"/>
                    <a:pt x="960" y="17234"/>
                  </a:cubicBezTo>
                  <a:cubicBezTo>
                    <a:pt x="720" y="17234"/>
                    <a:pt x="720" y="17234"/>
                    <a:pt x="720" y="17234"/>
                  </a:cubicBezTo>
                  <a:cubicBezTo>
                    <a:pt x="480" y="17234"/>
                    <a:pt x="480" y="17234"/>
                    <a:pt x="480" y="17234"/>
                  </a:cubicBezTo>
                  <a:cubicBezTo>
                    <a:pt x="480" y="17234"/>
                    <a:pt x="480" y="17234"/>
                    <a:pt x="480" y="17234"/>
                  </a:cubicBezTo>
                  <a:cubicBezTo>
                    <a:pt x="240" y="17234"/>
                    <a:pt x="240" y="17234"/>
                    <a:pt x="240" y="17234"/>
                  </a:cubicBezTo>
                  <a:cubicBezTo>
                    <a:pt x="240" y="17234"/>
                    <a:pt x="240" y="17234"/>
                    <a:pt x="240" y="17234"/>
                  </a:cubicBezTo>
                  <a:cubicBezTo>
                    <a:pt x="240" y="17463"/>
                    <a:pt x="240" y="17463"/>
                    <a:pt x="240" y="17463"/>
                  </a:cubicBezTo>
                  <a:cubicBezTo>
                    <a:pt x="240" y="17463"/>
                    <a:pt x="240" y="17463"/>
                    <a:pt x="240" y="17463"/>
                  </a:cubicBezTo>
                  <a:cubicBezTo>
                    <a:pt x="240" y="17463"/>
                    <a:pt x="240" y="17463"/>
                    <a:pt x="240" y="17463"/>
                  </a:cubicBezTo>
                  <a:cubicBezTo>
                    <a:pt x="480" y="17463"/>
                    <a:pt x="480" y="17463"/>
                    <a:pt x="480" y="17463"/>
                  </a:cubicBezTo>
                  <a:cubicBezTo>
                    <a:pt x="480" y="17463"/>
                    <a:pt x="480" y="17463"/>
                    <a:pt x="480" y="17463"/>
                  </a:cubicBezTo>
                  <a:cubicBezTo>
                    <a:pt x="720" y="17463"/>
                    <a:pt x="720" y="17463"/>
                    <a:pt x="720" y="17463"/>
                  </a:cubicBezTo>
                  <a:cubicBezTo>
                    <a:pt x="480" y="17463"/>
                    <a:pt x="480" y="17463"/>
                    <a:pt x="480" y="17463"/>
                  </a:cubicBezTo>
                  <a:cubicBezTo>
                    <a:pt x="480" y="17693"/>
                    <a:pt x="480" y="17693"/>
                    <a:pt x="480" y="17693"/>
                  </a:cubicBezTo>
                  <a:cubicBezTo>
                    <a:pt x="480" y="17693"/>
                    <a:pt x="480" y="17693"/>
                    <a:pt x="480" y="17693"/>
                  </a:cubicBezTo>
                  <a:cubicBezTo>
                    <a:pt x="240" y="17693"/>
                    <a:pt x="240" y="17693"/>
                    <a:pt x="240" y="17693"/>
                  </a:cubicBezTo>
                  <a:cubicBezTo>
                    <a:pt x="480" y="17923"/>
                    <a:pt x="480" y="17923"/>
                    <a:pt x="480" y="17923"/>
                  </a:cubicBezTo>
                  <a:cubicBezTo>
                    <a:pt x="480" y="17923"/>
                    <a:pt x="480" y="17923"/>
                    <a:pt x="480" y="17923"/>
                  </a:cubicBezTo>
                  <a:cubicBezTo>
                    <a:pt x="720" y="17693"/>
                    <a:pt x="720" y="17693"/>
                    <a:pt x="720" y="17693"/>
                  </a:cubicBezTo>
                  <a:cubicBezTo>
                    <a:pt x="960" y="17693"/>
                    <a:pt x="960" y="17693"/>
                    <a:pt x="960" y="17693"/>
                  </a:cubicBezTo>
                  <a:cubicBezTo>
                    <a:pt x="960" y="17923"/>
                    <a:pt x="960" y="17923"/>
                    <a:pt x="960" y="17923"/>
                  </a:cubicBezTo>
                  <a:cubicBezTo>
                    <a:pt x="960" y="17923"/>
                    <a:pt x="960" y="17923"/>
                    <a:pt x="960" y="17923"/>
                  </a:cubicBezTo>
                  <a:cubicBezTo>
                    <a:pt x="720" y="18153"/>
                    <a:pt x="720" y="18153"/>
                    <a:pt x="720" y="18153"/>
                  </a:cubicBezTo>
                  <a:cubicBezTo>
                    <a:pt x="720" y="18153"/>
                    <a:pt x="720" y="18153"/>
                    <a:pt x="720" y="18153"/>
                  </a:cubicBezTo>
                  <a:cubicBezTo>
                    <a:pt x="960" y="18153"/>
                    <a:pt x="960" y="18153"/>
                    <a:pt x="960" y="18153"/>
                  </a:cubicBezTo>
                  <a:cubicBezTo>
                    <a:pt x="960" y="18382"/>
                    <a:pt x="960" y="18382"/>
                    <a:pt x="960" y="18382"/>
                  </a:cubicBezTo>
                  <a:cubicBezTo>
                    <a:pt x="960" y="18382"/>
                    <a:pt x="960" y="18382"/>
                    <a:pt x="960" y="18382"/>
                  </a:cubicBezTo>
                  <a:cubicBezTo>
                    <a:pt x="960" y="18612"/>
                    <a:pt x="960" y="18612"/>
                    <a:pt x="960" y="18612"/>
                  </a:cubicBezTo>
                  <a:cubicBezTo>
                    <a:pt x="960" y="18612"/>
                    <a:pt x="960" y="18612"/>
                    <a:pt x="960" y="18612"/>
                  </a:cubicBezTo>
                  <a:cubicBezTo>
                    <a:pt x="1199" y="18382"/>
                    <a:pt x="1199" y="18382"/>
                    <a:pt x="1199" y="18382"/>
                  </a:cubicBezTo>
                  <a:cubicBezTo>
                    <a:pt x="1199" y="18382"/>
                    <a:pt x="1199" y="18382"/>
                    <a:pt x="1199" y="18382"/>
                  </a:cubicBezTo>
                  <a:cubicBezTo>
                    <a:pt x="1199" y="18153"/>
                    <a:pt x="1199" y="18153"/>
                    <a:pt x="1199" y="18153"/>
                  </a:cubicBezTo>
                  <a:cubicBezTo>
                    <a:pt x="1679" y="17923"/>
                    <a:pt x="1679" y="17923"/>
                    <a:pt x="1679" y="17923"/>
                  </a:cubicBezTo>
                  <a:cubicBezTo>
                    <a:pt x="1920" y="17923"/>
                    <a:pt x="1920" y="17923"/>
                    <a:pt x="1920" y="17923"/>
                  </a:cubicBezTo>
                  <a:cubicBezTo>
                    <a:pt x="1920" y="17923"/>
                    <a:pt x="1920" y="17923"/>
                    <a:pt x="1920" y="17923"/>
                  </a:cubicBezTo>
                  <a:cubicBezTo>
                    <a:pt x="1920" y="18153"/>
                    <a:pt x="1920" y="18153"/>
                    <a:pt x="1920" y="18153"/>
                  </a:cubicBezTo>
                  <a:cubicBezTo>
                    <a:pt x="1679" y="18153"/>
                    <a:pt x="1679" y="18153"/>
                    <a:pt x="1679" y="18153"/>
                  </a:cubicBezTo>
                  <a:cubicBezTo>
                    <a:pt x="1679" y="18382"/>
                    <a:pt x="1679" y="18382"/>
                    <a:pt x="1679" y="18382"/>
                  </a:cubicBezTo>
                  <a:cubicBezTo>
                    <a:pt x="1679" y="18612"/>
                    <a:pt x="1679" y="18612"/>
                    <a:pt x="1679" y="18612"/>
                  </a:cubicBezTo>
                  <a:cubicBezTo>
                    <a:pt x="1679" y="18382"/>
                    <a:pt x="1679" y="18382"/>
                    <a:pt x="1679" y="18382"/>
                  </a:cubicBezTo>
                  <a:cubicBezTo>
                    <a:pt x="1679" y="18153"/>
                    <a:pt x="1679" y="18153"/>
                    <a:pt x="1679" y="18153"/>
                  </a:cubicBezTo>
                  <a:cubicBezTo>
                    <a:pt x="1440" y="18153"/>
                    <a:pt x="1440" y="18153"/>
                    <a:pt x="1440" y="18153"/>
                  </a:cubicBezTo>
                  <a:cubicBezTo>
                    <a:pt x="1440" y="18382"/>
                    <a:pt x="1440" y="18382"/>
                    <a:pt x="1440" y="18382"/>
                  </a:cubicBezTo>
                  <a:cubicBezTo>
                    <a:pt x="1199" y="18382"/>
                    <a:pt x="1199" y="18382"/>
                    <a:pt x="1199" y="18382"/>
                  </a:cubicBezTo>
                  <a:cubicBezTo>
                    <a:pt x="1440" y="18612"/>
                    <a:pt x="1440" y="18612"/>
                    <a:pt x="1440" y="18612"/>
                  </a:cubicBezTo>
                  <a:cubicBezTo>
                    <a:pt x="1199" y="18612"/>
                    <a:pt x="1199" y="18612"/>
                    <a:pt x="1199" y="18612"/>
                  </a:cubicBezTo>
                  <a:cubicBezTo>
                    <a:pt x="1199" y="18612"/>
                    <a:pt x="1199" y="18612"/>
                    <a:pt x="1199" y="18612"/>
                  </a:cubicBezTo>
                  <a:cubicBezTo>
                    <a:pt x="960" y="18842"/>
                    <a:pt x="960" y="18842"/>
                    <a:pt x="960" y="18842"/>
                  </a:cubicBezTo>
                  <a:cubicBezTo>
                    <a:pt x="1199" y="18842"/>
                    <a:pt x="1199" y="18842"/>
                    <a:pt x="1199" y="18842"/>
                  </a:cubicBezTo>
                  <a:cubicBezTo>
                    <a:pt x="1440" y="18842"/>
                    <a:pt x="1440" y="18842"/>
                    <a:pt x="1440" y="18842"/>
                  </a:cubicBezTo>
                  <a:cubicBezTo>
                    <a:pt x="1440" y="19072"/>
                    <a:pt x="1440" y="19072"/>
                    <a:pt x="1440" y="19072"/>
                  </a:cubicBezTo>
                  <a:cubicBezTo>
                    <a:pt x="1199" y="19072"/>
                    <a:pt x="1199" y="19072"/>
                    <a:pt x="1199" y="19072"/>
                  </a:cubicBezTo>
                  <a:cubicBezTo>
                    <a:pt x="1199" y="19072"/>
                    <a:pt x="1199" y="19072"/>
                    <a:pt x="1199" y="19072"/>
                  </a:cubicBezTo>
                  <a:cubicBezTo>
                    <a:pt x="1199" y="19302"/>
                    <a:pt x="1199" y="19302"/>
                    <a:pt x="1199" y="19302"/>
                  </a:cubicBezTo>
                  <a:cubicBezTo>
                    <a:pt x="960" y="19072"/>
                    <a:pt x="960" y="19072"/>
                    <a:pt x="960" y="19072"/>
                  </a:cubicBezTo>
                  <a:cubicBezTo>
                    <a:pt x="960" y="19072"/>
                    <a:pt x="960" y="19072"/>
                    <a:pt x="960" y="19072"/>
                  </a:cubicBezTo>
                  <a:cubicBezTo>
                    <a:pt x="960" y="19302"/>
                    <a:pt x="960" y="19302"/>
                    <a:pt x="960" y="19302"/>
                  </a:cubicBezTo>
                  <a:cubicBezTo>
                    <a:pt x="720" y="19072"/>
                    <a:pt x="720" y="19072"/>
                    <a:pt x="720" y="19072"/>
                  </a:cubicBezTo>
                  <a:cubicBezTo>
                    <a:pt x="720" y="19302"/>
                    <a:pt x="720" y="19302"/>
                    <a:pt x="720" y="19302"/>
                  </a:cubicBezTo>
                  <a:cubicBezTo>
                    <a:pt x="480" y="19302"/>
                    <a:pt x="480" y="19302"/>
                    <a:pt x="480" y="19302"/>
                  </a:cubicBezTo>
                  <a:cubicBezTo>
                    <a:pt x="480" y="19531"/>
                    <a:pt x="480" y="19531"/>
                    <a:pt x="480" y="19531"/>
                  </a:cubicBezTo>
                  <a:cubicBezTo>
                    <a:pt x="720" y="19761"/>
                    <a:pt x="720" y="19761"/>
                    <a:pt x="720" y="19761"/>
                  </a:cubicBezTo>
                  <a:cubicBezTo>
                    <a:pt x="960" y="19761"/>
                    <a:pt x="960" y="19761"/>
                    <a:pt x="960" y="19761"/>
                  </a:cubicBezTo>
                  <a:cubicBezTo>
                    <a:pt x="960" y="19761"/>
                    <a:pt x="960" y="19761"/>
                    <a:pt x="960" y="19761"/>
                  </a:cubicBezTo>
                  <a:cubicBezTo>
                    <a:pt x="1199" y="19761"/>
                    <a:pt x="1199" y="19761"/>
                    <a:pt x="1199" y="19761"/>
                  </a:cubicBezTo>
                  <a:cubicBezTo>
                    <a:pt x="960" y="19531"/>
                    <a:pt x="960" y="19531"/>
                    <a:pt x="960" y="19531"/>
                  </a:cubicBezTo>
                  <a:cubicBezTo>
                    <a:pt x="1199" y="19531"/>
                    <a:pt x="1199" y="19531"/>
                    <a:pt x="1199" y="19531"/>
                  </a:cubicBezTo>
                  <a:cubicBezTo>
                    <a:pt x="1440" y="19531"/>
                    <a:pt x="1440" y="19531"/>
                    <a:pt x="1440" y="19531"/>
                  </a:cubicBezTo>
                  <a:cubicBezTo>
                    <a:pt x="1199" y="19531"/>
                    <a:pt x="1199" y="19531"/>
                    <a:pt x="1199" y="19531"/>
                  </a:cubicBezTo>
                  <a:cubicBezTo>
                    <a:pt x="1440" y="19761"/>
                    <a:pt x="1440" y="19761"/>
                    <a:pt x="1440" y="19761"/>
                  </a:cubicBezTo>
                  <a:cubicBezTo>
                    <a:pt x="1440" y="19991"/>
                    <a:pt x="1440" y="19991"/>
                    <a:pt x="1440" y="19991"/>
                  </a:cubicBezTo>
                  <a:cubicBezTo>
                    <a:pt x="1199" y="19991"/>
                    <a:pt x="1199" y="19991"/>
                    <a:pt x="1199" y="19991"/>
                  </a:cubicBezTo>
                  <a:cubicBezTo>
                    <a:pt x="1440" y="20221"/>
                    <a:pt x="1440" y="20221"/>
                    <a:pt x="1440" y="20221"/>
                  </a:cubicBezTo>
                  <a:cubicBezTo>
                    <a:pt x="1440" y="20221"/>
                    <a:pt x="1440" y="20221"/>
                    <a:pt x="1440" y="20221"/>
                  </a:cubicBezTo>
                  <a:cubicBezTo>
                    <a:pt x="1679" y="19991"/>
                    <a:pt x="1679" y="19991"/>
                    <a:pt x="1679" y="19991"/>
                  </a:cubicBezTo>
                  <a:cubicBezTo>
                    <a:pt x="1920" y="20221"/>
                    <a:pt x="1920" y="20221"/>
                    <a:pt x="1920" y="20221"/>
                  </a:cubicBezTo>
                  <a:cubicBezTo>
                    <a:pt x="1679" y="20221"/>
                    <a:pt x="1679" y="20221"/>
                    <a:pt x="1679" y="20221"/>
                  </a:cubicBezTo>
                  <a:cubicBezTo>
                    <a:pt x="1440" y="20221"/>
                    <a:pt x="1440" y="20221"/>
                    <a:pt x="1440" y="20221"/>
                  </a:cubicBezTo>
                  <a:cubicBezTo>
                    <a:pt x="1679" y="20451"/>
                    <a:pt x="1679" y="20451"/>
                    <a:pt x="1679" y="20451"/>
                  </a:cubicBezTo>
                  <a:cubicBezTo>
                    <a:pt x="1679" y="20451"/>
                    <a:pt x="1679" y="20451"/>
                    <a:pt x="1679" y="20451"/>
                  </a:cubicBezTo>
                  <a:cubicBezTo>
                    <a:pt x="1199" y="20221"/>
                    <a:pt x="1199" y="20221"/>
                    <a:pt x="1199" y="20221"/>
                  </a:cubicBezTo>
                  <a:cubicBezTo>
                    <a:pt x="960" y="20221"/>
                    <a:pt x="960" y="20221"/>
                    <a:pt x="960" y="20221"/>
                  </a:cubicBezTo>
                  <a:cubicBezTo>
                    <a:pt x="960" y="20221"/>
                    <a:pt x="960" y="20221"/>
                    <a:pt x="960" y="20221"/>
                  </a:cubicBezTo>
                  <a:cubicBezTo>
                    <a:pt x="720" y="20221"/>
                    <a:pt x="720" y="20221"/>
                    <a:pt x="720" y="20221"/>
                  </a:cubicBezTo>
                  <a:cubicBezTo>
                    <a:pt x="720" y="20451"/>
                    <a:pt x="720" y="20451"/>
                    <a:pt x="720" y="20451"/>
                  </a:cubicBezTo>
                  <a:cubicBezTo>
                    <a:pt x="720" y="20451"/>
                    <a:pt x="720" y="20451"/>
                    <a:pt x="720" y="20451"/>
                  </a:cubicBezTo>
                  <a:cubicBezTo>
                    <a:pt x="960" y="20910"/>
                    <a:pt x="960" y="20910"/>
                    <a:pt x="960" y="20910"/>
                  </a:cubicBezTo>
                  <a:cubicBezTo>
                    <a:pt x="1199" y="20910"/>
                    <a:pt x="1199" y="20910"/>
                    <a:pt x="1199" y="20910"/>
                  </a:cubicBezTo>
                  <a:cubicBezTo>
                    <a:pt x="1440" y="21140"/>
                    <a:pt x="1440" y="21140"/>
                    <a:pt x="1440" y="21140"/>
                  </a:cubicBezTo>
                  <a:cubicBezTo>
                    <a:pt x="1920" y="21140"/>
                    <a:pt x="1920" y="21140"/>
                    <a:pt x="1920" y="21140"/>
                  </a:cubicBezTo>
                  <a:cubicBezTo>
                    <a:pt x="1920" y="21370"/>
                    <a:pt x="1920" y="21370"/>
                    <a:pt x="1920" y="21370"/>
                  </a:cubicBezTo>
                  <a:cubicBezTo>
                    <a:pt x="1679" y="21370"/>
                    <a:pt x="1679" y="21370"/>
                    <a:pt x="1679" y="21370"/>
                  </a:cubicBezTo>
                  <a:cubicBezTo>
                    <a:pt x="1920" y="21599"/>
                    <a:pt x="1920" y="21599"/>
                    <a:pt x="1920" y="21599"/>
                  </a:cubicBezTo>
                  <a:cubicBezTo>
                    <a:pt x="2159" y="21370"/>
                    <a:pt x="2159" y="21370"/>
                    <a:pt x="2159" y="21370"/>
                  </a:cubicBezTo>
                  <a:cubicBezTo>
                    <a:pt x="1920" y="21370"/>
                    <a:pt x="1920" y="21370"/>
                    <a:pt x="1920" y="21370"/>
                  </a:cubicBezTo>
                  <a:cubicBezTo>
                    <a:pt x="2159" y="21370"/>
                    <a:pt x="2159" y="21370"/>
                    <a:pt x="2159" y="21370"/>
                  </a:cubicBezTo>
                  <a:cubicBezTo>
                    <a:pt x="2399" y="21370"/>
                    <a:pt x="2399" y="21370"/>
                    <a:pt x="2399" y="21370"/>
                  </a:cubicBezTo>
                  <a:cubicBezTo>
                    <a:pt x="2159" y="21370"/>
                    <a:pt x="2159" y="21370"/>
                    <a:pt x="2159" y="21370"/>
                  </a:cubicBezTo>
                  <a:cubicBezTo>
                    <a:pt x="2399" y="21599"/>
                    <a:pt x="2399" y="21599"/>
                    <a:pt x="2399" y="21599"/>
                  </a:cubicBezTo>
                  <a:cubicBezTo>
                    <a:pt x="2640" y="21599"/>
                    <a:pt x="2640" y="21599"/>
                    <a:pt x="2640" y="21599"/>
                  </a:cubicBezTo>
                  <a:cubicBezTo>
                    <a:pt x="2640" y="21599"/>
                    <a:pt x="2640" y="21599"/>
                    <a:pt x="2640" y="21599"/>
                  </a:cubicBezTo>
                  <a:cubicBezTo>
                    <a:pt x="2880" y="21599"/>
                    <a:pt x="2880" y="21599"/>
                    <a:pt x="2880" y="21599"/>
                  </a:cubicBezTo>
                  <a:cubicBezTo>
                    <a:pt x="3119" y="21370"/>
                    <a:pt x="3119" y="21370"/>
                    <a:pt x="3119" y="21370"/>
                  </a:cubicBezTo>
                  <a:cubicBezTo>
                    <a:pt x="3119" y="21370"/>
                    <a:pt x="3119" y="21370"/>
                    <a:pt x="3119" y="21370"/>
                  </a:cubicBezTo>
                  <a:cubicBezTo>
                    <a:pt x="3359" y="21140"/>
                    <a:pt x="3359" y="21140"/>
                    <a:pt x="3359" y="21140"/>
                  </a:cubicBezTo>
                  <a:cubicBezTo>
                    <a:pt x="3359" y="21140"/>
                    <a:pt x="3359" y="21140"/>
                    <a:pt x="3359" y="21140"/>
                  </a:cubicBezTo>
                  <a:cubicBezTo>
                    <a:pt x="3359" y="21370"/>
                    <a:pt x="3359" y="21370"/>
                    <a:pt x="3359" y="21370"/>
                  </a:cubicBezTo>
                  <a:cubicBezTo>
                    <a:pt x="3359" y="21370"/>
                    <a:pt x="3359" y="21370"/>
                    <a:pt x="3359" y="21370"/>
                  </a:cubicBezTo>
                  <a:cubicBezTo>
                    <a:pt x="3840" y="21140"/>
                    <a:pt x="3840" y="21140"/>
                    <a:pt x="3840" y="21140"/>
                  </a:cubicBezTo>
                  <a:cubicBezTo>
                    <a:pt x="3840" y="20910"/>
                    <a:pt x="3840" y="20910"/>
                    <a:pt x="3840" y="20910"/>
                  </a:cubicBezTo>
                  <a:cubicBezTo>
                    <a:pt x="3599" y="20680"/>
                    <a:pt x="3599" y="20680"/>
                    <a:pt x="3599" y="20680"/>
                  </a:cubicBezTo>
                  <a:cubicBezTo>
                    <a:pt x="3840" y="20910"/>
                    <a:pt x="3840" y="20910"/>
                    <a:pt x="3840" y="20910"/>
                  </a:cubicBezTo>
                  <a:cubicBezTo>
                    <a:pt x="4079" y="20680"/>
                    <a:pt x="4079" y="20680"/>
                    <a:pt x="4079" y="20680"/>
                  </a:cubicBezTo>
                  <a:cubicBezTo>
                    <a:pt x="4079" y="20680"/>
                    <a:pt x="4079" y="20680"/>
                    <a:pt x="4079" y="20680"/>
                  </a:cubicBezTo>
                  <a:cubicBezTo>
                    <a:pt x="4319" y="20680"/>
                    <a:pt x="4319" y="20680"/>
                    <a:pt x="4319" y="20680"/>
                  </a:cubicBezTo>
                  <a:cubicBezTo>
                    <a:pt x="4319" y="20451"/>
                    <a:pt x="4319" y="20451"/>
                    <a:pt x="4319" y="20451"/>
                  </a:cubicBezTo>
                  <a:cubicBezTo>
                    <a:pt x="4319" y="20451"/>
                    <a:pt x="4319" y="20451"/>
                    <a:pt x="4319" y="20451"/>
                  </a:cubicBezTo>
                  <a:cubicBezTo>
                    <a:pt x="4559" y="20451"/>
                    <a:pt x="4559" y="20451"/>
                    <a:pt x="4559" y="20451"/>
                  </a:cubicBezTo>
                  <a:cubicBezTo>
                    <a:pt x="4559" y="20221"/>
                    <a:pt x="4559" y="20221"/>
                    <a:pt x="4559" y="20221"/>
                  </a:cubicBezTo>
                  <a:cubicBezTo>
                    <a:pt x="4319" y="19991"/>
                    <a:pt x="4319" y="19991"/>
                    <a:pt x="4319" y="19991"/>
                  </a:cubicBezTo>
                  <a:cubicBezTo>
                    <a:pt x="4559" y="19991"/>
                    <a:pt x="4559" y="19991"/>
                    <a:pt x="4559" y="19991"/>
                  </a:cubicBezTo>
                  <a:cubicBezTo>
                    <a:pt x="4319" y="19761"/>
                    <a:pt x="4319" y="19761"/>
                    <a:pt x="4319" y="19761"/>
                  </a:cubicBezTo>
                  <a:cubicBezTo>
                    <a:pt x="4079" y="19761"/>
                    <a:pt x="4079" y="19761"/>
                    <a:pt x="4079" y="19761"/>
                  </a:cubicBezTo>
                  <a:cubicBezTo>
                    <a:pt x="4079" y="19531"/>
                    <a:pt x="4079" y="19531"/>
                    <a:pt x="4079" y="19531"/>
                  </a:cubicBezTo>
                  <a:cubicBezTo>
                    <a:pt x="4319" y="19531"/>
                    <a:pt x="4319" y="19531"/>
                    <a:pt x="4319" y="19531"/>
                  </a:cubicBezTo>
                  <a:cubicBezTo>
                    <a:pt x="4559" y="19761"/>
                    <a:pt x="4559" y="19761"/>
                    <a:pt x="4559" y="19761"/>
                  </a:cubicBezTo>
                  <a:cubicBezTo>
                    <a:pt x="4559" y="19991"/>
                    <a:pt x="4559" y="19991"/>
                    <a:pt x="4559" y="19991"/>
                  </a:cubicBezTo>
                  <a:cubicBezTo>
                    <a:pt x="4559" y="19991"/>
                    <a:pt x="4559" y="19991"/>
                    <a:pt x="4559" y="19991"/>
                  </a:cubicBezTo>
                  <a:cubicBezTo>
                    <a:pt x="4799" y="19991"/>
                    <a:pt x="4799" y="19991"/>
                    <a:pt x="4799" y="19991"/>
                  </a:cubicBezTo>
                  <a:cubicBezTo>
                    <a:pt x="4799" y="20221"/>
                    <a:pt x="4799" y="20221"/>
                    <a:pt x="4799" y="20221"/>
                  </a:cubicBezTo>
                  <a:cubicBezTo>
                    <a:pt x="4799" y="20221"/>
                    <a:pt x="4799" y="20221"/>
                    <a:pt x="4799" y="20221"/>
                  </a:cubicBezTo>
                  <a:cubicBezTo>
                    <a:pt x="5040" y="20221"/>
                    <a:pt x="5040" y="20221"/>
                    <a:pt x="5040" y="20221"/>
                  </a:cubicBezTo>
                  <a:cubicBezTo>
                    <a:pt x="5040" y="20221"/>
                    <a:pt x="5040" y="20221"/>
                    <a:pt x="5040" y="20221"/>
                  </a:cubicBezTo>
                  <a:cubicBezTo>
                    <a:pt x="4799" y="19991"/>
                    <a:pt x="4799" y="19991"/>
                    <a:pt x="4799" y="19991"/>
                  </a:cubicBezTo>
                  <a:cubicBezTo>
                    <a:pt x="5040" y="19991"/>
                    <a:pt x="5040" y="19991"/>
                    <a:pt x="5040" y="19991"/>
                  </a:cubicBezTo>
                  <a:cubicBezTo>
                    <a:pt x="5040" y="19991"/>
                    <a:pt x="5040" y="19991"/>
                    <a:pt x="5040" y="19991"/>
                  </a:cubicBezTo>
                  <a:cubicBezTo>
                    <a:pt x="5040" y="20221"/>
                    <a:pt x="5040" y="20221"/>
                    <a:pt x="5040" y="20221"/>
                  </a:cubicBezTo>
                  <a:cubicBezTo>
                    <a:pt x="5519" y="19991"/>
                    <a:pt x="5519" y="19991"/>
                    <a:pt x="5519" y="19991"/>
                  </a:cubicBezTo>
                  <a:cubicBezTo>
                    <a:pt x="5519" y="19761"/>
                    <a:pt x="5519" y="19761"/>
                    <a:pt x="5519" y="19761"/>
                  </a:cubicBezTo>
                  <a:cubicBezTo>
                    <a:pt x="5519" y="19531"/>
                    <a:pt x="5519" y="19531"/>
                    <a:pt x="5519" y="19531"/>
                  </a:cubicBezTo>
                  <a:cubicBezTo>
                    <a:pt x="5280" y="19531"/>
                    <a:pt x="5280" y="19531"/>
                    <a:pt x="5280" y="19531"/>
                  </a:cubicBezTo>
                  <a:cubicBezTo>
                    <a:pt x="5280" y="19302"/>
                    <a:pt x="5280" y="19302"/>
                    <a:pt x="5280" y="19302"/>
                  </a:cubicBezTo>
                  <a:cubicBezTo>
                    <a:pt x="5280" y="19302"/>
                    <a:pt x="5280" y="19302"/>
                    <a:pt x="5280" y="19302"/>
                  </a:cubicBezTo>
                  <a:cubicBezTo>
                    <a:pt x="5280" y="19302"/>
                    <a:pt x="5280" y="19302"/>
                    <a:pt x="5280" y="19302"/>
                  </a:cubicBezTo>
                  <a:cubicBezTo>
                    <a:pt x="5519" y="19302"/>
                    <a:pt x="5519" y="19302"/>
                    <a:pt x="5519" y="19302"/>
                  </a:cubicBezTo>
                  <a:cubicBezTo>
                    <a:pt x="5519" y="19072"/>
                    <a:pt x="5519" y="19072"/>
                    <a:pt x="5519" y="19072"/>
                  </a:cubicBezTo>
                  <a:cubicBezTo>
                    <a:pt x="5280" y="19072"/>
                    <a:pt x="5280" y="19072"/>
                    <a:pt x="5280" y="19072"/>
                  </a:cubicBezTo>
                  <a:cubicBezTo>
                    <a:pt x="5280" y="18842"/>
                    <a:pt x="5280" y="18842"/>
                    <a:pt x="5280" y="18842"/>
                  </a:cubicBezTo>
                  <a:cubicBezTo>
                    <a:pt x="5519" y="18842"/>
                    <a:pt x="5519" y="18842"/>
                    <a:pt x="5519" y="18842"/>
                  </a:cubicBezTo>
                  <a:cubicBezTo>
                    <a:pt x="5759" y="18842"/>
                    <a:pt x="5759" y="18842"/>
                    <a:pt x="5759" y="18842"/>
                  </a:cubicBezTo>
                  <a:cubicBezTo>
                    <a:pt x="5519" y="19072"/>
                    <a:pt x="5519" y="19072"/>
                    <a:pt x="5519" y="19072"/>
                  </a:cubicBezTo>
                  <a:cubicBezTo>
                    <a:pt x="5519" y="19302"/>
                    <a:pt x="5519" y="19302"/>
                    <a:pt x="5519" y="19302"/>
                  </a:cubicBezTo>
                  <a:cubicBezTo>
                    <a:pt x="5519" y="19531"/>
                    <a:pt x="5519" y="19531"/>
                    <a:pt x="5519" y="19531"/>
                  </a:cubicBezTo>
                  <a:cubicBezTo>
                    <a:pt x="5759" y="19531"/>
                    <a:pt x="5759" y="19531"/>
                    <a:pt x="5759" y="19531"/>
                  </a:cubicBezTo>
                  <a:cubicBezTo>
                    <a:pt x="5759" y="19761"/>
                    <a:pt x="5759" y="19761"/>
                    <a:pt x="5759" y="19761"/>
                  </a:cubicBezTo>
                  <a:cubicBezTo>
                    <a:pt x="5999" y="19991"/>
                    <a:pt x="5999" y="19991"/>
                    <a:pt x="5999" y="19991"/>
                  </a:cubicBezTo>
                  <a:cubicBezTo>
                    <a:pt x="6239" y="19991"/>
                    <a:pt x="6239" y="19991"/>
                    <a:pt x="6239" y="19991"/>
                  </a:cubicBezTo>
                  <a:cubicBezTo>
                    <a:pt x="6239" y="19991"/>
                    <a:pt x="6239" y="19991"/>
                    <a:pt x="6239" y="19991"/>
                  </a:cubicBezTo>
                  <a:cubicBezTo>
                    <a:pt x="6239" y="19991"/>
                    <a:pt x="6239" y="19991"/>
                    <a:pt x="6239" y="19991"/>
                  </a:cubicBezTo>
                  <a:cubicBezTo>
                    <a:pt x="6479" y="20221"/>
                    <a:pt x="6479" y="20221"/>
                    <a:pt x="6479" y="20221"/>
                  </a:cubicBezTo>
                  <a:cubicBezTo>
                    <a:pt x="6479" y="20221"/>
                    <a:pt x="6479" y="20221"/>
                    <a:pt x="6479" y="20221"/>
                  </a:cubicBezTo>
                  <a:cubicBezTo>
                    <a:pt x="6719" y="20221"/>
                    <a:pt x="6719" y="20221"/>
                    <a:pt x="6719" y="20221"/>
                  </a:cubicBezTo>
                  <a:cubicBezTo>
                    <a:pt x="6479" y="19531"/>
                    <a:pt x="6479" y="19531"/>
                    <a:pt x="6479" y="19531"/>
                  </a:cubicBezTo>
                  <a:cubicBezTo>
                    <a:pt x="6479" y="19302"/>
                    <a:pt x="6479" y="19302"/>
                    <a:pt x="6479" y="19302"/>
                  </a:cubicBezTo>
                  <a:cubicBezTo>
                    <a:pt x="6479" y="19072"/>
                    <a:pt x="6479" y="19072"/>
                    <a:pt x="6479" y="19072"/>
                  </a:cubicBezTo>
                  <a:cubicBezTo>
                    <a:pt x="6719" y="19072"/>
                    <a:pt x="6719" y="19072"/>
                    <a:pt x="6719" y="19072"/>
                  </a:cubicBezTo>
                  <a:cubicBezTo>
                    <a:pt x="6479" y="18842"/>
                    <a:pt x="6479" y="18842"/>
                    <a:pt x="6479" y="18842"/>
                  </a:cubicBezTo>
                  <a:cubicBezTo>
                    <a:pt x="6479" y="18842"/>
                    <a:pt x="6479" y="18842"/>
                    <a:pt x="6479" y="18842"/>
                  </a:cubicBezTo>
                  <a:cubicBezTo>
                    <a:pt x="6959" y="18842"/>
                    <a:pt x="6959" y="18842"/>
                    <a:pt x="6959" y="18842"/>
                  </a:cubicBezTo>
                  <a:cubicBezTo>
                    <a:pt x="6959" y="18612"/>
                    <a:pt x="6959" y="18612"/>
                    <a:pt x="6959" y="18612"/>
                  </a:cubicBezTo>
                  <a:cubicBezTo>
                    <a:pt x="6959" y="18382"/>
                    <a:pt x="6959" y="18382"/>
                    <a:pt x="6959" y="18382"/>
                  </a:cubicBezTo>
                  <a:cubicBezTo>
                    <a:pt x="7199" y="18153"/>
                    <a:pt x="7199" y="18153"/>
                    <a:pt x="7199" y="18153"/>
                  </a:cubicBezTo>
                  <a:cubicBezTo>
                    <a:pt x="6959" y="17923"/>
                    <a:pt x="6959" y="17923"/>
                    <a:pt x="6959" y="17923"/>
                  </a:cubicBezTo>
                  <a:cubicBezTo>
                    <a:pt x="6959" y="17463"/>
                    <a:pt x="6959" y="17463"/>
                    <a:pt x="6959" y="17463"/>
                  </a:cubicBezTo>
                  <a:cubicBezTo>
                    <a:pt x="6719" y="17234"/>
                    <a:pt x="6719" y="17234"/>
                    <a:pt x="6719" y="17234"/>
                  </a:cubicBezTo>
                  <a:cubicBezTo>
                    <a:pt x="6719" y="17004"/>
                    <a:pt x="6719" y="17004"/>
                    <a:pt x="6719" y="17004"/>
                  </a:cubicBezTo>
                  <a:cubicBezTo>
                    <a:pt x="7199" y="17004"/>
                    <a:pt x="7199" y="17004"/>
                    <a:pt x="7199" y="17004"/>
                  </a:cubicBezTo>
                  <a:cubicBezTo>
                    <a:pt x="7199" y="16544"/>
                    <a:pt x="7199" y="16544"/>
                    <a:pt x="7199" y="16544"/>
                  </a:cubicBezTo>
                  <a:cubicBezTo>
                    <a:pt x="7439" y="16314"/>
                    <a:pt x="7439" y="16314"/>
                    <a:pt x="7439" y="16314"/>
                  </a:cubicBezTo>
                  <a:cubicBezTo>
                    <a:pt x="6959" y="16085"/>
                    <a:pt x="6959" y="16085"/>
                    <a:pt x="6959" y="16085"/>
                  </a:cubicBezTo>
                  <a:cubicBezTo>
                    <a:pt x="6719" y="15855"/>
                    <a:pt x="6719" y="15855"/>
                    <a:pt x="6719" y="15855"/>
                  </a:cubicBezTo>
                  <a:cubicBezTo>
                    <a:pt x="6719" y="15625"/>
                    <a:pt x="6719" y="15625"/>
                    <a:pt x="6719" y="15625"/>
                  </a:cubicBezTo>
                  <a:cubicBezTo>
                    <a:pt x="6719" y="15165"/>
                    <a:pt x="6719" y="15165"/>
                    <a:pt x="6719" y="15165"/>
                  </a:cubicBezTo>
                  <a:cubicBezTo>
                    <a:pt x="6719" y="14936"/>
                    <a:pt x="6719" y="14936"/>
                    <a:pt x="6719" y="14936"/>
                  </a:cubicBezTo>
                  <a:cubicBezTo>
                    <a:pt x="6479" y="14706"/>
                    <a:pt x="6479" y="14706"/>
                    <a:pt x="6479" y="14706"/>
                  </a:cubicBezTo>
                  <a:cubicBezTo>
                    <a:pt x="6719" y="14246"/>
                    <a:pt x="6719" y="14246"/>
                    <a:pt x="6719" y="14246"/>
                  </a:cubicBezTo>
                  <a:cubicBezTo>
                    <a:pt x="6479" y="13787"/>
                    <a:pt x="6479" y="13787"/>
                    <a:pt x="6479" y="13787"/>
                  </a:cubicBezTo>
                  <a:cubicBezTo>
                    <a:pt x="6479" y="13327"/>
                    <a:pt x="6479" y="13327"/>
                    <a:pt x="6479" y="13327"/>
                  </a:cubicBezTo>
                  <a:cubicBezTo>
                    <a:pt x="6479" y="12868"/>
                    <a:pt x="6479" y="12868"/>
                    <a:pt x="6479" y="12868"/>
                  </a:cubicBezTo>
                  <a:cubicBezTo>
                    <a:pt x="6719" y="12638"/>
                    <a:pt x="6719" y="12638"/>
                    <a:pt x="6719" y="12638"/>
                  </a:cubicBezTo>
                  <a:cubicBezTo>
                    <a:pt x="6959" y="12408"/>
                    <a:pt x="6959" y="12408"/>
                    <a:pt x="6959" y="12408"/>
                  </a:cubicBezTo>
                  <a:cubicBezTo>
                    <a:pt x="7199" y="12638"/>
                    <a:pt x="7199" y="12638"/>
                    <a:pt x="7199" y="12638"/>
                  </a:cubicBezTo>
                  <a:cubicBezTo>
                    <a:pt x="7679" y="12638"/>
                    <a:pt x="7679" y="12638"/>
                    <a:pt x="7679" y="12638"/>
                  </a:cubicBezTo>
                  <a:cubicBezTo>
                    <a:pt x="7919" y="12408"/>
                    <a:pt x="7919" y="12408"/>
                    <a:pt x="7919" y="12408"/>
                  </a:cubicBezTo>
                  <a:cubicBezTo>
                    <a:pt x="7919" y="11948"/>
                    <a:pt x="7919" y="11948"/>
                    <a:pt x="7919" y="11948"/>
                  </a:cubicBezTo>
                  <a:cubicBezTo>
                    <a:pt x="7679" y="11948"/>
                    <a:pt x="7679" y="11948"/>
                    <a:pt x="7679" y="11948"/>
                  </a:cubicBezTo>
                  <a:cubicBezTo>
                    <a:pt x="7679" y="11719"/>
                    <a:pt x="7679" y="11719"/>
                    <a:pt x="7679" y="11719"/>
                  </a:cubicBezTo>
                  <a:cubicBezTo>
                    <a:pt x="8159" y="10800"/>
                    <a:pt x="8159" y="10800"/>
                    <a:pt x="8159" y="10800"/>
                  </a:cubicBezTo>
                  <a:cubicBezTo>
                    <a:pt x="8159" y="10340"/>
                    <a:pt x="8159" y="10340"/>
                    <a:pt x="8159" y="10340"/>
                  </a:cubicBezTo>
                  <a:cubicBezTo>
                    <a:pt x="8159" y="10110"/>
                    <a:pt x="8159" y="10110"/>
                    <a:pt x="8159" y="10110"/>
                  </a:cubicBezTo>
                  <a:cubicBezTo>
                    <a:pt x="8399" y="9880"/>
                    <a:pt x="8399" y="9880"/>
                    <a:pt x="8399" y="9880"/>
                  </a:cubicBezTo>
                  <a:cubicBezTo>
                    <a:pt x="8399" y="9421"/>
                    <a:pt x="8399" y="9421"/>
                    <a:pt x="8399" y="9421"/>
                  </a:cubicBezTo>
                  <a:cubicBezTo>
                    <a:pt x="8159" y="9421"/>
                    <a:pt x="8159" y="9421"/>
                    <a:pt x="8159" y="9421"/>
                  </a:cubicBezTo>
                  <a:cubicBezTo>
                    <a:pt x="8159" y="9191"/>
                    <a:pt x="8159" y="9191"/>
                    <a:pt x="8159" y="9191"/>
                  </a:cubicBezTo>
                  <a:cubicBezTo>
                    <a:pt x="8399" y="8961"/>
                    <a:pt x="8399" y="8961"/>
                    <a:pt x="8399" y="8961"/>
                  </a:cubicBezTo>
                  <a:cubicBezTo>
                    <a:pt x="8879" y="8961"/>
                    <a:pt x="8879" y="8961"/>
                    <a:pt x="8879" y="8961"/>
                  </a:cubicBezTo>
                  <a:cubicBezTo>
                    <a:pt x="9119" y="8731"/>
                    <a:pt x="9119" y="8731"/>
                    <a:pt x="9119" y="8731"/>
                  </a:cubicBezTo>
                  <a:cubicBezTo>
                    <a:pt x="9119" y="8731"/>
                    <a:pt x="9119" y="8731"/>
                    <a:pt x="9119" y="8731"/>
                  </a:cubicBezTo>
                  <a:cubicBezTo>
                    <a:pt x="9359" y="8272"/>
                    <a:pt x="9359" y="8272"/>
                    <a:pt x="9359" y="8272"/>
                  </a:cubicBezTo>
                  <a:cubicBezTo>
                    <a:pt x="9599" y="7812"/>
                    <a:pt x="9599" y="7812"/>
                    <a:pt x="9599" y="7812"/>
                  </a:cubicBezTo>
                  <a:cubicBezTo>
                    <a:pt x="9839" y="7582"/>
                    <a:pt x="9839" y="7582"/>
                    <a:pt x="9839" y="7582"/>
                  </a:cubicBezTo>
                  <a:cubicBezTo>
                    <a:pt x="9599" y="7353"/>
                    <a:pt x="9599" y="7353"/>
                    <a:pt x="9599" y="7353"/>
                  </a:cubicBezTo>
                  <a:cubicBezTo>
                    <a:pt x="9599" y="7353"/>
                    <a:pt x="9599" y="7353"/>
                    <a:pt x="9599" y="7353"/>
                  </a:cubicBezTo>
                  <a:cubicBezTo>
                    <a:pt x="9599" y="6893"/>
                    <a:pt x="9599" y="6893"/>
                    <a:pt x="9599" y="6893"/>
                  </a:cubicBezTo>
                  <a:cubicBezTo>
                    <a:pt x="9599" y="6663"/>
                    <a:pt x="9599" y="6663"/>
                    <a:pt x="9599" y="6663"/>
                  </a:cubicBezTo>
                  <a:cubicBezTo>
                    <a:pt x="9839" y="6663"/>
                    <a:pt x="9839" y="6663"/>
                    <a:pt x="9839" y="6663"/>
                  </a:cubicBezTo>
                  <a:cubicBezTo>
                    <a:pt x="9839" y="6434"/>
                    <a:pt x="9839" y="6434"/>
                    <a:pt x="9839" y="6434"/>
                  </a:cubicBezTo>
                  <a:cubicBezTo>
                    <a:pt x="10079" y="6204"/>
                    <a:pt x="10079" y="6204"/>
                    <a:pt x="10079" y="6204"/>
                  </a:cubicBezTo>
                  <a:cubicBezTo>
                    <a:pt x="10079" y="5974"/>
                    <a:pt x="10079" y="5974"/>
                    <a:pt x="10079" y="5974"/>
                  </a:cubicBezTo>
                  <a:cubicBezTo>
                    <a:pt x="10319" y="5974"/>
                    <a:pt x="10319" y="5974"/>
                    <a:pt x="10319" y="5974"/>
                  </a:cubicBezTo>
                  <a:cubicBezTo>
                    <a:pt x="10560" y="5974"/>
                    <a:pt x="10560" y="5974"/>
                    <a:pt x="10560" y="5974"/>
                  </a:cubicBezTo>
                  <a:cubicBezTo>
                    <a:pt x="10800" y="5974"/>
                    <a:pt x="10800" y="5974"/>
                    <a:pt x="10800" y="5974"/>
                  </a:cubicBezTo>
                  <a:cubicBezTo>
                    <a:pt x="10800" y="5974"/>
                    <a:pt x="10800" y="5974"/>
                    <a:pt x="10800" y="5974"/>
                  </a:cubicBezTo>
                  <a:cubicBezTo>
                    <a:pt x="11039" y="5974"/>
                    <a:pt x="11039" y="5974"/>
                    <a:pt x="11039" y="5974"/>
                  </a:cubicBezTo>
                  <a:cubicBezTo>
                    <a:pt x="10800" y="5744"/>
                    <a:pt x="10800" y="5744"/>
                    <a:pt x="10800" y="5744"/>
                  </a:cubicBezTo>
                  <a:cubicBezTo>
                    <a:pt x="11039" y="5514"/>
                    <a:pt x="11039" y="5514"/>
                    <a:pt x="11039" y="5514"/>
                  </a:cubicBezTo>
                  <a:cubicBezTo>
                    <a:pt x="11039" y="5514"/>
                    <a:pt x="11039" y="5514"/>
                    <a:pt x="11039" y="5514"/>
                  </a:cubicBezTo>
                  <a:cubicBezTo>
                    <a:pt x="11039" y="5514"/>
                    <a:pt x="11039" y="5514"/>
                    <a:pt x="11039" y="5514"/>
                  </a:cubicBezTo>
                  <a:cubicBezTo>
                    <a:pt x="10800" y="5285"/>
                    <a:pt x="10800" y="5285"/>
                    <a:pt x="10800" y="5285"/>
                  </a:cubicBezTo>
                  <a:cubicBezTo>
                    <a:pt x="11039" y="5055"/>
                    <a:pt x="11039" y="5055"/>
                    <a:pt x="11039" y="5055"/>
                  </a:cubicBezTo>
                  <a:cubicBezTo>
                    <a:pt x="11280" y="5055"/>
                    <a:pt x="11280" y="5055"/>
                    <a:pt x="11280" y="5055"/>
                  </a:cubicBezTo>
                  <a:cubicBezTo>
                    <a:pt x="11519" y="5055"/>
                    <a:pt x="11519" y="5055"/>
                    <a:pt x="11519" y="5055"/>
                  </a:cubicBezTo>
                  <a:cubicBezTo>
                    <a:pt x="11759" y="5055"/>
                    <a:pt x="11759" y="5055"/>
                    <a:pt x="11759" y="5055"/>
                  </a:cubicBezTo>
                  <a:cubicBezTo>
                    <a:pt x="11999" y="5285"/>
                    <a:pt x="11999" y="5285"/>
                    <a:pt x="11999" y="5285"/>
                  </a:cubicBezTo>
                  <a:cubicBezTo>
                    <a:pt x="12239" y="5285"/>
                    <a:pt x="12239" y="5285"/>
                    <a:pt x="12239" y="5285"/>
                  </a:cubicBezTo>
                  <a:cubicBezTo>
                    <a:pt x="12479" y="5285"/>
                    <a:pt x="12479" y="5285"/>
                    <a:pt x="12479" y="5285"/>
                  </a:cubicBezTo>
                  <a:cubicBezTo>
                    <a:pt x="12479" y="5285"/>
                    <a:pt x="12479" y="5285"/>
                    <a:pt x="12479" y="5285"/>
                  </a:cubicBezTo>
                  <a:cubicBezTo>
                    <a:pt x="12719" y="5285"/>
                    <a:pt x="12719" y="5285"/>
                    <a:pt x="12719" y="5285"/>
                  </a:cubicBezTo>
                  <a:cubicBezTo>
                    <a:pt x="12719" y="5055"/>
                    <a:pt x="12719" y="5055"/>
                    <a:pt x="12719" y="5055"/>
                  </a:cubicBezTo>
                  <a:cubicBezTo>
                    <a:pt x="12479" y="5055"/>
                    <a:pt x="12479" y="5055"/>
                    <a:pt x="12479" y="5055"/>
                  </a:cubicBezTo>
                  <a:cubicBezTo>
                    <a:pt x="12479" y="4825"/>
                    <a:pt x="12479" y="4825"/>
                    <a:pt x="12479" y="4825"/>
                  </a:cubicBezTo>
                  <a:cubicBezTo>
                    <a:pt x="12719" y="4595"/>
                    <a:pt x="12719" y="4595"/>
                    <a:pt x="12719" y="4595"/>
                  </a:cubicBezTo>
                  <a:cubicBezTo>
                    <a:pt x="12719" y="4365"/>
                    <a:pt x="12719" y="4365"/>
                    <a:pt x="12719" y="4365"/>
                  </a:cubicBezTo>
                  <a:cubicBezTo>
                    <a:pt x="12479" y="4365"/>
                    <a:pt x="12479" y="4365"/>
                    <a:pt x="12479" y="4365"/>
                  </a:cubicBezTo>
                  <a:cubicBezTo>
                    <a:pt x="12479" y="4136"/>
                    <a:pt x="12479" y="4136"/>
                    <a:pt x="12479" y="4136"/>
                  </a:cubicBezTo>
                  <a:cubicBezTo>
                    <a:pt x="12719" y="4136"/>
                    <a:pt x="12719" y="4136"/>
                    <a:pt x="12719" y="4136"/>
                  </a:cubicBezTo>
                  <a:cubicBezTo>
                    <a:pt x="12959" y="4136"/>
                    <a:pt x="12959" y="4136"/>
                    <a:pt x="12959" y="4136"/>
                  </a:cubicBezTo>
                  <a:cubicBezTo>
                    <a:pt x="12959" y="4136"/>
                    <a:pt x="12959" y="4136"/>
                    <a:pt x="12959" y="4136"/>
                  </a:cubicBezTo>
                  <a:cubicBezTo>
                    <a:pt x="12959" y="4136"/>
                    <a:pt x="12959" y="4136"/>
                    <a:pt x="12959" y="4136"/>
                  </a:cubicBezTo>
                  <a:cubicBezTo>
                    <a:pt x="13199" y="4136"/>
                    <a:pt x="13199" y="4136"/>
                    <a:pt x="13199" y="4136"/>
                  </a:cubicBezTo>
                  <a:cubicBezTo>
                    <a:pt x="13199" y="4136"/>
                    <a:pt x="13199" y="4136"/>
                    <a:pt x="13199" y="4136"/>
                  </a:cubicBezTo>
                  <a:cubicBezTo>
                    <a:pt x="13199" y="4136"/>
                    <a:pt x="13199" y="4136"/>
                    <a:pt x="13199" y="4136"/>
                  </a:cubicBezTo>
                  <a:cubicBezTo>
                    <a:pt x="13199" y="3906"/>
                    <a:pt x="13199" y="3906"/>
                    <a:pt x="13199" y="3906"/>
                  </a:cubicBezTo>
                  <a:cubicBezTo>
                    <a:pt x="13199" y="3906"/>
                    <a:pt x="13199" y="3906"/>
                    <a:pt x="13199" y="3906"/>
                  </a:cubicBezTo>
                  <a:cubicBezTo>
                    <a:pt x="13439" y="3676"/>
                    <a:pt x="13439" y="3676"/>
                    <a:pt x="13439" y="3676"/>
                  </a:cubicBezTo>
                  <a:cubicBezTo>
                    <a:pt x="13679" y="3676"/>
                    <a:pt x="13679" y="3676"/>
                    <a:pt x="13679" y="3676"/>
                  </a:cubicBezTo>
                  <a:cubicBezTo>
                    <a:pt x="13679" y="3906"/>
                    <a:pt x="13679" y="3906"/>
                    <a:pt x="13679" y="3906"/>
                  </a:cubicBezTo>
                  <a:cubicBezTo>
                    <a:pt x="14159" y="4365"/>
                    <a:pt x="14159" y="4365"/>
                    <a:pt x="14159" y="4365"/>
                  </a:cubicBezTo>
                  <a:cubicBezTo>
                    <a:pt x="14399" y="4365"/>
                    <a:pt x="14399" y="4365"/>
                    <a:pt x="14399" y="4365"/>
                  </a:cubicBezTo>
                  <a:cubicBezTo>
                    <a:pt x="14399" y="4595"/>
                    <a:pt x="14399" y="4595"/>
                    <a:pt x="14399" y="4595"/>
                  </a:cubicBezTo>
                  <a:cubicBezTo>
                    <a:pt x="14879" y="4825"/>
                    <a:pt x="14879" y="4825"/>
                    <a:pt x="14879" y="4825"/>
                  </a:cubicBezTo>
                  <a:cubicBezTo>
                    <a:pt x="15359" y="4825"/>
                    <a:pt x="15359" y="4825"/>
                    <a:pt x="15359" y="4825"/>
                  </a:cubicBezTo>
                  <a:cubicBezTo>
                    <a:pt x="15599" y="4595"/>
                    <a:pt x="15599" y="4595"/>
                    <a:pt x="15599" y="4595"/>
                  </a:cubicBezTo>
                  <a:cubicBezTo>
                    <a:pt x="15599" y="4365"/>
                    <a:pt x="15599" y="4365"/>
                    <a:pt x="15599" y="4365"/>
                  </a:cubicBezTo>
                  <a:cubicBezTo>
                    <a:pt x="15839" y="4365"/>
                    <a:pt x="15839" y="4365"/>
                    <a:pt x="15839" y="4365"/>
                  </a:cubicBezTo>
                  <a:cubicBezTo>
                    <a:pt x="16319" y="4595"/>
                    <a:pt x="16319" y="4595"/>
                    <a:pt x="16319" y="4595"/>
                  </a:cubicBezTo>
                  <a:cubicBezTo>
                    <a:pt x="16559" y="4595"/>
                    <a:pt x="16559" y="4595"/>
                    <a:pt x="16559" y="4595"/>
                  </a:cubicBezTo>
                  <a:cubicBezTo>
                    <a:pt x="16559" y="4365"/>
                    <a:pt x="16559" y="4365"/>
                    <a:pt x="16559" y="4365"/>
                  </a:cubicBezTo>
                  <a:cubicBezTo>
                    <a:pt x="16799" y="4365"/>
                    <a:pt x="16799" y="4365"/>
                    <a:pt x="16799" y="4365"/>
                  </a:cubicBezTo>
                  <a:cubicBezTo>
                    <a:pt x="16799" y="4365"/>
                    <a:pt x="16799" y="4365"/>
                    <a:pt x="16799" y="4365"/>
                  </a:cubicBezTo>
                  <a:cubicBezTo>
                    <a:pt x="17039" y="4365"/>
                    <a:pt x="17039" y="4365"/>
                    <a:pt x="17039" y="4365"/>
                  </a:cubicBezTo>
                  <a:cubicBezTo>
                    <a:pt x="17279" y="4136"/>
                    <a:pt x="17279" y="4136"/>
                    <a:pt x="17279" y="4136"/>
                  </a:cubicBezTo>
                  <a:cubicBezTo>
                    <a:pt x="17279" y="4136"/>
                    <a:pt x="17279" y="4136"/>
                    <a:pt x="17279" y="4136"/>
                  </a:cubicBezTo>
                  <a:cubicBezTo>
                    <a:pt x="17279" y="3906"/>
                    <a:pt x="17279" y="3906"/>
                    <a:pt x="17279" y="3906"/>
                  </a:cubicBezTo>
                  <a:cubicBezTo>
                    <a:pt x="17279" y="3676"/>
                    <a:pt x="17279" y="3676"/>
                    <a:pt x="17279" y="3676"/>
                  </a:cubicBezTo>
                  <a:cubicBezTo>
                    <a:pt x="17279" y="3217"/>
                    <a:pt x="17279" y="3217"/>
                    <a:pt x="17279" y="3217"/>
                  </a:cubicBezTo>
                  <a:cubicBezTo>
                    <a:pt x="17279" y="2987"/>
                    <a:pt x="17279" y="2987"/>
                    <a:pt x="17279" y="2987"/>
                  </a:cubicBezTo>
                  <a:cubicBezTo>
                    <a:pt x="17279" y="2757"/>
                    <a:pt x="17279" y="2757"/>
                    <a:pt x="17279" y="2757"/>
                  </a:cubicBezTo>
                  <a:cubicBezTo>
                    <a:pt x="17279" y="2757"/>
                    <a:pt x="17279" y="2757"/>
                    <a:pt x="17279" y="2757"/>
                  </a:cubicBezTo>
                  <a:cubicBezTo>
                    <a:pt x="17519" y="2527"/>
                    <a:pt x="17519" y="2527"/>
                    <a:pt x="17519" y="2527"/>
                  </a:cubicBezTo>
                  <a:cubicBezTo>
                    <a:pt x="17519" y="2527"/>
                    <a:pt x="17519" y="2527"/>
                    <a:pt x="17519" y="2527"/>
                  </a:cubicBezTo>
                  <a:cubicBezTo>
                    <a:pt x="17759" y="2297"/>
                    <a:pt x="17759" y="2297"/>
                    <a:pt x="17759" y="2297"/>
                  </a:cubicBezTo>
                  <a:cubicBezTo>
                    <a:pt x="17999" y="2527"/>
                    <a:pt x="17999" y="2527"/>
                    <a:pt x="17999" y="2527"/>
                  </a:cubicBezTo>
                  <a:cubicBezTo>
                    <a:pt x="18239" y="2527"/>
                    <a:pt x="18239" y="2527"/>
                    <a:pt x="18239" y="2527"/>
                  </a:cubicBezTo>
                  <a:cubicBezTo>
                    <a:pt x="18239" y="2297"/>
                    <a:pt x="18239" y="2297"/>
                    <a:pt x="18239" y="2297"/>
                  </a:cubicBezTo>
                  <a:cubicBezTo>
                    <a:pt x="18239" y="2068"/>
                    <a:pt x="18239" y="2068"/>
                    <a:pt x="18239" y="2068"/>
                  </a:cubicBezTo>
                  <a:cubicBezTo>
                    <a:pt x="18719" y="2068"/>
                    <a:pt x="18719" y="2068"/>
                    <a:pt x="18719" y="2068"/>
                  </a:cubicBezTo>
                  <a:cubicBezTo>
                    <a:pt x="18959" y="2297"/>
                    <a:pt x="18959" y="2297"/>
                    <a:pt x="18959" y="2297"/>
                  </a:cubicBezTo>
                  <a:cubicBezTo>
                    <a:pt x="19199" y="2527"/>
                    <a:pt x="19199" y="2527"/>
                    <a:pt x="19199" y="2527"/>
                  </a:cubicBezTo>
                  <a:cubicBezTo>
                    <a:pt x="19439" y="2757"/>
                    <a:pt x="19439" y="2757"/>
                    <a:pt x="19439" y="2757"/>
                  </a:cubicBezTo>
                  <a:cubicBezTo>
                    <a:pt x="19679" y="2757"/>
                    <a:pt x="19679" y="2757"/>
                    <a:pt x="19679" y="2757"/>
                  </a:cubicBezTo>
                  <a:cubicBezTo>
                    <a:pt x="19919" y="2757"/>
                    <a:pt x="19919" y="2757"/>
                    <a:pt x="19919" y="2757"/>
                  </a:cubicBezTo>
                  <a:cubicBezTo>
                    <a:pt x="19919" y="2987"/>
                    <a:pt x="19919" y="2987"/>
                    <a:pt x="19919" y="2987"/>
                  </a:cubicBezTo>
                  <a:cubicBezTo>
                    <a:pt x="20159" y="3217"/>
                    <a:pt x="20159" y="3217"/>
                    <a:pt x="20159" y="3217"/>
                  </a:cubicBezTo>
                  <a:cubicBezTo>
                    <a:pt x="20159" y="3446"/>
                    <a:pt x="20159" y="3446"/>
                    <a:pt x="20159" y="3446"/>
                  </a:cubicBezTo>
                  <a:cubicBezTo>
                    <a:pt x="19919" y="3676"/>
                    <a:pt x="19919" y="3676"/>
                    <a:pt x="19919" y="3676"/>
                  </a:cubicBezTo>
                  <a:cubicBezTo>
                    <a:pt x="19919" y="3906"/>
                    <a:pt x="19919" y="3906"/>
                    <a:pt x="19919" y="3906"/>
                  </a:cubicBezTo>
                  <a:close/>
                  <a:moveTo>
                    <a:pt x="960" y="19991"/>
                  </a:moveTo>
                  <a:cubicBezTo>
                    <a:pt x="960" y="19991"/>
                    <a:pt x="960" y="19991"/>
                    <a:pt x="960" y="19991"/>
                  </a:cubicBezTo>
                  <a:cubicBezTo>
                    <a:pt x="960" y="20221"/>
                    <a:pt x="960" y="20221"/>
                    <a:pt x="960" y="20221"/>
                  </a:cubicBezTo>
                  <a:cubicBezTo>
                    <a:pt x="960" y="19991"/>
                    <a:pt x="960" y="19991"/>
                    <a:pt x="960" y="19991"/>
                  </a:cubicBezTo>
                  <a:close/>
                  <a:moveTo>
                    <a:pt x="480" y="18842"/>
                  </a:moveTo>
                  <a:cubicBezTo>
                    <a:pt x="480" y="18842"/>
                    <a:pt x="480" y="18842"/>
                    <a:pt x="480" y="18842"/>
                  </a:cubicBezTo>
                  <a:cubicBezTo>
                    <a:pt x="720" y="19072"/>
                    <a:pt x="720" y="19072"/>
                    <a:pt x="720" y="19072"/>
                  </a:cubicBezTo>
                  <a:cubicBezTo>
                    <a:pt x="480" y="19072"/>
                    <a:pt x="480" y="19072"/>
                    <a:pt x="480" y="19072"/>
                  </a:cubicBezTo>
                  <a:cubicBezTo>
                    <a:pt x="480" y="18842"/>
                    <a:pt x="480" y="18842"/>
                    <a:pt x="480" y="18842"/>
                  </a:cubicBezTo>
                  <a:close/>
                  <a:moveTo>
                    <a:pt x="720" y="18612"/>
                  </a:moveTo>
                  <a:cubicBezTo>
                    <a:pt x="720" y="18612"/>
                    <a:pt x="720" y="18612"/>
                    <a:pt x="720" y="18612"/>
                  </a:cubicBezTo>
                  <a:cubicBezTo>
                    <a:pt x="720" y="18612"/>
                    <a:pt x="720" y="18612"/>
                    <a:pt x="720" y="18612"/>
                  </a:cubicBezTo>
                  <a:cubicBezTo>
                    <a:pt x="720" y="18612"/>
                    <a:pt x="720" y="18612"/>
                    <a:pt x="720" y="18612"/>
                  </a:cubicBezTo>
                  <a:close/>
                  <a:moveTo>
                    <a:pt x="480" y="18382"/>
                  </a:moveTo>
                  <a:cubicBezTo>
                    <a:pt x="480" y="18612"/>
                    <a:pt x="480" y="18612"/>
                    <a:pt x="480" y="18612"/>
                  </a:cubicBezTo>
                  <a:cubicBezTo>
                    <a:pt x="480" y="18612"/>
                    <a:pt x="480" y="18612"/>
                    <a:pt x="480" y="18612"/>
                  </a:cubicBezTo>
                  <a:cubicBezTo>
                    <a:pt x="480" y="18382"/>
                    <a:pt x="480" y="18382"/>
                    <a:pt x="480" y="18382"/>
                  </a:cubicBezTo>
                  <a:close/>
                  <a:moveTo>
                    <a:pt x="240" y="17693"/>
                  </a:moveTo>
                  <a:cubicBezTo>
                    <a:pt x="0" y="17693"/>
                    <a:pt x="0" y="17693"/>
                    <a:pt x="0" y="17693"/>
                  </a:cubicBezTo>
                  <a:cubicBezTo>
                    <a:pt x="240" y="17463"/>
                    <a:pt x="240" y="17463"/>
                    <a:pt x="240" y="17463"/>
                  </a:cubicBezTo>
                  <a:cubicBezTo>
                    <a:pt x="240" y="17463"/>
                    <a:pt x="240" y="17693"/>
                    <a:pt x="240" y="17693"/>
                  </a:cubicBezTo>
                  <a:close/>
                  <a:moveTo>
                    <a:pt x="240" y="17923"/>
                  </a:moveTo>
                  <a:cubicBezTo>
                    <a:pt x="240" y="17923"/>
                    <a:pt x="240" y="17923"/>
                    <a:pt x="240" y="17923"/>
                  </a:cubicBezTo>
                  <a:cubicBezTo>
                    <a:pt x="240" y="17923"/>
                    <a:pt x="240" y="17923"/>
                    <a:pt x="240" y="17923"/>
                  </a:cubicBezTo>
                  <a:cubicBezTo>
                    <a:pt x="240" y="17923"/>
                    <a:pt x="240" y="17923"/>
                    <a:pt x="240" y="17923"/>
                  </a:cubicBezTo>
                  <a:close/>
                  <a:moveTo>
                    <a:pt x="480" y="18153"/>
                  </a:moveTo>
                  <a:cubicBezTo>
                    <a:pt x="480" y="18153"/>
                    <a:pt x="720" y="18153"/>
                    <a:pt x="720" y="18153"/>
                  </a:cubicBezTo>
                  <a:cubicBezTo>
                    <a:pt x="720" y="18382"/>
                    <a:pt x="720" y="18382"/>
                    <a:pt x="720" y="18382"/>
                  </a:cubicBezTo>
                  <a:cubicBezTo>
                    <a:pt x="480" y="18153"/>
                    <a:pt x="480" y="18153"/>
                    <a:pt x="480" y="18153"/>
                  </a:cubicBezTo>
                  <a:close/>
                  <a:moveTo>
                    <a:pt x="240" y="18382"/>
                  </a:moveTo>
                  <a:cubicBezTo>
                    <a:pt x="0" y="18153"/>
                    <a:pt x="0" y="18153"/>
                    <a:pt x="0" y="18153"/>
                  </a:cubicBezTo>
                  <a:cubicBezTo>
                    <a:pt x="240" y="18153"/>
                    <a:pt x="240" y="18153"/>
                    <a:pt x="240" y="18153"/>
                  </a:cubicBezTo>
                  <a:cubicBezTo>
                    <a:pt x="240" y="18382"/>
                    <a:pt x="240" y="18382"/>
                    <a:pt x="240" y="18382"/>
                  </a:cubicBezTo>
                  <a:close/>
                  <a:moveTo>
                    <a:pt x="0" y="17234"/>
                  </a:moveTo>
                  <a:cubicBezTo>
                    <a:pt x="0" y="17463"/>
                    <a:pt x="0" y="17463"/>
                    <a:pt x="0" y="17463"/>
                  </a:cubicBezTo>
                  <a:cubicBezTo>
                    <a:pt x="0" y="17463"/>
                    <a:pt x="0" y="17463"/>
                    <a:pt x="0" y="17463"/>
                  </a:cubicBezTo>
                  <a:cubicBezTo>
                    <a:pt x="240" y="17234"/>
                    <a:pt x="240" y="17234"/>
                    <a:pt x="240" y="17234"/>
                  </a:cubicBezTo>
                  <a:cubicBezTo>
                    <a:pt x="0" y="17234"/>
                    <a:pt x="0" y="17234"/>
                    <a:pt x="0" y="17234"/>
                  </a:cubicBezTo>
                  <a:close/>
                  <a:moveTo>
                    <a:pt x="0" y="15855"/>
                  </a:moveTo>
                  <a:cubicBezTo>
                    <a:pt x="240" y="16085"/>
                    <a:pt x="240" y="16085"/>
                    <a:pt x="240" y="16085"/>
                  </a:cubicBezTo>
                  <a:cubicBezTo>
                    <a:pt x="0" y="16085"/>
                    <a:pt x="0" y="16085"/>
                    <a:pt x="0" y="16085"/>
                  </a:cubicBezTo>
                  <a:cubicBezTo>
                    <a:pt x="0" y="15855"/>
                    <a:pt x="0" y="15855"/>
                    <a:pt x="0" y="15855"/>
                  </a:cubicBezTo>
                  <a:close/>
                  <a:moveTo>
                    <a:pt x="0" y="15625"/>
                  </a:moveTo>
                  <a:cubicBezTo>
                    <a:pt x="240" y="15855"/>
                    <a:pt x="240" y="15855"/>
                    <a:pt x="240" y="15855"/>
                  </a:cubicBezTo>
                  <a:cubicBezTo>
                    <a:pt x="240" y="15855"/>
                    <a:pt x="240" y="15855"/>
                    <a:pt x="240" y="15855"/>
                  </a:cubicBezTo>
                  <a:cubicBezTo>
                    <a:pt x="0" y="15625"/>
                    <a:pt x="0" y="15625"/>
                    <a:pt x="0" y="15625"/>
                  </a:cubicBezTo>
                  <a:close/>
                  <a:moveTo>
                    <a:pt x="720" y="15165"/>
                  </a:moveTo>
                  <a:cubicBezTo>
                    <a:pt x="720" y="15395"/>
                    <a:pt x="720" y="15395"/>
                    <a:pt x="720" y="15395"/>
                  </a:cubicBezTo>
                  <a:cubicBezTo>
                    <a:pt x="480" y="15395"/>
                    <a:pt x="480" y="15395"/>
                    <a:pt x="480" y="15395"/>
                  </a:cubicBezTo>
                  <a:cubicBezTo>
                    <a:pt x="720" y="15165"/>
                    <a:pt x="720" y="15165"/>
                    <a:pt x="720" y="15165"/>
                  </a:cubicBezTo>
                  <a:close/>
                  <a:moveTo>
                    <a:pt x="960" y="15165"/>
                  </a:moveTo>
                  <a:cubicBezTo>
                    <a:pt x="960" y="15165"/>
                    <a:pt x="960" y="15165"/>
                    <a:pt x="960" y="15165"/>
                  </a:cubicBezTo>
                  <a:cubicBezTo>
                    <a:pt x="1199" y="15395"/>
                    <a:pt x="1199" y="15395"/>
                    <a:pt x="1199" y="15395"/>
                  </a:cubicBezTo>
                  <a:cubicBezTo>
                    <a:pt x="960" y="15395"/>
                    <a:pt x="960" y="15395"/>
                    <a:pt x="960" y="15395"/>
                  </a:cubicBezTo>
                  <a:cubicBezTo>
                    <a:pt x="960" y="15165"/>
                    <a:pt x="960" y="15165"/>
                    <a:pt x="960" y="15165"/>
                  </a:cubicBezTo>
                  <a:close/>
                  <a:moveTo>
                    <a:pt x="2880" y="14017"/>
                  </a:moveTo>
                  <a:cubicBezTo>
                    <a:pt x="2880" y="14017"/>
                    <a:pt x="2880" y="13787"/>
                    <a:pt x="2880" y="13787"/>
                  </a:cubicBezTo>
                  <a:cubicBezTo>
                    <a:pt x="3119" y="14017"/>
                    <a:pt x="3119" y="14017"/>
                    <a:pt x="3119" y="14017"/>
                  </a:cubicBezTo>
                  <a:cubicBezTo>
                    <a:pt x="2880" y="14017"/>
                    <a:pt x="2880" y="14017"/>
                    <a:pt x="2880" y="14017"/>
                  </a:cubicBezTo>
                  <a:cubicBezTo>
                    <a:pt x="2880" y="14017"/>
                    <a:pt x="2880" y="14017"/>
                    <a:pt x="2880" y="14017"/>
                  </a:cubicBezTo>
                  <a:close/>
                  <a:moveTo>
                    <a:pt x="2880" y="13787"/>
                  </a:moveTo>
                  <a:cubicBezTo>
                    <a:pt x="2880" y="13787"/>
                    <a:pt x="2880" y="13787"/>
                    <a:pt x="2880" y="13787"/>
                  </a:cubicBezTo>
                  <a:cubicBezTo>
                    <a:pt x="2640" y="13557"/>
                    <a:pt x="2640" y="13557"/>
                    <a:pt x="2640" y="13557"/>
                  </a:cubicBezTo>
                  <a:cubicBezTo>
                    <a:pt x="2880" y="13557"/>
                    <a:pt x="2880" y="13557"/>
                    <a:pt x="2880" y="13557"/>
                  </a:cubicBezTo>
                  <a:cubicBezTo>
                    <a:pt x="2880" y="13787"/>
                    <a:pt x="2880" y="13787"/>
                    <a:pt x="2880" y="13787"/>
                  </a:cubicBezTo>
                  <a:close/>
                  <a:moveTo>
                    <a:pt x="3119" y="13327"/>
                  </a:moveTo>
                  <a:cubicBezTo>
                    <a:pt x="3359" y="13097"/>
                    <a:pt x="3359" y="13097"/>
                    <a:pt x="3359" y="13097"/>
                  </a:cubicBezTo>
                  <a:cubicBezTo>
                    <a:pt x="3599" y="13097"/>
                    <a:pt x="3599" y="13097"/>
                    <a:pt x="3599" y="13097"/>
                  </a:cubicBezTo>
                  <a:cubicBezTo>
                    <a:pt x="3359" y="13327"/>
                    <a:pt x="3359" y="13327"/>
                    <a:pt x="3359" y="13327"/>
                  </a:cubicBezTo>
                  <a:cubicBezTo>
                    <a:pt x="3119" y="13327"/>
                    <a:pt x="3119" y="13327"/>
                    <a:pt x="3119" y="13327"/>
                  </a:cubicBezTo>
                  <a:close/>
                  <a:moveTo>
                    <a:pt x="3119" y="13787"/>
                  </a:moveTo>
                  <a:cubicBezTo>
                    <a:pt x="3119" y="13557"/>
                    <a:pt x="3119" y="13557"/>
                    <a:pt x="3119" y="13557"/>
                  </a:cubicBezTo>
                  <a:cubicBezTo>
                    <a:pt x="3359" y="13557"/>
                    <a:pt x="3359" y="13557"/>
                    <a:pt x="3359" y="13557"/>
                  </a:cubicBezTo>
                  <a:cubicBezTo>
                    <a:pt x="3599" y="13327"/>
                    <a:pt x="3599" y="13327"/>
                    <a:pt x="3599" y="13327"/>
                  </a:cubicBezTo>
                  <a:cubicBezTo>
                    <a:pt x="3599" y="13327"/>
                    <a:pt x="3599" y="13327"/>
                    <a:pt x="3599" y="13327"/>
                  </a:cubicBezTo>
                  <a:cubicBezTo>
                    <a:pt x="3840" y="13557"/>
                    <a:pt x="3840" y="13557"/>
                    <a:pt x="3840" y="13557"/>
                  </a:cubicBezTo>
                  <a:cubicBezTo>
                    <a:pt x="3599" y="13557"/>
                    <a:pt x="3599" y="13557"/>
                    <a:pt x="3599" y="13557"/>
                  </a:cubicBezTo>
                  <a:cubicBezTo>
                    <a:pt x="3359" y="13557"/>
                    <a:pt x="3359" y="13557"/>
                    <a:pt x="3359" y="13557"/>
                  </a:cubicBezTo>
                  <a:cubicBezTo>
                    <a:pt x="3359" y="13787"/>
                    <a:pt x="3359" y="13787"/>
                    <a:pt x="3359" y="13787"/>
                  </a:cubicBezTo>
                  <a:cubicBezTo>
                    <a:pt x="3119" y="13787"/>
                    <a:pt x="3119" y="13787"/>
                    <a:pt x="3119" y="13787"/>
                  </a:cubicBezTo>
                  <a:close/>
                  <a:moveTo>
                    <a:pt x="5759" y="11029"/>
                  </a:moveTo>
                  <a:cubicBezTo>
                    <a:pt x="5999" y="11029"/>
                    <a:pt x="5999" y="11029"/>
                    <a:pt x="5999" y="11029"/>
                  </a:cubicBezTo>
                  <a:cubicBezTo>
                    <a:pt x="6239" y="10800"/>
                    <a:pt x="6239" y="10800"/>
                    <a:pt x="6239" y="10800"/>
                  </a:cubicBezTo>
                  <a:cubicBezTo>
                    <a:pt x="5999" y="11029"/>
                    <a:pt x="5999" y="11029"/>
                    <a:pt x="5999" y="11029"/>
                  </a:cubicBezTo>
                  <a:cubicBezTo>
                    <a:pt x="5759" y="11029"/>
                    <a:pt x="5759" y="11029"/>
                    <a:pt x="5759" y="11029"/>
                  </a:cubicBezTo>
                  <a:close/>
                  <a:moveTo>
                    <a:pt x="5759" y="11489"/>
                  </a:moveTo>
                  <a:cubicBezTo>
                    <a:pt x="5519" y="11489"/>
                    <a:pt x="5519" y="11489"/>
                    <a:pt x="5519" y="11489"/>
                  </a:cubicBezTo>
                  <a:cubicBezTo>
                    <a:pt x="5280" y="11489"/>
                    <a:pt x="5280" y="11489"/>
                    <a:pt x="5280" y="11489"/>
                  </a:cubicBezTo>
                  <a:cubicBezTo>
                    <a:pt x="5519" y="11259"/>
                    <a:pt x="5519" y="11259"/>
                    <a:pt x="5519" y="11259"/>
                  </a:cubicBezTo>
                  <a:cubicBezTo>
                    <a:pt x="5759" y="11259"/>
                    <a:pt x="5759" y="11259"/>
                    <a:pt x="5759" y="11259"/>
                  </a:cubicBezTo>
                  <a:cubicBezTo>
                    <a:pt x="5999" y="11259"/>
                    <a:pt x="5999" y="11259"/>
                    <a:pt x="5999" y="11259"/>
                  </a:cubicBezTo>
                  <a:cubicBezTo>
                    <a:pt x="5759" y="11489"/>
                    <a:pt x="5759" y="11489"/>
                    <a:pt x="5759" y="11489"/>
                  </a:cubicBezTo>
                  <a:cubicBezTo>
                    <a:pt x="5759" y="11489"/>
                    <a:pt x="5759" y="11489"/>
                    <a:pt x="5759" y="11489"/>
                  </a:cubicBezTo>
                  <a:close/>
                  <a:moveTo>
                    <a:pt x="6239" y="9880"/>
                  </a:moveTo>
                  <a:cubicBezTo>
                    <a:pt x="6239" y="10110"/>
                    <a:pt x="6239" y="10110"/>
                    <a:pt x="6239" y="10110"/>
                  </a:cubicBezTo>
                  <a:cubicBezTo>
                    <a:pt x="6239" y="10110"/>
                    <a:pt x="6239" y="10110"/>
                    <a:pt x="6239" y="10110"/>
                  </a:cubicBezTo>
                  <a:cubicBezTo>
                    <a:pt x="6239" y="10110"/>
                    <a:pt x="6239" y="10110"/>
                    <a:pt x="6239" y="10110"/>
                  </a:cubicBezTo>
                  <a:cubicBezTo>
                    <a:pt x="5999" y="10110"/>
                    <a:pt x="5999" y="10110"/>
                    <a:pt x="5999" y="10110"/>
                  </a:cubicBezTo>
                  <a:cubicBezTo>
                    <a:pt x="6239" y="9880"/>
                    <a:pt x="6239" y="9880"/>
                    <a:pt x="6239" y="9880"/>
                  </a:cubicBezTo>
                  <a:close/>
                  <a:moveTo>
                    <a:pt x="6479" y="9651"/>
                  </a:moveTo>
                  <a:cubicBezTo>
                    <a:pt x="6719" y="9421"/>
                    <a:pt x="6719" y="9421"/>
                    <a:pt x="6719" y="9421"/>
                  </a:cubicBezTo>
                  <a:cubicBezTo>
                    <a:pt x="6959" y="9651"/>
                    <a:pt x="6959" y="9651"/>
                    <a:pt x="6959" y="9651"/>
                  </a:cubicBezTo>
                  <a:cubicBezTo>
                    <a:pt x="6479" y="9651"/>
                    <a:pt x="6479" y="9651"/>
                    <a:pt x="6479" y="9651"/>
                  </a:cubicBezTo>
                  <a:cubicBezTo>
                    <a:pt x="6479" y="9651"/>
                    <a:pt x="6479" y="9651"/>
                    <a:pt x="6479" y="9651"/>
                  </a:cubicBezTo>
                  <a:close/>
                  <a:moveTo>
                    <a:pt x="6479" y="9191"/>
                  </a:moveTo>
                  <a:cubicBezTo>
                    <a:pt x="6719" y="9191"/>
                    <a:pt x="6719" y="9191"/>
                    <a:pt x="6719" y="9191"/>
                  </a:cubicBezTo>
                  <a:cubicBezTo>
                    <a:pt x="6719" y="9191"/>
                    <a:pt x="6719" y="9191"/>
                    <a:pt x="6719" y="9191"/>
                  </a:cubicBezTo>
                  <a:cubicBezTo>
                    <a:pt x="6479" y="9421"/>
                    <a:pt x="6479" y="9421"/>
                    <a:pt x="6479" y="9421"/>
                  </a:cubicBezTo>
                  <a:cubicBezTo>
                    <a:pt x="6479" y="9191"/>
                    <a:pt x="6479" y="9191"/>
                    <a:pt x="6479" y="9191"/>
                  </a:cubicBezTo>
                  <a:close/>
                  <a:moveTo>
                    <a:pt x="7679" y="7582"/>
                  </a:moveTo>
                  <a:cubicBezTo>
                    <a:pt x="7919" y="7582"/>
                    <a:pt x="7919" y="7582"/>
                    <a:pt x="7919" y="7582"/>
                  </a:cubicBezTo>
                  <a:cubicBezTo>
                    <a:pt x="7919" y="7582"/>
                    <a:pt x="7919" y="7582"/>
                    <a:pt x="7919" y="7582"/>
                  </a:cubicBezTo>
                  <a:cubicBezTo>
                    <a:pt x="7919" y="7812"/>
                    <a:pt x="7919" y="7812"/>
                    <a:pt x="7919" y="7812"/>
                  </a:cubicBezTo>
                  <a:cubicBezTo>
                    <a:pt x="7679" y="7582"/>
                    <a:pt x="7679" y="7582"/>
                    <a:pt x="7679" y="7582"/>
                  </a:cubicBezTo>
                  <a:close/>
                  <a:moveTo>
                    <a:pt x="6479" y="6663"/>
                  </a:moveTo>
                  <a:cubicBezTo>
                    <a:pt x="6479" y="6663"/>
                    <a:pt x="6479" y="6663"/>
                    <a:pt x="6479" y="6663"/>
                  </a:cubicBezTo>
                  <a:cubicBezTo>
                    <a:pt x="6479" y="6893"/>
                    <a:pt x="6479" y="6893"/>
                    <a:pt x="6479" y="6893"/>
                  </a:cubicBezTo>
                  <a:cubicBezTo>
                    <a:pt x="6479" y="6893"/>
                    <a:pt x="6479" y="6893"/>
                    <a:pt x="6479" y="6893"/>
                  </a:cubicBezTo>
                  <a:cubicBezTo>
                    <a:pt x="6479" y="6663"/>
                    <a:pt x="6479" y="6663"/>
                    <a:pt x="6479" y="6663"/>
                  </a:cubicBezTo>
                  <a:close/>
                  <a:moveTo>
                    <a:pt x="6719" y="6204"/>
                  </a:moveTo>
                  <a:cubicBezTo>
                    <a:pt x="6479" y="6434"/>
                    <a:pt x="6479" y="6434"/>
                    <a:pt x="6479" y="6434"/>
                  </a:cubicBezTo>
                  <a:cubicBezTo>
                    <a:pt x="6479" y="6204"/>
                    <a:pt x="6479" y="6204"/>
                    <a:pt x="6479" y="6204"/>
                  </a:cubicBezTo>
                  <a:cubicBezTo>
                    <a:pt x="6719" y="5974"/>
                    <a:pt x="6719" y="5974"/>
                    <a:pt x="6719" y="5974"/>
                  </a:cubicBezTo>
                  <a:cubicBezTo>
                    <a:pt x="6719" y="6204"/>
                    <a:pt x="6719" y="6204"/>
                    <a:pt x="6719" y="6204"/>
                  </a:cubicBezTo>
                  <a:close/>
                  <a:moveTo>
                    <a:pt x="6959" y="5974"/>
                  </a:moveTo>
                  <a:cubicBezTo>
                    <a:pt x="6959" y="5974"/>
                    <a:pt x="6959" y="5974"/>
                    <a:pt x="6959" y="5974"/>
                  </a:cubicBezTo>
                  <a:cubicBezTo>
                    <a:pt x="6959" y="5974"/>
                    <a:pt x="6959" y="5974"/>
                    <a:pt x="6959" y="5974"/>
                  </a:cubicBezTo>
                  <a:cubicBezTo>
                    <a:pt x="6959" y="5974"/>
                    <a:pt x="6959" y="5974"/>
                    <a:pt x="6959" y="5974"/>
                  </a:cubicBezTo>
                  <a:cubicBezTo>
                    <a:pt x="6959" y="5974"/>
                    <a:pt x="6959" y="5974"/>
                    <a:pt x="6959" y="5974"/>
                  </a:cubicBezTo>
                  <a:close/>
                  <a:moveTo>
                    <a:pt x="7679" y="5744"/>
                  </a:moveTo>
                  <a:cubicBezTo>
                    <a:pt x="7679" y="5744"/>
                    <a:pt x="7679" y="5744"/>
                    <a:pt x="7679" y="5744"/>
                  </a:cubicBezTo>
                  <a:cubicBezTo>
                    <a:pt x="7199" y="5974"/>
                    <a:pt x="7199" y="5974"/>
                    <a:pt x="7199" y="5974"/>
                  </a:cubicBezTo>
                  <a:cubicBezTo>
                    <a:pt x="7199" y="5744"/>
                    <a:pt x="7199" y="5744"/>
                    <a:pt x="7199" y="5744"/>
                  </a:cubicBezTo>
                  <a:cubicBezTo>
                    <a:pt x="7679" y="5744"/>
                    <a:pt x="7679" y="5744"/>
                    <a:pt x="7679" y="5744"/>
                  </a:cubicBezTo>
                  <a:close/>
                  <a:moveTo>
                    <a:pt x="7919" y="5285"/>
                  </a:moveTo>
                  <a:cubicBezTo>
                    <a:pt x="8159" y="5055"/>
                    <a:pt x="8159" y="5055"/>
                    <a:pt x="8159" y="5055"/>
                  </a:cubicBezTo>
                  <a:cubicBezTo>
                    <a:pt x="8159" y="5285"/>
                    <a:pt x="8159" y="5285"/>
                    <a:pt x="8159" y="5285"/>
                  </a:cubicBezTo>
                  <a:cubicBezTo>
                    <a:pt x="7919" y="5285"/>
                    <a:pt x="7919" y="5285"/>
                    <a:pt x="7919" y="5285"/>
                  </a:cubicBezTo>
                  <a:close/>
                  <a:moveTo>
                    <a:pt x="8159" y="5285"/>
                  </a:moveTo>
                  <a:cubicBezTo>
                    <a:pt x="8159" y="5744"/>
                    <a:pt x="8159" y="5744"/>
                    <a:pt x="8159" y="5744"/>
                  </a:cubicBezTo>
                  <a:cubicBezTo>
                    <a:pt x="7919" y="5514"/>
                    <a:pt x="7919" y="5514"/>
                    <a:pt x="7919" y="5514"/>
                  </a:cubicBezTo>
                  <a:cubicBezTo>
                    <a:pt x="7679" y="5744"/>
                    <a:pt x="7679" y="5744"/>
                    <a:pt x="7679" y="5744"/>
                  </a:cubicBezTo>
                  <a:cubicBezTo>
                    <a:pt x="7679" y="5514"/>
                    <a:pt x="7679" y="5514"/>
                    <a:pt x="7679" y="5514"/>
                  </a:cubicBezTo>
                  <a:cubicBezTo>
                    <a:pt x="8159" y="5285"/>
                    <a:pt x="8159" y="5285"/>
                    <a:pt x="8159" y="5285"/>
                  </a:cubicBezTo>
                  <a:close/>
                  <a:moveTo>
                    <a:pt x="8399" y="4365"/>
                  </a:moveTo>
                  <a:cubicBezTo>
                    <a:pt x="8399" y="4595"/>
                    <a:pt x="8399" y="4595"/>
                    <a:pt x="8399" y="4595"/>
                  </a:cubicBezTo>
                  <a:cubicBezTo>
                    <a:pt x="8399" y="5055"/>
                    <a:pt x="8399" y="5055"/>
                    <a:pt x="8399" y="5055"/>
                  </a:cubicBezTo>
                  <a:cubicBezTo>
                    <a:pt x="8159" y="5055"/>
                    <a:pt x="8159" y="5055"/>
                    <a:pt x="8159" y="5055"/>
                  </a:cubicBezTo>
                  <a:cubicBezTo>
                    <a:pt x="7919" y="5055"/>
                    <a:pt x="7919" y="5055"/>
                    <a:pt x="7919" y="5055"/>
                  </a:cubicBezTo>
                  <a:cubicBezTo>
                    <a:pt x="8399" y="4825"/>
                    <a:pt x="8399" y="4825"/>
                    <a:pt x="8399" y="4825"/>
                  </a:cubicBezTo>
                  <a:cubicBezTo>
                    <a:pt x="8159" y="4825"/>
                    <a:pt x="8159" y="4825"/>
                    <a:pt x="8159" y="4825"/>
                  </a:cubicBezTo>
                  <a:cubicBezTo>
                    <a:pt x="7919" y="5055"/>
                    <a:pt x="7919" y="5055"/>
                    <a:pt x="7919" y="5055"/>
                  </a:cubicBezTo>
                  <a:cubicBezTo>
                    <a:pt x="7679" y="4825"/>
                    <a:pt x="7679" y="4825"/>
                    <a:pt x="7679" y="4825"/>
                  </a:cubicBezTo>
                  <a:cubicBezTo>
                    <a:pt x="7919" y="4595"/>
                    <a:pt x="7919" y="4595"/>
                    <a:pt x="7919" y="4595"/>
                  </a:cubicBezTo>
                  <a:cubicBezTo>
                    <a:pt x="8159" y="4825"/>
                    <a:pt x="8159" y="4825"/>
                    <a:pt x="8159" y="4825"/>
                  </a:cubicBezTo>
                  <a:cubicBezTo>
                    <a:pt x="8159" y="4595"/>
                    <a:pt x="8159" y="4595"/>
                    <a:pt x="8159" y="4595"/>
                  </a:cubicBezTo>
                  <a:cubicBezTo>
                    <a:pt x="8159" y="4365"/>
                    <a:pt x="8159" y="4365"/>
                    <a:pt x="8159" y="4365"/>
                  </a:cubicBezTo>
                  <a:cubicBezTo>
                    <a:pt x="8399" y="4365"/>
                    <a:pt x="8399" y="4365"/>
                    <a:pt x="8399" y="4365"/>
                  </a:cubicBezTo>
                  <a:close/>
                  <a:moveTo>
                    <a:pt x="8639" y="4595"/>
                  </a:moveTo>
                  <a:cubicBezTo>
                    <a:pt x="8399" y="4365"/>
                    <a:pt x="8399" y="4365"/>
                    <a:pt x="8399" y="4365"/>
                  </a:cubicBezTo>
                  <a:cubicBezTo>
                    <a:pt x="8399" y="4136"/>
                    <a:pt x="8399" y="4136"/>
                    <a:pt x="8399" y="4136"/>
                  </a:cubicBezTo>
                  <a:cubicBezTo>
                    <a:pt x="8879" y="3906"/>
                    <a:pt x="8879" y="3906"/>
                    <a:pt x="8879" y="3906"/>
                  </a:cubicBezTo>
                  <a:cubicBezTo>
                    <a:pt x="8879" y="3906"/>
                    <a:pt x="8879" y="3906"/>
                    <a:pt x="8879" y="3906"/>
                  </a:cubicBezTo>
                  <a:cubicBezTo>
                    <a:pt x="9119" y="3676"/>
                    <a:pt x="9119" y="3676"/>
                    <a:pt x="9119" y="3676"/>
                  </a:cubicBezTo>
                  <a:cubicBezTo>
                    <a:pt x="9119" y="3906"/>
                    <a:pt x="9119" y="3906"/>
                    <a:pt x="9119" y="3906"/>
                  </a:cubicBezTo>
                  <a:cubicBezTo>
                    <a:pt x="8879" y="4136"/>
                    <a:pt x="8879" y="4136"/>
                    <a:pt x="8879" y="4136"/>
                  </a:cubicBezTo>
                  <a:cubicBezTo>
                    <a:pt x="8879" y="4136"/>
                    <a:pt x="8879" y="4136"/>
                    <a:pt x="8879" y="4136"/>
                  </a:cubicBezTo>
                  <a:cubicBezTo>
                    <a:pt x="8639" y="4595"/>
                    <a:pt x="8639" y="4595"/>
                    <a:pt x="8639" y="4595"/>
                  </a:cubicBezTo>
                  <a:close/>
                  <a:moveTo>
                    <a:pt x="9359" y="4595"/>
                  </a:moveTo>
                  <a:cubicBezTo>
                    <a:pt x="9599" y="4825"/>
                    <a:pt x="9599" y="4825"/>
                    <a:pt x="9599" y="4825"/>
                  </a:cubicBezTo>
                  <a:cubicBezTo>
                    <a:pt x="9119" y="5285"/>
                    <a:pt x="9119" y="5285"/>
                    <a:pt x="9119" y="5285"/>
                  </a:cubicBezTo>
                  <a:cubicBezTo>
                    <a:pt x="8879" y="5285"/>
                    <a:pt x="8879" y="5285"/>
                    <a:pt x="8879" y="5285"/>
                  </a:cubicBezTo>
                  <a:cubicBezTo>
                    <a:pt x="8879" y="5514"/>
                    <a:pt x="8879" y="5514"/>
                    <a:pt x="8879" y="5514"/>
                  </a:cubicBezTo>
                  <a:cubicBezTo>
                    <a:pt x="8639" y="5514"/>
                    <a:pt x="8639" y="5514"/>
                    <a:pt x="8639" y="5514"/>
                  </a:cubicBezTo>
                  <a:cubicBezTo>
                    <a:pt x="8639" y="5285"/>
                    <a:pt x="8639" y="5285"/>
                    <a:pt x="8639" y="5285"/>
                  </a:cubicBezTo>
                  <a:cubicBezTo>
                    <a:pt x="8399" y="5514"/>
                    <a:pt x="8399" y="5514"/>
                    <a:pt x="8399" y="5514"/>
                  </a:cubicBezTo>
                  <a:cubicBezTo>
                    <a:pt x="8399" y="5514"/>
                    <a:pt x="8399" y="5514"/>
                    <a:pt x="8399" y="5514"/>
                  </a:cubicBezTo>
                  <a:cubicBezTo>
                    <a:pt x="8399" y="5285"/>
                    <a:pt x="8399" y="5285"/>
                    <a:pt x="8399" y="5285"/>
                  </a:cubicBezTo>
                  <a:cubicBezTo>
                    <a:pt x="8399" y="5285"/>
                    <a:pt x="8399" y="5285"/>
                    <a:pt x="8399" y="5285"/>
                  </a:cubicBezTo>
                  <a:cubicBezTo>
                    <a:pt x="8399" y="5055"/>
                    <a:pt x="8399" y="5055"/>
                    <a:pt x="8399" y="5055"/>
                  </a:cubicBezTo>
                  <a:cubicBezTo>
                    <a:pt x="8639" y="4825"/>
                    <a:pt x="8639" y="4825"/>
                    <a:pt x="8639" y="4825"/>
                  </a:cubicBezTo>
                  <a:cubicBezTo>
                    <a:pt x="8639" y="4825"/>
                    <a:pt x="8639" y="4825"/>
                    <a:pt x="8639" y="4825"/>
                  </a:cubicBezTo>
                  <a:cubicBezTo>
                    <a:pt x="8879" y="4365"/>
                    <a:pt x="8879" y="4365"/>
                    <a:pt x="8879" y="4365"/>
                  </a:cubicBezTo>
                  <a:cubicBezTo>
                    <a:pt x="8639" y="4825"/>
                    <a:pt x="8639" y="4825"/>
                    <a:pt x="8639" y="4825"/>
                  </a:cubicBezTo>
                  <a:cubicBezTo>
                    <a:pt x="8879" y="5055"/>
                    <a:pt x="8879" y="5055"/>
                    <a:pt x="8879" y="5055"/>
                  </a:cubicBezTo>
                  <a:cubicBezTo>
                    <a:pt x="8879" y="4825"/>
                    <a:pt x="8879" y="4825"/>
                    <a:pt x="8879" y="4825"/>
                  </a:cubicBezTo>
                  <a:cubicBezTo>
                    <a:pt x="9359" y="4825"/>
                    <a:pt x="9359" y="4825"/>
                    <a:pt x="9359" y="4825"/>
                  </a:cubicBezTo>
                  <a:cubicBezTo>
                    <a:pt x="9119" y="4595"/>
                    <a:pt x="9119" y="4595"/>
                    <a:pt x="9119" y="4595"/>
                  </a:cubicBezTo>
                  <a:cubicBezTo>
                    <a:pt x="9119" y="4595"/>
                    <a:pt x="9119" y="4595"/>
                    <a:pt x="9119" y="4595"/>
                  </a:cubicBezTo>
                  <a:cubicBezTo>
                    <a:pt x="9359" y="4595"/>
                    <a:pt x="9359" y="4595"/>
                    <a:pt x="9359" y="4595"/>
                  </a:cubicBezTo>
                  <a:close/>
                  <a:moveTo>
                    <a:pt x="9359" y="4365"/>
                  </a:moveTo>
                  <a:cubicBezTo>
                    <a:pt x="9119" y="4365"/>
                    <a:pt x="9119" y="4365"/>
                    <a:pt x="9119" y="4365"/>
                  </a:cubicBezTo>
                  <a:cubicBezTo>
                    <a:pt x="9359" y="4365"/>
                    <a:pt x="9359" y="4365"/>
                    <a:pt x="9359" y="4365"/>
                  </a:cubicBezTo>
                  <a:cubicBezTo>
                    <a:pt x="9599" y="4365"/>
                    <a:pt x="9599" y="4365"/>
                    <a:pt x="9599" y="4365"/>
                  </a:cubicBezTo>
                  <a:cubicBezTo>
                    <a:pt x="9599" y="4595"/>
                    <a:pt x="9599" y="4595"/>
                    <a:pt x="9599" y="4595"/>
                  </a:cubicBezTo>
                  <a:cubicBezTo>
                    <a:pt x="9359" y="4365"/>
                    <a:pt x="9359" y="4365"/>
                    <a:pt x="9359" y="4365"/>
                  </a:cubicBezTo>
                  <a:close/>
                  <a:moveTo>
                    <a:pt x="9839" y="4825"/>
                  </a:moveTo>
                  <a:cubicBezTo>
                    <a:pt x="9839" y="4595"/>
                    <a:pt x="9839" y="4595"/>
                    <a:pt x="9839" y="4595"/>
                  </a:cubicBezTo>
                  <a:cubicBezTo>
                    <a:pt x="10079" y="4595"/>
                    <a:pt x="10079" y="4595"/>
                    <a:pt x="10079" y="4595"/>
                  </a:cubicBezTo>
                  <a:cubicBezTo>
                    <a:pt x="9839" y="4825"/>
                    <a:pt x="9839" y="4825"/>
                    <a:pt x="9839" y="4825"/>
                  </a:cubicBezTo>
                  <a:close/>
                  <a:moveTo>
                    <a:pt x="10560" y="3676"/>
                  </a:moveTo>
                  <a:cubicBezTo>
                    <a:pt x="10560" y="3906"/>
                    <a:pt x="10560" y="3906"/>
                    <a:pt x="10560" y="3906"/>
                  </a:cubicBezTo>
                  <a:cubicBezTo>
                    <a:pt x="10560" y="3906"/>
                    <a:pt x="10560" y="3906"/>
                    <a:pt x="10560" y="3906"/>
                  </a:cubicBezTo>
                  <a:cubicBezTo>
                    <a:pt x="10319" y="3906"/>
                    <a:pt x="10319" y="3906"/>
                    <a:pt x="10319" y="3906"/>
                  </a:cubicBezTo>
                  <a:cubicBezTo>
                    <a:pt x="10319" y="4136"/>
                    <a:pt x="10319" y="4136"/>
                    <a:pt x="10319" y="4136"/>
                  </a:cubicBezTo>
                  <a:cubicBezTo>
                    <a:pt x="10079" y="4136"/>
                    <a:pt x="10079" y="4136"/>
                    <a:pt x="10079" y="4136"/>
                  </a:cubicBezTo>
                  <a:cubicBezTo>
                    <a:pt x="9839" y="4365"/>
                    <a:pt x="9839" y="4365"/>
                    <a:pt x="9839" y="4365"/>
                  </a:cubicBezTo>
                  <a:cubicBezTo>
                    <a:pt x="9839" y="4365"/>
                    <a:pt x="9839" y="4365"/>
                    <a:pt x="9839" y="4365"/>
                  </a:cubicBezTo>
                  <a:cubicBezTo>
                    <a:pt x="9839" y="4136"/>
                    <a:pt x="9839" y="4136"/>
                    <a:pt x="9839" y="4136"/>
                  </a:cubicBezTo>
                  <a:cubicBezTo>
                    <a:pt x="9599" y="4136"/>
                    <a:pt x="9599" y="4136"/>
                    <a:pt x="9599" y="4136"/>
                  </a:cubicBezTo>
                  <a:cubicBezTo>
                    <a:pt x="9839" y="3906"/>
                    <a:pt x="9839" y="3906"/>
                    <a:pt x="9839" y="3906"/>
                  </a:cubicBezTo>
                  <a:cubicBezTo>
                    <a:pt x="9599" y="3906"/>
                    <a:pt x="9599" y="3906"/>
                    <a:pt x="9599" y="3906"/>
                  </a:cubicBezTo>
                  <a:cubicBezTo>
                    <a:pt x="9839" y="3676"/>
                    <a:pt x="9839" y="3676"/>
                    <a:pt x="9839" y="3676"/>
                  </a:cubicBezTo>
                  <a:cubicBezTo>
                    <a:pt x="10079" y="3676"/>
                    <a:pt x="10079" y="3676"/>
                    <a:pt x="10079" y="3676"/>
                  </a:cubicBezTo>
                  <a:cubicBezTo>
                    <a:pt x="9839" y="3676"/>
                    <a:pt x="9839" y="3676"/>
                    <a:pt x="9839" y="3676"/>
                  </a:cubicBezTo>
                  <a:cubicBezTo>
                    <a:pt x="9839" y="3446"/>
                    <a:pt x="9839" y="3446"/>
                    <a:pt x="9839" y="3446"/>
                  </a:cubicBezTo>
                  <a:cubicBezTo>
                    <a:pt x="10079" y="3446"/>
                    <a:pt x="10079" y="3446"/>
                    <a:pt x="10079" y="3446"/>
                  </a:cubicBezTo>
                  <a:cubicBezTo>
                    <a:pt x="10079" y="3217"/>
                    <a:pt x="10079" y="3217"/>
                    <a:pt x="10079" y="3217"/>
                  </a:cubicBezTo>
                  <a:cubicBezTo>
                    <a:pt x="10319" y="3217"/>
                    <a:pt x="10319" y="3217"/>
                    <a:pt x="10319" y="3217"/>
                  </a:cubicBezTo>
                  <a:cubicBezTo>
                    <a:pt x="10319" y="3446"/>
                    <a:pt x="10319" y="3446"/>
                    <a:pt x="10319" y="3446"/>
                  </a:cubicBezTo>
                  <a:cubicBezTo>
                    <a:pt x="10560" y="3446"/>
                    <a:pt x="10560" y="3446"/>
                    <a:pt x="10560" y="3446"/>
                  </a:cubicBezTo>
                  <a:cubicBezTo>
                    <a:pt x="10560" y="3676"/>
                    <a:pt x="10560" y="3676"/>
                    <a:pt x="10560" y="3676"/>
                  </a:cubicBezTo>
                  <a:close/>
                  <a:moveTo>
                    <a:pt x="10560" y="3217"/>
                  </a:moveTo>
                  <a:cubicBezTo>
                    <a:pt x="10800" y="3217"/>
                    <a:pt x="10800" y="3217"/>
                    <a:pt x="10800" y="3217"/>
                  </a:cubicBezTo>
                  <a:cubicBezTo>
                    <a:pt x="10800" y="2987"/>
                    <a:pt x="10800" y="2987"/>
                    <a:pt x="10800" y="2987"/>
                  </a:cubicBezTo>
                  <a:cubicBezTo>
                    <a:pt x="11039" y="2987"/>
                    <a:pt x="11039" y="2987"/>
                    <a:pt x="11039" y="2987"/>
                  </a:cubicBezTo>
                  <a:cubicBezTo>
                    <a:pt x="11280" y="2987"/>
                    <a:pt x="11280" y="2987"/>
                    <a:pt x="11280" y="2987"/>
                  </a:cubicBezTo>
                  <a:cubicBezTo>
                    <a:pt x="11280" y="2987"/>
                    <a:pt x="11280" y="2987"/>
                    <a:pt x="11280" y="2987"/>
                  </a:cubicBezTo>
                  <a:cubicBezTo>
                    <a:pt x="11280" y="3217"/>
                    <a:pt x="11280" y="3217"/>
                    <a:pt x="11280" y="3217"/>
                  </a:cubicBezTo>
                  <a:cubicBezTo>
                    <a:pt x="11280" y="3446"/>
                    <a:pt x="11280" y="3446"/>
                    <a:pt x="11280" y="3446"/>
                  </a:cubicBezTo>
                  <a:cubicBezTo>
                    <a:pt x="11039" y="3446"/>
                    <a:pt x="11039" y="3446"/>
                    <a:pt x="11039" y="3446"/>
                  </a:cubicBezTo>
                  <a:cubicBezTo>
                    <a:pt x="10800" y="3446"/>
                    <a:pt x="10800" y="3446"/>
                    <a:pt x="10800" y="3446"/>
                  </a:cubicBezTo>
                  <a:cubicBezTo>
                    <a:pt x="10560" y="3217"/>
                    <a:pt x="10560" y="3217"/>
                    <a:pt x="10560" y="3217"/>
                  </a:cubicBezTo>
                  <a:close/>
                  <a:moveTo>
                    <a:pt x="11519" y="2068"/>
                  </a:moveTo>
                  <a:cubicBezTo>
                    <a:pt x="11280" y="2068"/>
                    <a:pt x="11280" y="2068"/>
                    <a:pt x="11280" y="2068"/>
                  </a:cubicBezTo>
                  <a:cubicBezTo>
                    <a:pt x="11519" y="2068"/>
                    <a:pt x="11519" y="2068"/>
                    <a:pt x="11519" y="2068"/>
                  </a:cubicBezTo>
                  <a:cubicBezTo>
                    <a:pt x="11519" y="2068"/>
                    <a:pt x="11519" y="2068"/>
                    <a:pt x="11519" y="2068"/>
                  </a:cubicBezTo>
                  <a:close/>
                  <a:moveTo>
                    <a:pt x="11039" y="2527"/>
                  </a:moveTo>
                  <a:cubicBezTo>
                    <a:pt x="11039" y="2297"/>
                    <a:pt x="11039" y="2297"/>
                    <a:pt x="11039" y="2297"/>
                  </a:cubicBezTo>
                  <a:cubicBezTo>
                    <a:pt x="11280" y="2297"/>
                    <a:pt x="11280" y="2297"/>
                    <a:pt x="11280" y="2297"/>
                  </a:cubicBezTo>
                  <a:cubicBezTo>
                    <a:pt x="11280" y="2297"/>
                    <a:pt x="11280" y="2297"/>
                    <a:pt x="11280" y="2297"/>
                  </a:cubicBezTo>
                  <a:cubicBezTo>
                    <a:pt x="11280" y="2297"/>
                    <a:pt x="11039" y="2527"/>
                    <a:pt x="11039" y="2527"/>
                  </a:cubicBezTo>
                  <a:close/>
                  <a:moveTo>
                    <a:pt x="11759" y="2757"/>
                  </a:moveTo>
                  <a:cubicBezTo>
                    <a:pt x="11759" y="2527"/>
                    <a:pt x="11759" y="2527"/>
                    <a:pt x="11759" y="2527"/>
                  </a:cubicBezTo>
                  <a:cubicBezTo>
                    <a:pt x="11999" y="2757"/>
                    <a:pt x="11999" y="2757"/>
                    <a:pt x="11999" y="2757"/>
                  </a:cubicBezTo>
                  <a:cubicBezTo>
                    <a:pt x="11759" y="2757"/>
                    <a:pt x="11759" y="2757"/>
                    <a:pt x="11759" y="2757"/>
                  </a:cubicBezTo>
                  <a:close/>
                  <a:moveTo>
                    <a:pt x="11519" y="2757"/>
                  </a:moveTo>
                  <a:cubicBezTo>
                    <a:pt x="11519" y="2987"/>
                    <a:pt x="11519" y="2987"/>
                    <a:pt x="11519" y="2987"/>
                  </a:cubicBezTo>
                  <a:cubicBezTo>
                    <a:pt x="11519" y="2987"/>
                    <a:pt x="11519" y="2987"/>
                    <a:pt x="11519" y="2987"/>
                  </a:cubicBezTo>
                  <a:cubicBezTo>
                    <a:pt x="11039" y="2527"/>
                    <a:pt x="11039" y="2527"/>
                    <a:pt x="11039" y="2527"/>
                  </a:cubicBezTo>
                  <a:cubicBezTo>
                    <a:pt x="11519" y="2297"/>
                    <a:pt x="11519" y="2297"/>
                    <a:pt x="11519" y="2297"/>
                  </a:cubicBezTo>
                  <a:cubicBezTo>
                    <a:pt x="11519" y="2527"/>
                    <a:pt x="11519" y="2527"/>
                    <a:pt x="11519" y="2527"/>
                  </a:cubicBezTo>
                  <a:cubicBezTo>
                    <a:pt x="11759" y="2527"/>
                    <a:pt x="11759" y="2527"/>
                    <a:pt x="11759" y="2527"/>
                  </a:cubicBezTo>
                  <a:cubicBezTo>
                    <a:pt x="11759" y="2527"/>
                    <a:pt x="11759" y="2527"/>
                    <a:pt x="11759" y="2527"/>
                  </a:cubicBezTo>
                  <a:cubicBezTo>
                    <a:pt x="11519" y="2527"/>
                    <a:pt x="11519" y="2527"/>
                    <a:pt x="11519" y="2527"/>
                  </a:cubicBezTo>
                  <a:cubicBezTo>
                    <a:pt x="11519" y="2757"/>
                    <a:pt x="11519" y="2757"/>
                    <a:pt x="11519" y="2757"/>
                  </a:cubicBezTo>
                  <a:close/>
                  <a:moveTo>
                    <a:pt x="12239" y="2297"/>
                  </a:moveTo>
                  <a:cubicBezTo>
                    <a:pt x="11999" y="2527"/>
                    <a:pt x="11999" y="2527"/>
                    <a:pt x="11999" y="2527"/>
                  </a:cubicBezTo>
                  <a:cubicBezTo>
                    <a:pt x="11759" y="2297"/>
                    <a:pt x="11759" y="2297"/>
                    <a:pt x="11759" y="2297"/>
                  </a:cubicBezTo>
                  <a:cubicBezTo>
                    <a:pt x="11759" y="2068"/>
                    <a:pt x="11759" y="2068"/>
                    <a:pt x="11759" y="2068"/>
                  </a:cubicBezTo>
                  <a:cubicBezTo>
                    <a:pt x="11759" y="1838"/>
                    <a:pt x="11759" y="1838"/>
                    <a:pt x="11759" y="1838"/>
                  </a:cubicBezTo>
                  <a:cubicBezTo>
                    <a:pt x="11999" y="1838"/>
                    <a:pt x="11999" y="1838"/>
                    <a:pt x="11999" y="1838"/>
                  </a:cubicBezTo>
                  <a:cubicBezTo>
                    <a:pt x="11999" y="2068"/>
                    <a:pt x="11999" y="2068"/>
                    <a:pt x="11999" y="2068"/>
                  </a:cubicBezTo>
                  <a:cubicBezTo>
                    <a:pt x="12239" y="2297"/>
                    <a:pt x="12239" y="2297"/>
                    <a:pt x="12239" y="2297"/>
                  </a:cubicBezTo>
                  <a:cubicBezTo>
                    <a:pt x="12239" y="2297"/>
                    <a:pt x="12239" y="2297"/>
                    <a:pt x="12239" y="2297"/>
                  </a:cubicBezTo>
                  <a:close/>
                  <a:moveTo>
                    <a:pt x="12719" y="2527"/>
                  </a:moveTo>
                  <a:cubicBezTo>
                    <a:pt x="12719" y="2527"/>
                    <a:pt x="12719" y="2527"/>
                    <a:pt x="12719" y="2527"/>
                  </a:cubicBezTo>
                  <a:cubicBezTo>
                    <a:pt x="12479" y="2527"/>
                    <a:pt x="12479" y="2527"/>
                    <a:pt x="12479" y="2527"/>
                  </a:cubicBezTo>
                  <a:cubicBezTo>
                    <a:pt x="12479" y="2068"/>
                    <a:pt x="12479" y="2068"/>
                    <a:pt x="12479" y="2068"/>
                  </a:cubicBezTo>
                  <a:cubicBezTo>
                    <a:pt x="12719" y="2068"/>
                    <a:pt x="12719" y="2068"/>
                    <a:pt x="12719" y="2068"/>
                  </a:cubicBezTo>
                  <a:cubicBezTo>
                    <a:pt x="12959" y="2068"/>
                    <a:pt x="12959" y="2068"/>
                    <a:pt x="12959" y="2068"/>
                  </a:cubicBezTo>
                  <a:cubicBezTo>
                    <a:pt x="12719" y="2297"/>
                    <a:pt x="12719" y="2297"/>
                    <a:pt x="12719" y="2297"/>
                  </a:cubicBezTo>
                  <a:cubicBezTo>
                    <a:pt x="12959" y="2527"/>
                    <a:pt x="12959" y="2527"/>
                    <a:pt x="12959" y="2527"/>
                  </a:cubicBezTo>
                  <a:cubicBezTo>
                    <a:pt x="12719" y="2527"/>
                    <a:pt x="12719" y="2527"/>
                    <a:pt x="12719" y="2527"/>
                  </a:cubicBezTo>
                  <a:close/>
                  <a:moveTo>
                    <a:pt x="14399" y="1838"/>
                  </a:moveTo>
                  <a:cubicBezTo>
                    <a:pt x="14159" y="1838"/>
                    <a:pt x="14159" y="1838"/>
                    <a:pt x="14159" y="1838"/>
                  </a:cubicBezTo>
                  <a:cubicBezTo>
                    <a:pt x="13919" y="1838"/>
                    <a:pt x="13919" y="1838"/>
                    <a:pt x="13919" y="1838"/>
                  </a:cubicBezTo>
                  <a:cubicBezTo>
                    <a:pt x="14159" y="1608"/>
                    <a:pt x="14159" y="1608"/>
                    <a:pt x="14159" y="1608"/>
                  </a:cubicBezTo>
                  <a:cubicBezTo>
                    <a:pt x="14399" y="1608"/>
                    <a:pt x="14399" y="1608"/>
                    <a:pt x="14399" y="1608"/>
                  </a:cubicBezTo>
                  <a:cubicBezTo>
                    <a:pt x="14399" y="1838"/>
                    <a:pt x="14399" y="1838"/>
                    <a:pt x="14399" y="1838"/>
                  </a:cubicBezTo>
                  <a:cubicBezTo>
                    <a:pt x="14399" y="1838"/>
                    <a:pt x="14399" y="1838"/>
                    <a:pt x="14399" y="1838"/>
                  </a:cubicBezTo>
                  <a:close/>
                  <a:moveTo>
                    <a:pt x="14639" y="1838"/>
                  </a:moveTo>
                  <a:cubicBezTo>
                    <a:pt x="14399" y="1608"/>
                    <a:pt x="14399" y="1608"/>
                    <a:pt x="14399" y="1608"/>
                  </a:cubicBezTo>
                  <a:cubicBezTo>
                    <a:pt x="14879" y="1148"/>
                    <a:pt x="14879" y="1148"/>
                    <a:pt x="14879" y="1148"/>
                  </a:cubicBezTo>
                  <a:cubicBezTo>
                    <a:pt x="14879" y="1378"/>
                    <a:pt x="14879" y="1378"/>
                    <a:pt x="14879" y="1378"/>
                  </a:cubicBezTo>
                  <a:cubicBezTo>
                    <a:pt x="14639" y="1608"/>
                    <a:pt x="14639" y="1608"/>
                    <a:pt x="14639" y="1608"/>
                  </a:cubicBezTo>
                  <a:cubicBezTo>
                    <a:pt x="14639" y="1838"/>
                    <a:pt x="14639" y="1838"/>
                    <a:pt x="14639" y="1838"/>
                  </a:cubicBezTo>
                  <a:close/>
                  <a:moveTo>
                    <a:pt x="14159" y="1378"/>
                  </a:moveTo>
                  <a:cubicBezTo>
                    <a:pt x="14159" y="1378"/>
                    <a:pt x="14159" y="1378"/>
                    <a:pt x="14159" y="1378"/>
                  </a:cubicBezTo>
                  <a:cubicBezTo>
                    <a:pt x="13679" y="1378"/>
                    <a:pt x="13679" y="1378"/>
                    <a:pt x="13679" y="1378"/>
                  </a:cubicBezTo>
                  <a:cubicBezTo>
                    <a:pt x="13679" y="1148"/>
                    <a:pt x="13679" y="1148"/>
                    <a:pt x="13679" y="1148"/>
                  </a:cubicBezTo>
                  <a:cubicBezTo>
                    <a:pt x="13919" y="1148"/>
                    <a:pt x="13919" y="1148"/>
                    <a:pt x="13919" y="1148"/>
                  </a:cubicBezTo>
                  <a:cubicBezTo>
                    <a:pt x="13919" y="1148"/>
                    <a:pt x="13919" y="1148"/>
                    <a:pt x="13919" y="1148"/>
                  </a:cubicBezTo>
                  <a:cubicBezTo>
                    <a:pt x="14159" y="1148"/>
                    <a:pt x="14159" y="1148"/>
                    <a:pt x="14159" y="1148"/>
                  </a:cubicBezTo>
                  <a:cubicBezTo>
                    <a:pt x="14159" y="1148"/>
                    <a:pt x="14159" y="1148"/>
                    <a:pt x="14159" y="1148"/>
                  </a:cubicBezTo>
                  <a:cubicBezTo>
                    <a:pt x="14399" y="1148"/>
                    <a:pt x="14399" y="1148"/>
                    <a:pt x="14399" y="1148"/>
                  </a:cubicBezTo>
                  <a:cubicBezTo>
                    <a:pt x="14639" y="919"/>
                    <a:pt x="14639" y="919"/>
                    <a:pt x="14639" y="919"/>
                  </a:cubicBezTo>
                  <a:cubicBezTo>
                    <a:pt x="14639" y="919"/>
                    <a:pt x="14639" y="919"/>
                    <a:pt x="14639" y="919"/>
                  </a:cubicBezTo>
                  <a:cubicBezTo>
                    <a:pt x="14159" y="1378"/>
                    <a:pt x="14159" y="1378"/>
                    <a:pt x="14159" y="1378"/>
                  </a:cubicBezTo>
                  <a:close/>
                  <a:moveTo>
                    <a:pt x="14879" y="1148"/>
                  </a:moveTo>
                  <a:cubicBezTo>
                    <a:pt x="14879" y="1148"/>
                    <a:pt x="15119" y="919"/>
                    <a:pt x="15119" y="919"/>
                  </a:cubicBezTo>
                  <a:cubicBezTo>
                    <a:pt x="15359" y="1148"/>
                    <a:pt x="15359" y="1148"/>
                    <a:pt x="15359" y="1148"/>
                  </a:cubicBezTo>
                  <a:cubicBezTo>
                    <a:pt x="15359" y="1378"/>
                    <a:pt x="15359" y="1378"/>
                    <a:pt x="15359" y="1378"/>
                  </a:cubicBezTo>
                  <a:cubicBezTo>
                    <a:pt x="15119" y="1378"/>
                    <a:pt x="15119" y="1378"/>
                    <a:pt x="15119" y="1378"/>
                  </a:cubicBezTo>
                  <a:cubicBezTo>
                    <a:pt x="15119" y="1148"/>
                    <a:pt x="15119" y="1148"/>
                    <a:pt x="15119" y="1148"/>
                  </a:cubicBezTo>
                  <a:cubicBezTo>
                    <a:pt x="14879" y="1148"/>
                    <a:pt x="14879" y="1148"/>
                    <a:pt x="14879" y="1148"/>
                  </a:cubicBezTo>
                  <a:close/>
                  <a:moveTo>
                    <a:pt x="15359" y="689"/>
                  </a:moveTo>
                  <a:cubicBezTo>
                    <a:pt x="15359" y="689"/>
                    <a:pt x="15359" y="689"/>
                    <a:pt x="15359" y="689"/>
                  </a:cubicBezTo>
                  <a:cubicBezTo>
                    <a:pt x="15359" y="689"/>
                    <a:pt x="15359" y="689"/>
                    <a:pt x="15359" y="689"/>
                  </a:cubicBezTo>
                  <a:cubicBezTo>
                    <a:pt x="15119" y="459"/>
                    <a:pt x="15119" y="459"/>
                    <a:pt x="15119" y="459"/>
                  </a:cubicBezTo>
                  <a:cubicBezTo>
                    <a:pt x="15359" y="459"/>
                    <a:pt x="15359" y="459"/>
                    <a:pt x="15359" y="459"/>
                  </a:cubicBezTo>
                  <a:cubicBezTo>
                    <a:pt x="15359" y="689"/>
                    <a:pt x="15359" y="689"/>
                    <a:pt x="15359" y="689"/>
                  </a:cubicBezTo>
                  <a:close/>
                  <a:moveTo>
                    <a:pt x="15839" y="229"/>
                  </a:moveTo>
                  <a:cubicBezTo>
                    <a:pt x="15839" y="229"/>
                    <a:pt x="15839" y="229"/>
                    <a:pt x="15839" y="229"/>
                  </a:cubicBezTo>
                  <a:cubicBezTo>
                    <a:pt x="15839" y="229"/>
                    <a:pt x="15839" y="229"/>
                    <a:pt x="15839" y="229"/>
                  </a:cubicBezTo>
                  <a:cubicBezTo>
                    <a:pt x="16079" y="229"/>
                    <a:pt x="16079" y="229"/>
                    <a:pt x="16079" y="229"/>
                  </a:cubicBezTo>
                  <a:cubicBezTo>
                    <a:pt x="15839" y="229"/>
                    <a:pt x="15839" y="229"/>
                    <a:pt x="15839" y="229"/>
                  </a:cubicBezTo>
                  <a:close/>
                  <a:moveTo>
                    <a:pt x="16079" y="459"/>
                  </a:moveTo>
                  <a:cubicBezTo>
                    <a:pt x="16079" y="459"/>
                    <a:pt x="16079" y="459"/>
                    <a:pt x="16079" y="459"/>
                  </a:cubicBezTo>
                  <a:cubicBezTo>
                    <a:pt x="16319" y="229"/>
                    <a:pt x="16319" y="229"/>
                    <a:pt x="16319" y="229"/>
                  </a:cubicBezTo>
                  <a:cubicBezTo>
                    <a:pt x="16319" y="229"/>
                    <a:pt x="16319" y="229"/>
                    <a:pt x="16319" y="229"/>
                  </a:cubicBezTo>
                  <a:cubicBezTo>
                    <a:pt x="16559" y="229"/>
                    <a:pt x="16559" y="229"/>
                    <a:pt x="16559" y="229"/>
                  </a:cubicBezTo>
                  <a:cubicBezTo>
                    <a:pt x="16559" y="0"/>
                    <a:pt x="16559" y="0"/>
                    <a:pt x="16559" y="0"/>
                  </a:cubicBezTo>
                  <a:cubicBezTo>
                    <a:pt x="16559" y="229"/>
                    <a:pt x="16559" y="229"/>
                    <a:pt x="16559" y="229"/>
                  </a:cubicBezTo>
                  <a:cubicBezTo>
                    <a:pt x="16799" y="229"/>
                    <a:pt x="16799" y="229"/>
                    <a:pt x="16799" y="229"/>
                  </a:cubicBezTo>
                  <a:cubicBezTo>
                    <a:pt x="16799" y="459"/>
                    <a:pt x="16799" y="459"/>
                    <a:pt x="16799" y="459"/>
                  </a:cubicBezTo>
                  <a:cubicBezTo>
                    <a:pt x="17039" y="459"/>
                    <a:pt x="17039" y="459"/>
                    <a:pt x="17039" y="459"/>
                  </a:cubicBezTo>
                  <a:cubicBezTo>
                    <a:pt x="16799" y="689"/>
                    <a:pt x="16799" y="689"/>
                    <a:pt x="16799" y="689"/>
                  </a:cubicBezTo>
                  <a:cubicBezTo>
                    <a:pt x="16559" y="689"/>
                    <a:pt x="16559" y="689"/>
                    <a:pt x="16559" y="689"/>
                  </a:cubicBezTo>
                  <a:cubicBezTo>
                    <a:pt x="16319" y="459"/>
                    <a:pt x="16319" y="459"/>
                    <a:pt x="16319" y="459"/>
                  </a:cubicBezTo>
                  <a:lnTo>
                    <a:pt x="16079" y="4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3" name="AutoShape 37"/>
            <p:cNvSpPr>
              <a:spLocks/>
            </p:cNvSpPr>
            <p:nvPr/>
          </p:nvSpPr>
          <p:spPr bwMode="auto">
            <a:xfrm>
              <a:off x="11498969" y="2472577"/>
              <a:ext cx="668593" cy="1326559"/>
            </a:xfrm>
            <a:custGeom>
              <a:avLst/>
              <a:gdLst>
                <a:gd name="T0" fmla="*/ 334297 w 21600"/>
                <a:gd name="T1" fmla="*/ 663280 h 21600"/>
                <a:gd name="T2" fmla="*/ 334297 w 21600"/>
                <a:gd name="T3" fmla="*/ 663280 h 21600"/>
                <a:gd name="T4" fmla="*/ 334297 w 21600"/>
                <a:gd name="T5" fmla="*/ 663280 h 21600"/>
                <a:gd name="T6" fmla="*/ 334297 w 21600"/>
                <a:gd name="T7" fmla="*/ 663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20" y="16359"/>
                  </a:moveTo>
                  <a:lnTo>
                    <a:pt x="910" y="16615"/>
                  </a:lnTo>
                  <a:lnTo>
                    <a:pt x="1431" y="16615"/>
                  </a:lnTo>
                  <a:lnTo>
                    <a:pt x="910" y="15912"/>
                  </a:lnTo>
                  <a:lnTo>
                    <a:pt x="910" y="15401"/>
                  </a:lnTo>
                  <a:lnTo>
                    <a:pt x="1431" y="15401"/>
                  </a:lnTo>
                  <a:lnTo>
                    <a:pt x="910" y="15209"/>
                  </a:lnTo>
                  <a:lnTo>
                    <a:pt x="1951" y="15209"/>
                  </a:lnTo>
                  <a:lnTo>
                    <a:pt x="1951" y="14698"/>
                  </a:lnTo>
                  <a:lnTo>
                    <a:pt x="2342" y="14442"/>
                  </a:lnTo>
                  <a:lnTo>
                    <a:pt x="1951" y="14250"/>
                  </a:lnTo>
                  <a:lnTo>
                    <a:pt x="1951" y="13739"/>
                  </a:lnTo>
                  <a:lnTo>
                    <a:pt x="1431" y="13547"/>
                  </a:lnTo>
                  <a:lnTo>
                    <a:pt x="1431" y="13292"/>
                  </a:lnTo>
                  <a:lnTo>
                    <a:pt x="2342" y="13292"/>
                  </a:lnTo>
                  <a:lnTo>
                    <a:pt x="2342" y="12781"/>
                  </a:lnTo>
                  <a:lnTo>
                    <a:pt x="2862" y="12589"/>
                  </a:lnTo>
                  <a:lnTo>
                    <a:pt x="1951" y="12333"/>
                  </a:lnTo>
                  <a:lnTo>
                    <a:pt x="1431" y="12078"/>
                  </a:lnTo>
                  <a:lnTo>
                    <a:pt x="1431" y="11119"/>
                  </a:lnTo>
                  <a:lnTo>
                    <a:pt x="910" y="10927"/>
                  </a:lnTo>
                  <a:lnTo>
                    <a:pt x="1431" y="10416"/>
                  </a:lnTo>
                  <a:lnTo>
                    <a:pt x="910" y="9969"/>
                  </a:lnTo>
                  <a:lnTo>
                    <a:pt x="910" y="9010"/>
                  </a:lnTo>
                  <a:lnTo>
                    <a:pt x="1431" y="8755"/>
                  </a:lnTo>
                  <a:lnTo>
                    <a:pt x="1951" y="8563"/>
                  </a:lnTo>
                  <a:lnTo>
                    <a:pt x="2342" y="8755"/>
                  </a:lnTo>
                  <a:lnTo>
                    <a:pt x="3383" y="8755"/>
                  </a:lnTo>
                  <a:lnTo>
                    <a:pt x="3773" y="8563"/>
                  </a:lnTo>
                  <a:lnTo>
                    <a:pt x="3773" y="8052"/>
                  </a:lnTo>
                  <a:lnTo>
                    <a:pt x="3383" y="8052"/>
                  </a:lnTo>
                  <a:lnTo>
                    <a:pt x="3383" y="7860"/>
                  </a:lnTo>
                  <a:lnTo>
                    <a:pt x="4293" y="6901"/>
                  </a:lnTo>
                  <a:lnTo>
                    <a:pt x="4293" y="6198"/>
                  </a:lnTo>
                  <a:lnTo>
                    <a:pt x="4814" y="5943"/>
                  </a:lnTo>
                  <a:lnTo>
                    <a:pt x="4814" y="5431"/>
                  </a:lnTo>
                  <a:lnTo>
                    <a:pt x="4293" y="5431"/>
                  </a:lnTo>
                  <a:lnTo>
                    <a:pt x="4293" y="5240"/>
                  </a:lnTo>
                  <a:lnTo>
                    <a:pt x="4814" y="4984"/>
                  </a:lnTo>
                  <a:lnTo>
                    <a:pt x="5725" y="4984"/>
                  </a:lnTo>
                  <a:lnTo>
                    <a:pt x="6245" y="4728"/>
                  </a:lnTo>
                  <a:lnTo>
                    <a:pt x="6766" y="4281"/>
                  </a:lnTo>
                  <a:lnTo>
                    <a:pt x="7156" y="3770"/>
                  </a:lnTo>
                  <a:lnTo>
                    <a:pt x="7677" y="3578"/>
                  </a:lnTo>
                  <a:lnTo>
                    <a:pt x="7156" y="3323"/>
                  </a:lnTo>
                  <a:lnTo>
                    <a:pt x="7156" y="2620"/>
                  </a:lnTo>
                  <a:lnTo>
                    <a:pt x="7677" y="2620"/>
                  </a:lnTo>
                  <a:lnTo>
                    <a:pt x="7677" y="2364"/>
                  </a:lnTo>
                  <a:lnTo>
                    <a:pt x="8197" y="2172"/>
                  </a:lnTo>
                  <a:lnTo>
                    <a:pt x="8197" y="1917"/>
                  </a:lnTo>
                  <a:lnTo>
                    <a:pt x="10149" y="1917"/>
                  </a:lnTo>
                  <a:lnTo>
                    <a:pt x="9628" y="1661"/>
                  </a:lnTo>
                  <a:lnTo>
                    <a:pt x="10149" y="1405"/>
                  </a:lnTo>
                  <a:lnTo>
                    <a:pt x="9628" y="1214"/>
                  </a:lnTo>
                  <a:lnTo>
                    <a:pt x="10149" y="958"/>
                  </a:lnTo>
                  <a:lnTo>
                    <a:pt x="11580" y="958"/>
                  </a:lnTo>
                  <a:lnTo>
                    <a:pt x="11971" y="1214"/>
                  </a:lnTo>
                  <a:lnTo>
                    <a:pt x="13402" y="1214"/>
                  </a:lnTo>
                  <a:lnTo>
                    <a:pt x="13402" y="958"/>
                  </a:lnTo>
                  <a:lnTo>
                    <a:pt x="13012" y="958"/>
                  </a:lnTo>
                  <a:lnTo>
                    <a:pt x="13012" y="702"/>
                  </a:lnTo>
                  <a:lnTo>
                    <a:pt x="13402" y="511"/>
                  </a:lnTo>
                  <a:lnTo>
                    <a:pt x="13402" y="255"/>
                  </a:lnTo>
                  <a:lnTo>
                    <a:pt x="13012" y="255"/>
                  </a:lnTo>
                  <a:lnTo>
                    <a:pt x="13012" y="0"/>
                  </a:lnTo>
                  <a:lnTo>
                    <a:pt x="13922" y="0"/>
                  </a:lnTo>
                  <a:lnTo>
                    <a:pt x="14443" y="255"/>
                  </a:lnTo>
                  <a:lnTo>
                    <a:pt x="14963" y="255"/>
                  </a:lnTo>
                  <a:lnTo>
                    <a:pt x="16395" y="958"/>
                  </a:lnTo>
                  <a:lnTo>
                    <a:pt x="17306" y="958"/>
                  </a:lnTo>
                  <a:lnTo>
                    <a:pt x="17826" y="1214"/>
                  </a:lnTo>
                  <a:lnTo>
                    <a:pt x="18346" y="1214"/>
                  </a:lnTo>
                  <a:lnTo>
                    <a:pt x="18346" y="1405"/>
                  </a:lnTo>
                  <a:lnTo>
                    <a:pt x="18737" y="1405"/>
                  </a:lnTo>
                  <a:lnTo>
                    <a:pt x="19778" y="1917"/>
                  </a:lnTo>
                  <a:lnTo>
                    <a:pt x="19257" y="1917"/>
                  </a:lnTo>
                  <a:lnTo>
                    <a:pt x="19778" y="2364"/>
                  </a:lnTo>
                  <a:lnTo>
                    <a:pt x="19257" y="2620"/>
                  </a:lnTo>
                  <a:lnTo>
                    <a:pt x="20168" y="2620"/>
                  </a:lnTo>
                  <a:lnTo>
                    <a:pt x="20168" y="2875"/>
                  </a:lnTo>
                  <a:lnTo>
                    <a:pt x="19778" y="3067"/>
                  </a:lnTo>
                  <a:lnTo>
                    <a:pt x="20168" y="3323"/>
                  </a:lnTo>
                  <a:lnTo>
                    <a:pt x="20168" y="4984"/>
                  </a:lnTo>
                  <a:lnTo>
                    <a:pt x="20689" y="4984"/>
                  </a:lnTo>
                  <a:lnTo>
                    <a:pt x="21599" y="5431"/>
                  </a:lnTo>
                  <a:lnTo>
                    <a:pt x="21209" y="5687"/>
                  </a:lnTo>
                  <a:lnTo>
                    <a:pt x="20689" y="5687"/>
                  </a:lnTo>
                  <a:lnTo>
                    <a:pt x="20689" y="5431"/>
                  </a:lnTo>
                  <a:lnTo>
                    <a:pt x="20168" y="5687"/>
                  </a:lnTo>
                  <a:lnTo>
                    <a:pt x="19257" y="5687"/>
                  </a:lnTo>
                  <a:lnTo>
                    <a:pt x="18737" y="5431"/>
                  </a:lnTo>
                  <a:lnTo>
                    <a:pt x="18737" y="5687"/>
                  </a:lnTo>
                  <a:lnTo>
                    <a:pt x="18346" y="5431"/>
                  </a:lnTo>
                  <a:lnTo>
                    <a:pt x="18346" y="5687"/>
                  </a:lnTo>
                  <a:lnTo>
                    <a:pt x="17826" y="5943"/>
                  </a:lnTo>
                  <a:lnTo>
                    <a:pt x="17306" y="5943"/>
                  </a:lnTo>
                  <a:lnTo>
                    <a:pt x="17306" y="6198"/>
                  </a:lnTo>
                  <a:lnTo>
                    <a:pt x="17826" y="6198"/>
                  </a:lnTo>
                  <a:lnTo>
                    <a:pt x="17306" y="6390"/>
                  </a:lnTo>
                  <a:lnTo>
                    <a:pt x="16785" y="6198"/>
                  </a:lnTo>
                  <a:lnTo>
                    <a:pt x="16785" y="6390"/>
                  </a:lnTo>
                  <a:lnTo>
                    <a:pt x="16395" y="6390"/>
                  </a:lnTo>
                  <a:lnTo>
                    <a:pt x="16395" y="6646"/>
                  </a:lnTo>
                  <a:lnTo>
                    <a:pt x="16785" y="6646"/>
                  </a:lnTo>
                  <a:lnTo>
                    <a:pt x="16785" y="7349"/>
                  </a:lnTo>
                  <a:lnTo>
                    <a:pt x="16395" y="7349"/>
                  </a:lnTo>
                  <a:lnTo>
                    <a:pt x="16785" y="7604"/>
                  </a:lnTo>
                  <a:lnTo>
                    <a:pt x="17306" y="7604"/>
                  </a:lnTo>
                  <a:lnTo>
                    <a:pt x="16785" y="7860"/>
                  </a:lnTo>
                  <a:lnTo>
                    <a:pt x="17306" y="7860"/>
                  </a:lnTo>
                  <a:lnTo>
                    <a:pt x="16785" y="8052"/>
                  </a:lnTo>
                  <a:lnTo>
                    <a:pt x="16395" y="8307"/>
                  </a:lnTo>
                  <a:lnTo>
                    <a:pt x="16395" y="8563"/>
                  </a:lnTo>
                  <a:lnTo>
                    <a:pt x="15874" y="9010"/>
                  </a:lnTo>
                  <a:lnTo>
                    <a:pt x="14963" y="9010"/>
                  </a:lnTo>
                  <a:lnTo>
                    <a:pt x="14963" y="9266"/>
                  </a:lnTo>
                  <a:lnTo>
                    <a:pt x="15354" y="9266"/>
                  </a:lnTo>
                  <a:lnTo>
                    <a:pt x="14963" y="9521"/>
                  </a:lnTo>
                  <a:lnTo>
                    <a:pt x="14443" y="9713"/>
                  </a:lnTo>
                  <a:lnTo>
                    <a:pt x="13922" y="9521"/>
                  </a:lnTo>
                  <a:lnTo>
                    <a:pt x="13402" y="9713"/>
                  </a:lnTo>
                  <a:lnTo>
                    <a:pt x="13402" y="9969"/>
                  </a:lnTo>
                  <a:lnTo>
                    <a:pt x="13012" y="9969"/>
                  </a:lnTo>
                  <a:lnTo>
                    <a:pt x="13012" y="10224"/>
                  </a:lnTo>
                  <a:lnTo>
                    <a:pt x="12491" y="10224"/>
                  </a:lnTo>
                  <a:lnTo>
                    <a:pt x="12491" y="9969"/>
                  </a:lnTo>
                  <a:lnTo>
                    <a:pt x="11971" y="10224"/>
                  </a:lnTo>
                  <a:lnTo>
                    <a:pt x="12491" y="10416"/>
                  </a:lnTo>
                  <a:lnTo>
                    <a:pt x="11580" y="10672"/>
                  </a:lnTo>
                  <a:lnTo>
                    <a:pt x="11060" y="10672"/>
                  </a:lnTo>
                  <a:lnTo>
                    <a:pt x="11580" y="10927"/>
                  </a:lnTo>
                  <a:lnTo>
                    <a:pt x="11060" y="11119"/>
                  </a:lnTo>
                  <a:lnTo>
                    <a:pt x="10149" y="11119"/>
                  </a:lnTo>
                  <a:lnTo>
                    <a:pt x="10539" y="11375"/>
                  </a:lnTo>
                  <a:lnTo>
                    <a:pt x="10539" y="12078"/>
                  </a:lnTo>
                  <a:lnTo>
                    <a:pt x="11060" y="12333"/>
                  </a:lnTo>
                  <a:lnTo>
                    <a:pt x="11060" y="12589"/>
                  </a:lnTo>
                  <a:lnTo>
                    <a:pt x="10539" y="12333"/>
                  </a:lnTo>
                  <a:lnTo>
                    <a:pt x="10539" y="12781"/>
                  </a:lnTo>
                  <a:lnTo>
                    <a:pt x="10149" y="13036"/>
                  </a:lnTo>
                  <a:lnTo>
                    <a:pt x="10539" y="13036"/>
                  </a:lnTo>
                  <a:lnTo>
                    <a:pt x="10539" y="13292"/>
                  </a:lnTo>
                  <a:lnTo>
                    <a:pt x="10149" y="13547"/>
                  </a:lnTo>
                  <a:lnTo>
                    <a:pt x="10539" y="13739"/>
                  </a:lnTo>
                  <a:lnTo>
                    <a:pt x="11060" y="13739"/>
                  </a:lnTo>
                  <a:lnTo>
                    <a:pt x="11060" y="13995"/>
                  </a:lnTo>
                  <a:lnTo>
                    <a:pt x="11971" y="13995"/>
                  </a:lnTo>
                  <a:lnTo>
                    <a:pt x="12491" y="14250"/>
                  </a:lnTo>
                  <a:lnTo>
                    <a:pt x="13012" y="14442"/>
                  </a:lnTo>
                  <a:lnTo>
                    <a:pt x="13402" y="14698"/>
                  </a:lnTo>
                  <a:lnTo>
                    <a:pt x="13402" y="14953"/>
                  </a:lnTo>
                  <a:lnTo>
                    <a:pt x="13922" y="14953"/>
                  </a:lnTo>
                  <a:lnTo>
                    <a:pt x="13402" y="15401"/>
                  </a:lnTo>
                  <a:lnTo>
                    <a:pt x="13012" y="15656"/>
                  </a:lnTo>
                  <a:lnTo>
                    <a:pt x="13012" y="15912"/>
                  </a:lnTo>
                  <a:lnTo>
                    <a:pt x="12491" y="15912"/>
                  </a:lnTo>
                  <a:lnTo>
                    <a:pt x="11971" y="15656"/>
                  </a:lnTo>
                  <a:lnTo>
                    <a:pt x="11580" y="15656"/>
                  </a:lnTo>
                  <a:lnTo>
                    <a:pt x="11580" y="15401"/>
                  </a:lnTo>
                  <a:lnTo>
                    <a:pt x="11580" y="15656"/>
                  </a:lnTo>
                  <a:lnTo>
                    <a:pt x="11060" y="15656"/>
                  </a:lnTo>
                  <a:lnTo>
                    <a:pt x="11060" y="15401"/>
                  </a:lnTo>
                  <a:lnTo>
                    <a:pt x="10539" y="15401"/>
                  </a:lnTo>
                  <a:lnTo>
                    <a:pt x="10539" y="15656"/>
                  </a:lnTo>
                  <a:lnTo>
                    <a:pt x="9108" y="15656"/>
                  </a:lnTo>
                  <a:lnTo>
                    <a:pt x="9108" y="15912"/>
                  </a:lnTo>
                  <a:lnTo>
                    <a:pt x="9628" y="15912"/>
                  </a:lnTo>
                  <a:lnTo>
                    <a:pt x="10149" y="15656"/>
                  </a:lnTo>
                  <a:lnTo>
                    <a:pt x="10539" y="15656"/>
                  </a:lnTo>
                  <a:lnTo>
                    <a:pt x="10539" y="15912"/>
                  </a:lnTo>
                  <a:lnTo>
                    <a:pt x="11060" y="15912"/>
                  </a:lnTo>
                  <a:lnTo>
                    <a:pt x="11580" y="16104"/>
                  </a:lnTo>
                  <a:lnTo>
                    <a:pt x="11580" y="15912"/>
                  </a:lnTo>
                  <a:lnTo>
                    <a:pt x="13012" y="15912"/>
                  </a:lnTo>
                  <a:lnTo>
                    <a:pt x="13012" y="16359"/>
                  </a:lnTo>
                  <a:lnTo>
                    <a:pt x="12491" y="16359"/>
                  </a:lnTo>
                  <a:lnTo>
                    <a:pt x="11971" y="16615"/>
                  </a:lnTo>
                  <a:lnTo>
                    <a:pt x="11971" y="16359"/>
                  </a:lnTo>
                  <a:lnTo>
                    <a:pt x="11580" y="16359"/>
                  </a:lnTo>
                  <a:lnTo>
                    <a:pt x="11971" y="16615"/>
                  </a:lnTo>
                  <a:lnTo>
                    <a:pt x="11580" y="16615"/>
                  </a:lnTo>
                  <a:lnTo>
                    <a:pt x="11060" y="16871"/>
                  </a:lnTo>
                  <a:lnTo>
                    <a:pt x="10539" y="17062"/>
                  </a:lnTo>
                  <a:lnTo>
                    <a:pt x="10149" y="17062"/>
                  </a:lnTo>
                  <a:lnTo>
                    <a:pt x="10539" y="17062"/>
                  </a:lnTo>
                  <a:lnTo>
                    <a:pt x="11060" y="17318"/>
                  </a:lnTo>
                  <a:lnTo>
                    <a:pt x="10149" y="17318"/>
                  </a:lnTo>
                  <a:lnTo>
                    <a:pt x="10539" y="17573"/>
                  </a:lnTo>
                  <a:lnTo>
                    <a:pt x="10539" y="17765"/>
                  </a:lnTo>
                  <a:lnTo>
                    <a:pt x="11060" y="18021"/>
                  </a:lnTo>
                  <a:lnTo>
                    <a:pt x="10149" y="18021"/>
                  </a:lnTo>
                  <a:lnTo>
                    <a:pt x="10149" y="18276"/>
                  </a:lnTo>
                  <a:lnTo>
                    <a:pt x="10539" y="18468"/>
                  </a:lnTo>
                  <a:lnTo>
                    <a:pt x="10149" y="18468"/>
                  </a:lnTo>
                  <a:lnTo>
                    <a:pt x="10539" y="18724"/>
                  </a:lnTo>
                  <a:lnTo>
                    <a:pt x="10149" y="18979"/>
                  </a:lnTo>
                  <a:lnTo>
                    <a:pt x="10149" y="19235"/>
                  </a:lnTo>
                  <a:lnTo>
                    <a:pt x="10539" y="19235"/>
                  </a:lnTo>
                  <a:lnTo>
                    <a:pt x="10149" y="19427"/>
                  </a:lnTo>
                  <a:lnTo>
                    <a:pt x="10149" y="19938"/>
                  </a:lnTo>
                  <a:lnTo>
                    <a:pt x="9628" y="19938"/>
                  </a:lnTo>
                  <a:lnTo>
                    <a:pt x="9628" y="20385"/>
                  </a:lnTo>
                  <a:lnTo>
                    <a:pt x="9108" y="20641"/>
                  </a:lnTo>
                  <a:lnTo>
                    <a:pt x="8587" y="20385"/>
                  </a:lnTo>
                  <a:lnTo>
                    <a:pt x="8197" y="20641"/>
                  </a:lnTo>
                  <a:lnTo>
                    <a:pt x="7156" y="20385"/>
                  </a:lnTo>
                  <a:lnTo>
                    <a:pt x="7156" y="20641"/>
                  </a:lnTo>
                  <a:lnTo>
                    <a:pt x="6245" y="20641"/>
                  </a:lnTo>
                  <a:lnTo>
                    <a:pt x="6245" y="21344"/>
                  </a:lnTo>
                  <a:lnTo>
                    <a:pt x="5334" y="21344"/>
                  </a:lnTo>
                  <a:lnTo>
                    <a:pt x="4293" y="21600"/>
                  </a:lnTo>
                  <a:lnTo>
                    <a:pt x="3773" y="21600"/>
                  </a:lnTo>
                  <a:lnTo>
                    <a:pt x="3773" y="20897"/>
                  </a:lnTo>
                  <a:lnTo>
                    <a:pt x="3383" y="20641"/>
                  </a:lnTo>
                  <a:lnTo>
                    <a:pt x="2862" y="20385"/>
                  </a:lnTo>
                  <a:lnTo>
                    <a:pt x="3773" y="20385"/>
                  </a:lnTo>
                  <a:lnTo>
                    <a:pt x="3773" y="19938"/>
                  </a:lnTo>
                  <a:lnTo>
                    <a:pt x="3383" y="19938"/>
                  </a:lnTo>
                  <a:lnTo>
                    <a:pt x="2342" y="19427"/>
                  </a:lnTo>
                  <a:lnTo>
                    <a:pt x="2342" y="19235"/>
                  </a:lnTo>
                  <a:lnTo>
                    <a:pt x="1951" y="18979"/>
                  </a:lnTo>
                  <a:lnTo>
                    <a:pt x="1951" y="18724"/>
                  </a:lnTo>
                  <a:lnTo>
                    <a:pt x="1431" y="18468"/>
                  </a:lnTo>
                  <a:lnTo>
                    <a:pt x="910" y="18468"/>
                  </a:lnTo>
                  <a:lnTo>
                    <a:pt x="910" y="17765"/>
                  </a:lnTo>
                  <a:lnTo>
                    <a:pt x="1431" y="17573"/>
                  </a:lnTo>
                  <a:lnTo>
                    <a:pt x="910" y="17573"/>
                  </a:lnTo>
                  <a:lnTo>
                    <a:pt x="910" y="17318"/>
                  </a:lnTo>
                  <a:lnTo>
                    <a:pt x="910" y="17573"/>
                  </a:lnTo>
                  <a:lnTo>
                    <a:pt x="1431" y="17573"/>
                  </a:lnTo>
                  <a:lnTo>
                    <a:pt x="910" y="17765"/>
                  </a:lnTo>
                  <a:lnTo>
                    <a:pt x="910" y="17573"/>
                  </a:lnTo>
                  <a:lnTo>
                    <a:pt x="520" y="17573"/>
                  </a:lnTo>
                  <a:lnTo>
                    <a:pt x="520" y="17062"/>
                  </a:lnTo>
                  <a:lnTo>
                    <a:pt x="0" y="16871"/>
                  </a:lnTo>
                  <a:lnTo>
                    <a:pt x="0" y="16615"/>
                  </a:lnTo>
                  <a:lnTo>
                    <a:pt x="520" y="16359"/>
                  </a:lnTo>
                  <a:close/>
                  <a:moveTo>
                    <a:pt x="13012" y="15912"/>
                  </a:moveTo>
                  <a:lnTo>
                    <a:pt x="13402" y="16104"/>
                  </a:lnTo>
                  <a:lnTo>
                    <a:pt x="13402" y="15912"/>
                  </a:lnTo>
                  <a:lnTo>
                    <a:pt x="13922" y="15656"/>
                  </a:lnTo>
                  <a:lnTo>
                    <a:pt x="13402" y="15656"/>
                  </a:lnTo>
                  <a:lnTo>
                    <a:pt x="13012" y="15912"/>
                  </a:lnTo>
                  <a:close/>
                  <a:moveTo>
                    <a:pt x="520" y="17765"/>
                  </a:moveTo>
                  <a:lnTo>
                    <a:pt x="520" y="18021"/>
                  </a:lnTo>
                  <a:lnTo>
                    <a:pt x="910" y="18021"/>
                  </a:lnTo>
                  <a:lnTo>
                    <a:pt x="910" y="17765"/>
                  </a:lnTo>
                  <a:lnTo>
                    <a:pt x="520" y="17765"/>
                  </a:lnTo>
                  <a:close/>
                  <a:moveTo>
                    <a:pt x="14963" y="17062"/>
                  </a:moveTo>
                  <a:lnTo>
                    <a:pt x="14963" y="17318"/>
                  </a:lnTo>
                  <a:lnTo>
                    <a:pt x="15354" y="17318"/>
                  </a:lnTo>
                  <a:lnTo>
                    <a:pt x="14963" y="17062"/>
                  </a:lnTo>
                  <a:close/>
                  <a:moveTo>
                    <a:pt x="14963" y="18021"/>
                  </a:moveTo>
                  <a:lnTo>
                    <a:pt x="15354" y="18276"/>
                  </a:lnTo>
                  <a:lnTo>
                    <a:pt x="15354" y="18021"/>
                  </a:lnTo>
                  <a:lnTo>
                    <a:pt x="15874" y="18021"/>
                  </a:lnTo>
                  <a:lnTo>
                    <a:pt x="14963" y="18021"/>
                  </a:lnTo>
                  <a:close/>
                  <a:moveTo>
                    <a:pt x="13402" y="19427"/>
                  </a:moveTo>
                  <a:lnTo>
                    <a:pt x="13922" y="19427"/>
                  </a:lnTo>
                  <a:lnTo>
                    <a:pt x="13922" y="19235"/>
                  </a:lnTo>
                  <a:lnTo>
                    <a:pt x="14963" y="18724"/>
                  </a:lnTo>
                  <a:lnTo>
                    <a:pt x="14443" y="18468"/>
                  </a:lnTo>
                  <a:lnTo>
                    <a:pt x="14963" y="18276"/>
                  </a:lnTo>
                  <a:lnTo>
                    <a:pt x="14963" y="18021"/>
                  </a:lnTo>
                  <a:lnTo>
                    <a:pt x="14443" y="18276"/>
                  </a:lnTo>
                  <a:lnTo>
                    <a:pt x="13922" y="18276"/>
                  </a:lnTo>
                  <a:lnTo>
                    <a:pt x="13402" y="18468"/>
                  </a:lnTo>
                  <a:lnTo>
                    <a:pt x="13402" y="19235"/>
                  </a:lnTo>
                  <a:lnTo>
                    <a:pt x="13922" y="19235"/>
                  </a:lnTo>
                  <a:lnTo>
                    <a:pt x="13402" y="19427"/>
                  </a:lnTo>
                  <a:close/>
                  <a:moveTo>
                    <a:pt x="10539" y="20130"/>
                  </a:moveTo>
                  <a:lnTo>
                    <a:pt x="10539" y="20385"/>
                  </a:lnTo>
                  <a:lnTo>
                    <a:pt x="11060" y="19938"/>
                  </a:lnTo>
                  <a:lnTo>
                    <a:pt x="11060" y="19427"/>
                  </a:lnTo>
                  <a:lnTo>
                    <a:pt x="11580" y="18979"/>
                  </a:lnTo>
                  <a:lnTo>
                    <a:pt x="11060" y="18979"/>
                  </a:lnTo>
                  <a:lnTo>
                    <a:pt x="11060" y="19235"/>
                  </a:lnTo>
                  <a:lnTo>
                    <a:pt x="10539" y="19427"/>
                  </a:lnTo>
                  <a:lnTo>
                    <a:pt x="10539" y="201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4" name="AutoShape 38"/>
            <p:cNvSpPr>
              <a:spLocks/>
            </p:cNvSpPr>
            <p:nvPr/>
          </p:nvSpPr>
          <p:spPr bwMode="auto">
            <a:xfrm>
              <a:off x="11929926" y="2343064"/>
              <a:ext cx="672622" cy="1047905"/>
            </a:xfrm>
            <a:custGeom>
              <a:avLst/>
              <a:gdLst>
                <a:gd name="T0" fmla="*/ 336311 w 21600"/>
                <a:gd name="T1" fmla="*/ 523953 h 21600"/>
                <a:gd name="T2" fmla="*/ 336311 w 21600"/>
                <a:gd name="T3" fmla="*/ 523953 h 21600"/>
                <a:gd name="T4" fmla="*/ 336311 w 21600"/>
                <a:gd name="T5" fmla="*/ 523953 h 21600"/>
                <a:gd name="T6" fmla="*/ 336311 w 21600"/>
                <a:gd name="T7" fmla="*/ 523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79" y="20100"/>
                  </a:moveTo>
                  <a:cubicBezTo>
                    <a:pt x="16799" y="19799"/>
                    <a:pt x="16799" y="19799"/>
                    <a:pt x="16799" y="19799"/>
                  </a:cubicBezTo>
                  <a:cubicBezTo>
                    <a:pt x="17759" y="19199"/>
                    <a:pt x="17759" y="19199"/>
                    <a:pt x="17759" y="19199"/>
                  </a:cubicBezTo>
                  <a:cubicBezTo>
                    <a:pt x="18719" y="19199"/>
                    <a:pt x="18719" y="19199"/>
                    <a:pt x="18719" y="19199"/>
                  </a:cubicBezTo>
                  <a:cubicBezTo>
                    <a:pt x="19200" y="18600"/>
                    <a:pt x="19200" y="18600"/>
                    <a:pt x="19200" y="18600"/>
                  </a:cubicBezTo>
                  <a:cubicBezTo>
                    <a:pt x="19680" y="17999"/>
                    <a:pt x="19680" y="17999"/>
                    <a:pt x="19680" y="17999"/>
                  </a:cubicBezTo>
                  <a:cubicBezTo>
                    <a:pt x="20160" y="17400"/>
                    <a:pt x="20160" y="17400"/>
                    <a:pt x="20160" y="17400"/>
                  </a:cubicBezTo>
                  <a:cubicBezTo>
                    <a:pt x="21120" y="16499"/>
                    <a:pt x="21120" y="16499"/>
                    <a:pt x="21120" y="16499"/>
                  </a:cubicBezTo>
                  <a:cubicBezTo>
                    <a:pt x="21600" y="15899"/>
                    <a:pt x="21600" y="15899"/>
                    <a:pt x="21600" y="15899"/>
                  </a:cubicBezTo>
                  <a:cubicBezTo>
                    <a:pt x="21600" y="15299"/>
                    <a:pt x="21600" y="15299"/>
                    <a:pt x="21600" y="15299"/>
                  </a:cubicBezTo>
                  <a:cubicBezTo>
                    <a:pt x="20640" y="14700"/>
                    <a:pt x="20640" y="14700"/>
                    <a:pt x="20640" y="14700"/>
                  </a:cubicBezTo>
                  <a:cubicBezTo>
                    <a:pt x="20160" y="14700"/>
                    <a:pt x="20160" y="14700"/>
                    <a:pt x="20160" y="14700"/>
                  </a:cubicBezTo>
                  <a:cubicBezTo>
                    <a:pt x="19200" y="13799"/>
                    <a:pt x="19200" y="13799"/>
                    <a:pt x="19200" y="13799"/>
                  </a:cubicBezTo>
                  <a:cubicBezTo>
                    <a:pt x="19200" y="13500"/>
                    <a:pt x="19200" y="13500"/>
                    <a:pt x="19200" y="13500"/>
                  </a:cubicBezTo>
                  <a:cubicBezTo>
                    <a:pt x="19680" y="13199"/>
                    <a:pt x="19680" y="13199"/>
                    <a:pt x="19680" y="13199"/>
                  </a:cubicBezTo>
                  <a:cubicBezTo>
                    <a:pt x="19680" y="12899"/>
                    <a:pt x="19680" y="12899"/>
                    <a:pt x="19680" y="12899"/>
                  </a:cubicBezTo>
                  <a:cubicBezTo>
                    <a:pt x="18719" y="12599"/>
                    <a:pt x="18719" y="12599"/>
                    <a:pt x="18719" y="12599"/>
                  </a:cubicBezTo>
                  <a:cubicBezTo>
                    <a:pt x="18719" y="12299"/>
                    <a:pt x="18719" y="12299"/>
                    <a:pt x="18719" y="12299"/>
                  </a:cubicBezTo>
                  <a:cubicBezTo>
                    <a:pt x="18719" y="12000"/>
                    <a:pt x="18719" y="12000"/>
                    <a:pt x="18719" y="12000"/>
                  </a:cubicBezTo>
                  <a:cubicBezTo>
                    <a:pt x="18719" y="11699"/>
                    <a:pt x="18719" y="11699"/>
                    <a:pt x="18719" y="11699"/>
                  </a:cubicBezTo>
                  <a:cubicBezTo>
                    <a:pt x="18719" y="11699"/>
                    <a:pt x="18719" y="11699"/>
                    <a:pt x="18719" y="11699"/>
                  </a:cubicBezTo>
                  <a:cubicBezTo>
                    <a:pt x="18239" y="11399"/>
                    <a:pt x="18239" y="11399"/>
                    <a:pt x="18239" y="11399"/>
                  </a:cubicBezTo>
                  <a:cubicBezTo>
                    <a:pt x="17759" y="11399"/>
                    <a:pt x="17759" y="11399"/>
                    <a:pt x="17759" y="11399"/>
                  </a:cubicBezTo>
                  <a:cubicBezTo>
                    <a:pt x="17759" y="10800"/>
                    <a:pt x="17759" y="10800"/>
                    <a:pt x="17759" y="10800"/>
                  </a:cubicBezTo>
                  <a:cubicBezTo>
                    <a:pt x="18239" y="10800"/>
                    <a:pt x="18239" y="10800"/>
                    <a:pt x="18239" y="10800"/>
                  </a:cubicBezTo>
                  <a:cubicBezTo>
                    <a:pt x="17759" y="10800"/>
                    <a:pt x="17759" y="10800"/>
                    <a:pt x="17759" y="10800"/>
                  </a:cubicBezTo>
                  <a:cubicBezTo>
                    <a:pt x="17759" y="10499"/>
                    <a:pt x="17759" y="10499"/>
                    <a:pt x="17759" y="10499"/>
                  </a:cubicBezTo>
                  <a:cubicBezTo>
                    <a:pt x="17759" y="9599"/>
                    <a:pt x="17759" y="9599"/>
                    <a:pt x="17759" y="9599"/>
                  </a:cubicBezTo>
                  <a:cubicBezTo>
                    <a:pt x="18239" y="9599"/>
                    <a:pt x="18239" y="9599"/>
                    <a:pt x="18239" y="9599"/>
                  </a:cubicBezTo>
                  <a:cubicBezTo>
                    <a:pt x="17279" y="8399"/>
                    <a:pt x="17279" y="8399"/>
                    <a:pt x="17279" y="8399"/>
                  </a:cubicBezTo>
                  <a:cubicBezTo>
                    <a:pt x="16319" y="7499"/>
                    <a:pt x="16319" y="7499"/>
                    <a:pt x="16319" y="7499"/>
                  </a:cubicBezTo>
                  <a:cubicBezTo>
                    <a:pt x="16319" y="7199"/>
                    <a:pt x="16319" y="7199"/>
                    <a:pt x="16319" y="7199"/>
                  </a:cubicBezTo>
                  <a:cubicBezTo>
                    <a:pt x="15839" y="6899"/>
                    <a:pt x="15839" y="6899"/>
                    <a:pt x="15839" y="6899"/>
                  </a:cubicBezTo>
                  <a:cubicBezTo>
                    <a:pt x="15839" y="6299"/>
                    <a:pt x="15839" y="6299"/>
                    <a:pt x="15839" y="6299"/>
                  </a:cubicBezTo>
                  <a:cubicBezTo>
                    <a:pt x="16319" y="5699"/>
                    <a:pt x="16319" y="5699"/>
                    <a:pt x="16319" y="5699"/>
                  </a:cubicBezTo>
                  <a:cubicBezTo>
                    <a:pt x="16799" y="5399"/>
                    <a:pt x="16799" y="5399"/>
                    <a:pt x="16799" y="5399"/>
                  </a:cubicBezTo>
                  <a:cubicBezTo>
                    <a:pt x="16319" y="5399"/>
                    <a:pt x="16319" y="5399"/>
                    <a:pt x="16319" y="5399"/>
                  </a:cubicBezTo>
                  <a:cubicBezTo>
                    <a:pt x="15359" y="5099"/>
                    <a:pt x="15359" y="5099"/>
                    <a:pt x="15359" y="5099"/>
                  </a:cubicBezTo>
                  <a:cubicBezTo>
                    <a:pt x="15359" y="4799"/>
                    <a:pt x="15359" y="4799"/>
                    <a:pt x="15359" y="4799"/>
                  </a:cubicBezTo>
                  <a:cubicBezTo>
                    <a:pt x="14879" y="4499"/>
                    <a:pt x="14879" y="4499"/>
                    <a:pt x="14879" y="4499"/>
                  </a:cubicBezTo>
                  <a:cubicBezTo>
                    <a:pt x="14399" y="4199"/>
                    <a:pt x="14399" y="4199"/>
                    <a:pt x="14399" y="4199"/>
                  </a:cubicBezTo>
                  <a:cubicBezTo>
                    <a:pt x="13919" y="4199"/>
                    <a:pt x="13919" y="4199"/>
                    <a:pt x="13919" y="4199"/>
                  </a:cubicBezTo>
                  <a:cubicBezTo>
                    <a:pt x="13439" y="3599"/>
                    <a:pt x="13439" y="3599"/>
                    <a:pt x="13439" y="3599"/>
                  </a:cubicBezTo>
                  <a:cubicBezTo>
                    <a:pt x="13439" y="3599"/>
                    <a:pt x="13439" y="3599"/>
                    <a:pt x="13439" y="3599"/>
                  </a:cubicBezTo>
                  <a:cubicBezTo>
                    <a:pt x="13439" y="2999"/>
                    <a:pt x="13439" y="2999"/>
                    <a:pt x="13439" y="2999"/>
                  </a:cubicBezTo>
                  <a:cubicBezTo>
                    <a:pt x="13439" y="2699"/>
                    <a:pt x="13439" y="2699"/>
                    <a:pt x="13439" y="2699"/>
                  </a:cubicBezTo>
                  <a:cubicBezTo>
                    <a:pt x="13439" y="2699"/>
                    <a:pt x="13439" y="2699"/>
                    <a:pt x="13439" y="2699"/>
                  </a:cubicBezTo>
                  <a:cubicBezTo>
                    <a:pt x="13439" y="2699"/>
                    <a:pt x="13439" y="2699"/>
                    <a:pt x="13439" y="2699"/>
                  </a:cubicBezTo>
                  <a:cubicBezTo>
                    <a:pt x="13919" y="2399"/>
                    <a:pt x="13919" y="2399"/>
                    <a:pt x="13919" y="2399"/>
                  </a:cubicBezTo>
                  <a:cubicBezTo>
                    <a:pt x="13919" y="2099"/>
                    <a:pt x="13919" y="2099"/>
                    <a:pt x="13919" y="2099"/>
                  </a:cubicBezTo>
                  <a:cubicBezTo>
                    <a:pt x="14399" y="1799"/>
                    <a:pt x="14399" y="1799"/>
                    <a:pt x="14399" y="1799"/>
                  </a:cubicBezTo>
                  <a:cubicBezTo>
                    <a:pt x="14399" y="1499"/>
                    <a:pt x="14399" y="1499"/>
                    <a:pt x="14399" y="1499"/>
                  </a:cubicBezTo>
                  <a:cubicBezTo>
                    <a:pt x="13919" y="1199"/>
                    <a:pt x="13919" y="1199"/>
                    <a:pt x="13919" y="1199"/>
                  </a:cubicBezTo>
                  <a:cubicBezTo>
                    <a:pt x="13919" y="899"/>
                    <a:pt x="13919" y="899"/>
                    <a:pt x="13919" y="899"/>
                  </a:cubicBezTo>
                  <a:cubicBezTo>
                    <a:pt x="13439" y="899"/>
                    <a:pt x="13439" y="899"/>
                    <a:pt x="13439" y="899"/>
                  </a:cubicBezTo>
                  <a:cubicBezTo>
                    <a:pt x="12960" y="899"/>
                    <a:pt x="12960" y="899"/>
                    <a:pt x="12960" y="899"/>
                  </a:cubicBezTo>
                  <a:cubicBezTo>
                    <a:pt x="12480" y="599"/>
                    <a:pt x="12480" y="599"/>
                    <a:pt x="12480" y="599"/>
                  </a:cubicBezTo>
                  <a:cubicBezTo>
                    <a:pt x="12000" y="299"/>
                    <a:pt x="12000" y="299"/>
                    <a:pt x="12000" y="299"/>
                  </a:cubicBezTo>
                  <a:cubicBezTo>
                    <a:pt x="11520" y="0"/>
                    <a:pt x="11520" y="0"/>
                    <a:pt x="11520" y="0"/>
                  </a:cubicBezTo>
                  <a:cubicBezTo>
                    <a:pt x="10560" y="0"/>
                    <a:pt x="10560" y="0"/>
                    <a:pt x="10560" y="0"/>
                  </a:cubicBezTo>
                  <a:cubicBezTo>
                    <a:pt x="10560" y="299"/>
                    <a:pt x="10560" y="299"/>
                    <a:pt x="10560" y="299"/>
                  </a:cubicBezTo>
                  <a:cubicBezTo>
                    <a:pt x="10560" y="599"/>
                    <a:pt x="10560" y="599"/>
                    <a:pt x="10560" y="599"/>
                  </a:cubicBezTo>
                  <a:cubicBezTo>
                    <a:pt x="10080" y="599"/>
                    <a:pt x="10080" y="599"/>
                    <a:pt x="10080" y="599"/>
                  </a:cubicBezTo>
                  <a:cubicBezTo>
                    <a:pt x="9599" y="299"/>
                    <a:pt x="9599" y="299"/>
                    <a:pt x="9599" y="299"/>
                  </a:cubicBezTo>
                  <a:cubicBezTo>
                    <a:pt x="9119" y="599"/>
                    <a:pt x="9119" y="599"/>
                    <a:pt x="9119" y="599"/>
                  </a:cubicBezTo>
                  <a:cubicBezTo>
                    <a:pt x="9119" y="599"/>
                    <a:pt x="9119" y="599"/>
                    <a:pt x="9119" y="599"/>
                  </a:cubicBezTo>
                  <a:cubicBezTo>
                    <a:pt x="8639" y="899"/>
                    <a:pt x="8639" y="899"/>
                    <a:pt x="8639" y="899"/>
                  </a:cubicBezTo>
                  <a:cubicBezTo>
                    <a:pt x="8639" y="899"/>
                    <a:pt x="8639" y="899"/>
                    <a:pt x="8639" y="899"/>
                  </a:cubicBezTo>
                  <a:cubicBezTo>
                    <a:pt x="8639" y="1199"/>
                    <a:pt x="8639" y="1199"/>
                    <a:pt x="8639" y="1199"/>
                  </a:cubicBezTo>
                  <a:cubicBezTo>
                    <a:pt x="8639" y="1499"/>
                    <a:pt x="8639" y="1499"/>
                    <a:pt x="8639" y="1499"/>
                  </a:cubicBezTo>
                  <a:cubicBezTo>
                    <a:pt x="8639" y="2099"/>
                    <a:pt x="8639" y="2099"/>
                    <a:pt x="8639" y="2099"/>
                  </a:cubicBezTo>
                  <a:cubicBezTo>
                    <a:pt x="8639" y="2399"/>
                    <a:pt x="8639" y="2399"/>
                    <a:pt x="8639" y="2399"/>
                  </a:cubicBezTo>
                  <a:cubicBezTo>
                    <a:pt x="8639" y="2699"/>
                    <a:pt x="8639" y="2699"/>
                    <a:pt x="8639" y="2699"/>
                  </a:cubicBezTo>
                  <a:cubicBezTo>
                    <a:pt x="8639" y="2699"/>
                    <a:pt x="8639" y="2699"/>
                    <a:pt x="8639" y="2699"/>
                  </a:cubicBezTo>
                  <a:cubicBezTo>
                    <a:pt x="8159" y="2999"/>
                    <a:pt x="8159" y="2999"/>
                    <a:pt x="8159" y="2999"/>
                  </a:cubicBezTo>
                  <a:cubicBezTo>
                    <a:pt x="7679" y="2999"/>
                    <a:pt x="7679" y="2999"/>
                    <a:pt x="7679" y="2999"/>
                  </a:cubicBezTo>
                  <a:cubicBezTo>
                    <a:pt x="7679" y="2999"/>
                    <a:pt x="7679" y="2999"/>
                    <a:pt x="7679" y="2999"/>
                  </a:cubicBezTo>
                  <a:cubicBezTo>
                    <a:pt x="7199" y="2999"/>
                    <a:pt x="7199" y="2999"/>
                    <a:pt x="7199" y="2999"/>
                  </a:cubicBezTo>
                  <a:cubicBezTo>
                    <a:pt x="7199" y="3299"/>
                    <a:pt x="7199" y="3299"/>
                    <a:pt x="7199" y="3299"/>
                  </a:cubicBezTo>
                  <a:cubicBezTo>
                    <a:pt x="6719" y="3299"/>
                    <a:pt x="6719" y="3299"/>
                    <a:pt x="6719" y="3299"/>
                  </a:cubicBezTo>
                  <a:cubicBezTo>
                    <a:pt x="5759" y="2999"/>
                    <a:pt x="5759" y="2999"/>
                    <a:pt x="5759" y="2999"/>
                  </a:cubicBezTo>
                  <a:cubicBezTo>
                    <a:pt x="5280" y="2999"/>
                    <a:pt x="5280" y="2999"/>
                    <a:pt x="5280" y="2999"/>
                  </a:cubicBezTo>
                  <a:cubicBezTo>
                    <a:pt x="5280" y="3299"/>
                    <a:pt x="5280" y="3299"/>
                    <a:pt x="5280" y="3299"/>
                  </a:cubicBezTo>
                  <a:cubicBezTo>
                    <a:pt x="4799" y="3599"/>
                    <a:pt x="4799" y="3599"/>
                    <a:pt x="4799" y="3599"/>
                  </a:cubicBezTo>
                  <a:cubicBezTo>
                    <a:pt x="3839" y="3599"/>
                    <a:pt x="3839" y="3599"/>
                    <a:pt x="3839" y="3599"/>
                  </a:cubicBezTo>
                  <a:cubicBezTo>
                    <a:pt x="2879" y="3299"/>
                    <a:pt x="2879" y="3299"/>
                    <a:pt x="2879" y="3299"/>
                  </a:cubicBezTo>
                  <a:cubicBezTo>
                    <a:pt x="2879" y="2999"/>
                    <a:pt x="2879" y="2999"/>
                    <a:pt x="2879" y="2999"/>
                  </a:cubicBezTo>
                  <a:cubicBezTo>
                    <a:pt x="2399" y="2999"/>
                    <a:pt x="2399" y="2999"/>
                    <a:pt x="2399" y="2999"/>
                  </a:cubicBezTo>
                  <a:cubicBezTo>
                    <a:pt x="1439" y="2399"/>
                    <a:pt x="1439" y="2399"/>
                    <a:pt x="1439" y="2399"/>
                  </a:cubicBezTo>
                  <a:cubicBezTo>
                    <a:pt x="1439" y="2099"/>
                    <a:pt x="1439" y="2099"/>
                    <a:pt x="1439" y="2099"/>
                  </a:cubicBezTo>
                  <a:cubicBezTo>
                    <a:pt x="959" y="2099"/>
                    <a:pt x="959" y="2099"/>
                    <a:pt x="959" y="2099"/>
                  </a:cubicBezTo>
                  <a:cubicBezTo>
                    <a:pt x="479" y="2399"/>
                    <a:pt x="479" y="2399"/>
                    <a:pt x="479" y="2399"/>
                  </a:cubicBezTo>
                  <a:cubicBezTo>
                    <a:pt x="479" y="2399"/>
                    <a:pt x="479" y="2399"/>
                    <a:pt x="479" y="2399"/>
                  </a:cubicBezTo>
                  <a:cubicBezTo>
                    <a:pt x="479" y="2699"/>
                    <a:pt x="479" y="2699"/>
                    <a:pt x="479" y="2699"/>
                  </a:cubicBezTo>
                  <a:cubicBezTo>
                    <a:pt x="479" y="2699"/>
                    <a:pt x="479" y="2699"/>
                    <a:pt x="479" y="2699"/>
                  </a:cubicBezTo>
                  <a:cubicBezTo>
                    <a:pt x="479" y="2699"/>
                    <a:pt x="479" y="2699"/>
                    <a:pt x="479" y="2699"/>
                  </a:cubicBezTo>
                  <a:cubicBezTo>
                    <a:pt x="0" y="2699"/>
                    <a:pt x="0" y="2699"/>
                    <a:pt x="0" y="2699"/>
                  </a:cubicBezTo>
                  <a:cubicBezTo>
                    <a:pt x="479" y="2999"/>
                    <a:pt x="479" y="2999"/>
                    <a:pt x="479" y="2999"/>
                  </a:cubicBezTo>
                  <a:cubicBezTo>
                    <a:pt x="959" y="2999"/>
                    <a:pt x="959" y="2999"/>
                    <a:pt x="959" y="2999"/>
                  </a:cubicBezTo>
                  <a:cubicBezTo>
                    <a:pt x="1919" y="3599"/>
                    <a:pt x="1919" y="3599"/>
                    <a:pt x="1919" y="3599"/>
                  </a:cubicBezTo>
                  <a:cubicBezTo>
                    <a:pt x="2399" y="3900"/>
                    <a:pt x="2399" y="3900"/>
                    <a:pt x="2399" y="3900"/>
                  </a:cubicBezTo>
                  <a:cubicBezTo>
                    <a:pt x="3359" y="3900"/>
                    <a:pt x="3359" y="3900"/>
                    <a:pt x="3359" y="3900"/>
                  </a:cubicBezTo>
                  <a:cubicBezTo>
                    <a:pt x="3359" y="3900"/>
                    <a:pt x="3359" y="3900"/>
                    <a:pt x="3359" y="3900"/>
                  </a:cubicBezTo>
                  <a:cubicBezTo>
                    <a:pt x="3839" y="4199"/>
                    <a:pt x="3839" y="4199"/>
                    <a:pt x="3839" y="4199"/>
                  </a:cubicBezTo>
                  <a:cubicBezTo>
                    <a:pt x="4319" y="4199"/>
                    <a:pt x="4319" y="4199"/>
                    <a:pt x="4319" y="4199"/>
                  </a:cubicBezTo>
                  <a:cubicBezTo>
                    <a:pt x="4319" y="4499"/>
                    <a:pt x="4319" y="4499"/>
                    <a:pt x="4319" y="4499"/>
                  </a:cubicBezTo>
                  <a:cubicBezTo>
                    <a:pt x="4799" y="4499"/>
                    <a:pt x="4799" y="4499"/>
                    <a:pt x="4799" y="4499"/>
                  </a:cubicBezTo>
                  <a:cubicBezTo>
                    <a:pt x="4799" y="4499"/>
                    <a:pt x="4799" y="4499"/>
                    <a:pt x="4799" y="4499"/>
                  </a:cubicBezTo>
                  <a:cubicBezTo>
                    <a:pt x="5280" y="4799"/>
                    <a:pt x="5280" y="4799"/>
                    <a:pt x="5280" y="4799"/>
                  </a:cubicBezTo>
                  <a:cubicBezTo>
                    <a:pt x="5280" y="4799"/>
                    <a:pt x="5280" y="4799"/>
                    <a:pt x="5280" y="4799"/>
                  </a:cubicBezTo>
                  <a:cubicBezTo>
                    <a:pt x="5759" y="5099"/>
                    <a:pt x="5759" y="5099"/>
                    <a:pt x="5759" y="5099"/>
                  </a:cubicBezTo>
                  <a:cubicBezTo>
                    <a:pt x="5280" y="5099"/>
                    <a:pt x="5280" y="5099"/>
                    <a:pt x="5280" y="5099"/>
                  </a:cubicBezTo>
                  <a:cubicBezTo>
                    <a:pt x="5759" y="5699"/>
                    <a:pt x="5759" y="5699"/>
                    <a:pt x="5759" y="5699"/>
                  </a:cubicBezTo>
                  <a:cubicBezTo>
                    <a:pt x="5280" y="6000"/>
                    <a:pt x="5280" y="6000"/>
                    <a:pt x="5280" y="6000"/>
                  </a:cubicBezTo>
                  <a:cubicBezTo>
                    <a:pt x="5280" y="6000"/>
                    <a:pt x="5280" y="6000"/>
                    <a:pt x="5280" y="6000"/>
                  </a:cubicBezTo>
                  <a:cubicBezTo>
                    <a:pt x="6240" y="6000"/>
                    <a:pt x="6240" y="6000"/>
                    <a:pt x="6240" y="6000"/>
                  </a:cubicBezTo>
                  <a:cubicBezTo>
                    <a:pt x="6240" y="6299"/>
                    <a:pt x="6240" y="6299"/>
                    <a:pt x="6240" y="6299"/>
                  </a:cubicBezTo>
                  <a:cubicBezTo>
                    <a:pt x="5759" y="6599"/>
                    <a:pt x="5759" y="6599"/>
                    <a:pt x="5759" y="6599"/>
                  </a:cubicBezTo>
                  <a:cubicBezTo>
                    <a:pt x="6240" y="6899"/>
                    <a:pt x="6240" y="6899"/>
                    <a:pt x="6240" y="6899"/>
                  </a:cubicBezTo>
                  <a:cubicBezTo>
                    <a:pt x="6240" y="7199"/>
                    <a:pt x="6240" y="7199"/>
                    <a:pt x="6240" y="7199"/>
                  </a:cubicBezTo>
                  <a:cubicBezTo>
                    <a:pt x="6240" y="7499"/>
                    <a:pt x="6240" y="7499"/>
                    <a:pt x="6240" y="7499"/>
                  </a:cubicBezTo>
                  <a:cubicBezTo>
                    <a:pt x="6240" y="7800"/>
                    <a:pt x="6240" y="7800"/>
                    <a:pt x="6240" y="7800"/>
                  </a:cubicBezTo>
                  <a:cubicBezTo>
                    <a:pt x="6240" y="7800"/>
                    <a:pt x="6240" y="7800"/>
                    <a:pt x="6240" y="7800"/>
                  </a:cubicBezTo>
                  <a:cubicBezTo>
                    <a:pt x="6240" y="8399"/>
                    <a:pt x="6240" y="8399"/>
                    <a:pt x="6240" y="8399"/>
                  </a:cubicBezTo>
                  <a:cubicBezTo>
                    <a:pt x="6240" y="8700"/>
                    <a:pt x="6240" y="8700"/>
                    <a:pt x="6240" y="8700"/>
                  </a:cubicBezTo>
                  <a:cubicBezTo>
                    <a:pt x="6240" y="8999"/>
                    <a:pt x="6240" y="8999"/>
                    <a:pt x="6240" y="8999"/>
                  </a:cubicBezTo>
                  <a:cubicBezTo>
                    <a:pt x="6719" y="8999"/>
                    <a:pt x="6719" y="8999"/>
                    <a:pt x="6719" y="8999"/>
                  </a:cubicBezTo>
                  <a:cubicBezTo>
                    <a:pt x="7199" y="9300"/>
                    <a:pt x="7199" y="9300"/>
                    <a:pt x="7199" y="9300"/>
                  </a:cubicBezTo>
                  <a:cubicBezTo>
                    <a:pt x="7679" y="9599"/>
                    <a:pt x="7679" y="9599"/>
                    <a:pt x="7679" y="9599"/>
                  </a:cubicBezTo>
                  <a:cubicBezTo>
                    <a:pt x="7199" y="9899"/>
                    <a:pt x="7199" y="9899"/>
                    <a:pt x="7199" y="9899"/>
                  </a:cubicBezTo>
                  <a:cubicBezTo>
                    <a:pt x="7679" y="9899"/>
                    <a:pt x="7679" y="9899"/>
                    <a:pt x="7679" y="9899"/>
                  </a:cubicBezTo>
                  <a:cubicBezTo>
                    <a:pt x="8159" y="9899"/>
                    <a:pt x="8159" y="9899"/>
                    <a:pt x="8159" y="9899"/>
                  </a:cubicBezTo>
                  <a:cubicBezTo>
                    <a:pt x="8159" y="10200"/>
                    <a:pt x="8159" y="10200"/>
                    <a:pt x="8159" y="10200"/>
                  </a:cubicBezTo>
                  <a:cubicBezTo>
                    <a:pt x="9119" y="10200"/>
                    <a:pt x="9119" y="10200"/>
                    <a:pt x="9119" y="10200"/>
                  </a:cubicBezTo>
                  <a:cubicBezTo>
                    <a:pt x="9599" y="10499"/>
                    <a:pt x="9599" y="10499"/>
                    <a:pt x="9599" y="10499"/>
                  </a:cubicBezTo>
                  <a:cubicBezTo>
                    <a:pt x="9599" y="10499"/>
                    <a:pt x="9599" y="10499"/>
                    <a:pt x="9599" y="10499"/>
                  </a:cubicBezTo>
                  <a:cubicBezTo>
                    <a:pt x="9599" y="10800"/>
                    <a:pt x="9599" y="10800"/>
                    <a:pt x="9599" y="10800"/>
                  </a:cubicBezTo>
                  <a:cubicBezTo>
                    <a:pt x="9599" y="11099"/>
                    <a:pt x="9599" y="11099"/>
                    <a:pt x="9599" y="11099"/>
                  </a:cubicBezTo>
                  <a:cubicBezTo>
                    <a:pt x="9599" y="11099"/>
                    <a:pt x="9599" y="11099"/>
                    <a:pt x="9599" y="11099"/>
                  </a:cubicBezTo>
                  <a:cubicBezTo>
                    <a:pt x="10080" y="11399"/>
                    <a:pt x="10080" y="11399"/>
                    <a:pt x="10080" y="11399"/>
                  </a:cubicBezTo>
                  <a:cubicBezTo>
                    <a:pt x="9599" y="11399"/>
                    <a:pt x="9599" y="11399"/>
                    <a:pt x="9599" y="11399"/>
                  </a:cubicBezTo>
                  <a:cubicBezTo>
                    <a:pt x="9599" y="11399"/>
                    <a:pt x="9599" y="11399"/>
                    <a:pt x="9599" y="11399"/>
                  </a:cubicBezTo>
                  <a:cubicBezTo>
                    <a:pt x="10080" y="11699"/>
                    <a:pt x="10080" y="11699"/>
                    <a:pt x="10080" y="11699"/>
                  </a:cubicBezTo>
                  <a:cubicBezTo>
                    <a:pt x="10080" y="12000"/>
                    <a:pt x="10080" y="12000"/>
                    <a:pt x="10080" y="12000"/>
                  </a:cubicBezTo>
                  <a:cubicBezTo>
                    <a:pt x="9599" y="11699"/>
                    <a:pt x="9599" y="11699"/>
                    <a:pt x="9599" y="11699"/>
                  </a:cubicBezTo>
                  <a:cubicBezTo>
                    <a:pt x="9119" y="11699"/>
                    <a:pt x="9119" y="11699"/>
                    <a:pt x="9119" y="11699"/>
                  </a:cubicBezTo>
                  <a:cubicBezTo>
                    <a:pt x="8159" y="12000"/>
                    <a:pt x="8159" y="12000"/>
                    <a:pt x="8159" y="12000"/>
                  </a:cubicBezTo>
                  <a:cubicBezTo>
                    <a:pt x="8159" y="12000"/>
                    <a:pt x="8159" y="12000"/>
                    <a:pt x="8159" y="12000"/>
                  </a:cubicBezTo>
                  <a:cubicBezTo>
                    <a:pt x="8159" y="12299"/>
                    <a:pt x="8159" y="12299"/>
                    <a:pt x="8159" y="12299"/>
                  </a:cubicBezTo>
                  <a:cubicBezTo>
                    <a:pt x="8159" y="12599"/>
                    <a:pt x="8159" y="12599"/>
                    <a:pt x="8159" y="12599"/>
                  </a:cubicBezTo>
                  <a:cubicBezTo>
                    <a:pt x="7679" y="12599"/>
                    <a:pt x="7679" y="12599"/>
                    <a:pt x="7679" y="12599"/>
                  </a:cubicBezTo>
                  <a:cubicBezTo>
                    <a:pt x="7199" y="12899"/>
                    <a:pt x="7199" y="12899"/>
                    <a:pt x="7199" y="12899"/>
                  </a:cubicBezTo>
                  <a:cubicBezTo>
                    <a:pt x="7199" y="13199"/>
                    <a:pt x="7199" y="13199"/>
                    <a:pt x="7199" y="13199"/>
                  </a:cubicBezTo>
                  <a:cubicBezTo>
                    <a:pt x="6719" y="13199"/>
                    <a:pt x="6719" y="13199"/>
                    <a:pt x="6719" y="13199"/>
                  </a:cubicBezTo>
                  <a:cubicBezTo>
                    <a:pt x="6719" y="13199"/>
                    <a:pt x="6719" y="13199"/>
                    <a:pt x="6719" y="13199"/>
                  </a:cubicBezTo>
                  <a:cubicBezTo>
                    <a:pt x="6719" y="13199"/>
                    <a:pt x="6719" y="13199"/>
                    <a:pt x="6719" y="13199"/>
                  </a:cubicBezTo>
                  <a:cubicBezTo>
                    <a:pt x="6719" y="13500"/>
                    <a:pt x="6719" y="13500"/>
                    <a:pt x="6719" y="13500"/>
                  </a:cubicBezTo>
                  <a:cubicBezTo>
                    <a:pt x="6719" y="13799"/>
                    <a:pt x="6719" y="13799"/>
                    <a:pt x="6719" y="13799"/>
                  </a:cubicBezTo>
                  <a:cubicBezTo>
                    <a:pt x="6240" y="13799"/>
                    <a:pt x="6240" y="13799"/>
                    <a:pt x="6240" y="13799"/>
                  </a:cubicBezTo>
                  <a:cubicBezTo>
                    <a:pt x="5759" y="13799"/>
                    <a:pt x="5759" y="13799"/>
                    <a:pt x="5759" y="13799"/>
                  </a:cubicBezTo>
                  <a:cubicBezTo>
                    <a:pt x="6240" y="14100"/>
                    <a:pt x="6240" y="14100"/>
                    <a:pt x="6240" y="14100"/>
                  </a:cubicBezTo>
                  <a:cubicBezTo>
                    <a:pt x="6240" y="14399"/>
                    <a:pt x="6240" y="14399"/>
                    <a:pt x="6240" y="14399"/>
                  </a:cubicBezTo>
                  <a:cubicBezTo>
                    <a:pt x="5759" y="14100"/>
                    <a:pt x="5759" y="14100"/>
                    <a:pt x="5759" y="14100"/>
                  </a:cubicBezTo>
                  <a:cubicBezTo>
                    <a:pt x="5759" y="14100"/>
                    <a:pt x="5759" y="14100"/>
                    <a:pt x="5759" y="14100"/>
                  </a:cubicBezTo>
                  <a:cubicBezTo>
                    <a:pt x="5280" y="14100"/>
                    <a:pt x="5280" y="14100"/>
                    <a:pt x="5280" y="14100"/>
                  </a:cubicBezTo>
                  <a:cubicBezTo>
                    <a:pt x="5280" y="14399"/>
                    <a:pt x="5280" y="14399"/>
                    <a:pt x="5280" y="14399"/>
                  </a:cubicBezTo>
                  <a:cubicBezTo>
                    <a:pt x="5280" y="14399"/>
                    <a:pt x="5280" y="14399"/>
                    <a:pt x="5280" y="14399"/>
                  </a:cubicBezTo>
                  <a:cubicBezTo>
                    <a:pt x="4799" y="14399"/>
                    <a:pt x="4799" y="14399"/>
                    <a:pt x="4799" y="14399"/>
                  </a:cubicBezTo>
                  <a:cubicBezTo>
                    <a:pt x="4799" y="14700"/>
                    <a:pt x="4799" y="14700"/>
                    <a:pt x="4799" y="14700"/>
                  </a:cubicBezTo>
                  <a:cubicBezTo>
                    <a:pt x="5280" y="14700"/>
                    <a:pt x="5280" y="14700"/>
                    <a:pt x="5280" y="14700"/>
                  </a:cubicBezTo>
                  <a:cubicBezTo>
                    <a:pt x="5280" y="14700"/>
                    <a:pt x="5280" y="14700"/>
                    <a:pt x="5280" y="14700"/>
                  </a:cubicBezTo>
                  <a:cubicBezTo>
                    <a:pt x="4799" y="14999"/>
                    <a:pt x="4799" y="14999"/>
                    <a:pt x="4799" y="14999"/>
                  </a:cubicBezTo>
                  <a:cubicBezTo>
                    <a:pt x="4799" y="14999"/>
                    <a:pt x="4799" y="14999"/>
                    <a:pt x="4799" y="14999"/>
                  </a:cubicBezTo>
                  <a:cubicBezTo>
                    <a:pt x="4319" y="15299"/>
                    <a:pt x="4319" y="15299"/>
                    <a:pt x="4319" y="15299"/>
                  </a:cubicBezTo>
                  <a:cubicBezTo>
                    <a:pt x="4319" y="15299"/>
                    <a:pt x="4319" y="15299"/>
                    <a:pt x="4319" y="15299"/>
                  </a:cubicBezTo>
                  <a:cubicBezTo>
                    <a:pt x="4319" y="14999"/>
                    <a:pt x="4319" y="14999"/>
                    <a:pt x="4319" y="14999"/>
                  </a:cubicBezTo>
                  <a:cubicBezTo>
                    <a:pt x="3839" y="14999"/>
                    <a:pt x="3839" y="14999"/>
                    <a:pt x="3839" y="14999"/>
                  </a:cubicBezTo>
                  <a:cubicBezTo>
                    <a:pt x="3359" y="14999"/>
                    <a:pt x="3359" y="14999"/>
                    <a:pt x="3359" y="14999"/>
                  </a:cubicBezTo>
                  <a:cubicBezTo>
                    <a:pt x="3839" y="15299"/>
                    <a:pt x="3839" y="15299"/>
                    <a:pt x="3839" y="15299"/>
                  </a:cubicBezTo>
                  <a:cubicBezTo>
                    <a:pt x="3359" y="15299"/>
                    <a:pt x="3359" y="15299"/>
                    <a:pt x="3359" y="15299"/>
                  </a:cubicBezTo>
                  <a:cubicBezTo>
                    <a:pt x="3839" y="15600"/>
                    <a:pt x="3839" y="15600"/>
                    <a:pt x="3839" y="15600"/>
                  </a:cubicBezTo>
                  <a:cubicBezTo>
                    <a:pt x="3359" y="15899"/>
                    <a:pt x="3359" y="15899"/>
                    <a:pt x="3359" y="15899"/>
                  </a:cubicBezTo>
                  <a:cubicBezTo>
                    <a:pt x="3359" y="15899"/>
                    <a:pt x="3359" y="15899"/>
                    <a:pt x="3359" y="15899"/>
                  </a:cubicBezTo>
                  <a:cubicBezTo>
                    <a:pt x="2879" y="16200"/>
                    <a:pt x="2879" y="16200"/>
                    <a:pt x="2879" y="16200"/>
                  </a:cubicBezTo>
                  <a:cubicBezTo>
                    <a:pt x="3359" y="16499"/>
                    <a:pt x="3359" y="16499"/>
                    <a:pt x="3359" y="16499"/>
                  </a:cubicBezTo>
                  <a:cubicBezTo>
                    <a:pt x="3359" y="16499"/>
                    <a:pt x="3359" y="16499"/>
                    <a:pt x="3359" y="16499"/>
                  </a:cubicBezTo>
                  <a:cubicBezTo>
                    <a:pt x="3359" y="16499"/>
                    <a:pt x="3359" y="16499"/>
                    <a:pt x="3359" y="16499"/>
                  </a:cubicBezTo>
                  <a:cubicBezTo>
                    <a:pt x="3359" y="16799"/>
                    <a:pt x="3359" y="16799"/>
                    <a:pt x="3359" y="16799"/>
                  </a:cubicBezTo>
                  <a:cubicBezTo>
                    <a:pt x="3359" y="16799"/>
                    <a:pt x="3359" y="16799"/>
                    <a:pt x="3359" y="16799"/>
                  </a:cubicBezTo>
                  <a:cubicBezTo>
                    <a:pt x="3839" y="16799"/>
                    <a:pt x="3839" y="16799"/>
                    <a:pt x="3839" y="16799"/>
                  </a:cubicBezTo>
                  <a:cubicBezTo>
                    <a:pt x="3839" y="17100"/>
                    <a:pt x="3839" y="17100"/>
                    <a:pt x="3839" y="17100"/>
                  </a:cubicBezTo>
                  <a:cubicBezTo>
                    <a:pt x="3359" y="17100"/>
                    <a:pt x="3359" y="17100"/>
                    <a:pt x="3359" y="17100"/>
                  </a:cubicBezTo>
                  <a:cubicBezTo>
                    <a:pt x="3839" y="17400"/>
                    <a:pt x="3839" y="17400"/>
                    <a:pt x="3839" y="17400"/>
                  </a:cubicBezTo>
                  <a:cubicBezTo>
                    <a:pt x="3839" y="17699"/>
                    <a:pt x="3839" y="17699"/>
                    <a:pt x="3839" y="17699"/>
                  </a:cubicBezTo>
                  <a:cubicBezTo>
                    <a:pt x="3839" y="17999"/>
                    <a:pt x="3839" y="17999"/>
                    <a:pt x="3839" y="17999"/>
                  </a:cubicBezTo>
                  <a:cubicBezTo>
                    <a:pt x="4319" y="17999"/>
                    <a:pt x="4319" y="17999"/>
                    <a:pt x="4319" y="17999"/>
                  </a:cubicBezTo>
                  <a:cubicBezTo>
                    <a:pt x="4319" y="18299"/>
                    <a:pt x="4319" y="18299"/>
                    <a:pt x="4319" y="18299"/>
                  </a:cubicBezTo>
                  <a:cubicBezTo>
                    <a:pt x="4319" y="18600"/>
                    <a:pt x="4319" y="18600"/>
                    <a:pt x="4319" y="18600"/>
                  </a:cubicBezTo>
                  <a:cubicBezTo>
                    <a:pt x="4319" y="18600"/>
                    <a:pt x="4319" y="18600"/>
                    <a:pt x="4319" y="18600"/>
                  </a:cubicBezTo>
                  <a:cubicBezTo>
                    <a:pt x="4319" y="18900"/>
                    <a:pt x="4319" y="18900"/>
                    <a:pt x="4319" y="18900"/>
                  </a:cubicBezTo>
                  <a:cubicBezTo>
                    <a:pt x="3839" y="19199"/>
                    <a:pt x="3839" y="19199"/>
                    <a:pt x="3839" y="19199"/>
                  </a:cubicBezTo>
                  <a:cubicBezTo>
                    <a:pt x="3839" y="19499"/>
                    <a:pt x="3839" y="19499"/>
                    <a:pt x="3839" y="19499"/>
                  </a:cubicBezTo>
                  <a:cubicBezTo>
                    <a:pt x="4319" y="19799"/>
                    <a:pt x="4319" y="19799"/>
                    <a:pt x="4319" y="19799"/>
                  </a:cubicBezTo>
                  <a:cubicBezTo>
                    <a:pt x="3839" y="20100"/>
                    <a:pt x="3839" y="20100"/>
                    <a:pt x="3839" y="20100"/>
                  </a:cubicBezTo>
                  <a:cubicBezTo>
                    <a:pt x="3839" y="20100"/>
                    <a:pt x="3839" y="20100"/>
                    <a:pt x="3839" y="20100"/>
                  </a:cubicBezTo>
                  <a:cubicBezTo>
                    <a:pt x="4319" y="20400"/>
                    <a:pt x="4319" y="20400"/>
                    <a:pt x="4319" y="20400"/>
                  </a:cubicBezTo>
                  <a:cubicBezTo>
                    <a:pt x="4799" y="20100"/>
                    <a:pt x="4799" y="20100"/>
                    <a:pt x="4799" y="20100"/>
                  </a:cubicBezTo>
                  <a:cubicBezTo>
                    <a:pt x="4799" y="20400"/>
                    <a:pt x="4799" y="20400"/>
                    <a:pt x="4799" y="20400"/>
                  </a:cubicBezTo>
                  <a:cubicBezTo>
                    <a:pt x="5280" y="20100"/>
                    <a:pt x="5280" y="20100"/>
                    <a:pt x="5280" y="20100"/>
                  </a:cubicBezTo>
                  <a:cubicBezTo>
                    <a:pt x="5759" y="20400"/>
                    <a:pt x="5759" y="20400"/>
                    <a:pt x="5759" y="20400"/>
                  </a:cubicBezTo>
                  <a:cubicBezTo>
                    <a:pt x="5759" y="20400"/>
                    <a:pt x="5759" y="20400"/>
                    <a:pt x="5759" y="20400"/>
                  </a:cubicBezTo>
                  <a:cubicBezTo>
                    <a:pt x="6240" y="20400"/>
                    <a:pt x="6240" y="20400"/>
                    <a:pt x="6240" y="20400"/>
                  </a:cubicBezTo>
                  <a:cubicBezTo>
                    <a:pt x="6719" y="20400"/>
                    <a:pt x="6719" y="20400"/>
                    <a:pt x="6719" y="20400"/>
                  </a:cubicBezTo>
                  <a:cubicBezTo>
                    <a:pt x="6719" y="20400"/>
                    <a:pt x="6719" y="20400"/>
                    <a:pt x="6719" y="20400"/>
                  </a:cubicBezTo>
                  <a:cubicBezTo>
                    <a:pt x="6719" y="20699"/>
                    <a:pt x="6719" y="20699"/>
                    <a:pt x="6719" y="20699"/>
                  </a:cubicBezTo>
                  <a:cubicBezTo>
                    <a:pt x="7199" y="20699"/>
                    <a:pt x="7199" y="20699"/>
                    <a:pt x="7199" y="20699"/>
                  </a:cubicBezTo>
                  <a:cubicBezTo>
                    <a:pt x="7679" y="20400"/>
                    <a:pt x="7679" y="20400"/>
                    <a:pt x="7679" y="20400"/>
                  </a:cubicBezTo>
                  <a:cubicBezTo>
                    <a:pt x="7679" y="20699"/>
                    <a:pt x="7679" y="20699"/>
                    <a:pt x="7679" y="20699"/>
                  </a:cubicBezTo>
                  <a:cubicBezTo>
                    <a:pt x="7199" y="20999"/>
                    <a:pt x="7199" y="20999"/>
                    <a:pt x="7199" y="20999"/>
                  </a:cubicBezTo>
                  <a:cubicBezTo>
                    <a:pt x="7679" y="21299"/>
                    <a:pt x="7679" y="21299"/>
                    <a:pt x="7679" y="21299"/>
                  </a:cubicBezTo>
                  <a:cubicBezTo>
                    <a:pt x="8159" y="21299"/>
                    <a:pt x="8159" y="21299"/>
                    <a:pt x="8159" y="21299"/>
                  </a:cubicBezTo>
                  <a:cubicBezTo>
                    <a:pt x="7679" y="21600"/>
                    <a:pt x="7679" y="21600"/>
                    <a:pt x="7679" y="21600"/>
                  </a:cubicBezTo>
                  <a:cubicBezTo>
                    <a:pt x="8159" y="21600"/>
                    <a:pt x="8159" y="21600"/>
                    <a:pt x="8159" y="21600"/>
                  </a:cubicBezTo>
                  <a:cubicBezTo>
                    <a:pt x="8159" y="21299"/>
                    <a:pt x="8159" y="21299"/>
                    <a:pt x="8159" y="21299"/>
                  </a:cubicBezTo>
                  <a:cubicBezTo>
                    <a:pt x="8159" y="21299"/>
                    <a:pt x="8159" y="21299"/>
                    <a:pt x="8159" y="21299"/>
                  </a:cubicBezTo>
                  <a:cubicBezTo>
                    <a:pt x="8639" y="21600"/>
                    <a:pt x="8639" y="21600"/>
                    <a:pt x="8639" y="21600"/>
                  </a:cubicBezTo>
                  <a:cubicBezTo>
                    <a:pt x="8639" y="21299"/>
                    <a:pt x="8639" y="21299"/>
                    <a:pt x="8639" y="21299"/>
                  </a:cubicBezTo>
                  <a:cubicBezTo>
                    <a:pt x="9119" y="21299"/>
                    <a:pt x="9119" y="21299"/>
                    <a:pt x="9119" y="21299"/>
                  </a:cubicBezTo>
                  <a:cubicBezTo>
                    <a:pt x="9599" y="20999"/>
                    <a:pt x="9599" y="20999"/>
                    <a:pt x="9599" y="20999"/>
                  </a:cubicBezTo>
                  <a:cubicBezTo>
                    <a:pt x="10080" y="20999"/>
                    <a:pt x="10080" y="20999"/>
                    <a:pt x="10080" y="20999"/>
                  </a:cubicBezTo>
                  <a:cubicBezTo>
                    <a:pt x="11040" y="20699"/>
                    <a:pt x="11040" y="20699"/>
                    <a:pt x="11040" y="20699"/>
                  </a:cubicBezTo>
                  <a:cubicBezTo>
                    <a:pt x="11040" y="20699"/>
                    <a:pt x="11040" y="20699"/>
                    <a:pt x="11040" y="20699"/>
                  </a:cubicBezTo>
                  <a:cubicBezTo>
                    <a:pt x="11520" y="20699"/>
                    <a:pt x="11520" y="20699"/>
                    <a:pt x="11520" y="20699"/>
                  </a:cubicBezTo>
                  <a:cubicBezTo>
                    <a:pt x="12000" y="20699"/>
                    <a:pt x="12000" y="20699"/>
                    <a:pt x="12000" y="20699"/>
                  </a:cubicBezTo>
                  <a:cubicBezTo>
                    <a:pt x="12480" y="20400"/>
                    <a:pt x="12480" y="20400"/>
                    <a:pt x="12480" y="20400"/>
                  </a:cubicBezTo>
                  <a:cubicBezTo>
                    <a:pt x="12480" y="20400"/>
                    <a:pt x="12480" y="20400"/>
                    <a:pt x="12480" y="20400"/>
                  </a:cubicBezTo>
                  <a:cubicBezTo>
                    <a:pt x="12480" y="20699"/>
                    <a:pt x="12480" y="20699"/>
                    <a:pt x="12480" y="20699"/>
                  </a:cubicBezTo>
                  <a:cubicBezTo>
                    <a:pt x="12480" y="20699"/>
                    <a:pt x="12480" y="20699"/>
                    <a:pt x="12480" y="20699"/>
                  </a:cubicBezTo>
                  <a:cubicBezTo>
                    <a:pt x="12480" y="20400"/>
                    <a:pt x="12480" y="20400"/>
                    <a:pt x="12480" y="20400"/>
                  </a:cubicBezTo>
                  <a:cubicBezTo>
                    <a:pt x="12960" y="20400"/>
                    <a:pt x="12960" y="20400"/>
                    <a:pt x="12960" y="20400"/>
                  </a:cubicBezTo>
                  <a:cubicBezTo>
                    <a:pt x="12480" y="20400"/>
                    <a:pt x="12480" y="20400"/>
                    <a:pt x="12480" y="20400"/>
                  </a:cubicBezTo>
                  <a:cubicBezTo>
                    <a:pt x="12960" y="20100"/>
                    <a:pt x="12960" y="20100"/>
                    <a:pt x="12960" y="20100"/>
                  </a:cubicBezTo>
                  <a:cubicBezTo>
                    <a:pt x="12960" y="20400"/>
                    <a:pt x="12960" y="20400"/>
                    <a:pt x="12960" y="20400"/>
                  </a:cubicBezTo>
                  <a:cubicBezTo>
                    <a:pt x="13439" y="20400"/>
                    <a:pt x="13439" y="20400"/>
                    <a:pt x="13439" y="20400"/>
                  </a:cubicBezTo>
                  <a:cubicBezTo>
                    <a:pt x="13439" y="20100"/>
                    <a:pt x="13439" y="20100"/>
                    <a:pt x="13439" y="20100"/>
                  </a:cubicBezTo>
                  <a:cubicBezTo>
                    <a:pt x="13439" y="20400"/>
                    <a:pt x="13439" y="20400"/>
                    <a:pt x="13439" y="20400"/>
                  </a:cubicBezTo>
                  <a:cubicBezTo>
                    <a:pt x="13919" y="20400"/>
                    <a:pt x="13919" y="20400"/>
                    <a:pt x="13919" y="20400"/>
                  </a:cubicBezTo>
                  <a:cubicBezTo>
                    <a:pt x="13919" y="20400"/>
                    <a:pt x="13919" y="20400"/>
                    <a:pt x="13919" y="20400"/>
                  </a:cubicBezTo>
                  <a:cubicBezTo>
                    <a:pt x="14399" y="20400"/>
                    <a:pt x="14399" y="20400"/>
                    <a:pt x="14399" y="20400"/>
                  </a:cubicBezTo>
                  <a:cubicBezTo>
                    <a:pt x="14399" y="20400"/>
                    <a:pt x="14399" y="20400"/>
                    <a:pt x="14399" y="20400"/>
                  </a:cubicBezTo>
                  <a:cubicBezTo>
                    <a:pt x="14399" y="20400"/>
                    <a:pt x="14399" y="20400"/>
                    <a:pt x="14399" y="20400"/>
                  </a:cubicBezTo>
                  <a:cubicBezTo>
                    <a:pt x="14879" y="20100"/>
                    <a:pt x="14879" y="20100"/>
                    <a:pt x="14879" y="20100"/>
                  </a:cubicBezTo>
                  <a:cubicBezTo>
                    <a:pt x="15359" y="20400"/>
                    <a:pt x="15359" y="20400"/>
                    <a:pt x="15359" y="20400"/>
                  </a:cubicBezTo>
                  <a:cubicBezTo>
                    <a:pt x="15839" y="20400"/>
                    <a:pt x="15839" y="20400"/>
                    <a:pt x="15839" y="20400"/>
                  </a:cubicBezTo>
                  <a:cubicBezTo>
                    <a:pt x="16319" y="20100"/>
                    <a:pt x="16319" y="20100"/>
                    <a:pt x="16319" y="20100"/>
                  </a:cubicBezTo>
                  <a:cubicBezTo>
                    <a:pt x="15839" y="20100"/>
                    <a:pt x="15839" y="20100"/>
                    <a:pt x="15839" y="20100"/>
                  </a:cubicBezTo>
                  <a:cubicBezTo>
                    <a:pt x="16319" y="20100"/>
                    <a:pt x="16319" y="20100"/>
                    <a:pt x="16319" y="20100"/>
                  </a:cubicBezTo>
                  <a:cubicBezTo>
                    <a:pt x="16319" y="20100"/>
                    <a:pt x="16319" y="20100"/>
                    <a:pt x="16319" y="20100"/>
                  </a:cubicBezTo>
                  <a:cubicBezTo>
                    <a:pt x="16319" y="20400"/>
                    <a:pt x="16319" y="20400"/>
                    <a:pt x="16319" y="20400"/>
                  </a:cubicBezTo>
                  <a:cubicBezTo>
                    <a:pt x="16799" y="20400"/>
                    <a:pt x="16799" y="20400"/>
                    <a:pt x="16799" y="20400"/>
                  </a:cubicBezTo>
                  <a:cubicBezTo>
                    <a:pt x="16799" y="20400"/>
                    <a:pt x="16799" y="20100"/>
                    <a:pt x="17279" y="20100"/>
                  </a:cubicBezTo>
                  <a:close/>
                  <a:moveTo>
                    <a:pt x="9119" y="11399"/>
                  </a:moveTo>
                  <a:cubicBezTo>
                    <a:pt x="9119" y="11399"/>
                    <a:pt x="9119" y="11399"/>
                    <a:pt x="9119" y="11399"/>
                  </a:cubicBezTo>
                  <a:cubicBezTo>
                    <a:pt x="8639" y="11399"/>
                    <a:pt x="8639" y="11399"/>
                    <a:pt x="8639" y="11399"/>
                  </a:cubicBezTo>
                  <a:cubicBezTo>
                    <a:pt x="8159" y="11099"/>
                    <a:pt x="8159" y="11099"/>
                    <a:pt x="8159" y="11099"/>
                  </a:cubicBezTo>
                  <a:cubicBezTo>
                    <a:pt x="8639" y="11099"/>
                    <a:pt x="8639" y="11099"/>
                    <a:pt x="8639" y="11099"/>
                  </a:cubicBezTo>
                  <a:cubicBezTo>
                    <a:pt x="9119" y="11099"/>
                    <a:pt x="9119" y="11099"/>
                    <a:pt x="9119" y="11099"/>
                  </a:cubicBezTo>
                  <a:cubicBezTo>
                    <a:pt x="9119" y="11099"/>
                    <a:pt x="9119" y="11099"/>
                    <a:pt x="9119" y="11099"/>
                  </a:cubicBezTo>
                  <a:cubicBezTo>
                    <a:pt x="9119" y="11099"/>
                    <a:pt x="9119" y="11099"/>
                    <a:pt x="9119" y="11099"/>
                  </a:cubicBezTo>
                  <a:cubicBezTo>
                    <a:pt x="9119" y="11399"/>
                    <a:pt x="9119" y="11399"/>
                    <a:pt x="9119" y="11399"/>
                  </a:cubicBezTo>
                  <a:close/>
                  <a:moveTo>
                    <a:pt x="3359" y="14700"/>
                  </a:moveTo>
                  <a:cubicBezTo>
                    <a:pt x="3359" y="14700"/>
                    <a:pt x="3359" y="14700"/>
                    <a:pt x="3359" y="14700"/>
                  </a:cubicBezTo>
                  <a:cubicBezTo>
                    <a:pt x="3359" y="14700"/>
                    <a:pt x="3359" y="14700"/>
                    <a:pt x="3359" y="14700"/>
                  </a:cubicBezTo>
                  <a:cubicBezTo>
                    <a:pt x="3359" y="14999"/>
                    <a:pt x="3359" y="14999"/>
                    <a:pt x="3359" y="14999"/>
                  </a:cubicBezTo>
                  <a:cubicBezTo>
                    <a:pt x="3359" y="14700"/>
                    <a:pt x="3359" y="14700"/>
                    <a:pt x="3359" y="14700"/>
                  </a:cubicBezTo>
                  <a:close/>
                  <a:moveTo>
                    <a:pt x="2879" y="14999"/>
                  </a:moveTo>
                  <a:cubicBezTo>
                    <a:pt x="3359" y="14999"/>
                    <a:pt x="3359" y="14999"/>
                    <a:pt x="3359" y="14999"/>
                  </a:cubicBezTo>
                  <a:cubicBezTo>
                    <a:pt x="3359" y="14999"/>
                    <a:pt x="3359" y="14999"/>
                    <a:pt x="3359" y="14999"/>
                  </a:cubicBezTo>
                  <a:cubicBezTo>
                    <a:pt x="3359" y="15299"/>
                    <a:pt x="3359" y="15299"/>
                    <a:pt x="3359" y="15299"/>
                  </a:cubicBezTo>
                  <a:cubicBezTo>
                    <a:pt x="2879" y="15299"/>
                    <a:pt x="2879" y="15299"/>
                    <a:pt x="2879" y="15299"/>
                  </a:cubicBezTo>
                  <a:cubicBezTo>
                    <a:pt x="2879" y="14999"/>
                    <a:pt x="2879" y="14999"/>
                    <a:pt x="2879" y="14999"/>
                  </a:cubicBezTo>
                  <a:cubicBezTo>
                    <a:pt x="2879" y="14999"/>
                    <a:pt x="2879" y="14999"/>
                    <a:pt x="2879" y="14999"/>
                  </a:cubicBezTo>
                  <a:close/>
                  <a:moveTo>
                    <a:pt x="7199" y="21299"/>
                  </a:moveTo>
                  <a:cubicBezTo>
                    <a:pt x="7679" y="21299"/>
                    <a:pt x="7679" y="21299"/>
                    <a:pt x="7679" y="21299"/>
                  </a:cubicBezTo>
                  <a:cubicBezTo>
                    <a:pt x="7199" y="21600"/>
                    <a:pt x="7199" y="21600"/>
                    <a:pt x="7199" y="21600"/>
                  </a:cubicBezTo>
                  <a:cubicBezTo>
                    <a:pt x="7199" y="21299"/>
                    <a:pt x="7199" y="21299"/>
                    <a:pt x="7199" y="21299"/>
                  </a:cubicBezTo>
                  <a:cubicBezTo>
                    <a:pt x="7199" y="21299"/>
                    <a:pt x="7199" y="21299"/>
                    <a:pt x="7199" y="21299"/>
                  </a:cubicBezTo>
                  <a:cubicBezTo>
                    <a:pt x="7199" y="21299"/>
                    <a:pt x="7199" y="21299"/>
                    <a:pt x="7199" y="21299"/>
                  </a:cubicBezTo>
                  <a:close/>
                  <a:moveTo>
                    <a:pt x="6719" y="20999"/>
                  </a:moveTo>
                  <a:cubicBezTo>
                    <a:pt x="6719" y="20999"/>
                    <a:pt x="6719" y="21299"/>
                    <a:pt x="6719" y="21299"/>
                  </a:cubicBezTo>
                  <a:cubicBezTo>
                    <a:pt x="6719" y="21299"/>
                    <a:pt x="6719" y="21299"/>
                    <a:pt x="6719" y="21299"/>
                  </a:cubicBezTo>
                  <a:cubicBezTo>
                    <a:pt x="6719" y="20999"/>
                    <a:pt x="6719" y="20999"/>
                    <a:pt x="6719" y="20999"/>
                  </a:cubicBezTo>
                  <a:close/>
                  <a:moveTo>
                    <a:pt x="5759" y="20699"/>
                  </a:moveTo>
                  <a:cubicBezTo>
                    <a:pt x="6719" y="20699"/>
                    <a:pt x="6719" y="20699"/>
                    <a:pt x="6719" y="20699"/>
                  </a:cubicBezTo>
                  <a:cubicBezTo>
                    <a:pt x="6719" y="20699"/>
                    <a:pt x="6719" y="20699"/>
                    <a:pt x="6719" y="20699"/>
                  </a:cubicBezTo>
                  <a:cubicBezTo>
                    <a:pt x="6240" y="20999"/>
                    <a:pt x="6240" y="20999"/>
                    <a:pt x="6240" y="20999"/>
                  </a:cubicBezTo>
                  <a:cubicBezTo>
                    <a:pt x="5759" y="20999"/>
                    <a:pt x="5759" y="20999"/>
                    <a:pt x="5759" y="20999"/>
                  </a:cubicBezTo>
                  <a:cubicBezTo>
                    <a:pt x="5759" y="20699"/>
                    <a:pt x="5759" y="20699"/>
                    <a:pt x="5759" y="20699"/>
                  </a:cubicBezTo>
                  <a:close/>
                  <a:moveTo>
                    <a:pt x="5280" y="20400"/>
                  </a:moveTo>
                  <a:cubicBezTo>
                    <a:pt x="5280" y="20699"/>
                    <a:pt x="5280" y="20699"/>
                    <a:pt x="5280" y="20699"/>
                  </a:cubicBezTo>
                  <a:cubicBezTo>
                    <a:pt x="5280" y="20699"/>
                    <a:pt x="5280" y="20699"/>
                    <a:pt x="5280" y="20699"/>
                  </a:cubicBezTo>
                  <a:cubicBezTo>
                    <a:pt x="5280" y="20400"/>
                    <a:pt x="5280" y="20400"/>
                    <a:pt x="5280" y="20400"/>
                  </a:cubicBezTo>
                  <a:cubicBezTo>
                    <a:pt x="5280" y="20400"/>
                    <a:pt x="5280" y="20400"/>
                    <a:pt x="5280" y="20400"/>
                  </a:cubicBezTo>
                  <a:close/>
                  <a:moveTo>
                    <a:pt x="4319" y="20400"/>
                  </a:moveTo>
                  <a:cubicBezTo>
                    <a:pt x="4319" y="20400"/>
                    <a:pt x="4319" y="20400"/>
                    <a:pt x="4319" y="20400"/>
                  </a:cubicBezTo>
                  <a:cubicBezTo>
                    <a:pt x="4319" y="20400"/>
                    <a:pt x="4319" y="20400"/>
                    <a:pt x="4319" y="20400"/>
                  </a:cubicBezTo>
                  <a:cubicBezTo>
                    <a:pt x="4319" y="20400"/>
                    <a:pt x="4319" y="20400"/>
                    <a:pt x="4319" y="20400"/>
                  </a:cubicBezTo>
                  <a:close/>
                  <a:moveTo>
                    <a:pt x="1439" y="20699"/>
                  </a:moveTo>
                  <a:cubicBezTo>
                    <a:pt x="1919" y="20999"/>
                    <a:pt x="1919" y="20999"/>
                    <a:pt x="1919" y="20999"/>
                  </a:cubicBezTo>
                  <a:cubicBezTo>
                    <a:pt x="1919" y="20699"/>
                    <a:pt x="1919" y="20699"/>
                    <a:pt x="1919" y="20699"/>
                  </a:cubicBezTo>
                  <a:cubicBezTo>
                    <a:pt x="1439" y="20699"/>
                    <a:pt x="1439" y="20699"/>
                    <a:pt x="1439" y="20699"/>
                  </a:cubicBezTo>
                  <a:cubicBezTo>
                    <a:pt x="1439" y="20400"/>
                    <a:pt x="1439" y="20400"/>
                    <a:pt x="1439" y="20400"/>
                  </a:cubicBezTo>
                  <a:cubicBezTo>
                    <a:pt x="1919" y="20400"/>
                    <a:pt x="1919" y="20400"/>
                    <a:pt x="1919" y="20400"/>
                  </a:cubicBezTo>
                  <a:cubicBezTo>
                    <a:pt x="2399" y="20699"/>
                    <a:pt x="2399" y="20699"/>
                    <a:pt x="2399" y="20699"/>
                  </a:cubicBezTo>
                  <a:cubicBezTo>
                    <a:pt x="2399" y="20999"/>
                    <a:pt x="2399" y="20999"/>
                    <a:pt x="2399" y="20999"/>
                  </a:cubicBezTo>
                  <a:cubicBezTo>
                    <a:pt x="2399" y="20999"/>
                    <a:pt x="2399" y="20999"/>
                    <a:pt x="2399" y="20999"/>
                  </a:cubicBezTo>
                  <a:cubicBezTo>
                    <a:pt x="1919" y="20999"/>
                    <a:pt x="1919" y="20999"/>
                    <a:pt x="1919" y="20999"/>
                  </a:cubicBezTo>
                  <a:cubicBezTo>
                    <a:pt x="2399" y="21299"/>
                    <a:pt x="2399" y="21299"/>
                    <a:pt x="2399" y="21299"/>
                  </a:cubicBezTo>
                  <a:cubicBezTo>
                    <a:pt x="2399" y="20999"/>
                    <a:pt x="2399" y="20999"/>
                    <a:pt x="2399" y="20999"/>
                  </a:cubicBezTo>
                  <a:cubicBezTo>
                    <a:pt x="2879" y="21299"/>
                    <a:pt x="2879" y="21299"/>
                    <a:pt x="2879" y="21299"/>
                  </a:cubicBezTo>
                  <a:cubicBezTo>
                    <a:pt x="2399" y="21299"/>
                    <a:pt x="2399" y="21299"/>
                    <a:pt x="2399" y="21299"/>
                  </a:cubicBezTo>
                  <a:cubicBezTo>
                    <a:pt x="1919" y="21299"/>
                    <a:pt x="1919" y="21299"/>
                    <a:pt x="1919" y="21299"/>
                  </a:cubicBezTo>
                  <a:cubicBezTo>
                    <a:pt x="1439" y="21299"/>
                    <a:pt x="1439" y="21299"/>
                    <a:pt x="1439" y="21299"/>
                  </a:cubicBezTo>
                  <a:cubicBezTo>
                    <a:pt x="1439" y="20999"/>
                    <a:pt x="1439" y="20999"/>
                    <a:pt x="1439" y="20999"/>
                  </a:cubicBezTo>
                  <a:cubicBezTo>
                    <a:pt x="959" y="20999"/>
                    <a:pt x="959" y="20999"/>
                    <a:pt x="959" y="20999"/>
                  </a:cubicBezTo>
                  <a:lnTo>
                    <a:pt x="1439" y="206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5" name="AutoShape 39"/>
            <p:cNvSpPr>
              <a:spLocks/>
            </p:cNvSpPr>
            <p:nvPr/>
          </p:nvSpPr>
          <p:spPr bwMode="auto">
            <a:xfrm>
              <a:off x="12123249" y="3406666"/>
              <a:ext cx="342354" cy="200164"/>
            </a:xfrm>
            <a:custGeom>
              <a:avLst/>
              <a:gdLst>
                <a:gd name="T0" fmla="*/ 171177 w 21600"/>
                <a:gd name="T1" fmla="*/ 100082 h 21600"/>
                <a:gd name="T2" fmla="*/ 171177 w 21600"/>
                <a:gd name="T3" fmla="*/ 100082 h 21600"/>
                <a:gd name="T4" fmla="*/ 171177 w 21600"/>
                <a:gd name="T5" fmla="*/ 100082 h 21600"/>
                <a:gd name="T6" fmla="*/ 171177 w 21600"/>
                <a:gd name="T7" fmla="*/ 1000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37" y="21599"/>
                  </a:moveTo>
                  <a:lnTo>
                    <a:pt x="21599" y="20329"/>
                  </a:lnTo>
                  <a:lnTo>
                    <a:pt x="20837" y="18635"/>
                  </a:lnTo>
                  <a:lnTo>
                    <a:pt x="21599" y="18635"/>
                  </a:lnTo>
                  <a:lnTo>
                    <a:pt x="21599" y="16941"/>
                  </a:lnTo>
                  <a:lnTo>
                    <a:pt x="19821" y="12282"/>
                  </a:lnTo>
                  <a:lnTo>
                    <a:pt x="19821" y="7623"/>
                  </a:lnTo>
                  <a:lnTo>
                    <a:pt x="20837" y="5929"/>
                  </a:lnTo>
                  <a:lnTo>
                    <a:pt x="20837" y="4658"/>
                  </a:lnTo>
                  <a:lnTo>
                    <a:pt x="21599" y="2964"/>
                  </a:lnTo>
                  <a:lnTo>
                    <a:pt x="21599" y="1270"/>
                  </a:lnTo>
                  <a:lnTo>
                    <a:pt x="21599" y="2964"/>
                  </a:lnTo>
                  <a:lnTo>
                    <a:pt x="18042" y="2964"/>
                  </a:lnTo>
                  <a:lnTo>
                    <a:pt x="16009" y="1270"/>
                  </a:lnTo>
                  <a:lnTo>
                    <a:pt x="15247" y="1270"/>
                  </a:lnTo>
                  <a:lnTo>
                    <a:pt x="14230" y="0"/>
                  </a:lnTo>
                  <a:lnTo>
                    <a:pt x="13214" y="1270"/>
                  </a:lnTo>
                  <a:lnTo>
                    <a:pt x="12197" y="0"/>
                  </a:lnTo>
                  <a:lnTo>
                    <a:pt x="12197" y="1270"/>
                  </a:lnTo>
                  <a:lnTo>
                    <a:pt x="11435" y="2964"/>
                  </a:lnTo>
                  <a:lnTo>
                    <a:pt x="11435" y="1270"/>
                  </a:lnTo>
                  <a:lnTo>
                    <a:pt x="9402" y="1270"/>
                  </a:lnTo>
                  <a:lnTo>
                    <a:pt x="9402" y="2964"/>
                  </a:lnTo>
                  <a:lnTo>
                    <a:pt x="6607" y="2964"/>
                  </a:lnTo>
                  <a:lnTo>
                    <a:pt x="5844" y="4658"/>
                  </a:lnTo>
                  <a:lnTo>
                    <a:pt x="4828" y="5929"/>
                  </a:lnTo>
                  <a:lnTo>
                    <a:pt x="5844" y="9317"/>
                  </a:lnTo>
                  <a:lnTo>
                    <a:pt x="6607" y="9317"/>
                  </a:lnTo>
                  <a:lnTo>
                    <a:pt x="6607" y="11011"/>
                  </a:lnTo>
                  <a:lnTo>
                    <a:pt x="5844" y="11011"/>
                  </a:lnTo>
                  <a:lnTo>
                    <a:pt x="5844" y="12282"/>
                  </a:lnTo>
                  <a:lnTo>
                    <a:pt x="6607" y="13976"/>
                  </a:lnTo>
                  <a:lnTo>
                    <a:pt x="7623" y="15670"/>
                  </a:lnTo>
                  <a:lnTo>
                    <a:pt x="8639" y="15670"/>
                  </a:lnTo>
                  <a:lnTo>
                    <a:pt x="8639" y="13976"/>
                  </a:lnTo>
                  <a:lnTo>
                    <a:pt x="9402" y="12282"/>
                  </a:lnTo>
                  <a:lnTo>
                    <a:pt x="9402" y="13976"/>
                  </a:lnTo>
                  <a:lnTo>
                    <a:pt x="8639" y="16941"/>
                  </a:lnTo>
                  <a:lnTo>
                    <a:pt x="8639" y="18635"/>
                  </a:lnTo>
                  <a:lnTo>
                    <a:pt x="9402" y="16941"/>
                  </a:lnTo>
                  <a:lnTo>
                    <a:pt x="10418" y="16941"/>
                  </a:lnTo>
                  <a:lnTo>
                    <a:pt x="11435" y="15670"/>
                  </a:lnTo>
                  <a:lnTo>
                    <a:pt x="12197" y="16941"/>
                  </a:lnTo>
                  <a:lnTo>
                    <a:pt x="13214" y="16941"/>
                  </a:lnTo>
                  <a:lnTo>
                    <a:pt x="13214" y="15670"/>
                  </a:lnTo>
                  <a:lnTo>
                    <a:pt x="14230" y="16941"/>
                  </a:lnTo>
                  <a:lnTo>
                    <a:pt x="15247" y="18635"/>
                  </a:lnTo>
                  <a:lnTo>
                    <a:pt x="16009" y="18635"/>
                  </a:lnTo>
                  <a:lnTo>
                    <a:pt x="17025" y="20329"/>
                  </a:lnTo>
                  <a:lnTo>
                    <a:pt x="17025" y="21599"/>
                  </a:lnTo>
                  <a:lnTo>
                    <a:pt x="20837" y="21599"/>
                  </a:lnTo>
                  <a:close/>
                  <a:moveTo>
                    <a:pt x="3811" y="7623"/>
                  </a:moveTo>
                  <a:lnTo>
                    <a:pt x="4828" y="7623"/>
                  </a:lnTo>
                  <a:lnTo>
                    <a:pt x="3811" y="7623"/>
                  </a:lnTo>
                  <a:close/>
                  <a:moveTo>
                    <a:pt x="2032" y="11011"/>
                  </a:moveTo>
                  <a:lnTo>
                    <a:pt x="2032" y="9317"/>
                  </a:lnTo>
                  <a:lnTo>
                    <a:pt x="0" y="9317"/>
                  </a:lnTo>
                  <a:lnTo>
                    <a:pt x="1016" y="7623"/>
                  </a:lnTo>
                  <a:lnTo>
                    <a:pt x="3811" y="7623"/>
                  </a:lnTo>
                  <a:lnTo>
                    <a:pt x="3811" y="9317"/>
                  </a:lnTo>
                  <a:lnTo>
                    <a:pt x="2795" y="9317"/>
                  </a:lnTo>
                  <a:lnTo>
                    <a:pt x="2032" y="11011"/>
                  </a:lnTo>
                  <a:close/>
                  <a:moveTo>
                    <a:pt x="3811" y="11011"/>
                  </a:moveTo>
                  <a:lnTo>
                    <a:pt x="4828" y="11011"/>
                  </a:lnTo>
                  <a:lnTo>
                    <a:pt x="5844" y="12282"/>
                  </a:lnTo>
                  <a:lnTo>
                    <a:pt x="4828" y="12282"/>
                  </a:lnTo>
                  <a:lnTo>
                    <a:pt x="3811" y="11011"/>
                  </a:lnTo>
                  <a:close/>
                  <a:moveTo>
                    <a:pt x="0" y="18635"/>
                  </a:moveTo>
                  <a:lnTo>
                    <a:pt x="1016" y="16941"/>
                  </a:lnTo>
                  <a:lnTo>
                    <a:pt x="2032" y="15670"/>
                  </a:lnTo>
                  <a:lnTo>
                    <a:pt x="2795" y="15670"/>
                  </a:lnTo>
                  <a:lnTo>
                    <a:pt x="3811" y="13976"/>
                  </a:lnTo>
                  <a:lnTo>
                    <a:pt x="3811" y="12282"/>
                  </a:lnTo>
                  <a:lnTo>
                    <a:pt x="4828" y="12282"/>
                  </a:lnTo>
                  <a:lnTo>
                    <a:pt x="3811" y="12282"/>
                  </a:lnTo>
                  <a:lnTo>
                    <a:pt x="3811" y="11011"/>
                  </a:lnTo>
                  <a:lnTo>
                    <a:pt x="2032" y="11011"/>
                  </a:lnTo>
                  <a:lnTo>
                    <a:pt x="1016" y="12282"/>
                  </a:lnTo>
                  <a:lnTo>
                    <a:pt x="0" y="12282"/>
                  </a:lnTo>
                  <a:lnTo>
                    <a:pt x="0" y="15670"/>
                  </a:lnTo>
                  <a:lnTo>
                    <a:pt x="1016" y="15670"/>
                  </a:lnTo>
                  <a:lnTo>
                    <a:pt x="1016" y="16941"/>
                  </a:lnTo>
                  <a:lnTo>
                    <a:pt x="0" y="16941"/>
                  </a:lnTo>
                  <a:lnTo>
                    <a:pt x="0" y="18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6" name="AutoShape 40"/>
            <p:cNvSpPr>
              <a:spLocks/>
            </p:cNvSpPr>
            <p:nvPr/>
          </p:nvSpPr>
          <p:spPr bwMode="auto">
            <a:xfrm>
              <a:off x="12078946" y="3551880"/>
              <a:ext cx="418879" cy="204088"/>
            </a:xfrm>
            <a:custGeom>
              <a:avLst/>
              <a:gdLst>
                <a:gd name="T0" fmla="*/ 209440 w 21600"/>
                <a:gd name="T1" fmla="*/ 102044 h 21600"/>
                <a:gd name="T2" fmla="*/ 209440 w 21600"/>
                <a:gd name="T3" fmla="*/ 102044 h 21600"/>
                <a:gd name="T4" fmla="*/ 209440 w 21600"/>
                <a:gd name="T5" fmla="*/ 102044 h 21600"/>
                <a:gd name="T6" fmla="*/ 209440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6615"/>
                  </a:moveTo>
                  <a:lnTo>
                    <a:pt x="21600" y="13707"/>
                  </a:lnTo>
                  <a:lnTo>
                    <a:pt x="20769" y="12046"/>
                  </a:lnTo>
                  <a:lnTo>
                    <a:pt x="19938" y="10800"/>
                  </a:lnTo>
                  <a:lnTo>
                    <a:pt x="19938" y="5815"/>
                  </a:lnTo>
                  <a:lnTo>
                    <a:pt x="16200" y="5815"/>
                  </a:lnTo>
                  <a:lnTo>
                    <a:pt x="16200" y="4569"/>
                  </a:lnTo>
                  <a:lnTo>
                    <a:pt x="15369" y="2907"/>
                  </a:lnTo>
                  <a:lnTo>
                    <a:pt x="14746" y="2907"/>
                  </a:lnTo>
                  <a:lnTo>
                    <a:pt x="13915" y="1246"/>
                  </a:lnTo>
                  <a:lnTo>
                    <a:pt x="13084" y="0"/>
                  </a:lnTo>
                  <a:lnTo>
                    <a:pt x="13084" y="1246"/>
                  </a:lnTo>
                  <a:lnTo>
                    <a:pt x="12253" y="1246"/>
                  </a:lnTo>
                  <a:lnTo>
                    <a:pt x="11630" y="0"/>
                  </a:lnTo>
                  <a:lnTo>
                    <a:pt x="10800" y="1246"/>
                  </a:lnTo>
                  <a:lnTo>
                    <a:pt x="9969" y="1246"/>
                  </a:lnTo>
                  <a:lnTo>
                    <a:pt x="9346" y="2907"/>
                  </a:lnTo>
                  <a:lnTo>
                    <a:pt x="9346" y="4569"/>
                  </a:lnTo>
                  <a:lnTo>
                    <a:pt x="9969" y="5815"/>
                  </a:lnTo>
                  <a:lnTo>
                    <a:pt x="9346" y="9138"/>
                  </a:lnTo>
                  <a:lnTo>
                    <a:pt x="8515" y="10800"/>
                  </a:lnTo>
                  <a:lnTo>
                    <a:pt x="7684" y="10800"/>
                  </a:lnTo>
                  <a:lnTo>
                    <a:pt x="7061" y="9138"/>
                  </a:lnTo>
                  <a:lnTo>
                    <a:pt x="7061" y="7476"/>
                  </a:lnTo>
                  <a:lnTo>
                    <a:pt x="5399" y="4569"/>
                  </a:lnTo>
                  <a:lnTo>
                    <a:pt x="5399" y="2907"/>
                  </a:lnTo>
                  <a:lnTo>
                    <a:pt x="4569" y="2907"/>
                  </a:lnTo>
                  <a:lnTo>
                    <a:pt x="3946" y="4569"/>
                  </a:lnTo>
                  <a:lnTo>
                    <a:pt x="3115" y="4569"/>
                  </a:lnTo>
                  <a:lnTo>
                    <a:pt x="3115" y="5815"/>
                  </a:lnTo>
                  <a:lnTo>
                    <a:pt x="2284" y="5815"/>
                  </a:lnTo>
                  <a:lnTo>
                    <a:pt x="1661" y="7476"/>
                  </a:lnTo>
                  <a:lnTo>
                    <a:pt x="1661" y="10800"/>
                  </a:lnTo>
                  <a:lnTo>
                    <a:pt x="830" y="12046"/>
                  </a:lnTo>
                  <a:lnTo>
                    <a:pt x="830" y="15369"/>
                  </a:lnTo>
                  <a:lnTo>
                    <a:pt x="0" y="15369"/>
                  </a:lnTo>
                  <a:lnTo>
                    <a:pt x="830" y="18276"/>
                  </a:lnTo>
                  <a:lnTo>
                    <a:pt x="830" y="19938"/>
                  </a:lnTo>
                  <a:lnTo>
                    <a:pt x="1661" y="18276"/>
                  </a:lnTo>
                  <a:lnTo>
                    <a:pt x="2284" y="16615"/>
                  </a:lnTo>
                  <a:lnTo>
                    <a:pt x="3946" y="15369"/>
                  </a:lnTo>
                  <a:lnTo>
                    <a:pt x="6230" y="15369"/>
                  </a:lnTo>
                  <a:lnTo>
                    <a:pt x="7061" y="16615"/>
                  </a:lnTo>
                  <a:lnTo>
                    <a:pt x="7684" y="15369"/>
                  </a:lnTo>
                  <a:lnTo>
                    <a:pt x="8515" y="15369"/>
                  </a:lnTo>
                  <a:lnTo>
                    <a:pt x="9346" y="16615"/>
                  </a:lnTo>
                  <a:lnTo>
                    <a:pt x="10800" y="16615"/>
                  </a:lnTo>
                  <a:lnTo>
                    <a:pt x="11630" y="15369"/>
                  </a:lnTo>
                  <a:lnTo>
                    <a:pt x="13084" y="16615"/>
                  </a:lnTo>
                  <a:lnTo>
                    <a:pt x="13915" y="16615"/>
                  </a:lnTo>
                  <a:lnTo>
                    <a:pt x="14746" y="19938"/>
                  </a:lnTo>
                  <a:lnTo>
                    <a:pt x="15369" y="19938"/>
                  </a:lnTo>
                  <a:lnTo>
                    <a:pt x="16200" y="21599"/>
                  </a:lnTo>
                  <a:lnTo>
                    <a:pt x="19315" y="21599"/>
                  </a:lnTo>
                  <a:lnTo>
                    <a:pt x="19938" y="19938"/>
                  </a:lnTo>
                  <a:lnTo>
                    <a:pt x="21600" y="166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7" name="AutoShape 41"/>
            <p:cNvSpPr>
              <a:spLocks/>
            </p:cNvSpPr>
            <p:nvPr/>
          </p:nvSpPr>
          <p:spPr bwMode="auto">
            <a:xfrm>
              <a:off x="12095058" y="3697094"/>
              <a:ext cx="326244" cy="204088"/>
            </a:xfrm>
            <a:custGeom>
              <a:avLst/>
              <a:gdLst>
                <a:gd name="T0" fmla="*/ 163122 w 21600"/>
                <a:gd name="T1" fmla="*/ 102044 h 21600"/>
                <a:gd name="T2" fmla="*/ 163122 w 21600"/>
                <a:gd name="T3" fmla="*/ 102044 h 21600"/>
                <a:gd name="T4" fmla="*/ 163122 w 21600"/>
                <a:gd name="T5" fmla="*/ 102044 h 21600"/>
                <a:gd name="T6" fmla="*/ 163122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33" y="17030"/>
                  </a:moveTo>
                  <a:lnTo>
                    <a:pt x="6933" y="13707"/>
                  </a:lnTo>
                  <a:lnTo>
                    <a:pt x="7999" y="12046"/>
                  </a:lnTo>
                  <a:lnTo>
                    <a:pt x="6933" y="12046"/>
                  </a:lnTo>
                  <a:lnTo>
                    <a:pt x="5866" y="10800"/>
                  </a:lnTo>
                  <a:lnTo>
                    <a:pt x="2933" y="10800"/>
                  </a:lnTo>
                  <a:lnTo>
                    <a:pt x="1866" y="7476"/>
                  </a:lnTo>
                  <a:lnTo>
                    <a:pt x="0" y="7476"/>
                  </a:lnTo>
                  <a:lnTo>
                    <a:pt x="0" y="4569"/>
                  </a:lnTo>
                  <a:lnTo>
                    <a:pt x="1066" y="2907"/>
                  </a:lnTo>
                  <a:lnTo>
                    <a:pt x="1866" y="1246"/>
                  </a:lnTo>
                  <a:lnTo>
                    <a:pt x="3999" y="0"/>
                  </a:lnTo>
                  <a:lnTo>
                    <a:pt x="6933" y="0"/>
                  </a:lnTo>
                  <a:lnTo>
                    <a:pt x="7999" y="1246"/>
                  </a:lnTo>
                  <a:lnTo>
                    <a:pt x="8799" y="0"/>
                  </a:lnTo>
                  <a:lnTo>
                    <a:pt x="9866" y="0"/>
                  </a:lnTo>
                  <a:lnTo>
                    <a:pt x="10933" y="1246"/>
                  </a:lnTo>
                  <a:lnTo>
                    <a:pt x="12799" y="1246"/>
                  </a:lnTo>
                  <a:lnTo>
                    <a:pt x="13866" y="0"/>
                  </a:lnTo>
                  <a:lnTo>
                    <a:pt x="15733" y="1246"/>
                  </a:lnTo>
                  <a:lnTo>
                    <a:pt x="16799" y="1246"/>
                  </a:lnTo>
                  <a:lnTo>
                    <a:pt x="17866" y="4569"/>
                  </a:lnTo>
                  <a:lnTo>
                    <a:pt x="18666" y="4569"/>
                  </a:lnTo>
                  <a:lnTo>
                    <a:pt x="19733" y="6230"/>
                  </a:lnTo>
                  <a:lnTo>
                    <a:pt x="21600" y="6230"/>
                  </a:lnTo>
                  <a:lnTo>
                    <a:pt x="20800" y="9138"/>
                  </a:lnTo>
                  <a:lnTo>
                    <a:pt x="21600" y="9138"/>
                  </a:lnTo>
                  <a:lnTo>
                    <a:pt x="21600" y="10800"/>
                  </a:lnTo>
                  <a:lnTo>
                    <a:pt x="19733" y="10800"/>
                  </a:lnTo>
                  <a:lnTo>
                    <a:pt x="18666" y="13707"/>
                  </a:lnTo>
                  <a:lnTo>
                    <a:pt x="18666" y="15369"/>
                  </a:lnTo>
                  <a:lnTo>
                    <a:pt x="19733" y="15369"/>
                  </a:lnTo>
                  <a:lnTo>
                    <a:pt x="19733" y="17030"/>
                  </a:lnTo>
                  <a:lnTo>
                    <a:pt x="17866" y="17030"/>
                  </a:lnTo>
                  <a:lnTo>
                    <a:pt x="16799" y="18276"/>
                  </a:lnTo>
                  <a:lnTo>
                    <a:pt x="15733" y="18276"/>
                  </a:lnTo>
                  <a:lnTo>
                    <a:pt x="15733" y="19938"/>
                  </a:lnTo>
                  <a:lnTo>
                    <a:pt x="13866" y="21599"/>
                  </a:lnTo>
                  <a:lnTo>
                    <a:pt x="12799" y="19938"/>
                  </a:lnTo>
                  <a:lnTo>
                    <a:pt x="11733" y="21599"/>
                  </a:lnTo>
                  <a:lnTo>
                    <a:pt x="9866" y="21599"/>
                  </a:lnTo>
                  <a:lnTo>
                    <a:pt x="9866" y="17030"/>
                  </a:lnTo>
                  <a:lnTo>
                    <a:pt x="8799" y="17030"/>
                  </a:lnTo>
                  <a:lnTo>
                    <a:pt x="7999" y="15369"/>
                  </a:lnTo>
                  <a:lnTo>
                    <a:pt x="6933" y="170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8" name="AutoShape 42"/>
            <p:cNvSpPr>
              <a:spLocks/>
            </p:cNvSpPr>
            <p:nvPr/>
          </p:nvSpPr>
          <p:spPr bwMode="auto">
            <a:xfrm>
              <a:off x="12260189" y="3708871"/>
              <a:ext cx="551792" cy="380702"/>
            </a:xfrm>
            <a:custGeom>
              <a:avLst/>
              <a:gdLst>
                <a:gd name="T0" fmla="*/ 275896 w 21600"/>
                <a:gd name="T1" fmla="*/ 190351 h 21600"/>
                <a:gd name="T2" fmla="*/ 275896 w 21600"/>
                <a:gd name="T3" fmla="*/ 190351 h 21600"/>
                <a:gd name="T4" fmla="*/ 275896 w 21600"/>
                <a:gd name="T5" fmla="*/ 190351 h 21600"/>
                <a:gd name="T6" fmla="*/ 275896 w 21600"/>
                <a:gd name="T7" fmla="*/ 190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911"/>
                  </a:moveTo>
                  <a:lnTo>
                    <a:pt x="472" y="10911"/>
                  </a:lnTo>
                  <a:lnTo>
                    <a:pt x="1103" y="10020"/>
                  </a:lnTo>
                  <a:lnTo>
                    <a:pt x="1734" y="10911"/>
                  </a:lnTo>
                  <a:lnTo>
                    <a:pt x="2837" y="10020"/>
                  </a:lnTo>
                  <a:lnTo>
                    <a:pt x="2837" y="9129"/>
                  </a:lnTo>
                  <a:lnTo>
                    <a:pt x="3468" y="9129"/>
                  </a:lnTo>
                  <a:lnTo>
                    <a:pt x="4099" y="8461"/>
                  </a:lnTo>
                  <a:lnTo>
                    <a:pt x="5202" y="8461"/>
                  </a:lnTo>
                  <a:lnTo>
                    <a:pt x="5202" y="7571"/>
                  </a:lnTo>
                  <a:lnTo>
                    <a:pt x="4572" y="7571"/>
                  </a:lnTo>
                  <a:lnTo>
                    <a:pt x="4572" y="6680"/>
                  </a:lnTo>
                  <a:lnTo>
                    <a:pt x="5202" y="5121"/>
                  </a:lnTo>
                  <a:lnTo>
                    <a:pt x="6306" y="5121"/>
                  </a:lnTo>
                  <a:lnTo>
                    <a:pt x="6306" y="4230"/>
                  </a:lnTo>
                  <a:lnTo>
                    <a:pt x="5833" y="4230"/>
                  </a:lnTo>
                  <a:lnTo>
                    <a:pt x="6306" y="2672"/>
                  </a:lnTo>
                  <a:lnTo>
                    <a:pt x="7567" y="2672"/>
                  </a:lnTo>
                  <a:lnTo>
                    <a:pt x="8040" y="1781"/>
                  </a:lnTo>
                  <a:lnTo>
                    <a:pt x="9302" y="0"/>
                  </a:lnTo>
                  <a:lnTo>
                    <a:pt x="9932" y="0"/>
                  </a:lnTo>
                  <a:lnTo>
                    <a:pt x="10405" y="890"/>
                  </a:lnTo>
                  <a:lnTo>
                    <a:pt x="10405" y="0"/>
                  </a:lnTo>
                  <a:lnTo>
                    <a:pt x="11036" y="890"/>
                  </a:lnTo>
                  <a:lnTo>
                    <a:pt x="12140" y="890"/>
                  </a:lnTo>
                  <a:lnTo>
                    <a:pt x="12770" y="1781"/>
                  </a:lnTo>
                  <a:lnTo>
                    <a:pt x="13401" y="890"/>
                  </a:lnTo>
                  <a:lnTo>
                    <a:pt x="14505" y="890"/>
                  </a:lnTo>
                  <a:lnTo>
                    <a:pt x="14505" y="1781"/>
                  </a:lnTo>
                  <a:lnTo>
                    <a:pt x="16239" y="1781"/>
                  </a:lnTo>
                  <a:lnTo>
                    <a:pt x="16239" y="5121"/>
                  </a:lnTo>
                  <a:lnTo>
                    <a:pt x="16870" y="5789"/>
                  </a:lnTo>
                  <a:lnTo>
                    <a:pt x="17500" y="6680"/>
                  </a:lnTo>
                  <a:lnTo>
                    <a:pt x="17973" y="8461"/>
                  </a:lnTo>
                  <a:lnTo>
                    <a:pt x="18604" y="8461"/>
                  </a:lnTo>
                  <a:lnTo>
                    <a:pt x="18604" y="10020"/>
                  </a:lnTo>
                  <a:lnTo>
                    <a:pt x="19865" y="10020"/>
                  </a:lnTo>
                  <a:lnTo>
                    <a:pt x="20969" y="10911"/>
                  </a:lnTo>
                  <a:lnTo>
                    <a:pt x="20969" y="11579"/>
                  </a:lnTo>
                  <a:lnTo>
                    <a:pt x="21599" y="12470"/>
                  </a:lnTo>
                  <a:lnTo>
                    <a:pt x="20969" y="12470"/>
                  </a:lnTo>
                  <a:lnTo>
                    <a:pt x="20338" y="14251"/>
                  </a:lnTo>
                  <a:lnTo>
                    <a:pt x="19235" y="14251"/>
                  </a:lnTo>
                  <a:lnTo>
                    <a:pt x="18604" y="13360"/>
                  </a:lnTo>
                  <a:lnTo>
                    <a:pt x="18604" y="14919"/>
                  </a:lnTo>
                  <a:lnTo>
                    <a:pt x="19235" y="15810"/>
                  </a:lnTo>
                  <a:lnTo>
                    <a:pt x="19235" y="16701"/>
                  </a:lnTo>
                  <a:lnTo>
                    <a:pt x="19865" y="17369"/>
                  </a:lnTo>
                  <a:lnTo>
                    <a:pt x="19865" y="18259"/>
                  </a:lnTo>
                  <a:lnTo>
                    <a:pt x="18604" y="19150"/>
                  </a:lnTo>
                  <a:lnTo>
                    <a:pt x="17500" y="19150"/>
                  </a:lnTo>
                  <a:lnTo>
                    <a:pt x="17500" y="21599"/>
                  </a:lnTo>
                  <a:lnTo>
                    <a:pt x="16870" y="21599"/>
                  </a:lnTo>
                  <a:lnTo>
                    <a:pt x="16239" y="20709"/>
                  </a:lnTo>
                  <a:lnTo>
                    <a:pt x="14505" y="20709"/>
                  </a:lnTo>
                  <a:lnTo>
                    <a:pt x="14032" y="21599"/>
                  </a:lnTo>
                  <a:lnTo>
                    <a:pt x="13401" y="21599"/>
                  </a:lnTo>
                  <a:lnTo>
                    <a:pt x="13401" y="20709"/>
                  </a:lnTo>
                  <a:lnTo>
                    <a:pt x="12770" y="20709"/>
                  </a:lnTo>
                  <a:lnTo>
                    <a:pt x="12140" y="21599"/>
                  </a:lnTo>
                  <a:lnTo>
                    <a:pt x="11667" y="20709"/>
                  </a:lnTo>
                  <a:lnTo>
                    <a:pt x="8671" y="20709"/>
                  </a:lnTo>
                  <a:lnTo>
                    <a:pt x="8040" y="19818"/>
                  </a:lnTo>
                  <a:lnTo>
                    <a:pt x="4572" y="19818"/>
                  </a:lnTo>
                  <a:lnTo>
                    <a:pt x="2207" y="20709"/>
                  </a:lnTo>
                  <a:lnTo>
                    <a:pt x="1103" y="19818"/>
                  </a:lnTo>
                  <a:lnTo>
                    <a:pt x="472" y="19150"/>
                  </a:lnTo>
                  <a:lnTo>
                    <a:pt x="0" y="18259"/>
                  </a:lnTo>
                  <a:lnTo>
                    <a:pt x="472" y="17369"/>
                  </a:lnTo>
                  <a:lnTo>
                    <a:pt x="1103" y="16701"/>
                  </a:lnTo>
                  <a:lnTo>
                    <a:pt x="1103" y="14919"/>
                  </a:lnTo>
                  <a:lnTo>
                    <a:pt x="472" y="14251"/>
                  </a:lnTo>
                  <a:lnTo>
                    <a:pt x="472" y="13360"/>
                  </a:lnTo>
                  <a:lnTo>
                    <a:pt x="0" y="11579"/>
                  </a:lnTo>
                  <a:lnTo>
                    <a:pt x="0" y="109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9" name="AutoShape 43"/>
            <p:cNvSpPr>
              <a:spLocks/>
            </p:cNvSpPr>
            <p:nvPr/>
          </p:nvSpPr>
          <p:spPr bwMode="auto">
            <a:xfrm>
              <a:off x="12215893" y="4014999"/>
              <a:ext cx="1087468" cy="596560"/>
            </a:xfrm>
            <a:custGeom>
              <a:avLst/>
              <a:gdLst>
                <a:gd name="T0" fmla="*/ 543734 w 21600"/>
                <a:gd name="T1" fmla="*/ 298280 h 21600"/>
                <a:gd name="T2" fmla="*/ 543734 w 21600"/>
                <a:gd name="T3" fmla="*/ 298280 h 21600"/>
                <a:gd name="T4" fmla="*/ 543734 w 21600"/>
                <a:gd name="T5" fmla="*/ 298280 h 21600"/>
                <a:gd name="T6" fmla="*/ 543734 w 21600"/>
                <a:gd name="T7" fmla="*/ 298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 y="1563"/>
                  </a:moveTo>
                  <a:lnTo>
                    <a:pt x="2000" y="2131"/>
                  </a:lnTo>
                  <a:lnTo>
                    <a:pt x="3200" y="1563"/>
                  </a:lnTo>
                  <a:lnTo>
                    <a:pt x="4960" y="1563"/>
                  </a:lnTo>
                  <a:lnTo>
                    <a:pt x="5279" y="2131"/>
                  </a:lnTo>
                  <a:lnTo>
                    <a:pt x="6799" y="2131"/>
                  </a:lnTo>
                  <a:lnTo>
                    <a:pt x="7040" y="2699"/>
                  </a:lnTo>
                  <a:lnTo>
                    <a:pt x="7360" y="2131"/>
                  </a:lnTo>
                  <a:lnTo>
                    <a:pt x="7679" y="2131"/>
                  </a:lnTo>
                  <a:lnTo>
                    <a:pt x="7679" y="2699"/>
                  </a:lnTo>
                  <a:lnTo>
                    <a:pt x="8000" y="2699"/>
                  </a:lnTo>
                  <a:lnTo>
                    <a:pt x="8240" y="2131"/>
                  </a:lnTo>
                  <a:lnTo>
                    <a:pt x="9120" y="2131"/>
                  </a:lnTo>
                  <a:lnTo>
                    <a:pt x="9440" y="2699"/>
                  </a:lnTo>
                  <a:lnTo>
                    <a:pt x="9760" y="2699"/>
                  </a:lnTo>
                  <a:lnTo>
                    <a:pt x="9760" y="1136"/>
                  </a:lnTo>
                  <a:lnTo>
                    <a:pt x="10320" y="1136"/>
                  </a:lnTo>
                  <a:lnTo>
                    <a:pt x="10960" y="568"/>
                  </a:lnTo>
                  <a:lnTo>
                    <a:pt x="11200" y="568"/>
                  </a:lnTo>
                  <a:lnTo>
                    <a:pt x="11200" y="0"/>
                  </a:lnTo>
                  <a:lnTo>
                    <a:pt x="13599" y="0"/>
                  </a:lnTo>
                  <a:lnTo>
                    <a:pt x="13599" y="1136"/>
                  </a:lnTo>
                  <a:lnTo>
                    <a:pt x="13920" y="1136"/>
                  </a:lnTo>
                  <a:lnTo>
                    <a:pt x="13920" y="1563"/>
                  </a:lnTo>
                  <a:lnTo>
                    <a:pt x="14160" y="2699"/>
                  </a:lnTo>
                  <a:lnTo>
                    <a:pt x="14800" y="2131"/>
                  </a:lnTo>
                  <a:lnTo>
                    <a:pt x="15040" y="2699"/>
                  </a:lnTo>
                  <a:lnTo>
                    <a:pt x="15040" y="3268"/>
                  </a:lnTo>
                  <a:lnTo>
                    <a:pt x="15360" y="3268"/>
                  </a:lnTo>
                  <a:lnTo>
                    <a:pt x="15360" y="3694"/>
                  </a:lnTo>
                  <a:lnTo>
                    <a:pt x="16240" y="5257"/>
                  </a:lnTo>
                  <a:lnTo>
                    <a:pt x="16240" y="4831"/>
                  </a:lnTo>
                  <a:lnTo>
                    <a:pt x="16879" y="5257"/>
                  </a:lnTo>
                  <a:lnTo>
                    <a:pt x="17440" y="5257"/>
                  </a:lnTo>
                  <a:lnTo>
                    <a:pt x="17759" y="4831"/>
                  </a:lnTo>
                  <a:lnTo>
                    <a:pt x="18000" y="4831"/>
                  </a:lnTo>
                  <a:lnTo>
                    <a:pt x="18320" y="5826"/>
                  </a:lnTo>
                  <a:lnTo>
                    <a:pt x="18639" y="6394"/>
                  </a:lnTo>
                  <a:lnTo>
                    <a:pt x="19840" y="6394"/>
                  </a:lnTo>
                  <a:lnTo>
                    <a:pt x="20080" y="6963"/>
                  </a:lnTo>
                  <a:lnTo>
                    <a:pt x="20400" y="6394"/>
                  </a:lnTo>
                  <a:lnTo>
                    <a:pt x="20720" y="6963"/>
                  </a:lnTo>
                  <a:lnTo>
                    <a:pt x="21279" y="6963"/>
                  </a:lnTo>
                  <a:lnTo>
                    <a:pt x="21279" y="7389"/>
                  </a:lnTo>
                  <a:lnTo>
                    <a:pt x="21600" y="7389"/>
                  </a:lnTo>
                  <a:lnTo>
                    <a:pt x="21600" y="7957"/>
                  </a:lnTo>
                  <a:lnTo>
                    <a:pt x="21279" y="8526"/>
                  </a:lnTo>
                  <a:lnTo>
                    <a:pt x="20960" y="8526"/>
                  </a:lnTo>
                  <a:lnTo>
                    <a:pt x="20960" y="9521"/>
                  </a:lnTo>
                  <a:lnTo>
                    <a:pt x="21600" y="10657"/>
                  </a:lnTo>
                  <a:lnTo>
                    <a:pt x="21279" y="11084"/>
                  </a:lnTo>
                  <a:lnTo>
                    <a:pt x="21279" y="11652"/>
                  </a:lnTo>
                  <a:lnTo>
                    <a:pt x="20960" y="12221"/>
                  </a:lnTo>
                  <a:lnTo>
                    <a:pt x="20400" y="12221"/>
                  </a:lnTo>
                  <a:lnTo>
                    <a:pt x="20080" y="12647"/>
                  </a:lnTo>
                  <a:lnTo>
                    <a:pt x="20080" y="13215"/>
                  </a:lnTo>
                  <a:lnTo>
                    <a:pt x="19840" y="13784"/>
                  </a:lnTo>
                  <a:lnTo>
                    <a:pt x="19840" y="14352"/>
                  </a:lnTo>
                  <a:lnTo>
                    <a:pt x="19840" y="13784"/>
                  </a:lnTo>
                  <a:lnTo>
                    <a:pt x="19520" y="13784"/>
                  </a:lnTo>
                  <a:lnTo>
                    <a:pt x="19200" y="14352"/>
                  </a:lnTo>
                  <a:lnTo>
                    <a:pt x="18639" y="14352"/>
                  </a:lnTo>
                  <a:lnTo>
                    <a:pt x="18639" y="14778"/>
                  </a:lnTo>
                  <a:lnTo>
                    <a:pt x="18000" y="14778"/>
                  </a:lnTo>
                  <a:lnTo>
                    <a:pt x="17759" y="15347"/>
                  </a:lnTo>
                  <a:lnTo>
                    <a:pt x="17440" y="15347"/>
                  </a:lnTo>
                  <a:lnTo>
                    <a:pt x="17440" y="15915"/>
                  </a:lnTo>
                  <a:lnTo>
                    <a:pt x="16879" y="15347"/>
                  </a:lnTo>
                  <a:lnTo>
                    <a:pt x="16559" y="15915"/>
                  </a:lnTo>
                  <a:lnTo>
                    <a:pt x="16240" y="15347"/>
                  </a:lnTo>
                  <a:lnTo>
                    <a:pt x="16240" y="15915"/>
                  </a:lnTo>
                  <a:lnTo>
                    <a:pt x="16559" y="15915"/>
                  </a:lnTo>
                  <a:lnTo>
                    <a:pt x="16240" y="16342"/>
                  </a:lnTo>
                  <a:lnTo>
                    <a:pt x="16240" y="16910"/>
                  </a:lnTo>
                  <a:lnTo>
                    <a:pt x="15920" y="16910"/>
                  </a:lnTo>
                  <a:lnTo>
                    <a:pt x="16240" y="16342"/>
                  </a:lnTo>
                  <a:lnTo>
                    <a:pt x="16240" y="15915"/>
                  </a:lnTo>
                  <a:lnTo>
                    <a:pt x="15920" y="15915"/>
                  </a:lnTo>
                  <a:lnTo>
                    <a:pt x="15680" y="16910"/>
                  </a:lnTo>
                  <a:lnTo>
                    <a:pt x="14480" y="16910"/>
                  </a:lnTo>
                  <a:lnTo>
                    <a:pt x="14480" y="17478"/>
                  </a:lnTo>
                  <a:lnTo>
                    <a:pt x="15040" y="17478"/>
                  </a:lnTo>
                  <a:lnTo>
                    <a:pt x="15360" y="17905"/>
                  </a:lnTo>
                  <a:lnTo>
                    <a:pt x="15680" y="17905"/>
                  </a:lnTo>
                  <a:lnTo>
                    <a:pt x="15360" y="17905"/>
                  </a:lnTo>
                  <a:lnTo>
                    <a:pt x="15360" y="18473"/>
                  </a:lnTo>
                  <a:lnTo>
                    <a:pt x="15920" y="18473"/>
                  </a:lnTo>
                  <a:lnTo>
                    <a:pt x="15920" y="19042"/>
                  </a:lnTo>
                  <a:lnTo>
                    <a:pt x="16240" y="19042"/>
                  </a:lnTo>
                  <a:lnTo>
                    <a:pt x="16559" y="19610"/>
                  </a:lnTo>
                  <a:lnTo>
                    <a:pt x="16559" y="19042"/>
                  </a:lnTo>
                  <a:lnTo>
                    <a:pt x="15680" y="17478"/>
                  </a:lnTo>
                  <a:lnTo>
                    <a:pt x="15680" y="16910"/>
                  </a:lnTo>
                  <a:lnTo>
                    <a:pt x="15920" y="17478"/>
                  </a:lnTo>
                  <a:lnTo>
                    <a:pt x="15920" y="17905"/>
                  </a:lnTo>
                  <a:lnTo>
                    <a:pt x="16559" y="19042"/>
                  </a:lnTo>
                  <a:lnTo>
                    <a:pt x="17440" y="19042"/>
                  </a:lnTo>
                  <a:lnTo>
                    <a:pt x="17440" y="18473"/>
                  </a:lnTo>
                  <a:lnTo>
                    <a:pt x="18320" y="18473"/>
                  </a:lnTo>
                  <a:lnTo>
                    <a:pt x="18000" y="19042"/>
                  </a:lnTo>
                  <a:lnTo>
                    <a:pt x="18000" y="19610"/>
                  </a:lnTo>
                  <a:lnTo>
                    <a:pt x="17440" y="20036"/>
                  </a:lnTo>
                  <a:lnTo>
                    <a:pt x="16879" y="19610"/>
                  </a:lnTo>
                  <a:lnTo>
                    <a:pt x="16559" y="20036"/>
                  </a:lnTo>
                  <a:lnTo>
                    <a:pt x="16559" y="20605"/>
                  </a:lnTo>
                  <a:lnTo>
                    <a:pt x="15920" y="20605"/>
                  </a:lnTo>
                  <a:lnTo>
                    <a:pt x="15360" y="21173"/>
                  </a:lnTo>
                  <a:lnTo>
                    <a:pt x="15040" y="21600"/>
                  </a:lnTo>
                  <a:lnTo>
                    <a:pt x="14480" y="21600"/>
                  </a:lnTo>
                  <a:lnTo>
                    <a:pt x="14160" y="21173"/>
                  </a:lnTo>
                  <a:lnTo>
                    <a:pt x="14480" y="20036"/>
                  </a:lnTo>
                  <a:lnTo>
                    <a:pt x="14160" y="19610"/>
                  </a:lnTo>
                  <a:lnTo>
                    <a:pt x="13920" y="19610"/>
                  </a:lnTo>
                  <a:lnTo>
                    <a:pt x="13599" y="19042"/>
                  </a:lnTo>
                  <a:lnTo>
                    <a:pt x="13280" y="19610"/>
                  </a:lnTo>
                  <a:lnTo>
                    <a:pt x="13599" y="18473"/>
                  </a:lnTo>
                  <a:lnTo>
                    <a:pt x="13920" y="18473"/>
                  </a:lnTo>
                  <a:lnTo>
                    <a:pt x="14160" y="17905"/>
                  </a:lnTo>
                  <a:lnTo>
                    <a:pt x="14480" y="17905"/>
                  </a:lnTo>
                  <a:lnTo>
                    <a:pt x="14160" y="17905"/>
                  </a:lnTo>
                  <a:lnTo>
                    <a:pt x="14160" y="16910"/>
                  </a:lnTo>
                  <a:lnTo>
                    <a:pt x="13920" y="17478"/>
                  </a:lnTo>
                  <a:lnTo>
                    <a:pt x="13599" y="16910"/>
                  </a:lnTo>
                  <a:lnTo>
                    <a:pt x="13280" y="16910"/>
                  </a:lnTo>
                  <a:lnTo>
                    <a:pt x="12960" y="17478"/>
                  </a:lnTo>
                  <a:lnTo>
                    <a:pt x="12720" y="16910"/>
                  </a:lnTo>
                  <a:lnTo>
                    <a:pt x="12400" y="16910"/>
                  </a:lnTo>
                  <a:lnTo>
                    <a:pt x="12400" y="16342"/>
                  </a:lnTo>
                  <a:lnTo>
                    <a:pt x="11520" y="16342"/>
                  </a:lnTo>
                  <a:lnTo>
                    <a:pt x="11520" y="15915"/>
                  </a:lnTo>
                  <a:lnTo>
                    <a:pt x="12400" y="15915"/>
                  </a:lnTo>
                  <a:lnTo>
                    <a:pt x="12079" y="15347"/>
                  </a:lnTo>
                  <a:lnTo>
                    <a:pt x="11840" y="15915"/>
                  </a:lnTo>
                  <a:lnTo>
                    <a:pt x="11520" y="15915"/>
                  </a:lnTo>
                  <a:lnTo>
                    <a:pt x="11520" y="15347"/>
                  </a:lnTo>
                  <a:lnTo>
                    <a:pt x="11200" y="15915"/>
                  </a:lnTo>
                  <a:lnTo>
                    <a:pt x="10960" y="15915"/>
                  </a:lnTo>
                  <a:lnTo>
                    <a:pt x="10639" y="16342"/>
                  </a:lnTo>
                  <a:lnTo>
                    <a:pt x="10639" y="16910"/>
                  </a:lnTo>
                  <a:lnTo>
                    <a:pt x="10320" y="17478"/>
                  </a:lnTo>
                  <a:lnTo>
                    <a:pt x="10000" y="18473"/>
                  </a:lnTo>
                  <a:lnTo>
                    <a:pt x="9760" y="18473"/>
                  </a:lnTo>
                  <a:lnTo>
                    <a:pt x="9760" y="19610"/>
                  </a:lnTo>
                  <a:lnTo>
                    <a:pt x="9440" y="19042"/>
                  </a:lnTo>
                  <a:lnTo>
                    <a:pt x="9120" y="19042"/>
                  </a:lnTo>
                  <a:lnTo>
                    <a:pt x="8879" y="19610"/>
                  </a:lnTo>
                  <a:lnTo>
                    <a:pt x="8000" y="19610"/>
                  </a:lnTo>
                  <a:lnTo>
                    <a:pt x="7679" y="19042"/>
                  </a:lnTo>
                  <a:lnTo>
                    <a:pt x="8000" y="18473"/>
                  </a:lnTo>
                  <a:lnTo>
                    <a:pt x="8240" y="18473"/>
                  </a:lnTo>
                  <a:lnTo>
                    <a:pt x="8560" y="17478"/>
                  </a:lnTo>
                  <a:lnTo>
                    <a:pt x="8560" y="16342"/>
                  </a:lnTo>
                  <a:lnTo>
                    <a:pt x="8879" y="16342"/>
                  </a:lnTo>
                  <a:lnTo>
                    <a:pt x="9120" y="15915"/>
                  </a:lnTo>
                  <a:lnTo>
                    <a:pt x="9440" y="16342"/>
                  </a:lnTo>
                  <a:lnTo>
                    <a:pt x="9760" y="16342"/>
                  </a:lnTo>
                  <a:lnTo>
                    <a:pt x="9760" y="14778"/>
                  </a:lnTo>
                  <a:lnTo>
                    <a:pt x="9440" y="14778"/>
                  </a:lnTo>
                  <a:lnTo>
                    <a:pt x="8879" y="14352"/>
                  </a:lnTo>
                  <a:lnTo>
                    <a:pt x="8879" y="13784"/>
                  </a:lnTo>
                  <a:lnTo>
                    <a:pt x="8560" y="13784"/>
                  </a:lnTo>
                  <a:lnTo>
                    <a:pt x="8560" y="12647"/>
                  </a:lnTo>
                  <a:lnTo>
                    <a:pt x="8240" y="12221"/>
                  </a:lnTo>
                  <a:lnTo>
                    <a:pt x="8000" y="11652"/>
                  </a:lnTo>
                  <a:lnTo>
                    <a:pt x="7360" y="11652"/>
                  </a:lnTo>
                  <a:lnTo>
                    <a:pt x="6799" y="11084"/>
                  </a:lnTo>
                  <a:lnTo>
                    <a:pt x="6480" y="11084"/>
                  </a:lnTo>
                  <a:lnTo>
                    <a:pt x="6160" y="10657"/>
                  </a:lnTo>
                  <a:lnTo>
                    <a:pt x="5920" y="10657"/>
                  </a:lnTo>
                  <a:lnTo>
                    <a:pt x="5920" y="11084"/>
                  </a:lnTo>
                  <a:lnTo>
                    <a:pt x="5600" y="10657"/>
                  </a:lnTo>
                  <a:lnTo>
                    <a:pt x="5600" y="11084"/>
                  </a:lnTo>
                  <a:lnTo>
                    <a:pt x="5279" y="10657"/>
                  </a:lnTo>
                  <a:lnTo>
                    <a:pt x="5279" y="12221"/>
                  </a:lnTo>
                  <a:lnTo>
                    <a:pt x="4960" y="12221"/>
                  </a:lnTo>
                  <a:lnTo>
                    <a:pt x="4720" y="12647"/>
                  </a:lnTo>
                  <a:lnTo>
                    <a:pt x="3839" y="12647"/>
                  </a:lnTo>
                  <a:lnTo>
                    <a:pt x="3520" y="13215"/>
                  </a:lnTo>
                  <a:lnTo>
                    <a:pt x="2639" y="13215"/>
                  </a:lnTo>
                  <a:lnTo>
                    <a:pt x="2639" y="12647"/>
                  </a:lnTo>
                  <a:lnTo>
                    <a:pt x="1759" y="12647"/>
                  </a:lnTo>
                  <a:lnTo>
                    <a:pt x="1439" y="12221"/>
                  </a:lnTo>
                  <a:lnTo>
                    <a:pt x="559" y="12221"/>
                  </a:lnTo>
                  <a:lnTo>
                    <a:pt x="239" y="11652"/>
                  </a:lnTo>
                  <a:lnTo>
                    <a:pt x="0" y="11084"/>
                  </a:lnTo>
                  <a:lnTo>
                    <a:pt x="0" y="10657"/>
                  </a:lnTo>
                  <a:lnTo>
                    <a:pt x="239" y="9521"/>
                  </a:lnTo>
                  <a:lnTo>
                    <a:pt x="559" y="9521"/>
                  </a:lnTo>
                  <a:lnTo>
                    <a:pt x="559" y="8526"/>
                  </a:lnTo>
                  <a:lnTo>
                    <a:pt x="1439" y="6963"/>
                  </a:lnTo>
                  <a:lnTo>
                    <a:pt x="1439" y="6394"/>
                  </a:lnTo>
                  <a:lnTo>
                    <a:pt x="1759" y="5826"/>
                  </a:lnTo>
                  <a:lnTo>
                    <a:pt x="2000" y="5826"/>
                  </a:lnTo>
                  <a:lnTo>
                    <a:pt x="2000" y="5257"/>
                  </a:lnTo>
                  <a:lnTo>
                    <a:pt x="1759" y="4831"/>
                  </a:lnTo>
                  <a:lnTo>
                    <a:pt x="2000" y="4263"/>
                  </a:lnTo>
                  <a:lnTo>
                    <a:pt x="1759" y="4263"/>
                  </a:lnTo>
                  <a:lnTo>
                    <a:pt x="1439" y="3694"/>
                  </a:lnTo>
                  <a:lnTo>
                    <a:pt x="1439" y="156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0" name="AutoShape 44"/>
            <p:cNvSpPr>
              <a:spLocks/>
            </p:cNvSpPr>
            <p:nvPr/>
          </p:nvSpPr>
          <p:spPr bwMode="auto">
            <a:xfrm>
              <a:off x="12481714" y="4309350"/>
              <a:ext cx="225549" cy="231563"/>
            </a:xfrm>
            <a:custGeom>
              <a:avLst/>
              <a:gdLst>
                <a:gd name="T0" fmla="*/ 112775 w 21600"/>
                <a:gd name="T1" fmla="*/ 115782 h 21600"/>
                <a:gd name="T2" fmla="*/ 112775 w 21600"/>
                <a:gd name="T3" fmla="*/ 115782 h 21600"/>
                <a:gd name="T4" fmla="*/ 112775 w 21600"/>
                <a:gd name="T5" fmla="*/ 115782 h 21600"/>
                <a:gd name="T6" fmla="*/ 112775 w 21600"/>
                <a:gd name="T7" fmla="*/ 1157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027"/>
                  </a:moveTo>
                  <a:lnTo>
                    <a:pt x="0" y="0"/>
                  </a:lnTo>
                  <a:lnTo>
                    <a:pt x="1542" y="1098"/>
                  </a:lnTo>
                  <a:lnTo>
                    <a:pt x="1542" y="0"/>
                  </a:lnTo>
                  <a:lnTo>
                    <a:pt x="3085" y="1098"/>
                  </a:lnTo>
                  <a:lnTo>
                    <a:pt x="3085" y="0"/>
                  </a:lnTo>
                  <a:lnTo>
                    <a:pt x="4242" y="0"/>
                  </a:lnTo>
                  <a:lnTo>
                    <a:pt x="5785" y="1098"/>
                  </a:lnTo>
                  <a:lnTo>
                    <a:pt x="7328" y="1098"/>
                  </a:lnTo>
                  <a:lnTo>
                    <a:pt x="10028" y="2562"/>
                  </a:lnTo>
                  <a:lnTo>
                    <a:pt x="13114" y="2562"/>
                  </a:lnTo>
                  <a:lnTo>
                    <a:pt x="14271" y="4027"/>
                  </a:lnTo>
                  <a:lnTo>
                    <a:pt x="15814" y="5125"/>
                  </a:lnTo>
                  <a:lnTo>
                    <a:pt x="15814" y="8054"/>
                  </a:lnTo>
                  <a:lnTo>
                    <a:pt x="17357" y="8054"/>
                  </a:lnTo>
                  <a:lnTo>
                    <a:pt x="17357" y="9518"/>
                  </a:lnTo>
                  <a:lnTo>
                    <a:pt x="20057" y="10616"/>
                  </a:lnTo>
                  <a:lnTo>
                    <a:pt x="21599" y="10616"/>
                  </a:lnTo>
                  <a:lnTo>
                    <a:pt x="21599" y="14644"/>
                  </a:lnTo>
                  <a:lnTo>
                    <a:pt x="20057" y="14644"/>
                  </a:lnTo>
                  <a:lnTo>
                    <a:pt x="18514" y="13545"/>
                  </a:lnTo>
                  <a:lnTo>
                    <a:pt x="17357" y="14644"/>
                  </a:lnTo>
                  <a:lnTo>
                    <a:pt x="15814" y="14644"/>
                  </a:lnTo>
                  <a:lnTo>
                    <a:pt x="15814" y="17572"/>
                  </a:lnTo>
                  <a:lnTo>
                    <a:pt x="14271" y="20135"/>
                  </a:lnTo>
                  <a:lnTo>
                    <a:pt x="13114" y="20135"/>
                  </a:lnTo>
                  <a:lnTo>
                    <a:pt x="11571" y="21600"/>
                  </a:lnTo>
                  <a:lnTo>
                    <a:pt x="11571" y="14644"/>
                  </a:lnTo>
                  <a:lnTo>
                    <a:pt x="10028" y="12081"/>
                  </a:lnTo>
                  <a:lnTo>
                    <a:pt x="10028" y="10616"/>
                  </a:lnTo>
                  <a:lnTo>
                    <a:pt x="5785" y="9518"/>
                  </a:lnTo>
                  <a:lnTo>
                    <a:pt x="5785" y="8054"/>
                  </a:lnTo>
                  <a:lnTo>
                    <a:pt x="4242" y="5125"/>
                  </a:lnTo>
                  <a:lnTo>
                    <a:pt x="3085" y="4027"/>
                  </a:lnTo>
                  <a:lnTo>
                    <a:pt x="0" y="40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1" name="AutoShape 45"/>
            <p:cNvSpPr>
              <a:spLocks/>
            </p:cNvSpPr>
            <p:nvPr/>
          </p:nvSpPr>
          <p:spPr bwMode="auto">
            <a:xfrm>
              <a:off x="12123249" y="4352525"/>
              <a:ext cx="584014" cy="317907"/>
            </a:xfrm>
            <a:custGeom>
              <a:avLst/>
              <a:gdLst>
                <a:gd name="T0" fmla="*/ 292007 w 21600"/>
                <a:gd name="T1" fmla="*/ 158954 h 21600"/>
                <a:gd name="T2" fmla="*/ 292007 w 21600"/>
                <a:gd name="T3" fmla="*/ 158954 h 21600"/>
                <a:gd name="T4" fmla="*/ 292007 w 21600"/>
                <a:gd name="T5" fmla="*/ 158954 h 21600"/>
                <a:gd name="T6" fmla="*/ 292007 w 21600"/>
                <a:gd name="T7" fmla="*/ 1589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68" y="0"/>
                  </a:moveTo>
                  <a:lnTo>
                    <a:pt x="6107" y="0"/>
                  </a:lnTo>
                  <a:lnTo>
                    <a:pt x="6703" y="799"/>
                  </a:lnTo>
                  <a:lnTo>
                    <a:pt x="8342" y="799"/>
                  </a:lnTo>
                  <a:lnTo>
                    <a:pt x="8342" y="1866"/>
                  </a:lnTo>
                  <a:lnTo>
                    <a:pt x="9980" y="1866"/>
                  </a:lnTo>
                  <a:lnTo>
                    <a:pt x="10576" y="799"/>
                  </a:lnTo>
                  <a:lnTo>
                    <a:pt x="12215" y="799"/>
                  </a:lnTo>
                  <a:lnTo>
                    <a:pt x="12662" y="0"/>
                  </a:lnTo>
                  <a:lnTo>
                    <a:pt x="14449" y="0"/>
                  </a:lnTo>
                  <a:lnTo>
                    <a:pt x="14896" y="799"/>
                  </a:lnTo>
                  <a:lnTo>
                    <a:pt x="15492" y="2933"/>
                  </a:lnTo>
                  <a:lnTo>
                    <a:pt x="15492" y="3999"/>
                  </a:lnTo>
                  <a:lnTo>
                    <a:pt x="17131" y="4799"/>
                  </a:lnTo>
                  <a:lnTo>
                    <a:pt x="17131" y="5866"/>
                  </a:lnTo>
                  <a:lnTo>
                    <a:pt x="17726" y="7733"/>
                  </a:lnTo>
                  <a:lnTo>
                    <a:pt x="17726" y="11733"/>
                  </a:lnTo>
                  <a:lnTo>
                    <a:pt x="18322" y="13866"/>
                  </a:lnTo>
                  <a:lnTo>
                    <a:pt x="19961" y="13866"/>
                  </a:lnTo>
                  <a:lnTo>
                    <a:pt x="20408" y="12800"/>
                  </a:lnTo>
                  <a:lnTo>
                    <a:pt x="21004" y="12800"/>
                  </a:lnTo>
                  <a:lnTo>
                    <a:pt x="21599" y="13866"/>
                  </a:lnTo>
                  <a:lnTo>
                    <a:pt x="21004" y="13866"/>
                  </a:lnTo>
                  <a:lnTo>
                    <a:pt x="21599" y="14666"/>
                  </a:lnTo>
                  <a:lnTo>
                    <a:pt x="21004" y="15733"/>
                  </a:lnTo>
                  <a:lnTo>
                    <a:pt x="20408" y="15733"/>
                  </a:lnTo>
                  <a:lnTo>
                    <a:pt x="19961" y="16800"/>
                  </a:lnTo>
                  <a:lnTo>
                    <a:pt x="19365" y="16800"/>
                  </a:lnTo>
                  <a:lnTo>
                    <a:pt x="19365" y="20800"/>
                  </a:lnTo>
                  <a:lnTo>
                    <a:pt x="18769" y="20800"/>
                  </a:lnTo>
                  <a:lnTo>
                    <a:pt x="18322" y="19733"/>
                  </a:lnTo>
                  <a:lnTo>
                    <a:pt x="17726" y="20800"/>
                  </a:lnTo>
                  <a:lnTo>
                    <a:pt x="17131" y="19733"/>
                  </a:lnTo>
                  <a:lnTo>
                    <a:pt x="14896" y="19733"/>
                  </a:lnTo>
                  <a:lnTo>
                    <a:pt x="13853" y="20800"/>
                  </a:lnTo>
                  <a:lnTo>
                    <a:pt x="13257" y="20800"/>
                  </a:lnTo>
                  <a:lnTo>
                    <a:pt x="12662" y="21600"/>
                  </a:lnTo>
                  <a:lnTo>
                    <a:pt x="7746" y="21600"/>
                  </a:lnTo>
                  <a:lnTo>
                    <a:pt x="7746" y="20800"/>
                  </a:lnTo>
                  <a:lnTo>
                    <a:pt x="7150" y="20800"/>
                  </a:lnTo>
                  <a:lnTo>
                    <a:pt x="6703" y="21600"/>
                  </a:lnTo>
                  <a:lnTo>
                    <a:pt x="6107" y="20800"/>
                  </a:lnTo>
                  <a:lnTo>
                    <a:pt x="6703" y="20800"/>
                  </a:lnTo>
                  <a:lnTo>
                    <a:pt x="6703" y="19733"/>
                  </a:lnTo>
                  <a:lnTo>
                    <a:pt x="5511" y="19733"/>
                  </a:lnTo>
                  <a:lnTo>
                    <a:pt x="5511" y="18666"/>
                  </a:lnTo>
                  <a:lnTo>
                    <a:pt x="5064" y="17599"/>
                  </a:lnTo>
                  <a:lnTo>
                    <a:pt x="5511" y="16800"/>
                  </a:lnTo>
                  <a:lnTo>
                    <a:pt x="5064" y="16800"/>
                  </a:lnTo>
                  <a:lnTo>
                    <a:pt x="4468" y="17599"/>
                  </a:lnTo>
                  <a:lnTo>
                    <a:pt x="3426" y="17599"/>
                  </a:lnTo>
                  <a:lnTo>
                    <a:pt x="3426" y="16800"/>
                  </a:lnTo>
                  <a:lnTo>
                    <a:pt x="2234" y="16800"/>
                  </a:lnTo>
                  <a:lnTo>
                    <a:pt x="2234" y="15733"/>
                  </a:lnTo>
                  <a:lnTo>
                    <a:pt x="2830" y="14666"/>
                  </a:lnTo>
                  <a:lnTo>
                    <a:pt x="2234" y="14666"/>
                  </a:lnTo>
                  <a:lnTo>
                    <a:pt x="1191" y="13866"/>
                  </a:lnTo>
                  <a:lnTo>
                    <a:pt x="1191" y="12800"/>
                  </a:lnTo>
                  <a:lnTo>
                    <a:pt x="0" y="10666"/>
                  </a:lnTo>
                  <a:lnTo>
                    <a:pt x="595" y="9866"/>
                  </a:lnTo>
                  <a:lnTo>
                    <a:pt x="1191" y="8799"/>
                  </a:lnTo>
                  <a:lnTo>
                    <a:pt x="2234" y="8799"/>
                  </a:lnTo>
                  <a:lnTo>
                    <a:pt x="2234" y="7733"/>
                  </a:lnTo>
                  <a:lnTo>
                    <a:pt x="2830" y="5866"/>
                  </a:lnTo>
                  <a:lnTo>
                    <a:pt x="3426" y="2933"/>
                  </a:lnTo>
                  <a:lnTo>
                    <a:pt x="3873" y="1866"/>
                  </a:lnTo>
                  <a:lnTo>
                    <a:pt x="4468" y="1866"/>
                  </a:lnTo>
                  <a:lnTo>
                    <a:pt x="5064" y="799"/>
                  </a:lnTo>
                  <a:lnTo>
                    <a:pt x="4468"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2" name="AutoShape 46"/>
            <p:cNvSpPr>
              <a:spLocks/>
            </p:cNvSpPr>
            <p:nvPr/>
          </p:nvSpPr>
          <p:spPr bwMode="auto">
            <a:xfrm>
              <a:off x="11869511" y="4321127"/>
              <a:ext cx="390686" cy="219785"/>
            </a:xfrm>
            <a:custGeom>
              <a:avLst/>
              <a:gdLst>
                <a:gd name="T0" fmla="*/ 195343 w 21600"/>
                <a:gd name="T1" fmla="*/ 109892 h 21600"/>
                <a:gd name="T2" fmla="*/ 195343 w 21600"/>
                <a:gd name="T3" fmla="*/ 109892 h 21600"/>
                <a:gd name="T4" fmla="*/ 195343 w 21600"/>
                <a:gd name="T5" fmla="*/ 109892 h 21600"/>
                <a:gd name="T6" fmla="*/ 195343 w 21600"/>
                <a:gd name="T7" fmla="*/ 10989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028" y="18514"/>
                  </a:moveTo>
                  <a:lnTo>
                    <a:pt x="14919" y="17357"/>
                  </a:lnTo>
                  <a:lnTo>
                    <a:pt x="15810" y="15814"/>
                  </a:lnTo>
                  <a:lnTo>
                    <a:pt x="17369" y="15814"/>
                  </a:lnTo>
                  <a:lnTo>
                    <a:pt x="17369" y="14271"/>
                  </a:lnTo>
                  <a:lnTo>
                    <a:pt x="18259" y="11571"/>
                  </a:lnTo>
                  <a:lnTo>
                    <a:pt x="19150" y="7328"/>
                  </a:lnTo>
                  <a:lnTo>
                    <a:pt x="19818" y="5785"/>
                  </a:lnTo>
                  <a:lnTo>
                    <a:pt x="20709" y="5785"/>
                  </a:lnTo>
                  <a:lnTo>
                    <a:pt x="21599" y="4242"/>
                  </a:lnTo>
                  <a:lnTo>
                    <a:pt x="20709" y="3085"/>
                  </a:lnTo>
                  <a:lnTo>
                    <a:pt x="19818" y="1542"/>
                  </a:lnTo>
                  <a:lnTo>
                    <a:pt x="19150" y="0"/>
                  </a:lnTo>
                  <a:lnTo>
                    <a:pt x="18259" y="1542"/>
                  </a:lnTo>
                  <a:lnTo>
                    <a:pt x="17369" y="0"/>
                  </a:lnTo>
                  <a:lnTo>
                    <a:pt x="15810" y="1542"/>
                  </a:lnTo>
                  <a:lnTo>
                    <a:pt x="14919" y="0"/>
                  </a:lnTo>
                  <a:lnTo>
                    <a:pt x="13360" y="0"/>
                  </a:lnTo>
                  <a:lnTo>
                    <a:pt x="13360" y="1542"/>
                  </a:lnTo>
                  <a:lnTo>
                    <a:pt x="12470" y="3085"/>
                  </a:lnTo>
                  <a:lnTo>
                    <a:pt x="12470" y="4242"/>
                  </a:lnTo>
                  <a:lnTo>
                    <a:pt x="10911" y="3085"/>
                  </a:lnTo>
                  <a:lnTo>
                    <a:pt x="10020" y="4242"/>
                  </a:lnTo>
                  <a:lnTo>
                    <a:pt x="9129" y="4242"/>
                  </a:lnTo>
                  <a:lnTo>
                    <a:pt x="9129" y="5785"/>
                  </a:lnTo>
                  <a:lnTo>
                    <a:pt x="6680" y="5785"/>
                  </a:lnTo>
                  <a:lnTo>
                    <a:pt x="5789" y="7328"/>
                  </a:lnTo>
                  <a:lnTo>
                    <a:pt x="4230" y="5785"/>
                  </a:lnTo>
                  <a:lnTo>
                    <a:pt x="1781" y="4242"/>
                  </a:lnTo>
                  <a:lnTo>
                    <a:pt x="1781" y="7328"/>
                  </a:lnTo>
                  <a:lnTo>
                    <a:pt x="0" y="7328"/>
                  </a:lnTo>
                  <a:lnTo>
                    <a:pt x="890" y="8871"/>
                  </a:lnTo>
                  <a:lnTo>
                    <a:pt x="890" y="11571"/>
                  </a:lnTo>
                  <a:lnTo>
                    <a:pt x="0" y="13114"/>
                  </a:lnTo>
                  <a:lnTo>
                    <a:pt x="890" y="14271"/>
                  </a:lnTo>
                  <a:lnTo>
                    <a:pt x="890" y="17357"/>
                  </a:lnTo>
                  <a:lnTo>
                    <a:pt x="1781" y="17357"/>
                  </a:lnTo>
                  <a:lnTo>
                    <a:pt x="3340" y="18514"/>
                  </a:lnTo>
                  <a:lnTo>
                    <a:pt x="4230" y="20057"/>
                  </a:lnTo>
                  <a:lnTo>
                    <a:pt x="5121" y="20057"/>
                  </a:lnTo>
                  <a:lnTo>
                    <a:pt x="6680" y="21599"/>
                  </a:lnTo>
                  <a:lnTo>
                    <a:pt x="8239" y="21599"/>
                  </a:lnTo>
                  <a:lnTo>
                    <a:pt x="8239" y="20057"/>
                  </a:lnTo>
                  <a:lnTo>
                    <a:pt x="9129" y="21599"/>
                  </a:lnTo>
                  <a:lnTo>
                    <a:pt x="9129" y="20057"/>
                  </a:lnTo>
                  <a:lnTo>
                    <a:pt x="10911" y="20057"/>
                  </a:lnTo>
                  <a:lnTo>
                    <a:pt x="10911" y="18514"/>
                  </a:lnTo>
                  <a:lnTo>
                    <a:pt x="11579" y="17357"/>
                  </a:lnTo>
                  <a:lnTo>
                    <a:pt x="12470" y="18514"/>
                  </a:lnTo>
                  <a:lnTo>
                    <a:pt x="14028" y="185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3" name="AutoShape 47"/>
            <p:cNvSpPr>
              <a:spLocks/>
            </p:cNvSpPr>
            <p:nvPr/>
          </p:nvSpPr>
          <p:spPr bwMode="auto">
            <a:xfrm>
              <a:off x="11901731" y="4262255"/>
              <a:ext cx="326244" cy="133441"/>
            </a:xfrm>
            <a:custGeom>
              <a:avLst/>
              <a:gdLst>
                <a:gd name="T0" fmla="*/ 163122 w 21600"/>
                <a:gd name="T1" fmla="*/ 66721 h 21600"/>
                <a:gd name="T2" fmla="*/ 163122 w 21600"/>
                <a:gd name="T3" fmla="*/ 66721 h 21600"/>
                <a:gd name="T4" fmla="*/ 163122 w 21600"/>
                <a:gd name="T5" fmla="*/ 66721 h 21600"/>
                <a:gd name="T6" fmla="*/ 163122 w 21600"/>
                <a:gd name="T7" fmla="*/ 66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2933" y="19058"/>
                  </a:lnTo>
                  <a:lnTo>
                    <a:pt x="4799" y="21600"/>
                  </a:lnTo>
                  <a:lnTo>
                    <a:pt x="5866" y="19058"/>
                  </a:lnTo>
                  <a:lnTo>
                    <a:pt x="8799" y="19058"/>
                  </a:lnTo>
                  <a:lnTo>
                    <a:pt x="8799" y="16517"/>
                  </a:lnTo>
                  <a:lnTo>
                    <a:pt x="9866" y="16517"/>
                  </a:lnTo>
                  <a:lnTo>
                    <a:pt x="10933" y="14611"/>
                  </a:lnTo>
                  <a:lnTo>
                    <a:pt x="12799" y="16517"/>
                  </a:lnTo>
                  <a:lnTo>
                    <a:pt x="12799" y="14611"/>
                  </a:lnTo>
                  <a:lnTo>
                    <a:pt x="13866" y="12070"/>
                  </a:lnTo>
                  <a:lnTo>
                    <a:pt x="13866" y="9529"/>
                  </a:lnTo>
                  <a:lnTo>
                    <a:pt x="15733" y="9529"/>
                  </a:lnTo>
                  <a:lnTo>
                    <a:pt x="16799" y="12070"/>
                  </a:lnTo>
                  <a:lnTo>
                    <a:pt x="18666" y="9529"/>
                  </a:lnTo>
                  <a:lnTo>
                    <a:pt x="19733" y="12070"/>
                  </a:lnTo>
                  <a:lnTo>
                    <a:pt x="20800" y="9529"/>
                  </a:lnTo>
                  <a:lnTo>
                    <a:pt x="20800" y="7623"/>
                  </a:lnTo>
                  <a:lnTo>
                    <a:pt x="21600" y="2541"/>
                  </a:lnTo>
                  <a:lnTo>
                    <a:pt x="19733" y="0"/>
                  </a:lnTo>
                  <a:lnTo>
                    <a:pt x="12799" y="0"/>
                  </a:lnTo>
                  <a:lnTo>
                    <a:pt x="12799" y="2541"/>
                  </a:lnTo>
                  <a:lnTo>
                    <a:pt x="7733" y="2541"/>
                  </a:lnTo>
                  <a:lnTo>
                    <a:pt x="6933" y="5082"/>
                  </a:lnTo>
                  <a:lnTo>
                    <a:pt x="5866" y="7623"/>
                  </a:lnTo>
                  <a:lnTo>
                    <a:pt x="799" y="7623"/>
                  </a:lnTo>
                  <a:lnTo>
                    <a:pt x="0" y="9529"/>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4" name="AutoShape 48"/>
            <p:cNvSpPr>
              <a:spLocks/>
            </p:cNvSpPr>
            <p:nvPr/>
          </p:nvSpPr>
          <p:spPr bwMode="auto">
            <a:xfrm>
              <a:off x="12260189" y="4642956"/>
              <a:ext cx="386658" cy="204088"/>
            </a:xfrm>
            <a:custGeom>
              <a:avLst/>
              <a:gdLst>
                <a:gd name="T0" fmla="*/ 193329 w 21600"/>
                <a:gd name="T1" fmla="*/ 102044 h 21600"/>
                <a:gd name="T2" fmla="*/ 193329 w 21600"/>
                <a:gd name="T3" fmla="*/ 102044 h 21600"/>
                <a:gd name="T4" fmla="*/ 193329 w 21600"/>
                <a:gd name="T5" fmla="*/ 102044 h 21600"/>
                <a:gd name="T6" fmla="*/ 193329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75" y="0"/>
                  </a:moveTo>
                  <a:lnTo>
                    <a:pt x="2475" y="0"/>
                  </a:lnTo>
                  <a:lnTo>
                    <a:pt x="2475" y="1661"/>
                  </a:lnTo>
                  <a:lnTo>
                    <a:pt x="1575" y="1661"/>
                  </a:lnTo>
                  <a:lnTo>
                    <a:pt x="2475" y="2907"/>
                  </a:lnTo>
                  <a:lnTo>
                    <a:pt x="3150" y="1661"/>
                  </a:lnTo>
                  <a:lnTo>
                    <a:pt x="4049" y="1661"/>
                  </a:lnTo>
                  <a:lnTo>
                    <a:pt x="4049" y="2907"/>
                  </a:lnTo>
                  <a:lnTo>
                    <a:pt x="11475" y="2907"/>
                  </a:lnTo>
                  <a:lnTo>
                    <a:pt x="12374" y="1661"/>
                  </a:lnTo>
                  <a:lnTo>
                    <a:pt x="13275" y="1661"/>
                  </a:lnTo>
                  <a:lnTo>
                    <a:pt x="14849" y="0"/>
                  </a:lnTo>
                  <a:lnTo>
                    <a:pt x="18224" y="0"/>
                  </a:lnTo>
                  <a:lnTo>
                    <a:pt x="19124" y="1661"/>
                  </a:lnTo>
                  <a:lnTo>
                    <a:pt x="20025" y="0"/>
                  </a:lnTo>
                  <a:lnTo>
                    <a:pt x="20700" y="1661"/>
                  </a:lnTo>
                  <a:lnTo>
                    <a:pt x="21599" y="1661"/>
                  </a:lnTo>
                  <a:lnTo>
                    <a:pt x="21599" y="4569"/>
                  </a:lnTo>
                  <a:lnTo>
                    <a:pt x="20700" y="6230"/>
                  </a:lnTo>
                  <a:lnTo>
                    <a:pt x="20700" y="4569"/>
                  </a:lnTo>
                  <a:lnTo>
                    <a:pt x="19124" y="6230"/>
                  </a:lnTo>
                  <a:lnTo>
                    <a:pt x="20025" y="9138"/>
                  </a:lnTo>
                  <a:lnTo>
                    <a:pt x="18224" y="12461"/>
                  </a:lnTo>
                  <a:lnTo>
                    <a:pt x="19124" y="12461"/>
                  </a:lnTo>
                  <a:lnTo>
                    <a:pt x="20025" y="15369"/>
                  </a:lnTo>
                  <a:lnTo>
                    <a:pt x="20025" y="17030"/>
                  </a:lnTo>
                  <a:lnTo>
                    <a:pt x="19124" y="15369"/>
                  </a:lnTo>
                  <a:lnTo>
                    <a:pt x="19124" y="17030"/>
                  </a:lnTo>
                  <a:lnTo>
                    <a:pt x="18224" y="15369"/>
                  </a:lnTo>
                  <a:lnTo>
                    <a:pt x="16650" y="15369"/>
                  </a:lnTo>
                  <a:lnTo>
                    <a:pt x="15750" y="17030"/>
                  </a:lnTo>
                  <a:lnTo>
                    <a:pt x="14849" y="17030"/>
                  </a:lnTo>
                  <a:lnTo>
                    <a:pt x="14175" y="18276"/>
                  </a:lnTo>
                  <a:lnTo>
                    <a:pt x="14175" y="21599"/>
                  </a:lnTo>
                  <a:lnTo>
                    <a:pt x="7425" y="21599"/>
                  </a:lnTo>
                  <a:lnTo>
                    <a:pt x="6525" y="19938"/>
                  </a:lnTo>
                  <a:lnTo>
                    <a:pt x="6525" y="21599"/>
                  </a:lnTo>
                  <a:lnTo>
                    <a:pt x="4049" y="21599"/>
                  </a:lnTo>
                  <a:lnTo>
                    <a:pt x="3150" y="19938"/>
                  </a:lnTo>
                  <a:lnTo>
                    <a:pt x="3150" y="18276"/>
                  </a:lnTo>
                  <a:lnTo>
                    <a:pt x="675" y="13707"/>
                  </a:lnTo>
                  <a:lnTo>
                    <a:pt x="1575" y="13707"/>
                  </a:lnTo>
                  <a:lnTo>
                    <a:pt x="675" y="12461"/>
                  </a:lnTo>
                  <a:lnTo>
                    <a:pt x="675" y="10800"/>
                  </a:lnTo>
                  <a:lnTo>
                    <a:pt x="2475" y="7476"/>
                  </a:lnTo>
                  <a:lnTo>
                    <a:pt x="1575" y="6230"/>
                  </a:lnTo>
                  <a:lnTo>
                    <a:pt x="675" y="4569"/>
                  </a:lnTo>
                  <a:lnTo>
                    <a:pt x="0" y="1661"/>
                  </a:lnTo>
                  <a:lnTo>
                    <a:pt x="675"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5" name="AutoShape 49"/>
            <p:cNvSpPr>
              <a:spLocks/>
            </p:cNvSpPr>
            <p:nvPr/>
          </p:nvSpPr>
          <p:spPr bwMode="auto">
            <a:xfrm>
              <a:off x="12155471" y="4772469"/>
              <a:ext cx="177219" cy="117744"/>
            </a:xfrm>
            <a:custGeom>
              <a:avLst/>
              <a:gdLst>
                <a:gd name="T0" fmla="*/ 88610 w 21600"/>
                <a:gd name="T1" fmla="*/ 58872 h 21600"/>
                <a:gd name="T2" fmla="*/ 88610 w 21600"/>
                <a:gd name="T3" fmla="*/ 58872 h 21600"/>
                <a:gd name="T4" fmla="*/ 88610 w 21600"/>
                <a:gd name="T5" fmla="*/ 58872 h 21600"/>
                <a:gd name="T6" fmla="*/ 88610 w 21600"/>
                <a:gd name="T7" fmla="*/ 5887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236" y="0"/>
                  </a:moveTo>
                  <a:lnTo>
                    <a:pt x="19636" y="7919"/>
                  </a:lnTo>
                  <a:lnTo>
                    <a:pt x="19636" y="10800"/>
                  </a:lnTo>
                  <a:lnTo>
                    <a:pt x="21600" y="13679"/>
                  </a:lnTo>
                  <a:lnTo>
                    <a:pt x="19636" y="16559"/>
                  </a:lnTo>
                  <a:lnTo>
                    <a:pt x="12763" y="16559"/>
                  </a:lnTo>
                  <a:lnTo>
                    <a:pt x="10800" y="18719"/>
                  </a:lnTo>
                  <a:lnTo>
                    <a:pt x="8836" y="18719"/>
                  </a:lnTo>
                  <a:lnTo>
                    <a:pt x="5399" y="21600"/>
                  </a:lnTo>
                  <a:lnTo>
                    <a:pt x="3436" y="21600"/>
                  </a:lnTo>
                  <a:lnTo>
                    <a:pt x="3436" y="18719"/>
                  </a:lnTo>
                  <a:lnTo>
                    <a:pt x="1472" y="16559"/>
                  </a:lnTo>
                  <a:lnTo>
                    <a:pt x="0" y="10800"/>
                  </a:lnTo>
                  <a:lnTo>
                    <a:pt x="1472" y="7919"/>
                  </a:lnTo>
                  <a:lnTo>
                    <a:pt x="1472" y="5759"/>
                  </a:lnTo>
                  <a:lnTo>
                    <a:pt x="3436" y="2879"/>
                  </a:lnTo>
                  <a:lnTo>
                    <a:pt x="7363" y="2879"/>
                  </a:lnTo>
                  <a:lnTo>
                    <a:pt x="10800" y="0"/>
                  </a:lnTo>
                  <a:lnTo>
                    <a:pt x="10800" y="2879"/>
                  </a:lnTo>
                  <a:lnTo>
                    <a:pt x="14236"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6" name="AutoShape 50"/>
            <p:cNvSpPr>
              <a:spLocks/>
            </p:cNvSpPr>
            <p:nvPr/>
          </p:nvSpPr>
          <p:spPr bwMode="auto">
            <a:xfrm>
              <a:off x="12078952" y="4760698"/>
              <a:ext cx="120831" cy="200165"/>
            </a:xfrm>
            <a:custGeom>
              <a:avLst/>
              <a:gdLst>
                <a:gd name="T0" fmla="*/ 60416 w 21600"/>
                <a:gd name="T1" fmla="*/ 100082 h 21600"/>
                <a:gd name="T2" fmla="*/ 60416 w 21600"/>
                <a:gd name="T3" fmla="*/ 100082 h 21600"/>
                <a:gd name="T4" fmla="*/ 60416 w 21600"/>
                <a:gd name="T5" fmla="*/ 100082 h 21600"/>
                <a:gd name="T6" fmla="*/ 60416 w 21600"/>
                <a:gd name="T7" fmla="*/ 1000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839" y="5929"/>
                  </a:moveTo>
                  <a:lnTo>
                    <a:pt x="13679" y="7623"/>
                  </a:lnTo>
                  <a:lnTo>
                    <a:pt x="15839" y="11011"/>
                  </a:lnTo>
                  <a:lnTo>
                    <a:pt x="18719" y="12282"/>
                  </a:lnTo>
                  <a:lnTo>
                    <a:pt x="18719" y="13976"/>
                  </a:lnTo>
                  <a:lnTo>
                    <a:pt x="21599" y="13976"/>
                  </a:lnTo>
                  <a:lnTo>
                    <a:pt x="21599" y="15670"/>
                  </a:lnTo>
                  <a:lnTo>
                    <a:pt x="18719" y="18635"/>
                  </a:lnTo>
                  <a:lnTo>
                    <a:pt x="13679" y="18635"/>
                  </a:lnTo>
                  <a:lnTo>
                    <a:pt x="13679" y="21599"/>
                  </a:lnTo>
                  <a:lnTo>
                    <a:pt x="7919" y="21599"/>
                  </a:lnTo>
                  <a:lnTo>
                    <a:pt x="5759" y="18635"/>
                  </a:lnTo>
                  <a:lnTo>
                    <a:pt x="0" y="18635"/>
                  </a:lnTo>
                  <a:lnTo>
                    <a:pt x="2880" y="16941"/>
                  </a:lnTo>
                  <a:lnTo>
                    <a:pt x="0" y="15670"/>
                  </a:lnTo>
                  <a:lnTo>
                    <a:pt x="0" y="13976"/>
                  </a:lnTo>
                  <a:lnTo>
                    <a:pt x="2880" y="12282"/>
                  </a:lnTo>
                  <a:lnTo>
                    <a:pt x="0" y="11011"/>
                  </a:lnTo>
                  <a:lnTo>
                    <a:pt x="2880" y="7623"/>
                  </a:lnTo>
                  <a:lnTo>
                    <a:pt x="2880" y="5929"/>
                  </a:lnTo>
                  <a:lnTo>
                    <a:pt x="0" y="5929"/>
                  </a:lnTo>
                  <a:lnTo>
                    <a:pt x="0" y="1270"/>
                  </a:lnTo>
                  <a:lnTo>
                    <a:pt x="2880" y="0"/>
                  </a:lnTo>
                  <a:lnTo>
                    <a:pt x="5759" y="0"/>
                  </a:lnTo>
                  <a:lnTo>
                    <a:pt x="5759" y="1270"/>
                  </a:lnTo>
                  <a:lnTo>
                    <a:pt x="7919" y="0"/>
                  </a:lnTo>
                  <a:lnTo>
                    <a:pt x="10800" y="1270"/>
                  </a:lnTo>
                  <a:lnTo>
                    <a:pt x="13679" y="2964"/>
                  </a:lnTo>
                  <a:lnTo>
                    <a:pt x="15839" y="2964"/>
                  </a:lnTo>
                  <a:lnTo>
                    <a:pt x="15839" y="5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7" name="AutoShape 51"/>
            <p:cNvSpPr>
              <a:spLocks/>
            </p:cNvSpPr>
            <p:nvPr/>
          </p:nvSpPr>
          <p:spPr bwMode="auto">
            <a:xfrm>
              <a:off x="12034647" y="4497740"/>
              <a:ext cx="269856" cy="317906"/>
            </a:xfrm>
            <a:custGeom>
              <a:avLst/>
              <a:gdLst>
                <a:gd name="T0" fmla="*/ 134928 w 21600"/>
                <a:gd name="T1" fmla="*/ 158953 h 21600"/>
                <a:gd name="T2" fmla="*/ 134928 w 21600"/>
                <a:gd name="T3" fmla="*/ 158953 h 21600"/>
                <a:gd name="T4" fmla="*/ 134928 w 21600"/>
                <a:gd name="T5" fmla="*/ 158953 h 21600"/>
                <a:gd name="T6" fmla="*/ 134928 w 21600"/>
                <a:gd name="T7" fmla="*/ 158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933"/>
                  </a:moveTo>
                  <a:lnTo>
                    <a:pt x="0" y="1866"/>
                  </a:lnTo>
                  <a:lnTo>
                    <a:pt x="2579" y="1866"/>
                  </a:lnTo>
                  <a:lnTo>
                    <a:pt x="2579" y="799"/>
                  </a:lnTo>
                  <a:lnTo>
                    <a:pt x="3546" y="0"/>
                  </a:lnTo>
                  <a:lnTo>
                    <a:pt x="4835" y="799"/>
                  </a:lnTo>
                  <a:lnTo>
                    <a:pt x="7092" y="799"/>
                  </a:lnTo>
                  <a:lnTo>
                    <a:pt x="9671" y="2933"/>
                  </a:lnTo>
                  <a:lnTo>
                    <a:pt x="9671" y="3999"/>
                  </a:lnTo>
                  <a:lnTo>
                    <a:pt x="11928" y="4799"/>
                  </a:lnTo>
                  <a:lnTo>
                    <a:pt x="13217" y="4799"/>
                  </a:lnTo>
                  <a:lnTo>
                    <a:pt x="11928" y="5866"/>
                  </a:lnTo>
                  <a:lnTo>
                    <a:pt x="11928" y="6933"/>
                  </a:lnTo>
                  <a:lnTo>
                    <a:pt x="14507" y="6933"/>
                  </a:lnTo>
                  <a:lnTo>
                    <a:pt x="14507" y="7733"/>
                  </a:lnTo>
                  <a:lnTo>
                    <a:pt x="16764" y="7733"/>
                  </a:lnTo>
                  <a:lnTo>
                    <a:pt x="18053" y="6933"/>
                  </a:lnTo>
                  <a:lnTo>
                    <a:pt x="19020" y="6933"/>
                  </a:lnTo>
                  <a:lnTo>
                    <a:pt x="18053" y="7733"/>
                  </a:lnTo>
                  <a:lnTo>
                    <a:pt x="19020" y="8799"/>
                  </a:lnTo>
                  <a:lnTo>
                    <a:pt x="19020" y="9866"/>
                  </a:lnTo>
                  <a:lnTo>
                    <a:pt x="18053" y="10933"/>
                  </a:lnTo>
                  <a:lnTo>
                    <a:pt x="19020" y="12800"/>
                  </a:lnTo>
                  <a:lnTo>
                    <a:pt x="20310" y="13866"/>
                  </a:lnTo>
                  <a:lnTo>
                    <a:pt x="21599" y="14666"/>
                  </a:lnTo>
                  <a:lnTo>
                    <a:pt x="19020" y="16800"/>
                  </a:lnTo>
                  <a:lnTo>
                    <a:pt x="19020" y="17866"/>
                  </a:lnTo>
                  <a:lnTo>
                    <a:pt x="20310" y="18666"/>
                  </a:lnTo>
                  <a:lnTo>
                    <a:pt x="19020" y="18666"/>
                  </a:lnTo>
                  <a:lnTo>
                    <a:pt x="16764" y="19733"/>
                  </a:lnTo>
                  <a:lnTo>
                    <a:pt x="16764" y="18666"/>
                  </a:lnTo>
                  <a:lnTo>
                    <a:pt x="14507" y="19733"/>
                  </a:lnTo>
                  <a:lnTo>
                    <a:pt x="11928" y="19733"/>
                  </a:lnTo>
                  <a:lnTo>
                    <a:pt x="10638" y="20800"/>
                  </a:lnTo>
                  <a:lnTo>
                    <a:pt x="10638" y="21600"/>
                  </a:lnTo>
                  <a:lnTo>
                    <a:pt x="10638" y="19733"/>
                  </a:lnTo>
                  <a:lnTo>
                    <a:pt x="9671" y="19733"/>
                  </a:lnTo>
                  <a:lnTo>
                    <a:pt x="8382" y="18666"/>
                  </a:lnTo>
                  <a:lnTo>
                    <a:pt x="7092" y="17866"/>
                  </a:lnTo>
                  <a:lnTo>
                    <a:pt x="8382" y="16800"/>
                  </a:lnTo>
                  <a:lnTo>
                    <a:pt x="8382" y="15733"/>
                  </a:lnTo>
                  <a:lnTo>
                    <a:pt x="7092" y="15733"/>
                  </a:lnTo>
                  <a:lnTo>
                    <a:pt x="6125" y="14666"/>
                  </a:lnTo>
                  <a:lnTo>
                    <a:pt x="3546" y="14666"/>
                  </a:lnTo>
                  <a:lnTo>
                    <a:pt x="3546" y="12800"/>
                  </a:lnTo>
                  <a:lnTo>
                    <a:pt x="2579" y="11733"/>
                  </a:lnTo>
                  <a:lnTo>
                    <a:pt x="2579" y="10933"/>
                  </a:lnTo>
                  <a:lnTo>
                    <a:pt x="3546" y="10933"/>
                  </a:lnTo>
                  <a:lnTo>
                    <a:pt x="3546" y="9866"/>
                  </a:lnTo>
                  <a:lnTo>
                    <a:pt x="2579" y="9866"/>
                  </a:lnTo>
                  <a:lnTo>
                    <a:pt x="1289" y="8799"/>
                  </a:lnTo>
                  <a:lnTo>
                    <a:pt x="2579" y="7733"/>
                  </a:lnTo>
                  <a:lnTo>
                    <a:pt x="2579" y="6933"/>
                  </a:lnTo>
                  <a:lnTo>
                    <a:pt x="1289" y="6933"/>
                  </a:lnTo>
                  <a:lnTo>
                    <a:pt x="1289" y="5866"/>
                  </a:lnTo>
                  <a:lnTo>
                    <a:pt x="2579" y="5866"/>
                  </a:lnTo>
                  <a:lnTo>
                    <a:pt x="2579" y="4799"/>
                  </a:lnTo>
                  <a:lnTo>
                    <a:pt x="1289" y="4799"/>
                  </a:lnTo>
                  <a:lnTo>
                    <a:pt x="0" y="3999"/>
                  </a:lnTo>
                  <a:lnTo>
                    <a:pt x="0" y="29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8" name="AutoShape 52"/>
            <p:cNvSpPr>
              <a:spLocks/>
            </p:cNvSpPr>
            <p:nvPr/>
          </p:nvSpPr>
          <p:spPr bwMode="auto">
            <a:xfrm>
              <a:off x="12018535" y="4686126"/>
              <a:ext cx="120831" cy="129517"/>
            </a:xfrm>
            <a:custGeom>
              <a:avLst/>
              <a:gdLst>
                <a:gd name="T0" fmla="*/ 60416 w 21600"/>
                <a:gd name="T1" fmla="*/ 64759 h 21600"/>
                <a:gd name="T2" fmla="*/ 60416 w 21600"/>
                <a:gd name="T3" fmla="*/ 64759 h 21600"/>
                <a:gd name="T4" fmla="*/ 60416 w 21600"/>
                <a:gd name="T5" fmla="*/ 64759 h 21600"/>
                <a:gd name="T6" fmla="*/ 60416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600"/>
                  </a:moveTo>
                  <a:lnTo>
                    <a:pt x="10800" y="14400"/>
                  </a:lnTo>
                  <a:lnTo>
                    <a:pt x="13679" y="12436"/>
                  </a:lnTo>
                  <a:lnTo>
                    <a:pt x="16559" y="12436"/>
                  </a:lnTo>
                  <a:lnTo>
                    <a:pt x="16559" y="14400"/>
                  </a:lnTo>
                  <a:lnTo>
                    <a:pt x="21599" y="9818"/>
                  </a:lnTo>
                  <a:lnTo>
                    <a:pt x="21599" y="7200"/>
                  </a:lnTo>
                  <a:lnTo>
                    <a:pt x="18719" y="7200"/>
                  </a:lnTo>
                  <a:lnTo>
                    <a:pt x="16559" y="4581"/>
                  </a:lnTo>
                  <a:lnTo>
                    <a:pt x="10800" y="4581"/>
                  </a:lnTo>
                  <a:lnTo>
                    <a:pt x="10800" y="0"/>
                  </a:lnTo>
                  <a:lnTo>
                    <a:pt x="8639" y="2618"/>
                  </a:lnTo>
                  <a:lnTo>
                    <a:pt x="8639" y="0"/>
                  </a:lnTo>
                  <a:lnTo>
                    <a:pt x="2880" y="0"/>
                  </a:lnTo>
                  <a:lnTo>
                    <a:pt x="2880" y="2618"/>
                  </a:lnTo>
                  <a:lnTo>
                    <a:pt x="5759" y="2618"/>
                  </a:lnTo>
                  <a:lnTo>
                    <a:pt x="5759" y="4581"/>
                  </a:lnTo>
                  <a:lnTo>
                    <a:pt x="2880" y="4581"/>
                  </a:lnTo>
                  <a:lnTo>
                    <a:pt x="2880" y="9818"/>
                  </a:lnTo>
                  <a:lnTo>
                    <a:pt x="0" y="12436"/>
                  </a:lnTo>
                  <a:lnTo>
                    <a:pt x="2880" y="14400"/>
                  </a:lnTo>
                  <a:lnTo>
                    <a:pt x="108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9" name="AutoShape 53"/>
            <p:cNvSpPr>
              <a:spLocks/>
            </p:cNvSpPr>
            <p:nvPr/>
          </p:nvSpPr>
          <p:spPr bwMode="auto">
            <a:xfrm>
              <a:off x="11708402" y="4497740"/>
              <a:ext cx="358465" cy="247259"/>
            </a:xfrm>
            <a:custGeom>
              <a:avLst/>
              <a:gdLst>
                <a:gd name="T0" fmla="*/ 179233 w 21600"/>
                <a:gd name="T1" fmla="*/ 123630 h 21600"/>
                <a:gd name="T2" fmla="*/ 179233 w 21600"/>
                <a:gd name="T3" fmla="*/ 123630 h 21600"/>
                <a:gd name="T4" fmla="*/ 179233 w 21600"/>
                <a:gd name="T5" fmla="*/ 123630 h 21600"/>
                <a:gd name="T6" fmla="*/ 179233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8894"/>
                  </a:moveTo>
                  <a:cubicBezTo>
                    <a:pt x="20700" y="7623"/>
                    <a:pt x="20700" y="7623"/>
                    <a:pt x="20700" y="7623"/>
                  </a:cubicBezTo>
                  <a:cubicBezTo>
                    <a:pt x="20700" y="7623"/>
                    <a:pt x="20700" y="7623"/>
                    <a:pt x="20700" y="7623"/>
                  </a:cubicBezTo>
                  <a:cubicBezTo>
                    <a:pt x="21599" y="7623"/>
                    <a:pt x="21599" y="7623"/>
                    <a:pt x="21599" y="7623"/>
                  </a:cubicBezTo>
                  <a:cubicBezTo>
                    <a:pt x="21599" y="6352"/>
                    <a:pt x="21599" y="6352"/>
                    <a:pt x="21599" y="6352"/>
                  </a:cubicBezTo>
                  <a:cubicBezTo>
                    <a:pt x="20700" y="6352"/>
                    <a:pt x="20700" y="6352"/>
                    <a:pt x="20700" y="6352"/>
                  </a:cubicBezTo>
                  <a:cubicBezTo>
                    <a:pt x="20700" y="6352"/>
                    <a:pt x="20700" y="6352"/>
                    <a:pt x="20700" y="6352"/>
                  </a:cubicBezTo>
                  <a:cubicBezTo>
                    <a:pt x="19800" y="5082"/>
                    <a:pt x="19800" y="5082"/>
                    <a:pt x="19800" y="5082"/>
                  </a:cubicBezTo>
                  <a:cubicBezTo>
                    <a:pt x="19800" y="3811"/>
                    <a:pt x="19800" y="3811"/>
                    <a:pt x="19800" y="3811"/>
                  </a:cubicBezTo>
                  <a:cubicBezTo>
                    <a:pt x="18900" y="2541"/>
                    <a:pt x="18900" y="2541"/>
                    <a:pt x="18900" y="2541"/>
                  </a:cubicBezTo>
                  <a:cubicBezTo>
                    <a:pt x="18900" y="3811"/>
                    <a:pt x="18900" y="3811"/>
                    <a:pt x="18900" y="3811"/>
                  </a:cubicBezTo>
                  <a:cubicBezTo>
                    <a:pt x="17099" y="3811"/>
                    <a:pt x="17099" y="3811"/>
                    <a:pt x="17099" y="3811"/>
                  </a:cubicBezTo>
                  <a:cubicBezTo>
                    <a:pt x="15299" y="2541"/>
                    <a:pt x="15299" y="2541"/>
                    <a:pt x="15299" y="2541"/>
                  </a:cubicBezTo>
                  <a:cubicBezTo>
                    <a:pt x="14399" y="2541"/>
                    <a:pt x="14399" y="2541"/>
                    <a:pt x="14399" y="2541"/>
                  </a:cubicBezTo>
                  <a:cubicBezTo>
                    <a:pt x="13499" y="1270"/>
                    <a:pt x="13499" y="1270"/>
                    <a:pt x="13499" y="1270"/>
                  </a:cubicBezTo>
                  <a:cubicBezTo>
                    <a:pt x="11699" y="0"/>
                    <a:pt x="11699" y="0"/>
                    <a:pt x="11699" y="0"/>
                  </a:cubicBezTo>
                  <a:cubicBezTo>
                    <a:pt x="10800" y="0"/>
                    <a:pt x="10800" y="0"/>
                    <a:pt x="10800" y="0"/>
                  </a:cubicBezTo>
                  <a:cubicBezTo>
                    <a:pt x="10800" y="0"/>
                    <a:pt x="10800" y="0"/>
                    <a:pt x="10800" y="0"/>
                  </a:cubicBezTo>
                  <a:cubicBezTo>
                    <a:pt x="8999" y="0"/>
                    <a:pt x="8999" y="0"/>
                    <a:pt x="8999" y="0"/>
                  </a:cubicBezTo>
                  <a:cubicBezTo>
                    <a:pt x="7199" y="1270"/>
                    <a:pt x="7199" y="1270"/>
                    <a:pt x="7199" y="1270"/>
                  </a:cubicBezTo>
                  <a:cubicBezTo>
                    <a:pt x="7199" y="2541"/>
                    <a:pt x="7199" y="2541"/>
                    <a:pt x="7199" y="2541"/>
                  </a:cubicBezTo>
                  <a:cubicBezTo>
                    <a:pt x="5400" y="3811"/>
                    <a:pt x="5400" y="3811"/>
                    <a:pt x="5400" y="3811"/>
                  </a:cubicBezTo>
                  <a:cubicBezTo>
                    <a:pt x="5400" y="5082"/>
                    <a:pt x="5400" y="5082"/>
                    <a:pt x="5400" y="5082"/>
                  </a:cubicBezTo>
                  <a:cubicBezTo>
                    <a:pt x="4499" y="5082"/>
                    <a:pt x="4499" y="5082"/>
                    <a:pt x="4499" y="5082"/>
                  </a:cubicBezTo>
                  <a:cubicBezTo>
                    <a:pt x="2700" y="5082"/>
                    <a:pt x="2700" y="5082"/>
                    <a:pt x="2700" y="5082"/>
                  </a:cubicBezTo>
                  <a:cubicBezTo>
                    <a:pt x="1800" y="5082"/>
                    <a:pt x="1800" y="5082"/>
                    <a:pt x="1800" y="5082"/>
                  </a:cubicBezTo>
                  <a:cubicBezTo>
                    <a:pt x="900" y="6352"/>
                    <a:pt x="900" y="6352"/>
                    <a:pt x="900" y="6352"/>
                  </a:cubicBezTo>
                  <a:cubicBezTo>
                    <a:pt x="0" y="6352"/>
                    <a:pt x="0" y="6352"/>
                    <a:pt x="0" y="6352"/>
                  </a:cubicBezTo>
                  <a:cubicBezTo>
                    <a:pt x="0" y="6352"/>
                    <a:pt x="0" y="6352"/>
                    <a:pt x="0" y="6352"/>
                  </a:cubicBezTo>
                  <a:cubicBezTo>
                    <a:pt x="0" y="7623"/>
                    <a:pt x="0" y="7623"/>
                    <a:pt x="0" y="7623"/>
                  </a:cubicBezTo>
                  <a:cubicBezTo>
                    <a:pt x="900" y="8894"/>
                    <a:pt x="900" y="8894"/>
                    <a:pt x="900" y="8894"/>
                  </a:cubicBezTo>
                  <a:cubicBezTo>
                    <a:pt x="900" y="10164"/>
                    <a:pt x="900" y="10164"/>
                    <a:pt x="900" y="10164"/>
                  </a:cubicBezTo>
                  <a:cubicBezTo>
                    <a:pt x="900" y="10164"/>
                    <a:pt x="900" y="10164"/>
                    <a:pt x="900" y="10164"/>
                  </a:cubicBezTo>
                  <a:cubicBezTo>
                    <a:pt x="1800" y="7623"/>
                    <a:pt x="1800" y="7623"/>
                    <a:pt x="1800" y="7623"/>
                  </a:cubicBezTo>
                  <a:cubicBezTo>
                    <a:pt x="2700" y="6352"/>
                    <a:pt x="2700" y="6352"/>
                    <a:pt x="2700" y="6352"/>
                  </a:cubicBezTo>
                  <a:cubicBezTo>
                    <a:pt x="2700" y="6352"/>
                    <a:pt x="2700" y="6352"/>
                    <a:pt x="2700" y="6352"/>
                  </a:cubicBezTo>
                  <a:cubicBezTo>
                    <a:pt x="3600" y="6352"/>
                    <a:pt x="3600" y="6352"/>
                    <a:pt x="3600" y="6352"/>
                  </a:cubicBezTo>
                  <a:cubicBezTo>
                    <a:pt x="4499" y="6352"/>
                    <a:pt x="4499" y="6352"/>
                    <a:pt x="4499" y="6352"/>
                  </a:cubicBezTo>
                  <a:cubicBezTo>
                    <a:pt x="4499" y="7623"/>
                    <a:pt x="4499" y="7623"/>
                    <a:pt x="4499" y="7623"/>
                  </a:cubicBezTo>
                  <a:cubicBezTo>
                    <a:pt x="5400" y="8894"/>
                    <a:pt x="5400" y="8894"/>
                    <a:pt x="5400" y="8894"/>
                  </a:cubicBezTo>
                  <a:cubicBezTo>
                    <a:pt x="5400" y="10164"/>
                    <a:pt x="5400" y="10164"/>
                    <a:pt x="5400" y="10164"/>
                  </a:cubicBezTo>
                  <a:cubicBezTo>
                    <a:pt x="7199" y="12705"/>
                    <a:pt x="7199" y="12705"/>
                    <a:pt x="7199" y="12705"/>
                  </a:cubicBezTo>
                  <a:cubicBezTo>
                    <a:pt x="7199" y="12705"/>
                    <a:pt x="7199" y="12705"/>
                    <a:pt x="7199" y="12705"/>
                  </a:cubicBezTo>
                  <a:cubicBezTo>
                    <a:pt x="8099" y="12705"/>
                    <a:pt x="8099" y="12705"/>
                    <a:pt x="8099" y="12705"/>
                  </a:cubicBezTo>
                  <a:cubicBezTo>
                    <a:pt x="7199" y="12705"/>
                    <a:pt x="7199" y="12705"/>
                    <a:pt x="7199" y="12705"/>
                  </a:cubicBezTo>
                  <a:cubicBezTo>
                    <a:pt x="6299" y="12705"/>
                    <a:pt x="6299" y="12705"/>
                    <a:pt x="6299" y="12705"/>
                  </a:cubicBezTo>
                  <a:cubicBezTo>
                    <a:pt x="6299" y="13976"/>
                    <a:pt x="6299" y="13976"/>
                    <a:pt x="6299" y="13976"/>
                  </a:cubicBezTo>
                  <a:cubicBezTo>
                    <a:pt x="6299" y="15247"/>
                    <a:pt x="6299" y="15247"/>
                    <a:pt x="6299" y="15247"/>
                  </a:cubicBezTo>
                  <a:cubicBezTo>
                    <a:pt x="7199" y="15247"/>
                    <a:pt x="7199" y="15247"/>
                    <a:pt x="7199" y="15247"/>
                  </a:cubicBezTo>
                  <a:cubicBezTo>
                    <a:pt x="8099" y="15247"/>
                    <a:pt x="8099" y="15247"/>
                    <a:pt x="8099" y="15247"/>
                  </a:cubicBezTo>
                  <a:cubicBezTo>
                    <a:pt x="8999" y="16517"/>
                    <a:pt x="8999" y="16517"/>
                    <a:pt x="8999" y="16517"/>
                  </a:cubicBezTo>
                  <a:cubicBezTo>
                    <a:pt x="9900" y="16517"/>
                    <a:pt x="9900" y="16517"/>
                    <a:pt x="9900" y="16517"/>
                  </a:cubicBezTo>
                  <a:cubicBezTo>
                    <a:pt x="9900" y="17788"/>
                    <a:pt x="9900" y="17788"/>
                    <a:pt x="9900" y="17788"/>
                  </a:cubicBezTo>
                  <a:cubicBezTo>
                    <a:pt x="10800" y="17788"/>
                    <a:pt x="10800" y="17788"/>
                    <a:pt x="10800" y="17788"/>
                  </a:cubicBezTo>
                  <a:cubicBezTo>
                    <a:pt x="12599" y="17788"/>
                    <a:pt x="12599" y="17788"/>
                    <a:pt x="12599" y="17788"/>
                  </a:cubicBezTo>
                  <a:cubicBezTo>
                    <a:pt x="13499" y="17788"/>
                    <a:pt x="13499" y="17788"/>
                    <a:pt x="13499" y="17788"/>
                  </a:cubicBezTo>
                  <a:cubicBezTo>
                    <a:pt x="15299" y="20329"/>
                    <a:pt x="15299" y="20329"/>
                    <a:pt x="15299" y="20329"/>
                  </a:cubicBezTo>
                  <a:cubicBezTo>
                    <a:pt x="15299" y="20329"/>
                    <a:pt x="15299" y="20329"/>
                    <a:pt x="15299" y="20329"/>
                  </a:cubicBezTo>
                  <a:cubicBezTo>
                    <a:pt x="14399" y="20329"/>
                    <a:pt x="14399" y="20329"/>
                    <a:pt x="14399" y="20329"/>
                  </a:cubicBezTo>
                  <a:cubicBezTo>
                    <a:pt x="14399" y="21599"/>
                    <a:pt x="14399" y="21599"/>
                    <a:pt x="14399" y="21599"/>
                  </a:cubicBezTo>
                  <a:cubicBezTo>
                    <a:pt x="15299" y="21599"/>
                    <a:pt x="15299" y="21599"/>
                    <a:pt x="15299" y="21599"/>
                  </a:cubicBezTo>
                  <a:cubicBezTo>
                    <a:pt x="15299" y="21599"/>
                    <a:pt x="15299" y="21599"/>
                    <a:pt x="15299" y="21599"/>
                  </a:cubicBezTo>
                  <a:cubicBezTo>
                    <a:pt x="15299" y="20329"/>
                    <a:pt x="15299" y="20329"/>
                    <a:pt x="15299" y="20329"/>
                  </a:cubicBezTo>
                  <a:cubicBezTo>
                    <a:pt x="12599" y="16517"/>
                    <a:pt x="12599" y="16517"/>
                    <a:pt x="12599" y="16517"/>
                  </a:cubicBezTo>
                  <a:cubicBezTo>
                    <a:pt x="9900" y="12705"/>
                    <a:pt x="9900" y="12705"/>
                    <a:pt x="9900" y="12705"/>
                  </a:cubicBezTo>
                  <a:cubicBezTo>
                    <a:pt x="9900" y="12705"/>
                    <a:pt x="9900" y="12705"/>
                    <a:pt x="9900" y="12705"/>
                  </a:cubicBezTo>
                  <a:cubicBezTo>
                    <a:pt x="9900" y="11435"/>
                    <a:pt x="9900" y="11435"/>
                    <a:pt x="9900" y="11435"/>
                  </a:cubicBezTo>
                  <a:cubicBezTo>
                    <a:pt x="8999" y="11435"/>
                    <a:pt x="8999" y="11435"/>
                    <a:pt x="8999" y="11435"/>
                  </a:cubicBezTo>
                  <a:cubicBezTo>
                    <a:pt x="8999" y="10164"/>
                    <a:pt x="8999" y="10164"/>
                    <a:pt x="8999" y="10164"/>
                  </a:cubicBezTo>
                  <a:cubicBezTo>
                    <a:pt x="8099" y="8894"/>
                    <a:pt x="8099" y="8894"/>
                    <a:pt x="8099" y="8894"/>
                  </a:cubicBezTo>
                  <a:cubicBezTo>
                    <a:pt x="8099" y="8894"/>
                    <a:pt x="8099" y="8894"/>
                    <a:pt x="8099" y="8894"/>
                  </a:cubicBezTo>
                  <a:cubicBezTo>
                    <a:pt x="8099" y="8894"/>
                    <a:pt x="8099" y="8894"/>
                    <a:pt x="8099" y="8894"/>
                  </a:cubicBezTo>
                  <a:cubicBezTo>
                    <a:pt x="8099" y="7623"/>
                    <a:pt x="8099" y="7623"/>
                    <a:pt x="8099" y="7623"/>
                  </a:cubicBezTo>
                  <a:cubicBezTo>
                    <a:pt x="8099" y="6352"/>
                    <a:pt x="8099" y="6352"/>
                    <a:pt x="8099" y="6352"/>
                  </a:cubicBezTo>
                  <a:cubicBezTo>
                    <a:pt x="8099" y="6352"/>
                    <a:pt x="8099" y="6352"/>
                    <a:pt x="8099" y="6352"/>
                  </a:cubicBezTo>
                  <a:cubicBezTo>
                    <a:pt x="8999" y="7623"/>
                    <a:pt x="8999" y="7623"/>
                    <a:pt x="8999" y="7623"/>
                  </a:cubicBezTo>
                  <a:cubicBezTo>
                    <a:pt x="9900" y="7623"/>
                    <a:pt x="9900" y="7623"/>
                    <a:pt x="9900" y="7623"/>
                  </a:cubicBezTo>
                  <a:cubicBezTo>
                    <a:pt x="9900" y="7623"/>
                    <a:pt x="9900" y="7623"/>
                    <a:pt x="9900" y="7623"/>
                  </a:cubicBezTo>
                  <a:cubicBezTo>
                    <a:pt x="9900" y="6352"/>
                    <a:pt x="9900" y="6352"/>
                    <a:pt x="9900" y="6352"/>
                  </a:cubicBezTo>
                  <a:cubicBezTo>
                    <a:pt x="10800" y="6352"/>
                    <a:pt x="10800" y="6352"/>
                    <a:pt x="10800" y="6352"/>
                  </a:cubicBezTo>
                  <a:cubicBezTo>
                    <a:pt x="11699" y="6352"/>
                    <a:pt x="11699" y="6352"/>
                    <a:pt x="11699" y="6352"/>
                  </a:cubicBezTo>
                  <a:cubicBezTo>
                    <a:pt x="11699" y="6352"/>
                    <a:pt x="11699" y="6352"/>
                    <a:pt x="11699" y="6352"/>
                  </a:cubicBezTo>
                  <a:cubicBezTo>
                    <a:pt x="12599" y="6352"/>
                    <a:pt x="12599" y="6352"/>
                    <a:pt x="12599" y="6352"/>
                  </a:cubicBezTo>
                  <a:cubicBezTo>
                    <a:pt x="12599" y="6352"/>
                    <a:pt x="12599" y="6352"/>
                    <a:pt x="12599" y="6352"/>
                  </a:cubicBezTo>
                  <a:cubicBezTo>
                    <a:pt x="13499" y="6352"/>
                    <a:pt x="13499" y="6352"/>
                    <a:pt x="13499" y="6352"/>
                  </a:cubicBezTo>
                  <a:cubicBezTo>
                    <a:pt x="13499" y="7623"/>
                    <a:pt x="13499" y="7623"/>
                    <a:pt x="13499" y="7623"/>
                  </a:cubicBezTo>
                  <a:cubicBezTo>
                    <a:pt x="14399" y="6352"/>
                    <a:pt x="14399" y="6352"/>
                    <a:pt x="14399" y="6352"/>
                  </a:cubicBezTo>
                  <a:cubicBezTo>
                    <a:pt x="15299" y="7623"/>
                    <a:pt x="15299" y="7623"/>
                    <a:pt x="15299" y="7623"/>
                  </a:cubicBezTo>
                  <a:cubicBezTo>
                    <a:pt x="16199" y="6352"/>
                    <a:pt x="16199" y="6352"/>
                    <a:pt x="16199" y="6352"/>
                  </a:cubicBezTo>
                  <a:cubicBezTo>
                    <a:pt x="16199" y="7623"/>
                    <a:pt x="16199" y="7623"/>
                    <a:pt x="16199" y="7623"/>
                  </a:cubicBezTo>
                  <a:cubicBezTo>
                    <a:pt x="17099" y="7623"/>
                    <a:pt x="17099" y="7623"/>
                    <a:pt x="17099" y="7623"/>
                  </a:cubicBezTo>
                  <a:cubicBezTo>
                    <a:pt x="17999" y="7623"/>
                    <a:pt x="17999" y="7623"/>
                    <a:pt x="17999" y="7623"/>
                  </a:cubicBezTo>
                  <a:cubicBezTo>
                    <a:pt x="17999" y="7623"/>
                    <a:pt x="17999" y="7623"/>
                    <a:pt x="17999" y="7623"/>
                  </a:cubicBezTo>
                  <a:cubicBezTo>
                    <a:pt x="18900" y="7623"/>
                    <a:pt x="18900" y="7623"/>
                    <a:pt x="18900" y="7623"/>
                  </a:cubicBezTo>
                  <a:cubicBezTo>
                    <a:pt x="20700" y="8894"/>
                    <a:pt x="20700" y="8894"/>
                    <a:pt x="20700" y="8894"/>
                  </a:cubicBezTo>
                  <a:cubicBezTo>
                    <a:pt x="20700" y="8894"/>
                    <a:pt x="20700" y="8894"/>
                    <a:pt x="20700" y="8894"/>
                  </a:cubicBezTo>
                  <a:close/>
                  <a:moveTo>
                    <a:pt x="12599" y="20329"/>
                  </a:moveTo>
                  <a:cubicBezTo>
                    <a:pt x="12599" y="20329"/>
                    <a:pt x="13499" y="20329"/>
                    <a:pt x="13499" y="20329"/>
                  </a:cubicBezTo>
                  <a:cubicBezTo>
                    <a:pt x="14399" y="21599"/>
                    <a:pt x="14399" y="21599"/>
                    <a:pt x="14399" y="21599"/>
                  </a:cubicBezTo>
                  <a:cubicBezTo>
                    <a:pt x="12599" y="21599"/>
                    <a:pt x="12599" y="21599"/>
                    <a:pt x="12599" y="21599"/>
                  </a:cubicBezTo>
                  <a:cubicBezTo>
                    <a:pt x="12599" y="20329"/>
                    <a:pt x="12599" y="20329"/>
                    <a:pt x="12599" y="20329"/>
                  </a:cubicBezTo>
                  <a:close/>
                  <a:moveTo>
                    <a:pt x="10800" y="19058"/>
                  </a:moveTo>
                  <a:cubicBezTo>
                    <a:pt x="13499" y="19058"/>
                    <a:pt x="13499" y="19058"/>
                    <a:pt x="13499" y="19058"/>
                  </a:cubicBezTo>
                  <a:cubicBezTo>
                    <a:pt x="12599" y="20329"/>
                    <a:pt x="12599" y="20329"/>
                    <a:pt x="12599" y="20329"/>
                  </a:cubicBezTo>
                  <a:cubicBezTo>
                    <a:pt x="10800" y="19058"/>
                    <a:pt x="10800" y="19058"/>
                    <a:pt x="10800" y="19058"/>
                  </a:cubicBezTo>
                  <a:close/>
                  <a:moveTo>
                    <a:pt x="11699" y="17788"/>
                  </a:moveTo>
                  <a:cubicBezTo>
                    <a:pt x="12599" y="17788"/>
                    <a:pt x="12599" y="17788"/>
                    <a:pt x="12599" y="17788"/>
                  </a:cubicBezTo>
                  <a:cubicBezTo>
                    <a:pt x="13499" y="19058"/>
                    <a:pt x="13499" y="19058"/>
                    <a:pt x="13499" y="19058"/>
                  </a:cubicBezTo>
                  <a:cubicBezTo>
                    <a:pt x="12599" y="19058"/>
                    <a:pt x="12599" y="19058"/>
                    <a:pt x="12599" y="19058"/>
                  </a:cubicBezTo>
                  <a:cubicBezTo>
                    <a:pt x="11699" y="19058"/>
                    <a:pt x="11699" y="19058"/>
                    <a:pt x="11699" y="19058"/>
                  </a:cubicBezTo>
                  <a:cubicBezTo>
                    <a:pt x="11699" y="17788"/>
                    <a:pt x="11699" y="17788"/>
                    <a:pt x="11699" y="17788"/>
                  </a:cubicBezTo>
                  <a:close/>
                  <a:moveTo>
                    <a:pt x="5400" y="11435"/>
                  </a:moveTo>
                  <a:cubicBezTo>
                    <a:pt x="6299" y="11435"/>
                    <a:pt x="6299" y="11435"/>
                    <a:pt x="6299" y="11435"/>
                  </a:cubicBezTo>
                  <a:cubicBezTo>
                    <a:pt x="6299" y="12705"/>
                    <a:pt x="6299" y="12705"/>
                    <a:pt x="6299" y="12705"/>
                  </a:cubicBezTo>
                  <a:cubicBezTo>
                    <a:pt x="6299" y="12705"/>
                    <a:pt x="6299" y="12705"/>
                    <a:pt x="6299" y="12705"/>
                  </a:cubicBezTo>
                  <a:cubicBezTo>
                    <a:pt x="5400" y="11435"/>
                    <a:pt x="5400" y="11435"/>
                    <a:pt x="5400" y="11435"/>
                  </a:cubicBezTo>
                  <a:close/>
                  <a:moveTo>
                    <a:pt x="4499" y="10164"/>
                  </a:moveTo>
                  <a:cubicBezTo>
                    <a:pt x="5400" y="11435"/>
                    <a:pt x="5400" y="11435"/>
                    <a:pt x="5400" y="11435"/>
                  </a:cubicBezTo>
                  <a:cubicBezTo>
                    <a:pt x="4499" y="11435"/>
                    <a:pt x="4499" y="11435"/>
                    <a:pt x="4499" y="11435"/>
                  </a:cubicBezTo>
                  <a:cubicBezTo>
                    <a:pt x="4499" y="10164"/>
                    <a:pt x="4499" y="10164"/>
                    <a:pt x="4499" y="10164"/>
                  </a:cubicBezTo>
                  <a:close/>
                  <a:moveTo>
                    <a:pt x="5400" y="13976"/>
                  </a:moveTo>
                  <a:cubicBezTo>
                    <a:pt x="6299" y="13976"/>
                    <a:pt x="6299" y="13976"/>
                    <a:pt x="6299" y="13976"/>
                  </a:cubicBezTo>
                  <a:cubicBezTo>
                    <a:pt x="6299" y="15247"/>
                    <a:pt x="6299" y="15247"/>
                    <a:pt x="6299" y="15247"/>
                  </a:cubicBezTo>
                  <a:cubicBezTo>
                    <a:pt x="5400" y="13976"/>
                    <a:pt x="5400" y="13976"/>
                    <a:pt x="5400" y="13976"/>
                  </a:cubicBezTo>
                  <a:close/>
                  <a:moveTo>
                    <a:pt x="4499" y="11435"/>
                  </a:moveTo>
                  <a:cubicBezTo>
                    <a:pt x="4499" y="12705"/>
                    <a:pt x="4499" y="12705"/>
                    <a:pt x="4499" y="12705"/>
                  </a:cubicBezTo>
                  <a:cubicBezTo>
                    <a:pt x="4499" y="12705"/>
                    <a:pt x="4499" y="12705"/>
                    <a:pt x="4499" y="12705"/>
                  </a:cubicBezTo>
                  <a:cubicBezTo>
                    <a:pt x="4499" y="11435"/>
                    <a:pt x="4499" y="11435"/>
                    <a:pt x="4499" y="11435"/>
                  </a:cubicBezTo>
                  <a:close/>
                  <a:moveTo>
                    <a:pt x="2700" y="8894"/>
                  </a:moveTo>
                  <a:cubicBezTo>
                    <a:pt x="3600" y="10164"/>
                    <a:pt x="3600" y="10164"/>
                    <a:pt x="3600" y="10164"/>
                  </a:cubicBezTo>
                  <a:cubicBezTo>
                    <a:pt x="4499" y="11435"/>
                    <a:pt x="4499" y="11435"/>
                    <a:pt x="4499" y="11435"/>
                  </a:cubicBezTo>
                  <a:cubicBezTo>
                    <a:pt x="3600" y="11435"/>
                    <a:pt x="3600" y="11435"/>
                    <a:pt x="3600" y="11435"/>
                  </a:cubicBezTo>
                  <a:cubicBezTo>
                    <a:pt x="2700" y="10164"/>
                    <a:pt x="2700" y="10164"/>
                    <a:pt x="2700" y="10164"/>
                  </a:cubicBezTo>
                  <a:cubicBezTo>
                    <a:pt x="3600" y="10164"/>
                    <a:pt x="3600" y="10164"/>
                    <a:pt x="3600" y="10164"/>
                  </a:cubicBezTo>
                  <a:cubicBezTo>
                    <a:pt x="2700" y="8894"/>
                    <a:pt x="2700" y="8894"/>
                    <a:pt x="2700" y="8894"/>
                  </a:cubicBezTo>
                  <a:close/>
                  <a:moveTo>
                    <a:pt x="3600" y="6352"/>
                  </a:moveTo>
                  <a:cubicBezTo>
                    <a:pt x="4499" y="8894"/>
                    <a:pt x="4499" y="8894"/>
                    <a:pt x="4499" y="8894"/>
                  </a:cubicBezTo>
                  <a:cubicBezTo>
                    <a:pt x="3600" y="8894"/>
                    <a:pt x="3600" y="8894"/>
                    <a:pt x="3600" y="8894"/>
                  </a:cubicBezTo>
                  <a:cubicBezTo>
                    <a:pt x="3600" y="8894"/>
                    <a:pt x="3600" y="8894"/>
                    <a:pt x="3600" y="8894"/>
                  </a:cubicBezTo>
                  <a:cubicBezTo>
                    <a:pt x="2700" y="8894"/>
                    <a:pt x="2700" y="8894"/>
                    <a:pt x="2700" y="8894"/>
                  </a:cubicBezTo>
                  <a:cubicBezTo>
                    <a:pt x="2700" y="7623"/>
                    <a:pt x="2700" y="7623"/>
                    <a:pt x="2700" y="7623"/>
                  </a:cubicBezTo>
                  <a:cubicBezTo>
                    <a:pt x="2700" y="7623"/>
                    <a:pt x="3600" y="6352"/>
                    <a:pt x="3600" y="6352"/>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0" name="AutoShape 54"/>
            <p:cNvSpPr>
              <a:spLocks/>
            </p:cNvSpPr>
            <p:nvPr/>
          </p:nvSpPr>
          <p:spPr bwMode="auto">
            <a:xfrm>
              <a:off x="11841317" y="4568383"/>
              <a:ext cx="237635" cy="192313"/>
            </a:xfrm>
            <a:custGeom>
              <a:avLst/>
              <a:gdLst>
                <a:gd name="T0" fmla="*/ 118818 w 21600"/>
                <a:gd name="T1" fmla="*/ 96157 h 21600"/>
                <a:gd name="T2" fmla="*/ 118818 w 21600"/>
                <a:gd name="T3" fmla="*/ 96157 h 21600"/>
                <a:gd name="T4" fmla="*/ 118818 w 21600"/>
                <a:gd name="T5" fmla="*/ 96157 h 21600"/>
                <a:gd name="T6" fmla="*/ 118818 w 21600"/>
                <a:gd name="T7" fmla="*/ 961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983" y="19836"/>
                  </a:moveTo>
                  <a:lnTo>
                    <a:pt x="10983" y="18073"/>
                  </a:lnTo>
                  <a:lnTo>
                    <a:pt x="6589" y="13224"/>
                  </a:lnTo>
                  <a:lnTo>
                    <a:pt x="2562" y="8375"/>
                  </a:lnTo>
                  <a:lnTo>
                    <a:pt x="2562" y="6612"/>
                  </a:lnTo>
                  <a:lnTo>
                    <a:pt x="1464" y="6612"/>
                  </a:lnTo>
                  <a:lnTo>
                    <a:pt x="1464" y="4848"/>
                  </a:lnTo>
                  <a:lnTo>
                    <a:pt x="0" y="3526"/>
                  </a:lnTo>
                  <a:lnTo>
                    <a:pt x="0" y="0"/>
                  </a:lnTo>
                  <a:lnTo>
                    <a:pt x="1464" y="1763"/>
                  </a:lnTo>
                  <a:lnTo>
                    <a:pt x="2562" y="1763"/>
                  </a:lnTo>
                  <a:lnTo>
                    <a:pt x="2562" y="0"/>
                  </a:lnTo>
                  <a:lnTo>
                    <a:pt x="8054" y="0"/>
                  </a:lnTo>
                  <a:lnTo>
                    <a:pt x="8054" y="1763"/>
                  </a:lnTo>
                  <a:lnTo>
                    <a:pt x="9518" y="0"/>
                  </a:lnTo>
                  <a:lnTo>
                    <a:pt x="10983" y="1763"/>
                  </a:lnTo>
                  <a:lnTo>
                    <a:pt x="12081" y="0"/>
                  </a:lnTo>
                  <a:lnTo>
                    <a:pt x="12081" y="1763"/>
                  </a:lnTo>
                  <a:lnTo>
                    <a:pt x="16108" y="1763"/>
                  </a:lnTo>
                  <a:lnTo>
                    <a:pt x="19037" y="3526"/>
                  </a:lnTo>
                  <a:lnTo>
                    <a:pt x="20501" y="3526"/>
                  </a:lnTo>
                  <a:lnTo>
                    <a:pt x="20501" y="4848"/>
                  </a:lnTo>
                  <a:lnTo>
                    <a:pt x="19037" y="6612"/>
                  </a:lnTo>
                  <a:lnTo>
                    <a:pt x="20501" y="8375"/>
                  </a:lnTo>
                  <a:lnTo>
                    <a:pt x="21600" y="8375"/>
                  </a:lnTo>
                  <a:lnTo>
                    <a:pt x="21600" y="10138"/>
                  </a:lnTo>
                  <a:lnTo>
                    <a:pt x="20501" y="10138"/>
                  </a:lnTo>
                  <a:lnTo>
                    <a:pt x="20501" y="11461"/>
                  </a:lnTo>
                  <a:lnTo>
                    <a:pt x="21600" y="13224"/>
                  </a:lnTo>
                  <a:lnTo>
                    <a:pt x="20501" y="14987"/>
                  </a:lnTo>
                  <a:lnTo>
                    <a:pt x="20501" y="13224"/>
                  </a:lnTo>
                  <a:lnTo>
                    <a:pt x="17572" y="13224"/>
                  </a:lnTo>
                  <a:lnTo>
                    <a:pt x="17572" y="14987"/>
                  </a:lnTo>
                  <a:lnTo>
                    <a:pt x="19037" y="14987"/>
                  </a:lnTo>
                  <a:lnTo>
                    <a:pt x="19037" y="16310"/>
                  </a:lnTo>
                  <a:lnTo>
                    <a:pt x="17572" y="16310"/>
                  </a:lnTo>
                  <a:lnTo>
                    <a:pt x="17572" y="19836"/>
                  </a:lnTo>
                  <a:lnTo>
                    <a:pt x="16108" y="21600"/>
                  </a:lnTo>
                  <a:lnTo>
                    <a:pt x="15010" y="19836"/>
                  </a:lnTo>
                  <a:lnTo>
                    <a:pt x="10983" y="19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1" name="AutoShape 55"/>
            <p:cNvSpPr>
              <a:spLocks/>
            </p:cNvSpPr>
            <p:nvPr/>
          </p:nvSpPr>
          <p:spPr bwMode="auto">
            <a:xfrm>
              <a:off x="11692293" y="4454567"/>
              <a:ext cx="193327" cy="113820"/>
            </a:xfrm>
            <a:custGeom>
              <a:avLst/>
              <a:gdLst>
                <a:gd name="T0" fmla="*/ 96663 w 21600"/>
                <a:gd name="T1" fmla="*/ 56910 h 21600"/>
                <a:gd name="T2" fmla="*/ 96663 w 21600"/>
                <a:gd name="T3" fmla="*/ 56910 h 21600"/>
                <a:gd name="T4" fmla="*/ 96663 w 21600"/>
                <a:gd name="T5" fmla="*/ 56910 h 21600"/>
                <a:gd name="T6" fmla="*/ 96663 w 21600"/>
                <a:gd name="T7" fmla="*/ 569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9" y="21599"/>
                  </a:moveTo>
                  <a:lnTo>
                    <a:pt x="3149" y="21599"/>
                  </a:lnTo>
                  <a:lnTo>
                    <a:pt x="4950" y="19365"/>
                  </a:lnTo>
                  <a:lnTo>
                    <a:pt x="11699" y="19365"/>
                  </a:lnTo>
                  <a:lnTo>
                    <a:pt x="11699" y="16386"/>
                  </a:lnTo>
                  <a:lnTo>
                    <a:pt x="14850" y="13406"/>
                  </a:lnTo>
                  <a:lnTo>
                    <a:pt x="14850" y="10427"/>
                  </a:lnTo>
                  <a:lnTo>
                    <a:pt x="18450" y="8193"/>
                  </a:lnTo>
                  <a:lnTo>
                    <a:pt x="21600" y="8193"/>
                  </a:lnTo>
                  <a:lnTo>
                    <a:pt x="21600" y="2234"/>
                  </a:lnTo>
                  <a:lnTo>
                    <a:pt x="19800" y="0"/>
                  </a:lnTo>
                  <a:lnTo>
                    <a:pt x="18450" y="2234"/>
                  </a:lnTo>
                  <a:lnTo>
                    <a:pt x="14850" y="5213"/>
                  </a:lnTo>
                  <a:lnTo>
                    <a:pt x="3149" y="5213"/>
                  </a:lnTo>
                  <a:lnTo>
                    <a:pt x="1799" y="8193"/>
                  </a:lnTo>
                  <a:lnTo>
                    <a:pt x="1799" y="10427"/>
                  </a:lnTo>
                  <a:lnTo>
                    <a:pt x="0" y="13406"/>
                  </a:lnTo>
                  <a:lnTo>
                    <a:pt x="1799" y="16386"/>
                  </a:lnTo>
                  <a:lnTo>
                    <a:pt x="3149" y="16386"/>
                  </a:lnTo>
                  <a:lnTo>
                    <a:pt x="3149" y="19365"/>
                  </a:lnTo>
                  <a:lnTo>
                    <a:pt x="1799" y="19365"/>
                  </a:lnTo>
                  <a:lnTo>
                    <a:pt x="1799"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2" name="AutoShape 56"/>
            <p:cNvSpPr>
              <a:spLocks/>
            </p:cNvSpPr>
            <p:nvPr/>
          </p:nvSpPr>
          <p:spPr bwMode="auto">
            <a:xfrm>
              <a:off x="11454664" y="4293650"/>
              <a:ext cx="447071" cy="188387"/>
            </a:xfrm>
            <a:custGeom>
              <a:avLst/>
              <a:gdLst>
                <a:gd name="T0" fmla="*/ 223536 w 21600"/>
                <a:gd name="T1" fmla="*/ 94194 h 21600"/>
                <a:gd name="T2" fmla="*/ 223536 w 21600"/>
                <a:gd name="T3" fmla="*/ 94194 h 21600"/>
                <a:gd name="T4" fmla="*/ 223536 w 21600"/>
                <a:gd name="T5" fmla="*/ 94194 h 21600"/>
                <a:gd name="T6" fmla="*/ 223536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21599"/>
                  </a:moveTo>
                  <a:lnTo>
                    <a:pt x="17902" y="21599"/>
                  </a:lnTo>
                  <a:lnTo>
                    <a:pt x="19459" y="19799"/>
                  </a:lnTo>
                  <a:lnTo>
                    <a:pt x="20821" y="16650"/>
                  </a:lnTo>
                  <a:lnTo>
                    <a:pt x="20821" y="13499"/>
                  </a:lnTo>
                  <a:lnTo>
                    <a:pt x="20043" y="11699"/>
                  </a:lnTo>
                  <a:lnTo>
                    <a:pt x="21600" y="11699"/>
                  </a:lnTo>
                  <a:lnTo>
                    <a:pt x="21600" y="3149"/>
                  </a:lnTo>
                  <a:lnTo>
                    <a:pt x="20043" y="1799"/>
                  </a:lnTo>
                  <a:lnTo>
                    <a:pt x="17902" y="1799"/>
                  </a:lnTo>
                  <a:lnTo>
                    <a:pt x="17318" y="0"/>
                  </a:lnTo>
                  <a:lnTo>
                    <a:pt x="15762" y="0"/>
                  </a:lnTo>
                  <a:lnTo>
                    <a:pt x="14983" y="1799"/>
                  </a:lnTo>
                  <a:lnTo>
                    <a:pt x="14983" y="3149"/>
                  </a:lnTo>
                  <a:lnTo>
                    <a:pt x="13621" y="3149"/>
                  </a:lnTo>
                  <a:lnTo>
                    <a:pt x="12259" y="1799"/>
                  </a:lnTo>
                  <a:lnTo>
                    <a:pt x="11481" y="1799"/>
                  </a:lnTo>
                  <a:lnTo>
                    <a:pt x="11481" y="4949"/>
                  </a:lnTo>
                  <a:lnTo>
                    <a:pt x="10702" y="4949"/>
                  </a:lnTo>
                  <a:lnTo>
                    <a:pt x="10118" y="6749"/>
                  </a:lnTo>
                  <a:lnTo>
                    <a:pt x="9340" y="8100"/>
                  </a:lnTo>
                  <a:lnTo>
                    <a:pt x="9340" y="9899"/>
                  </a:lnTo>
                  <a:lnTo>
                    <a:pt x="10118" y="9899"/>
                  </a:lnTo>
                  <a:lnTo>
                    <a:pt x="10118" y="11699"/>
                  </a:lnTo>
                  <a:lnTo>
                    <a:pt x="7200" y="11699"/>
                  </a:lnTo>
                  <a:lnTo>
                    <a:pt x="5643" y="13499"/>
                  </a:lnTo>
                  <a:lnTo>
                    <a:pt x="4281" y="13499"/>
                  </a:lnTo>
                  <a:lnTo>
                    <a:pt x="3502" y="11699"/>
                  </a:lnTo>
                  <a:lnTo>
                    <a:pt x="2140" y="11699"/>
                  </a:lnTo>
                  <a:lnTo>
                    <a:pt x="2140" y="13499"/>
                  </a:lnTo>
                  <a:lnTo>
                    <a:pt x="1362" y="13499"/>
                  </a:lnTo>
                  <a:lnTo>
                    <a:pt x="583" y="11699"/>
                  </a:lnTo>
                  <a:lnTo>
                    <a:pt x="0" y="13499"/>
                  </a:lnTo>
                  <a:lnTo>
                    <a:pt x="0" y="14850"/>
                  </a:lnTo>
                  <a:lnTo>
                    <a:pt x="583" y="14850"/>
                  </a:lnTo>
                  <a:lnTo>
                    <a:pt x="583" y="16650"/>
                  </a:lnTo>
                  <a:lnTo>
                    <a:pt x="3502" y="16650"/>
                  </a:lnTo>
                  <a:lnTo>
                    <a:pt x="4281" y="18450"/>
                  </a:lnTo>
                  <a:lnTo>
                    <a:pt x="5643" y="16650"/>
                  </a:lnTo>
                  <a:lnTo>
                    <a:pt x="7783" y="16650"/>
                  </a:lnTo>
                  <a:lnTo>
                    <a:pt x="7783" y="18450"/>
                  </a:lnTo>
                  <a:lnTo>
                    <a:pt x="9340" y="19799"/>
                  </a:lnTo>
                  <a:lnTo>
                    <a:pt x="12259" y="19799"/>
                  </a:lnTo>
                  <a:lnTo>
                    <a:pt x="12843"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3" name="AutoShape 57"/>
            <p:cNvSpPr>
              <a:spLocks/>
            </p:cNvSpPr>
            <p:nvPr/>
          </p:nvSpPr>
          <p:spPr bwMode="auto">
            <a:xfrm>
              <a:off x="11708408" y="3826610"/>
              <a:ext cx="608180" cy="451346"/>
            </a:xfrm>
            <a:custGeom>
              <a:avLst/>
              <a:gdLst>
                <a:gd name="T0" fmla="*/ 304090 w 21600"/>
                <a:gd name="T1" fmla="*/ 225673 h 21600"/>
                <a:gd name="T2" fmla="*/ 304090 w 21600"/>
                <a:gd name="T3" fmla="*/ 225673 h 21600"/>
                <a:gd name="T4" fmla="*/ 304090 w 21600"/>
                <a:gd name="T5" fmla="*/ 225673 h 21600"/>
                <a:gd name="T6" fmla="*/ 304090 w 21600"/>
                <a:gd name="T7" fmla="*/ 2256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31" y="21599"/>
                  </a:moveTo>
                  <a:lnTo>
                    <a:pt x="13732" y="21599"/>
                  </a:lnTo>
                  <a:lnTo>
                    <a:pt x="13732" y="20848"/>
                  </a:lnTo>
                  <a:lnTo>
                    <a:pt x="17451" y="20848"/>
                  </a:lnTo>
                  <a:lnTo>
                    <a:pt x="18452" y="21599"/>
                  </a:lnTo>
                  <a:lnTo>
                    <a:pt x="19025" y="21599"/>
                  </a:lnTo>
                  <a:lnTo>
                    <a:pt x="19025" y="20285"/>
                  </a:lnTo>
                  <a:lnTo>
                    <a:pt x="20598" y="18219"/>
                  </a:lnTo>
                  <a:lnTo>
                    <a:pt x="20598" y="17467"/>
                  </a:lnTo>
                  <a:lnTo>
                    <a:pt x="21170" y="16716"/>
                  </a:lnTo>
                  <a:lnTo>
                    <a:pt x="21600" y="16716"/>
                  </a:lnTo>
                  <a:lnTo>
                    <a:pt x="21600" y="15965"/>
                  </a:lnTo>
                  <a:lnTo>
                    <a:pt x="21170" y="15401"/>
                  </a:lnTo>
                  <a:lnTo>
                    <a:pt x="21600" y="14650"/>
                  </a:lnTo>
                  <a:lnTo>
                    <a:pt x="21170" y="14650"/>
                  </a:lnTo>
                  <a:lnTo>
                    <a:pt x="20598" y="13899"/>
                  </a:lnTo>
                  <a:lnTo>
                    <a:pt x="20598" y="11081"/>
                  </a:lnTo>
                  <a:lnTo>
                    <a:pt x="20026" y="10518"/>
                  </a:lnTo>
                  <a:lnTo>
                    <a:pt x="19597" y="9766"/>
                  </a:lnTo>
                  <a:lnTo>
                    <a:pt x="20026" y="9015"/>
                  </a:lnTo>
                  <a:lnTo>
                    <a:pt x="20598" y="8452"/>
                  </a:lnTo>
                  <a:lnTo>
                    <a:pt x="20598" y="6949"/>
                  </a:lnTo>
                  <a:lnTo>
                    <a:pt x="20026" y="6386"/>
                  </a:lnTo>
                  <a:lnTo>
                    <a:pt x="20026" y="5634"/>
                  </a:lnTo>
                  <a:lnTo>
                    <a:pt x="19597" y="4132"/>
                  </a:lnTo>
                  <a:lnTo>
                    <a:pt x="19025" y="3568"/>
                  </a:lnTo>
                  <a:lnTo>
                    <a:pt x="19025" y="1502"/>
                  </a:lnTo>
                  <a:lnTo>
                    <a:pt x="18452" y="1502"/>
                  </a:lnTo>
                  <a:lnTo>
                    <a:pt x="18023" y="751"/>
                  </a:lnTo>
                  <a:lnTo>
                    <a:pt x="14733" y="1502"/>
                  </a:lnTo>
                  <a:lnTo>
                    <a:pt x="11586" y="1502"/>
                  </a:lnTo>
                  <a:lnTo>
                    <a:pt x="11014" y="2066"/>
                  </a:lnTo>
                  <a:lnTo>
                    <a:pt x="10013" y="2066"/>
                  </a:lnTo>
                  <a:lnTo>
                    <a:pt x="10585" y="1502"/>
                  </a:lnTo>
                  <a:lnTo>
                    <a:pt x="11014" y="751"/>
                  </a:lnTo>
                  <a:lnTo>
                    <a:pt x="10585" y="1502"/>
                  </a:lnTo>
                  <a:lnTo>
                    <a:pt x="9441" y="2066"/>
                  </a:lnTo>
                  <a:lnTo>
                    <a:pt x="8439" y="751"/>
                  </a:lnTo>
                  <a:lnTo>
                    <a:pt x="9441" y="751"/>
                  </a:lnTo>
                  <a:lnTo>
                    <a:pt x="9011" y="0"/>
                  </a:lnTo>
                  <a:lnTo>
                    <a:pt x="7295" y="0"/>
                  </a:lnTo>
                  <a:lnTo>
                    <a:pt x="6866" y="751"/>
                  </a:lnTo>
                  <a:lnTo>
                    <a:pt x="5292" y="751"/>
                  </a:lnTo>
                  <a:lnTo>
                    <a:pt x="4720" y="1502"/>
                  </a:lnTo>
                  <a:lnTo>
                    <a:pt x="4148" y="1502"/>
                  </a:lnTo>
                  <a:lnTo>
                    <a:pt x="3719" y="2066"/>
                  </a:lnTo>
                  <a:lnTo>
                    <a:pt x="3719" y="2817"/>
                  </a:lnTo>
                  <a:lnTo>
                    <a:pt x="3147" y="2817"/>
                  </a:lnTo>
                  <a:lnTo>
                    <a:pt x="2002" y="3568"/>
                  </a:lnTo>
                  <a:lnTo>
                    <a:pt x="1001" y="3568"/>
                  </a:lnTo>
                  <a:lnTo>
                    <a:pt x="1001" y="4883"/>
                  </a:lnTo>
                  <a:lnTo>
                    <a:pt x="429" y="4883"/>
                  </a:lnTo>
                  <a:lnTo>
                    <a:pt x="429" y="6949"/>
                  </a:lnTo>
                  <a:lnTo>
                    <a:pt x="0" y="7700"/>
                  </a:lnTo>
                  <a:lnTo>
                    <a:pt x="429" y="9015"/>
                  </a:lnTo>
                  <a:lnTo>
                    <a:pt x="429" y="9766"/>
                  </a:lnTo>
                  <a:lnTo>
                    <a:pt x="1001" y="9766"/>
                  </a:lnTo>
                  <a:lnTo>
                    <a:pt x="1001" y="11081"/>
                  </a:lnTo>
                  <a:lnTo>
                    <a:pt x="1573" y="12584"/>
                  </a:lnTo>
                  <a:lnTo>
                    <a:pt x="2002" y="13335"/>
                  </a:lnTo>
                  <a:lnTo>
                    <a:pt x="2002" y="15401"/>
                  </a:lnTo>
                  <a:lnTo>
                    <a:pt x="3719" y="15401"/>
                  </a:lnTo>
                  <a:lnTo>
                    <a:pt x="4148" y="15965"/>
                  </a:lnTo>
                  <a:lnTo>
                    <a:pt x="4720" y="15965"/>
                  </a:lnTo>
                  <a:lnTo>
                    <a:pt x="4720" y="17467"/>
                  </a:lnTo>
                  <a:lnTo>
                    <a:pt x="5292" y="17467"/>
                  </a:lnTo>
                  <a:lnTo>
                    <a:pt x="5292" y="18219"/>
                  </a:lnTo>
                  <a:lnTo>
                    <a:pt x="5721" y="18219"/>
                  </a:lnTo>
                  <a:lnTo>
                    <a:pt x="5292" y="16716"/>
                  </a:lnTo>
                  <a:lnTo>
                    <a:pt x="5721" y="16716"/>
                  </a:lnTo>
                  <a:lnTo>
                    <a:pt x="6866" y="17467"/>
                  </a:lnTo>
                  <a:lnTo>
                    <a:pt x="7295" y="17467"/>
                  </a:lnTo>
                  <a:lnTo>
                    <a:pt x="7295" y="18219"/>
                  </a:lnTo>
                  <a:lnTo>
                    <a:pt x="9441" y="18219"/>
                  </a:lnTo>
                  <a:lnTo>
                    <a:pt x="10585" y="19533"/>
                  </a:lnTo>
                  <a:lnTo>
                    <a:pt x="11014" y="20848"/>
                  </a:lnTo>
                  <a:lnTo>
                    <a:pt x="11586" y="20848"/>
                  </a:lnTo>
                  <a:lnTo>
                    <a:pt x="11586" y="20285"/>
                  </a:lnTo>
                  <a:lnTo>
                    <a:pt x="12731" y="20285"/>
                  </a:lnTo>
                  <a:lnTo>
                    <a:pt x="12731"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4" name="AutoShape 58"/>
            <p:cNvSpPr>
              <a:spLocks/>
            </p:cNvSpPr>
            <p:nvPr/>
          </p:nvSpPr>
          <p:spPr bwMode="auto">
            <a:xfrm>
              <a:off x="11587578" y="4132738"/>
              <a:ext cx="479292" cy="188387"/>
            </a:xfrm>
            <a:custGeom>
              <a:avLst/>
              <a:gdLst>
                <a:gd name="T0" fmla="*/ 239646 w 21600"/>
                <a:gd name="T1" fmla="*/ 94194 h 21600"/>
                <a:gd name="T2" fmla="*/ 239646 w 21600"/>
                <a:gd name="T3" fmla="*/ 94194 h 21600"/>
                <a:gd name="T4" fmla="*/ 239646 w 21600"/>
                <a:gd name="T5" fmla="*/ 94194 h 21600"/>
                <a:gd name="T6" fmla="*/ 239646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86" y="1799"/>
                  </a:moveTo>
                  <a:lnTo>
                    <a:pt x="10164" y="1799"/>
                  </a:lnTo>
                  <a:lnTo>
                    <a:pt x="10709" y="3149"/>
                  </a:lnTo>
                  <a:lnTo>
                    <a:pt x="11435" y="3149"/>
                  </a:lnTo>
                  <a:lnTo>
                    <a:pt x="11435" y="6749"/>
                  </a:lnTo>
                  <a:lnTo>
                    <a:pt x="12161" y="6749"/>
                  </a:lnTo>
                  <a:lnTo>
                    <a:pt x="12161" y="8549"/>
                  </a:lnTo>
                  <a:lnTo>
                    <a:pt x="12705" y="8549"/>
                  </a:lnTo>
                  <a:lnTo>
                    <a:pt x="12161" y="4949"/>
                  </a:lnTo>
                  <a:lnTo>
                    <a:pt x="12705" y="4949"/>
                  </a:lnTo>
                  <a:lnTo>
                    <a:pt x="14157" y="6749"/>
                  </a:lnTo>
                  <a:lnTo>
                    <a:pt x="14702" y="6749"/>
                  </a:lnTo>
                  <a:lnTo>
                    <a:pt x="14702" y="8549"/>
                  </a:lnTo>
                  <a:lnTo>
                    <a:pt x="17425" y="8549"/>
                  </a:lnTo>
                  <a:lnTo>
                    <a:pt x="18877" y="11699"/>
                  </a:lnTo>
                  <a:lnTo>
                    <a:pt x="19421" y="14850"/>
                  </a:lnTo>
                  <a:lnTo>
                    <a:pt x="20147" y="14850"/>
                  </a:lnTo>
                  <a:lnTo>
                    <a:pt x="20147" y="13499"/>
                  </a:lnTo>
                  <a:lnTo>
                    <a:pt x="21599" y="13499"/>
                  </a:lnTo>
                  <a:lnTo>
                    <a:pt x="21599" y="16650"/>
                  </a:lnTo>
                  <a:lnTo>
                    <a:pt x="19421" y="16650"/>
                  </a:lnTo>
                  <a:lnTo>
                    <a:pt x="18877" y="18450"/>
                  </a:lnTo>
                  <a:lnTo>
                    <a:pt x="18151" y="20250"/>
                  </a:lnTo>
                  <a:lnTo>
                    <a:pt x="14702" y="20250"/>
                  </a:lnTo>
                  <a:lnTo>
                    <a:pt x="14157" y="21599"/>
                  </a:lnTo>
                  <a:lnTo>
                    <a:pt x="12705" y="20250"/>
                  </a:lnTo>
                  <a:lnTo>
                    <a:pt x="10709" y="20250"/>
                  </a:lnTo>
                  <a:lnTo>
                    <a:pt x="10164" y="18450"/>
                  </a:lnTo>
                  <a:lnTo>
                    <a:pt x="8712" y="18450"/>
                  </a:lnTo>
                  <a:lnTo>
                    <a:pt x="7986" y="20250"/>
                  </a:lnTo>
                  <a:lnTo>
                    <a:pt x="7986" y="21599"/>
                  </a:lnTo>
                  <a:lnTo>
                    <a:pt x="6715" y="21599"/>
                  </a:lnTo>
                  <a:lnTo>
                    <a:pt x="5445" y="20250"/>
                  </a:lnTo>
                  <a:lnTo>
                    <a:pt x="4719" y="20250"/>
                  </a:lnTo>
                  <a:lnTo>
                    <a:pt x="3448" y="16650"/>
                  </a:lnTo>
                  <a:lnTo>
                    <a:pt x="1996" y="14850"/>
                  </a:lnTo>
                  <a:lnTo>
                    <a:pt x="1270" y="13499"/>
                  </a:lnTo>
                  <a:lnTo>
                    <a:pt x="1270" y="11699"/>
                  </a:lnTo>
                  <a:lnTo>
                    <a:pt x="726" y="8549"/>
                  </a:lnTo>
                  <a:lnTo>
                    <a:pt x="0" y="8549"/>
                  </a:lnTo>
                  <a:lnTo>
                    <a:pt x="0" y="6749"/>
                  </a:lnTo>
                  <a:lnTo>
                    <a:pt x="726" y="6749"/>
                  </a:lnTo>
                  <a:lnTo>
                    <a:pt x="1996" y="4949"/>
                  </a:lnTo>
                  <a:lnTo>
                    <a:pt x="2722" y="4949"/>
                  </a:lnTo>
                  <a:lnTo>
                    <a:pt x="3448" y="3149"/>
                  </a:lnTo>
                  <a:lnTo>
                    <a:pt x="5445" y="3149"/>
                  </a:lnTo>
                  <a:lnTo>
                    <a:pt x="5989" y="1799"/>
                  </a:lnTo>
                  <a:lnTo>
                    <a:pt x="6715" y="1799"/>
                  </a:lnTo>
                  <a:lnTo>
                    <a:pt x="7442" y="0"/>
                  </a:lnTo>
                  <a:lnTo>
                    <a:pt x="7442" y="1799"/>
                  </a:lnTo>
                  <a:lnTo>
                    <a:pt x="7986" y="1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5" name="AutoShape 59"/>
            <p:cNvSpPr>
              <a:spLocks/>
            </p:cNvSpPr>
            <p:nvPr/>
          </p:nvSpPr>
          <p:spPr bwMode="auto">
            <a:xfrm>
              <a:off x="11212999" y="3826610"/>
              <a:ext cx="551792" cy="584785"/>
            </a:xfrm>
            <a:custGeom>
              <a:avLst/>
              <a:gdLst>
                <a:gd name="T0" fmla="*/ 275896 w 21600"/>
                <a:gd name="T1" fmla="*/ 292393 h 21600"/>
                <a:gd name="T2" fmla="*/ 275896 w 21600"/>
                <a:gd name="T3" fmla="*/ 292393 h 21600"/>
                <a:gd name="T4" fmla="*/ 275896 w 21600"/>
                <a:gd name="T5" fmla="*/ 292393 h 21600"/>
                <a:gd name="T6" fmla="*/ 275896 w 21600"/>
                <a:gd name="T7" fmla="*/ 2923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33" y="0"/>
                  </a:moveTo>
                  <a:lnTo>
                    <a:pt x="6464" y="0"/>
                  </a:lnTo>
                  <a:lnTo>
                    <a:pt x="7725" y="579"/>
                  </a:lnTo>
                  <a:lnTo>
                    <a:pt x="8829" y="579"/>
                  </a:lnTo>
                  <a:lnTo>
                    <a:pt x="9459" y="1159"/>
                  </a:lnTo>
                  <a:lnTo>
                    <a:pt x="8829" y="1159"/>
                  </a:lnTo>
                  <a:lnTo>
                    <a:pt x="8829" y="1594"/>
                  </a:lnTo>
                  <a:lnTo>
                    <a:pt x="9459" y="1594"/>
                  </a:lnTo>
                  <a:lnTo>
                    <a:pt x="9459" y="2174"/>
                  </a:lnTo>
                  <a:lnTo>
                    <a:pt x="9932" y="2174"/>
                  </a:lnTo>
                  <a:lnTo>
                    <a:pt x="9932" y="1594"/>
                  </a:lnTo>
                  <a:lnTo>
                    <a:pt x="10563" y="1594"/>
                  </a:lnTo>
                  <a:lnTo>
                    <a:pt x="11194" y="2174"/>
                  </a:lnTo>
                  <a:lnTo>
                    <a:pt x="11824" y="1594"/>
                  </a:lnTo>
                  <a:lnTo>
                    <a:pt x="11824" y="2754"/>
                  </a:lnTo>
                  <a:lnTo>
                    <a:pt x="10563" y="2754"/>
                  </a:lnTo>
                  <a:lnTo>
                    <a:pt x="11194" y="3189"/>
                  </a:lnTo>
                  <a:lnTo>
                    <a:pt x="11824" y="2754"/>
                  </a:lnTo>
                  <a:lnTo>
                    <a:pt x="12297" y="3189"/>
                  </a:lnTo>
                  <a:lnTo>
                    <a:pt x="12928" y="3189"/>
                  </a:lnTo>
                  <a:lnTo>
                    <a:pt x="12928" y="2754"/>
                  </a:lnTo>
                  <a:lnTo>
                    <a:pt x="13559" y="2754"/>
                  </a:lnTo>
                  <a:lnTo>
                    <a:pt x="14032" y="2174"/>
                  </a:lnTo>
                  <a:lnTo>
                    <a:pt x="14662" y="2174"/>
                  </a:lnTo>
                  <a:lnTo>
                    <a:pt x="14662" y="1594"/>
                  </a:lnTo>
                  <a:lnTo>
                    <a:pt x="15293" y="1594"/>
                  </a:lnTo>
                  <a:lnTo>
                    <a:pt x="15293" y="2174"/>
                  </a:lnTo>
                  <a:lnTo>
                    <a:pt x="14662" y="2174"/>
                  </a:lnTo>
                  <a:lnTo>
                    <a:pt x="15766" y="2174"/>
                  </a:lnTo>
                  <a:lnTo>
                    <a:pt x="16397" y="1594"/>
                  </a:lnTo>
                  <a:lnTo>
                    <a:pt x="16397" y="2174"/>
                  </a:lnTo>
                  <a:lnTo>
                    <a:pt x="17027" y="2174"/>
                  </a:lnTo>
                  <a:lnTo>
                    <a:pt x="17658" y="2754"/>
                  </a:lnTo>
                  <a:lnTo>
                    <a:pt x="18131" y="2754"/>
                  </a:lnTo>
                  <a:lnTo>
                    <a:pt x="18131" y="3189"/>
                  </a:lnTo>
                  <a:lnTo>
                    <a:pt x="18762" y="3769"/>
                  </a:lnTo>
                  <a:lnTo>
                    <a:pt x="19865" y="3769"/>
                  </a:lnTo>
                  <a:lnTo>
                    <a:pt x="19865" y="5363"/>
                  </a:lnTo>
                  <a:lnTo>
                    <a:pt x="19392" y="5943"/>
                  </a:lnTo>
                  <a:lnTo>
                    <a:pt x="19865" y="6958"/>
                  </a:lnTo>
                  <a:lnTo>
                    <a:pt x="19865" y="7538"/>
                  </a:lnTo>
                  <a:lnTo>
                    <a:pt x="20496" y="7538"/>
                  </a:lnTo>
                  <a:lnTo>
                    <a:pt x="20496" y="8553"/>
                  </a:lnTo>
                  <a:lnTo>
                    <a:pt x="21127" y="9712"/>
                  </a:lnTo>
                  <a:lnTo>
                    <a:pt x="21599" y="10292"/>
                  </a:lnTo>
                  <a:lnTo>
                    <a:pt x="21599" y="11307"/>
                  </a:lnTo>
                  <a:lnTo>
                    <a:pt x="21127" y="11887"/>
                  </a:lnTo>
                  <a:lnTo>
                    <a:pt x="21127" y="11307"/>
                  </a:lnTo>
                  <a:lnTo>
                    <a:pt x="20496" y="11887"/>
                  </a:lnTo>
                  <a:lnTo>
                    <a:pt x="19865" y="11887"/>
                  </a:lnTo>
                  <a:lnTo>
                    <a:pt x="19392" y="12322"/>
                  </a:lnTo>
                  <a:lnTo>
                    <a:pt x="17658" y="12322"/>
                  </a:lnTo>
                  <a:lnTo>
                    <a:pt x="17027" y="12902"/>
                  </a:lnTo>
                  <a:lnTo>
                    <a:pt x="16397" y="12902"/>
                  </a:lnTo>
                  <a:lnTo>
                    <a:pt x="15293" y="13481"/>
                  </a:lnTo>
                  <a:lnTo>
                    <a:pt x="14662" y="13481"/>
                  </a:lnTo>
                  <a:lnTo>
                    <a:pt x="14662" y="14061"/>
                  </a:lnTo>
                  <a:lnTo>
                    <a:pt x="15293" y="14061"/>
                  </a:lnTo>
                  <a:lnTo>
                    <a:pt x="15766" y="15076"/>
                  </a:lnTo>
                  <a:lnTo>
                    <a:pt x="15766" y="15656"/>
                  </a:lnTo>
                  <a:lnTo>
                    <a:pt x="16397" y="16091"/>
                  </a:lnTo>
                  <a:lnTo>
                    <a:pt x="17658" y="16671"/>
                  </a:lnTo>
                  <a:lnTo>
                    <a:pt x="18762" y="17830"/>
                  </a:lnTo>
                  <a:lnTo>
                    <a:pt x="18762" y="18845"/>
                  </a:lnTo>
                  <a:lnTo>
                    <a:pt x="18131" y="18845"/>
                  </a:lnTo>
                  <a:lnTo>
                    <a:pt x="17658" y="19425"/>
                  </a:lnTo>
                  <a:lnTo>
                    <a:pt x="17027" y="19860"/>
                  </a:lnTo>
                  <a:lnTo>
                    <a:pt x="17027" y="20440"/>
                  </a:lnTo>
                  <a:lnTo>
                    <a:pt x="17658" y="20440"/>
                  </a:lnTo>
                  <a:lnTo>
                    <a:pt x="17658" y="21020"/>
                  </a:lnTo>
                  <a:lnTo>
                    <a:pt x="15293" y="21020"/>
                  </a:lnTo>
                  <a:lnTo>
                    <a:pt x="14032" y="21600"/>
                  </a:lnTo>
                  <a:lnTo>
                    <a:pt x="12928" y="21600"/>
                  </a:lnTo>
                  <a:lnTo>
                    <a:pt x="12297" y="21020"/>
                  </a:lnTo>
                  <a:lnTo>
                    <a:pt x="11194" y="21020"/>
                  </a:lnTo>
                  <a:lnTo>
                    <a:pt x="11194" y="21600"/>
                  </a:lnTo>
                  <a:lnTo>
                    <a:pt x="10563" y="21600"/>
                  </a:lnTo>
                  <a:lnTo>
                    <a:pt x="9932" y="21020"/>
                  </a:lnTo>
                  <a:lnTo>
                    <a:pt x="9459" y="21600"/>
                  </a:lnTo>
                  <a:lnTo>
                    <a:pt x="8829" y="21600"/>
                  </a:lnTo>
                  <a:lnTo>
                    <a:pt x="8198" y="21020"/>
                  </a:lnTo>
                  <a:lnTo>
                    <a:pt x="7094" y="21020"/>
                  </a:lnTo>
                  <a:lnTo>
                    <a:pt x="7094" y="20440"/>
                  </a:lnTo>
                  <a:lnTo>
                    <a:pt x="6464" y="20440"/>
                  </a:lnTo>
                  <a:lnTo>
                    <a:pt x="6464" y="21020"/>
                  </a:lnTo>
                  <a:lnTo>
                    <a:pt x="4729" y="21020"/>
                  </a:lnTo>
                  <a:lnTo>
                    <a:pt x="4729" y="20440"/>
                  </a:lnTo>
                  <a:lnTo>
                    <a:pt x="4099" y="20440"/>
                  </a:lnTo>
                  <a:lnTo>
                    <a:pt x="4099" y="19860"/>
                  </a:lnTo>
                  <a:lnTo>
                    <a:pt x="4729" y="18845"/>
                  </a:lnTo>
                  <a:lnTo>
                    <a:pt x="4729" y="18265"/>
                  </a:lnTo>
                  <a:lnTo>
                    <a:pt x="5360" y="17830"/>
                  </a:lnTo>
                  <a:lnTo>
                    <a:pt x="5833" y="17251"/>
                  </a:lnTo>
                  <a:lnTo>
                    <a:pt x="4729" y="17251"/>
                  </a:lnTo>
                  <a:lnTo>
                    <a:pt x="4099" y="16671"/>
                  </a:lnTo>
                  <a:lnTo>
                    <a:pt x="3626" y="17251"/>
                  </a:lnTo>
                  <a:lnTo>
                    <a:pt x="2995" y="16671"/>
                  </a:lnTo>
                  <a:lnTo>
                    <a:pt x="2364" y="17251"/>
                  </a:lnTo>
                  <a:lnTo>
                    <a:pt x="1891" y="16671"/>
                  </a:lnTo>
                  <a:lnTo>
                    <a:pt x="1891" y="16091"/>
                  </a:lnTo>
                  <a:lnTo>
                    <a:pt x="1261" y="16091"/>
                  </a:lnTo>
                  <a:lnTo>
                    <a:pt x="1261" y="14496"/>
                  </a:lnTo>
                  <a:lnTo>
                    <a:pt x="630" y="14061"/>
                  </a:lnTo>
                  <a:lnTo>
                    <a:pt x="0" y="14061"/>
                  </a:lnTo>
                  <a:lnTo>
                    <a:pt x="630" y="13481"/>
                  </a:lnTo>
                  <a:lnTo>
                    <a:pt x="0" y="12902"/>
                  </a:lnTo>
                  <a:lnTo>
                    <a:pt x="0" y="11307"/>
                  </a:lnTo>
                  <a:lnTo>
                    <a:pt x="630" y="10727"/>
                  </a:lnTo>
                  <a:lnTo>
                    <a:pt x="0" y="10292"/>
                  </a:lnTo>
                  <a:lnTo>
                    <a:pt x="630" y="9712"/>
                  </a:lnTo>
                  <a:lnTo>
                    <a:pt x="630" y="9132"/>
                  </a:lnTo>
                  <a:lnTo>
                    <a:pt x="2364" y="9132"/>
                  </a:lnTo>
                  <a:lnTo>
                    <a:pt x="2364" y="8553"/>
                  </a:lnTo>
                  <a:lnTo>
                    <a:pt x="2995" y="8118"/>
                  </a:lnTo>
                  <a:lnTo>
                    <a:pt x="2995" y="7538"/>
                  </a:lnTo>
                  <a:lnTo>
                    <a:pt x="1891" y="7538"/>
                  </a:lnTo>
                  <a:lnTo>
                    <a:pt x="1891" y="6958"/>
                  </a:lnTo>
                  <a:lnTo>
                    <a:pt x="2995" y="6958"/>
                  </a:lnTo>
                  <a:lnTo>
                    <a:pt x="2995" y="5943"/>
                  </a:lnTo>
                  <a:lnTo>
                    <a:pt x="3626" y="5943"/>
                  </a:lnTo>
                  <a:lnTo>
                    <a:pt x="3626" y="5363"/>
                  </a:lnTo>
                  <a:lnTo>
                    <a:pt x="2995" y="4928"/>
                  </a:lnTo>
                  <a:lnTo>
                    <a:pt x="2364" y="4928"/>
                  </a:lnTo>
                  <a:lnTo>
                    <a:pt x="2364" y="4348"/>
                  </a:lnTo>
                  <a:lnTo>
                    <a:pt x="3626" y="3769"/>
                  </a:lnTo>
                  <a:lnTo>
                    <a:pt x="4099" y="3769"/>
                  </a:lnTo>
                  <a:lnTo>
                    <a:pt x="4729" y="4348"/>
                  </a:lnTo>
                  <a:lnTo>
                    <a:pt x="4729" y="4928"/>
                  </a:lnTo>
                  <a:lnTo>
                    <a:pt x="5360" y="5363"/>
                  </a:lnTo>
                  <a:lnTo>
                    <a:pt x="5360" y="4348"/>
                  </a:lnTo>
                  <a:lnTo>
                    <a:pt x="5833" y="4348"/>
                  </a:lnTo>
                  <a:lnTo>
                    <a:pt x="5833" y="4928"/>
                  </a:lnTo>
                  <a:lnTo>
                    <a:pt x="6464" y="5363"/>
                  </a:lnTo>
                  <a:lnTo>
                    <a:pt x="5833" y="4928"/>
                  </a:lnTo>
                  <a:lnTo>
                    <a:pt x="5833" y="4348"/>
                  </a:lnTo>
                  <a:lnTo>
                    <a:pt x="6464" y="3769"/>
                  </a:lnTo>
                  <a:lnTo>
                    <a:pt x="7725" y="3769"/>
                  </a:lnTo>
                  <a:lnTo>
                    <a:pt x="8198" y="4348"/>
                  </a:lnTo>
                  <a:lnTo>
                    <a:pt x="9459" y="4348"/>
                  </a:lnTo>
                  <a:lnTo>
                    <a:pt x="8198" y="4348"/>
                  </a:lnTo>
                  <a:lnTo>
                    <a:pt x="7725" y="3189"/>
                  </a:lnTo>
                  <a:lnTo>
                    <a:pt x="6464" y="3189"/>
                  </a:lnTo>
                  <a:lnTo>
                    <a:pt x="6464" y="2754"/>
                  </a:lnTo>
                  <a:lnTo>
                    <a:pt x="7094" y="2754"/>
                  </a:lnTo>
                  <a:lnTo>
                    <a:pt x="6464" y="2174"/>
                  </a:lnTo>
                  <a:lnTo>
                    <a:pt x="6464" y="1594"/>
                  </a:lnTo>
                  <a:lnTo>
                    <a:pt x="6464" y="2174"/>
                  </a:lnTo>
                  <a:lnTo>
                    <a:pt x="6464" y="1594"/>
                  </a:lnTo>
                  <a:lnTo>
                    <a:pt x="7094" y="1594"/>
                  </a:lnTo>
                  <a:lnTo>
                    <a:pt x="6464" y="1159"/>
                  </a:lnTo>
                  <a:lnTo>
                    <a:pt x="6464" y="579"/>
                  </a:lnTo>
                  <a:lnTo>
                    <a:pt x="5833" y="579"/>
                  </a:lnTo>
                  <a:lnTo>
                    <a:pt x="583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6" name="AutoShape 60"/>
            <p:cNvSpPr>
              <a:spLocks/>
            </p:cNvSpPr>
            <p:nvPr/>
          </p:nvSpPr>
          <p:spPr bwMode="auto">
            <a:xfrm>
              <a:off x="11454351" y="4423169"/>
              <a:ext cx="12704" cy="15702"/>
            </a:xfrm>
            <a:custGeom>
              <a:avLst/>
              <a:gdLst>
                <a:gd name="T0" fmla="*/ 6352 w 21600"/>
                <a:gd name="T1" fmla="*/ 7851 h 21600"/>
                <a:gd name="T2" fmla="*/ 6352 w 21600"/>
                <a:gd name="T3" fmla="*/ 7851 h 21600"/>
                <a:gd name="T4" fmla="*/ 6352 w 21600"/>
                <a:gd name="T5" fmla="*/ 7851 h 21600"/>
                <a:gd name="T6" fmla="*/ 6352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7" name="AutoShape 61"/>
            <p:cNvSpPr>
              <a:spLocks/>
            </p:cNvSpPr>
            <p:nvPr/>
          </p:nvSpPr>
          <p:spPr bwMode="auto">
            <a:xfrm>
              <a:off x="11229117" y="4379998"/>
              <a:ext cx="298049" cy="145218"/>
            </a:xfrm>
            <a:custGeom>
              <a:avLst/>
              <a:gdLst>
                <a:gd name="T0" fmla="*/ 149025 w 21600"/>
                <a:gd name="T1" fmla="*/ 72609 h 21600"/>
                <a:gd name="T2" fmla="*/ 149025 w 21600"/>
                <a:gd name="T3" fmla="*/ 72609 h 21600"/>
                <a:gd name="T4" fmla="*/ 149025 w 21600"/>
                <a:gd name="T5" fmla="*/ 72609 h 21600"/>
                <a:gd name="T6" fmla="*/ 149025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589" y="2335"/>
                  </a:moveTo>
                  <a:lnTo>
                    <a:pt x="10800" y="2335"/>
                  </a:lnTo>
                  <a:lnTo>
                    <a:pt x="10800" y="0"/>
                  </a:lnTo>
                  <a:lnTo>
                    <a:pt x="11967" y="0"/>
                  </a:lnTo>
                  <a:lnTo>
                    <a:pt x="11967" y="2335"/>
                  </a:lnTo>
                  <a:lnTo>
                    <a:pt x="14010" y="2335"/>
                  </a:lnTo>
                  <a:lnTo>
                    <a:pt x="15178" y="4670"/>
                  </a:lnTo>
                  <a:lnTo>
                    <a:pt x="16345" y="4670"/>
                  </a:lnTo>
                  <a:lnTo>
                    <a:pt x="16345" y="8756"/>
                  </a:lnTo>
                  <a:lnTo>
                    <a:pt x="21599" y="8756"/>
                  </a:lnTo>
                  <a:lnTo>
                    <a:pt x="20724" y="11091"/>
                  </a:lnTo>
                  <a:lnTo>
                    <a:pt x="20724" y="15178"/>
                  </a:lnTo>
                  <a:lnTo>
                    <a:pt x="18389" y="15178"/>
                  </a:lnTo>
                  <a:lnTo>
                    <a:pt x="18389" y="19264"/>
                  </a:lnTo>
                  <a:lnTo>
                    <a:pt x="17221" y="17513"/>
                  </a:lnTo>
                  <a:lnTo>
                    <a:pt x="15178" y="17513"/>
                  </a:lnTo>
                  <a:lnTo>
                    <a:pt x="15178" y="19264"/>
                  </a:lnTo>
                  <a:lnTo>
                    <a:pt x="14010" y="21599"/>
                  </a:lnTo>
                  <a:lnTo>
                    <a:pt x="13135" y="19264"/>
                  </a:lnTo>
                  <a:lnTo>
                    <a:pt x="11967" y="19264"/>
                  </a:lnTo>
                  <a:lnTo>
                    <a:pt x="11967" y="17513"/>
                  </a:lnTo>
                  <a:lnTo>
                    <a:pt x="10800" y="15178"/>
                  </a:lnTo>
                  <a:lnTo>
                    <a:pt x="9632" y="21599"/>
                  </a:lnTo>
                  <a:lnTo>
                    <a:pt x="7589" y="19264"/>
                  </a:lnTo>
                  <a:lnTo>
                    <a:pt x="6421" y="21599"/>
                  </a:lnTo>
                  <a:lnTo>
                    <a:pt x="5545" y="21599"/>
                  </a:lnTo>
                  <a:lnTo>
                    <a:pt x="5545" y="19264"/>
                  </a:lnTo>
                  <a:lnTo>
                    <a:pt x="4378" y="19264"/>
                  </a:lnTo>
                  <a:lnTo>
                    <a:pt x="4378" y="17513"/>
                  </a:lnTo>
                  <a:lnTo>
                    <a:pt x="3210" y="15178"/>
                  </a:lnTo>
                  <a:lnTo>
                    <a:pt x="2335" y="15178"/>
                  </a:lnTo>
                  <a:lnTo>
                    <a:pt x="1167" y="17513"/>
                  </a:lnTo>
                  <a:lnTo>
                    <a:pt x="2335" y="19264"/>
                  </a:lnTo>
                  <a:lnTo>
                    <a:pt x="0" y="19264"/>
                  </a:lnTo>
                  <a:lnTo>
                    <a:pt x="0" y="17513"/>
                  </a:lnTo>
                  <a:lnTo>
                    <a:pt x="1167" y="17513"/>
                  </a:lnTo>
                  <a:lnTo>
                    <a:pt x="1167" y="12843"/>
                  </a:lnTo>
                  <a:lnTo>
                    <a:pt x="2335" y="8756"/>
                  </a:lnTo>
                  <a:lnTo>
                    <a:pt x="3210" y="8756"/>
                  </a:lnTo>
                  <a:lnTo>
                    <a:pt x="4378" y="6421"/>
                  </a:lnTo>
                  <a:lnTo>
                    <a:pt x="4378" y="4670"/>
                  </a:lnTo>
                  <a:lnTo>
                    <a:pt x="3210" y="4670"/>
                  </a:lnTo>
                  <a:lnTo>
                    <a:pt x="4378" y="2335"/>
                  </a:lnTo>
                  <a:lnTo>
                    <a:pt x="5545" y="2335"/>
                  </a:lnTo>
                  <a:lnTo>
                    <a:pt x="5545" y="4670"/>
                  </a:lnTo>
                  <a:lnTo>
                    <a:pt x="6421" y="4670"/>
                  </a:lnTo>
                  <a:lnTo>
                    <a:pt x="7589" y="23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8" name="AutoShape 62"/>
            <p:cNvSpPr>
              <a:spLocks/>
            </p:cNvSpPr>
            <p:nvPr/>
          </p:nvSpPr>
          <p:spPr bwMode="auto">
            <a:xfrm>
              <a:off x="11080089" y="3960050"/>
              <a:ext cx="225550" cy="188387"/>
            </a:xfrm>
            <a:custGeom>
              <a:avLst/>
              <a:gdLst>
                <a:gd name="T0" fmla="*/ 112775 w 21600"/>
                <a:gd name="T1" fmla="*/ 94194 h 21600"/>
                <a:gd name="T2" fmla="*/ 112775 w 21600"/>
                <a:gd name="T3" fmla="*/ 94194 h 21600"/>
                <a:gd name="T4" fmla="*/ 112775 w 21600"/>
                <a:gd name="T5" fmla="*/ 94194 h 21600"/>
                <a:gd name="T6" fmla="*/ 112775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28" y="21599"/>
                  </a:moveTo>
                  <a:lnTo>
                    <a:pt x="12728" y="19799"/>
                  </a:lnTo>
                  <a:lnTo>
                    <a:pt x="14271" y="18000"/>
                  </a:lnTo>
                  <a:lnTo>
                    <a:pt x="12728" y="16650"/>
                  </a:lnTo>
                  <a:lnTo>
                    <a:pt x="14271" y="14850"/>
                  </a:lnTo>
                  <a:lnTo>
                    <a:pt x="14271" y="13050"/>
                  </a:lnTo>
                  <a:lnTo>
                    <a:pt x="18514" y="13050"/>
                  </a:lnTo>
                  <a:lnTo>
                    <a:pt x="18514" y="11250"/>
                  </a:lnTo>
                  <a:lnTo>
                    <a:pt x="20057" y="9899"/>
                  </a:lnTo>
                  <a:lnTo>
                    <a:pt x="20057" y="8100"/>
                  </a:lnTo>
                  <a:lnTo>
                    <a:pt x="17357" y="8100"/>
                  </a:lnTo>
                  <a:lnTo>
                    <a:pt x="17357" y="6299"/>
                  </a:lnTo>
                  <a:lnTo>
                    <a:pt x="20057" y="6299"/>
                  </a:lnTo>
                  <a:lnTo>
                    <a:pt x="20057" y="3149"/>
                  </a:lnTo>
                  <a:lnTo>
                    <a:pt x="21600" y="3149"/>
                  </a:lnTo>
                  <a:lnTo>
                    <a:pt x="21600" y="1350"/>
                  </a:lnTo>
                  <a:lnTo>
                    <a:pt x="20057" y="1350"/>
                  </a:lnTo>
                  <a:lnTo>
                    <a:pt x="18514" y="0"/>
                  </a:lnTo>
                  <a:lnTo>
                    <a:pt x="15814" y="0"/>
                  </a:lnTo>
                  <a:lnTo>
                    <a:pt x="14271" y="1350"/>
                  </a:lnTo>
                  <a:lnTo>
                    <a:pt x="12728" y="0"/>
                  </a:lnTo>
                  <a:lnTo>
                    <a:pt x="12728" y="1350"/>
                  </a:lnTo>
                  <a:lnTo>
                    <a:pt x="11571" y="1350"/>
                  </a:lnTo>
                  <a:lnTo>
                    <a:pt x="10028" y="3149"/>
                  </a:lnTo>
                  <a:lnTo>
                    <a:pt x="7328" y="4949"/>
                  </a:lnTo>
                  <a:lnTo>
                    <a:pt x="7328" y="3149"/>
                  </a:lnTo>
                  <a:lnTo>
                    <a:pt x="5785" y="4949"/>
                  </a:lnTo>
                  <a:lnTo>
                    <a:pt x="5785" y="6299"/>
                  </a:lnTo>
                  <a:lnTo>
                    <a:pt x="4242" y="6299"/>
                  </a:lnTo>
                  <a:lnTo>
                    <a:pt x="4242" y="11250"/>
                  </a:lnTo>
                  <a:lnTo>
                    <a:pt x="3085" y="11250"/>
                  </a:lnTo>
                  <a:lnTo>
                    <a:pt x="3085" y="13050"/>
                  </a:lnTo>
                  <a:lnTo>
                    <a:pt x="4242" y="14850"/>
                  </a:lnTo>
                  <a:lnTo>
                    <a:pt x="5785" y="14850"/>
                  </a:lnTo>
                  <a:lnTo>
                    <a:pt x="4242" y="14850"/>
                  </a:lnTo>
                  <a:lnTo>
                    <a:pt x="3085" y="16650"/>
                  </a:lnTo>
                  <a:lnTo>
                    <a:pt x="4242" y="16650"/>
                  </a:lnTo>
                  <a:lnTo>
                    <a:pt x="4242" y="18000"/>
                  </a:lnTo>
                  <a:lnTo>
                    <a:pt x="3085" y="18000"/>
                  </a:lnTo>
                  <a:lnTo>
                    <a:pt x="1542" y="16650"/>
                  </a:lnTo>
                  <a:lnTo>
                    <a:pt x="0" y="16650"/>
                  </a:lnTo>
                  <a:lnTo>
                    <a:pt x="1542" y="18000"/>
                  </a:lnTo>
                  <a:lnTo>
                    <a:pt x="3085" y="18000"/>
                  </a:lnTo>
                  <a:lnTo>
                    <a:pt x="0" y="18000"/>
                  </a:lnTo>
                  <a:lnTo>
                    <a:pt x="0" y="19799"/>
                  </a:lnTo>
                  <a:lnTo>
                    <a:pt x="3085" y="19799"/>
                  </a:lnTo>
                  <a:lnTo>
                    <a:pt x="4242" y="18000"/>
                  </a:lnTo>
                  <a:lnTo>
                    <a:pt x="8485" y="18000"/>
                  </a:lnTo>
                  <a:lnTo>
                    <a:pt x="10028" y="19799"/>
                  </a:lnTo>
                  <a:lnTo>
                    <a:pt x="11571" y="19799"/>
                  </a:lnTo>
                  <a:lnTo>
                    <a:pt x="11571" y="21599"/>
                  </a:lnTo>
                  <a:lnTo>
                    <a:pt x="12728" y="21599"/>
                  </a:lnTo>
                  <a:close/>
                  <a:moveTo>
                    <a:pt x="0" y="16650"/>
                  </a:moveTo>
                  <a:lnTo>
                    <a:pt x="1542" y="14850"/>
                  </a:lnTo>
                  <a:lnTo>
                    <a:pt x="3085" y="16650"/>
                  </a:lnTo>
                  <a:lnTo>
                    <a:pt x="0" y="16650"/>
                  </a:lnTo>
                  <a:close/>
                  <a:moveTo>
                    <a:pt x="1542" y="14850"/>
                  </a:moveTo>
                  <a:lnTo>
                    <a:pt x="3085" y="14850"/>
                  </a:lnTo>
                  <a:lnTo>
                    <a:pt x="1542" y="148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9" name="AutoShape 63"/>
            <p:cNvSpPr>
              <a:spLocks/>
            </p:cNvSpPr>
            <p:nvPr/>
          </p:nvSpPr>
          <p:spPr bwMode="auto">
            <a:xfrm>
              <a:off x="11051893" y="4117041"/>
              <a:ext cx="177219" cy="133441"/>
            </a:xfrm>
            <a:custGeom>
              <a:avLst/>
              <a:gdLst>
                <a:gd name="T0" fmla="*/ 88610 w 21600"/>
                <a:gd name="T1" fmla="*/ 66721 h 21600"/>
                <a:gd name="T2" fmla="*/ 88610 w 21600"/>
                <a:gd name="T3" fmla="*/ 66721 h 21600"/>
                <a:gd name="T4" fmla="*/ 88610 w 21600"/>
                <a:gd name="T5" fmla="*/ 66721 h 21600"/>
                <a:gd name="T6" fmla="*/ 88610 w 21600"/>
                <a:gd name="T7" fmla="*/ 66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611"/>
                  </a:moveTo>
                  <a:lnTo>
                    <a:pt x="21600" y="12070"/>
                  </a:lnTo>
                  <a:lnTo>
                    <a:pt x="19636" y="9529"/>
                  </a:lnTo>
                  <a:lnTo>
                    <a:pt x="19636" y="5082"/>
                  </a:lnTo>
                  <a:lnTo>
                    <a:pt x="18163" y="5082"/>
                  </a:lnTo>
                  <a:lnTo>
                    <a:pt x="18163" y="2541"/>
                  </a:lnTo>
                  <a:lnTo>
                    <a:pt x="16199" y="2541"/>
                  </a:lnTo>
                  <a:lnTo>
                    <a:pt x="14236" y="0"/>
                  </a:lnTo>
                  <a:lnTo>
                    <a:pt x="8836" y="0"/>
                  </a:lnTo>
                  <a:lnTo>
                    <a:pt x="7363" y="2541"/>
                  </a:lnTo>
                  <a:lnTo>
                    <a:pt x="3436" y="2541"/>
                  </a:lnTo>
                  <a:lnTo>
                    <a:pt x="3436" y="0"/>
                  </a:lnTo>
                  <a:lnTo>
                    <a:pt x="1472" y="0"/>
                  </a:lnTo>
                  <a:lnTo>
                    <a:pt x="0" y="2541"/>
                  </a:lnTo>
                  <a:lnTo>
                    <a:pt x="0" y="6988"/>
                  </a:lnTo>
                  <a:lnTo>
                    <a:pt x="1472" y="9529"/>
                  </a:lnTo>
                  <a:lnTo>
                    <a:pt x="5399" y="12070"/>
                  </a:lnTo>
                  <a:lnTo>
                    <a:pt x="7363" y="14611"/>
                  </a:lnTo>
                  <a:lnTo>
                    <a:pt x="7363" y="16517"/>
                  </a:lnTo>
                  <a:lnTo>
                    <a:pt x="12763" y="16517"/>
                  </a:lnTo>
                  <a:lnTo>
                    <a:pt x="12763" y="19058"/>
                  </a:lnTo>
                  <a:lnTo>
                    <a:pt x="14236" y="21600"/>
                  </a:lnTo>
                  <a:lnTo>
                    <a:pt x="19636" y="21600"/>
                  </a:lnTo>
                  <a:lnTo>
                    <a:pt x="19636" y="19058"/>
                  </a:lnTo>
                  <a:lnTo>
                    <a:pt x="18163" y="16517"/>
                  </a:lnTo>
                  <a:lnTo>
                    <a:pt x="19636" y="16517"/>
                  </a:lnTo>
                  <a:lnTo>
                    <a:pt x="19636" y="146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0" name="AutoShape 64"/>
            <p:cNvSpPr>
              <a:spLocks/>
            </p:cNvSpPr>
            <p:nvPr/>
          </p:nvSpPr>
          <p:spPr bwMode="auto">
            <a:xfrm>
              <a:off x="11200924" y="4207308"/>
              <a:ext cx="44305" cy="54948"/>
            </a:xfrm>
            <a:custGeom>
              <a:avLst/>
              <a:gdLst>
                <a:gd name="T0" fmla="*/ 22153 w 21600"/>
                <a:gd name="T1" fmla="*/ 27474 h 21600"/>
                <a:gd name="T2" fmla="*/ 22153 w 21600"/>
                <a:gd name="T3" fmla="*/ 27474 h 21600"/>
                <a:gd name="T4" fmla="*/ 22153 w 21600"/>
                <a:gd name="T5" fmla="*/ 27474 h 21600"/>
                <a:gd name="T6" fmla="*/ 22153 w 21600"/>
                <a:gd name="T7" fmla="*/ 274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90" y="16971"/>
                  </a:moveTo>
                  <a:lnTo>
                    <a:pt x="5890" y="10800"/>
                  </a:lnTo>
                  <a:lnTo>
                    <a:pt x="0" y="4628"/>
                  </a:lnTo>
                  <a:lnTo>
                    <a:pt x="5890" y="4628"/>
                  </a:lnTo>
                  <a:lnTo>
                    <a:pt x="5890" y="0"/>
                  </a:lnTo>
                  <a:lnTo>
                    <a:pt x="13745" y="0"/>
                  </a:lnTo>
                  <a:lnTo>
                    <a:pt x="21600" y="4628"/>
                  </a:lnTo>
                  <a:lnTo>
                    <a:pt x="21600" y="21599"/>
                  </a:lnTo>
                  <a:lnTo>
                    <a:pt x="13745" y="21599"/>
                  </a:lnTo>
                  <a:lnTo>
                    <a:pt x="5890" y="169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1" name="AutoShape 65"/>
            <p:cNvSpPr>
              <a:spLocks/>
            </p:cNvSpPr>
            <p:nvPr/>
          </p:nvSpPr>
          <p:spPr bwMode="auto">
            <a:xfrm>
              <a:off x="10467890" y="3171182"/>
              <a:ext cx="44305" cy="102042"/>
            </a:xfrm>
            <a:custGeom>
              <a:avLst/>
              <a:gdLst>
                <a:gd name="T0" fmla="*/ 22153 w 21600"/>
                <a:gd name="T1" fmla="*/ 51021 h 21600"/>
                <a:gd name="T2" fmla="*/ 22153 w 21600"/>
                <a:gd name="T3" fmla="*/ 51021 h 21600"/>
                <a:gd name="T4" fmla="*/ 22153 w 21600"/>
                <a:gd name="T5" fmla="*/ 51021 h 21600"/>
                <a:gd name="T6" fmla="*/ 22153 w 21600"/>
                <a:gd name="T7" fmla="*/ 510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15428"/>
                  </a:moveTo>
                  <a:cubicBezTo>
                    <a:pt x="14400" y="21599"/>
                    <a:pt x="14400" y="21599"/>
                    <a:pt x="14400" y="21599"/>
                  </a:cubicBezTo>
                  <a:cubicBezTo>
                    <a:pt x="14400" y="18514"/>
                    <a:pt x="14400" y="18514"/>
                    <a:pt x="14400" y="18514"/>
                  </a:cubicBezTo>
                  <a:cubicBezTo>
                    <a:pt x="14400" y="15428"/>
                    <a:pt x="14400" y="15428"/>
                    <a:pt x="14400" y="15428"/>
                  </a:cubicBezTo>
                  <a:cubicBezTo>
                    <a:pt x="14400" y="15428"/>
                    <a:pt x="14400" y="15428"/>
                    <a:pt x="14400" y="15428"/>
                  </a:cubicBezTo>
                  <a:close/>
                  <a:moveTo>
                    <a:pt x="14400" y="9257"/>
                  </a:moveTo>
                  <a:cubicBezTo>
                    <a:pt x="14400" y="12342"/>
                    <a:pt x="14400" y="12342"/>
                    <a:pt x="14400" y="12342"/>
                  </a:cubicBezTo>
                  <a:cubicBezTo>
                    <a:pt x="14400" y="12342"/>
                    <a:pt x="14400" y="12342"/>
                    <a:pt x="14400" y="12342"/>
                  </a:cubicBezTo>
                  <a:cubicBezTo>
                    <a:pt x="14400" y="12342"/>
                    <a:pt x="14400" y="12342"/>
                    <a:pt x="14400" y="12342"/>
                  </a:cubicBezTo>
                  <a:cubicBezTo>
                    <a:pt x="14400" y="9257"/>
                    <a:pt x="14400" y="9257"/>
                    <a:pt x="14400" y="9257"/>
                  </a:cubicBezTo>
                  <a:close/>
                  <a:moveTo>
                    <a:pt x="0" y="3085"/>
                  </a:moveTo>
                  <a:cubicBezTo>
                    <a:pt x="0" y="6171"/>
                    <a:pt x="0" y="6171"/>
                    <a:pt x="0" y="6171"/>
                  </a:cubicBezTo>
                  <a:cubicBezTo>
                    <a:pt x="7200" y="6171"/>
                    <a:pt x="7200" y="6171"/>
                    <a:pt x="7200" y="6171"/>
                  </a:cubicBezTo>
                  <a:cubicBezTo>
                    <a:pt x="0" y="3085"/>
                    <a:pt x="0" y="3085"/>
                    <a:pt x="0" y="3085"/>
                  </a:cubicBezTo>
                  <a:close/>
                  <a:moveTo>
                    <a:pt x="21599" y="0"/>
                  </a:moveTo>
                  <a:cubicBezTo>
                    <a:pt x="21599" y="3085"/>
                    <a:pt x="21599" y="3085"/>
                    <a:pt x="21599" y="3085"/>
                  </a:cubicBezTo>
                  <a:cubicBezTo>
                    <a:pt x="21599" y="0"/>
                    <a:pt x="21599" y="0"/>
                    <a:pt x="21599" y="0"/>
                  </a:cubicBezTo>
                  <a:cubicBezTo>
                    <a:pt x="21599" y="0"/>
                    <a:pt x="21599" y="0"/>
                    <a:pt x="21599" y="0"/>
                  </a:cubicBezTo>
                  <a:close/>
                  <a:moveTo>
                    <a:pt x="7200" y="0"/>
                  </a:moveTo>
                  <a:cubicBezTo>
                    <a:pt x="7200" y="0"/>
                    <a:pt x="14400" y="0"/>
                    <a:pt x="14400" y="0"/>
                  </a:cubicBezTo>
                  <a:cubicBezTo>
                    <a:pt x="21599" y="3085"/>
                    <a:pt x="21599" y="3085"/>
                    <a:pt x="21599" y="3085"/>
                  </a:cubicBezTo>
                  <a:cubicBezTo>
                    <a:pt x="21599" y="3085"/>
                    <a:pt x="21599" y="3085"/>
                    <a:pt x="21599" y="3085"/>
                  </a:cubicBezTo>
                  <a:cubicBezTo>
                    <a:pt x="14400" y="3085"/>
                    <a:pt x="14400" y="3085"/>
                    <a:pt x="14400" y="3085"/>
                  </a:cubicBezTo>
                  <a:cubicBezTo>
                    <a:pt x="7200" y="0"/>
                    <a:pt x="7200" y="0"/>
                    <a:pt x="7200" y="0"/>
                  </a:cubicBezTo>
                  <a:close/>
                  <a:moveTo>
                    <a:pt x="7200" y="0"/>
                  </a:moveTo>
                  <a:cubicBezTo>
                    <a:pt x="14400" y="6171"/>
                    <a:pt x="14400" y="6171"/>
                    <a:pt x="14400" y="6171"/>
                  </a:cubicBezTo>
                  <a:cubicBezTo>
                    <a:pt x="21599" y="9257"/>
                    <a:pt x="21599" y="9257"/>
                    <a:pt x="21599" y="9257"/>
                  </a:cubicBezTo>
                  <a:cubicBezTo>
                    <a:pt x="14400" y="9257"/>
                    <a:pt x="14400" y="9257"/>
                    <a:pt x="14400" y="9257"/>
                  </a:cubicBezTo>
                  <a:cubicBezTo>
                    <a:pt x="7200" y="6171"/>
                    <a:pt x="7200" y="6171"/>
                    <a:pt x="7200" y="6171"/>
                  </a:cubicBezTo>
                  <a:cubicBezTo>
                    <a:pt x="7200" y="3085"/>
                    <a:pt x="7200" y="3085"/>
                    <a:pt x="7200" y="3085"/>
                  </a:cubicBezTo>
                  <a:lnTo>
                    <a:pt x="72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2" name="AutoShape 66"/>
            <p:cNvSpPr>
              <a:spLocks/>
            </p:cNvSpPr>
            <p:nvPr/>
          </p:nvSpPr>
          <p:spPr bwMode="auto">
            <a:xfrm>
              <a:off x="10258450" y="3799138"/>
              <a:ext cx="269856" cy="306129"/>
            </a:xfrm>
            <a:custGeom>
              <a:avLst/>
              <a:gdLst>
                <a:gd name="T0" fmla="*/ 134928 w 21600"/>
                <a:gd name="T1" fmla="*/ 153065 h 21600"/>
                <a:gd name="T2" fmla="*/ 134928 w 21600"/>
                <a:gd name="T3" fmla="*/ 153065 h 21600"/>
                <a:gd name="T4" fmla="*/ 134928 w 21600"/>
                <a:gd name="T5" fmla="*/ 153065 h 21600"/>
                <a:gd name="T6" fmla="*/ 134928 w 21600"/>
                <a:gd name="T7" fmla="*/ 1530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125" y="21599"/>
                  </a:moveTo>
                  <a:lnTo>
                    <a:pt x="7414" y="21599"/>
                  </a:lnTo>
                  <a:lnTo>
                    <a:pt x="9671" y="20492"/>
                  </a:lnTo>
                  <a:lnTo>
                    <a:pt x="10961" y="20492"/>
                  </a:lnTo>
                  <a:lnTo>
                    <a:pt x="9671" y="19384"/>
                  </a:lnTo>
                  <a:lnTo>
                    <a:pt x="13217" y="19384"/>
                  </a:lnTo>
                  <a:lnTo>
                    <a:pt x="13217" y="18276"/>
                  </a:lnTo>
                  <a:lnTo>
                    <a:pt x="16764" y="18276"/>
                  </a:lnTo>
                  <a:lnTo>
                    <a:pt x="16764" y="17446"/>
                  </a:lnTo>
                  <a:lnTo>
                    <a:pt x="16764" y="18276"/>
                  </a:lnTo>
                  <a:lnTo>
                    <a:pt x="18053" y="17446"/>
                  </a:lnTo>
                  <a:lnTo>
                    <a:pt x="20310" y="17446"/>
                  </a:lnTo>
                  <a:lnTo>
                    <a:pt x="19343" y="16338"/>
                  </a:lnTo>
                  <a:lnTo>
                    <a:pt x="20310" y="15230"/>
                  </a:lnTo>
                  <a:lnTo>
                    <a:pt x="21599" y="14399"/>
                  </a:lnTo>
                  <a:lnTo>
                    <a:pt x="21599" y="11353"/>
                  </a:lnTo>
                  <a:lnTo>
                    <a:pt x="20310" y="11353"/>
                  </a:lnTo>
                  <a:lnTo>
                    <a:pt x="21599" y="11353"/>
                  </a:lnTo>
                  <a:lnTo>
                    <a:pt x="21599" y="10246"/>
                  </a:lnTo>
                  <a:lnTo>
                    <a:pt x="20310" y="9138"/>
                  </a:lnTo>
                  <a:lnTo>
                    <a:pt x="20310" y="7200"/>
                  </a:lnTo>
                  <a:lnTo>
                    <a:pt x="21599" y="8030"/>
                  </a:lnTo>
                  <a:lnTo>
                    <a:pt x="20310" y="7200"/>
                  </a:lnTo>
                  <a:lnTo>
                    <a:pt x="19343" y="7200"/>
                  </a:lnTo>
                  <a:lnTo>
                    <a:pt x="18053" y="4984"/>
                  </a:lnTo>
                  <a:lnTo>
                    <a:pt x="15797" y="4984"/>
                  </a:lnTo>
                  <a:lnTo>
                    <a:pt x="15797" y="6092"/>
                  </a:lnTo>
                  <a:lnTo>
                    <a:pt x="14507" y="6092"/>
                  </a:lnTo>
                  <a:lnTo>
                    <a:pt x="13217" y="4984"/>
                  </a:lnTo>
                  <a:lnTo>
                    <a:pt x="14507" y="3046"/>
                  </a:lnTo>
                  <a:lnTo>
                    <a:pt x="15797" y="1938"/>
                  </a:lnTo>
                  <a:lnTo>
                    <a:pt x="16764" y="830"/>
                  </a:lnTo>
                  <a:lnTo>
                    <a:pt x="15797" y="1938"/>
                  </a:lnTo>
                  <a:lnTo>
                    <a:pt x="16764" y="830"/>
                  </a:lnTo>
                  <a:lnTo>
                    <a:pt x="18053" y="0"/>
                  </a:lnTo>
                  <a:lnTo>
                    <a:pt x="15797" y="0"/>
                  </a:lnTo>
                  <a:lnTo>
                    <a:pt x="15797" y="830"/>
                  </a:lnTo>
                  <a:lnTo>
                    <a:pt x="14507" y="1938"/>
                  </a:lnTo>
                  <a:lnTo>
                    <a:pt x="14507" y="830"/>
                  </a:lnTo>
                  <a:lnTo>
                    <a:pt x="15797" y="830"/>
                  </a:lnTo>
                  <a:lnTo>
                    <a:pt x="14507" y="0"/>
                  </a:lnTo>
                  <a:lnTo>
                    <a:pt x="14507" y="830"/>
                  </a:lnTo>
                  <a:lnTo>
                    <a:pt x="13217" y="830"/>
                  </a:lnTo>
                  <a:lnTo>
                    <a:pt x="13217" y="0"/>
                  </a:lnTo>
                  <a:lnTo>
                    <a:pt x="12250" y="830"/>
                  </a:lnTo>
                  <a:lnTo>
                    <a:pt x="10961" y="830"/>
                  </a:lnTo>
                  <a:lnTo>
                    <a:pt x="10961" y="1938"/>
                  </a:lnTo>
                  <a:lnTo>
                    <a:pt x="12250" y="1938"/>
                  </a:lnTo>
                  <a:lnTo>
                    <a:pt x="10961" y="1938"/>
                  </a:lnTo>
                  <a:lnTo>
                    <a:pt x="10961" y="3046"/>
                  </a:lnTo>
                  <a:lnTo>
                    <a:pt x="9671" y="3046"/>
                  </a:lnTo>
                  <a:lnTo>
                    <a:pt x="9671" y="4153"/>
                  </a:lnTo>
                  <a:lnTo>
                    <a:pt x="12250" y="4153"/>
                  </a:lnTo>
                  <a:lnTo>
                    <a:pt x="10961" y="4984"/>
                  </a:lnTo>
                  <a:lnTo>
                    <a:pt x="9671" y="4984"/>
                  </a:lnTo>
                  <a:lnTo>
                    <a:pt x="10961" y="4984"/>
                  </a:lnTo>
                  <a:lnTo>
                    <a:pt x="8382" y="6092"/>
                  </a:lnTo>
                  <a:lnTo>
                    <a:pt x="8382" y="4984"/>
                  </a:lnTo>
                  <a:lnTo>
                    <a:pt x="7414" y="6092"/>
                  </a:lnTo>
                  <a:lnTo>
                    <a:pt x="7414" y="4984"/>
                  </a:lnTo>
                  <a:lnTo>
                    <a:pt x="3868" y="4984"/>
                  </a:lnTo>
                  <a:lnTo>
                    <a:pt x="3868" y="6092"/>
                  </a:lnTo>
                  <a:lnTo>
                    <a:pt x="4835" y="7200"/>
                  </a:lnTo>
                  <a:lnTo>
                    <a:pt x="3868" y="7200"/>
                  </a:lnTo>
                  <a:lnTo>
                    <a:pt x="4835" y="7200"/>
                  </a:lnTo>
                  <a:lnTo>
                    <a:pt x="4835" y="8030"/>
                  </a:lnTo>
                  <a:lnTo>
                    <a:pt x="3868" y="8030"/>
                  </a:lnTo>
                  <a:lnTo>
                    <a:pt x="3868" y="9138"/>
                  </a:lnTo>
                  <a:lnTo>
                    <a:pt x="4835" y="9138"/>
                  </a:lnTo>
                  <a:lnTo>
                    <a:pt x="2579" y="9138"/>
                  </a:lnTo>
                  <a:lnTo>
                    <a:pt x="3868" y="10246"/>
                  </a:lnTo>
                  <a:lnTo>
                    <a:pt x="2579" y="10246"/>
                  </a:lnTo>
                  <a:lnTo>
                    <a:pt x="4835" y="10246"/>
                  </a:lnTo>
                  <a:lnTo>
                    <a:pt x="4835" y="11353"/>
                  </a:lnTo>
                  <a:lnTo>
                    <a:pt x="8382" y="11353"/>
                  </a:lnTo>
                  <a:lnTo>
                    <a:pt x="7414" y="12184"/>
                  </a:lnTo>
                  <a:lnTo>
                    <a:pt x="6125" y="12184"/>
                  </a:lnTo>
                  <a:lnTo>
                    <a:pt x="4835" y="13292"/>
                  </a:lnTo>
                  <a:lnTo>
                    <a:pt x="6125" y="13292"/>
                  </a:lnTo>
                  <a:lnTo>
                    <a:pt x="4835" y="14399"/>
                  </a:lnTo>
                  <a:lnTo>
                    <a:pt x="6125" y="15230"/>
                  </a:lnTo>
                  <a:lnTo>
                    <a:pt x="7414" y="15230"/>
                  </a:lnTo>
                  <a:lnTo>
                    <a:pt x="7414" y="14399"/>
                  </a:lnTo>
                  <a:lnTo>
                    <a:pt x="8382" y="14399"/>
                  </a:lnTo>
                  <a:lnTo>
                    <a:pt x="6125" y="15230"/>
                  </a:lnTo>
                  <a:lnTo>
                    <a:pt x="3868" y="15230"/>
                  </a:lnTo>
                  <a:lnTo>
                    <a:pt x="3868" y="17446"/>
                  </a:lnTo>
                  <a:lnTo>
                    <a:pt x="2579" y="17446"/>
                  </a:lnTo>
                  <a:lnTo>
                    <a:pt x="2579" y="16338"/>
                  </a:lnTo>
                  <a:lnTo>
                    <a:pt x="1289" y="16338"/>
                  </a:lnTo>
                  <a:lnTo>
                    <a:pt x="0" y="17446"/>
                  </a:lnTo>
                  <a:lnTo>
                    <a:pt x="3868" y="17446"/>
                  </a:lnTo>
                  <a:lnTo>
                    <a:pt x="2579" y="18276"/>
                  </a:lnTo>
                  <a:lnTo>
                    <a:pt x="1289" y="18276"/>
                  </a:lnTo>
                  <a:lnTo>
                    <a:pt x="1289" y="19384"/>
                  </a:lnTo>
                  <a:lnTo>
                    <a:pt x="3868" y="19384"/>
                  </a:lnTo>
                  <a:lnTo>
                    <a:pt x="2579" y="20492"/>
                  </a:lnTo>
                  <a:lnTo>
                    <a:pt x="1289" y="20492"/>
                  </a:lnTo>
                  <a:lnTo>
                    <a:pt x="2579" y="20492"/>
                  </a:lnTo>
                  <a:lnTo>
                    <a:pt x="4835" y="19384"/>
                  </a:lnTo>
                  <a:lnTo>
                    <a:pt x="4835" y="20492"/>
                  </a:lnTo>
                  <a:lnTo>
                    <a:pt x="3868" y="20492"/>
                  </a:lnTo>
                  <a:lnTo>
                    <a:pt x="3868" y="21599"/>
                  </a:lnTo>
                  <a:lnTo>
                    <a:pt x="4835" y="20492"/>
                  </a:lnTo>
                  <a:lnTo>
                    <a:pt x="612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3" name="AutoShape 67"/>
            <p:cNvSpPr>
              <a:spLocks/>
            </p:cNvSpPr>
            <p:nvPr/>
          </p:nvSpPr>
          <p:spPr bwMode="auto">
            <a:xfrm>
              <a:off x="10423579" y="3316396"/>
              <a:ext cx="567901" cy="918389"/>
            </a:xfrm>
            <a:custGeom>
              <a:avLst/>
              <a:gdLst>
                <a:gd name="T0" fmla="*/ 283951 w 21600"/>
                <a:gd name="T1" fmla="*/ 459195 h 21600"/>
                <a:gd name="T2" fmla="*/ 283951 w 21600"/>
                <a:gd name="T3" fmla="*/ 459195 h 21600"/>
                <a:gd name="T4" fmla="*/ 283951 w 21600"/>
                <a:gd name="T5" fmla="*/ 459195 h 21600"/>
                <a:gd name="T6" fmla="*/ 283951 w 21600"/>
                <a:gd name="T7" fmla="*/ 4591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78" y="14057"/>
                  </a:moveTo>
                  <a:cubicBezTo>
                    <a:pt x="3410" y="13714"/>
                    <a:pt x="3410" y="13714"/>
                    <a:pt x="3410" y="13714"/>
                  </a:cubicBezTo>
                  <a:cubicBezTo>
                    <a:pt x="2842" y="13714"/>
                    <a:pt x="2842" y="13714"/>
                    <a:pt x="2842" y="13714"/>
                  </a:cubicBezTo>
                  <a:cubicBezTo>
                    <a:pt x="2273" y="13028"/>
                    <a:pt x="2273" y="13028"/>
                    <a:pt x="2273" y="13028"/>
                  </a:cubicBezTo>
                  <a:cubicBezTo>
                    <a:pt x="1705" y="13028"/>
                    <a:pt x="1705" y="13028"/>
                    <a:pt x="1705" y="13028"/>
                  </a:cubicBezTo>
                  <a:cubicBezTo>
                    <a:pt x="1136" y="13028"/>
                    <a:pt x="1136" y="13028"/>
                    <a:pt x="1136" y="13028"/>
                  </a:cubicBezTo>
                  <a:cubicBezTo>
                    <a:pt x="1136" y="13371"/>
                    <a:pt x="1136" y="13371"/>
                    <a:pt x="1136" y="13371"/>
                  </a:cubicBezTo>
                  <a:cubicBezTo>
                    <a:pt x="568" y="13371"/>
                    <a:pt x="568" y="13371"/>
                    <a:pt x="568" y="13371"/>
                  </a:cubicBezTo>
                  <a:cubicBezTo>
                    <a:pt x="0" y="13028"/>
                    <a:pt x="0" y="13028"/>
                    <a:pt x="0" y="13028"/>
                  </a:cubicBezTo>
                  <a:cubicBezTo>
                    <a:pt x="568" y="12342"/>
                    <a:pt x="568" y="12342"/>
                    <a:pt x="568" y="12342"/>
                  </a:cubicBezTo>
                  <a:cubicBezTo>
                    <a:pt x="568" y="12342"/>
                    <a:pt x="568" y="12342"/>
                    <a:pt x="568" y="12342"/>
                  </a:cubicBezTo>
                  <a:cubicBezTo>
                    <a:pt x="1136" y="11999"/>
                    <a:pt x="1136" y="11999"/>
                    <a:pt x="1136" y="11999"/>
                  </a:cubicBezTo>
                  <a:cubicBezTo>
                    <a:pt x="1136" y="11999"/>
                    <a:pt x="1136" y="11999"/>
                    <a:pt x="1136" y="11999"/>
                  </a:cubicBezTo>
                  <a:cubicBezTo>
                    <a:pt x="1705" y="11657"/>
                    <a:pt x="1705" y="11657"/>
                    <a:pt x="1705" y="11657"/>
                  </a:cubicBezTo>
                  <a:cubicBezTo>
                    <a:pt x="2273" y="11657"/>
                    <a:pt x="2273" y="11657"/>
                    <a:pt x="2273" y="11657"/>
                  </a:cubicBezTo>
                  <a:cubicBezTo>
                    <a:pt x="2273" y="11657"/>
                    <a:pt x="2273" y="11657"/>
                    <a:pt x="2273" y="11657"/>
                  </a:cubicBezTo>
                  <a:cubicBezTo>
                    <a:pt x="2273" y="11657"/>
                    <a:pt x="2273" y="11657"/>
                    <a:pt x="2273" y="11657"/>
                  </a:cubicBezTo>
                  <a:cubicBezTo>
                    <a:pt x="2842" y="11314"/>
                    <a:pt x="2842" y="11314"/>
                    <a:pt x="2842" y="11314"/>
                  </a:cubicBezTo>
                  <a:cubicBezTo>
                    <a:pt x="3410" y="11657"/>
                    <a:pt x="3410" y="11657"/>
                    <a:pt x="3410" y="11657"/>
                  </a:cubicBezTo>
                  <a:cubicBezTo>
                    <a:pt x="3978" y="11657"/>
                    <a:pt x="3978" y="11657"/>
                    <a:pt x="3978" y="11657"/>
                  </a:cubicBezTo>
                  <a:cubicBezTo>
                    <a:pt x="3978" y="11999"/>
                    <a:pt x="3978" y="11999"/>
                    <a:pt x="3978" y="11999"/>
                  </a:cubicBezTo>
                  <a:cubicBezTo>
                    <a:pt x="5115" y="12342"/>
                    <a:pt x="5115" y="12342"/>
                    <a:pt x="5115" y="12342"/>
                  </a:cubicBezTo>
                  <a:cubicBezTo>
                    <a:pt x="4547" y="12685"/>
                    <a:pt x="4547" y="12685"/>
                    <a:pt x="4547" y="12685"/>
                  </a:cubicBezTo>
                  <a:cubicBezTo>
                    <a:pt x="5115" y="12685"/>
                    <a:pt x="5115" y="12685"/>
                    <a:pt x="5115" y="12685"/>
                  </a:cubicBezTo>
                  <a:cubicBezTo>
                    <a:pt x="5115" y="13371"/>
                    <a:pt x="5115" y="13371"/>
                    <a:pt x="5115" y="13371"/>
                  </a:cubicBezTo>
                  <a:cubicBezTo>
                    <a:pt x="5115" y="12685"/>
                    <a:pt x="5115" y="12685"/>
                    <a:pt x="5115" y="12685"/>
                  </a:cubicBezTo>
                  <a:cubicBezTo>
                    <a:pt x="4547" y="12685"/>
                    <a:pt x="4547" y="12685"/>
                    <a:pt x="4547" y="12685"/>
                  </a:cubicBezTo>
                  <a:cubicBezTo>
                    <a:pt x="5115" y="13028"/>
                    <a:pt x="5115" y="13028"/>
                    <a:pt x="5115" y="13028"/>
                  </a:cubicBezTo>
                  <a:cubicBezTo>
                    <a:pt x="4547" y="13028"/>
                    <a:pt x="4547" y="13028"/>
                    <a:pt x="4547" y="13028"/>
                  </a:cubicBezTo>
                  <a:cubicBezTo>
                    <a:pt x="5115" y="13028"/>
                    <a:pt x="5115" y="13028"/>
                    <a:pt x="5115" y="13028"/>
                  </a:cubicBezTo>
                  <a:cubicBezTo>
                    <a:pt x="5115" y="13371"/>
                    <a:pt x="5115" y="13371"/>
                    <a:pt x="5115" y="13371"/>
                  </a:cubicBezTo>
                  <a:cubicBezTo>
                    <a:pt x="4547" y="13371"/>
                    <a:pt x="4547" y="13371"/>
                    <a:pt x="4547" y="13371"/>
                  </a:cubicBezTo>
                  <a:cubicBezTo>
                    <a:pt x="4547" y="13714"/>
                    <a:pt x="4547" y="13714"/>
                    <a:pt x="4547" y="13714"/>
                  </a:cubicBezTo>
                  <a:cubicBezTo>
                    <a:pt x="3978" y="13714"/>
                    <a:pt x="3978" y="13714"/>
                    <a:pt x="3978" y="13714"/>
                  </a:cubicBezTo>
                  <a:cubicBezTo>
                    <a:pt x="3978" y="13714"/>
                    <a:pt x="3978" y="13714"/>
                    <a:pt x="3978" y="13714"/>
                  </a:cubicBezTo>
                  <a:cubicBezTo>
                    <a:pt x="3978" y="14057"/>
                    <a:pt x="3978" y="14057"/>
                    <a:pt x="3978" y="14057"/>
                  </a:cubicBezTo>
                  <a:cubicBezTo>
                    <a:pt x="3978" y="14057"/>
                    <a:pt x="3978" y="14057"/>
                    <a:pt x="3978" y="14057"/>
                  </a:cubicBezTo>
                  <a:close/>
                  <a:moveTo>
                    <a:pt x="14210" y="1714"/>
                  </a:moveTo>
                  <a:cubicBezTo>
                    <a:pt x="14210" y="1714"/>
                    <a:pt x="14210" y="1714"/>
                    <a:pt x="14210" y="1714"/>
                  </a:cubicBezTo>
                  <a:cubicBezTo>
                    <a:pt x="14778" y="1714"/>
                    <a:pt x="14778" y="1714"/>
                    <a:pt x="14778" y="1714"/>
                  </a:cubicBezTo>
                  <a:cubicBezTo>
                    <a:pt x="14210" y="1714"/>
                    <a:pt x="14210" y="1714"/>
                    <a:pt x="14210" y="1714"/>
                  </a:cubicBezTo>
                  <a:close/>
                  <a:moveTo>
                    <a:pt x="15347" y="342"/>
                  </a:moveTo>
                  <a:cubicBezTo>
                    <a:pt x="15347" y="0"/>
                    <a:pt x="15347" y="0"/>
                    <a:pt x="15347" y="0"/>
                  </a:cubicBezTo>
                  <a:cubicBezTo>
                    <a:pt x="15347" y="0"/>
                    <a:pt x="15347" y="0"/>
                    <a:pt x="15347" y="0"/>
                  </a:cubicBezTo>
                  <a:cubicBezTo>
                    <a:pt x="15347" y="342"/>
                    <a:pt x="15347" y="342"/>
                    <a:pt x="15347" y="342"/>
                  </a:cubicBezTo>
                  <a:close/>
                  <a:moveTo>
                    <a:pt x="14210" y="685"/>
                  </a:moveTo>
                  <a:cubicBezTo>
                    <a:pt x="14210" y="342"/>
                    <a:pt x="14210" y="342"/>
                    <a:pt x="14210" y="342"/>
                  </a:cubicBezTo>
                  <a:cubicBezTo>
                    <a:pt x="13642" y="685"/>
                    <a:pt x="13642" y="685"/>
                    <a:pt x="13642" y="685"/>
                  </a:cubicBezTo>
                  <a:cubicBezTo>
                    <a:pt x="13642" y="685"/>
                    <a:pt x="13642" y="685"/>
                    <a:pt x="13642" y="685"/>
                  </a:cubicBezTo>
                  <a:cubicBezTo>
                    <a:pt x="13642" y="685"/>
                    <a:pt x="14210" y="685"/>
                    <a:pt x="14210" y="685"/>
                  </a:cubicBezTo>
                  <a:close/>
                  <a:moveTo>
                    <a:pt x="14778" y="685"/>
                  </a:moveTo>
                  <a:cubicBezTo>
                    <a:pt x="14210" y="342"/>
                    <a:pt x="14210" y="342"/>
                    <a:pt x="14210" y="342"/>
                  </a:cubicBezTo>
                  <a:cubicBezTo>
                    <a:pt x="14778" y="342"/>
                    <a:pt x="14778" y="342"/>
                    <a:pt x="14778" y="342"/>
                  </a:cubicBezTo>
                  <a:cubicBezTo>
                    <a:pt x="14778" y="0"/>
                    <a:pt x="14778" y="0"/>
                    <a:pt x="14778" y="0"/>
                  </a:cubicBezTo>
                  <a:cubicBezTo>
                    <a:pt x="14778" y="342"/>
                    <a:pt x="14778" y="342"/>
                    <a:pt x="14778" y="342"/>
                  </a:cubicBezTo>
                  <a:cubicBezTo>
                    <a:pt x="14778" y="685"/>
                    <a:pt x="14778" y="685"/>
                    <a:pt x="14778" y="685"/>
                  </a:cubicBezTo>
                  <a:cubicBezTo>
                    <a:pt x="14778" y="685"/>
                    <a:pt x="14778" y="685"/>
                    <a:pt x="14778" y="685"/>
                  </a:cubicBezTo>
                  <a:close/>
                  <a:moveTo>
                    <a:pt x="14210" y="1371"/>
                  </a:moveTo>
                  <a:cubicBezTo>
                    <a:pt x="14210" y="1371"/>
                    <a:pt x="14210" y="1371"/>
                    <a:pt x="14210" y="1371"/>
                  </a:cubicBezTo>
                  <a:cubicBezTo>
                    <a:pt x="13642" y="1371"/>
                    <a:pt x="13642" y="1371"/>
                    <a:pt x="13642" y="1371"/>
                  </a:cubicBezTo>
                  <a:cubicBezTo>
                    <a:pt x="13642" y="1028"/>
                    <a:pt x="13642" y="1028"/>
                    <a:pt x="13642" y="1028"/>
                  </a:cubicBezTo>
                  <a:cubicBezTo>
                    <a:pt x="13642" y="1028"/>
                    <a:pt x="13642" y="1028"/>
                    <a:pt x="13642" y="1028"/>
                  </a:cubicBezTo>
                  <a:cubicBezTo>
                    <a:pt x="14210" y="1028"/>
                    <a:pt x="14210" y="1028"/>
                    <a:pt x="14210" y="1028"/>
                  </a:cubicBezTo>
                  <a:cubicBezTo>
                    <a:pt x="14210" y="1028"/>
                    <a:pt x="14210" y="1028"/>
                    <a:pt x="14210" y="1028"/>
                  </a:cubicBezTo>
                  <a:cubicBezTo>
                    <a:pt x="14210" y="685"/>
                    <a:pt x="14210" y="685"/>
                    <a:pt x="14210" y="685"/>
                  </a:cubicBezTo>
                  <a:cubicBezTo>
                    <a:pt x="14210" y="685"/>
                    <a:pt x="14210" y="685"/>
                    <a:pt x="14210" y="685"/>
                  </a:cubicBezTo>
                  <a:cubicBezTo>
                    <a:pt x="14778" y="685"/>
                    <a:pt x="14778" y="685"/>
                    <a:pt x="14778" y="685"/>
                  </a:cubicBezTo>
                  <a:cubicBezTo>
                    <a:pt x="14778" y="1028"/>
                    <a:pt x="14778" y="1028"/>
                    <a:pt x="14778" y="1028"/>
                  </a:cubicBezTo>
                  <a:cubicBezTo>
                    <a:pt x="14778" y="1028"/>
                    <a:pt x="14778" y="1028"/>
                    <a:pt x="14778" y="1028"/>
                  </a:cubicBezTo>
                  <a:cubicBezTo>
                    <a:pt x="14778" y="1028"/>
                    <a:pt x="14778" y="1028"/>
                    <a:pt x="14778" y="1028"/>
                  </a:cubicBezTo>
                  <a:cubicBezTo>
                    <a:pt x="14778" y="1371"/>
                    <a:pt x="14778" y="1371"/>
                    <a:pt x="14778" y="1371"/>
                  </a:cubicBezTo>
                  <a:cubicBezTo>
                    <a:pt x="14778" y="1371"/>
                    <a:pt x="14778" y="1371"/>
                    <a:pt x="14778" y="1371"/>
                  </a:cubicBezTo>
                  <a:cubicBezTo>
                    <a:pt x="14210" y="1371"/>
                    <a:pt x="14210" y="1371"/>
                    <a:pt x="14210" y="1371"/>
                  </a:cubicBezTo>
                  <a:close/>
                  <a:moveTo>
                    <a:pt x="19326" y="18857"/>
                  </a:moveTo>
                  <a:cubicBezTo>
                    <a:pt x="19894" y="18857"/>
                    <a:pt x="19894" y="18857"/>
                    <a:pt x="19894" y="18857"/>
                  </a:cubicBezTo>
                  <a:cubicBezTo>
                    <a:pt x="19894" y="18857"/>
                    <a:pt x="19894" y="18857"/>
                    <a:pt x="19894" y="18857"/>
                  </a:cubicBezTo>
                  <a:cubicBezTo>
                    <a:pt x="19894" y="18514"/>
                    <a:pt x="19894" y="18514"/>
                    <a:pt x="19894" y="18514"/>
                  </a:cubicBezTo>
                  <a:cubicBezTo>
                    <a:pt x="19326" y="18514"/>
                    <a:pt x="19326" y="18514"/>
                    <a:pt x="19326" y="18514"/>
                  </a:cubicBezTo>
                  <a:cubicBezTo>
                    <a:pt x="19326" y="18857"/>
                    <a:pt x="19326" y="18857"/>
                    <a:pt x="19326" y="18857"/>
                  </a:cubicBezTo>
                  <a:close/>
                  <a:moveTo>
                    <a:pt x="14210" y="20228"/>
                  </a:moveTo>
                  <a:cubicBezTo>
                    <a:pt x="14778" y="20228"/>
                    <a:pt x="14778" y="20228"/>
                    <a:pt x="14778" y="20228"/>
                  </a:cubicBezTo>
                  <a:cubicBezTo>
                    <a:pt x="15347" y="20228"/>
                    <a:pt x="15347" y="20228"/>
                    <a:pt x="15347" y="20228"/>
                  </a:cubicBezTo>
                  <a:cubicBezTo>
                    <a:pt x="15347" y="20228"/>
                    <a:pt x="15347" y="20228"/>
                    <a:pt x="15347" y="20228"/>
                  </a:cubicBezTo>
                  <a:cubicBezTo>
                    <a:pt x="15347" y="20228"/>
                    <a:pt x="15347" y="20228"/>
                    <a:pt x="15347" y="20228"/>
                  </a:cubicBezTo>
                  <a:cubicBezTo>
                    <a:pt x="15347" y="20571"/>
                    <a:pt x="15347" y="20571"/>
                    <a:pt x="15347" y="20571"/>
                  </a:cubicBezTo>
                  <a:cubicBezTo>
                    <a:pt x="14778" y="20571"/>
                    <a:pt x="14778" y="20571"/>
                    <a:pt x="14778" y="20571"/>
                  </a:cubicBezTo>
                  <a:cubicBezTo>
                    <a:pt x="14778" y="20228"/>
                    <a:pt x="14778" y="20228"/>
                    <a:pt x="14778" y="20228"/>
                  </a:cubicBezTo>
                  <a:cubicBezTo>
                    <a:pt x="14210" y="20228"/>
                    <a:pt x="14210" y="20228"/>
                    <a:pt x="14210" y="20228"/>
                  </a:cubicBezTo>
                  <a:close/>
                  <a:moveTo>
                    <a:pt x="6252" y="10285"/>
                  </a:moveTo>
                  <a:cubicBezTo>
                    <a:pt x="6252" y="10285"/>
                    <a:pt x="6252" y="10285"/>
                    <a:pt x="6252" y="10285"/>
                  </a:cubicBezTo>
                  <a:cubicBezTo>
                    <a:pt x="6252" y="10628"/>
                    <a:pt x="6252" y="10628"/>
                    <a:pt x="6252" y="10628"/>
                  </a:cubicBezTo>
                  <a:cubicBezTo>
                    <a:pt x="6252" y="10285"/>
                    <a:pt x="6252" y="10285"/>
                    <a:pt x="6252" y="10285"/>
                  </a:cubicBezTo>
                  <a:cubicBezTo>
                    <a:pt x="6252" y="10285"/>
                    <a:pt x="6252" y="10285"/>
                    <a:pt x="6252" y="10285"/>
                  </a:cubicBezTo>
                  <a:close/>
                  <a:moveTo>
                    <a:pt x="3978" y="9942"/>
                  </a:moveTo>
                  <a:cubicBezTo>
                    <a:pt x="3978" y="9942"/>
                    <a:pt x="3978" y="9942"/>
                    <a:pt x="3978" y="9942"/>
                  </a:cubicBezTo>
                  <a:cubicBezTo>
                    <a:pt x="3978" y="9942"/>
                    <a:pt x="3978" y="9942"/>
                    <a:pt x="3978" y="9942"/>
                  </a:cubicBezTo>
                  <a:cubicBezTo>
                    <a:pt x="3978" y="9942"/>
                    <a:pt x="3978" y="9942"/>
                    <a:pt x="3978" y="9942"/>
                  </a:cubicBezTo>
                  <a:close/>
                  <a:moveTo>
                    <a:pt x="2273" y="9257"/>
                  </a:moveTo>
                  <a:cubicBezTo>
                    <a:pt x="2273" y="8914"/>
                    <a:pt x="2273" y="8914"/>
                    <a:pt x="2273" y="8914"/>
                  </a:cubicBezTo>
                  <a:cubicBezTo>
                    <a:pt x="2842" y="8914"/>
                    <a:pt x="2842" y="8914"/>
                    <a:pt x="2842" y="8914"/>
                  </a:cubicBezTo>
                  <a:cubicBezTo>
                    <a:pt x="2273" y="9257"/>
                    <a:pt x="2273" y="9257"/>
                    <a:pt x="2273" y="9257"/>
                  </a:cubicBezTo>
                  <a:close/>
                  <a:moveTo>
                    <a:pt x="2842" y="8914"/>
                  </a:moveTo>
                  <a:cubicBezTo>
                    <a:pt x="3410" y="8571"/>
                    <a:pt x="3410" y="8571"/>
                    <a:pt x="3410" y="8571"/>
                  </a:cubicBezTo>
                  <a:cubicBezTo>
                    <a:pt x="3410" y="8914"/>
                    <a:pt x="3410" y="8914"/>
                    <a:pt x="3410" y="8914"/>
                  </a:cubicBezTo>
                  <a:cubicBezTo>
                    <a:pt x="2842" y="8914"/>
                    <a:pt x="2842" y="8914"/>
                    <a:pt x="2842" y="8914"/>
                  </a:cubicBezTo>
                  <a:close/>
                  <a:moveTo>
                    <a:pt x="3978" y="8228"/>
                  </a:moveTo>
                  <a:cubicBezTo>
                    <a:pt x="3978" y="8228"/>
                    <a:pt x="3978" y="8228"/>
                    <a:pt x="3978" y="8228"/>
                  </a:cubicBezTo>
                  <a:cubicBezTo>
                    <a:pt x="3978" y="8228"/>
                    <a:pt x="3978" y="8228"/>
                    <a:pt x="3978" y="8228"/>
                  </a:cubicBezTo>
                  <a:cubicBezTo>
                    <a:pt x="3978" y="8228"/>
                    <a:pt x="3978" y="8228"/>
                    <a:pt x="3978" y="8228"/>
                  </a:cubicBezTo>
                  <a:close/>
                  <a:moveTo>
                    <a:pt x="3410" y="7885"/>
                  </a:moveTo>
                  <a:cubicBezTo>
                    <a:pt x="3410" y="8228"/>
                    <a:pt x="3410" y="8228"/>
                    <a:pt x="3410" y="8228"/>
                  </a:cubicBezTo>
                  <a:cubicBezTo>
                    <a:pt x="3978" y="8228"/>
                    <a:pt x="3978" y="8228"/>
                    <a:pt x="3978" y="8228"/>
                  </a:cubicBezTo>
                  <a:cubicBezTo>
                    <a:pt x="3978" y="7885"/>
                    <a:pt x="3978" y="7885"/>
                    <a:pt x="3978" y="7885"/>
                  </a:cubicBezTo>
                  <a:cubicBezTo>
                    <a:pt x="3410" y="7885"/>
                    <a:pt x="3410" y="7885"/>
                    <a:pt x="3410" y="7885"/>
                  </a:cubicBezTo>
                  <a:close/>
                  <a:moveTo>
                    <a:pt x="10231" y="4114"/>
                  </a:moveTo>
                  <a:cubicBezTo>
                    <a:pt x="10231" y="4114"/>
                    <a:pt x="10231" y="4114"/>
                    <a:pt x="10231" y="4114"/>
                  </a:cubicBezTo>
                  <a:cubicBezTo>
                    <a:pt x="10231" y="3771"/>
                    <a:pt x="10231" y="3771"/>
                    <a:pt x="10231" y="3771"/>
                  </a:cubicBezTo>
                  <a:cubicBezTo>
                    <a:pt x="10231" y="4114"/>
                    <a:pt x="10231" y="4114"/>
                    <a:pt x="10231" y="4114"/>
                  </a:cubicBezTo>
                  <a:close/>
                  <a:moveTo>
                    <a:pt x="9663" y="4114"/>
                  </a:moveTo>
                  <a:cubicBezTo>
                    <a:pt x="9663" y="4114"/>
                    <a:pt x="9663" y="4114"/>
                    <a:pt x="9663" y="4114"/>
                  </a:cubicBezTo>
                  <a:cubicBezTo>
                    <a:pt x="10231" y="4114"/>
                    <a:pt x="10231" y="4114"/>
                    <a:pt x="10231" y="4114"/>
                  </a:cubicBezTo>
                  <a:cubicBezTo>
                    <a:pt x="10231" y="4457"/>
                    <a:pt x="10231" y="4457"/>
                    <a:pt x="10231" y="4457"/>
                  </a:cubicBezTo>
                  <a:cubicBezTo>
                    <a:pt x="10800" y="4114"/>
                    <a:pt x="10800" y="4114"/>
                    <a:pt x="10800" y="4114"/>
                  </a:cubicBezTo>
                  <a:cubicBezTo>
                    <a:pt x="10231" y="4457"/>
                    <a:pt x="10231" y="4457"/>
                    <a:pt x="10231" y="4457"/>
                  </a:cubicBezTo>
                  <a:cubicBezTo>
                    <a:pt x="10231" y="4457"/>
                    <a:pt x="10231" y="4457"/>
                    <a:pt x="10231" y="4457"/>
                  </a:cubicBezTo>
                  <a:cubicBezTo>
                    <a:pt x="9663" y="4457"/>
                    <a:pt x="9663" y="4457"/>
                    <a:pt x="9663" y="4457"/>
                  </a:cubicBezTo>
                  <a:cubicBezTo>
                    <a:pt x="9663" y="4114"/>
                    <a:pt x="9663" y="4114"/>
                    <a:pt x="9663" y="4114"/>
                  </a:cubicBezTo>
                  <a:cubicBezTo>
                    <a:pt x="9663" y="4457"/>
                    <a:pt x="9663" y="4457"/>
                    <a:pt x="9663" y="4457"/>
                  </a:cubicBezTo>
                  <a:cubicBezTo>
                    <a:pt x="9663" y="4457"/>
                    <a:pt x="9663" y="4457"/>
                    <a:pt x="9663" y="4457"/>
                  </a:cubicBezTo>
                  <a:cubicBezTo>
                    <a:pt x="9663" y="4114"/>
                    <a:pt x="9663" y="4114"/>
                    <a:pt x="9663" y="4114"/>
                  </a:cubicBezTo>
                  <a:close/>
                  <a:moveTo>
                    <a:pt x="9663" y="4457"/>
                  </a:moveTo>
                  <a:cubicBezTo>
                    <a:pt x="9663" y="4800"/>
                    <a:pt x="9663" y="4800"/>
                    <a:pt x="9663" y="4800"/>
                  </a:cubicBezTo>
                  <a:cubicBezTo>
                    <a:pt x="9663" y="4457"/>
                    <a:pt x="9663" y="4457"/>
                    <a:pt x="9663" y="4457"/>
                  </a:cubicBezTo>
                  <a:cubicBezTo>
                    <a:pt x="9663" y="4457"/>
                    <a:pt x="9663" y="4457"/>
                    <a:pt x="9663" y="4457"/>
                  </a:cubicBezTo>
                  <a:cubicBezTo>
                    <a:pt x="9663" y="4457"/>
                    <a:pt x="9663" y="4457"/>
                    <a:pt x="9663" y="4457"/>
                  </a:cubicBezTo>
                  <a:close/>
                  <a:moveTo>
                    <a:pt x="2273" y="6171"/>
                  </a:moveTo>
                  <a:cubicBezTo>
                    <a:pt x="2273" y="6171"/>
                    <a:pt x="2273" y="6171"/>
                    <a:pt x="2273" y="6171"/>
                  </a:cubicBezTo>
                  <a:cubicBezTo>
                    <a:pt x="2273" y="5828"/>
                    <a:pt x="2273" y="5828"/>
                    <a:pt x="2273" y="5828"/>
                  </a:cubicBezTo>
                  <a:cubicBezTo>
                    <a:pt x="2273" y="5828"/>
                    <a:pt x="2273" y="5828"/>
                    <a:pt x="2273" y="5828"/>
                  </a:cubicBezTo>
                  <a:cubicBezTo>
                    <a:pt x="2842" y="5828"/>
                    <a:pt x="2842" y="5828"/>
                    <a:pt x="2842" y="5828"/>
                  </a:cubicBezTo>
                  <a:cubicBezTo>
                    <a:pt x="2842" y="5485"/>
                    <a:pt x="2842" y="5485"/>
                    <a:pt x="2842" y="5485"/>
                  </a:cubicBezTo>
                  <a:cubicBezTo>
                    <a:pt x="3978" y="5142"/>
                    <a:pt x="3978" y="5142"/>
                    <a:pt x="3978" y="5142"/>
                  </a:cubicBezTo>
                  <a:cubicBezTo>
                    <a:pt x="3978" y="5485"/>
                    <a:pt x="3978" y="5485"/>
                    <a:pt x="3978" y="5485"/>
                  </a:cubicBezTo>
                  <a:cubicBezTo>
                    <a:pt x="3410" y="5828"/>
                    <a:pt x="3410" y="5828"/>
                    <a:pt x="3410" y="5828"/>
                  </a:cubicBezTo>
                  <a:cubicBezTo>
                    <a:pt x="3410" y="5828"/>
                    <a:pt x="3410" y="5828"/>
                    <a:pt x="3410" y="5828"/>
                  </a:cubicBezTo>
                  <a:cubicBezTo>
                    <a:pt x="3410" y="6171"/>
                    <a:pt x="3410" y="6171"/>
                    <a:pt x="3410" y="6171"/>
                  </a:cubicBezTo>
                  <a:cubicBezTo>
                    <a:pt x="3410" y="6171"/>
                    <a:pt x="3410" y="6171"/>
                    <a:pt x="3410" y="6171"/>
                  </a:cubicBezTo>
                  <a:cubicBezTo>
                    <a:pt x="2842" y="6171"/>
                    <a:pt x="2842" y="6171"/>
                    <a:pt x="2842" y="6171"/>
                  </a:cubicBezTo>
                  <a:cubicBezTo>
                    <a:pt x="2273" y="6171"/>
                    <a:pt x="2273" y="6171"/>
                    <a:pt x="2273" y="6171"/>
                  </a:cubicBezTo>
                  <a:cubicBezTo>
                    <a:pt x="2273" y="6171"/>
                    <a:pt x="2273" y="6171"/>
                    <a:pt x="2273" y="6171"/>
                  </a:cubicBezTo>
                  <a:close/>
                  <a:moveTo>
                    <a:pt x="2273" y="6514"/>
                  </a:moveTo>
                  <a:cubicBezTo>
                    <a:pt x="2273" y="6514"/>
                    <a:pt x="2273" y="6514"/>
                    <a:pt x="2273" y="6514"/>
                  </a:cubicBezTo>
                  <a:cubicBezTo>
                    <a:pt x="2842" y="6514"/>
                    <a:pt x="2842" y="6514"/>
                    <a:pt x="2842" y="6514"/>
                  </a:cubicBezTo>
                  <a:cubicBezTo>
                    <a:pt x="2842" y="6171"/>
                    <a:pt x="2842" y="6171"/>
                    <a:pt x="2842" y="6171"/>
                  </a:cubicBezTo>
                  <a:cubicBezTo>
                    <a:pt x="2273" y="6514"/>
                    <a:pt x="2273" y="6514"/>
                    <a:pt x="2273" y="6514"/>
                  </a:cubicBezTo>
                  <a:cubicBezTo>
                    <a:pt x="2273" y="6514"/>
                    <a:pt x="2273" y="6514"/>
                    <a:pt x="2273" y="6514"/>
                  </a:cubicBezTo>
                  <a:cubicBezTo>
                    <a:pt x="2273" y="6514"/>
                    <a:pt x="2273" y="6514"/>
                    <a:pt x="2273" y="6514"/>
                  </a:cubicBezTo>
                  <a:close/>
                  <a:moveTo>
                    <a:pt x="2273" y="6857"/>
                  </a:moveTo>
                  <a:cubicBezTo>
                    <a:pt x="1705" y="7200"/>
                    <a:pt x="1705" y="7200"/>
                    <a:pt x="1705" y="7200"/>
                  </a:cubicBezTo>
                  <a:cubicBezTo>
                    <a:pt x="1136" y="6857"/>
                    <a:pt x="1136" y="6857"/>
                    <a:pt x="1136" y="6857"/>
                  </a:cubicBezTo>
                  <a:cubicBezTo>
                    <a:pt x="1705" y="6857"/>
                    <a:pt x="1705" y="6857"/>
                    <a:pt x="1705" y="6857"/>
                  </a:cubicBezTo>
                  <a:cubicBezTo>
                    <a:pt x="2273" y="6857"/>
                    <a:pt x="2273" y="6857"/>
                    <a:pt x="2273" y="6857"/>
                  </a:cubicBezTo>
                  <a:cubicBezTo>
                    <a:pt x="2273" y="6857"/>
                    <a:pt x="2273" y="6857"/>
                    <a:pt x="2273" y="6857"/>
                  </a:cubicBezTo>
                  <a:close/>
                  <a:moveTo>
                    <a:pt x="1705" y="7200"/>
                  </a:moveTo>
                  <a:cubicBezTo>
                    <a:pt x="1705" y="7200"/>
                    <a:pt x="1705" y="7200"/>
                    <a:pt x="1705" y="7200"/>
                  </a:cubicBezTo>
                  <a:cubicBezTo>
                    <a:pt x="1705" y="7200"/>
                    <a:pt x="1705" y="7200"/>
                    <a:pt x="1705" y="7200"/>
                  </a:cubicBezTo>
                  <a:cubicBezTo>
                    <a:pt x="2273" y="7200"/>
                    <a:pt x="2273" y="7200"/>
                    <a:pt x="2273" y="7200"/>
                  </a:cubicBezTo>
                  <a:cubicBezTo>
                    <a:pt x="1705" y="7200"/>
                    <a:pt x="1705" y="7200"/>
                    <a:pt x="1705" y="7200"/>
                  </a:cubicBezTo>
                  <a:close/>
                  <a:moveTo>
                    <a:pt x="1136" y="7885"/>
                  </a:moveTo>
                  <a:cubicBezTo>
                    <a:pt x="1705" y="8228"/>
                    <a:pt x="1705" y="8228"/>
                    <a:pt x="1705" y="8228"/>
                  </a:cubicBezTo>
                  <a:cubicBezTo>
                    <a:pt x="1136" y="8228"/>
                    <a:pt x="1136" y="8228"/>
                    <a:pt x="1136" y="8228"/>
                  </a:cubicBezTo>
                  <a:cubicBezTo>
                    <a:pt x="1136" y="8228"/>
                    <a:pt x="1136" y="8228"/>
                    <a:pt x="1136" y="8228"/>
                  </a:cubicBezTo>
                  <a:cubicBezTo>
                    <a:pt x="1136" y="7885"/>
                    <a:pt x="1136" y="7885"/>
                    <a:pt x="1136" y="7885"/>
                  </a:cubicBezTo>
                  <a:close/>
                  <a:moveTo>
                    <a:pt x="1705" y="7885"/>
                  </a:moveTo>
                  <a:cubicBezTo>
                    <a:pt x="1705" y="7542"/>
                    <a:pt x="1705" y="7542"/>
                    <a:pt x="1705" y="7542"/>
                  </a:cubicBezTo>
                  <a:cubicBezTo>
                    <a:pt x="1705" y="7542"/>
                    <a:pt x="1705" y="7542"/>
                    <a:pt x="1705" y="7542"/>
                  </a:cubicBezTo>
                  <a:cubicBezTo>
                    <a:pt x="1705" y="7200"/>
                    <a:pt x="1705" y="7200"/>
                    <a:pt x="1705" y="7200"/>
                  </a:cubicBezTo>
                  <a:cubicBezTo>
                    <a:pt x="1705" y="7200"/>
                    <a:pt x="1705" y="7200"/>
                    <a:pt x="1705" y="7200"/>
                  </a:cubicBezTo>
                  <a:cubicBezTo>
                    <a:pt x="1705" y="7542"/>
                    <a:pt x="1705" y="7542"/>
                    <a:pt x="1705" y="7542"/>
                  </a:cubicBezTo>
                  <a:cubicBezTo>
                    <a:pt x="1705" y="7542"/>
                    <a:pt x="1705" y="7542"/>
                    <a:pt x="1705" y="7542"/>
                  </a:cubicBezTo>
                  <a:cubicBezTo>
                    <a:pt x="1705" y="7885"/>
                    <a:pt x="1705" y="7885"/>
                    <a:pt x="1705" y="7885"/>
                  </a:cubicBezTo>
                  <a:cubicBezTo>
                    <a:pt x="1705" y="7885"/>
                    <a:pt x="1705" y="7885"/>
                    <a:pt x="1705" y="7885"/>
                  </a:cubicBezTo>
                  <a:close/>
                  <a:moveTo>
                    <a:pt x="4547" y="7885"/>
                  </a:moveTo>
                  <a:cubicBezTo>
                    <a:pt x="4547" y="7885"/>
                    <a:pt x="4547" y="7885"/>
                    <a:pt x="4547" y="7885"/>
                  </a:cubicBezTo>
                  <a:cubicBezTo>
                    <a:pt x="3978" y="7885"/>
                    <a:pt x="3978" y="7885"/>
                    <a:pt x="3978" y="7885"/>
                  </a:cubicBezTo>
                  <a:cubicBezTo>
                    <a:pt x="3410" y="7542"/>
                    <a:pt x="3410" y="7542"/>
                    <a:pt x="3410" y="7542"/>
                  </a:cubicBezTo>
                  <a:cubicBezTo>
                    <a:pt x="3410" y="7542"/>
                    <a:pt x="3410" y="7542"/>
                    <a:pt x="3410" y="7542"/>
                  </a:cubicBezTo>
                  <a:cubicBezTo>
                    <a:pt x="3410" y="7200"/>
                    <a:pt x="3410" y="7200"/>
                    <a:pt x="3410" y="7200"/>
                  </a:cubicBezTo>
                  <a:cubicBezTo>
                    <a:pt x="3410" y="7542"/>
                    <a:pt x="3410" y="7542"/>
                    <a:pt x="3410" y="7542"/>
                  </a:cubicBezTo>
                  <a:cubicBezTo>
                    <a:pt x="2842" y="7200"/>
                    <a:pt x="2842" y="7200"/>
                    <a:pt x="2842" y="7200"/>
                  </a:cubicBezTo>
                  <a:cubicBezTo>
                    <a:pt x="2842" y="7200"/>
                    <a:pt x="2842" y="7200"/>
                    <a:pt x="2842" y="7200"/>
                  </a:cubicBezTo>
                  <a:cubicBezTo>
                    <a:pt x="3410" y="7200"/>
                    <a:pt x="3410" y="7200"/>
                    <a:pt x="3410" y="7200"/>
                  </a:cubicBezTo>
                  <a:cubicBezTo>
                    <a:pt x="2842" y="6857"/>
                    <a:pt x="2842" y="6857"/>
                    <a:pt x="2842" y="6857"/>
                  </a:cubicBezTo>
                  <a:cubicBezTo>
                    <a:pt x="3410" y="7200"/>
                    <a:pt x="3410" y="7200"/>
                    <a:pt x="3410" y="7200"/>
                  </a:cubicBezTo>
                  <a:cubicBezTo>
                    <a:pt x="3410" y="6857"/>
                    <a:pt x="3410" y="6857"/>
                    <a:pt x="3410" y="6857"/>
                  </a:cubicBezTo>
                  <a:cubicBezTo>
                    <a:pt x="3978" y="6857"/>
                    <a:pt x="3978" y="6857"/>
                    <a:pt x="3978" y="6857"/>
                  </a:cubicBezTo>
                  <a:cubicBezTo>
                    <a:pt x="3978" y="6857"/>
                    <a:pt x="3978" y="6857"/>
                    <a:pt x="3978" y="6857"/>
                  </a:cubicBezTo>
                  <a:cubicBezTo>
                    <a:pt x="3978" y="7542"/>
                    <a:pt x="3978" y="7542"/>
                    <a:pt x="3978" y="7542"/>
                  </a:cubicBezTo>
                  <a:cubicBezTo>
                    <a:pt x="4547" y="7542"/>
                    <a:pt x="4547" y="7542"/>
                    <a:pt x="4547" y="7542"/>
                  </a:cubicBezTo>
                  <a:cubicBezTo>
                    <a:pt x="5115" y="7542"/>
                    <a:pt x="5115" y="7542"/>
                    <a:pt x="5115" y="7542"/>
                  </a:cubicBezTo>
                  <a:cubicBezTo>
                    <a:pt x="5115" y="7542"/>
                    <a:pt x="5115" y="7542"/>
                    <a:pt x="5115" y="7542"/>
                  </a:cubicBezTo>
                  <a:cubicBezTo>
                    <a:pt x="4547" y="7885"/>
                    <a:pt x="4547" y="7885"/>
                    <a:pt x="4547" y="7885"/>
                  </a:cubicBezTo>
                  <a:cubicBezTo>
                    <a:pt x="4547" y="7885"/>
                    <a:pt x="4547" y="7885"/>
                    <a:pt x="4547" y="7885"/>
                  </a:cubicBezTo>
                  <a:cubicBezTo>
                    <a:pt x="4547" y="7885"/>
                    <a:pt x="4547" y="7885"/>
                    <a:pt x="4547" y="7885"/>
                  </a:cubicBezTo>
                  <a:close/>
                  <a:moveTo>
                    <a:pt x="3410" y="9600"/>
                  </a:moveTo>
                  <a:cubicBezTo>
                    <a:pt x="4547" y="9257"/>
                    <a:pt x="4547" y="9257"/>
                    <a:pt x="4547" y="9257"/>
                  </a:cubicBezTo>
                  <a:cubicBezTo>
                    <a:pt x="4547" y="9600"/>
                    <a:pt x="4547" y="9600"/>
                    <a:pt x="4547" y="9600"/>
                  </a:cubicBezTo>
                  <a:cubicBezTo>
                    <a:pt x="5115" y="9257"/>
                    <a:pt x="5115" y="9257"/>
                    <a:pt x="5115" y="9257"/>
                  </a:cubicBezTo>
                  <a:cubicBezTo>
                    <a:pt x="4547" y="8914"/>
                    <a:pt x="4547" y="8914"/>
                    <a:pt x="4547" y="8914"/>
                  </a:cubicBezTo>
                  <a:cubicBezTo>
                    <a:pt x="4547" y="8914"/>
                    <a:pt x="4547" y="8914"/>
                    <a:pt x="4547" y="8914"/>
                  </a:cubicBezTo>
                  <a:cubicBezTo>
                    <a:pt x="3978" y="8914"/>
                    <a:pt x="3978" y="8914"/>
                    <a:pt x="3978" y="8914"/>
                  </a:cubicBezTo>
                  <a:cubicBezTo>
                    <a:pt x="3410" y="8914"/>
                    <a:pt x="3410" y="8914"/>
                    <a:pt x="3410" y="8914"/>
                  </a:cubicBezTo>
                  <a:cubicBezTo>
                    <a:pt x="3978" y="9257"/>
                    <a:pt x="3978" y="9257"/>
                    <a:pt x="3978" y="9257"/>
                  </a:cubicBezTo>
                  <a:cubicBezTo>
                    <a:pt x="3978" y="9257"/>
                    <a:pt x="3978" y="9257"/>
                    <a:pt x="3978" y="9257"/>
                  </a:cubicBezTo>
                  <a:cubicBezTo>
                    <a:pt x="3978" y="9257"/>
                    <a:pt x="3978" y="9257"/>
                    <a:pt x="3978" y="9257"/>
                  </a:cubicBezTo>
                  <a:cubicBezTo>
                    <a:pt x="3410" y="9600"/>
                    <a:pt x="3410" y="9600"/>
                    <a:pt x="3410" y="9600"/>
                  </a:cubicBezTo>
                  <a:close/>
                  <a:moveTo>
                    <a:pt x="3978" y="10285"/>
                  </a:moveTo>
                  <a:cubicBezTo>
                    <a:pt x="3978" y="10285"/>
                    <a:pt x="3978" y="10285"/>
                    <a:pt x="3978" y="10285"/>
                  </a:cubicBezTo>
                  <a:cubicBezTo>
                    <a:pt x="5115" y="9600"/>
                    <a:pt x="5115" y="9600"/>
                    <a:pt x="5115" y="9600"/>
                  </a:cubicBezTo>
                  <a:cubicBezTo>
                    <a:pt x="4547" y="10285"/>
                    <a:pt x="4547" y="10285"/>
                    <a:pt x="4547" y="10285"/>
                  </a:cubicBezTo>
                  <a:cubicBezTo>
                    <a:pt x="3978" y="10285"/>
                    <a:pt x="3978" y="10285"/>
                    <a:pt x="3978" y="10285"/>
                  </a:cubicBezTo>
                  <a:close/>
                  <a:moveTo>
                    <a:pt x="3410" y="10628"/>
                  </a:moveTo>
                  <a:cubicBezTo>
                    <a:pt x="3978" y="10628"/>
                    <a:pt x="3978" y="10628"/>
                    <a:pt x="3978" y="10628"/>
                  </a:cubicBezTo>
                  <a:cubicBezTo>
                    <a:pt x="3978" y="10285"/>
                    <a:pt x="3978" y="10285"/>
                    <a:pt x="3978" y="10285"/>
                  </a:cubicBezTo>
                  <a:cubicBezTo>
                    <a:pt x="3410" y="10285"/>
                    <a:pt x="3410" y="10285"/>
                    <a:pt x="3410" y="10285"/>
                  </a:cubicBezTo>
                  <a:cubicBezTo>
                    <a:pt x="3410" y="10628"/>
                    <a:pt x="3410" y="10628"/>
                    <a:pt x="3410" y="10628"/>
                  </a:cubicBezTo>
                  <a:cubicBezTo>
                    <a:pt x="3410" y="10628"/>
                    <a:pt x="3410" y="10628"/>
                    <a:pt x="3410" y="10628"/>
                  </a:cubicBezTo>
                  <a:cubicBezTo>
                    <a:pt x="3410" y="10628"/>
                    <a:pt x="3410" y="10628"/>
                    <a:pt x="3410" y="10628"/>
                  </a:cubicBezTo>
                  <a:close/>
                  <a:moveTo>
                    <a:pt x="5684" y="10628"/>
                  </a:moveTo>
                  <a:cubicBezTo>
                    <a:pt x="5684" y="11314"/>
                    <a:pt x="5684" y="11314"/>
                    <a:pt x="5684" y="11314"/>
                  </a:cubicBezTo>
                  <a:cubicBezTo>
                    <a:pt x="6252" y="11314"/>
                    <a:pt x="6252" y="11314"/>
                    <a:pt x="6252" y="11314"/>
                  </a:cubicBezTo>
                  <a:cubicBezTo>
                    <a:pt x="6252" y="10971"/>
                    <a:pt x="6252" y="10971"/>
                    <a:pt x="6252" y="10971"/>
                  </a:cubicBezTo>
                  <a:cubicBezTo>
                    <a:pt x="5684" y="10628"/>
                    <a:pt x="5684" y="10628"/>
                    <a:pt x="5684" y="10628"/>
                  </a:cubicBezTo>
                  <a:cubicBezTo>
                    <a:pt x="5684" y="10628"/>
                    <a:pt x="5684" y="10628"/>
                    <a:pt x="5684" y="10628"/>
                  </a:cubicBezTo>
                  <a:close/>
                  <a:moveTo>
                    <a:pt x="7389" y="15428"/>
                  </a:moveTo>
                  <a:cubicBezTo>
                    <a:pt x="7957" y="15428"/>
                    <a:pt x="7957" y="15428"/>
                    <a:pt x="7957" y="15428"/>
                  </a:cubicBezTo>
                  <a:cubicBezTo>
                    <a:pt x="8526" y="15085"/>
                    <a:pt x="8526" y="15085"/>
                    <a:pt x="8526" y="15085"/>
                  </a:cubicBezTo>
                  <a:cubicBezTo>
                    <a:pt x="7957" y="15085"/>
                    <a:pt x="7957" y="15085"/>
                    <a:pt x="7957" y="15085"/>
                  </a:cubicBezTo>
                  <a:cubicBezTo>
                    <a:pt x="7957" y="15085"/>
                    <a:pt x="7957" y="15085"/>
                    <a:pt x="7957" y="15085"/>
                  </a:cubicBezTo>
                  <a:cubicBezTo>
                    <a:pt x="7389" y="15085"/>
                    <a:pt x="7389" y="15085"/>
                    <a:pt x="7389" y="15085"/>
                  </a:cubicBezTo>
                  <a:cubicBezTo>
                    <a:pt x="7389" y="15085"/>
                    <a:pt x="7389" y="15428"/>
                    <a:pt x="7389" y="15428"/>
                  </a:cubicBezTo>
                  <a:close/>
                  <a:moveTo>
                    <a:pt x="6821" y="13714"/>
                  </a:moveTo>
                  <a:cubicBezTo>
                    <a:pt x="6821" y="13371"/>
                    <a:pt x="6821" y="13371"/>
                    <a:pt x="6821" y="13371"/>
                  </a:cubicBezTo>
                  <a:cubicBezTo>
                    <a:pt x="7389" y="13028"/>
                    <a:pt x="7389" y="13028"/>
                    <a:pt x="7389" y="13028"/>
                  </a:cubicBezTo>
                  <a:cubicBezTo>
                    <a:pt x="7389" y="13371"/>
                    <a:pt x="7389" y="13371"/>
                    <a:pt x="7389" y="13371"/>
                  </a:cubicBezTo>
                  <a:cubicBezTo>
                    <a:pt x="7389" y="13371"/>
                    <a:pt x="7389" y="13371"/>
                    <a:pt x="7389" y="13371"/>
                  </a:cubicBezTo>
                  <a:cubicBezTo>
                    <a:pt x="6821" y="13714"/>
                    <a:pt x="6821" y="13714"/>
                    <a:pt x="6821" y="13714"/>
                  </a:cubicBezTo>
                  <a:cubicBezTo>
                    <a:pt x="6821" y="13714"/>
                    <a:pt x="6821" y="13714"/>
                    <a:pt x="6821" y="13714"/>
                  </a:cubicBezTo>
                  <a:close/>
                  <a:moveTo>
                    <a:pt x="5684" y="21599"/>
                  </a:moveTo>
                  <a:cubicBezTo>
                    <a:pt x="6252" y="21599"/>
                    <a:pt x="6252" y="21599"/>
                    <a:pt x="6252" y="21599"/>
                  </a:cubicBezTo>
                  <a:cubicBezTo>
                    <a:pt x="5684" y="21257"/>
                    <a:pt x="5684" y="21257"/>
                    <a:pt x="5684" y="21257"/>
                  </a:cubicBezTo>
                  <a:cubicBezTo>
                    <a:pt x="6252" y="21257"/>
                    <a:pt x="6252" y="21257"/>
                    <a:pt x="6252" y="21257"/>
                  </a:cubicBezTo>
                  <a:cubicBezTo>
                    <a:pt x="6252" y="21257"/>
                    <a:pt x="6252" y="21257"/>
                    <a:pt x="6252" y="21257"/>
                  </a:cubicBezTo>
                  <a:cubicBezTo>
                    <a:pt x="6252" y="21257"/>
                    <a:pt x="6252" y="21257"/>
                    <a:pt x="6252" y="21257"/>
                  </a:cubicBezTo>
                  <a:cubicBezTo>
                    <a:pt x="6821" y="21257"/>
                    <a:pt x="6821" y="21257"/>
                    <a:pt x="6821" y="21257"/>
                  </a:cubicBezTo>
                  <a:cubicBezTo>
                    <a:pt x="6821" y="20914"/>
                    <a:pt x="6821" y="20914"/>
                    <a:pt x="6821" y="20914"/>
                  </a:cubicBezTo>
                  <a:cubicBezTo>
                    <a:pt x="7389" y="20914"/>
                    <a:pt x="7389" y="20914"/>
                    <a:pt x="7389" y="20914"/>
                  </a:cubicBezTo>
                  <a:cubicBezTo>
                    <a:pt x="7957" y="20914"/>
                    <a:pt x="7957" y="20914"/>
                    <a:pt x="7957" y="20914"/>
                  </a:cubicBezTo>
                  <a:cubicBezTo>
                    <a:pt x="7957" y="20914"/>
                    <a:pt x="7957" y="20914"/>
                    <a:pt x="7957" y="20914"/>
                  </a:cubicBezTo>
                  <a:cubicBezTo>
                    <a:pt x="7957" y="20914"/>
                    <a:pt x="7957" y="20914"/>
                    <a:pt x="7957" y="20914"/>
                  </a:cubicBezTo>
                  <a:cubicBezTo>
                    <a:pt x="8526" y="20914"/>
                    <a:pt x="8526" y="20914"/>
                    <a:pt x="8526" y="20914"/>
                  </a:cubicBezTo>
                  <a:cubicBezTo>
                    <a:pt x="8526" y="20914"/>
                    <a:pt x="8526" y="20914"/>
                    <a:pt x="8526" y="20914"/>
                  </a:cubicBezTo>
                  <a:cubicBezTo>
                    <a:pt x="9094" y="21257"/>
                    <a:pt x="9094" y="21257"/>
                    <a:pt x="9094" y="21257"/>
                  </a:cubicBezTo>
                  <a:cubicBezTo>
                    <a:pt x="9663" y="21257"/>
                    <a:pt x="9663" y="21257"/>
                    <a:pt x="9663" y="21257"/>
                  </a:cubicBezTo>
                  <a:cubicBezTo>
                    <a:pt x="9094" y="20914"/>
                    <a:pt x="9094" y="20914"/>
                    <a:pt x="9094" y="20914"/>
                  </a:cubicBezTo>
                  <a:cubicBezTo>
                    <a:pt x="9663" y="20914"/>
                    <a:pt x="9663" y="20914"/>
                    <a:pt x="9663" y="20914"/>
                  </a:cubicBezTo>
                  <a:cubicBezTo>
                    <a:pt x="9663" y="20914"/>
                    <a:pt x="9663" y="20914"/>
                    <a:pt x="9663" y="20914"/>
                  </a:cubicBezTo>
                  <a:cubicBezTo>
                    <a:pt x="9663" y="20571"/>
                    <a:pt x="9663" y="20571"/>
                    <a:pt x="9663" y="20571"/>
                  </a:cubicBezTo>
                  <a:cubicBezTo>
                    <a:pt x="9663" y="20571"/>
                    <a:pt x="9663" y="20571"/>
                    <a:pt x="9663" y="20571"/>
                  </a:cubicBezTo>
                  <a:cubicBezTo>
                    <a:pt x="10231" y="20228"/>
                    <a:pt x="10231" y="20228"/>
                    <a:pt x="10231" y="20228"/>
                  </a:cubicBezTo>
                  <a:cubicBezTo>
                    <a:pt x="10231" y="20228"/>
                    <a:pt x="10231" y="20228"/>
                    <a:pt x="10231" y="20228"/>
                  </a:cubicBezTo>
                  <a:cubicBezTo>
                    <a:pt x="11368" y="20228"/>
                    <a:pt x="11368" y="20228"/>
                    <a:pt x="11368" y="20228"/>
                  </a:cubicBezTo>
                  <a:cubicBezTo>
                    <a:pt x="11368" y="20228"/>
                    <a:pt x="11368" y="20228"/>
                    <a:pt x="11368" y="20228"/>
                  </a:cubicBezTo>
                  <a:cubicBezTo>
                    <a:pt x="11936" y="20571"/>
                    <a:pt x="11936" y="20571"/>
                    <a:pt x="11936" y="20571"/>
                  </a:cubicBezTo>
                  <a:cubicBezTo>
                    <a:pt x="12505" y="20228"/>
                    <a:pt x="12505" y="20228"/>
                    <a:pt x="12505" y="20228"/>
                  </a:cubicBezTo>
                  <a:cubicBezTo>
                    <a:pt x="13073" y="20228"/>
                    <a:pt x="13073" y="20228"/>
                    <a:pt x="13073" y="20228"/>
                  </a:cubicBezTo>
                  <a:cubicBezTo>
                    <a:pt x="13073" y="20571"/>
                    <a:pt x="13073" y="20571"/>
                    <a:pt x="13073" y="20571"/>
                  </a:cubicBezTo>
                  <a:cubicBezTo>
                    <a:pt x="13642" y="20228"/>
                    <a:pt x="13642" y="20228"/>
                    <a:pt x="13642" y="20228"/>
                  </a:cubicBezTo>
                  <a:cubicBezTo>
                    <a:pt x="14210" y="20228"/>
                    <a:pt x="14210" y="20228"/>
                    <a:pt x="14210" y="20228"/>
                  </a:cubicBezTo>
                  <a:cubicBezTo>
                    <a:pt x="14210" y="20228"/>
                    <a:pt x="14210" y="20228"/>
                    <a:pt x="14210" y="20228"/>
                  </a:cubicBezTo>
                  <a:cubicBezTo>
                    <a:pt x="14778" y="19885"/>
                    <a:pt x="14778" y="19885"/>
                    <a:pt x="14778" y="19885"/>
                  </a:cubicBezTo>
                  <a:cubicBezTo>
                    <a:pt x="15347" y="19885"/>
                    <a:pt x="15347" y="19885"/>
                    <a:pt x="15347" y="19885"/>
                  </a:cubicBezTo>
                  <a:cubicBezTo>
                    <a:pt x="15347" y="19885"/>
                    <a:pt x="15347" y="19885"/>
                    <a:pt x="15347" y="19885"/>
                  </a:cubicBezTo>
                  <a:cubicBezTo>
                    <a:pt x="15915" y="19885"/>
                    <a:pt x="15915" y="19885"/>
                    <a:pt x="15915" y="19885"/>
                  </a:cubicBezTo>
                  <a:cubicBezTo>
                    <a:pt x="15915" y="19885"/>
                    <a:pt x="15915" y="19885"/>
                    <a:pt x="15915" y="19885"/>
                  </a:cubicBezTo>
                  <a:cubicBezTo>
                    <a:pt x="15915" y="20228"/>
                    <a:pt x="15915" y="20228"/>
                    <a:pt x="15915" y="20228"/>
                  </a:cubicBezTo>
                  <a:cubicBezTo>
                    <a:pt x="16484" y="19885"/>
                    <a:pt x="16484" y="19885"/>
                    <a:pt x="16484" y="19885"/>
                  </a:cubicBezTo>
                  <a:cubicBezTo>
                    <a:pt x="17052" y="19885"/>
                    <a:pt x="17052" y="19885"/>
                    <a:pt x="17052" y="19885"/>
                  </a:cubicBezTo>
                  <a:cubicBezTo>
                    <a:pt x="17621" y="19885"/>
                    <a:pt x="17621" y="19885"/>
                    <a:pt x="17621" y="19885"/>
                  </a:cubicBezTo>
                  <a:cubicBezTo>
                    <a:pt x="18189" y="19885"/>
                    <a:pt x="18189" y="19885"/>
                    <a:pt x="18189" y="19885"/>
                  </a:cubicBezTo>
                  <a:cubicBezTo>
                    <a:pt x="18757" y="19885"/>
                    <a:pt x="18757" y="19885"/>
                    <a:pt x="18757" y="19885"/>
                  </a:cubicBezTo>
                  <a:cubicBezTo>
                    <a:pt x="18757" y="19885"/>
                    <a:pt x="18757" y="19885"/>
                    <a:pt x="18757" y="19885"/>
                  </a:cubicBezTo>
                  <a:cubicBezTo>
                    <a:pt x="19326" y="19885"/>
                    <a:pt x="19326" y="19885"/>
                    <a:pt x="19326" y="19885"/>
                  </a:cubicBezTo>
                  <a:cubicBezTo>
                    <a:pt x="19894" y="19542"/>
                    <a:pt x="19894" y="19542"/>
                    <a:pt x="19894" y="19542"/>
                  </a:cubicBezTo>
                  <a:cubicBezTo>
                    <a:pt x="19894" y="19542"/>
                    <a:pt x="19894" y="19542"/>
                    <a:pt x="19894" y="19542"/>
                  </a:cubicBezTo>
                  <a:cubicBezTo>
                    <a:pt x="19894" y="19542"/>
                    <a:pt x="19894" y="19542"/>
                    <a:pt x="19894" y="19542"/>
                  </a:cubicBezTo>
                  <a:cubicBezTo>
                    <a:pt x="19894" y="19542"/>
                    <a:pt x="19894" y="19542"/>
                    <a:pt x="19894" y="19542"/>
                  </a:cubicBezTo>
                  <a:cubicBezTo>
                    <a:pt x="20463" y="19199"/>
                    <a:pt x="20463" y="19199"/>
                    <a:pt x="20463" y="19199"/>
                  </a:cubicBezTo>
                  <a:cubicBezTo>
                    <a:pt x="21031" y="19199"/>
                    <a:pt x="21031" y="19199"/>
                    <a:pt x="21031" y="19199"/>
                  </a:cubicBezTo>
                  <a:cubicBezTo>
                    <a:pt x="21031" y="18857"/>
                    <a:pt x="21031" y="18857"/>
                    <a:pt x="21031" y="18857"/>
                  </a:cubicBezTo>
                  <a:cubicBezTo>
                    <a:pt x="21031" y="18857"/>
                    <a:pt x="21031" y="18857"/>
                    <a:pt x="21031" y="18857"/>
                  </a:cubicBezTo>
                  <a:cubicBezTo>
                    <a:pt x="21031" y="18857"/>
                    <a:pt x="21031" y="18857"/>
                    <a:pt x="21031" y="18857"/>
                  </a:cubicBezTo>
                  <a:cubicBezTo>
                    <a:pt x="20463" y="18857"/>
                    <a:pt x="20463" y="18857"/>
                    <a:pt x="20463" y="18857"/>
                  </a:cubicBezTo>
                  <a:cubicBezTo>
                    <a:pt x="19894" y="18857"/>
                    <a:pt x="19894" y="18857"/>
                    <a:pt x="19894" y="18857"/>
                  </a:cubicBezTo>
                  <a:cubicBezTo>
                    <a:pt x="19894" y="18857"/>
                    <a:pt x="19894" y="18857"/>
                    <a:pt x="19894" y="18857"/>
                  </a:cubicBezTo>
                  <a:cubicBezTo>
                    <a:pt x="19326" y="18857"/>
                    <a:pt x="19326" y="18857"/>
                    <a:pt x="19326" y="18857"/>
                  </a:cubicBezTo>
                  <a:cubicBezTo>
                    <a:pt x="19326" y="18857"/>
                    <a:pt x="19326" y="18857"/>
                    <a:pt x="19326" y="18857"/>
                  </a:cubicBezTo>
                  <a:cubicBezTo>
                    <a:pt x="19326" y="18514"/>
                    <a:pt x="19326" y="18514"/>
                    <a:pt x="19326" y="18514"/>
                  </a:cubicBezTo>
                  <a:cubicBezTo>
                    <a:pt x="19326" y="18514"/>
                    <a:pt x="19326" y="18514"/>
                    <a:pt x="19326" y="18514"/>
                  </a:cubicBezTo>
                  <a:cubicBezTo>
                    <a:pt x="19326" y="18514"/>
                    <a:pt x="19326" y="18514"/>
                    <a:pt x="19326" y="18514"/>
                  </a:cubicBezTo>
                  <a:cubicBezTo>
                    <a:pt x="18757" y="18514"/>
                    <a:pt x="18757" y="18514"/>
                    <a:pt x="18757" y="18514"/>
                  </a:cubicBezTo>
                  <a:cubicBezTo>
                    <a:pt x="18757" y="18514"/>
                    <a:pt x="18757" y="18514"/>
                    <a:pt x="18757" y="18514"/>
                  </a:cubicBezTo>
                  <a:cubicBezTo>
                    <a:pt x="19326" y="18514"/>
                    <a:pt x="19326" y="18514"/>
                    <a:pt x="19326" y="18514"/>
                  </a:cubicBezTo>
                  <a:cubicBezTo>
                    <a:pt x="19326" y="18514"/>
                    <a:pt x="19326" y="18514"/>
                    <a:pt x="19326" y="18514"/>
                  </a:cubicBezTo>
                  <a:cubicBezTo>
                    <a:pt x="19894" y="18514"/>
                    <a:pt x="19894" y="18514"/>
                    <a:pt x="19894" y="18514"/>
                  </a:cubicBezTo>
                  <a:cubicBezTo>
                    <a:pt x="19894" y="18171"/>
                    <a:pt x="19894" y="18171"/>
                    <a:pt x="19894" y="18171"/>
                  </a:cubicBezTo>
                  <a:cubicBezTo>
                    <a:pt x="19326" y="18171"/>
                    <a:pt x="19326" y="18171"/>
                    <a:pt x="19326" y="18171"/>
                  </a:cubicBezTo>
                  <a:cubicBezTo>
                    <a:pt x="19894" y="18171"/>
                    <a:pt x="19894" y="18171"/>
                    <a:pt x="19894" y="18171"/>
                  </a:cubicBezTo>
                  <a:cubicBezTo>
                    <a:pt x="19894" y="17828"/>
                    <a:pt x="19894" y="17828"/>
                    <a:pt x="19894" y="17828"/>
                  </a:cubicBezTo>
                  <a:cubicBezTo>
                    <a:pt x="19894" y="18171"/>
                    <a:pt x="19894" y="18171"/>
                    <a:pt x="19894" y="18171"/>
                  </a:cubicBezTo>
                  <a:cubicBezTo>
                    <a:pt x="20463" y="17828"/>
                    <a:pt x="20463" y="17828"/>
                    <a:pt x="20463" y="17828"/>
                  </a:cubicBezTo>
                  <a:cubicBezTo>
                    <a:pt x="20463" y="17828"/>
                    <a:pt x="20463" y="17828"/>
                    <a:pt x="20463" y="17828"/>
                  </a:cubicBezTo>
                  <a:cubicBezTo>
                    <a:pt x="20463" y="17828"/>
                    <a:pt x="20463" y="17828"/>
                    <a:pt x="20463" y="17828"/>
                  </a:cubicBezTo>
                  <a:cubicBezTo>
                    <a:pt x="20463" y="17485"/>
                    <a:pt x="20463" y="17485"/>
                    <a:pt x="20463" y="17485"/>
                  </a:cubicBezTo>
                  <a:cubicBezTo>
                    <a:pt x="19894" y="17485"/>
                    <a:pt x="19894" y="17485"/>
                    <a:pt x="19894" y="17485"/>
                  </a:cubicBezTo>
                  <a:cubicBezTo>
                    <a:pt x="20463" y="17485"/>
                    <a:pt x="20463" y="17485"/>
                    <a:pt x="20463" y="17485"/>
                  </a:cubicBezTo>
                  <a:cubicBezTo>
                    <a:pt x="20463" y="17485"/>
                    <a:pt x="20463" y="17485"/>
                    <a:pt x="20463" y="17485"/>
                  </a:cubicBezTo>
                  <a:cubicBezTo>
                    <a:pt x="20463" y="17485"/>
                    <a:pt x="20463" y="17485"/>
                    <a:pt x="20463" y="17485"/>
                  </a:cubicBezTo>
                  <a:cubicBezTo>
                    <a:pt x="21031" y="17485"/>
                    <a:pt x="21031" y="17485"/>
                    <a:pt x="21031" y="17485"/>
                  </a:cubicBezTo>
                  <a:cubicBezTo>
                    <a:pt x="21031" y="17485"/>
                    <a:pt x="21031" y="17485"/>
                    <a:pt x="21031" y="17485"/>
                  </a:cubicBezTo>
                  <a:cubicBezTo>
                    <a:pt x="21031" y="16799"/>
                    <a:pt x="21031" y="16799"/>
                    <a:pt x="21031" y="16799"/>
                  </a:cubicBezTo>
                  <a:cubicBezTo>
                    <a:pt x="21599" y="16457"/>
                    <a:pt x="21599" y="16457"/>
                    <a:pt x="21599" y="16457"/>
                  </a:cubicBezTo>
                  <a:cubicBezTo>
                    <a:pt x="21031" y="16457"/>
                    <a:pt x="21031" y="16457"/>
                    <a:pt x="21031" y="16457"/>
                  </a:cubicBezTo>
                  <a:cubicBezTo>
                    <a:pt x="21031" y="16114"/>
                    <a:pt x="21031" y="16114"/>
                    <a:pt x="21031" y="16114"/>
                  </a:cubicBezTo>
                  <a:cubicBezTo>
                    <a:pt x="20463" y="15771"/>
                    <a:pt x="20463" y="15771"/>
                    <a:pt x="20463" y="15771"/>
                  </a:cubicBezTo>
                  <a:cubicBezTo>
                    <a:pt x="19326" y="15771"/>
                    <a:pt x="19326" y="15771"/>
                    <a:pt x="19326" y="15771"/>
                  </a:cubicBezTo>
                  <a:cubicBezTo>
                    <a:pt x="18189" y="15771"/>
                    <a:pt x="18189" y="15771"/>
                    <a:pt x="18189" y="15771"/>
                  </a:cubicBezTo>
                  <a:cubicBezTo>
                    <a:pt x="18189" y="16114"/>
                    <a:pt x="18189" y="16114"/>
                    <a:pt x="18189" y="16114"/>
                  </a:cubicBezTo>
                  <a:cubicBezTo>
                    <a:pt x="18189" y="16114"/>
                    <a:pt x="18189" y="16114"/>
                    <a:pt x="18189" y="16114"/>
                  </a:cubicBezTo>
                  <a:cubicBezTo>
                    <a:pt x="17621" y="16114"/>
                    <a:pt x="17621" y="16114"/>
                    <a:pt x="17621" y="16114"/>
                  </a:cubicBezTo>
                  <a:cubicBezTo>
                    <a:pt x="17621" y="15771"/>
                    <a:pt x="17621" y="15771"/>
                    <a:pt x="17621" y="15771"/>
                  </a:cubicBezTo>
                  <a:cubicBezTo>
                    <a:pt x="18189" y="15428"/>
                    <a:pt x="18189" y="15428"/>
                    <a:pt x="18189" y="15428"/>
                  </a:cubicBezTo>
                  <a:cubicBezTo>
                    <a:pt x="18189" y="15085"/>
                    <a:pt x="18189" y="15085"/>
                    <a:pt x="18189" y="15085"/>
                  </a:cubicBezTo>
                  <a:cubicBezTo>
                    <a:pt x="17621" y="14742"/>
                    <a:pt x="17621" y="14742"/>
                    <a:pt x="17621" y="14742"/>
                  </a:cubicBezTo>
                  <a:cubicBezTo>
                    <a:pt x="17052" y="14742"/>
                    <a:pt x="17052" y="14742"/>
                    <a:pt x="17052" y="14742"/>
                  </a:cubicBezTo>
                  <a:cubicBezTo>
                    <a:pt x="17052" y="14399"/>
                    <a:pt x="17052" y="14399"/>
                    <a:pt x="17052" y="14399"/>
                  </a:cubicBezTo>
                  <a:cubicBezTo>
                    <a:pt x="16484" y="14399"/>
                    <a:pt x="16484" y="14399"/>
                    <a:pt x="16484" y="14399"/>
                  </a:cubicBezTo>
                  <a:cubicBezTo>
                    <a:pt x="16484" y="14399"/>
                    <a:pt x="16484" y="14399"/>
                    <a:pt x="16484" y="14399"/>
                  </a:cubicBezTo>
                  <a:cubicBezTo>
                    <a:pt x="15915" y="14399"/>
                    <a:pt x="15915" y="14399"/>
                    <a:pt x="15915" y="14399"/>
                  </a:cubicBezTo>
                  <a:cubicBezTo>
                    <a:pt x="15915" y="14399"/>
                    <a:pt x="15915" y="14399"/>
                    <a:pt x="15915" y="14399"/>
                  </a:cubicBezTo>
                  <a:cubicBezTo>
                    <a:pt x="15915" y="14399"/>
                    <a:pt x="15915" y="14399"/>
                    <a:pt x="15915" y="14399"/>
                  </a:cubicBezTo>
                  <a:cubicBezTo>
                    <a:pt x="15915" y="14399"/>
                    <a:pt x="15915" y="14399"/>
                    <a:pt x="15915" y="14399"/>
                  </a:cubicBezTo>
                  <a:cubicBezTo>
                    <a:pt x="16484" y="14399"/>
                    <a:pt x="16484" y="14399"/>
                    <a:pt x="16484" y="14399"/>
                  </a:cubicBezTo>
                  <a:cubicBezTo>
                    <a:pt x="16484" y="14399"/>
                    <a:pt x="16484" y="14399"/>
                    <a:pt x="16484" y="14399"/>
                  </a:cubicBezTo>
                  <a:cubicBezTo>
                    <a:pt x="17052" y="14399"/>
                    <a:pt x="17052" y="14399"/>
                    <a:pt x="17052" y="14399"/>
                  </a:cubicBezTo>
                  <a:cubicBezTo>
                    <a:pt x="17052" y="14399"/>
                    <a:pt x="17052" y="14399"/>
                    <a:pt x="17052" y="14399"/>
                  </a:cubicBezTo>
                  <a:cubicBezTo>
                    <a:pt x="17052" y="14399"/>
                    <a:pt x="17052" y="14399"/>
                    <a:pt x="17052" y="14399"/>
                  </a:cubicBezTo>
                  <a:cubicBezTo>
                    <a:pt x="17621" y="14399"/>
                    <a:pt x="17621" y="14399"/>
                    <a:pt x="17621" y="14399"/>
                  </a:cubicBezTo>
                  <a:cubicBezTo>
                    <a:pt x="17052" y="14057"/>
                    <a:pt x="17052" y="14057"/>
                    <a:pt x="17052" y="14057"/>
                  </a:cubicBezTo>
                  <a:cubicBezTo>
                    <a:pt x="16484" y="13714"/>
                    <a:pt x="16484" y="13714"/>
                    <a:pt x="16484" y="13714"/>
                  </a:cubicBezTo>
                  <a:cubicBezTo>
                    <a:pt x="16484" y="13714"/>
                    <a:pt x="16484" y="13714"/>
                    <a:pt x="16484" y="13714"/>
                  </a:cubicBezTo>
                  <a:cubicBezTo>
                    <a:pt x="17052" y="13714"/>
                    <a:pt x="17052" y="13714"/>
                    <a:pt x="17052" y="13714"/>
                  </a:cubicBezTo>
                  <a:cubicBezTo>
                    <a:pt x="16484" y="13371"/>
                    <a:pt x="16484" y="13371"/>
                    <a:pt x="16484" y="13371"/>
                  </a:cubicBezTo>
                  <a:cubicBezTo>
                    <a:pt x="16484" y="13371"/>
                    <a:pt x="16484" y="13371"/>
                    <a:pt x="16484" y="13371"/>
                  </a:cubicBezTo>
                  <a:cubicBezTo>
                    <a:pt x="16484" y="13371"/>
                    <a:pt x="16484" y="13371"/>
                    <a:pt x="16484" y="13371"/>
                  </a:cubicBezTo>
                  <a:cubicBezTo>
                    <a:pt x="15915" y="13028"/>
                    <a:pt x="15915" y="13028"/>
                    <a:pt x="15915" y="13028"/>
                  </a:cubicBezTo>
                  <a:cubicBezTo>
                    <a:pt x="15347" y="12685"/>
                    <a:pt x="15347" y="12685"/>
                    <a:pt x="15347" y="12685"/>
                  </a:cubicBezTo>
                  <a:cubicBezTo>
                    <a:pt x="14210" y="12685"/>
                    <a:pt x="14210" y="12685"/>
                    <a:pt x="14210" y="12685"/>
                  </a:cubicBezTo>
                  <a:cubicBezTo>
                    <a:pt x="14210" y="12342"/>
                    <a:pt x="14210" y="12342"/>
                    <a:pt x="14210" y="12342"/>
                  </a:cubicBezTo>
                  <a:cubicBezTo>
                    <a:pt x="14210" y="12342"/>
                    <a:pt x="14210" y="12342"/>
                    <a:pt x="14210" y="12342"/>
                  </a:cubicBezTo>
                  <a:cubicBezTo>
                    <a:pt x="14210" y="11999"/>
                    <a:pt x="14210" y="11999"/>
                    <a:pt x="14210" y="11999"/>
                  </a:cubicBezTo>
                  <a:cubicBezTo>
                    <a:pt x="13642" y="11657"/>
                    <a:pt x="13642" y="11657"/>
                    <a:pt x="13642" y="11657"/>
                  </a:cubicBezTo>
                  <a:cubicBezTo>
                    <a:pt x="13642" y="10971"/>
                    <a:pt x="13642" y="10971"/>
                    <a:pt x="13642" y="10971"/>
                  </a:cubicBezTo>
                  <a:cubicBezTo>
                    <a:pt x="13073" y="10971"/>
                    <a:pt x="13073" y="10971"/>
                    <a:pt x="13073" y="10971"/>
                  </a:cubicBezTo>
                  <a:cubicBezTo>
                    <a:pt x="13073" y="10971"/>
                    <a:pt x="13073" y="10971"/>
                    <a:pt x="13073" y="10971"/>
                  </a:cubicBezTo>
                  <a:cubicBezTo>
                    <a:pt x="12505" y="10285"/>
                    <a:pt x="12505" y="10285"/>
                    <a:pt x="12505" y="10285"/>
                  </a:cubicBezTo>
                  <a:cubicBezTo>
                    <a:pt x="11936" y="10285"/>
                    <a:pt x="11936" y="10285"/>
                    <a:pt x="11936" y="10285"/>
                  </a:cubicBezTo>
                  <a:cubicBezTo>
                    <a:pt x="11368" y="9942"/>
                    <a:pt x="11368" y="9942"/>
                    <a:pt x="11368" y="9942"/>
                  </a:cubicBezTo>
                  <a:cubicBezTo>
                    <a:pt x="10800" y="9942"/>
                    <a:pt x="10800" y="9942"/>
                    <a:pt x="10800" y="9942"/>
                  </a:cubicBezTo>
                  <a:cubicBezTo>
                    <a:pt x="10800" y="9942"/>
                    <a:pt x="10800" y="9942"/>
                    <a:pt x="10800" y="9942"/>
                  </a:cubicBezTo>
                  <a:cubicBezTo>
                    <a:pt x="10231" y="10285"/>
                    <a:pt x="10231" y="10285"/>
                    <a:pt x="10231" y="10285"/>
                  </a:cubicBezTo>
                  <a:cubicBezTo>
                    <a:pt x="9663" y="9942"/>
                    <a:pt x="9663" y="9942"/>
                    <a:pt x="9663" y="9942"/>
                  </a:cubicBezTo>
                  <a:cubicBezTo>
                    <a:pt x="9663" y="9942"/>
                    <a:pt x="9663" y="9942"/>
                    <a:pt x="9663" y="9942"/>
                  </a:cubicBezTo>
                  <a:cubicBezTo>
                    <a:pt x="9094" y="9942"/>
                    <a:pt x="9094" y="9942"/>
                    <a:pt x="9094" y="9942"/>
                  </a:cubicBezTo>
                  <a:cubicBezTo>
                    <a:pt x="9094" y="9942"/>
                    <a:pt x="9094" y="9942"/>
                    <a:pt x="9094" y="9942"/>
                  </a:cubicBezTo>
                  <a:cubicBezTo>
                    <a:pt x="9094" y="9942"/>
                    <a:pt x="9094" y="9942"/>
                    <a:pt x="9094" y="9942"/>
                  </a:cubicBezTo>
                  <a:cubicBezTo>
                    <a:pt x="9663" y="9942"/>
                    <a:pt x="9663" y="9942"/>
                    <a:pt x="9663" y="9942"/>
                  </a:cubicBezTo>
                  <a:cubicBezTo>
                    <a:pt x="10231" y="9942"/>
                    <a:pt x="10231" y="9942"/>
                    <a:pt x="10231" y="9942"/>
                  </a:cubicBezTo>
                  <a:cubicBezTo>
                    <a:pt x="10231" y="9600"/>
                    <a:pt x="10231" y="9600"/>
                    <a:pt x="10231" y="9600"/>
                  </a:cubicBezTo>
                  <a:cubicBezTo>
                    <a:pt x="10800" y="9600"/>
                    <a:pt x="10800" y="9600"/>
                    <a:pt x="10800" y="9600"/>
                  </a:cubicBezTo>
                  <a:cubicBezTo>
                    <a:pt x="11368" y="9600"/>
                    <a:pt x="11368" y="9600"/>
                    <a:pt x="11368" y="9600"/>
                  </a:cubicBezTo>
                  <a:cubicBezTo>
                    <a:pt x="10800" y="9257"/>
                    <a:pt x="10800" y="9257"/>
                    <a:pt x="10800" y="9257"/>
                  </a:cubicBezTo>
                  <a:cubicBezTo>
                    <a:pt x="10800" y="9257"/>
                    <a:pt x="10800" y="9257"/>
                    <a:pt x="10800" y="9257"/>
                  </a:cubicBezTo>
                  <a:cubicBezTo>
                    <a:pt x="10800" y="9257"/>
                    <a:pt x="10800" y="9257"/>
                    <a:pt x="10800" y="9257"/>
                  </a:cubicBezTo>
                  <a:cubicBezTo>
                    <a:pt x="10231" y="9257"/>
                    <a:pt x="10231" y="9257"/>
                    <a:pt x="10231" y="9257"/>
                  </a:cubicBezTo>
                  <a:cubicBezTo>
                    <a:pt x="9663" y="9257"/>
                    <a:pt x="9663" y="9257"/>
                    <a:pt x="9663" y="9257"/>
                  </a:cubicBezTo>
                  <a:cubicBezTo>
                    <a:pt x="10231" y="9257"/>
                    <a:pt x="10231" y="9257"/>
                    <a:pt x="10231" y="9257"/>
                  </a:cubicBezTo>
                  <a:cubicBezTo>
                    <a:pt x="10800" y="9257"/>
                    <a:pt x="10800" y="9257"/>
                    <a:pt x="10800" y="9257"/>
                  </a:cubicBezTo>
                  <a:cubicBezTo>
                    <a:pt x="11368" y="8914"/>
                    <a:pt x="11368" y="8914"/>
                    <a:pt x="11368" y="8914"/>
                  </a:cubicBezTo>
                  <a:cubicBezTo>
                    <a:pt x="11368" y="8914"/>
                    <a:pt x="11368" y="8914"/>
                    <a:pt x="11368" y="8914"/>
                  </a:cubicBezTo>
                  <a:cubicBezTo>
                    <a:pt x="11368" y="8571"/>
                    <a:pt x="11368" y="8571"/>
                    <a:pt x="11368" y="8571"/>
                  </a:cubicBezTo>
                  <a:cubicBezTo>
                    <a:pt x="11936" y="8228"/>
                    <a:pt x="11936" y="8228"/>
                    <a:pt x="11936" y="8228"/>
                  </a:cubicBezTo>
                  <a:cubicBezTo>
                    <a:pt x="11936" y="8228"/>
                    <a:pt x="11936" y="8228"/>
                    <a:pt x="11936" y="8228"/>
                  </a:cubicBezTo>
                  <a:cubicBezTo>
                    <a:pt x="11936" y="8228"/>
                    <a:pt x="11936" y="8228"/>
                    <a:pt x="11936" y="8228"/>
                  </a:cubicBezTo>
                  <a:cubicBezTo>
                    <a:pt x="12505" y="7885"/>
                    <a:pt x="12505" y="7885"/>
                    <a:pt x="12505" y="7885"/>
                  </a:cubicBezTo>
                  <a:cubicBezTo>
                    <a:pt x="11936" y="7885"/>
                    <a:pt x="11936" y="7885"/>
                    <a:pt x="11936" y="7885"/>
                  </a:cubicBezTo>
                  <a:cubicBezTo>
                    <a:pt x="12505" y="7542"/>
                    <a:pt x="12505" y="7542"/>
                    <a:pt x="12505" y="7542"/>
                  </a:cubicBezTo>
                  <a:cubicBezTo>
                    <a:pt x="13073" y="7200"/>
                    <a:pt x="13073" y="7200"/>
                    <a:pt x="13073" y="7200"/>
                  </a:cubicBezTo>
                  <a:cubicBezTo>
                    <a:pt x="13073" y="7200"/>
                    <a:pt x="13073" y="7200"/>
                    <a:pt x="13073" y="7200"/>
                  </a:cubicBezTo>
                  <a:cubicBezTo>
                    <a:pt x="12505" y="6857"/>
                    <a:pt x="12505" y="6857"/>
                    <a:pt x="12505" y="6857"/>
                  </a:cubicBezTo>
                  <a:cubicBezTo>
                    <a:pt x="11936" y="6857"/>
                    <a:pt x="11936" y="6857"/>
                    <a:pt x="11936" y="6857"/>
                  </a:cubicBezTo>
                  <a:cubicBezTo>
                    <a:pt x="11368" y="6857"/>
                    <a:pt x="11368" y="6857"/>
                    <a:pt x="11368" y="6857"/>
                  </a:cubicBezTo>
                  <a:cubicBezTo>
                    <a:pt x="10231" y="6857"/>
                    <a:pt x="10231" y="6857"/>
                    <a:pt x="10231" y="6857"/>
                  </a:cubicBezTo>
                  <a:cubicBezTo>
                    <a:pt x="10231" y="6857"/>
                    <a:pt x="10231" y="6857"/>
                    <a:pt x="10231" y="6857"/>
                  </a:cubicBezTo>
                  <a:cubicBezTo>
                    <a:pt x="10231" y="6857"/>
                    <a:pt x="10231" y="6857"/>
                    <a:pt x="10231" y="6857"/>
                  </a:cubicBezTo>
                  <a:cubicBezTo>
                    <a:pt x="9663" y="6857"/>
                    <a:pt x="9663" y="6857"/>
                    <a:pt x="9663" y="6857"/>
                  </a:cubicBezTo>
                  <a:cubicBezTo>
                    <a:pt x="9094" y="6857"/>
                    <a:pt x="9094" y="6857"/>
                    <a:pt x="9094" y="6857"/>
                  </a:cubicBezTo>
                  <a:cubicBezTo>
                    <a:pt x="9094" y="6857"/>
                    <a:pt x="9094" y="6857"/>
                    <a:pt x="9094" y="6857"/>
                  </a:cubicBezTo>
                  <a:cubicBezTo>
                    <a:pt x="9094" y="6857"/>
                    <a:pt x="9094" y="6857"/>
                    <a:pt x="9094" y="6857"/>
                  </a:cubicBezTo>
                  <a:cubicBezTo>
                    <a:pt x="8526" y="7200"/>
                    <a:pt x="8526" y="7200"/>
                    <a:pt x="8526" y="7200"/>
                  </a:cubicBezTo>
                  <a:cubicBezTo>
                    <a:pt x="8526" y="7200"/>
                    <a:pt x="8526" y="7200"/>
                    <a:pt x="8526" y="7200"/>
                  </a:cubicBezTo>
                  <a:cubicBezTo>
                    <a:pt x="7957" y="7200"/>
                    <a:pt x="7957" y="7200"/>
                    <a:pt x="7957" y="7200"/>
                  </a:cubicBezTo>
                  <a:cubicBezTo>
                    <a:pt x="7957" y="7200"/>
                    <a:pt x="7957" y="7200"/>
                    <a:pt x="7957" y="7200"/>
                  </a:cubicBezTo>
                  <a:cubicBezTo>
                    <a:pt x="8526" y="6857"/>
                    <a:pt x="8526" y="6857"/>
                    <a:pt x="8526" y="6857"/>
                  </a:cubicBezTo>
                  <a:cubicBezTo>
                    <a:pt x="8526" y="6514"/>
                    <a:pt x="8526" y="6514"/>
                    <a:pt x="8526" y="6514"/>
                  </a:cubicBezTo>
                  <a:cubicBezTo>
                    <a:pt x="8526" y="6514"/>
                    <a:pt x="8526" y="6514"/>
                    <a:pt x="8526" y="6514"/>
                  </a:cubicBezTo>
                  <a:cubicBezTo>
                    <a:pt x="7957" y="6514"/>
                    <a:pt x="7957" y="6514"/>
                    <a:pt x="7957" y="6514"/>
                  </a:cubicBezTo>
                  <a:cubicBezTo>
                    <a:pt x="8526" y="6514"/>
                    <a:pt x="8526" y="6514"/>
                    <a:pt x="8526" y="6514"/>
                  </a:cubicBezTo>
                  <a:cubicBezTo>
                    <a:pt x="8526" y="6171"/>
                    <a:pt x="8526" y="6171"/>
                    <a:pt x="8526" y="6171"/>
                  </a:cubicBezTo>
                  <a:cubicBezTo>
                    <a:pt x="9663" y="5828"/>
                    <a:pt x="9663" y="5828"/>
                    <a:pt x="9663" y="5828"/>
                  </a:cubicBezTo>
                  <a:cubicBezTo>
                    <a:pt x="9663" y="5485"/>
                    <a:pt x="9663" y="5485"/>
                    <a:pt x="9663" y="5485"/>
                  </a:cubicBezTo>
                  <a:cubicBezTo>
                    <a:pt x="10231" y="5485"/>
                    <a:pt x="10231" y="5485"/>
                    <a:pt x="10231" y="5485"/>
                  </a:cubicBezTo>
                  <a:cubicBezTo>
                    <a:pt x="10231" y="5485"/>
                    <a:pt x="10231" y="5485"/>
                    <a:pt x="10231" y="5485"/>
                  </a:cubicBezTo>
                  <a:cubicBezTo>
                    <a:pt x="10231" y="5142"/>
                    <a:pt x="10231" y="5142"/>
                    <a:pt x="10231" y="5142"/>
                  </a:cubicBezTo>
                  <a:cubicBezTo>
                    <a:pt x="10231" y="5142"/>
                    <a:pt x="10231" y="5142"/>
                    <a:pt x="10231" y="5142"/>
                  </a:cubicBezTo>
                  <a:cubicBezTo>
                    <a:pt x="10231" y="4800"/>
                    <a:pt x="10231" y="4800"/>
                    <a:pt x="10231" y="4800"/>
                  </a:cubicBezTo>
                  <a:cubicBezTo>
                    <a:pt x="9663" y="4800"/>
                    <a:pt x="9663" y="4800"/>
                    <a:pt x="9663" y="4800"/>
                  </a:cubicBezTo>
                  <a:cubicBezTo>
                    <a:pt x="9663" y="5142"/>
                    <a:pt x="9663" y="5142"/>
                    <a:pt x="9663" y="5142"/>
                  </a:cubicBezTo>
                  <a:cubicBezTo>
                    <a:pt x="9094" y="5142"/>
                    <a:pt x="9094" y="5142"/>
                    <a:pt x="9094" y="5142"/>
                  </a:cubicBezTo>
                  <a:cubicBezTo>
                    <a:pt x="8526" y="5142"/>
                    <a:pt x="8526" y="5142"/>
                    <a:pt x="8526" y="5142"/>
                  </a:cubicBezTo>
                  <a:cubicBezTo>
                    <a:pt x="7957" y="5142"/>
                    <a:pt x="7957" y="5142"/>
                    <a:pt x="7957" y="5142"/>
                  </a:cubicBezTo>
                  <a:cubicBezTo>
                    <a:pt x="7957" y="5142"/>
                    <a:pt x="7957" y="5142"/>
                    <a:pt x="7957" y="5142"/>
                  </a:cubicBezTo>
                  <a:cubicBezTo>
                    <a:pt x="7389" y="5142"/>
                    <a:pt x="7389" y="5142"/>
                    <a:pt x="7389" y="5142"/>
                  </a:cubicBezTo>
                  <a:cubicBezTo>
                    <a:pt x="7389" y="5142"/>
                    <a:pt x="7389" y="5142"/>
                    <a:pt x="7389" y="5142"/>
                  </a:cubicBezTo>
                  <a:cubicBezTo>
                    <a:pt x="7389" y="5142"/>
                    <a:pt x="7389" y="5142"/>
                    <a:pt x="7389" y="5142"/>
                  </a:cubicBezTo>
                  <a:cubicBezTo>
                    <a:pt x="7389" y="5142"/>
                    <a:pt x="7389" y="5142"/>
                    <a:pt x="7389" y="5142"/>
                  </a:cubicBezTo>
                  <a:cubicBezTo>
                    <a:pt x="6821" y="5485"/>
                    <a:pt x="6821" y="5485"/>
                    <a:pt x="6821" y="5485"/>
                  </a:cubicBezTo>
                  <a:cubicBezTo>
                    <a:pt x="6821" y="5142"/>
                    <a:pt x="6821" y="5142"/>
                    <a:pt x="6821" y="5142"/>
                  </a:cubicBezTo>
                  <a:cubicBezTo>
                    <a:pt x="6252" y="5142"/>
                    <a:pt x="6252" y="5142"/>
                    <a:pt x="6252" y="5142"/>
                  </a:cubicBezTo>
                  <a:cubicBezTo>
                    <a:pt x="6252" y="5142"/>
                    <a:pt x="6252" y="5142"/>
                    <a:pt x="6252" y="5142"/>
                  </a:cubicBezTo>
                  <a:cubicBezTo>
                    <a:pt x="6252" y="5142"/>
                    <a:pt x="6252" y="5142"/>
                    <a:pt x="6252" y="5142"/>
                  </a:cubicBezTo>
                  <a:cubicBezTo>
                    <a:pt x="6252" y="5485"/>
                    <a:pt x="6252" y="5485"/>
                    <a:pt x="6252" y="5485"/>
                  </a:cubicBezTo>
                  <a:cubicBezTo>
                    <a:pt x="6252" y="5485"/>
                    <a:pt x="6252" y="5485"/>
                    <a:pt x="6252" y="5485"/>
                  </a:cubicBezTo>
                  <a:cubicBezTo>
                    <a:pt x="6252" y="5828"/>
                    <a:pt x="6252" y="5828"/>
                    <a:pt x="6252" y="5828"/>
                  </a:cubicBezTo>
                  <a:cubicBezTo>
                    <a:pt x="5684" y="5828"/>
                    <a:pt x="5684" y="5828"/>
                    <a:pt x="5684" y="5828"/>
                  </a:cubicBezTo>
                  <a:cubicBezTo>
                    <a:pt x="5684" y="5828"/>
                    <a:pt x="5684" y="5828"/>
                    <a:pt x="5684" y="5828"/>
                  </a:cubicBezTo>
                  <a:cubicBezTo>
                    <a:pt x="5684" y="6171"/>
                    <a:pt x="5684" y="6171"/>
                    <a:pt x="5684" y="6171"/>
                  </a:cubicBezTo>
                  <a:cubicBezTo>
                    <a:pt x="5684" y="6171"/>
                    <a:pt x="5684" y="6171"/>
                    <a:pt x="5684" y="6171"/>
                  </a:cubicBezTo>
                  <a:cubicBezTo>
                    <a:pt x="6252" y="6514"/>
                    <a:pt x="6252" y="6514"/>
                    <a:pt x="6252" y="6514"/>
                  </a:cubicBezTo>
                  <a:cubicBezTo>
                    <a:pt x="6252" y="6514"/>
                    <a:pt x="6252" y="6514"/>
                    <a:pt x="6252" y="6514"/>
                  </a:cubicBezTo>
                  <a:cubicBezTo>
                    <a:pt x="5684" y="6514"/>
                    <a:pt x="5684" y="6514"/>
                    <a:pt x="5684" y="6514"/>
                  </a:cubicBezTo>
                  <a:cubicBezTo>
                    <a:pt x="5684" y="6514"/>
                    <a:pt x="5684" y="6514"/>
                    <a:pt x="5684" y="6514"/>
                  </a:cubicBezTo>
                  <a:cubicBezTo>
                    <a:pt x="5115" y="6171"/>
                    <a:pt x="5115" y="6171"/>
                    <a:pt x="5115" y="6171"/>
                  </a:cubicBezTo>
                  <a:cubicBezTo>
                    <a:pt x="5115" y="6514"/>
                    <a:pt x="5115" y="6514"/>
                    <a:pt x="5115" y="6514"/>
                  </a:cubicBezTo>
                  <a:cubicBezTo>
                    <a:pt x="5115" y="6514"/>
                    <a:pt x="5115" y="6514"/>
                    <a:pt x="5115" y="6514"/>
                  </a:cubicBezTo>
                  <a:cubicBezTo>
                    <a:pt x="5115" y="6514"/>
                    <a:pt x="5115" y="6514"/>
                    <a:pt x="5115" y="6514"/>
                  </a:cubicBezTo>
                  <a:cubicBezTo>
                    <a:pt x="5115" y="6514"/>
                    <a:pt x="5115" y="6514"/>
                    <a:pt x="5115" y="6514"/>
                  </a:cubicBezTo>
                  <a:cubicBezTo>
                    <a:pt x="4547" y="6514"/>
                    <a:pt x="4547" y="6514"/>
                    <a:pt x="4547" y="6514"/>
                  </a:cubicBezTo>
                  <a:cubicBezTo>
                    <a:pt x="5115" y="6857"/>
                    <a:pt x="5115" y="6857"/>
                    <a:pt x="5115" y="6857"/>
                  </a:cubicBezTo>
                  <a:cubicBezTo>
                    <a:pt x="4547" y="6857"/>
                    <a:pt x="4547" y="6857"/>
                    <a:pt x="4547" y="6857"/>
                  </a:cubicBezTo>
                  <a:cubicBezTo>
                    <a:pt x="5115" y="7200"/>
                    <a:pt x="5115" y="7200"/>
                    <a:pt x="5115" y="7200"/>
                  </a:cubicBezTo>
                  <a:cubicBezTo>
                    <a:pt x="5115" y="7200"/>
                    <a:pt x="5115" y="7200"/>
                    <a:pt x="5115" y="7200"/>
                  </a:cubicBezTo>
                  <a:cubicBezTo>
                    <a:pt x="5115" y="7200"/>
                    <a:pt x="5115" y="7200"/>
                    <a:pt x="5115" y="7200"/>
                  </a:cubicBezTo>
                  <a:cubicBezTo>
                    <a:pt x="4547" y="7200"/>
                    <a:pt x="4547" y="7200"/>
                    <a:pt x="4547" y="7200"/>
                  </a:cubicBezTo>
                  <a:cubicBezTo>
                    <a:pt x="4547" y="7200"/>
                    <a:pt x="4547" y="7200"/>
                    <a:pt x="4547" y="7200"/>
                  </a:cubicBezTo>
                  <a:cubicBezTo>
                    <a:pt x="4547" y="7542"/>
                    <a:pt x="4547" y="7542"/>
                    <a:pt x="4547" y="7542"/>
                  </a:cubicBezTo>
                  <a:cubicBezTo>
                    <a:pt x="5115" y="7542"/>
                    <a:pt x="5115" y="7542"/>
                    <a:pt x="5115" y="7542"/>
                  </a:cubicBezTo>
                  <a:cubicBezTo>
                    <a:pt x="5115" y="7542"/>
                    <a:pt x="5115" y="7542"/>
                    <a:pt x="5115" y="7542"/>
                  </a:cubicBezTo>
                  <a:cubicBezTo>
                    <a:pt x="5115" y="7542"/>
                    <a:pt x="5115" y="7542"/>
                    <a:pt x="5115" y="7542"/>
                  </a:cubicBezTo>
                  <a:cubicBezTo>
                    <a:pt x="5115" y="7542"/>
                    <a:pt x="5115" y="7542"/>
                    <a:pt x="5115" y="7542"/>
                  </a:cubicBezTo>
                  <a:cubicBezTo>
                    <a:pt x="5684" y="7542"/>
                    <a:pt x="5684" y="7542"/>
                    <a:pt x="5684" y="7542"/>
                  </a:cubicBezTo>
                  <a:cubicBezTo>
                    <a:pt x="5115" y="7542"/>
                    <a:pt x="5115" y="7542"/>
                    <a:pt x="5115" y="7542"/>
                  </a:cubicBezTo>
                  <a:cubicBezTo>
                    <a:pt x="5684" y="7542"/>
                    <a:pt x="5684" y="7542"/>
                    <a:pt x="5684" y="7542"/>
                  </a:cubicBezTo>
                  <a:cubicBezTo>
                    <a:pt x="5115" y="7542"/>
                    <a:pt x="5115" y="7542"/>
                    <a:pt x="5115" y="7542"/>
                  </a:cubicBezTo>
                  <a:cubicBezTo>
                    <a:pt x="5115" y="7542"/>
                    <a:pt x="5115" y="7542"/>
                    <a:pt x="5115" y="7542"/>
                  </a:cubicBezTo>
                  <a:cubicBezTo>
                    <a:pt x="5115" y="7885"/>
                    <a:pt x="5115" y="7885"/>
                    <a:pt x="5115" y="7885"/>
                  </a:cubicBezTo>
                  <a:cubicBezTo>
                    <a:pt x="5115" y="7885"/>
                    <a:pt x="5115" y="7885"/>
                    <a:pt x="5115" y="7885"/>
                  </a:cubicBezTo>
                  <a:cubicBezTo>
                    <a:pt x="5115" y="7885"/>
                    <a:pt x="5115" y="7885"/>
                    <a:pt x="5115" y="7885"/>
                  </a:cubicBezTo>
                  <a:cubicBezTo>
                    <a:pt x="4547" y="7885"/>
                    <a:pt x="4547" y="7885"/>
                    <a:pt x="4547" y="7885"/>
                  </a:cubicBezTo>
                  <a:cubicBezTo>
                    <a:pt x="5115" y="8228"/>
                    <a:pt x="5115" y="8228"/>
                    <a:pt x="5115" y="8228"/>
                  </a:cubicBezTo>
                  <a:cubicBezTo>
                    <a:pt x="5115" y="8228"/>
                    <a:pt x="5115" y="8228"/>
                    <a:pt x="5115" y="8228"/>
                  </a:cubicBezTo>
                  <a:cubicBezTo>
                    <a:pt x="4547" y="8228"/>
                    <a:pt x="4547" y="8228"/>
                    <a:pt x="4547" y="8228"/>
                  </a:cubicBezTo>
                  <a:cubicBezTo>
                    <a:pt x="4547" y="8228"/>
                    <a:pt x="4547" y="8228"/>
                    <a:pt x="4547" y="8228"/>
                  </a:cubicBezTo>
                  <a:cubicBezTo>
                    <a:pt x="4547" y="8228"/>
                    <a:pt x="4547" y="8228"/>
                    <a:pt x="4547" y="8228"/>
                  </a:cubicBezTo>
                  <a:cubicBezTo>
                    <a:pt x="4547" y="8571"/>
                    <a:pt x="4547" y="8571"/>
                    <a:pt x="4547" y="8571"/>
                  </a:cubicBezTo>
                  <a:cubicBezTo>
                    <a:pt x="4547" y="8571"/>
                    <a:pt x="4547" y="8571"/>
                    <a:pt x="4547" y="8571"/>
                  </a:cubicBezTo>
                  <a:cubicBezTo>
                    <a:pt x="3978" y="8571"/>
                    <a:pt x="3978" y="8571"/>
                    <a:pt x="3978" y="8571"/>
                  </a:cubicBezTo>
                  <a:cubicBezTo>
                    <a:pt x="3978" y="8571"/>
                    <a:pt x="3978" y="8571"/>
                    <a:pt x="3978" y="8571"/>
                  </a:cubicBezTo>
                  <a:cubicBezTo>
                    <a:pt x="3978" y="8571"/>
                    <a:pt x="3978" y="8571"/>
                    <a:pt x="3978" y="8571"/>
                  </a:cubicBezTo>
                  <a:cubicBezTo>
                    <a:pt x="4547" y="8571"/>
                    <a:pt x="4547" y="8571"/>
                    <a:pt x="4547" y="8571"/>
                  </a:cubicBezTo>
                  <a:cubicBezTo>
                    <a:pt x="4547" y="8571"/>
                    <a:pt x="4547" y="8571"/>
                    <a:pt x="4547" y="8571"/>
                  </a:cubicBezTo>
                  <a:cubicBezTo>
                    <a:pt x="4547" y="8914"/>
                    <a:pt x="4547" y="8914"/>
                    <a:pt x="4547" y="8914"/>
                  </a:cubicBezTo>
                  <a:cubicBezTo>
                    <a:pt x="4547" y="8914"/>
                    <a:pt x="4547" y="8914"/>
                    <a:pt x="4547" y="8914"/>
                  </a:cubicBezTo>
                  <a:cubicBezTo>
                    <a:pt x="4547" y="8914"/>
                    <a:pt x="4547" y="8914"/>
                    <a:pt x="4547" y="8914"/>
                  </a:cubicBezTo>
                  <a:cubicBezTo>
                    <a:pt x="4547" y="8914"/>
                    <a:pt x="4547" y="8914"/>
                    <a:pt x="4547" y="8914"/>
                  </a:cubicBezTo>
                  <a:cubicBezTo>
                    <a:pt x="5115" y="8914"/>
                    <a:pt x="5115" y="8914"/>
                    <a:pt x="5115" y="8914"/>
                  </a:cubicBezTo>
                  <a:cubicBezTo>
                    <a:pt x="6252" y="8571"/>
                    <a:pt x="6252" y="8571"/>
                    <a:pt x="6252" y="8571"/>
                  </a:cubicBezTo>
                  <a:cubicBezTo>
                    <a:pt x="5684" y="8571"/>
                    <a:pt x="5684" y="8571"/>
                    <a:pt x="5684" y="8571"/>
                  </a:cubicBezTo>
                  <a:cubicBezTo>
                    <a:pt x="6252" y="8571"/>
                    <a:pt x="6252" y="8571"/>
                    <a:pt x="6252" y="8571"/>
                  </a:cubicBezTo>
                  <a:cubicBezTo>
                    <a:pt x="5684" y="8914"/>
                    <a:pt x="5684" y="8914"/>
                    <a:pt x="5684" y="8914"/>
                  </a:cubicBezTo>
                  <a:cubicBezTo>
                    <a:pt x="5684" y="9257"/>
                    <a:pt x="5684" y="9257"/>
                    <a:pt x="5684" y="9257"/>
                  </a:cubicBezTo>
                  <a:cubicBezTo>
                    <a:pt x="5684" y="9257"/>
                    <a:pt x="5684" y="9257"/>
                    <a:pt x="5684" y="9257"/>
                  </a:cubicBezTo>
                  <a:cubicBezTo>
                    <a:pt x="5115" y="9600"/>
                    <a:pt x="5115" y="9600"/>
                    <a:pt x="5115" y="9600"/>
                  </a:cubicBezTo>
                  <a:cubicBezTo>
                    <a:pt x="5115" y="9600"/>
                    <a:pt x="5115" y="9600"/>
                    <a:pt x="5115" y="9600"/>
                  </a:cubicBezTo>
                  <a:cubicBezTo>
                    <a:pt x="5115" y="9942"/>
                    <a:pt x="5115" y="9942"/>
                    <a:pt x="5115" y="9942"/>
                  </a:cubicBezTo>
                  <a:cubicBezTo>
                    <a:pt x="5115" y="10285"/>
                    <a:pt x="5115" y="10285"/>
                    <a:pt x="5115" y="10285"/>
                  </a:cubicBezTo>
                  <a:cubicBezTo>
                    <a:pt x="5115" y="10285"/>
                    <a:pt x="5115" y="10285"/>
                    <a:pt x="5115" y="10285"/>
                  </a:cubicBezTo>
                  <a:cubicBezTo>
                    <a:pt x="5115" y="10628"/>
                    <a:pt x="5115" y="10628"/>
                    <a:pt x="5115" y="10628"/>
                  </a:cubicBezTo>
                  <a:cubicBezTo>
                    <a:pt x="5115" y="10285"/>
                    <a:pt x="5115" y="10285"/>
                    <a:pt x="5115" y="10285"/>
                  </a:cubicBezTo>
                  <a:cubicBezTo>
                    <a:pt x="5115" y="10628"/>
                    <a:pt x="5115" y="10628"/>
                    <a:pt x="5115" y="10628"/>
                  </a:cubicBezTo>
                  <a:cubicBezTo>
                    <a:pt x="5115" y="10971"/>
                    <a:pt x="5115" y="10971"/>
                    <a:pt x="5115" y="10971"/>
                  </a:cubicBezTo>
                  <a:cubicBezTo>
                    <a:pt x="4547" y="11314"/>
                    <a:pt x="4547" y="11314"/>
                    <a:pt x="4547" y="11314"/>
                  </a:cubicBezTo>
                  <a:cubicBezTo>
                    <a:pt x="4547" y="11314"/>
                    <a:pt x="4547" y="11314"/>
                    <a:pt x="4547" y="11314"/>
                  </a:cubicBezTo>
                  <a:cubicBezTo>
                    <a:pt x="5115" y="11314"/>
                    <a:pt x="5115" y="11314"/>
                    <a:pt x="5115" y="11314"/>
                  </a:cubicBezTo>
                  <a:cubicBezTo>
                    <a:pt x="5115" y="10971"/>
                    <a:pt x="5115" y="10971"/>
                    <a:pt x="5115" y="10971"/>
                  </a:cubicBezTo>
                  <a:cubicBezTo>
                    <a:pt x="5115" y="10971"/>
                    <a:pt x="5115" y="10971"/>
                    <a:pt x="5115" y="10971"/>
                  </a:cubicBezTo>
                  <a:cubicBezTo>
                    <a:pt x="5115" y="10628"/>
                    <a:pt x="5115" y="10628"/>
                    <a:pt x="5115" y="10628"/>
                  </a:cubicBezTo>
                  <a:cubicBezTo>
                    <a:pt x="5684" y="10628"/>
                    <a:pt x="5684" y="10628"/>
                    <a:pt x="5684" y="10628"/>
                  </a:cubicBezTo>
                  <a:cubicBezTo>
                    <a:pt x="5115" y="9942"/>
                    <a:pt x="5115" y="9942"/>
                    <a:pt x="5115" y="9942"/>
                  </a:cubicBezTo>
                  <a:cubicBezTo>
                    <a:pt x="5684" y="9942"/>
                    <a:pt x="5684" y="9942"/>
                    <a:pt x="5684" y="9942"/>
                  </a:cubicBezTo>
                  <a:cubicBezTo>
                    <a:pt x="6252" y="9600"/>
                    <a:pt x="6252" y="9600"/>
                    <a:pt x="6252" y="9600"/>
                  </a:cubicBezTo>
                  <a:cubicBezTo>
                    <a:pt x="5684" y="9942"/>
                    <a:pt x="5684" y="9942"/>
                    <a:pt x="5684" y="9942"/>
                  </a:cubicBezTo>
                  <a:cubicBezTo>
                    <a:pt x="5684" y="10285"/>
                    <a:pt x="5684" y="10285"/>
                    <a:pt x="5684" y="10285"/>
                  </a:cubicBezTo>
                  <a:cubicBezTo>
                    <a:pt x="5684" y="10285"/>
                    <a:pt x="5684" y="10285"/>
                    <a:pt x="5684" y="10285"/>
                  </a:cubicBezTo>
                  <a:cubicBezTo>
                    <a:pt x="5684" y="10285"/>
                    <a:pt x="5684" y="10285"/>
                    <a:pt x="5684" y="10285"/>
                  </a:cubicBezTo>
                  <a:cubicBezTo>
                    <a:pt x="6252" y="9942"/>
                    <a:pt x="6252" y="9942"/>
                    <a:pt x="6252" y="9942"/>
                  </a:cubicBezTo>
                  <a:cubicBezTo>
                    <a:pt x="6252" y="10285"/>
                    <a:pt x="6252" y="10285"/>
                    <a:pt x="6252" y="10285"/>
                  </a:cubicBezTo>
                  <a:cubicBezTo>
                    <a:pt x="6821" y="9942"/>
                    <a:pt x="6821" y="9942"/>
                    <a:pt x="6821" y="9942"/>
                  </a:cubicBezTo>
                  <a:cubicBezTo>
                    <a:pt x="6821" y="9600"/>
                    <a:pt x="6821" y="9600"/>
                    <a:pt x="6821" y="9600"/>
                  </a:cubicBezTo>
                  <a:cubicBezTo>
                    <a:pt x="6821" y="9600"/>
                    <a:pt x="6821" y="9600"/>
                    <a:pt x="6821" y="9600"/>
                  </a:cubicBezTo>
                  <a:cubicBezTo>
                    <a:pt x="6821" y="9942"/>
                    <a:pt x="6821" y="9942"/>
                    <a:pt x="6821" y="9942"/>
                  </a:cubicBezTo>
                  <a:cubicBezTo>
                    <a:pt x="7389" y="10285"/>
                    <a:pt x="7389" y="10285"/>
                    <a:pt x="7389" y="10285"/>
                  </a:cubicBezTo>
                  <a:cubicBezTo>
                    <a:pt x="6821" y="10285"/>
                    <a:pt x="6821" y="10285"/>
                    <a:pt x="6821" y="10285"/>
                  </a:cubicBezTo>
                  <a:cubicBezTo>
                    <a:pt x="6821" y="10628"/>
                    <a:pt x="6821" y="10628"/>
                    <a:pt x="6821" y="10628"/>
                  </a:cubicBezTo>
                  <a:cubicBezTo>
                    <a:pt x="6821" y="10628"/>
                    <a:pt x="6821" y="10628"/>
                    <a:pt x="6821" y="10628"/>
                  </a:cubicBezTo>
                  <a:cubicBezTo>
                    <a:pt x="6821" y="10628"/>
                    <a:pt x="6821" y="10628"/>
                    <a:pt x="6821" y="10628"/>
                  </a:cubicBezTo>
                  <a:cubicBezTo>
                    <a:pt x="7389" y="10971"/>
                    <a:pt x="7389" y="10971"/>
                    <a:pt x="7389" y="10971"/>
                  </a:cubicBezTo>
                  <a:cubicBezTo>
                    <a:pt x="6821" y="11314"/>
                    <a:pt x="6821" y="11314"/>
                    <a:pt x="6821" y="11314"/>
                  </a:cubicBezTo>
                  <a:cubicBezTo>
                    <a:pt x="6252" y="11999"/>
                    <a:pt x="6252" y="11999"/>
                    <a:pt x="6252" y="11999"/>
                  </a:cubicBezTo>
                  <a:cubicBezTo>
                    <a:pt x="6252" y="11999"/>
                    <a:pt x="6252" y="11999"/>
                    <a:pt x="6252" y="11999"/>
                  </a:cubicBezTo>
                  <a:cubicBezTo>
                    <a:pt x="6252" y="11999"/>
                    <a:pt x="6252" y="11999"/>
                    <a:pt x="6252" y="11999"/>
                  </a:cubicBezTo>
                  <a:cubicBezTo>
                    <a:pt x="6252" y="12342"/>
                    <a:pt x="6252" y="12342"/>
                    <a:pt x="6252" y="12342"/>
                  </a:cubicBezTo>
                  <a:cubicBezTo>
                    <a:pt x="6821" y="12685"/>
                    <a:pt x="6821" y="12685"/>
                    <a:pt x="6821" y="12685"/>
                  </a:cubicBezTo>
                  <a:cubicBezTo>
                    <a:pt x="6252" y="12342"/>
                    <a:pt x="6252" y="12342"/>
                    <a:pt x="6252" y="12342"/>
                  </a:cubicBezTo>
                  <a:cubicBezTo>
                    <a:pt x="6821" y="12342"/>
                    <a:pt x="6821" y="12342"/>
                    <a:pt x="6821" y="12342"/>
                  </a:cubicBezTo>
                  <a:cubicBezTo>
                    <a:pt x="7389" y="12685"/>
                    <a:pt x="7389" y="12685"/>
                    <a:pt x="7389" y="12685"/>
                  </a:cubicBezTo>
                  <a:cubicBezTo>
                    <a:pt x="7389" y="12342"/>
                    <a:pt x="7389" y="12342"/>
                    <a:pt x="7389" y="12342"/>
                  </a:cubicBezTo>
                  <a:cubicBezTo>
                    <a:pt x="7389" y="11999"/>
                    <a:pt x="7389" y="11999"/>
                    <a:pt x="7389" y="11999"/>
                  </a:cubicBezTo>
                  <a:cubicBezTo>
                    <a:pt x="7389" y="11999"/>
                    <a:pt x="7389" y="11999"/>
                    <a:pt x="7389" y="11999"/>
                  </a:cubicBezTo>
                  <a:cubicBezTo>
                    <a:pt x="7957" y="12342"/>
                    <a:pt x="7957" y="12342"/>
                    <a:pt x="7957" y="12342"/>
                  </a:cubicBezTo>
                  <a:cubicBezTo>
                    <a:pt x="8526" y="12342"/>
                    <a:pt x="8526" y="12342"/>
                    <a:pt x="8526" y="12342"/>
                  </a:cubicBezTo>
                  <a:cubicBezTo>
                    <a:pt x="8526" y="12342"/>
                    <a:pt x="8526" y="12342"/>
                    <a:pt x="8526" y="12342"/>
                  </a:cubicBezTo>
                  <a:cubicBezTo>
                    <a:pt x="9094" y="12342"/>
                    <a:pt x="9094" y="12342"/>
                    <a:pt x="9094" y="12342"/>
                  </a:cubicBezTo>
                  <a:cubicBezTo>
                    <a:pt x="9094" y="11999"/>
                    <a:pt x="9094" y="11999"/>
                    <a:pt x="9094" y="11999"/>
                  </a:cubicBezTo>
                  <a:cubicBezTo>
                    <a:pt x="10800" y="11999"/>
                    <a:pt x="10800" y="11999"/>
                    <a:pt x="10800" y="11999"/>
                  </a:cubicBezTo>
                  <a:cubicBezTo>
                    <a:pt x="9663" y="11999"/>
                    <a:pt x="9663" y="11999"/>
                    <a:pt x="9663" y="11999"/>
                  </a:cubicBezTo>
                  <a:cubicBezTo>
                    <a:pt x="9094" y="13028"/>
                    <a:pt x="9094" y="13028"/>
                    <a:pt x="9094" y="13028"/>
                  </a:cubicBezTo>
                  <a:cubicBezTo>
                    <a:pt x="9663" y="13371"/>
                    <a:pt x="9663" y="13371"/>
                    <a:pt x="9663" y="13371"/>
                  </a:cubicBezTo>
                  <a:cubicBezTo>
                    <a:pt x="10231" y="13371"/>
                    <a:pt x="10231" y="13371"/>
                    <a:pt x="10231" y="13371"/>
                  </a:cubicBezTo>
                  <a:cubicBezTo>
                    <a:pt x="10231" y="13714"/>
                    <a:pt x="10231" y="13714"/>
                    <a:pt x="10231" y="13714"/>
                  </a:cubicBezTo>
                  <a:cubicBezTo>
                    <a:pt x="10800" y="13371"/>
                    <a:pt x="10800" y="13371"/>
                    <a:pt x="10800" y="13371"/>
                  </a:cubicBezTo>
                  <a:cubicBezTo>
                    <a:pt x="10800" y="13371"/>
                    <a:pt x="10800" y="13371"/>
                    <a:pt x="10800" y="13371"/>
                  </a:cubicBezTo>
                  <a:cubicBezTo>
                    <a:pt x="10800" y="13714"/>
                    <a:pt x="10800" y="13714"/>
                    <a:pt x="10800" y="13714"/>
                  </a:cubicBezTo>
                  <a:cubicBezTo>
                    <a:pt x="10800" y="14057"/>
                    <a:pt x="10800" y="14057"/>
                    <a:pt x="10800" y="14057"/>
                  </a:cubicBezTo>
                  <a:cubicBezTo>
                    <a:pt x="10800" y="14057"/>
                    <a:pt x="10800" y="14057"/>
                    <a:pt x="10800" y="14057"/>
                  </a:cubicBezTo>
                  <a:cubicBezTo>
                    <a:pt x="10800" y="14399"/>
                    <a:pt x="10800" y="14399"/>
                    <a:pt x="10800" y="14399"/>
                  </a:cubicBezTo>
                  <a:cubicBezTo>
                    <a:pt x="10231" y="14742"/>
                    <a:pt x="10231" y="14742"/>
                    <a:pt x="10231" y="14742"/>
                  </a:cubicBezTo>
                  <a:cubicBezTo>
                    <a:pt x="10800" y="15085"/>
                    <a:pt x="10800" y="15085"/>
                    <a:pt x="10800" y="15085"/>
                  </a:cubicBezTo>
                  <a:cubicBezTo>
                    <a:pt x="10800" y="15085"/>
                    <a:pt x="10800" y="15085"/>
                    <a:pt x="10800" y="15085"/>
                  </a:cubicBezTo>
                  <a:cubicBezTo>
                    <a:pt x="11368" y="15085"/>
                    <a:pt x="11368" y="15085"/>
                    <a:pt x="11368" y="15085"/>
                  </a:cubicBezTo>
                  <a:cubicBezTo>
                    <a:pt x="11368" y="15085"/>
                    <a:pt x="11368" y="15085"/>
                    <a:pt x="11368" y="15085"/>
                  </a:cubicBezTo>
                  <a:cubicBezTo>
                    <a:pt x="10800" y="15085"/>
                    <a:pt x="10800" y="15085"/>
                    <a:pt x="10800" y="15085"/>
                  </a:cubicBezTo>
                  <a:cubicBezTo>
                    <a:pt x="10800" y="15085"/>
                    <a:pt x="10800" y="15085"/>
                    <a:pt x="10800" y="15085"/>
                  </a:cubicBezTo>
                  <a:cubicBezTo>
                    <a:pt x="10231" y="15085"/>
                    <a:pt x="10231" y="15085"/>
                    <a:pt x="10231" y="15085"/>
                  </a:cubicBezTo>
                  <a:cubicBezTo>
                    <a:pt x="10231" y="15428"/>
                    <a:pt x="10231" y="15428"/>
                    <a:pt x="10231" y="15428"/>
                  </a:cubicBezTo>
                  <a:cubicBezTo>
                    <a:pt x="10800" y="15428"/>
                    <a:pt x="10800" y="15428"/>
                    <a:pt x="10800" y="15428"/>
                  </a:cubicBezTo>
                  <a:cubicBezTo>
                    <a:pt x="10231" y="15428"/>
                    <a:pt x="10231" y="15428"/>
                    <a:pt x="10231" y="15428"/>
                  </a:cubicBezTo>
                  <a:cubicBezTo>
                    <a:pt x="10231" y="15085"/>
                    <a:pt x="10231" y="15085"/>
                    <a:pt x="10231" y="15085"/>
                  </a:cubicBezTo>
                  <a:cubicBezTo>
                    <a:pt x="9094" y="15428"/>
                    <a:pt x="9094" y="15428"/>
                    <a:pt x="9094" y="15428"/>
                  </a:cubicBezTo>
                  <a:cubicBezTo>
                    <a:pt x="9094" y="15428"/>
                    <a:pt x="9094" y="15428"/>
                    <a:pt x="9094" y="15428"/>
                  </a:cubicBezTo>
                  <a:cubicBezTo>
                    <a:pt x="7957" y="15428"/>
                    <a:pt x="7957" y="15428"/>
                    <a:pt x="7957" y="15428"/>
                  </a:cubicBezTo>
                  <a:cubicBezTo>
                    <a:pt x="7389" y="15771"/>
                    <a:pt x="7389" y="15771"/>
                    <a:pt x="7389" y="15771"/>
                  </a:cubicBezTo>
                  <a:cubicBezTo>
                    <a:pt x="6821" y="16114"/>
                    <a:pt x="6821" y="16114"/>
                    <a:pt x="6821" y="16114"/>
                  </a:cubicBezTo>
                  <a:cubicBezTo>
                    <a:pt x="6821" y="16114"/>
                    <a:pt x="6821" y="16114"/>
                    <a:pt x="6821" y="16114"/>
                  </a:cubicBezTo>
                  <a:cubicBezTo>
                    <a:pt x="7389" y="16114"/>
                    <a:pt x="7389" y="16114"/>
                    <a:pt x="7389" y="16114"/>
                  </a:cubicBezTo>
                  <a:cubicBezTo>
                    <a:pt x="7389" y="16114"/>
                    <a:pt x="7389" y="16114"/>
                    <a:pt x="7389" y="16114"/>
                  </a:cubicBezTo>
                  <a:cubicBezTo>
                    <a:pt x="7389" y="16114"/>
                    <a:pt x="7389" y="16114"/>
                    <a:pt x="7389" y="16114"/>
                  </a:cubicBezTo>
                  <a:cubicBezTo>
                    <a:pt x="8526" y="16114"/>
                    <a:pt x="8526" y="16114"/>
                    <a:pt x="8526" y="16114"/>
                  </a:cubicBezTo>
                  <a:cubicBezTo>
                    <a:pt x="7957" y="16114"/>
                    <a:pt x="7957" y="16114"/>
                    <a:pt x="7957" y="16114"/>
                  </a:cubicBezTo>
                  <a:cubicBezTo>
                    <a:pt x="8526" y="16457"/>
                    <a:pt x="8526" y="16457"/>
                    <a:pt x="8526" y="16457"/>
                  </a:cubicBezTo>
                  <a:cubicBezTo>
                    <a:pt x="7957" y="16457"/>
                    <a:pt x="7957" y="16457"/>
                    <a:pt x="7957" y="16457"/>
                  </a:cubicBezTo>
                  <a:cubicBezTo>
                    <a:pt x="8526" y="16799"/>
                    <a:pt x="8526" y="16799"/>
                    <a:pt x="8526" y="16799"/>
                  </a:cubicBezTo>
                  <a:cubicBezTo>
                    <a:pt x="8526" y="16799"/>
                    <a:pt x="8526" y="16799"/>
                    <a:pt x="8526" y="16799"/>
                  </a:cubicBezTo>
                  <a:cubicBezTo>
                    <a:pt x="7957" y="17142"/>
                    <a:pt x="7957" y="17142"/>
                    <a:pt x="7957" y="17142"/>
                  </a:cubicBezTo>
                  <a:cubicBezTo>
                    <a:pt x="7389" y="17485"/>
                    <a:pt x="7389" y="17485"/>
                    <a:pt x="7389" y="17485"/>
                  </a:cubicBezTo>
                  <a:cubicBezTo>
                    <a:pt x="7389" y="17485"/>
                    <a:pt x="7389" y="17485"/>
                    <a:pt x="7389" y="17485"/>
                  </a:cubicBezTo>
                  <a:cubicBezTo>
                    <a:pt x="6821" y="17485"/>
                    <a:pt x="6821" y="17485"/>
                    <a:pt x="6821" y="17485"/>
                  </a:cubicBezTo>
                  <a:cubicBezTo>
                    <a:pt x="6252" y="17828"/>
                    <a:pt x="6252" y="17828"/>
                    <a:pt x="6252" y="17828"/>
                  </a:cubicBezTo>
                  <a:cubicBezTo>
                    <a:pt x="6252" y="17828"/>
                    <a:pt x="6252" y="17828"/>
                    <a:pt x="6252" y="17828"/>
                  </a:cubicBezTo>
                  <a:cubicBezTo>
                    <a:pt x="5684" y="17828"/>
                    <a:pt x="5684" y="17828"/>
                    <a:pt x="5684" y="17828"/>
                  </a:cubicBezTo>
                  <a:cubicBezTo>
                    <a:pt x="5684" y="17828"/>
                    <a:pt x="5684" y="17828"/>
                    <a:pt x="5684" y="17828"/>
                  </a:cubicBezTo>
                  <a:cubicBezTo>
                    <a:pt x="6252" y="18171"/>
                    <a:pt x="6252" y="18171"/>
                    <a:pt x="6252" y="18171"/>
                  </a:cubicBezTo>
                  <a:cubicBezTo>
                    <a:pt x="5684" y="18171"/>
                    <a:pt x="5684" y="18171"/>
                    <a:pt x="5684" y="18171"/>
                  </a:cubicBezTo>
                  <a:cubicBezTo>
                    <a:pt x="6252" y="18171"/>
                    <a:pt x="6252" y="18171"/>
                    <a:pt x="6252" y="18171"/>
                  </a:cubicBezTo>
                  <a:cubicBezTo>
                    <a:pt x="6252" y="18514"/>
                    <a:pt x="6252" y="18514"/>
                    <a:pt x="6252" y="18514"/>
                  </a:cubicBezTo>
                  <a:cubicBezTo>
                    <a:pt x="6252" y="18514"/>
                    <a:pt x="6252" y="18514"/>
                    <a:pt x="6252" y="18514"/>
                  </a:cubicBezTo>
                  <a:cubicBezTo>
                    <a:pt x="6821" y="18514"/>
                    <a:pt x="6821" y="18514"/>
                    <a:pt x="6821" y="18514"/>
                  </a:cubicBezTo>
                  <a:cubicBezTo>
                    <a:pt x="6821" y="18171"/>
                    <a:pt x="6821" y="18171"/>
                    <a:pt x="6821" y="18171"/>
                  </a:cubicBezTo>
                  <a:cubicBezTo>
                    <a:pt x="7957" y="18171"/>
                    <a:pt x="7957" y="18171"/>
                    <a:pt x="7957" y="18171"/>
                  </a:cubicBezTo>
                  <a:cubicBezTo>
                    <a:pt x="7957" y="18171"/>
                    <a:pt x="7957" y="18171"/>
                    <a:pt x="7957" y="18171"/>
                  </a:cubicBezTo>
                  <a:cubicBezTo>
                    <a:pt x="8526" y="18514"/>
                    <a:pt x="8526" y="18514"/>
                    <a:pt x="8526" y="18514"/>
                  </a:cubicBezTo>
                  <a:cubicBezTo>
                    <a:pt x="7957" y="18514"/>
                    <a:pt x="7957" y="18514"/>
                    <a:pt x="7957" y="18514"/>
                  </a:cubicBezTo>
                  <a:cubicBezTo>
                    <a:pt x="7957" y="18514"/>
                    <a:pt x="7957" y="18514"/>
                    <a:pt x="7957" y="18514"/>
                  </a:cubicBezTo>
                  <a:cubicBezTo>
                    <a:pt x="8526" y="18514"/>
                    <a:pt x="8526" y="18514"/>
                    <a:pt x="8526" y="18514"/>
                  </a:cubicBezTo>
                  <a:cubicBezTo>
                    <a:pt x="8526" y="18514"/>
                    <a:pt x="8526" y="18514"/>
                    <a:pt x="8526" y="18514"/>
                  </a:cubicBezTo>
                  <a:cubicBezTo>
                    <a:pt x="9094" y="18514"/>
                    <a:pt x="9094" y="18514"/>
                    <a:pt x="9094" y="18514"/>
                  </a:cubicBezTo>
                  <a:cubicBezTo>
                    <a:pt x="9094" y="18857"/>
                    <a:pt x="9094" y="18857"/>
                    <a:pt x="9094" y="18857"/>
                  </a:cubicBezTo>
                  <a:cubicBezTo>
                    <a:pt x="9663" y="18857"/>
                    <a:pt x="9663" y="18857"/>
                    <a:pt x="9663" y="18857"/>
                  </a:cubicBezTo>
                  <a:cubicBezTo>
                    <a:pt x="10231" y="18857"/>
                    <a:pt x="10231" y="18857"/>
                    <a:pt x="10231" y="18857"/>
                  </a:cubicBezTo>
                  <a:cubicBezTo>
                    <a:pt x="10800" y="18857"/>
                    <a:pt x="10800" y="18857"/>
                    <a:pt x="10800" y="18857"/>
                  </a:cubicBezTo>
                  <a:cubicBezTo>
                    <a:pt x="10800" y="18514"/>
                    <a:pt x="10800" y="18514"/>
                    <a:pt x="10800" y="18514"/>
                  </a:cubicBezTo>
                  <a:cubicBezTo>
                    <a:pt x="11368" y="18514"/>
                    <a:pt x="11368" y="18514"/>
                    <a:pt x="11368" y="18514"/>
                  </a:cubicBezTo>
                  <a:cubicBezTo>
                    <a:pt x="11936" y="18514"/>
                    <a:pt x="11936" y="18514"/>
                    <a:pt x="11936" y="18514"/>
                  </a:cubicBezTo>
                  <a:cubicBezTo>
                    <a:pt x="11936" y="18171"/>
                    <a:pt x="11936" y="18171"/>
                    <a:pt x="11936" y="18171"/>
                  </a:cubicBezTo>
                  <a:cubicBezTo>
                    <a:pt x="11368" y="18514"/>
                    <a:pt x="11368" y="18514"/>
                    <a:pt x="11368" y="18514"/>
                  </a:cubicBezTo>
                  <a:cubicBezTo>
                    <a:pt x="10800" y="18857"/>
                    <a:pt x="10800" y="18857"/>
                    <a:pt x="10800" y="18857"/>
                  </a:cubicBezTo>
                  <a:cubicBezTo>
                    <a:pt x="10800" y="19199"/>
                    <a:pt x="10800" y="19199"/>
                    <a:pt x="10800" y="19199"/>
                  </a:cubicBezTo>
                  <a:cubicBezTo>
                    <a:pt x="10231" y="19199"/>
                    <a:pt x="10231" y="19199"/>
                    <a:pt x="10231" y="19199"/>
                  </a:cubicBezTo>
                  <a:cubicBezTo>
                    <a:pt x="10231" y="19542"/>
                    <a:pt x="10231" y="19542"/>
                    <a:pt x="10231" y="19542"/>
                  </a:cubicBezTo>
                  <a:cubicBezTo>
                    <a:pt x="9663" y="19199"/>
                    <a:pt x="9663" y="19199"/>
                    <a:pt x="9663" y="19199"/>
                  </a:cubicBezTo>
                  <a:cubicBezTo>
                    <a:pt x="8526" y="19199"/>
                    <a:pt x="8526" y="19199"/>
                    <a:pt x="8526" y="19199"/>
                  </a:cubicBezTo>
                  <a:cubicBezTo>
                    <a:pt x="7957" y="19199"/>
                    <a:pt x="7957" y="19199"/>
                    <a:pt x="7957" y="19199"/>
                  </a:cubicBezTo>
                  <a:cubicBezTo>
                    <a:pt x="7957" y="19542"/>
                    <a:pt x="7957" y="19542"/>
                    <a:pt x="7957" y="19542"/>
                  </a:cubicBezTo>
                  <a:cubicBezTo>
                    <a:pt x="7957" y="19542"/>
                    <a:pt x="7957" y="19542"/>
                    <a:pt x="7957" y="19542"/>
                  </a:cubicBezTo>
                  <a:cubicBezTo>
                    <a:pt x="7389" y="19542"/>
                    <a:pt x="7389" y="19542"/>
                    <a:pt x="7389" y="19542"/>
                  </a:cubicBezTo>
                  <a:cubicBezTo>
                    <a:pt x="7389" y="20228"/>
                    <a:pt x="7389" y="20228"/>
                    <a:pt x="7389" y="20228"/>
                  </a:cubicBezTo>
                  <a:cubicBezTo>
                    <a:pt x="6821" y="20228"/>
                    <a:pt x="6821" y="20228"/>
                    <a:pt x="6821" y="20228"/>
                  </a:cubicBezTo>
                  <a:cubicBezTo>
                    <a:pt x="6821" y="20571"/>
                    <a:pt x="6821" y="20571"/>
                    <a:pt x="6821" y="20571"/>
                  </a:cubicBezTo>
                  <a:cubicBezTo>
                    <a:pt x="6252" y="20571"/>
                    <a:pt x="6252" y="20571"/>
                    <a:pt x="6252" y="20571"/>
                  </a:cubicBezTo>
                  <a:cubicBezTo>
                    <a:pt x="6252" y="20914"/>
                    <a:pt x="6252" y="20914"/>
                    <a:pt x="6252" y="20914"/>
                  </a:cubicBezTo>
                  <a:cubicBezTo>
                    <a:pt x="5684" y="20914"/>
                    <a:pt x="5684" y="20914"/>
                    <a:pt x="5684" y="20914"/>
                  </a:cubicBezTo>
                  <a:cubicBezTo>
                    <a:pt x="5684" y="20914"/>
                    <a:pt x="5684" y="20914"/>
                    <a:pt x="5684" y="20914"/>
                  </a:cubicBezTo>
                  <a:cubicBezTo>
                    <a:pt x="5115" y="21257"/>
                    <a:pt x="5115" y="21257"/>
                    <a:pt x="5115" y="21257"/>
                  </a:cubicBezTo>
                  <a:cubicBezTo>
                    <a:pt x="5115" y="21257"/>
                    <a:pt x="5115" y="21257"/>
                    <a:pt x="5115" y="21257"/>
                  </a:cubicBezTo>
                  <a:cubicBezTo>
                    <a:pt x="4547" y="21257"/>
                    <a:pt x="4547" y="21257"/>
                    <a:pt x="4547" y="21257"/>
                  </a:cubicBezTo>
                  <a:cubicBezTo>
                    <a:pt x="4547" y="21599"/>
                    <a:pt x="4547" y="21599"/>
                    <a:pt x="4547" y="21599"/>
                  </a:cubicBezTo>
                  <a:cubicBezTo>
                    <a:pt x="5115" y="21599"/>
                    <a:pt x="5115" y="21599"/>
                    <a:pt x="5115" y="21599"/>
                  </a:cubicBezTo>
                  <a:cubicBezTo>
                    <a:pt x="5115" y="21257"/>
                    <a:pt x="5115" y="21257"/>
                    <a:pt x="5115" y="21257"/>
                  </a:cubicBezTo>
                  <a:cubicBezTo>
                    <a:pt x="5684" y="21257"/>
                    <a:pt x="5684" y="21257"/>
                    <a:pt x="5684" y="21257"/>
                  </a:cubicBezTo>
                  <a:lnTo>
                    <a:pt x="5684"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4" name="AutoShape 68"/>
            <p:cNvSpPr>
              <a:spLocks/>
            </p:cNvSpPr>
            <p:nvPr/>
          </p:nvSpPr>
          <p:spPr bwMode="auto">
            <a:xfrm>
              <a:off x="10604829" y="4148439"/>
              <a:ext cx="861920" cy="698601"/>
            </a:xfrm>
            <a:custGeom>
              <a:avLst/>
              <a:gdLst>
                <a:gd name="T0" fmla="*/ 430960 w 21600"/>
                <a:gd name="T1" fmla="*/ 349301 h 21600"/>
                <a:gd name="T2" fmla="*/ 430960 w 21600"/>
                <a:gd name="T3" fmla="*/ 349301 h 21600"/>
                <a:gd name="T4" fmla="*/ 430960 w 21600"/>
                <a:gd name="T5" fmla="*/ 349301 h 21600"/>
                <a:gd name="T6" fmla="*/ 430960 w 21600"/>
                <a:gd name="T7" fmla="*/ 3493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62" y="11649"/>
                  </a:moveTo>
                  <a:lnTo>
                    <a:pt x="17562" y="11164"/>
                  </a:lnTo>
                  <a:lnTo>
                    <a:pt x="17158" y="11164"/>
                  </a:lnTo>
                  <a:lnTo>
                    <a:pt x="17158" y="10800"/>
                  </a:lnTo>
                  <a:lnTo>
                    <a:pt x="16755" y="10314"/>
                  </a:lnTo>
                  <a:lnTo>
                    <a:pt x="16452" y="10314"/>
                  </a:lnTo>
                  <a:lnTo>
                    <a:pt x="16048" y="10800"/>
                  </a:lnTo>
                  <a:lnTo>
                    <a:pt x="16452" y="11164"/>
                  </a:lnTo>
                  <a:lnTo>
                    <a:pt x="15644" y="11164"/>
                  </a:lnTo>
                  <a:lnTo>
                    <a:pt x="15644" y="10800"/>
                  </a:lnTo>
                  <a:lnTo>
                    <a:pt x="16048" y="10800"/>
                  </a:lnTo>
                  <a:lnTo>
                    <a:pt x="16048" y="9829"/>
                  </a:lnTo>
                  <a:lnTo>
                    <a:pt x="16452" y="8979"/>
                  </a:lnTo>
                  <a:lnTo>
                    <a:pt x="16755" y="8979"/>
                  </a:lnTo>
                  <a:lnTo>
                    <a:pt x="17158" y="8494"/>
                  </a:lnTo>
                  <a:lnTo>
                    <a:pt x="17158" y="8130"/>
                  </a:lnTo>
                  <a:lnTo>
                    <a:pt x="16755" y="8130"/>
                  </a:lnTo>
                  <a:lnTo>
                    <a:pt x="17158" y="7644"/>
                  </a:lnTo>
                  <a:lnTo>
                    <a:pt x="17562" y="7644"/>
                  </a:lnTo>
                  <a:lnTo>
                    <a:pt x="17562" y="8130"/>
                  </a:lnTo>
                  <a:lnTo>
                    <a:pt x="17865" y="8130"/>
                  </a:lnTo>
                  <a:lnTo>
                    <a:pt x="18269" y="7644"/>
                  </a:lnTo>
                  <a:lnTo>
                    <a:pt x="18269" y="7159"/>
                  </a:lnTo>
                  <a:lnTo>
                    <a:pt x="17865" y="7159"/>
                  </a:lnTo>
                  <a:lnTo>
                    <a:pt x="17865" y="6674"/>
                  </a:lnTo>
                  <a:lnTo>
                    <a:pt x="18269" y="5824"/>
                  </a:lnTo>
                  <a:lnTo>
                    <a:pt x="18269" y="5339"/>
                  </a:lnTo>
                  <a:lnTo>
                    <a:pt x="18672" y="4975"/>
                  </a:lnTo>
                  <a:lnTo>
                    <a:pt x="18975" y="4489"/>
                  </a:lnTo>
                  <a:lnTo>
                    <a:pt x="18269" y="4489"/>
                  </a:lnTo>
                  <a:lnTo>
                    <a:pt x="17865" y="4004"/>
                  </a:lnTo>
                  <a:lnTo>
                    <a:pt x="17562" y="4489"/>
                  </a:lnTo>
                  <a:lnTo>
                    <a:pt x="17158" y="4004"/>
                  </a:lnTo>
                  <a:lnTo>
                    <a:pt x="16755" y="4489"/>
                  </a:lnTo>
                  <a:lnTo>
                    <a:pt x="16452" y="4004"/>
                  </a:lnTo>
                  <a:lnTo>
                    <a:pt x="16452" y="3519"/>
                  </a:lnTo>
                  <a:lnTo>
                    <a:pt x="15644" y="3519"/>
                  </a:lnTo>
                  <a:lnTo>
                    <a:pt x="15241" y="3155"/>
                  </a:lnTo>
                  <a:lnTo>
                    <a:pt x="14130" y="3155"/>
                  </a:lnTo>
                  <a:lnTo>
                    <a:pt x="13828" y="2669"/>
                  </a:lnTo>
                  <a:lnTo>
                    <a:pt x="13828" y="2184"/>
                  </a:lnTo>
                  <a:lnTo>
                    <a:pt x="12717" y="2184"/>
                  </a:lnTo>
                  <a:lnTo>
                    <a:pt x="12717" y="1820"/>
                  </a:lnTo>
                  <a:lnTo>
                    <a:pt x="12314" y="1334"/>
                  </a:lnTo>
                  <a:lnTo>
                    <a:pt x="11506" y="849"/>
                  </a:lnTo>
                  <a:lnTo>
                    <a:pt x="11203" y="364"/>
                  </a:lnTo>
                  <a:lnTo>
                    <a:pt x="11203" y="0"/>
                  </a:lnTo>
                  <a:lnTo>
                    <a:pt x="10093" y="0"/>
                  </a:lnTo>
                  <a:lnTo>
                    <a:pt x="9689" y="364"/>
                  </a:lnTo>
                  <a:lnTo>
                    <a:pt x="9689" y="1820"/>
                  </a:lnTo>
                  <a:lnTo>
                    <a:pt x="9285" y="2184"/>
                  </a:lnTo>
                  <a:lnTo>
                    <a:pt x="8579" y="2669"/>
                  </a:lnTo>
                  <a:lnTo>
                    <a:pt x="7469" y="2669"/>
                  </a:lnTo>
                  <a:lnTo>
                    <a:pt x="7065" y="3155"/>
                  </a:lnTo>
                  <a:lnTo>
                    <a:pt x="7469" y="3519"/>
                  </a:lnTo>
                  <a:lnTo>
                    <a:pt x="7771" y="3519"/>
                  </a:lnTo>
                  <a:lnTo>
                    <a:pt x="7469" y="4004"/>
                  </a:lnTo>
                  <a:lnTo>
                    <a:pt x="6358" y="4004"/>
                  </a:lnTo>
                  <a:lnTo>
                    <a:pt x="5955" y="3519"/>
                  </a:lnTo>
                  <a:lnTo>
                    <a:pt x="5551" y="4004"/>
                  </a:lnTo>
                  <a:lnTo>
                    <a:pt x="5551" y="3519"/>
                  </a:lnTo>
                  <a:lnTo>
                    <a:pt x="5147" y="3519"/>
                  </a:lnTo>
                  <a:lnTo>
                    <a:pt x="5551" y="3155"/>
                  </a:lnTo>
                  <a:lnTo>
                    <a:pt x="4441" y="3155"/>
                  </a:lnTo>
                  <a:lnTo>
                    <a:pt x="4441" y="3519"/>
                  </a:lnTo>
                  <a:lnTo>
                    <a:pt x="4844" y="4004"/>
                  </a:lnTo>
                  <a:lnTo>
                    <a:pt x="4844" y="4975"/>
                  </a:lnTo>
                  <a:lnTo>
                    <a:pt x="5147" y="5339"/>
                  </a:lnTo>
                  <a:lnTo>
                    <a:pt x="3734" y="5339"/>
                  </a:lnTo>
                  <a:lnTo>
                    <a:pt x="3330" y="5824"/>
                  </a:lnTo>
                  <a:lnTo>
                    <a:pt x="2624" y="4975"/>
                  </a:lnTo>
                  <a:lnTo>
                    <a:pt x="2220" y="4975"/>
                  </a:lnTo>
                  <a:lnTo>
                    <a:pt x="1816" y="5339"/>
                  </a:lnTo>
                  <a:lnTo>
                    <a:pt x="302" y="5339"/>
                  </a:lnTo>
                  <a:lnTo>
                    <a:pt x="0" y="5824"/>
                  </a:lnTo>
                  <a:lnTo>
                    <a:pt x="0" y="6310"/>
                  </a:lnTo>
                  <a:lnTo>
                    <a:pt x="302" y="5824"/>
                  </a:lnTo>
                  <a:lnTo>
                    <a:pt x="706" y="6310"/>
                  </a:lnTo>
                  <a:lnTo>
                    <a:pt x="302" y="6310"/>
                  </a:lnTo>
                  <a:lnTo>
                    <a:pt x="706" y="6310"/>
                  </a:lnTo>
                  <a:lnTo>
                    <a:pt x="706" y="6674"/>
                  </a:lnTo>
                  <a:lnTo>
                    <a:pt x="302" y="6674"/>
                  </a:lnTo>
                  <a:lnTo>
                    <a:pt x="706" y="7159"/>
                  </a:lnTo>
                  <a:lnTo>
                    <a:pt x="706" y="7644"/>
                  </a:lnTo>
                  <a:lnTo>
                    <a:pt x="1110" y="7159"/>
                  </a:lnTo>
                  <a:lnTo>
                    <a:pt x="1413" y="7159"/>
                  </a:lnTo>
                  <a:lnTo>
                    <a:pt x="1816" y="7644"/>
                  </a:lnTo>
                  <a:lnTo>
                    <a:pt x="2220" y="7644"/>
                  </a:lnTo>
                  <a:lnTo>
                    <a:pt x="2624" y="8130"/>
                  </a:lnTo>
                  <a:lnTo>
                    <a:pt x="2927" y="7644"/>
                  </a:lnTo>
                  <a:lnTo>
                    <a:pt x="2927" y="8130"/>
                  </a:lnTo>
                  <a:lnTo>
                    <a:pt x="3330" y="8130"/>
                  </a:lnTo>
                  <a:lnTo>
                    <a:pt x="3330" y="8494"/>
                  </a:lnTo>
                  <a:lnTo>
                    <a:pt x="4441" y="8494"/>
                  </a:lnTo>
                  <a:lnTo>
                    <a:pt x="4441" y="8979"/>
                  </a:lnTo>
                  <a:lnTo>
                    <a:pt x="4441" y="8494"/>
                  </a:lnTo>
                  <a:lnTo>
                    <a:pt x="4037" y="8494"/>
                  </a:lnTo>
                  <a:lnTo>
                    <a:pt x="3734" y="8979"/>
                  </a:lnTo>
                  <a:lnTo>
                    <a:pt x="4037" y="8979"/>
                  </a:lnTo>
                  <a:lnTo>
                    <a:pt x="4037" y="9829"/>
                  </a:lnTo>
                  <a:lnTo>
                    <a:pt x="4844" y="10314"/>
                  </a:lnTo>
                  <a:lnTo>
                    <a:pt x="5147" y="10800"/>
                  </a:lnTo>
                  <a:lnTo>
                    <a:pt x="5551" y="10800"/>
                  </a:lnTo>
                  <a:lnTo>
                    <a:pt x="5551" y="11649"/>
                  </a:lnTo>
                  <a:lnTo>
                    <a:pt x="5147" y="12134"/>
                  </a:lnTo>
                  <a:lnTo>
                    <a:pt x="5551" y="12134"/>
                  </a:lnTo>
                  <a:lnTo>
                    <a:pt x="5955" y="12620"/>
                  </a:lnTo>
                  <a:lnTo>
                    <a:pt x="6358" y="13469"/>
                  </a:lnTo>
                  <a:lnTo>
                    <a:pt x="5955" y="12984"/>
                  </a:lnTo>
                  <a:lnTo>
                    <a:pt x="5955" y="12620"/>
                  </a:lnTo>
                  <a:lnTo>
                    <a:pt x="5551" y="12620"/>
                  </a:lnTo>
                  <a:lnTo>
                    <a:pt x="5147" y="13469"/>
                  </a:lnTo>
                  <a:lnTo>
                    <a:pt x="5147" y="14319"/>
                  </a:lnTo>
                  <a:lnTo>
                    <a:pt x="5551" y="14319"/>
                  </a:lnTo>
                  <a:lnTo>
                    <a:pt x="5147" y="14319"/>
                  </a:lnTo>
                  <a:lnTo>
                    <a:pt x="5147" y="15775"/>
                  </a:lnTo>
                  <a:lnTo>
                    <a:pt x="4844" y="17110"/>
                  </a:lnTo>
                  <a:lnTo>
                    <a:pt x="4441" y="17110"/>
                  </a:lnTo>
                  <a:lnTo>
                    <a:pt x="4844" y="17110"/>
                  </a:lnTo>
                  <a:lnTo>
                    <a:pt x="4844" y="17474"/>
                  </a:lnTo>
                  <a:lnTo>
                    <a:pt x="5147" y="17474"/>
                  </a:lnTo>
                  <a:lnTo>
                    <a:pt x="5147" y="17959"/>
                  </a:lnTo>
                  <a:lnTo>
                    <a:pt x="5551" y="17959"/>
                  </a:lnTo>
                  <a:lnTo>
                    <a:pt x="6358" y="18444"/>
                  </a:lnTo>
                  <a:lnTo>
                    <a:pt x="6661" y="18930"/>
                  </a:lnTo>
                  <a:lnTo>
                    <a:pt x="7065" y="18444"/>
                  </a:lnTo>
                  <a:lnTo>
                    <a:pt x="7469" y="18930"/>
                  </a:lnTo>
                  <a:lnTo>
                    <a:pt x="10800" y="18930"/>
                  </a:lnTo>
                  <a:lnTo>
                    <a:pt x="11506" y="19294"/>
                  </a:lnTo>
                  <a:lnTo>
                    <a:pt x="11910" y="19294"/>
                  </a:lnTo>
                  <a:lnTo>
                    <a:pt x="11506" y="19294"/>
                  </a:lnTo>
                  <a:lnTo>
                    <a:pt x="11506" y="17959"/>
                  </a:lnTo>
                  <a:lnTo>
                    <a:pt x="11910" y="17959"/>
                  </a:lnTo>
                  <a:lnTo>
                    <a:pt x="12314" y="17474"/>
                  </a:lnTo>
                  <a:lnTo>
                    <a:pt x="12717" y="16624"/>
                  </a:lnTo>
                  <a:lnTo>
                    <a:pt x="13020" y="16624"/>
                  </a:lnTo>
                  <a:lnTo>
                    <a:pt x="13020" y="17110"/>
                  </a:lnTo>
                  <a:lnTo>
                    <a:pt x="14534" y="17110"/>
                  </a:lnTo>
                  <a:lnTo>
                    <a:pt x="15644" y="17474"/>
                  </a:lnTo>
                  <a:lnTo>
                    <a:pt x="16048" y="17959"/>
                  </a:lnTo>
                  <a:lnTo>
                    <a:pt x="16755" y="17959"/>
                  </a:lnTo>
                  <a:lnTo>
                    <a:pt x="16755" y="17474"/>
                  </a:lnTo>
                  <a:lnTo>
                    <a:pt x="17158" y="17110"/>
                  </a:lnTo>
                  <a:lnTo>
                    <a:pt x="18269" y="16139"/>
                  </a:lnTo>
                  <a:lnTo>
                    <a:pt x="18269" y="15289"/>
                  </a:lnTo>
                  <a:lnTo>
                    <a:pt x="17865" y="15289"/>
                  </a:lnTo>
                  <a:lnTo>
                    <a:pt x="17562" y="14804"/>
                  </a:lnTo>
                  <a:lnTo>
                    <a:pt x="17158" y="13955"/>
                  </a:lnTo>
                  <a:lnTo>
                    <a:pt x="16755" y="13469"/>
                  </a:lnTo>
                  <a:lnTo>
                    <a:pt x="17158" y="13469"/>
                  </a:lnTo>
                  <a:lnTo>
                    <a:pt x="17562" y="12984"/>
                  </a:lnTo>
                  <a:lnTo>
                    <a:pt x="17562" y="12620"/>
                  </a:lnTo>
                  <a:lnTo>
                    <a:pt x="17158" y="12134"/>
                  </a:lnTo>
                  <a:lnTo>
                    <a:pt x="17158" y="11649"/>
                  </a:lnTo>
                  <a:lnTo>
                    <a:pt x="17562" y="11649"/>
                  </a:lnTo>
                  <a:close/>
                  <a:moveTo>
                    <a:pt x="20893" y="21599"/>
                  </a:moveTo>
                  <a:lnTo>
                    <a:pt x="20489" y="21599"/>
                  </a:lnTo>
                  <a:lnTo>
                    <a:pt x="20186" y="21114"/>
                  </a:lnTo>
                  <a:lnTo>
                    <a:pt x="20489" y="21114"/>
                  </a:lnTo>
                  <a:lnTo>
                    <a:pt x="20489" y="20629"/>
                  </a:lnTo>
                  <a:lnTo>
                    <a:pt x="20186" y="20629"/>
                  </a:lnTo>
                  <a:lnTo>
                    <a:pt x="20489" y="20629"/>
                  </a:lnTo>
                  <a:lnTo>
                    <a:pt x="20186" y="20629"/>
                  </a:lnTo>
                  <a:lnTo>
                    <a:pt x="20186" y="20265"/>
                  </a:lnTo>
                  <a:lnTo>
                    <a:pt x="19783" y="19779"/>
                  </a:lnTo>
                  <a:lnTo>
                    <a:pt x="20186" y="19779"/>
                  </a:lnTo>
                  <a:lnTo>
                    <a:pt x="20186" y="19294"/>
                  </a:lnTo>
                  <a:lnTo>
                    <a:pt x="19783" y="19294"/>
                  </a:lnTo>
                  <a:lnTo>
                    <a:pt x="20186" y="18930"/>
                  </a:lnTo>
                  <a:lnTo>
                    <a:pt x="20489" y="18930"/>
                  </a:lnTo>
                  <a:lnTo>
                    <a:pt x="20893" y="18444"/>
                  </a:lnTo>
                  <a:lnTo>
                    <a:pt x="20893" y="18930"/>
                  </a:lnTo>
                  <a:lnTo>
                    <a:pt x="21297" y="18930"/>
                  </a:lnTo>
                  <a:lnTo>
                    <a:pt x="21297" y="18444"/>
                  </a:lnTo>
                  <a:lnTo>
                    <a:pt x="21297" y="18930"/>
                  </a:lnTo>
                  <a:lnTo>
                    <a:pt x="21599" y="19779"/>
                  </a:lnTo>
                  <a:lnTo>
                    <a:pt x="21297" y="20265"/>
                  </a:lnTo>
                  <a:lnTo>
                    <a:pt x="21297" y="21599"/>
                  </a:lnTo>
                  <a:lnTo>
                    <a:pt x="20893"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5" name="AutoShape 69"/>
            <p:cNvSpPr>
              <a:spLocks/>
            </p:cNvSpPr>
            <p:nvPr/>
          </p:nvSpPr>
          <p:spPr bwMode="auto">
            <a:xfrm>
              <a:off x="11780901" y="5223815"/>
              <a:ext cx="32222" cy="31399"/>
            </a:xfrm>
            <a:custGeom>
              <a:avLst/>
              <a:gdLst>
                <a:gd name="T0" fmla="*/ 16111 w 21600"/>
                <a:gd name="T1" fmla="*/ 15700 h 21600"/>
                <a:gd name="T2" fmla="*/ 16111 w 21600"/>
                <a:gd name="T3" fmla="*/ 15700 h 21600"/>
                <a:gd name="T4" fmla="*/ 16111 w 21600"/>
                <a:gd name="T5" fmla="*/ 15700 h 21600"/>
                <a:gd name="T6" fmla="*/ 16111 w 21600"/>
                <a:gd name="T7" fmla="*/ 15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10800" y="21599"/>
                  </a:lnTo>
                  <a:lnTo>
                    <a:pt x="21600" y="108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6" name="AutoShape 70"/>
            <p:cNvSpPr>
              <a:spLocks/>
            </p:cNvSpPr>
            <p:nvPr/>
          </p:nvSpPr>
          <p:spPr bwMode="auto">
            <a:xfrm>
              <a:off x="11273414" y="4438866"/>
              <a:ext cx="761231" cy="741777"/>
            </a:xfrm>
            <a:custGeom>
              <a:avLst/>
              <a:gdLst>
                <a:gd name="T0" fmla="*/ 380616 w 21600"/>
                <a:gd name="T1" fmla="*/ 370889 h 21600"/>
                <a:gd name="T2" fmla="*/ 380616 w 21600"/>
                <a:gd name="T3" fmla="*/ 370889 h 21600"/>
                <a:gd name="T4" fmla="*/ 380616 w 21600"/>
                <a:gd name="T5" fmla="*/ 370889 h 21600"/>
                <a:gd name="T6" fmla="*/ 380616 w 21600"/>
                <a:gd name="T7" fmla="*/ 37088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14" y="6742"/>
                  </a:moveTo>
                  <a:lnTo>
                    <a:pt x="1714" y="5942"/>
                  </a:lnTo>
                  <a:lnTo>
                    <a:pt x="1257" y="5942"/>
                  </a:lnTo>
                  <a:lnTo>
                    <a:pt x="914" y="5485"/>
                  </a:lnTo>
                  <a:lnTo>
                    <a:pt x="457" y="4685"/>
                  </a:lnTo>
                  <a:lnTo>
                    <a:pt x="0" y="4228"/>
                  </a:lnTo>
                  <a:lnTo>
                    <a:pt x="457" y="4228"/>
                  </a:lnTo>
                  <a:lnTo>
                    <a:pt x="914" y="3771"/>
                  </a:lnTo>
                  <a:lnTo>
                    <a:pt x="914" y="3428"/>
                  </a:lnTo>
                  <a:lnTo>
                    <a:pt x="457" y="2971"/>
                  </a:lnTo>
                  <a:lnTo>
                    <a:pt x="457" y="2514"/>
                  </a:lnTo>
                  <a:lnTo>
                    <a:pt x="1257" y="2514"/>
                  </a:lnTo>
                  <a:lnTo>
                    <a:pt x="1714" y="2057"/>
                  </a:lnTo>
                  <a:lnTo>
                    <a:pt x="2514" y="2514"/>
                  </a:lnTo>
                  <a:lnTo>
                    <a:pt x="2971" y="1257"/>
                  </a:lnTo>
                  <a:lnTo>
                    <a:pt x="3428" y="1714"/>
                  </a:lnTo>
                  <a:lnTo>
                    <a:pt x="3428" y="2057"/>
                  </a:lnTo>
                  <a:lnTo>
                    <a:pt x="3885" y="2057"/>
                  </a:lnTo>
                  <a:lnTo>
                    <a:pt x="4228" y="2514"/>
                  </a:lnTo>
                  <a:lnTo>
                    <a:pt x="4685" y="2057"/>
                  </a:lnTo>
                  <a:lnTo>
                    <a:pt x="4685" y="1714"/>
                  </a:lnTo>
                  <a:lnTo>
                    <a:pt x="5485" y="1714"/>
                  </a:lnTo>
                  <a:lnTo>
                    <a:pt x="5942" y="2057"/>
                  </a:lnTo>
                  <a:lnTo>
                    <a:pt x="5942" y="1257"/>
                  </a:lnTo>
                  <a:lnTo>
                    <a:pt x="6857" y="1257"/>
                  </a:lnTo>
                  <a:lnTo>
                    <a:pt x="6857" y="457"/>
                  </a:lnTo>
                  <a:lnTo>
                    <a:pt x="7199" y="0"/>
                  </a:lnTo>
                  <a:lnTo>
                    <a:pt x="7657" y="457"/>
                  </a:lnTo>
                  <a:lnTo>
                    <a:pt x="8457" y="0"/>
                  </a:lnTo>
                  <a:lnTo>
                    <a:pt x="9714" y="0"/>
                  </a:lnTo>
                  <a:lnTo>
                    <a:pt x="9714" y="457"/>
                  </a:lnTo>
                  <a:lnTo>
                    <a:pt x="10628" y="799"/>
                  </a:lnTo>
                  <a:lnTo>
                    <a:pt x="12342" y="799"/>
                  </a:lnTo>
                  <a:lnTo>
                    <a:pt x="12685" y="1257"/>
                  </a:lnTo>
                  <a:lnTo>
                    <a:pt x="12342" y="1714"/>
                  </a:lnTo>
                  <a:lnTo>
                    <a:pt x="12342" y="2057"/>
                  </a:lnTo>
                  <a:lnTo>
                    <a:pt x="11885" y="2514"/>
                  </a:lnTo>
                  <a:lnTo>
                    <a:pt x="12342" y="2971"/>
                  </a:lnTo>
                  <a:lnTo>
                    <a:pt x="11428" y="2971"/>
                  </a:lnTo>
                  <a:lnTo>
                    <a:pt x="11085" y="3428"/>
                  </a:lnTo>
                  <a:lnTo>
                    <a:pt x="10171" y="3428"/>
                  </a:lnTo>
                  <a:lnTo>
                    <a:pt x="9714" y="3771"/>
                  </a:lnTo>
                  <a:lnTo>
                    <a:pt x="10171" y="4228"/>
                  </a:lnTo>
                  <a:lnTo>
                    <a:pt x="10171" y="4685"/>
                  </a:lnTo>
                  <a:lnTo>
                    <a:pt x="9714" y="5028"/>
                  </a:lnTo>
                  <a:lnTo>
                    <a:pt x="10171" y="5485"/>
                  </a:lnTo>
                  <a:lnTo>
                    <a:pt x="10171" y="5942"/>
                  </a:lnTo>
                  <a:lnTo>
                    <a:pt x="11085" y="6400"/>
                  </a:lnTo>
                  <a:lnTo>
                    <a:pt x="11885" y="7200"/>
                  </a:lnTo>
                  <a:lnTo>
                    <a:pt x="13142" y="7999"/>
                  </a:lnTo>
                  <a:lnTo>
                    <a:pt x="13142" y="8914"/>
                  </a:lnTo>
                  <a:lnTo>
                    <a:pt x="13599" y="9371"/>
                  </a:lnTo>
                  <a:lnTo>
                    <a:pt x="13942" y="9371"/>
                  </a:lnTo>
                  <a:lnTo>
                    <a:pt x="13942" y="9714"/>
                  </a:lnTo>
                  <a:lnTo>
                    <a:pt x="14857" y="10171"/>
                  </a:lnTo>
                  <a:lnTo>
                    <a:pt x="14857" y="10628"/>
                  </a:lnTo>
                  <a:lnTo>
                    <a:pt x="16914" y="10628"/>
                  </a:lnTo>
                  <a:lnTo>
                    <a:pt x="17371" y="10971"/>
                  </a:lnTo>
                  <a:lnTo>
                    <a:pt x="16914" y="11428"/>
                  </a:lnTo>
                  <a:lnTo>
                    <a:pt x="16914" y="11885"/>
                  </a:lnTo>
                  <a:lnTo>
                    <a:pt x="18171" y="11885"/>
                  </a:lnTo>
                  <a:lnTo>
                    <a:pt x="19542" y="12685"/>
                  </a:lnTo>
                  <a:lnTo>
                    <a:pt x="19885" y="13142"/>
                  </a:lnTo>
                  <a:lnTo>
                    <a:pt x="20342" y="13600"/>
                  </a:lnTo>
                  <a:lnTo>
                    <a:pt x="21142" y="13600"/>
                  </a:lnTo>
                  <a:lnTo>
                    <a:pt x="21142" y="13942"/>
                  </a:lnTo>
                  <a:lnTo>
                    <a:pt x="21599" y="13942"/>
                  </a:lnTo>
                  <a:lnTo>
                    <a:pt x="21599" y="14400"/>
                  </a:lnTo>
                  <a:lnTo>
                    <a:pt x="21142" y="14857"/>
                  </a:lnTo>
                  <a:lnTo>
                    <a:pt x="21142" y="15200"/>
                  </a:lnTo>
                  <a:lnTo>
                    <a:pt x="20342" y="14400"/>
                  </a:lnTo>
                  <a:lnTo>
                    <a:pt x="20342" y="13942"/>
                  </a:lnTo>
                  <a:lnTo>
                    <a:pt x="19542" y="13942"/>
                  </a:lnTo>
                  <a:lnTo>
                    <a:pt x="19085" y="13600"/>
                  </a:lnTo>
                  <a:lnTo>
                    <a:pt x="18628" y="13942"/>
                  </a:lnTo>
                  <a:lnTo>
                    <a:pt x="18628" y="14857"/>
                  </a:lnTo>
                  <a:lnTo>
                    <a:pt x="18171" y="14857"/>
                  </a:lnTo>
                  <a:lnTo>
                    <a:pt x="18171" y="15657"/>
                  </a:lnTo>
                  <a:lnTo>
                    <a:pt x="18628" y="15657"/>
                  </a:lnTo>
                  <a:lnTo>
                    <a:pt x="19085" y="16114"/>
                  </a:lnTo>
                  <a:lnTo>
                    <a:pt x="19085" y="16914"/>
                  </a:lnTo>
                  <a:lnTo>
                    <a:pt x="18628" y="16914"/>
                  </a:lnTo>
                  <a:lnTo>
                    <a:pt x="18628" y="18171"/>
                  </a:lnTo>
                  <a:lnTo>
                    <a:pt x="17828" y="18628"/>
                  </a:lnTo>
                  <a:lnTo>
                    <a:pt x="17828" y="19085"/>
                  </a:lnTo>
                  <a:lnTo>
                    <a:pt x="16571" y="19085"/>
                  </a:lnTo>
                  <a:lnTo>
                    <a:pt x="16571" y="18628"/>
                  </a:lnTo>
                  <a:lnTo>
                    <a:pt x="16914" y="18171"/>
                  </a:lnTo>
                  <a:lnTo>
                    <a:pt x="17371" y="18171"/>
                  </a:lnTo>
                  <a:lnTo>
                    <a:pt x="17371" y="17371"/>
                  </a:lnTo>
                  <a:lnTo>
                    <a:pt x="17828" y="17371"/>
                  </a:lnTo>
                  <a:lnTo>
                    <a:pt x="17828" y="16914"/>
                  </a:lnTo>
                  <a:lnTo>
                    <a:pt x="17371" y="16571"/>
                  </a:lnTo>
                  <a:lnTo>
                    <a:pt x="17371" y="16114"/>
                  </a:lnTo>
                  <a:lnTo>
                    <a:pt x="16914" y="15657"/>
                  </a:lnTo>
                  <a:lnTo>
                    <a:pt x="16914" y="14857"/>
                  </a:lnTo>
                  <a:lnTo>
                    <a:pt x="16571" y="14400"/>
                  </a:lnTo>
                  <a:lnTo>
                    <a:pt x="16571" y="14857"/>
                  </a:lnTo>
                  <a:lnTo>
                    <a:pt x="15657" y="14400"/>
                  </a:lnTo>
                  <a:lnTo>
                    <a:pt x="15314" y="14400"/>
                  </a:lnTo>
                  <a:lnTo>
                    <a:pt x="15314" y="13600"/>
                  </a:lnTo>
                  <a:lnTo>
                    <a:pt x="14399" y="13600"/>
                  </a:lnTo>
                  <a:lnTo>
                    <a:pt x="14399" y="13142"/>
                  </a:lnTo>
                  <a:lnTo>
                    <a:pt x="13599" y="13142"/>
                  </a:lnTo>
                  <a:lnTo>
                    <a:pt x="13142" y="12342"/>
                  </a:lnTo>
                  <a:lnTo>
                    <a:pt x="11885" y="12342"/>
                  </a:lnTo>
                  <a:lnTo>
                    <a:pt x="11885" y="11885"/>
                  </a:lnTo>
                  <a:lnTo>
                    <a:pt x="11085" y="11885"/>
                  </a:lnTo>
                  <a:lnTo>
                    <a:pt x="10628" y="11428"/>
                  </a:lnTo>
                  <a:lnTo>
                    <a:pt x="9714" y="10628"/>
                  </a:lnTo>
                  <a:lnTo>
                    <a:pt x="9371" y="10171"/>
                  </a:lnTo>
                  <a:lnTo>
                    <a:pt x="8914" y="9714"/>
                  </a:lnTo>
                  <a:lnTo>
                    <a:pt x="8457" y="9714"/>
                  </a:lnTo>
                  <a:lnTo>
                    <a:pt x="8457" y="9371"/>
                  </a:lnTo>
                  <a:lnTo>
                    <a:pt x="8114" y="8914"/>
                  </a:lnTo>
                  <a:lnTo>
                    <a:pt x="7657" y="8457"/>
                  </a:lnTo>
                  <a:lnTo>
                    <a:pt x="7199" y="8457"/>
                  </a:lnTo>
                  <a:lnTo>
                    <a:pt x="7199" y="7999"/>
                  </a:lnTo>
                  <a:lnTo>
                    <a:pt x="6857" y="7657"/>
                  </a:lnTo>
                  <a:lnTo>
                    <a:pt x="6399" y="6742"/>
                  </a:lnTo>
                  <a:lnTo>
                    <a:pt x="6399" y="6400"/>
                  </a:lnTo>
                  <a:lnTo>
                    <a:pt x="5942" y="6400"/>
                  </a:lnTo>
                  <a:lnTo>
                    <a:pt x="5485" y="5942"/>
                  </a:lnTo>
                  <a:lnTo>
                    <a:pt x="5142" y="5942"/>
                  </a:lnTo>
                  <a:lnTo>
                    <a:pt x="3885" y="5485"/>
                  </a:lnTo>
                  <a:lnTo>
                    <a:pt x="2971" y="5942"/>
                  </a:lnTo>
                  <a:lnTo>
                    <a:pt x="2971" y="6400"/>
                  </a:lnTo>
                  <a:lnTo>
                    <a:pt x="2514" y="6742"/>
                  </a:lnTo>
                  <a:lnTo>
                    <a:pt x="1714" y="6742"/>
                  </a:lnTo>
                  <a:close/>
                  <a:moveTo>
                    <a:pt x="2971" y="12685"/>
                  </a:moveTo>
                  <a:lnTo>
                    <a:pt x="3428" y="12685"/>
                  </a:lnTo>
                  <a:lnTo>
                    <a:pt x="3428" y="12342"/>
                  </a:lnTo>
                  <a:lnTo>
                    <a:pt x="2971" y="12342"/>
                  </a:lnTo>
                  <a:lnTo>
                    <a:pt x="2971" y="12685"/>
                  </a:lnTo>
                  <a:close/>
                  <a:moveTo>
                    <a:pt x="8114" y="9714"/>
                  </a:moveTo>
                  <a:close/>
                  <a:moveTo>
                    <a:pt x="6399" y="8914"/>
                  </a:moveTo>
                  <a:lnTo>
                    <a:pt x="7199" y="8914"/>
                  </a:lnTo>
                  <a:lnTo>
                    <a:pt x="6857" y="8457"/>
                  </a:lnTo>
                  <a:lnTo>
                    <a:pt x="6857" y="8914"/>
                  </a:lnTo>
                  <a:lnTo>
                    <a:pt x="6399" y="8914"/>
                  </a:lnTo>
                  <a:close/>
                  <a:moveTo>
                    <a:pt x="4228" y="17371"/>
                  </a:moveTo>
                  <a:lnTo>
                    <a:pt x="4228" y="16914"/>
                  </a:lnTo>
                  <a:lnTo>
                    <a:pt x="4228" y="17371"/>
                  </a:lnTo>
                  <a:lnTo>
                    <a:pt x="4685" y="16914"/>
                  </a:lnTo>
                  <a:lnTo>
                    <a:pt x="4685" y="16571"/>
                  </a:lnTo>
                  <a:lnTo>
                    <a:pt x="5942" y="16571"/>
                  </a:lnTo>
                  <a:lnTo>
                    <a:pt x="5942" y="15657"/>
                  </a:lnTo>
                  <a:lnTo>
                    <a:pt x="5485" y="14857"/>
                  </a:lnTo>
                  <a:lnTo>
                    <a:pt x="5942" y="14400"/>
                  </a:lnTo>
                  <a:lnTo>
                    <a:pt x="5485" y="13942"/>
                  </a:lnTo>
                  <a:lnTo>
                    <a:pt x="5942" y="13600"/>
                  </a:lnTo>
                  <a:lnTo>
                    <a:pt x="5942" y="13142"/>
                  </a:lnTo>
                  <a:lnTo>
                    <a:pt x="5142" y="12342"/>
                  </a:lnTo>
                  <a:lnTo>
                    <a:pt x="4685" y="12342"/>
                  </a:lnTo>
                  <a:lnTo>
                    <a:pt x="3885" y="13142"/>
                  </a:lnTo>
                  <a:lnTo>
                    <a:pt x="3428" y="13142"/>
                  </a:lnTo>
                  <a:lnTo>
                    <a:pt x="2971" y="12685"/>
                  </a:lnTo>
                  <a:lnTo>
                    <a:pt x="2971" y="13600"/>
                  </a:lnTo>
                  <a:lnTo>
                    <a:pt x="3428" y="13600"/>
                  </a:lnTo>
                  <a:lnTo>
                    <a:pt x="3428" y="13942"/>
                  </a:lnTo>
                  <a:lnTo>
                    <a:pt x="3885" y="13942"/>
                  </a:lnTo>
                  <a:lnTo>
                    <a:pt x="3885" y="14400"/>
                  </a:lnTo>
                  <a:lnTo>
                    <a:pt x="3428" y="14857"/>
                  </a:lnTo>
                  <a:lnTo>
                    <a:pt x="3885" y="14857"/>
                  </a:lnTo>
                  <a:lnTo>
                    <a:pt x="3885" y="15200"/>
                  </a:lnTo>
                  <a:lnTo>
                    <a:pt x="3428" y="16114"/>
                  </a:lnTo>
                  <a:lnTo>
                    <a:pt x="3885" y="16914"/>
                  </a:lnTo>
                  <a:lnTo>
                    <a:pt x="4228" y="17371"/>
                  </a:lnTo>
                  <a:close/>
                  <a:moveTo>
                    <a:pt x="16114" y="21600"/>
                  </a:moveTo>
                  <a:lnTo>
                    <a:pt x="16114" y="20800"/>
                  </a:lnTo>
                  <a:lnTo>
                    <a:pt x="15657" y="20342"/>
                  </a:lnTo>
                  <a:lnTo>
                    <a:pt x="16114" y="19542"/>
                  </a:lnTo>
                  <a:lnTo>
                    <a:pt x="16571" y="19085"/>
                  </a:lnTo>
                  <a:lnTo>
                    <a:pt x="16571" y="18628"/>
                  </a:lnTo>
                  <a:lnTo>
                    <a:pt x="16114" y="18171"/>
                  </a:lnTo>
                  <a:lnTo>
                    <a:pt x="15657" y="18628"/>
                  </a:lnTo>
                  <a:lnTo>
                    <a:pt x="15314" y="18628"/>
                  </a:lnTo>
                  <a:lnTo>
                    <a:pt x="14857" y="19085"/>
                  </a:lnTo>
                  <a:lnTo>
                    <a:pt x="12685" y="19085"/>
                  </a:lnTo>
                  <a:lnTo>
                    <a:pt x="12342" y="18628"/>
                  </a:lnTo>
                  <a:lnTo>
                    <a:pt x="11885" y="18628"/>
                  </a:lnTo>
                  <a:lnTo>
                    <a:pt x="11885" y="19085"/>
                  </a:lnTo>
                  <a:lnTo>
                    <a:pt x="11428" y="18628"/>
                  </a:lnTo>
                  <a:lnTo>
                    <a:pt x="11085" y="19085"/>
                  </a:lnTo>
                  <a:lnTo>
                    <a:pt x="11085" y="19542"/>
                  </a:lnTo>
                  <a:lnTo>
                    <a:pt x="11428" y="19885"/>
                  </a:lnTo>
                  <a:lnTo>
                    <a:pt x="11885" y="19885"/>
                  </a:lnTo>
                  <a:lnTo>
                    <a:pt x="12685" y="20342"/>
                  </a:lnTo>
                  <a:lnTo>
                    <a:pt x="13142" y="20800"/>
                  </a:lnTo>
                  <a:lnTo>
                    <a:pt x="13942" y="21142"/>
                  </a:lnTo>
                  <a:lnTo>
                    <a:pt x="14399" y="20800"/>
                  </a:lnTo>
                  <a:lnTo>
                    <a:pt x="14857" y="21142"/>
                  </a:lnTo>
                  <a:lnTo>
                    <a:pt x="15657" y="21600"/>
                  </a:lnTo>
                  <a:lnTo>
                    <a:pt x="1611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7" name="AutoShape 71"/>
            <p:cNvSpPr>
              <a:spLocks/>
            </p:cNvSpPr>
            <p:nvPr/>
          </p:nvSpPr>
          <p:spPr bwMode="auto">
            <a:xfrm>
              <a:off x="10318858" y="4670428"/>
              <a:ext cx="821644" cy="553388"/>
            </a:xfrm>
            <a:custGeom>
              <a:avLst/>
              <a:gdLst>
                <a:gd name="T0" fmla="*/ 410822 w 21600"/>
                <a:gd name="T1" fmla="*/ 276694 h 21600"/>
                <a:gd name="T2" fmla="*/ 410822 w 21600"/>
                <a:gd name="T3" fmla="*/ 276694 h 21600"/>
                <a:gd name="T4" fmla="*/ 410822 w 21600"/>
                <a:gd name="T5" fmla="*/ 276694 h 21600"/>
                <a:gd name="T6" fmla="*/ 410822 w 21600"/>
                <a:gd name="T7" fmla="*/ 27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174" y="1136"/>
                  </a:moveTo>
                  <a:cubicBezTo>
                    <a:pt x="12567" y="1136"/>
                    <a:pt x="12567" y="1136"/>
                    <a:pt x="12567" y="1136"/>
                  </a:cubicBezTo>
                  <a:cubicBezTo>
                    <a:pt x="12567" y="1705"/>
                    <a:pt x="12567" y="1705"/>
                    <a:pt x="12567" y="1705"/>
                  </a:cubicBezTo>
                  <a:cubicBezTo>
                    <a:pt x="12959" y="1705"/>
                    <a:pt x="12959" y="1705"/>
                    <a:pt x="12959" y="1705"/>
                  </a:cubicBezTo>
                  <a:cubicBezTo>
                    <a:pt x="12959" y="2273"/>
                    <a:pt x="12959" y="2273"/>
                    <a:pt x="12959" y="2273"/>
                  </a:cubicBezTo>
                  <a:cubicBezTo>
                    <a:pt x="12959" y="2273"/>
                    <a:pt x="12959" y="2273"/>
                    <a:pt x="12959" y="2273"/>
                  </a:cubicBezTo>
                  <a:cubicBezTo>
                    <a:pt x="13352" y="2273"/>
                    <a:pt x="13352" y="2273"/>
                    <a:pt x="13352" y="2273"/>
                  </a:cubicBezTo>
                  <a:cubicBezTo>
                    <a:pt x="14138" y="2842"/>
                    <a:pt x="14138" y="2842"/>
                    <a:pt x="14138" y="2842"/>
                  </a:cubicBezTo>
                  <a:cubicBezTo>
                    <a:pt x="14530" y="3410"/>
                    <a:pt x="14530" y="3410"/>
                    <a:pt x="14530" y="3410"/>
                  </a:cubicBezTo>
                  <a:cubicBezTo>
                    <a:pt x="14923" y="2842"/>
                    <a:pt x="14923" y="2842"/>
                    <a:pt x="14923" y="2842"/>
                  </a:cubicBezTo>
                  <a:cubicBezTo>
                    <a:pt x="15316" y="3410"/>
                    <a:pt x="15316" y="3410"/>
                    <a:pt x="15316" y="3410"/>
                  </a:cubicBezTo>
                  <a:cubicBezTo>
                    <a:pt x="15709" y="3410"/>
                    <a:pt x="15709" y="3410"/>
                    <a:pt x="15709" y="3410"/>
                  </a:cubicBezTo>
                  <a:cubicBezTo>
                    <a:pt x="15709" y="3410"/>
                    <a:pt x="15709" y="3410"/>
                    <a:pt x="15709" y="3410"/>
                  </a:cubicBezTo>
                  <a:cubicBezTo>
                    <a:pt x="16101" y="3410"/>
                    <a:pt x="16101" y="3410"/>
                    <a:pt x="16101" y="3410"/>
                  </a:cubicBezTo>
                  <a:cubicBezTo>
                    <a:pt x="16887" y="3410"/>
                    <a:pt x="16887" y="3410"/>
                    <a:pt x="16887" y="3410"/>
                  </a:cubicBezTo>
                  <a:cubicBezTo>
                    <a:pt x="17279" y="3410"/>
                    <a:pt x="17279" y="3410"/>
                    <a:pt x="17279" y="3410"/>
                  </a:cubicBezTo>
                  <a:cubicBezTo>
                    <a:pt x="17672" y="3410"/>
                    <a:pt x="17672" y="3410"/>
                    <a:pt x="17672" y="3410"/>
                  </a:cubicBezTo>
                  <a:cubicBezTo>
                    <a:pt x="18065" y="3410"/>
                    <a:pt x="18065" y="3410"/>
                    <a:pt x="18065" y="3410"/>
                  </a:cubicBezTo>
                  <a:cubicBezTo>
                    <a:pt x="18850" y="3410"/>
                    <a:pt x="18850" y="3410"/>
                    <a:pt x="18850" y="3410"/>
                  </a:cubicBezTo>
                  <a:cubicBezTo>
                    <a:pt x="19636" y="3978"/>
                    <a:pt x="19636" y="3978"/>
                    <a:pt x="19636" y="3978"/>
                  </a:cubicBezTo>
                  <a:cubicBezTo>
                    <a:pt x="20029" y="3978"/>
                    <a:pt x="20029" y="3978"/>
                    <a:pt x="20029" y="3978"/>
                  </a:cubicBezTo>
                  <a:cubicBezTo>
                    <a:pt x="20029" y="4547"/>
                    <a:pt x="20029" y="4547"/>
                    <a:pt x="20029" y="4547"/>
                  </a:cubicBezTo>
                  <a:cubicBezTo>
                    <a:pt x="19636" y="4547"/>
                    <a:pt x="19636" y="4547"/>
                    <a:pt x="19636" y="4547"/>
                  </a:cubicBezTo>
                  <a:cubicBezTo>
                    <a:pt x="19636" y="5115"/>
                    <a:pt x="19636" y="5115"/>
                    <a:pt x="19636" y="5115"/>
                  </a:cubicBezTo>
                  <a:cubicBezTo>
                    <a:pt x="19636" y="5684"/>
                    <a:pt x="19636" y="5684"/>
                    <a:pt x="19636" y="5684"/>
                  </a:cubicBezTo>
                  <a:cubicBezTo>
                    <a:pt x="19636" y="6252"/>
                    <a:pt x="19636" y="6252"/>
                    <a:pt x="19636" y="6252"/>
                  </a:cubicBezTo>
                  <a:cubicBezTo>
                    <a:pt x="18850" y="6821"/>
                    <a:pt x="18850" y="6821"/>
                    <a:pt x="18850" y="6821"/>
                  </a:cubicBezTo>
                  <a:cubicBezTo>
                    <a:pt x="18850" y="6821"/>
                    <a:pt x="18458" y="7389"/>
                    <a:pt x="18458" y="7389"/>
                  </a:cubicBezTo>
                  <a:cubicBezTo>
                    <a:pt x="18458" y="7389"/>
                    <a:pt x="18065" y="7389"/>
                    <a:pt x="18065" y="7389"/>
                  </a:cubicBezTo>
                  <a:cubicBezTo>
                    <a:pt x="17279" y="7389"/>
                    <a:pt x="17279" y="7389"/>
                    <a:pt x="17279" y="7389"/>
                  </a:cubicBezTo>
                  <a:cubicBezTo>
                    <a:pt x="16887" y="7957"/>
                    <a:pt x="16887" y="7957"/>
                    <a:pt x="16887" y="7957"/>
                  </a:cubicBezTo>
                  <a:cubicBezTo>
                    <a:pt x="16494" y="8526"/>
                    <a:pt x="16494" y="8526"/>
                    <a:pt x="16494" y="8526"/>
                  </a:cubicBezTo>
                  <a:cubicBezTo>
                    <a:pt x="16494" y="8526"/>
                    <a:pt x="16494" y="8526"/>
                    <a:pt x="16494" y="8526"/>
                  </a:cubicBezTo>
                  <a:cubicBezTo>
                    <a:pt x="16494" y="9094"/>
                    <a:pt x="16494" y="9094"/>
                    <a:pt x="16494" y="9094"/>
                  </a:cubicBezTo>
                  <a:cubicBezTo>
                    <a:pt x="16494" y="9094"/>
                    <a:pt x="16494" y="9094"/>
                    <a:pt x="16494" y="9094"/>
                  </a:cubicBezTo>
                  <a:cubicBezTo>
                    <a:pt x="16101" y="9094"/>
                    <a:pt x="16101" y="9094"/>
                    <a:pt x="16101" y="9094"/>
                  </a:cubicBezTo>
                  <a:cubicBezTo>
                    <a:pt x="16494" y="9094"/>
                    <a:pt x="16494" y="9094"/>
                    <a:pt x="16494" y="9094"/>
                  </a:cubicBezTo>
                  <a:cubicBezTo>
                    <a:pt x="16101" y="9094"/>
                    <a:pt x="16101" y="9094"/>
                    <a:pt x="16101" y="9094"/>
                  </a:cubicBezTo>
                  <a:cubicBezTo>
                    <a:pt x="15709" y="10231"/>
                    <a:pt x="15709" y="10231"/>
                    <a:pt x="15709" y="10231"/>
                  </a:cubicBezTo>
                  <a:cubicBezTo>
                    <a:pt x="15316" y="10231"/>
                    <a:pt x="15316" y="10231"/>
                    <a:pt x="15316" y="10231"/>
                  </a:cubicBezTo>
                  <a:cubicBezTo>
                    <a:pt x="14530" y="11936"/>
                    <a:pt x="14530" y="11936"/>
                    <a:pt x="14530" y="11936"/>
                  </a:cubicBezTo>
                  <a:cubicBezTo>
                    <a:pt x="14530" y="11936"/>
                    <a:pt x="14530" y="11936"/>
                    <a:pt x="14530" y="11936"/>
                  </a:cubicBezTo>
                  <a:cubicBezTo>
                    <a:pt x="14530" y="13073"/>
                    <a:pt x="14530" y="13073"/>
                    <a:pt x="14530" y="13073"/>
                  </a:cubicBezTo>
                  <a:cubicBezTo>
                    <a:pt x="14923" y="13073"/>
                    <a:pt x="14923" y="13073"/>
                    <a:pt x="14923" y="13073"/>
                  </a:cubicBezTo>
                  <a:cubicBezTo>
                    <a:pt x="14923" y="13642"/>
                    <a:pt x="14923" y="13642"/>
                    <a:pt x="14923" y="13642"/>
                  </a:cubicBezTo>
                  <a:cubicBezTo>
                    <a:pt x="15316" y="14210"/>
                    <a:pt x="15316" y="14210"/>
                    <a:pt x="15316" y="14210"/>
                  </a:cubicBezTo>
                  <a:cubicBezTo>
                    <a:pt x="14923" y="14778"/>
                    <a:pt x="14923" y="14778"/>
                    <a:pt x="14923" y="14778"/>
                  </a:cubicBezTo>
                  <a:cubicBezTo>
                    <a:pt x="14530" y="14778"/>
                    <a:pt x="14530" y="14778"/>
                    <a:pt x="14530" y="14778"/>
                  </a:cubicBezTo>
                  <a:cubicBezTo>
                    <a:pt x="14530" y="15347"/>
                    <a:pt x="14530" y="15347"/>
                    <a:pt x="14530" y="15347"/>
                  </a:cubicBezTo>
                  <a:cubicBezTo>
                    <a:pt x="14138" y="16484"/>
                    <a:pt x="14138" y="16484"/>
                    <a:pt x="14138" y="16484"/>
                  </a:cubicBezTo>
                  <a:cubicBezTo>
                    <a:pt x="13745" y="17052"/>
                    <a:pt x="13745" y="17052"/>
                    <a:pt x="13745" y="17052"/>
                  </a:cubicBezTo>
                  <a:cubicBezTo>
                    <a:pt x="14138" y="17052"/>
                    <a:pt x="14138" y="17052"/>
                    <a:pt x="14138" y="17052"/>
                  </a:cubicBezTo>
                  <a:cubicBezTo>
                    <a:pt x="13745" y="17621"/>
                    <a:pt x="13745" y="17621"/>
                    <a:pt x="13745" y="17621"/>
                  </a:cubicBezTo>
                  <a:cubicBezTo>
                    <a:pt x="13352" y="17621"/>
                    <a:pt x="13352" y="17621"/>
                    <a:pt x="13352" y="17621"/>
                  </a:cubicBezTo>
                  <a:cubicBezTo>
                    <a:pt x="12174" y="18189"/>
                    <a:pt x="12174" y="18189"/>
                    <a:pt x="12174" y="18189"/>
                  </a:cubicBezTo>
                  <a:cubicBezTo>
                    <a:pt x="12174" y="18757"/>
                    <a:pt x="12174" y="18757"/>
                    <a:pt x="12174" y="18757"/>
                  </a:cubicBezTo>
                  <a:cubicBezTo>
                    <a:pt x="11781" y="19326"/>
                    <a:pt x="11781" y="19326"/>
                    <a:pt x="11781" y="19326"/>
                  </a:cubicBezTo>
                  <a:cubicBezTo>
                    <a:pt x="11389" y="19326"/>
                    <a:pt x="11389" y="19326"/>
                    <a:pt x="11389" y="19326"/>
                  </a:cubicBezTo>
                  <a:cubicBezTo>
                    <a:pt x="10996" y="18757"/>
                    <a:pt x="10996" y="18757"/>
                    <a:pt x="10996" y="18757"/>
                  </a:cubicBezTo>
                  <a:cubicBezTo>
                    <a:pt x="10996" y="19326"/>
                    <a:pt x="10996" y="19326"/>
                    <a:pt x="10996" y="19326"/>
                  </a:cubicBezTo>
                  <a:cubicBezTo>
                    <a:pt x="10603" y="19894"/>
                    <a:pt x="10603" y="19894"/>
                    <a:pt x="10603" y="19894"/>
                  </a:cubicBezTo>
                  <a:cubicBezTo>
                    <a:pt x="10603" y="19326"/>
                    <a:pt x="10603" y="19326"/>
                    <a:pt x="10603" y="19326"/>
                  </a:cubicBezTo>
                  <a:cubicBezTo>
                    <a:pt x="10210" y="19326"/>
                    <a:pt x="10210" y="19326"/>
                    <a:pt x="10210" y="19326"/>
                  </a:cubicBezTo>
                  <a:cubicBezTo>
                    <a:pt x="9818" y="19326"/>
                    <a:pt x="9818" y="19326"/>
                    <a:pt x="9818" y="19326"/>
                  </a:cubicBezTo>
                  <a:cubicBezTo>
                    <a:pt x="9425" y="19326"/>
                    <a:pt x="9425" y="19326"/>
                    <a:pt x="9425" y="19326"/>
                  </a:cubicBezTo>
                  <a:cubicBezTo>
                    <a:pt x="8639" y="19326"/>
                    <a:pt x="8639" y="19326"/>
                    <a:pt x="8639" y="19326"/>
                  </a:cubicBezTo>
                  <a:cubicBezTo>
                    <a:pt x="8639" y="19326"/>
                    <a:pt x="8639" y="19326"/>
                    <a:pt x="8639" y="19326"/>
                  </a:cubicBezTo>
                  <a:cubicBezTo>
                    <a:pt x="7854" y="19326"/>
                    <a:pt x="7854" y="19326"/>
                    <a:pt x="7854" y="19326"/>
                  </a:cubicBezTo>
                  <a:cubicBezTo>
                    <a:pt x="7461" y="20463"/>
                    <a:pt x="7461" y="20463"/>
                    <a:pt x="7461" y="20463"/>
                  </a:cubicBezTo>
                  <a:cubicBezTo>
                    <a:pt x="6676" y="20463"/>
                    <a:pt x="6676" y="20463"/>
                    <a:pt x="6676" y="20463"/>
                  </a:cubicBezTo>
                  <a:cubicBezTo>
                    <a:pt x="6283" y="20463"/>
                    <a:pt x="6283" y="20463"/>
                    <a:pt x="6283" y="20463"/>
                  </a:cubicBezTo>
                  <a:cubicBezTo>
                    <a:pt x="6283" y="21031"/>
                    <a:pt x="6283" y="21031"/>
                    <a:pt x="6283" y="21031"/>
                  </a:cubicBezTo>
                  <a:cubicBezTo>
                    <a:pt x="5890" y="21600"/>
                    <a:pt x="5890" y="21600"/>
                    <a:pt x="5890" y="21600"/>
                  </a:cubicBezTo>
                  <a:cubicBezTo>
                    <a:pt x="5498" y="21031"/>
                    <a:pt x="5498" y="21031"/>
                    <a:pt x="5498" y="21031"/>
                  </a:cubicBezTo>
                  <a:cubicBezTo>
                    <a:pt x="4712" y="20463"/>
                    <a:pt x="4712" y="20463"/>
                    <a:pt x="4712" y="20463"/>
                  </a:cubicBezTo>
                  <a:cubicBezTo>
                    <a:pt x="4319" y="19326"/>
                    <a:pt x="4319" y="19326"/>
                    <a:pt x="4319" y="19326"/>
                  </a:cubicBezTo>
                  <a:cubicBezTo>
                    <a:pt x="4712" y="19326"/>
                    <a:pt x="4712" y="19326"/>
                    <a:pt x="4712" y="19326"/>
                  </a:cubicBezTo>
                  <a:cubicBezTo>
                    <a:pt x="3927" y="18189"/>
                    <a:pt x="3927" y="18189"/>
                    <a:pt x="3927" y="18189"/>
                  </a:cubicBezTo>
                  <a:cubicBezTo>
                    <a:pt x="3141" y="18189"/>
                    <a:pt x="3141" y="18189"/>
                    <a:pt x="3141" y="18189"/>
                  </a:cubicBezTo>
                  <a:cubicBezTo>
                    <a:pt x="3141" y="18189"/>
                    <a:pt x="3141" y="18189"/>
                    <a:pt x="3141" y="18189"/>
                  </a:cubicBezTo>
                  <a:cubicBezTo>
                    <a:pt x="3141" y="17621"/>
                    <a:pt x="3141" y="17621"/>
                    <a:pt x="3141" y="17621"/>
                  </a:cubicBezTo>
                  <a:cubicBezTo>
                    <a:pt x="2749" y="17052"/>
                    <a:pt x="2749" y="17052"/>
                    <a:pt x="2749" y="17052"/>
                  </a:cubicBezTo>
                  <a:cubicBezTo>
                    <a:pt x="3141" y="16484"/>
                    <a:pt x="3141" y="16484"/>
                    <a:pt x="3141" y="16484"/>
                  </a:cubicBezTo>
                  <a:cubicBezTo>
                    <a:pt x="3534" y="15915"/>
                    <a:pt x="3534" y="15915"/>
                    <a:pt x="3534" y="15915"/>
                  </a:cubicBezTo>
                  <a:cubicBezTo>
                    <a:pt x="3534" y="15347"/>
                    <a:pt x="3534" y="15347"/>
                    <a:pt x="3534" y="15347"/>
                  </a:cubicBezTo>
                  <a:cubicBezTo>
                    <a:pt x="3141" y="15347"/>
                    <a:pt x="3141" y="15347"/>
                    <a:pt x="3141" y="15347"/>
                  </a:cubicBezTo>
                  <a:cubicBezTo>
                    <a:pt x="3141" y="14778"/>
                    <a:pt x="3141" y="14778"/>
                    <a:pt x="3141" y="14778"/>
                  </a:cubicBezTo>
                  <a:cubicBezTo>
                    <a:pt x="3534" y="13642"/>
                    <a:pt x="3534" y="13642"/>
                    <a:pt x="3534" y="13642"/>
                  </a:cubicBezTo>
                  <a:cubicBezTo>
                    <a:pt x="3534" y="13073"/>
                    <a:pt x="3534" y="13073"/>
                    <a:pt x="3534" y="13073"/>
                  </a:cubicBezTo>
                  <a:cubicBezTo>
                    <a:pt x="3141" y="12505"/>
                    <a:pt x="3141" y="12505"/>
                    <a:pt x="3141" y="12505"/>
                  </a:cubicBezTo>
                  <a:cubicBezTo>
                    <a:pt x="2749" y="11368"/>
                    <a:pt x="2749" y="11368"/>
                    <a:pt x="2749" y="11368"/>
                  </a:cubicBezTo>
                  <a:cubicBezTo>
                    <a:pt x="3141" y="11368"/>
                    <a:pt x="3141" y="11368"/>
                    <a:pt x="3141" y="11368"/>
                  </a:cubicBezTo>
                  <a:cubicBezTo>
                    <a:pt x="3534" y="11368"/>
                    <a:pt x="3534" y="11368"/>
                    <a:pt x="3534" y="11368"/>
                  </a:cubicBezTo>
                  <a:cubicBezTo>
                    <a:pt x="3927" y="10800"/>
                    <a:pt x="3927" y="10800"/>
                    <a:pt x="3927" y="10800"/>
                  </a:cubicBezTo>
                  <a:cubicBezTo>
                    <a:pt x="3534" y="10231"/>
                    <a:pt x="3534" y="10231"/>
                    <a:pt x="3534" y="10231"/>
                  </a:cubicBezTo>
                  <a:cubicBezTo>
                    <a:pt x="3927" y="9663"/>
                    <a:pt x="3927" y="9663"/>
                    <a:pt x="3927" y="9663"/>
                  </a:cubicBezTo>
                  <a:cubicBezTo>
                    <a:pt x="3927" y="8526"/>
                    <a:pt x="3927" y="8526"/>
                    <a:pt x="3927" y="8526"/>
                  </a:cubicBezTo>
                  <a:cubicBezTo>
                    <a:pt x="3927" y="7957"/>
                    <a:pt x="3927" y="7957"/>
                    <a:pt x="3927" y="7957"/>
                  </a:cubicBezTo>
                  <a:cubicBezTo>
                    <a:pt x="4712" y="6821"/>
                    <a:pt x="4712" y="6821"/>
                    <a:pt x="4712" y="6821"/>
                  </a:cubicBezTo>
                  <a:cubicBezTo>
                    <a:pt x="4712" y="6821"/>
                    <a:pt x="4712" y="6821"/>
                    <a:pt x="4712" y="6821"/>
                  </a:cubicBezTo>
                  <a:cubicBezTo>
                    <a:pt x="5105" y="6252"/>
                    <a:pt x="5105" y="6252"/>
                    <a:pt x="5105" y="6252"/>
                  </a:cubicBezTo>
                  <a:cubicBezTo>
                    <a:pt x="4712" y="5684"/>
                    <a:pt x="4712" y="5684"/>
                    <a:pt x="4712" y="5684"/>
                  </a:cubicBezTo>
                  <a:cubicBezTo>
                    <a:pt x="4712" y="5115"/>
                    <a:pt x="4712" y="5115"/>
                    <a:pt x="4712" y="5115"/>
                  </a:cubicBezTo>
                  <a:cubicBezTo>
                    <a:pt x="3534" y="5115"/>
                    <a:pt x="3534" y="5115"/>
                    <a:pt x="3534" y="5115"/>
                  </a:cubicBezTo>
                  <a:cubicBezTo>
                    <a:pt x="3534" y="5684"/>
                    <a:pt x="3534" y="5684"/>
                    <a:pt x="3534" y="5684"/>
                  </a:cubicBezTo>
                  <a:cubicBezTo>
                    <a:pt x="2356" y="5115"/>
                    <a:pt x="2356" y="5115"/>
                    <a:pt x="2356" y="5115"/>
                  </a:cubicBezTo>
                  <a:cubicBezTo>
                    <a:pt x="1963" y="5684"/>
                    <a:pt x="1963" y="5684"/>
                    <a:pt x="1963" y="5684"/>
                  </a:cubicBezTo>
                  <a:cubicBezTo>
                    <a:pt x="1570" y="5115"/>
                    <a:pt x="1570" y="5115"/>
                    <a:pt x="1570" y="5115"/>
                  </a:cubicBezTo>
                  <a:cubicBezTo>
                    <a:pt x="1570" y="5115"/>
                    <a:pt x="1570" y="5115"/>
                    <a:pt x="1570" y="5115"/>
                  </a:cubicBezTo>
                  <a:cubicBezTo>
                    <a:pt x="1570" y="4547"/>
                    <a:pt x="1570" y="4547"/>
                    <a:pt x="1570" y="4547"/>
                  </a:cubicBezTo>
                  <a:cubicBezTo>
                    <a:pt x="785" y="5115"/>
                    <a:pt x="785" y="5115"/>
                    <a:pt x="785" y="5115"/>
                  </a:cubicBezTo>
                  <a:cubicBezTo>
                    <a:pt x="785" y="4547"/>
                    <a:pt x="785" y="4547"/>
                    <a:pt x="785" y="4547"/>
                  </a:cubicBezTo>
                  <a:cubicBezTo>
                    <a:pt x="1178" y="4547"/>
                    <a:pt x="1178" y="4547"/>
                    <a:pt x="1178" y="4547"/>
                  </a:cubicBezTo>
                  <a:cubicBezTo>
                    <a:pt x="785" y="3978"/>
                    <a:pt x="785" y="3978"/>
                    <a:pt x="785" y="3978"/>
                  </a:cubicBezTo>
                  <a:cubicBezTo>
                    <a:pt x="1178" y="3978"/>
                    <a:pt x="1178" y="3978"/>
                    <a:pt x="1178" y="3978"/>
                  </a:cubicBezTo>
                  <a:cubicBezTo>
                    <a:pt x="785" y="3978"/>
                    <a:pt x="785" y="3978"/>
                    <a:pt x="785" y="3978"/>
                  </a:cubicBezTo>
                  <a:cubicBezTo>
                    <a:pt x="785" y="3410"/>
                    <a:pt x="785" y="3410"/>
                    <a:pt x="785" y="3410"/>
                  </a:cubicBezTo>
                  <a:cubicBezTo>
                    <a:pt x="785" y="3410"/>
                    <a:pt x="785" y="3410"/>
                    <a:pt x="785" y="3410"/>
                  </a:cubicBezTo>
                  <a:cubicBezTo>
                    <a:pt x="392" y="3410"/>
                    <a:pt x="392" y="3410"/>
                    <a:pt x="392" y="3410"/>
                  </a:cubicBezTo>
                  <a:cubicBezTo>
                    <a:pt x="785" y="2842"/>
                    <a:pt x="785" y="2842"/>
                    <a:pt x="785" y="2842"/>
                  </a:cubicBezTo>
                  <a:cubicBezTo>
                    <a:pt x="392" y="2842"/>
                    <a:pt x="392" y="2842"/>
                    <a:pt x="392" y="2842"/>
                  </a:cubicBezTo>
                  <a:cubicBezTo>
                    <a:pt x="392" y="2842"/>
                    <a:pt x="392" y="2842"/>
                    <a:pt x="392" y="2842"/>
                  </a:cubicBezTo>
                  <a:cubicBezTo>
                    <a:pt x="392" y="2842"/>
                    <a:pt x="392" y="2842"/>
                    <a:pt x="392" y="2842"/>
                  </a:cubicBezTo>
                  <a:cubicBezTo>
                    <a:pt x="0" y="2273"/>
                    <a:pt x="0" y="2273"/>
                    <a:pt x="0" y="2273"/>
                  </a:cubicBezTo>
                  <a:cubicBezTo>
                    <a:pt x="392" y="1705"/>
                    <a:pt x="392" y="1705"/>
                    <a:pt x="392" y="1705"/>
                  </a:cubicBezTo>
                  <a:cubicBezTo>
                    <a:pt x="785" y="1136"/>
                    <a:pt x="785" y="1136"/>
                    <a:pt x="785" y="1136"/>
                  </a:cubicBezTo>
                  <a:cubicBezTo>
                    <a:pt x="1178" y="1705"/>
                    <a:pt x="1178" y="1705"/>
                    <a:pt x="1178" y="1705"/>
                  </a:cubicBezTo>
                  <a:cubicBezTo>
                    <a:pt x="1570" y="1705"/>
                    <a:pt x="1570" y="1705"/>
                    <a:pt x="1570" y="1705"/>
                  </a:cubicBezTo>
                  <a:cubicBezTo>
                    <a:pt x="1963" y="1136"/>
                    <a:pt x="1963" y="1136"/>
                    <a:pt x="1963" y="1136"/>
                  </a:cubicBezTo>
                  <a:cubicBezTo>
                    <a:pt x="1963" y="1136"/>
                    <a:pt x="1963" y="1136"/>
                    <a:pt x="1963" y="1136"/>
                  </a:cubicBezTo>
                  <a:cubicBezTo>
                    <a:pt x="1570" y="568"/>
                    <a:pt x="1570" y="568"/>
                    <a:pt x="1570" y="568"/>
                  </a:cubicBezTo>
                  <a:cubicBezTo>
                    <a:pt x="2356" y="0"/>
                    <a:pt x="2356" y="0"/>
                    <a:pt x="2356" y="0"/>
                  </a:cubicBezTo>
                  <a:cubicBezTo>
                    <a:pt x="2356" y="568"/>
                    <a:pt x="2356" y="568"/>
                    <a:pt x="2356" y="568"/>
                  </a:cubicBezTo>
                  <a:cubicBezTo>
                    <a:pt x="2749" y="0"/>
                    <a:pt x="2749" y="0"/>
                    <a:pt x="2749" y="0"/>
                  </a:cubicBezTo>
                  <a:cubicBezTo>
                    <a:pt x="3141" y="0"/>
                    <a:pt x="3141" y="0"/>
                    <a:pt x="3141" y="0"/>
                  </a:cubicBezTo>
                  <a:cubicBezTo>
                    <a:pt x="3534" y="1136"/>
                    <a:pt x="3534" y="1136"/>
                    <a:pt x="3534" y="1136"/>
                  </a:cubicBezTo>
                  <a:cubicBezTo>
                    <a:pt x="3927" y="568"/>
                    <a:pt x="3927" y="568"/>
                    <a:pt x="3927" y="568"/>
                  </a:cubicBezTo>
                  <a:cubicBezTo>
                    <a:pt x="4319" y="568"/>
                    <a:pt x="4319" y="568"/>
                    <a:pt x="4319" y="568"/>
                  </a:cubicBezTo>
                  <a:cubicBezTo>
                    <a:pt x="4712" y="568"/>
                    <a:pt x="4712" y="568"/>
                    <a:pt x="4712" y="568"/>
                  </a:cubicBezTo>
                  <a:cubicBezTo>
                    <a:pt x="5105" y="568"/>
                    <a:pt x="5105" y="568"/>
                    <a:pt x="5105" y="568"/>
                  </a:cubicBezTo>
                  <a:cubicBezTo>
                    <a:pt x="5498" y="568"/>
                    <a:pt x="5498" y="568"/>
                    <a:pt x="5498" y="568"/>
                  </a:cubicBezTo>
                  <a:cubicBezTo>
                    <a:pt x="5890" y="568"/>
                    <a:pt x="5890" y="568"/>
                    <a:pt x="5890" y="568"/>
                  </a:cubicBezTo>
                  <a:cubicBezTo>
                    <a:pt x="6283" y="568"/>
                    <a:pt x="6283" y="568"/>
                    <a:pt x="6283" y="568"/>
                  </a:cubicBezTo>
                  <a:cubicBezTo>
                    <a:pt x="7461" y="1136"/>
                    <a:pt x="7461" y="1136"/>
                    <a:pt x="7461" y="1136"/>
                  </a:cubicBezTo>
                  <a:cubicBezTo>
                    <a:pt x="7854" y="1136"/>
                    <a:pt x="7854" y="1136"/>
                    <a:pt x="7854" y="1136"/>
                  </a:cubicBezTo>
                  <a:cubicBezTo>
                    <a:pt x="8639" y="568"/>
                    <a:pt x="8639" y="568"/>
                    <a:pt x="8639" y="568"/>
                  </a:cubicBezTo>
                  <a:cubicBezTo>
                    <a:pt x="9425" y="1136"/>
                    <a:pt x="9425" y="1136"/>
                    <a:pt x="9425" y="1136"/>
                  </a:cubicBezTo>
                  <a:cubicBezTo>
                    <a:pt x="9425" y="1136"/>
                    <a:pt x="9425" y="1136"/>
                    <a:pt x="9425" y="1136"/>
                  </a:cubicBezTo>
                  <a:cubicBezTo>
                    <a:pt x="10210" y="1136"/>
                    <a:pt x="10210" y="1136"/>
                    <a:pt x="10210" y="1136"/>
                  </a:cubicBezTo>
                  <a:cubicBezTo>
                    <a:pt x="10603" y="1136"/>
                    <a:pt x="10603" y="1136"/>
                    <a:pt x="10603" y="1136"/>
                  </a:cubicBezTo>
                  <a:cubicBezTo>
                    <a:pt x="10996" y="1136"/>
                    <a:pt x="10996" y="1136"/>
                    <a:pt x="10996" y="1136"/>
                  </a:cubicBezTo>
                  <a:cubicBezTo>
                    <a:pt x="11781" y="1705"/>
                    <a:pt x="11781" y="1705"/>
                    <a:pt x="11781" y="1705"/>
                  </a:cubicBezTo>
                  <a:cubicBezTo>
                    <a:pt x="11781" y="1136"/>
                    <a:pt x="11781" y="1136"/>
                    <a:pt x="11781" y="1136"/>
                  </a:cubicBezTo>
                  <a:cubicBezTo>
                    <a:pt x="12174" y="1136"/>
                    <a:pt x="12174" y="1136"/>
                    <a:pt x="12174" y="1136"/>
                  </a:cubicBezTo>
                  <a:cubicBezTo>
                    <a:pt x="12174" y="1136"/>
                    <a:pt x="12174" y="1136"/>
                    <a:pt x="12174" y="1136"/>
                  </a:cubicBezTo>
                  <a:close/>
                  <a:moveTo>
                    <a:pt x="20814" y="11368"/>
                  </a:moveTo>
                  <a:cubicBezTo>
                    <a:pt x="21207" y="11368"/>
                    <a:pt x="21207" y="11368"/>
                    <a:pt x="21207" y="11368"/>
                  </a:cubicBezTo>
                  <a:cubicBezTo>
                    <a:pt x="21599" y="11368"/>
                    <a:pt x="21599" y="11368"/>
                    <a:pt x="21599" y="11368"/>
                  </a:cubicBezTo>
                  <a:cubicBezTo>
                    <a:pt x="21599" y="11368"/>
                    <a:pt x="21599" y="11368"/>
                    <a:pt x="21599" y="11368"/>
                  </a:cubicBezTo>
                  <a:cubicBezTo>
                    <a:pt x="21207" y="10800"/>
                    <a:pt x="21207" y="10800"/>
                    <a:pt x="21207" y="10800"/>
                  </a:cubicBezTo>
                  <a:cubicBezTo>
                    <a:pt x="20814" y="10800"/>
                    <a:pt x="20814" y="10800"/>
                    <a:pt x="20814" y="10800"/>
                  </a:cubicBezTo>
                  <a:cubicBezTo>
                    <a:pt x="20814" y="11368"/>
                    <a:pt x="20814" y="11368"/>
                    <a:pt x="20814" y="11368"/>
                  </a:cubicBezTo>
                  <a:close/>
                  <a:moveTo>
                    <a:pt x="19636" y="12505"/>
                  </a:moveTo>
                  <a:cubicBezTo>
                    <a:pt x="20029" y="11936"/>
                    <a:pt x="20029" y="11936"/>
                    <a:pt x="20029" y="11936"/>
                  </a:cubicBezTo>
                  <a:cubicBezTo>
                    <a:pt x="20421" y="11368"/>
                    <a:pt x="20421" y="11368"/>
                    <a:pt x="20421" y="11368"/>
                  </a:cubicBezTo>
                  <a:cubicBezTo>
                    <a:pt x="20029" y="11368"/>
                    <a:pt x="20029" y="11368"/>
                    <a:pt x="20029" y="11368"/>
                  </a:cubicBezTo>
                  <a:cubicBezTo>
                    <a:pt x="19636" y="11368"/>
                    <a:pt x="19636" y="11368"/>
                    <a:pt x="19636" y="11368"/>
                  </a:cubicBezTo>
                  <a:cubicBezTo>
                    <a:pt x="19243" y="11936"/>
                    <a:pt x="19243" y="11936"/>
                    <a:pt x="19243" y="11936"/>
                  </a:cubicBezTo>
                  <a:cubicBezTo>
                    <a:pt x="19243" y="12505"/>
                    <a:pt x="19243" y="12505"/>
                    <a:pt x="19243" y="12505"/>
                  </a:cubicBezTo>
                  <a:cubicBezTo>
                    <a:pt x="19243" y="12505"/>
                    <a:pt x="19243" y="12505"/>
                    <a:pt x="19243" y="12505"/>
                  </a:cubicBezTo>
                  <a:cubicBezTo>
                    <a:pt x="19636" y="12505"/>
                    <a:pt x="19636" y="12505"/>
                    <a:pt x="19636" y="12505"/>
                  </a:cubicBezTo>
                  <a:close/>
                  <a:moveTo>
                    <a:pt x="17672" y="14210"/>
                  </a:moveTo>
                  <a:cubicBezTo>
                    <a:pt x="17672" y="13642"/>
                    <a:pt x="17672" y="13642"/>
                    <a:pt x="17672" y="13642"/>
                  </a:cubicBezTo>
                  <a:cubicBezTo>
                    <a:pt x="18065" y="13642"/>
                    <a:pt x="18065" y="13642"/>
                    <a:pt x="18065" y="13642"/>
                  </a:cubicBezTo>
                  <a:cubicBezTo>
                    <a:pt x="17672" y="13073"/>
                    <a:pt x="17672" y="13073"/>
                    <a:pt x="17672" y="13073"/>
                  </a:cubicBezTo>
                  <a:cubicBezTo>
                    <a:pt x="17279" y="13642"/>
                    <a:pt x="17279" y="13642"/>
                    <a:pt x="17279" y="13642"/>
                  </a:cubicBezTo>
                  <a:cubicBezTo>
                    <a:pt x="17279" y="13642"/>
                    <a:pt x="17279" y="13642"/>
                    <a:pt x="17279" y="13642"/>
                  </a:cubicBezTo>
                  <a:lnTo>
                    <a:pt x="17672" y="14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8" name="AutoShape 72"/>
            <p:cNvSpPr>
              <a:spLocks/>
            </p:cNvSpPr>
            <p:nvPr/>
          </p:nvSpPr>
          <p:spPr bwMode="auto">
            <a:xfrm>
              <a:off x="10306784" y="4788170"/>
              <a:ext cx="205414" cy="365002"/>
            </a:xfrm>
            <a:custGeom>
              <a:avLst/>
              <a:gdLst>
                <a:gd name="T0" fmla="*/ 102707 w 21600"/>
                <a:gd name="T1" fmla="*/ 182501 h 21600"/>
                <a:gd name="T2" fmla="*/ 102707 w 21600"/>
                <a:gd name="T3" fmla="*/ 182501 h 21600"/>
                <a:gd name="T4" fmla="*/ 102707 w 21600"/>
                <a:gd name="T5" fmla="*/ 182501 h 21600"/>
                <a:gd name="T6" fmla="*/ 102707 w 21600"/>
                <a:gd name="T7" fmla="*/ 182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6" y="20670"/>
                  </a:moveTo>
                  <a:lnTo>
                    <a:pt x="13976" y="19741"/>
                  </a:lnTo>
                  <a:lnTo>
                    <a:pt x="12282" y="19045"/>
                  </a:lnTo>
                  <a:lnTo>
                    <a:pt x="15670" y="17187"/>
                  </a:lnTo>
                  <a:lnTo>
                    <a:pt x="15670" y="16258"/>
                  </a:lnTo>
                  <a:lnTo>
                    <a:pt x="13976" y="16258"/>
                  </a:lnTo>
                  <a:lnTo>
                    <a:pt x="13976" y="15561"/>
                  </a:lnTo>
                  <a:lnTo>
                    <a:pt x="15670" y="13703"/>
                  </a:lnTo>
                  <a:lnTo>
                    <a:pt x="15670" y="13006"/>
                  </a:lnTo>
                  <a:lnTo>
                    <a:pt x="13976" y="12077"/>
                  </a:lnTo>
                  <a:lnTo>
                    <a:pt x="12282" y="10219"/>
                  </a:lnTo>
                  <a:lnTo>
                    <a:pt x="15670" y="10219"/>
                  </a:lnTo>
                  <a:lnTo>
                    <a:pt x="16941" y="9522"/>
                  </a:lnTo>
                  <a:lnTo>
                    <a:pt x="15670" y="8593"/>
                  </a:lnTo>
                  <a:lnTo>
                    <a:pt x="16941" y="7664"/>
                  </a:lnTo>
                  <a:lnTo>
                    <a:pt x="16941" y="5109"/>
                  </a:lnTo>
                  <a:lnTo>
                    <a:pt x="20329" y="3483"/>
                  </a:lnTo>
                  <a:lnTo>
                    <a:pt x="21599" y="2554"/>
                  </a:lnTo>
                  <a:lnTo>
                    <a:pt x="20329" y="1625"/>
                  </a:lnTo>
                  <a:lnTo>
                    <a:pt x="20329" y="929"/>
                  </a:lnTo>
                  <a:lnTo>
                    <a:pt x="15670" y="929"/>
                  </a:lnTo>
                  <a:lnTo>
                    <a:pt x="15670" y="1625"/>
                  </a:lnTo>
                  <a:lnTo>
                    <a:pt x="11011" y="929"/>
                  </a:lnTo>
                  <a:lnTo>
                    <a:pt x="9317" y="1625"/>
                  </a:lnTo>
                  <a:lnTo>
                    <a:pt x="7623" y="929"/>
                  </a:lnTo>
                  <a:lnTo>
                    <a:pt x="7623" y="0"/>
                  </a:lnTo>
                  <a:lnTo>
                    <a:pt x="4658" y="929"/>
                  </a:lnTo>
                  <a:lnTo>
                    <a:pt x="4658" y="6038"/>
                  </a:lnTo>
                  <a:lnTo>
                    <a:pt x="5929" y="6038"/>
                  </a:lnTo>
                  <a:lnTo>
                    <a:pt x="4658" y="6967"/>
                  </a:lnTo>
                  <a:lnTo>
                    <a:pt x="4658" y="8593"/>
                  </a:lnTo>
                  <a:lnTo>
                    <a:pt x="2964" y="10219"/>
                  </a:lnTo>
                  <a:lnTo>
                    <a:pt x="0" y="12077"/>
                  </a:lnTo>
                  <a:lnTo>
                    <a:pt x="0" y="14632"/>
                  </a:lnTo>
                  <a:lnTo>
                    <a:pt x="1270" y="14632"/>
                  </a:lnTo>
                  <a:lnTo>
                    <a:pt x="1270" y="13703"/>
                  </a:lnTo>
                  <a:lnTo>
                    <a:pt x="2964" y="13703"/>
                  </a:lnTo>
                  <a:lnTo>
                    <a:pt x="2964" y="14632"/>
                  </a:lnTo>
                  <a:lnTo>
                    <a:pt x="1270" y="14632"/>
                  </a:lnTo>
                  <a:lnTo>
                    <a:pt x="1270" y="16258"/>
                  </a:lnTo>
                  <a:lnTo>
                    <a:pt x="2964" y="15561"/>
                  </a:lnTo>
                  <a:lnTo>
                    <a:pt x="4658" y="15561"/>
                  </a:lnTo>
                  <a:lnTo>
                    <a:pt x="4658" y="17187"/>
                  </a:lnTo>
                  <a:lnTo>
                    <a:pt x="2964" y="18116"/>
                  </a:lnTo>
                  <a:lnTo>
                    <a:pt x="2964" y="21600"/>
                  </a:lnTo>
                  <a:lnTo>
                    <a:pt x="4658" y="20670"/>
                  </a:lnTo>
                  <a:lnTo>
                    <a:pt x="7623" y="21600"/>
                  </a:lnTo>
                  <a:lnTo>
                    <a:pt x="11011" y="21600"/>
                  </a:lnTo>
                  <a:lnTo>
                    <a:pt x="13976"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9" name="AutoShape 73"/>
            <p:cNvSpPr>
              <a:spLocks/>
            </p:cNvSpPr>
            <p:nvPr/>
          </p:nvSpPr>
          <p:spPr bwMode="auto">
            <a:xfrm>
              <a:off x="12111170" y="4803865"/>
              <a:ext cx="563872" cy="494515"/>
            </a:xfrm>
            <a:custGeom>
              <a:avLst/>
              <a:gdLst>
                <a:gd name="T0" fmla="*/ 281936 w 21600"/>
                <a:gd name="T1" fmla="*/ 247258 h 21600"/>
                <a:gd name="T2" fmla="*/ 281936 w 21600"/>
                <a:gd name="T3" fmla="*/ 247258 h 21600"/>
                <a:gd name="T4" fmla="*/ 281936 w 21600"/>
                <a:gd name="T5" fmla="*/ 247258 h 21600"/>
                <a:gd name="T6" fmla="*/ 281936 w 21600"/>
                <a:gd name="T7" fmla="*/ 2472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15" y="0"/>
                  </a:moveTo>
                  <a:cubicBezTo>
                    <a:pt x="15915" y="0"/>
                    <a:pt x="15915" y="0"/>
                    <a:pt x="15915" y="0"/>
                  </a:cubicBezTo>
                  <a:cubicBezTo>
                    <a:pt x="15347" y="635"/>
                    <a:pt x="15347" y="635"/>
                    <a:pt x="15347" y="635"/>
                  </a:cubicBezTo>
                  <a:cubicBezTo>
                    <a:pt x="15347" y="1270"/>
                    <a:pt x="15347" y="1270"/>
                    <a:pt x="15347" y="1270"/>
                  </a:cubicBezTo>
                  <a:cubicBezTo>
                    <a:pt x="15347" y="1905"/>
                    <a:pt x="15347" y="1905"/>
                    <a:pt x="15347" y="1905"/>
                  </a:cubicBezTo>
                  <a:cubicBezTo>
                    <a:pt x="15347" y="1905"/>
                    <a:pt x="15347" y="1905"/>
                    <a:pt x="15347" y="1905"/>
                  </a:cubicBezTo>
                  <a:cubicBezTo>
                    <a:pt x="14210" y="1905"/>
                    <a:pt x="14210" y="1905"/>
                    <a:pt x="14210" y="1905"/>
                  </a:cubicBezTo>
                  <a:cubicBezTo>
                    <a:pt x="13642" y="1905"/>
                    <a:pt x="13642" y="1905"/>
                    <a:pt x="13642" y="1905"/>
                  </a:cubicBezTo>
                  <a:cubicBezTo>
                    <a:pt x="13073" y="1905"/>
                    <a:pt x="13073" y="1905"/>
                    <a:pt x="13073" y="1905"/>
                  </a:cubicBezTo>
                  <a:cubicBezTo>
                    <a:pt x="12505" y="1905"/>
                    <a:pt x="12505" y="1905"/>
                    <a:pt x="12505" y="1905"/>
                  </a:cubicBezTo>
                  <a:cubicBezTo>
                    <a:pt x="12505" y="1905"/>
                    <a:pt x="12505" y="1905"/>
                    <a:pt x="12505" y="1905"/>
                  </a:cubicBezTo>
                  <a:cubicBezTo>
                    <a:pt x="11936" y="1905"/>
                    <a:pt x="11936" y="1905"/>
                    <a:pt x="11936" y="1905"/>
                  </a:cubicBezTo>
                  <a:cubicBezTo>
                    <a:pt x="11936" y="1905"/>
                    <a:pt x="11936" y="1905"/>
                    <a:pt x="11936" y="1905"/>
                  </a:cubicBezTo>
                  <a:cubicBezTo>
                    <a:pt x="10800" y="1905"/>
                    <a:pt x="10800" y="1905"/>
                    <a:pt x="10800" y="1905"/>
                  </a:cubicBezTo>
                  <a:cubicBezTo>
                    <a:pt x="10231" y="1270"/>
                    <a:pt x="10231" y="1270"/>
                    <a:pt x="10231" y="1270"/>
                  </a:cubicBezTo>
                  <a:cubicBezTo>
                    <a:pt x="10231" y="1905"/>
                    <a:pt x="10231" y="1905"/>
                    <a:pt x="10231" y="1905"/>
                  </a:cubicBezTo>
                  <a:cubicBezTo>
                    <a:pt x="9094" y="1905"/>
                    <a:pt x="9094" y="1905"/>
                    <a:pt x="9094" y="1905"/>
                  </a:cubicBezTo>
                  <a:cubicBezTo>
                    <a:pt x="8526" y="1905"/>
                    <a:pt x="8526" y="1905"/>
                    <a:pt x="8526" y="1905"/>
                  </a:cubicBezTo>
                  <a:cubicBezTo>
                    <a:pt x="8526" y="1905"/>
                    <a:pt x="8526" y="1905"/>
                    <a:pt x="8526" y="1905"/>
                  </a:cubicBezTo>
                  <a:cubicBezTo>
                    <a:pt x="7957" y="2541"/>
                    <a:pt x="7957" y="2541"/>
                    <a:pt x="7957" y="2541"/>
                  </a:cubicBezTo>
                  <a:cubicBezTo>
                    <a:pt x="7389" y="2541"/>
                    <a:pt x="7389" y="2541"/>
                    <a:pt x="7389" y="2541"/>
                  </a:cubicBezTo>
                  <a:cubicBezTo>
                    <a:pt x="6821" y="2541"/>
                    <a:pt x="6821" y="2541"/>
                    <a:pt x="6821" y="2541"/>
                  </a:cubicBezTo>
                  <a:cubicBezTo>
                    <a:pt x="5684" y="2541"/>
                    <a:pt x="5684" y="2541"/>
                    <a:pt x="5684" y="2541"/>
                  </a:cubicBezTo>
                  <a:cubicBezTo>
                    <a:pt x="5115" y="3176"/>
                    <a:pt x="5115" y="3176"/>
                    <a:pt x="5115" y="3176"/>
                  </a:cubicBezTo>
                  <a:cubicBezTo>
                    <a:pt x="5115" y="3176"/>
                    <a:pt x="5115" y="3176"/>
                    <a:pt x="5115" y="3176"/>
                  </a:cubicBezTo>
                  <a:cubicBezTo>
                    <a:pt x="4547" y="3176"/>
                    <a:pt x="4547" y="3176"/>
                    <a:pt x="4547" y="3176"/>
                  </a:cubicBezTo>
                  <a:cubicBezTo>
                    <a:pt x="3410" y="3811"/>
                    <a:pt x="3410" y="3811"/>
                    <a:pt x="3410" y="3811"/>
                  </a:cubicBezTo>
                  <a:cubicBezTo>
                    <a:pt x="3410" y="4447"/>
                    <a:pt x="3410" y="4447"/>
                    <a:pt x="3410" y="4447"/>
                  </a:cubicBezTo>
                  <a:cubicBezTo>
                    <a:pt x="2842" y="5717"/>
                    <a:pt x="2842" y="5717"/>
                    <a:pt x="2842" y="5717"/>
                  </a:cubicBezTo>
                  <a:cubicBezTo>
                    <a:pt x="1705" y="5717"/>
                    <a:pt x="1705" y="5717"/>
                    <a:pt x="1705" y="5717"/>
                  </a:cubicBezTo>
                  <a:cubicBezTo>
                    <a:pt x="1705" y="6352"/>
                    <a:pt x="1705" y="6352"/>
                    <a:pt x="1705" y="6352"/>
                  </a:cubicBezTo>
                  <a:cubicBezTo>
                    <a:pt x="1705" y="6988"/>
                    <a:pt x="1705" y="6988"/>
                    <a:pt x="1705" y="6988"/>
                  </a:cubicBezTo>
                  <a:cubicBezTo>
                    <a:pt x="1136" y="6988"/>
                    <a:pt x="1136" y="6988"/>
                    <a:pt x="1136" y="6988"/>
                  </a:cubicBezTo>
                  <a:cubicBezTo>
                    <a:pt x="1136" y="7623"/>
                    <a:pt x="1136" y="7623"/>
                    <a:pt x="1136" y="7623"/>
                  </a:cubicBezTo>
                  <a:cubicBezTo>
                    <a:pt x="1136" y="8258"/>
                    <a:pt x="1136" y="8258"/>
                    <a:pt x="1136" y="8258"/>
                  </a:cubicBezTo>
                  <a:cubicBezTo>
                    <a:pt x="2273" y="8894"/>
                    <a:pt x="2273" y="8894"/>
                    <a:pt x="2273" y="8894"/>
                  </a:cubicBezTo>
                  <a:cubicBezTo>
                    <a:pt x="2842" y="9529"/>
                    <a:pt x="2842" y="9529"/>
                    <a:pt x="2842" y="9529"/>
                  </a:cubicBezTo>
                  <a:cubicBezTo>
                    <a:pt x="2842" y="9529"/>
                    <a:pt x="2842" y="9529"/>
                    <a:pt x="2842" y="9529"/>
                  </a:cubicBezTo>
                  <a:cubicBezTo>
                    <a:pt x="2842" y="9529"/>
                    <a:pt x="2842" y="9529"/>
                    <a:pt x="2842" y="9529"/>
                  </a:cubicBezTo>
                  <a:cubicBezTo>
                    <a:pt x="3410" y="10800"/>
                    <a:pt x="3410" y="10800"/>
                    <a:pt x="3410" y="10800"/>
                  </a:cubicBezTo>
                  <a:cubicBezTo>
                    <a:pt x="3978" y="11435"/>
                    <a:pt x="3978" y="11435"/>
                    <a:pt x="3978" y="11435"/>
                  </a:cubicBezTo>
                  <a:cubicBezTo>
                    <a:pt x="3978" y="11435"/>
                    <a:pt x="3978" y="11435"/>
                    <a:pt x="3978" y="11435"/>
                  </a:cubicBezTo>
                  <a:cubicBezTo>
                    <a:pt x="4547" y="11435"/>
                    <a:pt x="4547" y="11435"/>
                    <a:pt x="4547" y="11435"/>
                  </a:cubicBezTo>
                  <a:cubicBezTo>
                    <a:pt x="5115" y="11435"/>
                    <a:pt x="5115" y="11435"/>
                    <a:pt x="5115" y="11435"/>
                  </a:cubicBezTo>
                  <a:cubicBezTo>
                    <a:pt x="5684" y="11435"/>
                    <a:pt x="5684" y="11435"/>
                    <a:pt x="5684" y="11435"/>
                  </a:cubicBezTo>
                  <a:cubicBezTo>
                    <a:pt x="5684" y="11435"/>
                    <a:pt x="5684" y="11435"/>
                    <a:pt x="5684" y="11435"/>
                  </a:cubicBezTo>
                  <a:cubicBezTo>
                    <a:pt x="6252" y="11435"/>
                    <a:pt x="6252" y="11435"/>
                    <a:pt x="6252" y="11435"/>
                  </a:cubicBezTo>
                  <a:cubicBezTo>
                    <a:pt x="6821" y="11435"/>
                    <a:pt x="6821" y="11435"/>
                    <a:pt x="6821" y="11435"/>
                  </a:cubicBezTo>
                  <a:cubicBezTo>
                    <a:pt x="7389" y="11435"/>
                    <a:pt x="7389" y="11435"/>
                    <a:pt x="7389" y="11435"/>
                  </a:cubicBezTo>
                  <a:cubicBezTo>
                    <a:pt x="7389" y="12070"/>
                    <a:pt x="7389" y="12070"/>
                    <a:pt x="7389" y="12070"/>
                  </a:cubicBezTo>
                  <a:cubicBezTo>
                    <a:pt x="7389" y="12070"/>
                    <a:pt x="7389" y="12070"/>
                    <a:pt x="7389" y="12070"/>
                  </a:cubicBezTo>
                  <a:cubicBezTo>
                    <a:pt x="7957" y="12070"/>
                    <a:pt x="7957" y="12070"/>
                    <a:pt x="7957" y="12070"/>
                  </a:cubicBezTo>
                  <a:cubicBezTo>
                    <a:pt x="8526" y="12070"/>
                    <a:pt x="8526" y="12070"/>
                    <a:pt x="8526" y="12070"/>
                  </a:cubicBezTo>
                  <a:cubicBezTo>
                    <a:pt x="7957" y="12705"/>
                    <a:pt x="7957" y="12705"/>
                    <a:pt x="7957" y="12705"/>
                  </a:cubicBezTo>
                  <a:cubicBezTo>
                    <a:pt x="7957" y="12705"/>
                    <a:pt x="7957" y="12705"/>
                    <a:pt x="7957" y="12705"/>
                  </a:cubicBezTo>
                  <a:cubicBezTo>
                    <a:pt x="7389" y="12705"/>
                    <a:pt x="7389" y="12705"/>
                    <a:pt x="7389" y="12705"/>
                  </a:cubicBezTo>
                  <a:cubicBezTo>
                    <a:pt x="6821" y="12070"/>
                    <a:pt x="6821" y="12070"/>
                    <a:pt x="6821" y="12070"/>
                  </a:cubicBezTo>
                  <a:cubicBezTo>
                    <a:pt x="5684" y="11435"/>
                    <a:pt x="5684" y="11435"/>
                    <a:pt x="5684" y="11435"/>
                  </a:cubicBezTo>
                  <a:cubicBezTo>
                    <a:pt x="5684" y="12070"/>
                    <a:pt x="5684" y="12070"/>
                    <a:pt x="5684" y="12070"/>
                  </a:cubicBezTo>
                  <a:cubicBezTo>
                    <a:pt x="5115" y="12070"/>
                    <a:pt x="5115" y="12070"/>
                    <a:pt x="5115" y="12070"/>
                  </a:cubicBezTo>
                  <a:cubicBezTo>
                    <a:pt x="4547" y="12070"/>
                    <a:pt x="4547" y="12070"/>
                    <a:pt x="4547" y="12070"/>
                  </a:cubicBezTo>
                  <a:cubicBezTo>
                    <a:pt x="3978" y="12070"/>
                    <a:pt x="3978" y="12070"/>
                    <a:pt x="3978" y="12070"/>
                  </a:cubicBezTo>
                  <a:cubicBezTo>
                    <a:pt x="3978" y="12705"/>
                    <a:pt x="3978" y="12705"/>
                    <a:pt x="3978" y="12705"/>
                  </a:cubicBezTo>
                  <a:cubicBezTo>
                    <a:pt x="3978" y="12705"/>
                    <a:pt x="3978" y="12705"/>
                    <a:pt x="3978" y="12705"/>
                  </a:cubicBezTo>
                  <a:cubicBezTo>
                    <a:pt x="4547" y="13341"/>
                    <a:pt x="4547" y="13341"/>
                    <a:pt x="4547" y="13341"/>
                  </a:cubicBezTo>
                  <a:cubicBezTo>
                    <a:pt x="5115" y="13976"/>
                    <a:pt x="5115" y="13976"/>
                    <a:pt x="5115" y="13976"/>
                  </a:cubicBezTo>
                  <a:cubicBezTo>
                    <a:pt x="5684" y="13976"/>
                    <a:pt x="5684" y="13976"/>
                    <a:pt x="5684" y="13976"/>
                  </a:cubicBezTo>
                  <a:cubicBezTo>
                    <a:pt x="5684" y="14611"/>
                    <a:pt x="5684" y="14611"/>
                    <a:pt x="5684" y="14611"/>
                  </a:cubicBezTo>
                  <a:cubicBezTo>
                    <a:pt x="5115" y="14611"/>
                    <a:pt x="5115" y="14611"/>
                    <a:pt x="5115" y="14611"/>
                  </a:cubicBezTo>
                  <a:cubicBezTo>
                    <a:pt x="5115" y="15247"/>
                    <a:pt x="5115" y="15247"/>
                    <a:pt x="5115" y="15247"/>
                  </a:cubicBezTo>
                  <a:cubicBezTo>
                    <a:pt x="5684" y="15882"/>
                    <a:pt x="5684" y="15882"/>
                    <a:pt x="5684" y="15882"/>
                  </a:cubicBezTo>
                  <a:cubicBezTo>
                    <a:pt x="6252" y="16517"/>
                    <a:pt x="6252" y="16517"/>
                    <a:pt x="6252" y="16517"/>
                  </a:cubicBezTo>
                  <a:cubicBezTo>
                    <a:pt x="6252" y="15882"/>
                    <a:pt x="6252" y="15882"/>
                    <a:pt x="6252" y="15882"/>
                  </a:cubicBezTo>
                  <a:cubicBezTo>
                    <a:pt x="6252" y="15882"/>
                    <a:pt x="6252" y="15882"/>
                    <a:pt x="6252" y="15882"/>
                  </a:cubicBezTo>
                  <a:cubicBezTo>
                    <a:pt x="6252" y="15247"/>
                    <a:pt x="6252" y="15247"/>
                    <a:pt x="6252" y="15247"/>
                  </a:cubicBezTo>
                  <a:cubicBezTo>
                    <a:pt x="6252" y="15882"/>
                    <a:pt x="6252" y="15882"/>
                    <a:pt x="6252" y="15882"/>
                  </a:cubicBezTo>
                  <a:cubicBezTo>
                    <a:pt x="7389" y="15882"/>
                    <a:pt x="7389" y="15882"/>
                    <a:pt x="7389" y="15882"/>
                  </a:cubicBezTo>
                  <a:cubicBezTo>
                    <a:pt x="7389" y="16517"/>
                    <a:pt x="7389" y="16517"/>
                    <a:pt x="7389" y="16517"/>
                  </a:cubicBezTo>
                  <a:cubicBezTo>
                    <a:pt x="7389" y="17152"/>
                    <a:pt x="7389" y="17152"/>
                    <a:pt x="7389" y="17152"/>
                  </a:cubicBezTo>
                  <a:cubicBezTo>
                    <a:pt x="7389" y="17152"/>
                    <a:pt x="7389" y="17152"/>
                    <a:pt x="7389" y="17152"/>
                  </a:cubicBezTo>
                  <a:cubicBezTo>
                    <a:pt x="7389" y="16517"/>
                    <a:pt x="7389" y="16517"/>
                    <a:pt x="7389" y="16517"/>
                  </a:cubicBezTo>
                  <a:cubicBezTo>
                    <a:pt x="7957" y="15882"/>
                    <a:pt x="7957" y="15882"/>
                    <a:pt x="7957" y="15882"/>
                  </a:cubicBezTo>
                  <a:cubicBezTo>
                    <a:pt x="7957" y="15882"/>
                    <a:pt x="7957" y="15882"/>
                    <a:pt x="7957" y="15882"/>
                  </a:cubicBezTo>
                  <a:cubicBezTo>
                    <a:pt x="8526" y="16517"/>
                    <a:pt x="8526" y="16517"/>
                    <a:pt x="8526" y="16517"/>
                  </a:cubicBezTo>
                  <a:cubicBezTo>
                    <a:pt x="9094" y="17152"/>
                    <a:pt x="9094" y="17152"/>
                    <a:pt x="9094" y="17152"/>
                  </a:cubicBezTo>
                  <a:cubicBezTo>
                    <a:pt x="8526" y="16517"/>
                    <a:pt x="8526" y="16517"/>
                    <a:pt x="8526" y="16517"/>
                  </a:cubicBezTo>
                  <a:cubicBezTo>
                    <a:pt x="9094" y="15882"/>
                    <a:pt x="9094" y="15882"/>
                    <a:pt x="9094" y="15882"/>
                  </a:cubicBezTo>
                  <a:cubicBezTo>
                    <a:pt x="8526" y="15882"/>
                    <a:pt x="8526" y="15882"/>
                    <a:pt x="8526" y="15882"/>
                  </a:cubicBezTo>
                  <a:cubicBezTo>
                    <a:pt x="7957" y="14611"/>
                    <a:pt x="7957" y="14611"/>
                    <a:pt x="7957" y="14611"/>
                  </a:cubicBezTo>
                  <a:cubicBezTo>
                    <a:pt x="7957" y="13976"/>
                    <a:pt x="7957" y="13976"/>
                    <a:pt x="7957" y="13976"/>
                  </a:cubicBezTo>
                  <a:cubicBezTo>
                    <a:pt x="7957" y="13976"/>
                    <a:pt x="7957" y="13976"/>
                    <a:pt x="7957" y="13976"/>
                  </a:cubicBezTo>
                  <a:cubicBezTo>
                    <a:pt x="7957" y="13976"/>
                    <a:pt x="7957" y="13976"/>
                    <a:pt x="7957" y="13976"/>
                  </a:cubicBezTo>
                  <a:cubicBezTo>
                    <a:pt x="8526" y="14611"/>
                    <a:pt x="8526" y="14611"/>
                    <a:pt x="8526" y="14611"/>
                  </a:cubicBezTo>
                  <a:cubicBezTo>
                    <a:pt x="8526" y="14611"/>
                    <a:pt x="8526" y="14611"/>
                    <a:pt x="8526" y="14611"/>
                  </a:cubicBezTo>
                  <a:cubicBezTo>
                    <a:pt x="8526" y="14611"/>
                    <a:pt x="8526" y="14611"/>
                    <a:pt x="8526" y="14611"/>
                  </a:cubicBezTo>
                  <a:cubicBezTo>
                    <a:pt x="9094" y="14611"/>
                    <a:pt x="9094" y="14611"/>
                    <a:pt x="9094" y="14611"/>
                  </a:cubicBezTo>
                  <a:cubicBezTo>
                    <a:pt x="9663" y="14611"/>
                    <a:pt x="9663" y="14611"/>
                    <a:pt x="9663" y="14611"/>
                  </a:cubicBezTo>
                  <a:cubicBezTo>
                    <a:pt x="9663" y="14611"/>
                    <a:pt x="9663" y="14611"/>
                    <a:pt x="9663" y="14611"/>
                  </a:cubicBezTo>
                  <a:cubicBezTo>
                    <a:pt x="9663" y="13976"/>
                    <a:pt x="9663" y="13976"/>
                    <a:pt x="9663" y="13976"/>
                  </a:cubicBezTo>
                  <a:cubicBezTo>
                    <a:pt x="9663" y="13976"/>
                    <a:pt x="9663" y="13976"/>
                    <a:pt x="9663" y="13976"/>
                  </a:cubicBezTo>
                  <a:cubicBezTo>
                    <a:pt x="9094" y="13976"/>
                    <a:pt x="9094" y="13976"/>
                    <a:pt x="9094" y="13976"/>
                  </a:cubicBezTo>
                  <a:cubicBezTo>
                    <a:pt x="8526" y="13976"/>
                    <a:pt x="8526" y="13976"/>
                    <a:pt x="8526" y="13976"/>
                  </a:cubicBezTo>
                  <a:cubicBezTo>
                    <a:pt x="8526" y="13341"/>
                    <a:pt x="8526" y="13341"/>
                    <a:pt x="8526" y="13341"/>
                  </a:cubicBezTo>
                  <a:cubicBezTo>
                    <a:pt x="8526" y="13341"/>
                    <a:pt x="8526" y="13341"/>
                    <a:pt x="8526" y="13341"/>
                  </a:cubicBezTo>
                  <a:cubicBezTo>
                    <a:pt x="8526" y="12705"/>
                    <a:pt x="8526" y="12705"/>
                    <a:pt x="8526" y="12705"/>
                  </a:cubicBezTo>
                  <a:cubicBezTo>
                    <a:pt x="9094" y="12705"/>
                    <a:pt x="9094" y="12705"/>
                    <a:pt x="9094" y="12705"/>
                  </a:cubicBezTo>
                  <a:cubicBezTo>
                    <a:pt x="9663" y="12705"/>
                    <a:pt x="9663" y="12705"/>
                    <a:pt x="9663" y="12705"/>
                  </a:cubicBezTo>
                  <a:cubicBezTo>
                    <a:pt x="10231" y="13341"/>
                    <a:pt x="10231" y="13341"/>
                    <a:pt x="10231" y="13341"/>
                  </a:cubicBezTo>
                  <a:cubicBezTo>
                    <a:pt x="10231" y="13341"/>
                    <a:pt x="10231" y="13341"/>
                    <a:pt x="10231" y="13341"/>
                  </a:cubicBezTo>
                  <a:cubicBezTo>
                    <a:pt x="10800" y="13341"/>
                    <a:pt x="10800" y="13341"/>
                    <a:pt x="10800" y="13341"/>
                  </a:cubicBezTo>
                  <a:cubicBezTo>
                    <a:pt x="10800" y="13341"/>
                    <a:pt x="10800" y="13341"/>
                    <a:pt x="10800" y="13341"/>
                  </a:cubicBezTo>
                  <a:cubicBezTo>
                    <a:pt x="10231" y="12705"/>
                    <a:pt x="10231" y="12705"/>
                    <a:pt x="10231" y="12705"/>
                  </a:cubicBezTo>
                  <a:cubicBezTo>
                    <a:pt x="10800" y="12070"/>
                    <a:pt x="10800" y="12070"/>
                    <a:pt x="10800" y="12070"/>
                  </a:cubicBezTo>
                  <a:cubicBezTo>
                    <a:pt x="10231" y="11435"/>
                    <a:pt x="10231" y="11435"/>
                    <a:pt x="10231" y="11435"/>
                  </a:cubicBezTo>
                  <a:cubicBezTo>
                    <a:pt x="9094" y="10800"/>
                    <a:pt x="9094" y="10800"/>
                    <a:pt x="9094" y="10800"/>
                  </a:cubicBezTo>
                  <a:cubicBezTo>
                    <a:pt x="9094" y="10800"/>
                    <a:pt x="9094" y="10800"/>
                    <a:pt x="9094" y="10800"/>
                  </a:cubicBezTo>
                  <a:cubicBezTo>
                    <a:pt x="8526" y="10164"/>
                    <a:pt x="8526" y="10164"/>
                    <a:pt x="8526" y="10164"/>
                  </a:cubicBezTo>
                  <a:cubicBezTo>
                    <a:pt x="8526" y="10800"/>
                    <a:pt x="8526" y="10800"/>
                    <a:pt x="8526" y="10800"/>
                  </a:cubicBezTo>
                  <a:cubicBezTo>
                    <a:pt x="7957" y="10164"/>
                    <a:pt x="7957" y="10164"/>
                    <a:pt x="7957" y="10164"/>
                  </a:cubicBezTo>
                  <a:cubicBezTo>
                    <a:pt x="7389" y="10164"/>
                    <a:pt x="7389" y="10164"/>
                    <a:pt x="7389" y="10164"/>
                  </a:cubicBezTo>
                  <a:cubicBezTo>
                    <a:pt x="7389" y="9529"/>
                    <a:pt x="7389" y="9529"/>
                    <a:pt x="7389" y="9529"/>
                  </a:cubicBezTo>
                  <a:cubicBezTo>
                    <a:pt x="7957" y="9529"/>
                    <a:pt x="7957" y="9529"/>
                    <a:pt x="7957" y="9529"/>
                  </a:cubicBezTo>
                  <a:cubicBezTo>
                    <a:pt x="7957" y="9529"/>
                    <a:pt x="7957" y="9529"/>
                    <a:pt x="7957" y="9529"/>
                  </a:cubicBezTo>
                  <a:cubicBezTo>
                    <a:pt x="7957" y="8894"/>
                    <a:pt x="7957" y="8894"/>
                    <a:pt x="7957" y="8894"/>
                  </a:cubicBezTo>
                  <a:cubicBezTo>
                    <a:pt x="7389" y="8894"/>
                    <a:pt x="7389" y="8894"/>
                    <a:pt x="7389" y="8894"/>
                  </a:cubicBezTo>
                  <a:cubicBezTo>
                    <a:pt x="7957" y="8258"/>
                    <a:pt x="7957" y="8258"/>
                    <a:pt x="7957" y="8258"/>
                  </a:cubicBezTo>
                  <a:cubicBezTo>
                    <a:pt x="7957" y="8258"/>
                    <a:pt x="7957" y="8258"/>
                    <a:pt x="7957" y="8258"/>
                  </a:cubicBezTo>
                  <a:cubicBezTo>
                    <a:pt x="7957" y="8258"/>
                    <a:pt x="7957" y="8258"/>
                    <a:pt x="7957" y="8258"/>
                  </a:cubicBezTo>
                  <a:cubicBezTo>
                    <a:pt x="8526" y="8894"/>
                    <a:pt x="8526" y="8894"/>
                    <a:pt x="8526" y="8894"/>
                  </a:cubicBezTo>
                  <a:cubicBezTo>
                    <a:pt x="8526" y="8894"/>
                    <a:pt x="8526" y="8894"/>
                    <a:pt x="8526" y="8894"/>
                  </a:cubicBezTo>
                  <a:cubicBezTo>
                    <a:pt x="8526" y="8894"/>
                    <a:pt x="8526" y="8894"/>
                    <a:pt x="8526" y="8894"/>
                  </a:cubicBezTo>
                  <a:cubicBezTo>
                    <a:pt x="8526" y="8894"/>
                    <a:pt x="8526" y="8894"/>
                    <a:pt x="8526" y="8894"/>
                  </a:cubicBezTo>
                  <a:cubicBezTo>
                    <a:pt x="8526" y="8258"/>
                    <a:pt x="8526" y="8258"/>
                    <a:pt x="8526" y="8258"/>
                  </a:cubicBezTo>
                  <a:cubicBezTo>
                    <a:pt x="8526" y="8258"/>
                    <a:pt x="8526" y="8258"/>
                    <a:pt x="8526" y="8258"/>
                  </a:cubicBezTo>
                  <a:cubicBezTo>
                    <a:pt x="7957" y="6988"/>
                    <a:pt x="7957" y="6988"/>
                    <a:pt x="7957" y="6988"/>
                  </a:cubicBezTo>
                  <a:cubicBezTo>
                    <a:pt x="7389" y="6988"/>
                    <a:pt x="7389" y="6988"/>
                    <a:pt x="7389" y="6988"/>
                  </a:cubicBezTo>
                  <a:cubicBezTo>
                    <a:pt x="7389" y="6352"/>
                    <a:pt x="7389" y="6352"/>
                    <a:pt x="7389" y="6352"/>
                  </a:cubicBezTo>
                  <a:cubicBezTo>
                    <a:pt x="6821" y="6352"/>
                    <a:pt x="6821" y="6352"/>
                    <a:pt x="6821" y="6352"/>
                  </a:cubicBezTo>
                  <a:cubicBezTo>
                    <a:pt x="6821" y="5717"/>
                    <a:pt x="6821" y="5717"/>
                    <a:pt x="6821" y="5717"/>
                  </a:cubicBezTo>
                  <a:cubicBezTo>
                    <a:pt x="6821" y="5082"/>
                    <a:pt x="6821" y="5082"/>
                    <a:pt x="6821" y="5082"/>
                  </a:cubicBezTo>
                  <a:cubicBezTo>
                    <a:pt x="7389" y="4447"/>
                    <a:pt x="7389" y="4447"/>
                    <a:pt x="7389" y="4447"/>
                  </a:cubicBezTo>
                  <a:cubicBezTo>
                    <a:pt x="7957" y="4447"/>
                    <a:pt x="7957" y="4447"/>
                    <a:pt x="7957" y="4447"/>
                  </a:cubicBezTo>
                  <a:cubicBezTo>
                    <a:pt x="7957" y="4447"/>
                    <a:pt x="7957" y="4447"/>
                    <a:pt x="7957" y="4447"/>
                  </a:cubicBezTo>
                  <a:cubicBezTo>
                    <a:pt x="7389" y="4447"/>
                    <a:pt x="7389" y="4447"/>
                    <a:pt x="7389" y="4447"/>
                  </a:cubicBezTo>
                  <a:cubicBezTo>
                    <a:pt x="7389" y="5082"/>
                    <a:pt x="7389" y="5082"/>
                    <a:pt x="7389" y="5082"/>
                  </a:cubicBezTo>
                  <a:cubicBezTo>
                    <a:pt x="8526" y="5082"/>
                    <a:pt x="8526" y="5082"/>
                    <a:pt x="8526" y="5082"/>
                  </a:cubicBezTo>
                  <a:cubicBezTo>
                    <a:pt x="8526" y="5717"/>
                    <a:pt x="8526" y="5717"/>
                    <a:pt x="8526" y="5717"/>
                  </a:cubicBezTo>
                  <a:cubicBezTo>
                    <a:pt x="9094" y="6352"/>
                    <a:pt x="9094" y="6352"/>
                    <a:pt x="9094" y="6352"/>
                  </a:cubicBezTo>
                  <a:cubicBezTo>
                    <a:pt x="9663" y="6352"/>
                    <a:pt x="9663" y="6352"/>
                    <a:pt x="9663" y="6352"/>
                  </a:cubicBezTo>
                  <a:cubicBezTo>
                    <a:pt x="9094" y="5717"/>
                    <a:pt x="9094" y="5717"/>
                    <a:pt x="9094" y="5717"/>
                  </a:cubicBezTo>
                  <a:cubicBezTo>
                    <a:pt x="9094" y="5717"/>
                    <a:pt x="9094" y="5717"/>
                    <a:pt x="9094" y="5717"/>
                  </a:cubicBezTo>
                  <a:cubicBezTo>
                    <a:pt x="9094" y="5082"/>
                    <a:pt x="9094" y="5082"/>
                    <a:pt x="9094" y="5082"/>
                  </a:cubicBezTo>
                  <a:cubicBezTo>
                    <a:pt x="9663" y="5717"/>
                    <a:pt x="9663" y="5717"/>
                    <a:pt x="9663" y="5717"/>
                  </a:cubicBezTo>
                  <a:cubicBezTo>
                    <a:pt x="9663" y="5717"/>
                    <a:pt x="9663" y="5717"/>
                    <a:pt x="9663" y="5717"/>
                  </a:cubicBezTo>
                  <a:cubicBezTo>
                    <a:pt x="10231" y="6352"/>
                    <a:pt x="10231" y="6352"/>
                    <a:pt x="10231" y="6352"/>
                  </a:cubicBezTo>
                  <a:cubicBezTo>
                    <a:pt x="10231" y="5717"/>
                    <a:pt x="10231" y="5717"/>
                    <a:pt x="10231" y="5717"/>
                  </a:cubicBezTo>
                  <a:cubicBezTo>
                    <a:pt x="10231" y="5717"/>
                    <a:pt x="10231" y="5717"/>
                    <a:pt x="10231" y="5717"/>
                  </a:cubicBezTo>
                  <a:cubicBezTo>
                    <a:pt x="9663" y="5082"/>
                    <a:pt x="9663" y="5082"/>
                    <a:pt x="9663" y="5082"/>
                  </a:cubicBezTo>
                  <a:cubicBezTo>
                    <a:pt x="9663" y="5082"/>
                    <a:pt x="9663" y="5082"/>
                    <a:pt x="9663" y="5082"/>
                  </a:cubicBezTo>
                  <a:cubicBezTo>
                    <a:pt x="10800" y="5082"/>
                    <a:pt x="10800" y="5082"/>
                    <a:pt x="10800" y="5082"/>
                  </a:cubicBezTo>
                  <a:cubicBezTo>
                    <a:pt x="10800" y="5717"/>
                    <a:pt x="10800" y="5717"/>
                    <a:pt x="10800" y="5717"/>
                  </a:cubicBezTo>
                  <a:cubicBezTo>
                    <a:pt x="11368" y="5082"/>
                    <a:pt x="11368" y="5082"/>
                    <a:pt x="11368" y="5082"/>
                  </a:cubicBezTo>
                  <a:cubicBezTo>
                    <a:pt x="10800" y="5082"/>
                    <a:pt x="10800" y="5082"/>
                    <a:pt x="10800" y="5082"/>
                  </a:cubicBezTo>
                  <a:cubicBezTo>
                    <a:pt x="10231" y="4447"/>
                    <a:pt x="10231" y="4447"/>
                    <a:pt x="10231" y="4447"/>
                  </a:cubicBezTo>
                  <a:cubicBezTo>
                    <a:pt x="9663" y="4447"/>
                    <a:pt x="9663" y="4447"/>
                    <a:pt x="9663" y="4447"/>
                  </a:cubicBezTo>
                  <a:cubicBezTo>
                    <a:pt x="9663" y="3811"/>
                    <a:pt x="9663" y="3811"/>
                    <a:pt x="9663" y="3811"/>
                  </a:cubicBezTo>
                  <a:cubicBezTo>
                    <a:pt x="10231" y="3811"/>
                    <a:pt x="10231" y="3811"/>
                    <a:pt x="10231" y="3811"/>
                  </a:cubicBezTo>
                  <a:cubicBezTo>
                    <a:pt x="10800" y="3811"/>
                    <a:pt x="10800" y="3811"/>
                    <a:pt x="10800" y="3811"/>
                  </a:cubicBezTo>
                  <a:cubicBezTo>
                    <a:pt x="10800" y="3176"/>
                    <a:pt x="10800" y="3176"/>
                    <a:pt x="10800" y="3176"/>
                  </a:cubicBezTo>
                  <a:cubicBezTo>
                    <a:pt x="11368" y="3176"/>
                    <a:pt x="11368" y="3176"/>
                    <a:pt x="11368" y="3176"/>
                  </a:cubicBezTo>
                  <a:cubicBezTo>
                    <a:pt x="11936" y="3176"/>
                    <a:pt x="11936" y="3176"/>
                    <a:pt x="11936" y="3176"/>
                  </a:cubicBezTo>
                  <a:cubicBezTo>
                    <a:pt x="12505" y="3176"/>
                    <a:pt x="12505" y="3176"/>
                    <a:pt x="12505" y="3176"/>
                  </a:cubicBezTo>
                  <a:cubicBezTo>
                    <a:pt x="12505" y="3176"/>
                    <a:pt x="12505" y="3176"/>
                    <a:pt x="12505" y="3176"/>
                  </a:cubicBezTo>
                  <a:cubicBezTo>
                    <a:pt x="12505" y="2541"/>
                    <a:pt x="12505" y="2541"/>
                    <a:pt x="12505" y="2541"/>
                  </a:cubicBezTo>
                  <a:cubicBezTo>
                    <a:pt x="13073" y="2541"/>
                    <a:pt x="13073" y="2541"/>
                    <a:pt x="13073" y="2541"/>
                  </a:cubicBezTo>
                  <a:cubicBezTo>
                    <a:pt x="13073" y="3176"/>
                    <a:pt x="13073" y="3176"/>
                    <a:pt x="13073" y="3176"/>
                  </a:cubicBezTo>
                  <a:cubicBezTo>
                    <a:pt x="14210" y="3176"/>
                    <a:pt x="14210" y="3176"/>
                    <a:pt x="14210" y="3176"/>
                  </a:cubicBezTo>
                  <a:cubicBezTo>
                    <a:pt x="15347" y="3176"/>
                    <a:pt x="15347" y="3176"/>
                    <a:pt x="15347" y="3176"/>
                  </a:cubicBezTo>
                  <a:cubicBezTo>
                    <a:pt x="15915" y="3176"/>
                    <a:pt x="15915" y="3176"/>
                    <a:pt x="15915" y="3176"/>
                  </a:cubicBezTo>
                  <a:cubicBezTo>
                    <a:pt x="15915" y="2541"/>
                    <a:pt x="15915" y="2541"/>
                    <a:pt x="15915" y="2541"/>
                  </a:cubicBezTo>
                  <a:cubicBezTo>
                    <a:pt x="15915" y="1905"/>
                    <a:pt x="15915" y="1905"/>
                    <a:pt x="15915" y="1905"/>
                  </a:cubicBezTo>
                  <a:cubicBezTo>
                    <a:pt x="16484" y="1905"/>
                    <a:pt x="16484" y="1905"/>
                    <a:pt x="16484" y="1905"/>
                  </a:cubicBezTo>
                  <a:cubicBezTo>
                    <a:pt x="16484" y="1270"/>
                    <a:pt x="16484" y="1270"/>
                    <a:pt x="16484" y="1270"/>
                  </a:cubicBezTo>
                  <a:cubicBezTo>
                    <a:pt x="15915" y="635"/>
                    <a:pt x="15915" y="635"/>
                    <a:pt x="15915" y="635"/>
                  </a:cubicBezTo>
                  <a:cubicBezTo>
                    <a:pt x="15915" y="0"/>
                    <a:pt x="15915" y="0"/>
                    <a:pt x="15915" y="0"/>
                  </a:cubicBezTo>
                  <a:close/>
                  <a:moveTo>
                    <a:pt x="10231" y="19694"/>
                  </a:moveTo>
                  <a:cubicBezTo>
                    <a:pt x="10231" y="19694"/>
                    <a:pt x="10231" y="19694"/>
                    <a:pt x="10231" y="19694"/>
                  </a:cubicBezTo>
                  <a:cubicBezTo>
                    <a:pt x="10231" y="19694"/>
                    <a:pt x="10231" y="19694"/>
                    <a:pt x="10231" y="19694"/>
                  </a:cubicBezTo>
                  <a:cubicBezTo>
                    <a:pt x="10231" y="20329"/>
                    <a:pt x="10231" y="20329"/>
                    <a:pt x="10231" y="20329"/>
                  </a:cubicBezTo>
                  <a:cubicBezTo>
                    <a:pt x="10231" y="20964"/>
                    <a:pt x="10231" y="20964"/>
                    <a:pt x="10231" y="20964"/>
                  </a:cubicBezTo>
                  <a:cubicBezTo>
                    <a:pt x="10800" y="20964"/>
                    <a:pt x="10800" y="20964"/>
                    <a:pt x="10800" y="20964"/>
                  </a:cubicBezTo>
                  <a:cubicBezTo>
                    <a:pt x="11368" y="20964"/>
                    <a:pt x="11368" y="20964"/>
                    <a:pt x="11368" y="20964"/>
                  </a:cubicBezTo>
                  <a:cubicBezTo>
                    <a:pt x="11936" y="20964"/>
                    <a:pt x="11936" y="20964"/>
                    <a:pt x="11936" y="20964"/>
                  </a:cubicBezTo>
                  <a:cubicBezTo>
                    <a:pt x="11936" y="20964"/>
                    <a:pt x="11936" y="20964"/>
                    <a:pt x="11936" y="20964"/>
                  </a:cubicBezTo>
                  <a:cubicBezTo>
                    <a:pt x="12505" y="20964"/>
                    <a:pt x="12505" y="20964"/>
                    <a:pt x="12505" y="20964"/>
                  </a:cubicBezTo>
                  <a:cubicBezTo>
                    <a:pt x="13073" y="20964"/>
                    <a:pt x="13073" y="20964"/>
                    <a:pt x="13073" y="20964"/>
                  </a:cubicBezTo>
                  <a:cubicBezTo>
                    <a:pt x="13073" y="21599"/>
                    <a:pt x="13073" y="21599"/>
                    <a:pt x="13073" y="21599"/>
                  </a:cubicBezTo>
                  <a:cubicBezTo>
                    <a:pt x="13642" y="21599"/>
                    <a:pt x="13642" y="21599"/>
                    <a:pt x="13642" y="21599"/>
                  </a:cubicBezTo>
                  <a:cubicBezTo>
                    <a:pt x="14210" y="20964"/>
                    <a:pt x="14210" y="20964"/>
                    <a:pt x="14210" y="20964"/>
                  </a:cubicBezTo>
                  <a:cubicBezTo>
                    <a:pt x="14778" y="20964"/>
                    <a:pt x="14778" y="20964"/>
                    <a:pt x="14778" y="20964"/>
                  </a:cubicBezTo>
                  <a:cubicBezTo>
                    <a:pt x="15915" y="20964"/>
                    <a:pt x="15915" y="20964"/>
                    <a:pt x="15915" y="20964"/>
                  </a:cubicBezTo>
                  <a:cubicBezTo>
                    <a:pt x="16484" y="20964"/>
                    <a:pt x="16484" y="20964"/>
                    <a:pt x="16484" y="20964"/>
                  </a:cubicBezTo>
                  <a:cubicBezTo>
                    <a:pt x="17052" y="20964"/>
                    <a:pt x="17052" y="20964"/>
                    <a:pt x="17052" y="20964"/>
                  </a:cubicBezTo>
                  <a:cubicBezTo>
                    <a:pt x="17052" y="20329"/>
                    <a:pt x="17052" y="20329"/>
                    <a:pt x="17052" y="20329"/>
                  </a:cubicBezTo>
                  <a:cubicBezTo>
                    <a:pt x="17052" y="20329"/>
                    <a:pt x="17052" y="20329"/>
                    <a:pt x="17052" y="20329"/>
                  </a:cubicBezTo>
                  <a:cubicBezTo>
                    <a:pt x="17052" y="19694"/>
                    <a:pt x="17052" y="19694"/>
                    <a:pt x="17052" y="19694"/>
                  </a:cubicBezTo>
                  <a:cubicBezTo>
                    <a:pt x="17052" y="20329"/>
                    <a:pt x="17052" y="20329"/>
                    <a:pt x="17052" y="20329"/>
                  </a:cubicBezTo>
                  <a:cubicBezTo>
                    <a:pt x="17052" y="20329"/>
                    <a:pt x="17052" y="20329"/>
                    <a:pt x="17052" y="20329"/>
                  </a:cubicBezTo>
                  <a:cubicBezTo>
                    <a:pt x="16484" y="20964"/>
                    <a:pt x="16484" y="20964"/>
                    <a:pt x="16484" y="20964"/>
                  </a:cubicBezTo>
                  <a:cubicBezTo>
                    <a:pt x="16484" y="20329"/>
                    <a:pt x="16484" y="20329"/>
                    <a:pt x="16484" y="20329"/>
                  </a:cubicBezTo>
                  <a:cubicBezTo>
                    <a:pt x="15915" y="20329"/>
                    <a:pt x="15915" y="20329"/>
                    <a:pt x="15915" y="20329"/>
                  </a:cubicBezTo>
                  <a:cubicBezTo>
                    <a:pt x="15915" y="20329"/>
                    <a:pt x="15915" y="20329"/>
                    <a:pt x="15915" y="20329"/>
                  </a:cubicBezTo>
                  <a:cubicBezTo>
                    <a:pt x="15915" y="20329"/>
                    <a:pt x="15915" y="20329"/>
                    <a:pt x="15915" y="20329"/>
                  </a:cubicBezTo>
                  <a:cubicBezTo>
                    <a:pt x="15915" y="20329"/>
                    <a:pt x="15915" y="20329"/>
                    <a:pt x="15915" y="20329"/>
                  </a:cubicBezTo>
                  <a:cubicBezTo>
                    <a:pt x="15347" y="20329"/>
                    <a:pt x="15347" y="20329"/>
                    <a:pt x="15347" y="20329"/>
                  </a:cubicBezTo>
                  <a:cubicBezTo>
                    <a:pt x="14778" y="19694"/>
                    <a:pt x="14778" y="19694"/>
                    <a:pt x="14778" y="19694"/>
                  </a:cubicBezTo>
                  <a:cubicBezTo>
                    <a:pt x="14210" y="19694"/>
                    <a:pt x="14210" y="19694"/>
                    <a:pt x="14210" y="19694"/>
                  </a:cubicBezTo>
                  <a:cubicBezTo>
                    <a:pt x="13642" y="19694"/>
                    <a:pt x="13642" y="19694"/>
                    <a:pt x="13642" y="19694"/>
                  </a:cubicBezTo>
                  <a:cubicBezTo>
                    <a:pt x="13073" y="20329"/>
                    <a:pt x="13073" y="20329"/>
                    <a:pt x="13073" y="20329"/>
                  </a:cubicBezTo>
                  <a:cubicBezTo>
                    <a:pt x="12505" y="20329"/>
                    <a:pt x="12505" y="20329"/>
                    <a:pt x="12505" y="20329"/>
                  </a:cubicBezTo>
                  <a:cubicBezTo>
                    <a:pt x="11936" y="20329"/>
                    <a:pt x="11936" y="20329"/>
                    <a:pt x="11936" y="20329"/>
                  </a:cubicBezTo>
                  <a:cubicBezTo>
                    <a:pt x="11936" y="19694"/>
                    <a:pt x="11936" y="19694"/>
                    <a:pt x="11936" y="19694"/>
                  </a:cubicBezTo>
                  <a:cubicBezTo>
                    <a:pt x="11368" y="19694"/>
                    <a:pt x="11368" y="19694"/>
                    <a:pt x="11368" y="19694"/>
                  </a:cubicBezTo>
                  <a:cubicBezTo>
                    <a:pt x="11936" y="19694"/>
                    <a:pt x="11936" y="19694"/>
                    <a:pt x="11936" y="19694"/>
                  </a:cubicBezTo>
                  <a:cubicBezTo>
                    <a:pt x="11368" y="19058"/>
                    <a:pt x="11368" y="19058"/>
                    <a:pt x="11368" y="19058"/>
                  </a:cubicBezTo>
                  <a:cubicBezTo>
                    <a:pt x="11368" y="19694"/>
                    <a:pt x="11368" y="19694"/>
                    <a:pt x="11368" y="19694"/>
                  </a:cubicBezTo>
                  <a:cubicBezTo>
                    <a:pt x="11368" y="19694"/>
                    <a:pt x="11368" y="19694"/>
                    <a:pt x="11368" y="19694"/>
                  </a:cubicBezTo>
                  <a:cubicBezTo>
                    <a:pt x="11368" y="19694"/>
                    <a:pt x="11368" y="19694"/>
                    <a:pt x="11368" y="19694"/>
                  </a:cubicBezTo>
                  <a:cubicBezTo>
                    <a:pt x="11368" y="19694"/>
                    <a:pt x="11368" y="19694"/>
                    <a:pt x="11368" y="19694"/>
                  </a:cubicBezTo>
                  <a:cubicBezTo>
                    <a:pt x="10800" y="19694"/>
                    <a:pt x="10800" y="19694"/>
                    <a:pt x="10800" y="19694"/>
                  </a:cubicBezTo>
                  <a:cubicBezTo>
                    <a:pt x="10800" y="19694"/>
                    <a:pt x="10800" y="19694"/>
                    <a:pt x="10800" y="19694"/>
                  </a:cubicBezTo>
                  <a:cubicBezTo>
                    <a:pt x="10800" y="19058"/>
                    <a:pt x="10800" y="19058"/>
                    <a:pt x="10800" y="19058"/>
                  </a:cubicBezTo>
                  <a:cubicBezTo>
                    <a:pt x="10800" y="19694"/>
                    <a:pt x="10800" y="19694"/>
                    <a:pt x="10800" y="19694"/>
                  </a:cubicBezTo>
                  <a:cubicBezTo>
                    <a:pt x="10800" y="19694"/>
                    <a:pt x="10800" y="19694"/>
                    <a:pt x="10800" y="19694"/>
                  </a:cubicBezTo>
                  <a:cubicBezTo>
                    <a:pt x="10231" y="19694"/>
                    <a:pt x="10231" y="19694"/>
                    <a:pt x="10231" y="19694"/>
                  </a:cubicBezTo>
                  <a:close/>
                  <a:moveTo>
                    <a:pt x="568" y="6988"/>
                  </a:moveTo>
                  <a:cubicBezTo>
                    <a:pt x="568" y="7623"/>
                    <a:pt x="568" y="7623"/>
                    <a:pt x="568" y="7623"/>
                  </a:cubicBezTo>
                  <a:cubicBezTo>
                    <a:pt x="568" y="7623"/>
                    <a:pt x="568" y="7623"/>
                    <a:pt x="568" y="7623"/>
                  </a:cubicBezTo>
                  <a:cubicBezTo>
                    <a:pt x="1136" y="8258"/>
                    <a:pt x="1136" y="8258"/>
                    <a:pt x="1136" y="8258"/>
                  </a:cubicBezTo>
                  <a:cubicBezTo>
                    <a:pt x="1136" y="8258"/>
                    <a:pt x="1136" y="8258"/>
                    <a:pt x="1136" y="8258"/>
                  </a:cubicBezTo>
                  <a:cubicBezTo>
                    <a:pt x="1136" y="8258"/>
                    <a:pt x="1136" y="8258"/>
                    <a:pt x="1136" y="8258"/>
                  </a:cubicBezTo>
                  <a:cubicBezTo>
                    <a:pt x="568" y="8258"/>
                    <a:pt x="568" y="8258"/>
                    <a:pt x="568" y="8258"/>
                  </a:cubicBezTo>
                  <a:cubicBezTo>
                    <a:pt x="0" y="7623"/>
                    <a:pt x="0" y="7623"/>
                    <a:pt x="0" y="7623"/>
                  </a:cubicBezTo>
                  <a:cubicBezTo>
                    <a:pt x="0" y="7623"/>
                    <a:pt x="0" y="7623"/>
                    <a:pt x="0" y="7623"/>
                  </a:cubicBezTo>
                  <a:cubicBezTo>
                    <a:pt x="0" y="7623"/>
                    <a:pt x="0" y="7623"/>
                    <a:pt x="0" y="7623"/>
                  </a:cubicBezTo>
                  <a:cubicBezTo>
                    <a:pt x="0" y="6988"/>
                    <a:pt x="0" y="6988"/>
                    <a:pt x="0" y="6988"/>
                  </a:cubicBezTo>
                  <a:cubicBezTo>
                    <a:pt x="0" y="6988"/>
                    <a:pt x="0" y="6988"/>
                    <a:pt x="0" y="6988"/>
                  </a:cubicBezTo>
                  <a:cubicBezTo>
                    <a:pt x="568" y="6988"/>
                    <a:pt x="568" y="6988"/>
                    <a:pt x="568" y="6988"/>
                  </a:cubicBezTo>
                  <a:close/>
                  <a:moveTo>
                    <a:pt x="2273" y="10800"/>
                  </a:moveTo>
                  <a:cubicBezTo>
                    <a:pt x="2273" y="10800"/>
                    <a:pt x="2273" y="10800"/>
                    <a:pt x="2273" y="10800"/>
                  </a:cubicBezTo>
                  <a:cubicBezTo>
                    <a:pt x="2842" y="10164"/>
                    <a:pt x="2842" y="10164"/>
                    <a:pt x="2842" y="10164"/>
                  </a:cubicBezTo>
                  <a:cubicBezTo>
                    <a:pt x="2842" y="10164"/>
                    <a:pt x="2842" y="10164"/>
                    <a:pt x="2842" y="10164"/>
                  </a:cubicBezTo>
                  <a:cubicBezTo>
                    <a:pt x="2842" y="10800"/>
                    <a:pt x="2842" y="10800"/>
                    <a:pt x="2842" y="10800"/>
                  </a:cubicBezTo>
                  <a:cubicBezTo>
                    <a:pt x="2842" y="10800"/>
                    <a:pt x="2842" y="10800"/>
                    <a:pt x="2842" y="10800"/>
                  </a:cubicBezTo>
                  <a:cubicBezTo>
                    <a:pt x="2273" y="10800"/>
                    <a:pt x="2273" y="10800"/>
                    <a:pt x="2273" y="10800"/>
                  </a:cubicBezTo>
                  <a:cubicBezTo>
                    <a:pt x="2273" y="10800"/>
                    <a:pt x="2273" y="10800"/>
                    <a:pt x="2273" y="10800"/>
                  </a:cubicBezTo>
                  <a:close/>
                  <a:moveTo>
                    <a:pt x="2273" y="11435"/>
                  </a:moveTo>
                  <a:cubicBezTo>
                    <a:pt x="2273" y="10800"/>
                    <a:pt x="2273" y="10800"/>
                    <a:pt x="2273" y="10800"/>
                  </a:cubicBezTo>
                  <a:cubicBezTo>
                    <a:pt x="2842" y="11435"/>
                    <a:pt x="2842" y="11435"/>
                    <a:pt x="2842" y="11435"/>
                  </a:cubicBezTo>
                  <a:cubicBezTo>
                    <a:pt x="2842" y="11435"/>
                    <a:pt x="2842" y="11435"/>
                    <a:pt x="2842" y="11435"/>
                  </a:cubicBezTo>
                  <a:cubicBezTo>
                    <a:pt x="2842" y="11435"/>
                    <a:pt x="2842" y="11435"/>
                    <a:pt x="2842" y="11435"/>
                  </a:cubicBezTo>
                  <a:cubicBezTo>
                    <a:pt x="2842" y="12070"/>
                    <a:pt x="2842" y="12070"/>
                    <a:pt x="2842" y="12070"/>
                  </a:cubicBezTo>
                  <a:cubicBezTo>
                    <a:pt x="2842" y="12070"/>
                    <a:pt x="2842" y="12070"/>
                    <a:pt x="2842" y="12070"/>
                  </a:cubicBezTo>
                  <a:cubicBezTo>
                    <a:pt x="3410" y="12070"/>
                    <a:pt x="3410" y="12070"/>
                    <a:pt x="3410" y="12070"/>
                  </a:cubicBezTo>
                  <a:cubicBezTo>
                    <a:pt x="2842" y="12705"/>
                    <a:pt x="2842" y="12705"/>
                    <a:pt x="2842" y="12705"/>
                  </a:cubicBezTo>
                  <a:cubicBezTo>
                    <a:pt x="2842" y="12070"/>
                    <a:pt x="2842" y="12070"/>
                    <a:pt x="2842"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1705" y="12070"/>
                    <a:pt x="1705" y="12070"/>
                    <a:pt x="1705" y="12070"/>
                  </a:cubicBezTo>
                  <a:cubicBezTo>
                    <a:pt x="1705" y="11435"/>
                    <a:pt x="1705" y="11435"/>
                    <a:pt x="1705" y="11435"/>
                  </a:cubicBezTo>
                  <a:cubicBezTo>
                    <a:pt x="2273" y="11435"/>
                    <a:pt x="2273" y="11435"/>
                    <a:pt x="2273" y="11435"/>
                  </a:cubicBezTo>
                  <a:cubicBezTo>
                    <a:pt x="2273" y="11435"/>
                    <a:pt x="2273" y="11435"/>
                    <a:pt x="2273" y="11435"/>
                  </a:cubicBezTo>
                  <a:close/>
                  <a:moveTo>
                    <a:pt x="3410" y="13341"/>
                  </a:moveTo>
                  <a:cubicBezTo>
                    <a:pt x="3410" y="13341"/>
                    <a:pt x="3410" y="13341"/>
                    <a:pt x="3410" y="13341"/>
                  </a:cubicBezTo>
                  <a:cubicBezTo>
                    <a:pt x="3410" y="13341"/>
                    <a:pt x="3410" y="13341"/>
                    <a:pt x="3410" y="13341"/>
                  </a:cubicBezTo>
                  <a:cubicBezTo>
                    <a:pt x="3410" y="13341"/>
                    <a:pt x="3410" y="13341"/>
                    <a:pt x="3410" y="13341"/>
                  </a:cubicBezTo>
                  <a:cubicBezTo>
                    <a:pt x="2842" y="13341"/>
                    <a:pt x="2842" y="13341"/>
                    <a:pt x="2842" y="13341"/>
                  </a:cubicBezTo>
                  <a:cubicBezTo>
                    <a:pt x="2273" y="13341"/>
                    <a:pt x="2273" y="13341"/>
                    <a:pt x="2273" y="13341"/>
                  </a:cubicBezTo>
                  <a:cubicBezTo>
                    <a:pt x="2842" y="12705"/>
                    <a:pt x="2842" y="12705"/>
                    <a:pt x="2842" y="12705"/>
                  </a:cubicBezTo>
                  <a:cubicBezTo>
                    <a:pt x="2842" y="12705"/>
                    <a:pt x="2842" y="12705"/>
                    <a:pt x="2842" y="12705"/>
                  </a:cubicBezTo>
                  <a:cubicBezTo>
                    <a:pt x="2842" y="12705"/>
                    <a:pt x="2842" y="12705"/>
                    <a:pt x="2842" y="12705"/>
                  </a:cubicBezTo>
                  <a:cubicBezTo>
                    <a:pt x="3410" y="13341"/>
                    <a:pt x="3410" y="13341"/>
                    <a:pt x="3410" y="13341"/>
                  </a:cubicBezTo>
                  <a:close/>
                  <a:moveTo>
                    <a:pt x="18757" y="19058"/>
                  </a:moveTo>
                  <a:cubicBezTo>
                    <a:pt x="18757" y="19058"/>
                    <a:pt x="18757" y="19058"/>
                    <a:pt x="18757" y="19058"/>
                  </a:cubicBezTo>
                  <a:cubicBezTo>
                    <a:pt x="19326" y="18423"/>
                    <a:pt x="19326" y="18423"/>
                    <a:pt x="19326" y="18423"/>
                  </a:cubicBezTo>
                  <a:cubicBezTo>
                    <a:pt x="19326" y="19058"/>
                    <a:pt x="19326" y="19058"/>
                    <a:pt x="19326" y="19058"/>
                  </a:cubicBezTo>
                  <a:cubicBezTo>
                    <a:pt x="18757" y="19058"/>
                    <a:pt x="18757" y="19058"/>
                    <a:pt x="18757" y="19058"/>
                  </a:cubicBezTo>
                  <a:close/>
                  <a:moveTo>
                    <a:pt x="18757" y="20329"/>
                  </a:moveTo>
                  <a:cubicBezTo>
                    <a:pt x="18757" y="19694"/>
                    <a:pt x="18757" y="19694"/>
                    <a:pt x="18757" y="19694"/>
                  </a:cubicBezTo>
                  <a:cubicBezTo>
                    <a:pt x="18757" y="19058"/>
                    <a:pt x="18757" y="19058"/>
                    <a:pt x="18757" y="19058"/>
                  </a:cubicBezTo>
                  <a:cubicBezTo>
                    <a:pt x="18757" y="19058"/>
                    <a:pt x="18757" y="19058"/>
                    <a:pt x="18757" y="19058"/>
                  </a:cubicBezTo>
                  <a:cubicBezTo>
                    <a:pt x="18757" y="19058"/>
                    <a:pt x="18757" y="19058"/>
                    <a:pt x="18757" y="19058"/>
                  </a:cubicBezTo>
                  <a:cubicBezTo>
                    <a:pt x="19326" y="19694"/>
                    <a:pt x="19326" y="19694"/>
                    <a:pt x="19326" y="19694"/>
                  </a:cubicBezTo>
                  <a:cubicBezTo>
                    <a:pt x="19326" y="20329"/>
                    <a:pt x="19326" y="20329"/>
                    <a:pt x="19326" y="20329"/>
                  </a:cubicBezTo>
                  <a:cubicBezTo>
                    <a:pt x="18757" y="20329"/>
                    <a:pt x="18757" y="20329"/>
                    <a:pt x="18757" y="20329"/>
                  </a:cubicBezTo>
                  <a:close/>
                  <a:moveTo>
                    <a:pt x="20463" y="18423"/>
                  </a:moveTo>
                  <a:cubicBezTo>
                    <a:pt x="19894" y="18423"/>
                    <a:pt x="19894" y="18423"/>
                    <a:pt x="19894" y="18423"/>
                  </a:cubicBezTo>
                  <a:cubicBezTo>
                    <a:pt x="20463" y="18423"/>
                    <a:pt x="20463" y="18423"/>
                    <a:pt x="20463" y="18423"/>
                  </a:cubicBezTo>
                  <a:cubicBezTo>
                    <a:pt x="19894" y="18423"/>
                    <a:pt x="19894" y="18423"/>
                    <a:pt x="19894" y="18423"/>
                  </a:cubicBezTo>
                  <a:cubicBezTo>
                    <a:pt x="19894" y="17788"/>
                    <a:pt x="19894" y="17788"/>
                    <a:pt x="19894" y="17788"/>
                  </a:cubicBezTo>
                  <a:cubicBezTo>
                    <a:pt x="20463" y="17152"/>
                    <a:pt x="20463" y="17152"/>
                    <a:pt x="20463" y="17152"/>
                  </a:cubicBezTo>
                  <a:cubicBezTo>
                    <a:pt x="21031" y="17152"/>
                    <a:pt x="21031" y="17152"/>
                    <a:pt x="21031" y="17152"/>
                  </a:cubicBezTo>
                  <a:cubicBezTo>
                    <a:pt x="21600" y="17152"/>
                    <a:pt x="21600" y="17152"/>
                    <a:pt x="21600" y="17152"/>
                  </a:cubicBezTo>
                  <a:cubicBezTo>
                    <a:pt x="21600" y="17152"/>
                    <a:pt x="21600" y="17152"/>
                    <a:pt x="21600" y="17152"/>
                  </a:cubicBezTo>
                  <a:cubicBezTo>
                    <a:pt x="21600" y="17152"/>
                    <a:pt x="21600" y="17152"/>
                    <a:pt x="21600" y="17152"/>
                  </a:cubicBezTo>
                  <a:cubicBezTo>
                    <a:pt x="21031" y="17788"/>
                    <a:pt x="21031" y="17788"/>
                    <a:pt x="21031" y="17788"/>
                  </a:cubicBezTo>
                  <a:cubicBezTo>
                    <a:pt x="21031" y="17788"/>
                    <a:pt x="21031" y="17788"/>
                    <a:pt x="21031" y="17788"/>
                  </a:cubicBezTo>
                  <a:cubicBezTo>
                    <a:pt x="21031" y="17788"/>
                    <a:pt x="21031" y="17788"/>
                    <a:pt x="21031" y="17788"/>
                  </a:cubicBezTo>
                  <a:cubicBezTo>
                    <a:pt x="21031" y="17788"/>
                    <a:pt x="21031" y="17788"/>
                    <a:pt x="21031" y="17788"/>
                  </a:cubicBezTo>
                  <a:cubicBezTo>
                    <a:pt x="20463" y="18423"/>
                    <a:pt x="20463" y="18423"/>
                    <a:pt x="20463" y="18423"/>
                  </a:cubicBezTo>
                  <a:cubicBezTo>
                    <a:pt x="20463" y="18423"/>
                    <a:pt x="20463" y="18423"/>
                    <a:pt x="20463" y="18423"/>
                  </a:cubicBezTo>
                  <a:cubicBezTo>
                    <a:pt x="20463" y="18423"/>
                    <a:pt x="20463" y="18423"/>
                    <a:pt x="20463" y="18423"/>
                  </a:cubicBezTo>
                  <a:close/>
                  <a:moveTo>
                    <a:pt x="17052" y="17152"/>
                  </a:moveTo>
                  <a:cubicBezTo>
                    <a:pt x="16484" y="16517"/>
                    <a:pt x="16484" y="16517"/>
                    <a:pt x="16484" y="16517"/>
                  </a:cubicBezTo>
                  <a:cubicBezTo>
                    <a:pt x="16484" y="16517"/>
                    <a:pt x="16484" y="16517"/>
                    <a:pt x="16484" y="16517"/>
                  </a:cubicBezTo>
                  <a:cubicBezTo>
                    <a:pt x="17052" y="16517"/>
                    <a:pt x="17052" y="16517"/>
                    <a:pt x="17052" y="16517"/>
                  </a:cubicBezTo>
                  <a:cubicBezTo>
                    <a:pt x="17052" y="16517"/>
                    <a:pt x="17052" y="16517"/>
                    <a:pt x="17052" y="16517"/>
                  </a:cubicBezTo>
                  <a:cubicBezTo>
                    <a:pt x="17052" y="17152"/>
                    <a:pt x="17052" y="17152"/>
                    <a:pt x="17052" y="17152"/>
                  </a:cubicBezTo>
                  <a:cubicBezTo>
                    <a:pt x="17052" y="17152"/>
                    <a:pt x="17052" y="17152"/>
                    <a:pt x="17052" y="17152"/>
                  </a:cubicBezTo>
                  <a:close/>
                  <a:moveTo>
                    <a:pt x="17052" y="13341"/>
                  </a:moveTo>
                  <a:cubicBezTo>
                    <a:pt x="17052" y="13341"/>
                    <a:pt x="17052" y="13341"/>
                    <a:pt x="17052" y="13341"/>
                  </a:cubicBezTo>
                  <a:cubicBezTo>
                    <a:pt x="17621" y="13341"/>
                    <a:pt x="17621" y="13341"/>
                    <a:pt x="17621" y="13341"/>
                  </a:cubicBezTo>
                  <a:cubicBezTo>
                    <a:pt x="17621" y="13341"/>
                    <a:pt x="17621" y="13341"/>
                    <a:pt x="17621" y="13341"/>
                  </a:cubicBezTo>
                  <a:cubicBezTo>
                    <a:pt x="17621" y="13341"/>
                    <a:pt x="17621" y="13341"/>
                    <a:pt x="17621" y="13341"/>
                  </a:cubicBezTo>
                  <a:cubicBezTo>
                    <a:pt x="18189" y="13341"/>
                    <a:pt x="18189" y="13341"/>
                    <a:pt x="18189" y="13341"/>
                  </a:cubicBezTo>
                  <a:cubicBezTo>
                    <a:pt x="18189" y="13341"/>
                    <a:pt x="18189" y="13341"/>
                    <a:pt x="18189" y="13341"/>
                  </a:cubicBezTo>
                  <a:cubicBezTo>
                    <a:pt x="17621" y="13341"/>
                    <a:pt x="17621" y="13341"/>
                    <a:pt x="17621" y="13341"/>
                  </a:cubicBezTo>
                  <a:cubicBezTo>
                    <a:pt x="17621" y="13976"/>
                    <a:pt x="17621" y="13976"/>
                    <a:pt x="17621" y="13976"/>
                  </a:cubicBezTo>
                  <a:cubicBezTo>
                    <a:pt x="17621" y="13976"/>
                    <a:pt x="17621" y="13976"/>
                    <a:pt x="17621" y="13976"/>
                  </a:cubicBezTo>
                  <a:cubicBezTo>
                    <a:pt x="17052" y="13341"/>
                    <a:pt x="17052" y="13341"/>
                    <a:pt x="17052" y="13341"/>
                  </a:cubicBezTo>
                  <a:cubicBezTo>
                    <a:pt x="17052" y="13341"/>
                    <a:pt x="17052" y="13341"/>
                    <a:pt x="17052" y="13341"/>
                  </a:cubicBezTo>
                  <a:cubicBezTo>
                    <a:pt x="16484" y="13341"/>
                    <a:pt x="16484" y="13341"/>
                    <a:pt x="16484" y="13341"/>
                  </a:cubicBezTo>
                  <a:cubicBezTo>
                    <a:pt x="17052" y="13341"/>
                    <a:pt x="17052" y="13341"/>
                    <a:pt x="17052" y="13341"/>
                  </a:cubicBezTo>
                  <a:close/>
                  <a:moveTo>
                    <a:pt x="15915" y="10800"/>
                  </a:moveTo>
                  <a:cubicBezTo>
                    <a:pt x="15915" y="11435"/>
                    <a:pt x="15915" y="11435"/>
                    <a:pt x="15915" y="11435"/>
                  </a:cubicBezTo>
                  <a:cubicBezTo>
                    <a:pt x="15915" y="11435"/>
                    <a:pt x="15915" y="11435"/>
                    <a:pt x="15915" y="11435"/>
                  </a:cubicBezTo>
                  <a:cubicBezTo>
                    <a:pt x="15347" y="12070"/>
                    <a:pt x="15347" y="12070"/>
                    <a:pt x="15347" y="12070"/>
                  </a:cubicBezTo>
                  <a:cubicBezTo>
                    <a:pt x="15347" y="11435"/>
                    <a:pt x="15347" y="11435"/>
                    <a:pt x="15347" y="11435"/>
                  </a:cubicBezTo>
                  <a:cubicBezTo>
                    <a:pt x="15347" y="11435"/>
                    <a:pt x="15347" y="11435"/>
                    <a:pt x="15347" y="11435"/>
                  </a:cubicBezTo>
                  <a:cubicBezTo>
                    <a:pt x="15347" y="11435"/>
                    <a:pt x="15347" y="11435"/>
                    <a:pt x="15347" y="11435"/>
                  </a:cubicBezTo>
                  <a:cubicBezTo>
                    <a:pt x="15347" y="10800"/>
                    <a:pt x="15347" y="10800"/>
                    <a:pt x="15347" y="10800"/>
                  </a:cubicBezTo>
                  <a:cubicBezTo>
                    <a:pt x="15347" y="10800"/>
                    <a:pt x="15347" y="10800"/>
                    <a:pt x="15347" y="10800"/>
                  </a:cubicBezTo>
                  <a:cubicBezTo>
                    <a:pt x="15347" y="10800"/>
                    <a:pt x="15347" y="10800"/>
                    <a:pt x="15347" y="10800"/>
                  </a:cubicBezTo>
                  <a:cubicBezTo>
                    <a:pt x="15347" y="10164"/>
                    <a:pt x="15347" y="10164"/>
                    <a:pt x="15347" y="10164"/>
                  </a:cubicBezTo>
                  <a:cubicBezTo>
                    <a:pt x="15915" y="10800"/>
                    <a:pt x="15915" y="10800"/>
                    <a:pt x="15915" y="10800"/>
                  </a:cubicBezTo>
                  <a:cubicBezTo>
                    <a:pt x="15915" y="10800"/>
                    <a:pt x="15915" y="10800"/>
                    <a:pt x="15915" y="10800"/>
                  </a:cubicBezTo>
                  <a:close/>
                  <a:moveTo>
                    <a:pt x="15347" y="9529"/>
                  </a:moveTo>
                  <a:cubicBezTo>
                    <a:pt x="14778" y="8894"/>
                    <a:pt x="14778" y="8894"/>
                    <a:pt x="14778" y="8894"/>
                  </a:cubicBezTo>
                  <a:cubicBezTo>
                    <a:pt x="15347" y="8258"/>
                    <a:pt x="15347" y="8258"/>
                    <a:pt x="15347" y="8258"/>
                  </a:cubicBezTo>
                  <a:cubicBezTo>
                    <a:pt x="15915" y="8258"/>
                    <a:pt x="15915" y="8258"/>
                    <a:pt x="15915" y="8258"/>
                  </a:cubicBezTo>
                  <a:cubicBezTo>
                    <a:pt x="15915" y="8258"/>
                    <a:pt x="15915" y="8258"/>
                    <a:pt x="15915" y="8258"/>
                  </a:cubicBezTo>
                  <a:cubicBezTo>
                    <a:pt x="16484" y="8258"/>
                    <a:pt x="16484" y="8258"/>
                    <a:pt x="16484" y="8258"/>
                  </a:cubicBezTo>
                  <a:cubicBezTo>
                    <a:pt x="16484" y="8258"/>
                    <a:pt x="16484" y="8258"/>
                    <a:pt x="16484" y="8258"/>
                  </a:cubicBezTo>
                  <a:cubicBezTo>
                    <a:pt x="16484" y="8258"/>
                    <a:pt x="16484" y="8258"/>
                    <a:pt x="16484" y="8258"/>
                  </a:cubicBezTo>
                  <a:cubicBezTo>
                    <a:pt x="16484" y="8258"/>
                    <a:pt x="16484" y="8258"/>
                    <a:pt x="16484" y="8258"/>
                  </a:cubicBezTo>
                  <a:cubicBezTo>
                    <a:pt x="16484" y="8894"/>
                    <a:pt x="16484" y="8894"/>
                    <a:pt x="16484" y="8894"/>
                  </a:cubicBezTo>
                  <a:cubicBezTo>
                    <a:pt x="16484" y="9529"/>
                    <a:pt x="16484" y="9529"/>
                    <a:pt x="16484" y="9529"/>
                  </a:cubicBezTo>
                  <a:cubicBezTo>
                    <a:pt x="15915" y="9529"/>
                    <a:pt x="15915" y="9529"/>
                    <a:pt x="15915" y="9529"/>
                  </a:cubicBezTo>
                  <a:cubicBezTo>
                    <a:pt x="15915" y="9529"/>
                    <a:pt x="15915" y="9529"/>
                    <a:pt x="15915" y="9529"/>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347" y="9529"/>
                    <a:pt x="15347" y="9529"/>
                    <a:pt x="15347" y="9529"/>
                  </a:cubicBezTo>
                  <a:cubicBezTo>
                    <a:pt x="15347" y="9529"/>
                    <a:pt x="15347" y="9529"/>
                    <a:pt x="15347" y="9529"/>
                  </a:cubicBezTo>
                  <a:close/>
                  <a:moveTo>
                    <a:pt x="14210" y="4447"/>
                  </a:moveTo>
                  <a:cubicBezTo>
                    <a:pt x="14210" y="4447"/>
                    <a:pt x="14210" y="4447"/>
                    <a:pt x="14210" y="4447"/>
                  </a:cubicBezTo>
                  <a:cubicBezTo>
                    <a:pt x="14210" y="4447"/>
                    <a:pt x="14210" y="4447"/>
                    <a:pt x="14210" y="4447"/>
                  </a:cubicBezTo>
                  <a:cubicBezTo>
                    <a:pt x="14778" y="4447"/>
                    <a:pt x="14778" y="4447"/>
                    <a:pt x="14778" y="4447"/>
                  </a:cubicBezTo>
                  <a:cubicBezTo>
                    <a:pt x="14778" y="4447"/>
                    <a:pt x="14778" y="4447"/>
                    <a:pt x="14778" y="4447"/>
                  </a:cubicBezTo>
                  <a:cubicBezTo>
                    <a:pt x="14210" y="5082"/>
                    <a:pt x="14210" y="5082"/>
                    <a:pt x="14210" y="5082"/>
                  </a:cubicBezTo>
                  <a:cubicBezTo>
                    <a:pt x="14210" y="4447"/>
                    <a:pt x="14210" y="4447"/>
                    <a:pt x="14210" y="4447"/>
                  </a:cubicBezTo>
                  <a:close/>
                  <a:moveTo>
                    <a:pt x="13073" y="5717"/>
                  </a:moveTo>
                  <a:cubicBezTo>
                    <a:pt x="13073" y="5717"/>
                    <a:pt x="13073" y="5717"/>
                    <a:pt x="13073" y="5717"/>
                  </a:cubicBezTo>
                  <a:cubicBezTo>
                    <a:pt x="13642" y="6352"/>
                    <a:pt x="13642" y="6352"/>
                    <a:pt x="13642" y="6352"/>
                  </a:cubicBezTo>
                  <a:cubicBezTo>
                    <a:pt x="13642" y="5717"/>
                    <a:pt x="13642" y="5717"/>
                    <a:pt x="13642" y="5717"/>
                  </a:cubicBezTo>
                  <a:cubicBezTo>
                    <a:pt x="14210" y="5717"/>
                    <a:pt x="14210" y="5717"/>
                    <a:pt x="14210" y="5717"/>
                  </a:cubicBezTo>
                  <a:cubicBezTo>
                    <a:pt x="13642" y="6352"/>
                    <a:pt x="13642" y="6352"/>
                    <a:pt x="13642" y="6352"/>
                  </a:cubicBezTo>
                  <a:cubicBezTo>
                    <a:pt x="13642" y="6988"/>
                    <a:pt x="13642" y="6988"/>
                    <a:pt x="13642" y="6988"/>
                  </a:cubicBezTo>
                  <a:cubicBezTo>
                    <a:pt x="13073" y="6352"/>
                    <a:pt x="13073" y="6352"/>
                    <a:pt x="13073" y="6352"/>
                  </a:cubicBezTo>
                  <a:cubicBezTo>
                    <a:pt x="13073" y="6988"/>
                    <a:pt x="13073" y="6988"/>
                    <a:pt x="13073" y="6988"/>
                  </a:cubicBezTo>
                  <a:cubicBezTo>
                    <a:pt x="13073" y="6352"/>
                    <a:pt x="13073" y="6352"/>
                    <a:pt x="13073" y="6352"/>
                  </a:cubicBezTo>
                  <a:cubicBezTo>
                    <a:pt x="12505" y="6352"/>
                    <a:pt x="12505" y="6352"/>
                    <a:pt x="12505" y="6352"/>
                  </a:cubicBezTo>
                  <a:cubicBezTo>
                    <a:pt x="13073" y="5717"/>
                    <a:pt x="13073" y="5717"/>
                    <a:pt x="13073" y="5717"/>
                  </a:cubicBezTo>
                  <a:close/>
                  <a:moveTo>
                    <a:pt x="11936" y="3811"/>
                  </a:moveTo>
                  <a:cubicBezTo>
                    <a:pt x="11936" y="3811"/>
                    <a:pt x="11936" y="3811"/>
                    <a:pt x="11936" y="3811"/>
                  </a:cubicBezTo>
                  <a:cubicBezTo>
                    <a:pt x="12505" y="3811"/>
                    <a:pt x="12505" y="3811"/>
                    <a:pt x="12505" y="3811"/>
                  </a:cubicBezTo>
                  <a:cubicBezTo>
                    <a:pt x="12505" y="3811"/>
                    <a:pt x="12505" y="3811"/>
                    <a:pt x="12505" y="3811"/>
                  </a:cubicBezTo>
                  <a:cubicBezTo>
                    <a:pt x="11936" y="4447"/>
                    <a:pt x="11936" y="4447"/>
                    <a:pt x="11936" y="4447"/>
                  </a:cubicBezTo>
                  <a:cubicBezTo>
                    <a:pt x="11936" y="4447"/>
                    <a:pt x="11936" y="4447"/>
                    <a:pt x="11936" y="4447"/>
                  </a:cubicBezTo>
                  <a:cubicBezTo>
                    <a:pt x="11368" y="4447"/>
                    <a:pt x="11368" y="4447"/>
                    <a:pt x="11368" y="4447"/>
                  </a:cubicBezTo>
                  <a:cubicBezTo>
                    <a:pt x="11936" y="3811"/>
                    <a:pt x="11936" y="3811"/>
                    <a:pt x="11936" y="3811"/>
                  </a:cubicBezTo>
                  <a:close/>
                  <a:moveTo>
                    <a:pt x="9663" y="8894"/>
                  </a:moveTo>
                  <a:cubicBezTo>
                    <a:pt x="9663" y="8894"/>
                    <a:pt x="9663" y="8894"/>
                    <a:pt x="9663" y="8894"/>
                  </a:cubicBezTo>
                  <a:cubicBezTo>
                    <a:pt x="9663" y="8894"/>
                    <a:pt x="9663" y="8894"/>
                    <a:pt x="9663" y="8894"/>
                  </a:cubicBezTo>
                  <a:cubicBezTo>
                    <a:pt x="9663" y="9529"/>
                    <a:pt x="9663" y="9529"/>
                    <a:pt x="9663" y="9529"/>
                  </a:cubicBezTo>
                  <a:cubicBezTo>
                    <a:pt x="9663" y="9529"/>
                    <a:pt x="9663" y="9529"/>
                    <a:pt x="9663" y="9529"/>
                  </a:cubicBezTo>
                  <a:cubicBezTo>
                    <a:pt x="9663" y="8894"/>
                    <a:pt x="9663" y="8894"/>
                    <a:pt x="9663" y="8894"/>
                  </a:cubicBezTo>
                  <a:close/>
                  <a:moveTo>
                    <a:pt x="9094" y="8894"/>
                  </a:moveTo>
                  <a:cubicBezTo>
                    <a:pt x="9094" y="8894"/>
                    <a:pt x="9094" y="8894"/>
                    <a:pt x="9094" y="8894"/>
                  </a:cubicBezTo>
                  <a:cubicBezTo>
                    <a:pt x="9094" y="8894"/>
                    <a:pt x="9094" y="8894"/>
                    <a:pt x="9094" y="8894"/>
                  </a:cubicBezTo>
                  <a:cubicBezTo>
                    <a:pt x="9094" y="8894"/>
                    <a:pt x="9094" y="8894"/>
                    <a:pt x="9094" y="8894"/>
                  </a:cubicBezTo>
                  <a:cubicBezTo>
                    <a:pt x="9094" y="8894"/>
                    <a:pt x="9094" y="8894"/>
                    <a:pt x="9094" y="8894"/>
                  </a:cubicBezTo>
                  <a:close/>
                  <a:moveTo>
                    <a:pt x="11936" y="9529"/>
                  </a:moveTo>
                  <a:cubicBezTo>
                    <a:pt x="11936" y="9529"/>
                    <a:pt x="11936" y="9529"/>
                    <a:pt x="11936" y="9529"/>
                  </a:cubicBezTo>
                  <a:cubicBezTo>
                    <a:pt x="11936" y="9529"/>
                    <a:pt x="11936" y="9529"/>
                    <a:pt x="11936" y="9529"/>
                  </a:cubicBezTo>
                  <a:cubicBezTo>
                    <a:pt x="12505" y="9529"/>
                    <a:pt x="12505" y="9529"/>
                    <a:pt x="12505" y="9529"/>
                  </a:cubicBezTo>
                  <a:cubicBezTo>
                    <a:pt x="12505" y="10164"/>
                    <a:pt x="12505" y="10164"/>
                    <a:pt x="12505" y="10164"/>
                  </a:cubicBezTo>
                  <a:cubicBezTo>
                    <a:pt x="12505" y="10164"/>
                    <a:pt x="12505" y="10164"/>
                    <a:pt x="12505" y="10164"/>
                  </a:cubicBezTo>
                  <a:cubicBezTo>
                    <a:pt x="11936" y="10164"/>
                    <a:pt x="11936" y="10164"/>
                    <a:pt x="11936" y="10164"/>
                  </a:cubicBezTo>
                  <a:cubicBezTo>
                    <a:pt x="11936" y="10164"/>
                    <a:pt x="11936" y="10164"/>
                    <a:pt x="11936" y="10164"/>
                  </a:cubicBezTo>
                  <a:cubicBezTo>
                    <a:pt x="11936" y="9529"/>
                    <a:pt x="11936" y="9529"/>
                    <a:pt x="11936" y="9529"/>
                  </a:cubicBezTo>
                  <a:close/>
                  <a:moveTo>
                    <a:pt x="15915" y="13976"/>
                  </a:moveTo>
                  <a:cubicBezTo>
                    <a:pt x="15915" y="13976"/>
                    <a:pt x="15915" y="13976"/>
                    <a:pt x="15915" y="13976"/>
                  </a:cubicBezTo>
                  <a:cubicBezTo>
                    <a:pt x="15915" y="13976"/>
                    <a:pt x="15915" y="13976"/>
                    <a:pt x="15915" y="13976"/>
                  </a:cubicBezTo>
                  <a:cubicBezTo>
                    <a:pt x="16484" y="13976"/>
                    <a:pt x="16484" y="13976"/>
                    <a:pt x="16484" y="13976"/>
                  </a:cubicBezTo>
                  <a:cubicBezTo>
                    <a:pt x="16484" y="13976"/>
                    <a:pt x="16484" y="13976"/>
                    <a:pt x="16484" y="13976"/>
                  </a:cubicBezTo>
                  <a:cubicBezTo>
                    <a:pt x="15915" y="13976"/>
                    <a:pt x="15915" y="13976"/>
                    <a:pt x="15915" y="13976"/>
                  </a:cubicBezTo>
                  <a:close/>
                  <a:moveTo>
                    <a:pt x="11936" y="17152"/>
                  </a:moveTo>
                  <a:cubicBezTo>
                    <a:pt x="11936" y="16517"/>
                    <a:pt x="11936" y="16517"/>
                    <a:pt x="11936" y="16517"/>
                  </a:cubicBezTo>
                  <a:cubicBezTo>
                    <a:pt x="12505" y="16517"/>
                    <a:pt x="12505" y="16517"/>
                    <a:pt x="12505" y="16517"/>
                  </a:cubicBezTo>
                  <a:cubicBezTo>
                    <a:pt x="12505" y="16517"/>
                    <a:pt x="12505" y="16517"/>
                    <a:pt x="12505" y="16517"/>
                  </a:cubicBezTo>
                  <a:cubicBezTo>
                    <a:pt x="11936" y="17152"/>
                    <a:pt x="11936" y="17152"/>
                    <a:pt x="11936" y="17152"/>
                  </a:cubicBezTo>
                  <a:cubicBezTo>
                    <a:pt x="11936" y="17152"/>
                    <a:pt x="11936" y="17152"/>
                    <a:pt x="11936" y="17152"/>
                  </a:cubicBezTo>
                  <a:close/>
                  <a:moveTo>
                    <a:pt x="11936" y="15247"/>
                  </a:moveTo>
                  <a:cubicBezTo>
                    <a:pt x="11936" y="15247"/>
                    <a:pt x="11936" y="15247"/>
                    <a:pt x="11936" y="15247"/>
                  </a:cubicBezTo>
                  <a:cubicBezTo>
                    <a:pt x="11936" y="15247"/>
                    <a:pt x="11936" y="15247"/>
                    <a:pt x="11936" y="15247"/>
                  </a:cubicBezTo>
                  <a:cubicBezTo>
                    <a:pt x="11936" y="15247"/>
                    <a:pt x="11936" y="15247"/>
                    <a:pt x="11936" y="15247"/>
                  </a:cubicBezTo>
                  <a:close/>
                  <a:moveTo>
                    <a:pt x="11936" y="14611"/>
                  </a:moveTo>
                  <a:cubicBezTo>
                    <a:pt x="11936" y="14611"/>
                    <a:pt x="11936" y="14611"/>
                    <a:pt x="11936" y="14611"/>
                  </a:cubicBezTo>
                  <a:cubicBezTo>
                    <a:pt x="11936" y="14611"/>
                    <a:pt x="11936" y="14611"/>
                    <a:pt x="11936" y="14611"/>
                  </a:cubicBezTo>
                  <a:cubicBezTo>
                    <a:pt x="11936" y="14611"/>
                    <a:pt x="11936" y="14611"/>
                    <a:pt x="11936" y="14611"/>
                  </a:cubicBezTo>
                  <a:cubicBezTo>
                    <a:pt x="11936" y="14611"/>
                    <a:pt x="11936" y="14611"/>
                    <a:pt x="11936" y="14611"/>
                  </a:cubicBezTo>
                  <a:close/>
                  <a:moveTo>
                    <a:pt x="11368" y="13976"/>
                  </a:moveTo>
                  <a:cubicBezTo>
                    <a:pt x="11368" y="13976"/>
                    <a:pt x="11368" y="13976"/>
                    <a:pt x="11368" y="13976"/>
                  </a:cubicBezTo>
                  <a:cubicBezTo>
                    <a:pt x="11936" y="13976"/>
                    <a:pt x="11936" y="13976"/>
                    <a:pt x="11936" y="13976"/>
                  </a:cubicBezTo>
                  <a:cubicBezTo>
                    <a:pt x="11936" y="13976"/>
                    <a:pt x="11936" y="13976"/>
                    <a:pt x="11936" y="13976"/>
                  </a:cubicBezTo>
                  <a:cubicBezTo>
                    <a:pt x="11368" y="13976"/>
                    <a:pt x="11368" y="13976"/>
                    <a:pt x="11368" y="13976"/>
                  </a:cubicBezTo>
                  <a:close/>
                  <a:moveTo>
                    <a:pt x="13642" y="15882"/>
                  </a:moveTo>
                  <a:cubicBezTo>
                    <a:pt x="13642" y="15247"/>
                    <a:pt x="13642" y="15247"/>
                    <a:pt x="13642" y="15247"/>
                  </a:cubicBezTo>
                  <a:cubicBezTo>
                    <a:pt x="13642" y="15247"/>
                    <a:pt x="13642" y="15247"/>
                    <a:pt x="13642" y="15247"/>
                  </a:cubicBezTo>
                  <a:cubicBezTo>
                    <a:pt x="14210" y="15247"/>
                    <a:pt x="14210" y="15247"/>
                    <a:pt x="14210" y="15247"/>
                  </a:cubicBezTo>
                  <a:cubicBezTo>
                    <a:pt x="14210" y="15247"/>
                    <a:pt x="14210" y="15247"/>
                    <a:pt x="14210" y="15247"/>
                  </a:cubicBezTo>
                  <a:cubicBezTo>
                    <a:pt x="13642" y="15882"/>
                    <a:pt x="13642" y="15882"/>
                    <a:pt x="13642" y="15882"/>
                  </a:cubicBezTo>
                  <a:close/>
                  <a:moveTo>
                    <a:pt x="14778" y="15882"/>
                  </a:moveTo>
                  <a:cubicBezTo>
                    <a:pt x="14210" y="15247"/>
                    <a:pt x="14210" y="15247"/>
                    <a:pt x="14210" y="15247"/>
                  </a:cubicBezTo>
                  <a:cubicBezTo>
                    <a:pt x="14778" y="15247"/>
                    <a:pt x="14778" y="15247"/>
                    <a:pt x="14778" y="15247"/>
                  </a:cubicBezTo>
                  <a:cubicBezTo>
                    <a:pt x="14778" y="15247"/>
                    <a:pt x="14778" y="15247"/>
                    <a:pt x="14778" y="15247"/>
                  </a:cubicBezTo>
                  <a:cubicBezTo>
                    <a:pt x="14778" y="15247"/>
                    <a:pt x="14778" y="15247"/>
                    <a:pt x="14778" y="15247"/>
                  </a:cubicBezTo>
                  <a:cubicBezTo>
                    <a:pt x="14778" y="15882"/>
                    <a:pt x="14778" y="15882"/>
                    <a:pt x="14778" y="15882"/>
                  </a:cubicBezTo>
                  <a:cubicBezTo>
                    <a:pt x="14778" y="15882"/>
                    <a:pt x="14778" y="15882"/>
                    <a:pt x="14778" y="15882"/>
                  </a:cubicBezTo>
                  <a:close/>
                  <a:moveTo>
                    <a:pt x="14210" y="14611"/>
                  </a:moveTo>
                  <a:cubicBezTo>
                    <a:pt x="14210" y="13976"/>
                    <a:pt x="14210" y="13976"/>
                    <a:pt x="14210" y="13976"/>
                  </a:cubicBezTo>
                  <a:cubicBezTo>
                    <a:pt x="14778" y="14611"/>
                    <a:pt x="14778" y="14611"/>
                    <a:pt x="14778" y="14611"/>
                  </a:cubicBezTo>
                  <a:cubicBezTo>
                    <a:pt x="14210" y="14611"/>
                    <a:pt x="14210" y="14611"/>
                    <a:pt x="14210" y="14611"/>
                  </a:cubicBezTo>
                  <a:close/>
                  <a:moveTo>
                    <a:pt x="13642" y="13976"/>
                  </a:moveTo>
                  <a:cubicBezTo>
                    <a:pt x="13642" y="13976"/>
                    <a:pt x="13642" y="13976"/>
                    <a:pt x="13642" y="13976"/>
                  </a:cubicBezTo>
                  <a:cubicBezTo>
                    <a:pt x="14210" y="13976"/>
                    <a:pt x="14210" y="13976"/>
                    <a:pt x="14210" y="13976"/>
                  </a:cubicBezTo>
                  <a:cubicBezTo>
                    <a:pt x="14210" y="13976"/>
                    <a:pt x="14210" y="13976"/>
                    <a:pt x="14210" y="13976"/>
                  </a:cubicBezTo>
                  <a:cubicBezTo>
                    <a:pt x="13642" y="13976"/>
                    <a:pt x="13642" y="13976"/>
                    <a:pt x="13642" y="13976"/>
                  </a:cubicBezTo>
                  <a:cubicBezTo>
                    <a:pt x="13642" y="13976"/>
                    <a:pt x="13642" y="13976"/>
                    <a:pt x="13642" y="13976"/>
                  </a:cubicBezTo>
                  <a:close/>
                  <a:moveTo>
                    <a:pt x="12505" y="12705"/>
                  </a:moveTo>
                  <a:cubicBezTo>
                    <a:pt x="12505" y="12705"/>
                    <a:pt x="12505" y="12705"/>
                    <a:pt x="12505" y="12705"/>
                  </a:cubicBezTo>
                  <a:cubicBezTo>
                    <a:pt x="13073" y="13341"/>
                    <a:pt x="13073" y="13341"/>
                    <a:pt x="13073" y="13341"/>
                  </a:cubicBezTo>
                  <a:cubicBezTo>
                    <a:pt x="13642" y="13341"/>
                    <a:pt x="13642" y="13341"/>
                    <a:pt x="13642" y="13341"/>
                  </a:cubicBezTo>
                  <a:cubicBezTo>
                    <a:pt x="13642" y="13976"/>
                    <a:pt x="13642" y="13976"/>
                    <a:pt x="13642" y="13976"/>
                  </a:cubicBezTo>
                  <a:cubicBezTo>
                    <a:pt x="13073" y="13976"/>
                    <a:pt x="13073" y="13976"/>
                    <a:pt x="13073" y="13976"/>
                  </a:cubicBezTo>
                  <a:cubicBezTo>
                    <a:pt x="12505" y="13341"/>
                    <a:pt x="12505" y="13341"/>
                    <a:pt x="12505" y="13341"/>
                  </a:cubicBezTo>
                  <a:cubicBezTo>
                    <a:pt x="12505" y="13341"/>
                    <a:pt x="12505" y="13341"/>
                    <a:pt x="12505" y="13341"/>
                  </a:cubicBezTo>
                  <a:cubicBezTo>
                    <a:pt x="12505" y="12705"/>
                    <a:pt x="12505" y="12705"/>
                    <a:pt x="12505" y="12705"/>
                  </a:cubicBezTo>
                  <a:close/>
                  <a:moveTo>
                    <a:pt x="7957" y="9529"/>
                  </a:moveTo>
                  <a:cubicBezTo>
                    <a:pt x="7957" y="9529"/>
                    <a:pt x="7957" y="9529"/>
                    <a:pt x="7957" y="9529"/>
                  </a:cubicBezTo>
                  <a:cubicBezTo>
                    <a:pt x="9094" y="9529"/>
                    <a:pt x="9094" y="9529"/>
                    <a:pt x="9094" y="9529"/>
                  </a:cubicBezTo>
                  <a:cubicBezTo>
                    <a:pt x="9094" y="9529"/>
                    <a:pt x="9094" y="9529"/>
                    <a:pt x="9094" y="9529"/>
                  </a:cubicBezTo>
                  <a:cubicBezTo>
                    <a:pt x="9663" y="10164"/>
                    <a:pt x="9663" y="10164"/>
                    <a:pt x="9663" y="10164"/>
                  </a:cubicBezTo>
                  <a:cubicBezTo>
                    <a:pt x="10231" y="10164"/>
                    <a:pt x="10231" y="10164"/>
                    <a:pt x="10231" y="10164"/>
                  </a:cubicBezTo>
                  <a:cubicBezTo>
                    <a:pt x="10231" y="10164"/>
                    <a:pt x="10231" y="10164"/>
                    <a:pt x="10231" y="10164"/>
                  </a:cubicBezTo>
                  <a:cubicBezTo>
                    <a:pt x="10231" y="10164"/>
                    <a:pt x="10231" y="10164"/>
                    <a:pt x="10231" y="10164"/>
                  </a:cubicBezTo>
                  <a:cubicBezTo>
                    <a:pt x="10231" y="10164"/>
                    <a:pt x="10231" y="10164"/>
                    <a:pt x="10231" y="10164"/>
                  </a:cubicBezTo>
                  <a:cubicBezTo>
                    <a:pt x="11368" y="10800"/>
                    <a:pt x="11368" y="10800"/>
                    <a:pt x="11368" y="10800"/>
                  </a:cubicBezTo>
                  <a:cubicBezTo>
                    <a:pt x="11368" y="11435"/>
                    <a:pt x="11368" y="11435"/>
                    <a:pt x="11368" y="11435"/>
                  </a:cubicBezTo>
                  <a:cubicBezTo>
                    <a:pt x="11368" y="11435"/>
                    <a:pt x="11368" y="11435"/>
                    <a:pt x="11368" y="11435"/>
                  </a:cubicBezTo>
                  <a:cubicBezTo>
                    <a:pt x="11368" y="11435"/>
                    <a:pt x="11368" y="11435"/>
                    <a:pt x="11368" y="11435"/>
                  </a:cubicBezTo>
                  <a:cubicBezTo>
                    <a:pt x="11368" y="12070"/>
                    <a:pt x="11368" y="12070"/>
                    <a:pt x="11368" y="12070"/>
                  </a:cubicBezTo>
                  <a:cubicBezTo>
                    <a:pt x="11936" y="12070"/>
                    <a:pt x="11936" y="12070"/>
                    <a:pt x="11936" y="12070"/>
                  </a:cubicBezTo>
                  <a:cubicBezTo>
                    <a:pt x="11936" y="12070"/>
                    <a:pt x="11936" y="12070"/>
                    <a:pt x="11936" y="12070"/>
                  </a:cubicBezTo>
                  <a:cubicBezTo>
                    <a:pt x="12505" y="12070"/>
                    <a:pt x="12505" y="12070"/>
                    <a:pt x="12505" y="12070"/>
                  </a:cubicBezTo>
                  <a:cubicBezTo>
                    <a:pt x="11936" y="12705"/>
                    <a:pt x="11936" y="12705"/>
                    <a:pt x="11936" y="12705"/>
                  </a:cubicBezTo>
                  <a:cubicBezTo>
                    <a:pt x="11936" y="12705"/>
                    <a:pt x="11936" y="12705"/>
                    <a:pt x="11936" y="12705"/>
                  </a:cubicBezTo>
                  <a:cubicBezTo>
                    <a:pt x="11368" y="12705"/>
                    <a:pt x="11368" y="12705"/>
                    <a:pt x="11368" y="12705"/>
                  </a:cubicBezTo>
                  <a:cubicBezTo>
                    <a:pt x="11368" y="12705"/>
                    <a:pt x="11368" y="12705"/>
                    <a:pt x="11368" y="12705"/>
                  </a:cubicBezTo>
                  <a:cubicBezTo>
                    <a:pt x="11368" y="12070"/>
                    <a:pt x="11368" y="12070"/>
                    <a:pt x="11368" y="12070"/>
                  </a:cubicBezTo>
                  <a:cubicBezTo>
                    <a:pt x="11368" y="12070"/>
                    <a:pt x="11368" y="12070"/>
                    <a:pt x="11368" y="12070"/>
                  </a:cubicBezTo>
                  <a:cubicBezTo>
                    <a:pt x="10800" y="12070"/>
                    <a:pt x="10800" y="12070"/>
                    <a:pt x="10800" y="12070"/>
                  </a:cubicBezTo>
                  <a:cubicBezTo>
                    <a:pt x="10800" y="11435"/>
                    <a:pt x="10800" y="11435"/>
                    <a:pt x="10800" y="11435"/>
                  </a:cubicBezTo>
                  <a:cubicBezTo>
                    <a:pt x="10800" y="11435"/>
                    <a:pt x="10800" y="11435"/>
                    <a:pt x="10800" y="11435"/>
                  </a:cubicBezTo>
                  <a:cubicBezTo>
                    <a:pt x="10231" y="11435"/>
                    <a:pt x="10231" y="11435"/>
                    <a:pt x="10231" y="11435"/>
                  </a:cubicBezTo>
                  <a:cubicBezTo>
                    <a:pt x="9663" y="10800"/>
                    <a:pt x="9663" y="10800"/>
                    <a:pt x="9663" y="10800"/>
                  </a:cubicBezTo>
                  <a:cubicBezTo>
                    <a:pt x="9663" y="10800"/>
                    <a:pt x="9663" y="10800"/>
                    <a:pt x="9663" y="10800"/>
                  </a:cubicBezTo>
                  <a:cubicBezTo>
                    <a:pt x="9094" y="10800"/>
                    <a:pt x="9094" y="10800"/>
                    <a:pt x="9094" y="10800"/>
                  </a:cubicBezTo>
                  <a:cubicBezTo>
                    <a:pt x="9094" y="10164"/>
                    <a:pt x="9094" y="10164"/>
                    <a:pt x="9094" y="10164"/>
                  </a:cubicBezTo>
                  <a:cubicBezTo>
                    <a:pt x="9094" y="10164"/>
                    <a:pt x="9094" y="10164"/>
                    <a:pt x="9094" y="10164"/>
                  </a:cubicBezTo>
                  <a:cubicBezTo>
                    <a:pt x="8526" y="10164"/>
                    <a:pt x="8526" y="10164"/>
                    <a:pt x="8526" y="10164"/>
                  </a:cubicBezTo>
                  <a:cubicBezTo>
                    <a:pt x="8526" y="9529"/>
                    <a:pt x="8526" y="9529"/>
                    <a:pt x="8526" y="9529"/>
                  </a:cubicBezTo>
                  <a:cubicBezTo>
                    <a:pt x="7957" y="9529"/>
                    <a:pt x="7957" y="9529"/>
                    <a:pt x="7957" y="9529"/>
                  </a:cubicBezTo>
                  <a:cubicBezTo>
                    <a:pt x="7957" y="9529"/>
                    <a:pt x="7957" y="9529"/>
                    <a:pt x="7957" y="9529"/>
                  </a:cubicBezTo>
                  <a:close/>
                  <a:moveTo>
                    <a:pt x="8526" y="17152"/>
                  </a:moveTo>
                  <a:cubicBezTo>
                    <a:pt x="8526" y="17152"/>
                    <a:pt x="8526" y="17152"/>
                    <a:pt x="8526" y="17152"/>
                  </a:cubicBezTo>
                  <a:cubicBezTo>
                    <a:pt x="8526" y="17788"/>
                    <a:pt x="8526" y="17788"/>
                    <a:pt x="8526" y="17788"/>
                  </a:cubicBezTo>
                  <a:cubicBezTo>
                    <a:pt x="9094" y="17788"/>
                    <a:pt x="9094" y="17788"/>
                    <a:pt x="9094" y="17788"/>
                  </a:cubicBezTo>
                  <a:cubicBezTo>
                    <a:pt x="8526" y="18423"/>
                    <a:pt x="8526" y="18423"/>
                    <a:pt x="8526" y="18423"/>
                  </a:cubicBezTo>
                  <a:cubicBezTo>
                    <a:pt x="8526" y="18423"/>
                    <a:pt x="8526" y="18423"/>
                    <a:pt x="8526" y="18423"/>
                  </a:cubicBezTo>
                  <a:cubicBezTo>
                    <a:pt x="8526" y="17788"/>
                    <a:pt x="8526" y="17788"/>
                    <a:pt x="8526" y="17788"/>
                  </a:cubicBezTo>
                  <a:cubicBezTo>
                    <a:pt x="8526" y="17788"/>
                    <a:pt x="8526" y="17788"/>
                    <a:pt x="8526" y="17788"/>
                  </a:cubicBezTo>
                  <a:cubicBezTo>
                    <a:pt x="8526" y="17152"/>
                    <a:pt x="8526" y="17152"/>
                    <a:pt x="8526" y="17152"/>
                  </a:cubicBezTo>
                  <a:close/>
                  <a:moveTo>
                    <a:pt x="8526" y="16517"/>
                  </a:moveTo>
                  <a:cubicBezTo>
                    <a:pt x="8526" y="17152"/>
                    <a:pt x="8526" y="17152"/>
                    <a:pt x="8526" y="17152"/>
                  </a:cubicBezTo>
                  <a:cubicBezTo>
                    <a:pt x="8526" y="17152"/>
                    <a:pt x="8526" y="17152"/>
                    <a:pt x="8526" y="17152"/>
                  </a:cubicBezTo>
                  <a:lnTo>
                    <a:pt x="8526"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0" name="AutoShape 74"/>
            <p:cNvSpPr>
              <a:spLocks/>
            </p:cNvSpPr>
            <p:nvPr/>
          </p:nvSpPr>
          <p:spPr bwMode="auto">
            <a:xfrm>
              <a:off x="13673900" y="4772469"/>
              <a:ext cx="374574" cy="262961"/>
            </a:xfrm>
            <a:custGeom>
              <a:avLst/>
              <a:gdLst>
                <a:gd name="T0" fmla="*/ 187287 w 21600"/>
                <a:gd name="T1" fmla="*/ 131481 h 21600"/>
                <a:gd name="T2" fmla="*/ 187287 w 21600"/>
                <a:gd name="T3" fmla="*/ 131481 h 21600"/>
                <a:gd name="T4" fmla="*/ 187287 w 21600"/>
                <a:gd name="T5" fmla="*/ 131481 h 21600"/>
                <a:gd name="T6" fmla="*/ 187287 w 21600"/>
                <a:gd name="T7" fmla="*/ 1314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29" y="4835"/>
                  </a:moveTo>
                  <a:lnTo>
                    <a:pt x="929" y="3546"/>
                  </a:lnTo>
                  <a:lnTo>
                    <a:pt x="1858" y="3546"/>
                  </a:lnTo>
                  <a:lnTo>
                    <a:pt x="4412" y="4835"/>
                  </a:lnTo>
                  <a:lnTo>
                    <a:pt x="6038" y="4835"/>
                  </a:lnTo>
                  <a:lnTo>
                    <a:pt x="6967" y="6125"/>
                  </a:lnTo>
                  <a:lnTo>
                    <a:pt x="6967" y="2579"/>
                  </a:lnTo>
                  <a:lnTo>
                    <a:pt x="6038" y="2579"/>
                  </a:lnTo>
                  <a:lnTo>
                    <a:pt x="6038" y="0"/>
                  </a:lnTo>
                  <a:lnTo>
                    <a:pt x="6967" y="1289"/>
                  </a:lnTo>
                  <a:lnTo>
                    <a:pt x="8593" y="2579"/>
                  </a:lnTo>
                  <a:lnTo>
                    <a:pt x="9522" y="3546"/>
                  </a:lnTo>
                  <a:lnTo>
                    <a:pt x="11380" y="3546"/>
                  </a:lnTo>
                  <a:lnTo>
                    <a:pt x="11380" y="2579"/>
                  </a:lnTo>
                  <a:lnTo>
                    <a:pt x="13006" y="2579"/>
                  </a:lnTo>
                  <a:lnTo>
                    <a:pt x="13935" y="0"/>
                  </a:lnTo>
                  <a:lnTo>
                    <a:pt x="14632" y="1289"/>
                  </a:lnTo>
                  <a:lnTo>
                    <a:pt x="16490" y="2579"/>
                  </a:lnTo>
                  <a:lnTo>
                    <a:pt x="16490" y="4835"/>
                  </a:lnTo>
                  <a:lnTo>
                    <a:pt x="18116" y="6125"/>
                  </a:lnTo>
                  <a:lnTo>
                    <a:pt x="18116" y="7414"/>
                  </a:lnTo>
                  <a:lnTo>
                    <a:pt x="19045" y="8382"/>
                  </a:lnTo>
                  <a:lnTo>
                    <a:pt x="20670" y="8382"/>
                  </a:lnTo>
                  <a:lnTo>
                    <a:pt x="21599" y="9671"/>
                  </a:lnTo>
                  <a:lnTo>
                    <a:pt x="19045" y="9671"/>
                  </a:lnTo>
                  <a:lnTo>
                    <a:pt x="18116" y="10961"/>
                  </a:lnTo>
                  <a:lnTo>
                    <a:pt x="18116" y="18053"/>
                  </a:lnTo>
                  <a:lnTo>
                    <a:pt x="17187" y="19343"/>
                  </a:lnTo>
                  <a:lnTo>
                    <a:pt x="17187" y="16764"/>
                  </a:lnTo>
                  <a:lnTo>
                    <a:pt x="16490" y="16764"/>
                  </a:lnTo>
                  <a:lnTo>
                    <a:pt x="16490" y="18053"/>
                  </a:lnTo>
                  <a:lnTo>
                    <a:pt x="17187" y="19343"/>
                  </a:lnTo>
                  <a:lnTo>
                    <a:pt x="16490" y="19343"/>
                  </a:lnTo>
                  <a:lnTo>
                    <a:pt x="17187" y="20310"/>
                  </a:lnTo>
                  <a:lnTo>
                    <a:pt x="17187" y="21600"/>
                  </a:lnTo>
                  <a:lnTo>
                    <a:pt x="15561" y="21600"/>
                  </a:lnTo>
                  <a:lnTo>
                    <a:pt x="13935" y="19343"/>
                  </a:lnTo>
                  <a:lnTo>
                    <a:pt x="14632" y="18053"/>
                  </a:lnTo>
                  <a:lnTo>
                    <a:pt x="13935" y="16764"/>
                  </a:lnTo>
                  <a:lnTo>
                    <a:pt x="14632" y="16764"/>
                  </a:lnTo>
                  <a:lnTo>
                    <a:pt x="13935" y="15474"/>
                  </a:lnTo>
                  <a:lnTo>
                    <a:pt x="13006" y="14507"/>
                  </a:lnTo>
                  <a:lnTo>
                    <a:pt x="12077" y="15474"/>
                  </a:lnTo>
                  <a:lnTo>
                    <a:pt x="11380" y="15474"/>
                  </a:lnTo>
                  <a:lnTo>
                    <a:pt x="11380" y="16764"/>
                  </a:lnTo>
                  <a:lnTo>
                    <a:pt x="10451" y="16764"/>
                  </a:lnTo>
                  <a:lnTo>
                    <a:pt x="9522" y="18053"/>
                  </a:lnTo>
                  <a:lnTo>
                    <a:pt x="9522" y="19343"/>
                  </a:lnTo>
                  <a:lnTo>
                    <a:pt x="7896" y="19343"/>
                  </a:lnTo>
                  <a:lnTo>
                    <a:pt x="7896" y="18053"/>
                  </a:lnTo>
                  <a:lnTo>
                    <a:pt x="8593" y="16764"/>
                  </a:lnTo>
                  <a:lnTo>
                    <a:pt x="7896" y="15474"/>
                  </a:lnTo>
                  <a:lnTo>
                    <a:pt x="8593" y="15474"/>
                  </a:lnTo>
                  <a:lnTo>
                    <a:pt x="7896" y="14507"/>
                  </a:lnTo>
                  <a:lnTo>
                    <a:pt x="6967" y="14507"/>
                  </a:lnTo>
                  <a:lnTo>
                    <a:pt x="5341" y="13217"/>
                  </a:lnTo>
                  <a:lnTo>
                    <a:pt x="4412" y="11928"/>
                  </a:lnTo>
                  <a:lnTo>
                    <a:pt x="5341" y="10961"/>
                  </a:lnTo>
                  <a:lnTo>
                    <a:pt x="3483" y="8382"/>
                  </a:lnTo>
                  <a:lnTo>
                    <a:pt x="3483" y="7414"/>
                  </a:lnTo>
                  <a:lnTo>
                    <a:pt x="2787" y="6125"/>
                  </a:lnTo>
                  <a:lnTo>
                    <a:pt x="1858" y="6125"/>
                  </a:lnTo>
                  <a:lnTo>
                    <a:pt x="929" y="4835"/>
                  </a:lnTo>
                  <a:close/>
                  <a:moveTo>
                    <a:pt x="6967" y="19343"/>
                  </a:moveTo>
                  <a:lnTo>
                    <a:pt x="5341" y="15474"/>
                  </a:lnTo>
                  <a:lnTo>
                    <a:pt x="4412" y="15474"/>
                  </a:lnTo>
                  <a:lnTo>
                    <a:pt x="3483" y="14507"/>
                  </a:lnTo>
                  <a:lnTo>
                    <a:pt x="2787" y="14507"/>
                  </a:lnTo>
                  <a:lnTo>
                    <a:pt x="1858" y="13217"/>
                  </a:lnTo>
                  <a:lnTo>
                    <a:pt x="0" y="13217"/>
                  </a:lnTo>
                  <a:lnTo>
                    <a:pt x="929" y="14507"/>
                  </a:lnTo>
                  <a:lnTo>
                    <a:pt x="1858" y="14507"/>
                  </a:lnTo>
                  <a:lnTo>
                    <a:pt x="1858" y="16764"/>
                  </a:lnTo>
                  <a:lnTo>
                    <a:pt x="3483" y="18053"/>
                  </a:lnTo>
                  <a:lnTo>
                    <a:pt x="5341" y="19343"/>
                  </a:lnTo>
                  <a:lnTo>
                    <a:pt x="6967" y="1934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1" name="AutoShape 75"/>
            <p:cNvSpPr>
              <a:spLocks/>
            </p:cNvSpPr>
            <p:nvPr/>
          </p:nvSpPr>
          <p:spPr bwMode="auto">
            <a:xfrm>
              <a:off x="13661815" y="4949082"/>
              <a:ext cx="1341211" cy="961561"/>
            </a:xfrm>
            <a:custGeom>
              <a:avLst/>
              <a:gdLst>
                <a:gd name="T0" fmla="*/ 670606 w 21600"/>
                <a:gd name="T1" fmla="*/ 480781 h 21600"/>
                <a:gd name="T2" fmla="*/ 670606 w 21600"/>
                <a:gd name="T3" fmla="*/ 480781 h 21600"/>
                <a:gd name="T4" fmla="*/ 670606 w 21600"/>
                <a:gd name="T5" fmla="*/ 480781 h 21600"/>
                <a:gd name="T6" fmla="*/ 670606 w 21600"/>
                <a:gd name="T7" fmla="*/ 480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4" y="0"/>
                  </a:moveTo>
                  <a:lnTo>
                    <a:pt x="713" y="0"/>
                  </a:lnTo>
                  <a:lnTo>
                    <a:pt x="713" y="617"/>
                  </a:lnTo>
                  <a:lnTo>
                    <a:pt x="1167" y="969"/>
                  </a:lnTo>
                  <a:lnTo>
                    <a:pt x="1686" y="1322"/>
                  </a:lnTo>
                  <a:lnTo>
                    <a:pt x="2854" y="1322"/>
                  </a:lnTo>
                  <a:lnTo>
                    <a:pt x="2854" y="969"/>
                  </a:lnTo>
                  <a:lnTo>
                    <a:pt x="3113" y="617"/>
                  </a:lnTo>
                  <a:lnTo>
                    <a:pt x="3372" y="617"/>
                  </a:lnTo>
                  <a:lnTo>
                    <a:pt x="3372" y="264"/>
                  </a:lnTo>
                  <a:lnTo>
                    <a:pt x="3567" y="264"/>
                  </a:lnTo>
                  <a:lnTo>
                    <a:pt x="3827" y="0"/>
                  </a:lnTo>
                  <a:lnTo>
                    <a:pt x="4086" y="264"/>
                  </a:lnTo>
                  <a:lnTo>
                    <a:pt x="4281" y="617"/>
                  </a:lnTo>
                  <a:lnTo>
                    <a:pt x="4086" y="617"/>
                  </a:lnTo>
                  <a:lnTo>
                    <a:pt x="4281" y="969"/>
                  </a:lnTo>
                  <a:lnTo>
                    <a:pt x="4086" y="1322"/>
                  </a:lnTo>
                  <a:lnTo>
                    <a:pt x="4540" y="1939"/>
                  </a:lnTo>
                  <a:lnTo>
                    <a:pt x="4994" y="1939"/>
                  </a:lnTo>
                  <a:lnTo>
                    <a:pt x="4994" y="2909"/>
                  </a:lnTo>
                  <a:lnTo>
                    <a:pt x="5254" y="2909"/>
                  </a:lnTo>
                  <a:lnTo>
                    <a:pt x="5513" y="3262"/>
                  </a:lnTo>
                  <a:lnTo>
                    <a:pt x="5772" y="3262"/>
                  </a:lnTo>
                  <a:lnTo>
                    <a:pt x="5967" y="3614"/>
                  </a:lnTo>
                  <a:lnTo>
                    <a:pt x="6227" y="3262"/>
                  </a:lnTo>
                  <a:lnTo>
                    <a:pt x="6486" y="3614"/>
                  </a:lnTo>
                  <a:lnTo>
                    <a:pt x="6681" y="3614"/>
                  </a:lnTo>
                  <a:lnTo>
                    <a:pt x="6681" y="3879"/>
                  </a:lnTo>
                  <a:lnTo>
                    <a:pt x="7394" y="4231"/>
                  </a:lnTo>
                  <a:lnTo>
                    <a:pt x="7654" y="4231"/>
                  </a:lnTo>
                  <a:lnTo>
                    <a:pt x="8172" y="4584"/>
                  </a:lnTo>
                  <a:lnTo>
                    <a:pt x="8627" y="4584"/>
                  </a:lnTo>
                  <a:lnTo>
                    <a:pt x="9340" y="4231"/>
                  </a:lnTo>
                  <a:lnTo>
                    <a:pt x="10572" y="4231"/>
                  </a:lnTo>
                  <a:lnTo>
                    <a:pt x="10767" y="3879"/>
                  </a:lnTo>
                  <a:lnTo>
                    <a:pt x="10572" y="3614"/>
                  </a:lnTo>
                  <a:lnTo>
                    <a:pt x="10572" y="3262"/>
                  </a:lnTo>
                  <a:lnTo>
                    <a:pt x="11286" y="3262"/>
                  </a:lnTo>
                  <a:lnTo>
                    <a:pt x="11286" y="2909"/>
                  </a:lnTo>
                  <a:lnTo>
                    <a:pt x="11481" y="2556"/>
                  </a:lnTo>
                  <a:lnTo>
                    <a:pt x="11999" y="2292"/>
                  </a:lnTo>
                  <a:lnTo>
                    <a:pt x="12454" y="1939"/>
                  </a:lnTo>
                  <a:lnTo>
                    <a:pt x="12972" y="2292"/>
                  </a:lnTo>
                  <a:lnTo>
                    <a:pt x="12972" y="1939"/>
                  </a:lnTo>
                  <a:lnTo>
                    <a:pt x="13167" y="1586"/>
                  </a:lnTo>
                  <a:lnTo>
                    <a:pt x="13427" y="1939"/>
                  </a:lnTo>
                  <a:lnTo>
                    <a:pt x="13686" y="1939"/>
                  </a:lnTo>
                  <a:lnTo>
                    <a:pt x="13881" y="2292"/>
                  </a:lnTo>
                  <a:lnTo>
                    <a:pt x="14399" y="2292"/>
                  </a:lnTo>
                  <a:lnTo>
                    <a:pt x="14854" y="2909"/>
                  </a:lnTo>
                  <a:lnTo>
                    <a:pt x="15113" y="2909"/>
                  </a:lnTo>
                  <a:lnTo>
                    <a:pt x="15372" y="2556"/>
                  </a:lnTo>
                  <a:lnTo>
                    <a:pt x="15827" y="2909"/>
                  </a:lnTo>
                  <a:lnTo>
                    <a:pt x="16086" y="2909"/>
                  </a:lnTo>
                  <a:lnTo>
                    <a:pt x="16086" y="3614"/>
                  </a:lnTo>
                  <a:lnTo>
                    <a:pt x="16281" y="3262"/>
                  </a:lnTo>
                  <a:lnTo>
                    <a:pt x="16799" y="3614"/>
                  </a:lnTo>
                  <a:lnTo>
                    <a:pt x="17254" y="4231"/>
                  </a:lnTo>
                  <a:lnTo>
                    <a:pt x="17772" y="4231"/>
                  </a:lnTo>
                  <a:lnTo>
                    <a:pt x="17967" y="4584"/>
                  </a:lnTo>
                  <a:lnTo>
                    <a:pt x="17967" y="5554"/>
                  </a:lnTo>
                  <a:lnTo>
                    <a:pt x="18227" y="5906"/>
                  </a:lnTo>
                  <a:lnTo>
                    <a:pt x="18227" y="6171"/>
                  </a:lnTo>
                  <a:lnTo>
                    <a:pt x="17967" y="6524"/>
                  </a:lnTo>
                  <a:lnTo>
                    <a:pt x="18227" y="6876"/>
                  </a:lnTo>
                  <a:lnTo>
                    <a:pt x="17967" y="7141"/>
                  </a:lnTo>
                  <a:lnTo>
                    <a:pt x="17772" y="7141"/>
                  </a:lnTo>
                  <a:lnTo>
                    <a:pt x="17772" y="7493"/>
                  </a:lnTo>
                  <a:lnTo>
                    <a:pt x="17967" y="7493"/>
                  </a:lnTo>
                  <a:lnTo>
                    <a:pt x="17772" y="7846"/>
                  </a:lnTo>
                  <a:lnTo>
                    <a:pt x="17772" y="8111"/>
                  </a:lnTo>
                  <a:lnTo>
                    <a:pt x="17967" y="8463"/>
                  </a:lnTo>
                  <a:lnTo>
                    <a:pt x="17967" y="8816"/>
                  </a:lnTo>
                  <a:lnTo>
                    <a:pt x="18227" y="8816"/>
                  </a:lnTo>
                  <a:lnTo>
                    <a:pt x="17967" y="9433"/>
                  </a:lnTo>
                  <a:lnTo>
                    <a:pt x="17967" y="9786"/>
                  </a:lnTo>
                  <a:lnTo>
                    <a:pt x="18227" y="10403"/>
                  </a:lnTo>
                  <a:lnTo>
                    <a:pt x="18486" y="11108"/>
                  </a:lnTo>
                  <a:lnTo>
                    <a:pt x="18227" y="11108"/>
                  </a:lnTo>
                  <a:lnTo>
                    <a:pt x="18486" y="11461"/>
                  </a:lnTo>
                  <a:lnTo>
                    <a:pt x="18486" y="11725"/>
                  </a:lnTo>
                  <a:lnTo>
                    <a:pt x="19459" y="11725"/>
                  </a:lnTo>
                  <a:lnTo>
                    <a:pt x="19654" y="12431"/>
                  </a:lnTo>
                  <a:lnTo>
                    <a:pt x="19459" y="12695"/>
                  </a:lnTo>
                  <a:lnTo>
                    <a:pt x="19654" y="13048"/>
                  </a:lnTo>
                  <a:lnTo>
                    <a:pt x="19654" y="13400"/>
                  </a:lnTo>
                  <a:lnTo>
                    <a:pt x="18745" y="14723"/>
                  </a:lnTo>
                  <a:lnTo>
                    <a:pt x="19459" y="15693"/>
                  </a:lnTo>
                  <a:lnTo>
                    <a:pt x="19459" y="16045"/>
                  </a:lnTo>
                  <a:lnTo>
                    <a:pt x="19654" y="16310"/>
                  </a:lnTo>
                  <a:lnTo>
                    <a:pt x="19913" y="16310"/>
                  </a:lnTo>
                  <a:lnTo>
                    <a:pt x="20172" y="16662"/>
                  </a:lnTo>
                  <a:lnTo>
                    <a:pt x="20627" y="16662"/>
                  </a:lnTo>
                  <a:lnTo>
                    <a:pt x="20627" y="17015"/>
                  </a:lnTo>
                  <a:lnTo>
                    <a:pt x="20886" y="17015"/>
                  </a:lnTo>
                  <a:lnTo>
                    <a:pt x="20886" y="17279"/>
                  </a:lnTo>
                  <a:lnTo>
                    <a:pt x="21145" y="17632"/>
                  </a:lnTo>
                  <a:lnTo>
                    <a:pt x="21145" y="18249"/>
                  </a:lnTo>
                  <a:lnTo>
                    <a:pt x="21599" y="18249"/>
                  </a:lnTo>
                  <a:lnTo>
                    <a:pt x="21599" y="19307"/>
                  </a:lnTo>
                  <a:lnTo>
                    <a:pt x="21340" y="18955"/>
                  </a:lnTo>
                  <a:lnTo>
                    <a:pt x="20627" y="19307"/>
                  </a:lnTo>
                  <a:lnTo>
                    <a:pt x="20367" y="19572"/>
                  </a:lnTo>
                  <a:lnTo>
                    <a:pt x="20172" y="19572"/>
                  </a:lnTo>
                  <a:lnTo>
                    <a:pt x="20172" y="21247"/>
                  </a:lnTo>
                  <a:lnTo>
                    <a:pt x="19913" y="21247"/>
                  </a:lnTo>
                  <a:lnTo>
                    <a:pt x="19913" y="21599"/>
                  </a:lnTo>
                  <a:lnTo>
                    <a:pt x="19459" y="21247"/>
                  </a:lnTo>
                  <a:lnTo>
                    <a:pt x="19199" y="21247"/>
                  </a:lnTo>
                  <a:lnTo>
                    <a:pt x="19199" y="20894"/>
                  </a:lnTo>
                  <a:lnTo>
                    <a:pt x="18940" y="20894"/>
                  </a:lnTo>
                  <a:lnTo>
                    <a:pt x="18940" y="21247"/>
                  </a:lnTo>
                  <a:lnTo>
                    <a:pt x="18745" y="21247"/>
                  </a:lnTo>
                  <a:lnTo>
                    <a:pt x="18486" y="20894"/>
                  </a:lnTo>
                  <a:lnTo>
                    <a:pt x="17059" y="20894"/>
                  </a:lnTo>
                  <a:lnTo>
                    <a:pt x="16799" y="20542"/>
                  </a:lnTo>
                  <a:lnTo>
                    <a:pt x="16540" y="20894"/>
                  </a:lnTo>
                  <a:lnTo>
                    <a:pt x="16281" y="20542"/>
                  </a:lnTo>
                  <a:lnTo>
                    <a:pt x="15372" y="20542"/>
                  </a:lnTo>
                  <a:lnTo>
                    <a:pt x="15372" y="19924"/>
                  </a:lnTo>
                  <a:lnTo>
                    <a:pt x="15113" y="19572"/>
                  </a:lnTo>
                  <a:lnTo>
                    <a:pt x="14854" y="18955"/>
                  </a:lnTo>
                  <a:lnTo>
                    <a:pt x="14854" y="18602"/>
                  </a:lnTo>
                  <a:lnTo>
                    <a:pt x="14140" y="18602"/>
                  </a:lnTo>
                  <a:lnTo>
                    <a:pt x="13686" y="18955"/>
                  </a:lnTo>
                  <a:lnTo>
                    <a:pt x="13427" y="18602"/>
                  </a:lnTo>
                  <a:lnTo>
                    <a:pt x="13427" y="18955"/>
                  </a:lnTo>
                  <a:lnTo>
                    <a:pt x="13167" y="19307"/>
                  </a:lnTo>
                  <a:lnTo>
                    <a:pt x="12713" y="19572"/>
                  </a:lnTo>
                  <a:lnTo>
                    <a:pt x="12259" y="19307"/>
                  </a:lnTo>
                  <a:lnTo>
                    <a:pt x="11999" y="18955"/>
                  </a:lnTo>
                  <a:lnTo>
                    <a:pt x="11740" y="19307"/>
                  </a:lnTo>
                  <a:lnTo>
                    <a:pt x="11481" y="19307"/>
                  </a:lnTo>
                  <a:lnTo>
                    <a:pt x="11286" y="18955"/>
                  </a:lnTo>
                  <a:lnTo>
                    <a:pt x="11027" y="18955"/>
                  </a:lnTo>
                  <a:lnTo>
                    <a:pt x="10767" y="18602"/>
                  </a:lnTo>
                  <a:lnTo>
                    <a:pt x="10572" y="18602"/>
                  </a:lnTo>
                  <a:lnTo>
                    <a:pt x="10313" y="18249"/>
                  </a:lnTo>
                  <a:lnTo>
                    <a:pt x="10572" y="17985"/>
                  </a:lnTo>
                  <a:lnTo>
                    <a:pt x="10054" y="17985"/>
                  </a:lnTo>
                  <a:lnTo>
                    <a:pt x="9859" y="17632"/>
                  </a:lnTo>
                  <a:lnTo>
                    <a:pt x="9081" y="17632"/>
                  </a:lnTo>
                  <a:lnTo>
                    <a:pt x="8886" y="17279"/>
                  </a:lnTo>
                  <a:lnTo>
                    <a:pt x="8367" y="16662"/>
                  </a:lnTo>
                  <a:lnTo>
                    <a:pt x="8367" y="16310"/>
                  </a:lnTo>
                  <a:lnTo>
                    <a:pt x="8172" y="16310"/>
                  </a:lnTo>
                  <a:lnTo>
                    <a:pt x="8172" y="16045"/>
                  </a:lnTo>
                  <a:lnTo>
                    <a:pt x="8367" y="16045"/>
                  </a:lnTo>
                  <a:lnTo>
                    <a:pt x="7913" y="16045"/>
                  </a:lnTo>
                  <a:lnTo>
                    <a:pt x="7913" y="15340"/>
                  </a:lnTo>
                  <a:lnTo>
                    <a:pt x="7654" y="14987"/>
                  </a:lnTo>
                  <a:lnTo>
                    <a:pt x="7394" y="14723"/>
                  </a:lnTo>
                  <a:lnTo>
                    <a:pt x="7394" y="14370"/>
                  </a:lnTo>
                  <a:lnTo>
                    <a:pt x="7199" y="14017"/>
                  </a:lnTo>
                  <a:lnTo>
                    <a:pt x="6940" y="14723"/>
                  </a:lnTo>
                  <a:lnTo>
                    <a:pt x="6681" y="14370"/>
                  </a:lnTo>
                  <a:lnTo>
                    <a:pt x="6486" y="14370"/>
                  </a:lnTo>
                  <a:lnTo>
                    <a:pt x="6227" y="14017"/>
                  </a:lnTo>
                  <a:lnTo>
                    <a:pt x="6486" y="14017"/>
                  </a:lnTo>
                  <a:lnTo>
                    <a:pt x="6227" y="14017"/>
                  </a:lnTo>
                  <a:lnTo>
                    <a:pt x="6227" y="14370"/>
                  </a:lnTo>
                  <a:lnTo>
                    <a:pt x="5772" y="14370"/>
                  </a:lnTo>
                  <a:lnTo>
                    <a:pt x="5772" y="14017"/>
                  </a:lnTo>
                  <a:lnTo>
                    <a:pt x="5772" y="14370"/>
                  </a:lnTo>
                  <a:lnTo>
                    <a:pt x="5772" y="14017"/>
                  </a:lnTo>
                  <a:lnTo>
                    <a:pt x="5513" y="14017"/>
                  </a:lnTo>
                  <a:lnTo>
                    <a:pt x="5254" y="13753"/>
                  </a:lnTo>
                  <a:lnTo>
                    <a:pt x="5254" y="13048"/>
                  </a:lnTo>
                  <a:lnTo>
                    <a:pt x="4800" y="13048"/>
                  </a:lnTo>
                  <a:lnTo>
                    <a:pt x="4800" y="12431"/>
                  </a:lnTo>
                  <a:lnTo>
                    <a:pt x="4994" y="12078"/>
                  </a:lnTo>
                  <a:lnTo>
                    <a:pt x="4800" y="11461"/>
                  </a:lnTo>
                  <a:lnTo>
                    <a:pt x="4540" y="11461"/>
                  </a:lnTo>
                  <a:lnTo>
                    <a:pt x="4281" y="10755"/>
                  </a:lnTo>
                  <a:lnTo>
                    <a:pt x="4086" y="10755"/>
                  </a:lnTo>
                  <a:lnTo>
                    <a:pt x="3372" y="10138"/>
                  </a:lnTo>
                  <a:lnTo>
                    <a:pt x="3113" y="10138"/>
                  </a:lnTo>
                  <a:lnTo>
                    <a:pt x="3113" y="10403"/>
                  </a:lnTo>
                  <a:lnTo>
                    <a:pt x="2854" y="10138"/>
                  </a:lnTo>
                  <a:lnTo>
                    <a:pt x="2854" y="9433"/>
                  </a:lnTo>
                  <a:lnTo>
                    <a:pt x="2594" y="9433"/>
                  </a:lnTo>
                  <a:lnTo>
                    <a:pt x="2594" y="9168"/>
                  </a:lnTo>
                  <a:lnTo>
                    <a:pt x="2400" y="9168"/>
                  </a:lnTo>
                  <a:lnTo>
                    <a:pt x="2140" y="8816"/>
                  </a:lnTo>
                  <a:lnTo>
                    <a:pt x="2140" y="7846"/>
                  </a:lnTo>
                  <a:lnTo>
                    <a:pt x="2400" y="7493"/>
                  </a:lnTo>
                  <a:lnTo>
                    <a:pt x="2400" y="7141"/>
                  </a:lnTo>
                  <a:lnTo>
                    <a:pt x="2594" y="7141"/>
                  </a:lnTo>
                  <a:lnTo>
                    <a:pt x="2594" y="6171"/>
                  </a:lnTo>
                  <a:lnTo>
                    <a:pt x="2854" y="6171"/>
                  </a:lnTo>
                  <a:lnTo>
                    <a:pt x="2594" y="5906"/>
                  </a:lnTo>
                  <a:lnTo>
                    <a:pt x="2400" y="5906"/>
                  </a:lnTo>
                  <a:lnTo>
                    <a:pt x="1881" y="5554"/>
                  </a:lnTo>
                  <a:lnTo>
                    <a:pt x="1686" y="5554"/>
                  </a:lnTo>
                  <a:lnTo>
                    <a:pt x="1427" y="5201"/>
                  </a:lnTo>
                  <a:lnTo>
                    <a:pt x="1427" y="4848"/>
                  </a:lnTo>
                  <a:lnTo>
                    <a:pt x="1167" y="4848"/>
                  </a:lnTo>
                  <a:lnTo>
                    <a:pt x="1167" y="4584"/>
                  </a:lnTo>
                  <a:lnTo>
                    <a:pt x="972" y="4231"/>
                  </a:lnTo>
                  <a:lnTo>
                    <a:pt x="713" y="4231"/>
                  </a:lnTo>
                  <a:lnTo>
                    <a:pt x="972" y="3879"/>
                  </a:lnTo>
                  <a:lnTo>
                    <a:pt x="713" y="3614"/>
                  </a:lnTo>
                  <a:lnTo>
                    <a:pt x="194" y="2909"/>
                  </a:lnTo>
                  <a:lnTo>
                    <a:pt x="194" y="2556"/>
                  </a:lnTo>
                  <a:lnTo>
                    <a:pt x="454" y="1939"/>
                  </a:lnTo>
                  <a:lnTo>
                    <a:pt x="0" y="1939"/>
                  </a:lnTo>
                  <a:lnTo>
                    <a:pt x="0" y="264"/>
                  </a:lnTo>
                  <a:lnTo>
                    <a:pt x="194" y="264"/>
                  </a:lnTo>
                  <a:lnTo>
                    <a:pt x="194" y="0"/>
                  </a:lnTo>
                  <a:lnTo>
                    <a:pt x="454"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2" name="AutoShape 76"/>
            <p:cNvSpPr>
              <a:spLocks/>
            </p:cNvSpPr>
            <p:nvPr/>
          </p:nvSpPr>
          <p:spPr bwMode="auto">
            <a:xfrm>
              <a:off x="13585296" y="4831343"/>
              <a:ext cx="237635" cy="176616"/>
            </a:xfrm>
            <a:custGeom>
              <a:avLst/>
              <a:gdLst>
                <a:gd name="T0" fmla="*/ 118818 w 21600"/>
                <a:gd name="T1" fmla="*/ 88308 h 21600"/>
                <a:gd name="T2" fmla="*/ 118818 w 21600"/>
                <a:gd name="T3" fmla="*/ 88308 h 21600"/>
                <a:gd name="T4" fmla="*/ 118818 w 21600"/>
                <a:gd name="T5" fmla="*/ 88308 h 21600"/>
                <a:gd name="T6" fmla="*/ 118818 w 21600"/>
                <a:gd name="T7" fmla="*/ 883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518" y="0"/>
                  </a:lnTo>
                  <a:lnTo>
                    <a:pt x="10983" y="1919"/>
                  </a:lnTo>
                  <a:lnTo>
                    <a:pt x="12447" y="1919"/>
                  </a:lnTo>
                  <a:lnTo>
                    <a:pt x="13545" y="3839"/>
                  </a:lnTo>
                  <a:lnTo>
                    <a:pt x="13545" y="5280"/>
                  </a:lnTo>
                  <a:lnTo>
                    <a:pt x="16474" y="9119"/>
                  </a:lnTo>
                  <a:lnTo>
                    <a:pt x="15010" y="10560"/>
                  </a:lnTo>
                  <a:lnTo>
                    <a:pt x="16474" y="12480"/>
                  </a:lnTo>
                  <a:lnTo>
                    <a:pt x="19037" y="14400"/>
                  </a:lnTo>
                  <a:lnTo>
                    <a:pt x="20501" y="14400"/>
                  </a:lnTo>
                  <a:lnTo>
                    <a:pt x="21600" y="15839"/>
                  </a:lnTo>
                  <a:lnTo>
                    <a:pt x="20501" y="15839"/>
                  </a:lnTo>
                  <a:lnTo>
                    <a:pt x="21600" y="17759"/>
                  </a:lnTo>
                  <a:lnTo>
                    <a:pt x="20501" y="19680"/>
                  </a:lnTo>
                  <a:lnTo>
                    <a:pt x="20501" y="21600"/>
                  </a:lnTo>
                  <a:lnTo>
                    <a:pt x="19037" y="21600"/>
                  </a:lnTo>
                  <a:lnTo>
                    <a:pt x="16474" y="15839"/>
                  </a:lnTo>
                  <a:lnTo>
                    <a:pt x="15010" y="15839"/>
                  </a:lnTo>
                  <a:lnTo>
                    <a:pt x="13545" y="14400"/>
                  </a:lnTo>
                  <a:lnTo>
                    <a:pt x="12447" y="14400"/>
                  </a:lnTo>
                  <a:lnTo>
                    <a:pt x="10983" y="12480"/>
                  </a:lnTo>
                  <a:lnTo>
                    <a:pt x="8054" y="12480"/>
                  </a:lnTo>
                  <a:lnTo>
                    <a:pt x="6955" y="10560"/>
                  </a:lnTo>
                  <a:lnTo>
                    <a:pt x="4027" y="10560"/>
                  </a:lnTo>
                  <a:lnTo>
                    <a:pt x="2928" y="9119"/>
                  </a:lnTo>
                  <a:lnTo>
                    <a:pt x="2928" y="3839"/>
                  </a:lnTo>
                  <a:lnTo>
                    <a:pt x="1464" y="3839"/>
                  </a:lnTo>
                  <a:lnTo>
                    <a:pt x="1464" y="191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3" name="AutoShape 77"/>
            <p:cNvSpPr>
              <a:spLocks/>
            </p:cNvSpPr>
            <p:nvPr/>
          </p:nvSpPr>
          <p:spPr bwMode="auto">
            <a:xfrm>
              <a:off x="12481714" y="4788170"/>
              <a:ext cx="1240519" cy="435646"/>
            </a:xfrm>
            <a:custGeom>
              <a:avLst/>
              <a:gdLst>
                <a:gd name="T0" fmla="*/ 620260 w 21600"/>
                <a:gd name="T1" fmla="*/ 217823 h 21600"/>
                <a:gd name="T2" fmla="*/ 620260 w 21600"/>
                <a:gd name="T3" fmla="*/ 217823 h 21600"/>
                <a:gd name="T4" fmla="*/ 620260 w 21600"/>
                <a:gd name="T5" fmla="*/ 217823 h 21600"/>
                <a:gd name="T6" fmla="*/ 620260 w 21600"/>
                <a:gd name="T7" fmla="*/ 2178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1" y="4281"/>
                  </a:moveTo>
                  <a:lnTo>
                    <a:pt x="771" y="4281"/>
                  </a:lnTo>
                  <a:lnTo>
                    <a:pt x="771" y="2918"/>
                  </a:lnTo>
                  <a:lnTo>
                    <a:pt x="1051" y="2918"/>
                  </a:lnTo>
                  <a:lnTo>
                    <a:pt x="1051" y="2140"/>
                  </a:lnTo>
                  <a:lnTo>
                    <a:pt x="771" y="1362"/>
                  </a:lnTo>
                  <a:lnTo>
                    <a:pt x="771" y="778"/>
                  </a:lnTo>
                  <a:lnTo>
                    <a:pt x="1051" y="778"/>
                  </a:lnTo>
                  <a:lnTo>
                    <a:pt x="1332" y="0"/>
                  </a:lnTo>
                  <a:lnTo>
                    <a:pt x="1823" y="0"/>
                  </a:lnTo>
                  <a:lnTo>
                    <a:pt x="2103" y="778"/>
                  </a:lnTo>
                  <a:lnTo>
                    <a:pt x="2103" y="0"/>
                  </a:lnTo>
                  <a:lnTo>
                    <a:pt x="2875" y="2140"/>
                  </a:lnTo>
                  <a:lnTo>
                    <a:pt x="3155" y="2140"/>
                  </a:lnTo>
                  <a:lnTo>
                    <a:pt x="3366" y="2918"/>
                  </a:lnTo>
                  <a:lnTo>
                    <a:pt x="3646" y="3697"/>
                  </a:lnTo>
                  <a:lnTo>
                    <a:pt x="3366" y="4281"/>
                  </a:lnTo>
                  <a:lnTo>
                    <a:pt x="3155" y="4281"/>
                  </a:lnTo>
                  <a:lnTo>
                    <a:pt x="2875" y="3697"/>
                  </a:lnTo>
                  <a:lnTo>
                    <a:pt x="2594" y="3697"/>
                  </a:lnTo>
                  <a:lnTo>
                    <a:pt x="2594" y="4281"/>
                  </a:lnTo>
                  <a:lnTo>
                    <a:pt x="1823" y="4281"/>
                  </a:lnTo>
                  <a:lnTo>
                    <a:pt x="1823" y="5059"/>
                  </a:lnTo>
                  <a:lnTo>
                    <a:pt x="1332" y="5837"/>
                  </a:lnTo>
                  <a:lnTo>
                    <a:pt x="771" y="7200"/>
                  </a:lnTo>
                  <a:lnTo>
                    <a:pt x="771" y="5837"/>
                  </a:lnTo>
                  <a:lnTo>
                    <a:pt x="1051" y="5837"/>
                  </a:lnTo>
                  <a:lnTo>
                    <a:pt x="1332" y="5059"/>
                  </a:lnTo>
                  <a:lnTo>
                    <a:pt x="561" y="5059"/>
                  </a:lnTo>
                  <a:lnTo>
                    <a:pt x="561" y="4281"/>
                  </a:lnTo>
                  <a:close/>
                  <a:moveTo>
                    <a:pt x="17392" y="778"/>
                  </a:moveTo>
                  <a:lnTo>
                    <a:pt x="17181" y="1362"/>
                  </a:lnTo>
                  <a:lnTo>
                    <a:pt x="17181" y="2140"/>
                  </a:lnTo>
                  <a:lnTo>
                    <a:pt x="16901" y="2140"/>
                  </a:lnTo>
                  <a:lnTo>
                    <a:pt x="16340" y="2918"/>
                  </a:lnTo>
                  <a:lnTo>
                    <a:pt x="16340" y="3697"/>
                  </a:lnTo>
                  <a:lnTo>
                    <a:pt x="15358" y="3697"/>
                  </a:lnTo>
                  <a:lnTo>
                    <a:pt x="15358" y="2918"/>
                  </a:lnTo>
                  <a:lnTo>
                    <a:pt x="14797" y="2918"/>
                  </a:lnTo>
                  <a:lnTo>
                    <a:pt x="14306" y="3697"/>
                  </a:lnTo>
                  <a:lnTo>
                    <a:pt x="13535" y="3697"/>
                  </a:lnTo>
                  <a:lnTo>
                    <a:pt x="13254" y="2918"/>
                  </a:lnTo>
                  <a:lnTo>
                    <a:pt x="12974" y="3697"/>
                  </a:lnTo>
                  <a:lnTo>
                    <a:pt x="12763" y="2918"/>
                  </a:lnTo>
                  <a:lnTo>
                    <a:pt x="12483" y="2918"/>
                  </a:lnTo>
                  <a:lnTo>
                    <a:pt x="11992" y="2140"/>
                  </a:lnTo>
                  <a:lnTo>
                    <a:pt x="11711" y="2140"/>
                  </a:lnTo>
                  <a:lnTo>
                    <a:pt x="11431" y="1362"/>
                  </a:lnTo>
                  <a:lnTo>
                    <a:pt x="11431" y="778"/>
                  </a:lnTo>
                  <a:lnTo>
                    <a:pt x="11150" y="778"/>
                  </a:lnTo>
                  <a:lnTo>
                    <a:pt x="10659" y="1362"/>
                  </a:lnTo>
                  <a:lnTo>
                    <a:pt x="10168" y="778"/>
                  </a:lnTo>
                  <a:lnTo>
                    <a:pt x="10168" y="0"/>
                  </a:lnTo>
                  <a:lnTo>
                    <a:pt x="8064" y="0"/>
                  </a:lnTo>
                  <a:lnTo>
                    <a:pt x="7574" y="778"/>
                  </a:lnTo>
                  <a:lnTo>
                    <a:pt x="7012" y="778"/>
                  </a:lnTo>
                  <a:lnTo>
                    <a:pt x="6732" y="1362"/>
                  </a:lnTo>
                  <a:lnTo>
                    <a:pt x="6522" y="2140"/>
                  </a:lnTo>
                  <a:lnTo>
                    <a:pt x="6241" y="2140"/>
                  </a:lnTo>
                  <a:lnTo>
                    <a:pt x="6241" y="3697"/>
                  </a:lnTo>
                  <a:lnTo>
                    <a:pt x="5750" y="3697"/>
                  </a:lnTo>
                  <a:lnTo>
                    <a:pt x="5189" y="2918"/>
                  </a:lnTo>
                  <a:lnTo>
                    <a:pt x="4418" y="2918"/>
                  </a:lnTo>
                  <a:lnTo>
                    <a:pt x="4137" y="3697"/>
                  </a:lnTo>
                  <a:lnTo>
                    <a:pt x="3927" y="2918"/>
                  </a:lnTo>
                  <a:lnTo>
                    <a:pt x="3646" y="3697"/>
                  </a:lnTo>
                  <a:lnTo>
                    <a:pt x="3927" y="4281"/>
                  </a:lnTo>
                  <a:lnTo>
                    <a:pt x="4137" y="4281"/>
                  </a:lnTo>
                  <a:lnTo>
                    <a:pt x="4418" y="5059"/>
                  </a:lnTo>
                  <a:lnTo>
                    <a:pt x="3646" y="5059"/>
                  </a:lnTo>
                  <a:lnTo>
                    <a:pt x="3366" y="5837"/>
                  </a:lnTo>
                  <a:lnTo>
                    <a:pt x="3366" y="6421"/>
                  </a:lnTo>
                  <a:lnTo>
                    <a:pt x="3646" y="5837"/>
                  </a:lnTo>
                  <a:lnTo>
                    <a:pt x="3927" y="6421"/>
                  </a:lnTo>
                  <a:lnTo>
                    <a:pt x="2594" y="6421"/>
                  </a:lnTo>
                  <a:lnTo>
                    <a:pt x="2384" y="5837"/>
                  </a:lnTo>
                  <a:lnTo>
                    <a:pt x="2103" y="6421"/>
                  </a:lnTo>
                  <a:lnTo>
                    <a:pt x="1823" y="6421"/>
                  </a:lnTo>
                  <a:lnTo>
                    <a:pt x="1542" y="5837"/>
                  </a:lnTo>
                  <a:lnTo>
                    <a:pt x="1332" y="5837"/>
                  </a:lnTo>
                  <a:lnTo>
                    <a:pt x="771" y="7200"/>
                  </a:lnTo>
                  <a:lnTo>
                    <a:pt x="771" y="9340"/>
                  </a:lnTo>
                  <a:lnTo>
                    <a:pt x="1542" y="9340"/>
                  </a:lnTo>
                  <a:lnTo>
                    <a:pt x="1332" y="10118"/>
                  </a:lnTo>
                  <a:lnTo>
                    <a:pt x="1542" y="10897"/>
                  </a:lnTo>
                  <a:lnTo>
                    <a:pt x="1542" y="11481"/>
                  </a:lnTo>
                  <a:lnTo>
                    <a:pt x="1823" y="11481"/>
                  </a:lnTo>
                  <a:lnTo>
                    <a:pt x="1542" y="11481"/>
                  </a:lnTo>
                  <a:lnTo>
                    <a:pt x="1332" y="12259"/>
                  </a:lnTo>
                  <a:lnTo>
                    <a:pt x="1542" y="12259"/>
                  </a:lnTo>
                  <a:lnTo>
                    <a:pt x="1542" y="13037"/>
                  </a:lnTo>
                  <a:lnTo>
                    <a:pt x="1332" y="13037"/>
                  </a:lnTo>
                  <a:lnTo>
                    <a:pt x="1051" y="12259"/>
                  </a:lnTo>
                  <a:lnTo>
                    <a:pt x="1051" y="14400"/>
                  </a:lnTo>
                  <a:lnTo>
                    <a:pt x="1542" y="14400"/>
                  </a:lnTo>
                  <a:lnTo>
                    <a:pt x="2103" y="15956"/>
                  </a:lnTo>
                  <a:lnTo>
                    <a:pt x="1823" y="15956"/>
                  </a:lnTo>
                  <a:lnTo>
                    <a:pt x="1823" y="16540"/>
                  </a:lnTo>
                  <a:lnTo>
                    <a:pt x="2103" y="16540"/>
                  </a:lnTo>
                  <a:lnTo>
                    <a:pt x="2384" y="17318"/>
                  </a:lnTo>
                  <a:lnTo>
                    <a:pt x="2384" y="18097"/>
                  </a:lnTo>
                  <a:lnTo>
                    <a:pt x="2103" y="18097"/>
                  </a:lnTo>
                  <a:lnTo>
                    <a:pt x="2103" y="18681"/>
                  </a:lnTo>
                  <a:lnTo>
                    <a:pt x="2594" y="18097"/>
                  </a:lnTo>
                  <a:lnTo>
                    <a:pt x="3155" y="18097"/>
                  </a:lnTo>
                  <a:lnTo>
                    <a:pt x="3155" y="18681"/>
                  </a:lnTo>
                  <a:lnTo>
                    <a:pt x="2384" y="18681"/>
                  </a:lnTo>
                  <a:lnTo>
                    <a:pt x="2103" y="19459"/>
                  </a:lnTo>
                  <a:lnTo>
                    <a:pt x="2875" y="19459"/>
                  </a:lnTo>
                  <a:lnTo>
                    <a:pt x="2875" y="18681"/>
                  </a:lnTo>
                  <a:lnTo>
                    <a:pt x="2875" y="19459"/>
                  </a:lnTo>
                  <a:lnTo>
                    <a:pt x="3155" y="19459"/>
                  </a:lnTo>
                  <a:lnTo>
                    <a:pt x="3366" y="18681"/>
                  </a:lnTo>
                  <a:lnTo>
                    <a:pt x="3646" y="18681"/>
                  </a:lnTo>
                  <a:lnTo>
                    <a:pt x="3927" y="19459"/>
                  </a:lnTo>
                  <a:lnTo>
                    <a:pt x="3927" y="18681"/>
                  </a:lnTo>
                  <a:lnTo>
                    <a:pt x="4137" y="18681"/>
                  </a:lnTo>
                  <a:lnTo>
                    <a:pt x="4137" y="20237"/>
                  </a:lnTo>
                  <a:lnTo>
                    <a:pt x="4418" y="21016"/>
                  </a:lnTo>
                  <a:lnTo>
                    <a:pt x="5470" y="21016"/>
                  </a:lnTo>
                  <a:lnTo>
                    <a:pt x="5470" y="20237"/>
                  </a:lnTo>
                  <a:lnTo>
                    <a:pt x="5961" y="20237"/>
                  </a:lnTo>
                  <a:lnTo>
                    <a:pt x="5961" y="18681"/>
                  </a:lnTo>
                  <a:lnTo>
                    <a:pt x="6732" y="18681"/>
                  </a:lnTo>
                  <a:lnTo>
                    <a:pt x="7293" y="19459"/>
                  </a:lnTo>
                  <a:lnTo>
                    <a:pt x="7574" y="19459"/>
                  </a:lnTo>
                  <a:lnTo>
                    <a:pt x="7784" y="21016"/>
                  </a:lnTo>
                  <a:lnTo>
                    <a:pt x="9327" y="21016"/>
                  </a:lnTo>
                  <a:lnTo>
                    <a:pt x="9607" y="20237"/>
                  </a:lnTo>
                  <a:lnTo>
                    <a:pt x="9607" y="21016"/>
                  </a:lnTo>
                  <a:lnTo>
                    <a:pt x="9888" y="20237"/>
                  </a:lnTo>
                  <a:lnTo>
                    <a:pt x="10379" y="18681"/>
                  </a:lnTo>
                  <a:lnTo>
                    <a:pt x="10659" y="18097"/>
                  </a:lnTo>
                  <a:lnTo>
                    <a:pt x="10940" y="18681"/>
                  </a:lnTo>
                  <a:lnTo>
                    <a:pt x="11711" y="18681"/>
                  </a:lnTo>
                  <a:lnTo>
                    <a:pt x="11992" y="18097"/>
                  </a:lnTo>
                  <a:lnTo>
                    <a:pt x="12202" y="18097"/>
                  </a:lnTo>
                  <a:lnTo>
                    <a:pt x="12202" y="18681"/>
                  </a:lnTo>
                  <a:lnTo>
                    <a:pt x="11992" y="19459"/>
                  </a:lnTo>
                  <a:lnTo>
                    <a:pt x="11711" y="20237"/>
                  </a:lnTo>
                  <a:lnTo>
                    <a:pt x="12202" y="21599"/>
                  </a:lnTo>
                  <a:lnTo>
                    <a:pt x="12483" y="21016"/>
                  </a:lnTo>
                  <a:lnTo>
                    <a:pt x="12763" y="21016"/>
                  </a:lnTo>
                  <a:lnTo>
                    <a:pt x="12483" y="20237"/>
                  </a:lnTo>
                  <a:lnTo>
                    <a:pt x="12763" y="20237"/>
                  </a:lnTo>
                  <a:lnTo>
                    <a:pt x="12763" y="18681"/>
                  </a:lnTo>
                  <a:lnTo>
                    <a:pt x="14025" y="18681"/>
                  </a:lnTo>
                  <a:lnTo>
                    <a:pt x="14025" y="18097"/>
                  </a:lnTo>
                  <a:lnTo>
                    <a:pt x="15077" y="18097"/>
                  </a:lnTo>
                  <a:lnTo>
                    <a:pt x="15568" y="18681"/>
                  </a:lnTo>
                  <a:lnTo>
                    <a:pt x="16129" y="18681"/>
                  </a:lnTo>
                  <a:lnTo>
                    <a:pt x="16129" y="18097"/>
                  </a:lnTo>
                  <a:lnTo>
                    <a:pt x="16340" y="18097"/>
                  </a:lnTo>
                  <a:lnTo>
                    <a:pt x="16620" y="17318"/>
                  </a:lnTo>
                  <a:lnTo>
                    <a:pt x="17953" y="17318"/>
                  </a:lnTo>
                  <a:lnTo>
                    <a:pt x="18444" y="16540"/>
                  </a:lnTo>
                  <a:lnTo>
                    <a:pt x="18724" y="16540"/>
                  </a:lnTo>
                  <a:lnTo>
                    <a:pt x="18935" y="17318"/>
                  </a:lnTo>
                  <a:lnTo>
                    <a:pt x="19215" y="16540"/>
                  </a:lnTo>
                  <a:lnTo>
                    <a:pt x="19496" y="16540"/>
                  </a:lnTo>
                  <a:lnTo>
                    <a:pt x="19776" y="15956"/>
                  </a:lnTo>
                  <a:lnTo>
                    <a:pt x="19987" y="15956"/>
                  </a:lnTo>
                  <a:lnTo>
                    <a:pt x="20548" y="16540"/>
                  </a:lnTo>
                  <a:lnTo>
                    <a:pt x="21038" y="16540"/>
                  </a:lnTo>
                  <a:lnTo>
                    <a:pt x="21038" y="17318"/>
                  </a:lnTo>
                  <a:lnTo>
                    <a:pt x="21319" y="17318"/>
                  </a:lnTo>
                  <a:lnTo>
                    <a:pt x="21599" y="16540"/>
                  </a:lnTo>
                  <a:lnTo>
                    <a:pt x="21319" y="15956"/>
                  </a:lnTo>
                  <a:lnTo>
                    <a:pt x="20758" y="14400"/>
                  </a:lnTo>
                  <a:lnTo>
                    <a:pt x="20758" y="13621"/>
                  </a:lnTo>
                  <a:lnTo>
                    <a:pt x="21038" y="12259"/>
                  </a:lnTo>
                  <a:lnTo>
                    <a:pt x="20548" y="12259"/>
                  </a:lnTo>
                  <a:lnTo>
                    <a:pt x="20548" y="8562"/>
                  </a:lnTo>
                  <a:lnTo>
                    <a:pt x="20758" y="8562"/>
                  </a:lnTo>
                  <a:lnTo>
                    <a:pt x="20758" y="7978"/>
                  </a:lnTo>
                  <a:lnTo>
                    <a:pt x="21038" y="7978"/>
                  </a:lnTo>
                  <a:lnTo>
                    <a:pt x="20758" y="7200"/>
                  </a:lnTo>
                  <a:lnTo>
                    <a:pt x="20548" y="6421"/>
                  </a:lnTo>
                  <a:lnTo>
                    <a:pt x="19987" y="6421"/>
                  </a:lnTo>
                  <a:lnTo>
                    <a:pt x="19776" y="5837"/>
                  </a:lnTo>
                  <a:lnTo>
                    <a:pt x="19776" y="3697"/>
                  </a:lnTo>
                  <a:lnTo>
                    <a:pt x="19496" y="3697"/>
                  </a:lnTo>
                  <a:lnTo>
                    <a:pt x="19496" y="2918"/>
                  </a:lnTo>
                  <a:lnTo>
                    <a:pt x="19215" y="2140"/>
                  </a:lnTo>
                  <a:lnTo>
                    <a:pt x="18935" y="2140"/>
                  </a:lnTo>
                  <a:lnTo>
                    <a:pt x="18444" y="1362"/>
                  </a:lnTo>
                  <a:lnTo>
                    <a:pt x="17392" y="1362"/>
                  </a:lnTo>
                  <a:lnTo>
                    <a:pt x="17392" y="778"/>
                  </a:lnTo>
                  <a:close/>
                  <a:moveTo>
                    <a:pt x="2594" y="19459"/>
                  </a:moveTo>
                  <a:lnTo>
                    <a:pt x="2875" y="19459"/>
                  </a:lnTo>
                  <a:lnTo>
                    <a:pt x="2594" y="19459"/>
                  </a:lnTo>
                  <a:close/>
                  <a:moveTo>
                    <a:pt x="0" y="6421"/>
                  </a:moveTo>
                  <a:lnTo>
                    <a:pt x="280" y="7200"/>
                  </a:lnTo>
                  <a:lnTo>
                    <a:pt x="561" y="6421"/>
                  </a:lnTo>
                  <a:lnTo>
                    <a:pt x="0" y="642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4" name="AutoShape 78"/>
            <p:cNvSpPr>
              <a:spLocks/>
            </p:cNvSpPr>
            <p:nvPr/>
          </p:nvSpPr>
          <p:spPr bwMode="auto">
            <a:xfrm>
              <a:off x="13375854" y="5109996"/>
              <a:ext cx="644427" cy="553388"/>
            </a:xfrm>
            <a:custGeom>
              <a:avLst/>
              <a:gdLst>
                <a:gd name="T0" fmla="*/ 322214 w 21600"/>
                <a:gd name="T1" fmla="*/ 276694 h 21600"/>
                <a:gd name="T2" fmla="*/ 322214 w 21600"/>
                <a:gd name="T3" fmla="*/ 276694 h 21600"/>
                <a:gd name="T4" fmla="*/ 322214 w 21600"/>
                <a:gd name="T5" fmla="*/ 276694 h 21600"/>
                <a:gd name="T6" fmla="*/ 322214 w 21600"/>
                <a:gd name="T7" fmla="*/ 27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8689"/>
                  </a:moveTo>
                  <a:lnTo>
                    <a:pt x="21600" y="18076"/>
                  </a:lnTo>
                  <a:lnTo>
                    <a:pt x="21060" y="18076"/>
                  </a:lnTo>
                  <a:lnTo>
                    <a:pt x="20519" y="17617"/>
                  </a:lnTo>
                  <a:lnTo>
                    <a:pt x="20519" y="16391"/>
                  </a:lnTo>
                  <a:lnTo>
                    <a:pt x="19575" y="16391"/>
                  </a:lnTo>
                  <a:lnTo>
                    <a:pt x="19575" y="15319"/>
                  </a:lnTo>
                  <a:lnTo>
                    <a:pt x="19980" y="14706"/>
                  </a:lnTo>
                  <a:lnTo>
                    <a:pt x="19575" y="13634"/>
                  </a:lnTo>
                  <a:lnTo>
                    <a:pt x="19035" y="13634"/>
                  </a:lnTo>
                  <a:lnTo>
                    <a:pt x="18495" y="12408"/>
                  </a:lnTo>
                  <a:lnTo>
                    <a:pt x="18090" y="12408"/>
                  </a:lnTo>
                  <a:lnTo>
                    <a:pt x="16605" y="11336"/>
                  </a:lnTo>
                  <a:lnTo>
                    <a:pt x="16065" y="11336"/>
                  </a:lnTo>
                  <a:lnTo>
                    <a:pt x="16065" y="11795"/>
                  </a:lnTo>
                  <a:lnTo>
                    <a:pt x="15525" y="11336"/>
                  </a:lnTo>
                  <a:lnTo>
                    <a:pt x="15525" y="10110"/>
                  </a:lnTo>
                  <a:lnTo>
                    <a:pt x="14984" y="10110"/>
                  </a:lnTo>
                  <a:lnTo>
                    <a:pt x="14984" y="9651"/>
                  </a:lnTo>
                  <a:lnTo>
                    <a:pt x="14580" y="9651"/>
                  </a:lnTo>
                  <a:lnTo>
                    <a:pt x="14040" y="9038"/>
                  </a:lnTo>
                  <a:lnTo>
                    <a:pt x="14040" y="7353"/>
                  </a:lnTo>
                  <a:lnTo>
                    <a:pt x="14580" y="6740"/>
                  </a:lnTo>
                  <a:lnTo>
                    <a:pt x="14580" y="6127"/>
                  </a:lnTo>
                  <a:lnTo>
                    <a:pt x="14984" y="6127"/>
                  </a:lnTo>
                  <a:lnTo>
                    <a:pt x="14984" y="4442"/>
                  </a:lnTo>
                  <a:lnTo>
                    <a:pt x="15525" y="4442"/>
                  </a:lnTo>
                  <a:lnTo>
                    <a:pt x="14984" y="3982"/>
                  </a:lnTo>
                  <a:lnTo>
                    <a:pt x="14580" y="3982"/>
                  </a:lnTo>
                  <a:lnTo>
                    <a:pt x="13500" y="3370"/>
                  </a:lnTo>
                  <a:lnTo>
                    <a:pt x="13095" y="3370"/>
                  </a:lnTo>
                  <a:lnTo>
                    <a:pt x="12555" y="2757"/>
                  </a:lnTo>
                  <a:lnTo>
                    <a:pt x="12555" y="2144"/>
                  </a:lnTo>
                  <a:lnTo>
                    <a:pt x="12015" y="2144"/>
                  </a:lnTo>
                  <a:lnTo>
                    <a:pt x="12015" y="1685"/>
                  </a:lnTo>
                  <a:lnTo>
                    <a:pt x="11610" y="1072"/>
                  </a:lnTo>
                  <a:lnTo>
                    <a:pt x="10530" y="1072"/>
                  </a:lnTo>
                  <a:lnTo>
                    <a:pt x="10530" y="459"/>
                  </a:lnTo>
                  <a:lnTo>
                    <a:pt x="9585" y="459"/>
                  </a:lnTo>
                  <a:lnTo>
                    <a:pt x="8505" y="0"/>
                  </a:lnTo>
                  <a:lnTo>
                    <a:pt x="8100" y="0"/>
                  </a:lnTo>
                  <a:lnTo>
                    <a:pt x="7559" y="459"/>
                  </a:lnTo>
                  <a:lnTo>
                    <a:pt x="7020" y="459"/>
                  </a:lnTo>
                  <a:lnTo>
                    <a:pt x="6479" y="1072"/>
                  </a:lnTo>
                  <a:lnTo>
                    <a:pt x="6075" y="1685"/>
                  </a:lnTo>
                  <a:lnTo>
                    <a:pt x="5535" y="1685"/>
                  </a:lnTo>
                  <a:lnTo>
                    <a:pt x="4590" y="2144"/>
                  </a:lnTo>
                  <a:lnTo>
                    <a:pt x="4590" y="6740"/>
                  </a:lnTo>
                  <a:lnTo>
                    <a:pt x="4050" y="7353"/>
                  </a:lnTo>
                  <a:lnTo>
                    <a:pt x="4050" y="7812"/>
                  </a:lnTo>
                  <a:lnTo>
                    <a:pt x="0" y="10723"/>
                  </a:lnTo>
                  <a:lnTo>
                    <a:pt x="1080" y="13634"/>
                  </a:lnTo>
                  <a:lnTo>
                    <a:pt x="3105" y="14093"/>
                  </a:lnTo>
                  <a:lnTo>
                    <a:pt x="13500" y="21600"/>
                  </a:lnTo>
                  <a:lnTo>
                    <a:pt x="17550" y="21600"/>
                  </a:lnTo>
                  <a:lnTo>
                    <a:pt x="18090" y="20374"/>
                  </a:lnTo>
                  <a:lnTo>
                    <a:pt x="18495" y="19302"/>
                  </a:lnTo>
                  <a:lnTo>
                    <a:pt x="19575" y="18689"/>
                  </a:lnTo>
                  <a:lnTo>
                    <a:pt x="20519" y="19302"/>
                  </a:lnTo>
                  <a:lnTo>
                    <a:pt x="21060" y="19302"/>
                  </a:lnTo>
                  <a:lnTo>
                    <a:pt x="21060" y="18689"/>
                  </a:lnTo>
                  <a:lnTo>
                    <a:pt x="21600" y="186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5" name="AutoShape 79"/>
            <p:cNvSpPr>
              <a:spLocks/>
            </p:cNvSpPr>
            <p:nvPr/>
          </p:nvSpPr>
          <p:spPr bwMode="auto">
            <a:xfrm>
              <a:off x="13899452" y="5588813"/>
              <a:ext cx="120831" cy="102042"/>
            </a:xfrm>
            <a:custGeom>
              <a:avLst/>
              <a:gdLst>
                <a:gd name="T0" fmla="*/ 60416 w 21600"/>
                <a:gd name="T1" fmla="*/ 51021 h 21600"/>
                <a:gd name="T2" fmla="*/ 60416 w 21600"/>
                <a:gd name="T3" fmla="*/ 51021 h 21600"/>
                <a:gd name="T4" fmla="*/ 60416 w 21600"/>
                <a:gd name="T5" fmla="*/ 51021 h 21600"/>
                <a:gd name="T6" fmla="*/ 60416 w 21600"/>
                <a:gd name="T7" fmla="*/ 510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784"/>
                  </a:moveTo>
                  <a:lnTo>
                    <a:pt x="2880" y="9138"/>
                  </a:lnTo>
                  <a:lnTo>
                    <a:pt x="5040" y="3323"/>
                  </a:lnTo>
                  <a:lnTo>
                    <a:pt x="10800" y="0"/>
                  </a:lnTo>
                  <a:lnTo>
                    <a:pt x="15839" y="3323"/>
                  </a:lnTo>
                  <a:lnTo>
                    <a:pt x="18719" y="3323"/>
                  </a:lnTo>
                  <a:lnTo>
                    <a:pt x="18719" y="9138"/>
                  </a:lnTo>
                  <a:lnTo>
                    <a:pt x="12959" y="9138"/>
                  </a:lnTo>
                  <a:lnTo>
                    <a:pt x="18719" y="12461"/>
                  </a:lnTo>
                  <a:lnTo>
                    <a:pt x="18719" y="15784"/>
                  </a:lnTo>
                  <a:lnTo>
                    <a:pt x="21599" y="18276"/>
                  </a:lnTo>
                  <a:lnTo>
                    <a:pt x="18719" y="18276"/>
                  </a:lnTo>
                  <a:lnTo>
                    <a:pt x="21599" y="18276"/>
                  </a:lnTo>
                  <a:lnTo>
                    <a:pt x="12959" y="21599"/>
                  </a:lnTo>
                  <a:lnTo>
                    <a:pt x="12959" y="18276"/>
                  </a:lnTo>
                  <a:lnTo>
                    <a:pt x="2880" y="15784"/>
                  </a:lnTo>
                  <a:lnTo>
                    <a:pt x="0" y="157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6" name="AutoShape 80"/>
            <p:cNvSpPr>
              <a:spLocks/>
            </p:cNvSpPr>
            <p:nvPr/>
          </p:nvSpPr>
          <p:spPr bwMode="auto">
            <a:xfrm>
              <a:off x="12944893" y="5239515"/>
              <a:ext cx="149026" cy="70645"/>
            </a:xfrm>
            <a:custGeom>
              <a:avLst/>
              <a:gdLst>
                <a:gd name="T0" fmla="*/ 74513 w 21600"/>
                <a:gd name="T1" fmla="*/ 35323 h 21600"/>
                <a:gd name="T2" fmla="*/ 74513 w 21600"/>
                <a:gd name="T3" fmla="*/ 35323 h 21600"/>
                <a:gd name="T4" fmla="*/ 74513 w 21600"/>
                <a:gd name="T5" fmla="*/ 35323 h 21600"/>
                <a:gd name="T6" fmla="*/ 74513 w 21600"/>
                <a:gd name="T7" fmla="*/ 353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335" y="21600"/>
                  </a:moveTo>
                  <a:lnTo>
                    <a:pt x="0" y="17999"/>
                  </a:lnTo>
                  <a:lnTo>
                    <a:pt x="0" y="13200"/>
                  </a:lnTo>
                  <a:lnTo>
                    <a:pt x="2335" y="8399"/>
                  </a:lnTo>
                  <a:lnTo>
                    <a:pt x="4086" y="8399"/>
                  </a:lnTo>
                  <a:lnTo>
                    <a:pt x="6421" y="4799"/>
                  </a:lnTo>
                  <a:lnTo>
                    <a:pt x="8756" y="8399"/>
                  </a:lnTo>
                  <a:lnTo>
                    <a:pt x="10508" y="8399"/>
                  </a:lnTo>
                  <a:lnTo>
                    <a:pt x="15178" y="4799"/>
                  </a:lnTo>
                  <a:lnTo>
                    <a:pt x="19264" y="0"/>
                  </a:lnTo>
                  <a:lnTo>
                    <a:pt x="21599" y="0"/>
                  </a:lnTo>
                  <a:lnTo>
                    <a:pt x="19264" y="4799"/>
                  </a:lnTo>
                  <a:lnTo>
                    <a:pt x="17513" y="4799"/>
                  </a:lnTo>
                  <a:lnTo>
                    <a:pt x="15178" y="8399"/>
                  </a:lnTo>
                  <a:lnTo>
                    <a:pt x="15178" y="17999"/>
                  </a:lnTo>
                  <a:lnTo>
                    <a:pt x="10508" y="17999"/>
                  </a:lnTo>
                  <a:lnTo>
                    <a:pt x="10508" y="21600"/>
                  </a:lnTo>
                  <a:lnTo>
                    <a:pt x="233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7" name="AutoShape 81"/>
            <p:cNvSpPr>
              <a:spLocks/>
            </p:cNvSpPr>
            <p:nvPr/>
          </p:nvSpPr>
          <p:spPr bwMode="auto">
            <a:xfrm>
              <a:off x="13154336" y="5121773"/>
              <a:ext cx="414850" cy="337527"/>
            </a:xfrm>
            <a:custGeom>
              <a:avLst/>
              <a:gdLst>
                <a:gd name="T0" fmla="*/ 207425 w 21600"/>
                <a:gd name="T1" fmla="*/ 168764 h 21600"/>
                <a:gd name="T2" fmla="*/ 207425 w 21600"/>
                <a:gd name="T3" fmla="*/ 168764 h 21600"/>
                <a:gd name="T4" fmla="*/ 207425 w 21600"/>
                <a:gd name="T5" fmla="*/ 168764 h 21600"/>
                <a:gd name="T6" fmla="*/ 207425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533" y="16827"/>
                  </a:moveTo>
                  <a:lnTo>
                    <a:pt x="17825" y="12055"/>
                  </a:lnTo>
                  <a:lnTo>
                    <a:pt x="17825" y="11302"/>
                  </a:lnTo>
                  <a:lnTo>
                    <a:pt x="18664" y="10297"/>
                  </a:lnTo>
                  <a:lnTo>
                    <a:pt x="18664" y="2762"/>
                  </a:lnTo>
                  <a:lnTo>
                    <a:pt x="20132" y="2009"/>
                  </a:lnTo>
                  <a:lnTo>
                    <a:pt x="20970" y="2009"/>
                  </a:lnTo>
                  <a:lnTo>
                    <a:pt x="21599" y="1004"/>
                  </a:lnTo>
                  <a:lnTo>
                    <a:pt x="20970" y="0"/>
                  </a:lnTo>
                  <a:lnTo>
                    <a:pt x="20132" y="0"/>
                  </a:lnTo>
                  <a:lnTo>
                    <a:pt x="18664" y="1004"/>
                  </a:lnTo>
                  <a:lnTo>
                    <a:pt x="14679" y="1004"/>
                  </a:lnTo>
                  <a:lnTo>
                    <a:pt x="13840" y="2009"/>
                  </a:lnTo>
                  <a:lnTo>
                    <a:pt x="13211" y="2009"/>
                  </a:lnTo>
                  <a:lnTo>
                    <a:pt x="13211" y="2762"/>
                  </a:lnTo>
                  <a:lnTo>
                    <a:pt x="11533" y="2762"/>
                  </a:lnTo>
                  <a:lnTo>
                    <a:pt x="10066" y="2009"/>
                  </a:lnTo>
                  <a:lnTo>
                    <a:pt x="6920" y="2009"/>
                  </a:lnTo>
                  <a:lnTo>
                    <a:pt x="6920" y="2762"/>
                  </a:lnTo>
                  <a:lnTo>
                    <a:pt x="3145" y="2762"/>
                  </a:lnTo>
                  <a:lnTo>
                    <a:pt x="3145" y="4772"/>
                  </a:lnTo>
                  <a:lnTo>
                    <a:pt x="2306" y="4772"/>
                  </a:lnTo>
                  <a:lnTo>
                    <a:pt x="3145" y="5776"/>
                  </a:lnTo>
                  <a:lnTo>
                    <a:pt x="2306" y="5776"/>
                  </a:lnTo>
                  <a:lnTo>
                    <a:pt x="1467" y="6530"/>
                  </a:lnTo>
                  <a:lnTo>
                    <a:pt x="838" y="5776"/>
                  </a:lnTo>
                  <a:lnTo>
                    <a:pt x="838" y="6530"/>
                  </a:lnTo>
                  <a:lnTo>
                    <a:pt x="0" y="6530"/>
                  </a:lnTo>
                  <a:lnTo>
                    <a:pt x="0" y="7534"/>
                  </a:lnTo>
                  <a:lnTo>
                    <a:pt x="1467" y="9293"/>
                  </a:lnTo>
                  <a:lnTo>
                    <a:pt x="838" y="10297"/>
                  </a:lnTo>
                  <a:lnTo>
                    <a:pt x="838" y="12055"/>
                  </a:lnTo>
                  <a:lnTo>
                    <a:pt x="2306" y="12055"/>
                  </a:lnTo>
                  <a:lnTo>
                    <a:pt x="2306" y="13060"/>
                  </a:lnTo>
                  <a:lnTo>
                    <a:pt x="3145" y="13060"/>
                  </a:lnTo>
                  <a:lnTo>
                    <a:pt x="3145" y="15069"/>
                  </a:lnTo>
                  <a:lnTo>
                    <a:pt x="2306" y="15069"/>
                  </a:lnTo>
                  <a:lnTo>
                    <a:pt x="1467" y="15823"/>
                  </a:lnTo>
                  <a:lnTo>
                    <a:pt x="1467" y="17832"/>
                  </a:lnTo>
                  <a:lnTo>
                    <a:pt x="2306" y="19590"/>
                  </a:lnTo>
                  <a:lnTo>
                    <a:pt x="1467" y="19590"/>
                  </a:lnTo>
                  <a:lnTo>
                    <a:pt x="2306" y="19590"/>
                  </a:lnTo>
                  <a:lnTo>
                    <a:pt x="3145" y="20595"/>
                  </a:lnTo>
                  <a:lnTo>
                    <a:pt x="3774" y="21599"/>
                  </a:lnTo>
                  <a:lnTo>
                    <a:pt x="4613" y="21599"/>
                  </a:lnTo>
                  <a:lnTo>
                    <a:pt x="11533" y="168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8" name="AutoShape 82"/>
            <p:cNvSpPr>
              <a:spLocks/>
            </p:cNvSpPr>
            <p:nvPr/>
          </p:nvSpPr>
          <p:spPr bwMode="auto">
            <a:xfrm>
              <a:off x="13077814" y="5384729"/>
              <a:ext cx="104718" cy="262960"/>
            </a:xfrm>
            <a:custGeom>
              <a:avLst/>
              <a:gdLst>
                <a:gd name="T0" fmla="*/ 52359 w 21600"/>
                <a:gd name="T1" fmla="*/ 131480 h 21600"/>
                <a:gd name="T2" fmla="*/ 52359 w 21600"/>
                <a:gd name="T3" fmla="*/ 131480 h 21600"/>
                <a:gd name="T4" fmla="*/ 52359 w 21600"/>
                <a:gd name="T5" fmla="*/ 131480 h 21600"/>
                <a:gd name="T6" fmla="*/ 52359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61" y="21600"/>
                  </a:moveTo>
                  <a:lnTo>
                    <a:pt x="15784" y="20310"/>
                  </a:lnTo>
                  <a:lnTo>
                    <a:pt x="15784" y="15474"/>
                  </a:lnTo>
                  <a:lnTo>
                    <a:pt x="19107" y="15474"/>
                  </a:lnTo>
                  <a:lnTo>
                    <a:pt x="19107" y="10638"/>
                  </a:lnTo>
                  <a:lnTo>
                    <a:pt x="12461" y="10638"/>
                  </a:lnTo>
                  <a:lnTo>
                    <a:pt x="12461" y="4835"/>
                  </a:lnTo>
                  <a:lnTo>
                    <a:pt x="15784" y="4835"/>
                  </a:lnTo>
                  <a:lnTo>
                    <a:pt x="15784" y="6125"/>
                  </a:lnTo>
                  <a:lnTo>
                    <a:pt x="19107" y="6125"/>
                  </a:lnTo>
                  <a:lnTo>
                    <a:pt x="19107" y="1289"/>
                  </a:lnTo>
                  <a:lnTo>
                    <a:pt x="21600" y="0"/>
                  </a:lnTo>
                  <a:lnTo>
                    <a:pt x="19107" y="0"/>
                  </a:lnTo>
                  <a:lnTo>
                    <a:pt x="19107" y="1289"/>
                  </a:lnTo>
                  <a:lnTo>
                    <a:pt x="12461" y="1289"/>
                  </a:lnTo>
                  <a:lnTo>
                    <a:pt x="9138" y="2256"/>
                  </a:lnTo>
                  <a:lnTo>
                    <a:pt x="6646" y="6125"/>
                  </a:lnTo>
                  <a:lnTo>
                    <a:pt x="0" y="10638"/>
                  </a:lnTo>
                  <a:lnTo>
                    <a:pt x="3323" y="11928"/>
                  </a:lnTo>
                  <a:lnTo>
                    <a:pt x="6646" y="14507"/>
                  </a:lnTo>
                  <a:lnTo>
                    <a:pt x="9138" y="16764"/>
                  </a:lnTo>
                  <a:lnTo>
                    <a:pt x="12461" y="19020"/>
                  </a:lnTo>
                  <a:lnTo>
                    <a:pt x="9138" y="20310"/>
                  </a:lnTo>
                  <a:lnTo>
                    <a:pt x="12461"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9" name="AutoShape 83"/>
            <p:cNvSpPr>
              <a:spLocks/>
            </p:cNvSpPr>
            <p:nvPr/>
          </p:nvSpPr>
          <p:spPr bwMode="auto">
            <a:xfrm>
              <a:off x="13170448" y="5384729"/>
              <a:ext cx="28197" cy="58874"/>
            </a:xfrm>
            <a:custGeom>
              <a:avLst/>
              <a:gdLst>
                <a:gd name="T0" fmla="*/ 14099 w 21600"/>
                <a:gd name="T1" fmla="*/ 29437 h 21600"/>
                <a:gd name="T2" fmla="*/ 14099 w 21600"/>
                <a:gd name="T3" fmla="*/ 29437 h 21600"/>
                <a:gd name="T4" fmla="*/ 14099 w 21600"/>
                <a:gd name="T5" fmla="*/ 29437 h 21600"/>
                <a:gd name="T6" fmla="*/ 14099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5759"/>
                  </a:lnTo>
                  <a:lnTo>
                    <a:pt x="9257" y="0"/>
                  </a:lnTo>
                  <a:lnTo>
                    <a:pt x="9257" y="5759"/>
                  </a:lnTo>
                  <a:lnTo>
                    <a:pt x="21600" y="15840"/>
                  </a:lnTo>
                  <a:lnTo>
                    <a:pt x="9257" y="15840"/>
                  </a:lnTo>
                  <a:lnTo>
                    <a:pt x="9257" y="21600"/>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0" name="AutoShape 84"/>
            <p:cNvSpPr>
              <a:spLocks/>
            </p:cNvSpPr>
            <p:nvPr/>
          </p:nvSpPr>
          <p:spPr bwMode="auto">
            <a:xfrm>
              <a:off x="13138219" y="5443599"/>
              <a:ext cx="32222" cy="70645"/>
            </a:xfrm>
            <a:custGeom>
              <a:avLst/>
              <a:gdLst>
                <a:gd name="T0" fmla="*/ 16111 w 21600"/>
                <a:gd name="T1" fmla="*/ 35323 h 21600"/>
                <a:gd name="T2" fmla="*/ 16111 w 21600"/>
                <a:gd name="T3" fmla="*/ 35323 h 21600"/>
                <a:gd name="T4" fmla="*/ 16111 w 21600"/>
                <a:gd name="T5" fmla="*/ 35323 h 21600"/>
                <a:gd name="T6" fmla="*/ 16111 w 21600"/>
                <a:gd name="T7" fmla="*/ 353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600"/>
                  </a:moveTo>
                  <a:lnTo>
                    <a:pt x="0" y="21600"/>
                  </a:lnTo>
                  <a:lnTo>
                    <a:pt x="0" y="0"/>
                  </a:lnTo>
                  <a:lnTo>
                    <a:pt x="10800" y="0"/>
                  </a:lnTo>
                  <a:lnTo>
                    <a:pt x="10800" y="4799"/>
                  </a:lnTo>
                  <a:lnTo>
                    <a:pt x="21600" y="4799"/>
                  </a:lnTo>
                  <a:lnTo>
                    <a:pt x="216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1" name="AutoShape 85"/>
            <p:cNvSpPr>
              <a:spLocks/>
            </p:cNvSpPr>
            <p:nvPr/>
          </p:nvSpPr>
          <p:spPr bwMode="auto">
            <a:xfrm>
              <a:off x="13138225" y="5310159"/>
              <a:ext cx="76527" cy="90271"/>
            </a:xfrm>
            <a:custGeom>
              <a:avLst/>
              <a:gdLst>
                <a:gd name="T0" fmla="*/ 38264 w 21600"/>
                <a:gd name="T1" fmla="*/ 45136 h 21600"/>
                <a:gd name="T2" fmla="*/ 38264 w 21600"/>
                <a:gd name="T3" fmla="*/ 45136 h 21600"/>
                <a:gd name="T4" fmla="*/ 38264 w 21600"/>
                <a:gd name="T5" fmla="*/ 45136 h 21600"/>
                <a:gd name="T6" fmla="*/ 38264 w 21600"/>
                <a:gd name="T7" fmla="*/ 451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9094" y="21600"/>
                  </a:lnTo>
                  <a:lnTo>
                    <a:pt x="9094" y="17843"/>
                  </a:lnTo>
                  <a:lnTo>
                    <a:pt x="12505" y="17843"/>
                  </a:lnTo>
                  <a:lnTo>
                    <a:pt x="12505" y="14086"/>
                  </a:lnTo>
                  <a:lnTo>
                    <a:pt x="17052" y="11269"/>
                  </a:lnTo>
                  <a:lnTo>
                    <a:pt x="21599" y="11269"/>
                  </a:lnTo>
                  <a:lnTo>
                    <a:pt x="21599" y="3756"/>
                  </a:lnTo>
                  <a:lnTo>
                    <a:pt x="17052" y="3756"/>
                  </a:lnTo>
                  <a:lnTo>
                    <a:pt x="17052" y="0"/>
                  </a:lnTo>
                  <a:lnTo>
                    <a:pt x="9094" y="0"/>
                  </a:lnTo>
                  <a:lnTo>
                    <a:pt x="4547" y="11269"/>
                  </a:lnTo>
                  <a:lnTo>
                    <a:pt x="4547" y="14086"/>
                  </a:lnTo>
                  <a:lnTo>
                    <a:pt x="0" y="17843"/>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2" name="AutoShape 86"/>
            <p:cNvSpPr>
              <a:spLocks/>
            </p:cNvSpPr>
            <p:nvPr/>
          </p:nvSpPr>
          <p:spPr bwMode="auto">
            <a:xfrm>
              <a:off x="13138222" y="5384729"/>
              <a:ext cx="269857" cy="290432"/>
            </a:xfrm>
            <a:custGeom>
              <a:avLst/>
              <a:gdLst>
                <a:gd name="T0" fmla="*/ 134929 w 21600"/>
                <a:gd name="T1" fmla="*/ 145216 h 21600"/>
                <a:gd name="T2" fmla="*/ 134929 w 21600"/>
                <a:gd name="T3" fmla="*/ 145216 h 21600"/>
                <a:gd name="T4" fmla="*/ 134929 w 21600"/>
                <a:gd name="T5" fmla="*/ 145216 h 21600"/>
                <a:gd name="T6" fmla="*/ 134929 w 21600"/>
                <a:gd name="T7" fmla="*/ 14521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9" y="18389"/>
                  </a:moveTo>
                  <a:lnTo>
                    <a:pt x="1289" y="14010"/>
                  </a:lnTo>
                  <a:lnTo>
                    <a:pt x="2579" y="14010"/>
                  </a:lnTo>
                  <a:lnTo>
                    <a:pt x="2579" y="4378"/>
                  </a:lnTo>
                  <a:lnTo>
                    <a:pt x="3546" y="4378"/>
                  </a:lnTo>
                  <a:lnTo>
                    <a:pt x="3546" y="3210"/>
                  </a:lnTo>
                  <a:lnTo>
                    <a:pt x="4835" y="3210"/>
                  </a:lnTo>
                  <a:lnTo>
                    <a:pt x="6125" y="4378"/>
                  </a:lnTo>
                  <a:lnTo>
                    <a:pt x="7092" y="5545"/>
                  </a:lnTo>
                  <a:lnTo>
                    <a:pt x="8382" y="5545"/>
                  </a:lnTo>
                  <a:lnTo>
                    <a:pt x="19020" y="0"/>
                  </a:lnTo>
                  <a:lnTo>
                    <a:pt x="21599" y="5545"/>
                  </a:lnTo>
                  <a:lnTo>
                    <a:pt x="19020" y="7589"/>
                  </a:lnTo>
                  <a:lnTo>
                    <a:pt x="11928" y="8756"/>
                  </a:lnTo>
                  <a:lnTo>
                    <a:pt x="18053" y="14010"/>
                  </a:lnTo>
                  <a:lnTo>
                    <a:pt x="15474" y="16345"/>
                  </a:lnTo>
                  <a:lnTo>
                    <a:pt x="15474" y="18389"/>
                  </a:lnTo>
                  <a:lnTo>
                    <a:pt x="10638" y="18389"/>
                  </a:lnTo>
                  <a:lnTo>
                    <a:pt x="7092" y="21599"/>
                  </a:lnTo>
                  <a:lnTo>
                    <a:pt x="2579" y="20724"/>
                  </a:lnTo>
                  <a:lnTo>
                    <a:pt x="0" y="20724"/>
                  </a:lnTo>
                  <a:lnTo>
                    <a:pt x="1289" y="19556"/>
                  </a:lnTo>
                  <a:lnTo>
                    <a:pt x="1289" y="183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3" name="AutoShape 87"/>
            <p:cNvSpPr>
              <a:spLocks/>
            </p:cNvSpPr>
            <p:nvPr/>
          </p:nvSpPr>
          <p:spPr bwMode="auto">
            <a:xfrm>
              <a:off x="13138219" y="5459299"/>
              <a:ext cx="1373435" cy="1016508"/>
            </a:xfrm>
            <a:custGeom>
              <a:avLst/>
              <a:gdLst>
                <a:gd name="T0" fmla="*/ 686718 w 21600"/>
                <a:gd name="T1" fmla="*/ 508254 h 21600"/>
                <a:gd name="T2" fmla="*/ 686718 w 21600"/>
                <a:gd name="T3" fmla="*/ 508254 h 21600"/>
                <a:gd name="T4" fmla="*/ 686718 w 21600"/>
                <a:gd name="T5" fmla="*/ 508254 h 21600"/>
                <a:gd name="T6" fmla="*/ 686718 w 21600"/>
                <a:gd name="T7" fmla="*/ 5082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872" y="4586"/>
                  </a:moveTo>
                  <a:lnTo>
                    <a:pt x="13112" y="4920"/>
                  </a:lnTo>
                  <a:lnTo>
                    <a:pt x="13112" y="4586"/>
                  </a:lnTo>
                  <a:lnTo>
                    <a:pt x="12225" y="4336"/>
                  </a:lnTo>
                  <a:lnTo>
                    <a:pt x="10071" y="4336"/>
                  </a:lnTo>
                  <a:lnTo>
                    <a:pt x="5194" y="250"/>
                  </a:lnTo>
                  <a:lnTo>
                    <a:pt x="4243" y="0"/>
                  </a:lnTo>
                  <a:lnTo>
                    <a:pt x="3737" y="583"/>
                  </a:lnTo>
                  <a:lnTo>
                    <a:pt x="2343" y="917"/>
                  </a:lnTo>
                  <a:lnTo>
                    <a:pt x="3547" y="2418"/>
                  </a:lnTo>
                  <a:lnTo>
                    <a:pt x="3040" y="3085"/>
                  </a:lnTo>
                  <a:lnTo>
                    <a:pt x="3040" y="3669"/>
                  </a:lnTo>
                  <a:lnTo>
                    <a:pt x="2090" y="3669"/>
                  </a:lnTo>
                  <a:lnTo>
                    <a:pt x="1393" y="4586"/>
                  </a:lnTo>
                  <a:lnTo>
                    <a:pt x="506" y="4336"/>
                  </a:lnTo>
                  <a:lnTo>
                    <a:pt x="0" y="4336"/>
                  </a:lnTo>
                  <a:lnTo>
                    <a:pt x="0" y="5504"/>
                  </a:lnTo>
                  <a:lnTo>
                    <a:pt x="253" y="5837"/>
                  </a:lnTo>
                  <a:lnTo>
                    <a:pt x="253" y="5504"/>
                  </a:lnTo>
                  <a:lnTo>
                    <a:pt x="950" y="6421"/>
                  </a:lnTo>
                  <a:lnTo>
                    <a:pt x="950" y="6755"/>
                  </a:lnTo>
                  <a:lnTo>
                    <a:pt x="1203" y="7088"/>
                  </a:lnTo>
                  <a:lnTo>
                    <a:pt x="1393" y="7422"/>
                  </a:lnTo>
                  <a:lnTo>
                    <a:pt x="1646" y="8006"/>
                  </a:lnTo>
                  <a:lnTo>
                    <a:pt x="2090" y="8589"/>
                  </a:lnTo>
                  <a:lnTo>
                    <a:pt x="2090" y="8923"/>
                  </a:lnTo>
                  <a:lnTo>
                    <a:pt x="2343" y="8923"/>
                  </a:lnTo>
                  <a:lnTo>
                    <a:pt x="2597" y="9590"/>
                  </a:lnTo>
                  <a:lnTo>
                    <a:pt x="2850" y="9590"/>
                  </a:lnTo>
                  <a:lnTo>
                    <a:pt x="2850" y="10508"/>
                  </a:lnTo>
                  <a:lnTo>
                    <a:pt x="3040" y="10758"/>
                  </a:lnTo>
                  <a:lnTo>
                    <a:pt x="3547" y="10758"/>
                  </a:lnTo>
                  <a:lnTo>
                    <a:pt x="3737" y="11091"/>
                  </a:lnTo>
                  <a:lnTo>
                    <a:pt x="4243" y="11759"/>
                  </a:lnTo>
                  <a:lnTo>
                    <a:pt x="4243" y="12009"/>
                  </a:lnTo>
                  <a:lnTo>
                    <a:pt x="4434" y="12342"/>
                  </a:lnTo>
                  <a:lnTo>
                    <a:pt x="4687" y="12676"/>
                  </a:lnTo>
                  <a:lnTo>
                    <a:pt x="4687" y="14511"/>
                  </a:lnTo>
                  <a:lnTo>
                    <a:pt x="4940" y="14844"/>
                  </a:lnTo>
                  <a:lnTo>
                    <a:pt x="4940" y="15094"/>
                  </a:lnTo>
                  <a:lnTo>
                    <a:pt x="5637" y="16012"/>
                  </a:lnTo>
                  <a:lnTo>
                    <a:pt x="5890" y="16012"/>
                  </a:lnTo>
                  <a:lnTo>
                    <a:pt x="6080" y="16345"/>
                  </a:lnTo>
                  <a:lnTo>
                    <a:pt x="6587" y="16679"/>
                  </a:lnTo>
                  <a:lnTo>
                    <a:pt x="6777" y="17013"/>
                  </a:lnTo>
                  <a:lnTo>
                    <a:pt x="7031" y="18180"/>
                  </a:lnTo>
                  <a:lnTo>
                    <a:pt x="7284" y="18180"/>
                  </a:lnTo>
                  <a:lnTo>
                    <a:pt x="7284" y="18514"/>
                  </a:lnTo>
                  <a:lnTo>
                    <a:pt x="8234" y="19431"/>
                  </a:lnTo>
                  <a:lnTo>
                    <a:pt x="8424" y="20098"/>
                  </a:lnTo>
                  <a:lnTo>
                    <a:pt x="8678" y="20098"/>
                  </a:lnTo>
                  <a:lnTo>
                    <a:pt x="8931" y="21016"/>
                  </a:lnTo>
                  <a:lnTo>
                    <a:pt x="9184" y="21016"/>
                  </a:lnTo>
                  <a:lnTo>
                    <a:pt x="9374" y="20682"/>
                  </a:lnTo>
                  <a:lnTo>
                    <a:pt x="9628" y="20349"/>
                  </a:lnTo>
                  <a:lnTo>
                    <a:pt x="9374" y="20098"/>
                  </a:lnTo>
                  <a:lnTo>
                    <a:pt x="9628" y="19431"/>
                  </a:lnTo>
                  <a:lnTo>
                    <a:pt x="9881" y="19431"/>
                  </a:lnTo>
                  <a:lnTo>
                    <a:pt x="10071" y="19765"/>
                  </a:lnTo>
                  <a:lnTo>
                    <a:pt x="10768" y="19765"/>
                  </a:lnTo>
                  <a:lnTo>
                    <a:pt x="11718" y="20098"/>
                  </a:lnTo>
                  <a:lnTo>
                    <a:pt x="12668" y="20682"/>
                  </a:lnTo>
                  <a:lnTo>
                    <a:pt x="12668" y="21599"/>
                  </a:lnTo>
                  <a:lnTo>
                    <a:pt x="14568" y="18847"/>
                  </a:lnTo>
                  <a:lnTo>
                    <a:pt x="21346" y="16345"/>
                  </a:lnTo>
                  <a:lnTo>
                    <a:pt x="21600" y="13593"/>
                  </a:lnTo>
                  <a:lnTo>
                    <a:pt x="21346" y="12676"/>
                  </a:lnTo>
                  <a:lnTo>
                    <a:pt x="20903" y="12926"/>
                  </a:lnTo>
                  <a:lnTo>
                    <a:pt x="17862" y="12342"/>
                  </a:lnTo>
                  <a:lnTo>
                    <a:pt x="17609" y="11425"/>
                  </a:lnTo>
                  <a:lnTo>
                    <a:pt x="17356" y="11091"/>
                  </a:lnTo>
                  <a:lnTo>
                    <a:pt x="17356" y="10174"/>
                  </a:lnTo>
                  <a:lnTo>
                    <a:pt x="17102" y="10174"/>
                  </a:lnTo>
                  <a:lnTo>
                    <a:pt x="16659" y="9840"/>
                  </a:lnTo>
                  <a:lnTo>
                    <a:pt x="16405" y="9590"/>
                  </a:lnTo>
                  <a:lnTo>
                    <a:pt x="16405" y="9257"/>
                  </a:lnTo>
                  <a:lnTo>
                    <a:pt x="15962" y="8339"/>
                  </a:lnTo>
                  <a:lnTo>
                    <a:pt x="15709" y="8339"/>
                  </a:lnTo>
                  <a:lnTo>
                    <a:pt x="15709" y="7422"/>
                  </a:lnTo>
                  <a:lnTo>
                    <a:pt x="15455" y="7088"/>
                  </a:lnTo>
                  <a:lnTo>
                    <a:pt x="15012" y="6421"/>
                  </a:lnTo>
                  <a:lnTo>
                    <a:pt x="14758" y="6171"/>
                  </a:lnTo>
                  <a:lnTo>
                    <a:pt x="15012" y="6171"/>
                  </a:lnTo>
                  <a:lnTo>
                    <a:pt x="14758" y="6171"/>
                  </a:lnTo>
                  <a:lnTo>
                    <a:pt x="14315" y="5837"/>
                  </a:lnTo>
                  <a:lnTo>
                    <a:pt x="14062" y="5254"/>
                  </a:lnTo>
                  <a:lnTo>
                    <a:pt x="14062" y="4920"/>
                  </a:lnTo>
                  <a:lnTo>
                    <a:pt x="13872" y="4920"/>
                  </a:lnTo>
                  <a:lnTo>
                    <a:pt x="13872" y="4586"/>
                  </a:lnTo>
                  <a:lnTo>
                    <a:pt x="13872" y="4920"/>
                  </a:lnTo>
                  <a:lnTo>
                    <a:pt x="13872" y="458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4" name="AutoShape 88"/>
            <p:cNvSpPr>
              <a:spLocks/>
            </p:cNvSpPr>
            <p:nvPr/>
          </p:nvSpPr>
          <p:spPr bwMode="auto">
            <a:xfrm>
              <a:off x="14197502" y="5836071"/>
              <a:ext cx="44305" cy="102043"/>
            </a:xfrm>
            <a:custGeom>
              <a:avLst/>
              <a:gdLst>
                <a:gd name="T0" fmla="*/ 22153 w 21600"/>
                <a:gd name="T1" fmla="*/ 51022 h 21600"/>
                <a:gd name="T2" fmla="*/ 22153 w 21600"/>
                <a:gd name="T3" fmla="*/ 51022 h 21600"/>
                <a:gd name="T4" fmla="*/ 22153 w 21600"/>
                <a:gd name="T5" fmla="*/ 51022 h 21600"/>
                <a:gd name="T6" fmla="*/ 22153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21599"/>
                  </a:moveTo>
                  <a:lnTo>
                    <a:pt x="0" y="18276"/>
                  </a:lnTo>
                  <a:lnTo>
                    <a:pt x="0" y="3323"/>
                  </a:lnTo>
                  <a:lnTo>
                    <a:pt x="7854" y="3323"/>
                  </a:lnTo>
                  <a:lnTo>
                    <a:pt x="7854" y="0"/>
                  </a:lnTo>
                  <a:lnTo>
                    <a:pt x="13745" y="3323"/>
                  </a:lnTo>
                  <a:lnTo>
                    <a:pt x="21600" y="3323"/>
                  </a:lnTo>
                  <a:lnTo>
                    <a:pt x="13745" y="9138"/>
                  </a:lnTo>
                  <a:lnTo>
                    <a:pt x="13745" y="12461"/>
                  </a:lnTo>
                  <a:lnTo>
                    <a:pt x="21600" y="12461"/>
                  </a:lnTo>
                  <a:lnTo>
                    <a:pt x="21600" y="21599"/>
                  </a:lnTo>
                  <a:lnTo>
                    <a:pt x="137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5" name="AutoShape 89"/>
            <p:cNvSpPr>
              <a:spLocks/>
            </p:cNvSpPr>
            <p:nvPr/>
          </p:nvSpPr>
          <p:spPr bwMode="auto">
            <a:xfrm>
              <a:off x="14241805" y="5851772"/>
              <a:ext cx="330269" cy="215862"/>
            </a:xfrm>
            <a:custGeom>
              <a:avLst/>
              <a:gdLst>
                <a:gd name="T0" fmla="*/ 165135 w 21600"/>
                <a:gd name="T1" fmla="*/ 107931 h 21600"/>
                <a:gd name="T2" fmla="*/ 165135 w 21600"/>
                <a:gd name="T3" fmla="*/ 107931 h 21600"/>
                <a:gd name="T4" fmla="*/ 165135 w 21600"/>
                <a:gd name="T5" fmla="*/ 107931 h 21600"/>
                <a:gd name="T6" fmla="*/ 165135 w 21600"/>
                <a:gd name="T7" fmla="*/ 1079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10"/>
                  </a:moveTo>
                  <a:lnTo>
                    <a:pt x="0" y="12959"/>
                  </a:lnTo>
                  <a:lnTo>
                    <a:pt x="1053" y="14530"/>
                  </a:lnTo>
                  <a:lnTo>
                    <a:pt x="2107" y="18850"/>
                  </a:lnTo>
                  <a:lnTo>
                    <a:pt x="14751" y="21599"/>
                  </a:lnTo>
                  <a:lnTo>
                    <a:pt x="16595" y="20421"/>
                  </a:lnTo>
                  <a:lnTo>
                    <a:pt x="20546" y="4320"/>
                  </a:lnTo>
                  <a:lnTo>
                    <a:pt x="21600" y="4320"/>
                  </a:lnTo>
                  <a:lnTo>
                    <a:pt x="20546" y="2749"/>
                  </a:lnTo>
                  <a:lnTo>
                    <a:pt x="20546" y="1178"/>
                  </a:lnTo>
                  <a:lnTo>
                    <a:pt x="20546" y="2749"/>
                  </a:lnTo>
                  <a:lnTo>
                    <a:pt x="20546" y="1178"/>
                  </a:lnTo>
                  <a:lnTo>
                    <a:pt x="19492" y="1178"/>
                  </a:lnTo>
                  <a:lnTo>
                    <a:pt x="19492" y="0"/>
                  </a:lnTo>
                  <a:lnTo>
                    <a:pt x="18439" y="1178"/>
                  </a:lnTo>
                  <a:lnTo>
                    <a:pt x="16595" y="2749"/>
                  </a:lnTo>
                  <a:lnTo>
                    <a:pt x="16595" y="4320"/>
                  </a:lnTo>
                  <a:lnTo>
                    <a:pt x="13697" y="7069"/>
                  </a:lnTo>
                  <a:lnTo>
                    <a:pt x="13697" y="8640"/>
                  </a:lnTo>
                  <a:lnTo>
                    <a:pt x="12643" y="10210"/>
                  </a:lnTo>
                  <a:lnTo>
                    <a:pt x="11853" y="10210"/>
                  </a:lnTo>
                  <a:lnTo>
                    <a:pt x="11853" y="11389"/>
                  </a:lnTo>
                  <a:lnTo>
                    <a:pt x="9746" y="11389"/>
                  </a:lnTo>
                  <a:lnTo>
                    <a:pt x="8692" y="12959"/>
                  </a:lnTo>
                  <a:lnTo>
                    <a:pt x="8692" y="11389"/>
                  </a:lnTo>
                  <a:lnTo>
                    <a:pt x="5004" y="11389"/>
                  </a:lnTo>
                  <a:lnTo>
                    <a:pt x="2897" y="12959"/>
                  </a:lnTo>
                  <a:lnTo>
                    <a:pt x="1053" y="12959"/>
                  </a:lnTo>
                  <a:lnTo>
                    <a:pt x="1053" y="11389"/>
                  </a:lnTo>
                  <a:lnTo>
                    <a:pt x="0" y="10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6" name="AutoShape 90"/>
            <p:cNvSpPr>
              <a:spLocks/>
            </p:cNvSpPr>
            <p:nvPr/>
          </p:nvSpPr>
          <p:spPr bwMode="auto">
            <a:xfrm>
              <a:off x="9098481" y="5019729"/>
              <a:ext cx="177217" cy="74571"/>
            </a:xfrm>
            <a:custGeom>
              <a:avLst/>
              <a:gdLst>
                <a:gd name="T0" fmla="*/ 88609 w 21600"/>
                <a:gd name="T1" fmla="*/ 37286 h 21600"/>
                <a:gd name="T2" fmla="*/ 88609 w 21600"/>
                <a:gd name="T3" fmla="*/ 37286 h 21600"/>
                <a:gd name="T4" fmla="*/ 88609 w 21600"/>
                <a:gd name="T5" fmla="*/ 37286 h 21600"/>
                <a:gd name="T6" fmla="*/ 88609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836" y="0"/>
                  </a:moveTo>
                  <a:lnTo>
                    <a:pt x="10800" y="4547"/>
                  </a:lnTo>
                  <a:lnTo>
                    <a:pt x="10800" y="0"/>
                  </a:lnTo>
                  <a:lnTo>
                    <a:pt x="8836" y="0"/>
                  </a:lnTo>
                  <a:close/>
                  <a:moveTo>
                    <a:pt x="1472" y="0"/>
                  </a:moveTo>
                  <a:lnTo>
                    <a:pt x="3436" y="4547"/>
                  </a:lnTo>
                  <a:lnTo>
                    <a:pt x="3436" y="0"/>
                  </a:lnTo>
                  <a:lnTo>
                    <a:pt x="1472" y="0"/>
                  </a:lnTo>
                  <a:close/>
                  <a:moveTo>
                    <a:pt x="0" y="4547"/>
                  </a:moveTo>
                  <a:lnTo>
                    <a:pt x="0" y="9094"/>
                  </a:lnTo>
                  <a:lnTo>
                    <a:pt x="1472" y="9094"/>
                  </a:lnTo>
                  <a:lnTo>
                    <a:pt x="1472" y="4547"/>
                  </a:lnTo>
                  <a:lnTo>
                    <a:pt x="0" y="4547"/>
                  </a:lnTo>
                  <a:close/>
                  <a:moveTo>
                    <a:pt x="21599" y="21600"/>
                  </a:moveTo>
                  <a:lnTo>
                    <a:pt x="19636" y="21600"/>
                  </a:lnTo>
                  <a:lnTo>
                    <a:pt x="2159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7" name="AutoShape 91"/>
            <p:cNvSpPr>
              <a:spLocks/>
            </p:cNvSpPr>
            <p:nvPr/>
          </p:nvSpPr>
          <p:spPr bwMode="auto">
            <a:xfrm>
              <a:off x="9799294" y="5427899"/>
              <a:ext cx="28196" cy="15701"/>
            </a:xfrm>
            <a:custGeom>
              <a:avLst/>
              <a:gdLst>
                <a:gd name="T0" fmla="*/ 14098 w 21600"/>
                <a:gd name="T1" fmla="*/ 7851 h 21600"/>
                <a:gd name="T2" fmla="*/ 14098 w 21600"/>
                <a:gd name="T3" fmla="*/ 7851 h 21600"/>
                <a:gd name="T4" fmla="*/ 14098 w 21600"/>
                <a:gd name="T5" fmla="*/ 7851 h 21600"/>
                <a:gd name="T6" fmla="*/ 14098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600"/>
                  </a:moveTo>
                  <a:cubicBezTo>
                    <a:pt x="10800" y="21600"/>
                    <a:pt x="10800" y="21600"/>
                    <a:pt x="10800" y="21600"/>
                  </a:cubicBezTo>
                  <a:cubicBezTo>
                    <a:pt x="0" y="0"/>
                    <a:pt x="0" y="0"/>
                    <a:pt x="0" y="0"/>
                  </a:cubicBezTo>
                  <a:cubicBezTo>
                    <a:pt x="21600" y="0"/>
                    <a:pt x="21600" y="0"/>
                    <a:pt x="21600" y="0"/>
                  </a:cubicBezTo>
                  <a:cubicBezTo>
                    <a:pt x="21600" y="21600"/>
                    <a:pt x="21600" y="21600"/>
                    <a:pt x="21600" y="21600"/>
                  </a:cubicBezTo>
                  <a:cubicBezTo>
                    <a:pt x="21600" y="21600"/>
                    <a:pt x="10800" y="21600"/>
                    <a:pt x="10800" y="2160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8" name="AutoShape 92"/>
            <p:cNvSpPr>
              <a:spLocks/>
            </p:cNvSpPr>
            <p:nvPr/>
          </p:nvSpPr>
          <p:spPr bwMode="auto">
            <a:xfrm>
              <a:off x="9738882" y="5675157"/>
              <a:ext cx="298048" cy="86346"/>
            </a:xfrm>
            <a:custGeom>
              <a:avLst/>
              <a:gdLst>
                <a:gd name="T0" fmla="*/ 149024 w 21600"/>
                <a:gd name="T1" fmla="*/ 43173 h 21600"/>
                <a:gd name="T2" fmla="*/ 149024 w 21600"/>
                <a:gd name="T3" fmla="*/ 43173 h 21600"/>
                <a:gd name="T4" fmla="*/ 149024 w 21600"/>
                <a:gd name="T5" fmla="*/ 43173 h 21600"/>
                <a:gd name="T6" fmla="*/ 149024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239" y="14399"/>
                  </a:moveTo>
                  <a:cubicBezTo>
                    <a:pt x="3239" y="14399"/>
                    <a:pt x="3239" y="14399"/>
                    <a:pt x="3239" y="14399"/>
                  </a:cubicBezTo>
                  <a:cubicBezTo>
                    <a:pt x="3239" y="14399"/>
                    <a:pt x="3239" y="14399"/>
                    <a:pt x="3239" y="14399"/>
                  </a:cubicBezTo>
                  <a:cubicBezTo>
                    <a:pt x="4319" y="14399"/>
                    <a:pt x="4319" y="14399"/>
                    <a:pt x="4319" y="14399"/>
                  </a:cubicBezTo>
                  <a:cubicBezTo>
                    <a:pt x="4319" y="14399"/>
                    <a:pt x="4319" y="14399"/>
                    <a:pt x="4319" y="14399"/>
                  </a:cubicBezTo>
                  <a:cubicBezTo>
                    <a:pt x="4319" y="14399"/>
                    <a:pt x="3239" y="14399"/>
                    <a:pt x="3239" y="14399"/>
                  </a:cubicBezTo>
                  <a:close/>
                  <a:moveTo>
                    <a:pt x="0" y="21599"/>
                  </a:moveTo>
                  <a:cubicBezTo>
                    <a:pt x="0" y="21599"/>
                    <a:pt x="0" y="21599"/>
                    <a:pt x="0" y="21599"/>
                  </a:cubicBezTo>
                  <a:cubicBezTo>
                    <a:pt x="0" y="17999"/>
                    <a:pt x="0" y="17999"/>
                    <a:pt x="0" y="17999"/>
                  </a:cubicBezTo>
                  <a:cubicBezTo>
                    <a:pt x="1080" y="17999"/>
                    <a:pt x="1080" y="17999"/>
                    <a:pt x="1080" y="17999"/>
                  </a:cubicBezTo>
                  <a:cubicBezTo>
                    <a:pt x="1080" y="21599"/>
                    <a:pt x="1080" y="21599"/>
                    <a:pt x="1080" y="21599"/>
                  </a:cubicBezTo>
                  <a:cubicBezTo>
                    <a:pt x="0" y="21599"/>
                    <a:pt x="0" y="21599"/>
                    <a:pt x="0" y="21599"/>
                  </a:cubicBezTo>
                  <a:cubicBezTo>
                    <a:pt x="0" y="21599"/>
                    <a:pt x="0" y="21599"/>
                    <a:pt x="0" y="21599"/>
                  </a:cubicBezTo>
                  <a:close/>
                  <a:moveTo>
                    <a:pt x="1080" y="10800"/>
                  </a:moveTo>
                  <a:cubicBezTo>
                    <a:pt x="1080" y="7199"/>
                    <a:pt x="1080" y="7199"/>
                    <a:pt x="1080" y="7199"/>
                  </a:cubicBezTo>
                  <a:cubicBezTo>
                    <a:pt x="1080" y="3599"/>
                    <a:pt x="1080" y="3599"/>
                    <a:pt x="1080" y="3599"/>
                  </a:cubicBezTo>
                  <a:cubicBezTo>
                    <a:pt x="1080" y="3599"/>
                    <a:pt x="1080" y="3599"/>
                    <a:pt x="1080" y="3599"/>
                  </a:cubicBezTo>
                  <a:cubicBezTo>
                    <a:pt x="1080" y="3599"/>
                    <a:pt x="2159" y="3599"/>
                    <a:pt x="2159" y="3599"/>
                  </a:cubicBezTo>
                  <a:cubicBezTo>
                    <a:pt x="2159" y="7199"/>
                    <a:pt x="2159" y="7199"/>
                    <a:pt x="2159" y="7199"/>
                  </a:cubicBezTo>
                  <a:cubicBezTo>
                    <a:pt x="2159" y="7199"/>
                    <a:pt x="1080" y="10800"/>
                    <a:pt x="1080" y="10800"/>
                  </a:cubicBezTo>
                  <a:close/>
                  <a:moveTo>
                    <a:pt x="8639" y="14399"/>
                  </a:moveTo>
                  <a:cubicBezTo>
                    <a:pt x="7559" y="14399"/>
                    <a:pt x="7559" y="14399"/>
                    <a:pt x="7559" y="14399"/>
                  </a:cubicBezTo>
                  <a:cubicBezTo>
                    <a:pt x="6479" y="17999"/>
                    <a:pt x="6479" y="17999"/>
                    <a:pt x="6479" y="17999"/>
                  </a:cubicBezTo>
                  <a:cubicBezTo>
                    <a:pt x="5400" y="14399"/>
                    <a:pt x="5400" y="14399"/>
                    <a:pt x="5400" y="14399"/>
                  </a:cubicBezTo>
                  <a:cubicBezTo>
                    <a:pt x="4319" y="14399"/>
                    <a:pt x="4319" y="14399"/>
                    <a:pt x="4319" y="14399"/>
                  </a:cubicBezTo>
                  <a:cubicBezTo>
                    <a:pt x="5400" y="10800"/>
                    <a:pt x="5400" y="10800"/>
                    <a:pt x="5400" y="10800"/>
                  </a:cubicBezTo>
                  <a:cubicBezTo>
                    <a:pt x="6479" y="10800"/>
                    <a:pt x="6479" y="10800"/>
                    <a:pt x="6479" y="10800"/>
                  </a:cubicBezTo>
                  <a:cubicBezTo>
                    <a:pt x="7559" y="10800"/>
                    <a:pt x="7559" y="10800"/>
                    <a:pt x="7559" y="10800"/>
                  </a:cubicBezTo>
                  <a:cubicBezTo>
                    <a:pt x="7559" y="10800"/>
                    <a:pt x="7559" y="10800"/>
                    <a:pt x="7559" y="10800"/>
                  </a:cubicBezTo>
                  <a:cubicBezTo>
                    <a:pt x="8639" y="10800"/>
                    <a:pt x="8639" y="10800"/>
                    <a:pt x="8639" y="10800"/>
                  </a:cubicBezTo>
                  <a:cubicBezTo>
                    <a:pt x="8639" y="14399"/>
                    <a:pt x="8639" y="14399"/>
                    <a:pt x="8639" y="14399"/>
                  </a:cubicBezTo>
                  <a:close/>
                  <a:moveTo>
                    <a:pt x="10800" y="14399"/>
                  </a:moveTo>
                  <a:cubicBezTo>
                    <a:pt x="9719" y="17999"/>
                    <a:pt x="9719" y="17999"/>
                    <a:pt x="9719" y="17999"/>
                  </a:cubicBezTo>
                  <a:cubicBezTo>
                    <a:pt x="10800" y="21599"/>
                    <a:pt x="10800" y="21599"/>
                    <a:pt x="10800" y="21599"/>
                  </a:cubicBezTo>
                  <a:cubicBezTo>
                    <a:pt x="11880" y="17999"/>
                    <a:pt x="11880" y="17999"/>
                    <a:pt x="11880" y="17999"/>
                  </a:cubicBezTo>
                  <a:cubicBezTo>
                    <a:pt x="12959" y="17999"/>
                    <a:pt x="12959" y="17999"/>
                    <a:pt x="12959" y="17999"/>
                  </a:cubicBezTo>
                  <a:cubicBezTo>
                    <a:pt x="11880" y="14399"/>
                    <a:pt x="11880" y="14399"/>
                    <a:pt x="11880" y="14399"/>
                  </a:cubicBezTo>
                  <a:cubicBezTo>
                    <a:pt x="11880" y="14399"/>
                    <a:pt x="11880" y="14399"/>
                    <a:pt x="11880" y="14399"/>
                  </a:cubicBezTo>
                  <a:cubicBezTo>
                    <a:pt x="10800" y="14399"/>
                    <a:pt x="10800" y="14399"/>
                    <a:pt x="10800" y="14399"/>
                  </a:cubicBezTo>
                  <a:close/>
                  <a:moveTo>
                    <a:pt x="19439" y="3599"/>
                  </a:moveTo>
                  <a:cubicBezTo>
                    <a:pt x="20519" y="0"/>
                    <a:pt x="20519" y="0"/>
                    <a:pt x="20519" y="0"/>
                  </a:cubicBezTo>
                  <a:cubicBezTo>
                    <a:pt x="20519" y="0"/>
                    <a:pt x="20519" y="0"/>
                    <a:pt x="20519" y="0"/>
                  </a:cubicBezTo>
                  <a:cubicBezTo>
                    <a:pt x="21599" y="0"/>
                    <a:pt x="21599" y="0"/>
                    <a:pt x="21599" y="0"/>
                  </a:cubicBezTo>
                  <a:cubicBezTo>
                    <a:pt x="20519" y="0"/>
                    <a:pt x="20519" y="0"/>
                    <a:pt x="20519" y="0"/>
                  </a:cubicBezTo>
                  <a:cubicBezTo>
                    <a:pt x="19439" y="3599"/>
                    <a:pt x="19439" y="3599"/>
                    <a:pt x="19439" y="3599"/>
                  </a:cubicBezTo>
                  <a:close/>
                  <a:moveTo>
                    <a:pt x="16199" y="14399"/>
                  </a:moveTo>
                  <a:cubicBezTo>
                    <a:pt x="17279" y="10800"/>
                    <a:pt x="17279" y="10800"/>
                    <a:pt x="17279" y="10800"/>
                  </a:cubicBezTo>
                  <a:cubicBezTo>
                    <a:pt x="17279" y="10800"/>
                    <a:pt x="17279" y="10800"/>
                    <a:pt x="17279" y="10800"/>
                  </a:cubicBezTo>
                  <a:cubicBezTo>
                    <a:pt x="19439" y="7199"/>
                    <a:pt x="19439" y="7199"/>
                    <a:pt x="19439" y="7199"/>
                  </a:cubicBezTo>
                  <a:cubicBezTo>
                    <a:pt x="19439" y="10800"/>
                    <a:pt x="19439" y="10800"/>
                    <a:pt x="19439" y="10800"/>
                  </a:cubicBezTo>
                  <a:cubicBezTo>
                    <a:pt x="18359" y="14399"/>
                    <a:pt x="18359" y="14399"/>
                    <a:pt x="18359" y="14399"/>
                  </a:cubicBezTo>
                  <a:cubicBezTo>
                    <a:pt x="17279" y="14399"/>
                    <a:pt x="17279" y="14399"/>
                    <a:pt x="17279" y="14399"/>
                  </a:cubicBezTo>
                  <a:lnTo>
                    <a:pt x="16199" y="14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9" name="AutoShape 93"/>
            <p:cNvSpPr>
              <a:spLocks/>
            </p:cNvSpPr>
            <p:nvPr/>
          </p:nvSpPr>
          <p:spPr bwMode="auto">
            <a:xfrm>
              <a:off x="9247504" y="6405159"/>
              <a:ext cx="161107" cy="129518"/>
            </a:xfrm>
            <a:custGeom>
              <a:avLst/>
              <a:gdLst>
                <a:gd name="T0" fmla="*/ 80554 w 21600"/>
                <a:gd name="T1" fmla="*/ 64759 h 21600"/>
                <a:gd name="T2" fmla="*/ 80554 w 21600"/>
                <a:gd name="T3" fmla="*/ 64759 h 21600"/>
                <a:gd name="T4" fmla="*/ 80554 w 21600"/>
                <a:gd name="T5" fmla="*/ 64759 h 21600"/>
                <a:gd name="T6" fmla="*/ 80554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400"/>
                  </a:moveTo>
                  <a:cubicBezTo>
                    <a:pt x="3927" y="0"/>
                    <a:pt x="3927" y="0"/>
                    <a:pt x="3927" y="0"/>
                  </a:cubicBezTo>
                  <a:cubicBezTo>
                    <a:pt x="1963" y="0"/>
                    <a:pt x="1963" y="0"/>
                    <a:pt x="1963" y="0"/>
                  </a:cubicBezTo>
                  <a:cubicBezTo>
                    <a:pt x="1963" y="0"/>
                    <a:pt x="1963" y="0"/>
                    <a:pt x="1963" y="0"/>
                  </a:cubicBezTo>
                  <a:cubicBezTo>
                    <a:pt x="0" y="0"/>
                    <a:pt x="0" y="0"/>
                    <a:pt x="0" y="0"/>
                  </a:cubicBezTo>
                  <a:cubicBezTo>
                    <a:pt x="0" y="0"/>
                    <a:pt x="0" y="0"/>
                    <a:pt x="0" y="0"/>
                  </a:cubicBezTo>
                  <a:cubicBezTo>
                    <a:pt x="0" y="0"/>
                    <a:pt x="0" y="0"/>
                    <a:pt x="0" y="0"/>
                  </a:cubicBezTo>
                  <a:cubicBezTo>
                    <a:pt x="0" y="0"/>
                    <a:pt x="1963" y="2400"/>
                    <a:pt x="1963" y="2400"/>
                  </a:cubicBezTo>
                  <a:close/>
                  <a:moveTo>
                    <a:pt x="3927" y="2400"/>
                  </a:moveTo>
                  <a:cubicBezTo>
                    <a:pt x="3927" y="2400"/>
                    <a:pt x="3927" y="2400"/>
                    <a:pt x="3927" y="2400"/>
                  </a:cubicBezTo>
                  <a:cubicBezTo>
                    <a:pt x="3927" y="0"/>
                    <a:pt x="3927" y="0"/>
                    <a:pt x="3927" y="0"/>
                  </a:cubicBezTo>
                  <a:cubicBezTo>
                    <a:pt x="3927" y="0"/>
                    <a:pt x="3927" y="0"/>
                    <a:pt x="3927" y="0"/>
                  </a:cubicBezTo>
                  <a:cubicBezTo>
                    <a:pt x="3927" y="2400"/>
                    <a:pt x="3927" y="2400"/>
                    <a:pt x="3927" y="2400"/>
                  </a:cubicBezTo>
                  <a:cubicBezTo>
                    <a:pt x="3927" y="2400"/>
                    <a:pt x="3927" y="2400"/>
                    <a:pt x="3927" y="2400"/>
                  </a:cubicBezTo>
                  <a:close/>
                  <a:moveTo>
                    <a:pt x="9818" y="4800"/>
                  </a:moveTo>
                  <a:cubicBezTo>
                    <a:pt x="9818" y="4800"/>
                    <a:pt x="9818" y="4800"/>
                    <a:pt x="9818" y="4800"/>
                  </a:cubicBezTo>
                  <a:cubicBezTo>
                    <a:pt x="9818" y="4800"/>
                    <a:pt x="9818" y="4800"/>
                    <a:pt x="9818" y="4800"/>
                  </a:cubicBezTo>
                  <a:cubicBezTo>
                    <a:pt x="7854" y="4800"/>
                    <a:pt x="7854" y="4800"/>
                    <a:pt x="7854" y="4800"/>
                  </a:cubicBezTo>
                  <a:cubicBezTo>
                    <a:pt x="7854" y="4800"/>
                    <a:pt x="7854" y="4800"/>
                    <a:pt x="7854" y="4800"/>
                  </a:cubicBezTo>
                  <a:cubicBezTo>
                    <a:pt x="9818" y="4800"/>
                    <a:pt x="9818" y="4800"/>
                    <a:pt x="9818" y="4800"/>
                  </a:cubicBezTo>
                  <a:cubicBezTo>
                    <a:pt x="9818" y="4800"/>
                    <a:pt x="9818" y="4800"/>
                    <a:pt x="9818" y="4800"/>
                  </a:cubicBezTo>
                  <a:cubicBezTo>
                    <a:pt x="9818" y="4800"/>
                    <a:pt x="9818" y="4800"/>
                    <a:pt x="9818" y="4800"/>
                  </a:cubicBezTo>
                  <a:cubicBezTo>
                    <a:pt x="9818" y="4800"/>
                    <a:pt x="9818" y="4800"/>
                    <a:pt x="9818" y="4800"/>
                  </a:cubicBezTo>
                  <a:close/>
                  <a:moveTo>
                    <a:pt x="13745" y="4800"/>
                  </a:moveTo>
                  <a:cubicBezTo>
                    <a:pt x="11781" y="4800"/>
                    <a:pt x="11781" y="4800"/>
                    <a:pt x="11781" y="4800"/>
                  </a:cubicBezTo>
                  <a:cubicBezTo>
                    <a:pt x="11781" y="4800"/>
                    <a:pt x="11781" y="4800"/>
                    <a:pt x="11781" y="4800"/>
                  </a:cubicBezTo>
                  <a:cubicBezTo>
                    <a:pt x="11781" y="4800"/>
                    <a:pt x="11781" y="4800"/>
                    <a:pt x="11781" y="4800"/>
                  </a:cubicBezTo>
                  <a:cubicBezTo>
                    <a:pt x="13745" y="4800"/>
                    <a:pt x="13745" y="4800"/>
                    <a:pt x="13745" y="4800"/>
                  </a:cubicBezTo>
                  <a:close/>
                  <a:moveTo>
                    <a:pt x="21599" y="4800"/>
                  </a:moveTo>
                  <a:cubicBezTo>
                    <a:pt x="19636" y="2400"/>
                    <a:pt x="19636" y="2400"/>
                    <a:pt x="19636" y="2400"/>
                  </a:cubicBezTo>
                  <a:cubicBezTo>
                    <a:pt x="21599" y="2400"/>
                    <a:pt x="21599" y="2400"/>
                    <a:pt x="21599" y="2400"/>
                  </a:cubicBezTo>
                  <a:cubicBezTo>
                    <a:pt x="21599" y="2400"/>
                    <a:pt x="21599" y="2400"/>
                    <a:pt x="21599" y="2400"/>
                  </a:cubicBezTo>
                  <a:cubicBezTo>
                    <a:pt x="21599" y="4800"/>
                    <a:pt x="21599" y="4800"/>
                    <a:pt x="21599" y="4800"/>
                  </a:cubicBezTo>
                  <a:close/>
                  <a:moveTo>
                    <a:pt x="19636" y="9600"/>
                  </a:moveTo>
                  <a:cubicBezTo>
                    <a:pt x="19636" y="9600"/>
                    <a:pt x="19636" y="9600"/>
                    <a:pt x="19636" y="9600"/>
                  </a:cubicBezTo>
                  <a:cubicBezTo>
                    <a:pt x="19636" y="7200"/>
                    <a:pt x="19636" y="7200"/>
                    <a:pt x="19636" y="7200"/>
                  </a:cubicBezTo>
                  <a:cubicBezTo>
                    <a:pt x="21599" y="9600"/>
                    <a:pt x="21599" y="9600"/>
                    <a:pt x="21599" y="9600"/>
                  </a:cubicBezTo>
                  <a:cubicBezTo>
                    <a:pt x="21599" y="9600"/>
                    <a:pt x="21599" y="9600"/>
                    <a:pt x="21599" y="9600"/>
                  </a:cubicBezTo>
                  <a:cubicBezTo>
                    <a:pt x="21599" y="9600"/>
                    <a:pt x="21599" y="9600"/>
                    <a:pt x="21599" y="9600"/>
                  </a:cubicBezTo>
                  <a:cubicBezTo>
                    <a:pt x="19636" y="9600"/>
                    <a:pt x="19636" y="9600"/>
                    <a:pt x="19636" y="9600"/>
                  </a:cubicBezTo>
                  <a:close/>
                  <a:moveTo>
                    <a:pt x="17672" y="19200"/>
                  </a:moveTo>
                  <a:cubicBezTo>
                    <a:pt x="17672" y="19200"/>
                    <a:pt x="17672" y="19200"/>
                    <a:pt x="17672" y="19200"/>
                  </a:cubicBezTo>
                  <a:cubicBezTo>
                    <a:pt x="17672" y="16800"/>
                    <a:pt x="17672" y="16800"/>
                    <a:pt x="17672" y="16800"/>
                  </a:cubicBezTo>
                  <a:cubicBezTo>
                    <a:pt x="19636" y="19200"/>
                    <a:pt x="19636" y="19200"/>
                    <a:pt x="19636" y="19200"/>
                  </a:cubicBezTo>
                  <a:cubicBezTo>
                    <a:pt x="17672" y="19200"/>
                    <a:pt x="17672" y="19200"/>
                    <a:pt x="17672" y="19200"/>
                  </a:cubicBezTo>
                  <a:close/>
                  <a:moveTo>
                    <a:pt x="13745" y="21599"/>
                  </a:moveTo>
                  <a:cubicBezTo>
                    <a:pt x="13745" y="19200"/>
                    <a:pt x="13745" y="19200"/>
                    <a:pt x="13745" y="19200"/>
                  </a:cubicBezTo>
                  <a:cubicBezTo>
                    <a:pt x="13745" y="16800"/>
                    <a:pt x="13745" y="16800"/>
                    <a:pt x="13745" y="16800"/>
                  </a:cubicBezTo>
                  <a:cubicBezTo>
                    <a:pt x="13745" y="19200"/>
                    <a:pt x="13745" y="19200"/>
                    <a:pt x="13745" y="19200"/>
                  </a:cubicBezTo>
                  <a:cubicBezTo>
                    <a:pt x="15709" y="21599"/>
                    <a:pt x="15709" y="21599"/>
                    <a:pt x="15709" y="21599"/>
                  </a:cubicBezTo>
                  <a:cubicBezTo>
                    <a:pt x="15709" y="21599"/>
                    <a:pt x="15709" y="21599"/>
                    <a:pt x="15709" y="21599"/>
                  </a:cubicBezTo>
                  <a:lnTo>
                    <a:pt x="137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0" name="AutoShape 94"/>
            <p:cNvSpPr>
              <a:spLocks/>
            </p:cNvSpPr>
            <p:nvPr/>
          </p:nvSpPr>
          <p:spPr bwMode="auto">
            <a:xfrm>
              <a:off x="14302220" y="5820371"/>
              <a:ext cx="507484" cy="612258"/>
            </a:xfrm>
            <a:custGeom>
              <a:avLst/>
              <a:gdLst>
                <a:gd name="T0" fmla="*/ 253742 w 21600"/>
                <a:gd name="T1" fmla="*/ 306129 h 21600"/>
                <a:gd name="T2" fmla="*/ 253742 w 21600"/>
                <a:gd name="T3" fmla="*/ 306129 h 21600"/>
                <a:gd name="T4" fmla="*/ 253742 w 21600"/>
                <a:gd name="T5" fmla="*/ 306129 h 21600"/>
                <a:gd name="T6" fmla="*/ 253742 w 21600"/>
                <a:gd name="T7" fmla="*/ 30612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85" y="15923"/>
                  </a:moveTo>
                  <a:lnTo>
                    <a:pt x="8228" y="14399"/>
                  </a:lnTo>
                  <a:lnTo>
                    <a:pt x="8914" y="9830"/>
                  </a:lnTo>
                  <a:lnTo>
                    <a:pt x="8228" y="8307"/>
                  </a:lnTo>
                  <a:lnTo>
                    <a:pt x="10800" y="2630"/>
                  </a:lnTo>
                  <a:lnTo>
                    <a:pt x="11485" y="2630"/>
                  </a:lnTo>
                  <a:lnTo>
                    <a:pt x="11485" y="3600"/>
                  </a:lnTo>
                  <a:lnTo>
                    <a:pt x="12000" y="4707"/>
                  </a:lnTo>
                  <a:lnTo>
                    <a:pt x="12000" y="5123"/>
                  </a:lnTo>
                  <a:lnTo>
                    <a:pt x="13885" y="5676"/>
                  </a:lnTo>
                  <a:lnTo>
                    <a:pt x="14571" y="6230"/>
                  </a:lnTo>
                  <a:lnTo>
                    <a:pt x="15257" y="5676"/>
                  </a:lnTo>
                  <a:lnTo>
                    <a:pt x="16457" y="6230"/>
                  </a:lnTo>
                  <a:lnTo>
                    <a:pt x="17828" y="6230"/>
                  </a:lnTo>
                  <a:lnTo>
                    <a:pt x="18342" y="6784"/>
                  </a:lnTo>
                  <a:lnTo>
                    <a:pt x="19028" y="7200"/>
                  </a:lnTo>
                  <a:lnTo>
                    <a:pt x="19028" y="7753"/>
                  </a:lnTo>
                  <a:lnTo>
                    <a:pt x="19714" y="7753"/>
                  </a:lnTo>
                  <a:lnTo>
                    <a:pt x="20228" y="8723"/>
                  </a:lnTo>
                  <a:lnTo>
                    <a:pt x="21600" y="8723"/>
                  </a:lnTo>
                  <a:lnTo>
                    <a:pt x="20914" y="9276"/>
                  </a:lnTo>
                  <a:lnTo>
                    <a:pt x="20914" y="10384"/>
                  </a:lnTo>
                  <a:lnTo>
                    <a:pt x="19028" y="11907"/>
                  </a:lnTo>
                  <a:lnTo>
                    <a:pt x="19028" y="12323"/>
                  </a:lnTo>
                  <a:lnTo>
                    <a:pt x="18342" y="12323"/>
                  </a:lnTo>
                  <a:lnTo>
                    <a:pt x="18342" y="13430"/>
                  </a:lnTo>
                  <a:lnTo>
                    <a:pt x="17828" y="13430"/>
                  </a:lnTo>
                  <a:lnTo>
                    <a:pt x="17828" y="12876"/>
                  </a:lnTo>
                  <a:lnTo>
                    <a:pt x="17142" y="12876"/>
                  </a:lnTo>
                  <a:lnTo>
                    <a:pt x="17142" y="13430"/>
                  </a:lnTo>
                  <a:lnTo>
                    <a:pt x="16457" y="13430"/>
                  </a:lnTo>
                  <a:lnTo>
                    <a:pt x="17142" y="13430"/>
                  </a:lnTo>
                  <a:lnTo>
                    <a:pt x="16457" y="13846"/>
                  </a:lnTo>
                  <a:lnTo>
                    <a:pt x="15771" y="14399"/>
                  </a:lnTo>
                  <a:lnTo>
                    <a:pt x="15771" y="14953"/>
                  </a:lnTo>
                  <a:lnTo>
                    <a:pt x="16457" y="15507"/>
                  </a:lnTo>
                  <a:lnTo>
                    <a:pt x="16457" y="16476"/>
                  </a:lnTo>
                  <a:lnTo>
                    <a:pt x="15257" y="16476"/>
                  </a:lnTo>
                  <a:lnTo>
                    <a:pt x="15257" y="17030"/>
                  </a:lnTo>
                  <a:lnTo>
                    <a:pt x="14571" y="16476"/>
                  </a:lnTo>
                  <a:lnTo>
                    <a:pt x="13885" y="17030"/>
                  </a:lnTo>
                  <a:lnTo>
                    <a:pt x="12685" y="17446"/>
                  </a:lnTo>
                  <a:lnTo>
                    <a:pt x="12685" y="18553"/>
                  </a:lnTo>
                  <a:lnTo>
                    <a:pt x="12000" y="19107"/>
                  </a:lnTo>
                  <a:lnTo>
                    <a:pt x="10114" y="19107"/>
                  </a:lnTo>
                  <a:lnTo>
                    <a:pt x="9428" y="19523"/>
                  </a:lnTo>
                  <a:lnTo>
                    <a:pt x="9428" y="20076"/>
                  </a:lnTo>
                  <a:lnTo>
                    <a:pt x="8914" y="21046"/>
                  </a:lnTo>
                  <a:lnTo>
                    <a:pt x="8228" y="20630"/>
                  </a:lnTo>
                  <a:lnTo>
                    <a:pt x="7542" y="21046"/>
                  </a:lnTo>
                  <a:lnTo>
                    <a:pt x="5657" y="21046"/>
                  </a:lnTo>
                  <a:lnTo>
                    <a:pt x="5142" y="21599"/>
                  </a:lnTo>
                  <a:lnTo>
                    <a:pt x="3771" y="21599"/>
                  </a:lnTo>
                  <a:lnTo>
                    <a:pt x="2571" y="20076"/>
                  </a:lnTo>
                  <a:lnTo>
                    <a:pt x="2571" y="19523"/>
                  </a:lnTo>
                  <a:lnTo>
                    <a:pt x="0" y="17030"/>
                  </a:lnTo>
                  <a:lnTo>
                    <a:pt x="685" y="15923"/>
                  </a:lnTo>
                  <a:close/>
                  <a:moveTo>
                    <a:pt x="10800" y="1523"/>
                  </a:moveTo>
                  <a:lnTo>
                    <a:pt x="10800" y="0"/>
                  </a:lnTo>
                  <a:lnTo>
                    <a:pt x="10114" y="0"/>
                  </a:lnTo>
                  <a:lnTo>
                    <a:pt x="10114" y="1523"/>
                  </a:lnTo>
                  <a:lnTo>
                    <a:pt x="10800" y="15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1" name="AutoShape 95"/>
            <p:cNvSpPr>
              <a:spLocks/>
            </p:cNvSpPr>
            <p:nvPr/>
          </p:nvSpPr>
          <p:spPr bwMode="auto">
            <a:xfrm>
              <a:off x="13690010" y="6271714"/>
              <a:ext cx="805533" cy="439572"/>
            </a:xfrm>
            <a:custGeom>
              <a:avLst/>
              <a:gdLst>
                <a:gd name="T0" fmla="*/ 402767 w 21600"/>
                <a:gd name="T1" fmla="*/ 219786 h 21600"/>
                <a:gd name="T2" fmla="*/ 402767 w 21600"/>
                <a:gd name="T3" fmla="*/ 219786 h 21600"/>
                <a:gd name="T4" fmla="*/ 402767 w 21600"/>
                <a:gd name="T5" fmla="*/ 219786 h 21600"/>
                <a:gd name="T6" fmla="*/ 402767 w 21600"/>
                <a:gd name="T7" fmla="*/ 2197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32" y="8678"/>
                  </a:moveTo>
                  <a:lnTo>
                    <a:pt x="864" y="8678"/>
                  </a:lnTo>
                  <a:lnTo>
                    <a:pt x="1188" y="7907"/>
                  </a:lnTo>
                  <a:lnTo>
                    <a:pt x="1620" y="7135"/>
                  </a:lnTo>
                  <a:lnTo>
                    <a:pt x="1188" y="6557"/>
                  </a:lnTo>
                  <a:lnTo>
                    <a:pt x="1620" y="5014"/>
                  </a:lnTo>
                  <a:lnTo>
                    <a:pt x="2052" y="5014"/>
                  </a:lnTo>
                  <a:lnTo>
                    <a:pt x="2376" y="5785"/>
                  </a:lnTo>
                  <a:lnTo>
                    <a:pt x="3563" y="5785"/>
                  </a:lnTo>
                  <a:lnTo>
                    <a:pt x="5183" y="6557"/>
                  </a:lnTo>
                  <a:lnTo>
                    <a:pt x="6803" y="7907"/>
                  </a:lnTo>
                  <a:lnTo>
                    <a:pt x="6803" y="10028"/>
                  </a:lnTo>
                  <a:lnTo>
                    <a:pt x="10043" y="3664"/>
                  </a:lnTo>
                  <a:lnTo>
                    <a:pt x="16848" y="0"/>
                  </a:lnTo>
                  <a:lnTo>
                    <a:pt x="16415" y="1542"/>
                  </a:lnTo>
                  <a:lnTo>
                    <a:pt x="18035" y="5014"/>
                  </a:lnTo>
                  <a:lnTo>
                    <a:pt x="18035" y="5785"/>
                  </a:lnTo>
                  <a:lnTo>
                    <a:pt x="18791" y="7907"/>
                  </a:lnTo>
                  <a:lnTo>
                    <a:pt x="18359" y="7907"/>
                  </a:lnTo>
                  <a:lnTo>
                    <a:pt x="18035" y="8678"/>
                  </a:lnTo>
                  <a:lnTo>
                    <a:pt x="17172" y="9450"/>
                  </a:lnTo>
                  <a:lnTo>
                    <a:pt x="17172" y="10800"/>
                  </a:lnTo>
                  <a:lnTo>
                    <a:pt x="16848" y="11571"/>
                  </a:lnTo>
                  <a:lnTo>
                    <a:pt x="16415" y="11571"/>
                  </a:lnTo>
                  <a:lnTo>
                    <a:pt x="15659" y="12150"/>
                  </a:lnTo>
                  <a:lnTo>
                    <a:pt x="14363" y="12921"/>
                  </a:lnTo>
                  <a:lnTo>
                    <a:pt x="12419" y="13692"/>
                  </a:lnTo>
                  <a:lnTo>
                    <a:pt x="11987" y="13692"/>
                  </a:lnTo>
                  <a:lnTo>
                    <a:pt x="11987" y="14464"/>
                  </a:lnTo>
                  <a:lnTo>
                    <a:pt x="11556" y="15042"/>
                  </a:lnTo>
                  <a:lnTo>
                    <a:pt x="10800" y="15814"/>
                  </a:lnTo>
                  <a:lnTo>
                    <a:pt x="9612" y="15814"/>
                  </a:lnTo>
                  <a:lnTo>
                    <a:pt x="9179" y="16585"/>
                  </a:lnTo>
                  <a:lnTo>
                    <a:pt x="9179" y="17164"/>
                  </a:lnTo>
                  <a:lnTo>
                    <a:pt x="7991" y="17164"/>
                  </a:lnTo>
                  <a:lnTo>
                    <a:pt x="7235" y="17935"/>
                  </a:lnTo>
                  <a:lnTo>
                    <a:pt x="6803" y="17935"/>
                  </a:lnTo>
                  <a:lnTo>
                    <a:pt x="6803" y="17164"/>
                  </a:lnTo>
                  <a:lnTo>
                    <a:pt x="5615" y="17164"/>
                  </a:lnTo>
                  <a:lnTo>
                    <a:pt x="5183" y="17935"/>
                  </a:lnTo>
                  <a:lnTo>
                    <a:pt x="5183" y="18707"/>
                  </a:lnTo>
                  <a:lnTo>
                    <a:pt x="4859" y="18707"/>
                  </a:lnTo>
                  <a:lnTo>
                    <a:pt x="4428" y="19285"/>
                  </a:lnTo>
                  <a:lnTo>
                    <a:pt x="3563" y="19285"/>
                  </a:lnTo>
                  <a:lnTo>
                    <a:pt x="3240" y="20057"/>
                  </a:lnTo>
                  <a:lnTo>
                    <a:pt x="2376" y="19285"/>
                  </a:lnTo>
                  <a:lnTo>
                    <a:pt x="2376" y="20057"/>
                  </a:lnTo>
                  <a:lnTo>
                    <a:pt x="2052" y="20057"/>
                  </a:lnTo>
                  <a:lnTo>
                    <a:pt x="2052" y="18707"/>
                  </a:lnTo>
                  <a:lnTo>
                    <a:pt x="1188" y="17164"/>
                  </a:lnTo>
                  <a:lnTo>
                    <a:pt x="1620" y="17164"/>
                  </a:lnTo>
                  <a:lnTo>
                    <a:pt x="1620" y="16585"/>
                  </a:lnTo>
                  <a:lnTo>
                    <a:pt x="1188" y="15814"/>
                  </a:lnTo>
                  <a:lnTo>
                    <a:pt x="864" y="12921"/>
                  </a:lnTo>
                  <a:lnTo>
                    <a:pt x="432" y="12150"/>
                  </a:lnTo>
                  <a:lnTo>
                    <a:pt x="432" y="11571"/>
                  </a:lnTo>
                  <a:lnTo>
                    <a:pt x="0" y="11571"/>
                  </a:lnTo>
                  <a:lnTo>
                    <a:pt x="432" y="11571"/>
                  </a:lnTo>
                  <a:lnTo>
                    <a:pt x="432" y="8678"/>
                  </a:lnTo>
                  <a:close/>
                  <a:moveTo>
                    <a:pt x="17172" y="21599"/>
                  </a:moveTo>
                  <a:lnTo>
                    <a:pt x="17603" y="21599"/>
                  </a:lnTo>
                  <a:lnTo>
                    <a:pt x="17172" y="21599"/>
                  </a:lnTo>
                  <a:close/>
                  <a:moveTo>
                    <a:pt x="19655" y="20828"/>
                  </a:moveTo>
                  <a:lnTo>
                    <a:pt x="19655" y="20057"/>
                  </a:lnTo>
                  <a:lnTo>
                    <a:pt x="19980" y="19285"/>
                  </a:lnTo>
                  <a:lnTo>
                    <a:pt x="20411" y="20057"/>
                  </a:lnTo>
                  <a:lnTo>
                    <a:pt x="21599" y="20057"/>
                  </a:lnTo>
                  <a:lnTo>
                    <a:pt x="21599" y="20828"/>
                  </a:lnTo>
                  <a:lnTo>
                    <a:pt x="19655" y="208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2" name="AutoShape 96"/>
            <p:cNvSpPr>
              <a:spLocks/>
            </p:cNvSpPr>
            <p:nvPr/>
          </p:nvSpPr>
          <p:spPr bwMode="auto">
            <a:xfrm>
              <a:off x="12481714" y="5502468"/>
              <a:ext cx="821645" cy="612257"/>
            </a:xfrm>
            <a:custGeom>
              <a:avLst/>
              <a:gdLst>
                <a:gd name="T0" fmla="*/ 410823 w 21600"/>
                <a:gd name="T1" fmla="*/ 306129 h 21600"/>
                <a:gd name="T2" fmla="*/ 410823 w 21600"/>
                <a:gd name="T3" fmla="*/ 306129 h 21600"/>
                <a:gd name="T4" fmla="*/ 410823 w 21600"/>
                <a:gd name="T5" fmla="*/ 306129 h 21600"/>
                <a:gd name="T6" fmla="*/ 410823 w 21600"/>
                <a:gd name="T7" fmla="*/ 30612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58" y="5123"/>
                  </a:moveTo>
                  <a:lnTo>
                    <a:pt x="16835" y="4569"/>
                  </a:lnTo>
                  <a:lnTo>
                    <a:pt x="17258" y="4015"/>
                  </a:lnTo>
                  <a:lnTo>
                    <a:pt x="16835" y="3046"/>
                  </a:lnTo>
                  <a:lnTo>
                    <a:pt x="16517" y="2076"/>
                  </a:lnTo>
                  <a:lnTo>
                    <a:pt x="16094" y="969"/>
                  </a:lnTo>
                  <a:lnTo>
                    <a:pt x="15670" y="415"/>
                  </a:lnTo>
                  <a:lnTo>
                    <a:pt x="15352" y="969"/>
                  </a:lnTo>
                  <a:lnTo>
                    <a:pt x="12917" y="969"/>
                  </a:lnTo>
                  <a:lnTo>
                    <a:pt x="12176" y="415"/>
                  </a:lnTo>
                  <a:lnTo>
                    <a:pt x="12176" y="969"/>
                  </a:lnTo>
                  <a:lnTo>
                    <a:pt x="12600" y="1523"/>
                  </a:lnTo>
                  <a:lnTo>
                    <a:pt x="12176" y="969"/>
                  </a:lnTo>
                  <a:lnTo>
                    <a:pt x="11752" y="969"/>
                  </a:lnTo>
                  <a:lnTo>
                    <a:pt x="11752" y="415"/>
                  </a:lnTo>
                  <a:lnTo>
                    <a:pt x="11011" y="415"/>
                  </a:lnTo>
                  <a:lnTo>
                    <a:pt x="10588" y="0"/>
                  </a:lnTo>
                  <a:lnTo>
                    <a:pt x="10588" y="415"/>
                  </a:lnTo>
                  <a:lnTo>
                    <a:pt x="9847" y="415"/>
                  </a:lnTo>
                  <a:lnTo>
                    <a:pt x="10164" y="0"/>
                  </a:lnTo>
                  <a:lnTo>
                    <a:pt x="9847" y="415"/>
                  </a:lnTo>
                  <a:lnTo>
                    <a:pt x="8682" y="415"/>
                  </a:lnTo>
                  <a:lnTo>
                    <a:pt x="8682" y="969"/>
                  </a:lnTo>
                  <a:lnTo>
                    <a:pt x="8258" y="969"/>
                  </a:lnTo>
                  <a:lnTo>
                    <a:pt x="7835" y="1523"/>
                  </a:lnTo>
                  <a:lnTo>
                    <a:pt x="7094" y="1523"/>
                  </a:lnTo>
                  <a:lnTo>
                    <a:pt x="6247" y="969"/>
                  </a:lnTo>
                  <a:lnTo>
                    <a:pt x="4341" y="969"/>
                  </a:lnTo>
                  <a:lnTo>
                    <a:pt x="3917" y="415"/>
                  </a:lnTo>
                  <a:lnTo>
                    <a:pt x="2011" y="415"/>
                  </a:lnTo>
                  <a:lnTo>
                    <a:pt x="1588" y="0"/>
                  </a:lnTo>
                  <a:lnTo>
                    <a:pt x="423" y="0"/>
                  </a:lnTo>
                  <a:lnTo>
                    <a:pt x="423" y="415"/>
                  </a:lnTo>
                  <a:lnTo>
                    <a:pt x="0" y="1523"/>
                  </a:lnTo>
                  <a:lnTo>
                    <a:pt x="423" y="2076"/>
                  </a:lnTo>
                  <a:lnTo>
                    <a:pt x="423" y="2492"/>
                  </a:lnTo>
                  <a:lnTo>
                    <a:pt x="0" y="3046"/>
                  </a:lnTo>
                  <a:lnTo>
                    <a:pt x="0" y="4015"/>
                  </a:lnTo>
                  <a:lnTo>
                    <a:pt x="423" y="5123"/>
                  </a:lnTo>
                  <a:lnTo>
                    <a:pt x="847" y="21599"/>
                  </a:lnTo>
                  <a:lnTo>
                    <a:pt x="21599" y="21599"/>
                  </a:lnTo>
                  <a:lnTo>
                    <a:pt x="21176" y="21046"/>
                  </a:lnTo>
                  <a:lnTo>
                    <a:pt x="20752" y="21046"/>
                  </a:lnTo>
                  <a:lnTo>
                    <a:pt x="20752" y="20492"/>
                  </a:lnTo>
                  <a:lnTo>
                    <a:pt x="20435" y="20492"/>
                  </a:lnTo>
                  <a:lnTo>
                    <a:pt x="20435" y="19938"/>
                  </a:lnTo>
                  <a:lnTo>
                    <a:pt x="19588" y="19938"/>
                  </a:lnTo>
                  <a:lnTo>
                    <a:pt x="19270" y="19523"/>
                  </a:lnTo>
                  <a:lnTo>
                    <a:pt x="18847" y="18415"/>
                  </a:lnTo>
                  <a:lnTo>
                    <a:pt x="18847" y="17446"/>
                  </a:lnTo>
                  <a:lnTo>
                    <a:pt x="19588" y="17446"/>
                  </a:lnTo>
                  <a:lnTo>
                    <a:pt x="19270" y="16892"/>
                  </a:lnTo>
                  <a:lnTo>
                    <a:pt x="18847" y="16338"/>
                  </a:lnTo>
                  <a:lnTo>
                    <a:pt x="18423" y="16338"/>
                  </a:lnTo>
                  <a:lnTo>
                    <a:pt x="18423" y="15923"/>
                  </a:lnTo>
                  <a:lnTo>
                    <a:pt x="17682" y="14399"/>
                  </a:lnTo>
                  <a:lnTo>
                    <a:pt x="17258" y="14399"/>
                  </a:lnTo>
                  <a:lnTo>
                    <a:pt x="17258" y="13846"/>
                  </a:lnTo>
                  <a:lnTo>
                    <a:pt x="16094" y="11769"/>
                  </a:lnTo>
                  <a:lnTo>
                    <a:pt x="16094" y="10246"/>
                  </a:lnTo>
                  <a:lnTo>
                    <a:pt x="15670" y="10246"/>
                  </a:lnTo>
                  <a:lnTo>
                    <a:pt x="15670" y="9692"/>
                  </a:lnTo>
                  <a:lnTo>
                    <a:pt x="15352" y="9138"/>
                  </a:lnTo>
                  <a:lnTo>
                    <a:pt x="15352" y="8169"/>
                  </a:lnTo>
                  <a:lnTo>
                    <a:pt x="14082" y="7200"/>
                  </a:lnTo>
                  <a:lnTo>
                    <a:pt x="14082" y="6646"/>
                  </a:lnTo>
                  <a:lnTo>
                    <a:pt x="13341" y="6092"/>
                  </a:lnTo>
                  <a:lnTo>
                    <a:pt x="13341" y="5676"/>
                  </a:lnTo>
                  <a:lnTo>
                    <a:pt x="12917" y="5123"/>
                  </a:lnTo>
                  <a:lnTo>
                    <a:pt x="12917" y="4015"/>
                  </a:lnTo>
                  <a:lnTo>
                    <a:pt x="13341" y="4015"/>
                  </a:lnTo>
                  <a:lnTo>
                    <a:pt x="13341" y="4569"/>
                  </a:lnTo>
                  <a:lnTo>
                    <a:pt x="14505" y="6092"/>
                  </a:lnTo>
                  <a:lnTo>
                    <a:pt x="14505" y="6646"/>
                  </a:lnTo>
                  <a:lnTo>
                    <a:pt x="16094" y="8723"/>
                  </a:lnTo>
                  <a:lnTo>
                    <a:pt x="16517" y="8723"/>
                  </a:lnTo>
                  <a:lnTo>
                    <a:pt x="16835" y="8169"/>
                  </a:lnTo>
                  <a:lnTo>
                    <a:pt x="16835" y="6092"/>
                  </a:lnTo>
                  <a:lnTo>
                    <a:pt x="17258" y="51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3" name="AutoShape 97"/>
            <p:cNvSpPr>
              <a:spLocks/>
            </p:cNvSpPr>
            <p:nvPr/>
          </p:nvSpPr>
          <p:spPr bwMode="auto">
            <a:xfrm>
              <a:off x="12332692" y="6114724"/>
              <a:ext cx="1087468" cy="1102853"/>
            </a:xfrm>
            <a:custGeom>
              <a:avLst/>
              <a:gdLst>
                <a:gd name="T0" fmla="*/ 543734 w 21600"/>
                <a:gd name="T1" fmla="*/ 551427 h 21600"/>
                <a:gd name="T2" fmla="*/ 543734 w 21600"/>
                <a:gd name="T3" fmla="*/ 551427 h 21600"/>
                <a:gd name="T4" fmla="*/ 543734 w 21600"/>
                <a:gd name="T5" fmla="*/ 551427 h 21600"/>
                <a:gd name="T6" fmla="*/ 543734 w 21600"/>
                <a:gd name="T7" fmla="*/ 55142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600" y="0"/>
                  </a:moveTo>
                  <a:lnTo>
                    <a:pt x="19280" y="0"/>
                  </a:lnTo>
                  <a:lnTo>
                    <a:pt x="19280" y="538"/>
                  </a:lnTo>
                  <a:lnTo>
                    <a:pt x="19840" y="1076"/>
                  </a:lnTo>
                  <a:lnTo>
                    <a:pt x="19599" y="1076"/>
                  </a:lnTo>
                  <a:lnTo>
                    <a:pt x="19599" y="845"/>
                  </a:lnTo>
                  <a:lnTo>
                    <a:pt x="19599" y="1076"/>
                  </a:lnTo>
                  <a:lnTo>
                    <a:pt x="19840" y="1921"/>
                  </a:lnTo>
                  <a:lnTo>
                    <a:pt x="19840" y="2844"/>
                  </a:lnTo>
                  <a:lnTo>
                    <a:pt x="20160" y="3382"/>
                  </a:lnTo>
                  <a:lnTo>
                    <a:pt x="20160" y="3689"/>
                  </a:lnTo>
                  <a:lnTo>
                    <a:pt x="20480" y="3689"/>
                  </a:lnTo>
                  <a:lnTo>
                    <a:pt x="21040" y="4227"/>
                  </a:lnTo>
                  <a:lnTo>
                    <a:pt x="21360" y="4227"/>
                  </a:lnTo>
                  <a:lnTo>
                    <a:pt x="21600" y="4535"/>
                  </a:lnTo>
                  <a:lnTo>
                    <a:pt x="21600" y="4842"/>
                  </a:lnTo>
                  <a:lnTo>
                    <a:pt x="21360" y="5073"/>
                  </a:lnTo>
                  <a:lnTo>
                    <a:pt x="20720" y="5073"/>
                  </a:lnTo>
                  <a:lnTo>
                    <a:pt x="20480" y="5380"/>
                  </a:lnTo>
                  <a:lnTo>
                    <a:pt x="20160" y="5380"/>
                  </a:lnTo>
                  <a:lnTo>
                    <a:pt x="20480" y="5688"/>
                  </a:lnTo>
                  <a:lnTo>
                    <a:pt x="19840" y="5688"/>
                  </a:lnTo>
                  <a:lnTo>
                    <a:pt x="19840" y="5918"/>
                  </a:lnTo>
                  <a:lnTo>
                    <a:pt x="19599" y="6226"/>
                  </a:lnTo>
                  <a:lnTo>
                    <a:pt x="19840" y="6226"/>
                  </a:lnTo>
                  <a:lnTo>
                    <a:pt x="19840" y="6533"/>
                  </a:lnTo>
                  <a:lnTo>
                    <a:pt x="19599" y="6841"/>
                  </a:lnTo>
                  <a:lnTo>
                    <a:pt x="19599" y="7379"/>
                  </a:lnTo>
                  <a:lnTo>
                    <a:pt x="19280" y="7686"/>
                  </a:lnTo>
                  <a:lnTo>
                    <a:pt x="19280" y="7917"/>
                  </a:lnTo>
                  <a:lnTo>
                    <a:pt x="18960" y="8224"/>
                  </a:lnTo>
                  <a:lnTo>
                    <a:pt x="19280" y="8839"/>
                  </a:lnTo>
                  <a:lnTo>
                    <a:pt x="19280" y="9916"/>
                  </a:lnTo>
                  <a:lnTo>
                    <a:pt x="18640" y="10530"/>
                  </a:lnTo>
                  <a:lnTo>
                    <a:pt x="18640" y="10761"/>
                  </a:lnTo>
                  <a:lnTo>
                    <a:pt x="18400" y="10761"/>
                  </a:lnTo>
                  <a:lnTo>
                    <a:pt x="18400" y="11069"/>
                  </a:lnTo>
                  <a:lnTo>
                    <a:pt x="18079" y="11376"/>
                  </a:lnTo>
                  <a:lnTo>
                    <a:pt x="18079" y="11683"/>
                  </a:lnTo>
                  <a:lnTo>
                    <a:pt x="17520" y="11914"/>
                  </a:lnTo>
                  <a:lnTo>
                    <a:pt x="17520" y="12222"/>
                  </a:lnTo>
                  <a:lnTo>
                    <a:pt x="17200" y="13067"/>
                  </a:lnTo>
                  <a:lnTo>
                    <a:pt x="16880" y="13067"/>
                  </a:lnTo>
                  <a:lnTo>
                    <a:pt x="16640" y="13682"/>
                  </a:lnTo>
                  <a:lnTo>
                    <a:pt x="16640" y="14220"/>
                  </a:lnTo>
                  <a:lnTo>
                    <a:pt x="16320" y="14528"/>
                  </a:lnTo>
                  <a:lnTo>
                    <a:pt x="16320" y="15681"/>
                  </a:lnTo>
                  <a:lnTo>
                    <a:pt x="16000" y="15911"/>
                  </a:lnTo>
                  <a:lnTo>
                    <a:pt x="15120" y="15911"/>
                  </a:lnTo>
                  <a:lnTo>
                    <a:pt x="15120" y="16219"/>
                  </a:lnTo>
                  <a:lnTo>
                    <a:pt x="14800" y="16526"/>
                  </a:lnTo>
                  <a:lnTo>
                    <a:pt x="15120" y="16757"/>
                  </a:lnTo>
                  <a:lnTo>
                    <a:pt x="15680" y="16526"/>
                  </a:lnTo>
                  <a:lnTo>
                    <a:pt x="15680" y="16757"/>
                  </a:lnTo>
                  <a:lnTo>
                    <a:pt x="16000" y="17064"/>
                  </a:lnTo>
                  <a:lnTo>
                    <a:pt x="16320" y="17064"/>
                  </a:lnTo>
                  <a:lnTo>
                    <a:pt x="16320" y="17679"/>
                  </a:lnTo>
                  <a:lnTo>
                    <a:pt x="16640" y="17679"/>
                  </a:lnTo>
                  <a:lnTo>
                    <a:pt x="16880" y="17910"/>
                  </a:lnTo>
                  <a:lnTo>
                    <a:pt x="17200" y="17910"/>
                  </a:lnTo>
                  <a:lnTo>
                    <a:pt x="17200" y="18217"/>
                  </a:lnTo>
                  <a:lnTo>
                    <a:pt x="17520" y="18525"/>
                  </a:lnTo>
                  <a:lnTo>
                    <a:pt x="17520" y="18755"/>
                  </a:lnTo>
                  <a:lnTo>
                    <a:pt x="17760" y="19063"/>
                  </a:lnTo>
                  <a:lnTo>
                    <a:pt x="17760" y="19370"/>
                  </a:lnTo>
                  <a:lnTo>
                    <a:pt x="16880" y="20216"/>
                  </a:lnTo>
                  <a:lnTo>
                    <a:pt x="16640" y="20523"/>
                  </a:lnTo>
                  <a:lnTo>
                    <a:pt x="16320" y="20523"/>
                  </a:lnTo>
                  <a:lnTo>
                    <a:pt x="16320" y="20754"/>
                  </a:lnTo>
                  <a:lnTo>
                    <a:pt x="16000" y="21061"/>
                  </a:lnTo>
                  <a:lnTo>
                    <a:pt x="15680" y="21061"/>
                  </a:lnTo>
                  <a:lnTo>
                    <a:pt x="15440" y="21369"/>
                  </a:lnTo>
                  <a:lnTo>
                    <a:pt x="15120" y="21061"/>
                  </a:lnTo>
                  <a:lnTo>
                    <a:pt x="14800" y="21061"/>
                  </a:lnTo>
                  <a:lnTo>
                    <a:pt x="14560" y="21369"/>
                  </a:lnTo>
                  <a:lnTo>
                    <a:pt x="13920" y="21369"/>
                  </a:lnTo>
                  <a:lnTo>
                    <a:pt x="13920" y="21600"/>
                  </a:lnTo>
                  <a:lnTo>
                    <a:pt x="13360" y="21600"/>
                  </a:lnTo>
                  <a:lnTo>
                    <a:pt x="13360" y="21369"/>
                  </a:lnTo>
                  <a:lnTo>
                    <a:pt x="12480" y="21369"/>
                  </a:lnTo>
                  <a:lnTo>
                    <a:pt x="12160" y="21061"/>
                  </a:lnTo>
                  <a:lnTo>
                    <a:pt x="12160" y="21600"/>
                  </a:lnTo>
                  <a:lnTo>
                    <a:pt x="11600" y="21600"/>
                  </a:lnTo>
                  <a:lnTo>
                    <a:pt x="11600" y="21061"/>
                  </a:lnTo>
                  <a:lnTo>
                    <a:pt x="11280" y="21061"/>
                  </a:lnTo>
                  <a:lnTo>
                    <a:pt x="11280" y="20754"/>
                  </a:lnTo>
                  <a:lnTo>
                    <a:pt x="10960" y="20754"/>
                  </a:lnTo>
                  <a:lnTo>
                    <a:pt x="10639" y="20523"/>
                  </a:lnTo>
                  <a:lnTo>
                    <a:pt x="10400" y="20216"/>
                  </a:lnTo>
                  <a:lnTo>
                    <a:pt x="10080" y="20216"/>
                  </a:lnTo>
                  <a:lnTo>
                    <a:pt x="9760" y="20523"/>
                  </a:lnTo>
                  <a:lnTo>
                    <a:pt x="8880" y="20523"/>
                  </a:lnTo>
                  <a:lnTo>
                    <a:pt x="8640" y="20754"/>
                  </a:lnTo>
                  <a:lnTo>
                    <a:pt x="8320" y="20523"/>
                  </a:lnTo>
                  <a:lnTo>
                    <a:pt x="8000" y="20523"/>
                  </a:lnTo>
                  <a:lnTo>
                    <a:pt x="8000" y="20216"/>
                  </a:lnTo>
                  <a:lnTo>
                    <a:pt x="7679" y="20216"/>
                  </a:lnTo>
                  <a:lnTo>
                    <a:pt x="7440" y="19908"/>
                  </a:lnTo>
                  <a:lnTo>
                    <a:pt x="7440" y="19601"/>
                  </a:lnTo>
                  <a:lnTo>
                    <a:pt x="7120" y="19601"/>
                  </a:lnTo>
                  <a:lnTo>
                    <a:pt x="7120" y="19370"/>
                  </a:lnTo>
                  <a:lnTo>
                    <a:pt x="6800" y="19063"/>
                  </a:lnTo>
                  <a:lnTo>
                    <a:pt x="7120" y="19063"/>
                  </a:lnTo>
                  <a:lnTo>
                    <a:pt x="6800" y="18755"/>
                  </a:lnTo>
                  <a:lnTo>
                    <a:pt x="6240" y="18755"/>
                  </a:lnTo>
                  <a:lnTo>
                    <a:pt x="6240" y="18525"/>
                  </a:lnTo>
                  <a:lnTo>
                    <a:pt x="5920" y="18217"/>
                  </a:lnTo>
                  <a:lnTo>
                    <a:pt x="5680" y="17910"/>
                  </a:lnTo>
                  <a:lnTo>
                    <a:pt x="5680" y="17679"/>
                  </a:lnTo>
                  <a:lnTo>
                    <a:pt x="5360" y="17372"/>
                  </a:lnTo>
                  <a:lnTo>
                    <a:pt x="5040" y="17679"/>
                  </a:lnTo>
                  <a:lnTo>
                    <a:pt x="5040" y="17372"/>
                  </a:lnTo>
                  <a:lnTo>
                    <a:pt x="4720" y="17372"/>
                  </a:lnTo>
                  <a:lnTo>
                    <a:pt x="4480" y="17064"/>
                  </a:lnTo>
                  <a:lnTo>
                    <a:pt x="4720" y="16757"/>
                  </a:lnTo>
                  <a:lnTo>
                    <a:pt x="4480" y="16526"/>
                  </a:lnTo>
                  <a:lnTo>
                    <a:pt x="4160" y="16526"/>
                  </a:lnTo>
                  <a:lnTo>
                    <a:pt x="4160" y="16219"/>
                  </a:lnTo>
                  <a:lnTo>
                    <a:pt x="3280" y="16219"/>
                  </a:lnTo>
                  <a:lnTo>
                    <a:pt x="2960" y="15911"/>
                  </a:lnTo>
                  <a:lnTo>
                    <a:pt x="2960" y="15681"/>
                  </a:lnTo>
                  <a:lnTo>
                    <a:pt x="3280" y="15681"/>
                  </a:lnTo>
                  <a:lnTo>
                    <a:pt x="2960" y="15373"/>
                  </a:lnTo>
                  <a:lnTo>
                    <a:pt x="2640" y="15373"/>
                  </a:lnTo>
                  <a:lnTo>
                    <a:pt x="2640" y="15681"/>
                  </a:lnTo>
                  <a:lnTo>
                    <a:pt x="2080" y="15681"/>
                  </a:lnTo>
                  <a:lnTo>
                    <a:pt x="2080" y="14758"/>
                  </a:lnTo>
                  <a:lnTo>
                    <a:pt x="2400" y="14528"/>
                  </a:lnTo>
                  <a:lnTo>
                    <a:pt x="1759" y="13913"/>
                  </a:lnTo>
                  <a:lnTo>
                    <a:pt x="1519" y="13375"/>
                  </a:lnTo>
                  <a:lnTo>
                    <a:pt x="1200" y="13067"/>
                  </a:lnTo>
                  <a:lnTo>
                    <a:pt x="1200" y="12222"/>
                  </a:lnTo>
                  <a:lnTo>
                    <a:pt x="639" y="12222"/>
                  </a:lnTo>
                  <a:lnTo>
                    <a:pt x="639" y="11376"/>
                  </a:lnTo>
                  <a:lnTo>
                    <a:pt x="319" y="11069"/>
                  </a:lnTo>
                  <a:lnTo>
                    <a:pt x="639" y="11069"/>
                  </a:lnTo>
                  <a:lnTo>
                    <a:pt x="639" y="10761"/>
                  </a:lnTo>
                  <a:lnTo>
                    <a:pt x="319" y="10761"/>
                  </a:lnTo>
                  <a:lnTo>
                    <a:pt x="0" y="11069"/>
                  </a:lnTo>
                  <a:lnTo>
                    <a:pt x="0" y="10761"/>
                  </a:lnTo>
                  <a:lnTo>
                    <a:pt x="319" y="10223"/>
                  </a:lnTo>
                  <a:lnTo>
                    <a:pt x="639" y="10223"/>
                  </a:lnTo>
                  <a:lnTo>
                    <a:pt x="639" y="9916"/>
                  </a:lnTo>
                  <a:lnTo>
                    <a:pt x="319" y="9685"/>
                  </a:lnTo>
                  <a:lnTo>
                    <a:pt x="639" y="9377"/>
                  </a:lnTo>
                  <a:lnTo>
                    <a:pt x="639" y="8839"/>
                  </a:lnTo>
                  <a:lnTo>
                    <a:pt x="879" y="8839"/>
                  </a:lnTo>
                  <a:lnTo>
                    <a:pt x="1200" y="8224"/>
                  </a:lnTo>
                  <a:lnTo>
                    <a:pt x="1519" y="7917"/>
                  </a:lnTo>
                  <a:lnTo>
                    <a:pt x="1200" y="7917"/>
                  </a:lnTo>
                  <a:lnTo>
                    <a:pt x="1200" y="7686"/>
                  </a:lnTo>
                  <a:lnTo>
                    <a:pt x="1519" y="7379"/>
                  </a:lnTo>
                  <a:lnTo>
                    <a:pt x="2640" y="7379"/>
                  </a:lnTo>
                  <a:lnTo>
                    <a:pt x="2400" y="2844"/>
                  </a:lnTo>
                  <a:lnTo>
                    <a:pt x="2400" y="2229"/>
                  </a:lnTo>
                  <a:lnTo>
                    <a:pt x="3839" y="2229"/>
                  </a:lnTo>
                  <a:lnTo>
                    <a:pt x="3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4" name="AutoShape 98"/>
            <p:cNvSpPr>
              <a:spLocks/>
            </p:cNvSpPr>
            <p:nvPr/>
          </p:nvSpPr>
          <p:spPr bwMode="auto">
            <a:xfrm>
              <a:off x="13077807" y="6534677"/>
              <a:ext cx="1014971" cy="682904"/>
            </a:xfrm>
            <a:custGeom>
              <a:avLst/>
              <a:gdLst>
                <a:gd name="T0" fmla="*/ 507486 w 21600"/>
                <a:gd name="T1" fmla="*/ 341452 h 21600"/>
                <a:gd name="T2" fmla="*/ 507486 w 21600"/>
                <a:gd name="T3" fmla="*/ 341452 h 21600"/>
                <a:gd name="T4" fmla="*/ 507486 w 21600"/>
                <a:gd name="T5" fmla="*/ 341452 h 21600"/>
                <a:gd name="T6" fmla="*/ 507486 w 21600"/>
                <a:gd name="T7" fmla="*/ 3414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171" y="17999"/>
                  </a:moveTo>
                  <a:lnTo>
                    <a:pt x="3171" y="17503"/>
                  </a:lnTo>
                  <a:lnTo>
                    <a:pt x="2914" y="17006"/>
                  </a:lnTo>
                  <a:lnTo>
                    <a:pt x="2914" y="16634"/>
                  </a:lnTo>
                  <a:lnTo>
                    <a:pt x="2571" y="16137"/>
                  </a:lnTo>
                  <a:lnTo>
                    <a:pt x="2571" y="15641"/>
                  </a:lnTo>
                  <a:lnTo>
                    <a:pt x="2228" y="15641"/>
                  </a:lnTo>
                  <a:lnTo>
                    <a:pt x="1971" y="15268"/>
                  </a:lnTo>
                  <a:lnTo>
                    <a:pt x="1628" y="15268"/>
                  </a:lnTo>
                  <a:lnTo>
                    <a:pt x="1628" y="14275"/>
                  </a:lnTo>
                  <a:lnTo>
                    <a:pt x="1285" y="14275"/>
                  </a:lnTo>
                  <a:lnTo>
                    <a:pt x="942" y="13779"/>
                  </a:lnTo>
                  <a:lnTo>
                    <a:pt x="942" y="13406"/>
                  </a:lnTo>
                  <a:lnTo>
                    <a:pt x="342" y="13779"/>
                  </a:lnTo>
                  <a:lnTo>
                    <a:pt x="0" y="13406"/>
                  </a:lnTo>
                  <a:lnTo>
                    <a:pt x="342" y="12910"/>
                  </a:lnTo>
                  <a:lnTo>
                    <a:pt x="342" y="12413"/>
                  </a:lnTo>
                  <a:lnTo>
                    <a:pt x="1285" y="12413"/>
                  </a:lnTo>
                  <a:lnTo>
                    <a:pt x="1628" y="12041"/>
                  </a:lnTo>
                  <a:lnTo>
                    <a:pt x="1628" y="10179"/>
                  </a:lnTo>
                  <a:lnTo>
                    <a:pt x="1971" y="9682"/>
                  </a:lnTo>
                  <a:lnTo>
                    <a:pt x="1971" y="8813"/>
                  </a:lnTo>
                  <a:lnTo>
                    <a:pt x="2228" y="7820"/>
                  </a:lnTo>
                  <a:lnTo>
                    <a:pt x="2571" y="7820"/>
                  </a:lnTo>
                  <a:lnTo>
                    <a:pt x="2914" y="6455"/>
                  </a:lnTo>
                  <a:lnTo>
                    <a:pt x="2914" y="5958"/>
                  </a:lnTo>
                  <a:lnTo>
                    <a:pt x="3514" y="5586"/>
                  </a:lnTo>
                  <a:lnTo>
                    <a:pt x="3514" y="5089"/>
                  </a:lnTo>
                  <a:lnTo>
                    <a:pt x="3857" y="4593"/>
                  </a:lnTo>
                  <a:lnTo>
                    <a:pt x="3857" y="4096"/>
                  </a:lnTo>
                  <a:lnTo>
                    <a:pt x="4114" y="4096"/>
                  </a:lnTo>
                  <a:lnTo>
                    <a:pt x="4114" y="3724"/>
                  </a:lnTo>
                  <a:lnTo>
                    <a:pt x="4800" y="2731"/>
                  </a:lnTo>
                  <a:lnTo>
                    <a:pt x="4800" y="1365"/>
                  </a:lnTo>
                  <a:lnTo>
                    <a:pt x="5742" y="1365"/>
                  </a:lnTo>
                  <a:lnTo>
                    <a:pt x="6085" y="0"/>
                  </a:lnTo>
                  <a:lnTo>
                    <a:pt x="6342" y="496"/>
                  </a:lnTo>
                  <a:lnTo>
                    <a:pt x="7028" y="993"/>
                  </a:lnTo>
                  <a:lnTo>
                    <a:pt x="7285" y="496"/>
                  </a:lnTo>
                  <a:lnTo>
                    <a:pt x="8314" y="496"/>
                  </a:lnTo>
                  <a:lnTo>
                    <a:pt x="8571" y="993"/>
                  </a:lnTo>
                  <a:lnTo>
                    <a:pt x="9257" y="993"/>
                  </a:lnTo>
                  <a:lnTo>
                    <a:pt x="9514" y="1365"/>
                  </a:lnTo>
                  <a:lnTo>
                    <a:pt x="9857" y="1365"/>
                  </a:lnTo>
                  <a:lnTo>
                    <a:pt x="10200" y="1862"/>
                  </a:lnTo>
                  <a:lnTo>
                    <a:pt x="10200" y="2358"/>
                  </a:lnTo>
                  <a:lnTo>
                    <a:pt x="11142" y="2358"/>
                  </a:lnTo>
                  <a:lnTo>
                    <a:pt x="11142" y="2731"/>
                  </a:lnTo>
                  <a:lnTo>
                    <a:pt x="11485" y="2731"/>
                  </a:lnTo>
                  <a:lnTo>
                    <a:pt x="11742" y="3227"/>
                  </a:lnTo>
                  <a:lnTo>
                    <a:pt x="12085" y="3227"/>
                  </a:lnTo>
                  <a:lnTo>
                    <a:pt x="12428" y="4096"/>
                  </a:lnTo>
                  <a:lnTo>
                    <a:pt x="12428" y="4593"/>
                  </a:lnTo>
                  <a:lnTo>
                    <a:pt x="12685" y="4593"/>
                  </a:lnTo>
                  <a:lnTo>
                    <a:pt x="13028" y="5089"/>
                  </a:lnTo>
                  <a:lnTo>
                    <a:pt x="12685" y="5089"/>
                  </a:lnTo>
                  <a:lnTo>
                    <a:pt x="12685" y="6455"/>
                  </a:lnTo>
                  <a:lnTo>
                    <a:pt x="12428" y="6951"/>
                  </a:lnTo>
                  <a:lnTo>
                    <a:pt x="12428" y="7820"/>
                  </a:lnTo>
                  <a:lnTo>
                    <a:pt x="13028" y="7820"/>
                  </a:lnTo>
                  <a:lnTo>
                    <a:pt x="13371" y="7324"/>
                  </a:lnTo>
                  <a:lnTo>
                    <a:pt x="13714" y="7324"/>
                  </a:lnTo>
                  <a:lnTo>
                    <a:pt x="13971" y="7820"/>
                  </a:lnTo>
                  <a:lnTo>
                    <a:pt x="13714" y="7820"/>
                  </a:lnTo>
                  <a:lnTo>
                    <a:pt x="13971" y="8813"/>
                  </a:lnTo>
                  <a:lnTo>
                    <a:pt x="14314" y="9682"/>
                  </a:lnTo>
                  <a:lnTo>
                    <a:pt x="14657" y="9682"/>
                  </a:lnTo>
                  <a:lnTo>
                    <a:pt x="14657" y="11048"/>
                  </a:lnTo>
                  <a:lnTo>
                    <a:pt x="15257" y="11048"/>
                  </a:lnTo>
                  <a:lnTo>
                    <a:pt x="15600" y="11544"/>
                  </a:lnTo>
                  <a:lnTo>
                    <a:pt x="19714" y="12910"/>
                  </a:lnTo>
                  <a:lnTo>
                    <a:pt x="21599" y="12910"/>
                  </a:lnTo>
                  <a:lnTo>
                    <a:pt x="17142" y="18868"/>
                  </a:lnTo>
                  <a:lnTo>
                    <a:pt x="14914" y="18868"/>
                  </a:lnTo>
                  <a:lnTo>
                    <a:pt x="14657" y="19365"/>
                  </a:lnTo>
                  <a:lnTo>
                    <a:pt x="14314" y="19862"/>
                  </a:lnTo>
                  <a:lnTo>
                    <a:pt x="13971" y="19862"/>
                  </a:lnTo>
                  <a:lnTo>
                    <a:pt x="13714" y="20234"/>
                  </a:lnTo>
                  <a:lnTo>
                    <a:pt x="12685" y="20234"/>
                  </a:lnTo>
                  <a:lnTo>
                    <a:pt x="12685" y="20731"/>
                  </a:lnTo>
                  <a:lnTo>
                    <a:pt x="11485" y="20731"/>
                  </a:lnTo>
                  <a:lnTo>
                    <a:pt x="11485" y="20234"/>
                  </a:lnTo>
                  <a:lnTo>
                    <a:pt x="10200" y="20234"/>
                  </a:lnTo>
                  <a:lnTo>
                    <a:pt x="9257" y="21599"/>
                  </a:lnTo>
                  <a:lnTo>
                    <a:pt x="8314" y="21599"/>
                  </a:lnTo>
                  <a:lnTo>
                    <a:pt x="7971" y="21227"/>
                  </a:lnTo>
                  <a:lnTo>
                    <a:pt x="7285" y="21227"/>
                  </a:lnTo>
                  <a:lnTo>
                    <a:pt x="7028" y="20731"/>
                  </a:lnTo>
                  <a:lnTo>
                    <a:pt x="6685" y="20731"/>
                  </a:lnTo>
                  <a:lnTo>
                    <a:pt x="6085" y="19862"/>
                  </a:lnTo>
                  <a:lnTo>
                    <a:pt x="5142" y="19862"/>
                  </a:lnTo>
                  <a:lnTo>
                    <a:pt x="4800" y="19365"/>
                  </a:lnTo>
                  <a:lnTo>
                    <a:pt x="4457" y="19862"/>
                  </a:lnTo>
                  <a:lnTo>
                    <a:pt x="4114" y="19862"/>
                  </a:lnTo>
                  <a:lnTo>
                    <a:pt x="3857" y="19365"/>
                  </a:lnTo>
                  <a:lnTo>
                    <a:pt x="3857" y="17999"/>
                  </a:lnTo>
                  <a:lnTo>
                    <a:pt x="3514" y="18372"/>
                  </a:lnTo>
                  <a:lnTo>
                    <a:pt x="3171" y="179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5" name="AutoShape 99"/>
            <p:cNvSpPr>
              <a:spLocks/>
            </p:cNvSpPr>
            <p:nvPr/>
          </p:nvSpPr>
          <p:spPr bwMode="auto">
            <a:xfrm>
              <a:off x="13287249" y="6346286"/>
              <a:ext cx="447071" cy="349305"/>
            </a:xfrm>
            <a:custGeom>
              <a:avLst/>
              <a:gdLst>
                <a:gd name="T0" fmla="*/ 223536 w 21600"/>
                <a:gd name="T1" fmla="*/ 174653 h 21600"/>
                <a:gd name="T2" fmla="*/ 223536 w 21600"/>
                <a:gd name="T3" fmla="*/ 174653 h 21600"/>
                <a:gd name="T4" fmla="*/ 223536 w 21600"/>
                <a:gd name="T5" fmla="*/ 174653 h 21600"/>
                <a:gd name="T6" fmla="*/ 223536 w 21600"/>
                <a:gd name="T7" fmla="*/ 1746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59" y="21600"/>
                  </a:moveTo>
                  <a:lnTo>
                    <a:pt x="18681" y="20629"/>
                  </a:lnTo>
                  <a:lnTo>
                    <a:pt x="18097" y="20629"/>
                  </a:lnTo>
                  <a:lnTo>
                    <a:pt x="18097" y="19658"/>
                  </a:lnTo>
                  <a:lnTo>
                    <a:pt x="17318" y="17959"/>
                  </a:lnTo>
                  <a:lnTo>
                    <a:pt x="16540" y="17959"/>
                  </a:lnTo>
                  <a:lnTo>
                    <a:pt x="15956" y="16988"/>
                  </a:lnTo>
                  <a:lnTo>
                    <a:pt x="15178" y="16988"/>
                  </a:lnTo>
                  <a:lnTo>
                    <a:pt x="15178" y="16260"/>
                  </a:lnTo>
                  <a:lnTo>
                    <a:pt x="13037" y="16260"/>
                  </a:lnTo>
                  <a:lnTo>
                    <a:pt x="13037" y="15289"/>
                  </a:lnTo>
                  <a:lnTo>
                    <a:pt x="12259" y="14319"/>
                  </a:lnTo>
                  <a:lnTo>
                    <a:pt x="11481" y="14319"/>
                  </a:lnTo>
                  <a:lnTo>
                    <a:pt x="10897" y="13591"/>
                  </a:lnTo>
                  <a:lnTo>
                    <a:pt x="9340" y="13591"/>
                  </a:lnTo>
                  <a:lnTo>
                    <a:pt x="8756" y="12620"/>
                  </a:lnTo>
                  <a:lnTo>
                    <a:pt x="6421" y="12620"/>
                  </a:lnTo>
                  <a:lnTo>
                    <a:pt x="5837" y="13591"/>
                  </a:lnTo>
                  <a:lnTo>
                    <a:pt x="4281" y="12620"/>
                  </a:lnTo>
                  <a:lnTo>
                    <a:pt x="3697" y="11649"/>
                  </a:lnTo>
                  <a:lnTo>
                    <a:pt x="2918" y="14319"/>
                  </a:lnTo>
                  <a:lnTo>
                    <a:pt x="778" y="14319"/>
                  </a:lnTo>
                  <a:lnTo>
                    <a:pt x="778" y="13591"/>
                  </a:lnTo>
                  <a:lnTo>
                    <a:pt x="0" y="11649"/>
                  </a:lnTo>
                  <a:lnTo>
                    <a:pt x="778" y="10678"/>
                  </a:lnTo>
                  <a:lnTo>
                    <a:pt x="778" y="9950"/>
                  </a:lnTo>
                  <a:lnTo>
                    <a:pt x="1556" y="8979"/>
                  </a:lnTo>
                  <a:lnTo>
                    <a:pt x="1556" y="7280"/>
                  </a:lnTo>
                  <a:lnTo>
                    <a:pt x="2140" y="6310"/>
                  </a:lnTo>
                  <a:lnTo>
                    <a:pt x="2140" y="5339"/>
                  </a:lnTo>
                  <a:lnTo>
                    <a:pt x="1556" y="5339"/>
                  </a:lnTo>
                  <a:lnTo>
                    <a:pt x="2140" y="4368"/>
                  </a:lnTo>
                  <a:lnTo>
                    <a:pt x="2140" y="3640"/>
                  </a:lnTo>
                  <a:lnTo>
                    <a:pt x="3697" y="3640"/>
                  </a:lnTo>
                  <a:lnTo>
                    <a:pt x="2918" y="2669"/>
                  </a:lnTo>
                  <a:lnTo>
                    <a:pt x="3697" y="2669"/>
                  </a:lnTo>
                  <a:lnTo>
                    <a:pt x="4281" y="1698"/>
                  </a:lnTo>
                  <a:lnTo>
                    <a:pt x="5837" y="1698"/>
                  </a:lnTo>
                  <a:lnTo>
                    <a:pt x="6421" y="970"/>
                  </a:lnTo>
                  <a:lnTo>
                    <a:pt x="6421" y="0"/>
                  </a:lnTo>
                  <a:lnTo>
                    <a:pt x="7200" y="970"/>
                  </a:lnTo>
                  <a:lnTo>
                    <a:pt x="8756" y="5339"/>
                  </a:lnTo>
                  <a:lnTo>
                    <a:pt x="9340" y="8008"/>
                  </a:lnTo>
                  <a:lnTo>
                    <a:pt x="9340" y="8979"/>
                  </a:lnTo>
                  <a:lnTo>
                    <a:pt x="10118" y="8979"/>
                  </a:lnTo>
                  <a:lnTo>
                    <a:pt x="10118" y="9950"/>
                  </a:lnTo>
                  <a:lnTo>
                    <a:pt x="10897" y="10678"/>
                  </a:lnTo>
                  <a:lnTo>
                    <a:pt x="10897" y="11649"/>
                  </a:lnTo>
                  <a:lnTo>
                    <a:pt x="10897" y="9950"/>
                  </a:lnTo>
                  <a:lnTo>
                    <a:pt x="12259" y="11649"/>
                  </a:lnTo>
                  <a:lnTo>
                    <a:pt x="13621" y="11649"/>
                  </a:lnTo>
                  <a:lnTo>
                    <a:pt x="14400" y="12620"/>
                  </a:lnTo>
                  <a:lnTo>
                    <a:pt x="15956" y="13591"/>
                  </a:lnTo>
                  <a:lnTo>
                    <a:pt x="16540" y="15289"/>
                  </a:lnTo>
                  <a:lnTo>
                    <a:pt x="17318" y="16260"/>
                  </a:lnTo>
                  <a:lnTo>
                    <a:pt x="18097" y="16260"/>
                  </a:lnTo>
                  <a:lnTo>
                    <a:pt x="18681" y="16988"/>
                  </a:lnTo>
                  <a:lnTo>
                    <a:pt x="18681" y="16260"/>
                  </a:lnTo>
                  <a:lnTo>
                    <a:pt x="18681" y="16988"/>
                  </a:lnTo>
                  <a:lnTo>
                    <a:pt x="20237" y="18930"/>
                  </a:lnTo>
                  <a:lnTo>
                    <a:pt x="20237" y="19658"/>
                  </a:lnTo>
                  <a:lnTo>
                    <a:pt x="21016" y="19658"/>
                  </a:lnTo>
                  <a:lnTo>
                    <a:pt x="21016" y="20629"/>
                  </a:lnTo>
                  <a:lnTo>
                    <a:pt x="21600" y="19658"/>
                  </a:lnTo>
                  <a:lnTo>
                    <a:pt x="21600" y="20629"/>
                  </a:lnTo>
                  <a:lnTo>
                    <a:pt x="21016" y="20629"/>
                  </a:lnTo>
                  <a:lnTo>
                    <a:pt x="21016" y="21600"/>
                  </a:lnTo>
                  <a:lnTo>
                    <a:pt x="1945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6" name="AutoShape 100"/>
            <p:cNvSpPr>
              <a:spLocks/>
            </p:cNvSpPr>
            <p:nvPr/>
          </p:nvSpPr>
          <p:spPr bwMode="auto">
            <a:xfrm>
              <a:off x="13661821" y="6679889"/>
              <a:ext cx="88610" cy="102043"/>
            </a:xfrm>
            <a:custGeom>
              <a:avLst/>
              <a:gdLst>
                <a:gd name="T0" fmla="*/ 44305 w 21600"/>
                <a:gd name="T1" fmla="*/ 51022 h 21600"/>
                <a:gd name="T2" fmla="*/ 44305 w 21600"/>
                <a:gd name="T3" fmla="*/ 51022 h 21600"/>
                <a:gd name="T4" fmla="*/ 44305 w 21600"/>
                <a:gd name="T5" fmla="*/ 51022 h 21600"/>
                <a:gd name="T6" fmla="*/ 44305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21599"/>
                  </a:moveTo>
                  <a:lnTo>
                    <a:pt x="14727" y="18276"/>
                  </a:lnTo>
                  <a:lnTo>
                    <a:pt x="10800" y="18276"/>
                  </a:lnTo>
                  <a:lnTo>
                    <a:pt x="6872" y="21599"/>
                  </a:lnTo>
                  <a:lnTo>
                    <a:pt x="0" y="21599"/>
                  </a:lnTo>
                  <a:lnTo>
                    <a:pt x="0" y="15784"/>
                  </a:lnTo>
                  <a:lnTo>
                    <a:pt x="2945" y="12461"/>
                  </a:lnTo>
                  <a:lnTo>
                    <a:pt x="2945" y="3323"/>
                  </a:lnTo>
                  <a:lnTo>
                    <a:pt x="14727" y="3323"/>
                  </a:lnTo>
                  <a:lnTo>
                    <a:pt x="14727" y="0"/>
                  </a:lnTo>
                  <a:lnTo>
                    <a:pt x="17672" y="0"/>
                  </a:lnTo>
                  <a:lnTo>
                    <a:pt x="21600" y="3323"/>
                  </a:lnTo>
                  <a:lnTo>
                    <a:pt x="21600" y="9138"/>
                  </a:lnTo>
                  <a:lnTo>
                    <a:pt x="17672" y="9138"/>
                  </a:lnTo>
                  <a:lnTo>
                    <a:pt x="14727" y="12461"/>
                  </a:lnTo>
                  <a:lnTo>
                    <a:pt x="10800" y="12461"/>
                  </a:lnTo>
                  <a:lnTo>
                    <a:pt x="14727" y="15784"/>
                  </a:lnTo>
                  <a:lnTo>
                    <a:pt x="17672" y="12461"/>
                  </a:lnTo>
                  <a:lnTo>
                    <a:pt x="21600" y="12461"/>
                  </a:lnTo>
                  <a:lnTo>
                    <a:pt x="21600" y="15784"/>
                  </a:lnTo>
                  <a:lnTo>
                    <a:pt x="17672" y="18276"/>
                  </a:lnTo>
                  <a:lnTo>
                    <a:pt x="1767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7" name="AutoShape 101"/>
            <p:cNvSpPr>
              <a:spLocks/>
            </p:cNvSpPr>
            <p:nvPr/>
          </p:nvSpPr>
          <p:spPr bwMode="auto">
            <a:xfrm>
              <a:off x="13617517" y="6723060"/>
              <a:ext cx="668593" cy="788872"/>
            </a:xfrm>
            <a:custGeom>
              <a:avLst/>
              <a:gdLst>
                <a:gd name="T0" fmla="*/ 334297 w 21600"/>
                <a:gd name="T1" fmla="*/ 394436 h 21600"/>
                <a:gd name="T2" fmla="*/ 334297 w 21600"/>
                <a:gd name="T3" fmla="*/ 394436 h 21600"/>
                <a:gd name="T4" fmla="*/ 334297 w 21600"/>
                <a:gd name="T5" fmla="*/ 394436 h 21600"/>
                <a:gd name="T6" fmla="*/ 334297 w 21600"/>
                <a:gd name="T7" fmla="*/ 3944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1" y="12788"/>
                  </a:moveTo>
                  <a:lnTo>
                    <a:pt x="1821" y="12358"/>
                  </a:lnTo>
                  <a:lnTo>
                    <a:pt x="3383" y="12358"/>
                  </a:lnTo>
                  <a:lnTo>
                    <a:pt x="3773" y="12035"/>
                  </a:lnTo>
                  <a:lnTo>
                    <a:pt x="4293" y="12035"/>
                  </a:lnTo>
                  <a:lnTo>
                    <a:pt x="4814" y="11605"/>
                  </a:lnTo>
                  <a:lnTo>
                    <a:pt x="5204" y="11176"/>
                  </a:lnTo>
                  <a:lnTo>
                    <a:pt x="8587" y="11176"/>
                  </a:lnTo>
                  <a:lnTo>
                    <a:pt x="15354" y="6017"/>
                  </a:lnTo>
                  <a:lnTo>
                    <a:pt x="12491" y="6017"/>
                  </a:lnTo>
                  <a:lnTo>
                    <a:pt x="6245" y="4835"/>
                  </a:lnTo>
                  <a:lnTo>
                    <a:pt x="5725" y="4405"/>
                  </a:lnTo>
                  <a:lnTo>
                    <a:pt x="4814" y="4405"/>
                  </a:lnTo>
                  <a:lnTo>
                    <a:pt x="4814" y="3223"/>
                  </a:lnTo>
                  <a:lnTo>
                    <a:pt x="4293" y="3223"/>
                  </a:lnTo>
                  <a:lnTo>
                    <a:pt x="3773" y="2471"/>
                  </a:lnTo>
                  <a:lnTo>
                    <a:pt x="3383" y="1611"/>
                  </a:lnTo>
                  <a:lnTo>
                    <a:pt x="3773" y="1182"/>
                  </a:lnTo>
                  <a:lnTo>
                    <a:pt x="4293" y="859"/>
                  </a:lnTo>
                  <a:lnTo>
                    <a:pt x="5725" y="2041"/>
                  </a:lnTo>
                  <a:lnTo>
                    <a:pt x="5725" y="2471"/>
                  </a:lnTo>
                  <a:lnTo>
                    <a:pt x="6245" y="2471"/>
                  </a:lnTo>
                  <a:lnTo>
                    <a:pt x="6636" y="2794"/>
                  </a:lnTo>
                  <a:lnTo>
                    <a:pt x="7677" y="2794"/>
                  </a:lnTo>
                  <a:lnTo>
                    <a:pt x="8197" y="2471"/>
                  </a:lnTo>
                  <a:lnTo>
                    <a:pt x="9108" y="2471"/>
                  </a:lnTo>
                  <a:lnTo>
                    <a:pt x="9628" y="1611"/>
                  </a:lnTo>
                  <a:lnTo>
                    <a:pt x="10019" y="1611"/>
                  </a:lnTo>
                  <a:lnTo>
                    <a:pt x="10019" y="2041"/>
                  </a:lnTo>
                  <a:lnTo>
                    <a:pt x="10539" y="2041"/>
                  </a:lnTo>
                  <a:lnTo>
                    <a:pt x="10539" y="1611"/>
                  </a:lnTo>
                  <a:lnTo>
                    <a:pt x="11060" y="2041"/>
                  </a:lnTo>
                  <a:lnTo>
                    <a:pt x="11971" y="2041"/>
                  </a:lnTo>
                  <a:lnTo>
                    <a:pt x="13012" y="1182"/>
                  </a:lnTo>
                  <a:lnTo>
                    <a:pt x="16265" y="1182"/>
                  </a:lnTo>
                  <a:lnTo>
                    <a:pt x="17826" y="859"/>
                  </a:lnTo>
                  <a:lnTo>
                    <a:pt x="19648" y="859"/>
                  </a:lnTo>
                  <a:lnTo>
                    <a:pt x="19648" y="429"/>
                  </a:lnTo>
                  <a:lnTo>
                    <a:pt x="20168" y="429"/>
                  </a:lnTo>
                  <a:lnTo>
                    <a:pt x="20168" y="0"/>
                  </a:lnTo>
                  <a:lnTo>
                    <a:pt x="21599" y="0"/>
                  </a:lnTo>
                  <a:lnTo>
                    <a:pt x="21599" y="429"/>
                  </a:lnTo>
                  <a:lnTo>
                    <a:pt x="21209" y="859"/>
                  </a:lnTo>
                  <a:lnTo>
                    <a:pt x="21209" y="1182"/>
                  </a:lnTo>
                  <a:lnTo>
                    <a:pt x="21599" y="1182"/>
                  </a:lnTo>
                  <a:lnTo>
                    <a:pt x="21209" y="1611"/>
                  </a:lnTo>
                  <a:lnTo>
                    <a:pt x="21209" y="2471"/>
                  </a:lnTo>
                  <a:lnTo>
                    <a:pt x="21599" y="2471"/>
                  </a:lnTo>
                  <a:lnTo>
                    <a:pt x="21599" y="2794"/>
                  </a:lnTo>
                  <a:lnTo>
                    <a:pt x="21209" y="2794"/>
                  </a:lnTo>
                  <a:lnTo>
                    <a:pt x="20689" y="3223"/>
                  </a:lnTo>
                  <a:lnTo>
                    <a:pt x="21209" y="3223"/>
                  </a:lnTo>
                  <a:lnTo>
                    <a:pt x="20689" y="3653"/>
                  </a:lnTo>
                  <a:lnTo>
                    <a:pt x="20689" y="4405"/>
                  </a:lnTo>
                  <a:lnTo>
                    <a:pt x="20168" y="5265"/>
                  </a:lnTo>
                  <a:lnTo>
                    <a:pt x="19648" y="6017"/>
                  </a:lnTo>
                  <a:lnTo>
                    <a:pt x="19257" y="6017"/>
                  </a:lnTo>
                  <a:lnTo>
                    <a:pt x="18737" y="6447"/>
                  </a:lnTo>
                  <a:lnTo>
                    <a:pt x="18737" y="6770"/>
                  </a:lnTo>
                  <a:lnTo>
                    <a:pt x="18216" y="7200"/>
                  </a:lnTo>
                  <a:lnTo>
                    <a:pt x="17306" y="8811"/>
                  </a:lnTo>
                  <a:lnTo>
                    <a:pt x="17306" y="9241"/>
                  </a:lnTo>
                  <a:lnTo>
                    <a:pt x="16265" y="9994"/>
                  </a:lnTo>
                  <a:lnTo>
                    <a:pt x="16265" y="10423"/>
                  </a:lnTo>
                  <a:lnTo>
                    <a:pt x="14833" y="12035"/>
                  </a:lnTo>
                  <a:lnTo>
                    <a:pt x="13012" y="13540"/>
                  </a:lnTo>
                  <a:lnTo>
                    <a:pt x="10539" y="15152"/>
                  </a:lnTo>
                  <a:lnTo>
                    <a:pt x="9628" y="16011"/>
                  </a:lnTo>
                  <a:lnTo>
                    <a:pt x="9108" y="16011"/>
                  </a:lnTo>
                  <a:lnTo>
                    <a:pt x="8197" y="16334"/>
                  </a:lnTo>
                  <a:lnTo>
                    <a:pt x="6245" y="17946"/>
                  </a:lnTo>
                  <a:lnTo>
                    <a:pt x="5725" y="17946"/>
                  </a:lnTo>
                  <a:lnTo>
                    <a:pt x="4814" y="19128"/>
                  </a:lnTo>
                  <a:lnTo>
                    <a:pt x="4293" y="19128"/>
                  </a:lnTo>
                  <a:lnTo>
                    <a:pt x="3773" y="19558"/>
                  </a:lnTo>
                  <a:lnTo>
                    <a:pt x="3383" y="19558"/>
                  </a:lnTo>
                  <a:lnTo>
                    <a:pt x="3383" y="19988"/>
                  </a:lnTo>
                  <a:lnTo>
                    <a:pt x="1431" y="21600"/>
                  </a:lnTo>
                  <a:lnTo>
                    <a:pt x="0" y="20417"/>
                  </a:lnTo>
                  <a:lnTo>
                    <a:pt x="0" y="14400"/>
                  </a:lnTo>
                  <a:lnTo>
                    <a:pt x="1821" y="1278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8" name="AutoShape 102"/>
            <p:cNvSpPr>
              <a:spLocks/>
            </p:cNvSpPr>
            <p:nvPr/>
          </p:nvSpPr>
          <p:spPr bwMode="auto">
            <a:xfrm>
              <a:off x="18043907" y="6185368"/>
              <a:ext cx="149027" cy="129518"/>
            </a:xfrm>
            <a:custGeom>
              <a:avLst/>
              <a:gdLst>
                <a:gd name="T0" fmla="*/ 74514 w 21600"/>
                <a:gd name="T1" fmla="*/ 64759 h 21600"/>
                <a:gd name="T2" fmla="*/ 74514 w 21600"/>
                <a:gd name="T3" fmla="*/ 64759 h 21600"/>
                <a:gd name="T4" fmla="*/ 74514 w 21600"/>
                <a:gd name="T5" fmla="*/ 64759 h 21600"/>
                <a:gd name="T6" fmla="*/ 74514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39" y="0"/>
                  </a:moveTo>
                  <a:cubicBezTo>
                    <a:pt x="17279" y="0"/>
                    <a:pt x="17279" y="0"/>
                    <a:pt x="17279" y="0"/>
                  </a:cubicBezTo>
                  <a:cubicBezTo>
                    <a:pt x="17279" y="2400"/>
                    <a:pt x="17279" y="2400"/>
                    <a:pt x="17279" y="2400"/>
                  </a:cubicBezTo>
                  <a:cubicBezTo>
                    <a:pt x="17279" y="2400"/>
                    <a:pt x="15119" y="0"/>
                    <a:pt x="15119" y="0"/>
                  </a:cubicBezTo>
                  <a:cubicBezTo>
                    <a:pt x="12960" y="0"/>
                    <a:pt x="12960" y="0"/>
                    <a:pt x="12960" y="0"/>
                  </a:cubicBezTo>
                  <a:cubicBezTo>
                    <a:pt x="12960" y="0"/>
                    <a:pt x="12960" y="0"/>
                    <a:pt x="12960" y="0"/>
                  </a:cubicBezTo>
                  <a:cubicBezTo>
                    <a:pt x="10800" y="2400"/>
                    <a:pt x="10800" y="2400"/>
                    <a:pt x="10800" y="2400"/>
                  </a:cubicBezTo>
                  <a:cubicBezTo>
                    <a:pt x="8639" y="2400"/>
                    <a:pt x="8639" y="2400"/>
                    <a:pt x="8639" y="2400"/>
                  </a:cubicBezTo>
                  <a:cubicBezTo>
                    <a:pt x="6480" y="2400"/>
                    <a:pt x="6480" y="2400"/>
                    <a:pt x="6480" y="2400"/>
                  </a:cubicBezTo>
                  <a:cubicBezTo>
                    <a:pt x="6480" y="2400"/>
                    <a:pt x="6480" y="2400"/>
                    <a:pt x="6480" y="2400"/>
                  </a:cubicBezTo>
                  <a:cubicBezTo>
                    <a:pt x="4319" y="4800"/>
                    <a:pt x="4319" y="4800"/>
                    <a:pt x="4319" y="4800"/>
                  </a:cubicBezTo>
                  <a:cubicBezTo>
                    <a:pt x="2160" y="7200"/>
                    <a:pt x="2160" y="7200"/>
                    <a:pt x="2160" y="7200"/>
                  </a:cubicBezTo>
                  <a:cubicBezTo>
                    <a:pt x="0" y="9600"/>
                    <a:pt x="0" y="9600"/>
                    <a:pt x="0" y="9600"/>
                  </a:cubicBezTo>
                  <a:cubicBezTo>
                    <a:pt x="0" y="9600"/>
                    <a:pt x="0" y="9600"/>
                    <a:pt x="0" y="9600"/>
                  </a:cubicBezTo>
                  <a:cubicBezTo>
                    <a:pt x="0" y="14400"/>
                    <a:pt x="0" y="14400"/>
                    <a:pt x="0" y="14400"/>
                  </a:cubicBezTo>
                  <a:cubicBezTo>
                    <a:pt x="2160" y="16800"/>
                    <a:pt x="2160" y="16800"/>
                    <a:pt x="2160" y="16800"/>
                  </a:cubicBezTo>
                  <a:cubicBezTo>
                    <a:pt x="2160" y="16800"/>
                    <a:pt x="2160" y="16800"/>
                    <a:pt x="2160" y="16800"/>
                  </a:cubicBezTo>
                  <a:cubicBezTo>
                    <a:pt x="4319" y="19200"/>
                    <a:pt x="4319" y="19200"/>
                    <a:pt x="4319" y="19200"/>
                  </a:cubicBezTo>
                  <a:cubicBezTo>
                    <a:pt x="6480" y="19200"/>
                    <a:pt x="6480" y="19200"/>
                    <a:pt x="6480" y="19200"/>
                  </a:cubicBezTo>
                  <a:cubicBezTo>
                    <a:pt x="6480" y="19200"/>
                    <a:pt x="6480" y="19200"/>
                    <a:pt x="6480" y="19200"/>
                  </a:cubicBezTo>
                  <a:cubicBezTo>
                    <a:pt x="8639" y="19200"/>
                    <a:pt x="8639" y="19200"/>
                    <a:pt x="8639" y="19200"/>
                  </a:cubicBezTo>
                  <a:cubicBezTo>
                    <a:pt x="10800" y="21599"/>
                    <a:pt x="10800" y="21599"/>
                    <a:pt x="10800" y="21599"/>
                  </a:cubicBezTo>
                  <a:cubicBezTo>
                    <a:pt x="10800" y="19200"/>
                    <a:pt x="10800" y="19200"/>
                    <a:pt x="10800" y="19200"/>
                  </a:cubicBezTo>
                  <a:cubicBezTo>
                    <a:pt x="10800" y="19200"/>
                    <a:pt x="10800" y="19200"/>
                    <a:pt x="10800" y="19200"/>
                  </a:cubicBezTo>
                  <a:cubicBezTo>
                    <a:pt x="12960" y="16800"/>
                    <a:pt x="12960" y="16800"/>
                    <a:pt x="12960" y="16800"/>
                  </a:cubicBezTo>
                  <a:cubicBezTo>
                    <a:pt x="15119" y="19200"/>
                    <a:pt x="15119" y="19200"/>
                    <a:pt x="15119" y="19200"/>
                  </a:cubicBezTo>
                  <a:cubicBezTo>
                    <a:pt x="15119" y="16800"/>
                    <a:pt x="15119" y="16800"/>
                    <a:pt x="15119" y="16800"/>
                  </a:cubicBezTo>
                  <a:cubicBezTo>
                    <a:pt x="15119" y="16800"/>
                    <a:pt x="15119" y="16800"/>
                    <a:pt x="15119" y="16800"/>
                  </a:cubicBezTo>
                  <a:cubicBezTo>
                    <a:pt x="17279" y="14400"/>
                    <a:pt x="17279" y="14400"/>
                    <a:pt x="17279" y="14400"/>
                  </a:cubicBezTo>
                  <a:cubicBezTo>
                    <a:pt x="19439" y="14400"/>
                    <a:pt x="19439" y="14400"/>
                    <a:pt x="19439" y="14400"/>
                  </a:cubicBezTo>
                  <a:cubicBezTo>
                    <a:pt x="19439" y="12000"/>
                    <a:pt x="19439" y="12000"/>
                    <a:pt x="19439" y="12000"/>
                  </a:cubicBezTo>
                  <a:cubicBezTo>
                    <a:pt x="19439" y="9600"/>
                    <a:pt x="19439" y="9600"/>
                    <a:pt x="19439" y="9600"/>
                  </a:cubicBezTo>
                  <a:cubicBezTo>
                    <a:pt x="21599" y="9600"/>
                    <a:pt x="21599" y="9600"/>
                    <a:pt x="21599" y="9600"/>
                  </a:cubicBezTo>
                  <a:cubicBezTo>
                    <a:pt x="21599" y="7200"/>
                    <a:pt x="21599" y="7200"/>
                    <a:pt x="21599" y="7200"/>
                  </a:cubicBezTo>
                  <a:cubicBezTo>
                    <a:pt x="21599" y="4800"/>
                    <a:pt x="21599" y="4800"/>
                    <a:pt x="21599" y="4800"/>
                  </a:cubicBezTo>
                  <a:cubicBezTo>
                    <a:pt x="21599" y="2400"/>
                    <a:pt x="21599" y="2400"/>
                    <a:pt x="21599" y="2400"/>
                  </a:cubicBezTo>
                  <a:lnTo>
                    <a:pt x="19439"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9" name="AutoShape 103"/>
            <p:cNvSpPr>
              <a:spLocks/>
            </p:cNvSpPr>
            <p:nvPr/>
          </p:nvSpPr>
          <p:spPr bwMode="auto">
            <a:xfrm>
              <a:off x="15152054" y="3508705"/>
              <a:ext cx="4055855" cy="2660968"/>
            </a:xfrm>
            <a:custGeom>
              <a:avLst/>
              <a:gdLst>
                <a:gd name="T0" fmla="*/ 2027928 w 21600"/>
                <a:gd name="T1" fmla="*/ 1330484 h 21600"/>
                <a:gd name="T2" fmla="*/ 2027928 w 21600"/>
                <a:gd name="T3" fmla="*/ 1330484 h 21600"/>
                <a:gd name="T4" fmla="*/ 2027928 w 21600"/>
                <a:gd name="T5" fmla="*/ 1330484 h 21600"/>
                <a:gd name="T6" fmla="*/ 2027928 w 21600"/>
                <a:gd name="T7" fmla="*/ 13304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14" y="3759"/>
                  </a:moveTo>
                  <a:lnTo>
                    <a:pt x="21514" y="3663"/>
                  </a:lnTo>
                  <a:lnTo>
                    <a:pt x="21449" y="3536"/>
                  </a:lnTo>
                  <a:lnTo>
                    <a:pt x="21449" y="3281"/>
                  </a:lnTo>
                  <a:lnTo>
                    <a:pt x="21128" y="3281"/>
                  </a:lnTo>
                  <a:lnTo>
                    <a:pt x="21128" y="3408"/>
                  </a:lnTo>
                  <a:lnTo>
                    <a:pt x="21042" y="3408"/>
                  </a:lnTo>
                  <a:lnTo>
                    <a:pt x="21042" y="3536"/>
                  </a:lnTo>
                  <a:lnTo>
                    <a:pt x="20892" y="3536"/>
                  </a:lnTo>
                  <a:lnTo>
                    <a:pt x="20892" y="3663"/>
                  </a:lnTo>
                  <a:lnTo>
                    <a:pt x="20806" y="3759"/>
                  </a:lnTo>
                  <a:lnTo>
                    <a:pt x="20806" y="3886"/>
                  </a:lnTo>
                  <a:lnTo>
                    <a:pt x="20720" y="3886"/>
                  </a:lnTo>
                  <a:lnTo>
                    <a:pt x="20656" y="4014"/>
                  </a:lnTo>
                  <a:lnTo>
                    <a:pt x="20484" y="4014"/>
                  </a:lnTo>
                  <a:lnTo>
                    <a:pt x="20420" y="3886"/>
                  </a:lnTo>
                  <a:lnTo>
                    <a:pt x="20334" y="4014"/>
                  </a:lnTo>
                  <a:lnTo>
                    <a:pt x="20248" y="4014"/>
                  </a:lnTo>
                  <a:lnTo>
                    <a:pt x="20248" y="3759"/>
                  </a:lnTo>
                  <a:lnTo>
                    <a:pt x="20162" y="3759"/>
                  </a:lnTo>
                  <a:lnTo>
                    <a:pt x="20098" y="3663"/>
                  </a:lnTo>
                  <a:lnTo>
                    <a:pt x="20162" y="3536"/>
                  </a:lnTo>
                  <a:lnTo>
                    <a:pt x="20098" y="3408"/>
                  </a:lnTo>
                  <a:lnTo>
                    <a:pt x="20098" y="3281"/>
                  </a:lnTo>
                  <a:lnTo>
                    <a:pt x="20012" y="3281"/>
                  </a:lnTo>
                  <a:lnTo>
                    <a:pt x="20012" y="3185"/>
                  </a:lnTo>
                  <a:lnTo>
                    <a:pt x="20098" y="3185"/>
                  </a:lnTo>
                  <a:lnTo>
                    <a:pt x="20098" y="3058"/>
                  </a:lnTo>
                  <a:lnTo>
                    <a:pt x="20012" y="3058"/>
                  </a:lnTo>
                  <a:lnTo>
                    <a:pt x="20012" y="3185"/>
                  </a:lnTo>
                  <a:lnTo>
                    <a:pt x="19862" y="3185"/>
                  </a:lnTo>
                  <a:lnTo>
                    <a:pt x="19862" y="3058"/>
                  </a:lnTo>
                  <a:lnTo>
                    <a:pt x="19690" y="3058"/>
                  </a:lnTo>
                  <a:lnTo>
                    <a:pt x="19690" y="2930"/>
                  </a:lnTo>
                  <a:lnTo>
                    <a:pt x="19626" y="2930"/>
                  </a:lnTo>
                  <a:lnTo>
                    <a:pt x="19626" y="2835"/>
                  </a:lnTo>
                  <a:lnTo>
                    <a:pt x="19540" y="2835"/>
                  </a:lnTo>
                  <a:lnTo>
                    <a:pt x="19540" y="2707"/>
                  </a:lnTo>
                  <a:lnTo>
                    <a:pt x="19455" y="2707"/>
                  </a:lnTo>
                  <a:lnTo>
                    <a:pt x="19455" y="2835"/>
                  </a:lnTo>
                  <a:lnTo>
                    <a:pt x="19369" y="2707"/>
                  </a:lnTo>
                  <a:lnTo>
                    <a:pt x="19369" y="2835"/>
                  </a:lnTo>
                  <a:lnTo>
                    <a:pt x="19304" y="2835"/>
                  </a:lnTo>
                  <a:lnTo>
                    <a:pt x="19304" y="2707"/>
                  </a:lnTo>
                  <a:lnTo>
                    <a:pt x="19133" y="2707"/>
                  </a:lnTo>
                  <a:lnTo>
                    <a:pt x="19133" y="2580"/>
                  </a:lnTo>
                  <a:lnTo>
                    <a:pt x="19068" y="2707"/>
                  </a:lnTo>
                  <a:lnTo>
                    <a:pt x="18983" y="2580"/>
                  </a:lnTo>
                  <a:lnTo>
                    <a:pt x="18983" y="2707"/>
                  </a:lnTo>
                  <a:lnTo>
                    <a:pt x="18983" y="2580"/>
                  </a:lnTo>
                  <a:lnTo>
                    <a:pt x="18897" y="2707"/>
                  </a:lnTo>
                  <a:lnTo>
                    <a:pt x="18897" y="2580"/>
                  </a:lnTo>
                  <a:lnTo>
                    <a:pt x="18832" y="2580"/>
                  </a:lnTo>
                  <a:lnTo>
                    <a:pt x="18747" y="2453"/>
                  </a:lnTo>
                  <a:lnTo>
                    <a:pt x="18661" y="2357"/>
                  </a:lnTo>
                  <a:lnTo>
                    <a:pt x="18661" y="2230"/>
                  </a:lnTo>
                  <a:lnTo>
                    <a:pt x="18575" y="2230"/>
                  </a:lnTo>
                  <a:lnTo>
                    <a:pt x="18575" y="2007"/>
                  </a:lnTo>
                  <a:lnTo>
                    <a:pt x="18511" y="2007"/>
                  </a:lnTo>
                  <a:lnTo>
                    <a:pt x="18511" y="1879"/>
                  </a:lnTo>
                  <a:lnTo>
                    <a:pt x="18339" y="1624"/>
                  </a:lnTo>
                  <a:lnTo>
                    <a:pt x="18339" y="1529"/>
                  </a:lnTo>
                  <a:lnTo>
                    <a:pt x="18189" y="1529"/>
                  </a:lnTo>
                  <a:lnTo>
                    <a:pt x="18275" y="1401"/>
                  </a:lnTo>
                  <a:lnTo>
                    <a:pt x="18189" y="1401"/>
                  </a:lnTo>
                  <a:lnTo>
                    <a:pt x="18189" y="1274"/>
                  </a:lnTo>
                  <a:lnTo>
                    <a:pt x="18103" y="1274"/>
                  </a:lnTo>
                  <a:lnTo>
                    <a:pt x="18103" y="1051"/>
                  </a:lnTo>
                  <a:lnTo>
                    <a:pt x="18017" y="1051"/>
                  </a:lnTo>
                  <a:lnTo>
                    <a:pt x="17953" y="923"/>
                  </a:lnTo>
                  <a:lnTo>
                    <a:pt x="17953" y="796"/>
                  </a:lnTo>
                  <a:lnTo>
                    <a:pt x="17867" y="796"/>
                  </a:lnTo>
                  <a:lnTo>
                    <a:pt x="17867" y="573"/>
                  </a:lnTo>
                  <a:lnTo>
                    <a:pt x="17781" y="573"/>
                  </a:lnTo>
                  <a:lnTo>
                    <a:pt x="17781" y="446"/>
                  </a:lnTo>
                  <a:lnTo>
                    <a:pt x="17631" y="446"/>
                  </a:lnTo>
                  <a:lnTo>
                    <a:pt x="17631" y="223"/>
                  </a:lnTo>
                  <a:lnTo>
                    <a:pt x="17545" y="350"/>
                  </a:lnTo>
                  <a:lnTo>
                    <a:pt x="17545" y="223"/>
                  </a:lnTo>
                  <a:lnTo>
                    <a:pt x="17481" y="223"/>
                  </a:lnTo>
                  <a:lnTo>
                    <a:pt x="17545" y="223"/>
                  </a:lnTo>
                  <a:lnTo>
                    <a:pt x="17481" y="95"/>
                  </a:lnTo>
                  <a:lnTo>
                    <a:pt x="17224" y="95"/>
                  </a:lnTo>
                  <a:lnTo>
                    <a:pt x="17224" y="223"/>
                  </a:lnTo>
                  <a:lnTo>
                    <a:pt x="17159" y="95"/>
                  </a:lnTo>
                  <a:lnTo>
                    <a:pt x="16988" y="95"/>
                  </a:lnTo>
                  <a:lnTo>
                    <a:pt x="16923" y="0"/>
                  </a:lnTo>
                  <a:lnTo>
                    <a:pt x="16516" y="0"/>
                  </a:lnTo>
                  <a:lnTo>
                    <a:pt x="16516" y="95"/>
                  </a:lnTo>
                  <a:lnTo>
                    <a:pt x="16194" y="95"/>
                  </a:lnTo>
                  <a:lnTo>
                    <a:pt x="16194" y="223"/>
                  </a:lnTo>
                  <a:lnTo>
                    <a:pt x="15894" y="223"/>
                  </a:lnTo>
                  <a:lnTo>
                    <a:pt x="15808" y="350"/>
                  </a:lnTo>
                  <a:lnTo>
                    <a:pt x="15808" y="446"/>
                  </a:lnTo>
                  <a:lnTo>
                    <a:pt x="15722" y="573"/>
                  </a:lnTo>
                  <a:lnTo>
                    <a:pt x="15722" y="796"/>
                  </a:lnTo>
                  <a:lnTo>
                    <a:pt x="15958" y="796"/>
                  </a:lnTo>
                  <a:lnTo>
                    <a:pt x="15958" y="923"/>
                  </a:lnTo>
                  <a:lnTo>
                    <a:pt x="16044" y="923"/>
                  </a:lnTo>
                  <a:lnTo>
                    <a:pt x="16044" y="1051"/>
                  </a:lnTo>
                  <a:lnTo>
                    <a:pt x="16130" y="1178"/>
                  </a:lnTo>
                  <a:lnTo>
                    <a:pt x="16044" y="1274"/>
                  </a:lnTo>
                  <a:lnTo>
                    <a:pt x="15958" y="1401"/>
                  </a:lnTo>
                  <a:lnTo>
                    <a:pt x="15958" y="1529"/>
                  </a:lnTo>
                  <a:lnTo>
                    <a:pt x="15894" y="1624"/>
                  </a:lnTo>
                  <a:lnTo>
                    <a:pt x="15894" y="2007"/>
                  </a:lnTo>
                  <a:lnTo>
                    <a:pt x="15958" y="2007"/>
                  </a:lnTo>
                  <a:lnTo>
                    <a:pt x="15958" y="2102"/>
                  </a:lnTo>
                  <a:lnTo>
                    <a:pt x="15894" y="2102"/>
                  </a:lnTo>
                  <a:lnTo>
                    <a:pt x="15894" y="2230"/>
                  </a:lnTo>
                  <a:lnTo>
                    <a:pt x="15958" y="2230"/>
                  </a:lnTo>
                  <a:lnTo>
                    <a:pt x="15958" y="2453"/>
                  </a:lnTo>
                  <a:lnTo>
                    <a:pt x="15894" y="2453"/>
                  </a:lnTo>
                  <a:lnTo>
                    <a:pt x="15894" y="2580"/>
                  </a:lnTo>
                  <a:lnTo>
                    <a:pt x="16044" y="2580"/>
                  </a:lnTo>
                  <a:lnTo>
                    <a:pt x="16044" y="2835"/>
                  </a:lnTo>
                  <a:lnTo>
                    <a:pt x="15958" y="2930"/>
                  </a:lnTo>
                  <a:lnTo>
                    <a:pt x="15722" y="2930"/>
                  </a:lnTo>
                  <a:lnTo>
                    <a:pt x="15572" y="3185"/>
                  </a:lnTo>
                  <a:lnTo>
                    <a:pt x="15336" y="3185"/>
                  </a:lnTo>
                  <a:lnTo>
                    <a:pt x="15336" y="3058"/>
                  </a:lnTo>
                  <a:lnTo>
                    <a:pt x="15250" y="3058"/>
                  </a:lnTo>
                  <a:lnTo>
                    <a:pt x="15250" y="3185"/>
                  </a:lnTo>
                  <a:lnTo>
                    <a:pt x="15165" y="3886"/>
                  </a:lnTo>
                  <a:lnTo>
                    <a:pt x="15165" y="4237"/>
                  </a:lnTo>
                  <a:lnTo>
                    <a:pt x="15079" y="4460"/>
                  </a:lnTo>
                  <a:lnTo>
                    <a:pt x="15165" y="4587"/>
                  </a:lnTo>
                  <a:lnTo>
                    <a:pt x="15336" y="4715"/>
                  </a:lnTo>
                  <a:lnTo>
                    <a:pt x="15486" y="4587"/>
                  </a:lnTo>
                  <a:lnTo>
                    <a:pt x="15722" y="4587"/>
                  </a:lnTo>
                  <a:lnTo>
                    <a:pt x="15808" y="4715"/>
                  </a:lnTo>
                  <a:lnTo>
                    <a:pt x="15894" y="4587"/>
                  </a:lnTo>
                  <a:lnTo>
                    <a:pt x="15894" y="4364"/>
                  </a:lnTo>
                  <a:lnTo>
                    <a:pt x="15958" y="4364"/>
                  </a:lnTo>
                  <a:lnTo>
                    <a:pt x="16044" y="4237"/>
                  </a:lnTo>
                  <a:lnTo>
                    <a:pt x="16194" y="4364"/>
                  </a:lnTo>
                  <a:lnTo>
                    <a:pt x="16280" y="4460"/>
                  </a:lnTo>
                  <a:lnTo>
                    <a:pt x="16430" y="4587"/>
                  </a:lnTo>
                  <a:lnTo>
                    <a:pt x="16516" y="4842"/>
                  </a:lnTo>
                  <a:lnTo>
                    <a:pt x="16602" y="4938"/>
                  </a:lnTo>
                  <a:lnTo>
                    <a:pt x="16687" y="5065"/>
                  </a:lnTo>
                  <a:lnTo>
                    <a:pt x="16687" y="5192"/>
                  </a:lnTo>
                  <a:lnTo>
                    <a:pt x="16602" y="5192"/>
                  </a:lnTo>
                  <a:lnTo>
                    <a:pt x="16602" y="5288"/>
                  </a:lnTo>
                  <a:lnTo>
                    <a:pt x="16280" y="5288"/>
                  </a:lnTo>
                  <a:lnTo>
                    <a:pt x="16194" y="5415"/>
                  </a:lnTo>
                  <a:lnTo>
                    <a:pt x="16130" y="5543"/>
                  </a:lnTo>
                  <a:lnTo>
                    <a:pt x="15958" y="5543"/>
                  </a:lnTo>
                  <a:lnTo>
                    <a:pt x="15958" y="5670"/>
                  </a:lnTo>
                  <a:lnTo>
                    <a:pt x="15808" y="5670"/>
                  </a:lnTo>
                  <a:lnTo>
                    <a:pt x="15722" y="5893"/>
                  </a:lnTo>
                  <a:lnTo>
                    <a:pt x="15722" y="6116"/>
                  </a:lnTo>
                  <a:lnTo>
                    <a:pt x="15636" y="6116"/>
                  </a:lnTo>
                  <a:lnTo>
                    <a:pt x="15486" y="6371"/>
                  </a:lnTo>
                  <a:lnTo>
                    <a:pt x="15400" y="6371"/>
                  </a:lnTo>
                  <a:lnTo>
                    <a:pt x="15250" y="6244"/>
                  </a:lnTo>
                  <a:lnTo>
                    <a:pt x="15250" y="6371"/>
                  </a:lnTo>
                  <a:lnTo>
                    <a:pt x="15165" y="6499"/>
                  </a:lnTo>
                  <a:lnTo>
                    <a:pt x="15079" y="6594"/>
                  </a:lnTo>
                  <a:lnTo>
                    <a:pt x="15014" y="6594"/>
                  </a:lnTo>
                  <a:lnTo>
                    <a:pt x="15014" y="6722"/>
                  </a:lnTo>
                  <a:lnTo>
                    <a:pt x="14929" y="6849"/>
                  </a:lnTo>
                  <a:lnTo>
                    <a:pt x="14843" y="6722"/>
                  </a:lnTo>
                  <a:lnTo>
                    <a:pt x="14693" y="6722"/>
                  </a:lnTo>
                  <a:lnTo>
                    <a:pt x="14607" y="6594"/>
                  </a:lnTo>
                  <a:lnTo>
                    <a:pt x="14371" y="6594"/>
                  </a:lnTo>
                  <a:lnTo>
                    <a:pt x="14285" y="6722"/>
                  </a:lnTo>
                  <a:lnTo>
                    <a:pt x="14221" y="6849"/>
                  </a:lnTo>
                  <a:lnTo>
                    <a:pt x="14221" y="7200"/>
                  </a:lnTo>
                  <a:lnTo>
                    <a:pt x="14371" y="7327"/>
                  </a:lnTo>
                  <a:lnTo>
                    <a:pt x="14542" y="7423"/>
                  </a:lnTo>
                  <a:lnTo>
                    <a:pt x="14542" y="7550"/>
                  </a:lnTo>
                  <a:lnTo>
                    <a:pt x="14457" y="7550"/>
                  </a:lnTo>
                  <a:lnTo>
                    <a:pt x="14457" y="7677"/>
                  </a:lnTo>
                  <a:lnTo>
                    <a:pt x="14285" y="7900"/>
                  </a:lnTo>
                  <a:lnTo>
                    <a:pt x="14221" y="8123"/>
                  </a:lnTo>
                  <a:lnTo>
                    <a:pt x="14135" y="8251"/>
                  </a:lnTo>
                  <a:lnTo>
                    <a:pt x="14049" y="8251"/>
                  </a:lnTo>
                  <a:lnTo>
                    <a:pt x="13985" y="8378"/>
                  </a:lnTo>
                  <a:lnTo>
                    <a:pt x="13813" y="8378"/>
                  </a:lnTo>
                  <a:lnTo>
                    <a:pt x="13749" y="8506"/>
                  </a:lnTo>
                  <a:lnTo>
                    <a:pt x="13427" y="8506"/>
                  </a:lnTo>
                  <a:lnTo>
                    <a:pt x="13341" y="8601"/>
                  </a:lnTo>
                  <a:lnTo>
                    <a:pt x="13256" y="8601"/>
                  </a:lnTo>
                  <a:lnTo>
                    <a:pt x="12784" y="8856"/>
                  </a:lnTo>
                  <a:lnTo>
                    <a:pt x="12698" y="8952"/>
                  </a:lnTo>
                  <a:lnTo>
                    <a:pt x="12548" y="9207"/>
                  </a:lnTo>
                  <a:lnTo>
                    <a:pt x="12312" y="9207"/>
                  </a:lnTo>
                  <a:lnTo>
                    <a:pt x="12312" y="9079"/>
                  </a:lnTo>
                  <a:lnTo>
                    <a:pt x="12140" y="9079"/>
                  </a:lnTo>
                  <a:lnTo>
                    <a:pt x="11990" y="9207"/>
                  </a:lnTo>
                  <a:lnTo>
                    <a:pt x="11904" y="9079"/>
                  </a:lnTo>
                  <a:lnTo>
                    <a:pt x="11754" y="9079"/>
                  </a:lnTo>
                  <a:lnTo>
                    <a:pt x="11604" y="8952"/>
                  </a:lnTo>
                  <a:lnTo>
                    <a:pt x="11346" y="8856"/>
                  </a:lnTo>
                  <a:lnTo>
                    <a:pt x="11196" y="8601"/>
                  </a:lnTo>
                  <a:lnTo>
                    <a:pt x="10553" y="8601"/>
                  </a:lnTo>
                  <a:lnTo>
                    <a:pt x="10553" y="8729"/>
                  </a:lnTo>
                  <a:lnTo>
                    <a:pt x="9287" y="8729"/>
                  </a:lnTo>
                  <a:lnTo>
                    <a:pt x="9201" y="8506"/>
                  </a:lnTo>
                  <a:lnTo>
                    <a:pt x="9201" y="8378"/>
                  </a:lnTo>
                  <a:lnTo>
                    <a:pt x="9137" y="8251"/>
                  </a:lnTo>
                  <a:lnTo>
                    <a:pt x="9051" y="8123"/>
                  </a:lnTo>
                  <a:lnTo>
                    <a:pt x="9051" y="8028"/>
                  </a:lnTo>
                  <a:lnTo>
                    <a:pt x="8966" y="7900"/>
                  </a:lnTo>
                  <a:lnTo>
                    <a:pt x="8901" y="7900"/>
                  </a:lnTo>
                  <a:lnTo>
                    <a:pt x="8901" y="7773"/>
                  </a:lnTo>
                  <a:lnTo>
                    <a:pt x="8730" y="7773"/>
                  </a:lnTo>
                  <a:lnTo>
                    <a:pt x="8665" y="7677"/>
                  </a:lnTo>
                  <a:lnTo>
                    <a:pt x="8494" y="7550"/>
                  </a:lnTo>
                  <a:lnTo>
                    <a:pt x="8343" y="7550"/>
                  </a:lnTo>
                  <a:lnTo>
                    <a:pt x="8343" y="7423"/>
                  </a:lnTo>
                  <a:lnTo>
                    <a:pt x="8258" y="7423"/>
                  </a:lnTo>
                  <a:lnTo>
                    <a:pt x="8022" y="7327"/>
                  </a:lnTo>
                  <a:lnTo>
                    <a:pt x="7314" y="7327"/>
                  </a:lnTo>
                  <a:lnTo>
                    <a:pt x="7142" y="7072"/>
                  </a:lnTo>
                  <a:lnTo>
                    <a:pt x="7142" y="6849"/>
                  </a:lnTo>
                  <a:lnTo>
                    <a:pt x="7228" y="6849"/>
                  </a:lnTo>
                  <a:lnTo>
                    <a:pt x="7228" y="6371"/>
                  </a:lnTo>
                  <a:lnTo>
                    <a:pt x="7142" y="6244"/>
                  </a:lnTo>
                  <a:lnTo>
                    <a:pt x="7078" y="6116"/>
                  </a:lnTo>
                  <a:lnTo>
                    <a:pt x="6992" y="6021"/>
                  </a:lnTo>
                  <a:lnTo>
                    <a:pt x="6992" y="5893"/>
                  </a:lnTo>
                  <a:lnTo>
                    <a:pt x="6906" y="5766"/>
                  </a:lnTo>
                  <a:lnTo>
                    <a:pt x="6821" y="5670"/>
                  </a:lnTo>
                  <a:lnTo>
                    <a:pt x="6756" y="5543"/>
                  </a:lnTo>
                  <a:lnTo>
                    <a:pt x="6670" y="5543"/>
                  </a:lnTo>
                  <a:lnTo>
                    <a:pt x="6585" y="5670"/>
                  </a:lnTo>
                  <a:lnTo>
                    <a:pt x="6520" y="5543"/>
                  </a:lnTo>
                  <a:lnTo>
                    <a:pt x="6349" y="5543"/>
                  </a:lnTo>
                  <a:lnTo>
                    <a:pt x="6263" y="5670"/>
                  </a:lnTo>
                  <a:lnTo>
                    <a:pt x="6199" y="5543"/>
                  </a:lnTo>
                  <a:lnTo>
                    <a:pt x="6199" y="5415"/>
                  </a:lnTo>
                  <a:lnTo>
                    <a:pt x="6113" y="5415"/>
                  </a:lnTo>
                  <a:lnTo>
                    <a:pt x="6027" y="5288"/>
                  </a:lnTo>
                  <a:lnTo>
                    <a:pt x="6027" y="5192"/>
                  </a:lnTo>
                  <a:lnTo>
                    <a:pt x="5963" y="5192"/>
                  </a:lnTo>
                  <a:lnTo>
                    <a:pt x="5877" y="5065"/>
                  </a:lnTo>
                  <a:lnTo>
                    <a:pt x="5877" y="4938"/>
                  </a:lnTo>
                  <a:lnTo>
                    <a:pt x="5877" y="5065"/>
                  </a:lnTo>
                  <a:lnTo>
                    <a:pt x="5791" y="4938"/>
                  </a:lnTo>
                  <a:lnTo>
                    <a:pt x="5791" y="4842"/>
                  </a:lnTo>
                  <a:lnTo>
                    <a:pt x="5727" y="4842"/>
                  </a:lnTo>
                  <a:lnTo>
                    <a:pt x="5641" y="4715"/>
                  </a:lnTo>
                  <a:lnTo>
                    <a:pt x="5641" y="4842"/>
                  </a:lnTo>
                  <a:lnTo>
                    <a:pt x="5555" y="4938"/>
                  </a:lnTo>
                  <a:lnTo>
                    <a:pt x="5469" y="5065"/>
                  </a:lnTo>
                  <a:lnTo>
                    <a:pt x="5469" y="5192"/>
                  </a:lnTo>
                  <a:lnTo>
                    <a:pt x="5405" y="5288"/>
                  </a:lnTo>
                  <a:lnTo>
                    <a:pt x="5319" y="5288"/>
                  </a:lnTo>
                  <a:lnTo>
                    <a:pt x="5233" y="5415"/>
                  </a:lnTo>
                  <a:lnTo>
                    <a:pt x="5233" y="5670"/>
                  </a:lnTo>
                  <a:lnTo>
                    <a:pt x="5319" y="5893"/>
                  </a:lnTo>
                  <a:lnTo>
                    <a:pt x="5405" y="6021"/>
                  </a:lnTo>
                  <a:lnTo>
                    <a:pt x="5405" y="6116"/>
                  </a:lnTo>
                  <a:lnTo>
                    <a:pt x="5319" y="6244"/>
                  </a:lnTo>
                  <a:lnTo>
                    <a:pt x="5233" y="6244"/>
                  </a:lnTo>
                  <a:lnTo>
                    <a:pt x="5169" y="6371"/>
                  </a:lnTo>
                  <a:lnTo>
                    <a:pt x="5083" y="6371"/>
                  </a:lnTo>
                  <a:lnTo>
                    <a:pt x="5083" y="6244"/>
                  </a:lnTo>
                  <a:lnTo>
                    <a:pt x="4997" y="6244"/>
                  </a:lnTo>
                  <a:lnTo>
                    <a:pt x="4847" y="6371"/>
                  </a:lnTo>
                  <a:lnTo>
                    <a:pt x="4761" y="6371"/>
                  </a:lnTo>
                  <a:lnTo>
                    <a:pt x="4611" y="6244"/>
                  </a:lnTo>
                  <a:lnTo>
                    <a:pt x="4525" y="6244"/>
                  </a:lnTo>
                  <a:lnTo>
                    <a:pt x="4440" y="6499"/>
                  </a:lnTo>
                  <a:lnTo>
                    <a:pt x="4440" y="6722"/>
                  </a:lnTo>
                  <a:lnTo>
                    <a:pt x="4375" y="6945"/>
                  </a:lnTo>
                  <a:lnTo>
                    <a:pt x="4375" y="7327"/>
                  </a:lnTo>
                  <a:lnTo>
                    <a:pt x="4525" y="7327"/>
                  </a:lnTo>
                  <a:lnTo>
                    <a:pt x="4440" y="7423"/>
                  </a:lnTo>
                  <a:lnTo>
                    <a:pt x="4440" y="7550"/>
                  </a:lnTo>
                  <a:lnTo>
                    <a:pt x="4139" y="7550"/>
                  </a:lnTo>
                  <a:lnTo>
                    <a:pt x="3968" y="7677"/>
                  </a:lnTo>
                  <a:lnTo>
                    <a:pt x="3732" y="7677"/>
                  </a:lnTo>
                  <a:lnTo>
                    <a:pt x="3646" y="7773"/>
                  </a:lnTo>
                  <a:lnTo>
                    <a:pt x="3732" y="7900"/>
                  </a:lnTo>
                  <a:lnTo>
                    <a:pt x="3882" y="7900"/>
                  </a:lnTo>
                  <a:lnTo>
                    <a:pt x="3882" y="8251"/>
                  </a:lnTo>
                  <a:lnTo>
                    <a:pt x="3968" y="8251"/>
                  </a:lnTo>
                  <a:lnTo>
                    <a:pt x="3968" y="8378"/>
                  </a:lnTo>
                  <a:lnTo>
                    <a:pt x="4054" y="8506"/>
                  </a:lnTo>
                  <a:lnTo>
                    <a:pt x="4054" y="8601"/>
                  </a:lnTo>
                  <a:lnTo>
                    <a:pt x="4139" y="8601"/>
                  </a:lnTo>
                  <a:lnTo>
                    <a:pt x="4139" y="8856"/>
                  </a:lnTo>
                  <a:lnTo>
                    <a:pt x="4054" y="8856"/>
                  </a:lnTo>
                  <a:lnTo>
                    <a:pt x="4054" y="8952"/>
                  </a:lnTo>
                  <a:lnTo>
                    <a:pt x="4139" y="9079"/>
                  </a:lnTo>
                  <a:lnTo>
                    <a:pt x="4054" y="9079"/>
                  </a:lnTo>
                  <a:lnTo>
                    <a:pt x="4054" y="9334"/>
                  </a:lnTo>
                  <a:lnTo>
                    <a:pt x="3968" y="9430"/>
                  </a:lnTo>
                  <a:lnTo>
                    <a:pt x="3818" y="9334"/>
                  </a:lnTo>
                  <a:lnTo>
                    <a:pt x="3646" y="9079"/>
                  </a:lnTo>
                  <a:lnTo>
                    <a:pt x="3088" y="9079"/>
                  </a:lnTo>
                  <a:lnTo>
                    <a:pt x="2938" y="8952"/>
                  </a:lnTo>
                  <a:lnTo>
                    <a:pt x="2788" y="9079"/>
                  </a:lnTo>
                  <a:lnTo>
                    <a:pt x="2531" y="9079"/>
                  </a:lnTo>
                  <a:lnTo>
                    <a:pt x="2466" y="9207"/>
                  </a:lnTo>
                  <a:lnTo>
                    <a:pt x="2295" y="9079"/>
                  </a:lnTo>
                  <a:lnTo>
                    <a:pt x="1737" y="9079"/>
                  </a:lnTo>
                  <a:lnTo>
                    <a:pt x="1737" y="9430"/>
                  </a:lnTo>
                  <a:lnTo>
                    <a:pt x="1201" y="9430"/>
                  </a:lnTo>
                  <a:lnTo>
                    <a:pt x="1115" y="9334"/>
                  </a:lnTo>
                  <a:lnTo>
                    <a:pt x="943" y="9334"/>
                  </a:lnTo>
                  <a:lnTo>
                    <a:pt x="943" y="9430"/>
                  </a:lnTo>
                  <a:lnTo>
                    <a:pt x="879" y="9557"/>
                  </a:lnTo>
                  <a:lnTo>
                    <a:pt x="879" y="9684"/>
                  </a:lnTo>
                  <a:lnTo>
                    <a:pt x="793" y="9907"/>
                  </a:lnTo>
                  <a:lnTo>
                    <a:pt x="707" y="10035"/>
                  </a:lnTo>
                  <a:lnTo>
                    <a:pt x="793" y="10162"/>
                  </a:lnTo>
                  <a:lnTo>
                    <a:pt x="943" y="10162"/>
                  </a:lnTo>
                  <a:lnTo>
                    <a:pt x="1029" y="10258"/>
                  </a:lnTo>
                  <a:lnTo>
                    <a:pt x="1115" y="10258"/>
                  </a:lnTo>
                  <a:lnTo>
                    <a:pt x="1115" y="10035"/>
                  </a:lnTo>
                  <a:lnTo>
                    <a:pt x="1201" y="10035"/>
                  </a:lnTo>
                  <a:lnTo>
                    <a:pt x="1351" y="10258"/>
                  </a:lnTo>
                  <a:lnTo>
                    <a:pt x="1351" y="10385"/>
                  </a:lnTo>
                  <a:lnTo>
                    <a:pt x="1265" y="10513"/>
                  </a:lnTo>
                  <a:lnTo>
                    <a:pt x="943" y="10513"/>
                  </a:lnTo>
                  <a:lnTo>
                    <a:pt x="879" y="10385"/>
                  </a:lnTo>
                  <a:lnTo>
                    <a:pt x="793" y="10513"/>
                  </a:lnTo>
                  <a:lnTo>
                    <a:pt x="707" y="10513"/>
                  </a:lnTo>
                  <a:lnTo>
                    <a:pt x="643" y="10608"/>
                  </a:lnTo>
                  <a:lnTo>
                    <a:pt x="557" y="10608"/>
                  </a:lnTo>
                  <a:lnTo>
                    <a:pt x="557" y="10736"/>
                  </a:lnTo>
                  <a:lnTo>
                    <a:pt x="643" y="10863"/>
                  </a:lnTo>
                  <a:lnTo>
                    <a:pt x="471" y="10991"/>
                  </a:lnTo>
                  <a:lnTo>
                    <a:pt x="321" y="10991"/>
                  </a:lnTo>
                  <a:lnTo>
                    <a:pt x="386" y="11086"/>
                  </a:lnTo>
                  <a:lnTo>
                    <a:pt x="235" y="11214"/>
                  </a:lnTo>
                  <a:lnTo>
                    <a:pt x="235" y="11341"/>
                  </a:lnTo>
                  <a:lnTo>
                    <a:pt x="0" y="11341"/>
                  </a:lnTo>
                  <a:lnTo>
                    <a:pt x="0" y="11564"/>
                  </a:lnTo>
                  <a:lnTo>
                    <a:pt x="85" y="11692"/>
                  </a:lnTo>
                  <a:lnTo>
                    <a:pt x="235" y="11692"/>
                  </a:lnTo>
                  <a:lnTo>
                    <a:pt x="235" y="12042"/>
                  </a:lnTo>
                  <a:lnTo>
                    <a:pt x="321" y="12042"/>
                  </a:lnTo>
                  <a:lnTo>
                    <a:pt x="321" y="12169"/>
                  </a:lnTo>
                  <a:lnTo>
                    <a:pt x="235" y="12392"/>
                  </a:lnTo>
                  <a:lnTo>
                    <a:pt x="150" y="12743"/>
                  </a:lnTo>
                  <a:lnTo>
                    <a:pt x="235" y="12870"/>
                  </a:lnTo>
                  <a:lnTo>
                    <a:pt x="386" y="12870"/>
                  </a:lnTo>
                  <a:lnTo>
                    <a:pt x="471" y="12743"/>
                  </a:lnTo>
                  <a:lnTo>
                    <a:pt x="557" y="12743"/>
                  </a:lnTo>
                  <a:lnTo>
                    <a:pt x="557" y="12615"/>
                  </a:lnTo>
                  <a:lnTo>
                    <a:pt x="643" y="12615"/>
                  </a:lnTo>
                  <a:lnTo>
                    <a:pt x="707" y="12743"/>
                  </a:lnTo>
                  <a:lnTo>
                    <a:pt x="793" y="12743"/>
                  </a:lnTo>
                  <a:lnTo>
                    <a:pt x="793" y="12520"/>
                  </a:lnTo>
                  <a:lnTo>
                    <a:pt x="1029" y="12520"/>
                  </a:lnTo>
                  <a:lnTo>
                    <a:pt x="1029" y="12265"/>
                  </a:lnTo>
                  <a:lnTo>
                    <a:pt x="1115" y="12169"/>
                  </a:lnTo>
                  <a:lnTo>
                    <a:pt x="1115" y="11915"/>
                  </a:lnTo>
                  <a:lnTo>
                    <a:pt x="1265" y="11915"/>
                  </a:lnTo>
                  <a:lnTo>
                    <a:pt x="1265" y="12042"/>
                  </a:lnTo>
                  <a:lnTo>
                    <a:pt x="1351" y="12042"/>
                  </a:lnTo>
                  <a:lnTo>
                    <a:pt x="1351" y="12265"/>
                  </a:lnTo>
                  <a:lnTo>
                    <a:pt x="1437" y="12265"/>
                  </a:lnTo>
                  <a:lnTo>
                    <a:pt x="1437" y="12870"/>
                  </a:lnTo>
                  <a:lnTo>
                    <a:pt x="1501" y="12870"/>
                  </a:lnTo>
                  <a:lnTo>
                    <a:pt x="1501" y="12998"/>
                  </a:lnTo>
                  <a:lnTo>
                    <a:pt x="1737" y="12998"/>
                  </a:lnTo>
                  <a:lnTo>
                    <a:pt x="1737" y="12870"/>
                  </a:lnTo>
                  <a:lnTo>
                    <a:pt x="1823" y="12870"/>
                  </a:lnTo>
                  <a:lnTo>
                    <a:pt x="1909" y="12743"/>
                  </a:lnTo>
                  <a:lnTo>
                    <a:pt x="1909" y="12615"/>
                  </a:lnTo>
                  <a:lnTo>
                    <a:pt x="1994" y="12615"/>
                  </a:lnTo>
                  <a:lnTo>
                    <a:pt x="2144" y="12520"/>
                  </a:lnTo>
                  <a:lnTo>
                    <a:pt x="2230" y="12392"/>
                  </a:lnTo>
                  <a:lnTo>
                    <a:pt x="2230" y="12520"/>
                  </a:lnTo>
                  <a:lnTo>
                    <a:pt x="2380" y="12520"/>
                  </a:lnTo>
                  <a:lnTo>
                    <a:pt x="2466" y="12392"/>
                  </a:lnTo>
                  <a:lnTo>
                    <a:pt x="2616" y="12392"/>
                  </a:lnTo>
                  <a:lnTo>
                    <a:pt x="2616" y="12520"/>
                  </a:lnTo>
                  <a:lnTo>
                    <a:pt x="2466" y="12615"/>
                  </a:lnTo>
                  <a:lnTo>
                    <a:pt x="2616" y="12615"/>
                  </a:lnTo>
                  <a:lnTo>
                    <a:pt x="2702" y="12743"/>
                  </a:lnTo>
                  <a:lnTo>
                    <a:pt x="2702" y="12615"/>
                  </a:lnTo>
                  <a:lnTo>
                    <a:pt x="2938" y="12615"/>
                  </a:lnTo>
                  <a:lnTo>
                    <a:pt x="3024" y="12870"/>
                  </a:lnTo>
                  <a:lnTo>
                    <a:pt x="3260" y="13221"/>
                  </a:lnTo>
                  <a:lnTo>
                    <a:pt x="3260" y="13348"/>
                  </a:lnTo>
                  <a:lnTo>
                    <a:pt x="3324" y="13348"/>
                  </a:lnTo>
                  <a:lnTo>
                    <a:pt x="3324" y="13444"/>
                  </a:lnTo>
                  <a:lnTo>
                    <a:pt x="3646" y="13444"/>
                  </a:lnTo>
                  <a:lnTo>
                    <a:pt x="3818" y="13699"/>
                  </a:lnTo>
                  <a:lnTo>
                    <a:pt x="3968" y="13699"/>
                  </a:lnTo>
                  <a:lnTo>
                    <a:pt x="4054" y="13922"/>
                  </a:lnTo>
                  <a:lnTo>
                    <a:pt x="4139" y="14176"/>
                  </a:lnTo>
                  <a:lnTo>
                    <a:pt x="4204" y="14176"/>
                  </a:lnTo>
                  <a:lnTo>
                    <a:pt x="4289" y="14272"/>
                  </a:lnTo>
                  <a:lnTo>
                    <a:pt x="4289" y="14527"/>
                  </a:lnTo>
                  <a:lnTo>
                    <a:pt x="4375" y="14750"/>
                  </a:lnTo>
                  <a:lnTo>
                    <a:pt x="4440" y="14750"/>
                  </a:lnTo>
                  <a:lnTo>
                    <a:pt x="4440" y="15005"/>
                  </a:lnTo>
                  <a:lnTo>
                    <a:pt x="4525" y="15100"/>
                  </a:lnTo>
                  <a:lnTo>
                    <a:pt x="4440" y="15228"/>
                  </a:lnTo>
                  <a:lnTo>
                    <a:pt x="4375" y="15228"/>
                  </a:lnTo>
                  <a:lnTo>
                    <a:pt x="4289" y="15355"/>
                  </a:lnTo>
                  <a:lnTo>
                    <a:pt x="4289" y="15451"/>
                  </a:lnTo>
                  <a:lnTo>
                    <a:pt x="4375" y="15578"/>
                  </a:lnTo>
                  <a:lnTo>
                    <a:pt x="4375" y="15706"/>
                  </a:lnTo>
                  <a:lnTo>
                    <a:pt x="4440" y="15833"/>
                  </a:lnTo>
                  <a:lnTo>
                    <a:pt x="4375" y="15833"/>
                  </a:lnTo>
                  <a:lnTo>
                    <a:pt x="4440" y="15929"/>
                  </a:lnTo>
                  <a:lnTo>
                    <a:pt x="4440" y="16056"/>
                  </a:lnTo>
                  <a:lnTo>
                    <a:pt x="4525" y="16056"/>
                  </a:lnTo>
                  <a:lnTo>
                    <a:pt x="4525" y="16184"/>
                  </a:lnTo>
                  <a:lnTo>
                    <a:pt x="4847" y="16184"/>
                  </a:lnTo>
                  <a:lnTo>
                    <a:pt x="4933" y="16279"/>
                  </a:lnTo>
                  <a:lnTo>
                    <a:pt x="4997" y="16279"/>
                  </a:lnTo>
                  <a:lnTo>
                    <a:pt x="4997" y="16407"/>
                  </a:lnTo>
                  <a:lnTo>
                    <a:pt x="5083" y="16407"/>
                  </a:lnTo>
                  <a:lnTo>
                    <a:pt x="5083" y="16534"/>
                  </a:lnTo>
                  <a:lnTo>
                    <a:pt x="5233" y="16534"/>
                  </a:lnTo>
                  <a:lnTo>
                    <a:pt x="5233" y="16661"/>
                  </a:lnTo>
                  <a:lnTo>
                    <a:pt x="5319" y="16661"/>
                  </a:lnTo>
                  <a:lnTo>
                    <a:pt x="5405" y="16534"/>
                  </a:lnTo>
                  <a:lnTo>
                    <a:pt x="5469" y="16534"/>
                  </a:lnTo>
                  <a:lnTo>
                    <a:pt x="5641" y="16661"/>
                  </a:lnTo>
                  <a:lnTo>
                    <a:pt x="5791" y="16661"/>
                  </a:lnTo>
                  <a:lnTo>
                    <a:pt x="5877" y="16884"/>
                  </a:lnTo>
                  <a:lnTo>
                    <a:pt x="6027" y="16884"/>
                  </a:lnTo>
                  <a:lnTo>
                    <a:pt x="6113" y="17012"/>
                  </a:lnTo>
                  <a:lnTo>
                    <a:pt x="6113" y="17107"/>
                  </a:lnTo>
                  <a:lnTo>
                    <a:pt x="6199" y="17107"/>
                  </a:lnTo>
                  <a:lnTo>
                    <a:pt x="6199" y="17012"/>
                  </a:lnTo>
                  <a:lnTo>
                    <a:pt x="6434" y="17012"/>
                  </a:lnTo>
                  <a:lnTo>
                    <a:pt x="6434" y="17235"/>
                  </a:lnTo>
                  <a:lnTo>
                    <a:pt x="6756" y="17235"/>
                  </a:lnTo>
                  <a:lnTo>
                    <a:pt x="6670" y="17490"/>
                  </a:lnTo>
                  <a:lnTo>
                    <a:pt x="6756" y="17585"/>
                  </a:lnTo>
                  <a:lnTo>
                    <a:pt x="6992" y="17585"/>
                  </a:lnTo>
                  <a:lnTo>
                    <a:pt x="7078" y="17490"/>
                  </a:lnTo>
                  <a:lnTo>
                    <a:pt x="7314" y="17490"/>
                  </a:lnTo>
                  <a:lnTo>
                    <a:pt x="7314" y="17585"/>
                  </a:lnTo>
                  <a:lnTo>
                    <a:pt x="7464" y="17713"/>
                  </a:lnTo>
                  <a:lnTo>
                    <a:pt x="7464" y="17840"/>
                  </a:lnTo>
                  <a:lnTo>
                    <a:pt x="7700" y="17840"/>
                  </a:lnTo>
                  <a:lnTo>
                    <a:pt x="7786" y="17713"/>
                  </a:lnTo>
                  <a:lnTo>
                    <a:pt x="7872" y="17713"/>
                  </a:lnTo>
                  <a:lnTo>
                    <a:pt x="7872" y="17840"/>
                  </a:lnTo>
                  <a:lnTo>
                    <a:pt x="7936" y="17713"/>
                  </a:lnTo>
                  <a:lnTo>
                    <a:pt x="8022" y="17713"/>
                  </a:lnTo>
                  <a:lnTo>
                    <a:pt x="8022" y="17936"/>
                  </a:lnTo>
                  <a:lnTo>
                    <a:pt x="8172" y="17936"/>
                  </a:lnTo>
                  <a:lnTo>
                    <a:pt x="8258" y="17713"/>
                  </a:lnTo>
                  <a:lnTo>
                    <a:pt x="8408" y="17585"/>
                  </a:lnTo>
                  <a:lnTo>
                    <a:pt x="8579" y="17585"/>
                  </a:lnTo>
                  <a:lnTo>
                    <a:pt x="8730" y="17713"/>
                  </a:lnTo>
                  <a:lnTo>
                    <a:pt x="8815" y="17713"/>
                  </a:lnTo>
                  <a:lnTo>
                    <a:pt x="8901" y="17585"/>
                  </a:lnTo>
                  <a:lnTo>
                    <a:pt x="8966" y="17713"/>
                  </a:lnTo>
                  <a:lnTo>
                    <a:pt x="9287" y="17713"/>
                  </a:lnTo>
                  <a:lnTo>
                    <a:pt x="9373" y="17585"/>
                  </a:lnTo>
                  <a:lnTo>
                    <a:pt x="9459" y="17585"/>
                  </a:lnTo>
                  <a:lnTo>
                    <a:pt x="9459" y="17490"/>
                  </a:lnTo>
                  <a:lnTo>
                    <a:pt x="9523" y="17490"/>
                  </a:lnTo>
                  <a:lnTo>
                    <a:pt x="9523" y="17362"/>
                  </a:lnTo>
                  <a:lnTo>
                    <a:pt x="9609" y="17235"/>
                  </a:lnTo>
                  <a:lnTo>
                    <a:pt x="9845" y="17235"/>
                  </a:lnTo>
                  <a:lnTo>
                    <a:pt x="9931" y="17107"/>
                  </a:lnTo>
                  <a:lnTo>
                    <a:pt x="9931" y="17012"/>
                  </a:lnTo>
                  <a:lnTo>
                    <a:pt x="10017" y="16884"/>
                  </a:lnTo>
                  <a:lnTo>
                    <a:pt x="10081" y="17012"/>
                  </a:lnTo>
                  <a:lnTo>
                    <a:pt x="10317" y="17012"/>
                  </a:lnTo>
                  <a:lnTo>
                    <a:pt x="10317" y="16884"/>
                  </a:lnTo>
                  <a:lnTo>
                    <a:pt x="10488" y="16757"/>
                  </a:lnTo>
                  <a:lnTo>
                    <a:pt x="10553" y="16757"/>
                  </a:lnTo>
                  <a:lnTo>
                    <a:pt x="10553" y="16884"/>
                  </a:lnTo>
                  <a:lnTo>
                    <a:pt x="10639" y="16884"/>
                  </a:lnTo>
                  <a:lnTo>
                    <a:pt x="10553" y="17012"/>
                  </a:lnTo>
                  <a:lnTo>
                    <a:pt x="10639" y="17107"/>
                  </a:lnTo>
                  <a:lnTo>
                    <a:pt x="10724" y="17107"/>
                  </a:lnTo>
                  <a:lnTo>
                    <a:pt x="10810" y="17235"/>
                  </a:lnTo>
                  <a:lnTo>
                    <a:pt x="10810" y="17362"/>
                  </a:lnTo>
                  <a:lnTo>
                    <a:pt x="10724" y="17362"/>
                  </a:lnTo>
                  <a:lnTo>
                    <a:pt x="10724" y="17490"/>
                  </a:lnTo>
                  <a:lnTo>
                    <a:pt x="10960" y="17490"/>
                  </a:lnTo>
                  <a:lnTo>
                    <a:pt x="10960" y="17585"/>
                  </a:lnTo>
                  <a:lnTo>
                    <a:pt x="11282" y="17585"/>
                  </a:lnTo>
                  <a:lnTo>
                    <a:pt x="11282" y="17713"/>
                  </a:lnTo>
                  <a:lnTo>
                    <a:pt x="11346" y="17713"/>
                  </a:lnTo>
                  <a:lnTo>
                    <a:pt x="11346" y="17840"/>
                  </a:lnTo>
                  <a:lnTo>
                    <a:pt x="11432" y="17840"/>
                  </a:lnTo>
                  <a:lnTo>
                    <a:pt x="11518" y="17936"/>
                  </a:lnTo>
                  <a:lnTo>
                    <a:pt x="11518" y="18063"/>
                  </a:lnTo>
                  <a:lnTo>
                    <a:pt x="11604" y="18286"/>
                  </a:lnTo>
                  <a:lnTo>
                    <a:pt x="11604" y="18764"/>
                  </a:lnTo>
                  <a:lnTo>
                    <a:pt x="11518" y="18764"/>
                  </a:lnTo>
                  <a:lnTo>
                    <a:pt x="11432" y="18892"/>
                  </a:lnTo>
                  <a:lnTo>
                    <a:pt x="11432" y="19115"/>
                  </a:lnTo>
                  <a:lnTo>
                    <a:pt x="11346" y="19115"/>
                  </a:lnTo>
                  <a:lnTo>
                    <a:pt x="11282" y="19242"/>
                  </a:lnTo>
                  <a:lnTo>
                    <a:pt x="11346" y="19369"/>
                  </a:lnTo>
                  <a:lnTo>
                    <a:pt x="11282" y="19369"/>
                  </a:lnTo>
                  <a:lnTo>
                    <a:pt x="11282" y="19497"/>
                  </a:lnTo>
                  <a:lnTo>
                    <a:pt x="11346" y="19497"/>
                  </a:lnTo>
                  <a:lnTo>
                    <a:pt x="11346" y="19592"/>
                  </a:lnTo>
                  <a:lnTo>
                    <a:pt x="11432" y="19592"/>
                  </a:lnTo>
                  <a:lnTo>
                    <a:pt x="11432" y="19847"/>
                  </a:lnTo>
                  <a:lnTo>
                    <a:pt x="11518" y="19720"/>
                  </a:lnTo>
                  <a:lnTo>
                    <a:pt x="11668" y="19720"/>
                  </a:lnTo>
                  <a:lnTo>
                    <a:pt x="11668" y="19847"/>
                  </a:lnTo>
                  <a:lnTo>
                    <a:pt x="11754" y="19943"/>
                  </a:lnTo>
                  <a:lnTo>
                    <a:pt x="11840" y="19847"/>
                  </a:lnTo>
                  <a:lnTo>
                    <a:pt x="11840" y="20070"/>
                  </a:lnTo>
                  <a:lnTo>
                    <a:pt x="11904" y="20198"/>
                  </a:lnTo>
                  <a:lnTo>
                    <a:pt x="12076" y="20198"/>
                  </a:lnTo>
                  <a:lnTo>
                    <a:pt x="12140" y="20325"/>
                  </a:lnTo>
                  <a:lnTo>
                    <a:pt x="12140" y="20421"/>
                  </a:lnTo>
                  <a:lnTo>
                    <a:pt x="12076" y="20676"/>
                  </a:lnTo>
                  <a:lnTo>
                    <a:pt x="11990" y="20676"/>
                  </a:lnTo>
                  <a:lnTo>
                    <a:pt x="11990" y="20771"/>
                  </a:lnTo>
                  <a:lnTo>
                    <a:pt x="12226" y="20771"/>
                  </a:lnTo>
                  <a:lnTo>
                    <a:pt x="12226" y="21026"/>
                  </a:lnTo>
                  <a:lnTo>
                    <a:pt x="12312" y="21153"/>
                  </a:lnTo>
                  <a:lnTo>
                    <a:pt x="12398" y="21026"/>
                  </a:lnTo>
                  <a:lnTo>
                    <a:pt x="12462" y="21026"/>
                  </a:lnTo>
                  <a:lnTo>
                    <a:pt x="12633" y="20899"/>
                  </a:lnTo>
                  <a:lnTo>
                    <a:pt x="12698" y="21026"/>
                  </a:lnTo>
                  <a:lnTo>
                    <a:pt x="12633" y="21153"/>
                  </a:lnTo>
                  <a:lnTo>
                    <a:pt x="12698" y="21153"/>
                  </a:lnTo>
                  <a:lnTo>
                    <a:pt x="12698" y="21249"/>
                  </a:lnTo>
                  <a:lnTo>
                    <a:pt x="12869" y="21153"/>
                  </a:lnTo>
                  <a:lnTo>
                    <a:pt x="12869" y="20548"/>
                  </a:lnTo>
                  <a:lnTo>
                    <a:pt x="13020" y="20548"/>
                  </a:lnTo>
                  <a:lnTo>
                    <a:pt x="13020" y="20676"/>
                  </a:lnTo>
                  <a:lnTo>
                    <a:pt x="13020" y="20548"/>
                  </a:lnTo>
                  <a:lnTo>
                    <a:pt x="13105" y="20548"/>
                  </a:lnTo>
                  <a:lnTo>
                    <a:pt x="13105" y="20421"/>
                  </a:lnTo>
                  <a:lnTo>
                    <a:pt x="13256" y="20421"/>
                  </a:lnTo>
                  <a:lnTo>
                    <a:pt x="13256" y="20548"/>
                  </a:lnTo>
                  <a:lnTo>
                    <a:pt x="13341" y="20548"/>
                  </a:lnTo>
                  <a:lnTo>
                    <a:pt x="13341" y="20421"/>
                  </a:lnTo>
                  <a:lnTo>
                    <a:pt x="13491" y="20421"/>
                  </a:lnTo>
                  <a:lnTo>
                    <a:pt x="13577" y="20548"/>
                  </a:lnTo>
                  <a:lnTo>
                    <a:pt x="13663" y="20421"/>
                  </a:lnTo>
                  <a:lnTo>
                    <a:pt x="13663" y="20325"/>
                  </a:lnTo>
                  <a:lnTo>
                    <a:pt x="13749" y="20325"/>
                  </a:lnTo>
                  <a:lnTo>
                    <a:pt x="13813" y="20421"/>
                  </a:lnTo>
                  <a:lnTo>
                    <a:pt x="13899" y="20325"/>
                  </a:lnTo>
                  <a:lnTo>
                    <a:pt x="13899" y="20198"/>
                  </a:lnTo>
                  <a:lnTo>
                    <a:pt x="13985" y="20070"/>
                  </a:lnTo>
                  <a:lnTo>
                    <a:pt x="14135" y="20070"/>
                  </a:lnTo>
                  <a:lnTo>
                    <a:pt x="14221" y="20198"/>
                  </a:lnTo>
                  <a:lnTo>
                    <a:pt x="14285" y="20198"/>
                  </a:lnTo>
                  <a:lnTo>
                    <a:pt x="14285" y="20325"/>
                  </a:lnTo>
                  <a:lnTo>
                    <a:pt x="14693" y="20325"/>
                  </a:lnTo>
                  <a:lnTo>
                    <a:pt x="14607" y="20421"/>
                  </a:lnTo>
                  <a:lnTo>
                    <a:pt x="14542" y="20676"/>
                  </a:lnTo>
                  <a:lnTo>
                    <a:pt x="14607" y="20676"/>
                  </a:lnTo>
                  <a:lnTo>
                    <a:pt x="14607" y="20771"/>
                  </a:lnTo>
                  <a:lnTo>
                    <a:pt x="14778" y="20771"/>
                  </a:lnTo>
                  <a:lnTo>
                    <a:pt x="14778" y="20899"/>
                  </a:lnTo>
                  <a:lnTo>
                    <a:pt x="14843" y="20899"/>
                  </a:lnTo>
                  <a:lnTo>
                    <a:pt x="14929" y="21026"/>
                  </a:lnTo>
                  <a:lnTo>
                    <a:pt x="15014" y="20899"/>
                  </a:lnTo>
                  <a:lnTo>
                    <a:pt x="15014" y="21026"/>
                  </a:lnTo>
                  <a:lnTo>
                    <a:pt x="15079" y="20899"/>
                  </a:lnTo>
                  <a:lnTo>
                    <a:pt x="15079" y="21026"/>
                  </a:lnTo>
                  <a:lnTo>
                    <a:pt x="15250" y="21026"/>
                  </a:lnTo>
                  <a:lnTo>
                    <a:pt x="15250" y="20771"/>
                  </a:lnTo>
                  <a:lnTo>
                    <a:pt x="15336" y="20899"/>
                  </a:lnTo>
                  <a:lnTo>
                    <a:pt x="15400" y="21026"/>
                  </a:lnTo>
                  <a:lnTo>
                    <a:pt x="15486" y="21153"/>
                  </a:lnTo>
                  <a:lnTo>
                    <a:pt x="15572" y="21026"/>
                  </a:lnTo>
                  <a:lnTo>
                    <a:pt x="15572" y="21153"/>
                  </a:lnTo>
                  <a:lnTo>
                    <a:pt x="15636" y="21026"/>
                  </a:lnTo>
                  <a:lnTo>
                    <a:pt x="15722" y="21026"/>
                  </a:lnTo>
                  <a:lnTo>
                    <a:pt x="15808" y="21153"/>
                  </a:lnTo>
                  <a:lnTo>
                    <a:pt x="15722" y="21153"/>
                  </a:lnTo>
                  <a:lnTo>
                    <a:pt x="15636" y="21249"/>
                  </a:lnTo>
                  <a:lnTo>
                    <a:pt x="15636" y="21376"/>
                  </a:lnTo>
                  <a:lnTo>
                    <a:pt x="15722" y="21504"/>
                  </a:lnTo>
                  <a:lnTo>
                    <a:pt x="15808" y="21504"/>
                  </a:lnTo>
                  <a:lnTo>
                    <a:pt x="15808" y="21599"/>
                  </a:lnTo>
                  <a:lnTo>
                    <a:pt x="15958" y="21599"/>
                  </a:lnTo>
                  <a:lnTo>
                    <a:pt x="16044" y="21504"/>
                  </a:lnTo>
                  <a:lnTo>
                    <a:pt x="15958" y="21504"/>
                  </a:lnTo>
                  <a:lnTo>
                    <a:pt x="15958" y="21376"/>
                  </a:lnTo>
                  <a:lnTo>
                    <a:pt x="15894" y="21376"/>
                  </a:lnTo>
                  <a:lnTo>
                    <a:pt x="15894" y="21249"/>
                  </a:lnTo>
                  <a:lnTo>
                    <a:pt x="15958" y="21153"/>
                  </a:lnTo>
                  <a:lnTo>
                    <a:pt x="15958" y="21026"/>
                  </a:lnTo>
                  <a:lnTo>
                    <a:pt x="15958" y="21153"/>
                  </a:lnTo>
                  <a:lnTo>
                    <a:pt x="16130" y="21153"/>
                  </a:lnTo>
                  <a:lnTo>
                    <a:pt x="16194" y="21026"/>
                  </a:lnTo>
                  <a:lnTo>
                    <a:pt x="16366" y="21026"/>
                  </a:lnTo>
                  <a:lnTo>
                    <a:pt x="16366" y="20899"/>
                  </a:lnTo>
                  <a:lnTo>
                    <a:pt x="16602" y="20899"/>
                  </a:lnTo>
                  <a:lnTo>
                    <a:pt x="16687" y="20771"/>
                  </a:lnTo>
                  <a:lnTo>
                    <a:pt x="16752" y="20771"/>
                  </a:lnTo>
                  <a:lnTo>
                    <a:pt x="16752" y="20676"/>
                  </a:lnTo>
                  <a:lnTo>
                    <a:pt x="16838" y="20676"/>
                  </a:lnTo>
                  <a:lnTo>
                    <a:pt x="16923" y="20548"/>
                  </a:lnTo>
                  <a:lnTo>
                    <a:pt x="16923" y="20325"/>
                  </a:lnTo>
                  <a:lnTo>
                    <a:pt x="16988" y="20325"/>
                  </a:lnTo>
                  <a:lnTo>
                    <a:pt x="17074" y="20421"/>
                  </a:lnTo>
                  <a:lnTo>
                    <a:pt x="17159" y="20421"/>
                  </a:lnTo>
                  <a:lnTo>
                    <a:pt x="17159" y="20548"/>
                  </a:lnTo>
                  <a:lnTo>
                    <a:pt x="17074" y="20548"/>
                  </a:lnTo>
                  <a:lnTo>
                    <a:pt x="17224" y="20548"/>
                  </a:lnTo>
                  <a:lnTo>
                    <a:pt x="17224" y="20421"/>
                  </a:lnTo>
                  <a:lnTo>
                    <a:pt x="17310" y="20421"/>
                  </a:lnTo>
                  <a:lnTo>
                    <a:pt x="17310" y="20325"/>
                  </a:lnTo>
                  <a:lnTo>
                    <a:pt x="17395" y="20421"/>
                  </a:lnTo>
                  <a:lnTo>
                    <a:pt x="17481" y="20325"/>
                  </a:lnTo>
                  <a:lnTo>
                    <a:pt x="17545" y="20325"/>
                  </a:lnTo>
                  <a:lnTo>
                    <a:pt x="17545" y="20421"/>
                  </a:lnTo>
                  <a:lnTo>
                    <a:pt x="17631" y="20325"/>
                  </a:lnTo>
                  <a:lnTo>
                    <a:pt x="17717" y="20325"/>
                  </a:lnTo>
                  <a:lnTo>
                    <a:pt x="17717" y="20198"/>
                  </a:lnTo>
                  <a:lnTo>
                    <a:pt x="17953" y="20198"/>
                  </a:lnTo>
                  <a:lnTo>
                    <a:pt x="18017" y="20070"/>
                  </a:lnTo>
                  <a:lnTo>
                    <a:pt x="18017" y="19847"/>
                  </a:lnTo>
                  <a:lnTo>
                    <a:pt x="18103" y="19720"/>
                  </a:lnTo>
                  <a:lnTo>
                    <a:pt x="18189" y="19720"/>
                  </a:lnTo>
                  <a:lnTo>
                    <a:pt x="18189" y="19847"/>
                  </a:lnTo>
                  <a:lnTo>
                    <a:pt x="18275" y="19847"/>
                  </a:lnTo>
                  <a:lnTo>
                    <a:pt x="18275" y="19592"/>
                  </a:lnTo>
                  <a:lnTo>
                    <a:pt x="18425" y="19592"/>
                  </a:lnTo>
                  <a:lnTo>
                    <a:pt x="18425" y="19497"/>
                  </a:lnTo>
                  <a:lnTo>
                    <a:pt x="18511" y="19497"/>
                  </a:lnTo>
                  <a:lnTo>
                    <a:pt x="18425" y="19369"/>
                  </a:lnTo>
                  <a:lnTo>
                    <a:pt x="18425" y="19497"/>
                  </a:lnTo>
                  <a:lnTo>
                    <a:pt x="18339" y="19369"/>
                  </a:lnTo>
                  <a:lnTo>
                    <a:pt x="18425" y="19369"/>
                  </a:lnTo>
                  <a:lnTo>
                    <a:pt x="18511" y="19242"/>
                  </a:lnTo>
                  <a:lnTo>
                    <a:pt x="18575" y="19242"/>
                  </a:lnTo>
                  <a:lnTo>
                    <a:pt x="18661" y="19369"/>
                  </a:lnTo>
                  <a:lnTo>
                    <a:pt x="18661" y="19242"/>
                  </a:lnTo>
                  <a:lnTo>
                    <a:pt x="18575" y="19115"/>
                  </a:lnTo>
                  <a:lnTo>
                    <a:pt x="18747" y="19115"/>
                  </a:lnTo>
                  <a:lnTo>
                    <a:pt x="18747" y="19019"/>
                  </a:lnTo>
                  <a:lnTo>
                    <a:pt x="18661" y="19019"/>
                  </a:lnTo>
                  <a:lnTo>
                    <a:pt x="18575" y="18892"/>
                  </a:lnTo>
                  <a:lnTo>
                    <a:pt x="18661" y="18892"/>
                  </a:lnTo>
                  <a:lnTo>
                    <a:pt x="18661" y="19019"/>
                  </a:lnTo>
                  <a:lnTo>
                    <a:pt x="18747" y="19019"/>
                  </a:lnTo>
                  <a:lnTo>
                    <a:pt x="18747" y="18892"/>
                  </a:lnTo>
                  <a:lnTo>
                    <a:pt x="18661" y="18892"/>
                  </a:lnTo>
                  <a:lnTo>
                    <a:pt x="18661" y="18764"/>
                  </a:lnTo>
                  <a:lnTo>
                    <a:pt x="18832" y="18764"/>
                  </a:lnTo>
                  <a:lnTo>
                    <a:pt x="18832" y="18892"/>
                  </a:lnTo>
                  <a:lnTo>
                    <a:pt x="18897" y="18892"/>
                  </a:lnTo>
                  <a:lnTo>
                    <a:pt x="18897" y="18764"/>
                  </a:lnTo>
                  <a:lnTo>
                    <a:pt x="18832" y="18764"/>
                  </a:lnTo>
                  <a:lnTo>
                    <a:pt x="18832" y="18669"/>
                  </a:lnTo>
                  <a:lnTo>
                    <a:pt x="18897" y="18669"/>
                  </a:lnTo>
                  <a:lnTo>
                    <a:pt x="18832" y="18669"/>
                  </a:lnTo>
                  <a:lnTo>
                    <a:pt x="18897" y="18541"/>
                  </a:lnTo>
                  <a:lnTo>
                    <a:pt x="18832" y="18414"/>
                  </a:lnTo>
                  <a:lnTo>
                    <a:pt x="18747" y="18541"/>
                  </a:lnTo>
                  <a:lnTo>
                    <a:pt x="18832" y="18414"/>
                  </a:lnTo>
                  <a:lnTo>
                    <a:pt x="18832" y="18286"/>
                  </a:lnTo>
                  <a:lnTo>
                    <a:pt x="18983" y="18286"/>
                  </a:lnTo>
                  <a:lnTo>
                    <a:pt x="18897" y="18191"/>
                  </a:lnTo>
                  <a:lnTo>
                    <a:pt x="18897" y="18286"/>
                  </a:lnTo>
                  <a:lnTo>
                    <a:pt x="18832" y="18191"/>
                  </a:lnTo>
                  <a:lnTo>
                    <a:pt x="18897" y="18191"/>
                  </a:lnTo>
                  <a:lnTo>
                    <a:pt x="18832" y="18063"/>
                  </a:lnTo>
                  <a:lnTo>
                    <a:pt x="18747" y="18063"/>
                  </a:lnTo>
                  <a:lnTo>
                    <a:pt x="18832" y="18063"/>
                  </a:lnTo>
                  <a:lnTo>
                    <a:pt x="18832" y="17936"/>
                  </a:lnTo>
                  <a:lnTo>
                    <a:pt x="18832" y="18063"/>
                  </a:lnTo>
                  <a:lnTo>
                    <a:pt x="18832" y="17936"/>
                  </a:lnTo>
                  <a:lnTo>
                    <a:pt x="18897" y="17936"/>
                  </a:lnTo>
                  <a:lnTo>
                    <a:pt x="18897" y="18063"/>
                  </a:lnTo>
                  <a:lnTo>
                    <a:pt x="18983" y="18063"/>
                  </a:lnTo>
                  <a:lnTo>
                    <a:pt x="19068" y="17936"/>
                  </a:lnTo>
                  <a:lnTo>
                    <a:pt x="19068" y="17840"/>
                  </a:lnTo>
                  <a:lnTo>
                    <a:pt x="19133" y="17840"/>
                  </a:lnTo>
                  <a:lnTo>
                    <a:pt x="19068" y="17840"/>
                  </a:lnTo>
                  <a:lnTo>
                    <a:pt x="18983" y="17713"/>
                  </a:lnTo>
                  <a:lnTo>
                    <a:pt x="19133" y="17713"/>
                  </a:lnTo>
                  <a:lnTo>
                    <a:pt x="19133" y="17362"/>
                  </a:lnTo>
                  <a:lnTo>
                    <a:pt x="19068" y="17235"/>
                  </a:lnTo>
                  <a:lnTo>
                    <a:pt x="19219" y="17362"/>
                  </a:lnTo>
                  <a:lnTo>
                    <a:pt x="19219" y="17235"/>
                  </a:lnTo>
                  <a:lnTo>
                    <a:pt x="19304" y="17107"/>
                  </a:lnTo>
                  <a:lnTo>
                    <a:pt x="19369" y="17107"/>
                  </a:lnTo>
                  <a:lnTo>
                    <a:pt x="19369" y="17235"/>
                  </a:lnTo>
                  <a:lnTo>
                    <a:pt x="19369" y="17107"/>
                  </a:lnTo>
                  <a:lnTo>
                    <a:pt x="19455" y="17107"/>
                  </a:lnTo>
                  <a:lnTo>
                    <a:pt x="19369" y="17012"/>
                  </a:lnTo>
                  <a:lnTo>
                    <a:pt x="19304" y="17012"/>
                  </a:lnTo>
                  <a:lnTo>
                    <a:pt x="19304" y="16884"/>
                  </a:lnTo>
                  <a:lnTo>
                    <a:pt x="19369" y="16884"/>
                  </a:lnTo>
                  <a:lnTo>
                    <a:pt x="19369" y="16757"/>
                  </a:lnTo>
                  <a:lnTo>
                    <a:pt x="19304" y="16757"/>
                  </a:lnTo>
                  <a:lnTo>
                    <a:pt x="19369" y="16757"/>
                  </a:lnTo>
                  <a:lnTo>
                    <a:pt x="19369" y="16661"/>
                  </a:lnTo>
                  <a:lnTo>
                    <a:pt x="19304" y="16661"/>
                  </a:lnTo>
                  <a:lnTo>
                    <a:pt x="19304" y="16534"/>
                  </a:lnTo>
                  <a:lnTo>
                    <a:pt x="19540" y="16534"/>
                  </a:lnTo>
                  <a:lnTo>
                    <a:pt x="19540" y="16407"/>
                  </a:lnTo>
                  <a:lnTo>
                    <a:pt x="19455" y="16279"/>
                  </a:lnTo>
                  <a:lnTo>
                    <a:pt x="19369" y="16279"/>
                  </a:lnTo>
                  <a:lnTo>
                    <a:pt x="19455" y="16407"/>
                  </a:lnTo>
                  <a:lnTo>
                    <a:pt x="19369" y="16407"/>
                  </a:lnTo>
                  <a:lnTo>
                    <a:pt x="19304" y="16534"/>
                  </a:lnTo>
                  <a:lnTo>
                    <a:pt x="19219" y="16407"/>
                  </a:lnTo>
                  <a:lnTo>
                    <a:pt x="19304" y="16407"/>
                  </a:lnTo>
                  <a:lnTo>
                    <a:pt x="19455" y="16184"/>
                  </a:lnTo>
                  <a:lnTo>
                    <a:pt x="19369" y="16184"/>
                  </a:lnTo>
                  <a:lnTo>
                    <a:pt x="19369" y="16056"/>
                  </a:lnTo>
                  <a:lnTo>
                    <a:pt x="19369" y="16184"/>
                  </a:lnTo>
                  <a:lnTo>
                    <a:pt x="19219" y="15929"/>
                  </a:lnTo>
                  <a:lnTo>
                    <a:pt x="19133" y="15929"/>
                  </a:lnTo>
                  <a:lnTo>
                    <a:pt x="19068" y="16056"/>
                  </a:lnTo>
                  <a:lnTo>
                    <a:pt x="18983" y="16056"/>
                  </a:lnTo>
                  <a:lnTo>
                    <a:pt x="18897" y="15833"/>
                  </a:lnTo>
                  <a:lnTo>
                    <a:pt x="18832" y="15929"/>
                  </a:lnTo>
                  <a:lnTo>
                    <a:pt x="18747" y="15929"/>
                  </a:lnTo>
                  <a:lnTo>
                    <a:pt x="18747" y="16056"/>
                  </a:lnTo>
                  <a:lnTo>
                    <a:pt x="18747" y="15929"/>
                  </a:lnTo>
                  <a:lnTo>
                    <a:pt x="18832" y="15833"/>
                  </a:lnTo>
                  <a:lnTo>
                    <a:pt x="19068" y="15833"/>
                  </a:lnTo>
                  <a:lnTo>
                    <a:pt x="19068" y="15706"/>
                  </a:lnTo>
                  <a:lnTo>
                    <a:pt x="19133" y="15706"/>
                  </a:lnTo>
                  <a:lnTo>
                    <a:pt x="19219" y="15578"/>
                  </a:lnTo>
                  <a:lnTo>
                    <a:pt x="19304" y="15578"/>
                  </a:lnTo>
                  <a:lnTo>
                    <a:pt x="19304" y="15451"/>
                  </a:lnTo>
                  <a:lnTo>
                    <a:pt x="19219" y="15355"/>
                  </a:lnTo>
                  <a:lnTo>
                    <a:pt x="19068" y="15100"/>
                  </a:lnTo>
                  <a:lnTo>
                    <a:pt x="18983" y="15100"/>
                  </a:lnTo>
                  <a:lnTo>
                    <a:pt x="18832" y="14877"/>
                  </a:lnTo>
                  <a:lnTo>
                    <a:pt x="18747" y="14877"/>
                  </a:lnTo>
                  <a:lnTo>
                    <a:pt x="18661" y="15005"/>
                  </a:lnTo>
                  <a:lnTo>
                    <a:pt x="18575" y="15005"/>
                  </a:lnTo>
                  <a:lnTo>
                    <a:pt x="18511" y="14877"/>
                  </a:lnTo>
                  <a:lnTo>
                    <a:pt x="18511" y="14750"/>
                  </a:lnTo>
                  <a:lnTo>
                    <a:pt x="18425" y="14750"/>
                  </a:lnTo>
                  <a:lnTo>
                    <a:pt x="18339" y="14877"/>
                  </a:lnTo>
                  <a:lnTo>
                    <a:pt x="18189" y="14877"/>
                  </a:lnTo>
                  <a:lnTo>
                    <a:pt x="18103" y="15005"/>
                  </a:lnTo>
                  <a:lnTo>
                    <a:pt x="18189" y="14750"/>
                  </a:lnTo>
                  <a:lnTo>
                    <a:pt x="18511" y="14750"/>
                  </a:lnTo>
                  <a:lnTo>
                    <a:pt x="18511" y="14877"/>
                  </a:lnTo>
                  <a:lnTo>
                    <a:pt x="18897" y="14877"/>
                  </a:lnTo>
                  <a:lnTo>
                    <a:pt x="18983" y="15005"/>
                  </a:lnTo>
                  <a:lnTo>
                    <a:pt x="19304" y="15005"/>
                  </a:lnTo>
                  <a:lnTo>
                    <a:pt x="19219" y="14877"/>
                  </a:lnTo>
                  <a:lnTo>
                    <a:pt x="19133" y="14623"/>
                  </a:lnTo>
                  <a:lnTo>
                    <a:pt x="18897" y="14623"/>
                  </a:lnTo>
                  <a:lnTo>
                    <a:pt x="18832" y="14400"/>
                  </a:lnTo>
                  <a:lnTo>
                    <a:pt x="18832" y="14272"/>
                  </a:lnTo>
                  <a:lnTo>
                    <a:pt x="18747" y="14176"/>
                  </a:lnTo>
                  <a:lnTo>
                    <a:pt x="18661" y="14049"/>
                  </a:lnTo>
                  <a:lnTo>
                    <a:pt x="18661" y="13826"/>
                  </a:lnTo>
                  <a:lnTo>
                    <a:pt x="18511" y="13571"/>
                  </a:lnTo>
                  <a:lnTo>
                    <a:pt x="18339" y="13444"/>
                  </a:lnTo>
                  <a:lnTo>
                    <a:pt x="18275" y="13444"/>
                  </a:lnTo>
                  <a:lnTo>
                    <a:pt x="18275" y="13348"/>
                  </a:lnTo>
                  <a:lnTo>
                    <a:pt x="18103" y="13221"/>
                  </a:lnTo>
                  <a:lnTo>
                    <a:pt x="18103" y="12615"/>
                  </a:lnTo>
                  <a:lnTo>
                    <a:pt x="18189" y="12615"/>
                  </a:lnTo>
                  <a:lnTo>
                    <a:pt x="18275" y="12520"/>
                  </a:lnTo>
                  <a:lnTo>
                    <a:pt x="18339" y="12392"/>
                  </a:lnTo>
                  <a:lnTo>
                    <a:pt x="18275" y="12392"/>
                  </a:lnTo>
                  <a:lnTo>
                    <a:pt x="18275" y="12265"/>
                  </a:lnTo>
                  <a:lnTo>
                    <a:pt x="18425" y="12265"/>
                  </a:lnTo>
                  <a:lnTo>
                    <a:pt x="18425" y="12169"/>
                  </a:lnTo>
                  <a:lnTo>
                    <a:pt x="18511" y="12169"/>
                  </a:lnTo>
                  <a:lnTo>
                    <a:pt x="18511" y="12042"/>
                  </a:lnTo>
                  <a:lnTo>
                    <a:pt x="18425" y="11915"/>
                  </a:lnTo>
                  <a:lnTo>
                    <a:pt x="18511" y="11915"/>
                  </a:lnTo>
                  <a:lnTo>
                    <a:pt x="18511" y="12042"/>
                  </a:lnTo>
                  <a:lnTo>
                    <a:pt x="18575" y="11915"/>
                  </a:lnTo>
                  <a:lnTo>
                    <a:pt x="18747" y="11915"/>
                  </a:lnTo>
                  <a:lnTo>
                    <a:pt x="18832" y="11787"/>
                  </a:lnTo>
                  <a:lnTo>
                    <a:pt x="18897" y="11787"/>
                  </a:lnTo>
                  <a:lnTo>
                    <a:pt x="18983" y="11915"/>
                  </a:lnTo>
                  <a:lnTo>
                    <a:pt x="19068" y="11787"/>
                  </a:lnTo>
                  <a:lnTo>
                    <a:pt x="18983" y="11692"/>
                  </a:lnTo>
                  <a:lnTo>
                    <a:pt x="19068" y="11564"/>
                  </a:lnTo>
                  <a:lnTo>
                    <a:pt x="18983" y="11437"/>
                  </a:lnTo>
                  <a:lnTo>
                    <a:pt x="19068" y="11437"/>
                  </a:lnTo>
                  <a:lnTo>
                    <a:pt x="19068" y="11341"/>
                  </a:lnTo>
                  <a:lnTo>
                    <a:pt x="18983" y="11437"/>
                  </a:lnTo>
                  <a:lnTo>
                    <a:pt x="18832" y="11437"/>
                  </a:lnTo>
                  <a:lnTo>
                    <a:pt x="18897" y="11341"/>
                  </a:lnTo>
                  <a:lnTo>
                    <a:pt x="18832" y="11341"/>
                  </a:lnTo>
                  <a:lnTo>
                    <a:pt x="18747" y="11437"/>
                  </a:lnTo>
                  <a:lnTo>
                    <a:pt x="18511" y="11437"/>
                  </a:lnTo>
                  <a:lnTo>
                    <a:pt x="18511" y="11341"/>
                  </a:lnTo>
                  <a:lnTo>
                    <a:pt x="18425" y="11341"/>
                  </a:lnTo>
                  <a:lnTo>
                    <a:pt x="18425" y="11214"/>
                  </a:lnTo>
                  <a:lnTo>
                    <a:pt x="18339" y="11214"/>
                  </a:lnTo>
                  <a:lnTo>
                    <a:pt x="18189" y="11341"/>
                  </a:lnTo>
                  <a:lnTo>
                    <a:pt x="18103" y="11341"/>
                  </a:lnTo>
                  <a:lnTo>
                    <a:pt x="18103" y="11437"/>
                  </a:lnTo>
                  <a:lnTo>
                    <a:pt x="17953" y="11564"/>
                  </a:lnTo>
                  <a:lnTo>
                    <a:pt x="18017" y="11564"/>
                  </a:lnTo>
                  <a:lnTo>
                    <a:pt x="18017" y="11692"/>
                  </a:lnTo>
                  <a:lnTo>
                    <a:pt x="17867" y="11692"/>
                  </a:lnTo>
                  <a:lnTo>
                    <a:pt x="17781" y="11787"/>
                  </a:lnTo>
                  <a:lnTo>
                    <a:pt x="17717" y="11692"/>
                  </a:lnTo>
                  <a:lnTo>
                    <a:pt x="17631" y="11437"/>
                  </a:lnTo>
                  <a:lnTo>
                    <a:pt x="17631" y="11341"/>
                  </a:lnTo>
                  <a:lnTo>
                    <a:pt x="17481" y="11341"/>
                  </a:lnTo>
                  <a:lnTo>
                    <a:pt x="17481" y="11214"/>
                  </a:lnTo>
                  <a:lnTo>
                    <a:pt x="17395" y="11341"/>
                  </a:lnTo>
                  <a:lnTo>
                    <a:pt x="17395" y="11214"/>
                  </a:lnTo>
                  <a:lnTo>
                    <a:pt x="17395" y="11341"/>
                  </a:lnTo>
                  <a:lnTo>
                    <a:pt x="17310" y="11214"/>
                  </a:lnTo>
                  <a:lnTo>
                    <a:pt x="17310" y="11086"/>
                  </a:lnTo>
                  <a:lnTo>
                    <a:pt x="17224" y="10991"/>
                  </a:lnTo>
                  <a:lnTo>
                    <a:pt x="17159" y="10991"/>
                  </a:lnTo>
                  <a:lnTo>
                    <a:pt x="17159" y="10863"/>
                  </a:lnTo>
                  <a:lnTo>
                    <a:pt x="17074" y="10736"/>
                  </a:lnTo>
                  <a:lnTo>
                    <a:pt x="17159" y="10736"/>
                  </a:lnTo>
                  <a:lnTo>
                    <a:pt x="17159" y="10385"/>
                  </a:lnTo>
                  <a:lnTo>
                    <a:pt x="17310" y="10513"/>
                  </a:lnTo>
                  <a:lnTo>
                    <a:pt x="17545" y="10513"/>
                  </a:lnTo>
                  <a:lnTo>
                    <a:pt x="17545" y="10162"/>
                  </a:lnTo>
                  <a:lnTo>
                    <a:pt x="17631" y="9907"/>
                  </a:lnTo>
                  <a:lnTo>
                    <a:pt x="17717" y="9780"/>
                  </a:lnTo>
                  <a:lnTo>
                    <a:pt x="17781" y="9780"/>
                  </a:lnTo>
                  <a:lnTo>
                    <a:pt x="17867" y="9684"/>
                  </a:lnTo>
                  <a:lnTo>
                    <a:pt x="17953" y="9684"/>
                  </a:lnTo>
                  <a:lnTo>
                    <a:pt x="17953" y="9430"/>
                  </a:lnTo>
                  <a:lnTo>
                    <a:pt x="18017" y="9334"/>
                  </a:lnTo>
                  <a:lnTo>
                    <a:pt x="18017" y="9207"/>
                  </a:lnTo>
                  <a:lnTo>
                    <a:pt x="18103" y="9079"/>
                  </a:lnTo>
                  <a:lnTo>
                    <a:pt x="18189" y="9079"/>
                  </a:lnTo>
                  <a:lnTo>
                    <a:pt x="18189" y="9207"/>
                  </a:lnTo>
                  <a:lnTo>
                    <a:pt x="18275" y="9207"/>
                  </a:lnTo>
                  <a:lnTo>
                    <a:pt x="18275" y="9079"/>
                  </a:lnTo>
                  <a:lnTo>
                    <a:pt x="18339" y="9207"/>
                  </a:lnTo>
                  <a:lnTo>
                    <a:pt x="18511" y="9334"/>
                  </a:lnTo>
                  <a:lnTo>
                    <a:pt x="18575" y="9430"/>
                  </a:lnTo>
                  <a:lnTo>
                    <a:pt x="18511" y="9430"/>
                  </a:lnTo>
                  <a:lnTo>
                    <a:pt x="18511" y="9557"/>
                  </a:lnTo>
                  <a:lnTo>
                    <a:pt x="18425" y="9684"/>
                  </a:lnTo>
                  <a:lnTo>
                    <a:pt x="18425" y="9780"/>
                  </a:lnTo>
                  <a:lnTo>
                    <a:pt x="18339" y="9780"/>
                  </a:lnTo>
                  <a:lnTo>
                    <a:pt x="18339" y="9907"/>
                  </a:lnTo>
                  <a:lnTo>
                    <a:pt x="18425" y="10035"/>
                  </a:lnTo>
                  <a:lnTo>
                    <a:pt x="18425" y="10162"/>
                  </a:lnTo>
                  <a:lnTo>
                    <a:pt x="18339" y="10162"/>
                  </a:lnTo>
                  <a:lnTo>
                    <a:pt x="18425" y="10258"/>
                  </a:lnTo>
                  <a:lnTo>
                    <a:pt x="18511" y="10258"/>
                  </a:lnTo>
                  <a:lnTo>
                    <a:pt x="18575" y="10162"/>
                  </a:lnTo>
                  <a:lnTo>
                    <a:pt x="18511" y="10258"/>
                  </a:lnTo>
                  <a:lnTo>
                    <a:pt x="18511" y="10385"/>
                  </a:lnTo>
                  <a:lnTo>
                    <a:pt x="18425" y="10385"/>
                  </a:lnTo>
                  <a:lnTo>
                    <a:pt x="18339" y="10513"/>
                  </a:lnTo>
                  <a:lnTo>
                    <a:pt x="18275" y="10513"/>
                  </a:lnTo>
                  <a:lnTo>
                    <a:pt x="18339" y="10608"/>
                  </a:lnTo>
                  <a:lnTo>
                    <a:pt x="18511" y="10608"/>
                  </a:lnTo>
                  <a:lnTo>
                    <a:pt x="18511" y="10513"/>
                  </a:lnTo>
                  <a:lnTo>
                    <a:pt x="18661" y="10385"/>
                  </a:lnTo>
                  <a:lnTo>
                    <a:pt x="18575" y="10258"/>
                  </a:lnTo>
                  <a:lnTo>
                    <a:pt x="18661" y="10162"/>
                  </a:lnTo>
                  <a:lnTo>
                    <a:pt x="18832" y="10035"/>
                  </a:lnTo>
                  <a:lnTo>
                    <a:pt x="18897" y="10035"/>
                  </a:lnTo>
                  <a:lnTo>
                    <a:pt x="18897" y="9907"/>
                  </a:lnTo>
                  <a:lnTo>
                    <a:pt x="18983" y="9907"/>
                  </a:lnTo>
                  <a:lnTo>
                    <a:pt x="19068" y="9780"/>
                  </a:lnTo>
                  <a:lnTo>
                    <a:pt x="19133" y="9907"/>
                  </a:lnTo>
                  <a:lnTo>
                    <a:pt x="19219" y="9907"/>
                  </a:lnTo>
                  <a:lnTo>
                    <a:pt x="19369" y="9684"/>
                  </a:lnTo>
                  <a:lnTo>
                    <a:pt x="19369" y="9780"/>
                  </a:lnTo>
                  <a:lnTo>
                    <a:pt x="19540" y="9684"/>
                  </a:lnTo>
                  <a:lnTo>
                    <a:pt x="20570" y="8729"/>
                  </a:lnTo>
                  <a:lnTo>
                    <a:pt x="20656" y="8028"/>
                  </a:lnTo>
                  <a:lnTo>
                    <a:pt x="20956" y="7677"/>
                  </a:lnTo>
                  <a:lnTo>
                    <a:pt x="20956" y="7423"/>
                  </a:lnTo>
                  <a:lnTo>
                    <a:pt x="21128" y="7423"/>
                  </a:lnTo>
                  <a:lnTo>
                    <a:pt x="21128" y="6945"/>
                  </a:lnTo>
                  <a:lnTo>
                    <a:pt x="21042" y="6945"/>
                  </a:lnTo>
                  <a:lnTo>
                    <a:pt x="21042" y="6499"/>
                  </a:lnTo>
                  <a:lnTo>
                    <a:pt x="20956" y="6371"/>
                  </a:lnTo>
                  <a:lnTo>
                    <a:pt x="20956" y="6244"/>
                  </a:lnTo>
                  <a:lnTo>
                    <a:pt x="20892" y="6116"/>
                  </a:lnTo>
                  <a:lnTo>
                    <a:pt x="20892" y="6021"/>
                  </a:lnTo>
                  <a:lnTo>
                    <a:pt x="20956" y="6021"/>
                  </a:lnTo>
                  <a:lnTo>
                    <a:pt x="20956" y="5766"/>
                  </a:lnTo>
                  <a:lnTo>
                    <a:pt x="21042" y="5670"/>
                  </a:lnTo>
                  <a:lnTo>
                    <a:pt x="21128" y="5670"/>
                  </a:lnTo>
                  <a:lnTo>
                    <a:pt x="21213" y="5766"/>
                  </a:lnTo>
                  <a:lnTo>
                    <a:pt x="21514" y="5766"/>
                  </a:lnTo>
                  <a:lnTo>
                    <a:pt x="21514" y="5543"/>
                  </a:lnTo>
                  <a:lnTo>
                    <a:pt x="21449" y="5415"/>
                  </a:lnTo>
                  <a:lnTo>
                    <a:pt x="21514" y="5288"/>
                  </a:lnTo>
                  <a:lnTo>
                    <a:pt x="21514" y="4364"/>
                  </a:lnTo>
                  <a:lnTo>
                    <a:pt x="21449" y="4364"/>
                  </a:lnTo>
                  <a:lnTo>
                    <a:pt x="21514" y="4364"/>
                  </a:lnTo>
                  <a:lnTo>
                    <a:pt x="21514" y="4237"/>
                  </a:lnTo>
                  <a:lnTo>
                    <a:pt x="21449" y="4109"/>
                  </a:lnTo>
                  <a:lnTo>
                    <a:pt x="21514" y="4014"/>
                  </a:lnTo>
                  <a:lnTo>
                    <a:pt x="21599" y="4014"/>
                  </a:lnTo>
                  <a:lnTo>
                    <a:pt x="21599" y="3759"/>
                  </a:lnTo>
                  <a:lnTo>
                    <a:pt x="21514" y="3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0" name="AutoShape 104"/>
            <p:cNvSpPr>
              <a:spLocks/>
            </p:cNvSpPr>
            <p:nvPr/>
          </p:nvSpPr>
          <p:spPr bwMode="auto">
            <a:xfrm>
              <a:off x="18760834" y="5820374"/>
              <a:ext cx="120831" cy="247260"/>
            </a:xfrm>
            <a:custGeom>
              <a:avLst/>
              <a:gdLst>
                <a:gd name="T0" fmla="*/ 60416 w 21600"/>
                <a:gd name="T1" fmla="*/ 123630 h 21600"/>
                <a:gd name="T2" fmla="*/ 60416 w 21600"/>
                <a:gd name="T3" fmla="*/ 123630 h 21600"/>
                <a:gd name="T4" fmla="*/ 60416 w 21600"/>
                <a:gd name="T5" fmla="*/ 123630 h 21600"/>
                <a:gd name="T6" fmla="*/ 60416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19" y="1371"/>
                  </a:moveTo>
                  <a:lnTo>
                    <a:pt x="15839" y="0"/>
                  </a:lnTo>
                  <a:lnTo>
                    <a:pt x="13679" y="0"/>
                  </a:lnTo>
                  <a:lnTo>
                    <a:pt x="13679" y="1371"/>
                  </a:lnTo>
                  <a:lnTo>
                    <a:pt x="10800" y="1371"/>
                  </a:lnTo>
                  <a:lnTo>
                    <a:pt x="7919" y="2742"/>
                  </a:lnTo>
                  <a:lnTo>
                    <a:pt x="5040" y="3771"/>
                  </a:lnTo>
                  <a:lnTo>
                    <a:pt x="5040" y="5142"/>
                  </a:lnTo>
                  <a:lnTo>
                    <a:pt x="2880" y="7885"/>
                  </a:lnTo>
                  <a:lnTo>
                    <a:pt x="0" y="10285"/>
                  </a:lnTo>
                  <a:lnTo>
                    <a:pt x="0" y="14057"/>
                  </a:lnTo>
                  <a:lnTo>
                    <a:pt x="2880" y="15428"/>
                  </a:lnTo>
                  <a:lnTo>
                    <a:pt x="2880" y="16799"/>
                  </a:lnTo>
                  <a:lnTo>
                    <a:pt x="5040" y="16799"/>
                  </a:lnTo>
                  <a:lnTo>
                    <a:pt x="5040" y="17828"/>
                  </a:lnTo>
                  <a:lnTo>
                    <a:pt x="7919" y="17828"/>
                  </a:lnTo>
                  <a:lnTo>
                    <a:pt x="10800" y="19199"/>
                  </a:lnTo>
                  <a:lnTo>
                    <a:pt x="10800" y="21599"/>
                  </a:lnTo>
                  <a:lnTo>
                    <a:pt x="13679" y="21599"/>
                  </a:lnTo>
                  <a:lnTo>
                    <a:pt x="13679" y="16799"/>
                  </a:lnTo>
                  <a:lnTo>
                    <a:pt x="15839" y="14057"/>
                  </a:lnTo>
                  <a:lnTo>
                    <a:pt x="15839" y="12685"/>
                  </a:lnTo>
                  <a:lnTo>
                    <a:pt x="18719" y="12685"/>
                  </a:lnTo>
                  <a:lnTo>
                    <a:pt x="15839" y="12685"/>
                  </a:lnTo>
                  <a:lnTo>
                    <a:pt x="18719" y="10285"/>
                  </a:lnTo>
                  <a:lnTo>
                    <a:pt x="18719" y="8914"/>
                  </a:lnTo>
                  <a:lnTo>
                    <a:pt x="15839" y="7885"/>
                  </a:lnTo>
                  <a:lnTo>
                    <a:pt x="18719" y="6514"/>
                  </a:lnTo>
                  <a:lnTo>
                    <a:pt x="18719" y="2742"/>
                  </a:lnTo>
                  <a:lnTo>
                    <a:pt x="21599" y="2742"/>
                  </a:lnTo>
                  <a:lnTo>
                    <a:pt x="21599" y="1371"/>
                  </a:lnTo>
                  <a:lnTo>
                    <a:pt x="18719" y="13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1" name="AutoShape 105"/>
            <p:cNvSpPr>
              <a:spLocks/>
            </p:cNvSpPr>
            <p:nvPr/>
          </p:nvSpPr>
          <p:spPr bwMode="auto">
            <a:xfrm>
              <a:off x="12973088" y="7103760"/>
              <a:ext cx="700814" cy="596560"/>
            </a:xfrm>
            <a:custGeom>
              <a:avLst/>
              <a:gdLst>
                <a:gd name="T0" fmla="*/ 350407 w 21600"/>
                <a:gd name="T1" fmla="*/ 298280 h 21600"/>
                <a:gd name="T2" fmla="*/ 350407 w 21600"/>
                <a:gd name="T3" fmla="*/ 298280 h 21600"/>
                <a:gd name="T4" fmla="*/ 350407 w 21600"/>
                <a:gd name="T5" fmla="*/ 298280 h 21600"/>
                <a:gd name="T6" fmla="*/ 350407 w 21600"/>
                <a:gd name="T7" fmla="*/ 298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586" y="2557"/>
                  </a:moveTo>
                  <a:lnTo>
                    <a:pt x="5586" y="2131"/>
                  </a:lnTo>
                  <a:lnTo>
                    <a:pt x="6082" y="2131"/>
                  </a:lnTo>
                  <a:lnTo>
                    <a:pt x="6455" y="1563"/>
                  </a:lnTo>
                  <a:lnTo>
                    <a:pt x="7820" y="0"/>
                  </a:lnTo>
                  <a:lnTo>
                    <a:pt x="8317" y="426"/>
                  </a:lnTo>
                  <a:lnTo>
                    <a:pt x="8813" y="0"/>
                  </a:lnTo>
                  <a:lnTo>
                    <a:pt x="8813" y="1563"/>
                  </a:lnTo>
                  <a:lnTo>
                    <a:pt x="9186" y="2131"/>
                  </a:lnTo>
                  <a:lnTo>
                    <a:pt x="9682" y="2131"/>
                  </a:lnTo>
                  <a:lnTo>
                    <a:pt x="10179" y="1563"/>
                  </a:lnTo>
                  <a:lnTo>
                    <a:pt x="10675" y="2131"/>
                  </a:lnTo>
                  <a:lnTo>
                    <a:pt x="12041" y="2131"/>
                  </a:lnTo>
                  <a:lnTo>
                    <a:pt x="12910" y="3126"/>
                  </a:lnTo>
                  <a:lnTo>
                    <a:pt x="13406" y="3126"/>
                  </a:lnTo>
                  <a:lnTo>
                    <a:pt x="13779" y="3694"/>
                  </a:lnTo>
                  <a:lnTo>
                    <a:pt x="14772" y="3694"/>
                  </a:lnTo>
                  <a:lnTo>
                    <a:pt x="15268" y="4121"/>
                  </a:lnTo>
                  <a:lnTo>
                    <a:pt x="16634" y="4121"/>
                  </a:lnTo>
                  <a:lnTo>
                    <a:pt x="18000" y="2557"/>
                  </a:lnTo>
                  <a:lnTo>
                    <a:pt x="19862" y="2557"/>
                  </a:lnTo>
                  <a:lnTo>
                    <a:pt x="19862" y="3126"/>
                  </a:lnTo>
                  <a:lnTo>
                    <a:pt x="21600" y="3126"/>
                  </a:lnTo>
                  <a:lnTo>
                    <a:pt x="19862" y="5257"/>
                  </a:lnTo>
                  <a:lnTo>
                    <a:pt x="19862" y="13215"/>
                  </a:lnTo>
                  <a:lnTo>
                    <a:pt x="21227" y="14778"/>
                  </a:lnTo>
                  <a:lnTo>
                    <a:pt x="20234" y="15773"/>
                  </a:lnTo>
                  <a:lnTo>
                    <a:pt x="19862" y="16342"/>
                  </a:lnTo>
                  <a:lnTo>
                    <a:pt x="20234" y="16342"/>
                  </a:lnTo>
                  <a:lnTo>
                    <a:pt x="19365" y="16342"/>
                  </a:lnTo>
                  <a:lnTo>
                    <a:pt x="18868" y="16768"/>
                  </a:lnTo>
                  <a:lnTo>
                    <a:pt x="18372" y="16768"/>
                  </a:lnTo>
                  <a:lnTo>
                    <a:pt x="18372" y="17336"/>
                  </a:lnTo>
                  <a:lnTo>
                    <a:pt x="18000" y="17905"/>
                  </a:lnTo>
                  <a:lnTo>
                    <a:pt x="17503" y="18473"/>
                  </a:lnTo>
                  <a:lnTo>
                    <a:pt x="17503" y="19468"/>
                  </a:lnTo>
                  <a:lnTo>
                    <a:pt x="15641" y="21600"/>
                  </a:lnTo>
                  <a:lnTo>
                    <a:pt x="13406" y="19468"/>
                  </a:lnTo>
                  <a:lnTo>
                    <a:pt x="12910" y="19468"/>
                  </a:lnTo>
                  <a:lnTo>
                    <a:pt x="12910" y="18900"/>
                  </a:lnTo>
                  <a:lnTo>
                    <a:pt x="12413" y="18473"/>
                  </a:lnTo>
                  <a:lnTo>
                    <a:pt x="5089" y="13642"/>
                  </a:lnTo>
                  <a:lnTo>
                    <a:pt x="4593" y="13642"/>
                  </a:lnTo>
                  <a:lnTo>
                    <a:pt x="5089" y="11510"/>
                  </a:lnTo>
                  <a:lnTo>
                    <a:pt x="5089" y="11084"/>
                  </a:lnTo>
                  <a:lnTo>
                    <a:pt x="6455" y="9521"/>
                  </a:lnTo>
                  <a:lnTo>
                    <a:pt x="6455" y="8952"/>
                  </a:lnTo>
                  <a:lnTo>
                    <a:pt x="7448" y="8952"/>
                  </a:lnTo>
                  <a:lnTo>
                    <a:pt x="7448" y="8384"/>
                  </a:lnTo>
                  <a:lnTo>
                    <a:pt x="7820" y="7815"/>
                  </a:lnTo>
                  <a:lnTo>
                    <a:pt x="7820" y="6821"/>
                  </a:lnTo>
                  <a:lnTo>
                    <a:pt x="7448" y="6252"/>
                  </a:lnTo>
                  <a:lnTo>
                    <a:pt x="7820" y="6252"/>
                  </a:lnTo>
                  <a:lnTo>
                    <a:pt x="7448" y="6252"/>
                  </a:lnTo>
                  <a:lnTo>
                    <a:pt x="6951" y="5826"/>
                  </a:lnTo>
                  <a:lnTo>
                    <a:pt x="6951" y="5257"/>
                  </a:lnTo>
                  <a:lnTo>
                    <a:pt x="6455" y="4689"/>
                  </a:lnTo>
                  <a:lnTo>
                    <a:pt x="6455" y="3694"/>
                  </a:lnTo>
                  <a:lnTo>
                    <a:pt x="6082" y="3694"/>
                  </a:lnTo>
                  <a:lnTo>
                    <a:pt x="6082" y="3126"/>
                  </a:lnTo>
                  <a:lnTo>
                    <a:pt x="5586" y="2557"/>
                  </a:lnTo>
                  <a:close/>
                  <a:moveTo>
                    <a:pt x="0" y="13642"/>
                  </a:moveTo>
                  <a:lnTo>
                    <a:pt x="1862" y="13642"/>
                  </a:lnTo>
                  <a:lnTo>
                    <a:pt x="0" y="1364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2" name="AutoShape 106"/>
            <p:cNvSpPr>
              <a:spLocks/>
            </p:cNvSpPr>
            <p:nvPr/>
          </p:nvSpPr>
          <p:spPr bwMode="auto">
            <a:xfrm>
              <a:off x="12840172" y="7174403"/>
              <a:ext cx="386658" cy="337527"/>
            </a:xfrm>
            <a:custGeom>
              <a:avLst/>
              <a:gdLst>
                <a:gd name="T0" fmla="*/ 193329 w 21600"/>
                <a:gd name="T1" fmla="*/ 168764 h 21600"/>
                <a:gd name="T2" fmla="*/ 193329 w 21600"/>
                <a:gd name="T3" fmla="*/ 168764 h 21600"/>
                <a:gd name="T4" fmla="*/ 193329 w 21600"/>
                <a:gd name="T5" fmla="*/ 168764 h 21600"/>
                <a:gd name="T6" fmla="*/ 193329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49" y="15823"/>
                  </a:moveTo>
                  <a:lnTo>
                    <a:pt x="16649" y="15069"/>
                  </a:lnTo>
                  <a:lnTo>
                    <a:pt x="19124" y="12306"/>
                  </a:lnTo>
                  <a:lnTo>
                    <a:pt x="19124" y="11302"/>
                  </a:lnTo>
                  <a:lnTo>
                    <a:pt x="20924" y="11302"/>
                  </a:lnTo>
                  <a:lnTo>
                    <a:pt x="20924" y="10297"/>
                  </a:lnTo>
                  <a:lnTo>
                    <a:pt x="21599" y="9293"/>
                  </a:lnTo>
                  <a:lnTo>
                    <a:pt x="21599" y="7534"/>
                  </a:lnTo>
                  <a:lnTo>
                    <a:pt x="20924" y="6530"/>
                  </a:lnTo>
                  <a:lnTo>
                    <a:pt x="21599" y="6530"/>
                  </a:lnTo>
                  <a:lnTo>
                    <a:pt x="20924" y="6530"/>
                  </a:lnTo>
                  <a:lnTo>
                    <a:pt x="20025" y="5776"/>
                  </a:lnTo>
                  <a:lnTo>
                    <a:pt x="20025" y="4772"/>
                  </a:lnTo>
                  <a:lnTo>
                    <a:pt x="19124" y="3767"/>
                  </a:lnTo>
                  <a:lnTo>
                    <a:pt x="19124" y="2009"/>
                  </a:lnTo>
                  <a:lnTo>
                    <a:pt x="18450" y="2009"/>
                  </a:lnTo>
                  <a:lnTo>
                    <a:pt x="18450" y="1004"/>
                  </a:lnTo>
                  <a:lnTo>
                    <a:pt x="17550" y="0"/>
                  </a:lnTo>
                  <a:lnTo>
                    <a:pt x="16649" y="1004"/>
                  </a:lnTo>
                  <a:lnTo>
                    <a:pt x="15749" y="1004"/>
                  </a:lnTo>
                  <a:lnTo>
                    <a:pt x="15075" y="2009"/>
                  </a:lnTo>
                  <a:lnTo>
                    <a:pt x="14174" y="1004"/>
                  </a:lnTo>
                  <a:lnTo>
                    <a:pt x="13275" y="1004"/>
                  </a:lnTo>
                  <a:lnTo>
                    <a:pt x="12600" y="2009"/>
                  </a:lnTo>
                  <a:lnTo>
                    <a:pt x="10800" y="2009"/>
                  </a:lnTo>
                  <a:lnTo>
                    <a:pt x="10800" y="2762"/>
                  </a:lnTo>
                  <a:lnTo>
                    <a:pt x="9225" y="2762"/>
                  </a:lnTo>
                  <a:lnTo>
                    <a:pt x="9225" y="2009"/>
                  </a:lnTo>
                  <a:lnTo>
                    <a:pt x="6750" y="2009"/>
                  </a:lnTo>
                  <a:lnTo>
                    <a:pt x="5849" y="1004"/>
                  </a:lnTo>
                  <a:lnTo>
                    <a:pt x="5849" y="3767"/>
                  </a:lnTo>
                  <a:lnTo>
                    <a:pt x="4950" y="3767"/>
                  </a:lnTo>
                  <a:lnTo>
                    <a:pt x="4950" y="7534"/>
                  </a:lnTo>
                  <a:lnTo>
                    <a:pt x="5849" y="8539"/>
                  </a:lnTo>
                  <a:lnTo>
                    <a:pt x="5849" y="9293"/>
                  </a:lnTo>
                  <a:lnTo>
                    <a:pt x="4275" y="11302"/>
                  </a:lnTo>
                  <a:lnTo>
                    <a:pt x="2475" y="13060"/>
                  </a:lnTo>
                  <a:lnTo>
                    <a:pt x="900" y="15823"/>
                  </a:lnTo>
                  <a:lnTo>
                    <a:pt x="900" y="18837"/>
                  </a:lnTo>
                  <a:lnTo>
                    <a:pt x="0" y="20595"/>
                  </a:lnTo>
                  <a:lnTo>
                    <a:pt x="0" y="21599"/>
                  </a:lnTo>
                  <a:lnTo>
                    <a:pt x="900" y="21599"/>
                  </a:lnTo>
                  <a:lnTo>
                    <a:pt x="1575" y="20595"/>
                  </a:lnTo>
                  <a:lnTo>
                    <a:pt x="2475" y="21599"/>
                  </a:lnTo>
                  <a:lnTo>
                    <a:pt x="3375" y="20595"/>
                  </a:lnTo>
                  <a:lnTo>
                    <a:pt x="4275" y="20595"/>
                  </a:lnTo>
                  <a:lnTo>
                    <a:pt x="4950" y="19590"/>
                  </a:lnTo>
                  <a:lnTo>
                    <a:pt x="15749" y="19590"/>
                  </a:lnTo>
                  <a:lnTo>
                    <a:pt x="16649" y="158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3" name="AutoShape 107"/>
            <p:cNvSpPr>
              <a:spLocks/>
            </p:cNvSpPr>
            <p:nvPr/>
          </p:nvSpPr>
          <p:spPr bwMode="auto">
            <a:xfrm>
              <a:off x="11841317" y="6766235"/>
              <a:ext cx="865949" cy="510215"/>
            </a:xfrm>
            <a:custGeom>
              <a:avLst/>
              <a:gdLst>
                <a:gd name="T0" fmla="*/ 432975 w 21600"/>
                <a:gd name="T1" fmla="*/ 255108 h 21600"/>
                <a:gd name="T2" fmla="*/ 432975 w 21600"/>
                <a:gd name="T3" fmla="*/ 255108 h 21600"/>
                <a:gd name="T4" fmla="*/ 432975 w 21600"/>
                <a:gd name="T5" fmla="*/ 255108 h 21600"/>
                <a:gd name="T6" fmla="*/ 432975 w 21600"/>
                <a:gd name="T7" fmla="*/ 2551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63" y="0"/>
                  </a:moveTo>
                  <a:lnTo>
                    <a:pt x="13763" y="664"/>
                  </a:lnTo>
                  <a:lnTo>
                    <a:pt x="14165" y="1329"/>
                  </a:lnTo>
                  <a:lnTo>
                    <a:pt x="14466" y="2492"/>
                  </a:lnTo>
                  <a:lnTo>
                    <a:pt x="15270" y="3821"/>
                  </a:lnTo>
                  <a:lnTo>
                    <a:pt x="14868" y="4320"/>
                  </a:lnTo>
                  <a:lnTo>
                    <a:pt x="14868" y="6313"/>
                  </a:lnTo>
                  <a:lnTo>
                    <a:pt x="15572" y="6313"/>
                  </a:lnTo>
                  <a:lnTo>
                    <a:pt x="15572" y="5649"/>
                  </a:lnTo>
                  <a:lnTo>
                    <a:pt x="15973" y="5649"/>
                  </a:lnTo>
                  <a:lnTo>
                    <a:pt x="16375" y="6313"/>
                  </a:lnTo>
                  <a:lnTo>
                    <a:pt x="15973" y="6313"/>
                  </a:lnTo>
                  <a:lnTo>
                    <a:pt x="15973" y="6812"/>
                  </a:lnTo>
                  <a:lnTo>
                    <a:pt x="16375" y="7476"/>
                  </a:lnTo>
                  <a:lnTo>
                    <a:pt x="17480" y="7476"/>
                  </a:lnTo>
                  <a:lnTo>
                    <a:pt x="17480" y="8141"/>
                  </a:lnTo>
                  <a:lnTo>
                    <a:pt x="17882" y="8141"/>
                  </a:lnTo>
                  <a:lnTo>
                    <a:pt x="18184" y="8640"/>
                  </a:lnTo>
                  <a:lnTo>
                    <a:pt x="17882" y="9304"/>
                  </a:lnTo>
                  <a:lnTo>
                    <a:pt x="18184" y="9969"/>
                  </a:lnTo>
                  <a:lnTo>
                    <a:pt x="18586" y="9969"/>
                  </a:lnTo>
                  <a:lnTo>
                    <a:pt x="18586" y="10633"/>
                  </a:lnTo>
                  <a:lnTo>
                    <a:pt x="18987" y="9969"/>
                  </a:lnTo>
                  <a:lnTo>
                    <a:pt x="19389" y="10633"/>
                  </a:lnTo>
                  <a:lnTo>
                    <a:pt x="19389" y="11132"/>
                  </a:lnTo>
                  <a:lnTo>
                    <a:pt x="19691" y="11796"/>
                  </a:lnTo>
                  <a:lnTo>
                    <a:pt x="20093" y="12461"/>
                  </a:lnTo>
                  <a:lnTo>
                    <a:pt x="20093" y="12960"/>
                  </a:lnTo>
                  <a:lnTo>
                    <a:pt x="20796" y="12960"/>
                  </a:lnTo>
                  <a:lnTo>
                    <a:pt x="21198" y="13624"/>
                  </a:lnTo>
                  <a:lnTo>
                    <a:pt x="20796" y="13624"/>
                  </a:lnTo>
                  <a:lnTo>
                    <a:pt x="21198" y="14289"/>
                  </a:lnTo>
                  <a:lnTo>
                    <a:pt x="21198" y="14787"/>
                  </a:lnTo>
                  <a:lnTo>
                    <a:pt x="21599" y="14787"/>
                  </a:lnTo>
                  <a:lnTo>
                    <a:pt x="21599" y="15452"/>
                  </a:lnTo>
                  <a:lnTo>
                    <a:pt x="21198" y="14787"/>
                  </a:lnTo>
                  <a:lnTo>
                    <a:pt x="20796" y="14787"/>
                  </a:lnTo>
                  <a:lnTo>
                    <a:pt x="20494" y="15452"/>
                  </a:lnTo>
                  <a:lnTo>
                    <a:pt x="19691" y="15452"/>
                  </a:lnTo>
                  <a:lnTo>
                    <a:pt x="19389" y="14787"/>
                  </a:lnTo>
                  <a:lnTo>
                    <a:pt x="18184" y="14787"/>
                  </a:lnTo>
                  <a:lnTo>
                    <a:pt x="17882" y="15452"/>
                  </a:lnTo>
                  <a:lnTo>
                    <a:pt x="15572" y="15452"/>
                  </a:lnTo>
                  <a:lnTo>
                    <a:pt x="15270" y="16116"/>
                  </a:lnTo>
                  <a:lnTo>
                    <a:pt x="13361" y="16116"/>
                  </a:lnTo>
                  <a:lnTo>
                    <a:pt x="13060" y="16781"/>
                  </a:lnTo>
                  <a:lnTo>
                    <a:pt x="13060" y="17280"/>
                  </a:lnTo>
                  <a:lnTo>
                    <a:pt x="13361" y="17280"/>
                  </a:lnTo>
                  <a:lnTo>
                    <a:pt x="10749" y="17280"/>
                  </a:lnTo>
                  <a:lnTo>
                    <a:pt x="10448" y="16781"/>
                  </a:lnTo>
                  <a:lnTo>
                    <a:pt x="10046" y="16781"/>
                  </a:lnTo>
                  <a:lnTo>
                    <a:pt x="9644" y="16116"/>
                  </a:lnTo>
                  <a:lnTo>
                    <a:pt x="9343" y="16116"/>
                  </a:lnTo>
                  <a:lnTo>
                    <a:pt x="8941" y="15452"/>
                  </a:lnTo>
                  <a:lnTo>
                    <a:pt x="7434" y="15452"/>
                  </a:lnTo>
                  <a:lnTo>
                    <a:pt x="7434" y="16781"/>
                  </a:lnTo>
                  <a:lnTo>
                    <a:pt x="7032" y="16781"/>
                  </a:lnTo>
                  <a:lnTo>
                    <a:pt x="7032" y="18609"/>
                  </a:lnTo>
                  <a:lnTo>
                    <a:pt x="6731" y="18609"/>
                  </a:lnTo>
                  <a:lnTo>
                    <a:pt x="6731" y="19107"/>
                  </a:lnTo>
                  <a:lnTo>
                    <a:pt x="6329" y="18609"/>
                  </a:lnTo>
                  <a:lnTo>
                    <a:pt x="5224" y="18609"/>
                  </a:lnTo>
                  <a:lnTo>
                    <a:pt x="4420" y="19107"/>
                  </a:lnTo>
                  <a:lnTo>
                    <a:pt x="4119" y="19107"/>
                  </a:lnTo>
                  <a:lnTo>
                    <a:pt x="3717" y="19772"/>
                  </a:lnTo>
                  <a:lnTo>
                    <a:pt x="3013" y="21600"/>
                  </a:lnTo>
                  <a:lnTo>
                    <a:pt x="3013" y="20436"/>
                  </a:lnTo>
                  <a:lnTo>
                    <a:pt x="2210" y="20436"/>
                  </a:lnTo>
                  <a:lnTo>
                    <a:pt x="2210" y="19772"/>
                  </a:lnTo>
                  <a:lnTo>
                    <a:pt x="1808" y="19107"/>
                  </a:lnTo>
                  <a:lnTo>
                    <a:pt x="1506" y="17944"/>
                  </a:lnTo>
                  <a:lnTo>
                    <a:pt x="1105" y="17280"/>
                  </a:lnTo>
                  <a:lnTo>
                    <a:pt x="703" y="16781"/>
                  </a:lnTo>
                  <a:lnTo>
                    <a:pt x="401" y="16781"/>
                  </a:lnTo>
                  <a:lnTo>
                    <a:pt x="401" y="12960"/>
                  </a:lnTo>
                  <a:lnTo>
                    <a:pt x="0" y="12461"/>
                  </a:lnTo>
                  <a:lnTo>
                    <a:pt x="401" y="12461"/>
                  </a:lnTo>
                  <a:lnTo>
                    <a:pt x="703" y="11796"/>
                  </a:lnTo>
                  <a:lnTo>
                    <a:pt x="1105" y="11132"/>
                  </a:lnTo>
                  <a:lnTo>
                    <a:pt x="1506" y="9969"/>
                  </a:lnTo>
                  <a:lnTo>
                    <a:pt x="1506" y="9304"/>
                  </a:lnTo>
                  <a:lnTo>
                    <a:pt x="1808" y="9304"/>
                  </a:lnTo>
                  <a:lnTo>
                    <a:pt x="1808" y="8640"/>
                  </a:lnTo>
                  <a:lnTo>
                    <a:pt x="2210" y="8640"/>
                  </a:lnTo>
                  <a:lnTo>
                    <a:pt x="2210" y="9304"/>
                  </a:lnTo>
                  <a:lnTo>
                    <a:pt x="3315" y="9304"/>
                  </a:lnTo>
                  <a:lnTo>
                    <a:pt x="3315" y="8141"/>
                  </a:lnTo>
                  <a:lnTo>
                    <a:pt x="3717" y="8141"/>
                  </a:lnTo>
                  <a:lnTo>
                    <a:pt x="4119" y="8640"/>
                  </a:lnTo>
                  <a:lnTo>
                    <a:pt x="4119" y="9304"/>
                  </a:lnTo>
                  <a:lnTo>
                    <a:pt x="4420" y="8640"/>
                  </a:lnTo>
                  <a:lnTo>
                    <a:pt x="4822" y="8640"/>
                  </a:lnTo>
                  <a:lnTo>
                    <a:pt x="5224" y="8141"/>
                  </a:lnTo>
                  <a:lnTo>
                    <a:pt x="5626" y="8141"/>
                  </a:lnTo>
                  <a:lnTo>
                    <a:pt x="6731" y="7476"/>
                  </a:lnTo>
                  <a:lnTo>
                    <a:pt x="7032" y="7476"/>
                  </a:lnTo>
                  <a:lnTo>
                    <a:pt x="7434" y="6812"/>
                  </a:lnTo>
                  <a:lnTo>
                    <a:pt x="7836" y="6812"/>
                  </a:lnTo>
                  <a:lnTo>
                    <a:pt x="7836" y="6313"/>
                  </a:lnTo>
                  <a:lnTo>
                    <a:pt x="7434" y="6313"/>
                  </a:lnTo>
                  <a:lnTo>
                    <a:pt x="7434" y="4984"/>
                  </a:lnTo>
                  <a:lnTo>
                    <a:pt x="8137" y="4984"/>
                  </a:lnTo>
                  <a:lnTo>
                    <a:pt x="8539" y="5649"/>
                  </a:lnTo>
                  <a:lnTo>
                    <a:pt x="9343" y="5649"/>
                  </a:lnTo>
                  <a:lnTo>
                    <a:pt x="10046" y="4984"/>
                  </a:lnTo>
                  <a:lnTo>
                    <a:pt x="10448" y="4984"/>
                  </a:lnTo>
                  <a:lnTo>
                    <a:pt x="10448" y="4320"/>
                  </a:lnTo>
                  <a:lnTo>
                    <a:pt x="10749" y="4320"/>
                  </a:lnTo>
                  <a:lnTo>
                    <a:pt x="10448" y="3821"/>
                  </a:lnTo>
                  <a:lnTo>
                    <a:pt x="10749" y="3821"/>
                  </a:lnTo>
                  <a:lnTo>
                    <a:pt x="10749" y="3156"/>
                  </a:lnTo>
                  <a:lnTo>
                    <a:pt x="11151" y="2492"/>
                  </a:lnTo>
                  <a:lnTo>
                    <a:pt x="11553" y="2492"/>
                  </a:lnTo>
                  <a:lnTo>
                    <a:pt x="11553" y="1993"/>
                  </a:lnTo>
                  <a:lnTo>
                    <a:pt x="11854" y="1993"/>
                  </a:lnTo>
                  <a:lnTo>
                    <a:pt x="11854" y="1329"/>
                  </a:lnTo>
                  <a:lnTo>
                    <a:pt x="12256" y="664"/>
                  </a:lnTo>
                  <a:lnTo>
                    <a:pt x="13361" y="664"/>
                  </a:lnTo>
                  <a:lnTo>
                    <a:pt x="1376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4" name="AutoShape 108"/>
            <p:cNvSpPr>
              <a:spLocks/>
            </p:cNvSpPr>
            <p:nvPr/>
          </p:nvSpPr>
          <p:spPr bwMode="auto">
            <a:xfrm>
              <a:off x="11498969" y="5412201"/>
              <a:ext cx="1027054" cy="847742"/>
            </a:xfrm>
            <a:custGeom>
              <a:avLst/>
              <a:gdLst>
                <a:gd name="T0" fmla="*/ 513527 w 21600"/>
                <a:gd name="T1" fmla="*/ 423871 h 21600"/>
                <a:gd name="T2" fmla="*/ 513527 w 21600"/>
                <a:gd name="T3" fmla="*/ 423871 h 21600"/>
                <a:gd name="T4" fmla="*/ 513527 w 21600"/>
                <a:gd name="T5" fmla="*/ 423871 h 21600"/>
                <a:gd name="T6" fmla="*/ 513527 w 21600"/>
                <a:gd name="T7" fmla="*/ 42387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75" y="21599"/>
                  </a:moveTo>
                  <a:lnTo>
                    <a:pt x="20075" y="20800"/>
                  </a:lnTo>
                  <a:lnTo>
                    <a:pt x="21599" y="20800"/>
                  </a:lnTo>
                  <a:lnTo>
                    <a:pt x="21007" y="6000"/>
                  </a:lnTo>
                  <a:lnTo>
                    <a:pt x="20668" y="5200"/>
                  </a:lnTo>
                  <a:lnTo>
                    <a:pt x="20668" y="4500"/>
                  </a:lnTo>
                  <a:lnTo>
                    <a:pt x="21007" y="4100"/>
                  </a:lnTo>
                  <a:lnTo>
                    <a:pt x="21007" y="3800"/>
                  </a:lnTo>
                  <a:lnTo>
                    <a:pt x="20668" y="3400"/>
                  </a:lnTo>
                  <a:lnTo>
                    <a:pt x="21007" y="2600"/>
                  </a:lnTo>
                  <a:lnTo>
                    <a:pt x="21007" y="1900"/>
                  </a:lnTo>
                  <a:lnTo>
                    <a:pt x="20668" y="1900"/>
                  </a:lnTo>
                  <a:lnTo>
                    <a:pt x="20329" y="1500"/>
                  </a:lnTo>
                  <a:lnTo>
                    <a:pt x="20075" y="1900"/>
                  </a:lnTo>
                  <a:lnTo>
                    <a:pt x="19143" y="1500"/>
                  </a:lnTo>
                  <a:lnTo>
                    <a:pt x="18804" y="1500"/>
                  </a:lnTo>
                  <a:lnTo>
                    <a:pt x="18211" y="1200"/>
                  </a:lnTo>
                  <a:lnTo>
                    <a:pt x="18211" y="800"/>
                  </a:lnTo>
                  <a:lnTo>
                    <a:pt x="17534" y="400"/>
                  </a:lnTo>
                  <a:lnTo>
                    <a:pt x="15077" y="400"/>
                  </a:lnTo>
                  <a:lnTo>
                    <a:pt x="14400" y="800"/>
                  </a:lnTo>
                  <a:lnTo>
                    <a:pt x="14061" y="1200"/>
                  </a:lnTo>
                  <a:lnTo>
                    <a:pt x="14061" y="1500"/>
                  </a:lnTo>
                  <a:lnTo>
                    <a:pt x="13807" y="1900"/>
                  </a:lnTo>
                  <a:lnTo>
                    <a:pt x="13807" y="2600"/>
                  </a:lnTo>
                  <a:lnTo>
                    <a:pt x="14061" y="3000"/>
                  </a:lnTo>
                  <a:lnTo>
                    <a:pt x="14061" y="3800"/>
                  </a:lnTo>
                  <a:lnTo>
                    <a:pt x="13807" y="4100"/>
                  </a:lnTo>
                  <a:lnTo>
                    <a:pt x="13807" y="4500"/>
                  </a:lnTo>
                  <a:lnTo>
                    <a:pt x="13129" y="4900"/>
                  </a:lnTo>
                  <a:lnTo>
                    <a:pt x="12197" y="4900"/>
                  </a:lnTo>
                  <a:lnTo>
                    <a:pt x="11943" y="4100"/>
                  </a:lnTo>
                  <a:lnTo>
                    <a:pt x="11265" y="3800"/>
                  </a:lnTo>
                  <a:lnTo>
                    <a:pt x="10672" y="3400"/>
                  </a:lnTo>
                  <a:lnTo>
                    <a:pt x="9741" y="3000"/>
                  </a:lnTo>
                  <a:lnTo>
                    <a:pt x="8131" y="3000"/>
                  </a:lnTo>
                  <a:lnTo>
                    <a:pt x="7538" y="1900"/>
                  </a:lnTo>
                  <a:lnTo>
                    <a:pt x="7538" y="1500"/>
                  </a:lnTo>
                  <a:lnTo>
                    <a:pt x="7200" y="1200"/>
                  </a:lnTo>
                  <a:lnTo>
                    <a:pt x="6268" y="800"/>
                  </a:lnTo>
                  <a:lnTo>
                    <a:pt x="5929" y="400"/>
                  </a:lnTo>
                  <a:lnTo>
                    <a:pt x="3134" y="400"/>
                  </a:lnTo>
                  <a:lnTo>
                    <a:pt x="2795" y="0"/>
                  </a:lnTo>
                  <a:lnTo>
                    <a:pt x="2456" y="0"/>
                  </a:lnTo>
                  <a:lnTo>
                    <a:pt x="2456" y="1500"/>
                  </a:lnTo>
                  <a:lnTo>
                    <a:pt x="1524" y="1900"/>
                  </a:lnTo>
                  <a:lnTo>
                    <a:pt x="1524" y="2300"/>
                  </a:lnTo>
                  <a:lnTo>
                    <a:pt x="931" y="2300"/>
                  </a:lnTo>
                  <a:lnTo>
                    <a:pt x="592" y="2600"/>
                  </a:lnTo>
                  <a:lnTo>
                    <a:pt x="592" y="3000"/>
                  </a:lnTo>
                  <a:lnTo>
                    <a:pt x="931" y="3400"/>
                  </a:lnTo>
                  <a:lnTo>
                    <a:pt x="931" y="4100"/>
                  </a:lnTo>
                  <a:lnTo>
                    <a:pt x="592" y="4100"/>
                  </a:lnTo>
                  <a:lnTo>
                    <a:pt x="592" y="4500"/>
                  </a:lnTo>
                  <a:lnTo>
                    <a:pt x="0" y="4500"/>
                  </a:lnTo>
                  <a:lnTo>
                    <a:pt x="0" y="5200"/>
                  </a:lnTo>
                  <a:lnTo>
                    <a:pt x="338" y="5600"/>
                  </a:lnTo>
                  <a:lnTo>
                    <a:pt x="338" y="8200"/>
                  </a:lnTo>
                  <a:lnTo>
                    <a:pt x="592" y="8600"/>
                  </a:lnTo>
                  <a:lnTo>
                    <a:pt x="338" y="9300"/>
                  </a:lnTo>
                  <a:lnTo>
                    <a:pt x="338" y="9700"/>
                  </a:lnTo>
                  <a:lnTo>
                    <a:pt x="592" y="10100"/>
                  </a:lnTo>
                  <a:lnTo>
                    <a:pt x="592" y="10400"/>
                  </a:lnTo>
                  <a:lnTo>
                    <a:pt x="338" y="10400"/>
                  </a:lnTo>
                  <a:lnTo>
                    <a:pt x="0" y="10800"/>
                  </a:lnTo>
                  <a:lnTo>
                    <a:pt x="0" y="11200"/>
                  </a:lnTo>
                  <a:lnTo>
                    <a:pt x="338" y="11900"/>
                  </a:lnTo>
                  <a:lnTo>
                    <a:pt x="592" y="12300"/>
                  </a:lnTo>
                  <a:lnTo>
                    <a:pt x="592" y="12700"/>
                  </a:lnTo>
                  <a:lnTo>
                    <a:pt x="931" y="13000"/>
                  </a:lnTo>
                  <a:lnTo>
                    <a:pt x="931" y="13800"/>
                  </a:lnTo>
                  <a:lnTo>
                    <a:pt x="1270" y="14100"/>
                  </a:lnTo>
                  <a:lnTo>
                    <a:pt x="2456" y="14100"/>
                  </a:lnTo>
                  <a:lnTo>
                    <a:pt x="2795" y="14500"/>
                  </a:lnTo>
                  <a:lnTo>
                    <a:pt x="3134" y="15300"/>
                  </a:lnTo>
                  <a:lnTo>
                    <a:pt x="3472" y="15600"/>
                  </a:lnTo>
                  <a:lnTo>
                    <a:pt x="5929" y="16400"/>
                  </a:lnTo>
                  <a:lnTo>
                    <a:pt x="6268" y="16700"/>
                  </a:lnTo>
                  <a:lnTo>
                    <a:pt x="9063" y="15300"/>
                  </a:lnTo>
                  <a:lnTo>
                    <a:pt x="2007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5" name="AutoShape 109"/>
            <p:cNvSpPr>
              <a:spLocks/>
            </p:cNvSpPr>
            <p:nvPr/>
          </p:nvSpPr>
          <p:spPr bwMode="auto">
            <a:xfrm>
              <a:off x="11362023" y="5137471"/>
              <a:ext cx="253744" cy="451346"/>
            </a:xfrm>
            <a:custGeom>
              <a:avLst/>
              <a:gdLst>
                <a:gd name="T0" fmla="*/ 126872 w 21600"/>
                <a:gd name="T1" fmla="*/ 225673 h 21600"/>
                <a:gd name="T2" fmla="*/ 126872 w 21600"/>
                <a:gd name="T3" fmla="*/ 225673 h 21600"/>
                <a:gd name="T4" fmla="*/ 126872 w 21600"/>
                <a:gd name="T5" fmla="*/ 225673 h 21600"/>
                <a:gd name="T6" fmla="*/ 126872 w 21600"/>
                <a:gd name="T7" fmla="*/ 2256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657" y="21599"/>
                  </a:moveTo>
                  <a:lnTo>
                    <a:pt x="14057" y="21599"/>
                  </a:lnTo>
                  <a:lnTo>
                    <a:pt x="14057" y="20848"/>
                  </a:lnTo>
                  <a:lnTo>
                    <a:pt x="15428" y="20848"/>
                  </a:lnTo>
                  <a:lnTo>
                    <a:pt x="15428" y="19533"/>
                  </a:lnTo>
                  <a:lnTo>
                    <a:pt x="14057" y="18782"/>
                  </a:lnTo>
                  <a:lnTo>
                    <a:pt x="14057" y="18031"/>
                  </a:lnTo>
                  <a:lnTo>
                    <a:pt x="15428" y="17467"/>
                  </a:lnTo>
                  <a:lnTo>
                    <a:pt x="17828" y="17467"/>
                  </a:lnTo>
                  <a:lnTo>
                    <a:pt x="17828" y="16716"/>
                  </a:lnTo>
                  <a:lnTo>
                    <a:pt x="21599" y="15965"/>
                  </a:lnTo>
                  <a:lnTo>
                    <a:pt x="21599" y="13147"/>
                  </a:lnTo>
                  <a:lnTo>
                    <a:pt x="20571" y="13147"/>
                  </a:lnTo>
                  <a:lnTo>
                    <a:pt x="19199" y="12584"/>
                  </a:lnTo>
                  <a:lnTo>
                    <a:pt x="19199" y="11833"/>
                  </a:lnTo>
                  <a:lnTo>
                    <a:pt x="17828" y="11833"/>
                  </a:lnTo>
                  <a:lnTo>
                    <a:pt x="17828" y="12584"/>
                  </a:lnTo>
                  <a:lnTo>
                    <a:pt x="16800" y="11833"/>
                  </a:lnTo>
                  <a:lnTo>
                    <a:pt x="15428" y="11833"/>
                  </a:lnTo>
                  <a:lnTo>
                    <a:pt x="13028" y="10518"/>
                  </a:lnTo>
                  <a:lnTo>
                    <a:pt x="14057" y="9766"/>
                  </a:lnTo>
                  <a:lnTo>
                    <a:pt x="17828" y="7700"/>
                  </a:lnTo>
                  <a:lnTo>
                    <a:pt x="17828" y="6949"/>
                  </a:lnTo>
                  <a:lnTo>
                    <a:pt x="19199" y="6949"/>
                  </a:lnTo>
                  <a:lnTo>
                    <a:pt x="17828" y="6198"/>
                  </a:lnTo>
                  <a:lnTo>
                    <a:pt x="17828" y="5634"/>
                  </a:lnTo>
                  <a:lnTo>
                    <a:pt x="16800" y="4883"/>
                  </a:lnTo>
                  <a:lnTo>
                    <a:pt x="15428" y="4132"/>
                  </a:lnTo>
                  <a:lnTo>
                    <a:pt x="15428" y="3568"/>
                  </a:lnTo>
                  <a:lnTo>
                    <a:pt x="16800" y="2817"/>
                  </a:lnTo>
                  <a:lnTo>
                    <a:pt x="17828" y="1314"/>
                  </a:lnTo>
                  <a:lnTo>
                    <a:pt x="17828" y="751"/>
                  </a:lnTo>
                  <a:lnTo>
                    <a:pt x="15428" y="2066"/>
                  </a:lnTo>
                  <a:lnTo>
                    <a:pt x="14057" y="2066"/>
                  </a:lnTo>
                  <a:lnTo>
                    <a:pt x="13028" y="1314"/>
                  </a:lnTo>
                  <a:lnTo>
                    <a:pt x="13028" y="751"/>
                  </a:lnTo>
                  <a:lnTo>
                    <a:pt x="11657" y="0"/>
                  </a:lnTo>
                  <a:lnTo>
                    <a:pt x="10285" y="0"/>
                  </a:lnTo>
                  <a:lnTo>
                    <a:pt x="10285" y="751"/>
                  </a:lnTo>
                  <a:lnTo>
                    <a:pt x="10285" y="0"/>
                  </a:lnTo>
                  <a:lnTo>
                    <a:pt x="8914" y="751"/>
                  </a:lnTo>
                  <a:lnTo>
                    <a:pt x="6514" y="751"/>
                  </a:lnTo>
                  <a:lnTo>
                    <a:pt x="5142" y="1314"/>
                  </a:lnTo>
                  <a:lnTo>
                    <a:pt x="5142" y="4132"/>
                  </a:lnTo>
                  <a:lnTo>
                    <a:pt x="4114" y="5634"/>
                  </a:lnTo>
                  <a:lnTo>
                    <a:pt x="4114" y="6198"/>
                  </a:lnTo>
                  <a:lnTo>
                    <a:pt x="5142" y="6198"/>
                  </a:lnTo>
                  <a:lnTo>
                    <a:pt x="5142" y="6949"/>
                  </a:lnTo>
                  <a:lnTo>
                    <a:pt x="4114" y="6949"/>
                  </a:lnTo>
                  <a:lnTo>
                    <a:pt x="5142" y="7700"/>
                  </a:lnTo>
                  <a:lnTo>
                    <a:pt x="4114" y="7700"/>
                  </a:lnTo>
                  <a:lnTo>
                    <a:pt x="4114" y="9015"/>
                  </a:lnTo>
                  <a:lnTo>
                    <a:pt x="1371" y="10518"/>
                  </a:lnTo>
                  <a:lnTo>
                    <a:pt x="0" y="11833"/>
                  </a:lnTo>
                  <a:lnTo>
                    <a:pt x="1371" y="12584"/>
                  </a:lnTo>
                  <a:lnTo>
                    <a:pt x="1371" y="13147"/>
                  </a:lnTo>
                  <a:lnTo>
                    <a:pt x="2742" y="13147"/>
                  </a:lnTo>
                  <a:lnTo>
                    <a:pt x="4114" y="13899"/>
                  </a:lnTo>
                  <a:lnTo>
                    <a:pt x="4114" y="14650"/>
                  </a:lnTo>
                  <a:lnTo>
                    <a:pt x="5142" y="15401"/>
                  </a:lnTo>
                  <a:lnTo>
                    <a:pt x="6514" y="15401"/>
                  </a:lnTo>
                  <a:lnTo>
                    <a:pt x="8914" y="15965"/>
                  </a:lnTo>
                  <a:lnTo>
                    <a:pt x="11657" y="21599"/>
                  </a:lnTo>
                  <a:close/>
                  <a:moveTo>
                    <a:pt x="16800" y="11081"/>
                  </a:moveTo>
                  <a:lnTo>
                    <a:pt x="19199" y="11081"/>
                  </a:lnTo>
                  <a:lnTo>
                    <a:pt x="17828" y="11833"/>
                  </a:lnTo>
                  <a:lnTo>
                    <a:pt x="16800" y="1108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6" name="AutoShape 110"/>
            <p:cNvSpPr>
              <a:spLocks/>
            </p:cNvSpPr>
            <p:nvPr/>
          </p:nvSpPr>
          <p:spPr bwMode="auto">
            <a:xfrm>
              <a:off x="10334976" y="5153171"/>
              <a:ext cx="1329128" cy="1134250"/>
            </a:xfrm>
            <a:custGeom>
              <a:avLst/>
              <a:gdLst>
                <a:gd name="T0" fmla="*/ 664564 w 21600"/>
                <a:gd name="T1" fmla="*/ 567125 h 21600"/>
                <a:gd name="T2" fmla="*/ 664564 w 21600"/>
                <a:gd name="T3" fmla="*/ 567125 h 21600"/>
                <a:gd name="T4" fmla="*/ 664564 w 21600"/>
                <a:gd name="T5" fmla="*/ 567125 h 21600"/>
                <a:gd name="T6" fmla="*/ 664564 w 21600"/>
                <a:gd name="T7" fmla="*/ 5671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6592"/>
                  </a:moveTo>
                  <a:lnTo>
                    <a:pt x="21338" y="16368"/>
                  </a:lnTo>
                  <a:lnTo>
                    <a:pt x="21076" y="15770"/>
                  </a:lnTo>
                  <a:lnTo>
                    <a:pt x="20814" y="15471"/>
                  </a:lnTo>
                  <a:lnTo>
                    <a:pt x="19898" y="15471"/>
                  </a:lnTo>
                  <a:lnTo>
                    <a:pt x="19636" y="15247"/>
                  </a:lnTo>
                  <a:lnTo>
                    <a:pt x="19636" y="14649"/>
                  </a:lnTo>
                  <a:lnTo>
                    <a:pt x="19374" y="14424"/>
                  </a:lnTo>
                  <a:lnTo>
                    <a:pt x="19374" y="14125"/>
                  </a:lnTo>
                  <a:lnTo>
                    <a:pt x="19178" y="13826"/>
                  </a:lnTo>
                  <a:lnTo>
                    <a:pt x="18916" y="13303"/>
                  </a:lnTo>
                  <a:lnTo>
                    <a:pt x="18916" y="13004"/>
                  </a:lnTo>
                  <a:lnTo>
                    <a:pt x="19178" y="12705"/>
                  </a:lnTo>
                  <a:lnTo>
                    <a:pt x="19374" y="12705"/>
                  </a:lnTo>
                  <a:lnTo>
                    <a:pt x="19374" y="12481"/>
                  </a:lnTo>
                  <a:lnTo>
                    <a:pt x="19178" y="12182"/>
                  </a:lnTo>
                  <a:lnTo>
                    <a:pt x="19178" y="11883"/>
                  </a:lnTo>
                  <a:lnTo>
                    <a:pt x="19374" y="11360"/>
                  </a:lnTo>
                  <a:lnTo>
                    <a:pt x="19178" y="11061"/>
                  </a:lnTo>
                  <a:lnTo>
                    <a:pt x="19178" y="9118"/>
                  </a:lnTo>
                  <a:lnTo>
                    <a:pt x="18916" y="8819"/>
                  </a:lnTo>
                  <a:lnTo>
                    <a:pt x="18916" y="8296"/>
                  </a:lnTo>
                  <a:lnTo>
                    <a:pt x="18392" y="6053"/>
                  </a:lnTo>
                  <a:lnTo>
                    <a:pt x="17934" y="5829"/>
                  </a:lnTo>
                  <a:lnTo>
                    <a:pt x="17672" y="5829"/>
                  </a:lnTo>
                  <a:lnTo>
                    <a:pt x="17476" y="5530"/>
                  </a:lnTo>
                  <a:lnTo>
                    <a:pt x="17476" y="5231"/>
                  </a:lnTo>
                  <a:lnTo>
                    <a:pt x="17214" y="4932"/>
                  </a:lnTo>
                  <a:lnTo>
                    <a:pt x="16952" y="4932"/>
                  </a:lnTo>
                  <a:lnTo>
                    <a:pt x="16952" y="4708"/>
                  </a:lnTo>
                  <a:lnTo>
                    <a:pt x="16690" y="4409"/>
                  </a:lnTo>
                  <a:lnTo>
                    <a:pt x="16952" y="3886"/>
                  </a:lnTo>
                  <a:lnTo>
                    <a:pt x="17476" y="3288"/>
                  </a:lnTo>
                  <a:lnTo>
                    <a:pt x="17476" y="2765"/>
                  </a:lnTo>
                  <a:lnTo>
                    <a:pt x="17672" y="2765"/>
                  </a:lnTo>
                  <a:lnTo>
                    <a:pt x="17476" y="2466"/>
                  </a:lnTo>
                  <a:lnTo>
                    <a:pt x="17672" y="2466"/>
                  </a:lnTo>
                  <a:lnTo>
                    <a:pt x="17672" y="2167"/>
                  </a:lnTo>
                  <a:lnTo>
                    <a:pt x="17476" y="2167"/>
                  </a:lnTo>
                  <a:lnTo>
                    <a:pt x="17476" y="1943"/>
                  </a:lnTo>
                  <a:lnTo>
                    <a:pt x="17672" y="1345"/>
                  </a:lnTo>
                  <a:lnTo>
                    <a:pt x="17672" y="224"/>
                  </a:lnTo>
                  <a:lnTo>
                    <a:pt x="17214" y="224"/>
                  </a:lnTo>
                  <a:lnTo>
                    <a:pt x="16690" y="523"/>
                  </a:lnTo>
                  <a:lnTo>
                    <a:pt x="16494" y="224"/>
                  </a:lnTo>
                  <a:lnTo>
                    <a:pt x="16232" y="0"/>
                  </a:lnTo>
                  <a:lnTo>
                    <a:pt x="16232" y="224"/>
                  </a:lnTo>
                  <a:lnTo>
                    <a:pt x="15512" y="224"/>
                  </a:lnTo>
                  <a:lnTo>
                    <a:pt x="15512" y="0"/>
                  </a:lnTo>
                  <a:lnTo>
                    <a:pt x="15250" y="0"/>
                  </a:lnTo>
                  <a:lnTo>
                    <a:pt x="15250" y="224"/>
                  </a:lnTo>
                  <a:lnTo>
                    <a:pt x="15054" y="224"/>
                  </a:lnTo>
                  <a:lnTo>
                    <a:pt x="14792" y="523"/>
                  </a:lnTo>
                  <a:lnTo>
                    <a:pt x="14072" y="523"/>
                  </a:lnTo>
                  <a:lnTo>
                    <a:pt x="14072" y="224"/>
                  </a:lnTo>
                  <a:lnTo>
                    <a:pt x="12632" y="224"/>
                  </a:lnTo>
                  <a:lnTo>
                    <a:pt x="12632" y="523"/>
                  </a:lnTo>
                  <a:lnTo>
                    <a:pt x="12109" y="523"/>
                  </a:lnTo>
                  <a:lnTo>
                    <a:pt x="11847" y="822"/>
                  </a:lnTo>
                  <a:lnTo>
                    <a:pt x="11650" y="822"/>
                  </a:lnTo>
                  <a:lnTo>
                    <a:pt x="11389" y="523"/>
                  </a:lnTo>
                  <a:lnTo>
                    <a:pt x="11127" y="523"/>
                  </a:lnTo>
                  <a:lnTo>
                    <a:pt x="10669" y="822"/>
                  </a:lnTo>
                  <a:lnTo>
                    <a:pt x="10407" y="523"/>
                  </a:lnTo>
                  <a:lnTo>
                    <a:pt x="9949" y="1121"/>
                  </a:lnTo>
                  <a:lnTo>
                    <a:pt x="9425" y="1121"/>
                  </a:lnTo>
                  <a:lnTo>
                    <a:pt x="9229" y="1345"/>
                  </a:lnTo>
                  <a:lnTo>
                    <a:pt x="9229" y="1644"/>
                  </a:lnTo>
                  <a:lnTo>
                    <a:pt x="8247" y="1644"/>
                  </a:lnTo>
                  <a:lnTo>
                    <a:pt x="7985" y="1943"/>
                  </a:lnTo>
                  <a:lnTo>
                    <a:pt x="7723" y="2167"/>
                  </a:lnTo>
                  <a:lnTo>
                    <a:pt x="7723" y="2466"/>
                  </a:lnTo>
                  <a:lnTo>
                    <a:pt x="7003" y="2466"/>
                  </a:lnTo>
                  <a:lnTo>
                    <a:pt x="7265" y="2765"/>
                  </a:lnTo>
                  <a:lnTo>
                    <a:pt x="7265" y="3886"/>
                  </a:lnTo>
                  <a:lnTo>
                    <a:pt x="7527" y="4110"/>
                  </a:lnTo>
                  <a:lnTo>
                    <a:pt x="7527" y="4932"/>
                  </a:lnTo>
                  <a:lnTo>
                    <a:pt x="7723" y="5231"/>
                  </a:lnTo>
                  <a:lnTo>
                    <a:pt x="7723" y="5530"/>
                  </a:lnTo>
                  <a:lnTo>
                    <a:pt x="7985" y="5829"/>
                  </a:lnTo>
                  <a:lnTo>
                    <a:pt x="8247" y="5829"/>
                  </a:lnTo>
                  <a:lnTo>
                    <a:pt x="7985" y="6053"/>
                  </a:lnTo>
                  <a:lnTo>
                    <a:pt x="7985" y="6352"/>
                  </a:lnTo>
                  <a:lnTo>
                    <a:pt x="6545" y="6352"/>
                  </a:lnTo>
                  <a:lnTo>
                    <a:pt x="5825" y="7175"/>
                  </a:lnTo>
                  <a:lnTo>
                    <a:pt x="5825" y="7773"/>
                  </a:lnTo>
                  <a:lnTo>
                    <a:pt x="5105" y="8296"/>
                  </a:lnTo>
                  <a:lnTo>
                    <a:pt x="3861" y="9118"/>
                  </a:lnTo>
                  <a:lnTo>
                    <a:pt x="2880" y="9716"/>
                  </a:lnTo>
                  <a:lnTo>
                    <a:pt x="1701" y="9716"/>
                  </a:lnTo>
                  <a:lnTo>
                    <a:pt x="981" y="9940"/>
                  </a:lnTo>
                  <a:lnTo>
                    <a:pt x="458" y="10538"/>
                  </a:lnTo>
                  <a:lnTo>
                    <a:pt x="0" y="10762"/>
                  </a:lnTo>
                  <a:lnTo>
                    <a:pt x="0" y="11883"/>
                  </a:lnTo>
                  <a:lnTo>
                    <a:pt x="3861" y="14649"/>
                  </a:lnTo>
                  <a:lnTo>
                    <a:pt x="10930" y="19656"/>
                  </a:lnTo>
                  <a:lnTo>
                    <a:pt x="11127" y="20179"/>
                  </a:lnTo>
                  <a:lnTo>
                    <a:pt x="11650" y="20179"/>
                  </a:lnTo>
                  <a:lnTo>
                    <a:pt x="12109" y="20478"/>
                  </a:lnTo>
                  <a:lnTo>
                    <a:pt x="12370" y="20777"/>
                  </a:lnTo>
                  <a:lnTo>
                    <a:pt x="12632" y="20777"/>
                  </a:lnTo>
                  <a:lnTo>
                    <a:pt x="12632" y="21599"/>
                  </a:lnTo>
                  <a:lnTo>
                    <a:pt x="13810" y="21599"/>
                  </a:lnTo>
                  <a:lnTo>
                    <a:pt x="15512" y="21076"/>
                  </a:lnTo>
                  <a:lnTo>
                    <a:pt x="16690" y="19955"/>
                  </a:lnTo>
                  <a:lnTo>
                    <a:pt x="21600" y="1659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7" name="AutoShape 111"/>
            <p:cNvSpPr>
              <a:spLocks/>
            </p:cNvSpPr>
            <p:nvPr/>
          </p:nvSpPr>
          <p:spPr bwMode="auto">
            <a:xfrm>
              <a:off x="10065118" y="5223812"/>
              <a:ext cx="777339" cy="537691"/>
            </a:xfrm>
            <a:custGeom>
              <a:avLst/>
              <a:gdLst>
                <a:gd name="T0" fmla="*/ 388669 w 21600"/>
                <a:gd name="T1" fmla="*/ 268846 h 21600"/>
                <a:gd name="T2" fmla="*/ 388669 w 21600"/>
                <a:gd name="T3" fmla="*/ 268846 h 21600"/>
                <a:gd name="T4" fmla="*/ 388669 w 21600"/>
                <a:gd name="T5" fmla="*/ 268846 h 21600"/>
                <a:gd name="T6" fmla="*/ 388669 w 21600"/>
                <a:gd name="T7" fmla="*/ 2688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498" y="21600"/>
                  </a:moveTo>
                  <a:lnTo>
                    <a:pt x="7498" y="19865"/>
                  </a:lnTo>
                  <a:lnTo>
                    <a:pt x="8281" y="19392"/>
                  </a:lnTo>
                  <a:lnTo>
                    <a:pt x="9177" y="18131"/>
                  </a:lnTo>
                  <a:lnTo>
                    <a:pt x="10408" y="17658"/>
                  </a:lnTo>
                  <a:lnTo>
                    <a:pt x="12422" y="17658"/>
                  </a:lnTo>
                  <a:lnTo>
                    <a:pt x="14101" y="16397"/>
                  </a:lnTo>
                  <a:lnTo>
                    <a:pt x="16227" y="14662"/>
                  </a:lnTo>
                  <a:lnTo>
                    <a:pt x="17459" y="13559"/>
                  </a:lnTo>
                  <a:lnTo>
                    <a:pt x="17459" y="12297"/>
                  </a:lnTo>
                  <a:lnTo>
                    <a:pt x="18690" y="10563"/>
                  </a:lnTo>
                  <a:lnTo>
                    <a:pt x="21152" y="10563"/>
                  </a:lnTo>
                  <a:lnTo>
                    <a:pt x="21152" y="9932"/>
                  </a:lnTo>
                  <a:lnTo>
                    <a:pt x="21600" y="9459"/>
                  </a:lnTo>
                  <a:lnTo>
                    <a:pt x="21152" y="9459"/>
                  </a:lnTo>
                  <a:lnTo>
                    <a:pt x="20704" y="8829"/>
                  </a:lnTo>
                  <a:lnTo>
                    <a:pt x="20704" y="8198"/>
                  </a:lnTo>
                  <a:lnTo>
                    <a:pt x="20368" y="7567"/>
                  </a:lnTo>
                  <a:lnTo>
                    <a:pt x="20368" y="5833"/>
                  </a:lnTo>
                  <a:lnTo>
                    <a:pt x="19921" y="5360"/>
                  </a:lnTo>
                  <a:lnTo>
                    <a:pt x="19921" y="2995"/>
                  </a:lnTo>
                  <a:lnTo>
                    <a:pt x="19473" y="2364"/>
                  </a:lnTo>
                  <a:lnTo>
                    <a:pt x="18242" y="2364"/>
                  </a:lnTo>
                  <a:lnTo>
                    <a:pt x="17906" y="1734"/>
                  </a:lnTo>
                  <a:lnTo>
                    <a:pt x="17459" y="1734"/>
                  </a:lnTo>
                  <a:lnTo>
                    <a:pt x="17011" y="2364"/>
                  </a:lnTo>
                  <a:lnTo>
                    <a:pt x="16227" y="1734"/>
                  </a:lnTo>
                  <a:lnTo>
                    <a:pt x="15780" y="1734"/>
                  </a:lnTo>
                  <a:lnTo>
                    <a:pt x="15332" y="2364"/>
                  </a:lnTo>
                  <a:lnTo>
                    <a:pt x="14549" y="2364"/>
                  </a:lnTo>
                  <a:lnTo>
                    <a:pt x="14101" y="1261"/>
                  </a:lnTo>
                  <a:lnTo>
                    <a:pt x="13765" y="1261"/>
                  </a:lnTo>
                  <a:lnTo>
                    <a:pt x="13765" y="0"/>
                  </a:lnTo>
                  <a:lnTo>
                    <a:pt x="13318" y="630"/>
                  </a:lnTo>
                  <a:lnTo>
                    <a:pt x="12870" y="630"/>
                  </a:lnTo>
                  <a:lnTo>
                    <a:pt x="12422" y="1261"/>
                  </a:lnTo>
                  <a:lnTo>
                    <a:pt x="12422" y="2364"/>
                  </a:lnTo>
                  <a:lnTo>
                    <a:pt x="12087" y="2995"/>
                  </a:lnTo>
                  <a:lnTo>
                    <a:pt x="12087" y="4099"/>
                  </a:lnTo>
                  <a:lnTo>
                    <a:pt x="10855" y="5833"/>
                  </a:lnTo>
                  <a:lnTo>
                    <a:pt x="10408" y="5833"/>
                  </a:lnTo>
                  <a:lnTo>
                    <a:pt x="9624" y="6464"/>
                  </a:lnTo>
                  <a:lnTo>
                    <a:pt x="9177" y="7094"/>
                  </a:lnTo>
                  <a:lnTo>
                    <a:pt x="8281" y="7567"/>
                  </a:lnTo>
                  <a:lnTo>
                    <a:pt x="7946" y="7567"/>
                  </a:lnTo>
                  <a:lnTo>
                    <a:pt x="7498" y="8198"/>
                  </a:lnTo>
                  <a:lnTo>
                    <a:pt x="6715" y="8829"/>
                  </a:lnTo>
                  <a:lnTo>
                    <a:pt x="7050" y="9932"/>
                  </a:lnTo>
                  <a:lnTo>
                    <a:pt x="7050" y="10563"/>
                  </a:lnTo>
                  <a:lnTo>
                    <a:pt x="6267" y="11194"/>
                  </a:lnTo>
                  <a:lnTo>
                    <a:pt x="5819" y="12297"/>
                  </a:lnTo>
                  <a:lnTo>
                    <a:pt x="5819" y="12928"/>
                  </a:lnTo>
                  <a:lnTo>
                    <a:pt x="6267" y="14032"/>
                  </a:lnTo>
                  <a:lnTo>
                    <a:pt x="5819" y="14662"/>
                  </a:lnTo>
                  <a:lnTo>
                    <a:pt x="6267" y="15293"/>
                  </a:lnTo>
                  <a:lnTo>
                    <a:pt x="6267" y="15766"/>
                  </a:lnTo>
                  <a:lnTo>
                    <a:pt x="5036" y="17658"/>
                  </a:lnTo>
                  <a:lnTo>
                    <a:pt x="4588" y="18131"/>
                  </a:lnTo>
                  <a:lnTo>
                    <a:pt x="4140" y="18762"/>
                  </a:lnTo>
                  <a:lnTo>
                    <a:pt x="3805" y="18762"/>
                  </a:lnTo>
                  <a:lnTo>
                    <a:pt x="2574" y="20496"/>
                  </a:lnTo>
                  <a:lnTo>
                    <a:pt x="447" y="21127"/>
                  </a:lnTo>
                  <a:lnTo>
                    <a:pt x="0" y="21600"/>
                  </a:lnTo>
                  <a:lnTo>
                    <a:pt x="7498"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8" name="AutoShape 112"/>
            <p:cNvSpPr>
              <a:spLocks/>
            </p:cNvSpPr>
            <p:nvPr/>
          </p:nvSpPr>
          <p:spPr bwMode="auto">
            <a:xfrm>
              <a:off x="9799291" y="5761498"/>
              <a:ext cx="535679" cy="396400"/>
            </a:xfrm>
            <a:custGeom>
              <a:avLst/>
              <a:gdLst>
                <a:gd name="T0" fmla="*/ 267840 w 21600"/>
                <a:gd name="T1" fmla="*/ 198200 h 21600"/>
                <a:gd name="T2" fmla="*/ 267840 w 21600"/>
                <a:gd name="T3" fmla="*/ 198200 h 21600"/>
                <a:gd name="T4" fmla="*/ 267840 w 21600"/>
                <a:gd name="T5" fmla="*/ 198200 h 21600"/>
                <a:gd name="T6" fmla="*/ 267840 w 21600"/>
                <a:gd name="T7" fmla="*/ 1982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55"/>
                  </a:moveTo>
                  <a:lnTo>
                    <a:pt x="21600" y="0"/>
                  </a:lnTo>
                  <a:lnTo>
                    <a:pt x="10718" y="0"/>
                  </a:lnTo>
                  <a:lnTo>
                    <a:pt x="10231" y="1710"/>
                  </a:lnTo>
                  <a:lnTo>
                    <a:pt x="10231" y="3207"/>
                  </a:lnTo>
                  <a:lnTo>
                    <a:pt x="9581" y="3207"/>
                  </a:lnTo>
                  <a:lnTo>
                    <a:pt x="7795" y="4063"/>
                  </a:lnTo>
                  <a:lnTo>
                    <a:pt x="7145" y="4918"/>
                  </a:lnTo>
                  <a:lnTo>
                    <a:pt x="6496" y="5560"/>
                  </a:lnTo>
                  <a:lnTo>
                    <a:pt x="7145" y="6415"/>
                  </a:lnTo>
                  <a:lnTo>
                    <a:pt x="5359" y="8768"/>
                  </a:lnTo>
                  <a:lnTo>
                    <a:pt x="5359" y="9623"/>
                  </a:lnTo>
                  <a:lnTo>
                    <a:pt x="3572" y="11976"/>
                  </a:lnTo>
                  <a:lnTo>
                    <a:pt x="2923" y="13687"/>
                  </a:lnTo>
                  <a:lnTo>
                    <a:pt x="1786" y="15184"/>
                  </a:lnTo>
                  <a:lnTo>
                    <a:pt x="1786" y="16039"/>
                  </a:lnTo>
                  <a:lnTo>
                    <a:pt x="2436" y="16039"/>
                  </a:lnTo>
                  <a:lnTo>
                    <a:pt x="1786" y="16039"/>
                  </a:lnTo>
                  <a:lnTo>
                    <a:pt x="487" y="18392"/>
                  </a:lnTo>
                  <a:lnTo>
                    <a:pt x="0" y="19247"/>
                  </a:lnTo>
                  <a:lnTo>
                    <a:pt x="0" y="21600"/>
                  </a:lnTo>
                  <a:lnTo>
                    <a:pt x="10718" y="21600"/>
                  </a:lnTo>
                  <a:lnTo>
                    <a:pt x="10718" y="14328"/>
                  </a:lnTo>
                  <a:lnTo>
                    <a:pt x="11368" y="14328"/>
                  </a:lnTo>
                  <a:lnTo>
                    <a:pt x="12018" y="13687"/>
                  </a:lnTo>
                  <a:lnTo>
                    <a:pt x="13154" y="13687"/>
                  </a:lnTo>
                  <a:lnTo>
                    <a:pt x="13154" y="5560"/>
                  </a:lnTo>
                  <a:lnTo>
                    <a:pt x="21600" y="5560"/>
                  </a:lnTo>
                  <a:lnTo>
                    <a:pt x="21600" y="8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9" name="AutoShape 113"/>
            <p:cNvSpPr>
              <a:spLocks/>
            </p:cNvSpPr>
            <p:nvPr/>
          </p:nvSpPr>
          <p:spPr bwMode="auto">
            <a:xfrm>
              <a:off x="9799291" y="5777200"/>
              <a:ext cx="773310" cy="773174"/>
            </a:xfrm>
            <a:custGeom>
              <a:avLst/>
              <a:gdLst>
                <a:gd name="T0" fmla="*/ 386655 w 21600"/>
                <a:gd name="T1" fmla="*/ 386587 h 21600"/>
                <a:gd name="T2" fmla="*/ 386655 w 21600"/>
                <a:gd name="T3" fmla="*/ 386587 h 21600"/>
                <a:gd name="T4" fmla="*/ 386655 w 21600"/>
                <a:gd name="T5" fmla="*/ 386587 h 21600"/>
                <a:gd name="T6" fmla="*/ 386655 w 21600"/>
                <a:gd name="T7" fmla="*/ 386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635"/>
                  </a:moveTo>
                  <a:lnTo>
                    <a:pt x="7424" y="10635"/>
                  </a:lnTo>
                  <a:lnTo>
                    <a:pt x="7424" y="6907"/>
                  </a:lnTo>
                  <a:lnTo>
                    <a:pt x="7875" y="6907"/>
                  </a:lnTo>
                  <a:lnTo>
                    <a:pt x="8325" y="6578"/>
                  </a:lnTo>
                  <a:lnTo>
                    <a:pt x="9112" y="6578"/>
                  </a:lnTo>
                  <a:lnTo>
                    <a:pt x="9112" y="2412"/>
                  </a:lnTo>
                  <a:lnTo>
                    <a:pt x="14962" y="2412"/>
                  </a:lnTo>
                  <a:lnTo>
                    <a:pt x="14962" y="0"/>
                  </a:lnTo>
                  <a:lnTo>
                    <a:pt x="21599" y="4056"/>
                  </a:lnTo>
                  <a:lnTo>
                    <a:pt x="19575" y="4056"/>
                  </a:lnTo>
                  <a:lnTo>
                    <a:pt x="20812" y="18749"/>
                  </a:lnTo>
                  <a:lnTo>
                    <a:pt x="21599" y="18749"/>
                  </a:lnTo>
                  <a:lnTo>
                    <a:pt x="20812" y="20393"/>
                  </a:lnTo>
                  <a:lnTo>
                    <a:pt x="14174" y="20393"/>
                  </a:lnTo>
                  <a:lnTo>
                    <a:pt x="13725" y="19955"/>
                  </a:lnTo>
                  <a:lnTo>
                    <a:pt x="13274" y="20393"/>
                  </a:lnTo>
                  <a:lnTo>
                    <a:pt x="13274" y="19516"/>
                  </a:lnTo>
                  <a:lnTo>
                    <a:pt x="12487" y="19516"/>
                  </a:lnTo>
                  <a:lnTo>
                    <a:pt x="11587" y="19955"/>
                  </a:lnTo>
                  <a:lnTo>
                    <a:pt x="11250" y="20722"/>
                  </a:lnTo>
                  <a:lnTo>
                    <a:pt x="10800" y="19955"/>
                  </a:lnTo>
                  <a:lnTo>
                    <a:pt x="10800" y="19516"/>
                  </a:lnTo>
                  <a:lnTo>
                    <a:pt x="10350" y="19516"/>
                  </a:lnTo>
                  <a:lnTo>
                    <a:pt x="9562" y="19955"/>
                  </a:lnTo>
                  <a:lnTo>
                    <a:pt x="9562" y="21161"/>
                  </a:lnTo>
                  <a:lnTo>
                    <a:pt x="9112" y="21161"/>
                  </a:lnTo>
                  <a:lnTo>
                    <a:pt x="8662" y="21600"/>
                  </a:lnTo>
                  <a:lnTo>
                    <a:pt x="8325" y="21161"/>
                  </a:lnTo>
                  <a:lnTo>
                    <a:pt x="7875" y="20722"/>
                  </a:lnTo>
                  <a:lnTo>
                    <a:pt x="7424" y="20722"/>
                  </a:lnTo>
                  <a:lnTo>
                    <a:pt x="7424" y="20393"/>
                  </a:lnTo>
                  <a:lnTo>
                    <a:pt x="7087" y="20393"/>
                  </a:lnTo>
                  <a:lnTo>
                    <a:pt x="7087" y="19955"/>
                  </a:lnTo>
                  <a:lnTo>
                    <a:pt x="6637" y="19516"/>
                  </a:lnTo>
                  <a:lnTo>
                    <a:pt x="6637" y="19187"/>
                  </a:lnTo>
                  <a:lnTo>
                    <a:pt x="5400" y="19187"/>
                  </a:lnTo>
                  <a:lnTo>
                    <a:pt x="4500" y="18310"/>
                  </a:lnTo>
                  <a:lnTo>
                    <a:pt x="2475" y="18310"/>
                  </a:lnTo>
                  <a:lnTo>
                    <a:pt x="1687" y="18749"/>
                  </a:lnTo>
                  <a:lnTo>
                    <a:pt x="1237" y="19187"/>
                  </a:lnTo>
                  <a:lnTo>
                    <a:pt x="337" y="19187"/>
                  </a:lnTo>
                  <a:lnTo>
                    <a:pt x="787" y="18310"/>
                  </a:lnTo>
                  <a:lnTo>
                    <a:pt x="787" y="17543"/>
                  </a:lnTo>
                  <a:lnTo>
                    <a:pt x="1237" y="17104"/>
                  </a:lnTo>
                  <a:lnTo>
                    <a:pt x="1687" y="15898"/>
                  </a:lnTo>
                  <a:lnTo>
                    <a:pt x="1237" y="14253"/>
                  </a:lnTo>
                  <a:lnTo>
                    <a:pt x="787" y="13486"/>
                  </a:lnTo>
                  <a:lnTo>
                    <a:pt x="1237" y="13486"/>
                  </a:lnTo>
                  <a:lnTo>
                    <a:pt x="1237" y="12170"/>
                  </a:lnTo>
                  <a:lnTo>
                    <a:pt x="787" y="11403"/>
                  </a:lnTo>
                  <a:lnTo>
                    <a:pt x="337" y="11403"/>
                  </a:lnTo>
                  <a:lnTo>
                    <a:pt x="337" y="10964"/>
                  </a:lnTo>
                  <a:lnTo>
                    <a:pt x="0" y="11403"/>
                  </a:lnTo>
                  <a:lnTo>
                    <a:pt x="0" y="10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0" name="AutoShape 114"/>
            <p:cNvSpPr>
              <a:spLocks/>
            </p:cNvSpPr>
            <p:nvPr/>
          </p:nvSpPr>
          <p:spPr bwMode="auto">
            <a:xfrm>
              <a:off x="10109426" y="5922416"/>
              <a:ext cx="1075387" cy="890917"/>
            </a:xfrm>
            <a:custGeom>
              <a:avLst/>
              <a:gdLst>
                <a:gd name="T0" fmla="*/ 537694 w 21600"/>
                <a:gd name="T1" fmla="*/ 445459 h 21600"/>
                <a:gd name="T2" fmla="*/ 537694 w 21600"/>
                <a:gd name="T3" fmla="*/ 445459 h 21600"/>
                <a:gd name="T4" fmla="*/ 537694 w 21600"/>
                <a:gd name="T5" fmla="*/ 445459 h 21600"/>
                <a:gd name="T6" fmla="*/ 537694 w 21600"/>
                <a:gd name="T7" fmla="*/ 4454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224"/>
                  </a:moveTo>
                  <a:lnTo>
                    <a:pt x="323" y="14844"/>
                  </a:lnTo>
                  <a:lnTo>
                    <a:pt x="647" y="14844"/>
                  </a:lnTo>
                  <a:lnTo>
                    <a:pt x="647" y="13797"/>
                  </a:lnTo>
                  <a:lnTo>
                    <a:pt x="1213" y="13416"/>
                  </a:lnTo>
                  <a:lnTo>
                    <a:pt x="1537" y="13416"/>
                  </a:lnTo>
                  <a:lnTo>
                    <a:pt x="1537" y="13797"/>
                  </a:lnTo>
                  <a:lnTo>
                    <a:pt x="1860" y="14463"/>
                  </a:lnTo>
                  <a:lnTo>
                    <a:pt x="2103" y="13797"/>
                  </a:lnTo>
                  <a:lnTo>
                    <a:pt x="2750" y="13416"/>
                  </a:lnTo>
                  <a:lnTo>
                    <a:pt x="3316" y="13416"/>
                  </a:lnTo>
                  <a:lnTo>
                    <a:pt x="3316" y="14177"/>
                  </a:lnTo>
                  <a:lnTo>
                    <a:pt x="3640" y="13797"/>
                  </a:lnTo>
                  <a:lnTo>
                    <a:pt x="3964" y="14177"/>
                  </a:lnTo>
                  <a:lnTo>
                    <a:pt x="8737" y="14177"/>
                  </a:lnTo>
                  <a:lnTo>
                    <a:pt x="9303" y="12750"/>
                  </a:lnTo>
                  <a:lnTo>
                    <a:pt x="8737" y="12750"/>
                  </a:lnTo>
                  <a:lnTo>
                    <a:pt x="7847" y="0"/>
                  </a:lnTo>
                  <a:lnTo>
                    <a:pt x="9303" y="0"/>
                  </a:lnTo>
                  <a:lnTo>
                    <a:pt x="18040" y="6375"/>
                  </a:lnTo>
                  <a:lnTo>
                    <a:pt x="18283" y="7041"/>
                  </a:lnTo>
                  <a:lnTo>
                    <a:pt x="18930" y="7041"/>
                  </a:lnTo>
                  <a:lnTo>
                    <a:pt x="19496" y="7422"/>
                  </a:lnTo>
                  <a:lnTo>
                    <a:pt x="19820" y="7802"/>
                  </a:lnTo>
                  <a:lnTo>
                    <a:pt x="20143" y="7802"/>
                  </a:lnTo>
                  <a:lnTo>
                    <a:pt x="20143" y="8849"/>
                  </a:lnTo>
                  <a:lnTo>
                    <a:pt x="21600" y="8849"/>
                  </a:lnTo>
                  <a:lnTo>
                    <a:pt x="21600" y="11323"/>
                  </a:lnTo>
                  <a:lnTo>
                    <a:pt x="21276" y="12750"/>
                  </a:lnTo>
                  <a:lnTo>
                    <a:pt x="21276" y="13416"/>
                  </a:lnTo>
                  <a:lnTo>
                    <a:pt x="21033" y="13797"/>
                  </a:lnTo>
                  <a:lnTo>
                    <a:pt x="20386" y="14177"/>
                  </a:lnTo>
                  <a:lnTo>
                    <a:pt x="19496" y="14177"/>
                  </a:lnTo>
                  <a:lnTo>
                    <a:pt x="19173" y="14463"/>
                  </a:lnTo>
                  <a:lnTo>
                    <a:pt x="18283" y="14463"/>
                  </a:lnTo>
                  <a:lnTo>
                    <a:pt x="18040" y="14844"/>
                  </a:lnTo>
                  <a:lnTo>
                    <a:pt x="16503" y="14844"/>
                  </a:lnTo>
                  <a:lnTo>
                    <a:pt x="16179" y="14463"/>
                  </a:lnTo>
                  <a:lnTo>
                    <a:pt x="15289" y="14463"/>
                  </a:lnTo>
                  <a:lnTo>
                    <a:pt x="14723" y="14844"/>
                  </a:lnTo>
                  <a:lnTo>
                    <a:pt x="14399" y="14844"/>
                  </a:lnTo>
                  <a:lnTo>
                    <a:pt x="14076" y="15224"/>
                  </a:lnTo>
                  <a:lnTo>
                    <a:pt x="12296" y="16271"/>
                  </a:lnTo>
                  <a:lnTo>
                    <a:pt x="12296" y="16651"/>
                  </a:lnTo>
                  <a:lnTo>
                    <a:pt x="11406" y="16937"/>
                  </a:lnTo>
                  <a:lnTo>
                    <a:pt x="10840" y="16937"/>
                  </a:lnTo>
                  <a:lnTo>
                    <a:pt x="10516" y="17698"/>
                  </a:lnTo>
                  <a:lnTo>
                    <a:pt x="10193" y="18364"/>
                  </a:lnTo>
                  <a:lnTo>
                    <a:pt x="9626" y="19125"/>
                  </a:lnTo>
                  <a:lnTo>
                    <a:pt x="9303" y="19411"/>
                  </a:lnTo>
                  <a:lnTo>
                    <a:pt x="9303" y="20172"/>
                  </a:lnTo>
                  <a:lnTo>
                    <a:pt x="9060" y="20172"/>
                  </a:lnTo>
                  <a:lnTo>
                    <a:pt x="9060" y="21219"/>
                  </a:lnTo>
                  <a:lnTo>
                    <a:pt x="8737" y="21600"/>
                  </a:lnTo>
                  <a:lnTo>
                    <a:pt x="8089" y="21600"/>
                  </a:lnTo>
                  <a:lnTo>
                    <a:pt x="8089" y="21219"/>
                  </a:lnTo>
                  <a:lnTo>
                    <a:pt x="7523" y="21219"/>
                  </a:lnTo>
                  <a:lnTo>
                    <a:pt x="7199" y="21600"/>
                  </a:lnTo>
                  <a:lnTo>
                    <a:pt x="6633" y="21600"/>
                  </a:lnTo>
                  <a:lnTo>
                    <a:pt x="6310" y="21219"/>
                  </a:lnTo>
                  <a:lnTo>
                    <a:pt x="6067" y="21600"/>
                  </a:lnTo>
                  <a:lnTo>
                    <a:pt x="6067" y="21219"/>
                  </a:lnTo>
                  <a:lnTo>
                    <a:pt x="5420" y="21219"/>
                  </a:lnTo>
                  <a:lnTo>
                    <a:pt x="5420" y="20458"/>
                  </a:lnTo>
                  <a:lnTo>
                    <a:pt x="5096" y="20458"/>
                  </a:lnTo>
                  <a:lnTo>
                    <a:pt x="5096" y="20838"/>
                  </a:lnTo>
                  <a:lnTo>
                    <a:pt x="4853" y="20838"/>
                  </a:lnTo>
                  <a:lnTo>
                    <a:pt x="4853" y="20458"/>
                  </a:lnTo>
                  <a:lnTo>
                    <a:pt x="5096" y="20172"/>
                  </a:lnTo>
                  <a:lnTo>
                    <a:pt x="5096" y="19792"/>
                  </a:lnTo>
                  <a:lnTo>
                    <a:pt x="4853" y="19792"/>
                  </a:lnTo>
                  <a:lnTo>
                    <a:pt x="4853" y="19411"/>
                  </a:lnTo>
                  <a:lnTo>
                    <a:pt x="4530" y="19125"/>
                  </a:lnTo>
                  <a:lnTo>
                    <a:pt x="4206" y="18745"/>
                  </a:lnTo>
                  <a:lnTo>
                    <a:pt x="3316" y="18745"/>
                  </a:lnTo>
                  <a:lnTo>
                    <a:pt x="2993" y="19125"/>
                  </a:lnTo>
                  <a:lnTo>
                    <a:pt x="1537" y="19125"/>
                  </a:lnTo>
                  <a:lnTo>
                    <a:pt x="1537" y="18364"/>
                  </a:lnTo>
                  <a:lnTo>
                    <a:pt x="1213" y="18364"/>
                  </a:lnTo>
                  <a:lnTo>
                    <a:pt x="1213" y="17698"/>
                  </a:lnTo>
                  <a:lnTo>
                    <a:pt x="970" y="17698"/>
                  </a:lnTo>
                  <a:lnTo>
                    <a:pt x="970" y="17318"/>
                  </a:lnTo>
                  <a:lnTo>
                    <a:pt x="647" y="17318"/>
                  </a:lnTo>
                  <a:lnTo>
                    <a:pt x="647" y="16937"/>
                  </a:lnTo>
                  <a:lnTo>
                    <a:pt x="323" y="16651"/>
                  </a:lnTo>
                  <a:lnTo>
                    <a:pt x="0" y="16651"/>
                  </a:lnTo>
                  <a:lnTo>
                    <a:pt x="0" y="152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1" name="AutoShape 115"/>
            <p:cNvSpPr>
              <a:spLocks/>
            </p:cNvSpPr>
            <p:nvPr/>
          </p:nvSpPr>
          <p:spPr bwMode="auto">
            <a:xfrm>
              <a:off x="10560518" y="6518975"/>
              <a:ext cx="503459" cy="321830"/>
            </a:xfrm>
            <a:custGeom>
              <a:avLst/>
              <a:gdLst>
                <a:gd name="T0" fmla="*/ 251730 w 21600"/>
                <a:gd name="T1" fmla="*/ 160915 h 21600"/>
                <a:gd name="T2" fmla="*/ 251730 w 21600"/>
                <a:gd name="T3" fmla="*/ 160915 h 21600"/>
                <a:gd name="T4" fmla="*/ 251730 w 21600"/>
                <a:gd name="T5" fmla="*/ 160915 h 21600"/>
                <a:gd name="T6" fmla="*/ 251730 w 21600"/>
                <a:gd name="T7" fmla="*/ 1609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702"/>
                  </a:moveTo>
                  <a:lnTo>
                    <a:pt x="0" y="15804"/>
                  </a:lnTo>
                  <a:lnTo>
                    <a:pt x="518" y="15804"/>
                  </a:lnTo>
                  <a:lnTo>
                    <a:pt x="518" y="13697"/>
                  </a:lnTo>
                  <a:lnTo>
                    <a:pt x="1209" y="12907"/>
                  </a:lnTo>
                  <a:lnTo>
                    <a:pt x="2419" y="10800"/>
                  </a:lnTo>
                  <a:lnTo>
                    <a:pt x="3110" y="8956"/>
                  </a:lnTo>
                  <a:lnTo>
                    <a:pt x="3801" y="6848"/>
                  </a:lnTo>
                  <a:lnTo>
                    <a:pt x="5011" y="6848"/>
                  </a:lnTo>
                  <a:lnTo>
                    <a:pt x="6912" y="6058"/>
                  </a:lnTo>
                  <a:lnTo>
                    <a:pt x="6912" y="5004"/>
                  </a:lnTo>
                  <a:lnTo>
                    <a:pt x="10713" y="2107"/>
                  </a:lnTo>
                  <a:lnTo>
                    <a:pt x="11404" y="1053"/>
                  </a:lnTo>
                  <a:lnTo>
                    <a:pt x="12096" y="1053"/>
                  </a:lnTo>
                  <a:lnTo>
                    <a:pt x="13305" y="0"/>
                  </a:lnTo>
                  <a:lnTo>
                    <a:pt x="15206" y="0"/>
                  </a:lnTo>
                  <a:lnTo>
                    <a:pt x="15897" y="1053"/>
                  </a:lnTo>
                  <a:lnTo>
                    <a:pt x="15897" y="2107"/>
                  </a:lnTo>
                  <a:lnTo>
                    <a:pt x="15206" y="3160"/>
                  </a:lnTo>
                  <a:lnTo>
                    <a:pt x="15206" y="3951"/>
                  </a:lnTo>
                  <a:lnTo>
                    <a:pt x="17798" y="6848"/>
                  </a:lnTo>
                  <a:lnTo>
                    <a:pt x="17798" y="7902"/>
                  </a:lnTo>
                  <a:lnTo>
                    <a:pt x="19180" y="8956"/>
                  </a:lnTo>
                  <a:lnTo>
                    <a:pt x="20390" y="8956"/>
                  </a:lnTo>
                  <a:lnTo>
                    <a:pt x="21081" y="9746"/>
                  </a:lnTo>
                  <a:lnTo>
                    <a:pt x="20390" y="10800"/>
                  </a:lnTo>
                  <a:lnTo>
                    <a:pt x="21081" y="11853"/>
                  </a:lnTo>
                  <a:lnTo>
                    <a:pt x="21600" y="11853"/>
                  </a:lnTo>
                  <a:lnTo>
                    <a:pt x="21600" y="12907"/>
                  </a:lnTo>
                  <a:lnTo>
                    <a:pt x="21081" y="13697"/>
                  </a:lnTo>
                  <a:lnTo>
                    <a:pt x="19180" y="13697"/>
                  </a:lnTo>
                  <a:lnTo>
                    <a:pt x="17798" y="15804"/>
                  </a:lnTo>
                  <a:lnTo>
                    <a:pt x="18489" y="16595"/>
                  </a:lnTo>
                  <a:lnTo>
                    <a:pt x="17280" y="16595"/>
                  </a:lnTo>
                  <a:lnTo>
                    <a:pt x="14688" y="15804"/>
                  </a:lnTo>
                  <a:lnTo>
                    <a:pt x="13996" y="15804"/>
                  </a:lnTo>
                  <a:lnTo>
                    <a:pt x="13305" y="16595"/>
                  </a:lnTo>
                  <a:lnTo>
                    <a:pt x="6912" y="16595"/>
                  </a:lnTo>
                  <a:lnTo>
                    <a:pt x="6912" y="19756"/>
                  </a:lnTo>
                  <a:lnTo>
                    <a:pt x="7603" y="20546"/>
                  </a:lnTo>
                  <a:lnTo>
                    <a:pt x="7603" y="21599"/>
                  </a:lnTo>
                  <a:lnTo>
                    <a:pt x="6912" y="21599"/>
                  </a:lnTo>
                  <a:lnTo>
                    <a:pt x="6393" y="20546"/>
                  </a:lnTo>
                  <a:lnTo>
                    <a:pt x="5702" y="21599"/>
                  </a:lnTo>
                  <a:lnTo>
                    <a:pt x="5011" y="21599"/>
                  </a:lnTo>
                  <a:lnTo>
                    <a:pt x="3801" y="20546"/>
                  </a:lnTo>
                  <a:lnTo>
                    <a:pt x="3110" y="19756"/>
                  </a:lnTo>
                  <a:lnTo>
                    <a:pt x="1900" y="19756"/>
                  </a:lnTo>
                  <a:lnTo>
                    <a:pt x="1209" y="18702"/>
                  </a:lnTo>
                  <a:lnTo>
                    <a:pt x="0" y="17648"/>
                  </a:lnTo>
                  <a:lnTo>
                    <a:pt x="0" y="1870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2" name="AutoShape 116"/>
            <p:cNvSpPr>
              <a:spLocks/>
            </p:cNvSpPr>
            <p:nvPr/>
          </p:nvSpPr>
          <p:spPr bwMode="auto">
            <a:xfrm>
              <a:off x="9754993" y="6432631"/>
              <a:ext cx="430962" cy="262958"/>
            </a:xfrm>
            <a:custGeom>
              <a:avLst/>
              <a:gdLst>
                <a:gd name="T0" fmla="*/ 215481 w 21600"/>
                <a:gd name="T1" fmla="*/ 131479 h 21600"/>
                <a:gd name="T2" fmla="*/ 215481 w 21600"/>
                <a:gd name="T3" fmla="*/ 131479 h 21600"/>
                <a:gd name="T4" fmla="*/ 215481 w 21600"/>
                <a:gd name="T5" fmla="*/ 131479 h 21600"/>
                <a:gd name="T6" fmla="*/ 215481 w 21600"/>
                <a:gd name="T7" fmla="*/ 13147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826" y="2579"/>
                  </a:moveTo>
                  <a:lnTo>
                    <a:pt x="4441" y="2579"/>
                  </a:lnTo>
                  <a:lnTo>
                    <a:pt x="5248" y="1289"/>
                  </a:lnTo>
                  <a:lnTo>
                    <a:pt x="6661" y="0"/>
                  </a:lnTo>
                  <a:lnTo>
                    <a:pt x="10295" y="0"/>
                  </a:lnTo>
                  <a:lnTo>
                    <a:pt x="11910" y="2579"/>
                  </a:lnTo>
                  <a:lnTo>
                    <a:pt x="14130" y="2579"/>
                  </a:lnTo>
                  <a:lnTo>
                    <a:pt x="14130" y="3546"/>
                  </a:lnTo>
                  <a:lnTo>
                    <a:pt x="14938" y="4835"/>
                  </a:lnTo>
                  <a:lnTo>
                    <a:pt x="14938" y="6125"/>
                  </a:lnTo>
                  <a:lnTo>
                    <a:pt x="15543" y="6125"/>
                  </a:lnTo>
                  <a:lnTo>
                    <a:pt x="15543" y="7092"/>
                  </a:lnTo>
                  <a:lnTo>
                    <a:pt x="16351" y="7092"/>
                  </a:lnTo>
                  <a:lnTo>
                    <a:pt x="17158" y="8382"/>
                  </a:lnTo>
                  <a:lnTo>
                    <a:pt x="17764" y="9671"/>
                  </a:lnTo>
                  <a:lnTo>
                    <a:pt x="17764" y="14507"/>
                  </a:lnTo>
                  <a:lnTo>
                    <a:pt x="18571" y="14507"/>
                  </a:lnTo>
                  <a:lnTo>
                    <a:pt x="19379" y="15474"/>
                  </a:lnTo>
                  <a:lnTo>
                    <a:pt x="19379" y="16764"/>
                  </a:lnTo>
                  <a:lnTo>
                    <a:pt x="20186" y="16764"/>
                  </a:lnTo>
                  <a:lnTo>
                    <a:pt x="20186" y="18053"/>
                  </a:lnTo>
                  <a:lnTo>
                    <a:pt x="20792" y="18053"/>
                  </a:lnTo>
                  <a:lnTo>
                    <a:pt x="20792" y="20310"/>
                  </a:lnTo>
                  <a:lnTo>
                    <a:pt x="21600" y="20310"/>
                  </a:lnTo>
                  <a:lnTo>
                    <a:pt x="21600" y="21599"/>
                  </a:lnTo>
                  <a:lnTo>
                    <a:pt x="20186" y="21599"/>
                  </a:lnTo>
                  <a:lnTo>
                    <a:pt x="19379" y="20310"/>
                  </a:lnTo>
                  <a:lnTo>
                    <a:pt x="19379" y="21599"/>
                  </a:lnTo>
                  <a:lnTo>
                    <a:pt x="17764" y="20310"/>
                  </a:lnTo>
                  <a:lnTo>
                    <a:pt x="16351" y="20310"/>
                  </a:lnTo>
                  <a:lnTo>
                    <a:pt x="14938" y="19020"/>
                  </a:lnTo>
                  <a:lnTo>
                    <a:pt x="7469" y="19020"/>
                  </a:lnTo>
                  <a:lnTo>
                    <a:pt x="6661" y="20310"/>
                  </a:lnTo>
                  <a:lnTo>
                    <a:pt x="4441" y="20310"/>
                  </a:lnTo>
                  <a:lnTo>
                    <a:pt x="3633" y="21599"/>
                  </a:lnTo>
                  <a:lnTo>
                    <a:pt x="2826" y="21599"/>
                  </a:lnTo>
                  <a:lnTo>
                    <a:pt x="2826" y="20310"/>
                  </a:lnTo>
                  <a:lnTo>
                    <a:pt x="2220" y="19020"/>
                  </a:lnTo>
                  <a:lnTo>
                    <a:pt x="2826" y="20310"/>
                  </a:lnTo>
                  <a:lnTo>
                    <a:pt x="3633" y="19020"/>
                  </a:lnTo>
                  <a:lnTo>
                    <a:pt x="2220" y="19020"/>
                  </a:lnTo>
                  <a:lnTo>
                    <a:pt x="2220" y="18053"/>
                  </a:lnTo>
                  <a:lnTo>
                    <a:pt x="2826" y="16764"/>
                  </a:lnTo>
                  <a:lnTo>
                    <a:pt x="4441" y="16764"/>
                  </a:lnTo>
                  <a:lnTo>
                    <a:pt x="5248" y="15474"/>
                  </a:lnTo>
                  <a:lnTo>
                    <a:pt x="7469" y="15474"/>
                  </a:lnTo>
                  <a:lnTo>
                    <a:pt x="8074" y="14507"/>
                  </a:lnTo>
                  <a:lnTo>
                    <a:pt x="8882" y="15474"/>
                  </a:lnTo>
                  <a:lnTo>
                    <a:pt x="10295" y="15474"/>
                  </a:lnTo>
                  <a:lnTo>
                    <a:pt x="11102" y="16764"/>
                  </a:lnTo>
                  <a:lnTo>
                    <a:pt x="11910" y="16764"/>
                  </a:lnTo>
                  <a:lnTo>
                    <a:pt x="12717" y="15474"/>
                  </a:lnTo>
                  <a:lnTo>
                    <a:pt x="11910" y="15474"/>
                  </a:lnTo>
                  <a:lnTo>
                    <a:pt x="10295" y="14507"/>
                  </a:lnTo>
                  <a:lnTo>
                    <a:pt x="9689" y="14507"/>
                  </a:lnTo>
                  <a:lnTo>
                    <a:pt x="8882" y="13217"/>
                  </a:lnTo>
                  <a:lnTo>
                    <a:pt x="6661" y="13217"/>
                  </a:lnTo>
                  <a:lnTo>
                    <a:pt x="5248" y="14507"/>
                  </a:lnTo>
                  <a:lnTo>
                    <a:pt x="4441" y="14507"/>
                  </a:lnTo>
                  <a:lnTo>
                    <a:pt x="4441" y="15474"/>
                  </a:lnTo>
                  <a:lnTo>
                    <a:pt x="2826" y="15474"/>
                  </a:lnTo>
                  <a:lnTo>
                    <a:pt x="2826" y="14507"/>
                  </a:lnTo>
                  <a:lnTo>
                    <a:pt x="2220" y="13217"/>
                  </a:lnTo>
                  <a:lnTo>
                    <a:pt x="2826" y="13217"/>
                  </a:lnTo>
                  <a:lnTo>
                    <a:pt x="2826" y="11928"/>
                  </a:lnTo>
                  <a:lnTo>
                    <a:pt x="2220" y="11928"/>
                  </a:lnTo>
                  <a:lnTo>
                    <a:pt x="1413" y="10961"/>
                  </a:lnTo>
                  <a:lnTo>
                    <a:pt x="0" y="9671"/>
                  </a:lnTo>
                  <a:lnTo>
                    <a:pt x="2220" y="6125"/>
                  </a:lnTo>
                  <a:lnTo>
                    <a:pt x="2826" y="3546"/>
                  </a:lnTo>
                  <a:lnTo>
                    <a:pt x="2826" y="257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3" name="AutoShape 117"/>
            <p:cNvSpPr>
              <a:spLocks/>
            </p:cNvSpPr>
            <p:nvPr/>
          </p:nvSpPr>
          <p:spPr bwMode="auto">
            <a:xfrm>
              <a:off x="9799291" y="6593545"/>
              <a:ext cx="209439" cy="58874"/>
            </a:xfrm>
            <a:custGeom>
              <a:avLst/>
              <a:gdLst>
                <a:gd name="T0" fmla="*/ 104719 w 21600"/>
                <a:gd name="T1" fmla="*/ 29437 h 21600"/>
                <a:gd name="T2" fmla="*/ 104719 w 21600"/>
                <a:gd name="T3" fmla="*/ 29437 h 21600"/>
                <a:gd name="T4" fmla="*/ 104719 w 21600"/>
                <a:gd name="T5" fmla="*/ 29437 h 21600"/>
                <a:gd name="T6" fmla="*/ 104719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1246" y="15840"/>
                  </a:lnTo>
                  <a:lnTo>
                    <a:pt x="4569" y="15840"/>
                  </a:lnTo>
                  <a:lnTo>
                    <a:pt x="6230" y="10079"/>
                  </a:lnTo>
                  <a:lnTo>
                    <a:pt x="10800" y="10079"/>
                  </a:lnTo>
                  <a:lnTo>
                    <a:pt x="12046" y="5759"/>
                  </a:lnTo>
                  <a:lnTo>
                    <a:pt x="13707" y="10079"/>
                  </a:lnTo>
                  <a:lnTo>
                    <a:pt x="16615" y="10079"/>
                  </a:lnTo>
                  <a:lnTo>
                    <a:pt x="18276" y="15840"/>
                  </a:lnTo>
                  <a:lnTo>
                    <a:pt x="19938" y="15840"/>
                  </a:lnTo>
                  <a:lnTo>
                    <a:pt x="21600" y="10079"/>
                  </a:lnTo>
                  <a:lnTo>
                    <a:pt x="19938" y="10079"/>
                  </a:lnTo>
                  <a:lnTo>
                    <a:pt x="16615" y="5759"/>
                  </a:lnTo>
                  <a:lnTo>
                    <a:pt x="15369" y="5759"/>
                  </a:lnTo>
                  <a:lnTo>
                    <a:pt x="13707" y="0"/>
                  </a:lnTo>
                  <a:lnTo>
                    <a:pt x="9138" y="0"/>
                  </a:lnTo>
                  <a:lnTo>
                    <a:pt x="6230" y="5759"/>
                  </a:lnTo>
                  <a:lnTo>
                    <a:pt x="4569" y="5759"/>
                  </a:lnTo>
                  <a:lnTo>
                    <a:pt x="4569" y="10079"/>
                  </a:lnTo>
                  <a:lnTo>
                    <a:pt x="1246" y="10079"/>
                  </a:lnTo>
                  <a:lnTo>
                    <a:pt x="2907" y="15840"/>
                  </a:lnTo>
                  <a:lnTo>
                    <a:pt x="4569" y="10079"/>
                  </a:lnTo>
                  <a:lnTo>
                    <a:pt x="2907" y="15840"/>
                  </a:lnTo>
                  <a:lnTo>
                    <a:pt x="1246" y="15840"/>
                  </a:lnTo>
                  <a:lnTo>
                    <a:pt x="0" y="10079"/>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4" name="AutoShape 118"/>
            <p:cNvSpPr>
              <a:spLocks/>
            </p:cNvSpPr>
            <p:nvPr/>
          </p:nvSpPr>
          <p:spPr bwMode="auto">
            <a:xfrm>
              <a:off x="9811375" y="6664190"/>
              <a:ext cx="197357" cy="102042"/>
            </a:xfrm>
            <a:custGeom>
              <a:avLst/>
              <a:gdLst>
                <a:gd name="T0" fmla="*/ 98679 w 21600"/>
                <a:gd name="T1" fmla="*/ 51021 h 21600"/>
                <a:gd name="T2" fmla="*/ 98679 w 21600"/>
                <a:gd name="T3" fmla="*/ 51021 h 21600"/>
                <a:gd name="T4" fmla="*/ 98679 w 21600"/>
                <a:gd name="T5" fmla="*/ 51021 h 21600"/>
                <a:gd name="T6" fmla="*/ 98679 w 21600"/>
                <a:gd name="T7" fmla="*/ 510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646"/>
                  </a:moveTo>
                  <a:lnTo>
                    <a:pt x="1763" y="6646"/>
                  </a:lnTo>
                  <a:lnTo>
                    <a:pt x="3526" y="3323"/>
                  </a:lnTo>
                  <a:lnTo>
                    <a:pt x="8375" y="3323"/>
                  </a:lnTo>
                  <a:lnTo>
                    <a:pt x="10138" y="0"/>
                  </a:lnTo>
                  <a:lnTo>
                    <a:pt x="21599" y="0"/>
                  </a:lnTo>
                  <a:lnTo>
                    <a:pt x="21599" y="15784"/>
                  </a:lnTo>
                  <a:lnTo>
                    <a:pt x="18073" y="15784"/>
                  </a:lnTo>
                  <a:lnTo>
                    <a:pt x="16310" y="19107"/>
                  </a:lnTo>
                  <a:lnTo>
                    <a:pt x="14987" y="19107"/>
                  </a:lnTo>
                  <a:lnTo>
                    <a:pt x="13224" y="21599"/>
                  </a:lnTo>
                  <a:lnTo>
                    <a:pt x="11461" y="21599"/>
                  </a:lnTo>
                  <a:lnTo>
                    <a:pt x="11461" y="19107"/>
                  </a:lnTo>
                  <a:lnTo>
                    <a:pt x="8375" y="21599"/>
                  </a:lnTo>
                  <a:lnTo>
                    <a:pt x="10138" y="19107"/>
                  </a:lnTo>
                  <a:lnTo>
                    <a:pt x="10138" y="15784"/>
                  </a:lnTo>
                  <a:lnTo>
                    <a:pt x="8375" y="15784"/>
                  </a:lnTo>
                  <a:lnTo>
                    <a:pt x="6612" y="12461"/>
                  </a:lnTo>
                  <a:lnTo>
                    <a:pt x="8375" y="12461"/>
                  </a:lnTo>
                  <a:lnTo>
                    <a:pt x="3526" y="12461"/>
                  </a:lnTo>
                  <a:lnTo>
                    <a:pt x="1763" y="9969"/>
                  </a:lnTo>
                  <a:lnTo>
                    <a:pt x="3526" y="6646"/>
                  </a:lnTo>
                  <a:lnTo>
                    <a:pt x="0" y="664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5" name="AutoShape 119"/>
            <p:cNvSpPr>
              <a:spLocks/>
            </p:cNvSpPr>
            <p:nvPr/>
          </p:nvSpPr>
          <p:spPr bwMode="auto">
            <a:xfrm>
              <a:off x="9932208" y="6664190"/>
              <a:ext cx="479292" cy="408174"/>
            </a:xfrm>
            <a:custGeom>
              <a:avLst/>
              <a:gdLst>
                <a:gd name="T0" fmla="*/ 239646 w 21600"/>
                <a:gd name="T1" fmla="*/ 204087 h 21600"/>
                <a:gd name="T2" fmla="*/ 239646 w 21600"/>
                <a:gd name="T3" fmla="*/ 204087 h 21600"/>
                <a:gd name="T4" fmla="*/ 239646 w 21600"/>
                <a:gd name="T5" fmla="*/ 204087 h 21600"/>
                <a:gd name="T6" fmla="*/ 239646 w 21600"/>
                <a:gd name="T7" fmla="*/ 20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5400"/>
                  </a:moveTo>
                  <a:lnTo>
                    <a:pt x="726" y="4776"/>
                  </a:lnTo>
                  <a:lnTo>
                    <a:pt x="1270" y="4776"/>
                  </a:lnTo>
                  <a:lnTo>
                    <a:pt x="1996" y="3946"/>
                  </a:lnTo>
                  <a:lnTo>
                    <a:pt x="3448" y="3946"/>
                  </a:lnTo>
                  <a:lnTo>
                    <a:pt x="3448" y="0"/>
                  </a:lnTo>
                  <a:lnTo>
                    <a:pt x="5445" y="0"/>
                  </a:lnTo>
                  <a:lnTo>
                    <a:pt x="6715" y="830"/>
                  </a:lnTo>
                  <a:lnTo>
                    <a:pt x="7986" y="830"/>
                  </a:lnTo>
                  <a:lnTo>
                    <a:pt x="9438" y="1661"/>
                  </a:lnTo>
                  <a:lnTo>
                    <a:pt x="9438" y="830"/>
                  </a:lnTo>
                  <a:lnTo>
                    <a:pt x="10164" y="1661"/>
                  </a:lnTo>
                  <a:lnTo>
                    <a:pt x="11435" y="1661"/>
                  </a:lnTo>
                  <a:lnTo>
                    <a:pt x="11435" y="2492"/>
                  </a:lnTo>
                  <a:lnTo>
                    <a:pt x="14702" y="2492"/>
                  </a:lnTo>
                  <a:lnTo>
                    <a:pt x="15428" y="1661"/>
                  </a:lnTo>
                  <a:lnTo>
                    <a:pt x="17425" y="1661"/>
                  </a:lnTo>
                  <a:lnTo>
                    <a:pt x="18151" y="2492"/>
                  </a:lnTo>
                  <a:lnTo>
                    <a:pt x="18877" y="3115"/>
                  </a:lnTo>
                  <a:lnTo>
                    <a:pt x="18877" y="3946"/>
                  </a:lnTo>
                  <a:lnTo>
                    <a:pt x="19421" y="3946"/>
                  </a:lnTo>
                  <a:lnTo>
                    <a:pt x="19421" y="4776"/>
                  </a:lnTo>
                  <a:lnTo>
                    <a:pt x="18877" y="5400"/>
                  </a:lnTo>
                  <a:lnTo>
                    <a:pt x="18877" y="6230"/>
                  </a:lnTo>
                  <a:lnTo>
                    <a:pt x="19421" y="6230"/>
                  </a:lnTo>
                  <a:lnTo>
                    <a:pt x="19421" y="5400"/>
                  </a:lnTo>
                  <a:lnTo>
                    <a:pt x="20147" y="5400"/>
                  </a:lnTo>
                  <a:lnTo>
                    <a:pt x="20147" y="7061"/>
                  </a:lnTo>
                  <a:lnTo>
                    <a:pt x="21599" y="7061"/>
                  </a:lnTo>
                  <a:lnTo>
                    <a:pt x="21599" y="7892"/>
                  </a:lnTo>
                  <a:lnTo>
                    <a:pt x="20873" y="7892"/>
                  </a:lnTo>
                  <a:lnTo>
                    <a:pt x="20147" y="8515"/>
                  </a:lnTo>
                  <a:lnTo>
                    <a:pt x="20147" y="12461"/>
                  </a:lnTo>
                  <a:lnTo>
                    <a:pt x="20873" y="12461"/>
                  </a:lnTo>
                  <a:lnTo>
                    <a:pt x="20873" y="13292"/>
                  </a:lnTo>
                  <a:lnTo>
                    <a:pt x="20147" y="13292"/>
                  </a:lnTo>
                  <a:lnTo>
                    <a:pt x="20147" y="14746"/>
                  </a:lnTo>
                  <a:lnTo>
                    <a:pt x="20873" y="14746"/>
                  </a:lnTo>
                  <a:lnTo>
                    <a:pt x="20873" y="15576"/>
                  </a:lnTo>
                  <a:lnTo>
                    <a:pt x="19421" y="17030"/>
                  </a:lnTo>
                  <a:lnTo>
                    <a:pt x="18877" y="17861"/>
                  </a:lnTo>
                  <a:lnTo>
                    <a:pt x="19421" y="18692"/>
                  </a:lnTo>
                  <a:lnTo>
                    <a:pt x="18151" y="20146"/>
                  </a:lnTo>
                  <a:lnTo>
                    <a:pt x="18877" y="20146"/>
                  </a:lnTo>
                  <a:lnTo>
                    <a:pt x="14157" y="21599"/>
                  </a:lnTo>
                  <a:lnTo>
                    <a:pt x="12705" y="20976"/>
                  </a:lnTo>
                  <a:lnTo>
                    <a:pt x="12161" y="20976"/>
                  </a:lnTo>
                  <a:lnTo>
                    <a:pt x="11435" y="20146"/>
                  </a:lnTo>
                  <a:lnTo>
                    <a:pt x="11435" y="19315"/>
                  </a:lnTo>
                  <a:lnTo>
                    <a:pt x="12705" y="17861"/>
                  </a:lnTo>
                  <a:lnTo>
                    <a:pt x="12705" y="12461"/>
                  </a:lnTo>
                  <a:lnTo>
                    <a:pt x="12161" y="11630"/>
                  </a:lnTo>
                  <a:lnTo>
                    <a:pt x="12705" y="10800"/>
                  </a:lnTo>
                  <a:lnTo>
                    <a:pt x="11435" y="10176"/>
                  </a:lnTo>
                  <a:lnTo>
                    <a:pt x="11435" y="9346"/>
                  </a:lnTo>
                  <a:lnTo>
                    <a:pt x="10709" y="8515"/>
                  </a:lnTo>
                  <a:lnTo>
                    <a:pt x="7442" y="8515"/>
                  </a:lnTo>
                  <a:lnTo>
                    <a:pt x="7442" y="9346"/>
                  </a:lnTo>
                  <a:lnTo>
                    <a:pt x="6715" y="10176"/>
                  </a:lnTo>
                  <a:lnTo>
                    <a:pt x="6715" y="10800"/>
                  </a:lnTo>
                  <a:lnTo>
                    <a:pt x="4719" y="10800"/>
                  </a:lnTo>
                  <a:lnTo>
                    <a:pt x="3993" y="10176"/>
                  </a:lnTo>
                  <a:lnTo>
                    <a:pt x="3448" y="9346"/>
                  </a:lnTo>
                  <a:lnTo>
                    <a:pt x="2722" y="9346"/>
                  </a:lnTo>
                  <a:lnTo>
                    <a:pt x="2722" y="7892"/>
                  </a:lnTo>
                  <a:lnTo>
                    <a:pt x="1996" y="8515"/>
                  </a:lnTo>
                  <a:lnTo>
                    <a:pt x="1270" y="8515"/>
                  </a:lnTo>
                  <a:lnTo>
                    <a:pt x="726" y="7061"/>
                  </a:lnTo>
                  <a:lnTo>
                    <a:pt x="726" y="6230"/>
                  </a:lnTo>
                  <a:lnTo>
                    <a:pt x="0" y="5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6" name="AutoShape 120"/>
            <p:cNvSpPr>
              <a:spLocks/>
            </p:cNvSpPr>
            <p:nvPr/>
          </p:nvSpPr>
          <p:spPr bwMode="auto">
            <a:xfrm>
              <a:off x="10036923" y="6825103"/>
              <a:ext cx="177218" cy="204088"/>
            </a:xfrm>
            <a:custGeom>
              <a:avLst/>
              <a:gdLst>
                <a:gd name="T0" fmla="*/ 88609 w 21600"/>
                <a:gd name="T1" fmla="*/ 102044 h 21600"/>
                <a:gd name="T2" fmla="*/ 88609 w 21600"/>
                <a:gd name="T3" fmla="*/ 102044 h 21600"/>
                <a:gd name="T4" fmla="*/ 88609 w 21600"/>
                <a:gd name="T5" fmla="*/ 102044 h 21600"/>
                <a:gd name="T6" fmla="*/ 88609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99" y="18692"/>
                  </a:moveTo>
                  <a:lnTo>
                    <a:pt x="5399" y="17030"/>
                  </a:lnTo>
                  <a:lnTo>
                    <a:pt x="3436" y="17030"/>
                  </a:lnTo>
                  <a:lnTo>
                    <a:pt x="5399" y="18692"/>
                  </a:lnTo>
                  <a:close/>
                  <a:moveTo>
                    <a:pt x="1963" y="4569"/>
                  </a:moveTo>
                  <a:lnTo>
                    <a:pt x="5399" y="4569"/>
                  </a:lnTo>
                  <a:lnTo>
                    <a:pt x="5399" y="3323"/>
                  </a:lnTo>
                  <a:lnTo>
                    <a:pt x="7363" y="1661"/>
                  </a:lnTo>
                  <a:lnTo>
                    <a:pt x="7363" y="0"/>
                  </a:lnTo>
                  <a:lnTo>
                    <a:pt x="16200" y="0"/>
                  </a:lnTo>
                  <a:lnTo>
                    <a:pt x="18163" y="1661"/>
                  </a:lnTo>
                  <a:lnTo>
                    <a:pt x="18163" y="3323"/>
                  </a:lnTo>
                  <a:lnTo>
                    <a:pt x="21600" y="4569"/>
                  </a:lnTo>
                  <a:lnTo>
                    <a:pt x="20127" y="6230"/>
                  </a:lnTo>
                  <a:lnTo>
                    <a:pt x="21600" y="7892"/>
                  </a:lnTo>
                  <a:lnTo>
                    <a:pt x="21600" y="18692"/>
                  </a:lnTo>
                  <a:lnTo>
                    <a:pt x="18163" y="21599"/>
                  </a:lnTo>
                  <a:lnTo>
                    <a:pt x="16200" y="20353"/>
                  </a:lnTo>
                  <a:lnTo>
                    <a:pt x="14727" y="20353"/>
                  </a:lnTo>
                  <a:lnTo>
                    <a:pt x="8836" y="18692"/>
                  </a:lnTo>
                  <a:lnTo>
                    <a:pt x="7363" y="18692"/>
                  </a:lnTo>
                  <a:lnTo>
                    <a:pt x="7363" y="17030"/>
                  </a:lnTo>
                  <a:lnTo>
                    <a:pt x="5399" y="15369"/>
                  </a:lnTo>
                  <a:lnTo>
                    <a:pt x="7363" y="15369"/>
                  </a:lnTo>
                  <a:lnTo>
                    <a:pt x="5399" y="15369"/>
                  </a:lnTo>
                  <a:lnTo>
                    <a:pt x="3436" y="14123"/>
                  </a:lnTo>
                  <a:lnTo>
                    <a:pt x="3436" y="12461"/>
                  </a:lnTo>
                  <a:lnTo>
                    <a:pt x="1963" y="10800"/>
                  </a:lnTo>
                  <a:lnTo>
                    <a:pt x="0" y="10800"/>
                  </a:lnTo>
                  <a:lnTo>
                    <a:pt x="0" y="9553"/>
                  </a:lnTo>
                  <a:lnTo>
                    <a:pt x="1963" y="7892"/>
                  </a:lnTo>
                  <a:lnTo>
                    <a:pt x="0" y="7892"/>
                  </a:lnTo>
                  <a:lnTo>
                    <a:pt x="0" y="6230"/>
                  </a:lnTo>
                  <a:lnTo>
                    <a:pt x="1963" y="456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7" name="AutoShape 121"/>
            <p:cNvSpPr>
              <a:spLocks/>
            </p:cNvSpPr>
            <p:nvPr/>
          </p:nvSpPr>
          <p:spPr bwMode="auto">
            <a:xfrm>
              <a:off x="10157759" y="6915374"/>
              <a:ext cx="265827" cy="247259"/>
            </a:xfrm>
            <a:custGeom>
              <a:avLst/>
              <a:gdLst>
                <a:gd name="T0" fmla="*/ 132914 w 21600"/>
                <a:gd name="T1" fmla="*/ 123630 h 21600"/>
                <a:gd name="T2" fmla="*/ 132914 w 21600"/>
                <a:gd name="T3" fmla="*/ 123630 h 21600"/>
                <a:gd name="T4" fmla="*/ 132914 w 21600"/>
                <a:gd name="T5" fmla="*/ 123630 h 21600"/>
                <a:gd name="T6" fmla="*/ 132914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8914"/>
                  </a:moveTo>
                  <a:lnTo>
                    <a:pt x="981" y="7542"/>
                  </a:lnTo>
                  <a:lnTo>
                    <a:pt x="3600" y="4799"/>
                  </a:lnTo>
                  <a:lnTo>
                    <a:pt x="3600" y="3771"/>
                  </a:lnTo>
                  <a:lnTo>
                    <a:pt x="4581" y="2399"/>
                  </a:lnTo>
                  <a:lnTo>
                    <a:pt x="4581" y="1028"/>
                  </a:lnTo>
                  <a:lnTo>
                    <a:pt x="5890" y="0"/>
                  </a:lnTo>
                  <a:lnTo>
                    <a:pt x="5890" y="1028"/>
                  </a:lnTo>
                  <a:lnTo>
                    <a:pt x="8181" y="0"/>
                  </a:lnTo>
                  <a:lnTo>
                    <a:pt x="9490" y="0"/>
                  </a:lnTo>
                  <a:lnTo>
                    <a:pt x="10800" y="1028"/>
                  </a:lnTo>
                  <a:lnTo>
                    <a:pt x="12109" y="2399"/>
                  </a:lnTo>
                  <a:lnTo>
                    <a:pt x="10800" y="3771"/>
                  </a:lnTo>
                  <a:lnTo>
                    <a:pt x="10800" y="4799"/>
                  </a:lnTo>
                  <a:lnTo>
                    <a:pt x="12109" y="6171"/>
                  </a:lnTo>
                  <a:lnTo>
                    <a:pt x="13090" y="6171"/>
                  </a:lnTo>
                  <a:lnTo>
                    <a:pt x="14400" y="4799"/>
                  </a:lnTo>
                  <a:lnTo>
                    <a:pt x="15709" y="4799"/>
                  </a:lnTo>
                  <a:lnTo>
                    <a:pt x="15709" y="6171"/>
                  </a:lnTo>
                  <a:lnTo>
                    <a:pt x="16690" y="6171"/>
                  </a:lnTo>
                  <a:lnTo>
                    <a:pt x="15709" y="7542"/>
                  </a:lnTo>
                  <a:lnTo>
                    <a:pt x="16690" y="8914"/>
                  </a:lnTo>
                  <a:lnTo>
                    <a:pt x="14400" y="11314"/>
                  </a:lnTo>
                  <a:lnTo>
                    <a:pt x="15709" y="11314"/>
                  </a:lnTo>
                  <a:lnTo>
                    <a:pt x="15709" y="12685"/>
                  </a:lnTo>
                  <a:lnTo>
                    <a:pt x="16690" y="11314"/>
                  </a:lnTo>
                  <a:lnTo>
                    <a:pt x="18000" y="12685"/>
                  </a:lnTo>
                  <a:lnTo>
                    <a:pt x="19309" y="12685"/>
                  </a:lnTo>
                  <a:lnTo>
                    <a:pt x="19309" y="13714"/>
                  </a:lnTo>
                  <a:lnTo>
                    <a:pt x="21599" y="13714"/>
                  </a:lnTo>
                  <a:lnTo>
                    <a:pt x="21599" y="15085"/>
                  </a:lnTo>
                  <a:lnTo>
                    <a:pt x="20618" y="16457"/>
                  </a:lnTo>
                  <a:lnTo>
                    <a:pt x="21599" y="16457"/>
                  </a:lnTo>
                  <a:lnTo>
                    <a:pt x="20618" y="17485"/>
                  </a:lnTo>
                  <a:lnTo>
                    <a:pt x="20618" y="21599"/>
                  </a:lnTo>
                  <a:lnTo>
                    <a:pt x="15709" y="20228"/>
                  </a:lnTo>
                  <a:lnTo>
                    <a:pt x="12109" y="17485"/>
                  </a:lnTo>
                  <a:lnTo>
                    <a:pt x="10800" y="17485"/>
                  </a:lnTo>
                  <a:lnTo>
                    <a:pt x="7200" y="13714"/>
                  </a:lnTo>
                  <a:lnTo>
                    <a:pt x="4581" y="12685"/>
                  </a:lnTo>
                  <a:lnTo>
                    <a:pt x="3600" y="12685"/>
                  </a:lnTo>
                  <a:lnTo>
                    <a:pt x="2290" y="11314"/>
                  </a:lnTo>
                  <a:lnTo>
                    <a:pt x="2290" y="9942"/>
                  </a:lnTo>
                  <a:lnTo>
                    <a:pt x="981" y="8914"/>
                  </a:lnTo>
                  <a:lnTo>
                    <a:pt x="0" y="89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8" name="AutoShape 122"/>
            <p:cNvSpPr>
              <a:spLocks/>
            </p:cNvSpPr>
            <p:nvPr/>
          </p:nvSpPr>
          <p:spPr bwMode="auto">
            <a:xfrm>
              <a:off x="10334970" y="6781928"/>
              <a:ext cx="418879" cy="392474"/>
            </a:xfrm>
            <a:custGeom>
              <a:avLst/>
              <a:gdLst>
                <a:gd name="T0" fmla="*/ 209440 w 21600"/>
                <a:gd name="T1" fmla="*/ 196237 h 21600"/>
                <a:gd name="T2" fmla="*/ 209440 w 21600"/>
                <a:gd name="T3" fmla="*/ 196237 h 21600"/>
                <a:gd name="T4" fmla="*/ 209440 w 21600"/>
                <a:gd name="T5" fmla="*/ 196237 h 21600"/>
                <a:gd name="T6" fmla="*/ 209440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46" y="20951"/>
                  </a:moveTo>
                  <a:lnTo>
                    <a:pt x="3946" y="18360"/>
                  </a:lnTo>
                  <a:lnTo>
                    <a:pt x="4569" y="17712"/>
                  </a:lnTo>
                  <a:lnTo>
                    <a:pt x="3946" y="17712"/>
                  </a:lnTo>
                  <a:lnTo>
                    <a:pt x="4569" y="16848"/>
                  </a:lnTo>
                  <a:lnTo>
                    <a:pt x="4569" y="15983"/>
                  </a:lnTo>
                  <a:lnTo>
                    <a:pt x="3115" y="15983"/>
                  </a:lnTo>
                  <a:lnTo>
                    <a:pt x="3115" y="15335"/>
                  </a:lnTo>
                  <a:lnTo>
                    <a:pt x="2284" y="15335"/>
                  </a:lnTo>
                  <a:lnTo>
                    <a:pt x="1453" y="14471"/>
                  </a:lnTo>
                  <a:lnTo>
                    <a:pt x="830" y="15335"/>
                  </a:lnTo>
                  <a:lnTo>
                    <a:pt x="830" y="14471"/>
                  </a:lnTo>
                  <a:lnTo>
                    <a:pt x="0" y="14471"/>
                  </a:lnTo>
                  <a:lnTo>
                    <a:pt x="1453" y="12960"/>
                  </a:lnTo>
                  <a:lnTo>
                    <a:pt x="830" y="12095"/>
                  </a:lnTo>
                  <a:lnTo>
                    <a:pt x="1453" y="11231"/>
                  </a:lnTo>
                  <a:lnTo>
                    <a:pt x="3115" y="9719"/>
                  </a:lnTo>
                  <a:lnTo>
                    <a:pt x="3115" y="8855"/>
                  </a:lnTo>
                  <a:lnTo>
                    <a:pt x="2284" y="8855"/>
                  </a:lnTo>
                  <a:lnTo>
                    <a:pt x="2284" y="7343"/>
                  </a:lnTo>
                  <a:lnTo>
                    <a:pt x="3115" y="7343"/>
                  </a:lnTo>
                  <a:lnTo>
                    <a:pt x="3115" y="6479"/>
                  </a:lnTo>
                  <a:lnTo>
                    <a:pt x="2284" y="6479"/>
                  </a:lnTo>
                  <a:lnTo>
                    <a:pt x="2284" y="2375"/>
                  </a:lnTo>
                  <a:lnTo>
                    <a:pt x="3115" y="1727"/>
                  </a:lnTo>
                  <a:lnTo>
                    <a:pt x="4569" y="863"/>
                  </a:lnTo>
                  <a:lnTo>
                    <a:pt x="5399" y="1727"/>
                  </a:lnTo>
                  <a:lnTo>
                    <a:pt x="6853" y="1727"/>
                  </a:lnTo>
                  <a:lnTo>
                    <a:pt x="7684" y="863"/>
                  </a:lnTo>
                  <a:lnTo>
                    <a:pt x="9138" y="863"/>
                  </a:lnTo>
                  <a:lnTo>
                    <a:pt x="9138" y="1727"/>
                  </a:lnTo>
                  <a:lnTo>
                    <a:pt x="10800" y="1727"/>
                  </a:lnTo>
                  <a:lnTo>
                    <a:pt x="11630" y="863"/>
                  </a:lnTo>
                  <a:lnTo>
                    <a:pt x="11630" y="0"/>
                  </a:lnTo>
                  <a:lnTo>
                    <a:pt x="13084" y="863"/>
                  </a:lnTo>
                  <a:lnTo>
                    <a:pt x="13915" y="1727"/>
                  </a:lnTo>
                  <a:lnTo>
                    <a:pt x="15369" y="1727"/>
                  </a:lnTo>
                  <a:lnTo>
                    <a:pt x="16199" y="2375"/>
                  </a:lnTo>
                  <a:lnTo>
                    <a:pt x="17653" y="3239"/>
                  </a:lnTo>
                  <a:lnTo>
                    <a:pt x="18484" y="3239"/>
                  </a:lnTo>
                  <a:lnTo>
                    <a:pt x="19315" y="2375"/>
                  </a:lnTo>
                  <a:lnTo>
                    <a:pt x="19938" y="3239"/>
                  </a:lnTo>
                  <a:lnTo>
                    <a:pt x="20769" y="3239"/>
                  </a:lnTo>
                  <a:lnTo>
                    <a:pt x="20769" y="5615"/>
                  </a:lnTo>
                  <a:lnTo>
                    <a:pt x="21600" y="6479"/>
                  </a:lnTo>
                  <a:lnTo>
                    <a:pt x="21600" y="7991"/>
                  </a:lnTo>
                  <a:lnTo>
                    <a:pt x="19315" y="10367"/>
                  </a:lnTo>
                  <a:lnTo>
                    <a:pt x="19315" y="13607"/>
                  </a:lnTo>
                  <a:lnTo>
                    <a:pt x="18484" y="14471"/>
                  </a:lnTo>
                  <a:lnTo>
                    <a:pt x="19315" y="14471"/>
                  </a:lnTo>
                  <a:lnTo>
                    <a:pt x="19315" y="15983"/>
                  </a:lnTo>
                  <a:lnTo>
                    <a:pt x="19938" y="16848"/>
                  </a:lnTo>
                  <a:lnTo>
                    <a:pt x="20769" y="16848"/>
                  </a:lnTo>
                  <a:lnTo>
                    <a:pt x="20769" y="18360"/>
                  </a:lnTo>
                  <a:lnTo>
                    <a:pt x="19315" y="18360"/>
                  </a:lnTo>
                  <a:lnTo>
                    <a:pt x="19315" y="17712"/>
                  </a:lnTo>
                  <a:lnTo>
                    <a:pt x="18484" y="18360"/>
                  </a:lnTo>
                  <a:lnTo>
                    <a:pt x="18484" y="19223"/>
                  </a:lnTo>
                  <a:lnTo>
                    <a:pt x="16199" y="18360"/>
                  </a:lnTo>
                  <a:lnTo>
                    <a:pt x="9969" y="18360"/>
                  </a:lnTo>
                  <a:lnTo>
                    <a:pt x="9138" y="19223"/>
                  </a:lnTo>
                  <a:lnTo>
                    <a:pt x="6853" y="20087"/>
                  </a:lnTo>
                  <a:lnTo>
                    <a:pt x="5399" y="20087"/>
                  </a:lnTo>
                  <a:lnTo>
                    <a:pt x="4569" y="21600"/>
                  </a:lnTo>
                  <a:lnTo>
                    <a:pt x="3946" y="209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9" name="AutoShape 123"/>
            <p:cNvSpPr>
              <a:spLocks/>
            </p:cNvSpPr>
            <p:nvPr/>
          </p:nvSpPr>
          <p:spPr bwMode="auto">
            <a:xfrm>
              <a:off x="10693437" y="6754459"/>
              <a:ext cx="281937" cy="392474"/>
            </a:xfrm>
            <a:custGeom>
              <a:avLst/>
              <a:gdLst>
                <a:gd name="T0" fmla="*/ 140969 w 21600"/>
                <a:gd name="T1" fmla="*/ 196237 h 21600"/>
                <a:gd name="T2" fmla="*/ 140969 w 21600"/>
                <a:gd name="T3" fmla="*/ 196237 h 21600"/>
                <a:gd name="T4" fmla="*/ 140969 w 21600"/>
                <a:gd name="T5" fmla="*/ 196237 h 21600"/>
                <a:gd name="T6" fmla="*/ 140969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4" y="19872"/>
                  </a:moveTo>
                  <a:lnTo>
                    <a:pt x="3394" y="19872"/>
                  </a:lnTo>
                  <a:lnTo>
                    <a:pt x="3394" y="18360"/>
                  </a:lnTo>
                  <a:lnTo>
                    <a:pt x="2159" y="18360"/>
                  </a:lnTo>
                  <a:lnTo>
                    <a:pt x="1234" y="17495"/>
                  </a:lnTo>
                  <a:lnTo>
                    <a:pt x="1234" y="15983"/>
                  </a:lnTo>
                  <a:lnTo>
                    <a:pt x="0" y="15983"/>
                  </a:lnTo>
                  <a:lnTo>
                    <a:pt x="1234" y="15120"/>
                  </a:lnTo>
                  <a:lnTo>
                    <a:pt x="1234" y="11880"/>
                  </a:lnTo>
                  <a:lnTo>
                    <a:pt x="4628" y="9503"/>
                  </a:lnTo>
                  <a:lnTo>
                    <a:pt x="4628" y="7991"/>
                  </a:lnTo>
                  <a:lnTo>
                    <a:pt x="3394" y="7127"/>
                  </a:lnTo>
                  <a:lnTo>
                    <a:pt x="3394" y="3887"/>
                  </a:lnTo>
                  <a:lnTo>
                    <a:pt x="2159" y="3239"/>
                  </a:lnTo>
                  <a:lnTo>
                    <a:pt x="2159" y="647"/>
                  </a:lnTo>
                  <a:lnTo>
                    <a:pt x="13577" y="647"/>
                  </a:lnTo>
                  <a:lnTo>
                    <a:pt x="14811" y="0"/>
                  </a:lnTo>
                  <a:lnTo>
                    <a:pt x="16045" y="647"/>
                  </a:lnTo>
                  <a:lnTo>
                    <a:pt x="16045" y="1511"/>
                  </a:lnTo>
                  <a:lnTo>
                    <a:pt x="16971" y="2375"/>
                  </a:lnTo>
                  <a:lnTo>
                    <a:pt x="18205" y="3239"/>
                  </a:lnTo>
                  <a:lnTo>
                    <a:pt x="18205" y="5615"/>
                  </a:lnTo>
                  <a:lnTo>
                    <a:pt x="19440" y="5615"/>
                  </a:lnTo>
                  <a:lnTo>
                    <a:pt x="19440" y="11231"/>
                  </a:lnTo>
                  <a:lnTo>
                    <a:pt x="20674" y="12743"/>
                  </a:lnTo>
                  <a:lnTo>
                    <a:pt x="19440" y="13607"/>
                  </a:lnTo>
                  <a:lnTo>
                    <a:pt x="19440" y="16848"/>
                  </a:lnTo>
                  <a:lnTo>
                    <a:pt x="20674" y="16848"/>
                  </a:lnTo>
                  <a:lnTo>
                    <a:pt x="21600" y="17495"/>
                  </a:lnTo>
                  <a:lnTo>
                    <a:pt x="19440" y="17495"/>
                  </a:lnTo>
                  <a:lnTo>
                    <a:pt x="16045" y="18360"/>
                  </a:lnTo>
                  <a:lnTo>
                    <a:pt x="13577" y="19872"/>
                  </a:lnTo>
                  <a:lnTo>
                    <a:pt x="10182" y="19872"/>
                  </a:lnTo>
                  <a:lnTo>
                    <a:pt x="6788" y="21600"/>
                  </a:lnTo>
                  <a:lnTo>
                    <a:pt x="4628" y="20735"/>
                  </a:lnTo>
                  <a:lnTo>
                    <a:pt x="1234" y="20735"/>
                  </a:lnTo>
                  <a:lnTo>
                    <a:pt x="1234" y="1987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0" name="AutoShape 124"/>
            <p:cNvSpPr>
              <a:spLocks/>
            </p:cNvSpPr>
            <p:nvPr/>
          </p:nvSpPr>
          <p:spPr bwMode="auto">
            <a:xfrm>
              <a:off x="10886761" y="6754459"/>
              <a:ext cx="132915" cy="317907"/>
            </a:xfrm>
            <a:custGeom>
              <a:avLst/>
              <a:gdLst>
                <a:gd name="T0" fmla="*/ 66458 w 21600"/>
                <a:gd name="T1" fmla="*/ 158954 h 21600"/>
                <a:gd name="T2" fmla="*/ 66458 w 21600"/>
                <a:gd name="T3" fmla="*/ 158954 h 21600"/>
                <a:gd name="T4" fmla="*/ 66458 w 21600"/>
                <a:gd name="T5" fmla="*/ 158954 h 21600"/>
                <a:gd name="T6" fmla="*/ 66458 w 21600"/>
                <a:gd name="T7" fmla="*/ 1589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36" y="799"/>
                  </a:moveTo>
                  <a:lnTo>
                    <a:pt x="2618" y="0"/>
                  </a:lnTo>
                  <a:lnTo>
                    <a:pt x="0" y="0"/>
                  </a:lnTo>
                  <a:lnTo>
                    <a:pt x="2618" y="799"/>
                  </a:lnTo>
                  <a:lnTo>
                    <a:pt x="2618" y="1866"/>
                  </a:lnTo>
                  <a:lnTo>
                    <a:pt x="4581" y="2933"/>
                  </a:lnTo>
                  <a:lnTo>
                    <a:pt x="7200" y="3999"/>
                  </a:lnTo>
                  <a:lnTo>
                    <a:pt x="7200" y="6933"/>
                  </a:lnTo>
                  <a:lnTo>
                    <a:pt x="9818" y="6933"/>
                  </a:lnTo>
                  <a:lnTo>
                    <a:pt x="9818" y="13866"/>
                  </a:lnTo>
                  <a:lnTo>
                    <a:pt x="12436" y="15733"/>
                  </a:lnTo>
                  <a:lnTo>
                    <a:pt x="9818" y="16800"/>
                  </a:lnTo>
                  <a:lnTo>
                    <a:pt x="9818" y="20800"/>
                  </a:lnTo>
                  <a:lnTo>
                    <a:pt x="12436" y="20800"/>
                  </a:lnTo>
                  <a:lnTo>
                    <a:pt x="14400" y="21600"/>
                  </a:lnTo>
                  <a:lnTo>
                    <a:pt x="21599" y="20800"/>
                  </a:lnTo>
                  <a:lnTo>
                    <a:pt x="21599" y="17866"/>
                  </a:lnTo>
                  <a:lnTo>
                    <a:pt x="19636" y="16800"/>
                  </a:lnTo>
                  <a:lnTo>
                    <a:pt x="19636" y="11733"/>
                  </a:lnTo>
                  <a:lnTo>
                    <a:pt x="21599" y="10933"/>
                  </a:lnTo>
                  <a:lnTo>
                    <a:pt x="21599" y="7733"/>
                  </a:lnTo>
                  <a:lnTo>
                    <a:pt x="19636" y="5866"/>
                  </a:lnTo>
                  <a:lnTo>
                    <a:pt x="17018" y="3999"/>
                  </a:lnTo>
                  <a:lnTo>
                    <a:pt x="14400" y="3999"/>
                  </a:lnTo>
                  <a:lnTo>
                    <a:pt x="12436" y="2933"/>
                  </a:lnTo>
                  <a:lnTo>
                    <a:pt x="12436" y="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1" name="AutoShape 125"/>
            <p:cNvSpPr>
              <a:spLocks/>
            </p:cNvSpPr>
            <p:nvPr/>
          </p:nvSpPr>
          <p:spPr bwMode="auto">
            <a:xfrm>
              <a:off x="10963290" y="6679889"/>
              <a:ext cx="205414" cy="380703"/>
            </a:xfrm>
            <a:custGeom>
              <a:avLst/>
              <a:gdLst>
                <a:gd name="T0" fmla="*/ 102707 w 21600"/>
                <a:gd name="T1" fmla="*/ 190352 h 21600"/>
                <a:gd name="T2" fmla="*/ 102707 w 21600"/>
                <a:gd name="T3" fmla="*/ 190352 h 21600"/>
                <a:gd name="T4" fmla="*/ 102707 w 21600"/>
                <a:gd name="T5" fmla="*/ 190352 h 21600"/>
                <a:gd name="T6" fmla="*/ 102707 w 21600"/>
                <a:gd name="T7" fmla="*/ 190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588" y="890"/>
                  </a:moveTo>
                  <a:lnTo>
                    <a:pt x="10588" y="1781"/>
                  </a:lnTo>
                  <a:lnTo>
                    <a:pt x="9317" y="2449"/>
                  </a:lnTo>
                  <a:lnTo>
                    <a:pt x="4658" y="2449"/>
                  </a:lnTo>
                  <a:lnTo>
                    <a:pt x="1270" y="4230"/>
                  </a:lnTo>
                  <a:lnTo>
                    <a:pt x="2964" y="4898"/>
                  </a:lnTo>
                  <a:lnTo>
                    <a:pt x="0" y="4898"/>
                  </a:lnTo>
                  <a:lnTo>
                    <a:pt x="0" y="6680"/>
                  </a:lnTo>
                  <a:lnTo>
                    <a:pt x="1270" y="7571"/>
                  </a:lnTo>
                  <a:lnTo>
                    <a:pt x="2964" y="7571"/>
                  </a:lnTo>
                  <a:lnTo>
                    <a:pt x="4658" y="9129"/>
                  </a:lnTo>
                  <a:lnTo>
                    <a:pt x="5929" y="10688"/>
                  </a:lnTo>
                  <a:lnTo>
                    <a:pt x="5929" y="13360"/>
                  </a:lnTo>
                  <a:lnTo>
                    <a:pt x="4658" y="14028"/>
                  </a:lnTo>
                  <a:lnTo>
                    <a:pt x="4658" y="18259"/>
                  </a:lnTo>
                  <a:lnTo>
                    <a:pt x="5929" y="19150"/>
                  </a:lnTo>
                  <a:lnTo>
                    <a:pt x="5929" y="21599"/>
                  </a:lnTo>
                  <a:lnTo>
                    <a:pt x="9317" y="21599"/>
                  </a:lnTo>
                  <a:lnTo>
                    <a:pt x="13976" y="20709"/>
                  </a:lnTo>
                  <a:lnTo>
                    <a:pt x="13976" y="11579"/>
                  </a:lnTo>
                  <a:lnTo>
                    <a:pt x="15670" y="11579"/>
                  </a:lnTo>
                  <a:lnTo>
                    <a:pt x="16941" y="10688"/>
                  </a:lnTo>
                  <a:lnTo>
                    <a:pt x="18635" y="10020"/>
                  </a:lnTo>
                  <a:lnTo>
                    <a:pt x="18635" y="9129"/>
                  </a:lnTo>
                  <a:lnTo>
                    <a:pt x="20329" y="9129"/>
                  </a:lnTo>
                  <a:lnTo>
                    <a:pt x="20329" y="8239"/>
                  </a:lnTo>
                  <a:lnTo>
                    <a:pt x="18635" y="7571"/>
                  </a:lnTo>
                  <a:lnTo>
                    <a:pt x="20329" y="6680"/>
                  </a:lnTo>
                  <a:lnTo>
                    <a:pt x="21599" y="6680"/>
                  </a:lnTo>
                  <a:lnTo>
                    <a:pt x="20329" y="4898"/>
                  </a:lnTo>
                  <a:lnTo>
                    <a:pt x="20329" y="4230"/>
                  </a:lnTo>
                  <a:lnTo>
                    <a:pt x="18635" y="4230"/>
                  </a:lnTo>
                  <a:lnTo>
                    <a:pt x="18635" y="2449"/>
                  </a:lnTo>
                  <a:lnTo>
                    <a:pt x="16941" y="1781"/>
                  </a:lnTo>
                  <a:lnTo>
                    <a:pt x="15670" y="1781"/>
                  </a:lnTo>
                  <a:lnTo>
                    <a:pt x="15670" y="890"/>
                  </a:lnTo>
                  <a:lnTo>
                    <a:pt x="12282" y="0"/>
                  </a:lnTo>
                  <a:lnTo>
                    <a:pt x="12282" y="890"/>
                  </a:lnTo>
                  <a:lnTo>
                    <a:pt x="10588" y="89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2" name="AutoShape 126"/>
            <p:cNvSpPr>
              <a:spLocks/>
            </p:cNvSpPr>
            <p:nvPr/>
          </p:nvSpPr>
          <p:spPr bwMode="auto">
            <a:xfrm>
              <a:off x="11692293" y="6012684"/>
              <a:ext cx="773311" cy="973332"/>
            </a:xfrm>
            <a:custGeom>
              <a:avLst/>
              <a:gdLst>
                <a:gd name="T0" fmla="*/ 386656 w 21600"/>
                <a:gd name="T1" fmla="*/ 486666 h 21600"/>
                <a:gd name="T2" fmla="*/ 386656 w 21600"/>
                <a:gd name="T3" fmla="*/ 486666 h 21600"/>
                <a:gd name="T4" fmla="*/ 386656 w 21600"/>
                <a:gd name="T5" fmla="*/ 486666 h 21600"/>
                <a:gd name="T6" fmla="*/ 386656 w 21600"/>
                <a:gd name="T7" fmla="*/ 4866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612" y="609"/>
                  </a:moveTo>
                  <a:lnTo>
                    <a:pt x="6637" y="0"/>
                  </a:lnTo>
                  <a:lnTo>
                    <a:pt x="21262" y="5487"/>
                  </a:lnTo>
                  <a:lnTo>
                    <a:pt x="21599" y="10625"/>
                  </a:lnTo>
                  <a:lnTo>
                    <a:pt x="20025" y="10625"/>
                  </a:lnTo>
                  <a:lnTo>
                    <a:pt x="19575" y="10974"/>
                  </a:lnTo>
                  <a:lnTo>
                    <a:pt x="19575" y="11235"/>
                  </a:lnTo>
                  <a:lnTo>
                    <a:pt x="20025" y="11235"/>
                  </a:lnTo>
                  <a:lnTo>
                    <a:pt x="19575" y="11583"/>
                  </a:lnTo>
                  <a:lnTo>
                    <a:pt x="19125" y="12280"/>
                  </a:lnTo>
                  <a:lnTo>
                    <a:pt x="18787" y="12280"/>
                  </a:lnTo>
                  <a:lnTo>
                    <a:pt x="18787" y="12890"/>
                  </a:lnTo>
                  <a:lnTo>
                    <a:pt x="18337" y="13238"/>
                  </a:lnTo>
                  <a:lnTo>
                    <a:pt x="18787" y="13500"/>
                  </a:lnTo>
                  <a:lnTo>
                    <a:pt x="18787" y="13848"/>
                  </a:lnTo>
                  <a:lnTo>
                    <a:pt x="18337" y="13848"/>
                  </a:lnTo>
                  <a:lnTo>
                    <a:pt x="17887" y="14458"/>
                  </a:lnTo>
                  <a:lnTo>
                    <a:pt x="17887" y="14806"/>
                  </a:lnTo>
                  <a:lnTo>
                    <a:pt x="18337" y="14458"/>
                  </a:lnTo>
                  <a:lnTo>
                    <a:pt x="18787" y="14458"/>
                  </a:lnTo>
                  <a:lnTo>
                    <a:pt x="18787" y="14806"/>
                  </a:lnTo>
                  <a:lnTo>
                    <a:pt x="18337" y="14806"/>
                  </a:lnTo>
                  <a:lnTo>
                    <a:pt x="18787" y="15154"/>
                  </a:lnTo>
                  <a:lnTo>
                    <a:pt x="18787" y="16112"/>
                  </a:lnTo>
                  <a:lnTo>
                    <a:pt x="19575" y="16112"/>
                  </a:lnTo>
                  <a:lnTo>
                    <a:pt x="19575" y="16722"/>
                  </a:lnTo>
                  <a:lnTo>
                    <a:pt x="19125" y="17070"/>
                  </a:lnTo>
                  <a:lnTo>
                    <a:pt x="17887" y="17070"/>
                  </a:lnTo>
                  <a:lnTo>
                    <a:pt x="17437" y="17419"/>
                  </a:lnTo>
                  <a:lnTo>
                    <a:pt x="17437" y="17767"/>
                  </a:lnTo>
                  <a:lnTo>
                    <a:pt x="17100" y="17767"/>
                  </a:lnTo>
                  <a:lnTo>
                    <a:pt x="17100" y="18029"/>
                  </a:lnTo>
                  <a:lnTo>
                    <a:pt x="16650" y="18029"/>
                  </a:lnTo>
                  <a:lnTo>
                    <a:pt x="16199" y="18377"/>
                  </a:lnTo>
                  <a:lnTo>
                    <a:pt x="16199" y="18725"/>
                  </a:lnTo>
                  <a:lnTo>
                    <a:pt x="15862" y="18725"/>
                  </a:lnTo>
                  <a:lnTo>
                    <a:pt x="16199" y="18987"/>
                  </a:lnTo>
                  <a:lnTo>
                    <a:pt x="15862" y="18987"/>
                  </a:lnTo>
                  <a:lnTo>
                    <a:pt x="15862" y="19335"/>
                  </a:lnTo>
                  <a:lnTo>
                    <a:pt x="15412" y="19335"/>
                  </a:lnTo>
                  <a:lnTo>
                    <a:pt x="14625" y="19683"/>
                  </a:lnTo>
                  <a:lnTo>
                    <a:pt x="13725" y="19683"/>
                  </a:lnTo>
                  <a:lnTo>
                    <a:pt x="13274" y="19335"/>
                  </a:lnTo>
                  <a:lnTo>
                    <a:pt x="12487" y="19335"/>
                  </a:lnTo>
                  <a:lnTo>
                    <a:pt x="12487" y="20032"/>
                  </a:lnTo>
                  <a:lnTo>
                    <a:pt x="12937" y="20032"/>
                  </a:lnTo>
                  <a:lnTo>
                    <a:pt x="12937" y="20293"/>
                  </a:lnTo>
                  <a:lnTo>
                    <a:pt x="12487" y="20293"/>
                  </a:lnTo>
                  <a:lnTo>
                    <a:pt x="12037" y="20641"/>
                  </a:lnTo>
                  <a:lnTo>
                    <a:pt x="11700" y="20641"/>
                  </a:lnTo>
                  <a:lnTo>
                    <a:pt x="10462" y="20990"/>
                  </a:lnTo>
                  <a:lnTo>
                    <a:pt x="10012" y="20990"/>
                  </a:lnTo>
                  <a:lnTo>
                    <a:pt x="9562" y="21251"/>
                  </a:lnTo>
                  <a:lnTo>
                    <a:pt x="9112" y="21251"/>
                  </a:lnTo>
                  <a:lnTo>
                    <a:pt x="8775" y="21599"/>
                  </a:lnTo>
                  <a:lnTo>
                    <a:pt x="8775" y="21251"/>
                  </a:lnTo>
                  <a:lnTo>
                    <a:pt x="8325" y="20990"/>
                  </a:lnTo>
                  <a:lnTo>
                    <a:pt x="7875" y="20990"/>
                  </a:lnTo>
                  <a:lnTo>
                    <a:pt x="7875" y="21599"/>
                  </a:lnTo>
                  <a:lnTo>
                    <a:pt x="6637" y="21599"/>
                  </a:lnTo>
                  <a:lnTo>
                    <a:pt x="6637" y="21251"/>
                  </a:lnTo>
                  <a:lnTo>
                    <a:pt x="6187" y="21251"/>
                  </a:lnTo>
                  <a:lnTo>
                    <a:pt x="6187" y="20641"/>
                  </a:lnTo>
                  <a:lnTo>
                    <a:pt x="5850" y="20293"/>
                  </a:lnTo>
                  <a:lnTo>
                    <a:pt x="5400" y="20293"/>
                  </a:lnTo>
                  <a:lnTo>
                    <a:pt x="4950" y="19683"/>
                  </a:lnTo>
                  <a:lnTo>
                    <a:pt x="4162" y="19335"/>
                  </a:lnTo>
                  <a:lnTo>
                    <a:pt x="3712" y="19335"/>
                  </a:lnTo>
                  <a:lnTo>
                    <a:pt x="3712" y="18377"/>
                  </a:lnTo>
                  <a:lnTo>
                    <a:pt x="6187" y="18377"/>
                  </a:lnTo>
                  <a:lnTo>
                    <a:pt x="5850" y="18029"/>
                  </a:lnTo>
                  <a:lnTo>
                    <a:pt x="5400" y="17767"/>
                  </a:lnTo>
                  <a:lnTo>
                    <a:pt x="4950" y="17419"/>
                  </a:lnTo>
                  <a:lnTo>
                    <a:pt x="4950" y="16722"/>
                  </a:lnTo>
                  <a:lnTo>
                    <a:pt x="5400" y="16461"/>
                  </a:lnTo>
                  <a:lnTo>
                    <a:pt x="4950" y="16461"/>
                  </a:lnTo>
                  <a:lnTo>
                    <a:pt x="4950" y="16112"/>
                  </a:lnTo>
                  <a:lnTo>
                    <a:pt x="5400" y="16112"/>
                  </a:lnTo>
                  <a:lnTo>
                    <a:pt x="5400" y="15764"/>
                  </a:lnTo>
                  <a:lnTo>
                    <a:pt x="4950" y="15503"/>
                  </a:lnTo>
                  <a:lnTo>
                    <a:pt x="4950" y="15154"/>
                  </a:lnTo>
                  <a:lnTo>
                    <a:pt x="4612" y="14806"/>
                  </a:lnTo>
                  <a:lnTo>
                    <a:pt x="4162" y="14458"/>
                  </a:lnTo>
                  <a:lnTo>
                    <a:pt x="3375" y="14196"/>
                  </a:lnTo>
                  <a:lnTo>
                    <a:pt x="2475" y="13500"/>
                  </a:lnTo>
                  <a:lnTo>
                    <a:pt x="2025" y="11932"/>
                  </a:lnTo>
                  <a:lnTo>
                    <a:pt x="2025" y="11583"/>
                  </a:lnTo>
                  <a:lnTo>
                    <a:pt x="2475" y="11583"/>
                  </a:lnTo>
                  <a:lnTo>
                    <a:pt x="2925" y="11235"/>
                  </a:lnTo>
                  <a:lnTo>
                    <a:pt x="5850" y="9319"/>
                  </a:lnTo>
                  <a:lnTo>
                    <a:pt x="5850" y="7403"/>
                  </a:lnTo>
                  <a:lnTo>
                    <a:pt x="6187" y="4790"/>
                  </a:lnTo>
                  <a:lnTo>
                    <a:pt x="6637" y="4790"/>
                  </a:lnTo>
                  <a:lnTo>
                    <a:pt x="6637" y="4180"/>
                  </a:lnTo>
                  <a:lnTo>
                    <a:pt x="5400" y="3222"/>
                  </a:lnTo>
                  <a:lnTo>
                    <a:pt x="5400" y="2525"/>
                  </a:lnTo>
                  <a:lnTo>
                    <a:pt x="4612" y="958"/>
                  </a:lnTo>
                  <a:lnTo>
                    <a:pt x="4612" y="609"/>
                  </a:lnTo>
                  <a:close/>
                  <a:moveTo>
                    <a:pt x="450" y="14196"/>
                  </a:moveTo>
                  <a:lnTo>
                    <a:pt x="0" y="14196"/>
                  </a:lnTo>
                  <a:lnTo>
                    <a:pt x="450" y="1419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3" name="AutoShape 127"/>
            <p:cNvSpPr>
              <a:spLocks/>
            </p:cNvSpPr>
            <p:nvPr/>
          </p:nvSpPr>
          <p:spPr bwMode="auto">
            <a:xfrm>
              <a:off x="10914953" y="6024460"/>
              <a:ext cx="1014971" cy="698602"/>
            </a:xfrm>
            <a:custGeom>
              <a:avLst/>
              <a:gdLst>
                <a:gd name="T0" fmla="*/ 507486 w 21600"/>
                <a:gd name="T1" fmla="*/ 349301 h 21600"/>
                <a:gd name="T2" fmla="*/ 507486 w 21600"/>
                <a:gd name="T3" fmla="*/ 349301 h 21600"/>
                <a:gd name="T4" fmla="*/ 507486 w 21600"/>
                <a:gd name="T5" fmla="*/ 349301 h 21600"/>
                <a:gd name="T6" fmla="*/ 507486 w 21600"/>
                <a:gd name="T7" fmla="*/ 3493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800" y="21599"/>
                  </a:moveTo>
                  <a:lnTo>
                    <a:pt x="4457" y="21235"/>
                  </a:lnTo>
                  <a:lnTo>
                    <a:pt x="4200" y="21235"/>
                  </a:lnTo>
                  <a:lnTo>
                    <a:pt x="4200" y="20750"/>
                  </a:lnTo>
                  <a:lnTo>
                    <a:pt x="3514" y="20265"/>
                  </a:lnTo>
                  <a:lnTo>
                    <a:pt x="3514" y="20750"/>
                  </a:lnTo>
                  <a:lnTo>
                    <a:pt x="2914" y="20750"/>
                  </a:lnTo>
                  <a:lnTo>
                    <a:pt x="2571" y="20265"/>
                  </a:lnTo>
                  <a:lnTo>
                    <a:pt x="2914" y="19779"/>
                  </a:lnTo>
                  <a:lnTo>
                    <a:pt x="2571" y="19415"/>
                  </a:lnTo>
                  <a:lnTo>
                    <a:pt x="1971" y="19415"/>
                  </a:lnTo>
                  <a:lnTo>
                    <a:pt x="1285" y="18930"/>
                  </a:lnTo>
                  <a:lnTo>
                    <a:pt x="1285" y="18444"/>
                  </a:lnTo>
                  <a:lnTo>
                    <a:pt x="0" y="17110"/>
                  </a:lnTo>
                  <a:lnTo>
                    <a:pt x="0" y="16746"/>
                  </a:lnTo>
                  <a:lnTo>
                    <a:pt x="342" y="16260"/>
                  </a:lnTo>
                  <a:lnTo>
                    <a:pt x="342" y="15775"/>
                  </a:lnTo>
                  <a:lnTo>
                    <a:pt x="1971" y="15775"/>
                  </a:lnTo>
                  <a:lnTo>
                    <a:pt x="2228" y="15289"/>
                  </a:lnTo>
                  <a:lnTo>
                    <a:pt x="3171" y="15289"/>
                  </a:lnTo>
                  <a:lnTo>
                    <a:pt x="3514" y="14925"/>
                  </a:lnTo>
                  <a:lnTo>
                    <a:pt x="4457" y="14925"/>
                  </a:lnTo>
                  <a:lnTo>
                    <a:pt x="5142" y="14440"/>
                  </a:lnTo>
                  <a:lnTo>
                    <a:pt x="5400" y="13955"/>
                  </a:lnTo>
                  <a:lnTo>
                    <a:pt x="5400" y="13105"/>
                  </a:lnTo>
                  <a:lnTo>
                    <a:pt x="5742" y="11285"/>
                  </a:lnTo>
                  <a:lnTo>
                    <a:pt x="5742" y="8130"/>
                  </a:lnTo>
                  <a:lnTo>
                    <a:pt x="7971" y="7280"/>
                  </a:lnTo>
                  <a:lnTo>
                    <a:pt x="9514" y="5460"/>
                  </a:lnTo>
                  <a:lnTo>
                    <a:pt x="15942" y="0"/>
                  </a:lnTo>
                  <a:lnTo>
                    <a:pt x="18428" y="970"/>
                  </a:lnTo>
                  <a:lnTo>
                    <a:pt x="18771" y="1334"/>
                  </a:lnTo>
                  <a:lnTo>
                    <a:pt x="20057" y="485"/>
                  </a:lnTo>
                  <a:lnTo>
                    <a:pt x="20057" y="970"/>
                  </a:lnTo>
                  <a:lnTo>
                    <a:pt x="20657" y="3155"/>
                  </a:lnTo>
                  <a:lnTo>
                    <a:pt x="20657" y="4125"/>
                  </a:lnTo>
                  <a:lnTo>
                    <a:pt x="21599" y="5460"/>
                  </a:lnTo>
                  <a:lnTo>
                    <a:pt x="21599" y="6310"/>
                  </a:lnTo>
                  <a:lnTo>
                    <a:pt x="21257" y="6310"/>
                  </a:lnTo>
                  <a:lnTo>
                    <a:pt x="21000" y="9950"/>
                  </a:lnTo>
                  <a:lnTo>
                    <a:pt x="21000" y="12620"/>
                  </a:lnTo>
                  <a:lnTo>
                    <a:pt x="18771" y="15289"/>
                  </a:lnTo>
                  <a:lnTo>
                    <a:pt x="18428" y="15775"/>
                  </a:lnTo>
                  <a:lnTo>
                    <a:pt x="18085" y="15775"/>
                  </a:lnTo>
                  <a:lnTo>
                    <a:pt x="18085" y="16260"/>
                  </a:lnTo>
                  <a:lnTo>
                    <a:pt x="18428" y="18444"/>
                  </a:lnTo>
                  <a:lnTo>
                    <a:pt x="18085" y="18080"/>
                  </a:lnTo>
                  <a:lnTo>
                    <a:pt x="17828" y="18444"/>
                  </a:lnTo>
                  <a:lnTo>
                    <a:pt x="17828" y="18930"/>
                  </a:lnTo>
                  <a:lnTo>
                    <a:pt x="16885" y="18930"/>
                  </a:lnTo>
                  <a:lnTo>
                    <a:pt x="16885" y="19415"/>
                  </a:lnTo>
                  <a:lnTo>
                    <a:pt x="15942" y="19415"/>
                  </a:lnTo>
                  <a:lnTo>
                    <a:pt x="15600" y="18930"/>
                  </a:lnTo>
                  <a:lnTo>
                    <a:pt x="13371" y="18930"/>
                  </a:lnTo>
                  <a:lnTo>
                    <a:pt x="13028" y="19779"/>
                  </a:lnTo>
                  <a:lnTo>
                    <a:pt x="11742" y="19779"/>
                  </a:lnTo>
                  <a:lnTo>
                    <a:pt x="11142" y="19415"/>
                  </a:lnTo>
                  <a:lnTo>
                    <a:pt x="10800" y="19415"/>
                  </a:lnTo>
                  <a:lnTo>
                    <a:pt x="10800" y="18930"/>
                  </a:lnTo>
                  <a:lnTo>
                    <a:pt x="9514" y="18930"/>
                  </a:lnTo>
                  <a:lnTo>
                    <a:pt x="9514" y="19415"/>
                  </a:lnTo>
                  <a:lnTo>
                    <a:pt x="8914" y="19415"/>
                  </a:lnTo>
                  <a:lnTo>
                    <a:pt x="8571" y="18444"/>
                  </a:lnTo>
                  <a:lnTo>
                    <a:pt x="8314" y="18080"/>
                  </a:lnTo>
                  <a:lnTo>
                    <a:pt x="5742" y="18080"/>
                  </a:lnTo>
                  <a:lnTo>
                    <a:pt x="5400" y="18444"/>
                  </a:lnTo>
                  <a:lnTo>
                    <a:pt x="5142" y="18444"/>
                  </a:lnTo>
                  <a:lnTo>
                    <a:pt x="5142" y="18930"/>
                  </a:lnTo>
                  <a:lnTo>
                    <a:pt x="5400" y="18930"/>
                  </a:lnTo>
                  <a:lnTo>
                    <a:pt x="5142" y="18930"/>
                  </a:lnTo>
                  <a:lnTo>
                    <a:pt x="5142" y="19415"/>
                  </a:lnTo>
                  <a:lnTo>
                    <a:pt x="5400" y="19779"/>
                  </a:lnTo>
                  <a:lnTo>
                    <a:pt x="5142" y="19779"/>
                  </a:lnTo>
                  <a:lnTo>
                    <a:pt x="4800" y="20265"/>
                  </a:lnTo>
                  <a:lnTo>
                    <a:pt x="4800" y="20750"/>
                  </a:lnTo>
                  <a:lnTo>
                    <a:pt x="5142" y="21235"/>
                  </a:lnTo>
                  <a:lnTo>
                    <a:pt x="5142" y="21599"/>
                  </a:lnTo>
                  <a:lnTo>
                    <a:pt x="48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4" name="AutoShape 128"/>
            <p:cNvSpPr>
              <a:spLocks/>
            </p:cNvSpPr>
            <p:nvPr/>
          </p:nvSpPr>
          <p:spPr bwMode="auto">
            <a:xfrm>
              <a:off x="11096200" y="6609242"/>
              <a:ext cx="745118" cy="565162"/>
            </a:xfrm>
            <a:custGeom>
              <a:avLst/>
              <a:gdLst>
                <a:gd name="T0" fmla="*/ 372559 w 21600"/>
                <a:gd name="T1" fmla="*/ 282581 h 21600"/>
                <a:gd name="T2" fmla="*/ 372559 w 21600"/>
                <a:gd name="T3" fmla="*/ 282581 h 21600"/>
                <a:gd name="T4" fmla="*/ 372559 w 21600"/>
                <a:gd name="T5" fmla="*/ 282581 h 21600"/>
                <a:gd name="T6" fmla="*/ 372559 w 21600"/>
                <a:gd name="T7" fmla="*/ 2825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82" y="1650"/>
                  </a:moveTo>
                  <a:lnTo>
                    <a:pt x="19848" y="450"/>
                  </a:lnTo>
                  <a:lnTo>
                    <a:pt x="19381" y="0"/>
                  </a:lnTo>
                  <a:lnTo>
                    <a:pt x="19031" y="450"/>
                  </a:lnTo>
                  <a:lnTo>
                    <a:pt x="19031" y="1050"/>
                  </a:lnTo>
                  <a:lnTo>
                    <a:pt x="17747" y="1050"/>
                  </a:lnTo>
                  <a:lnTo>
                    <a:pt x="17747" y="1650"/>
                  </a:lnTo>
                  <a:lnTo>
                    <a:pt x="16462" y="1650"/>
                  </a:lnTo>
                  <a:lnTo>
                    <a:pt x="15995" y="1050"/>
                  </a:lnTo>
                  <a:lnTo>
                    <a:pt x="12959" y="1050"/>
                  </a:lnTo>
                  <a:lnTo>
                    <a:pt x="12492" y="2100"/>
                  </a:lnTo>
                  <a:lnTo>
                    <a:pt x="10741" y="2100"/>
                  </a:lnTo>
                  <a:lnTo>
                    <a:pt x="9924" y="1650"/>
                  </a:lnTo>
                  <a:lnTo>
                    <a:pt x="9457" y="1650"/>
                  </a:lnTo>
                  <a:lnTo>
                    <a:pt x="9457" y="1050"/>
                  </a:lnTo>
                  <a:lnTo>
                    <a:pt x="7705" y="1050"/>
                  </a:lnTo>
                  <a:lnTo>
                    <a:pt x="7705" y="1650"/>
                  </a:lnTo>
                  <a:lnTo>
                    <a:pt x="6888" y="1650"/>
                  </a:lnTo>
                  <a:lnTo>
                    <a:pt x="6421" y="450"/>
                  </a:lnTo>
                  <a:lnTo>
                    <a:pt x="6071" y="0"/>
                  </a:lnTo>
                  <a:lnTo>
                    <a:pt x="2568" y="0"/>
                  </a:lnTo>
                  <a:lnTo>
                    <a:pt x="2101" y="450"/>
                  </a:lnTo>
                  <a:lnTo>
                    <a:pt x="1751" y="450"/>
                  </a:lnTo>
                  <a:lnTo>
                    <a:pt x="1751" y="1050"/>
                  </a:lnTo>
                  <a:lnTo>
                    <a:pt x="2101" y="1050"/>
                  </a:lnTo>
                  <a:lnTo>
                    <a:pt x="1751" y="1050"/>
                  </a:lnTo>
                  <a:lnTo>
                    <a:pt x="1751" y="1650"/>
                  </a:lnTo>
                  <a:lnTo>
                    <a:pt x="2101" y="2100"/>
                  </a:lnTo>
                  <a:lnTo>
                    <a:pt x="1751" y="2100"/>
                  </a:lnTo>
                  <a:lnTo>
                    <a:pt x="1284" y="2700"/>
                  </a:lnTo>
                  <a:lnTo>
                    <a:pt x="1284" y="3299"/>
                  </a:lnTo>
                  <a:lnTo>
                    <a:pt x="1751" y="3900"/>
                  </a:lnTo>
                  <a:lnTo>
                    <a:pt x="1751" y="4350"/>
                  </a:lnTo>
                  <a:lnTo>
                    <a:pt x="1284" y="4350"/>
                  </a:lnTo>
                  <a:lnTo>
                    <a:pt x="1284" y="5550"/>
                  </a:lnTo>
                  <a:lnTo>
                    <a:pt x="1751" y="5550"/>
                  </a:lnTo>
                  <a:lnTo>
                    <a:pt x="1751" y="6000"/>
                  </a:lnTo>
                  <a:lnTo>
                    <a:pt x="2101" y="7200"/>
                  </a:lnTo>
                  <a:lnTo>
                    <a:pt x="1751" y="7200"/>
                  </a:lnTo>
                  <a:lnTo>
                    <a:pt x="1284" y="7800"/>
                  </a:lnTo>
                  <a:lnTo>
                    <a:pt x="1751" y="8250"/>
                  </a:lnTo>
                  <a:lnTo>
                    <a:pt x="1751" y="8850"/>
                  </a:lnTo>
                  <a:lnTo>
                    <a:pt x="1284" y="8850"/>
                  </a:lnTo>
                  <a:lnTo>
                    <a:pt x="1284" y="9450"/>
                  </a:lnTo>
                  <a:lnTo>
                    <a:pt x="817" y="9900"/>
                  </a:lnTo>
                  <a:lnTo>
                    <a:pt x="467" y="10500"/>
                  </a:lnTo>
                  <a:lnTo>
                    <a:pt x="0" y="10500"/>
                  </a:lnTo>
                  <a:lnTo>
                    <a:pt x="0" y="16650"/>
                  </a:lnTo>
                  <a:lnTo>
                    <a:pt x="1284" y="16650"/>
                  </a:lnTo>
                  <a:lnTo>
                    <a:pt x="2568" y="17249"/>
                  </a:lnTo>
                  <a:lnTo>
                    <a:pt x="3385" y="18299"/>
                  </a:lnTo>
                  <a:lnTo>
                    <a:pt x="3852" y="19349"/>
                  </a:lnTo>
                  <a:lnTo>
                    <a:pt x="3852" y="19950"/>
                  </a:lnTo>
                  <a:lnTo>
                    <a:pt x="4319" y="19950"/>
                  </a:lnTo>
                  <a:lnTo>
                    <a:pt x="4319" y="21150"/>
                  </a:lnTo>
                  <a:lnTo>
                    <a:pt x="4787" y="21599"/>
                  </a:lnTo>
                  <a:lnTo>
                    <a:pt x="7355" y="21599"/>
                  </a:lnTo>
                  <a:lnTo>
                    <a:pt x="7705" y="21150"/>
                  </a:lnTo>
                  <a:lnTo>
                    <a:pt x="8172" y="21599"/>
                  </a:lnTo>
                  <a:lnTo>
                    <a:pt x="9107" y="21150"/>
                  </a:lnTo>
                  <a:lnTo>
                    <a:pt x="9924" y="21150"/>
                  </a:lnTo>
                  <a:lnTo>
                    <a:pt x="9924" y="20549"/>
                  </a:lnTo>
                  <a:lnTo>
                    <a:pt x="10391" y="21150"/>
                  </a:lnTo>
                  <a:lnTo>
                    <a:pt x="10391" y="20549"/>
                  </a:lnTo>
                  <a:lnTo>
                    <a:pt x="11208" y="19950"/>
                  </a:lnTo>
                  <a:lnTo>
                    <a:pt x="11208" y="17700"/>
                  </a:lnTo>
                  <a:lnTo>
                    <a:pt x="11675" y="17700"/>
                  </a:lnTo>
                  <a:lnTo>
                    <a:pt x="12142" y="17249"/>
                  </a:lnTo>
                  <a:lnTo>
                    <a:pt x="12492" y="16650"/>
                  </a:lnTo>
                  <a:lnTo>
                    <a:pt x="12492" y="16049"/>
                  </a:lnTo>
                  <a:lnTo>
                    <a:pt x="12959" y="16049"/>
                  </a:lnTo>
                  <a:lnTo>
                    <a:pt x="13427" y="15600"/>
                  </a:lnTo>
                  <a:lnTo>
                    <a:pt x="13777" y="16049"/>
                  </a:lnTo>
                  <a:lnTo>
                    <a:pt x="14244" y="15600"/>
                  </a:lnTo>
                  <a:lnTo>
                    <a:pt x="14711" y="16049"/>
                  </a:lnTo>
                  <a:lnTo>
                    <a:pt x="14711" y="16650"/>
                  </a:lnTo>
                  <a:lnTo>
                    <a:pt x="15528" y="16650"/>
                  </a:lnTo>
                  <a:lnTo>
                    <a:pt x="15995" y="16049"/>
                  </a:lnTo>
                  <a:lnTo>
                    <a:pt x="15995" y="15600"/>
                  </a:lnTo>
                  <a:lnTo>
                    <a:pt x="16462" y="15600"/>
                  </a:lnTo>
                  <a:lnTo>
                    <a:pt x="16812" y="15000"/>
                  </a:lnTo>
                  <a:lnTo>
                    <a:pt x="16812" y="14400"/>
                  </a:lnTo>
                  <a:lnTo>
                    <a:pt x="17279" y="13349"/>
                  </a:lnTo>
                  <a:lnTo>
                    <a:pt x="17279" y="12750"/>
                  </a:lnTo>
                  <a:lnTo>
                    <a:pt x="17747" y="12750"/>
                  </a:lnTo>
                  <a:lnTo>
                    <a:pt x="18097" y="12150"/>
                  </a:lnTo>
                  <a:lnTo>
                    <a:pt x="18564" y="11700"/>
                  </a:lnTo>
                  <a:lnTo>
                    <a:pt x="18564" y="9900"/>
                  </a:lnTo>
                  <a:lnTo>
                    <a:pt x="19031" y="9900"/>
                  </a:lnTo>
                  <a:lnTo>
                    <a:pt x="19848" y="8850"/>
                  </a:lnTo>
                  <a:lnTo>
                    <a:pt x="19848" y="7200"/>
                  </a:lnTo>
                  <a:lnTo>
                    <a:pt x="20315" y="6599"/>
                  </a:lnTo>
                  <a:lnTo>
                    <a:pt x="20315" y="6000"/>
                  </a:lnTo>
                  <a:lnTo>
                    <a:pt x="21132" y="6000"/>
                  </a:lnTo>
                  <a:lnTo>
                    <a:pt x="21132" y="5550"/>
                  </a:lnTo>
                  <a:lnTo>
                    <a:pt x="21599" y="5550"/>
                  </a:lnTo>
                  <a:lnTo>
                    <a:pt x="21599" y="3900"/>
                  </a:lnTo>
                  <a:lnTo>
                    <a:pt x="21132" y="3900"/>
                  </a:lnTo>
                  <a:lnTo>
                    <a:pt x="21132" y="2100"/>
                  </a:lnTo>
                  <a:lnTo>
                    <a:pt x="20782" y="16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5" name="AutoShape 129"/>
            <p:cNvSpPr>
              <a:spLocks/>
            </p:cNvSpPr>
            <p:nvPr/>
          </p:nvSpPr>
          <p:spPr bwMode="auto">
            <a:xfrm>
              <a:off x="11317720" y="7409424"/>
              <a:ext cx="16113" cy="12704"/>
            </a:xfrm>
            <a:custGeom>
              <a:avLst/>
              <a:gdLst>
                <a:gd name="T0" fmla="*/ 8057 w 21600"/>
                <a:gd name="T1" fmla="*/ 6352 h 21600"/>
                <a:gd name="T2" fmla="*/ 8057 w 21600"/>
                <a:gd name="T3" fmla="*/ 6352 h 21600"/>
                <a:gd name="T4" fmla="*/ 8057 w 21600"/>
                <a:gd name="T5" fmla="*/ 6352 h 21600"/>
                <a:gd name="T6" fmla="*/ 8057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0" y="0"/>
                  </a:lnTo>
                  <a:lnTo>
                    <a:pt x="21600" y="0"/>
                  </a:lnTo>
                  <a:lnTo>
                    <a:pt x="21600" y="21599"/>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6" name="AutoShape 130"/>
            <p:cNvSpPr>
              <a:spLocks/>
            </p:cNvSpPr>
            <p:nvPr/>
          </p:nvSpPr>
          <p:spPr bwMode="auto">
            <a:xfrm>
              <a:off x="11438552" y="7205798"/>
              <a:ext cx="28197" cy="43174"/>
            </a:xfrm>
            <a:custGeom>
              <a:avLst/>
              <a:gdLst>
                <a:gd name="T0" fmla="*/ 14099 w 21600"/>
                <a:gd name="T1" fmla="*/ 21587 h 21600"/>
                <a:gd name="T2" fmla="*/ 14099 w 21600"/>
                <a:gd name="T3" fmla="*/ 21587 h 21600"/>
                <a:gd name="T4" fmla="*/ 14099 w 21600"/>
                <a:gd name="T5" fmla="*/ 21587 h 21600"/>
                <a:gd name="T6" fmla="*/ 14099 w 21600"/>
                <a:gd name="T7" fmla="*/ 21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745"/>
                  </a:moveTo>
                  <a:lnTo>
                    <a:pt x="0" y="5890"/>
                  </a:lnTo>
                  <a:lnTo>
                    <a:pt x="12342" y="5890"/>
                  </a:lnTo>
                  <a:lnTo>
                    <a:pt x="12342" y="0"/>
                  </a:lnTo>
                  <a:lnTo>
                    <a:pt x="21600" y="0"/>
                  </a:lnTo>
                  <a:lnTo>
                    <a:pt x="21600" y="21599"/>
                  </a:lnTo>
                  <a:lnTo>
                    <a:pt x="12342" y="13745"/>
                  </a:lnTo>
                  <a:lnTo>
                    <a:pt x="0" y="137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7" name="AutoShape 131"/>
            <p:cNvSpPr>
              <a:spLocks/>
            </p:cNvSpPr>
            <p:nvPr/>
          </p:nvSpPr>
          <p:spPr bwMode="auto">
            <a:xfrm>
              <a:off x="11454664" y="6652419"/>
              <a:ext cx="507484" cy="667204"/>
            </a:xfrm>
            <a:custGeom>
              <a:avLst/>
              <a:gdLst>
                <a:gd name="T0" fmla="*/ 253742 w 21600"/>
                <a:gd name="T1" fmla="*/ 333602 h 21600"/>
                <a:gd name="T2" fmla="*/ 253742 w 21600"/>
                <a:gd name="T3" fmla="*/ 333602 h 21600"/>
                <a:gd name="T4" fmla="*/ 253742 w 21600"/>
                <a:gd name="T5" fmla="*/ 333602 h 21600"/>
                <a:gd name="T6" fmla="*/ 253742 w 21600"/>
                <a:gd name="T7" fmla="*/ 3336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0" y="16009"/>
                  </a:lnTo>
                  <a:lnTo>
                    <a:pt x="1199" y="15501"/>
                  </a:lnTo>
                  <a:lnTo>
                    <a:pt x="1199" y="13595"/>
                  </a:lnTo>
                  <a:lnTo>
                    <a:pt x="1885" y="13595"/>
                  </a:lnTo>
                  <a:lnTo>
                    <a:pt x="2571" y="13214"/>
                  </a:lnTo>
                  <a:lnTo>
                    <a:pt x="3085" y="12705"/>
                  </a:lnTo>
                  <a:lnTo>
                    <a:pt x="3085" y="12197"/>
                  </a:lnTo>
                  <a:lnTo>
                    <a:pt x="3771" y="12197"/>
                  </a:lnTo>
                  <a:lnTo>
                    <a:pt x="4457" y="11816"/>
                  </a:lnTo>
                  <a:lnTo>
                    <a:pt x="4971" y="12197"/>
                  </a:lnTo>
                  <a:lnTo>
                    <a:pt x="5657" y="11816"/>
                  </a:lnTo>
                  <a:lnTo>
                    <a:pt x="6342" y="12197"/>
                  </a:lnTo>
                  <a:lnTo>
                    <a:pt x="6342" y="12705"/>
                  </a:lnTo>
                  <a:lnTo>
                    <a:pt x="7542" y="12705"/>
                  </a:lnTo>
                  <a:lnTo>
                    <a:pt x="8228" y="12197"/>
                  </a:lnTo>
                  <a:lnTo>
                    <a:pt x="8228" y="11816"/>
                  </a:lnTo>
                  <a:lnTo>
                    <a:pt x="8914" y="11816"/>
                  </a:lnTo>
                  <a:lnTo>
                    <a:pt x="9428" y="11308"/>
                  </a:lnTo>
                  <a:lnTo>
                    <a:pt x="9428" y="10800"/>
                  </a:lnTo>
                  <a:lnTo>
                    <a:pt x="10114" y="9910"/>
                  </a:lnTo>
                  <a:lnTo>
                    <a:pt x="10114" y="9402"/>
                  </a:lnTo>
                  <a:lnTo>
                    <a:pt x="10800" y="9402"/>
                  </a:lnTo>
                  <a:lnTo>
                    <a:pt x="11314" y="8894"/>
                  </a:lnTo>
                  <a:lnTo>
                    <a:pt x="12000" y="8512"/>
                  </a:lnTo>
                  <a:lnTo>
                    <a:pt x="12000" y="6988"/>
                  </a:lnTo>
                  <a:lnTo>
                    <a:pt x="12685" y="6988"/>
                  </a:lnTo>
                  <a:lnTo>
                    <a:pt x="13885" y="6098"/>
                  </a:lnTo>
                  <a:lnTo>
                    <a:pt x="13885" y="4701"/>
                  </a:lnTo>
                  <a:lnTo>
                    <a:pt x="14571" y="4192"/>
                  </a:lnTo>
                  <a:lnTo>
                    <a:pt x="14571" y="3684"/>
                  </a:lnTo>
                  <a:lnTo>
                    <a:pt x="15771" y="3684"/>
                  </a:lnTo>
                  <a:lnTo>
                    <a:pt x="15771" y="3303"/>
                  </a:lnTo>
                  <a:lnTo>
                    <a:pt x="16457" y="3303"/>
                  </a:lnTo>
                  <a:lnTo>
                    <a:pt x="16457" y="1905"/>
                  </a:lnTo>
                  <a:lnTo>
                    <a:pt x="15771" y="1905"/>
                  </a:lnTo>
                  <a:lnTo>
                    <a:pt x="15771" y="381"/>
                  </a:lnTo>
                  <a:lnTo>
                    <a:pt x="15257" y="0"/>
                  </a:lnTo>
                  <a:lnTo>
                    <a:pt x="16457" y="381"/>
                  </a:lnTo>
                  <a:lnTo>
                    <a:pt x="17142" y="889"/>
                  </a:lnTo>
                  <a:lnTo>
                    <a:pt x="17657" y="1397"/>
                  </a:lnTo>
                  <a:lnTo>
                    <a:pt x="17657" y="1905"/>
                  </a:lnTo>
                  <a:lnTo>
                    <a:pt x="18342" y="2287"/>
                  </a:lnTo>
                  <a:lnTo>
                    <a:pt x="18342" y="2795"/>
                  </a:lnTo>
                  <a:lnTo>
                    <a:pt x="17657" y="2795"/>
                  </a:lnTo>
                  <a:lnTo>
                    <a:pt x="17657" y="3303"/>
                  </a:lnTo>
                  <a:lnTo>
                    <a:pt x="18342" y="3303"/>
                  </a:lnTo>
                  <a:lnTo>
                    <a:pt x="17657" y="3684"/>
                  </a:lnTo>
                  <a:lnTo>
                    <a:pt x="17657" y="4701"/>
                  </a:lnTo>
                  <a:lnTo>
                    <a:pt x="18342" y="5209"/>
                  </a:lnTo>
                  <a:lnTo>
                    <a:pt x="19028" y="5590"/>
                  </a:lnTo>
                  <a:lnTo>
                    <a:pt x="19542" y="6098"/>
                  </a:lnTo>
                  <a:lnTo>
                    <a:pt x="15771" y="6098"/>
                  </a:lnTo>
                  <a:lnTo>
                    <a:pt x="15771" y="7496"/>
                  </a:lnTo>
                  <a:lnTo>
                    <a:pt x="16457" y="7496"/>
                  </a:lnTo>
                  <a:lnTo>
                    <a:pt x="17657" y="8004"/>
                  </a:lnTo>
                  <a:lnTo>
                    <a:pt x="18342" y="8894"/>
                  </a:lnTo>
                  <a:lnTo>
                    <a:pt x="19028" y="8894"/>
                  </a:lnTo>
                  <a:lnTo>
                    <a:pt x="19542" y="9402"/>
                  </a:lnTo>
                  <a:lnTo>
                    <a:pt x="19542" y="10800"/>
                  </a:lnTo>
                  <a:lnTo>
                    <a:pt x="19028" y="10800"/>
                  </a:lnTo>
                  <a:lnTo>
                    <a:pt x="19028" y="11308"/>
                  </a:lnTo>
                  <a:lnTo>
                    <a:pt x="18342" y="12197"/>
                  </a:lnTo>
                  <a:lnTo>
                    <a:pt x="17657" y="12705"/>
                  </a:lnTo>
                  <a:lnTo>
                    <a:pt x="17142" y="13214"/>
                  </a:lnTo>
                  <a:lnTo>
                    <a:pt x="16457" y="13214"/>
                  </a:lnTo>
                  <a:lnTo>
                    <a:pt x="17142" y="13595"/>
                  </a:lnTo>
                  <a:lnTo>
                    <a:pt x="17142" y="16517"/>
                  </a:lnTo>
                  <a:lnTo>
                    <a:pt x="17657" y="16517"/>
                  </a:lnTo>
                  <a:lnTo>
                    <a:pt x="18342" y="16898"/>
                  </a:lnTo>
                  <a:lnTo>
                    <a:pt x="19028" y="17407"/>
                  </a:lnTo>
                  <a:lnTo>
                    <a:pt x="19542" y="18296"/>
                  </a:lnTo>
                  <a:lnTo>
                    <a:pt x="20228" y="18804"/>
                  </a:lnTo>
                  <a:lnTo>
                    <a:pt x="20228" y="19312"/>
                  </a:lnTo>
                  <a:lnTo>
                    <a:pt x="21600" y="19312"/>
                  </a:lnTo>
                  <a:lnTo>
                    <a:pt x="21600" y="20710"/>
                  </a:lnTo>
                  <a:lnTo>
                    <a:pt x="20914" y="21218"/>
                  </a:lnTo>
                  <a:lnTo>
                    <a:pt x="20914" y="21600"/>
                  </a:lnTo>
                  <a:lnTo>
                    <a:pt x="19028" y="21600"/>
                  </a:lnTo>
                  <a:lnTo>
                    <a:pt x="19028" y="21218"/>
                  </a:lnTo>
                  <a:lnTo>
                    <a:pt x="18342" y="21218"/>
                  </a:lnTo>
                  <a:lnTo>
                    <a:pt x="18342" y="21600"/>
                  </a:lnTo>
                  <a:lnTo>
                    <a:pt x="17657" y="21218"/>
                  </a:lnTo>
                  <a:lnTo>
                    <a:pt x="12685" y="21218"/>
                  </a:lnTo>
                  <a:lnTo>
                    <a:pt x="12685" y="20710"/>
                  </a:lnTo>
                  <a:lnTo>
                    <a:pt x="12000" y="21218"/>
                  </a:lnTo>
                  <a:lnTo>
                    <a:pt x="11314" y="20710"/>
                  </a:lnTo>
                  <a:lnTo>
                    <a:pt x="8228" y="20710"/>
                  </a:lnTo>
                  <a:lnTo>
                    <a:pt x="7542" y="21218"/>
                  </a:lnTo>
                  <a:lnTo>
                    <a:pt x="3085" y="21218"/>
                  </a:lnTo>
                  <a:lnTo>
                    <a:pt x="3771" y="20710"/>
                  </a:lnTo>
                  <a:lnTo>
                    <a:pt x="3085" y="20710"/>
                  </a:lnTo>
                  <a:lnTo>
                    <a:pt x="3771" y="19821"/>
                  </a:lnTo>
                  <a:lnTo>
                    <a:pt x="3771" y="19312"/>
                  </a:lnTo>
                  <a:lnTo>
                    <a:pt x="3085" y="18804"/>
                  </a:lnTo>
                  <a:lnTo>
                    <a:pt x="3085" y="17407"/>
                  </a:lnTo>
                  <a:lnTo>
                    <a:pt x="1199" y="17407"/>
                  </a:lnTo>
                  <a:lnTo>
                    <a:pt x="1199" y="16009"/>
                  </a:lnTo>
                  <a:lnTo>
                    <a:pt x="514" y="16517"/>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8" name="AutoShape 132"/>
            <p:cNvSpPr>
              <a:spLocks/>
            </p:cNvSpPr>
            <p:nvPr/>
          </p:nvSpPr>
          <p:spPr bwMode="auto">
            <a:xfrm>
              <a:off x="11466744" y="7292144"/>
              <a:ext cx="374574" cy="365002"/>
            </a:xfrm>
            <a:custGeom>
              <a:avLst/>
              <a:gdLst>
                <a:gd name="T0" fmla="*/ 187287 w 21600"/>
                <a:gd name="T1" fmla="*/ 182501 h 21600"/>
                <a:gd name="T2" fmla="*/ 187287 w 21600"/>
                <a:gd name="T3" fmla="*/ 182501 h 21600"/>
                <a:gd name="T4" fmla="*/ 187287 w 21600"/>
                <a:gd name="T5" fmla="*/ 182501 h 21600"/>
                <a:gd name="T6" fmla="*/ 187287 w 21600"/>
                <a:gd name="T7" fmla="*/ 182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522" y="929"/>
                  </a:moveTo>
                  <a:lnTo>
                    <a:pt x="10451" y="0"/>
                  </a:lnTo>
                  <a:lnTo>
                    <a:pt x="14632" y="0"/>
                  </a:lnTo>
                  <a:lnTo>
                    <a:pt x="15561" y="929"/>
                  </a:lnTo>
                  <a:lnTo>
                    <a:pt x="16490" y="0"/>
                  </a:lnTo>
                  <a:lnTo>
                    <a:pt x="16490" y="3483"/>
                  </a:lnTo>
                  <a:lnTo>
                    <a:pt x="17187" y="4412"/>
                  </a:lnTo>
                  <a:lnTo>
                    <a:pt x="17187" y="3483"/>
                  </a:lnTo>
                  <a:lnTo>
                    <a:pt x="21599" y="3483"/>
                  </a:lnTo>
                  <a:lnTo>
                    <a:pt x="21599" y="6038"/>
                  </a:lnTo>
                  <a:lnTo>
                    <a:pt x="20670" y="6038"/>
                  </a:lnTo>
                  <a:lnTo>
                    <a:pt x="19974" y="6967"/>
                  </a:lnTo>
                  <a:lnTo>
                    <a:pt x="19974" y="7664"/>
                  </a:lnTo>
                  <a:lnTo>
                    <a:pt x="19045" y="8593"/>
                  </a:lnTo>
                  <a:lnTo>
                    <a:pt x="19974" y="8593"/>
                  </a:lnTo>
                  <a:lnTo>
                    <a:pt x="19974" y="9522"/>
                  </a:lnTo>
                  <a:lnTo>
                    <a:pt x="20670" y="9522"/>
                  </a:lnTo>
                  <a:lnTo>
                    <a:pt x="20670" y="10451"/>
                  </a:lnTo>
                  <a:lnTo>
                    <a:pt x="21599" y="10451"/>
                  </a:lnTo>
                  <a:lnTo>
                    <a:pt x="21599" y="11148"/>
                  </a:lnTo>
                  <a:lnTo>
                    <a:pt x="20670" y="13006"/>
                  </a:lnTo>
                  <a:lnTo>
                    <a:pt x="19974" y="15561"/>
                  </a:lnTo>
                  <a:lnTo>
                    <a:pt x="20670" y="16258"/>
                  </a:lnTo>
                  <a:lnTo>
                    <a:pt x="19974" y="16258"/>
                  </a:lnTo>
                  <a:lnTo>
                    <a:pt x="19045" y="15561"/>
                  </a:lnTo>
                  <a:lnTo>
                    <a:pt x="18116" y="15561"/>
                  </a:lnTo>
                  <a:lnTo>
                    <a:pt x="17187" y="16258"/>
                  </a:lnTo>
                  <a:lnTo>
                    <a:pt x="16490" y="16258"/>
                  </a:lnTo>
                  <a:lnTo>
                    <a:pt x="15561" y="15561"/>
                  </a:lnTo>
                  <a:lnTo>
                    <a:pt x="15561" y="14632"/>
                  </a:lnTo>
                  <a:lnTo>
                    <a:pt x="13935" y="14632"/>
                  </a:lnTo>
                  <a:lnTo>
                    <a:pt x="13935" y="16258"/>
                  </a:lnTo>
                  <a:lnTo>
                    <a:pt x="12077" y="16258"/>
                  </a:lnTo>
                  <a:lnTo>
                    <a:pt x="11380" y="17187"/>
                  </a:lnTo>
                  <a:lnTo>
                    <a:pt x="10451" y="16258"/>
                  </a:lnTo>
                  <a:lnTo>
                    <a:pt x="9522" y="17187"/>
                  </a:lnTo>
                  <a:lnTo>
                    <a:pt x="9522" y="18116"/>
                  </a:lnTo>
                  <a:lnTo>
                    <a:pt x="12077" y="18116"/>
                  </a:lnTo>
                  <a:lnTo>
                    <a:pt x="12077" y="20670"/>
                  </a:lnTo>
                  <a:lnTo>
                    <a:pt x="11380" y="19741"/>
                  </a:lnTo>
                  <a:lnTo>
                    <a:pt x="10451" y="19741"/>
                  </a:lnTo>
                  <a:lnTo>
                    <a:pt x="10451" y="20670"/>
                  </a:lnTo>
                  <a:lnTo>
                    <a:pt x="9522" y="20670"/>
                  </a:lnTo>
                  <a:lnTo>
                    <a:pt x="8593" y="21600"/>
                  </a:lnTo>
                  <a:lnTo>
                    <a:pt x="7896" y="21600"/>
                  </a:lnTo>
                  <a:lnTo>
                    <a:pt x="7896" y="20670"/>
                  </a:lnTo>
                  <a:lnTo>
                    <a:pt x="6038" y="19741"/>
                  </a:lnTo>
                  <a:lnTo>
                    <a:pt x="6038" y="19045"/>
                  </a:lnTo>
                  <a:lnTo>
                    <a:pt x="4412" y="18116"/>
                  </a:lnTo>
                  <a:lnTo>
                    <a:pt x="3483" y="17187"/>
                  </a:lnTo>
                  <a:lnTo>
                    <a:pt x="2787" y="16258"/>
                  </a:lnTo>
                  <a:lnTo>
                    <a:pt x="1858" y="15561"/>
                  </a:lnTo>
                  <a:lnTo>
                    <a:pt x="1858" y="13703"/>
                  </a:lnTo>
                  <a:lnTo>
                    <a:pt x="929" y="13006"/>
                  </a:lnTo>
                  <a:lnTo>
                    <a:pt x="929" y="12077"/>
                  </a:lnTo>
                  <a:lnTo>
                    <a:pt x="0" y="10451"/>
                  </a:lnTo>
                  <a:lnTo>
                    <a:pt x="1858" y="10451"/>
                  </a:lnTo>
                  <a:lnTo>
                    <a:pt x="1858" y="7664"/>
                  </a:lnTo>
                  <a:lnTo>
                    <a:pt x="3483" y="6967"/>
                  </a:lnTo>
                  <a:lnTo>
                    <a:pt x="2787" y="6967"/>
                  </a:lnTo>
                  <a:lnTo>
                    <a:pt x="1858" y="6038"/>
                  </a:lnTo>
                  <a:lnTo>
                    <a:pt x="2787" y="6038"/>
                  </a:lnTo>
                  <a:lnTo>
                    <a:pt x="2787" y="5109"/>
                  </a:lnTo>
                  <a:lnTo>
                    <a:pt x="3483" y="5109"/>
                  </a:lnTo>
                  <a:lnTo>
                    <a:pt x="3483" y="4412"/>
                  </a:lnTo>
                  <a:lnTo>
                    <a:pt x="4412" y="4412"/>
                  </a:lnTo>
                  <a:lnTo>
                    <a:pt x="4412" y="5109"/>
                  </a:lnTo>
                  <a:lnTo>
                    <a:pt x="9522" y="5109"/>
                  </a:lnTo>
                  <a:lnTo>
                    <a:pt x="9522" y="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9" name="AutoShape 133"/>
            <p:cNvSpPr>
              <a:spLocks/>
            </p:cNvSpPr>
            <p:nvPr/>
          </p:nvSpPr>
          <p:spPr bwMode="auto">
            <a:xfrm>
              <a:off x="11498966" y="7307847"/>
              <a:ext cx="132914" cy="70645"/>
            </a:xfrm>
            <a:custGeom>
              <a:avLst/>
              <a:gdLst>
                <a:gd name="T0" fmla="*/ 66457 w 21600"/>
                <a:gd name="T1" fmla="*/ 35323 h 21600"/>
                <a:gd name="T2" fmla="*/ 66457 w 21600"/>
                <a:gd name="T3" fmla="*/ 35323 h 21600"/>
                <a:gd name="T4" fmla="*/ 66457 w 21600"/>
                <a:gd name="T5" fmla="*/ 35323 h 21600"/>
                <a:gd name="T6" fmla="*/ 66457 w 21600"/>
                <a:gd name="T7" fmla="*/ 353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18" y="21600"/>
                  </a:moveTo>
                  <a:lnTo>
                    <a:pt x="4581" y="21600"/>
                  </a:lnTo>
                  <a:lnTo>
                    <a:pt x="4581" y="17999"/>
                  </a:lnTo>
                  <a:lnTo>
                    <a:pt x="7200" y="17999"/>
                  </a:lnTo>
                  <a:lnTo>
                    <a:pt x="7200" y="21600"/>
                  </a:lnTo>
                  <a:lnTo>
                    <a:pt x="21599" y="21600"/>
                  </a:lnTo>
                  <a:lnTo>
                    <a:pt x="21599" y="0"/>
                  </a:lnTo>
                  <a:lnTo>
                    <a:pt x="4581" y="0"/>
                  </a:lnTo>
                  <a:lnTo>
                    <a:pt x="7200" y="3600"/>
                  </a:lnTo>
                  <a:lnTo>
                    <a:pt x="2618" y="8399"/>
                  </a:lnTo>
                  <a:lnTo>
                    <a:pt x="0" y="17999"/>
                  </a:lnTo>
                  <a:lnTo>
                    <a:pt x="2618" y="17999"/>
                  </a:lnTo>
                  <a:lnTo>
                    <a:pt x="2618"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0" name="AutoShape 134"/>
            <p:cNvSpPr>
              <a:spLocks/>
            </p:cNvSpPr>
            <p:nvPr/>
          </p:nvSpPr>
          <p:spPr bwMode="auto">
            <a:xfrm>
              <a:off x="11615770" y="7205802"/>
              <a:ext cx="507485" cy="521990"/>
            </a:xfrm>
            <a:custGeom>
              <a:avLst/>
              <a:gdLst>
                <a:gd name="T0" fmla="*/ 253743 w 21600"/>
                <a:gd name="T1" fmla="*/ 260995 h 21600"/>
                <a:gd name="T2" fmla="*/ 253743 w 21600"/>
                <a:gd name="T3" fmla="*/ 260995 h 21600"/>
                <a:gd name="T4" fmla="*/ 253743 w 21600"/>
                <a:gd name="T5" fmla="*/ 260995 h 21600"/>
                <a:gd name="T6" fmla="*/ 253743 w 21600"/>
                <a:gd name="T7" fmla="*/ 2609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676"/>
                  </a:moveTo>
                  <a:lnTo>
                    <a:pt x="685" y="18027"/>
                  </a:lnTo>
                  <a:lnTo>
                    <a:pt x="1371" y="18027"/>
                  </a:lnTo>
                  <a:lnTo>
                    <a:pt x="1371" y="17377"/>
                  </a:lnTo>
                  <a:lnTo>
                    <a:pt x="2057" y="17377"/>
                  </a:lnTo>
                  <a:lnTo>
                    <a:pt x="2571" y="18027"/>
                  </a:lnTo>
                  <a:lnTo>
                    <a:pt x="2571" y="16240"/>
                  </a:lnTo>
                  <a:lnTo>
                    <a:pt x="685" y="16240"/>
                  </a:lnTo>
                  <a:lnTo>
                    <a:pt x="685" y="15590"/>
                  </a:lnTo>
                  <a:lnTo>
                    <a:pt x="1371" y="14941"/>
                  </a:lnTo>
                  <a:lnTo>
                    <a:pt x="2057" y="15590"/>
                  </a:lnTo>
                  <a:lnTo>
                    <a:pt x="2571" y="14941"/>
                  </a:lnTo>
                  <a:lnTo>
                    <a:pt x="3942" y="14941"/>
                  </a:lnTo>
                  <a:lnTo>
                    <a:pt x="3942" y="13804"/>
                  </a:lnTo>
                  <a:lnTo>
                    <a:pt x="5142" y="13804"/>
                  </a:lnTo>
                  <a:lnTo>
                    <a:pt x="5142" y="14454"/>
                  </a:lnTo>
                  <a:lnTo>
                    <a:pt x="5828" y="14941"/>
                  </a:lnTo>
                  <a:lnTo>
                    <a:pt x="6342" y="14941"/>
                  </a:lnTo>
                  <a:lnTo>
                    <a:pt x="7028" y="14454"/>
                  </a:lnTo>
                  <a:lnTo>
                    <a:pt x="7714" y="14454"/>
                  </a:lnTo>
                  <a:lnTo>
                    <a:pt x="8400" y="14941"/>
                  </a:lnTo>
                  <a:lnTo>
                    <a:pt x="8914" y="14941"/>
                  </a:lnTo>
                  <a:lnTo>
                    <a:pt x="8400" y="14454"/>
                  </a:lnTo>
                  <a:lnTo>
                    <a:pt x="8914" y="12667"/>
                  </a:lnTo>
                  <a:lnTo>
                    <a:pt x="9600" y="11368"/>
                  </a:lnTo>
                  <a:lnTo>
                    <a:pt x="9600" y="10881"/>
                  </a:lnTo>
                  <a:lnTo>
                    <a:pt x="8914" y="10881"/>
                  </a:lnTo>
                  <a:lnTo>
                    <a:pt x="8914" y="10231"/>
                  </a:lnTo>
                  <a:lnTo>
                    <a:pt x="8400" y="10231"/>
                  </a:lnTo>
                  <a:lnTo>
                    <a:pt x="8400" y="9581"/>
                  </a:lnTo>
                  <a:lnTo>
                    <a:pt x="7714" y="9581"/>
                  </a:lnTo>
                  <a:lnTo>
                    <a:pt x="8400" y="8932"/>
                  </a:lnTo>
                  <a:lnTo>
                    <a:pt x="8400" y="8445"/>
                  </a:lnTo>
                  <a:lnTo>
                    <a:pt x="8914" y="7795"/>
                  </a:lnTo>
                  <a:lnTo>
                    <a:pt x="9600" y="7795"/>
                  </a:lnTo>
                  <a:lnTo>
                    <a:pt x="9600" y="6009"/>
                  </a:lnTo>
                  <a:lnTo>
                    <a:pt x="6342" y="6009"/>
                  </a:lnTo>
                  <a:lnTo>
                    <a:pt x="6342" y="6658"/>
                  </a:lnTo>
                  <a:lnTo>
                    <a:pt x="5828" y="6009"/>
                  </a:lnTo>
                  <a:lnTo>
                    <a:pt x="5828" y="4222"/>
                  </a:lnTo>
                  <a:lnTo>
                    <a:pt x="10800" y="4222"/>
                  </a:lnTo>
                  <a:lnTo>
                    <a:pt x="11485" y="4709"/>
                  </a:lnTo>
                  <a:lnTo>
                    <a:pt x="11485" y="4222"/>
                  </a:lnTo>
                  <a:lnTo>
                    <a:pt x="12171" y="4222"/>
                  </a:lnTo>
                  <a:lnTo>
                    <a:pt x="12171" y="4709"/>
                  </a:lnTo>
                  <a:lnTo>
                    <a:pt x="14057" y="4709"/>
                  </a:lnTo>
                  <a:lnTo>
                    <a:pt x="14057" y="4222"/>
                  </a:lnTo>
                  <a:lnTo>
                    <a:pt x="14742" y="3572"/>
                  </a:lnTo>
                  <a:lnTo>
                    <a:pt x="14742" y="2923"/>
                  </a:lnTo>
                  <a:lnTo>
                    <a:pt x="15942" y="1136"/>
                  </a:lnTo>
                  <a:lnTo>
                    <a:pt x="16628" y="487"/>
                  </a:lnTo>
                  <a:lnTo>
                    <a:pt x="17142" y="487"/>
                  </a:lnTo>
                  <a:lnTo>
                    <a:pt x="18514" y="0"/>
                  </a:lnTo>
                  <a:lnTo>
                    <a:pt x="20400" y="0"/>
                  </a:lnTo>
                  <a:lnTo>
                    <a:pt x="21085" y="487"/>
                  </a:lnTo>
                  <a:lnTo>
                    <a:pt x="21085" y="0"/>
                  </a:lnTo>
                  <a:lnTo>
                    <a:pt x="21600" y="0"/>
                  </a:lnTo>
                  <a:lnTo>
                    <a:pt x="21600" y="1786"/>
                  </a:lnTo>
                  <a:lnTo>
                    <a:pt x="21085" y="1786"/>
                  </a:lnTo>
                  <a:lnTo>
                    <a:pt x="21085" y="2436"/>
                  </a:lnTo>
                  <a:lnTo>
                    <a:pt x="19714" y="3572"/>
                  </a:lnTo>
                  <a:lnTo>
                    <a:pt x="20400" y="4709"/>
                  </a:lnTo>
                  <a:lnTo>
                    <a:pt x="19714" y="5359"/>
                  </a:lnTo>
                  <a:lnTo>
                    <a:pt x="19714" y="6009"/>
                  </a:lnTo>
                  <a:lnTo>
                    <a:pt x="19200" y="6658"/>
                  </a:lnTo>
                  <a:lnTo>
                    <a:pt x="19714" y="7145"/>
                  </a:lnTo>
                  <a:lnTo>
                    <a:pt x="19200" y="7795"/>
                  </a:lnTo>
                  <a:lnTo>
                    <a:pt x="19714" y="7795"/>
                  </a:lnTo>
                  <a:lnTo>
                    <a:pt x="19200" y="8445"/>
                  </a:lnTo>
                  <a:lnTo>
                    <a:pt x="19200" y="8932"/>
                  </a:lnTo>
                  <a:lnTo>
                    <a:pt x="18514" y="9581"/>
                  </a:lnTo>
                  <a:lnTo>
                    <a:pt x="18514" y="10231"/>
                  </a:lnTo>
                  <a:lnTo>
                    <a:pt x="17828" y="11368"/>
                  </a:lnTo>
                  <a:lnTo>
                    <a:pt x="17142" y="12018"/>
                  </a:lnTo>
                  <a:lnTo>
                    <a:pt x="16628" y="12018"/>
                  </a:lnTo>
                  <a:lnTo>
                    <a:pt x="15942" y="12667"/>
                  </a:lnTo>
                  <a:lnTo>
                    <a:pt x="15257" y="13154"/>
                  </a:lnTo>
                  <a:lnTo>
                    <a:pt x="15257" y="13804"/>
                  </a:lnTo>
                  <a:lnTo>
                    <a:pt x="14742" y="14454"/>
                  </a:lnTo>
                  <a:lnTo>
                    <a:pt x="14057" y="14941"/>
                  </a:lnTo>
                  <a:lnTo>
                    <a:pt x="14057" y="18027"/>
                  </a:lnTo>
                  <a:lnTo>
                    <a:pt x="13371" y="18676"/>
                  </a:lnTo>
                  <a:lnTo>
                    <a:pt x="12685" y="19163"/>
                  </a:lnTo>
                  <a:lnTo>
                    <a:pt x="11485" y="20463"/>
                  </a:lnTo>
                  <a:lnTo>
                    <a:pt x="10800" y="21112"/>
                  </a:lnTo>
                  <a:lnTo>
                    <a:pt x="9600" y="21112"/>
                  </a:lnTo>
                  <a:lnTo>
                    <a:pt x="9600" y="20463"/>
                  </a:lnTo>
                  <a:lnTo>
                    <a:pt x="8914" y="20463"/>
                  </a:lnTo>
                  <a:lnTo>
                    <a:pt x="9600" y="19813"/>
                  </a:lnTo>
                  <a:lnTo>
                    <a:pt x="8914" y="19813"/>
                  </a:lnTo>
                  <a:lnTo>
                    <a:pt x="8400" y="20463"/>
                  </a:lnTo>
                  <a:lnTo>
                    <a:pt x="7714" y="20463"/>
                  </a:lnTo>
                  <a:lnTo>
                    <a:pt x="7028" y="21112"/>
                  </a:lnTo>
                  <a:lnTo>
                    <a:pt x="6342" y="21112"/>
                  </a:lnTo>
                  <a:lnTo>
                    <a:pt x="6342" y="20463"/>
                  </a:lnTo>
                  <a:lnTo>
                    <a:pt x="5828" y="20463"/>
                  </a:lnTo>
                  <a:lnTo>
                    <a:pt x="5828" y="21112"/>
                  </a:lnTo>
                  <a:lnTo>
                    <a:pt x="5828" y="20463"/>
                  </a:lnTo>
                  <a:lnTo>
                    <a:pt x="5142" y="19813"/>
                  </a:lnTo>
                  <a:lnTo>
                    <a:pt x="4457" y="19813"/>
                  </a:lnTo>
                  <a:lnTo>
                    <a:pt x="4457" y="20463"/>
                  </a:lnTo>
                  <a:lnTo>
                    <a:pt x="3942" y="20463"/>
                  </a:lnTo>
                  <a:lnTo>
                    <a:pt x="3257" y="21112"/>
                  </a:lnTo>
                  <a:lnTo>
                    <a:pt x="2571" y="21600"/>
                  </a:lnTo>
                  <a:lnTo>
                    <a:pt x="2057" y="21112"/>
                  </a:lnTo>
                  <a:lnTo>
                    <a:pt x="2057" y="19813"/>
                  </a:lnTo>
                  <a:lnTo>
                    <a:pt x="685" y="19163"/>
                  </a:lnTo>
                  <a:lnTo>
                    <a:pt x="0" y="1867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1" name="AutoShape 135"/>
            <p:cNvSpPr>
              <a:spLocks/>
            </p:cNvSpPr>
            <p:nvPr/>
          </p:nvSpPr>
          <p:spPr bwMode="auto">
            <a:xfrm>
              <a:off x="11676187" y="7684619"/>
              <a:ext cx="76526" cy="86345"/>
            </a:xfrm>
            <a:custGeom>
              <a:avLst/>
              <a:gdLst>
                <a:gd name="T0" fmla="*/ 38263 w 21600"/>
                <a:gd name="T1" fmla="*/ 43173 h 21600"/>
                <a:gd name="T2" fmla="*/ 38263 w 21600"/>
                <a:gd name="T3" fmla="*/ 43173 h 21600"/>
                <a:gd name="T4" fmla="*/ 38263 w 21600"/>
                <a:gd name="T5" fmla="*/ 43173 h 21600"/>
                <a:gd name="T6" fmla="*/ 38263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854"/>
                  </a:moveTo>
                  <a:lnTo>
                    <a:pt x="21599" y="3927"/>
                  </a:lnTo>
                  <a:lnTo>
                    <a:pt x="17052" y="0"/>
                  </a:lnTo>
                  <a:lnTo>
                    <a:pt x="12505" y="0"/>
                  </a:lnTo>
                  <a:lnTo>
                    <a:pt x="12505" y="3927"/>
                  </a:lnTo>
                  <a:lnTo>
                    <a:pt x="9094" y="3927"/>
                  </a:lnTo>
                  <a:lnTo>
                    <a:pt x="4547" y="7854"/>
                  </a:lnTo>
                  <a:lnTo>
                    <a:pt x="0" y="10800"/>
                  </a:lnTo>
                  <a:lnTo>
                    <a:pt x="4547" y="18654"/>
                  </a:lnTo>
                  <a:lnTo>
                    <a:pt x="0" y="18654"/>
                  </a:lnTo>
                  <a:lnTo>
                    <a:pt x="0" y="21599"/>
                  </a:lnTo>
                  <a:lnTo>
                    <a:pt x="4547" y="18654"/>
                  </a:lnTo>
                  <a:lnTo>
                    <a:pt x="12505" y="18654"/>
                  </a:lnTo>
                  <a:lnTo>
                    <a:pt x="9094" y="10800"/>
                  </a:lnTo>
                  <a:lnTo>
                    <a:pt x="12505" y="10800"/>
                  </a:lnTo>
                  <a:lnTo>
                    <a:pt x="17052" y="7854"/>
                  </a:lnTo>
                  <a:lnTo>
                    <a:pt x="21599" y="785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2" name="AutoShape 136"/>
            <p:cNvSpPr>
              <a:spLocks/>
            </p:cNvSpPr>
            <p:nvPr/>
          </p:nvSpPr>
          <p:spPr bwMode="auto">
            <a:xfrm>
              <a:off x="12824064" y="7480532"/>
              <a:ext cx="745119" cy="671130"/>
            </a:xfrm>
            <a:custGeom>
              <a:avLst/>
              <a:gdLst>
                <a:gd name="T0" fmla="*/ 372560 w 21600"/>
                <a:gd name="T1" fmla="*/ 335565 h 21600"/>
                <a:gd name="T2" fmla="*/ 372560 w 21600"/>
                <a:gd name="T3" fmla="*/ 335565 h 21600"/>
                <a:gd name="T4" fmla="*/ 372560 w 21600"/>
                <a:gd name="T5" fmla="*/ 335565 h 21600"/>
                <a:gd name="T6" fmla="*/ 372560 w 21600"/>
                <a:gd name="T7" fmla="*/ 3355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85" y="505"/>
                  </a:moveTo>
                  <a:lnTo>
                    <a:pt x="3035" y="0"/>
                  </a:lnTo>
                  <a:lnTo>
                    <a:pt x="9107" y="0"/>
                  </a:lnTo>
                  <a:lnTo>
                    <a:pt x="15995" y="4294"/>
                  </a:lnTo>
                  <a:lnTo>
                    <a:pt x="16462" y="4673"/>
                  </a:lnTo>
                  <a:lnTo>
                    <a:pt x="16462" y="5178"/>
                  </a:lnTo>
                  <a:lnTo>
                    <a:pt x="16929" y="5178"/>
                  </a:lnTo>
                  <a:lnTo>
                    <a:pt x="19031" y="7073"/>
                  </a:lnTo>
                  <a:lnTo>
                    <a:pt x="19031" y="7578"/>
                  </a:lnTo>
                  <a:lnTo>
                    <a:pt x="18681" y="8968"/>
                  </a:lnTo>
                  <a:lnTo>
                    <a:pt x="18214" y="9347"/>
                  </a:lnTo>
                  <a:lnTo>
                    <a:pt x="18214" y="9852"/>
                  </a:lnTo>
                  <a:lnTo>
                    <a:pt x="19031" y="10357"/>
                  </a:lnTo>
                  <a:lnTo>
                    <a:pt x="19031" y="10863"/>
                  </a:lnTo>
                  <a:lnTo>
                    <a:pt x="19498" y="10863"/>
                  </a:lnTo>
                  <a:lnTo>
                    <a:pt x="19965" y="11747"/>
                  </a:lnTo>
                  <a:lnTo>
                    <a:pt x="19031" y="11747"/>
                  </a:lnTo>
                  <a:lnTo>
                    <a:pt x="19031" y="13136"/>
                  </a:lnTo>
                  <a:lnTo>
                    <a:pt x="19498" y="13136"/>
                  </a:lnTo>
                  <a:lnTo>
                    <a:pt x="19498" y="13642"/>
                  </a:lnTo>
                  <a:lnTo>
                    <a:pt x="19031" y="14147"/>
                  </a:lnTo>
                  <a:lnTo>
                    <a:pt x="19031" y="14526"/>
                  </a:lnTo>
                  <a:lnTo>
                    <a:pt x="19498" y="15031"/>
                  </a:lnTo>
                  <a:lnTo>
                    <a:pt x="19498" y="15536"/>
                  </a:lnTo>
                  <a:lnTo>
                    <a:pt x="19965" y="15536"/>
                  </a:lnTo>
                  <a:lnTo>
                    <a:pt x="19498" y="15915"/>
                  </a:lnTo>
                  <a:lnTo>
                    <a:pt x="19965" y="15915"/>
                  </a:lnTo>
                  <a:lnTo>
                    <a:pt x="19965" y="16926"/>
                  </a:lnTo>
                  <a:lnTo>
                    <a:pt x="20315" y="17810"/>
                  </a:lnTo>
                  <a:lnTo>
                    <a:pt x="21599" y="17810"/>
                  </a:lnTo>
                  <a:lnTo>
                    <a:pt x="21599" y="18315"/>
                  </a:lnTo>
                  <a:lnTo>
                    <a:pt x="20782" y="18315"/>
                  </a:lnTo>
                  <a:lnTo>
                    <a:pt x="20782" y="18821"/>
                  </a:lnTo>
                  <a:lnTo>
                    <a:pt x="19965" y="18821"/>
                  </a:lnTo>
                  <a:lnTo>
                    <a:pt x="19965" y="19199"/>
                  </a:lnTo>
                  <a:lnTo>
                    <a:pt x="19031" y="19199"/>
                  </a:lnTo>
                  <a:lnTo>
                    <a:pt x="19031" y="19705"/>
                  </a:lnTo>
                  <a:lnTo>
                    <a:pt x="18681" y="19199"/>
                  </a:lnTo>
                  <a:lnTo>
                    <a:pt x="17747" y="19705"/>
                  </a:lnTo>
                  <a:lnTo>
                    <a:pt x="16462" y="19705"/>
                  </a:lnTo>
                  <a:lnTo>
                    <a:pt x="16462" y="20210"/>
                  </a:lnTo>
                  <a:lnTo>
                    <a:pt x="15645" y="20210"/>
                  </a:lnTo>
                  <a:lnTo>
                    <a:pt x="15178" y="20589"/>
                  </a:lnTo>
                  <a:lnTo>
                    <a:pt x="15178" y="20210"/>
                  </a:lnTo>
                  <a:lnTo>
                    <a:pt x="14361" y="20210"/>
                  </a:lnTo>
                  <a:lnTo>
                    <a:pt x="13894" y="20589"/>
                  </a:lnTo>
                  <a:lnTo>
                    <a:pt x="13427" y="20589"/>
                  </a:lnTo>
                  <a:lnTo>
                    <a:pt x="12959" y="20210"/>
                  </a:lnTo>
                  <a:lnTo>
                    <a:pt x="12609" y="20210"/>
                  </a:lnTo>
                  <a:lnTo>
                    <a:pt x="12609" y="19705"/>
                  </a:lnTo>
                  <a:lnTo>
                    <a:pt x="12142" y="19705"/>
                  </a:lnTo>
                  <a:lnTo>
                    <a:pt x="12142" y="20210"/>
                  </a:lnTo>
                  <a:lnTo>
                    <a:pt x="10041" y="20210"/>
                  </a:lnTo>
                  <a:lnTo>
                    <a:pt x="9574" y="21600"/>
                  </a:lnTo>
                  <a:lnTo>
                    <a:pt x="9574" y="17810"/>
                  </a:lnTo>
                  <a:lnTo>
                    <a:pt x="8639" y="16926"/>
                  </a:lnTo>
                  <a:lnTo>
                    <a:pt x="8289" y="16421"/>
                  </a:lnTo>
                  <a:lnTo>
                    <a:pt x="7355" y="16421"/>
                  </a:lnTo>
                  <a:lnTo>
                    <a:pt x="7355" y="15915"/>
                  </a:lnTo>
                  <a:lnTo>
                    <a:pt x="7005" y="15915"/>
                  </a:lnTo>
                  <a:lnTo>
                    <a:pt x="6538" y="15536"/>
                  </a:lnTo>
                  <a:lnTo>
                    <a:pt x="6071" y="15536"/>
                  </a:lnTo>
                  <a:lnTo>
                    <a:pt x="6071" y="15031"/>
                  </a:lnTo>
                  <a:lnTo>
                    <a:pt x="4319" y="15031"/>
                  </a:lnTo>
                  <a:lnTo>
                    <a:pt x="4319" y="14526"/>
                  </a:lnTo>
                  <a:lnTo>
                    <a:pt x="3969" y="14147"/>
                  </a:lnTo>
                  <a:lnTo>
                    <a:pt x="2685" y="14147"/>
                  </a:lnTo>
                  <a:lnTo>
                    <a:pt x="2218" y="12252"/>
                  </a:lnTo>
                  <a:lnTo>
                    <a:pt x="934" y="10863"/>
                  </a:lnTo>
                  <a:lnTo>
                    <a:pt x="467" y="8463"/>
                  </a:lnTo>
                  <a:lnTo>
                    <a:pt x="0" y="6568"/>
                  </a:lnTo>
                  <a:lnTo>
                    <a:pt x="1751" y="6568"/>
                  </a:lnTo>
                  <a:lnTo>
                    <a:pt x="1751" y="6063"/>
                  </a:lnTo>
                  <a:lnTo>
                    <a:pt x="2685" y="5684"/>
                  </a:lnTo>
                  <a:lnTo>
                    <a:pt x="3035" y="5178"/>
                  </a:lnTo>
                  <a:lnTo>
                    <a:pt x="3035" y="4673"/>
                  </a:lnTo>
                  <a:lnTo>
                    <a:pt x="3502" y="4673"/>
                  </a:lnTo>
                  <a:lnTo>
                    <a:pt x="3035" y="4294"/>
                  </a:lnTo>
                  <a:lnTo>
                    <a:pt x="3035" y="3789"/>
                  </a:lnTo>
                  <a:lnTo>
                    <a:pt x="2685" y="3789"/>
                  </a:lnTo>
                  <a:lnTo>
                    <a:pt x="2685" y="3284"/>
                  </a:lnTo>
                  <a:lnTo>
                    <a:pt x="3035" y="2778"/>
                  </a:lnTo>
                  <a:lnTo>
                    <a:pt x="3502" y="2399"/>
                  </a:lnTo>
                  <a:lnTo>
                    <a:pt x="3035" y="1894"/>
                  </a:lnTo>
                  <a:lnTo>
                    <a:pt x="3035" y="1010"/>
                  </a:lnTo>
                  <a:lnTo>
                    <a:pt x="2685" y="1010"/>
                  </a:lnTo>
                  <a:lnTo>
                    <a:pt x="2685" y="50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3" name="AutoShape 137"/>
            <p:cNvSpPr>
              <a:spLocks/>
            </p:cNvSpPr>
            <p:nvPr/>
          </p:nvSpPr>
          <p:spPr bwMode="auto">
            <a:xfrm>
              <a:off x="12811980" y="7496233"/>
              <a:ext cx="132915" cy="102043"/>
            </a:xfrm>
            <a:custGeom>
              <a:avLst/>
              <a:gdLst>
                <a:gd name="T0" fmla="*/ 66458 w 21600"/>
                <a:gd name="T1" fmla="*/ 51022 h 21600"/>
                <a:gd name="T2" fmla="*/ 66458 w 21600"/>
                <a:gd name="T3" fmla="*/ 51022 h 21600"/>
                <a:gd name="T4" fmla="*/ 66458 w 21600"/>
                <a:gd name="T5" fmla="*/ 51022 h 21600"/>
                <a:gd name="T6" fmla="*/ 66458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81" y="3323"/>
                  </a:moveTo>
                  <a:lnTo>
                    <a:pt x="7200" y="3323"/>
                  </a:lnTo>
                  <a:lnTo>
                    <a:pt x="9163" y="0"/>
                  </a:lnTo>
                  <a:lnTo>
                    <a:pt x="11781" y="3323"/>
                  </a:lnTo>
                  <a:lnTo>
                    <a:pt x="14400" y="0"/>
                  </a:lnTo>
                  <a:lnTo>
                    <a:pt x="17018" y="3323"/>
                  </a:lnTo>
                  <a:lnTo>
                    <a:pt x="18981" y="3323"/>
                  </a:lnTo>
                  <a:lnTo>
                    <a:pt x="18981" y="9138"/>
                  </a:lnTo>
                  <a:lnTo>
                    <a:pt x="21599" y="12461"/>
                  </a:lnTo>
                  <a:lnTo>
                    <a:pt x="18981" y="14953"/>
                  </a:lnTo>
                  <a:lnTo>
                    <a:pt x="17018" y="18276"/>
                  </a:lnTo>
                  <a:lnTo>
                    <a:pt x="17018" y="14953"/>
                  </a:lnTo>
                  <a:lnTo>
                    <a:pt x="14400" y="14953"/>
                  </a:lnTo>
                  <a:lnTo>
                    <a:pt x="14400" y="12461"/>
                  </a:lnTo>
                  <a:lnTo>
                    <a:pt x="11781" y="12461"/>
                  </a:lnTo>
                  <a:lnTo>
                    <a:pt x="11781" y="14953"/>
                  </a:lnTo>
                  <a:lnTo>
                    <a:pt x="9163" y="18276"/>
                  </a:lnTo>
                  <a:lnTo>
                    <a:pt x="7200" y="21599"/>
                  </a:lnTo>
                  <a:lnTo>
                    <a:pt x="7200" y="18276"/>
                  </a:lnTo>
                  <a:lnTo>
                    <a:pt x="4581" y="21599"/>
                  </a:lnTo>
                  <a:lnTo>
                    <a:pt x="4581" y="18276"/>
                  </a:lnTo>
                  <a:lnTo>
                    <a:pt x="1963" y="18276"/>
                  </a:lnTo>
                  <a:lnTo>
                    <a:pt x="1963" y="14953"/>
                  </a:lnTo>
                  <a:lnTo>
                    <a:pt x="0" y="14953"/>
                  </a:lnTo>
                  <a:lnTo>
                    <a:pt x="0" y="18276"/>
                  </a:lnTo>
                  <a:lnTo>
                    <a:pt x="0" y="5815"/>
                  </a:lnTo>
                  <a:lnTo>
                    <a:pt x="1963" y="5815"/>
                  </a:lnTo>
                  <a:lnTo>
                    <a:pt x="4581" y="33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4" name="AutoShape 138"/>
            <p:cNvSpPr>
              <a:spLocks/>
            </p:cNvSpPr>
            <p:nvPr/>
          </p:nvSpPr>
          <p:spPr bwMode="auto">
            <a:xfrm>
              <a:off x="12811980" y="7555105"/>
              <a:ext cx="132915" cy="129518"/>
            </a:xfrm>
            <a:custGeom>
              <a:avLst/>
              <a:gdLst>
                <a:gd name="T0" fmla="*/ 66458 w 21600"/>
                <a:gd name="T1" fmla="*/ 64759 h 21600"/>
                <a:gd name="T2" fmla="*/ 66458 w 21600"/>
                <a:gd name="T3" fmla="*/ 64759 h 21600"/>
                <a:gd name="T4" fmla="*/ 66458 w 21600"/>
                <a:gd name="T5" fmla="*/ 64759 h 21600"/>
                <a:gd name="T6" fmla="*/ 66458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1600"/>
                  </a:moveTo>
                  <a:lnTo>
                    <a:pt x="11781" y="21600"/>
                  </a:lnTo>
                  <a:lnTo>
                    <a:pt x="11781" y="18981"/>
                  </a:lnTo>
                  <a:lnTo>
                    <a:pt x="17018" y="17018"/>
                  </a:lnTo>
                  <a:lnTo>
                    <a:pt x="18981" y="14400"/>
                  </a:lnTo>
                  <a:lnTo>
                    <a:pt x="18981" y="11781"/>
                  </a:lnTo>
                  <a:lnTo>
                    <a:pt x="21599" y="11781"/>
                  </a:lnTo>
                  <a:lnTo>
                    <a:pt x="18981" y="9818"/>
                  </a:lnTo>
                  <a:lnTo>
                    <a:pt x="18981" y="7200"/>
                  </a:lnTo>
                  <a:lnTo>
                    <a:pt x="17018" y="7200"/>
                  </a:lnTo>
                  <a:lnTo>
                    <a:pt x="17018" y="1963"/>
                  </a:lnTo>
                  <a:lnTo>
                    <a:pt x="14400" y="1963"/>
                  </a:lnTo>
                  <a:lnTo>
                    <a:pt x="14400" y="0"/>
                  </a:lnTo>
                  <a:lnTo>
                    <a:pt x="11781" y="0"/>
                  </a:lnTo>
                  <a:lnTo>
                    <a:pt x="11781" y="1963"/>
                  </a:lnTo>
                  <a:lnTo>
                    <a:pt x="9163" y="4581"/>
                  </a:lnTo>
                  <a:lnTo>
                    <a:pt x="7200" y="7200"/>
                  </a:lnTo>
                  <a:lnTo>
                    <a:pt x="7200" y="4581"/>
                  </a:lnTo>
                  <a:lnTo>
                    <a:pt x="4581" y="7200"/>
                  </a:lnTo>
                  <a:lnTo>
                    <a:pt x="4581" y="4581"/>
                  </a:lnTo>
                  <a:lnTo>
                    <a:pt x="1963" y="4581"/>
                  </a:lnTo>
                  <a:lnTo>
                    <a:pt x="1963" y="1963"/>
                  </a:lnTo>
                  <a:lnTo>
                    <a:pt x="0" y="1963"/>
                  </a:lnTo>
                  <a:lnTo>
                    <a:pt x="0" y="11781"/>
                  </a:lnTo>
                  <a:lnTo>
                    <a:pt x="196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5" name="AutoShape 139"/>
            <p:cNvSpPr>
              <a:spLocks/>
            </p:cNvSpPr>
            <p:nvPr/>
          </p:nvSpPr>
          <p:spPr bwMode="auto">
            <a:xfrm>
              <a:off x="11676187" y="7115535"/>
              <a:ext cx="1268714" cy="1106775"/>
            </a:xfrm>
            <a:custGeom>
              <a:avLst/>
              <a:gdLst>
                <a:gd name="T0" fmla="*/ 634357 w 21600"/>
                <a:gd name="T1" fmla="*/ 553388 h 21600"/>
                <a:gd name="T2" fmla="*/ 634357 w 21600"/>
                <a:gd name="T3" fmla="*/ 553388 h 21600"/>
                <a:gd name="T4" fmla="*/ 634357 w 21600"/>
                <a:gd name="T5" fmla="*/ 553388 h 21600"/>
                <a:gd name="T6" fmla="*/ 634357 w 21600"/>
                <a:gd name="T7" fmla="*/ 553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2791"/>
                  </a:moveTo>
                  <a:lnTo>
                    <a:pt x="274" y="12561"/>
                  </a:lnTo>
                  <a:lnTo>
                    <a:pt x="754" y="12561"/>
                  </a:lnTo>
                  <a:lnTo>
                    <a:pt x="548" y="11948"/>
                  </a:lnTo>
                  <a:lnTo>
                    <a:pt x="754" y="11948"/>
                  </a:lnTo>
                  <a:lnTo>
                    <a:pt x="1028" y="11719"/>
                  </a:lnTo>
                  <a:lnTo>
                    <a:pt x="1302" y="11412"/>
                  </a:lnTo>
                  <a:lnTo>
                    <a:pt x="1508" y="11412"/>
                  </a:lnTo>
                  <a:lnTo>
                    <a:pt x="1508" y="11719"/>
                  </a:lnTo>
                  <a:lnTo>
                    <a:pt x="1782" y="11719"/>
                  </a:lnTo>
                  <a:lnTo>
                    <a:pt x="2057" y="11412"/>
                  </a:lnTo>
                  <a:lnTo>
                    <a:pt x="2331" y="11412"/>
                  </a:lnTo>
                  <a:lnTo>
                    <a:pt x="2537" y="11106"/>
                  </a:lnTo>
                  <a:lnTo>
                    <a:pt x="2811" y="11106"/>
                  </a:lnTo>
                  <a:lnTo>
                    <a:pt x="2537" y="11412"/>
                  </a:lnTo>
                  <a:lnTo>
                    <a:pt x="2811" y="11412"/>
                  </a:lnTo>
                  <a:lnTo>
                    <a:pt x="2811" y="11719"/>
                  </a:lnTo>
                  <a:lnTo>
                    <a:pt x="3291" y="11719"/>
                  </a:lnTo>
                  <a:lnTo>
                    <a:pt x="3565" y="11412"/>
                  </a:lnTo>
                  <a:lnTo>
                    <a:pt x="4045" y="10800"/>
                  </a:lnTo>
                  <a:lnTo>
                    <a:pt x="4319" y="10570"/>
                  </a:lnTo>
                  <a:lnTo>
                    <a:pt x="4594" y="10263"/>
                  </a:lnTo>
                  <a:lnTo>
                    <a:pt x="4594" y="8808"/>
                  </a:lnTo>
                  <a:lnTo>
                    <a:pt x="4868" y="8578"/>
                  </a:lnTo>
                  <a:lnTo>
                    <a:pt x="5074" y="8272"/>
                  </a:lnTo>
                  <a:lnTo>
                    <a:pt x="5074" y="7965"/>
                  </a:lnTo>
                  <a:lnTo>
                    <a:pt x="5348" y="7736"/>
                  </a:lnTo>
                  <a:lnTo>
                    <a:pt x="5622" y="7429"/>
                  </a:lnTo>
                  <a:lnTo>
                    <a:pt x="5828" y="7429"/>
                  </a:lnTo>
                  <a:lnTo>
                    <a:pt x="6102" y="7123"/>
                  </a:lnTo>
                  <a:lnTo>
                    <a:pt x="6377" y="6587"/>
                  </a:lnTo>
                  <a:lnTo>
                    <a:pt x="6377" y="6280"/>
                  </a:lnTo>
                  <a:lnTo>
                    <a:pt x="6651" y="5974"/>
                  </a:lnTo>
                  <a:lnTo>
                    <a:pt x="6651" y="5744"/>
                  </a:lnTo>
                  <a:lnTo>
                    <a:pt x="6857" y="5438"/>
                  </a:lnTo>
                  <a:lnTo>
                    <a:pt x="6651" y="5438"/>
                  </a:lnTo>
                  <a:lnTo>
                    <a:pt x="6857" y="5131"/>
                  </a:lnTo>
                  <a:lnTo>
                    <a:pt x="6651" y="4902"/>
                  </a:lnTo>
                  <a:lnTo>
                    <a:pt x="6857" y="4595"/>
                  </a:lnTo>
                  <a:lnTo>
                    <a:pt x="6857" y="4289"/>
                  </a:lnTo>
                  <a:lnTo>
                    <a:pt x="7131" y="3982"/>
                  </a:lnTo>
                  <a:lnTo>
                    <a:pt x="6857" y="3446"/>
                  </a:lnTo>
                  <a:lnTo>
                    <a:pt x="7405" y="2910"/>
                  </a:lnTo>
                  <a:lnTo>
                    <a:pt x="7405" y="2604"/>
                  </a:lnTo>
                  <a:lnTo>
                    <a:pt x="7611" y="2604"/>
                  </a:lnTo>
                  <a:lnTo>
                    <a:pt x="7611" y="919"/>
                  </a:lnTo>
                  <a:lnTo>
                    <a:pt x="7885" y="919"/>
                  </a:lnTo>
                  <a:lnTo>
                    <a:pt x="7885" y="306"/>
                  </a:lnTo>
                  <a:lnTo>
                    <a:pt x="8914" y="306"/>
                  </a:lnTo>
                  <a:lnTo>
                    <a:pt x="9188" y="612"/>
                  </a:lnTo>
                  <a:lnTo>
                    <a:pt x="9394" y="612"/>
                  </a:lnTo>
                  <a:lnTo>
                    <a:pt x="9668" y="919"/>
                  </a:lnTo>
                  <a:lnTo>
                    <a:pt x="9942" y="919"/>
                  </a:lnTo>
                  <a:lnTo>
                    <a:pt x="10148" y="1148"/>
                  </a:lnTo>
                  <a:lnTo>
                    <a:pt x="11725" y="1148"/>
                  </a:lnTo>
                  <a:lnTo>
                    <a:pt x="11725" y="919"/>
                  </a:lnTo>
                  <a:lnTo>
                    <a:pt x="11931" y="612"/>
                  </a:lnTo>
                  <a:lnTo>
                    <a:pt x="13234" y="612"/>
                  </a:lnTo>
                  <a:lnTo>
                    <a:pt x="13440" y="306"/>
                  </a:lnTo>
                  <a:lnTo>
                    <a:pt x="15017" y="306"/>
                  </a:lnTo>
                  <a:lnTo>
                    <a:pt x="15222" y="0"/>
                  </a:lnTo>
                  <a:lnTo>
                    <a:pt x="16045" y="0"/>
                  </a:lnTo>
                  <a:lnTo>
                    <a:pt x="16251" y="306"/>
                  </a:lnTo>
                  <a:lnTo>
                    <a:pt x="16799" y="306"/>
                  </a:lnTo>
                  <a:lnTo>
                    <a:pt x="17005" y="0"/>
                  </a:lnTo>
                  <a:lnTo>
                    <a:pt x="17279" y="0"/>
                  </a:lnTo>
                  <a:lnTo>
                    <a:pt x="17554" y="306"/>
                  </a:lnTo>
                  <a:lnTo>
                    <a:pt x="17759" y="612"/>
                  </a:lnTo>
                  <a:lnTo>
                    <a:pt x="18034" y="612"/>
                  </a:lnTo>
                  <a:lnTo>
                    <a:pt x="18034" y="919"/>
                  </a:lnTo>
                  <a:lnTo>
                    <a:pt x="18308" y="919"/>
                  </a:lnTo>
                  <a:lnTo>
                    <a:pt x="18582" y="1148"/>
                  </a:lnTo>
                  <a:lnTo>
                    <a:pt x="18788" y="919"/>
                  </a:lnTo>
                  <a:lnTo>
                    <a:pt x="19542" y="919"/>
                  </a:lnTo>
                  <a:lnTo>
                    <a:pt x="19817" y="612"/>
                  </a:lnTo>
                  <a:lnTo>
                    <a:pt x="20091" y="612"/>
                  </a:lnTo>
                  <a:lnTo>
                    <a:pt x="20297" y="919"/>
                  </a:lnTo>
                  <a:lnTo>
                    <a:pt x="20571" y="1148"/>
                  </a:lnTo>
                  <a:lnTo>
                    <a:pt x="20845" y="1148"/>
                  </a:lnTo>
                  <a:lnTo>
                    <a:pt x="20845" y="1455"/>
                  </a:lnTo>
                  <a:lnTo>
                    <a:pt x="21119" y="1455"/>
                  </a:lnTo>
                  <a:lnTo>
                    <a:pt x="21119" y="1991"/>
                  </a:lnTo>
                  <a:lnTo>
                    <a:pt x="21599" y="1991"/>
                  </a:lnTo>
                  <a:lnTo>
                    <a:pt x="21599" y="2297"/>
                  </a:lnTo>
                  <a:lnTo>
                    <a:pt x="21325" y="2297"/>
                  </a:lnTo>
                  <a:lnTo>
                    <a:pt x="21325" y="3446"/>
                  </a:lnTo>
                  <a:lnTo>
                    <a:pt x="21599" y="3753"/>
                  </a:lnTo>
                  <a:lnTo>
                    <a:pt x="21599" y="3982"/>
                  </a:lnTo>
                  <a:lnTo>
                    <a:pt x="21119" y="4595"/>
                  </a:lnTo>
                  <a:lnTo>
                    <a:pt x="20571" y="5131"/>
                  </a:lnTo>
                  <a:lnTo>
                    <a:pt x="20091" y="5974"/>
                  </a:lnTo>
                  <a:lnTo>
                    <a:pt x="20091" y="6893"/>
                  </a:lnTo>
                  <a:lnTo>
                    <a:pt x="19817" y="7429"/>
                  </a:lnTo>
                  <a:lnTo>
                    <a:pt x="19817" y="7736"/>
                  </a:lnTo>
                  <a:lnTo>
                    <a:pt x="19542" y="7965"/>
                  </a:lnTo>
                  <a:lnTo>
                    <a:pt x="19337" y="7965"/>
                  </a:lnTo>
                  <a:lnTo>
                    <a:pt x="19337" y="9957"/>
                  </a:lnTo>
                  <a:lnTo>
                    <a:pt x="19817" y="12255"/>
                  </a:lnTo>
                  <a:lnTo>
                    <a:pt x="20091" y="13710"/>
                  </a:lnTo>
                  <a:lnTo>
                    <a:pt x="20845" y="14553"/>
                  </a:lnTo>
                  <a:lnTo>
                    <a:pt x="21119" y="15702"/>
                  </a:lnTo>
                  <a:lnTo>
                    <a:pt x="20845" y="15395"/>
                  </a:lnTo>
                  <a:lnTo>
                    <a:pt x="19062" y="15931"/>
                  </a:lnTo>
                  <a:lnTo>
                    <a:pt x="18582" y="16774"/>
                  </a:lnTo>
                  <a:lnTo>
                    <a:pt x="18582" y="17080"/>
                  </a:lnTo>
                  <a:lnTo>
                    <a:pt x="18788" y="17080"/>
                  </a:lnTo>
                  <a:lnTo>
                    <a:pt x="18788" y="18229"/>
                  </a:lnTo>
                  <a:lnTo>
                    <a:pt x="18582" y="18536"/>
                  </a:lnTo>
                  <a:lnTo>
                    <a:pt x="18582" y="19914"/>
                  </a:lnTo>
                  <a:lnTo>
                    <a:pt x="18788" y="20221"/>
                  </a:lnTo>
                  <a:lnTo>
                    <a:pt x="19062" y="20221"/>
                  </a:lnTo>
                  <a:lnTo>
                    <a:pt x="19062" y="20527"/>
                  </a:lnTo>
                  <a:lnTo>
                    <a:pt x="19542" y="20527"/>
                  </a:lnTo>
                  <a:lnTo>
                    <a:pt x="19542" y="20221"/>
                  </a:lnTo>
                  <a:lnTo>
                    <a:pt x="19817" y="20221"/>
                  </a:lnTo>
                  <a:lnTo>
                    <a:pt x="20091" y="21370"/>
                  </a:lnTo>
                  <a:lnTo>
                    <a:pt x="19817" y="21600"/>
                  </a:lnTo>
                  <a:lnTo>
                    <a:pt x="19817" y="21370"/>
                  </a:lnTo>
                  <a:lnTo>
                    <a:pt x="19542" y="21370"/>
                  </a:lnTo>
                  <a:lnTo>
                    <a:pt x="19337" y="21600"/>
                  </a:lnTo>
                  <a:lnTo>
                    <a:pt x="19062" y="21600"/>
                  </a:lnTo>
                  <a:lnTo>
                    <a:pt x="18788" y="21370"/>
                  </a:lnTo>
                  <a:lnTo>
                    <a:pt x="18582" y="21063"/>
                  </a:lnTo>
                  <a:lnTo>
                    <a:pt x="18582" y="20757"/>
                  </a:lnTo>
                  <a:lnTo>
                    <a:pt x="18308" y="20527"/>
                  </a:lnTo>
                  <a:lnTo>
                    <a:pt x="18034" y="20527"/>
                  </a:lnTo>
                  <a:lnTo>
                    <a:pt x="17554" y="20221"/>
                  </a:lnTo>
                  <a:lnTo>
                    <a:pt x="17279" y="20221"/>
                  </a:lnTo>
                  <a:lnTo>
                    <a:pt x="17279" y="19914"/>
                  </a:lnTo>
                  <a:lnTo>
                    <a:pt x="17005" y="19608"/>
                  </a:lnTo>
                  <a:lnTo>
                    <a:pt x="17005" y="19378"/>
                  </a:lnTo>
                  <a:lnTo>
                    <a:pt x="16799" y="19378"/>
                  </a:lnTo>
                  <a:lnTo>
                    <a:pt x="16525" y="19608"/>
                  </a:lnTo>
                  <a:lnTo>
                    <a:pt x="16525" y="19914"/>
                  </a:lnTo>
                  <a:lnTo>
                    <a:pt x="15497" y="19914"/>
                  </a:lnTo>
                  <a:lnTo>
                    <a:pt x="15222" y="19608"/>
                  </a:lnTo>
                  <a:lnTo>
                    <a:pt x="15017" y="19608"/>
                  </a:lnTo>
                  <a:lnTo>
                    <a:pt x="15017" y="19378"/>
                  </a:lnTo>
                  <a:lnTo>
                    <a:pt x="14742" y="19072"/>
                  </a:lnTo>
                  <a:lnTo>
                    <a:pt x="13988" y="19072"/>
                  </a:lnTo>
                  <a:lnTo>
                    <a:pt x="13988" y="19378"/>
                  </a:lnTo>
                  <a:lnTo>
                    <a:pt x="13714" y="19072"/>
                  </a:lnTo>
                  <a:lnTo>
                    <a:pt x="13714" y="18765"/>
                  </a:lnTo>
                  <a:lnTo>
                    <a:pt x="12960" y="18765"/>
                  </a:lnTo>
                  <a:lnTo>
                    <a:pt x="12685" y="19072"/>
                  </a:lnTo>
                  <a:lnTo>
                    <a:pt x="11931" y="19072"/>
                  </a:lnTo>
                  <a:lnTo>
                    <a:pt x="11931" y="18765"/>
                  </a:lnTo>
                  <a:lnTo>
                    <a:pt x="11725" y="18765"/>
                  </a:lnTo>
                  <a:lnTo>
                    <a:pt x="11725" y="19072"/>
                  </a:lnTo>
                  <a:lnTo>
                    <a:pt x="11451" y="19072"/>
                  </a:lnTo>
                  <a:lnTo>
                    <a:pt x="11451" y="17923"/>
                  </a:lnTo>
                  <a:lnTo>
                    <a:pt x="11177" y="17617"/>
                  </a:lnTo>
                  <a:lnTo>
                    <a:pt x="11451" y="17387"/>
                  </a:lnTo>
                  <a:lnTo>
                    <a:pt x="11177" y="17387"/>
                  </a:lnTo>
                  <a:lnTo>
                    <a:pt x="11177" y="17080"/>
                  </a:lnTo>
                  <a:lnTo>
                    <a:pt x="10902" y="16774"/>
                  </a:lnTo>
                  <a:lnTo>
                    <a:pt x="10902" y="14553"/>
                  </a:lnTo>
                  <a:lnTo>
                    <a:pt x="9668" y="14553"/>
                  </a:lnTo>
                  <a:lnTo>
                    <a:pt x="9668" y="13940"/>
                  </a:lnTo>
                  <a:lnTo>
                    <a:pt x="9394" y="13940"/>
                  </a:lnTo>
                  <a:lnTo>
                    <a:pt x="9394" y="14246"/>
                  </a:lnTo>
                  <a:lnTo>
                    <a:pt x="8365" y="14246"/>
                  </a:lnTo>
                  <a:lnTo>
                    <a:pt x="8365" y="14553"/>
                  </a:lnTo>
                  <a:lnTo>
                    <a:pt x="8159" y="14553"/>
                  </a:lnTo>
                  <a:lnTo>
                    <a:pt x="8159" y="15089"/>
                  </a:lnTo>
                  <a:lnTo>
                    <a:pt x="7405" y="15395"/>
                  </a:lnTo>
                  <a:lnTo>
                    <a:pt x="6102" y="15395"/>
                  </a:lnTo>
                  <a:lnTo>
                    <a:pt x="5828" y="14782"/>
                  </a:lnTo>
                  <a:lnTo>
                    <a:pt x="5622" y="14553"/>
                  </a:lnTo>
                  <a:lnTo>
                    <a:pt x="5622" y="13940"/>
                  </a:lnTo>
                  <a:lnTo>
                    <a:pt x="5348" y="13710"/>
                  </a:lnTo>
                  <a:lnTo>
                    <a:pt x="5348" y="12791"/>
                  </a:lnTo>
                  <a:lnTo>
                    <a:pt x="754" y="12791"/>
                  </a:lnTo>
                  <a:lnTo>
                    <a:pt x="754" y="13097"/>
                  </a:lnTo>
                  <a:lnTo>
                    <a:pt x="548" y="13097"/>
                  </a:lnTo>
                  <a:lnTo>
                    <a:pt x="548" y="12791"/>
                  </a:lnTo>
                  <a:lnTo>
                    <a:pt x="0" y="127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6" name="AutoShape 140"/>
            <p:cNvSpPr>
              <a:spLocks/>
            </p:cNvSpPr>
            <p:nvPr/>
          </p:nvSpPr>
          <p:spPr bwMode="auto">
            <a:xfrm>
              <a:off x="13049611" y="7975051"/>
              <a:ext cx="209440" cy="467043"/>
            </a:xfrm>
            <a:custGeom>
              <a:avLst/>
              <a:gdLst>
                <a:gd name="T0" fmla="*/ 104720 w 21600"/>
                <a:gd name="T1" fmla="*/ 233522 h 21600"/>
                <a:gd name="T2" fmla="*/ 104720 w 21600"/>
                <a:gd name="T3" fmla="*/ 233522 h 21600"/>
                <a:gd name="T4" fmla="*/ 104720 w 21600"/>
                <a:gd name="T5" fmla="*/ 233522 h 21600"/>
                <a:gd name="T6" fmla="*/ 104720 w 21600"/>
                <a:gd name="T7" fmla="*/ 2335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1" y="0"/>
                  </a:moveTo>
                  <a:lnTo>
                    <a:pt x="2907" y="0"/>
                  </a:lnTo>
                  <a:lnTo>
                    <a:pt x="2907" y="726"/>
                  </a:lnTo>
                  <a:lnTo>
                    <a:pt x="6230" y="726"/>
                  </a:lnTo>
                  <a:lnTo>
                    <a:pt x="7476" y="1452"/>
                  </a:lnTo>
                  <a:lnTo>
                    <a:pt x="10800" y="2722"/>
                  </a:lnTo>
                  <a:lnTo>
                    <a:pt x="10800" y="10890"/>
                  </a:lnTo>
                  <a:lnTo>
                    <a:pt x="13707" y="11435"/>
                  </a:lnTo>
                  <a:lnTo>
                    <a:pt x="15369" y="12161"/>
                  </a:lnTo>
                  <a:lnTo>
                    <a:pt x="18276" y="12887"/>
                  </a:lnTo>
                  <a:lnTo>
                    <a:pt x="18276" y="13613"/>
                  </a:lnTo>
                  <a:lnTo>
                    <a:pt x="19938" y="14157"/>
                  </a:lnTo>
                  <a:lnTo>
                    <a:pt x="19938" y="14884"/>
                  </a:lnTo>
                  <a:lnTo>
                    <a:pt x="21600" y="15610"/>
                  </a:lnTo>
                  <a:lnTo>
                    <a:pt x="19938" y="15610"/>
                  </a:lnTo>
                  <a:lnTo>
                    <a:pt x="19938" y="16154"/>
                  </a:lnTo>
                  <a:lnTo>
                    <a:pt x="18276" y="16154"/>
                  </a:lnTo>
                  <a:lnTo>
                    <a:pt x="19938" y="16154"/>
                  </a:lnTo>
                  <a:lnTo>
                    <a:pt x="18276" y="16880"/>
                  </a:lnTo>
                  <a:lnTo>
                    <a:pt x="19938" y="16880"/>
                  </a:lnTo>
                  <a:lnTo>
                    <a:pt x="19938" y="18151"/>
                  </a:lnTo>
                  <a:lnTo>
                    <a:pt x="18276" y="18877"/>
                  </a:lnTo>
                  <a:lnTo>
                    <a:pt x="17030" y="18877"/>
                  </a:lnTo>
                  <a:lnTo>
                    <a:pt x="17030" y="20329"/>
                  </a:lnTo>
                  <a:lnTo>
                    <a:pt x="15369" y="20873"/>
                  </a:lnTo>
                  <a:lnTo>
                    <a:pt x="15369" y="21600"/>
                  </a:lnTo>
                  <a:lnTo>
                    <a:pt x="13707" y="21600"/>
                  </a:lnTo>
                  <a:lnTo>
                    <a:pt x="13707" y="20873"/>
                  </a:lnTo>
                  <a:lnTo>
                    <a:pt x="10800" y="19603"/>
                  </a:lnTo>
                  <a:lnTo>
                    <a:pt x="9138" y="19603"/>
                  </a:lnTo>
                  <a:lnTo>
                    <a:pt x="9138" y="16880"/>
                  </a:lnTo>
                  <a:lnTo>
                    <a:pt x="10800" y="16154"/>
                  </a:lnTo>
                  <a:lnTo>
                    <a:pt x="12461" y="15610"/>
                  </a:lnTo>
                  <a:lnTo>
                    <a:pt x="12461" y="14884"/>
                  </a:lnTo>
                  <a:lnTo>
                    <a:pt x="10800" y="14157"/>
                  </a:lnTo>
                  <a:lnTo>
                    <a:pt x="4569" y="14157"/>
                  </a:lnTo>
                  <a:lnTo>
                    <a:pt x="4569" y="13613"/>
                  </a:lnTo>
                  <a:lnTo>
                    <a:pt x="2907" y="13613"/>
                  </a:lnTo>
                  <a:lnTo>
                    <a:pt x="2907" y="12887"/>
                  </a:lnTo>
                  <a:lnTo>
                    <a:pt x="1661" y="13613"/>
                  </a:lnTo>
                  <a:lnTo>
                    <a:pt x="1661" y="12887"/>
                  </a:lnTo>
                  <a:lnTo>
                    <a:pt x="0" y="12161"/>
                  </a:lnTo>
                  <a:lnTo>
                    <a:pt x="0" y="11435"/>
                  </a:lnTo>
                  <a:lnTo>
                    <a:pt x="1661" y="10890"/>
                  </a:lnTo>
                  <a:lnTo>
                    <a:pt x="1661" y="9438"/>
                  </a:lnTo>
                  <a:lnTo>
                    <a:pt x="2907" y="9438"/>
                  </a:lnTo>
                  <a:lnTo>
                    <a:pt x="4569" y="8894"/>
                  </a:lnTo>
                  <a:lnTo>
                    <a:pt x="4569" y="8168"/>
                  </a:lnTo>
                  <a:lnTo>
                    <a:pt x="2907" y="7442"/>
                  </a:lnTo>
                  <a:lnTo>
                    <a:pt x="4569" y="7442"/>
                  </a:lnTo>
                  <a:lnTo>
                    <a:pt x="2907" y="6715"/>
                  </a:lnTo>
                  <a:lnTo>
                    <a:pt x="4569" y="6715"/>
                  </a:lnTo>
                  <a:lnTo>
                    <a:pt x="4569" y="6171"/>
                  </a:lnTo>
                  <a:lnTo>
                    <a:pt x="2907" y="5445"/>
                  </a:lnTo>
                  <a:lnTo>
                    <a:pt x="2907" y="4719"/>
                  </a:lnTo>
                  <a:lnTo>
                    <a:pt x="4569" y="4174"/>
                  </a:lnTo>
                  <a:lnTo>
                    <a:pt x="6230" y="4174"/>
                  </a:lnTo>
                  <a:lnTo>
                    <a:pt x="6230" y="3448"/>
                  </a:lnTo>
                  <a:lnTo>
                    <a:pt x="2907" y="1996"/>
                  </a:lnTo>
                  <a:lnTo>
                    <a:pt x="4569" y="1452"/>
                  </a:lnTo>
                  <a:lnTo>
                    <a:pt x="2907" y="1452"/>
                  </a:lnTo>
                  <a:lnTo>
                    <a:pt x="2907" y="726"/>
                  </a:lnTo>
                  <a:lnTo>
                    <a:pt x="1661" y="726"/>
                  </a:lnTo>
                  <a:lnTo>
                    <a:pt x="1661"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7" name="AutoShape 141"/>
            <p:cNvSpPr>
              <a:spLocks/>
            </p:cNvSpPr>
            <p:nvPr/>
          </p:nvSpPr>
          <p:spPr bwMode="auto">
            <a:xfrm>
              <a:off x="12316576" y="7904404"/>
              <a:ext cx="793452" cy="596560"/>
            </a:xfrm>
            <a:custGeom>
              <a:avLst/>
              <a:gdLst>
                <a:gd name="T0" fmla="*/ 396726 w 21600"/>
                <a:gd name="T1" fmla="*/ 298280 h 21600"/>
                <a:gd name="T2" fmla="*/ 396726 w 21600"/>
                <a:gd name="T3" fmla="*/ 298280 h 21600"/>
                <a:gd name="T4" fmla="*/ 396726 w 21600"/>
                <a:gd name="T5" fmla="*/ 298280 h 21600"/>
                <a:gd name="T6" fmla="*/ 396726 w 21600"/>
                <a:gd name="T7" fmla="*/ 298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56" y="6252"/>
                  </a:moveTo>
                  <a:lnTo>
                    <a:pt x="4495" y="6252"/>
                  </a:lnTo>
                  <a:lnTo>
                    <a:pt x="4495" y="6821"/>
                  </a:lnTo>
                  <a:lnTo>
                    <a:pt x="4934" y="7389"/>
                  </a:lnTo>
                  <a:lnTo>
                    <a:pt x="4934" y="6821"/>
                  </a:lnTo>
                  <a:lnTo>
                    <a:pt x="6140" y="6821"/>
                  </a:lnTo>
                  <a:lnTo>
                    <a:pt x="6578" y="7389"/>
                  </a:lnTo>
                  <a:lnTo>
                    <a:pt x="6578" y="7815"/>
                  </a:lnTo>
                  <a:lnTo>
                    <a:pt x="6907" y="7815"/>
                  </a:lnTo>
                  <a:lnTo>
                    <a:pt x="7346" y="8384"/>
                  </a:lnTo>
                  <a:lnTo>
                    <a:pt x="8990" y="8384"/>
                  </a:lnTo>
                  <a:lnTo>
                    <a:pt x="8990" y="7815"/>
                  </a:lnTo>
                  <a:lnTo>
                    <a:pt x="9429" y="7389"/>
                  </a:lnTo>
                  <a:lnTo>
                    <a:pt x="9758" y="7389"/>
                  </a:lnTo>
                  <a:lnTo>
                    <a:pt x="9758" y="7815"/>
                  </a:lnTo>
                  <a:lnTo>
                    <a:pt x="10196" y="8384"/>
                  </a:lnTo>
                  <a:lnTo>
                    <a:pt x="10196" y="8952"/>
                  </a:lnTo>
                  <a:lnTo>
                    <a:pt x="10635" y="8952"/>
                  </a:lnTo>
                  <a:lnTo>
                    <a:pt x="11403" y="9521"/>
                  </a:lnTo>
                  <a:lnTo>
                    <a:pt x="11841" y="9521"/>
                  </a:lnTo>
                  <a:lnTo>
                    <a:pt x="12280" y="9947"/>
                  </a:lnTo>
                  <a:lnTo>
                    <a:pt x="12280" y="10515"/>
                  </a:lnTo>
                  <a:lnTo>
                    <a:pt x="12609" y="11084"/>
                  </a:lnTo>
                  <a:lnTo>
                    <a:pt x="13047" y="11510"/>
                  </a:lnTo>
                  <a:lnTo>
                    <a:pt x="13486" y="11510"/>
                  </a:lnTo>
                  <a:lnTo>
                    <a:pt x="13815" y="11084"/>
                  </a:lnTo>
                  <a:lnTo>
                    <a:pt x="14253" y="11084"/>
                  </a:lnTo>
                  <a:lnTo>
                    <a:pt x="14253" y="11510"/>
                  </a:lnTo>
                  <a:lnTo>
                    <a:pt x="14692" y="11084"/>
                  </a:lnTo>
                  <a:lnTo>
                    <a:pt x="14253" y="8952"/>
                  </a:lnTo>
                  <a:lnTo>
                    <a:pt x="13815" y="8952"/>
                  </a:lnTo>
                  <a:lnTo>
                    <a:pt x="13815" y="9521"/>
                  </a:lnTo>
                  <a:lnTo>
                    <a:pt x="13047" y="9521"/>
                  </a:lnTo>
                  <a:lnTo>
                    <a:pt x="13047" y="8952"/>
                  </a:lnTo>
                  <a:lnTo>
                    <a:pt x="12609" y="8952"/>
                  </a:lnTo>
                  <a:lnTo>
                    <a:pt x="12280" y="8384"/>
                  </a:lnTo>
                  <a:lnTo>
                    <a:pt x="12280" y="5826"/>
                  </a:lnTo>
                  <a:lnTo>
                    <a:pt x="12609" y="5257"/>
                  </a:lnTo>
                  <a:lnTo>
                    <a:pt x="12609" y="3126"/>
                  </a:lnTo>
                  <a:lnTo>
                    <a:pt x="12280" y="3126"/>
                  </a:lnTo>
                  <a:lnTo>
                    <a:pt x="12280" y="2557"/>
                  </a:lnTo>
                  <a:lnTo>
                    <a:pt x="13047" y="994"/>
                  </a:lnTo>
                  <a:lnTo>
                    <a:pt x="15898" y="0"/>
                  </a:lnTo>
                  <a:lnTo>
                    <a:pt x="16665" y="568"/>
                  </a:lnTo>
                  <a:lnTo>
                    <a:pt x="17543" y="568"/>
                  </a:lnTo>
                  <a:lnTo>
                    <a:pt x="17872" y="994"/>
                  </a:lnTo>
                  <a:lnTo>
                    <a:pt x="17872" y="1563"/>
                  </a:lnTo>
                  <a:lnTo>
                    <a:pt x="19516" y="1563"/>
                  </a:lnTo>
                  <a:lnTo>
                    <a:pt x="19516" y="2131"/>
                  </a:lnTo>
                  <a:lnTo>
                    <a:pt x="19955" y="2131"/>
                  </a:lnTo>
                  <a:lnTo>
                    <a:pt x="20393" y="2557"/>
                  </a:lnTo>
                  <a:lnTo>
                    <a:pt x="20393" y="3126"/>
                  </a:lnTo>
                  <a:lnTo>
                    <a:pt x="20722" y="3126"/>
                  </a:lnTo>
                  <a:lnTo>
                    <a:pt x="20722" y="3694"/>
                  </a:lnTo>
                  <a:lnTo>
                    <a:pt x="21161" y="3694"/>
                  </a:lnTo>
                  <a:lnTo>
                    <a:pt x="20722" y="4121"/>
                  </a:lnTo>
                  <a:lnTo>
                    <a:pt x="21600" y="5257"/>
                  </a:lnTo>
                  <a:lnTo>
                    <a:pt x="21600" y="5826"/>
                  </a:lnTo>
                  <a:lnTo>
                    <a:pt x="21161" y="5826"/>
                  </a:lnTo>
                  <a:lnTo>
                    <a:pt x="20722" y="6252"/>
                  </a:lnTo>
                  <a:lnTo>
                    <a:pt x="20722" y="6821"/>
                  </a:lnTo>
                  <a:lnTo>
                    <a:pt x="21161" y="7389"/>
                  </a:lnTo>
                  <a:lnTo>
                    <a:pt x="21161" y="7815"/>
                  </a:lnTo>
                  <a:lnTo>
                    <a:pt x="20722" y="7815"/>
                  </a:lnTo>
                  <a:lnTo>
                    <a:pt x="21161" y="8384"/>
                  </a:lnTo>
                  <a:lnTo>
                    <a:pt x="20722" y="8384"/>
                  </a:lnTo>
                  <a:lnTo>
                    <a:pt x="21161" y="8952"/>
                  </a:lnTo>
                  <a:lnTo>
                    <a:pt x="21161" y="9521"/>
                  </a:lnTo>
                  <a:lnTo>
                    <a:pt x="20722" y="9947"/>
                  </a:lnTo>
                  <a:lnTo>
                    <a:pt x="20393" y="9947"/>
                  </a:lnTo>
                  <a:lnTo>
                    <a:pt x="20393" y="11084"/>
                  </a:lnTo>
                  <a:lnTo>
                    <a:pt x="19955" y="11510"/>
                  </a:lnTo>
                  <a:lnTo>
                    <a:pt x="19955" y="12078"/>
                  </a:lnTo>
                  <a:lnTo>
                    <a:pt x="20393" y="12647"/>
                  </a:lnTo>
                  <a:lnTo>
                    <a:pt x="20393" y="13215"/>
                  </a:lnTo>
                  <a:lnTo>
                    <a:pt x="19955" y="13215"/>
                  </a:lnTo>
                  <a:lnTo>
                    <a:pt x="18749" y="13642"/>
                  </a:lnTo>
                  <a:lnTo>
                    <a:pt x="18310" y="13642"/>
                  </a:lnTo>
                  <a:lnTo>
                    <a:pt x="16665" y="14778"/>
                  </a:lnTo>
                  <a:lnTo>
                    <a:pt x="16337" y="14778"/>
                  </a:lnTo>
                  <a:lnTo>
                    <a:pt x="15459" y="15205"/>
                  </a:lnTo>
                  <a:lnTo>
                    <a:pt x="15459" y="16342"/>
                  </a:lnTo>
                  <a:lnTo>
                    <a:pt x="13047" y="16342"/>
                  </a:lnTo>
                  <a:lnTo>
                    <a:pt x="12609" y="16768"/>
                  </a:lnTo>
                  <a:lnTo>
                    <a:pt x="12609" y="17905"/>
                  </a:lnTo>
                  <a:lnTo>
                    <a:pt x="12280" y="17905"/>
                  </a:lnTo>
                  <a:lnTo>
                    <a:pt x="11841" y="18473"/>
                  </a:lnTo>
                  <a:lnTo>
                    <a:pt x="10635" y="18900"/>
                  </a:lnTo>
                  <a:lnTo>
                    <a:pt x="9758" y="20463"/>
                  </a:lnTo>
                  <a:lnTo>
                    <a:pt x="9429" y="21031"/>
                  </a:lnTo>
                  <a:lnTo>
                    <a:pt x="8990" y="21600"/>
                  </a:lnTo>
                  <a:lnTo>
                    <a:pt x="8552" y="21600"/>
                  </a:lnTo>
                  <a:lnTo>
                    <a:pt x="8223" y="21031"/>
                  </a:lnTo>
                  <a:lnTo>
                    <a:pt x="5701" y="21031"/>
                  </a:lnTo>
                  <a:lnTo>
                    <a:pt x="5701" y="20463"/>
                  </a:lnTo>
                  <a:lnTo>
                    <a:pt x="5372" y="20463"/>
                  </a:lnTo>
                  <a:lnTo>
                    <a:pt x="4934" y="20036"/>
                  </a:lnTo>
                  <a:lnTo>
                    <a:pt x="4495" y="20463"/>
                  </a:lnTo>
                  <a:lnTo>
                    <a:pt x="4056" y="20036"/>
                  </a:lnTo>
                  <a:lnTo>
                    <a:pt x="2521" y="20463"/>
                  </a:lnTo>
                  <a:lnTo>
                    <a:pt x="2083" y="20036"/>
                  </a:lnTo>
                  <a:lnTo>
                    <a:pt x="1644" y="19468"/>
                  </a:lnTo>
                  <a:lnTo>
                    <a:pt x="1315" y="19468"/>
                  </a:lnTo>
                  <a:lnTo>
                    <a:pt x="877" y="18900"/>
                  </a:lnTo>
                  <a:lnTo>
                    <a:pt x="877" y="18473"/>
                  </a:lnTo>
                  <a:lnTo>
                    <a:pt x="438" y="18473"/>
                  </a:lnTo>
                  <a:lnTo>
                    <a:pt x="0" y="17905"/>
                  </a:lnTo>
                  <a:lnTo>
                    <a:pt x="0" y="10515"/>
                  </a:lnTo>
                  <a:lnTo>
                    <a:pt x="4056" y="10515"/>
                  </a:lnTo>
                  <a:lnTo>
                    <a:pt x="4056" y="7389"/>
                  </a:lnTo>
                  <a:lnTo>
                    <a:pt x="3727" y="6821"/>
                  </a:lnTo>
                  <a:lnTo>
                    <a:pt x="4056" y="6821"/>
                  </a:lnTo>
                  <a:lnTo>
                    <a:pt x="4056" y="625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8" name="AutoShape 142"/>
            <p:cNvSpPr>
              <a:spLocks/>
            </p:cNvSpPr>
            <p:nvPr/>
          </p:nvSpPr>
          <p:spPr bwMode="auto">
            <a:xfrm>
              <a:off x="11631882" y="7770960"/>
              <a:ext cx="833727" cy="730000"/>
            </a:xfrm>
            <a:custGeom>
              <a:avLst/>
              <a:gdLst>
                <a:gd name="T0" fmla="*/ 416864 w 21600"/>
                <a:gd name="T1" fmla="*/ 365000 h 21600"/>
                <a:gd name="T2" fmla="*/ 416864 w 21600"/>
                <a:gd name="T3" fmla="*/ 365000 h 21600"/>
                <a:gd name="T4" fmla="*/ 416864 w 21600"/>
                <a:gd name="T5" fmla="*/ 365000 h 21600"/>
                <a:gd name="T6" fmla="*/ 416864 w 21600"/>
                <a:gd name="T7" fmla="*/ 36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139" y="20670"/>
                  </a:moveTo>
                  <a:lnTo>
                    <a:pt x="19721" y="20322"/>
                  </a:lnTo>
                  <a:lnTo>
                    <a:pt x="19304" y="19858"/>
                  </a:lnTo>
                  <a:lnTo>
                    <a:pt x="18991" y="19858"/>
                  </a:lnTo>
                  <a:lnTo>
                    <a:pt x="18573" y="19393"/>
                  </a:lnTo>
                  <a:lnTo>
                    <a:pt x="18573" y="19045"/>
                  </a:lnTo>
                  <a:lnTo>
                    <a:pt x="18156" y="19045"/>
                  </a:lnTo>
                  <a:lnTo>
                    <a:pt x="17739" y="18580"/>
                  </a:lnTo>
                  <a:lnTo>
                    <a:pt x="17739" y="12541"/>
                  </a:lnTo>
                  <a:lnTo>
                    <a:pt x="21600" y="12541"/>
                  </a:lnTo>
                  <a:lnTo>
                    <a:pt x="21600" y="9987"/>
                  </a:lnTo>
                  <a:lnTo>
                    <a:pt x="21286" y="9522"/>
                  </a:lnTo>
                  <a:lnTo>
                    <a:pt x="21600" y="9522"/>
                  </a:lnTo>
                  <a:lnTo>
                    <a:pt x="21600" y="9058"/>
                  </a:lnTo>
                  <a:lnTo>
                    <a:pt x="20869" y="9058"/>
                  </a:lnTo>
                  <a:lnTo>
                    <a:pt x="20452" y="9522"/>
                  </a:lnTo>
                  <a:lnTo>
                    <a:pt x="19304" y="9522"/>
                  </a:lnTo>
                  <a:lnTo>
                    <a:pt x="19304" y="9058"/>
                  </a:lnTo>
                  <a:lnTo>
                    <a:pt x="18991" y="9058"/>
                  </a:lnTo>
                  <a:lnTo>
                    <a:pt x="18991" y="9522"/>
                  </a:lnTo>
                  <a:lnTo>
                    <a:pt x="18573" y="9522"/>
                  </a:lnTo>
                  <a:lnTo>
                    <a:pt x="18573" y="7780"/>
                  </a:lnTo>
                  <a:lnTo>
                    <a:pt x="18156" y="7316"/>
                  </a:lnTo>
                  <a:lnTo>
                    <a:pt x="18573" y="6967"/>
                  </a:lnTo>
                  <a:lnTo>
                    <a:pt x="18156" y="6967"/>
                  </a:lnTo>
                  <a:lnTo>
                    <a:pt x="18156" y="6503"/>
                  </a:lnTo>
                  <a:lnTo>
                    <a:pt x="17739" y="6038"/>
                  </a:lnTo>
                  <a:lnTo>
                    <a:pt x="17739" y="2670"/>
                  </a:lnTo>
                  <a:lnTo>
                    <a:pt x="15860" y="2670"/>
                  </a:lnTo>
                  <a:lnTo>
                    <a:pt x="15860" y="1741"/>
                  </a:lnTo>
                  <a:lnTo>
                    <a:pt x="15443" y="1741"/>
                  </a:lnTo>
                  <a:lnTo>
                    <a:pt x="15443" y="2206"/>
                  </a:lnTo>
                  <a:lnTo>
                    <a:pt x="13878" y="2206"/>
                  </a:lnTo>
                  <a:lnTo>
                    <a:pt x="13878" y="2670"/>
                  </a:lnTo>
                  <a:lnTo>
                    <a:pt x="13565" y="2670"/>
                  </a:lnTo>
                  <a:lnTo>
                    <a:pt x="13565" y="3483"/>
                  </a:lnTo>
                  <a:lnTo>
                    <a:pt x="12417" y="3948"/>
                  </a:lnTo>
                  <a:lnTo>
                    <a:pt x="10434" y="3948"/>
                  </a:lnTo>
                  <a:lnTo>
                    <a:pt x="10017" y="3019"/>
                  </a:lnTo>
                  <a:lnTo>
                    <a:pt x="9704" y="2670"/>
                  </a:lnTo>
                  <a:lnTo>
                    <a:pt x="9704" y="1741"/>
                  </a:lnTo>
                  <a:lnTo>
                    <a:pt x="9286" y="1393"/>
                  </a:lnTo>
                  <a:lnTo>
                    <a:pt x="9286" y="0"/>
                  </a:lnTo>
                  <a:lnTo>
                    <a:pt x="2295" y="0"/>
                  </a:lnTo>
                  <a:lnTo>
                    <a:pt x="2295" y="464"/>
                  </a:lnTo>
                  <a:lnTo>
                    <a:pt x="1565" y="464"/>
                  </a:lnTo>
                  <a:lnTo>
                    <a:pt x="1982" y="929"/>
                  </a:lnTo>
                  <a:lnTo>
                    <a:pt x="1982" y="1393"/>
                  </a:lnTo>
                  <a:lnTo>
                    <a:pt x="2713" y="2206"/>
                  </a:lnTo>
                  <a:lnTo>
                    <a:pt x="2713" y="3483"/>
                  </a:lnTo>
                  <a:lnTo>
                    <a:pt x="3443" y="4412"/>
                  </a:lnTo>
                  <a:lnTo>
                    <a:pt x="3130" y="4761"/>
                  </a:lnTo>
                  <a:lnTo>
                    <a:pt x="2713" y="5690"/>
                  </a:lnTo>
                  <a:lnTo>
                    <a:pt x="3130" y="5690"/>
                  </a:lnTo>
                  <a:lnTo>
                    <a:pt x="3130" y="7316"/>
                  </a:lnTo>
                  <a:lnTo>
                    <a:pt x="3860" y="8245"/>
                  </a:lnTo>
                  <a:lnTo>
                    <a:pt x="3860" y="8709"/>
                  </a:lnTo>
                  <a:lnTo>
                    <a:pt x="4278" y="9058"/>
                  </a:lnTo>
                  <a:lnTo>
                    <a:pt x="4278" y="10335"/>
                  </a:lnTo>
                  <a:lnTo>
                    <a:pt x="3443" y="11729"/>
                  </a:lnTo>
                  <a:lnTo>
                    <a:pt x="3130" y="11729"/>
                  </a:lnTo>
                  <a:lnTo>
                    <a:pt x="2295" y="12077"/>
                  </a:lnTo>
                  <a:lnTo>
                    <a:pt x="2295" y="12541"/>
                  </a:lnTo>
                  <a:lnTo>
                    <a:pt x="1565" y="13354"/>
                  </a:lnTo>
                  <a:lnTo>
                    <a:pt x="1565" y="14283"/>
                  </a:lnTo>
                  <a:lnTo>
                    <a:pt x="1147" y="14283"/>
                  </a:lnTo>
                  <a:lnTo>
                    <a:pt x="1147" y="15561"/>
                  </a:lnTo>
                  <a:lnTo>
                    <a:pt x="834" y="16374"/>
                  </a:lnTo>
                  <a:lnTo>
                    <a:pt x="834" y="16838"/>
                  </a:lnTo>
                  <a:lnTo>
                    <a:pt x="417" y="17303"/>
                  </a:lnTo>
                  <a:lnTo>
                    <a:pt x="417" y="19393"/>
                  </a:lnTo>
                  <a:lnTo>
                    <a:pt x="0" y="19858"/>
                  </a:lnTo>
                  <a:lnTo>
                    <a:pt x="0" y="20322"/>
                  </a:lnTo>
                  <a:lnTo>
                    <a:pt x="834" y="20322"/>
                  </a:lnTo>
                  <a:lnTo>
                    <a:pt x="834" y="19858"/>
                  </a:lnTo>
                  <a:lnTo>
                    <a:pt x="1147" y="19858"/>
                  </a:lnTo>
                  <a:lnTo>
                    <a:pt x="1565" y="20322"/>
                  </a:lnTo>
                  <a:lnTo>
                    <a:pt x="1565" y="19858"/>
                  </a:lnTo>
                  <a:lnTo>
                    <a:pt x="2295" y="19393"/>
                  </a:lnTo>
                  <a:lnTo>
                    <a:pt x="3130" y="19393"/>
                  </a:lnTo>
                  <a:lnTo>
                    <a:pt x="3130" y="19858"/>
                  </a:lnTo>
                  <a:lnTo>
                    <a:pt x="3443" y="19858"/>
                  </a:lnTo>
                  <a:lnTo>
                    <a:pt x="3860" y="20322"/>
                  </a:lnTo>
                  <a:lnTo>
                    <a:pt x="11582" y="20322"/>
                  </a:lnTo>
                  <a:lnTo>
                    <a:pt x="12000" y="20670"/>
                  </a:lnTo>
                  <a:lnTo>
                    <a:pt x="12417" y="20670"/>
                  </a:lnTo>
                  <a:lnTo>
                    <a:pt x="12730" y="21135"/>
                  </a:lnTo>
                  <a:lnTo>
                    <a:pt x="14713" y="21135"/>
                  </a:lnTo>
                  <a:lnTo>
                    <a:pt x="14713" y="20670"/>
                  </a:lnTo>
                  <a:lnTo>
                    <a:pt x="14713" y="21135"/>
                  </a:lnTo>
                  <a:lnTo>
                    <a:pt x="15443" y="21135"/>
                  </a:lnTo>
                  <a:lnTo>
                    <a:pt x="15443" y="21599"/>
                  </a:lnTo>
                  <a:lnTo>
                    <a:pt x="16278" y="21599"/>
                  </a:lnTo>
                  <a:lnTo>
                    <a:pt x="16278" y="21135"/>
                  </a:lnTo>
                  <a:lnTo>
                    <a:pt x="16591" y="21135"/>
                  </a:lnTo>
                  <a:lnTo>
                    <a:pt x="17008" y="21599"/>
                  </a:lnTo>
                  <a:lnTo>
                    <a:pt x="17426" y="21599"/>
                  </a:lnTo>
                  <a:lnTo>
                    <a:pt x="20139"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9" name="AutoShape 143"/>
            <p:cNvSpPr>
              <a:spLocks/>
            </p:cNvSpPr>
            <p:nvPr/>
          </p:nvSpPr>
          <p:spPr bwMode="auto">
            <a:xfrm>
              <a:off x="12526023" y="8355748"/>
              <a:ext cx="523596" cy="408174"/>
            </a:xfrm>
            <a:custGeom>
              <a:avLst/>
              <a:gdLst>
                <a:gd name="T0" fmla="*/ 261798 w 21600"/>
                <a:gd name="T1" fmla="*/ 204087 h 21600"/>
                <a:gd name="T2" fmla="*/ 261798 w 21600"/>
                <a:gd name="T3" fmla="*/ 204087 h 21600"/>
                <a:gd name="T4" fmla="*/ 261798 w 21600"/>
                <a:gd name="T5" fmla="*/ 204087 h 21600"/>
                <a:gd name="T6" fmla="*/ 261798 w 21600"/>
                <a:gd name="T7" fmla="*/ 20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853"/>
                  </a:moveTo>
                  <a:lnTo>
                    <a:pt x="3821" y="6853"/>
                  </a:lnTo>
                  <a:lnTo>
                    <a:pt x="4319" y="7684"/>
                  </a:lnTo>
                  <a:lnTo>
                    <a:pt x="4984" y="7684"/>
                  </a:lnTo>
                  <a:lnTo>
                    <a:pt x="5649" y="6853"/>
                  </a:lnTo>
                  <a:lnTo>
                    <a:pt x="6147" y="6023"/>
                  </a:lnTo>
                  <a:lnTo>
                    <a:pt x="7476" y="3738"/>
                  </a:lnTo>
                  <a:lnTo>
                    <a:pt x="9304" y="3115"/>
                  </a:lnTo>
                  <a:lnTo>
                    <a:pt x="9969" y="2284"/>
                  </a:lnTo>
                  <a:lnTo>
                    <a:pt x="10467" y="2284"/>
                  </a:lnTo>
                  <a:lnTo>
                    <a:pt x="10467" y="623"/>
                  </a:lnTo>
                  <a:lnTo>
                    <a:pt x="11132" y="0"/>
                  </a:lnTo>
                  <a:lnTo>
                    <a:pt x="14787" y="0"/>
                  </a:lnTo>
                  <a:lnTo>
                    <a:pt x="14787" y="623"/>
                  </a:lnTo>
                  <a:lnTo>
                    <a:pt x="16116" y="623"/>
                  </a:lnTo>
                  <a:lnTo>
                    <a:pt x="16116" y="1453"/>
                  </a:lnTo>
                  <a:lnTo>
                    <a:pt x="16615" y="1453"/>
                  </a:lnTo>
                  <a:lnTo>
                    <a:pt x="16615" y="623"/>
                  </a:lnTo>
                  <a:lnTo>
                    <a:pt x="17279" y="1453"/>
                  </a:lnTo>
                  <a:lnTo>
                    <a:pt x="18443" y="1453"/>
                  </a:lnTo>
                  <a:lnTo>
                    <a:pt x="18443" y="2284"/>
                  </a:lnTo>
                  <a:lnTo>
                    <a:pt x="20270" y="2284"/>
                  </a:lnTo>
                  <a:lnTo>
                    <a:pt x="20270" y="3115"/>
                  </a:lnTo>
                  <a:lnTo>
                    <a:pt x="20935" y="3738"/>
                  </a:lnTo>
                  <a:lnTo>
                    <a:pt x="21600" y="3738"/>
                  </a:lnTo>
                  <a:lnTo>
                    <a:pt x="21600" y="6023"/>
                  </a:lnTo>
                  <a:lnTo>
                    <a:pt x="20935" y="6853"/>
                  </a:lnTo>
                  <a:lnTo>
                    <a:pt x="20935" y="8515"/>
                  </a:lnTo>
                  <a:lnTo>
                    <a:pt x="21600" y="8515"/>
                  </a:lnTo>
                  <a:lnTo>
                    <a:pt x="20935" y="8515"/>
                  </a:lnTo>
                  <a:lnTo>
                    <a:pt x="20935" y="9969"/>
                  </a:lnTo>
                  <a:lnTo>
                    <a:pt x="20270" y="10800"/>
                  </a:lnTo>
                  <a:lnTo>
                    <a:pt x="20935" y="11423"/>
                  </a:lnTo>
                  <a:lnTo>
                    <a:pt x="20935" y="13915"/>
                  </a:lnTo>
                  <a:lnTo>
                    <a:pt x="20270" y="14538"/>
                  </a:lnTo>
                  <a:lnTo>
                    <a:pt x="19772" y="14538"/>
                  </a:lnTo>
                  <a:lnTo>
                    <a:pt x="19772" y="18484"/>
                  </a:lnTo>
                  <a:lnTo>
                    <a:pt x="16615" y="21599"/>
                  </a:lnTo>
                  <a:lnTo>
                    <a:pt x="16116" y="21599"/>
                  </a:lnTo>
                  <a:lnTo>
                    <a:pt x="14787" y="20769"/>
                  </a:lnTo>
                  <a:lnTo>
                    <a:pt x="14123" y="21599"/>
                  </a:lnTo>
                  <a:lnTo>
                    <a:pt x="13624" y="21599"/>
                  </a:lnTo>
                  <a:lnTo>
                    <a:pt x="12960" y="20769"/>
                  </a:lnTo>
                  <a:lnTo>
                    <a:pt x="11132" y="20769"/>
                  </a:lnTo>
                  <a:lnTo>
                    <a:pt x="10467" y="19938"/>
                  </a:lnTo>
                  <a:lnTo>
                    <a:pt x="10467" y="19315"/>
                  </a:lnTo>
                  <a:lnTo>
                    <a:pt x="9304" y="19315"/>
                  </a:lnTo>
                  <a:lnTo>
                    <a:pt x="8639" y="18484"/>
                  </a:lnTo>
                  <a:lnTo>
                    <a:pt x="7975" y="19315"/>
                  </a:lnTo>
                  <a:lnTo>
                    <a:pt x="7476" y="18484"/>
                  </a:lnTo>
                  <a:lnTo>
                    <a:pt x="6147" y="16823"/>
                  </a:lnTo>
                  <a:lnTo>
                    <a:pt x="6147" y="15369"/>
                  </a:lnTo>
                  <a:lnTo>
                    <a:pt x="5649" y="15369"/>
                  </a:lnTo>
                  <a:lnTo>
                    <a:pt x="5649" y="14538"/>
                  </a:lnTo>
                  <a:lnTo>
                    <a:pt x="4984" y="13915"/>
                  </a:lnTo>
                  <a:lnTo>
                    <a:pt x="4319" y="13915"/>
                  </a:lnTo>
                  <a:lnTo>
                    <a:pt x="3821" y="13084"/>
                  </a:lnTo>
                  <a:lnTo>
                    <a:pt x="3156" y="11423"/>
                  </a:lnTo>
                  <a:lnTo>
                    <a:pt x="2492" y="11423"/>
                  </a:lnTo>
                  <a:lnTo>
                    <a:pt x="2492" y="10800"/>
                  </a:lnTo>
                  <a:lnTo>
                    <a:pt x="1827" y="9969"/>
                  </a:lnTo>
                  <a:lnTo>
                    <a:pt x="1827" y="9138"/>
                  </a:lnTo>
                  <a:lnTo>
                    <a:pt x="1329" y="9138"/>
                  </a:lnTo>
                  <a:lnTo>
                    <a:pt x="1329" y="8515"/>
                  </a:lnTo>
                  <a:lnTo>
                    <a:pt x="664" y="8515"/>
                  </a:lnTo>
                  <a:lnTo>
                    <a:pt x="664" y="7684"/>
                  </a:lnTo>
                  <a:lnTo>
                    <a:pt x="0" y="7684"/>
                  </a:lnTo>
                  <a:lnTo>
                    <a:pt x="0" y="685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0" name="AutoShape 144"/>
            <p:cNvSpPr>
              <a:spLocks/>
            </p:cNvSpPr>
            <p:nvPr/>
          </p:nvSpPr>
          <p:spPr bwMode="auto">
            <a:xfrm>
              <a:off x="12167555" y="8485261"/>
              <a:ext cx="628315" cy="537691"/>
            </a:xfrm>
            <a:custGeom>
              <a:avLst/>
              <a:gdLst>
                <a:gd name="T0" fmla="*/ 314158 w 21600"/>
                <a:gd name="T1" fmla="*/ 268846 h 21600"/>
                <a:gd name="T2" fmla="*/ 314158 w 21600"/>
                <a:gd name="T3" fmla="*/ 268846 h 21600"/>
                <a:gd name="T4" fmla="*/ 314158 w 21600"/>
                <a:gd name="T5" fmla="*/ 268846 h 21600"/>
                <a:gd name="T6" fmla="*/ 314158 w 21600"/>
                <a:gd name="T7" fmla="*/ 2688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23" y="0"/>
                  </a:moveTo>
                  <a:lnTo>
                    <a:pt x="12323" y="630"/>
                  </a:lnTo>
                  <a:lnTo>
                    <a:pt x="12876" y="630"/>
                  </a:lnTo>
                  <a:lnTo>
                    <a:pt x="12876" y="1261"/>
                  </a:lnTo>
                  <a:lnTo>
                    <a:pt x="13430" y="1261"/>
                  </a:lnTo>
                  <a:lnTo>
                    <a:pt x="13430" y="1734"/>
                  </a:lnTo>
                  <a:lnTo>
                    <a:pt x="13846" y="1734"/>
                  </a:lnTo>
                  <a:lnTo>
                    <a:pt x="13846" y="2364"/>
                  </a:lnTo>
                  <a:lnTo>
                    <a:pt x="14399" y="2995"/>
                  </a:lnTo>
                  <a:lnTo>
                    <a:pt x="14399" y="3468"/>
                  </a:lnTo>
                  <a:lnTo>
                    <a:pt x="14953" y="3468"/>
                  </a:lnTo>
                  <a:lnTo>
                    <a:pt x="15507" y="4729"/>
                  </a:lnTo>
                  <a:lnTo>
                    <a:pt x="15923" y="5360"/>
                  </a:lnTo>
                  <a:lnTo>
                    <a:pt x="16476" y="5360"/>
                  </a:lnTo>
                  <a:lnTo>
                    <a:pt x="17030" y="5833"/>
                  </a:lnTo>
                  <a:lnTo>
                    <a:pt x="17030" y="6464"/>
                  </a:lnTo>
                  <a:lnTo>
                    <a:pt x="17446" y="6464"/>
                  </a:lnTo>
                  <a:lnTo>
                    <a:pt x="17446" y="7567"/>
                  </a:lnTo>
                  <a:lnTo>
                    <a:pt x="18553" y="8829"/>
                  </a:lnTo>
                  <a:lnTo>
                    <a:pt x="18969" y="9459"/>
                  </a:lnTo>
                  <a:lnTo>
                    <a:pt x="19523" y="8829"/>
                  </a:lnTo>
                  <a:lnTo>
                    <a:pt x="20076" y="9459"/>
                  </a:lnTo>
                  <a:lnTo>
                    <a:pt x="21046" y="9459"/>
                  </a:lnTo>
                  <a:lnTo>
                    <a:pt x="21046" y="9932"/>
                  </a:lnTo>
                  <a:lnTo>
                    <a:pt x="21599" y="10563"/>
                  </a:lnTo>
                  <a:lnTo>
                    <a:pt x="20630" y="10563"/>
                  </a:lnTo>
                  <a:lnTo>
                    <a:pt x="20630" y="11194"/>
                  </a:lnTo>
                  <a:lnTo>
                    <a:pt x="20076" y="11194"/>
                  </a:lnTo>
                  <a:lnTo>
                    <a:pt x="20076" y="11667"/>
                  </a:lnTo>
                  <a:lnTo>
                    <a:pt x="18553" y="11667"/>
                  </a:lnTo>
                  <a:lnTo>
                    <a:pt x="17999" y="12297"/>
                  </a:lnTo>
                  <a:lnTo>
                    <a:pt x="17446" y="12297"/>
                  </a:lnTo>
                  <a:lnTo>
                    <a:pt x="17446" y="12928"/>
                  </a:lnTo>
                  <a:lnTo>
                    <a:pt x="17030" y="12928"/>
                  </a:lnTo>
                  <a:lnTo>
                    <a:pt x="17030" y="13401"/>
                  </a:lnTo>
                  <a:lnTo>
                    <a:pt x="16476" y="13401"/>
                  </a:lnTo>
                  <a:lnTo>
                    <a:pt x="15507" y="14032"/>
                  </a:lnTo>
                  <a:lnTo>
                    <a:pt x="15507" y="14662"/>
                  </a:lnTo>
                  <a:lnTo>
                    <a:pt x="15923" y="15293"/>
                  </a:lnTo>
                  <a:lnTo>
                    <a:pt x="15507" y="15293"/>
                  </a:lnTo>
                  <a:lnTo>
                    <a:pt x="15507" y="15766"/>
                  </a:lnTo>
                  <a:lnTo>
                    <a:pt x="14953" y="15766"/>
                  </a:lnTo>
                  <a:lnTo>
                    <a:pt x="13846" y="17027"/>
                  </a:lnTo>
                  <a:lnTo>
                    <a:pt x="13430" y="17027"/>
                  </a:lnTo>
                  <a:lnTo>
                    <a:pt x="12876" y="17500"/>
                  </a:lnTo>
                  <a:lnTo>
                    <a:pt x="12876" y="19392"/>
                  </a:lnTo>
                  <a:lnTo>
                    <a:pt x="9830" y="19392"/>
                  </a:lnTo>
                  <a:lnTo>
                    <a:pt x="8723" y="18762"/>
                  </a:lnTo>
                  <a:lnTo>
                    <a:pt x="8307" y="18131"/>
                  </a:lnTo>
                  <a:lnTo>
                    <a:pt x="7199" y="18131"/>
                  </a:lnTo>
                  <a:lnTo>
                    <a:pt x="6784" y="18762"/>
                  </a:lnTo>
                  <a:lnTo>
                    <a:pt x="6230" y="19865"/>
                  </a:lnTo>
                  <a:lnTo>
                    <a:pt x="5676" y="20496"/>
                  </a:lnTo>
                  <a:lnTo>
                    <a:pt x="5123" y="20496"/>
                  </a:lnTo>
                  <a:lnTo>
                    <a:pt x="4707" y="21127"/>
                  </a:lnTo>
                  <a:lnTo>
                    <a:pt x="4153" y="21127"/>
                  </a:lnTo>
                  <a:lnTo>
                    <a:pt x="3599" y="21600"/>
                  </a:lnTo>
                  <a:lnTo>
                    <a:pt x="1661" y="21600"/>
                  </a:lnTo>
                  <a:lnTo>
                    <a:pt x="1661" y="19865"/>
                  </a:lnTo>
                  <a:lnTo>
                    <a:pt x="1107" y="18762"/>
                  </a:lnTo>
                  <a:lnTo>
                    <a:pt x="1107" y="18131"/>
                  </a:lnTo>
                  <a:lnTo>
                    <a:pt x="0" y="17500"/>
                  </a:lnTo>
                  <a:lnTo>
                    <a:pt x="0" y="17027"/>
                  </a:lnTo>
                  <a:lnTo>
                    <a:pt x="553" y="9932"/>
                  </a:lnTo>
                  <a:lnTo>
                    <a:pt x="2630" y="9932"/>
                  </a:lnTo>
                  <a:lnTo>
                    <a:pt x="3184" y="1261"/>
                  </a:lnTo>
                  <a:lnTo>
                    <a:pt x="6784" y="1261"/>
                  </a:lnTo>
                  <a:lnTo>
                    <a:pt x="7753" y="630"/>
                  </a:lnTo>
                  <a:lnTo>
                    <a:pt x="8307" y="630"/>
                  </a:lnTo>
                  <a:lnTo>
                    <a:pt x="8307" y="1734"/>
                  </a:lnTo>
                  <a:lnTo>
                    <a:pt x="9276" y="1261"/>
                  </a:lnTo>
                  <a:lnTo>
                    <a:pt x="9830" y="630"/>
                  </a:lnTo>
                  <a:lnTo>
                    <a:pt x="10246" y="0"/>
                  </a:lnTo>
                  <a:lnTo>
                    <a:pt x="10800" y="630"/>
                  </a:lnTo>
                  <a:lnTo>
                    <a:pt x="11353" y="0"/>
                  </a:lnTo>
                  <a:lnTo>
                    <a:pt x="1232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1" name="AutoShape 145"/>
            <p:cNvSpPr>
              <a:spLocks/>
            </p:cNvSpPr>
            <p:nvPr/>
          </p:nvSpPr>
          <p:spPr bwMode="auto">
            <a:xfrm>
              <a:off x="11631882" y="8426394"/>
              <a:ext cx="894141" cy="745700"/>
            </a:xfrm>
            <a:custGeom>
              <a:avLst/>
              <a:gdLst>
                <a:gd name="T0" fmla="*/ 447071 w 21600"/>
                <a:gd name="T1" fmla="*/ 372850 h 21600"/>
                <a:gd name="T2" fmla="*/ 447071 w 21600"/>
                <a:gd name="T3" fmla="*/ 372850 h 21600"/>
                <a:gd name="T4" fmla="*/ 447071 w 21600"/>
                <a:gd name="T5" fmla="*/ 372850 h 21600"/>
                <a:gd name="T6" fmla="*/ 447071 w 21600"/>
                <a:gd name="T7" fmla="*/ 372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940" y="14324"/>
                  </a:moveTo>
                  <a:lnTo>
                    <a:pt x="12940" y="13983"/>
                  </a:lnTo>
                  <a:lnTo>
                    <a:pt x="13329" y="8867"/>
                  </a:lnTo>
                  <a:lnTo>
                    <a:pt x="14789" y="8867"/>
                  </a:lnTo>
                  <a:lnTo>
                    <a:pt x="15178" y="2614"/>
                  </a:lnTo>
                  <a:lnTo>
                    <a:pt x="17708" y="2614"/>
                  </a:lnTo>
                  <a:lnTo>
                    <a:pt x="18389" y="2159"/>
                  </a:lnTo>
                  <a:lnTo>
                    <a:pt x="18778" y="2159"/>
                  </a:lnTo>
                  <a:lnTo>
                    <a:pt x="18778" y="2955"/>
                  </a:lnTo>
                  <a:lnTo>
                    <a:pt x="19459" y="2614"/>
                  </a:lnTo>
                  <a:lnTo>
                    <a:pt x="19848" y="2159"/>
                  </a:lnTo>
                  <a:lnTo>
                    <a:pt x="20140" y="1705"/>
                  </a:lnTo>
                  <a:lnTo>
                    <a:pt x="20529" y="2159"/>
                  </a:lnTo>
                  <a:lnTo>
                    <a:pt x="20918" y="1705"/>
                  </a:lnTo>
                  <a:lnTo>
                    <a:pt x="21600" y="1705"/>
                  </a:lnTo>
                  <a:lnTo>
                    <a:pt x="21600" y="1250"/>
                  </a:lnTo>
                  <a:lnTo>
                    <a:pt x="21308" y="1250"/>
                  </a:lnTo>
                  <a:lnTo>
                    <a:pt x="20918" y="909"/>
                  </a:lnTo>
                  <a:lnTo>
                    <a:pt x="20529" y="1250"/>
                  </a:lnTo>
                  <a:lnTo>
                    <a:pt x="20140" y="909"/>
                  </a:lnTo>
                  <a:lnTo>
                    <a:pt x="16248" y="2159"/>
                  </a:lnTo>
                  <a:lnTo>
                    <a:pt x="15859" y="2159"/>
                  </a:lnTo>
                  <a:lnTo>
                    <a:pt x="15470" y="1705"/>
                  </a:lnTo>
                  <a:lnTo>
                    <a:pt x="15178" y="1705"/>
                  </a:lnTo>
                  <a:lnTo>
                    <a:pt x="15178" y="2159"/>
                  </a:lnTo>
                  <a:lnTo>
                    <a:pt x="14400" y="2159"/>
                  </a:lnTo>
                  <a:lnTo>
                    <a:pt x="14400" y="1705"/>
                  </a:lnTo>
                  <a:lnTo>
                    <a:pt x="13718" y="1705"/>
                  </a:lnTo>
                  <a:lnTo>
                    <a:pt x="13718" y="1250"/>
                  </a:lnTo>
                  <a:lnTo>
                    <a:pt x="13718" y="1705"/>
                  </a:lnTo>
                  <a:lnTo>
                    <a:pt x="11870" y="1705"/>
                  </a:lnTo>
                  <a:lnTo>
                    <a:pt x="11578" y="1250"/>
                  </a:lnTo>
                  <a:lnTo>
                    <a:pt x="11189" y="1250"/>
                  </a:lnTo>
                  <a:lnTo>
                    <a:pt x="10800" y="909"/>
                  </a:lnTo>
                  <a:lnTo>
                    <a:pt x="3600" y="909"/>
                  </a:lnTo>
                  <a:lnTo>
                    <a:pt x="3210" y="454"/>
                  </a:lnTo>
                  <a:lnTo>
                    <a:pt x="2918" y="454"/>
                  </a:lnTo>
                  <a:lnTo>
                    <a:pt x="2918" y="0"/>
                  </a:lnTo>
                  <a:lnTo>
                    <a:pt x="2140" y="0"/>
                  </a:lnTo>
                  <a:lnTo>
                    <a:pt x="1459" y="454"/>
                  </a:lnTo>
                  <a:lnTo>
                    <a:pt x="1459" y="909"/>
                  </a:lnTo>
                  <a:lnTo>
                    <a:pt x="1070" y="454"/>
                  </a:lnTo>
                  <a:lnTo>
                    <a:pt x="778" y="454"/>
                  </a:lnTo>
                  <a:lnTo>
                    <a:pt x="778" y="909"/>
                  </a:lnTo>
                  <a:lnTo>
                    <a:pt x="0" y="909"/>
                  </a:lnTo>
                  <a:lnTo>
                    <a:pt x="389" y="2159"/>
                  </a:lnTo>
                  <a:lnTo>
                    <a:pt x="1070" y="3410"/>
                  </a:lnTo>
                  <a:lnTo>
                    <a:pt x="1848" y="4206"/>
                  </a:lnTo>
                  <a:lnTo>
                    <a:pt x="2529" y="5911"/>
                  </a:lnTo>
                  <a:lnTo>
                    <a:pt x="2529" y="6821"/>
                  </a:lnTo>
                  <a:lnTo>
                    <a:pt x="3210" y="8071"/>
                  </a:lnTo>
                  <a:lnTo>
                    <a:pt x="3210" y="8526"/>
                  </a:lnTo>
                  <a:lnTo>
                    <a:pt x="4378" y="9776"/>
                  </a:lnTo>
                  <a:lnTo>
                    <a:pt x="4378" y="10572"/>
                  </a:lnTo>
                  <a:lnTo>
                    <a:pt x="3989" y="10572"/>
                  </a:lnTo>
                  <a:lnTo>
                    <a:pt x="4378" y="11368"/>
                  </a:lnTo>
                  <a:lnTo>
                    <a:pt x="4378" y="12732"/>
                  </a:lnTo>
                  <a:lnTo>
                    <a:pt x="4670" y="13983"/>
                  </a:lnTo>
                  <a:lnTo>
                    <a:pt x="4670" y="14778"/>
                  </a:lnTo>
                  <a:lnTo>
                    <a:pt x="5059" y="15233"/>
                  </a:lnTo>
                  <a:lnTo>
                    <a:pt x="4670" y="15233"/>
                  </a:lnTo>
                  <a:lnTo>
                    <a:pt x="5059" y="15688"/>
                  </a:lnTo>
                  <a:lnTo>
                    <a:pt x="5059" y="16484"/>
                  </a:lnTo>
                  <a:lnTo>
                    <a:pt x="5448" y="16938"/>
                  </a:lnTo>
                  <a:lnTo>
                    <a:pt x="5059" y="16938"/>
                  </a:lnTo>
                  <a:lnTo>
                    <a:pt x="5059" y="17279"/>
                  </a:lnTo>
                  <a:lnTo>
                    <a:pt x="5448" y="17734"/>
                  </a:lnTo>
                  <a:lnTo>
                    <a:pt x="5448" y="18644"/>
                  </a:lnTo>
                  <a:lnTo>
                    <a:pt x="6518" y="19894"/>
                  </a:lnTo>
                  <a:lnTo>
                    <a:pt x="6518" y="20235"/>
                  </a:lnTo>
                  <a:lnTo>
                    <a:pt x="7200" y="20690"/>
                  </a:lnTo>
                  <a:lnTo>
                    <a:pt x="7589" y="20690"/>
                  </a:lnTo>
                  <a:lnTo>
                    <a:pt x="7589" y="20235"/>
                  </a:lnTo>
                  <a:lnTo>
                    <a:pt x="7978" y="19894"/>
                  </a:lnTo>
                  <a:lnTo>
                    <a:pt x="8659" y="19894"/>
                  </a:lnTo>
                  <a:lnTo>
                    <a:pt x="8659" y="21145"/>
                  </a:lnTo>
                  <a:lnTo>
                    <a:pt x="10800" y="21145"/>
                  </a:lnTo>
                  <a:lnTo>
                    <a:pt x="10800" y="21600"/>
                  </a:lnTo>
                  <a:lnTo>
                    <a:pt x="11189" y="21600"/>
                  </a:lnTo>
                  <a:lnTo>
                    <a:pt x="11189" y="21145"/>
                  </a:lnTo>
                  <a:lnTo>
                    <a:pt x="11578" y="20690"/>
                  </a:lnTo>
                  <a:lnTo>
                    <a:pt x="11870" y="20690"/>
                  </a:lnTo>
                  <a:lnTo>
                    <a:pt x="12259" y="20235"/>
                  </a:lnTo>
                  <a:lnTo>
                    <a:pt x="12940" y="20235"/>
                  </a:lnTo>
                  <a:lnTo>
                    <a:pt x="12940" y="143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2" name="AutoShape 146"/>
            <p:cNvSpPr>
              <a:spLocks/>
            </p:cNvSpPr>
            <p:nvPr/>
          </p:nvSpPr>
          <p:spPr bwMode="auto">
            <a:xfrm>
              <a:off x="14511658" y="8673648"/>
              <a:ext cx="44305" cy="31398"/>
            </a:xfrm>
            <a:custGeom>
              <a:avLst/>
              <a:gdLst>
                <a:gd name="T0" fmla="*/ 22153 w 21600"/>
                <a:gd name="T1" fmla="*/ 15699 h 21600"/>
                <a:gd name="T2" fmla="*/ 22153 w 21600"/>
                <a:gd name="T3" fmla="*/ 15699 h 21600"/>
                <a:gd name="T4" fmla="*/ 22153 w 21600"/>
                <a:gd name="T5" fmla="*/ 15699 h 21600"/>
                <a:gd name="T6" fmla="*/ 22153 w 21600"/>
                <a:gd name="T7" fmla="*/ 1569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5890" y="21599"/>
                  </a:lnTo>
                  <a:lnTo>
                    <a:pt x="21600" y="10800"/>
                  </a:lnTo>
                  <a:lnTo>
                    <a:pt x="13745" y="10800"/>
                  </a:lnTo>
                  <a:lnTo>
                    <a:pt x="13745" y="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3" name="AutoShape 147"/>
            <p:cNvSpPr>
              <a:spLocks/>
            </p:cNvSpPr>
            <p:nvPr/>
          </p:nvSpPr>
          <p:spPr bwMode="auto">
            <a:xfrm>
              <a:off x="13690013" y="8135965"/>
              <a:ext cx="507485" cy="832044"/>
            </a:xfrm>
            <a:custGeom>
              <a:avLst/>
              <a:gdLst>
                <a:gd name="T0" fmla="*/ 253743 w 21600"/>
                <a:gd name="T1" fmla="*/ 416022 h 21600"/>
                <a:gd name="T2" fmla="*/ 253743 w 21600"/>
                <a:gd name="T3" fmla="*/ 416022 h 21600"/>
                <a:gd name="T4" fmla="*/ 253743 w 21600"/>
                <a:gd name="T5" fmla="*/ 416022 h 21600"/>
                <a:gd name="T6" fmla="*/ 253743 w 21600"/>
                <a:gd name="T7" fmla="*/ 416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57" y="21599"/>
                  </a:moveTo>
                  <a:lnTo>
                    <a:pt x="5657" y="21599"/>
                  </a:lnTo>
                  <a:lnTo>
                    <a:pt x="7028" y="20784"/>
                  </a:lnTo>
                  <a:lnTo>
                    <a:pt x="10114" y="20784"/>
                  </a:lnTo>
                  <a:lnTo>
                    <a:pt x="10114" y="20377"/>
                  </a:lnTo>
                  <a:lnTo>
                    <a:pt x="10800" y="20377"/>
                  </a:lnTo>
                  <a:lnTo>
                    <a:pt x="11485" y="20071"/>
                  </a:lnTo>
                  <a:lnTo>
                    <a:pt x="11485" y="19256"/>
                  </a:lnTo>
                  <a:lnTo>
                    <a:pt x="12000" y="18950"/>
                  </a:lnTo>
                  <a:lnTo>
                    <a:pt x="12000" y="18543"/>
                  </a:lnTo>
                  <a:lnTo>
                    <a:pt x="12685" y="17728"/>
                  </a:lnTo>
                  <a:lnTo>
                    <a:pt x="13371" y="17422"/>
                  </a:lnTo>
                  <a:lnTo>
                    <a:pt x="14057" y="16301"/>
                  </a:lnTo>
                  <a:lnTo>
                    <a:pt x="14057" y="15894"/>
                  </a:lnTo>
                  <a:lnTo>
                    <a:pt x="14571" y="15486"/>
                  </a:lnTo>
                  <a:lnTo>
                    <a:pt x="14571" y="14773"/>
                  </a:lnTo>
                  <a:lnTo>
                    <a:pt x="15257" y="13958"/>
                  </a:lnTo>
                  <a:lnTo>
                    <a:pt x="15942" y="12837"/>
                  </a:lnTo>
                  <a:lnTo>
                    <a:pt x="16457" y="12532"/>
                  </a:lnTo>
                  <a:lnTo>
                    <a:pt x="16457" y="12124"/>
                  </a:lnTo>
                  <a:lnTo>
                    <a:pt x="17142" y="11309"/>
                  </a:lnTo>
                  <a:lnTo>
                    <a:pt x="17828" y="10596"/>
                  </a:lnTo>
                  <a:lnTo>
                    <a:pt x="18342" y="9883"/>
                  </a:lnTo>
                  <a:lnTo>
                    <a:pt x="18342" y="9067"/>
                  </a:lnTo>
                  <a:lnTo>
                    <a:pt x="19028" y="9067"/>
                  </a:lnTo>
                  <a:lnTo>
                    <a:pt x="19028" y="8660"/>
                  </a:lnTo>
                  <a:lnTo>
                    <a:pt x="18342" y="8354"/>
                  </a:lnTo>
                  <a:lnTo>
                    <a:pt x="19714" y="7539"/>
                  </a:lnTo>
                  <a:lnTo>
                    <a:pt x="19028" y="7233"/>
                  </a:lnTo>
                  <a:lnTo>
                    <a:pt x="19714" y="7233"/>
                  </a:lnTo>
                  <a:lnTo>
                    <a:pt x="19714" y="5298"/>
                  </a:lnTo>
                  <a:lnTo>
                    <a:pt x="20914" y="6011"/>
                  </a:lnTo>
                  <a:lnTo>
                    <a:pt x="20914" y="5705"/>
                  </a:lnTo>
                  <a:lnTo>
                    <a:pt x="21600" y="5705"/>
                  </a:lnTo>
                  <a:lnTo>
                    <a:pt x="21600" y="4890"/>
                  </a:lnTo>
                  <a:lnTo>
                    <a:pt x="20914" y="4584"/>
                  </a:lnTo>
                  <a:lnTo>
                    <a:pt x="20914" y="1528"/>
                  </a:lnTo>
                  <a:lnTo>
                    <a:pt x="20400" y="1120"/>
                  </a:lnTo>
                  <a:lnTo>
                    <a:pt x="20400" y="1528"/>
                  </a:lnTo>
                  <a:lnTo>
                    <a:pt x="19714" y="1120"/>
                  </a:lnTo>
                  <a:lnTo>
                    <a:pt x="19714" y="815"/>
                  </a:lnTo>
                  <a:lnTo>
                    <a:pt x="19028" y="815"/>
                  </a:lnTo>
                  <a:lnTo>
                    <a:pt x="19714" y="407"/>
                  </a:lnTo>
                  <a:lnTo>
                    <a:pt x="19028" y="0"/>
                  </a:lnTo>
                  <a:lnTo>
                    <a:pt x="18342" y="407"/>
                  </a:lnTo>
                  <a:lnTo>
                    <a:pt x="18342" y="815"/>
                  </a:lnTo>
                  <a:lnTo>
                    <a:pt x="17828" y="407"/>
                  </a:lnTo>
                  <a:lnTo>
                    <a:pt x="17142" y="407"/>
                  </a:lnTo>
                  <a:lnTo>
                    <a:pt x="17828" y="815"/>
                  </a:lnTo>
                  <a:lnTo>
                    <a:pt x="17828" y="1120"/>
                  </a:lnTo>
                  <a:lnTo>
                    <a:pt x="18342" y="1120"/>
                  </a:lnTo>
                  <a:lnTo>
                    <a:pt x="18342" y="1528"/>
                  </a:lnTo>
                  <a:lnTo>
                    <a:pt x="17828" y="1528"/>
                  </a:lnTo>
                  <a:lnTo>
                    <a:pt x="17828" y="2241"/>
                  </a:lnTo>
                  <a:lnTo>
                    <a:pt x="17142" y="2241"/>
                  </a:lnTo>
                  <a:lnTo>
                    <a:pt x="16457" y="2649"/>
                  </a:lnTo>
                  <a:lnTo>
                    <a:pt x="16457" y="3056"/>
                  </a:lnTo>
                  <a:lnTo>
                    <a:pt x="15942" y="3056"/>
                  </a:lnTo>
                  <a:lnTo>
                    <a:pt x="15942" y="2649"/>
                  </a:lnTo>
                  <a:lnTo>
                    <a:pt x="15257" y="2649"/>
                  </a:lnTo>
                  <a:lnTo>
                    <a:pt x="15257" y="3056"/>
                  </a:lnTo>
                  <a:lnTo>
                    <a:pt x="15942" y="3464"/>
                  </a:lnTo>
                  <a:lnTo>
                    <a:pt x="15257" y="3464"/>
                  </a:lnTo>
                  <a:lnTo>
                    <a:pt x="14571" y="3769"/>
                  </a:lnTo>
                  <a:lnTo>
                    <a:pt x="15257" y="4177"/>
                  </a:lnTo>
                  <a:lnTo>
                    <a:pt x="14571" y="4177"/>
                  </a:lnTo>
                  <a:lnTo>
                    <a:pt x="14571" y="4584"/>
                  </a:lnTo>
                  <a:lnTo>
                    <a:pt x="13371" y="4890"/>
                  </a:lnTo>
                  <a:lnTo>
                    <a:pt x="13371" y="4584"/>
                  </a:lnTo>
                  <a:lnTo>
                    <a:pt x="14057" y="4584"/>
                  </a:lnTo>
                  <a:lnTo>
                    <a:pt x="13371" y="4177"/>
                  </a:lnTo>
                  <a:lnTo>
                    <a:pt x="12685" y="4584"/>
                  </a:lnTo>
                  <a:lnTo>
                    <a:pt x="13371" y="4584"/>
                  </a:lnTo>
                  <a:lnTo>
                    <a:pt x="12685" y="4890"/>
                  </a:lnTo>
                  <a:lnTo>
                    <a:pt x="12685" y="5298"/>
                  </a:lnTo>
                  <a:lnTo>
                    <a:pt x="13371" y="5298"/>
                  </a:lnTo>
                  <a:lnTo>
                    <a:pt x="12685" y="5298"/>
                  </a:lnTo>
                  <a:lnTo>
                    <a:pt x="12000" y="5705"/>
                  </a:lnTo>
                  <a:lnTo>
                    <a:pt x="12000" y="4890"/>
                  </a:lnTo>
                  <a:lnTo>
                    <a:pt x="10800" y="5705"/>
                  </a:lnTo>
                  <a:lnTo>
                    <a:pt x="10800" y="6418"/>
                  </a:lnTo>
                  <a:lnTo>
                    <a:pt x="10114" y="6011"/>
                  </a:lnTo>
                  <a:lnTo>
                    <a:pt x="10114" y="5705"/>
                  </a:lnTo>
                  <a:lnTo>
                    <a:pt x="9599" y="6011"/>
                  </a:lnTo>
                  <a:lnTo>
                    <a:pt x="8228" y="5705"/>
                  </a:lnTo>
                  <a:lnTo>
                    <a:pt x="8228" y="6418"/>
                  </a:lnTo>
                  <a:lnTo>
                    <a:pt x="7714" y="6418"/>
                  </a:lnTo>
                  <a:lnTo>
                    <a:pt x="7714" y="6011"/>
                  </a:lnTo>
                  <a:lnTo>
                    <a:pt x="7028" y="6418"/>
                  </a:lnTo>
                  <a:lnTo>
                    <a:pt x="7028" y="6011"/>
                  </a:lnTo>
                  <a:lnTo>
                    <a:pt x="5657" y="6826"/>
                  </a:lnTo>
                  <a:lnTo>
                    <a:pt x="5142" y="6418"/>
                  </a:lnTo>
                  <a:lnTo>
                    <a:pt x="4457" y="6418"/>
                  </a:lnTo>
                  <a:lnTo>
                    <a:pt x="4457" y="7233"/>
                  </a:lnTo>
                  <a:lnTo>
                    <a:pt x="3771" y="7947"/>
                  </a:lnTo>
                  <a:lnTo>
                    <a:pt x="3257" y="8354"/>
                  </a:lnTo>
                  <a:lnTo>
                    <a:pt x="3257" y="9883"/>
                  </a:lnTo>
                  <a:lnTo>
                    <a:pt x="3771" y="11003"/>
                  </a:lnTo>
                  <a:lnTo>
                    <a:pt x="4457" y="11309"/>
                  </a:lnTo>
                  <a:lnTo>
                    <a:pt x="4457" y="11716"/>
                  </a:lnTo>
                  <a:lnTo>
                    <a:pt x="3771" y="12532"/>
                  </a:lnTo>
                  <a:lnTo>
                    <a:pt x="3257" y="12837"/>
                  </a:lnTo>
                  <a:lnTo>
                    <a:pt x="3257" y="13245"/>
                  </a:lnTo>
                  <a:lnTo>
                    <a:pt x="2571" y="13652"/>
                  </a:lnTo>
                  <a:lnTo>
                    <a:pt x="2571" y="14366"/>
                  </a:lnTo>
                  <a:lnTo>
                    <a:pt x="1371" y="14366"/>
                  </a:lnTo>
                  <a:lnTo>
                    <a:pt x="685" y="14773"/>
                  </a:lnTo>
                  <a:lnTo>
                    <a:pt x="685" y="15181"/>
                  </a:lnTo>
                  <a:lnTo>
                    <a:pt x="0" y="15486"/>
                  </a:lnTo>
                  <a:lnTo>
                    <a:pt x="685" y="15894"/>
                  </a:lnTo>
                  <a:lnTo>
                    <a:pt x="0" y="16301"/>
                  </a:lnTo>
                  <a:lnTo>
                    <a:pt x="685" y="16301"/>
                  </a:lnTo>
                  <a:lnTo>
                    <a:pt x="685" y="17015"/>
                  </a:lnTo>
                  <a:lnTo>
                    <a:pt x="1371" y="17422"/>
                  </a:lnTo>
                  <a:lnTo>
                    <a:pt x="1371" y="18135"/>
                  </a:lnTo>
                  <a:lnTo>
                    <a:pt x="1885" y="17728"/>
                  </a:lnTo>
                  <a:lnTo>
                    <a:pt x="1371" y="18135"/>
                  </a:lnTo>
                  <a:lnTo>
                    <a:pt x="685" y="18135"/>
                  </a:lnTo>
                  <a:lnTo>
                    <a:pt x="685" y="18543"/>
                  </a:lnTo>
                  <a:lnTo>
                    <a:pt x="1371" y="18950"/>
                  </a:lnTo>
                  <a:lnTo>
                    <a:pt x="685" y="19664"/>
                  </a:lnTo>
                  <a:lnTo>
                    <a:pt x="1371" y="19664"/>
                  </a:lnTo>
                  <a:lnTo>
                    <a:pt x="1371" y="20071"/>
                  </a:lnTo>
                  <a:lnTo>
                    <a:pt x="2571" y="20784"/>
                  </a:lnTo>
                  <a:lnTo>
                    <a:pt x="3771" y="20784"/>
                  </a:lnTo>
                  <a:lnTo>
                    <a:pt x="4457" y="21192"/>
                  </a:lnTo>
                  <a:lnTo>
                    <a:pt x="4457" y="21599"/>
                  </a:lnTo>
                  <a:close/>
                  <a:moveTo>
                    <a:pt x="17142" y="1528"/>
                  </a:moveTo>
                  <a:lnTo>
                    <a:pt x="17142" y="1120"/>
                  </a:lnTo>
                  <a:lnTo>
                    <a:pt x="17142" y="1528"/>
                  </a:lnTo>
                  <a:close/>
                  <a:moveTo>
                    <a:pt x="17142" y="1935"/>
                  </a:moveTo>
                  <a:lnTo>
                    <a:pt x="17142" y="2241"/>
                  </a:lnTo>
                  <a:lnTo>
                    <a:pt x="17142" y="1935"/>
                  </a:lnTo>
                  <a:close/>
                  <a:moveTo>
                    <a:pt x="15942" y="1935"/>
                  </a:moveTo>
                  <a:lnTo>
                    <a:pt x="16457" y="1935"/>
                  </a:lnTo>
                  <a:lnTo>
                    <a:pt x="16457" y="2241"/>
                  </a:lnTo>
                  <a:lnTo>
                    <a:pt x="15942" y="2241"/>
                  </a:lnTo>
                  <a:lnTo>
                    <a:pt x="15942" y="1935"/>
                  </a:lnTo>
                  <a:close/>
                  <a:moveTo>
                    <a:pt x="19714" y="7947"/>
                  </a:moveTo>
                  <a:lnTo>
                    <a:pt x="19714" y="7539"/>
                  </a:lnTo>
                  <a:lnTo>
                    <a:pt x="20400" y="7539"/>
                  </a:lnTo>
                  <a:lnTo>
                    <a:pt x="20400" y="7233"/>
                  </a:lnTo>
                  <a:lnTo>
                    <a:pt x="20400" y="7539"/>
                  </a:lnTo>
                  <a:lnTo>
                    <a:pt x="19714" y="79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4" name="AutoShape 148"/>
            <p:cNvSpPr>
              <a:spLocks/>
            </p:cNvSpPr>
            <p:nvPr/>
          </p:nvSpPr>
          <p:spPr bwMode="auto">
            <a:xfrm>
              <a:off x="12884482" y="8049619"/>
              <a:ext cx="684702" cy="973332"/>
            </a:xfrm>
            <a:custGeom>
              <a:avLst/>
              <a:gdLst>
                <a:gd name="T0" fmla="*/ 342351 w 21600"/>
                <a:gd name="T1" fmla="*/ 486666 h 21600"/>
                <a:gd name="T2" fmla="*/ 342351 w 21600"/>
                <a:gd name="T3" fmla="*/ 486666 h 21600"/>
                <a:gd name="T4" fmla="*/ 342351 w 21600"/>
                <a:gd name="T5" fmla="*/ 486666 h 21600"/>
                <a:gd name="T6" fmla="*/ 342351 w 21600"/>
                <a:gd name="T7" fmla="*/ 4866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 y="15851"/>
                  </a:moveTo>
                  <a:lnTo>
                    <a:pt x="3811" y="14545"/>
                  </a:lnTo>
                  <a:lnTo>
                    <a:pt x="3811" y="12890"/>
                  </a:lnTo>
                  <a:lnTo>
                    <a:pt x="4192" y="12890"/>
                  </a:lnTo>
                  <a:lnTo>
                    <a:pt x="4701" y="12629"/>
                  </a:lnTo>
                  <a:lnTo>
                    <a:pt x="4701" y="11583"/>
                  </a:lnTo>
                  <a:lnTo>
                    <a:pt x="4192" y="11322"/>
                  </a:lnTo>
                  <a:lnTo>
                    <a:pt x="4701" y="10974"/>
                  </a:lnTo>
                  <a:lnTo>
                    <a:pt x="4701" y="10364"/>
                  </a:lnTo>
                  <a:lnTo>
                    <a:pt x="5209" y="10364"/>
                  </a:lnTo>
                  <a:lnTo>
                    <a:pt x="4701" y="10364"/>
                  </a:lnTo>
                  <a:lnTo>
                    <a:pt x="4701" y="9667"/>
                  </a:lnTo>
                  <a:lnTo>
                    <a:pt x="5209" y="9319"/>
                  </a:lnTo>
                  <a:lnTo>
                    <a:pt x="5209" y="8361"/>
                  </a:lnTo>
                  <a:lnTo>
                    <a:pt x="4701" y="8361"/>
                  </a:lnTo>
                  <a:lnTo>
                    <a:pt x="4192" y="8100"/>
                  </a:lnTo>
                  <a:lnTo>
                    <a:pt x="4192" y="7751"/>
                  </a:lnTo>
                  <a:lnTo>
                    <a:pt x="2795" y="7751"/>
                  </a:lnTo>
                  <a:lnTo>
                    <a:pt x="2795" y="7403"/>
                  </a:lnTo>
                  <a:lnTo>
                    <a:pt x="1905" y="7403"/>
                  </a:lnTo>
                  <a:lnTo>
                    <a:pt x="1397" y="7054"/>
                  </a:lnTo>
                  <a:lnTo>
                    <a:pt x="1397" y="7403"/>
                  </a:lnTo>
                  <a:lnTo>
                    <a:pt x="1016" y="7403"/>
                  </a:lnTo>
                  <a:lnTo>
                    <a:pt x="1016" y="7054"/>
                  </a:lnTo>
                  <a:lnTo>
                    <a:pt x="0" y="7054"/>
                  </a:lnTo>
                  <a:lnTo>
                    <a:pt x="0" y="6096"/>
                  </a:lnTo>
                  <a:lnTo>
                    <a:pt x="1016" y="5835"/>
                  </a:lnTo>
                  <a:lnTo>
                    <a:pt x="1397" y="5835"/>
                  </a:lnTo>
                  <a:lnTo>
                    <a:pt x="3303" y="5138"/>
                  </a:lnTo>
                  <a:lnTo>
                    <a:pt x="3811" y="5138"/>
                  </a:lnTo>
                  <a:lnTo>
                    <a:pt x="5209" y="4877"/>
                  </a:lnTo>
                  <a:lnTo>
                    <a:pt x="5717" y="4877"/>
                  </a:lnTo>
                  <a:lnTo>
                    <a:pt x="6098" y="4529"/>
                  </a:lnTo>
                  <a:lnTo>
                    <a:pt x="6098" y="4877"/>
                  </a:lnTo>
                  <a:lnTo>
                    <a:pt x="6607" y="4877"/>
                  </a:lnTo>
                  <a:lnTo>
                    <a:pt x="6607" y="5138"/>
                  </a:lnTo>
                  <a:lnTo>
                    <a:pt x="8512" y="5138"/>
                  </a:lnTo>
                  <a:lnTo>
                    <a:pt x="9021" y="5487"/>
                  </a:lnTo>
                  <a:lnTo>
                    <a:pt x="9021" y="5835"/>
                  </a:lnTo>
                  <a:lnTo>
                    <a:pt x="8512" y="6096"/>
                  </a:lnTo>
                  <a:lnTo>
                    <a:pt x="8004" y="6445"/>
                  </a:lnTo>
                  <a:lnTo>
                    <a:pt x="8004" y="7751"/>
                  </a:lnTo>
                  <a:lnTo>
                    <a:pt x="8512" y="7751"/>
                  </a:lnTo>
                  <a:lnTo>
                    <a:pt x="9402" y="8361"/>
                  </a:lnTo>
                  <a:lnTo>
                    <a:pt x="9402" y="8709"/>
                  </a:lnTo>
                  <a:lnTo>
                    <a:pt x="9910" y="8709"/>
                  </a:lnTo>
                  <a:lnTo>
                    <a:pt x="9910" y="8361"/>
                  </a:lnTo>
                  <a:lnTo>
                    <a:pt x="10418" y="8100"/>
                  </a:lnTo>
                  <a:lnTo>
                    <a:pt x="10418" y="7403"/>
                  </a:lnTo>
                  <a:lnTo>
                    <a:pt x="10800" y="7403"/>
                  </a:lnTo>
                  <a:lnTo>
                    <a:pt x="11308" y="7054"/>
                  </a:lnTo>
                  <a:lnTo>
                    <a:pt x="11308" y="6445"/>
                  </a:lnTo>
                  <a:lnTo>
                    <a:pt x="10800" y="6445"/>
                  </a:lnTo>
                  <a:lnTo>
                    <a:pt x="11308" y="6096"/>
                  </a:lnTo>
                  <a:lnTo>
                    <a:pt x="10800" y="6096"/>
                  </a:lnTo>
                  <a:lnTo>
                    <a:pt x="11308" y="6096"/>
                  </a:lnTo>
                  <a:lnTo>
                    <a:pt x="11308" y="5835"/>
                  </a:lnTo>
                  <a:lnTo>
                    <a:pt x="11816" y="5835"/>
                  </a:lnTo>
                  <a:lnTo>
                    <a:pt x="11308" y="5487"/>
                  </a:lnTo>
                  <a:lnTo>
                    <a:pt x="11308" y="5138"/>
                  </a:lnTo>
                  <a:lnTo>
                    <a:pt x="10800" y="4877"/>
                  </a:lnTo>
                  <a:lnTo>
                    <a:pt x="10800" y="4529"/>
                  </a:lnTo>
                  <a:lnTo>
                    <a:pt x="9910" y="4180"/>
                  </a:lnTo>
                  <a:lnTo>
                    <a:pt x="9402" y="3832"/>
                  </a:lnTo>
                  <a:lnTo>
                    <a:pt x="8512" y="3570"/>
                  </a:lnTo>
                  <a:lnTo>
                    <a:pt x="8512" y="2612"/>
                  </a:lnTo>
                  <a:lnTo>
                    <a:pt x="9021" y="1306"/>
                  </a:lnTo>
                  <a:lnTo>
                    <a:pt x="11308" y="1306"/>
                  </a:lnTo>
                  <a:lnTo>
                    <a:pt x="11308" y="958"/>
                  </a:lnTo>
                  <a:lnTo>
                    <a:pt x="11816" y="958"/>
                  </a:lnTo>
                  <a:lnTo>
                    <a:pt x="11816" y="1306"/>
                  </a:lnTo>
                  <a:lnTo>
                    <a:pt x="12197" y="1306"/>
                  </a:lnTo>
                  <a:lnTo>
                    <a:pt x="12705" y="1567"/>
                  </a:lnTo>
                  <a:lnTo>
                    <a:pt x="13214" y="1567"/>
                  </a:lnTo>
                  <a:lnTo>
                    <a:pt x="13722" y="1306"/>
                  </a:lnTo>
                  <a:lnTo>
                    <a:pt x="14611" y="1306"/>
                  </a:lnTo>
                  <a:lnTo>
                    <a:pt x="14611" y="1567"/>
                  </a:lnTo>
                  <a:lnTo>
                    <a:pt x="15120" y="1306"/>
                  </a:lnTo>
                  <a:lnTo>
                    <a:pt x="16009" y="1306"/>
                  </a:lnTo>
                  <a:lnTo>
                    <a:pt x="16009" y="958"/>
                  </a:lnTo>
                  <a:lnTo>
                    <a:pt x="17407" y="958"/>
                  </a:lnTo>
                  <a:lnTo>
                    <a:pt x="18423" y="609"/>
                  </a:lnTo>
                  <a:lnTo>
                    <a:pt x="18804" y="958"/>
                  </a:lnTo>
                  <a:lnTo>
                    <a:pt x="18804" y="609"/>
                  </a:lnTo>
                  <a:lnTo>
                    <a:pt x="19821" y="609"/>
                  </a:lnTo>
                  <a:lnTo>
                    <a:pt x="19821" y="348"/>
                  </a:lnTo>
                  <a:lnTo>
                    <a:pt x="20710" y="348"/>
                  </a:lnTo>
                  <a:lnTo>
                    <a:pt x="20710" y="0"/>
                  </a:lnTo>
                  <a:lnTo>
                    <a:pt x="21599" y="0"/>
                  </a:lnTo>
                  <a:lnTo>
                    <a:pt x="21599" y="609"/>
                  </a:lnTo>
                  <a:lnTo>
                    <a:pt x="21218" y="958"/>
                  </a:lnTo>
                  <a:lnTo>
                    <a:pt x="21218" y="4877"/>
                  </a:lnTo>
                  <a:lnTo>
                    <a:pt x="20710" y="4877"/>
                  </a:lnTo>
                  <a:lnTo>
                    <a:pt x="21599" y="4877"/>
                  </a:lnTo>
                  <a:lnTo>
                    <a:pt x="21599" y="5487"/>
                  </a:lnTo>
                  <a:lnTo>
                    <a:pt x="21218" y="5835"/>
                  </a:lnTo>
                  <a:lnTo>
                    <a:pt x="20710" y="5835"/>
                  </a:lnTo>
                  <a:lnTo>
                    <a:pt x="20710" y="6096"/>
                  </a:lnTo>
                  <a:lnTo>
                    <a:pt x="21218" y="6096"/>
                  </a:lnTo>
                  <a:lnTo>
                    <a:pt x="20710" y="6445"/>
                  </a:lnTo>
                  <a:lnTo>
                    <a:pt x="20710" y="6793"/>
                  </a:lnTo>
                  <a:lnTo>
                    <a:pt x="20202" y="7054"/>
                  </a:lnTo>
                  <a:lnTo>
                    <a:pt x="19821" y="7403"/>
                  </a:lnTo>
                  <a:lnTo>
                    <a:pt x="19312" y="7403"/>
                  </a:lnTo>
                  <a:lnTo>
                    <a:pt x="19312" y="7751"/>
                  </a:lnTo>
                  <a:lnTo>
                    <a:pt x="17915" y="8361"/>
                  </a:lnTo>
                  <a:lnTo>
                    <a:pt x="16517" y="9058"/>
                  </a:lnTo>
                  <a:lnTo>
                    <a:pt x="16009" y="8709"/>
                  </a:lnTo>
                  <a:lnTo>
                    <a:pt x="16009" y="9058"/>
                  </a:lnTo>
                  <a:lnTo>
                    <a:pt x="15120" y="9058"/>
                  </a:lnTo>
                  <a:lnTo>
                    <a:pt x="14103" y="9319"/>
                  </a:lnTo>
                  <a:lnTo>
                    <a:pt x="13722" y="10016"/>
                  </a:lnTo>
                  <a:lnTo>
                    <a:pt x="13214" y="10016"/>
                  </a:lnTo>
                  <a:lnTo>
                    <a:pt x="13214" y="9667"/>
                  </a:lnTo>
                  <a:lnTo>
                    <a:pt x="13214" y="10016"/>
                  </a:lnTo>
                  <a:lnTo>
                    <a:pt x="12705" y="10016"/>
                  </a:lnTo>
                  <a:lnTo>
                    <a:pt x="12705" y="10364"/>
                  </a:lnTo>
                  <a:lnTo>
                    <a:pt x="11816" y="10625"/>
                  </a:lnTo>
                  <a:lnTo>
                    <a:pt x="11816" y="10974"/>
                  </a:lnTo>
                  <a:lnTo>
                    <a:pt x="11308" y="10974"/>
                  </a:lnTo>
                  <a:lnTo>
                    <a:pt x="9910" y="11583"/>
                  </a:lnTo>
                  <a:lnTo>
                    <a:pt x="9910" y="11932"/>
                  </a:lnTo>
                  <a:lnTo>
                    <a:pt x="9021" y="11932"/>
                  </a:lnTo>
                  <a:lnTo>
                    <a:pt x="9021" y="12280"/>
                  </a:lnTo>
                  <a:lnTo>
                    <a:pt x="8512" y="11932"/>
                  </a:lnTo>
                  <a:lnTo>
                    <a:pt x="8512" y="12890"/>
                  </a:lnTo>
                  <a:lnTo>
                    <a:pt x="8004" y="12890"/>
                  </a:lnTo>
                  <a:lnTo>
                    <a:pt x="9021" y="13587"/>
                  </a:lnTo>
                  <a:lnTo>
                    <a:pt x="9021" y="13848"/>
                  </a:lnTo>
                  <a:lnTo>
                    <a:pt x="8512" y="13848"/>
                  </a:lnTo>
                  <a:lnTo>
                    <a:pt x="9021" y="13848"/>
                  </a:lnTo>
                  <a:lnTo>
                    <a:pt x="9021" y="14545"/>
                  </a:lnTo>
                  <a:lnTo>
                    <a:pt x="9402" y="14893"/>
                  </a:lnTo>
                  <a:lnTo>
                    <a:pt x="9021" y="15503"/>
                  </a:lnTo>
                  <a:lnTo>
                    <a:pt x="9402" y="15851"/>
                  </a:lnTo>
                  <a:lnTo>
                    <a:pt x="9402" y="15154"/>
                  </a:lnTo>
                  <a:lnTo>
                    <a:pt x="9910" y="15503"/>
                  </a:lnTo>
                  <a:lnTo>
                    <a:pt x="9910" y="15851"/>
                  </a:lnTo>
                  <a:lnTo>
                    <a:pt x="9402" y="16112"/>
                  </a:lnTo>
                  <a:lnTo>
                    <a:pt x="9402" y="17070"/>
                  </a:lnTo>
                  <a:lnTo>
                    <a:pt x="9021" y="17419"/>
                  </a:lnTo>
                  <a:lnTo>
                    <a:pt x="9021" y="17767"/>
                  </a:lnTo>
                  <a:lnTo>
                    <a:pt x="9402" y="17419"/>
                  </a:lnTo>
                  <a:lnTo>
                    <a:pt x="9402" y="18116"/>
                  </a:lnTo>
                  <a:lnTo>
                    <a:pt x="8512" y="18725"/>
                  </a:lnTo>
                  <a:lnTo>
                    <a:pt x="7115" y="19074"/>
                  </a:lnTo>
                  <a:lnTo>
                    <a:pt x="5209" y="19335"/>
                  </a:lnTo>
                  <a:lnTo>
                    <a:pt x="4701" y="19683"/>
                  </a:lnTo>
                  <a:lnTo>
                    <a:pt x="3811" y="20032"/>
                  </a:lnTo>
                  <a:lnTo>
                    <a:pt x="3811" y="20380"/>
                  </a:lnTo>
                  <a:lnTo>
                    <a:pt x="3303" y="20641"/>
                  </a:lnTo>
                  <a:lnTo>
                    <a:pt x="2795" y="20641"/>
                  </a:lnTo>
                  <a:lnTo>
                    <a:pt x="3303" y="20990"/>
                  </a:lnTo>
                  <a:lnTo>
                    <a:pt x="3811" y="20990"/>
                  </a:lnTo>
                  <a:lnTo>
                    <a:pt x="3811" y="20641"/>
                  </a:lnTo>
                  <a:lnTo>
                    <a:pt x="3811" y="21599"/>
                  </a:lnTo>
                  <a:lnTo>
                    <a:pt x="2414" y="21599"/>
                  </a:lnTo>
                  <a:lnTo>
                    <a:pt x="2414" y="20990"/>
                  </a:lnTo>
                  <a:lnTo>
                    <a:pt x="1905" y="20641"/>
                  </a:lnTo>
                  <a:lnTo>
                    <a:pt x="1905" y="17070"/>
                  </a:lnTo>
                  <a:lnTo>
                    <a:pt x="1397" y="16809"/>
                  </a:lnTo>
                  <a:lnTo>
                    <a:pt x="1397" y="158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5" name="AutoShape 149"/>
            <p:cNvSpPr>
              <a:spLocks/>
            </p:cNvSpPr>
            <p:nvPr/>
          </p:nvSpPr>
          <p:spPr bwMode="auto">
            <a:xfrm>
              <a:off x="12868374" y="8968009"/>
              <a:ext cx="92638" cy="86345"/>
            </a:xfrm>
            <a:custGeom>
              <a:avLst/>
              <a:gdLst>
                <a:gd name="T0" fmla="*/ 46319 w 21600"/>
                <a:gd name="T1" fmla="*/ 43173 h 21600"/>
                <a:gd name="T2" fmla="*/ 46319 w 21600"/>
                <a:gd name="T3" fmla="*/ 43173 h 21600"/>
                <a:gd name="T4" fmla="*/ 46319 w 21600"/>
                <a:gd name="T5" fmla="*/ 43173 h 21600"/>
                <a:gd name="T6" fmla="*/ 46319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843" y="2945"/>
                  </a:moveTo>
                  <a:lnTo>
                    <a:pt x="21600" y="6872"/>
                  </a:lnTo>
                  <a:lnTo>
                    <a:pt x="21600" y="13745"/>
                  </a:lnTo>
                  <a:lnTo>
                    <a:pt x="17843" y="13745"/>
                  </a:lnTo>
                  <a:lnTo>
                    <a:pt x="17843" y="21599"/>
                  </a:lnTo>
                  <a:lnTo>
                    <a:pt x="11269" y="21599"/>
                  </a:lnTo>
                  <a:lnTo>
                    <a:pt x="3756" y="17672"/>
                  </a:lnTo>
                  <a:lnTo>
                    <a:pt x="3756" y="13745"/>
                  </a:lnTo>
                  <a:lnTo>
                    <a:pt x="0" y="13745"/>
                  </a:lnTo>
                  <a:lnTo>
                    <a:pt x="0" y="6872"/>
                  </a:lnTo>
                  <a:lnTo>
                    <a:pt x="3756" y="2945"/>
                  </a:lnTo>
                  <a:lnTo>
                    <a:pt x="7513" y="0"/>
                  </a:lnTo>
                  <a:lnTo>
                    <a:pt x="11269" y="0"/>
                  </a:lnTo>
                  <a:lnTo>
                    <a:pt x="14086" y="2945"/>
                  </a:lnTo>
                  <a:lnTo>
                    <a:pt x="17843" y="29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6" name="AutoShape 150"/>
            <p:cNvSpPr>
              <a:spLocks/>
            </p:cNvSpPr>
            <p:nvPr/>
          </p:nvSpPr>
          <p:spPr bwMode="auto">
            <a:xfrm>
              <a:off x="11929926" y="8748221"/>
              <a:ext cx="1075388" cy="800647"/>
            </a:xfrm>
            <a:custGeom>
              <a:avLst/>
              <a:gdLst>
                <a:gd name="T0" fmla="*/ 537694 w 21600"/>
                <a:gd name="T1" fmla="*/ 400324 h 21600"/>
                <a:gd name="T2" fmla="*/ 537694 w 21600"/>
                <a:gd name="T3" fmla="*/ 400324 h 21600"/>
                <a:gd name="T4" fmla="*/ 537694 w 21600"/>
                <a:gd name="T5" fmla="*/ 400324 h 21600"/>
                <a:gd name="T6" fmla="*/ 537694 w 21600"/>
                <a:gd name="T7" fmla="*/ 40032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588"/>
                  </a:moveTo>
                  <a:lnTo>
                    <a:pt x="323" y="10588"/>
                  </a:lnTo>
                  <a:lnTo>
                    <a:pt x="323" y="10164"/>
                  </a:lnTo>
                  <a:lnTo>
                    <a:pt x="647" y="9847"/>
                  </a:lnTo>
                  <a:lnTo>
                    <a:pt x="1213" y="9847"/>
                  </a:lnTo>
                  <a:lnTo>
                    <a:pt x="1213" y="11011"/>
                  </a:lnTo>
                  <a:lnTo>
                    <a:pt x="2993" y="11011"/>
                  </a:lnTo>
                  <a:lnTo>
                    <a:pt x="2993" y="11435"/>
                  </a:lnTo>
                  <a:lnTo>
                    <a:pt x="3316" y="11435"/>
                  </a:lnTo>
                  <a:lnTo>
                    <a:pt x="3316" y="11011"/>
                  </a:lnTo>
                  <a:lnTo>
                    <a:pt x="3640" y="10588"/>
                  </a:lnTo>
                  <a:lnTo>
                    <a:pt x="3883" y="10588"/>
                  </a:lnTo>
                  <a:lnTo>
                    <a:pt x="4206" y="10164"/>
                  </a:lnTo>
                  <a:lnTo>
                    <a:pt x="4773" y="10164"/>
                  </a:lnTo>
                  <a:lnTo>
                    <a:pt x="4773" y="4658"/>
                  </a:lnTo>
                  <a:lnTo>
                    <a:pt x="5420" y="5082"/>
                  </a:lnTo>
                  <a:lnTo>
                    <a:pt x="5420" y="5505"/>
                  </a:lnTo>
                  <a:lnTo>
                    <a:pt x="5743" y="6247"/>
                  </a:lnTo>
                  <a:lnTo>
                    <a:pt x="5743" y="7411"/>
                  </a:lnTo>
                  <a:lnTo>
                    <a:pt x="6876" y="7411"/>
                  </a:lnTo>
                  <a:lnTo>
                    <a:pt x="7199" y="7094"/>
                  </a:lnTo>
                  <a:lnTo>
                    <a:pt x="7523" y="7094"/>
                  </a:lnTo>
                  <a:lnTo>
                    <a:pt x="7766" y="6670"/>
                  </a:lnTo>
                  <a:lnTo>
                    <a:pt x="8089" y="6670"/>
                  </a:lnTo>
                  <a:lnTo>
                    <a:pt x="8413" y="6247"/>
                  </a:lnTo>
                  <a:lnTo>
                    <a:pt x="8737" y="5505"/>
                  </a:lnTo>
                  <a:lnTo>
                    <a:pt x="8979" y="5082"/>
                  </a:lnTo>
                  <a:lnTo>
                    <a:pt x="9626" y="5082"/>
                  </a:lnTo>
                  <a:lnTo>
                    <a:pt x="9869" y="5505"/>
                  </a:lnTo>
                  <a:lnTo>
                    <a:pt x="10516" y="5929"/>
                  </a:lnTo>
                  <a:lnTo>
                    <a:pt x="12296" y="5929"/>
                  </a:lnTo>
                  <a:lnTo>
                    <a:pt x="12296" y="4658"/>
                  </a:lnTo>
                  <a:lnTo>
                    <a:pt x="12620" y="4341"/>
                  </a:lnTo>
                  <a:lnTo>
                    <a:pt x="12862" y="4341"/>
                  </a:lnTo>
                  <a:lnTo>
                    <a:pt x="13510" y="3494"/>
                  </a:lnTo>
                  <a:lnTo>
                    <a:pt x="13833" y="3494"/>
                  </a:lnTo>
                  <a:lnTo>
                    <a:pt x="13833" y="3176"/>
                  </a:lnTo>
                  <a:lnTo>
                    <a:pt x="14076" y="3176"/>
                  </a:lnTo>
                  <a:lnTo>
                    <a:pt x="13833" y="2752"/>
                  </a:lnTo>
                  <a:lnTo>
                    <a:pt x="13833" y="2329"/>
                  </a:lnTo>
                  <a:lnTo>
                    <a:pt x="14399" y="1905"/>
                  </a:lnTo>
                  <a:lnTo>
                    <a:pt x="14723" y="1905"/>
                  </a:lnTo>
                  <a:lnTo>
                    <a:pt x="14723" y="1588"/>
                  </a:lnTo>
                  <a:lnTo>
                    <a:pt x="14966" y="1588"/>
                  </a:lnTo>
                  <a:lnTo>
                    <a:pt x="14966" y="1164"/>
                  </a:lnTo>
                  <a:lnTo>
                    <a:pt x="15289" y="1164"/>
                  </a:lnTo>
                  <a:lnTo>
                    <a:pt x="15613" y="741"/>
                  </a:lnTo>
                  <a:lnTo>
                    <a:pt x="16503" y="741"/>
                  </a:lnTo>
                  <a:lnTo>
                    <a:pt x="16503" y="423"/>
                  </a:lnTo>
                  <a:lnTo>
                    <a:pt x="16826" y="423"/>
                  </a:lnTo>
                  <a:lnTo>
                    <a:pt x="16826" y="0"/>
                  </a:lnTo>
                  <a:lnTo>
                    <a:pt x="18283" y="0"/>
                  </a:lnTo>
                  <a:lnTo>
                    <a:pt x="18606" y="423"/>
                  </a:lnTo>
                  <a:lnTo>
                    <a:pt x="18849" y="423"/>
                  </a:lnTo>
                  <a:lnTo>
                    <a:pt x="19173" y="0"/>
                  </a:lnTo>
                  <a:lnTo>
                    <a:pt x="19820" y="423"/>
                  </a:lnTo>
                  <a:lnTo>
                    <a:pt x="20062" y="423"/>
                  </a:lnTo>
                  <a:lnTo>
                    <a:pt x="20062" y="1588"/>
                  </a:lnTo>
                  <a:lnTo>
                    <a:pt x="20386" y="1905"/>
                  </a:lnTo>
                  <a:lnTo>
                    <a:pt x="20386" y="6247"/>
                  </a:lnTo>
                  <a:lnTo>
                    <a:pt x="20062" y="6247"/>
                  </a:lnTo>
                  <a:lnTo>
                    <a:pt x="19820" y="5929"/>
                  </a:lnTo>
                  <a:lnTo>
                    <a:pt x="19496" y="5929"/>
                  </a:lnTo>
                  <a:lnTo>
                    <a:pt x="19173" y="6247"/>
                  </a:lnTo>
                  <a:lnTo>
                    <a:pt x="18849" y="6670"/>
                  </a:lnTo>
                  <a:lnTo>
                    <a:pt x="18849" y="7411"/>
                  </a:lnTo>
                  <a:lnTo>
                    <a:pt x="19173" y="7411"/>
                  </a:lnTo>
                  <a:lnTo>
                    <a:pt x="19173" y="7835"/>
                  </a:lnTo>
                  <a:lnTo>
                    <a:pt x="19820" y="8258"/>
                  </a:lnTo>
                  <a:lnTo>
                    <a:pt x="20386" y="8258"/>
                  </a:lnTo>
                  <a:lnTo>
                    <a:pt x="20386" y="7411"/>
                  </a:lnTo>
                  <a:lnTo>
                    <a:pt x="21600" y="7411"/>
                  </a:lnTo>
                  <a:lnTo>
                    <a:pt x="21276" y="7835"/>
                  </a:lnTo>
                  <a:lnTo>
                    <a:pt x="21600" y="7835"/>
                  </a:lnTo>
                  <a:lnTo>
                    <a:pt x="21276" y="8682"/>
                  </a:lnTo>
                  <a:lnTo>
                    <a:pt x="21276" y="9000"/>
                  </a:lnTo>
                  <a:lnTo>
                    <a:pt x="20952" y="9423"/>
                  </a:lnTo>
                  <a:lnTo>
                    <a:pt x="20952" y="10164"/>
                  </a:lnTo>
                  <a:lnTo>
                    <a:pt x="20710" y="10164"/>
                  </a:lnTo>
                  <a:lnTo>
                    <a:pt x="20710" y="10588"/>
                  </a:lnTo>
                  <a:lnTo>
                    <a:pt x="20386" y="11011"/>
                  </a:lnTo>
                  <a:lnTo>
                    <a:pt x="20062" y="11011"/>
                  </a:lnTo>
                  <a:lnTo>
                    <a:pt x="20062" y="11435"/>
                  </a:lnTo>
                  <a:lnTo>
                    <a:pt x="19820" y="11435"/>
                  </a:lnTo>
                  <a:lnTo>
                    <a:pt x="19820" y="11752"/>
                  </a:lnTo>
                  <a:lnTo>
                    <a:pt x="19496" y="11752"/>
                  </a:lnTo>
                  <a:lnTo>
                    <a:pt x="18849" y="12599"/>
                  </a:lnTo>
                  <a:lnTo>
                    <a:pt x="18849" y="12917"/>
                  </a:lnTo>
                  <a:lnTo>
                    <a:pt x="18606" y="12917"/>
                  </a:lnTo>
                  <a:lnTo>
                    <a:pt x="18283" y="13341"/>
                  </a:lnTo>
                  <a:lnTo>
                    <a:pt x="17716" y="14505"/>
                  </a:lnTo>
                  <a:lnTo>
                    <a:pt x="17393" y="14929"/>
                  </a:lnTo>
                  <a:lnTo>
                    <a:pt x="17393" y="15670"/>
                  </a:lnTo>
                  <a:lnTo>
                    <a:pt x="17069" y="15670"/>
                  </a:lnTo>
                  <a:lnTo>
                    <a:pt x="16826" y="16094"/>
                  </a:lnTo>
                  <a:lnTo>
                    <a:pt x="16503" y="16094"/>
                  </a:lnTo>
                  <a:lnTo>
                    <a:pt x="15289" y="17682"/>
                  </a:lnTo>
                  <a:lnTo>
                    <a:pt x="14966" y="17682"/>
                  </a:lnTo>
                  <a:lnTo>
                    <a:pt x="14966" y="18105"/>
                  </a:lnTo>
                  <a:lnTo>
                    <a:pt x="13833" y="18847"/>
                  </a:lnTo>
                  <a:lnTo>
                    <a:pt x="13833" y="19270"/>
                  </a:lnTo>
                  <a:lnTo>
                    <a:pt x="13510" y="19270"/>
                  </a:lnTo>
                  <a:lnTo>
                    <a:pt x="12862" y="19588"/>
                  </a:lnTo>
                  <a:lnTo>
                    <a:pt x="11406" y="19588"/>
                  </a:lnTo>
                  <a:lnTo>
                    <a:pt x="11406" y="20435"/>
                  </a:lnTo>
                  <a:lnTo>
                    <a:pt x="11083" y="20435"/>
                  </a:lnTo>
                  <a:lnTo>
                    <a:pt x="10759" y="20011"/>
                  </a:lnTo>
                  <a:lnTo>
                    <a:pt x="10516" y="20011"/>
                  </a:lnTo>
                  <a:lnTo>
                    <a:pt x="10193" y="20435"/>
                  </a:lnTo>
                  <a:lnTo>
                    <a:pt x="10516" y="20435"/>
                  </a:lnTo>
                  <a:lnTo>
                    <a:pt x="10193" y="20858"/>
                  </a:lnTo>
                  <a:lnTo>
                    <a:pt x="9626" y="20435"/>
                  </a:lnTo>
                  <a:lnTo>
                    <a:pt x="8979" y="20011"/>
                  </a:lnTo>
                  <a:lnTo>
                    <a:pt x="8413" y="20435"/>
                  </a:lnTo>
                  <a:lnTo>
                    <a:pt x="7199" y="20435"/>
                  </a:lnTo>
                  <a:lnTo>
                    <a:pt x="6876" y="20858"/>
                  </a:lnTo>
                  <a:lnTo>
                    <a:pt x="6876" y="20435"/>
                  </a:lnTo>
                  <a:lnTo>
                    <a:pt x="6633" y="20435"/>
                  </a:lnTo>
                  <a:lnTo>
                    <a:pt x="6633" y="20858"/>
                  </a:lnTo>
                  <a:lnTo>
                    <a:pt x="4773" y="20858"/>
                  </a:lnTo>
                  <a:lnTo>
                    <a:pt x="4530" y="21176"/>
                  </a:lnTo>
                  <a:lnTo>
                    <a:pt x="4206" y="21176"/>
                  </a:lnTo>
                  <a:lnTo>
                    <a:pt x="4206" y="21599"/>
                  </a:lnTo>
                  <a:lnTo>
                    <a:pt x="3883" y="21599"/>
                  </a:lnTo>
                  <a:lnTo>
                    <a:pt x="3316" y="21176"/>
                  </a:lnTo>
                  <a:lnTo>
                    <a:pt x="2993" y="20858"/>
                  </a:lnTo>
                  <a:lnTo>
                    <a:pt x="2750" y="20858"/>
                  </a:lnTo>
                  <a:lnTo>
                    <a:pt x="2750" y="20435"/>
                  </a:lnTo>
                  <a:lnTo>
                    <a:pt x="2103" y="20435"/>
                  </a:lnTo>
                  <a:lnTo>
                    <a:pt x="2103" y="20858"/>
                  </a:lnTo>
                  <a:lnTo>
                    <a:pt x="1779" y="20858"/>
                  </a:lnTo>
                  <a:lnTo>
                    <a:pt x="1779" y="20435"/>
                  </a:lnTo>
                  <a:lnTo>
                    <a:pt x="2103" y="20011"/>
                  </a:lnTo>
                  <a:lnTo>
                    <a:pt x="1779" y="19588"/>
                  </a:lnTo>
                  <a:lnTo>
                    <a:pt x="2103" y="19270"/>
                  </a:lnTo>
                  <a:lnTo>
                    <a:pt x="1779" y="18847"/>
                  </a:lnTo>
                  <a:lnTo>
                    <a:pt x="1779" y="18423"/>
                  </a:lnTo>
                  <a:lnTo>
                    <a:pt x="1537" y="18105"/>
                  </a:lnTo>
                  <a:lnTo>
                    <a:pt x="1537" y="17682"/>
                  </a:lnTo>
                  <a:lnTo>
                    <a:pt x="2103" y="17682"/>
                  </a:lnTo>
                  <a:lnTo>
                    <a:pt x="2103" y="17258"/>
                  </a:lnTo>
                  <a:lnTo>
                    <a:pt x="1779" y="16517"/>
                  </a:lnTo>
                  <a:lnTo>
                    <a:pt x="2103" y="16517"/>
                  </a:lnTo>
                  <a:lnTo>
                    <a:pt x="1537" y="15670"/>
                  </a:lnTo>
                  <a:lnTo>
                    <a:pt x="1537" y="15352"/>
                  </a:lnTo>
                  <a:lnTo>
                    <a:pt x="1213" y="14505"/>
                  </a:lnTo>
                  <a:lnTo>
                    <a:pt x="889" y="13764"/>
                  </a:lnTo>
                  <a:lnTo>
                    <a:pt x="647" y="12917"/>
                  </a:lnTo>
                  <a:lnTo>
                    <a:pt x="889" y="12599"/>
                  </a:lnTo>
                  <a:lnTo>
                    <a:pt x="647" y="11435"/>
                  </a:lnTo>
                  <a:lnTo>
                    <a:pt x="0" y="11011"/>
                  </a:lnTo>
                  <a:lnTo>
                    <a:pt x="0" y="10588"/>
                  </a:lnTo>
                  <a:close/>
                  <a:moveTo>
                    <a:pt x="14076" y="13764"/>
                  </a:moveTo>
                  <a:lnTo>
                    <a:pt x="14399" y="13764"/>
                  </a:lnTo>
                  <a:lnTo>
                    <a:pt x="14399" y="14082"/>
                  </a:lnTo>
                  <a:lnTo>
                    <a:pt x="14966" y="14082"/>
                  </a:lnTo>
                  <a:lnTo>
                    <a:pt x="15289" y="13764"/>
                  </a:lnTo>
                  <a:lnTo>
                    <a:pt x="15289" y="13341"/>
                  </a:lnTo>
                  <a:lnTo>
                    <a:pt x="16179" y="13341"/>
                  </a:lnTo>
                  <a:lnTo>
                    <a:pt x="16503" y="12917"/>
                  </a:lnTo>
                  <a:lnTo>
                    <a:pt x="16179" y="12599"/>
                  </a:lnTo>
                  <a:lnTo>
                    <a:pt x="16503" y="12599"/>
                  </a:lnTo>
                  <a:lnTo>
                    <a:pt x="16826" y="12176"/>
                  </a:lnTo>
                  <a:lnTo>
                    <a:pt x="16826" y="11752"/>
                  </a:lnTo>
                  <a:lnTo>
                    <a:pt x="16503" y="11011"/>
                  </a:lnTo>
                  <a:lnTo>
                    <a:pt x="15856" y="11011"/>
                  </a:lnTo>
                  <a:lnTo>
                    <a:pt x="15613" y="10588"/>
                  </a:lnTo>
                  <a:lnTo>
                    <a:pt x="15289" y="11011"/>
                  </a:lnTo>
                  <a:lnTo>
                    <a:pt x="14966" y="11011"/>
                  </a:lnTo>
                  <a:lnTo>
                    <a:pt x="14723" y="11435"/>
                  </a:lnTo>
                  <a:lnTo>
                    <a:pt x="14399" y="11435"/>
                  </a:lnTo>
                  <a:lnTo>
                    <a:pt x="14076" y="12176"/>
                  </a:lnTo>
                  <a:lnTo>
                    <a:pt x="13833" y="12176"/>
                  </a:lnTo>
                  <a:lnTo>
                    <a:pt x="13833" y="12599"/>
                  </a:lnTo>
                  <a:lnTo>
                    <a:pt x="14076" y="12917"/>
                  </a:lnTo>
                  <a:lnTo>
                    <a:pt x="14076" y="1376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7" name="AutoShape 151"/>
            <p:cNvSpPr>
              <a:spLocks/>
            </p:cNvSpPr>
            <p:nvPr/>
          </p:nvSpPr>
          <p:spPr bwMode="auto">
            <a:xfrm>
              <a:off x="12618654" y="9140696"/>
              <a:ext cx="149026" cy="129517"/>
            </a:xfrm>
            <a:custGeom>
              <a:avLst/>
              <a:gdLst>
                <a:gd name="T0" fmla="*/ 74513 w 21600"/>
                <a:gd name="T1" fmla="*/ 64759 h 21600"/>
                <a:gd name="T2" fmla="*/ 74513 w 21600"/>
                <a:gd name="T3" fmla="*/ 64759 h 21600"/>
                <a:gd name="T4" fmla="*/ 74513 w 21600"/>
                <a:gd name="T5" fmla="*/ 64759 h 21600"/>
                <a:gd name="T6" fmla="*/ 74513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19636"/>
                  </a:moveTo>
                  <a:lnTo>
                    <a:pt x="1751" y="14400"/>
                  </a:lnTo>
                  <a:lnTo>
                    <a:pt x="0" y="12436"/>
                  </a:lnTo>
                  <a:lnTo>
                    <a:pt x="0" y="9818"/>
                  </a:lnTo>
                  <a:lnTo>
                    <a:pt x="1751" y="9818"/>
                  </a:lnTo>
                  <a:lnTo>
                    <a:pt x="4086" y="5236"/>
                  </a:lnTo>
                  <a:lnTo>
                    <a:pt x="6421" y="5236"/>
                  </a:lnTo>
                  <a:lnTo>
                    <a:pt x="8172" y="2618"/>
                  </a:lnTo>
                  <a:lnTo>
                    <a:pt x="10508" y="2618"/>
                  </a:lnTo>
                  <a:lnTo>
                    <a:pt x="12843" y="0"/>
                  </a:lnTo>
                  <a:lnTo>
                    <a:pt x="14594" y="2618"/>
                  </a:lnTo>
                  <a:lnTo>
                    <a:pt x="19264" y="2618"/>
                  </a:lnTo>
                  <a:lnTo>
                    <a:pt x="21599" y="7200"/>
                  </a:lnTo>
                  <a:lnTo>
                    <a:pt x="21599" y="9818"/>
                  </a:lnTo>
                  <a:lnTo>
                    <a:pt x="19264" y="12436"/>
                  </a:lnTo>
                  <a:lnTo>
                    <a:pt x="16929" y="12436"/>
                  </a:lnTo>
                  <a:lnTo>
                    <a:pt x="19264" y="14400"/>
                  </a:lnTo>
                  <a:lnTo>
                    <a:pt x="16929" y="17018"/>
                  </a:lnTo>
                  <a:lnTo>
                    <a:pt x="10508" y="17018"/>
                  </a:lnTo>
                  <a:lnTo>
                    <a:pt x="10508" y="19636"/>
                  </a:lnTo>
                  <a:lnTo>
                    <a:pt x="8172" y="21600"/>
                  </a:lnTo>
                  <a:lnTo>
                    <a:pt x="4086" y="21600"/>
                  </a:lnTo>
                  <a:lnTo>
                    <a:pt x="4086" y="19636"/>
                  </a:lnTo>
                  <a:lnTo>
                    <a:pt x="1751" y="196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8" name="AutoShape 152"/>
            <p:cNvSpPr>
              <a:spLocks/>
            </p:cNvSpPr>
            <p:nvPr/>
          </p:nvSpPr>
          <p:spPr bwMode="auto">
            <a:xfrm>
              <a:off x="18253352" y="8065317"/>
              <a:ext cx="2698533" cy="2531452"/>
            </a:xfrm>
            <a:custGeom>
              <a:avLst/>
              <a:gdLst>
                <a:gd name="T0" fmla="*/ 1349267 w 21600"/>
                <a:gd name="T1" fmla="*/ 1265726 h 21600"/>
                <a:gd name="T2" fmla="*/ 1349267 w 21600"/>
                <a:gd name="T3" fmla="*/ 1265726 h 21600"/>
                <a:gd name="T4" fmla="*/ 1349267 w 21600"/>
                <a:gd name="T5" fmla="*/ 1265726 h 21600"/>
                <a:gd name="T6" fmla="*/ 1349267 w 21600"/>
                <a:gd name="T7" fmla="*/ 12657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241" y="10303"/>
                  </a:moveTo>
                  <a:cubicBezTo>
                    <a:pt x="21361" y="10055"/>
                    <a:pt x="21361" y="10055"/>
                    <a:pt x="21361" y="10055"/>
                  </a:cubicBezTo>
                  <a:cubicBezTo>
                    <a:pt x="21361" y="10179"/>
                    <a:pt x="21361" y="10179"/>
                    <a:pt x="21361" y="10179"/>
                  </a:cubicBezTo>
                  <a:cubicBezTo>
                    <a:pt x="21241" y="10303"/>
                    <a:pt x="21241" y="10303"/>
                    <a:pt x="21241" y="10303"/>
                  </a:cubicBezTo>
                  <a:close/>
                  <a:moveTo>
                    <a:pt x="21361" y="9062"/>
                  </a:moveTo>
                  <a:cubicBezTo>
                    <a:pt x="21241" y="8937"/>
                    <a:pt x="21241" y="8937"/>
                    <a:pt x="21241" y="8937"/>
                  </a:cubicBezTo>
                  <a:cubicBezTo>
                    <a:pt x="21361" y="8813"/>
                    <a:pt x="21361" y="8813"/>
                    <a:pt x="21361" y="8813"/>
                  </a:cubicBezTo>
                  <a:cubicBezTo>
                    <a:pt x="21361" y="8689"/>
                    <a:pt x="21361" y="8689"/>
                    <a:pt x="21361" y="8689"/>
                  </a:cubicBezTo>
                  <a:cubicBezTo>
                    <a:pt x="21361" y="8565"/>
                    <a:pt x="21361" y="8565"/>
                    <a:pt x="21361" y="8565"/>
                  </a:cubicBezTo>
                  <a:cubicBezTo>
                    <a:pt x="21480" y="8441"/>
                    <a:pt x="21480" y="8441"/>
                    <a:pt x="21480" y="8441"/>
                  </a:cubicBezTo>
                  <a:cubicBezTo>
                    <a:pt x="21480" y="8441"/>
                    <a:pt x="21480" y="8441"/>
                    <a:pt x="21480" y="8441"/>
                  </a:cubicBezTo>
                  <a:cubicBezTo>
                    <a:pt x="21480" y="8317"/>
                    <a:pt x="21480" y="8317"/>
                    <a:pt x="21480" y="8317"/>
                  </a:cubicBezTo>
                  <a:cubicBezTo>
                    <a:pt x="21480" y="8317"/>
                    <a:pt x="21480" y="8317"/>
                    <a:pt x="21480" y="8317"/>
                  </a:cubicBezTo>
                  <a:cubicBezTo>
                    <a:pt x="21600" y="8441"/>
                    <a:pt x="21600" y="8441"/>
                    <a:pt x="21600" y="8441"/>
                  </a:cubicBezTo>
                  <a:cubicBezTo>
                    <a:pt x="21480" y="8565"/>
                    <a:pt x="21480" y="8565"/>
                    <a:pt x="21480" y="8565"/>
                  </a:cubicBezTo>
                  <a:cubicBezTo>
                    <a:pt x="21361" y="8813"/>
                    <a:pt x="21361" y="8813"/>
                    <a:pt x="21361" y="8813"/>
                  </a:cubicBezTo>
                  <a:cubicBezTo>
                    <a:pt x="21361" y="8937"/>
                    <a:pt x="21361" y="8937"/>
                    <a:pt x="21361" y="8937"/>
                  </a:cubicBezTo>
                  <a:cubicBezTo>
                    <a:pt x="21361" y="9062"/>
                    <a:pt x="21361" y="9062"/>
                    <a:pt x="21361" y="9062"/>
                  </a:cubicBezTo>
                  <a:cubicBezTo>
                    <a:pt x="21361" y="9062"/>
                    <a:pt x="21361" y="9062"/>
                    <a:pt x="21361" y="9062"/>
                  </a:cubicBezTo>
                  <a:close/>
                  <a:moveTo>
                    <a:pt x="20406" y="7572"/>
                  </a:moveTo>
                  <a:cubicBezTo>
                    <a:pt x="20525" y="7696"/>
                    <a:pt x="20525" y="7696"/>
                    <a:pt x="20525" y="7696"/>
                  </a:cubicBezTo>
                  <a:cubicBezTo>
                    <a:pt x="20645" y="7820"/>
                    <a:pt x="20645" y="7820"/>
                    <a:pt x="20645" y="7820"/>
                  </a:cubicBezTo>
                  <a:cubicBezTo>
                    <a:pt x="20645" y="7696"/>
                    <a:pt x="20645" y="7696"/>
                    <a:pt x="20645" y="7696"/>
                  </a:cubicBezTo>
                  <a:cubicBezTo>
                    <a:pt x="20645" y="7696"/>
                    <a:pt x="20645" y="7696"/>
                    <a:pt x="20645" y="7696"/>
                  </a:cubicBezTo>
                  <a:cubicBezTo>
                    <a:pt x="20645" y="7572"/>
                    <a:pt x="20645" y="7572"/>
                    <a:pt x="20645" y="7572"/>
                  </a:cubicBezTo>
                  <a:cubicBezTo>
                    <a:pt x="20525" y="7572"/>
                    <a:pt x="20525" y="7572"/>
                    <a:pt x="20525" y="7572"/>
                  </a:cubicBezTo>
                  <a:cubicBezTo>
                    <a:pt x="20525" y="7572"/>
                    <a:pt x="20525" y="7572"/>
                    <a:pt x="20525" y="7572"/>
                  </a:cubicBezTo>
                  <a:cubicBezTo>
                    <a:pt x="20406" y="7572"/>
                    <a:pt x="20406" y="7572"/>
                    <a:pt x="20406" y="7572"/>
                  </a:cubicBezTo>
                  <a:close/>
                  <a:moveTo>
                    <a:pt x="20287" y="6827"/>
                  </a:moveTo>
                  <a:cubicBezTo>
                    <a:pt x="20287" y="6827"/>
                    <a:pt x="20287" y="6827"/>
                    <a:pt x="20287" y="6827"/>
                  </a:cubicBezTo>
                  <a:cubicBezTo>
                    <a:pt x="20287" y="6827"/>
                    <a:pt x="20287" y="6827"/>
                    <a:pt x="20287" y="6827"/>
                  </a:cubicBezTo>
                  <a:cubicBezTo>
                    <a:pt x="20287" y="6827"/>
                    <a:pt x="20287" y="6827"/>
                    <a:pt x="20287" y="6827"/>
                  </a:cubicBezTo>
                  <a:close/>
                  <a:moveTo>
                    <a:pt x="18258" y="4717"/>
                  </a:moveTo>
                  <a:cubicBezTo>
                    <a:pt x="18377" y="4593"/>
                    <a:pt x="18377" y="4593"/>
                    <a:pt x="18377" y="4593"/>
                  </a:cubicBezTo>
                  <a:cubicBezTo>
                    <a:pt x="18258" y="4468"/>
                    <a:pt x="18258" y="4468"/>
                    <a:pt x="18258" y="4468"/>
                  </a:cubicBezTo>
                  <a:cubicBezTo>
                    <a:pt x="18377" y="4468"/>
                    <a:pt x="18377" y="4468"/>
                    <a:pt x="18377" y="4468"/>
                  </a:cubicBezTo>
                  <a:cubicBezTo>
                    <a:pt x="18377" y="4468"/>
                    <a:pt x="18377" y="4468"/>
                    <a:pt x="18377" y="4468"/>
                  </a:cubicBezTo>
                  <a:cubicBezTo>
                    <a:pt x="18377" y="4593"/>
                    <a:pt x="18377" y="4593"/>
                    <a:pt x="18377" y="4593"/>
                  </a:cubicBezTo>
                  <a:cubicBezTo>
                    <a:pt x="18377" y="4717"/>
                    <a:pt x="18377" y="4717"/>
                    <a:pt x="18377" y="4717"/>
                  </a:cubicBezTo>
                  <a:cubicBezTo>
                    <a:pt x="18258" y="4717"/>
                    <a:pt x="18258" y="4717"/>
                    <a:pt x="18258" y="4717"/>
                  </a:cubicBezTo>
                  <a:close/>
                  <a:moveTo>
                    <a:pt x="16587" y="0"/>
                  </a:moveTo>
                  <a:cubicBezTo>
                    <a:pt x="16587" y="0"/>
                    <a:pt x="16587" y="0"/>
                    <a:pt x="16587" y="0"/>
                  </a:cubicBezTo>
                  <a:cubicBezTo>
                    <a:pt x="16587" y="0"/>
                    <a:pt x="16587" y="0"/>
                    <a:pt x="16587" y="0"/>
                  </a:cubicBezTo>
                  <a:cubicBezTo>
                    <a:pt x="16587" y="0"/>
                    <a:pt x="16587" y="0"/>
                    <a:pt x="16587" y="0"/>
                  </a:cubicBezTo>
                  <a:close/>
                  <a:moveTo>
                    <a:pt x="16468" y="248"/>
                  </a:moveTo>
                  <a:cubicBezTo>
                    <a:pt x="16468" y="372"/>
                    <a:pt x="16468" y="372"/>
                    <a:pt x="16468" y="372"/>
                  </a:cubicBezTo>
                  <a:cubicBezTo>
                    <a:pt x="16587" y="248"/>
                    <a:pt x="16587" y="248"/>
                    <a:pt x="16587" y="248"/>
                  </a:cubicBezTo>
                  <a:cubicBezTo>
                    <a:pt x="16587" y="248"/>
                    <a:pt x="16587" y="248"/>
                    <a:pt x="16587" y="248"/>
                  </a:cubicBezTo>
                  <a:cubicBezTo>
                    <a:pt x="16587" y="248"/>
                    <a:pt x="16587" y="248"/>
                    <a:pt x="16587" y="248"/>
                  </a:cubicBezTo>
                  <a:cubicBezTo>
                    <a:pt x="16468" y="248"/>
                    <a:pt x="16468" y="248"/>
                    <a:pt x="16468" y="248"/>
                  </a:cubicBezTo>
                  <a:close/>
                  <a:moveTo>
                    <a:pt x="14797" y="3724"/>
                  </a:moveTo>
                  <a:cubicBezTo>
                    <a:pt x="14797" y="3848"/>
                    <a:pt x="14797" y="3848"/>
                    <a:pt x="14797" y="3848"/>
                  </a:cubicBezTo>
                  <a:cubicBezTo>
                    <a:pt x="14917" y="3848"/>
                    <a:pt x="14917" y="3848"/>
                    <a:pt x="14917" y="3848"/>
                  </a:cubicBezTo>
                  <a:cubicBezTo>
                    <a:pt x="14917" y="3724"/>
                    <a:pt x="14917" y="3724"/>
                    <a:pt x="14917" y="3724"/>
                  </a:cubicBezTo>
                  <a:cubicBezTo>
                    <a:pt x="14797" y="3724"/>
                    <a:pt x="14797" y="3724"/>
                    <a:pt x="14797" y="3724"/>
                  </a:cubicBezTo>
                  <a:close/>
                  <a:moveTo>
                    <a:pt x="14678" y="3600"/>
                  </a:moveTo>
                  <a:cubicBezTo>
                    <a:pt x="14678" y="3600"/>
                    <a:pt x="14678" y="3600"/>
                    <a:pt x="14678" y="3600"/>
                  </a:cubicBezTo>
                  <a:cubicBezTo>
                    <a:pt x="14797" y="3600"/>
                    <a:pt x="14797" y="3600"/>
                    <a:pt x="14797" y="3600"/>
                  </a:cubicBezTo>
                  <a:cubicBezTo>
                    <a:pt x="14797" y="3475"/>
                    <a:pt x="14797" y="3475"/>
                    <a:pt x="14797" y="3475"/>
                  </a:cubicBezTo>
                  <a:cubicBezTo>
                    <a:pt x="14917" y="3475"/>
                    <a:pt x="14917" y="3475"/>
                    <a:pt x="14917" y="3475"/>
                  </a:cubicBezTo>
                  <a:cubicBezTo>
                    <a:pt x="14917" y="3475"/>
                    <a:pt x="14917" y="3475"/>
                    <a:pt x="14917" y="3475"/>
                  </a:cubicBezTo>
                  <a:cubicBezTo>
                    <a:pt x="14797" y="3475"/>
                    <a:pt x="14797" y="3475"/>
                    <a:pt x="14797" y="3475"/>
                  </a:cubicBezTo>
                  <a:cubicBezTo>
                    <a:pt x="14678" y="3475"/>
                    <a:pt x="14678" y="3475"/>
                    <a:pt x="14678" y="3475"/>
                  </a:cubicBezTo>
                  <a:cubicBezTo>
                    <a:pt x="14678" y="3475"/>
                    <a:pt x="14678" y="3600"/>
                    <a:pt x="14678" y="3600"/>
                  </a:cubicBezTo>
                  <a:close/>
                  <a:moveTo>
                    <a:pt x="13604" y="3103"/>
                  </a:moveTo>
                  <a:cubicBezTo>
                    <a:pt x="13604" y="2979"/>
                    <a:pt x="13604" y="2979"/>
                    <a:pt x="13604" y="2979"/>
                  </a:cubicBezTo>
                  <a:cubicBezTo>
                    <a:pt x="13604" y="2979"/>
                    <a:pt x="13604" y="2979"/>
                    <a:pt x="13604" y="2979"/>
                  </a:cubicBezTo>
                  <a:cubicBezTo>
                    <a:pt x="13604" y="2979"/>
                    <a:pt x="13604" y="2979"/>
                    <a:pt x="13604" y="2979"/>
                  </a:cubicBezTo>
                  <a:cubicBezTo>
                    <a:pt x="13604" y="3103"/>
                    <a:pt x="13604" y="3103"/>
                    <a:pt x="13604" y="3103"/>
                  </a:cubicBezTo>
                  <a:close/>
                  <a:moveTo>
                    <a:pt x="13246" y="1986"/>
                  </a:moveTo>
                  <a:cubicBezTo>
                    <a:pt x="13246" y="1986"/>
                    <a:pt x="13246" y="1986"/>
                    <a:pt x="13246" y="1986"/>
                  </a:cubicBezTo>
                  <a:cubicBezTo>
                    <a:pt x="13246" y="1986"/>
                    <a:pt x="13246" y="1986"/>
                    <a:pt x="13246" y="1986"/>
                  </a:cubicBezTo>
                  <a:cubicBezTo>
                    <a:pt x="13246" y="1986"/>
                    <a:pt x="13246" y="1986"/>
                    <a:pt x="13246" y="1986"/>
                  </a:cubicBezTo>
                  <a:cubicBezTo>
                    <a:pt x="13246" y="1862"/>
                    <a:pt x="13246" y="1862"/>
                    <a:pt x="13246" y="1862"/>
                  </a:cubicBezTo>
                  <a:cubicBezTo>
                    <a:pt x="13365" y="1986"/>
                    <a:pt x="13365" y="1986"/>
                    <a:pt x="13365" y="1986"/>
                  </a:cubicBezTo>
                  <a:cubicBezTo>
                    <a:pt x="13246" y="1986"/>
                    <a:pt x="13246" y="1986"/>
                    <a:pt x="13246" y="1986"/>
                  </a:cubicBezTo>
                  <a:close/>
                  <a:moveTo>
                    <a:pt x="13365" y="2110"/>
                  </a:moveTo>
                  <a:cubicBezTo>
                    <a:pt x="13365" y="2234"/>
                    <a:pt x="13365" y="2234"/>
                    <a:pt x="13365" y="2234"/>
                  </a:cubicBezTo>
                  <a:cubicBezTo>
                    <a:pt x="13365" y="2234"/>
                    <a:pt x="13365" y="2234"/>
                    <a:pt x="13365" y="2234"/>
                  </a:cubicBezTo>
                  <a:cubicBezTo>
                    <a:pt x="13485" y="2110"/>
                    <a:pt x="13485" y="2110"/>
                    <a:pt x="13485" y="2110"/>
                  </a:cubicBezTo>
                  <a:cubicBezTo>
                    <a:pt x="13604" y="2234"/>
                    <a:pt x="13604" y="2234"/>
                    <a:pt x="13604" y="2234"/>
                  </a:cubicBezTo>
                  <a:cubicBezTo>
                    <a:pt x="13604" y="2110"/>
                    <a:pt x="13604" y="2110"/>
                    <a:pt x="13604" y="2110"/>
                  </a:cubicBezTo>
                  <a:cubicBezTo>
                    <a:pt x="13604" y="2110"/>
                    <a:pt x="13604" y="2110"/>
                    <a:pt x="13604" y="2110"/>
                  </a:cubicBezTo>
                  <a:cubicBezTo>
                    <a:pt x="13485" y="2110"/>
                    <a:pt x="13485" y="2110"/>
                    <a:pt x="13485" y="2110"/>
                  </a:cubicBezTo>
                  <a:cubicBezTo>
                    <a:pt x="13485" y="2110"/>
                    <a:pt x="13485" y="2110"/>
                    <a:pt x="13485" y="2110"/>
                  </a:cubicBezTo>
                  <a:cubicBezTo>
                    <a:pt x="13604" y="1986"/>
                    <a:pt x="13604" y="1986"/>
                    <a:pt x="13604" y="1986"/>
                  </a:cubicBezTo>
                  <a:cubicBezTo>
                    <a:pt x="13604" y="1986"/>
                    <a:pt x="13604" y="1986"/>
                    <a:pt x="13604" y="1986"/>
                  </a:cubicBezTo>
                  <a:cubicBezTo>
                    <a:pt x="13485" y="1986"/>
                    <a:pt x="13485" y="1986"/>
                    <a:pt x="13485" y="1986"/>
                  </a:cubicBezTo>
                  <a:cubicBezTo>
                    <a:pt x="13485" y="1862"/>
                    <a:pt x="13485" y="1862"/>
                    <a:pt x="13485" y="1862"/>
                  </a:cubicBezTo>
                  <a:cubicBezTo>
                    <a:pt x="13485" y="1986"/>
                    <a:pt x="13485" y="1986"/>
                    <a:pt x="13485" y="1986"/>
                  </a:cubicBezTo>
                  <a:cubicBezTo>
                    <a:pt x="13485" y="1986"/>
                    <a:pt x="13485" y="1986"/>
                    <a:pt x="13485" y="1986"/>
                  </a:cubicBezTo>
                  <a:cubicBezTo>
                    <a:pt x="13365" y="1986"/>
                    <a:pt x="13365" y="1986"/>
                    <a:pt x="13365" y="1986"/>
                  </a:cubicBezTo>
                  <a:cubicBezTo>
                    <a:pt x="13365" y="1986"/>
                    <a:pt x="13365" y="1986"/>
                    <a:pt x="13365" y="1986"/>
                  </a:cubicBezTo>
                  <a:cubicBezTo>
                    <a:pt x="13365" y="1986"/>
                    <a:pt x="13365" y="1986"/>
                    <a:pt x="13365" y="1986"/>
                  </a:cubicBezTo>
                  <a:cubicBezTo>
                    <a:pt x="13365" y="2110"/>
                    <a:pt x="13365" y="2110"/>
                    <a:pt x="13365" y="2110"/>
                  </a:cubicBezTo>
                  <a:close/>
                  <a:moveTo>
                    <a:pt x="13485" y="620"/>
                  </a:moveTo>
                  <a:cubicBezTo>
                    <a:pt x="13485" y="620"/>
                    <a:pt x="13485" y="620"/>
                    <a:pt x="13485" y="620"/>
                  </a:cubicBezTo>
                  <a:cubicBezTo>
                    <a:pt x="13604" y="620"/>
                    <a:pt x="13604" y="620"/>
                    <a:pt x="13604" y="620"/>
                  </a:cubicBezTo>
                  <a:cubicBezTo>
                    <a:pt x="13604" y="496"/>
                    <a:pt x="13604" y="496"/>
                    <a:pt x="13604" y="496"/>
                  </a:cubicBezTo>
                  <a:cubicBezTo>
                    <a:pt x="13604" y="496"/>
                    <a:pt x="13604" y="496"/>
                    <a:pt x="13604" y="496"/>
                  </a:cubicBezTo>
                  <a:cubicBezTo>
                    <a:pt x="13485" y="496"/>
                    <a:pt x="13485" y="496"/>
                    <a:pt x="13485" y="496"/>
                  </a:cubicBezTo>
                  <a:cubicBezTo>
                    <a:pt x="13485" y="620"/>
                    <a:pt x="13485" y="620"/>
                    <a:pt x="13485" y="620"/>
                  </a:cubicBezTo>
                  <a:close/>
                  <a:moveTo>
                    <a:pt x="13365" y="744"/>
                  </a:moveTo>
                  <a:cubicBezTo>
                    <a:pt x="13365" y="744"/>
                    <a:pt x="13365" y="744"/>
                    <a:pt x="13365" y="744"/>
                  </a:cubicBezTo>
                  <a:cubicBezTo>
                    <a:pt x="13365" y="620"/>
                    <a:pt x="13365" y="620"/>
                    <a:pt x="13365" y="620"/>
                  </a:cubicBezTo>
                  <a:cubicBezTo>
                    <a:pt x="13365" y="744"/>
                    <a:pt x="13365" y="744"/>
                    <a:pt x="13365" y="744"/>
                  </a:cubicBezTo>
                  <a:close/>
                  <a:moveTo>
                    <a:pt x="13246" y="744"/>
                  </a:moveTo>
                  <a:cubicBezTo>
                    <a:pt x="13246" y="744"/>
                    <a:pt x="13246" y="744"/>
                    <a:pt x="13246" y="744"/>
                  </a:cubicBezTo>
                  <a:cubicBezTo>
                    <a:pt x="13365" y="744"/>
                    <a:pt x="13365" y="744"/>
                    <a:pt x="13365" y="744"/>
                  </a:cubicBezTo>
                  <a:cubicBezTo>
                    <a:pt x="13246" y="744"/>
                    <a:pt x="13246" y="744"/>
                    <a:pt x="13246" y="744"/>
                  </a:cubicBezTo>
                  <a:close/>
                  <a:moveTo>
                    <a:pt x="13127" y="868"/>
                  </a:moveTo>
                  <a:cubicBezTo>
                    <a:pt x="13127" y="868"/>
                    <a:pt x="13127" y="868"/>
                    <a:pt x="13127" y="868"/>
                  </a:cubicBezTo>
                  <a:cubicBezTo>
                    <a:pt x="13127" y="744"/>
                    <a:pt x="13127" y="744"/>
                    <a:pt x="13127" y="744"/>
                  </a:cubicBezTo>
                  <a:cubicBezTo>
                    <a:pt x="13127" y="868"/>
                    <a:pt x="13127" y="868"/>
                    <a:pt x="13127" y="868"/>
                  </a:cubicBezTo>
                  <a:close/>
                  <a:moveTo>
                    <a:pt x="12888" y="993"/>
                  </a:moveTo>
                  <a:cubicBezTo>
                    <a:pt x="12888" y="868"/>
                    <a:pt x="12888" y="868"/>
                    <a:pt x="12888" y="868"/>
                  </a:cubicBezTo>
                  <a:cubicBezTo>
                    <a:pt x="13007" y="868"/>
                    <a:pt x="13007" y="868"/>
                    <a:pt x="13007" y="868"/>
                  </a:cubicBezTo>
                  <a:cubicBezTo>
                    <a:pt x="13127" y="868"/>
                    <a:pt x="13127" y="868"/>
                    <a:pt x="13127" y="868"/>
                  </a:cubicBezTo>
                  <a:cubicBezTo>
                    <a:pt x="13127" y="868"/>
                    <a:pt x="13127" y="868"/>
                    <a:pt x="13127" y="868"/>
                  </a:cubicBezTo>
                  <a:cubicBezTo>
                    <a:pt x="13007" y="868"/>
                    <a:pt x="13007" y="868"/>
                    <a:pt x="13007" y="868"/>
                  </a:cubicBezTo>
                  <a:cubicBezTo>
                    <a:pt x="12888" y="993"/>
                    <a:pt x="12888" y="993"/>
                    <a:pt x="12888" y="993"/>
                  </a:cubicBezTo>
                  <a:close/>
                  <a:moveTo>
                    <a:pt x="12769" y="993"/>
                  </a:moveTo>
                  <a:cubicBezTo>
                    <a:pt x="12769" y="993"/>
                    <a:pt x="12769" y="993"/>
                    <a:pt x="12769" y="993"/>
                  </a:cubicBezTo>
                  <a:cubicBezTo>
                    <a:pt x="12888" y="993"/>
                    <a:pt x="12888" y="993"/>
                    <a:pt x="12888" y="993"/>
                  </a:cubicBezTo>
                  <a:cubicBezTo>
                    <a:pt x="12888" y="993"/>
                    <a:pt x="12888" y="993"/>
                    <a:pt x="12888" y="993"/>
                  </a:cubicBezTo>
                  <a:cubicBezTo>
                    <a:pt x="12769" y="993"/>
                    <a:pt x="12769" y="993"/>
                    <a:pt x="12769" y="993"/>
                  </a:cubicBezTo>
                  <a:close/>
                  <a:moveTo>
                    <a:pt x="11456" y="620"/>
                  </a:moveTo>
                  <a:cubicBezTo>
                    <a:pt x="11337" y="496"/>
                    <a:pt x="11337" y="496"/>
                    <a:pt x="11337" y="496"/>
                  </a:cubicBezTo>
                  <a:cubicBezTo>
                    <a:pt x="11337" y="496"/>
                    <a:pt x="11337" y="496"/>
                    <a:pt x="11337" y="496"/>
                  </a:cubicBezTo>
                  <a:cubicBezTo>
                    <a:pt x="11456" y="372"/>
                    <a:pt x="11456" y="372"/>
                    <a:pt x="11456" y="372"/>
                  </a:cubicBezTo>
                  <a:cubicBezTo>
                    <a:pt x="11456" y="496"/>
                    <a:pt x="11456" y="496"/>
                    <a:pt x="11456" y="496"/>
                  </a:cubicBezTo>
                  <a:cubicBezTo>
                    <a:pt x="11456" y="620"/>
                    <a:pt x="11456" y="620"/>
                    <a:pt x="11456" y="620"/>
                  </a:cubicBezTo>
                  <a:close/>
                  <a:moveTo>
                    <a:pt x="10262" y="496"/>
                  </a:moveTo>
                  <a:cubicBezTo>
                    <a:pt x="10262" y="620"/>
                    <a:pt x="10262" y="620"/>
                    <a:pt x="10262" y="620"/>
                  </a:cubicBezTo>
                  <a:cubicBezTo>
                    <a:pt x="10382" y="744"/>
                    <a:pt x="10382" y="744"/>
                    <a:pt x="10382" y="744"/>
                  </a:cubicBezTo>
                  <a:cubicBezTo>
                    <a:pt x="10382" y="868"/>
                    <a:pt x="10382" y="868"/>
                    <a:pt x="10382" y="868"/>
                  </a:cubicBezTo>
                  <a:cubicBezTo>
                    <a:pt x="10620" y="868"/>
                    <a:pt x="10620" y="868"/>
                    <a:pt x="10620" y="868"/>
                  </a:cubicBezTo>
                  <a:cubicBezTo>
                    <a:pt x="10740" y="744"/>
                    <a:pt x="10740" y="744"/>
                    <a:pt x="10740" y="744"/>
                  </a:cubicBezTo>
                  <a:cubicBezTo>
                    <a:pt x="10740" y="744"/>
                    <a:pt x="10740" y="744"/>
                    <a:pt x="10740" y="744"/>
                  </a:cubicBezTo>
                  <a:cubicBezTo>
                    <a:pt x="10859" y="744"/>
                    <a:pt x="10859" y="744"/>
                    <a:pt x="10859" y="744"/>
                  </a:cubicBezTo>
                  <a:cubicBezTo>
                    <a:pt x="10859" y="620"/>
                    <a:pt x="10859" y="620"/>
                    <a:pt x="10859" y="620"/>
                  </a:cubicBezTo>
                  <a:cubicBezTo>
                    <a:pt x="10859" y="620"/>
                    <a:pt x="10859" y="620"/>
                    <a:pt x="10859" y="620"/>
                  </a:cubicBezTo>
                  <a:cubicBezTo>
                    <a:pt x="10740" y="496"/>
                    <a:pt x="10740" y="496"/>
                    <a:pt x="10740" y="496"/>
                  </a:cubicBezTo>
                  <a:cubicBezTo>
                    <a:pt x="10740" y="496"/>
                    <a:pt x="10740" y="496"/>
                    <a:pt x="10740" y="496"/>
                  </a:cubicBezTo>
                  <a:cubicBezTo>
                    <a:pt x="10620" y="620"/>
                    <a:pt x="10620" y="620"/>
                    <a:pt x="10620" y="620"/>
                  </a:cubicBezTo>
                  <a:cubicBezTo>
                    <a:pt x="10501" y="620"/>
                    <a:pt x="10501" y="620"/>
                    <a:pt x="10501" y="620"/>
                  </a:cubicBezTo>
                  <a:cubicBezTo>
                    <a:pt x="10501" y="620"/>
                    <a:pt x="10501" y="620"/>
                    <a:pt x="10501" y="620"/>
                  </a:cubicBezTo>
                  <a:cubicBezTo>
                    <a:pt x="10382" y="620"/>
                    <a:pt x="10382" y="620"/>
                    <a:pt x="10382" y="620"/>
                  </a:cubicBezTo>
                  <a:cubicBezTo>
                    <a:pt x="10382" y="620"/>
                    <a:pt x="10382" y="620"/>
                    <a:pt x="10382" y="620"/>
                  </a:cubicBezTo>
                  <a:cubicBezTo>
                    <a:pt x="10382" y="620"/>
                    <a:pt x="10382" y="620"/>
                    <a:pt x="10382" y="620"/>
                  </a:cubicBezTo>
                  <a:cubicBezTo>
                    <a:pt x="10262" y="496"/>
                    <a:pt x="10262" y="496"/>
                    <a:pt x="10262" y="496"/>
                  </a:cubicBezTo>
                  <a:cubicBezTo>
                    <a:pt x="10262" y="496"/>
                    <a:pt x="10262" y="496"/>
                    <a:pt x="10262" y="496"/>
                  </a:cubicBezTo>
                  <a:cubicBezTo>
                    <a:pt x="10262" y="496"/>
                    <a:pt x="10262" y="496"/>
                    <a:pt x="10262" y="496"/>
                  </a:cubicBezTo>
                  <a:close/>
                  <a:moveTo>
                    <a:pt x="10262" y="620"/>
                  </a:moveTo>
                  <a:cubicBezTo>
                    <a:pt x="10262" y="744"/>
                    <a:pt x="10262" y="744"/>
                    <a:pt x="10262" y="744"/>
                  </a:cubicBezTo>
                  <a:cubicBezTo>
                    <a:pt x="10382" y="744"/>
                    <a:pt x="10382" y="744"/>
                    <a:pt x="10382" y="744"/>
                  </a:cubicBezTo>
                  <a:cubicBezTo>
                    <a:pt x="10382" y="868"/>
                    <a:pt x="10382" y="868"/>
                    <a:pt x="10382" y="868"/>
                  </a:cubicBezTo>
                  <a:cubicBezTo>
                    <a:pt x="10262" y="744"/>
                    <a:pt x="10262" y="744"/>
                    <a:pt x="10262"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620"/>
                    <a:pt x="10143" y="620"/>
                    <a:pt x="10143" y="620"/>
                  </a:cubicBezTo>
                  <a:cubicBezTo>
                    <a:pt x="10143" y="620"/>
                    <a:pt x="10143" y="620"/>
                    <a:pt x="10143" y="620"/>
                  </a:cubicBezTo>
                  <a:cubicBezTo>
                    <a:pt x="10143" y="620"/>
                    <a:pt x="10143" y="620"/>
                    <a:pt x="10143" y="620"/>
                  </a:cubicBezTo>
                  <a:cubicBezTo>
                    <a:pt x="10262" y="620"/>
                    <a:pt x="10262" y="620"/>
                    <a:pt x="10262" y="620"/>
                  </a:cubicBezTo>
                  <a:close/>
                  <a:moveTo>
                    <a:pt x="6802" y="2731"/>
                  </a:moveTo>
                  <a:cubicBezTo>
                    <a:pt x="6921" y="2731"/>
                    <a:pt x="6921" y="2731"/>
                    <a:pt x="6921" y="2731"/>
                  </a:cubicBezTo>
                  <a:cubicBezTo>
                    <a:pt x="6921" y="2731"/>
                    <a:pt x="6921" y="2731"/>
                    <a:pt x="6921" y="2731"/>
                  </a:cubicBezTo>
                  <a:cubicBezTo>
                    <a:pt x="6921" y="2606"/>
                    <a:pt x="6921" y="2606"/>
                    <a:pt x="6921" y="2606"/>
                  </a:cubicBezTo>
                  <a:cubicBezTo>
                    <a:pt x="6921" y="2606"/>
                    <a:pt x="6802" y="2731"/>
                    <a:pt x="6802" y="2731"/>
                  </a:cubicBezTo>
                  <a:close/>
                  <a:moveTo>
                    <a:pt x="6802" y="3103"/>
                  </a:moveTo>
                  <a:cubicBezTo>
                    <a:pt x="6802" y="2979"/>
                    <a:pt x="6802" y="2979"/>
                    <a:pt x="6802" y="2979"/>
                  </a:cubicBezTo>
                  <a:cubicBezTo>
                    <a:pt x="6802" y="2855"/>
                    <a:pt x="6802" y="2855"/>
                    <a:pt x="6802" y="2855"/>
                  </a:cubicBezTo>
                  <a:cubicBezTo>
                    <a:pt x="6802" y="2979"/>
                    <a:pt x="6802" y="2979"/>
                    <a:pt x="6802" y="2979"/>
                  </a:cubicBezTo>
                  <a:cubicBezTo>
                    <a:pt x="6802" y="3103"/>
                    <a:pt x="6802" y="3103"/>
                    <a:pt x="6802" y="3103"/>
                  </a:cubicBezTo>
                  <a:close/>
                  <a:moveTo>
                    <a:pt x="7279" y="2358"/>
                  </a:moveTo>
                  <a:cubicBezTo>
                    <a:pt x="7279" y="2358"/>
                    <a:pt x="7279" y="2358"/>
                    <a:pt x="7279" y="2358"/>
                  </a:cubicBezTo>
                  <a:cubicBezTo>
                    <a:pt x="7279" y="2234"/>
                    <a:pt x="7279" y="2234"/>
                    <a:pt x="7279" y="2234"/>
                  </a:cubicBezTo>
                  <a:cubicBezTo>
                    <a:pt x="7279" y="2234"/>
                    <a:pt x="7279" y="2234"/>
                    <a:pt x="7279" y="2234"/>
                  </a:cubicBezTo>
                  <a:cubicBezTo>
                    <a:pt x="7279" y="2358"/>
                    <a:pt x="7279" y="2358"/>
                    <a:pt x="7279" y="2358"/>
                  </a:cubicBezTo>
                  <a:close/>
                  <a:moveTo>
                    <a:pt x="1670" y="5710"/>
                  </a:moveTo>
                  <a:cubicBezTo>
                    <a:pt x="1670" y="5710"/>
                    <a:pt x="1670" y="5710"/>
                    <a:pt x="1670" y="5710"/>
                  </a:cubicBezTo>
                  <a:cubicBezTo>
                    <a:pt x="1790" y="5586"/>
                    <a:pt x="1790" y="5586"/>
                    <a:pt x="1790" y="5586"/>
                  </a:cubicBezTo>
                  <a:cubicBezTo>
                    <a:pt x="1790" y="5710"/>
                    <a:pt x="1790" y="5710"/>
                    <a:pt x="1790" y="5710"/>
                  </a:cubicBezTo>
                  <a:cubicBezTo>
                    <a:pt x="1670" y="5710"/>
                    <a:pt x="1670" y="5710"/>
                    <a:pt x="1670" y="5710"/>
                  </a:cubicBezTo>
                  <a:close/>
                  <a:moveTo>
                    <a:pt x="119" y="8317"/>
                  </a:moveTo>
                  <a:cubicBezTo>
                    <a:pt x="119" y="8068"/>
                    <a:pt x="119" y="8068"/>
                    <a:pt x="119" y="8068"/>
                  </a:cubicBezTo>
                  <a:cubicBezTo>
                    <a:pt x="119" y="8193"/>
                    <a:pt x="119" y="8193"/>
                    <a:pt x="119" y="8193"/>
                  </a:cubicBezTo>
                  <a:cubicBezTo>
                    <a:pt x="119" y="8193"/>
                    <a:pt x="119" y="8317"/>
                    <a:pt x="119" y="8317"/>
                  </a:cubicBezTo>
                  <a:close/>
                  <a:moveTo>
                    <a:pt x="119" y="8689"/>
                  </a:moveTo>
                  <a:cubicBezTo>
                    <a:pt x="0" y="8565"/>
                    <a:pt x="0" y="8565"/>
                    <a:pt x="0" y="8565"/>
                  </a:cubicBezTo>
                  <a:cubicBezTo>
                    <a:pt x="119" y="8441"/>
                    <a:pt x="119" y="8441"/>
                    <a:pt x="119" y="8441"/>
                  </a:cubicBezTo>
                  <a:cubicBezTo>
                    <a:pt x="119" y="8565"/>
                    <a:pt x="119" y="8565"/>
                    <a:pt x="119" y="8565"/>
                  </a:cubicBezTo>
                  <a:cubicBezTo>
                    <a:pt x="119" y="8689"/>
                    <a:pt x="119" y="8689"/>
                    <a:pt x="119" y="8689"/>
                  </a:cubicBezTo>
                  <a:close/>
                  <a:moveTo>
                    <a:pt x="11814" y="15144"/>
                  </a:moveTo>
                  <a:cubicBezTo>
                    <a:pt x="11814" y="15268"/>
                    <a:pt x="11814" y="15268"/>
                    <a:pt x="11814" y="15268"/>
                  </a:cubicBezTo>
                  <a:cubicBezTo>
                    <a:pt x="11814" y="15268"/>
                    <a:pt x="11814" y="15268"/>
                    <a:pt x="11814" y="15268"/>
                  </a:cubicBezTo>
                  <a:cubicBezTo>
                    <a:pt x="11933" y="15268"/>
                    <a:pt x="11933" y="15268"/>
                    <a:pt x="11933" y="15268"/>
                  </a:cubicBezTo>
                  <a:cubicBezTo>
                    <a:pt x="11814" y="15393"/>
                    <a:pt x="11814" y="15393"/>
                    <a:pt x="11814" y="15393"/>
                  </a:cubicBezTo>
                  <a:cubicBezTo>
                    <a:pt x="11933" y="15393"/>
                    <a:pt x="11933" y="15393"/>
                    <a:pt x="11933" y="15393"/>
                  </a:cubicBezTo>
                  <a:cubicBezTo>
                    <a:pt x="12053" y="15268"/>
                    <a:pt x="12053" y="15268"/>
                    <a:pt x="12053" y="15268"/>
                  </a:cubicBezTo>
                  <a:cubicBezTo>
                    <a:pt x="12053" y="15393"/>
                    <a:pt x="12053" y="15393"/>
                    <a:pt x="12053" y="15393"/>
                  </a:cubicBezTo>
                  <a:cubicBezTo>
                    <a:pt x="12053" y="15393"/>
                    <a:pt x="12053" y="15393"/>
                    <a:pt x="12053" y="15393"/>
                  </a:cubicBezTo>
                  <a:cubicBezTo>
                    <a:pt x="11814" y="15393"/>
                    <a:pt x="11814" y="15393"/>
                    <a:pt x="11814" y="15393"/>
                  </a:cubicBezTo>
                  <a:cubicBezTo>
                    <a:pt x="11814" y="15393"/>
                    <a:pt x="11814" y="15393"/>
                    <a:pt x="11814" y="15393"/>
                  </a:cubicBezTo>
                  <a:cubicBezTo>
                    <a:pt x="11695" y="15393"/>
                    <a:pt x="11695" y="15393"/>
                    <a:pt x="11695" y="15393"/>
                  </a:cubicBezTo>
                  <a:cubicBezTo>
                    <a:pt x="11695" y="15517"/>
                    <a:pt x="11695" y="15517"/>
                    <a:pt x="11695" y="15517"/>
                  </a:cubicBezTo>
                  <a:cubicBezTo>
                    <a:pt x="11695" y="15517"/>
                    <a:pt x="11695" y="15517"/>
                    <a:pt x="11695" y="15517"/>
                  </a:cubicBezTo>
                  <a:cubicBezTo>
                    <a:pt x="11695" y="15393"/>
                    <a:pt x="11695" y="15393"/>
                    <a:pt x="11695" y="15393"/>
                  </a:cubicBezTo>
                  <a:cubicBezTo>
                    <a:pt x="11575" y="15393"/>
                    <a:pt x="11575" y="15393"/>
                    <a:pt x="11575" y="15393"/>
                  </a:cubicBezTo>
                  <a:cubicBezTo>
                    <a:pt x="11456" y="15393"/>
                    <a:pt x="11456" y="15393"/>
                    <a:pt x="11456" y="15393"/>
                  </a:cubicBezTo>
                  <a:cubicBezTo>
                    <a:pt x="11456" y="15393"/>
                    <a:pt x="11456" y="15393"/>
                    <a:pt x="11456" y="15393"/>
                  </a:cubicBezTo>
                  <a:cubicBezTo>
                    <a:pt x="11337" y="15393"/>
                    <a:pt x="11337" y="15393"/>
                    <a:pt x="11337" y="15393"/>
                  </a:cubicBezTo>
                  <a:cubicBezTo>
                    <a:pt x="11217" y="15393"/>
                    <a:pt x="11217" y="15393"/>
                    <a:pt x="11217" y="15393"/>
                  </a:cubicBezTo>
                  <a:cubicBezTo>
                    <a:pt x="11217" y="15268"/>
                    <a:pt x="11217" y="15268"/>
                    <a:pt x="11217" y="15268"/>
                  </a:cubicBezTo>
                  <a:cubicBezTo>
                    <a:pt x="11337" y="15268"/>
                    <a:pt x="11337" y="15268"/>
                    <a:pt x="11337" y="15268"/>
                  </a:cubicBezTo>
                  <a:cubicBezTo>
                    <a:pt x="11695" y="15144"/>
                    <a:pt x="11695" y="15144"/>
                    <a:pt x="11695" y="15144"/>
                  </a:cubicBezTo>
                  <a:cubicBezTo>
                    <a:pt x="11695" y="15144"/>
                    <a:pt x="11695" y="15144"/>
                    <a:pt x="11695" y="15144"/>
                  </a:cubicBezTo>
                  <a:cubicBezTo>
                    <a:pt x="11814" y="15144"/>
                    <a:pt x="11814" y="15144"/>
                    <a:pt x="11814" y="15144"/>
                  </a:cubicBezTo>
                  <a:close/>
                  <a:moveTo>
                    <a:pt x="15275" y="17503"/>
                  </a:moveTo>
                  <a:cubicBezTo>
                    <a:pt x="15394" y="17503"/>
                    <a:pt x="15394" y="17503"/>
                    <a:pt x="15394" y="17503"/>
                  </a:cubicBezTo>
                  <a:cubicBezTo>
                    <a:pt x="15394" y="17503"/>
                    <a:pt x="15394" y="17503"/>
                    <a:pt x="15394" y="17503"/>
                  </a:cubicBezTo>
                  <a:cubicBezTo>
                    <a:pt x="15394" y="17627"/>
                    <a:pt x="15394" y="17627"/>
                    <a:pt x="15394" y="17627"/>
                  </a:cubicBezTo>
                  <a:cubicBezTo>
                    <a:pt x="15275" y="17503"/>
                    <a:pt x="15275" y="17503"/>
                    <a:pt x="15275" y="17503"/>
                  </a:cubicBezTo>
                  <a:close/>
                  <a:moveTo>
                    <a:pt x="15871" y="17875"/>
                  </a:moveTo>
                  <a:cubicBezTo>
                    <a:pt x="15871" y="17875"/>
                    <a:pt x="15871" y="17875"/>
                    <a:pt x="15871" y="17875"/>
                  </a:cubicBezTo>
                  <a:cubicBezTo>
                    <a:pt x="15871" y="17875"/>
                    <a:pt x="15871" y="17875"/>
                    <a:pt x="15871" y="17875"/>
                  </a:cubicBezTo>
                  <a:cubicBezTo>
                    <a:pt x="15871" y="17875"/>
                    <a:pt x="15871" y="17875"/>
                    <a:pt x="15871" y="17875"/>
                  </a:cubicBezTo>
                  <a:close/>
                  <a:moveTo>
                    <a:pt x="14559" y="19241"/>
                  </a:moveTo>
                  <a:cubicBezTo>
                    <a:pt x="14559" y="19241"/>
                    <a:pt x="14559" y="19241"/>
                    <a:pt x="14559" y="19241"/>
                  </a:cubicBezTo>
                  <a:cubicBezTo>
                    <a:pt x="14678" y="19241"/>
                    <a:pt x="14678" y="19241"/>
                    <a:pt x="14678" y="19241"/>
                  </a:cubicBezTo>
                  <a:cubicBezTo>
                    <a:pt x="14678" y="19241"/>
                    <a:pt x="14678" y="19241"/>
                    <a:pt x="14678" y="19241"/>
                  </a:cubicBezTo>
                  <a:cubicBezTo>
                    <a:pt x="14678" y="19117"/>
                    <a:pt x="14678" y="19117"/>
                    <a:pt x="14678" y="19117"/>
                  </a:cubicBezTo>
                  <a:cubicBezTo>
                    <a:pt x="14559" y="19241"/>
                    <a:pt x="14559" y="19241"/>
                    <a:pt x="14559" y="19241"/>
                  </a:cubicBezTo>
                  <a:close/>
                  <a:moveTo>
                    <a:pt x="14559" y="18993"/>
                  </a:moveTo>
                  <a:cubicBezTo>
                    <a:pt x="14559" y="19117"/>
                    <a:pt x="14559" y="19117"/>
                    <a:pt x="14559" y="19117"/>
                  </a:cubicBezTo>
                  <a:cubicBezTo>
                    <a:pt x="14678" y="19117"/>
                    <a:pt x="14678" y="19117"/>
                    <a:pt x="14678" y="19117"/>
                  </a:cubicBezTo>
                  <a:cubicBezTo>
                    <a:pt x="14678" y="18993"/>
                    <a:pt x="14678" y="18993"/>
                    <a:pt x="14678" y="18993"/>
                  </a:cubicBezTo>
                  <a:cubicBezTo>
                    <a:pt x="14559" y="18993"/>
                    <a:pt x="14559" y="18993"/>
                    <a:pt x="14559" y="18993"/>
                  </a:cubicBezTo>
                  <a:close/>
                  <a:moveTo>
                    <a:pt x="14559" y="19117"/>
                  </a:moveTo>
                  <a:cubicBezTo>
                    <a:pt x="14439" y="19117"/>
                    <a:pt x="14439" y="19117"/>
                    <a:pt x="14439" y="19117"/>
                  </a:cubicBezTo>
                  <a:cubicBezTo>
                    <a:pt x="14439" y="18993"/>
                    <a:pt x="14439" y="18993"/>
                    <a:pt x="14439" y="18993"/>
                  </a:cubicBezTo>
                  <a:cubicBezTo>
                    <a:pt x="14559" y="18993"/>
                    <a:pt x="14559" y="18993"/>
                    <a:pt x="14559" y="18993"/>
                  </a:cubicBezTo>
                  <a:cubicBezTo>
                    <a:pt x="14559" y="19117"/>
                    <a:pt x="14559" y="19117"/>
                    <a:pt x="14559" y="19117"/>
                  </a:cubicBezTo>
                  <a:cubicBezTo>
                    <a:pt x="14559" y="19117"/>
                    <a:pt x="14559" y="19117"/>
                    <a:pt x="14559" y="19117"/>
                  </a:cubicBezTo>
                  <a:close/>
                  <a:moveTo>
                    <a:pt x="14201" y="18744"/>
                  </a:moveTo>
                  <a:cubicBezTo>
                    <a:pt x="14201" y="18744"/>
                    <a:pt x="14201" y="18744"/>
                    <a:pt x="14201" y="18744"/>
                  </a:cubicBezTo>
                  <a:cubicBezTo>
                    <a:pt x="14201" y="18620"/>
                    <a:pt x="14201" y="18620"/>
                    <a:pt x="14201" y="18620"/>
                  </a:cubicBezTo>
                  <a:cubicBezTo>
                    <a:pt x="14201" y="18496"/>
                    <a:pt x="14201" y="18496"/>
                    <a:pt x="14201" y="18496"/>
                  </a:cubicBezTo>
                  <a:cubicBezTo>
                    <a:pt x="14201" y="18496"/>
                    <a:pt x="14201" y="18496"/>
                    <a:pt x="14201" y="18496"/>
                  </a:cubicBezTo>
                  <a:cubicBezTo>
                    <a:pt x="14320" y="18372"/>
                    <a:pt x="14320" y="18372"/>
                    <a:pt x="14320" y="18372"/>
                  </a:cubicBezTo>
                  <a:cubicBezTo>
                    <a:pt x="14320" y="18372"/>
                    <a:pt x="14320" y="18372"/>
                    <a:pt x="14320" y="18372"/>
                  </a:cubicBezTo>
                  <a:cubicBezTo>
                    <a:pt x="14439" y="18372"/>
                    <a:pt x="14439" y="18372"/>
                    <a:pt x="14439" y="18372"/>
                  </a:cubicBezTo>
                  <a:cubicBezTo>
                    <a:pt x="14439" y="18496"/>
                    <a:pt x="14439" y="18496"/>
                    <a:pt x="14439" y="18496"/>
                  </a:cubicBezTo>
                  <a:cubicBezTo>
                    <a:pt x="14439" y="18620"/>
                    <a:pt x="14439" y="18620"/>
                    <a:pt x="14439" y="18620"/>
                  </a:cubicBezTo>
                  <a:cubicBezTo>
                    <a:pt x="14320" y="18620"/>
                    <a:pt x="14320" y="18620"/>
                    <a:pt x="14320" y="18620"/>
                  </a:cubicBezTo>
                  <a:cubicBezTo>
                    <a:pt x="14320" y="18744"/>
                    <a:pt x="14320" y="18744"/>
                    <a:pt x="14320" y="18744"/>
                  </a:cubicBezTo>
                  <a:cubicBezTo>
                    <a:pt x="14201" y="18744"/>
                    <a:pt x="14201" y="18744"/>
                    <a:pt x="14201" y="18744"/>
                  </a:cubicBezTo>
                  <a:cubicBezTo>
                    <a:pt x="14201" y="18744"/>
                    <a:pt x="14201" y="18744"/>
                    <a:pt x="14201" y="18744"/>
                  </a:cubicBezTo>
                  <a:close/>
                  <a:moveTo>
                    <a:pt x="16229" y="18993"/>
                  </a:moveTo>
                  <a:cubicBezTo>
                    <a:pt x="16468" y="18868"/>
                    <a:pt x="16468" y="18868"/>
                    <a:pt x="16468" y="18868"/>
                  </a:cubicBezTo>
                  <a:cubicBezTo>
                    <a:pt x="16468" y="18868"/>
                    <a:pt x="16468" y="18868"/>
                    <a:pt x="16468" y="18868"/>
                  </a:cubicBezTo>
                  <a:cubicBezTo>
                    <a:pt x="16349" y="18620"/>
                    <a:pt x="16349" y="18620"/>
                    <a:pt x="16349" y="18620"/>
                  </a:cubicBezTo>
                  <a:cubicBezTo>
                    <a:pt x="16229" y="18744"/>
                    <a:pt x="16229" y="18744"/>
                    <a:pt x="16229" y="18744"/>
                  </a:cubicBezTo>
                  <a:cubicBezTo>
                    <a:pt x="16229" y="18744"/>
                    <a:pt x="16229" y="18744"/>
                    <a:pt x="16229" y="18744"/>
                  </a:cubicBezTo>
                  <a:cubicBezTo>
                    <a:pt x="16229" y="18868"/>
                    <a:pt x="16229" y="18868"/>
                    <a:pt x="16229" y="18868"/>
                  </a:cubicBezTo>
                  <a:cubicBezTo>
                    <a:pt x="16229" y="18993"/>
                    <a:pt x="16229" y="18993"/>
                    <a:pt x="16229" y="18993"/>
                  </a:cubicBezTo>
                  <a:cubicBezTo>
                    <a:pt x="16229" y="18993"/>
                    <a:pt x="16229" y="18993"/>
                    <a:pt x="16229" y="18993"/>
                  </a:cubicBezTo>
                  <a:close/>
                  <a:moveTo>
                    <a:pt x="16229" y="19117"/>
                  </a:moveTo>
                  <a:cubicBezTo>
                    <a:pt x="16229" y="19241"/>
                    <a:pt x="16229" y="19241"/>
                    <a:pt x="16229" y="19241"/>
                  </a:cubicBezTo>
                  <a:cubicBezTo>
                    <a:pt x="16349" y="19241"/>
                    <a:pt x="16349" y="19241"/>
                    <a:pt x="16349" y="19241"/>
                  </a:cubicBezTo>
                  <a:cubicBezTo>
                    <a:pt x="16468" y="19241"/>
                    <a:pt x="16468" y="19241"/>
                    <a:pt x="16468" y="19241"/>
                  </a:cubicBezTo>
                  <a:cubicBezTo>
                    <a:pt x="16468" y="19117"/>
                    <a:pt x="16468" y="19117"/>
                    <a:pt x="16468" y="19117"/>
                  </a:cubicBezTo>
                  <a:cubicBezTo>
                    <a:pt x="16349" y="19117"/>
                    <a:pt x="16349" y="19117"/>
                    <a:pt x="16349" y="19117"/>
                  </a:cubicBezTo>
                  <a:cubicBezTo>
                    <a:pt x="16229" y="19117"/>
                    <a:pt x="16229" y="19117"/>
                    <a:pt x="16229" y="19117"/>
                  </a:cubicBezTo>
                  <a:cubicBezTo>
                    <a:pt x="16229" y="19117"/>
                    <a:pt x="16229" y="19117"/>
                    <a:pt x="16229" y="19117"/>
                  </a:cubicBezTo>
                  <a:close/>
                  <a:moveTo>
                    <a:pt x="16229" y="19365"/>
                  </a:moveTo>
                  <a:cubicBezTo>
                    <a:pt x="16229" y="19365"/>
                    <a:pt x="16229" y="19365"/>
                    <a:pt x="16229" y="19365"/>
                  </a:cubicBezTo>
                  <a:cubicBezTo>
                    <a:pt x="16349" y="19241"/>
                    <a:pt x="16349" y="19241"/>
                    <a:pt x="16349" y="19241"/>
                  </a:cubicBezTo>
                  <a:cubicBezTo>
                    <a:pt x="16229" y="19365"/>
                    <a:pt x="16229" y="19365"/>
                    <a:pt x="16229" y="19365"/>
                  </a:cubicBezTo>
                  <a:close/>
                  <a:moveTo>
                    <a:pt x="15752" y="20979"/>
                  </a:moveTo>
                  <a:cubicBezTo>
                    <a:pt x="15752" y="20855"/>
                    <a:pt x="15752" y="20855"/>
                    <a:pt x="15752" y="20855"/>
                  </a:cubicBezTo>
                  <a:cubicBezTo>
                    <a:pt x="15752" y="20979"/>
                    <a:pt x="15752" y="20979"/>
                    <a:pt x="15752" y="20979"/>
                  </a:cubicBezTo>
                  <a:cubicBezTo>
                    <a:pt x="15752" y="20979"/>
                    <a:pt x="15752" y="20979"/>
                    <a:pt x="15752" y="20979"/>
                  </a:cubicBezTo>
                  <a:close/>
                  <a:moveTo>
                    <a:pt x="15155" y="21599"/>
                  </a:moveTo>
                  <a:cubicBezTo>
                    <a:pt x="15036" y="21475"/>
                    <a:pt x="15036" y="21475"/>
                    <a:pt x="15036" y="21475"/>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599"/>
                    <a:pt x="15155" y="21599"/>
                    <a:pt x="15155" y="21599"/>
                  </a:cubicBezTo>
                  <a:close/>
                  <a:moveTo>
                    <a:pt x="14439" y="21475"/>
                  </a:moveTo>
                  <a:cubicBezTo>
                    <a:pt x="14439" y="21351"/>
                    <a:pt x="14439" y="21351"/>
                    <a:pt x="14439" y="21351"/>
                  </a:cubicBezTo>
                  <a:cubicBezTo>
                    <a:pt x="14439" y="21351"/>
                    <a:pt x="14439" y="21351"/>
                    <a:pt x="14439" y="21351"/>
                  </a:cubicBezTo>
                  <a:cubicBezTo>
                    <a:pt x="14320" y="21351"/>
                    <a:pt x="14320" y="21351"/>
                    <a:pt x="14320" y="21351"/>
                  </a:cubicBezTo>
                  <a:cubicBezTo>
                    <a:pt x="14320" y="21227"/>
                    <a:pt x="14320" y="21227"/>
                    <a:pt x="14320" y="21227"/>
                  </a:cubicBezTo>
                  <a:cubicBezTo>
                    <a:pt x="14320" y="21103"/>
                    <a:pt x="14320" y="21103"/>
                    <a:pt x="14320" y="21103"/>
                  </a:cubicBezTo>
                  <a:cubicBezTo>
                    <a:pt x="14320" y="21103"/>
                    <a:pt x="14320" y="21103"/>
                    <a:pt x="14320" y="21103"/>
                  </a:cubicBezTo>
                  <a:cubicBezTo>
                    <a:pt x="14320" y="20855"/>
                    <a:pt x="14320" y="20855"/>
                    <a:pt x="14320" y="20855"/>
                  </a:cubicBezTo>
                  <a:cubicBezTo>
                    <a:pt x="14320" y="20731"/>
                    <a:pt x="14320" y="20731"/>
                    <a:pt x="14320" y="20731"/>
                  </a:cubicBezTo>
                  <a:cubicBezTo>
                    <a:pt x="14320" y="20731"/>
                    <a:pt x="14320" y="20731"/>
                    <a:pt x="14320" y="20731"/>
                  </a:cubicBezTo>
                  <a:cubicBezTo>
                    <a:pt x="14201" y="20482"/>
                    <a:pt x="14201" y="20482"/>
                    <a:pt x="14201" y="20482"/>
                  </a:cubicBezTo>
                  <a:cubicBezTo>
                    <a:pt x="14320" y="20482"/>
                    <a:pt x="14320" y="20482"/>
                    <a:pt x="14320" y="20482"/>
                  </a:cubicBezTo>
                  <a:cubicBezTo>
                    <a:pt x="14439" y="20482"/>
                    <a:pt x="14439" y="20482"/>
                    <a:pt x="14439" y="20482"/>
                  </a:cubicBezTo>
                  <a:cubicBezTo>
                    <a:pt x="14559" y="20482"/>
                    <a:pt x="14559" y="20482"/>
                    <a:pt x="14559" y="20482"/>
                  </a:cubicBezTo>
                  <a:cubicBezTo>
                    <a:pt x="14439" y="20482"/>
                    <a:pt x="14439" y="20482"/>
                    <a:pt x="14439" y="20482"/>
                  </a:cubicBezTo>
                  <a:cubicBezTo>
                    <a:pt x="14439" y="20358"/>
                    <a:pt x="14439" y="20358"/>
                    <a:pt x="14439" y="20358"/>
                  </a:cubicBezTo>
                  <a:cubicBezTo>
                    <a:pt x="14320" y="20358"/>
                    <a:pt x="14320" y="20358"/>
                    <a:pt x="14320" y="20358"/>
                  </a:cubicBezTo>
                  <a:cubicBezTo>
                    <a:pt x="14439" y="20234"/>
                    <a:pt x="14439" y="20234"/>
                    <a:pt x="14439" y="20234"/>
                  </a:cubicBezTo>
                  <a:cubicBezTo>
                    <a:pt x="14320" y="19986"/>
                    <a:pt x="14320" y="19986"/>
                    <a:pt x="14320" y="19986"/>
                  </a:cubicBezTo>
                  <a:cubicBezTo>
                    <a:pt x="14320" y="19862"/>
                    <a:pt x="14320" y="19862"/>
                    <a:pt x="14320" y="19862"/>
                  </a:cubicBezTo>
                  <a:cubicBezTo>
                    <a:pt x="14320" y="19737"/>
                    <a:pt x="14320" y="19737"/>
                    <a:pt x="14320" y="19737"/>
                  </a:cubicBezTo>
                  <a:cubicBezTo>
                    <a:pt x="14320" y="19489"/>
                    <a:pt x="14320" y="19489"/>
                    <a:pt x="14320" y="19489"/>
                  </a:cubicBezTo>
                  <a:cubicBezTo>
                    <a:pt x="14320" y="19365"/>
                    <a:pt x="14320" y="19365"/>
                    <a:pt x="14320" y="19365"/>
                  </a:cubicBezTo>
                  <a:cubicBezTo>
                    <a:pt x="14320" y="19365"/>
                    <a:pt x="14320" y="19365"/>
                    <a:pt x="14320" y="19365"/>
                  </a:cubicBezTo>
                  <a:cubicBezTo>
                    <a:pt x="14439" y="19241"/>
                    <a:pt x="14439" y="19241"/>
                    <a:pt x="14439" y="19241"/>
                  </a:cubicBezTo>
                  <a:cubicBezTo>
                    <a:pt x="14439" y="19241"/>
                    <a:pt x="14439" y="19241"/>
                    <a:pt x="14439" y="19241"/>
                  </a:cubicBezTo>
                  <a:cubicBezTo>
                    <a:pt x="14559" y="19241"/>
                    <a:pt x="14559" y="19241"/>
                    <a:pt x="14559" y="19241"/>
                  </a:cubicBezTo>
                  <a:cubicBezTo>
                    <a:pt x="14678" y="19365"/>
                    <a:pt x="14678" y="19365"/>
                    <a:pt x="14678" y="19365"/>
                  </a:cubicBezTo>
                  <a:cubicBezTo>
                    <a:pt x="14678" y="19365"/>
                    <a:pt x="14678" y="19365"/>
                    <a:pt x="14678" y="19365"/>
                  </a:cubicBezTo>
                  <a:cubicBezTo>
                    <a:pt x="14678" y="19365"/>
                    <a:pt x="14678" y="19365"/>
                    <a:pt x="14678" y="19365"/>
                  </a:cubicBezTo>
                  <a:cubicBezTo>
                    <a:pt x="14797" y="19241"/>
                    <a:pt x="14797" y="19241"/>
                    <a:pt x="14797" y="19241"/>
                  </a:cubicBezTo>
                  <a:cubicBezTo>
                    <a:pt x="14797" y="19365"/>
                    <a:pt x="14797" y="19365"/>
                    <a:pt x="14797" y="19365"/>
                  </a:cubicBezTo>
                  <a:cubicBezTo>
                    <a:pt x="14917" y="19489"/>
                    <a:pt x="14917" y="19489"/>
                    <a:pt x="14917" y="19489"/>
                  </a:cubicBezTo>
                  <a:cubicBezTo>
                    <a:pt x="15036" y="19613"/>
                    <a:pt x="15036" y="19613"/>
                    <a:pt x="15036" y="19613"/>
                  </a:cubicBezTo>
                  <a:cubicBezTo>
                    <a:pt x="15155" y="19737"/>
                    <a:pt x="15155" y="19737"/>
                    <a:pt x="15155" y="19737"/>
                  </a:cubicBezTo>
                  <a:cubicBezTo>
                    <a:pt x="15275" y="19613"/>
                    <a:pt x="15275" y="19613"/>
                    <a:pt x="15275" y="19613"/>
                  </a:cubicBezTo>
                  <a:cubicBezTo>
                    <a:pt x="15394" y="19613"/>
                    <a:pt x="15394" y="19613"/>
                    <a:pt x="15394" y="19613"/>
                  </a:cubicBezTo>
                  <a:cubicBezTo>
                    <a:pt x="15394" y="19737"/>
                    <a:pt x="15394" y="19737"/>
                    <a:pt x="15394" y="19737"/>
                  </a:cubicBezTo>
                  <a:cubicBezTo>
                    <a:pt x="15394" y="19613"/>
                    <a:pt x="15394" y="19613"/>
                    <a:pt x="15394" y="19613"/>
                  </a:cubicBezTo>
                  <a:cubicBezTo>
                    <a:pt x="15513" y="19613"/>
                    <a:pt x="15513" y="19613"/>
                    <a:pt x="15513" y="19613"/>
                  </a:cubicBezTo>
                  <a:cubicBezTo>
                    <a:pt x="15871" y="19613"/>
                    <a:pt x="15871" y="19613"/>
                    <a:pt x="15871" y="19613"/>
                  </a:cubicBezTo>
                  <a:cubicBezTo>
                    <a:pt x="15871" y="19613"/>
                    <a:pt x="15871" y="19613"/>
                    <a:pt x="15871" y="19613"/>
                  </a:cubicBezTo>
                  <a:cubicBezTo>
                    <a:pt x="15991" y="19489"/>
                    <a:pt x="15991" y="19489"/>
                    <a:pt x="15991" y="19489"/>
                  </a:cubicBezTo>
                  <a:cubicBezTo>
                    <a:pt x="15991" y="19489"/>
                    <a:pt x="15991" y="19489"/>
                    <a:pt x="15991" y="19489"/>
                  </a:cubicBezTo>
                  <a:cubicBezTo>
                    <a:pt x="15991" y="19489"/>
                    <a:pt x="15991" y="19489"/>
                    <a:pt x="15991" y="19489"/>
                  </a:cubicBezTo>
                  <a:cubicBezTo>
                    <a:pt x="16110" y="19489"/>
                    <a:pt x="16110" y="19489"/>
                    <a:pt x="16110" y="19489"/>
                  </a:cubicBezTo>
                  <a:cubicBezTo>
                    <a:pt x="16110" y="19489"/>
                    <a:pt x="16110" y="19489"/>
                    <a:pt x="16110" y="19489"/>
                  </a:cubicBezTo>
                  <a:cubicBezTo>
                    <a:pt x="16229" y="19489"/>
                    <a:pt x="16229" y="19489"/>
                    <a:pt x="16229" y="19489"/>
                  </a:cubicBezTo>
                  <a:cubicBezTo>
                    <a:pt x="16229" y="19613"/>
                    <a:pt x="16229" y="19613"/>
                    <a:pt x="16229" y="19613"/>
                  </a:cubicBezTo>
                  <a:cubicBezTo>
                    <a:pt x="16229" y="19862"/>
                    <a:pt x="16229" y="19862"/>
                    <a:pt x="16229" y="19862"/>
                  </a:cubicBezTo>
                  <a:cubicBezTo>
                    <a:pt x="16110" y="19986"/>
                    <a:pt x="16110" y="19986"/>
                    <a:pt x="16110" y="19986"/>
                  </a:cubicBezTo>
                  <a:cubicBezTo>
                    <a:pt x="16110" y="20234"/>
                    <a:pt x="16110" y="20234"/>
                    <a:pt x="16110" y="20234"/>
                  </a:cubicBezTo>
                  <a:cubicBezTo>
                    <a:pt x="15991" y="20234"/>
                    <a:pt x="15991" y="20234"/>
                    <a:pt x="15991" y="20234"/>
                  </a:cubicBezTo>
                  <a:cubicBezTo>
                    <a:pt x="15991" y="20358"/>
                    <a:pt x="15991" y="20358"/>
                    <a:pt x="15991" y="20358"/>
                  </a:cubicBezTo>
                  <a:cubicBezTo>
                    <a:pt x="15991" y="20482"/>
                    <a:pt x="15991" y="20482"/>
                    <a:pt x="15991" y="20482"/>
                  </a:cubicBezTo>
                  <a:cubicBezTo>
                    <a:pt x="15991" y="20482"/>
                    <a:pt x="15991" y="20482"/>
                    <a:pt x="15991" y="20482"/>
                  </a:cubicBezTo>
                  <a:cubicBezTo>
                    <a:pt x="15991" y="20606"/>
                    <a:pt x="15991" y="20606"/>
                    <a:pt x="15991" y="20606"/>
                  </a:cubicBezTo>
                  <a:cubicBezTo>
                    <a:pt x="15991" y="20606"/>
                    <a:pt x="15991" y="20606"/>
                    <a:pt x="15991" y="20606"/>
                  </a:cubicBezTo>
                  <a:cubicBezTo>
                    <a:pt x="15871" y="20482"/>
                    <a:pt x="15871" y="20482"/>
                    <a:pt x="15871" y="20482"/>
                  </a:cubicBezTo>
                  <a:cubicBezTo>
                    <a:pt x="15871" y="20482"/>
                    <a:pt x="15871" y="20482"/>
                    <a:pt x="15871" y="20482"/>
                  </a:cubicBezTo>
                  <a:cubicBezTo>
                    <a:pt x="15752" y="20606"/>
                    <a:pt x="15752" y="20606"/>
                    <a:pt x="15752" y="20606"/>
                  </a:cubicBezTo>
                  <a:cubicBezTo>
                    <a:pt x="15752" y="20731"/>
                    <a:pt x="15752" y="20731"/>
                    <a:pt x="15752" y="20731"/>
                  </a:cubicBezTo>
                  <a:cubicBezTo>
                    <a:pt x="15752" y="20855"/>
                    <a:pt x="15752" y="20855"/>
                    <a:pt x="15752" y="20855"/>
                  </a:cubicBezTo>
                  <a:cubicBezTo>
                    <a:pt x="15633" y="20855"/>
                    <a:pt x="15633" y="20855"/>
                    <a:pt x="15633" y="20855"/>
                  </a:cubicBezTo>
                  <a:cubicBezTo>
                    <a:pt x="15633" y="20979"/>
                    <a:pt x="15633" y="20979"/>
                    <a:pt x="15633" y="20979"/>
                  </a:cubicBezTo>
                  <a:cubicBezTo>
                    <a:pt x="15513" y="20979"/>
                    <a:pt x="15513" y="20979"/>
                    <a:pt x="15513" y="20979"/>
                  </a:cubicBezTo>
                  <a:cubicBezTo>
                    <a:pt x="15633" y="21103"/>
                    <a:pt x="15633" y="21103"/>
                    <a:pt x="15633" y="21103"/>
                  </a:cubicBezTo>
                  <a:cubicBezTo>
                    <a:pt x="15633" y="21103"/>
                    <a:pt x="15633" y="21103"/>
                    <a:pt x="15633" y="21103"/>
                  </a:cubicBezTo>
                  <a:cubicBezTo>
                    <a:pt x="15513" y="21351"/>
                    <a:pt x="15513" y="21351"/>
                    <a:pt x="15513" y="21351"/>
                  </a:cubicBezTo>
                  <a:cubicBezTo>
                    <a:pt x="15513" y="21351"/>
                    <a:pt x="15513" y="21351"/>
                    <a:pt x="15513" y="21351"/>
                  </a:cubicBezTo>
                  <a:cubicBezTo>
                    <a:pt x="15394" y="21351"/>
                    <a:pt x="15394" y="21351"/>
                    <a:pt x="15394" y="21351"/>
                  </a:cubicBezTo>
                  <a:cubicBezTo>
                    <a:pt x="15394" y="21227"/>
                    <a:pt x="15394" y="21227"/>
                    <a:pt x="15394" y="21227"/>
                  </a:cubicBezTo>
                  <a:cubicBezTo>
                    <a:pt x="15513" y="21227"/>
                    <a:pt x="15513" y="21227"/>
                    <a:pt x="15513" y="21227"/>
                  </a:cubicBezTo>
                  <a:cubicBezTo>
                    <a:pt x="15513" y="21103"/>
                    <a:pt x="15513" y="21103"/>
                    <a:pt x="15513" y="21103"/>
                  </a:cubicBezTo>
                  <a:cubicBezTo>
                    <a:pt x="15513" y="21103"/>
                    <a:pt x="15513" y="21103"/>
                    <a:pt x="15513" y="21103"/>
                  </a:cubicBezTo>
                  <a:cubicBezTo>
                    <a:pt x="15394" y="21103"/>
                    <a:pt x="15394" y="21103"/>
                    <a:pt x="15394" y="21103"/>
                  </a:cubicBezTo>
                  <a:cubicBezTo>
                    <a:pt x="15275" y="21227"/>
                    <a:pt x="15275" y="21227"/>
                    <a:pt x="15275" y="21227"/>
                  </a:cubicBezTo>
                  <a:cubicBezTo>
                    <a:pt x="15275" y="21227"/>
                    <a:pt x="15275" y="21227"/>
                    <a:pt x="15275" y="21227"/>
                  </a:cubicBezTo>
                  <a:cubicBezTo>
                    <a:pt x="15275" y="21103"/>
                    <a:pt x="15275" y="21103"/>
                    <a:pt x="15275" y="21103"/>
                  </a:cubicBezTo>
                  <a:cubicBezTo>
                    <a:pt x="15155" y="21227"/>
                    <a:pt x="15155" y="21227"/>
                    <a:pt x="15155" y="21227"/>
                  </a:cubicBezTo>
                  <a:cubicBezTo>
                    <a:pt x="15155" y="21227"/>
                    <a:pt x="15155" y="21227"/>
                    <a:pt x="15155" y="21227"/>
                  </a:cubicBezTo>
                  <a:cubicBezTo>
                    <a:pt x="15036" y="21351"/>
                    <a:pt x="15036" y="21351"/>
                    <a:pt x="15036" y="21351"/>
                  </a:cubicBezTo>
                  <a:cubicBezTo>
                    <a:pt x="15036" y="21227"/>
                    <a:pt x="15036" y="21227"/>
                    <a:pt x="15036" y="21227"/>
                  </a:cubicBezTo>
                  <a:cubicBezTo>
                    <a:pt x="14917" y="21351"/>
                    <a:pt x="14917" y="21351"/>
                    <a:pt x="14917" y="21351"/>
                  </a:cubicBezTo>
                  <a:cubicBezTo>
                    <a:pt x="14917" y="21475"/>
                    <a:pt x="14917" y="21475"/>
                    <a:pt x="14917" y="21475"/>
                  </a:cubicBezTo>
                  <a:cubicBezTo>
                    <a:pt x="14797" y="21599"/>
                    <a:pt x="14797" y="21599"/>
                    <a:pt x="14797" y="21599"/>
                  </a:cubicBezTo>
                  <a:cubicBezTo>
                    <a:pt x="14797" y="21599"/>
                    <a:pt x="14797" y="21599"/>
                    <a:pt x="14797" y="21599"/>
                  </a:cubicBezTo>
                  <a:cubicBezTo>
                    <a:pt x="14678" y="21599"/>
                    <a:pt x="14678" y="21599"/>
                    <a:pt x="14678" y="21599"/>
                  </a:cubicBezTo>
                  <a:cubicBezTo>
                    <a:pt x="14678" y="21475"/>
                    <a:pt x="14678" y="21475"/>
                    <a:pt x="14678" y="21475"/>
                  </a:cubicBezTo>
                  <a:cubicBezTo>
                    <a:pt x="14678" y="21599"/>
                    <a:pt x="14678" y="21599"/>
                    <a:pt x="14678" y="21599"/>
                  </a:cubicBezTo>
                  <a:cubicBezTo>
                    <a:pt x="14559" y="21475"/>
                    <a:pt x="14559" y="21475"/>
                    <a:pt x="14559" y="21475"/>
                  </a:cubicBezTo>
                  <a:cubicBezTo>
                    <a:pt x="14439" y="21475"/>
                    <a:pt x="14439" y="21475"/>
                    <a:pt x="14439" y="21475"/>
                  </a:cubicBezTo>
                  <a:cubicBezTo>
                    <a:pt x="14439" y="21475"/>
                    <a:pt x="14439" y="21475"/>
                    <a:pt x="14439" y="21475"/>
                  </a:cubicBezTo>
                  <a:close/>
                  <a:moveTo>
                    <a:pt x="238" y="13655"/>
                  </a:moveTo>
                  <a:cubicBezTo>
                    <a:pt x="358" y="13779"/>
                    <a:pt x="358" y="13779"/>
                    <a:pt x="358" y="13779"/>
                  </a:cubicBezTo>
                  <a:cubicBezTo>
                    <a:pt x="477" y="13779"/>
                    <a:pt x="477" y="13779"/>
                    <a:pt x="477" y="13779"/>
                  </a:cubicBezTo>
                  <a:cubicBezTo>
                    <a:pt x="716" y="14027"/>
                    <a:pt x="716" y="14027"/>
                    <a:pt x="716" y="14027"/>
                  </a:cubicBezTo>
                  <a:cubicBezTo>
                    <a:pt x="716" y="14027"/>
                    <a:pt x="716" y="14027"/>
                    <a:pt x="716" y="14027"/>
                  </a:cubicBezTo>
                  <a:cubicBezTo>
                    <a:pt x="716" y="14151"/>
                    <a:pt x="716" y="14151"/>
                    <a:pt x="716" y="14151"/>
                  </a:cubicBezTo>
                  <a:cubicBezTo>
                    <a:pt x="835" y="14151"/>
                    <a:pt x="835" y="14151"/>
                    <a:pt x="835" y="14151"/>
                  </a:cubicBezTo>
                  <a:cubicBezTo>
                    <a:pt x="835" y="14151"/>
                    <a:pt x="835" y="14151"/>
                    <a:pt x="835" y="14151"/>
                  </a:cubicBezTo>
                  <a:cubicBezTo>
                    <a:pt x="1074" y="14151"/>
                    <a:pt x="1074" y="14151"/>
                    <a:pt x="1074" y="14151"/>
                  </a:cubicBezTo>
                  <a:cubicBezTo>
                    <a:pt x="1074" y="14151"/>
                    <a:pt x="1074" y="14151"/>
                    <a:pt x="1074" y="14151"/>
                  </a:cubicBezTo>
                  <a:cubicBezTo>
                    <a:pt x="1074" y="14275"/>
                    <a:pt x="1074" y="14275"/>
                    <a:pt x="1074" y="14275"/>
                  </a:cubicBezTo>
                  <a:cubicBezTo>
                    <a:pt x="1193" y="14275"/>
                    <a:pt x="1193" y="14275"/>
                    <a:pt x="1193" y="14275"/>
                  </a:cubicBezTo>
                  <a:cubicBezTo>
                    <a:pt x="1312" y="14275"/>
                    <a:pt x="1312" y="14275"/>
                    <a:pt x="1312" y="14275"/>
                  </a:cubicBezTo>
                  <a:cubicBezTo>
                    <a:pt x="1432" y="14275"/>
                    <a:pt x="1432" y="14275"/>
                    <a:pt x="1432" y="14275"/>
                  </a:cubicBezTo>
                  <a:cubicBezTo>
                    <a:pt x="1432" y="14275"/>
                    <a:pt x="1432" y="14275"/>
                    <a:pt x="1432" y="14275"/>
                  </a:cubicBezTo>
                  <a:cubicBezTo>
                    <a:pt x="1551" y="14275"/>
                    <a:pt x="1551" y="14275"/>
                    <a:pt x="1551" y="14275"/>
                  </a:cubicBezTo>
                  <a:cubicBezTo>
                    <a:pt x="1670" y="14275"/>
                    <a:pt x="1670" y="14275"/>
                    <a:pt x="1670" y="14275"/>
                  </a:cubicBezTo>
                  <a:cubicBezTo>
                    <a:pt x="1790" y="14275"/>
                    <a:pt x="1790" y="14275"/>
                    <a:pt x="1790" y="14275"/>
                  </a:cubicBezTo>
                  <a:cubicBezTo>
                    <a:pt x="1790" y="14151"/>
                    <a:pt x="1790" y="14151"/>
                    <a:pt x="1790" y="14151"/>
                  </a:cubicBezTo>
                  <a:cubicBezTo>
                    <a:pt x="1909" y="14151"/>
                    <a:pt x="1909" y="14151"/>
                    <a:pt x="1909" y="14151"/>
                  </a:cubicBezTo>
                  <a:cubicBezTo>
                    <a:pt x="1909" y="14027"/>
                    <a:pt x="1909" y="14027"/>
                    <a:pt x="1909" y="14027"/>
                  </a:cubicBezTo>
                  <a:cubicBezTo>
                    <a:pt x="2148" y="14027"/>
                    <a:pt x="2148" y="14027"/>
                    <a:pt x="2148" y="14027"/>
                  </a:cubicBezTo>
                  <a:cubicBezTo>
                    <a:pt x="2148" y="14027"/>
                    <a:pt x="2148" y="14027"/>
                    <a:pt x="2148" y="14027"/>
                  </a:cubicBezTo>
                  <a:cubicBezTo>
                    <a:pt x="2267" y="13903"/>
                    <a:pt x="2267" y="13903"/>
                    <a:pt x="2267" y="13903"/>
                  </a:cubicBezTo>
                  <a:cubicBezTo>
                    <a:pt x="2267" y="13903"/>
                    <a:pt x="2267" y="13903"/>
                    <a:pt x="2267" y="13903"/>
                  </a:cubicBezTo>
                  <a:cubicBezTo>
                    <a:pt x="2386" y="14027"/>
                    <a:pt x="2386" y="14027"/>
                    <a:pt x="2386" y="14027"/>
                  </a:cubicBezTo>
                  <a:cubicBezTo>
                    <a:pt x="2506" y="13903"/>
                    <a:pt x="2506" y="13903"/>
                    <a:pt x="2506" y="13903"/>
                  </a:cubicBezTo>
                  <a:cubicBezTo>
                    <a:pt x="2506" y="13903"/>
                    <a:pt x="2506" y="13903"/>
                    <a:pt x="2506" y="13903"/>
                  </a:cubicBezTo>
                  <a:cubicBezTo>
                    <a:pt x="2506" y="13903"/>
                    <a:pt x="2506" y="13903"/>
                    <a:pt x="2506" y="13903"/>
                  </a:cubicBezTo>
                  <a:cubicBezTo>
                    <a:pt x="2625" y="13779"/>
                    <a:pt x="2625" y="13779"/>
                    <a:pt x="2625" y="13779"/>
                  </a:cubicBezTo>
                  <a:cubicBezTo>
                    <a:pt x="2864" y="13531"/>
                    <a:pt x="2864" y="13531"/>
                    <a:pt x="2864" y="13531"/>
                  </a:cubicBezTo>
                  <a:cubicBezTo>
                    <a:pt x="2983" y="13655"/>
                    <a:pt x="2983" y="13655"/>
                    <a:pt x="2983" y="13655"/>
                  </a:cubicBezTo>
                  <a:cubicBezTo>
                    <a:pt x="3102" y="13655"/>
                    <a:pt x="3102" y="13655"/>
                    <a:pt x="3102" y="13655"/>
                  </a:cubicBezTo>
                  <a:cubicBezTo>
                    <a:pt x="3102" y="13531"/>
                    <a:pt x="3102" y="13531"/>
                    <a:pt x="3102" y="13531"/>
                  </a:cubicBezTo>
                  <a:cubicBezTo>
                    <a:pt x="3460" y="13531"/>
                    <a:pt x="3460" y="13531"/>
                    <a:pt x="3460" y="13531"/>
                  </a:cubicBezTo>
                  <a:cubicBezTo>
                    <a:pt x="3460" y="13531"/>
                    <a:pt x="3460" y="13531"/>
                    <a:pt x="3460" y="13531"/>
                  </a:cubicBezTo>
                  <a:cubicBezTo>
                    <a:pt x="3699" y="13531"/>
                    <a:pt x="3699" y="13531"/>
                    <a:pt x="3699" y="13531"/>
                  </a:cubicBezTo>
                  <a:cubicBezTo>
                    <a:pt x="3699" y="13531"/>
                    <a:pt x="3699" y="13531"/>
                    <a:pt x="3699" y="13531"/>
                  </a:cubicBezTo>
                  <a:cubicBezTo>
                    <a:pt x="3818" y="13531"/>
                    <a:pt x="3818" y="13531"/>
                    <a:pt x="3818" y="13531"/>
                  </a:cubicBezTo>
                  <a:cubicBezTo>
                    <a:pt x="3938" y="13531"/>
                    <a:pt x="3938" y="13531"/>
                    <a:pt x="3938" y="13531"/>
                  </a:cubicBezTo>
                  <a:cubicBezTo>
                    <a:pt x="3938" y="13655"/>
                    <a:pt x="3938" y="13655"/>
                    <a:pt x="3938" y="13655"/>
                  </a:cubicBezTo>
                  <a:cubicBezTo>
                    <a:pt x="4057" y="13655"/>
                    <a:pt x="4057" y="13655"/>
                    <a:pt x="4057" y="13655"/>
                  </a:cubicBezTo>
                  <a:cubicBezTo>
                    <a:pt x="4057" y="13655"/>
                    <a:pt x="4057" y="13655"/>
                    <a:pt x="4057" y="13655"/>
                  </a:cubicBezTo>
                  <a:cubicBezTo>
                    <a:pt x="4176" y="13655"/>
                    <a:pt x="4176" y="13655"/>
                    <a:pt x="4176" y="13655"/>
                  </a:cubicBezTo>
                  <a:cubicBezTo>
                    <a:pt x="4176" y="13655"/>
                    <a:pt x="4176" y="13655"/>
                    <a:pt x="4176" y="13655"/>
                  </a:cubicBezTo>
                  <a:cubicBezTo>
                    <a:pt x="4415" y="13655"/>
                    <a:pt x="4415" y="13655"/>
                    <a:pt x="4415" y="13655"/>
                  </a:cubicBezTo>
                  <a:cubicBezTo>
                    <a:pt x="4415" y="13655"/>
                    <a:pt x="4415" y="13655"/>
                    <a:pt x="4415" y="13655"/>
                  </a:cubicBezTo>
                  <a:cubicBezTo>
                    <a:pt x="4415" y="13655"/>
                    <a:pt x="4415" y="13655"/>
                    <a:pt x="4415" y="13655"/>
                  </a:cubicBezTo>
                  <a:cubicBezTo>
                    <a:pt x="4534" y="13655"/>
                    <a:pt x="4534" y="13655"/>
                    <a:pt x="4534" y="13655"/>
                  </a:cubicBezTo>
                  <a:cubicBezTo>
                    <a:pt x="4654" y="13655"/>
                    <a:pt x="4654" y="13655"/>
                    <a:pt x="4654" y="13655"/>
                  </a:cubicBezTo>
                  <a:cubicBezTo>
                    <a:pt x="4773" y="13531"/>
                    <a:pt x="4773" y="13531"/>
                    <a:pt x="4773" y="13531"/>
                  </a:cubicBezTo>
                  <a:cubicBezTo>
                    <a:pt x="4892" y="13406"/>
                    <a:pt x="4892" y="13406"/>
                    <a:pt x="4892" y="13406"/>
                  </a:cubicBezTo>
                  <a:cubicBezTo>
                    <a:pt x="4892" y="13406"/>
                    <a:pt x="4892" y="13406"/>
                    <a:pt x="4892" y="13406"/>
                  </a:cubicBezTo>
                  <a:cubicBezTo>
                    <a:pt x="5012" y="13282"/>
                    <a:pt x="5012" y="13282"/>
                    <a:pt x="5012" y="13282"/>
                  </a:cubicBezTo>
                  <a:cubicBezTo>
                    <a:pt x="5131" y="13158"/>
                    <a:pt x="5131" y="13158"/>
                    <a:pt x="5131" y="13158"/>
                  </a:cubicBezTo>
                  <a:cubicBezTo>
                    <a:pt x="5250" y="13034"/>
                    <a:pt x="5250" y="13034"/>
                    <a:pt x="5250" y="13034"/>
                  </a:cubicBezTo>
                  <a:cubicBezTo>
                    <a:pt x="5370" y="13034"/>
                    <a:pt x="5370" y="13034"/>
                    <a:pt x="5370" y="13034"/>
                  </a:cubicBezTo>
                  <a:cubicBezTo>
                    <a:pt x="5489" y="13034"/>
                    <a:pt x="5489" y="13034"/>
                    <a:pt x="5489" y="13034"/>
                  </a:cubicBezTo>
                  <a:cubicBezTo>
                    <a:pt x="5608" y="12910"/>
                    <a:pt x="5608" y="12910"/>
                    <a:pt x="5608" y="12910"/>
                  </a:cubicBezTo>
                  <a:cubicBezTo>
                    <a:pt x="5966" y="12786"/>
                    <a:pt x="5966" y="12786"/>
                    <a:pt x="5966" y="12786"/>
                  </a:cubicBezTo>
                  <a:cubicBezTo>
                    <a:pt x="6086" y="12662"/>
                    <a:pt x="6086" y="12662"/>
                    <a:pt x="6086" y="12662"/>
                  </a:cubicBezTo>
                  <a:cubicBezTo>
                    <a:pt x="6205" y="12662"/>
                    <a:pt x="6205" y="12662"/>
                    <a:pt x="6205" y="12662"/>
                  </a:cubicBezTo>
                  <a:cubicBezTo>
                    <a:pt x="6324" y="12662"/>
                    <a:pt x="6324" y="12662"/>
                    <a:pt x="6324" y="12662"/>
                  </a:cubicBezTo>
                  <a:cubicBezTo>
                    <a:pt x="6324" y="12662"/>
                    <a:pt x="6324" y="12662"/>
                    <a:pt x="6324" y="12662"/>
                  </a:cubicBezTo>
                  <a:cubicBezTo>
                    <a:pt x="6563" y="12662"/>
                    <a:pt x="6563" y="12662"/>
                    <a:pt x="6563" y="12662"/>
                  </a:cubicBezTo>
                  <a:cubicBezTo>
                    <a:pt x="6682" y="12662"/>
                    <a:pt x="6682" y="12662"/>
                    <a:pt x="6682" y="12662"/>
                  </a:cubicBezTo>
                  <a:cubicBezTo>
                    <a:pt x="6802" y="12662"/>
                    <a:pt x="6802" y="12662"/>
                    <a:pt x="6802" y="12662"/>
                  </a:cubicBezTo>
                  <a:cubicBezTo>
                    <a:pt x="6921" y="12662"/>
                    <a:pt x="6921" y="12662"/>
                    <a:pt x="6921" y="12662"/>
                  </a:cubicBezTo>
                  <a:cubicBezTo>
                    <a:pt x="7279" y="12537"/>
                    <a:pt x="7279" y="12537"/>
                    <a:pt x="7279" y="12537"/>
                  </a:cubicBezTo>
                  <a:cubicBezTo>
                    <a:pt x="7398" y="12537"/>
                    <a:pt x="7398" y="12537"/>
                    <a:pt x="7398" y="12537"/>
                  </a:cubicBezTo>
                  <a:cubicBezTo>
                    <a:pt x="7518" y="12413"/>
                    <a:pt x="7518" y="12413"/>
                    <a:pt x="7518" y="12413"/>
                  </a:cubicBezTo>
                  <a:cubicBezTo>
                    <a:pt x="7637" y="12413"/>
                    <a:pt x="7637" y="12413"/>
                    <a:pt x="7637" y="12413"/>
                  </a:cubicBezTo>
                  <a:cubicBezTo>
                    <a:pt x="7756" y="12289"/>
                    <a:pt x="7756" y="12289"/>
                    <a:pt x="7756" y="12289"/>
                  </a:cubicBezTo>
                  <a:cubicBezTo>
                    <a:pt x="7995" y="12289"/>
                    <a:pt x="7995" y="12289"/>
                    <a:pt x="7995" y="12289"/>
                  </a:cubicBezTo>
                  <a:cubicBezTo>
                    <a:pt x="8592" y="12289"/>
                    <a:pt x="8592" y="12289"/>
                    <a:pt x="8592" y="12289"/>
                  </a:cubicBezTo>
                  <a:cubicBezTo>
                    <a:pt x="8830" y="12289"/>
                    <a:pt x="8830" y="12289"/>
                    <a:pt x="8830" y="12289"/>
                  </a:cubicBezTo>
                  <a:cubicBezTo>
                    <a:pt x="8950" y="12289"/>
                    <a:pt x="8950" y="12289"/>
                    <a:pt x="8950" y="12289"/>
                  </a:cubicBezTo>
                  <a:cubicBezTo>
                    <a:pt x="9069" y="12289"/>
                    <a:pt x="9069" y="12289"/>
                    <a:pt x="9069" y="12289"/>
                  </a:cubicBezTo>
                  <a:cubicBezTo>
                    <a:pt x="9188" y="12289"/>
                    <a:pt x="9188" y="12289"/>
                    <a:pt x="9188" y="12289"/>
                  </a:cubicBezTo>
                  <a:cubicBezTo>
                    <a:pt x="9308" y="12413"/>
                    <a:pt x="9308" y="12413"/>
                    <a:pt x="9308" y="12413"/>
                  </a:cubicBezTo>
                  <a:cubicBezTo>
                    <a:pt x="9427" y="12662"/>
                    <a:pt x="9427" y="12662"/>
                    <a:pt x="9427" y="12662"/>
                  </a:cubicBezTo>
                  <a:cubicBezTo>
                    <a:pt x="9546" y="12662"/>
                    <a:pt x="9546" y="12662"/>
                    <a:pt x="9546" y="12662"/>
                  </a:cubicBezTo>
                  <a:cubicBezTo>
                    <a:pt x="9666" y="12662"/>
                    <a:pt x="9666" y="12662"/>
                    <a:pt x="9666" y="12662"/>
                  </a:cubicBezTo>
                  <a:cubicBezTo>
                    <a:pt x="9666" y="12537"/>
                    <a:pt x="9666" y="12537"/>
                    <a:pt x="9666" y="12537"/>
                  </a:cubicBezTo>
                  <a:cubicBezTo>
                    <a:pt x="9785" y="12662"/>
                    <a:pt x="9785" y="12662"/>
                    <a:pt x="9785" y="12662"/>
                  </a:cubicBezTo>
                  <a:cubicBezTo>
                    <a:pt x="9785" y="12662"/>
                    <a:pt x="9785" y="12662"/>
                    <a:pt x="9785" y="12662"/>
                  </a:cubicBezTo>
                  <a:cubicBezTo>
                    <a:pt x="9904" y="12662"/>
                    <a:pt x="9904" y="12662"/>
                    <a:pt x="9904" y="12662"/>
                  </a:cubicBezTo>
                  <a:cubicBezTo>
                    <a:pt x="10024" y="12786"/>
                    <a:pt x="10024" y="12786"/>
                    <a:pt x="10024" y="12786"/>
                  </a:cubicBezTo>
                  <a:cubicBezTo>
                    <a:pt x="10143" y="12786"/>
                    <a:pt x="10143" y="12786"/>
                    <a:pt x="10143" y="12786"/>
                  </a:cubicBezTo>
                  <a:cubicBezTo>
                    <a:pt x="10262" y="12786"/>
                    <a:pt x="10262" y="12786"/>
                    <a:pt x="10262" y="12786"/>
                  </a:cubicBezTo>
                  <a:cubicBezTo>
                    <a:pt x="10501" y="12910"/>
                    <a:pt x="10501" y="12910"/>
                    <a:pt x="10501" y="12910"/>
                  </a:cubicBezTo>
                  <a:cubicBezTo>
                    <a:pt x="10382" y="13034"/>
                    <a:pt x="10382" y="13034"/>
                    <a:pt x="10382" y="13034"/>
                  </a:cubicBezTo>
                  <a:cubicBezTo>
                    <a:pt x="10501" y="13034"/>
                    <a:pt x="10501" y="13034"/>
                    <a:pt x="10501" y="13034"/>
                  </a:cubicBezTo>
                  <a:cubicBezTo>
                    <a:pt x="10620" y="13034"/>
                    <a:pt x="10620" y="13034"/>
                    <a:pt x="10620" y="13034"/>
                  </a:cubicBezTo>
                  <a:cubicBezTo>
                    <a:pt x="10501" y="13158"/>
                    <a:pt x="10501" y="13158"/>
                    <a:pt x="10501" y="13158"/>
                  </a:cubicBezTo>
                  <a:cubicBezTo>
                    <a:pt x="10501" y="13158"/>
                    <a:pt x="10501" y="13158"/>
                    <a:pt x="10501" y="13158"/>
                  </a:cubicBezTo>
                  <a:cubicBezTo>
                    <a:pt x="10501" y="13282"/>
                    <a:pt x="10501" y="13282"/>
                    <a:pt x="10501" y="13282"/>
                  </a:cubicBezTo>
                  <a:cubicBezTo>
                    <a:pt x="10501" y="13406"/>
                    <a:pt x="10501" y="13406"/>
                    <a:pt x="10501" y="13406"/>
                  </a:cubicBezTo>
                  <a:cubicBezTo>
                    <a:pt x="10620" y="13406"/>
                    <a:pt x="10620" y="13406"/>
                    <a:pt x="10620" y="13406"/>
                  </a:cubicBezTo>
                  <a:cubicBezTo>
                    <a:pt x="10740" y="13531"/>
                    <a:pt x="10740" y="13531"/>
                    <a:pt x="10740" y="13531"/>
                  </a:cubicBezTo>
                  <a:cubicBezTo>
                    <a:pt x="10740" y="13655"/>
                    <a:pt x="10740" y="13655"/>
                    <a:pt x="10740" y="13655"/>
                  </a:cubicBezTo>
                  <a:cubicBezTo>
                    <a:pt x="10740" y="13779"/>
                    <a:pt x="10740" y="13779"/>
                    <a:pt x="10740" y="13779"/>
                  </a:cubicBezTo>
                  <a:cubicBezTo>
                    <a:pt x="10859" y="14027"/>
                    <a:pt x="10859" y="14027"/>
                    <a:pt x="10859" y="14027"/>
                  </a:cubicBezTo>
                  <a:cubicBezTo>
                    <a:pt x="10859" y="14151"/>
                    <a:pt x="10859" y="14151"/>
                    <a:pt x="10859" y="14151"/>
                  </a:cubicBezTo>
                  <a:cubicBezTo>
                    <a:pt x="10859" y="14151"/>
                    <a:pt x="10859" y="14151"/>
                    <a:pt x="10859" y="14151"/>
                  </a:cubicBezTo>
                  <a:cubicBezTo>
                    <a:pt x="10859" y="14275"/>
                    <a:pt x="10859" y="14275"/>
                    <a:pt x="10859" y="14275"/>
                  </a:cubicBezTo>
                  <a:cubicBezTo>
                    <a:pt x="10859" y="14399"/>
                    <a:pt x="10859" y="14399"/>
                    <a:pt x="10859" y="14399"/>
                  </a:cubicBezTo>
                  <a:cubicBezTo>
                    <a:pt x="10740" y="14399"/>
                    <a:pt x="10740" y="14399"/>
                    <a:pt x="10740" y="14399"/>
                  </a:cubicBezTo>
                  <a:cubicBezTo>
                    <a:pt x="10740" y="14399"/>
                    <a:pt x="10740" y="14399"/>
                    <a:pt x="10740" y="14399"/>
                  </a:cubicBezTo>
                  <a:cubicBezTo>
                    <a:pt x="10859" y="14524"/>
                    <a:pt x="10859" y="14524"/>
                    <a:pt x="10859" y="14524"/>
                  </a:cubicBezTo>
                  <a:cubicBezTo>
                    <a:pt x="10859" y="14524"/>
                    <a:pt x="10859" y="14524"/>
                    <a:pt x="10859" y="14524"/>
                  </a:cubicBezTo>
                  <a:cubicBezTo>
                    <a:pt x="10979" y="14648"/>
                    <a:pt x="10979" y="14648"/>
                    <a:pt x="10979" y="14648"/>
                  </a:cubicBezTo>
                  <a:cubicBezTo>
                    <a:pt x="10979" y="14648"/>
                    <a:pt x="10979" y="14648"/>
                    <a:pt x="10979" y="14648"/>
                  </a:cubicBezTo>
                  <a:cubicBezTo>
                    <a:pt x="11098" y="14648"/>
                    <a:pt x="11098" y="14648"/>
                    <a:pt x="11098" y="14648"/>
                  </a:cubicBezTo>
                  <a:cubicBezTo>
                    <a:pt x="11098" y="14524"/>
                    <a:pt x="11098" y="14524"/>
                    <a:pt x="11098" y="14524"/>
                  </a:cubicBezTo>
                  <a:cubicBezTo>
                    <a:pt x="11098" y="14524"/>
                    <a:pt x="11098" y="14524"/>
                    <a:pt x="11098" y="14524"/>
                  </a:cubicBezTo>
                  <a:cubicBezTo>
                    <a:pt x="11098" y="14399"/>
                    <a:pt x="11098" y="14399"/>
                    <a:pt x="11098" y="14399"/>
                  </a:cubicBezTo>
                  <a:cubicBezTo>
                    <a:pt x="11217" y="14399"/>
                    <a:pt x="11217" y="14399"/>
                    <a:pt x="11217" y="14399"/>
                  </a:cubicBezTo>
                  <a:cubicBezTo>
                    <a:pt x="11217" y="14275"/>
                    <a:pt x="11217" y="14275"/>
                    <a:pt x="11217" y="14275"/>
                  </a:cubicBezTo>
                  <a:cubicBezTo>
                    <a:pt x="11337" y="14275"/>
                    <a:pt x="11337" y="14275"/>
                    <a:pt x="11337" y="14275"/>
                  </a:cubicBezTo>
                  <a:cubicBezTo>
                    <a:pt x="11337" y="14151"/>
                    <a:pt x="11337" y="14151"/>
                    <a:pt x="11337" y="14151"/>
                  </a:cubicBezTo>
                  <a:cubicBezTo>
                    <a:pt x="11456" y="14151"/>
                    <a:pt x="11456" y="14151"/>
                    <a:pt x="11456" y="14151"/>
                  </a:cubicBezTo>
                  <a:cubicBezTo>
                    <a:pt x="11575" y="14027"/>
                    <a:pt x="11575" y="14027"/>
                    <a:pt x="11575" y="14027"/>
                  </a:cubicBezTo>
                  <a:cubicBezTo>
                    <a:pt x="11695" y="13903"/>
                    <a:pt x="11695" y="13903"/>
                    <a:pt x="11695" y="13903"/>
                  </a:cubicBezTo>
                  <a:cubicBezTo>
                    <a:pt x="11814" y="13779"/>
                    <a:pt x="11814" y="13779"/>
                    <a:pt x="11814" y="13779"/>
                  </a:cubicBezTo>
                  <a:cubicBezTo>
                    <a:pt x="11814" y="13779"/>
                    <a:pt x="11814" y="13779"/>
                    <a:pt x="11814" y="13779"/>
                  </a:cubicBezTo>
                  <a:cubicBezTo>
                    <a:pt x="11933" y="13779"/>
                    <a:pt x="11933" y="13779"/>
                    <a:pt x="11933" y="13779"/>
                  </a:cubicBezTo>
                  <a:cubicBezTo>
                    <a:pt x="12053" y="13655"/>
                    <a:pt x="12053" y="13655"/>
                    <a:pt x="12053" y="13655"/>
                  </a:cubicBezTo>
                  <a:cubicBezTo>
                    <a:pt x="12172" y="13406"/>
                    <a:pt x="12172" y="13406"/>
                    <a:pt x="12172" y="13406"/>
                  </a:cubicBezTo>
                  <a:cubicBezTo>
                    <a:pt x="12291" y="13406"/>
                    <a:pt x="12291" y="13406"/>
                    <a:pt x="12291" y="13406"/>
                  </a:cubicBezTo>
                  <a:cubicBezTo>
                    <a:pt x="12411" y="13282"/>
                    <a:pt x="12411" y="13282"/>
                    <a:pt x="12411" y="13282"/>
                  </a:cubicBezTo>
                  <a:cubicBezTo>
                    <a:pt x="12291" y="13158"/>
                    <a:pt x="12291" y="13158"/>
                    <a:pt x="12291" y="13158"/>
                  </a:cubicBezTo>
                  <a:cubicBezTo>
                    <a:pt x="12411" y="13034"/>
                    <a:pt x="12411" y="13034"/>
                    <a:pt x="12411" y="13034"/>
                  </a:cubicBezTo>
                  <a:cubicBezTo>
                    <a:pt x="12411" y="13158"/>
                    <a:pt x="12411" y="13158"/>
                    <a:pt x="12411" y="13158"/>
                  </a:cubicBezTo>
                  <a:cubicBezTo>
                    <a:pt x="12411" y="13282"/>
                    <a:pt x="12411" y="13282"/>
                    <a:pt x="12411" y="13282"/>
                  </a:cubicBezTo>
                  <a:cubicBezTo>
                    <a:pt x="12411" y="13406"/>
                    <a:pt x="12411" y="13406"/>
                    <a:pt x="12411" y="13406"/>
                  </a:cubicBezTo>
                  <a:cubicBezTo>
                    <a:pt x="12411" y="13531"/>
                    <a:pt x="12411" y="13531"/>
                    <a:pt x="12411" y="13531"/>
                  </a:cubicBezTo>
                  <a:cubicBezTo>
                    <a:pt x="12291" y="13779"/>
                    <a:pt x="12291" y="13779"/>
                    <a:pt x="12291" y="13779"/>
                  </a:cubicBezTo>
                  <a:cubicBezTo>
                    <a:pt x="12172" y="13903"/>
                    <a:pt x="12172" y="13903"/>
                    <a:pt x="12172" y="13903"/>
                  </a:cubicBezTo>
                  <a:cubicBezTo>
                    <a:pt x="12053" y="14027"/>
                    <a:pt x="12053" y="14027"/>
                    <a:pt x="12053" y="14027"/>
                  </a:cubicBezTo>
                  <a:cubicBezTo>
                    <a:pt x="12053" y="14151"/>
                    <a:pt x="12053" y="14151"/>
                    <a:pt x="12053" y="14151"/>
                  </a:cubicBezTo>
                  <a:cubicBezTo>
                    <a:pt x="12053" y="14275"/>
                    <a:pt x="12053" y="14275"/>
                    <a:pt x="12053" y="14275"/>
                  </a:cubicBezTo>
                  <a:cubicBezTo>
                    <a:pt x="11933" y="14399"/>
                    <a:pt x="11933" y="14399"/>
                    <a:pt x="11933" y="14399"/>
                  </a:cubicBezTo>
                  <a:cubicBezTo>
                    <a:pt x="11933" y="14399"/>
                    <a:pt x="11933" y="14399"/>
                    <a:pt x="11933" y="14399"/>
                  </a:cubicBezTo>
                  <a:cubicBezTo>
                    <a:pt x="11814" y="14648"/>
                    <a:pt x="11814" y="14648"/>
                    <a:pt x="11814" y="14648"/>
                  </a:cubicBezTo>
                  <a:cubicBezTo>
                    <a:pt x="11575" y="14648"/>
                    <a:pt x="11575" y="14648"/>
                    <a:pt x="11575" y="14648"/>
                  </a:cubicBezTo>
                  <a:cubicBezTo>
                    <a:pt x="11575" y="14772"/>
                    <a:pt x="11575" y="14772"/>
                    <a:pt x="11575" y="14772"/>
                  </a:cubicBezTo>
                  <a:cubicBezTo>
                    <a:pt x="11456" y="14896"/>
                    <a:pt x="11456" y="14896"/>
                    <a:pt x="11456" y="14896"/>
                  </a:cubicBezTo>
                  <a:cubicBezTo>
                    <a:pt x="11456" y="14896"/>
                    <a:pt x="11456" y="14896"/>
                    <a:pt x="11456" y="14896"/>
                  </a:cubicBezTo>
                  <a:cubicBezTo>
                    <a:pt x="11695" y="14896"/>
                    <a:pt x="11695" y="14896"/>
                    <a:pt x="11695" y="14896"/>
                  </a:cubicBezTo>
                  <a:cubicBezTo>
                    <a:pt x="11814" y="14896"/>
                    <a:pt x="11814" y="14896"/>
                    <a:pt x="11814" y="14896"/>
                  </a:cubicBezTo>
                  <a:cubicBezTo>
                    <a:pt x="11933" y="14896"/>
                    <a:pt x="11933" y="14896"/>
                    <a:pt x="11933" y="14896"/>
                  </a:cubicBezTo>
                  <a:cubicBezTo>
                    <a:pt x="12172" y="14648"/>
                    <a:pt x="12172" y="14648"/>
                    <a:pt x="12172" y="14648"/>
                  </a:cubicBezTo>
                  <a:cubicBezTo>
                    <a:pt x="12172" y="14399"/>
                    <a:pt x="12172" y="14399"/>
                    <a:pt x="12172" y="14399"/>
                  </a:cubicBezTo>
                  <a:cubicBezTo>
                    <a:pt x="12291" y="14275"/>
                    <a:pt x="12291" y="14275"/>
                    <a:pt x="12291" y="14275"/>
                  </a:cubicBezTo>
                  <a:cubicBezTo>
                    <a:pt x="12411" y="14275"/>
                    <a:pt x="12411" y="14275"/>
                    <a:pt x="12411" y="14275"/>
                  </a:cubicBezTo>
                  <a:cubicBezTo>
                    <a:pt x="12411" y="14524"/>
                    <a:pt x="12411" y="14524"/>
                    <a:pt x="12411" y="14524"/>
                  </a:cubicBezTo>
                  <a:cubicBezTo>
                    <a:pt x="12411" y="14648"/>
                    <a:pt x="12411" y="14648"/>
                    <a:pt x="12411" y="14648"/>
                  </a:cubicBezTo>
                  <a:cubicBezTo>
                    <a:pt x="12411" y="14648"/>
                    <a:pt x="12411" y="14648"/>
                    <a:pt x="12411" y="14648"/>
                  </a:cubicBezTo>
                  <a:cubicBezTo>
                    <a:pt x="12411" y="14896"/>
                    <a:pt x="12411" y="14896"/>
                    <a:pt x="12411" y="14896"/>
                  </a:cubicBezTo>
                  <a:cubicBezTo>
                    <a:pt x="12291" y="15144"/>
                    <a:pt x="12291" y="15144"/>
                    <a:pt x="12291" y="15144"/>
                  </a:cubicBezTo>
                  <a:cubicBezTo>
                    <a:pt x="12053" y="15144"/>
                    <a:pt x="12053" y="15144"/>
                    <a:pt x="12053" y="15144"/>
                  </a:cubicBezTo>
                  <a:cubicBezTo>
                    <a:pt x="12172" y="15268"/>
                    <a:pt x="12172" y="15268"/>
                    <a:pt x="12172" y="15268"/>
                  </a:cubicBezTo>
                  <a:cubicBezTo>
                    <a:pt x="12291" y="15268"/>
                    <a:pt x="12291" y="15268"/>
                    <a:pt x="12291" y="15268"/>
                  </a:cubicBezTo>
                  <a:cubicBezTo>
                    <a:pt x="12411" y="15268"/>
                    <a:pt x="12411" y="15268"/>
                    <a:pt x="12411" y="15268"/>
                  </a:cubicBezTo>
                  <a:cubicBezTo>
                    <a:pt x="12411" y="15144"/>
                    <a:pt x="12411" y="15144"/>
                    <a:pt x="12411" y="15144"/>
                  </a:cubicBezTo>
                  <a:cubicBezTo>
                    <a:pt x="12530" y="15144"/>
                    <a:pt x="12530" y="15144"/>
                    <a:pt x="12530" y="15144"/>
                  </a:cubicBezTo>
                  <a:cubicBezTo>
                    <a:pt x="12649" y="15020"/>
                    <a:pt x="12649" y="15020"/>
                    <a:pt x="12649" y="15020"/>
                  </a:cubicBezTo>
                  <a:cubicBezTo>
                    <a:pt x="12769" y="15144"/>
                    <a:pt x="12769" y="15144"/>
                    <a:pt x="12769" y="15144"/>
                  </a:cubicBezTo>
                  <a:cubicBezTo>
                    <a:pt x="12769" y="15020"/>
                    <a:pt x="12769" y="15020"/>
                    <a:pt x="12769" y="15020"/>
                  </a:cubicBezTo>
                  <a:cubicBezTo>
                    <a:pt x="12769" y="15144"/>
                    <a:pt x="12769" y="15144"/>
                    <a:pt x="12769" y="15144"/>
                  </a:cubicBezTo>
                  <a:cubicBezTo>
                    <a:pt x="12649" y="15268"/>
                    <a:pt x="12649" y="15268"/>
                    <a:pt x="12649" y="15268"/>
                  </a:cubicBezTo>
                  <a:cubicBezTo>
                    <a:pt x="12649" y="15268"/>
                    <a:pt x="12649" y="15268"/>
                    <a:pt x="12649" y="15268"/>
                  </a:cubicBezTo>
                  <a:cubicBezTo>
                    <a:pt x="12530" y="15268"/>
                    <a:pt x="12530" y="15268"/>
                    <a:pt x="12530" y="15268"/>
                  </a:cubicBezTo>
                  <a:cubicBezTo>
                    <a:pt x="12649" y="15393"/>
                    <a:pt x="12649" y="15393"/>
                    <a:pt x="12649" y="15393"/>
                  </a:cubicBezTo>
                  <a:cubicBezTo>
                    <a:pt x="12769" y="15517"/>
                    <a:pt x="12769" y="15517"/>
                    <a:pt x="12769" y="15517"/>
                  </a:cubicBezTo>
                  <a:cubicBezTo>
                    <a:pt x="12769" y="15641"/>
                    <a:pt x="12769" y="15641"/>
                    <a:pt x="12769" y="15641"/>
                  </a:cubicBezTo>
                  <a:cubicBezTo>
                    <a:pt x="12769" y="15889"/>
                    <a:pt x="12769" y="15889"/>
                    <a:pt x="12769" y="15889"/>
                  </a:cubicBezTo>
                  <a:cubicBezTo>
                    <a:pt x="12769" y="16137"/>
                    <a:pt x="12769" y="16137"/>
                    <a:pt x="12769" y="16137"/>
                  </a:cubicBezTo>
                  <a:cubicBezTo>
                    <a:pt x="12649" y="16262"/>
                    <a:pt x="12649" y="16262"/>
                    <a:pt x="12649" y="16262"/>
                  </a:cubicBezTo>
                  <a:cubicBezTo>
                    <a:pt x="12649" y="16262"/>
                    <a:pt x="12649" y="16262"/>
                    <a:pt x="12649" y="16262"/>
                  </a:cubicBezTo>
                  <a:cubicBezTo>
                    <a:pt x="12649" y="16510"/>
                    <a:pt x="12649" y="16510"/>
                    <a:pt x="12649" y="16510"/>
                  </a:cubicBezTo>
                  <a:cubicBezTo>
                    <a:pt x="12769" y="16510"/>
                    <a:pt x="12769" y="16510"/>
                    <a:pt x="12769" y="16510"/>
                  </a:cubicBezTo>
                  <a:cubicBezTo>
                    <a:pt x="12769" y="16634"/>
                    <a:pt x="12769" y="16634"/>
                    <a:pt x="12769" y="16634"/>
                  </a:cubicBezTo>
                  <a:cubicBezTo>
                    <a:pt x="12888" y="16882"/>
                    <a:pt x="12888" y="16882"/>
                    <a:pt x="12888" y="16882"/>
                  </a:cubicBezTo>
                  <a:cubicBezTo>
                    <a:pt x="13007" y="17131"/>
                    <a:pt x="13007" y="17131"/>
                    <a:pt x="13007" y="17131"/>
                  </a:cubicBezTo>
                  <a:cubicBezTo>
                    <a:pt x="13127" y="17131"/>
                    <a:pt x="13127" y="17131"/>
                    <a:pt x="13127" y="17131"/>
                  </a:cubicBezTo>
                  <a:cubicBezTo>
                    <a:pt x="13246" y="17131"/>
                    <a:pt x="13246" y="17131"/>
                    <a:pt x="13246" y="17131"/>
                  </a:cubicBezTo>
                  <a:cubicBezTo>
                    <a:pt x="13365" y="17255"/>
                    <a:pt x="13365" y="17255"/>
                    <a:pt x="13365" y="17255"/>
                  </a:cubicBezTo>
                  <a:cubicBezTo>
                    <a:pt x="13485" y="17255"/>
                    <a:pt x="13485" y="17255"/>
                    <a:pt x="13485" y="17255"/>
                  </a:cubicBezTo>
                  <a:cubicBezTo>
                    <a:pt x="13485" y="17255"/>
                    <a:pt x="13485" y="17255"/>
                    <a:pt x="13485" y="17255"/>
                  </a:cubicBezTo>
                  <a:cubicBezTo>
                    <a:pt x="13485" y="17255"/>
                    <a:pt x="13485" y="17255"/>
                    <a:pt x="13485" y="17255"/>
                  </a:cubicBezTo>
                  <a:cubicBezTo>
                    <a:pt x="13604" y="17255"/>
                    <a:pt x="13604" y="17255"/>
                    <a:pt x="13604" y="17255"/>
                  </a:cubicBezTo>
                  <a:cubicBezTo>
                    <a:pt x="13723" y="17379"/>
                    <a:pt x="13723" y="17379"/>
                    <a:pt x="13723" y="17379"/>
                  </a:cubicBezTo>
                  <a:cubicBezTo>
                    <a:pt x="13843" y="17379"/>
                    <a:pt x="13843" y="17379"/>
                    <a:pt x="13843" y="17379"/>
                  </a:cubicBezTo>
                  <a:cubicBezTo>
                    <a:pt x="13962" y="17503"/>
                    <a:pt x="13962" y="17503"/>
                    <a:pt x="13962" y="17503"/>
                  </a:cubicBezTo>
                  <a:cubicBezTo>
                    <a:pt x="14081" y="17627"/>
                    <a:pt x="14081" y="17627"/>
                    <a:pt x="14081" y="17627"/>
                  </a:cubicBezTo>
                  <a:cubicBezTo>
                    <a:pt x="14081" y="17627"/>
                    <a:pt x="14081" y="17627"/>
                    <a:pt x="14081" y="17627"/>
                  </a:cubicBezTo>
                  <a:cubicBezTo>
                    <a:pt x="14201" y="17751"/>
                    <a:pt x="14201" y="17751"/>
                    <a:pt x="14201" y="17751"/>
                  </a:cubicBezTo>
                  <a:cubicBezTo>
                    <a:pt x="14320" y="17751"/>
                    <a:pt x="14320" y="17751"/>
                    <a:pt x="14320" y="17751"/>
                  </a:cubicBezTo>
                  <a:cubicBezTo>
                    <a:pt x="14320" y="17751"/>
                    <a:pt x="14320" y="17751"/>
                    <a:pt x="14320" y="17751"/>
                  </a:cubicBezTo>
                  <a:cubicBezTo>
                    <a:pt x="14559" y="17627"/>
                    <a:pt x="14559" y="17627"/>
                    <a:pt x="14559" y="17627"/>
                  </a:cubicBezTo>
                  <a:cubicBezTo>
                    <a:pt x="14678" y="17503"/>
                    <a:pt x="14678" y="17503"/>
                    <a:pt x="14678" y="17503"/>
                  </a:cubicBezTo>
                  <a:cubicBezTo>
                    <a:pt x="14797" y="17503"/>
                    <a:pt x="14797" y="17503"/>
                    <a:pt x="14797" y="17503"/>
                  </a:cubicBezTo>
                  <a:cubicBezTo>
                    <a:pt x="14917" y="17379"/>
                    <a:pt x="14917" y="17379"/>
                    <a:pt x="14917" y="17379"/>
                  </a:cubicBezTo>
                  <a:cubicBezTo>
                    <a:pt x="15036" y="17379"/>
                    <a:pt x="15036" y="17379"/>
                    <a:pt x="15036" y="17379"/>
                  </a:cubicBezTo>
                  <a:cubicBezTo>
                    <a:pt x="15036" y="17379"/>
                    <a:pt x="15036" y="17379"/>
                    <a:pt x="15036" y="17379"/>
                  </a:cubicBezTo>
                  <a:cubicBezTo>
                    <a:pt x="15036" y="17379"/>
                    <a:pt x="15036" y="17379"/>
                    <a:pt x="15036" y="17379"/>
                  </a:cubicBezTo>
                  <a:cubicBezTo>
                    <a:pt x="14917" y="17255"/>
                    <a:pt x="14917" y="17255"/>
                    <a:pt x="14917" y="17255"/>
                  </a:cubicBezTo>
                  <a:cubicBezTo>
                    <a:pt x="14917" y="17255"/>
                    <a:pt x="14917" y="17255"/>
                    <a:pt x="14917" y="17255"/>
                  </a:cubicBezTo>
                  <a:cubicBezTo>
                    <a:pt x="15155" y="17131"/>
                    <a:pt x="15155" y="17131"/>
                    <a:pt x="15155" y="17131"/>
                  </a:cubicBezTo>
                  <a:cubicBezTo>
                    <a:pt x="15275" y="17255"/>
                    <a:pt x="15275" y="17255"/>
                    <a:pt x="15275" y="17255"/>
                  </a:cubicBezTo>
                  <a:cubicBezTo>
                    <a:pt x="15275" y="17379"/>
                    <a:pt x="15275" y="17379"/>
                    <a:pt x="15275" y="17379"/>
                  </a:cubicBezTo>
                  <a:cubicBezTo>
                    <a:pt x="15155" y="17379"/>
                    <a:pt x="15155" y="17379"/>
                    <a:pt x="15155" y="17379"/>
                  </a:cubicBezTo>
                  <a:cubicBezTo>
                    <a:pt x="15155" y="17503"/>
                    <a:pt x="15155" y="17503"/>
                    <a:pt x="15155" y="17503"/>
                  </a:cubicBezTo>
                  <a:cubicBezTo>
                    <a:pt x="15155" y="17503"/>
                    <a:pt x="15155" y="17503"/>
                    <a:pt x="15155" y="17503"/>
                  </a:cubicBezTo>
                  <a:cubicBezTo>
                    <a:pt x="15275" y="17503"/>
                    <a:pt x="15275" y="17503"/>
                    <a:pt x="15275" y="17503"/>
                  </a:cubicBezTo>
                  <a:cubicBezTo>
                    <a:pt x="15394" y="17379"/>
                    <a:pt x="15394" y="17379"/>
                    <a:pt x="15394" y="17379"/>
                  </a:cubicBezTo>
                  <a:cubicBezTo>
                    <a:pt x="15513" y="17503"/>
                    <a:pt x="15513" y="17503"/>
                    <a:pt x="15513" y="17503"/>
                  </a:cubicBezTo>
                  <a:cubicBezTo>
                    <a:pt x="15513" y="17503"/>
                    <a:pt x="15513" y="17503"/>
                    <a:pt x="15513" y="17503"/>
                  </a:cubicBezTo>
                  <a:cubicBezTo>
                    <a:pt x="15394" y="17503"/>
                    <a:pt x="15394" y="17503"/>
                    <a:pt x="15394" y="17503"/>
                  </a:cubicBezTo>
                  <a:cubicBezTo>
                    <a:pt x="15275" y="17627"/>
                    <a:pt x="15275" y="17627"/>
                    <a:pt x="15275" y="17627"/>
                  </a:cubicBezTo>
                  <a:cubicBezTo>
                    <a:pt x="15513" y="17751"/>
                    <a:pt x="15513" y="17751"/>
                    <a:pt x="15513" y="17751"/>
                  </a:cubicBezTo>
                  <a:cubicBezTo>
                    <a:pt x="15513" y="17999"/>
                    <a:pt x="15513" y="17999"/>
                    <a:pt x="15513" y="17999"/>
                  </a:cubicBezTo>
                  <a:cubicBezTo>
                    <a:pt x="15513" y="17875"/>
                    <a:pt x="15513" y="17875"/>
                    <a:pt x="15513" y="17875"/>
                  </a:cubicBezTo>
                  <a:cubicBezTo>
                    <a:pt x="15633" y="17999"/>
                    <a:pt x="15633" y="17999"/>
                    <a:pt x="15633" y="17999"/>
                  </a:cubicBezTo>
                  <a:cubicBezTo>
                    <a:pt x="15633" y="17999"/>
                    <a:pt x="15633" y="17999"/>
                    <a:pt x="15633" y="17999"/>
                  </a:cubicBezTo>
                  <a:cubicBezTo>
                    <a:pt x="15752" y="18124"/>
                    <a:pt x="15752" y="18124"/>
                    <a:pt x="15752" y="18124"/>
                  </a:cubicBezTo>
                  <a:cubicBezTo>
                    <a:pt x="15752" y="17999"/>
                    <a:pt x="15752" y="17999"/>
                    <a:pt x="15752" y="17999"/>
                  </a:cubicBezTo>
                  <a:cubicBezTo>
                    <a:pt x="15752" y="17875"/>
                    <a:pt x="15752" y="17875"/>
                    <a:pt x="15752" y="17875"/>
                  </a:cubicBezTo>
                  <a:cubicBezTo>
                    <a:pt x="15633" y="17999"/>
                    <a:pt x="15633" y="17999"/>
                    <a:pt x="15633" y="17999"/>
                  </a:cubicBezTo>
                  <a:cubicBezTo>
                    <a:pt x="15633" y="17875"/>
                    <a:pt x="15633" y="17875"/>
                    <a:pt x="15633" y="17875"/>
                  </a:cubicBezTo>
                  <a:cubicBezTo>
                    <a:pt x="15752" y="17875"/>
                    <a:pt x="15752" y="17875"/>
                    <a:pt x="15752" y="17875"/>
                  </a:cubicBezTo>
                  <a:cubicBezTo>
                    <a:pt x="15991" y="17875"/>
                    <a:pt x="15991" y="17875"/>
                    <a:pt x="15991" y="17875"/>
                  </a:cubicBezTo>
                  <a:cubicBezTo>
                    <a:pt x="15991" y="17875"/>
                    <a:pt x="15991" y="17875"/>
                    <a:pt x="15991" y="17875"/>
                  </a:cubicBezTo>
                  <a:cubicBezTo>
                    <a:pt x="16110" y="17875"/>
                    <a:pt x="16110" y="17875"/>
                    <a:pt x="16110" y="17875"/>
                  </a:cubicBezTo>
                  <a:cubicBezTo>
                    <a:pt x="16229" y="17627"/>
                    <a:pt x="16229" y="17627"/>
                    <a:pt x="16229" y="17627"/>
                  </a:cubicBezTo>
                  <a:cubicBezTo>
                    <a:pt x="16468" y="17503"/>
                    <a:pt x="16468" y="17503"/>
                    <a:pt x="16468" y="17503"/>
                  </a:cubicBezTo>
                  <a:cubicBezTo>
                    <a:pt x="16587" y="17379"/>
                    <a:pt x="16587" y="17379"/>
                    <a:pt x="16587" y="17379"/>
                  </a:cubicBezTo>
                  <a:cubicBezTo>
                    <a:pt x="16587" y="17379"/>
                    <a:pt x="16587" y="17379"/>
                    <a:pt x="16587" y="17379"/>
                  </a:cubicBezTo>
                  <a:cubicBezTo>
                    <a:pt x="16468" y="17379"/>
                    <a:pt x="16468" y="17379"/>
                    <a:pt x="16468" y="17379"/>
                  </a:cubicBezTo>
                  <a:cubicBezTo>
                    <a:pt x="16468" y="17379"/>
                    <a:pt x="16468" y="17379"/>
                    <a:pt x="16468" y="17379"/>
                  </a:cubicBezTo>
                  <a:cubicBezTo>
                    <a:pt x="16349" y="17379"/>
                    <a:pt x="16349" y="17379"/>
                    <a:pt x="16349" y="17379"/>
                  </a:cubicBezTo>
                  <a:cubicBezTo>
                    <a:pt x="16468" y="17379"/>
                    <a:pt x="16468" y="17379"/>
                    <a:pt x="16468" y="17379"/>
                  </a:cubicBezTo>
                  <a:cubicBezTo>
                    <a:pt x="16587" y="17379"/>
                    <a:pt x="16587" y="17379"/>
                    <a:pt x="16587" y="17379"/>
                  </a:cubicBezTo>
                  <a:cubicBezTo>
                    <a:pt x="16826" y="17255"/>
                    <a:pt x="16826" y="17255"/>
                    <a:pt x="16826" y="17255"/>
                  </a:cubicBezTo>
                  <a:cubicBezTo>
                    <a:pt x="17303" y="17255"/>
                    <a:pt x="17303" y="17255"/>
                    <a:pt x="17303" y="17255"/>
                  </a:cubicBezTo>
                  <a:cubicBezTo>
                    <a:pt x="17542" y="17255"/>
                    <a:pt x="17542" y="17255"/>
                    <a:pt x="17542" y="17255"/>
                  </a:cubicBezTo>
                  <a:cubicBezTo>
                    <a:pt x="17661" y="17131"/>
                    <a:pt x="17661" y="17131"/>
                    <a:pt x="17661" y="17131"/>
                  </a:cubicBezTo>
                  <a:cubicBezTo>
                    <a:pt x="17661" y="17131"/>
                    <a:pt x="17661" y="17131"/>
                    <a:pt x="17661" y="17131"/>
                  </a:cubicBezTo>
                  <a:cubicBezTo>
                    <a:pt x="17781" y="17131"/>
                    <a:pt x="17781" y="17131"/>
                    <a:pt x="17781" y="17131"/>
                  </a:cubicBezTo>
                  <a:cubicBezTo>
                    <a:pt x="17900" y="17006"/>
                    <a:pt x="17900" y="17006"/>
                    <a:pt x="17900" y="17006"/>
                  </a:cubicBezTo>
                  <a:cubicBezTo>
                    <a:pt x="18019" y="16882"/>
                    <a:pt x="18019" y="16882"/>
                    <a:pt x="18019" y="16882"/>
                  </a:cubicBezTo>
                  <a:cubicBezTo>
                    <a:pt x="18019" y="16634"/>
                    <a:pt x="18019" y="16634"/>
                    <a:pt x="18019" y="16634"/>
                  </a:cubicBezTo>
                  <a:cubicBezTo>
                    <a:pt x="17900" y="16510"/>
                    <a:pt x="17900" y="16510"/>
                    <a:pt x="17900" y="16510"/>
                  </a:cubicBezTo>
                  <a:cubicBezTo>
                    <a:pt x="18139" y="16386"/>
                    <a:pt x="18139" y="16386"/>
                    <a:pt x="18139" y="16386"/>
                  </a:cubicBezTo>
                  <a:cubicBezTo>
                    <a:pt x="18139" y="16137"/>
                    <a:pt x="18139" y="16137"/>
                    <a:pt x="18139" y="16137"/>
                  </a:cubicBezTo>
                  <a:cubicBezTo>
                    <a:pt x="18258" y="16013"/>
                    <a:pt x="18258" y="16013"/>
                    <a:pt x="18258" y="16013"/>
                  </a:cubicBezTo>
                  <a:cubicBezTo>
                    <a:pt x="18258" y="15765"/>
                    <a:pt x="18258" y="15765"/>
                    <a:pt x="18258" y="15765"/>
                  </a:cubicBezTo>
                  <a:cubicBezTo>
                    <a:pt x="18377" y="15765"/>
                    <a:pt x="18377" y="15765"/>
                    <a:pt x="18377" y="15765"/>
                  </a:cubicBezTo>
                  <a:cubicBezTo>
                    <a:pt x="18377" y="15641"/>
                    <a:pt x="18377" y="15641"/>
                    <a:pt x="18377" y="15641"/>
                  </a:cubicBezTo>
                  <a:cubicBezTo>
                    <a:pt x="18616" y="15268"/>
                    <a:pt x="18616" y="15268"/>
                    <a:pt x="18616" y="15268"/>
                  </a:cubicBezTo>
                  <a:cubicBezTo>
                    <a:pt x="18735" y="15268"/>
                    <a:pt x="18735" y="15268"/>
                    <a:pt x="18735" y="15268"/>
                  </a:cubicBezTo>
                  <a:cubicBezTo>
                    <a:pt x="18855" y="15020"/>
                    <a:pt x="18855" y="15020"/>
                    <a:pt x="18855" y="15020"/>
                  </a:cubicBezTo>
                  <a:cubicBezTo>
                    <a:pt x="18974" y="14896"/>
                    <a:pt x="18974" y="14896"/>
                    <a:pt x="18974" y="14896"/>
                  </a:cubicBezTo>
                  <a:cubicBezTo>
                    <a:pt x="18974" y="14648"/>
                    <a:pt x="18974" y="14648"/>
                    <a:pt x="18974" y="14648"/>
                  </a:cubicBezTo>
                  <a:cubicBezTo>
                    <a:pt x="19213" y="14524"/>
                    <a:pt x="19213" y="14524"/>
                    <a:pt x="19213" y="14524"/>
                  </a:cubicBezTo>
                  <a:cubicBezTo>
                    <a:pt x="19093" y="14399"/>
                    <a:pt x="19093" y="14399"/>
                    <a:pt x="19093" y="14399"/>
                  </a:cubicBezTo>
                  <a:cubicBezTo>
                    <a:pt x="19213" y="14399"/>
                    <a:pt x="19213" y="14399"/>
                    <a:pt x="19213" y="14399"/>
                  </a:cubicBezTo>
                  <a:cubicBezTo>
                    <a:pt x="19332" y="14275"/>
                    <a:pt x="19332" y="14275"/>
                    <a:pt x="19332" y="14275"/>
                  </a:cubicBezTo>
                  <a:cubicBezTo>
                    <a:pt x="19213" y="14151"/>
                    <a:pt x="19213" y="14151"/>
                    <a:pt x="19213" y="14151"/>
                  </a:cubicBezTo>
                  <a:cubicBezTo>
                    <a:pt x="19451" y="14027"/>
                    <a:pt x="19451" y="14027"/>
                    <a:pt x="19451" y="14027"/>
                  </a:cubicBezTo>
                  <a:cubicBezTo>
                    <a:pt x="19571" y="13903"/>
                    <a:pt x="19571" y="13903"/>
                    <a:pt x="19571" y="13903"/>
                  </a:cubicBezTo>
                  <a:cubicBezTo>
                    <a:pt x="19571" y="13903"/>
                    <a:pt x="19571" y="13903"/>
                    <a:pt x="19571" y="13903"/>
                  </a:cubicBezTo>
                  <a:cubicBezTo>
                    <a:pt x="19690" y="13655"/>
                    <a:pt x="19690" y="13655"/>
                    <a:pt x="19690" y="13655"/>
                  </a:cubicBezTo>
                  <a:cubicBezTo>
                    <a:pt x="19809" y="13655"/>
                    <a:pt x="19809" y="13655"/>
                    <a:pt x="19809" y="13655"/>
                  </a:cubicBezTo>
                  <a:cubicBezTo>
                    <a:pt x="19929" y="13655"/>
                    <a:pt x="19929" y="13655"/>
                    <a:pt x="19929" y="13655"/>
                  </a:cubicBezTo>
                  <a:cubicBezTo>
                    <a:pt x="19809" y="13655"/>
                    <a:pt x="19809" y="13655"/>
                    <a:pt x="19809" y="13655"/>
                  </a:cubicBezTo>
                  <a:cubicBezTo>
                    <a:pt x="19809" y="13531"/>
                    <a:pt x="19809" y="13531"/>
                    <a:pt x="19809" y="13531"/>
                  </a:cubicBezTo>
                  <a:cubicBezTo>
                    <a:pt x="20048" y="13531"/>
                    <a:pt x="20048" y="13531"/>
                    <a:pt x="20048" y="13531"/>
                  </a:cubicBezTo>
                  <a:cubicBezTo>
                    <a:pt x="20167" y="13406"/>
                    <a:pt x="20167" y="13406"/>
                    <a:pt x="20167" y="13406"/>
                  </a:cubicBezTo>
                  <a:cubicBezTo>
                    <a:pt x="20167" y="13282"/>
                    <a:pt x="20167" y="13282"/>
                    <a:pt x="20167" y="13282"/>
                  </a:cubicBezTo>
                  <a:cubicBezTo>
                    <a:pt x="20167" y="13282"/>
                    <a:pt x="20167" y="13282"/>
                    <a:pt x="20167" y="13282"/>
                  </a:cubicBezTo>
                  <a:cubicBezTo>
                    <a:pt x="20167" y="13158"/>
                    <a:pt x="20167" y="13158"/>
                    <a:pt x="20167" y="13158"/>
                  </a:cubicBezTo>
                  <a:cubicBezTo>
                    <a:pt x="20406" y="13034"/>
                    <a:pt x="20406" y="13034"/>
                    <a:pt x="20406" y="13034"/>
                  </a:cubicBezTo>
                  <a:cubicBezTo>
                    <a:pt x="20406" y="12910"/>
                    <a:pt x="20406" y="12910"/>
                    <a:pt x="20406" y="12910"/>
                  </a:cubicBezTo>
                  <a:cubicBezTo>
                    <a:pt x="20525" y="12910"/>
                    <a:pt x="20525" y="12910"/>
                    <a:pt x="20525" y="12910"/>
                  </a:cubicBezTo>
                  <a:cubicBezTo>
                    <a:pt x="20645" y="12662"/>
                    <a:pt x="20645" y="12662"/>
                    <a:pt x="20645" y="12662"/>
                  </a:cubicBezTo>
                  <a:cubicBezTo>
                    <a:pt x="20645" y="12662"/>
                    <a:pt x="20645" y="12662"/>
                    <a:pt x="20645" y="12662"/>
                  </a:cubicBezTo>
                  <a:cubicBezTo>
                    <a:pt x="20645" y="12413"/>
                    <a:pt x="20645" y="12413"/>
                    <a:pt x="20645" y="12413"/>
                  </a:cubicBezTo>
                  <a:cubicBezTo>
                    <a:pt x="20645" y="12413"/>
                    <a:pt x="20645" y="12413"/>
                    <a:pt x="20645" y="12413"/>
                  </a:cubicBezTo>
                  <a:cubicBezTo>
                    <a:pt x="20645" y="12289"/>
                    <a:pt x="20645" y="12289"/>
                    <a:pt x="20645" y="12289"/>
                  </a:cubicBezTo>
                  <a:cubicBezTo>
                    <a:pt x="20764" y="12041"/>
                    <a:pt x="20764" y="12041"/>
                    <a:pt x="20764" y="12041"/>
                  </a:cubicBezTo>
                  <a:cubicBezTo>
                    <a:pt x="20764" y="11793"/>
                    <a:pt x="20764" y="11793"/>
                    <a:pt x="20764" y="11793"/>
                  </a:cubicBezTo>
                  <a:cubicBezTo>
                    <a:pt x="21003" y="11544"/>
                    <a:pt x="21003" y="11544"/>
                    <a:pt x="21003" y="11544"/>
                  </a:cubicBezTo>
                  <a:cubicBezTo>
                    <a:pt x="21003" y="11420"/>
                    <a:pt x="21003" y="11420"/>
                    <a:pt x="21003" y="11420"/>
                  </a:cubicBezTo>
                  <a:cubicBezTo>
                    <a:pt x="21122" y="11172"/>
                    <a:pt x="21122" y="11172"/>
                    <a:pt x="21122" y="11172"/>
                  </a:cubicBezTo>
                  <a:cubicBezTo>
                    <a:pt x="21241" y="11048"/>
                    <a:pt x="21241" y="11048"/>
                    <a:pt x="21241" y="11048"/>
                  </a:cubicBezTo>
                  <a:cubicBezTo>
                    <a:pt x="21241" y="10924"/>
                    <a:pt x="21241" y="10924"/>
                    <a:pt x="21241" y="10924"/>
                  </a:cubicBezTo>
                  <a:cubicBezTo>
                    <a:pt x="21241" y="10800"/>
                    <a:pt x="21241" y="10800"/>
                    <a:pt x="21241" y="10800"/>
                  </a:cubicBezTo>
                  <a:cubicBezTo>
                    <a:pt x="21361" y="10675"/>
                    <a:pt x="21361" y="10675"/>
                    <a:pt x="21361" y="10675"/>
                  </a:cubicBezTo>
                  <a:cubicBezTo>
                    <a:pt x="21241" y="10427"/>
                    <a:pt x="21241" y="10427"/>
                    <a:pt x="21241" y="10427"/>
                  </a:cubicBezTo>
                  <a:cubicBezTo>
                    <a:pt x="21241" y="10303"/>
                    <a:pt x="21241" y="10303"/>
                    <a:pt x="21241" y="10303"/>
                  </a:cubicBezTo>
                  <a:cubicBezTo>
                    <a:pt x="21241" y="10179"/>
                    <a:pt x="21241" y="10179"/>
                    <a:pt x="21241" y="10179"/>
                  </a:cubicBezTo>
                  <a:cubicBezTo>
                    <a:pt x="21122" y="10055"/>
                    <a:pt x="21122" y="10055"/>
                    <a:pt x="21122" y="10055"/>
                  </a:cubicBezTo>
                  <a:cubicBezTo>
                    <a:pt x="21122" y="9931"/>
                    <a:pt x="21122" y="9931"/>
                    <a:pt x="21122" y="9931"/>
                  </a:cubicBezTo>
                  <a:cubicBezTo>
                    <a:pt x="21241" y="9931"/>
                    <a:pt x="21241" y="9931"/>
                    <a:pt x="21241" y="9931"/>
                  </a:cubicBezTo>
                  <a:cubicBezTo>
                    <a:pt x="21241" y="9806"/>
                    <a:pt x="21241" y="9806"/>
                    <a:pt x="21241" y="9806"/>
                  </a:cubicBezTo>
                  <a:cubicBezTo>
                    <a:pt x="21241" y="9682"/>
                    <a:pt x="21241" y="9682"/>
                    <a:pt x="21241" y="9682"/>
                  </a:cubicBezTo>
                  <a:cubicBezTo>
                    <a:pt x="21241" y="9558"/>
                    <a:pt x="21241" y="9558"/>
                    <a:pt x="21241" y="9558"/>
                  </a:cubicBezTo>
                  <a:cubicBezTo>
                    <a:pt x="21241" y="9310"/>
                    <a:pt x="21241" y="9310"/>
                    <a:pt x="21241" y="9310"/>
                  </a:cubicBezTo>
                  <a:cubicBezTo>
                    <a:pt x="21361" y="9186"/>
                    <a:pt x="21361" y="9186"/>
                    <a:pt x="21361" y="9186"/>
                  </a:cubicBezTo>
                  <a:cubicBezTo>
                    <a:pt x="21241" y="9186"/>
                    <a:pt x="21241" y="9186"/>
                    <a:pt x="21241" y="9186"/>
                  </a:cubicBezTo>
                  <a:cubicBezTo>
                    <a:pt x="21241" y="9062"/>
                    <a:pt x="21241" y="9062"/>
                    <a:pt x="21241" y="9062"/>
                  </a:cubicBezTo>
                  <a:cubicBezTo>
                    <a:pt x="21241" y="8813"/>
                    <a:pt x="21241" y="8813"/>
                    <a:pt x="21241" y="8813"/>
                  </a:cubicBezTo>
                  <a:cubicBezTo>
                    <a:pt x="21241" y="8813"/>
                    <a:pt x="21241" y="8813"/>
                    <a:pt x="21241" y="8813"/>
                  </a:cubicBezTo>
                  <a:cubicBezTo>
                    <a:pt x="21241" y="8689"/>
                    <a:pt x="21241" y="8689"/>
                    <a:pt x="21241" y="8689"/>
                  </a:cubicBezTo>
                  <a:cubicBezTo>
                    <a:pt x="21122" y="8689"/>
                    <a:pt x="21122" y="8689"/>
                    <a:pt x="21122" y="8689"/>
                  </a:cubicBezTo>
                  <a:cubicBezTo>
                    <a:pt x="21122" y="8565"/>
                    <a:pt x="21122" y="8565"/>
                    <a:pt x="21122" y="8565"/>
                  </a:cubicBezTo>
                  <a:cubicBezTo>
                    <a:pt x="21122" y="8441"/>
                    <a:pt x="21122" y="8441"/>
                    <a:pt x="21122" y="8441"/>
                  </a:cubicBezTo>
                  <a:cubicBezTo>
                    <a:pt x="21003" y="8441"/>
                    <a:pt x="21003" y="8441"/>
                    <a:pt x="21003" y="8441"/>
                  </a:cubicBezTo>
                  <a:cubicBezTo>
                    <a:pt x="20883" y="8193"/>
                    <a:pt x="20883" y="8193"/>
                    <a:pt x="20883" y="8193"/>
                  </a:cubicBezTo>
                  <a:cubicBezTo>
                    <a:pt x="20883" y="8068"/>
                    <a:pt x="20883" y="8068"/>
                    <a:pt x="20883" y="8068"/>
                  </a:cubicBezTo>
                  <a:cubicBezTo>
                    <a:pt x="20883" y="7944"/>
                    <a:pt x="20883" y="7944"/>
                    <a:pt x="20883" y="7944"/>
                  </a:cubicBezTo>
                  <a:cubicBezTo>
                    <a:pt x="20764" y="7944"/>
                    <a:pt x="20764" y="7944"/>
                    <a:pt x="20764" y="7944"/>
                  </a:cubicBezTo>
                  <a:cubicBezTo>
                    <a:pt x="20645" y="8068"/>
                    <a:pt x="20645" y="8068"/>
                    <a:pt x="20645" y="8068"/>
                  </a:cubicBezTo>
                  <a:cubicBezTo>
                    <a:pt x="20645" y="7944"/>
                    <a:pt x="20645" y="7944"/>
                    <a:pt x="20645" y="7944"/>
                  </a:cubicBezTo>
                  <a:cubicBezTo>
                    <a:pt x="20645" y="7820"/>
                    <a:pt x="20645" y="7820"/>
                    <a:pt x="20645" y="7820"/>
                  </a:cubicBezTo>
                  <a:cubicBezTo>
                    <a:pt x="20525" y="7820"/>
                    <a:pt x="20525" y="7820"/>
                    <a:pt x="20525" y="7820"/>
                  </a:cubicBezTo>
                  <a:cubicBezTo>
                    <a:pt x="20525" y="7696"/>
                    <a:pt x="20525" y="7696"/>
                    <a:pt x="20525" y="7696"/>
                  </a:cubicBezTo>
                  <a:cubicBezTo>
                    <a:pt x="20406" y="7572"/>
                    <a:pt x="20406" y="7572"/>
                    <a:pt x="20406" y="7572"/>
                  </a:cubicBezTo>
                  <a:cubicBezTo>
                    <a:pt x="20287" y="7572"/>
                    <a:pt x="20287" y="7572"/>
                    <a:pt x="20287" y="7572"/>
                  </a:cubicBezTo>
                  <a:cubicBezTo>
                    <a:pt x="20406" y="7448"/>
                    <a:pt x="20406" y="7448"/>
                    <a:pt x="20406" y="7448"/>
                  </a:cubicBezTo>
                  <a:cubicBezTo>
                    <a:pt x="20287" y="7324"/>
                    <a:pt x="20287" y="7324"/>
                    <a:pt x="20287" y="7324"/>
                  </a:cubicBezTo>
                  <a:cubicBezTo>
                    <a:pt x="20406" y="7200"/>
                    <a:pt x="20406" y="7200"/>
                    <a:pt x="20406" y="7200"/>
                  </a:cubicBezTo>
                  <a:cubicBezTo>
                    <a:pt x="20406" y="7075"/>
                    <a:pt x="20406" y="7075"/>
                    <a:pt x="20406" y="7075"/>
                  </a:cubicBezTo>
                  <a:cubicBezTo>
                    <a:pt x="20406" y="7075"/>
                    <a:pt x="20406" y="7075"/>
                    <a:pt x="20406" y="7075"/>
                  </a:cubicBezTo>
                  <a:cubicBezTo>
                    <a:pt x="20406" y="6951"/>
                    <a:pt x="20406" y="6951"/>
                    <a:pt x="20406" y="6951"/>
                  </a:cubicBezTo>
                  <a:cubicBezTo>
                    <a:pt x="20287" y="6951"/>
                    <a:pt x="20287" y="6951"/>
                    <a:pt x="20287" y="6951"/>
                  </a:cubicBezTo>
                  <a:cubicBezTo>
                    <a:pt x="20287" y="6951"/>
                    <a:pt x="20287" y="6951"/>
                    <a:pt x="20287" y="6951"/>
                  </a:cubicBezTo>
                  <a:cubicBezTo>
                    <a:pt x="20287" y="6951"/>
                    <a:pt x="20287" y="6951"/>
                    <a:pt x="20287" y="6951"/>
                  </a:cubicBezTo>
                  <a:cubicBezTo>
                    <a:pt x="20287" y="7075"/>
                    <a:pt x="20287" y="7075"/>
                    <a:pt x="20287" y="7075"/>
                  </a:cubicBezTo>
                  <a:cubicBezTo>
                    <a:pt x="20048" y="6827"/>
                    <a:pt x="20048" y="6827"/>
                    <a:pt x="20048" y="6827"/>
                  </a:cubicBezTo>
                  <a:cubicBezTo>
                    <a:pt x="20048" y="6703"/>
                    <a:pt x="20048" y="6703"/>
                    <a:pt x="20048" y="6703"/>
                  </a:cubicBezTo>
                  <a:cubicBezTo>
                    <a:pt x="19929" y="6703"/>
                    <a:pt x="19929" y="6703"/>
                    <a:pt x="19929" y="6703"/>
                  </a:cubicBezTo>
                  <a:cubicBezTo>
                    <a:pt x="19929" y="6827"/>
                    <a:pt x="19929" y="6827"/>
                    <a:pt x="19929" y="6827"/>
                  </a:cubicBezTo>
                  <a:cubicBezTo>
                    <a:pt x="19929" y="6951"/>
                    <a:pt x="19929" y="6951"/>
                    <a:pt x="19929" y="6951"/>
                  </a:cubicBezTo>
                  <a:cubicBezTo>
                    <a:pt x="20048" y="7075"/>
                    <a:pt x="20048" y="7075"/>
                    <a:pt x="20048" y="7075"/>
                  </a:cubicBezTo>
                  <a:cubicBezTo>
                    <a:pt x="19929" y="6951"/>
                    <a:pt x="19929" y="6951"/>
                    <a:pt x="19929" y="6951"/>
                  </a:cubicBezTo>
                  <a:cubicBezTo>
                    <a:pt x="19809" y="6951"/>
                    <a:pt x="19809" y="6951"/>
                    <a:pt x="19809" y="6951"/>
                  </a:cubicBezTo>
                  <a:cubicBezTo>
                    <a:pt x="19809" y="6827"/>
                    <a:pt x="19809" y="6827"/>
                    <a:pt x="19809" y="6827"/>
                  </a:cubicBezTo>
                  <a:cubicBezTo>
                    <a:pt x="19809" y="6827"/>
                    <a:pt x="19809" y="6827"/>
                    <a:pt x="19809" y="6827"/>
                  </a:cubicBezTo>
                  <a:cubicBezTo>
                    <a:pt x="19809" y="6579"/>
                    <a:pt x="19809" y="6579"/>
                    <a:pt x="19809" y="6579"/>
                  </a:cubicBezTo>
                  <a:cubicBezTo>
                    <a:pt x="19809" y="6455"/>
                    <a:pt x="19809" y="6455"/>
                    <a:pt x="19809" y="6455"/>
                  </a:cubicBezTo>
                  <a:cubicBezTo>
                    <a:pt x="19809" y="6455"/>
                    <a:pt x="19809" y="6455"/>
                    <a:pt x="19809" y="6455"/>
                  </a:cubicBezTo>
                  <a:cubicBezTo>
                    <a:pt x="19690" y="6331"/>
                    <a:pt x="19690" y="6331"/>
                    <a:pt x="19690" y="6331"/>
                  </a:cubicBezTo>
                  <a:cubicBezTo>
                    <a:pt x="19690" y="6331"/>
                    <a:pt x="19690" y="6331"/>
                    <a:pt x="19690" y="6331"/>
                  </a:cubicBezTo>
                  <a:cubicBezTo>
                    <a:pt x="19690" y="6206"/>
                    <a:pt x="19690" y="6206"/>
                    <a:pt x="19690" y="6206"/>
                  </a:cubicBezTo>
                  <a:cubicBezTo>
                    <a:pt x="19690" y="6082"/>
                    <a:pt x="19690" y="6082"/>
                    <a:pt x="19690" y="6082"/>
                  </a:cubicBezTo>
                  <a:cubicBezTo>
                    <a:pt x="19571" y="5958"/>
                    <a:pt x="19571" y="5958"/>
                    <a:pt x="19571" y="5958"/>
                  </a:cubicBezTo>
                  <a:cubicBezTo>
                    <a:pt x="19451" y="5958"/>
                    <a:pt x="19451" y="5958"/>
                    <a:pt x="19451" y="5958"/>
                  </a:cubicBezTo>
                  <a:cubicBezTo>
                    <a:pt x="19451" y="5834"/>
                    <a:pt x="19451" y="5834"/>
                    <a:pt x="19451" y="5834"/>
                  </a:cubicBezTo>
                  <a:cubicBezTo>
                    <a:pt x="19571" y="5834"/>
                    <a:pt x="19571" y="5834"/>
                    <a:pt x="19571" y="5834"/>
                  </a:cubicBezTo>
                  <a:cubicBezTo>
                    <a:pt x="19571" y="5710"/>
                    <a:pt x="19571" y="5710"/>
                    <a:pt x="19571" y="5710"/>
                  </a:cubicBezTo>
                  <a:cubicBezTo>
                    <a:pt x="19451" y="5586"/>
                    <a:pt x="19451" y="5586"/>
                    <a:pt x="19451" y="5586"/>
                  </a:cubicBezTo>
                  <a:cubicBezTo>
                    <a:pt x="19451" y="5586"/>
                    <a:pt x="19451" y="5586"/>
                    <a:pt x="19451" y="5586"/>
                  </a:cubicBezTo>
                  <a:cubicBezTo>
                    <a:pt x="19332" y="5586"/>
                    <a:pt x="19332" y="5586"/>
                    <a:pt x="19332" y="5586"/>
                  </a:cubicBezTo>
                  <a:cubicBezTo>
                    <a:pt x="19213" y="5462"/>
                    <a:pt x="19213" y="5462"/>
                    <a:pt x="19213" y="5462"/>
                  </a:cubicBezTo>
                  <a:cubicBezTo>
                    <a:pt x="19093" y="5462"/>
                    <a:pt x="19093" y="5462"/>
                    <a:pt x="19093" y="5462"/>
                  </a:cubicBezTo>
                  <a:cubicBezTo>
                    <a:pt x="19093" y="5337"/>
                    <a:pt x="19093" y="5337"/>
                    <a:pt x="19093" y="5337"/>
                  </a:cubicBezTo>
                  <a:cubicBezTo>
                    <a:pt x="18974" y="5462"/>
                    <a:pt x="18974" y="5462"/>
                    <a:pt x="18974" y="5462"/>
                  </a:cubicBezTo>
                  <a:cubicBezTo>
                    <a:pt x="18974" y="5337"/>
                    <a:pt x="18974" y="5337"/>
                    <a:pt x="18974" y="5337"/>
                  </a:cubicBezTo>
                  <a:cubicBezTo>
                    <a:pt x="18855" y="5337"/>
                    <a:pt x="18855" y="5337"/>
                    <a:pt x="18855" y="5337"/>
                  </a:cubicBezTo>
                  <a:cubicBezTo>
                    <a:pt x="18735" y="5337"/>
                    <a:pt x="18735" y="5337"/>
                    <a:pt x="18735" y="5337"/>
                  </a:cubicBezTo>
                  <a:cubicBezTo>
                    <a:pt x="18855" y="5337"/>
                    <a:pt x="18855" y="5337"/>
                    <a:pt x="18855" y="5337"/>
                  </a:cubicBezTo>
                  <a:cubicBezTo>
                    <a:pt x="18974" y="5213"/>
                    <a:pt x="18974" y="5213"/>
                    <a:pt x="18974" y="5213"/>
                  </a:cubicBezTo>
                  <a:cubicBezTo>
                    <a:pt x="18974" y="5213"/>
                    <a:pt x="18974" y="5213"/>
                    <a:pt x="18974" y="5213"/>
                  </a:cubicBezTo>
                  <a:cubicBezTo>
                    <a:pt x="18855" y="5089"/>
                    <a:pt x="18855" y="5089"/>
                    <a:pt x="18855" y="5089"/>
                  </a:cubicBezTo>
                  <a:cubicBezTo>
                    <a:pt x="18735" y="5213"/>
                    <a:pt x="18735" y="5213"/>
                    <a:pt x="18735" y="5213"/>
                  </a:cubicBezTo>
                  <a:cubicBezTo>
                    <a:pt x="18735" y="5089"/>
                    <a:pt x="18735" y="5089"/>
                    <a:pt x="18735" y="5089"/>
                  </a:cubicBezTo>
                  <a:cubicBezTo>
                    <a:pt x="18616" y="5089"/>
                    <a:pt x="18616" y="5089"/>
                    <a:pt x="18616" y="5089"/>
                  </a:cubicBezTo>
                  <a:cubicBezTo>
                    <a:pt x="18616" y="5089"/>
                    <a:pt x="18616" y="5089"/>
                    <a:pt x="18616" y="5089"/>
                  </a:cubicBezTo>
                  <a:cubicBezTo>
                    <a:pt x="18377" y="4965"/>
                    <a:pt x="18377" y="4965"/>
                    <a:pt x="18377" y="4965"/>
                  </a:cubicBezTo>
                  <a:cubicBezTo>
                    <a:pt x="18258" y="4841"/>
                    <a:pt x="18258" y="4841"/>
                    <a:pt x="18258" y="4841"/>
                  </a:cubicBezTo>
                  <a:cubicBezTo>
                    <a:pt x="18258" y="4593"/>
                    <a:pt x="18258" y="4593"/>
                    <a:pt x="18258" y="4593"/>
                  </a:cubicBezTo>
                  <a:cubicBezTo>
                    <a:pt x="18258" y="4468"/>
                    <a:pt x="18258" y="4468"/>
                    <a:pt x="18258" y="4468"/>
                  </a:cubicBezTo>
                  <a:cubicBezTo>
                    <a:pt x="18258" y="4344"/>
                    <a:pt x="18258" y="4344"/>
                    <a:pt x="18258" y="4344"/>
                  </a:cubicBezTo>
                  <a:cubicBezTo>
                    <a:pt x="18258" y="4344"/>
                    <a:pt x="18258" y="4344"/>
                    <a:pt x="18258" y="4344"/>
                  </a:cubicBezTo>
                  <a:cubicBezTo>
                    <a:pt x="18258" y="4220"/>
                    <a:pt x="18258" y="4220"/>
                    <a:pt x="18258" y="4220"/>
                  </a:cubicBezTo>
                  <a:cubicBezTo>
                    <a:pt x="18258" y="3972"/>
                    <a:pt x="18258" y="3972"/>
                    <a:pt x="18258" y="3972"/>
                  </a:cubicBezTo>
                  <a:cubicBezTo>
                    <a:pt x="18139" y="3848"/>
                    <a:pt x="18139" y="3848"/>
                    <a:pt x="18139" y="3848"/>
                  </a:cubicBezTo>
                  <a:cubicBezTo>
                    <a:pt x="18258" y="3724"/>
                    <a:pt x="18258" y="3724"/>
                    <a:pt x="18258" y="3724"/>
                  </a:cubicBezTo>
                  <a:cubicBezTo>
                    <a:pt x="18139" y="3724"/>
                    <a:pt x="18139" y="3724"/>
                    <a:pt x="18139" y="3724"/>
                  </a:cubicBezTo>
                  <a:cubicBezTo>
                    <a:pt x="18139" y="3724"/>
                    <a:pt x="18139" y="3724"/>
                    <a:pt x="18139" y="3724"/>
                  </a:cubicBezTo>
                  <a:cubicBezTo>
                    <a:pt x="18019" y="3475"/>
                    <a:pt x="18019" y="3475"/>
                    <a:pt x="18019" y="3475"/>
                  </a:cubicBezTo>
                  <a:cubicBezTo>
                    <a:pt x="18019" y="3227"/>
                    <a:pt x="18019" y="3227"/>
                    <a:pt x="18019" y="3227"/>
                  </a:cubicBezTo>
                  <a:cubicBezTo>
                    <a:pt x="18019" y="3227"/>
                    <a:pt x="18019" y="3227"/>
                    <a:pt x="18019" y="3227"/>
                  </a:cubicBezTo>
                  <a:cubicBezTo>
                    <a:pt x="18019" y="3227"/>
                    <a:pt x="18019" y="3227"/>
                    <a:pt x="18019" y="3227"/>
                  </a:cubicBezTo>
                  <a:cubicBezTo>
                    <a:pt x="18019" y="3103"/>
                    <a:pt x="18019" y="3103"/>
                    <a:pt x="18019" y="3103"/>
                  </a:cubicBezTo>
                  <a:cubicBezTo>
                    <a:pt x="18019" y="2855"/>
                    <a:pt x="18019" y="2855"/>
                    <a:pt x="18019" y="2855"/>
                  </a:cubicBezTo>
                  <a:cubicBezTo>
                    <a:pt x="18019" y="2731"/>
                    <a:pt x="18019" y="2731"/>
                    <a:pt x="18019" y="2731"/>
                  </a:cubicBezTo>
                  <a:cubicBezTo>
                    <a:pt x="18019" y="2606"/>
                    <a:pt x="18019" y="2606"/>
                    <a:pt x="18019" y="2606"/>
                  </a:cubicBezTo>
                  <a:cubicBezTo>
                    <a:pt x="18019" y="2606"/>
                    <a:pt x="18019" y="2606"/>
                    <a:pt x="18019" y="2606"/>
                  </a:cubicBezTo>
                  <a:cubicBezTo>
                    <a:pt x="18019" y="2482"/>
                    <a:pt x="18019" y="2482"/>
                    <a:pt x="18019" y="2482"/>
                  </a:cubicBezTo>
                  <a:cubicBezTo>
                    <a:pt x="17781" y="2358"/>
                    <a:pt x="17781" y="2358"/>
                    <a:pt x="17781" y="2358"/>
                  </a:cubicBezTo>
                  <a:cubicBezTo>
                    <a:pt x="17661" y="2358"/>
                    <a:pt x="17661" y="2358"/>
                    <a:pt x="17661" y="2358"/>
                  </a:cubicBezTo>
                  <a:cubicBezTo>
                    <a:pt x="17781" y="2234"/>
                    <a:pt x="17781" y="2234"/>
                    <a:pt x="17781" y="2234"/>
                  </a:cubicBezTo>
                  <a:cubicBezTo>
                    <a:pt x="17661" y="2110"/>
                    <a:pt x="17661" y="2110"/>
                    <a:pt x="17661" y="2110"/>
                  </a:cubicBezTo>
                  <a:cubicBezTo>
                    <a:pt x="17542" y="2234"/>
                    <a:pt x="17542" y="2234"/>
                    <a:pt x="17542" y="2234"/>
                  </a:cubicBezTo>
                  <a:cubicBezTo>
                    <a:pt x="17423" y="2234"/>
                    <a:pt x="17423" y="2234"/>
                    <a:pt x="17423" y="2234"/>
                  </a:cubicBezTo>
                  <a:cubicBezTo>
                    <a:pt x="17423" y="2234"/>
                    <a:pt x="17423" y="2234"/>
                    <a:pt x="17423" y="2234"/>
                  </a:cubicBezTo>
                  <a:cubicBezTo>
                    <a:pt x="17303" y="2358"/>
                    <a:pt x="17303" y="2358"/>
                    <a:pt x="17303" y="2358"/>
                  </a:cubicBezTo>
                  <a:cubicBezTo>
                    <a:pt x="17184" y="2110"/>
                    <a:pt x="17184" y="2110"/>
                    <a:pt x="17184" y="2110"/>
                  </a:cubicBezTo>
                  <a:cubicBezTo>
                    <a:pt x="17184" y="2110"/>
                    <a:pt x="17184" y="2110"/>
                    <a:pt x="17184" y="2110"/>
                  </a:cubicBezTo>
                  <a:cubicBezTo>
                    <a:pt x="17184" y="1862"/>
                    <a:pt x="17184" y="1862"/>
                    <a:pt x="17184" y="1862"/>
                  </a:cubicBezTo>
                  <a:cubicBezTo>
                    <a:pt x="17184" y="1737"/>
                    <a:pt x="17184" y="1737"/>
                    <a:pt x="17184" y="1737"/>
                  </a:cubicBezTo>
                  <a:cubicBezTo>
                    <a:pt x="17184" y="1489"/>
                    <a:pt x="17184" y="1489"/>
                    <a:pt x="17184" y="1489"/>
                  </a:cubicBezTo>
                  <a:cubicBezTo>
                    <a:pt x="17184" y="1489"/>
                    <a:pt x="17184" y="1489"/>
                    <a:pt x="17184" y="1489"/>
                  </a:cubicBezTo>
                  <a:cubicBezTo>
                    <a:pt x="17065" y="1489"/>
                    <a:pt x="17065" y="1489"/>
                    <a:pt x="17065" y="1489"/>
                  </a:cubicBezTo>
                  <a:cubicBezTo>
                    <a:pt x="17184" y="1365"/>
                    <a:pt x="17184" y="1365"/>
                    <a:pt x="17184" y="1365"/>
                  </a:cubicBezTo>
                  <a:cubicBezTo>
                    <a:pt x="17065" y="1241"/>
                    <a:pt x="17065" y="1241"/>
                    <a:pt x="17065" y="1241"/>
                  </a:cubicBezTo>
                  <a:cubicBezTo>
                    <a:pt x="17065" y="1117"/>
                    <a:pt x="17065" y="1117"/>
                    <a:pt x="17065" y="1117"/>
                  </a:cubicBezTo>
                  <a:cubicBezTo>
                    <a:pt x="16945" y="1117"/>
                    <a:pt x="16945" y="1117"/>
                    <a:pt x="16945" y="1117"/>
                  </a:cubicBezTo>
                  <a:cubicBezTo>
                    <a:pt x="16945" y="993"/>
                    <a:pt x="16945" y="993"/>
                    <a:pt x="16945" y="993"/>
                  </a:cubicBezTo>
                  <a:cubicBezTo>
                    <a:pt x="17065" y="993"/>
                    <a:pt x="17065" y="993"/>
                    <a:pt x="17065" y="993"/>
                  </a:cubicBezTo>
                  <a:cubicBezTo>
                    <a:pt x="16945" y="868"/>
                    <a:pt x="16945" y="868"/>
                    <a:pt x="16945" y="868"/>
                  </a:cubicBezTo>
                  <a:cubicBezTo>
                    <a:pt x="16945" y="993"/>
                    <a:pt x="16945" y="993"/>
                    <a:pt x="16945" y="993"/>
                  </a:cubicBezTo>
                  <a:cubicBezTo>
                    <a:pt x="16826" y="868"/>
                    <a:pt x="16826" y="868"/>
                    <a:pt x="16826" y="868"/>
                  </a:cubicBezTo>
                  <a:cubicBezTo>
                    <a:pt x="16826" y="620"/>
                    <a:pt x="16826" y="620"/>
                    <a:pt x="16826" y="620"/>
                  </a:cubicBezTo>
                  <a:cubicBezTo>
                    <a:pt x="16826" y="620"/>
                    <a:pt x="16826" y="620"/>
                    <a:pt x="16826" y="620"/>
                  </a:cubicBezTo>
                  <a:cubicBezTo>
                    <a:pt x="16826" y="496"/>
                    <a:pt x="16826" y="496"/>
                    <a:pt x="16826" y="496"/>
                  </a:cubicBezTo>
                  <a:cubicBezTo>
                    <a:pt x="16707" y="372"/>
                    <a:pt x="16707" y="372"/>
                    <a:pt x="16707" y="372"/>
                  </a:cubicBezTo>
                  <a:cubicBezTo>
                    <a:pt x="16707" y="372"/>
                    <a:pt x="16707" y="372"/>
                    <a:pt x="16707" y="372"/>
                  </a:cubicBezTo>
                  <a:cubicBezTo>
                    <a:pt x="16587" y="372"/>
                    <a:pt x="16587" y="372"/>
                    <a:pt x="16587" y="372"/>
                  </a:cubicBezTo>
                  <a:cubicBezTo>
                    <a:pt x="16468" y="496"/>
                    <a:pt x="16468" y="496"/>
                    <a:pt x="16468" y="496"/>
                  </a:cubicBezTo>
                  <a:cubicBezTo>
                    <a:pt x="16468" y="620"/>
                    <a:pt x="16468" y="620"/>
                    <a:pt x="16468" y="620"/>
                  </a:cubicBezTo>
                  <a:cubicBezTo>
                    <a:pt x="16468" y="868"/>
                    <a:pt x="16468" y="868"/>
                    <a:pt x="16468" y="868"/>
                  </a:cubicBezTo>
                  <a:cubicBezTo>
                    <a:pt x="16468" y="868"/>
                    <a:pt x="16468" y="868"/>
                    <a:pt x="16468" y="868"/>
                  </a:cubicBezTo>
                  <a:cubicBezTo>
                    <a:pt x="16468" y="993"/>
                    <a:pt x="16468" y="993"/>
                    <a:pt x="16468" y="993"/>
                  </a:cubicBezTo>
                  <a:cubicBezTo>
                    <a:pt x="16349" y="993"/>
                    <a:pt x="16349" y="993"/>
                    <a:pt x="16349" y="993"/>
                  </a:cubicBezTo>
                  <a:cubicBezTo>
                    <a:pt x="16349" y="1117"/>
                    <a:pt x="16349" y="1117"/>
                    <a:pt x="16349" y="1117"/>
                  </a:cubicBezTo>
                  <a:cubicBezTo>
                    <a:pt x="16229" y="1241"/>
                    <a:pt x="16229" y="1241"/>
                    <a:pt x="16229" y="1241"/>
                  </a:cubicBezTo>
                  <a:cubicBezTo>
                    <a:pt x="16349" y="1241"/>
                    <a:pt x="16349" y="1241"/>
                    <a:pt x="16349" y="1241"/>
                  </a:cubicBezTo>
                  <a:cubicBezTo>
                    <a:pt x="16349" y="1365"/>
                    <a:pt x="16349" y="1365"/>
                    <a:pt x="16349" y="1365"/>
                  </a:cubicBezTo>
                  <a:cubicBezTo>
                    <a:pt x="16349" y="1365"/>
                    <a:pt x="16349" y="1365"/>
                    <a:pt x="16349" y="1365"/>
                  </a:cubicBezTo>
                  <a:cubicBezTo>
                    <a:pt x="16229" y="1365"/>
                    <a:pt x="16229" y="1365"/>
                    <a:pt x="16229" y="1365"/>
                  </a:cubicBezTo>
                  <a:cubicBezTo>
                    <a:pt x="16229" y="1489"/>
                    <a:pt x="16229" y="1489"/>
                    <a:pt x="16229" y="1489"/>
                  </a:cubicBezTo>
                  <a:cubicBezTo>
                    <a:pt x="16110" y="1613"/>
                    <a:pt x="16110" y="1613"/>
                    <a:pt x="16110" y="1613"/>
                  </a:cubicBezTo>
                  <a:cubicBezTo>
                    <a:pt x="16229" y="1737"/>
                    <a:pt x="16229" y="1737"/>
                    <a:pt x="16229" y="1737"/>
                  </a:cubicBezTo>
                  <a:cubicBezTo>
                    <a:pt x="16229" y="1737"/>
                    <a:pt x="16229" y="1737"/>
                    <a:pt x="16229" y="1737"/>
                  </a:cubicBezTo>
                  <a:cubicBezTo>
                    <a:pt x="16229" y="1737"/>
                    <a:pt x="16229" y="1737"/>
                    <a:pt x="16229" y="1737"/>
                  </a:cubicBezTo>
                  <a:cubicBezTo>
                    <a:pt x="16110" y="1862"/>
                    <a:pt x="16110" y="1862"/>
                    <a:pt x="16110" y="1862"/>
                  </a:cubicBezTo>
                  <a:cubicBezTo>
                    <a:pt x="16110" y="2110"/>
                    <a:pt x="16110" y="2110"/>
                    <a:pt x="16110" y="2110"/>
                  </a:cubicBezTo>
                  <a:cubicBezTo>
                    <a:pt x="16110" y="2234"/>
                    <a:pt x="16110" y="2234"/>
                    <a:pt x="16110" y="2234"/>
                  </a:cubicBezTo>
                  <a:cubicBezTo>
                    <a:pt x="16110" y="2358"/>
                    <a:pt x="16110" y="2358"/>
                    <a:pt x="16110" y="2358"/>
                  </a:cubicBezTo>
                  <a:cubicBezTo>
                    <a:pt x="16110" y="2482"/>
                    <a:pt x="16110" y="2482"/>
                    <a:pt x="16110" y="2482"/>
                  </a:cubicBezTo>
                  <a:cubicBezTo>
                    <a:pt x="16110" y="2731"/>
                    <a:pt x="16110" y="2731"/>
                    <a:pt x="16110" y="2731"/>
                  </a:cubicBezTo>
                  <a:cubicBezTo>
                    <a:pt x="15991" y="2731"/>
                    <a:pt x="15991" y="2731"/>
                    <a:pt x="15991" y="2731"/>
                  </a:cubicBezTo>
                  <a:cubicBezTo>
                    <a:pt x="15991" y="2855"/>
                    <a:pt x="15991" y="2855"/>
                    <a:pt x="15991" y="2855"/>
                  </a:cubicBezTo>
                  <a:cubicBezTo>
                    <a:pt x="15871" y="2979"/>
                    <a:pt x="15871" y="2979"/>
                    <a:pt x="15871" y="2979"/>
                  </a:cubicBezTo>
                  <a:cubicBezTo>
                    <a:pt x="15871" y="3351"/>
                    <a:pt x="15871" y="3351"/>
                    <a:pt x="15871" y="3351"/>
                  </a:cubicBezTo>
                  <a:cubicBezTo>
                    <a:pt x="15752" y="3475"/>
                    <a:pt x="15752" y="3475"/>
                    <a:pt x="15752" y="3475"/>
                  </a:cubicBezTo>
                  <a:cubicBezTo>
                    <a:pt x="15871" y="3475"/>
                    <a:pt x="15871" y="3475"/>
                    <a:pt x="15871" y="3475"/>
                  </a:cubicBezTo>
                  <a:cubicBezTo>
                    <a:pt x="15752" y="3724"/>
                    <a:pt x="15752" y="3724"/>
                    <a:pt x="15752" y="3724"/>
                  </a:cubicBezTo>
                  <a:cubicBezTo>
                    <a:pt x="15633" y="3724"/>
                    <a:pt x="15633" y="3724"/>
                    <a:pt x="15633" y="3724"/>
                  </a:cubicBezTo>
                  <a:cubicBezTo>
                    <a:pt x="15633" y="3972"/>
                    <a:pt x="15633" y="3972"/>
                    <a:pt x="15633" y="3972"/>
                  </a:cubicBezTo>
                  <a:cubicBezTo>
                    <a:pt x="15513" y="4096"/>
                    <a:pt x="15513" y="4096"/>
                    <a:pt x="15513" y="4096"/>
                  </a:cubicBezTo>
                  <a:cubicBezTo>
                    <a:pt x="15155" y="4220"/>
                    <a:pt x="15155" y="4220"/>
                    <a:pt x="15155" y="4220"/>
                  </a:cubicBezTo>
                  <a:cubicBezTo>
                    <a:pt x="15036" y="4096"/>
                    <a:pt x="15036" y="4096"/>
                    <a:pt x="15036" y="4096"/>
                  </a:cubicBezTo>
                  <a:cubicBezTo>
                    <a:pt x="14917" y="4096"/>
                    <a:pt x="14917" y="4096"/>
                    <a:pt x="14917" y="4096"/>
                  </a:cubicBezTo>
                  <a:cubicBezTo>
                    <a:pt x="14797" y="3972"/>
                    <a:pt x="14797" y="3972"/>
                    <a:pt x="14797" y="3972"/>
                  </a:cubicBezTo>
                  <a:cubicBezTo>
                    <a:pt x="14678" y="3848"/>
                    <a:pt x="14678" y="3848"/>
                    <a:pt x="14678" y="3848"/>
                  </a:cubicBezTo>
                  <a:cubicBezTo>
                    <a:pt x="14678" y="3848"/>
                    <a:pt x="14678" y="3848"/>
                    <a:pt x="14678" y="3848"/>
                  </a:cubicBezTo>
                  <a:cubicBezTo>
                    <a:pt x="14678" y="3848"/>
                    <a:pt x="14678" y="3848"/>
                    <a:pt x="14678" y="3848"/>
                  </a:cubicBezTo>
                  <a:cubicBezTo>
                    <a:pt x="14559" y="3724"/>
                    <a:pt x="14559" y="3724"/>
                    <a:pt x="14559" y="3724"/>
                  </a:cubicBezTo>
                  <a:cubicBezTo>
                    <a:pt x="14439" y="3724"/>
                    <a:pt x="14439" y="3724"/>
                    <a:pt x="14439" y="3724"/>
                  </a:cubicBezTo>
                  <a:cubicBezTo>
                    <a:pt x="14439" y="3600"/>
                    <a:pt x="14439" y="3600"/>
                    <a:pt x="14439" y="3600"/>
                  </a:cubicBezTo>
                  <a:cubicBezTo>
                    <a:pt x="14201" y="3600"/>
                    <a:pt x="14201" y="3600"/>
                    <a:pt x="14201" y="3600"/>
                  </a:cubicBezTo>
                  <a:cubicBezTo>
                    <a:pt x="14081" y="3475"/>
                    <a:pt x="14081" y="3475"/>
                    <a:pt x="14081" y="3475"/>
                  </a:cubicBezTo>
                  <a:cubicBezTo>
                    <a:pt x="14081" y="3475"/>
                    <a:pt x="14081" y="3475"/>
                    <a:pt x="14081" y="3475"/>
                  </a:cubicBezTo>
                  <a:cubicBezTo>
                    <a:pt x="13962" y="3351"/>
                    <a:pt x="13962" y="3351"/>
                    <a:pt x="13962" y="3351"/>
                  </a:cubicBezTo>
                  <a:cubicBezTo>
                    <a:pt x="13843" y="3351"/>
                    <a:pt x="13843" y="3351"/>
                    <a:pt x="13843" y="3351"/>
                  </a:cubicBezTo>
                  <a:cubicBezTo>
                    <a:pt x="13723" y="3227"/>
                    <a:pt x="13723" y="3227"/>
                    <a:pt x="13723" y="3227"/>
                  </a:cubicBezTo>
                  <a:cubicBezTo>
                    <a:pt x="13604" y="3103"/>
                    <a:pt x="13604" y="3103"/>
                    <a:pt x="13604" y="3103"/>
                  </a:cubicBezTo>
                  <a:cubicBezTo>
                    <a:pt x="13604" y="3103"/>
                    <a:pt x="13604" y="3103"/>
                    <a:pt x="13604" y="3103"/>
                  </a:cubicBezTo>
                  <a:cubicBezTo>
                    <a:pt x="13485" y="3103"/>
                    <a:pt x="13485" y="3103"/>
                    <a:pt x="13485" y="3103"/>
                  </a:cubicBezTo>
                  <a:cubicBezTo>
                    <a:pt x="13365" y="3103"/>
                    <a:pt x="13365" y="3103"/>
                    <a:pt x="13365" y="3103"/>
                  </a:cubicBezTo>
                  <a:cubicBezTo>
                    <a:pt x="13365" y="3103"/>
                    <a:pt x="13365" y="3103"/>
                    <a:pt x="13365" y="3103"/>
                  </a:cubicBezTo>
                  <a:cubicBezTo>
                    <a:pt x="13365" y="3103"/>
                    <a:pt x="13365" y="3103"/>
                    <a:pt x="13365" y="3103"/>
                  </a:cubicBezTo>
                  <a:cubicBezTo>
                    <a:pt x="13246" y="2979"/>
                    <a:pt x="13246" y="2979"/>
                    <a:pt x="13246" y="2979"/>
                  </a:cubicBezTo>
                  <a:cubicBezTo>
                    <a:pt x="13246" y="2855"/>
                    <a:pt x="13246" y="2855"/>
                    <a:pt x="13246" y="2855"/>
                  </a:cubicBezTo>
                  <a:cubicBezTo>
                    <a:pt x="13007" y="2731"/>
                    <a:pt x="13007" y="2731"/>
                    <a:pt x="13007" y="2731"/>
                  </a:cubicBezTo>
                  <a:cubicBezTo>
                    <a:pt x="13007" y="2731"/>
                    <a:pt x="13007" y="2731"/>
                    <a:pt x="13007" y="2731"/>
                  </a:cubicBezTo>
                  <a:cubicBezTo>
                    <a:pt x="12888" y="2606"/>
                    <a:pt x="12888" y="2606"/>
                    <a:pt x="12888" y="2606"/>
                  </a:cubicBezTo>
                  <a:cubicBezTo>
                    <a:pt x="12888" y="2482"/>
                    <a:pt x="12888" y="2482"/>
                    <a:pt x="12888" y="2482"/>
                  </a:cubicBezTo>
                  <a:cubicBezTo>
                    <a:pt x="12888" y="2358"/>
                    <a:pt x="12888" y="2358"/>
                    <a:pt x="12888" y="2358"/>
                  </a:cubicBezTo>
                  <a:cubicBezTo>
                    <a:pt x="13007" y="2234"/>
                    <a:pt x="13007" y="2234"/>
                    <a:pt x="13007" y="2234"/>
                  </a:cubicBezTo>
                  <a:cubicBezTo>
                    <a:pt x="13127" y="2110"/>
                    <a:pt x="13127" y="2110"/>
                    <a:pt x="13127" y="2110"/>
                  </a:cubicBezTo>
                  <a:cubicBezTo>
                    <a:pt x="13127" y="1986"/>
                    <a:pt x="13127" y="1986"/>
                    <a:pt x="13127" y="1986"/>
                  </a:cubicBezTo>
                  <a:cubicBezTo>
                    <a:pt x="13127" y="1862"/>
                    <a:pt x="13127" y="1862"/>
                    <a:pt x="13127" y="1862"/>
                  </a:cubicBezTo>
                  <a:cubicBezTo>
                    <a:pt x="13007" y="1986"/>
                    <a:pt x="13007" y="1986"/>
                    <a:pt x="13007" y="1986"/>
                  </a:cubicBezTo>
                  <a:cubicBezTo>
                    <a:pt x="13007" y="1862"/>
                    <a:pt x="13007" y="1862"/>
                    <a:pt x="13007" y="1862"/>
                  </a:cubicBezTo>
                  <a:cubicBezTo>
                    <a:pt x="13127" y="1737"/>
                    <a:pt x="13127" y="1737"/>
                    <a:pt x="13127" y="1737"/>
                  </a:cubicBezTo>
                  <a:cubicBezTo>
                    <a:pt x="13127" y="1613"/>
                    <a:pt x="13127" y="1613"/>
                    <a:pt x="13127" y="1613"/>
                  </a:cubicBezTo>
                  <a:cubicBezTo>
                    <a:pt x="13127" y="1613"/>
                    <a:pt x="13127" y="1613"/>
                    <a:pt x="13127" y="1613"/>
                  </a:cubicBezTo>
                  <a:cubicBezTo>
                    <a:pt x="13246" y="1613"/>
                    <a:pt x="13246" y="1613"/>
                    <a:pt x="13246" y="1613"/>
                  </a:cubicBezTo>
                  <a:cubicBezTo>
                    <a:pt x="13246" y="1613"/>
                    <a:pt x="13246" y="1613"/>
                    <a:pt x="13246" y="1613"/>
                  </a:cubicBezTo>
                  <a:cubicBezTo>
                    <a:pt x="13365" y="1613"/>
                    <a:pt x="13365" y="1613"/>
                    <a:pt x="13365" y="1613"/>
                  </a:cubicBezTo>
                  <a:cubicBezTo>
                    <a:pt x="13485" y="1613"/>
                    <a:pt x="13485" y="1613"/>
                    <a:pt x="13485" y="1613"/>
                  </a:cubicBezTo>
                  <a:cubicBezTo>
                    <a:pt x="13485" y="1489"/>
                    <a:pt x="13485" y="1489"/>
                    <a:pt x="13485" y="1489"/>
                  </a:cubicBezTo>
                  <a:cubicBezTo>
                    <a:pt x="13365" y="1489"/>
                    <a:pt x="13365" y="1489"/>
                    <a:pt x="13365" y="1489"/>
                  </a:cubicBezTo>
                  <a:cubicBezTo>
                    <a:pt x="13485" y="1365"/>
                    <a:pt x="13485" y="1365"/>
                    <a:pt x="13485" y="1365"/>
                  </a:cubicBezTo>
                  <a:cubicBezTo>
                    <a:pt x="13485" y="1365"/>
                    <a:pt x="13485" y="1365"/>
                    <a:pt x="13485" y="1365"/>
                  </a:cubicBezTo>
                  <a:cubicBezTo>
                    <a:pt x="13604" y="1241"/>
                    <a:pt x="13604" y="1241"/>
                    <a:pt x="13604" y="1241"/>
                  </a:cubicBezTo>
                  <a:cubicBezTo>
                    <a:pt x="13723" y="1241"/>
                    <a:pt x="13723" y="1241"/>
                    <a:pt x="13723" y="1241"/>
                  </a:cubicBezTo>
                  <a:cubicBezTo>
                    <a:pt x="13723" y="1117"/>
                    <a:pt x="13723" y="1117"/>
                    <a:pt x="13723" y="1117"/>
                  </a:cubicBezTo>
                  <a:cubicBezTo>
                    <a:pt x="13723" y="993"/>
                    <a:pt x="13723" y="993"/>
                    <a:pt x="13723" y="993"/>
                  </a:cubicBezTo>
                  <a:cubicBezTo>
                    <a:pt x="13604" y="993"/>
                    <a:pt x="13604" y="993"/>
                    <a:pt x="13604" y="993"/>
                  </a:cubicBezTo>
                  <a:cubicBezTo>
                    <a:pt x="13604" y="1117"/>
                    <a:pt x="13604" y="1117"/>
                    <a:pt x="13604" y="1117"/>
                  </a:cubicBezTo>
                  <a:cubicBezTo>
                    <a:pt x="13485" y="993"/>
                    <a:pt x="13485" y="993"/>
                    <a:pt x="13485" y="993"/>
                  </a:cubicBezTo>
                  <a:cubicBezTo>
                    <a:pt x="13485" y="868"/>
                    <a:pt x="13485" y="868"/>
                    <a:pt x="13485" y="868"/>
                  </a:cubicBezTo>
                  <a:cubicBezTo>
                    <a:pt x="13365" y="868"/>
                    <a:pt x="13365" y="868"/>
                    <a:pt x="13365" y="868"/>
                  </a:cubicBezTo>
                  <a:cubicBezTo>
                    <a:pt x="13246" y="1117"/>
                    <a:pt x="13246" y="1117"/>
                    <a:pt x="13246" y="1117"/>
                  </a:cubicBezTo>
                  <a:cubicBezTo>
                    <a:pt x="13365" y="1117"/>
                    <a:pt x="13365" y="1117"/>
                    <a:pt x="13365" y="1117"/>
                  </a:cubicBezTo>
                  <a:cubicBezTo>
                    <a:pt x="13365" y="1117"/>
                    <a:pt x="13365" y="1117"/>
                    <a:pt x="13365" y="1117"/>
                  </a:cubicBezTo>
                  <a:cubicBezTo>
                    <a:pt x="13246" y="1241"/>
                    <a:pt x="13246" y="1241"/>
                    <a:pt x="13246" y="1241"/>
                  </a:cubicBezTo>
                  <a:cubicBezTo>
                    <a:pt x="13127" y="1117"/>
                    <a:pt x="13127" y="1117"/>
                    <a:pt x="13127" y="1117"/>
                  </a:cubicBezTo>
                  <a:cubicBezTo>
                    <a:pt x="13127" y="1117"/>
                    <a:pt x="13127" y="1117"/>
                    <a:pt x="13127" y="1117"/>
                  </a:cubicBezTo>
                  <a:cubicBezTo>
                    <a:pt x="13127" y="993"/>
                    <a:pt x="13127" y="993"/>
                    <a:pt x="13127" y="993"/>
                  </a:cubicBezTo>
                  <a:cubicBezTo>
                    <a:pt x="13007" y="1117"/>
                    <a:pt x="13007" y="1117"/>
                    <a:pt x="13007" y="1117"/>
                  </a:cubicBezTo>
                  <a:cubicBezTo>
                    <a:pt x="13007" y="1117"/>
                    <a:pt x="13007" y="1117"/>
                    <a:pt x="13007" y="1117"/>
                  </a:cubicBezTo>
                  <a:cubicBezTo>
                    <a:pt x="13007" y="993"/>
                    <a:pt x="13007" y="993"/>
                    <a:pt x="13007" y="993"/>
                  </a:cubicBezTo>
                  <a:cubicBezTo>
                    <a:pt x="13007" y="993"/>
                    <a:pt x="13007" y="993"/>
                    <a:pt x="13007" y="993"/>
                  </a:cubicBezTo>
                  <a:cubicBezTo>
                    <a:pt x="13127" y="993"/>
                    <a:pt x="13127" y="993"/>
                    <a:pt x="13127" y="993"/>
                  </a:cubicBezTo>
                  <a:cubicBezTo>
                    <a:pt x="13007" y="993"/>
                    <a:pt x="13007" y="993"/>
                    <a:pt x="13007" y="993"/>
                  </a:cubicBezTo>
                  <a:cubicBezTo>
                    <a:pt x="12888" y="993"/>
                    <a:pt x="12888" y="993"/>
                    <a:pt x="12888" y="993"/>
                  </a:cubicBezTo>
                  <a:cubicBezTo>
                    <a:pt x="12769" y="1117"/>
                    <a:pt x="12769" y="1117"/>
                    <a:pt x="12769" y="1117"/>
                  </a:cubicBezTo>
                  <a:cubicBezTo>
                    <a:pt x="12769" y="1117"/>
                    <a:pt x="12769" y="1117"/>
                    <a:pt x="12769" y="1117"/>
                  </a:cubicBezTo>
                  <a:cubicBezTo>
                    <a:pt x="12769" y="1117"/>
                    <a:pt x="12769" y="1117"/>
                    <a:pt x="12769" y="1117"/>
                  </a:cubicBezTo>
                  <a:cubicBezTo>
                    <a:pt x="12769" y="1117"/>
                    <a:pt x="12769" y="1117"/>
                    <a:pt x="12769" y="1117"/>
                  </a:cubicBezTo>
                  <a:cubicBezTo>
                    <a:pt x="12649" y="1117"/>
                    <a:pt x="12649" y="1117"/>
                    <a:pt x="12649" y="1117"/>
                  </a:cubicBezTo>
                  <a:cubicBezTo>
                    <a:pt x="12649" y="993"/>
                    <a:pt x="12649" y="993"/>
                    <a:pt x="12649" y="993"/>
                  </a:cubicBezTo>
                  <a:cubicBezTo>
                    <a:pt x="12530" y="868"/>
                    <a:pt x="12530" y="868"/>
                    <a:pt x="12530" y="868"/>
                  </a:cubicBezTo>
                  <a:cubicBezTo>
                    <a:pt x="12530" y="868"/>
                    <a:pt x="12530" y="868"/>
                    <a:pt x="12530" y="868"/>
                  </a:cubicBezTo>
                  <a:cubicBezTo>
                    <a:pt x="12411" y="993"/>
                    <a:pt x="12411" y="993"/>
                    <a:pt x="12411" y="993"/>
                  </a:cubicBezTo>
                  <a:cubicBezTo>
                    <a:pt x="12291" y="993"/>
                    <a:pt x="12291" y="993"/>
                    <a:pt x="12291" y="993"/>
                  </a:cubicBezTo>
                  <a:cubicBezTo>
                    <a:pt x="12172" y="993"/>
                    <a:pt x="12172" y="993"/>
                    <a:pt x="12172" y="993"/>
                  </a:cubicBezTo>
                  <a:cubicBezTo>
                    <a:pt x="12172" y="868"/>
                    <a:pt x="12172" y="868"/>
                    <a:pt x="12172" y="868"/>
                  </a:cubicBezTo>
                  <a:cubicBezTo>
                    <a:pt x="12172" y="868"/>
                    <a:pt x="12172" y="868"/>
                    <a:pt x="12172" y="868"/>
                  </a:cubicBezTo>
                  <a:cubicBezTo>
                    <a:pt x="12053" y="744"/>
                    <a:pt x="12053" y="744"/>
                    <a:pt x="12053" y="744"/>
                  </a:cubicBezTo>
                  <a:cubicBezTo>
                    <a:pt x="11933" y="868"/>
                    <a:pt x="11933" y="868"/>
                    <a:pt x="11933" y="868"/>
                  </a:cubicBezTo>
                  <a:cubicBezTo>
                    <a:pt x="11814" y="868"/>
                    <a:pt x="11814" y="868"/>
                    <a:pt x="11814" y="868"/>
                  </a:cubicBezTo>
                  <a:cubicBezTo>
                    <a:pt x="11695" y="744"/>
                    <a:pt x="11695" y="744"/>
                    <a:pt x="11695" y="744"/>
                  </a:cubicBezTo>
                  <a:cubicBezTo>
                    <a:pt x="11695" y="744"/>
                    <a:pt x="11695" y="744"/>
                    <a:pt x="11695" y="744"/>
                  </a:cubicBezTo>
                  <a:cubicBezTo>
                    <a:pt x="11695" y="620"/>
                    <a:pt x="11695" y="620"/>
                    <a:pt x="11695" y="620"/>
                  </a:cubicBezTo>
                  <a:cubicBezTo>
                    <a:pt x="11575" y="620"/>
                    <a:pt x="11575" y="620"/>
                    <a:pt x="11575" y="620"/>
                  </a:cubicBezTo>
                  <a:cubicBezTo>
                    <a:pt x="11575" y="620"/>
                    <a:pt x="11575" y="620"/>
                    <a:pt x="11575" y="620"/>
                  </a:cubicBezTo>
                  <a:cubicBezTo>
                    <a:pt x="11456" y="744"/>
                    <a:pt x="11456" y="744"/>
                    <a:pt x="11456" y="744"/>
                  </a:cubicBezTo>
                  <a:cubicBezTo>
                    <a:pt x="11456" y="620"/>
                    <a:pt x="11456" y="620"/>
                    <a:pt x="11456" y="620"/>
                  </a:cubicBezTo>
                  <a:cubicBezTo>
                    <a:pt x="11337" y="620"/>
                    <a:pt x="11337" y="620"/>
                    <a:pt x="11337" y="620"/>
                  </a:cubicBezTo>
                  <a:cubicBezTo>
                    <a:pt x="11217" y="496"/>
                    <a:pt x="11217" y="496"/>
                    <a:pt x="11217" y="496"/>
                  </a:cubicBezTo>
                  <a:cubicBezTo>
                    <a:pt x="11098" y="496"/>
                    <a:pt x="11098" y="496"/>
                    <a:pt x="11098" y="496"/>
                  </a:cubicBezTo>
                  <a:cubicBezTo>
                    <a:pt x="11098" y="496"/>
                    <a:pt x="11098" y="496"/>
                    <a:pt x="11098" y="496"/>
                  </a:cubicBezTo>
                  <a:cubicBezTo>
                    <a:pt x="10979" y="496"/>
                    <a:pt x="10979" y="496"/>
                    <a:pt x="10979" y="496"/>
                  </a:cubicBezTo>
                  <a:cubicBezTo>
                    <a:pt x="11098" y="620"/>
                    <a:pt x="11098" y="620"/>
                    <a:pt x="11098" y="620"/>
                  </a:cubicBezTo>
                  <a:cubicBezTo>
                    <a:pt x="11098" y="620"/>
                    <a:pt x="11098" y="620"/>
                    <a:pt x="11098" y="620"/>
                  </a:cubicBezTo>
                  <a:cubicBezTo>
                    <a:pt x="11217" y="620"/>
                    <a:pt x="11217" y="620"/>
                    <a:pt x="11217" y="620"/>
                  </a:cubicBezTo>
                  <a:cubicBezTo>
                    <a:pt x="11217" y="620"/>
                    <a:pt x="11217" y="620"/>
                    <a:pt x="11217" y="620"/>
                  </a:cubicBezTo>
                  <a:cubicBezTo>
                    <a:pt x="11456" y="744"/>
                    <a:pt x="11456" y="744"/>
                    <a:pt x="11456" y="744"/>
                  </a:cubicBezTo>
                  <a:cubicBezTo>
                    <a:pt x="11337" y="868"/>
                    <a:pt x="11337" y="868"/>
                    <a:pt x="11337" y="868"/>
                  </a:cubicBezTo>
                  <a:cubicBezTo>
                    <a:pt x="11456" y="993"/>
                    <a:pt x="11456" y="993"/>
                    <a:pt x="11456" y="993"/>
                  </a:cubicBezTo>
                  <a:cubicBezTo>
                    <a:pt x="11337" y="993"/>
                    <a:pt x="11337" y="993"/>
                    <a:pt x="11337" y="993"/>
                  </a:cubicBezTo>
                  <a:cubicBezTo>
                    <a:pt x="11217" y="1117"/>
                    <a:pt x="11217" y="1117"/>
                    <a:pt x="11217" y="1117"/>
                  </a:cubicBezTo>
                  <a:cubicBezTo>
                    <a:pt x="11217" y="993"/>
                    <a:pt x="11217" y="993"/>
                    <a:pt x="11217" y="993"/>
                  </a:cubicBezTo>
                  <a:cubicBezTo>
                    <a:pt x="11217" y="993"/>
                    <a:pt x="11217" y="993"/>
                    <a:pt x="11217" y="993"/>
                  </a:cubicBezTo>
                  <a:cubicBezTo>
                    <a:pt x="11098" y="1117"/>
                    <a:pt x="11098" y="1117"/>
                    <a:pt x="11098" y="1117"/>
                  </a:cubicBezTo>
                  <a:cubicBezTo>
                    <a:pt x="10740" y="1117"/>
                    <a:pt x="10740" y="1117"/>
                    <a:pt x="10740" y="1117"/>
                  </a:cubicBezTo>
                  <a:cubicBezTo>
                    <a:pt x="10620" y="993"/>
                    <a:pt x="10620" y="993"/>
                    <a:pt x="10620" y="993"/>
                  </a:cubicBezTo>
                  <a:cubicBezTo>
                    <a:pt x="10620" y="993"/>
                    <a:pt x="10620" y="993"/>
                    <a:pt x="10620" y="993"/>
                  </a:cubicBezTo>
                  <a:cubicBezTo>
                    <a:pt x="10501" y="1117"/>
                    <a:pt x="10501" y="1117"/>
                    <a:pt x="10501" y="1117"/>
                  </a:cubicBezTo>
                  <a:cubicBezTo>
                    <a:pt x="10501" y="1117"/>
                    <a:pt x="10501" y="1117"/>
                    <a:pt x="10501" y="1117"/>
                  </a:cubicBezTo>
                  <a:cubicBezTo>
                    <a:pt x="10382" y="1117"/>
                    <a:pt x="10382" y="1117"/>
                    <a:pt x="10382" y="1117"/>
                  </a:cubicBezTo>
                  <a:cubicBezTo>
                    <a:pt x="10501" y="1241"/>
                    <a:pt x="10501" y="1241"/>
                    <a:pt x="10501" y="1241"/>
                  </a:cubicBezTo>
                  <a:cubicBezTo>
                    <a:pt x="10382" y="1241"/>
                    <a:pt x="10382" y="1241"/>
                    <a:pt x="10382" y="1241"/>
                  </a:cubicBezTo>
                  <a:cubicBezTo>
                    <a:pt x="10262" y="1241"/>
                    <a:pt x="10262" y="1241"/>
                    <a:pt x="10262" y="1241"/>
                  </a:cubicBezTo>
                  <a:cubicBezTo>
                    <a:pt x="10262" y="1241"/>
                    <a:pt x="10262" y="1241"/>
                    <a:pt x="10262" y="1241"/>
                  </a:cubicBezTo>
                  <a:cubicBezTo>
                    <a:pt x="10262" y="1365"/>
                    <a:pt x="10262" y="1365"/>
                    <a:pt x="10262" y="1365"/>
                  </a:cubicBezTo>
                  <a:cubicBezTo>
                    <a:pt x="10262" y="1365"/>
                    <a:pt x="10262" y="1365"/>
                    <a:pt x="10262" y="1365"/>
                  </a:cubicBezTo>
                  <a:cubicBezTo>
                    <a:pt x="10143" y="1365"/>
                    <a:pt x="10143" y="1365"/>
                    <a:pt x="10143" y="1365"/>
                  </a:cubicBezTo>
                  <a:cubicBezTo>
                    <a:pt x="10143" y="1365"/>
                    <a:pt x="10143" y="1365"/>
                    <a:pt x="10143" y="1365"/>
                  </a:cubicBezTo>
                  <a:cubicBezTo>
                    <a:pt x="10143" y="1489"/>
                    <a:pt x="10143" y="1489"/>
                    <a:pt x="10143" y="1489"/>
                  </a:cubicBezTo>
                  <a:cubicBezTo>
                    <a:pt x="10143" y="1489"/>
                    <a:pt x="10143" y="1489"/>
                    <a:pt x="10143" y="1489"/>
                  </a:cubicBezTo>
                  <a:cubicBezTo>
                    <a:pt x="10024" y="1489"/>
                    <a:pt x="10024" y="1489"/>
                    <a:pt x="10024" y="1489"/>
                  </a:cubicBezTo>
                  <a:cubicBezTo>
                    <a:pt x="10024" y="1613"/>
                    <a:pt x="10024" y="1613"/>
                    <a:pt x="10024" y="1613"/>
                  </a:cubicBezTo>
                  <a:cubicBezTo>
                    <a:pt x="10143" y="1613"/>
                    <a:pt x="10143" y="1613"/>
                    <a:pt x="10143" y="1613"/>
                  </a:cubicBezTo>
                  <a:cubicBezTo>
                    <a:pt x="10143" y="1737"/>
                    <a:pt x="10143" y="1737"/>
                    <a:pt x="10143" y="1737"/>
                  </a:cubicBezTo>
                  <a:cubicBezTo>
                    <a:pt x="10024" y="1613"/>
                    <a:pt x="10024" y="1613"/>
                    <a:pt x="10024" y="1613"/>
                  </a:cubicBezTo>
                  <a:cubicBezTo>
                    <a:pt x="9904" y="1737"/>
                    <a:pt x="9904" y="1737"/>
                    <a:pt x="9904" y="1737"/>
                  </a:cubicBezTo>
                  <a:cubicBezTo>
                    <a:pt x="9904" y="1737"/>
                    <a:pt x="9904" y="1737"/>
                    <a:pt x="9904" y="1737"/>
                  </a:cubicBezTo>
                  <a:cubicBezTo>
                    <a:pt x="9785" y="1862"/>
                    <a:pt x="9785" y="1862"/>
                    <a:pt x="9785" y="1862"/>
                  </a:cubicBezTo>
                  <a:cubicBezTo>
                    <a:pt x="9666" y="1986"/>
                    <a:pt x="9666" y="1986"/>
                    <a:pt x="9666" y="1986"/>
                  </a:cubicBezTo>
                  <a:cubicBezTo>
                    <a:pt x="9666" y="1986"/>
                    <a:pt x="9666" y="1986"/>
                    <a:pt x="9666" y="1986"/>
                  </a:cubicBezTo>
                  <a:cubicBezTo>
                    <a:pt x="9546" y="2234"/>
                    <a:pt x="9546" y="2234"/>
                    <a:pt x="9546" y="2234"/>
                  </a:cubicBezTo>
                  <a:cubicBezTo>
                    <a:pt x="9546" y="2234"/>
                    <a:pt x="9546" y="2234"/>
                    <a:pt x="9546" y="2234"/>
                  </a:cubicBezTo>
                  <a:cubicBezTo>
                    <a:pt x="9546" y="2234"/>
                    <a:pt x="9546" y="2234"/>
                    <a:pt x="9546" y="2234"/>
                  </a:cubicBezTo>
                  <a:cubicBezTo>
                    <a:pt x="9785" y="2358"/>
                    <a:pt x="9785" y="2358"/>
                    <a:pt x="9785" y="2358"/>
                  </a:cubicBezTo>
                  <a:cubicBezTo>
                    <a:pt x="9666" y="2358"/>
                    <a:pt x="9666" y="2358"/>
                    <a:pt x="9666" y="2358"/>
                  </a:cubicBezTo>
                  <a:cubicBezTo>
                    <a:pt x="9666" y="2358"/>
                    <a:pt x="9666" y="2358"/>
                    <a:pt x="9666" y="2358"/>
                  </a:cubicBezTo>
                  <a:cubicBezTo>
                    <a:pt x="9904" y="2482"/>
                    <a:pt x="9904" y="2482"/>
                    <a:pt x="9904" y="2482"/>
                  </a:cubicBezTo>
                  <a:cubicBezTo>
                    <a:pt x="9785" y="2482"/>
                    <a:pt x="9785" y="2482"/>
                    <a:pt x="9785" y="2482"/>
                  </a:cubicBezTo>
                  <a:cubicBezTo>
                    <a:pt x="9666" y="2482"/>
                    <a:pt x="9666" y="2482"/>
                    <a:pt x="9666" y="2482"/>
                  </a:cubicBezTo>
                  <a:cubicBezTo>
                    <a:pt x="9546" y="2482"/>
                    <a:pt x="9546" y="2482"/>
                    <a:pt x="9546" y="2482"/>
                  </a:cubicBezTo>
                  <a:cubicBezTo>
                    <a:pt x="9546" y="2482"/>
                    <a:pt x="9546" y="2482"/>
                    <a:pt x="9546" y="2482"/>
                  </a:cubicBezTo>
                  <a:cubicBezTo>
                    <a:pt x="9666" y="2606"/>
                    <a:pt x="9666" y="2606"/>
                    <a:pt x="9666" y="2606"/>
                  </a:cubicBezTo>
                  <a:cubicBezTo>
                    <a:pt x="9666" y="2731"/>
                    <a:pt x="9666" y="2731"/>
                    <a:pt x="9666" y="2731"/>
                  </a:cubicBezTo>
                  <a:cubicBezTo>
                    <a:pt x="9785" y="2731"/>
                    <a:pt x="9785" y="2731"/>
                    <a:pt x="9785" y="2731"/>
                  </a:cubicBezTo>
                  <a:cubicBezTo>
                    <a:pt x="9666" y="2731"/>
                    <a:pt x="9666" y="2731"/>
                    <a:pt x="9666" y="2731"/>
                  </a:cubicBezTo>
                  <a:cubicBezTo>
                    <a:pt x="9546" y="2482"/>
                    <a:pt x="9546" y="2482"/>
                    <a:pt x="9546" y="2482"/>
                  </a:cubicBezTo>
                  <a:cubicBezTo>
                    <a:pt x="9427" y="2482"/>
                    <a:pt x="9427" y="2482"/>
                    <a:pt x="9427" y="2482"/>
                  </a:cubicBezTo>
                  <a:cubicBezTo>
                    <a:pt x="9427" y="2606"/>
                    <a:pt x="9427" y="2606"/>
                    <a:pt x="9427" y="2606"/>
                  </a:cubicBezTo>
                  <a:cubicBezTo>
                    <a:pt x="9427" y="2606"/>
                    <a:pt x="9427" y="2606"/>
                    <a:pt x="9427" y="2606"/>
                  </a:cubicBezTo>
                  <a:cubicBezTo>
                    <a:pt x="9427" y="2606"/>
                    <a:pt x="9427" y="2606"/>
                    <a:pt x="9427" y="2606"/>
                  </a:cubicBezTo>
                  <a:cubicBezTo>
                    <a:pt x="9188" y="2482"/>
                    <a:pt x="9188" y="2482"/>
                    <a:pt x="9188" y="2482"/>
                  </a:cubicBezTo>
                  <a:cubicBezTo>
                    <a:pt x="8950" y="2482"/>
                    <a:pt x="8950" y="2482"/>
                    <a:pt x="8950" y="2482"/>
                  </a:cubicBezTo>
                  <a:cubicBezTo>
                    <a:pt x="9069" y="2482"/>
                    <a:pt x="9069" y="2482"/>
                    <a:pt x="9069" y="2482"/>
                  </a:cubicBezTo>
                  <a:cubicBezTo>
                    <a:pt x="8950" y="2606"/>
                    <a:pt x="8950" y="2606"/>
                    <a:pt x="8950" y="2606"/>
                  </a:cubicBezTo>
                  <a:cubicBezTo>
                    <a:pt x="8950" y="2482"/>
                    <a:pt x="8950" y="2482"/>
                    <a:pt x="8950" y="2482"/>
                  </a:cubicBezTo>
                  <a:cubicBezTo>
                    <a:pt x="8950" y="2482"/>
                    <a:pt x="8950" y="2482"/>
                    <a:pt x="8950" y="2482"/>
                  </a:cubicBezTo>
                  <a:cubicBezTo>
                    <a:pt x="8830" y="2606"/>
                    <a:pt x="8830" y="2606"/>
                    <a:pt x="8830" y="2606"/>
                  </a:cubicBezTo>
                  <a:cubicBezTo>
                    <a:pt x="8950" y="2731"/>
                    <a:pt x="8950" y="2731"/>
                    <a:pt x="8950" y="2731"/>
                  </a:cubicBezTo>
                  <a:cubicBezTo>
                    <a:pt x="8950" y="2731"/>
                    <a:pt x="8950" y="2731"/>
                    <a:pt x="8950" y="2731"/>
                  </a:cubicBezTo>
                  <a:cubicBezTo>
                    <a:pt x="8950" y="2731"/>
                    <a:pt x="8950" y="2731"/>
                    <a:pt x="8950" y="2731"/>
                  </a:cubicBezTo>
                  <a:cubicBezTo>
                    <a:pt x="8830" y="2731"/>
                    <a:pt x="8830" y="2731"/>
                    <a:pt x="8830" y="2731"/>
                  </a:cubicBezTo>
                  <a:cubicBezTo>
                    <a:pt x="8830" y="2731"/>
                    <a:pt x="8830" y="2731"/>
                    <a:pt x="8830" y="2731"/>
                  </a:cubicBezTo>
                  <a:cubicBezTo>
                    <a:pt x="8711" y="2855"/>
                    <a:pt x="8711" y="2855"/>
                    <a:pt x="8711" y="2855"/>
                  </a:cubicBezTo>
                  <a:cubicBezTo>
                    <a:pt x="8592" y="2855"/>
                    <a:pt x="8592" y="2855"/>
                    <a:pt x="8592" y="2855"/>
                  </a:cubicBezTo>
                  <a:cubicBezTo>
                    <a:pt x="8711" y="2855"/>
                    <a:pt x="8711" y="2855"/>
                    <a:pt x="8711" y="2855"/>
                  </a:cubicBezTo>
                  <a:cubicBezTo>
                    <a:pt x="8830" y="2731"/>
                    <a:pt x="8830" y="2731"/>
                    <a:pt x="8830" y="2731"/>
                  </a:cubicBezTo>
                  <a:cubicBezTo>
                    <a:pt x="8830" y="2482"/>
                    <a:pt x="8830" y="2482"/>
                    <a:pt x="8830" y="2482"/>
                  </a:cubicBezTo>
                  <a:cubicBezTo>
                    <a:pt x="8830" y="2482"/>
                    <a:pt x="8830" y="2482"/>
                    <a:pt x="8830" y="2482"/>
                  </a:cubicBezTo>
                  <a:cubicBezTo>
                    <a:pt x="8830" y="2358"/>
                    <a:pt x="8830" y="2358"/>
                    <a:pt x="8830" y="2358"/>
                  </a:cubicBezTo>
                  <a:cubicBezTo>
                    <a:pt x="8711" y="2358"/>
                    <a:pt x="8711" y="2358"/>
                    <a:pt x="8711" y="2358"/>
                  </a:cubicBezTo>
                  <a:cubicBezTo>
                    <a:pt x="8592" y="2110"/>
                    <a:pt x="8592" y="2110"/>
                    <a:pt x="8592" y="2110"/>
                  </a:cubicBezTo>
                  <a:cubicBezTo>
                    <a:pt x="8472" y="1986"/>
                    <a:pt x="8472" y="1986"/>
                    <a:pt x="8472" y="1986"/>
                  </a:cubicBezTo>
                  <a:cubicBezTo>
                    <a:pt x="8353" y="1986"/>
                    <a:pt x="8353" y="1986"/>
                    <a:pt x="8353" y="1986"/>
                  </a:cubicBezTo>
                  <a:cubicBezTo>
                    <a:pt x="8234" y="1862"/>
                    <a:pt x="8234" y="1862"/>
                    <a:pt x="8234" y="1862"/>
                  </a:cubicBezTo>
                  <a:cubicBezTo>
                    <a:pt x="8234" y="1986"/>
                    <a:pt x="8234" y="1986"/>
                    <a:pt x="8234" y="1986"/>
                  </a:cubicBezTo>
                  <a:cubicBezTo>
                    <a:pt x="8234" y="1986"/>
                    <a:pt x="8234" y="1986"/>
                    <a:pt x="8234" y="1986"/>
                  </a:cubicBezTo>
                  <a:cubicBezTo>
                    <a:pt x="8114" y="1986"/>
                    <a:pt x="8114" y="1986"/>
                    <a:pt x="8114" y="1986"/>
                  </a:cubicBezTo>
                  <a:cubicBezTo>
                    <a:pt x="8114" y="2110"/>
                    <a:pt x="8114" y="2110"/>
                    <a:pt x="8114" y="2110"/>
                  </a:cubicBezTo>
                  <a:cubicBezTo>
                    <a:pt x="7995" y="2110"/>
                    <a:pt x="7995" y="2110"/>
                    <a:pt x="7995" y="2110"/>
                  </a:cubicBezTo>
                  <a:cubicBezTo>
                    <a:pt x="7995" y="1986"/>
                    <a:pt x="7995" y="1986"/>
                    <a:pt x="7995" y="1986"/>
                  </a:cubicBezTo>
                  <a:cubicBezTo>
                    <a:pt x="7995" y="2110"/>
                    <a:pt x="7995" y="2110"/>
                    <a:pt x="7995" y="2110"/>
                  </a:cubicBezTo>
                  <a:cubicBezTo>
                    <a:pt x="7876" y="2110"/>
                    <a:pt x="7876" y="2110"/>
                    <a:pt x="7876" y="2110"/>
                  </a:cubicBezTo>
                  <a:cubicBezTo>
                    <a:pt x="7876" y="1986"/>
                    <a:pt x="7876" y="1986"/>
                    <a:pt x="7876" y="1986"/>
                  </a:cubicBezTo>
                  <a:cubicBezTo>
                    <a:pt x="7756" y="1986"/>
                    <a:pt x="7756" y="1986"/>
                    <a:pt x="7756" y="1986"/>
                  </a:cubicBezTo>
                  <a:cubicBezTo>
                    <a:pt x="7756" y="2110"/>
                    <a:pt x="7756" y="2110"/>
                    <a:pt x="7756" y="2110"/>
                  </a:cubicBezTo>
                  <a:cubicBezTo>
                    <a:pt x="7876" y="2110"/>
                    <a:pt x="7876" y="2110"/>
                    <a:pt x="7876" y="2110"/>
                  </a:cubicBezTo>
                  <a:cubicBezTo>
                    <a:pt x="7756" y="2110"/>
                    <a:pt x="7756" y="2110"/>
                    <a:pt x="7756" y="2110"/>
                  </a:cubicBezTo>
                  <a:cubicBezTo>
                    <a:pt x="7756" y="2234"/>
                    <a:pt x="7756" y="2234"/>
                    <a:pt x="7756" y="2234"/>
                  </a:cubicBezTo>
                  <a:cubicBezTo>
                    <a:pt x="7756" y="2358"/>
                    <a:pt x="7756" y="2358"/>
                    <a:pt x="7756" y="2358"/>
                  </a:cubicBezTo>
                  <a:cubicBezTo>
                    <a:pt x="7637" y="2358"/>
                    <a:pt x="7637" y="2358"/>
                    <a:pt x="7637" y="2358"/>
                  </a:cubicBezTo>
                  <a:cubicBezTo>
                    <a:pt x="7637" y="2358"/>
                    <a:pt x="7637" y="2358"/>
                    <a:pt x="7637" y="2358"/>
                  </a:cubicBezTo>
                  <a:cubicBezTo>
                    <a:pt x="7518" y="2358"/>
                    <a:pt x="7518" y="2358"/>
                    <a:pt x="7518" y="2358"/>
                  </a:cubicBezTo>
                  <a:cubicBezTo>
                    <a:pt x="7518" y="2234"/>
                    <a:pt x="7518" y="2234"/>
                    <a:pt x="7518" y="2234"/>
                  </a:cubicBezTo>
                  <a:cubicBezTo>
                    <a:pt x="7637" y="2234"/>
                    <a:pt x="7637" y="2234"/>
                    <a:pt x="7637" y="2234"/>
                  </a:cubicBezTo>
                  <a:cubicBezTo>
                    <a:pt x="7518" y="2234"/>
                    <a:pt x="7518" y="2234"/>
                    <a:pt x="7518" y="2234"/>
                  </a:cubicBezTo>
                  <a:cubicBezTo>
                    <a:pt x="7518" y="2234"/>
                    <a:pt x="7518" y="2234"/>
                    <a:pt x="7518" y="2234"/>
                  </a:cubicBezTo>
                  <a:cubicBezTo>
                    <a:pt x="7398" y="2358"/>
                    <a:pt x="7398" y="2358"/>
                    <a:pt x="7398" y="2358"/>
                  </a:cubicBezTo>
                  <a:cubicBezTo>
                    <a:pt x="7279" y="2358"/>
                    <a:pt x="7279" y="2358"/>
                    <a:pt x="7279" y="2358"/>
                  </a:cubicBezTo>
                  <a:cubicBezTo>
                    <a:pt x="7279" y="2482"/>
                    <a:pt x="7279" y="2482"/>
                    <a:pt x="7279" y="2482"/>
                  </a:cubicBezTo>
                  <a:cubicBezTo>
                    <a:pt x="7398" y="2482"/>
                    <a:pt x="7398" y="2482"/>
                    <a:pt x="7398" y="2482"/>
                  </a:cubicBezTo>
                  <a:cubicBezTo>
                    <a:pt x="7279" y="2606"/>
                    <a:pt x="7279" y="2606"/>
                    <a:pt x="7279" y="2606"/>
                  </a:cubicBezTo>
                  <a:cubicBezTo>
                    <a:pt x="7160" y="2606"/>
                    <a:pt x="7160" y="2606"/>
                    <a:pt x="7160" y="2606"/>
                  </a:cubicBezTo>
                  <a:cubicBezTo>
                    <a:pt x="7040" y="2606"/>
                    <a:pt x="7040" y="2606"/>
                    <a:pt x="7040" y="2606"/>
                  </a:cubicBezTo>
                  <a:cubicBezTo>
                    <a:pt x="7160" y="2731"/>
                    <a:pt x="7160" y="2731"/>
                    <a:pt x="7160" y="2731"/>
                  </a:cubicBezTo>
                  <a:cubicBezTo>
                    <a:pt x="7279" y="2731"/>
                    <a:pt x="7279" y="2731"/>
                    <a:pt x="7279" y="2731"/>
                  </a:cubicBezTo>
                  <a:cubicBezTo>
                    <a:pt x="7160" y="2855"/>
                    <a:pt x="7160" y="2855"/>
                    <a:pt x="7160" y="2855"/>
                  </a:cubicBezTo>
                  <a:cubicBezTo>
                    <a:pt x="7160" y="2855"/>
                    <a:pt x="7160" y="2855"/>
                    <a:pt x="7160" y="2855"/>
                  </a:cubicBezTo>
                  <a:cubicBezTo>
                    <a:pt x="7040" y="2731"/>
                    <a:pt x="7040" y="2731"/>
                    <a:pt x="7040" y="2731"/>
                  </a:cubicBezTo>
                  <a:cubicBezTo>
                    <a:pt x="6921" y="2855"/>
                    <a:pt x="6921" y="2855"/>
                    <a:pt x="6921" y="2855"/>
                  </a:cubicBezTo>
                  <a:cubicBezTo>
                    <a:pt x="6802" y="2855"/>
                    <a:pt x="6802" y="2855"/>
                    <a:pt x="6802" y="2855"/>
                  </a:cubicBezTo>
                  <a:cubicBezTo>
                    <a:pt x="6921" y="2855"/>
                    <a:pt x="6921" y="2855"/>
                    <a:pt x="6921" y="2855"/>
                  </a:cubicBezTo>
                  <a:cubicBezTo>
                    <a:pt x="6921" y="2979"/>
                    <a:pt x="6921" y="2979"/>
                    <a:pt x="6921" y="2979"/>
                  </a:cubicBezTo>
                  <a:cubicBezTo>
                    <a:pt x="6921" y="2979"/>
                    <a:pt x="6921" y="2979"/>
                    <a:pt x="6921" y="2979"/>
                  </a:cubicBezTo>
                  <a:cubicBezTo>
                    <a:pt x="6921" y="2979"/>
                    <a:pt x="6921" y="2979"/>
                    <a:pt x="6921" y="2979"/>
                  </a:cubicBezTo>
                  <a:cubicBezTo>
                    <a:pt x="6921" y="3103"/>
                    <a:pt x="6921" y="3103"/>
                    <a:pt x="6921" y="3103"/>
                  </a:cubicBezTo>
                  <a:cubicBezTo>
                    <a:pt x="6921" y="3227"/>
                    <a:pt x="6921" y="3227"/>
                    <a:pt x="6921" y="3227"/>
                  </a:cubicBezTo>
                  <a:cubicBezTo>
                    <a:pt x="6802" y="3227"/>
                    <a:pt x="6802" y="3227"/>
                    <a:pt x="6802" y="3227"/>
                  </a:cubicBezTo>
                  <a:cubicBezTo>
                    <a:pt x="6802" y="3351"/>
                    <a:pt x="6802" y="3351"/>
                    <a:pt x="6802" y="3351"/>
                  </a:cubicBezTo>
                  <a:cubicBezTo>
                    <a:pt x="6921" y="3351"/>
                    <a:pt x="6921" y="3351"/>
                    <a:pt x="6921" y="3351"/>
                  </a:cubicBezTo>
                  <a:cubicBezTo>
                    <a:pt x="6802" y="3351"/>
                    <a:pt x="6802" y="3351"/>
                    <a:pt x="6802" y="3351"/>
                  </a:cubicBezTo>
                  <a:cubicBezTo>
                    <a:pt x="6802" y="3475"/>
                    <a:pt x="6802" y="3475"/>
                    <a:pt x="6802" y="3475"/>
                  </a:cubicBezTo>
                  <a:cubicBezTo>
                    <a:pt x="6682" y="3351"/>
                    <a:pt x="6682" y="3351"/>
                    <a:pt x="6682" y="3351"/>
                  </a:cubicBezTo>
                  <a:cubicBezTo>
                    <a:pt x="6682" y="3351"/>
                    <a:pt x="6682" y="3351"/>
                    <a:pt x="6682" y="3351"/>
                  </a:cubicBezTo>
                  <a:cubicBezTo>
                    <a:pt x="6563" y="3227"/>
                    <a:pt x="6563" y="3227"/>
                    <a:pt x="6563" y="3227"/>
                  </a:cubicBezTo>
                  <a:cubicBezTo>
                    <a:pt x="6563" y="3351"/>
                    <a:pt x="6563" y="3351"/>
                    <a:pt x="6563" y="3351"/>
                  </a:cubicBezTo>
                  <a:cubicBezTo>
                    <a:pt x="6444" y="3227"/>
                    <a:pt x="6444" y="3227"/>
                    <a:pt x="6444" y="3227"/>
                  </a:cubicBezTo>
                  <a:cubicBezTo>
                    <a:pt x="6324" y="3227"/>
                    <a:pt x="6324" y="3227"/>
                    <a:pt x="6324" y="3227"/>
                  </a:cubicBezTo>
                  <a:cubicBezTo>
                    <a:pt x="6324" y="3227"/>
                    <a:pt x="6324" y="3227"/>
                    <a:pt x="6324" y="3227"/>
                  </a:cubicBezTo>
                  <a:cubicBezTo>
                    <a:pt x="6444" y="3351"/>
                    <a:pt x="6444" y="3351"/>
                    <a:pt x="6444" y="3351"/>
                  </a:cubicBezTo>
                  <a:cubicBezTo>
                    <a:pt x="6444" y="3351"/>
                    <a:pt x="6444" y="3351"/>
                    <a:pt x="6444" y="3351"/>
                  </a:cubicBezTo>
                  <a:cubicBezTo>
                    <a:pt x="6324" y="3475"/>
                    <a:pt x="6324" y="3475"/>
                    <a:pt x="6324" y="3475"/>
                  </a:cubicBezTo>
                  <a:cubicBezTo>
                    <a:pt x="6444" y="3600"/>
                    <a:pt x="6444" y="3600"/>
                    <a:pt x="6444" y="3600"/>
                  </a:cubicBezTo>
                  <a:cubicBezTo>
                    <a:pt x="6563" y="3600"/>
                    <a:pt x="6563" y="3600"/>
                    <a:pt x="6563" y="3600"/>
                  </a:cubicBezTo>
                  <a:cubicBezTo>
                    <a:pt x="6444" y="3600"/>
                    <a:pt x="6444" y="3600"/>
                    <a:pt x="6444" y="3600"/>
                  </a:cubicBezTo>
                  <a:cubicBezTo>
                    <a:pt x="6444" y="3724"/>
                    <a:pt x="6444" y="3724"/>
                    <a:pt x="6444" y="3724"/>
                  </a:cubicBezTo>
                  <a:cubicBezTo>
                    <a:pt x="6444" y="3724"/>
                    <a:pt x="6444" y="3724"/>
                    <a:pt x="6444" y="3724"/>
                  </a:cubicBezTo>
                  <a:cubicBezTo>
                    <a:pt x="6444" y="3724"/>
                    <a:pt x="6444" y="3724"/>
                    <a:pt x="6444" y="3724"/>
                  </a:cubicBezTo>
                  <a:cubicBezTo>
                    <a:pt x="6444" y="3848"/>
                    <a:pt x="6444" y="3848"/>
                    <a:pt x="6444" y="3848"/>
                  </a:cubicBezTo>
                  <a:cubicBezTo>
                    <a:pt x="6324" y="3972"/>
                    <a:pt x="6324" y="3972"/>
                    <a:pt x="6324" y="3972"/>
                  </a:cubicBezTo>
                  <a:cubicBezTo>
                    <a:pt x="6324" y="4096"/>
                    <a:pt x="6324" y="4096"/>
                    <a:pt x="6324" y="4096"/>
                  </a:cubicBezTo>
                  <a:cubicBezTo>
                    <a:pt x="6205" y="3724"/>
                    <a:pt x="6205" y="3724"/>
                    <a:pt x="6205" y="3724"/>
                  </a:cubicBezTo>
                  <a:cubicBezTo>
                    <a:pt x="6086" y="3475"/>
                    <a:pt x="6086" y="3475"/>
                    <a:pt x="6086" y="3475"/>
                  </a:cubicBezTo>
                  <a:cubicBezTo>
                    <a:pt x="5966" y="3475"/>
                    <a:pt x="5966" y="3475"/>
                    <a:pt x="5966" y="3475"/>
                  </a:cubicBezTo>
                  <a:cubicBezTo>
                    <a:pt x="6086" y="3351"/>
                    <a:pt x="6086" y="3351"/>
                    <a:pt x="6086" y="3351"/>
                  </a:cubicBezTo>
                  <a:cubicBezTo>
                    <a:pt x="5966" y="3351"/>
                    <a:pt x="5966" y="3351"/>
                    <a:pt x="5966" y="3351"/>
                  </a:cubicBezTo>
                  <a:cubicBezTo>
                    <a:pt x="5847" y="3475"/>
                    <a:pt x="5847" y="3475"/>
                    <a:pt x="5847" y="3475"/>
                  </a:cubicBezTo>
                  <a:cubicBezTo>
                    <a:pt x="5847" y="3600"/>
                    <a:pt x="5847" y="3600"/>
                    <a:pt x="5847" y="3600"/>
                  </a:cubicBezTo>
                  <a:cubicBezTo>
                    <a:pt x="5728" y="3600"/>
                    <a:pt x="5728" y="3600"/>
                    <a:pt x="5728" y="3600"/>
                  </a:cubicBezTo>
                  <a:cubicBezTo>
                    <a:pt x="5728" y="3600"/>
                    <a:pt x="5728" y="3600"/>
                    <a:pt x="5728" y="3600"/>
                  </a:cubicBezTo>
                  <a:cubicBezTo>
                    <a:pt x="5608" y="3600"/>
                    <a:pt x="5608" y="3600"/>
                    <a:pt x="5608" y="3600"/>
                  </a:cubicBezTo>
                  <a:cubicBezTo>
                    <a:pt x="5608" y="3724"/>
                    <a:pt x="5608" y="3724"/>
                    <a:pt x="5608" y="3724"/>
                  </a:cubicBezTo>
                  <a:cubicBezTo>
                    <a:pt x="5489" y="3724"/>
                    <a:pt x="5489" y="3724"/>
                    <a:pt x="5489" y="3724"/>
                  </a:cubicBezTo>
                  <a:cubicBezTo>
                    <a:pt x="5489" y="3848"/>
                    <a:pt x="5489" y="3848"/>
                    <a:pt x="5489" y="3848"/>
                  </a:cubicBezTo>
                  <a:cubicBezTo>
                    <a:pt x="5489" y="4220"/>
                    <a:pt x="5489" y="4220"/>
                    <a:pt x="5489" y="4220"/>
                  </a:cubicBezTo>
                  <a:cubicBezTo>
                    <a:pt x="5608" y="4220"/>
                    <a:pt x="5608" y="4220"/>
                    <a:pt x="5608" y="4220"/>
                  </a:cubicBezTo>
                  <a:cubicBezTo>
                    <a:pt x="5608" y="4344"/>
                    <a:pt x="5608" y="4344"/>
                    <a:pt x="5608" y="4344"/>
                  </a:cubicBezTo>
                  <a:cubicBezTo>
                    <a:pt x="5489" y="4344"/>
                    <a:pt x="5489" y="4344"/>
                    <a:pt x="5489" y="4344"/>
                  </a:cubicBezTo>
                  <a:cubicBezTo>
                    <a:pt x="5489" y="4468"/>
                    <a:pt x="5489" y="4468"/>
                    <a:pt x="5489" y="4468"/>
                  </a:cubicBezTo>
                  <a:cubicBezTo>
                    <a:pt x="5250" y="4468"/>
                    <a:pt x="5250" y="4468"/>
                    <a:pt x="5250" y="4468"/>
                  </a:cubicBezTo>
                  <a:cubicBezTo>
                    <a:pt x="5250" y="4468"/>
                    <a:pt x="5250" y="4468"/>
                    <a:pt x="5250" y="4468"/>
                  </a:cubicBezTo>
                  <a:cubicBezTo>
                    <a:pt x="5131" y="4593"/>
                    <a:pt x="5131" y="4593"/>
                    <a:pt x="5131" y="4593"/>
                  </a:cubicBezTo>
                  <a:cubicBezTo>
                    <a:pt x="5131" y="4717"/>
                    <a:pt x="5131" y="4717"/>
                    <a:pt x="5131" y="4717"/>
                  </a:cubicBezTo>
                  <a:cubicBezTo>
                    <a:pt x="5131" y="4841"/>
                    <a:pt x="5131" y="4841"/>
                    <a:pt x="5131" y="4841"/>
                  </a:cubicBezTo>
                  <a:cubicBezTo>
                    <a:pt x="4892" y="4965"/>
                    <a:pt x="4892" y="4965"/>
                    <a:pt x="4892" y="4965"/>
                  </a:cubicBezTo>
                  <a:cubicBezTo>
                    <a:pt x="4654" y="5213"/>
                    <a:pt x="4654" y="5213"/>
                    <a:pt x="4654" y="5213"/>
                  </a:cubicBezTo>
                  <a:cubicBezTo>
                    <a:pt x="4415" y="5213"/>
                    <a:pt x="4415" y="5213"/>
                    <a:pt x="4415" y="5213"/>
                  </a:cubicBezTo>
                  <a:cubicBezTo>
                    <a:pt x="4296" y="5213"/>
                    <a:pt x="4296" y="5213"/>
                    <a:pt x="4296" y="5213"/>
                  </a:cubicBezTo>
                  <a:cubicBezTo>
                    <a:pt x="4057" y="5213"/>
                    <a:pt x="4057" y="5213"/>
                    <a:pt x="4057" y="5213"/>
                  </a:cubicBezTo>
                  <a:cubicBezTo>
                    <a:pt x="3938" y="5337"/>
                    <a:pt x="3938" y="5337"/>
                    <a:pt x="3938" y="5337"/>
                  </a:cubicBezTo>
                  <a:cubicBezTo>
                    <a:pt x="3818" y="5213"/>
                    <a:pt x="3818" y="5213"/>
                    <a:pt x="3818" y="5213"/>
                  </a:cubicBezTo>
                  <a:cubicBezTo>
                    <a:pt x="3699" y="5337"/>
                    <a:pt x="3699" y="5337"/>
                    <a:pt x="3699" y="5337"/>
                  </a:cubicBezTo>
                  <a:cubicBezTo>
                    <a:pt x="3699" y="5462"/>
                    <a:pt x="3699" y="5462"/>
                    <a:pt x="3699" y="5462"/>
                  </a:cubicBezTo>
                  <a:cubicBezTo>
                    <a:pt x="3580" y="5462"/>
                    <a:pt x="3580" y="5462"/>
                    <a:pt x="3580" y="5462"/>
                  </a:cubicBezTo>
                  <a:cubicBezTo>
                    <a:pt x="3222" y="5462"/>
                    <a:pt x="3222" y="5462"/>
                    <a:pt x="3222" y="5462"/>
                  </a:cubicBezTo>
                  <a:cubicBezTo>
                    <a:pt x="3102" y="5462"/>
                    <a:pt x="3102" y="5462"/>
                    <a:pt x="3102" y="5462"/>
                  </a:cubicBezTo>
                  <a:cubicBezTo>
                    <a:pt x="3102" y="5586"/>
                    <a:pt x="3102" y="5586"/>
                    <a:pt x="3102" y="5586"/>
                  </a:cubicBezTo>
                  <a:cubicBezTo>
                    <a:pt x="2864" y="5710"/>
                    <a:pt x="2864" y="5710"/>
                    <a:pt x="2864" y="5710"/>
                  </a:cubicBezTo>
                  <a:cubicBezTo>
                    <a:pt x="2744" y="5710"/>
                    <a:pt x="2744" y="5710"/>
                    <a:pt x="2744" y="5710"/>
                  </a:cubicBezTo>
                  <a:cubicBezTo>
                    <a:pt x="2625" y="5586"/>
                    <a:pt x="2625" y="5586"/>
                    <a:pt x="2625" y="5586"/>
                  </a:cubicBezTo>
                  <a:cubicBezTo>
                    <a:pt x="2506" y="5586"/>
                    <a:pt x="2506" y="5586"/>
                    <a:pt x="2506" y="5586"/>
                  </a:cubicBezTo>
                  <a:cubicBezTo>
                    <a:pt x="2506" y="5586"/>
                    <a:pt x="2506" y="5586"/>
                    <a:pt x="2506" y="5586"/>
                  </a:cubicBezTo>
                  <a:cubicBezTo>
                    <a:pt x="2386" y="5586"/>
                    <a:pt x="2386" y="5586"/>
                    <a:pt x="2386" y="5586"/>
                  </a:cubicBezTo>
                  <a:cubicBezTo>
                    <a:pt x="2267" y="5710"/>
                    <a:pt x="2267" y="5710"/>
                    <a:pt x="2267" y="5710"/>
                  </a:cubicBezTo>
                  <a:cubicBezTo>
                    <a:pt x="2148" y="5834"/>
                    <a:pt x="2148" y="5834"/>
                    <a:pt x="2148" y="5834"/>
                  </a:cubicBezTo>
                  <a:cubicBezTo>
                    <a:pt x="2028" y="5834"/>
                    <a:pt x="2028" y="5834"/>
                    <a:pt x="2028" y="5834"/>
                  </a:cubicBezTo>
                  <a:cubicBezTo>
                    <a:pt x="2028" y="5834"/>
                    <a:pt x="2028" y="5834"/>
                    <a:pt x="2028" y="5834"/>
                  </a:cubicBezTo>
                  <a:cubicBezTo>
                    <a:pt x="1790" y="5958"/>
                    <a:pt x="1790" y="5958"/>
                    <a:pt x="1790" y="5958"/>
                  </a:cubicBezTo>
                  <a:cubicBezTo>
                    <a:pt x="1670" y="6082"/>
                    <a:pt x="1670" y="6082"/>
                    <a:pt x="1670" y="6082"/>
                  </a:cubicBezTo>
                  <a:cubicBezTo>
                    <a:pt x="1312" y="6206"/>
                    <a:pt x="1312" y="6206"/>
                    <a:pt x="1312" y="6206"/>
                  </a:cubicBezTo>
                  <a:cubicBezTo>
                    <a:pt x="1193" y="6331"/>
                    <a:pt x="1193" y="6331"/>
                    <a:pt x="1193" y="6331"/>
                  </a:cubicBezTo>
                  <a:cubicBezTo>
                    <a:pt x="1193" y="6455"/>
                    <a:pt x="1193" y="6455"/>
                    <a:pt x="1193" y="6455"/>
                  </a:cubicBezTo>
                  <a:cubicBezTo>
                    <a:pt x="1074" y="6579"/>
                    <a:pt x="1074" y="6579"/>
                    <a:pt x="1074" y="6579"/>
                  </a:cubicBezTo>
                  <a:cubicBezTo>
                    <a:pt x="954" y="6579"/>
                    <a:pt x="954" y="6579"/>
                    <a:pt x="954" y="6579"/>
                  </a:cubicBezTo>
                  <a:cubicBezTo>
                    <a:pt x="1074" y="6455"/>
                    <a:pt x="1074" y="6455"/>
                    <a:pt x="1074" y="6455"/>
                  </a:cubicBezTo>
                  <a:cubicBezTo>
                    <a:pt x="954" y="6455"/>
                    <a:pt x="954" y="6455"/>
                    <a:pt x="954" y="6455"/>
                  </a:cubicBezTo>
                  <a:cubicBezTo>
                    <a:pt x="1074" y="6331"/>
                    <a:pt x="1074" y="6331"/>
                    <a:pt x="1074" y="6331"/>
                  </a:cubicBezTo>
                  <a:cubicBezTo>
                    <a:pt x="1074" y="6206"/>
                    <a:pt x="1074" y="6206"/>
                    <a:pt x="1074" y="6206"/>
                  </a:cubicBezTo>
                  <a:cubicBezTo>
                    <a:pt x="835" y="6331"/>
                    <a:pt x="835" y="6331"/>
                    <a:pt x="835" y="6331"/>
                  </a:cubicBezTo>
                  <a:cubicBezTo>
                    <a:pt x="835" y="6455"/>
                    <a:pt x="835" y="6455"/>
                    <a:pt x="835" y="6455"/>
                  </a:cubicBezTo>
                  <a:cubicBezTo>
                    <a:pt x="716" y="6703"/>
                    <a:pt x="716" y="6703"/>
                    <a:pt x="716" y="6703"/>
                  </a:cubicBezTo>
                  <a:cubicBezTo>
                    <a:pt x="835" y="6827"/>
                    <a:pt x="835" y="6827"/>
                    <a:pt x="835" y="6827"/>
                  </a:cubicBezTo>
                  <a:cubicBezTo>
                    <a:pt x="716" y="6951"/>
                    <a:pt x="716" y="6951"/>
                    <a:pt x="716" y="6951"/>
                  </a:cubicBezTo>
                  <a:cubicBezTo>
                    <a:pt x="716" y="7200"/>
                    <a:pt x="716" y="7200"/>
                    <a:pt x="716" y="7200"/>
                  </a:cubicBezTo>
                  <a:cubicBezTo>
                    <a:pt x="596" y="7448"/>
                    <a:pt x="596" y="7448"/>
                    <a:pt x="596" y="7448"/>
                  </a:cubicBezTo>
                  <a:cubicBezTo>
                    <a:pt x="477" y="7696"/>
                    <a:pt x="477" y="7696"/>
                    <a:pt x="477" y="7696"/>
                  </a:cubicBezTo>
                  <a:cubicBezTo>
                    <a:pt x="477" y="7944"/>
                    <a:pt x="477" y="7944"/>
                    <a:pt x="477" y="7944"/>
                  </a:cubicBezTo>
                  <a:cubicBezTo>
                    <a:pt x="477" y="8193"/>
                    <a:pt x="477" y="8193"/>
                    <a:pt x="477" y="8193"/>
                  </a:cubicBezTo>
                  <a:cubicBezTo>
                    <a:pt x="716" y="8441"/>
                    <a:pt x="716" y="8441"/>
                    <a:pt x="716" y="8441"/>
                  </a:cubicBezTo>
                  <a:cubicBezTo>
                    <a:pt x="716" y="8565"/>
                    <a:pt x="716" y="8565"/>
                    <a:pt x="716" y="8565"/>
                  </a:cubicBezTo>
                  <a:cubicBezTo>
                    <a:pt x="716" y="8689"/>
                    <a:pt x="716" y="8689"/>
                    <a:pt x="716" y="8689"/>
                  </a:cubicBezTo>
                  <a:cubicBezTo>
                    <a:pt x="716" y="8813"/>
                    <a:pt x="716" y="8813"/>
                    <a:pt x="716" y="8813"/>
                  </a:cubicBezTo>
                  <a:cubicBezTo>
                    <a:pt x="716" y="8937"/>
                    <a:pt x="716" y="8937"/>
                    <a:pt x="716" y="8937"/>
                  </a:cubicBezTo>
                  <a:cubicBezTo>
                    <a:pt x="596" y="8937"/>
                    <a:pt x="596" y="8937"/>
                    <a:pt x="596" y="8937"/>
                  </a:cubicBezTo>
                  <a:cubicBezTo>
                    <a:pt x="596" y="8813"/>
                    <a:pt x="596" y="8813"/>
                    <a:pt x="596" y="8813"/>
                  </a:cubicBezTo>
                  <a:cubicBezTo>
                    <a:pt x="596" y="8689"/>
                    <a:pt x="596" y="8689"/>
                    <a:pt x="596" y="8689"/>
                  </a:cubicBezTo>
                  <a:cubicBezTo>
                    <a:pt x="477" y="8813"/>
                    <a:pt x="477" y="8813"/>
                    <a:pt x="477" y="8813"/>
                  </a:cubicBezTo>
                  <a:cubicBezTo>
                    <a:pt x="477" y="8813"/>
                    <a:pt x="477" y="8813"/>
                    <a:pt x="477" y="8813"/>
                  </a:cubicBezTo>
                  <a:cubicBezTo>
                    <a:pt x="477" y="8565"/>
                    <a:pt x="477" y="8565"/>
                    <a:pt x="477" y="8565"/>
                  </a:cubicBezTo>
                  <a:cubicBezTo>
                    <a:pt x="358" y="8441"/>
                    <a:pt x="358" y="8441"/>
                    <a:pt x="358" y="8441"/>
                  </a:cubicBezTo>
                  <a:cubicBezTo>
                    <a:pt x="358" y="8441"/>
                    <a:pt x="358" y="8441"/>
                    <a:pt x="358" y="8441"/>
                  </a:cubicBezTo>
                  <a:cubicBezTo>
                    <a:pt x="358" y="8689"/>
                    <a:pt x="358" y="8689"/>
                    <a:pt x="358" y="8689"/>
                  </a:cubicBezTo>
                  <a:cubicBezTo>
                    <a:pt x="477" y="8813"/>
                    <a:pt x="477" y="8813"/>
                    <a:pt x="477" y="8813"/>
                  </a:cubicBezTo>
                  <a:cubicBezTo>
                    <a:pt x="596" y="9062"/>
                    <a:pt x="596" y="9062"/>
                    <a:pt x="596" y="9062"/>
                  </a:cubicBezTo>
                  <a:cubicBezTo>
                    <a:pt x="477" y="9062"/>
                    <a:pt x="477" y="9062"/>
                    <a:pt x="477" y="9062"/>
                  </a:cubicBezTo>
                  <a:cubicBezTo>
                    <a:pt x="358" y="8937"/>
                    <a:pt x="358" y="8937"/>
                    <a:pt x="358" y="8937"/>
                  </a:cubicBezTo>
                  <a:cubicBezTo>
                    <a:pt x="238" y="8689"/>
                    <a:pt x="238" y="8689"/>
                    <a:pt x="238" y="8689"/>
                  </a:cubicBezTo>
                  <a:cubicBezTo>
                    <a:pt x="238" y="8813"/>
                    <a:pt x="238" y="8813"/>
                    <a:pt x="238" y="8813"/>
                  </a:cubicBezTo>
                  <a:cubicBezTo>
                    <a:pt x="119" y="8813"/>
                    <a:pt x="119" y="8813"/>
                    <a:pt x="119" y="8813"/>
                  </a:cubicBezTo>
                  <a:cubicBezTo>
                    <a:pt x="238" y="9062"/>
                    <a:pt x="238" y="9062"/>
                    <a:pt x="238" y="9062"/>
                  </a:cubicBezTo>
                  <a:cubicBezTo>
                    <a:pt x="477" y="9186"/>
                    <a:pt x="477" y="9186"/>
                    <a:pt x="477" y="9186"/>
                  </a:cubicBezTo>
                  <a:cubicBezTo>
                    <a:pt x="596" y="9558"/>
                    <a:pt x="596" y="9558"/>
                    <a:pt x="596" y="9558"/>
                  </a:cubicBezTo>
                  <a:cubicBezTo>
                    <a:pt x="477" y="10055"/>
                    <a:pt x="477" y="10055"/>
                    <a:pt x="477" y="10055"/>
                  </a:cubicBezTo>
                  <a:cubicBezTo>
                    <a:pt x="596" y="10055"/>
                    <a:pt x="596" y="10055"/>
                    <a:pt x="596" y="10055"/>
                  </a:cubicBezTo>
                  <a:cubicBezTo>
                    <a:pt x="716" y="10427"/>
                    <a:pt x="716" y="10427"/>
                    <a:pt x="716" y="10427"/>
                  </a:cubicBezTo>
                  <a:cubicBezTo>
                    <a:pt x="835" y="10800"/>
                    <a:pt x="835" y="10800"/>
                    <a:pt x="835" y="10800"/>
                  </a:cubicBezTo>
                  <a:cubicBezTo>
                    <a:pt x="716" y="10924"/>
                    <a:pt x="716" y="10924"/>
                    <a:pt x="716" y="10924"/>
                  </a:cubicBezTo>
                  <a:cubicBezTo>
                    <a:pt x="835" y="11420"/>
                    <a:pt x="835" y="11420"/>
                    <a:pt x="835" y="11420"/>
                  </a:cubicBezTo>
                  <a:cubicBezTo>
                    <a:pt x="716" y="11544"/>
                    <a:pt x="716" y="11544"/>
                    <a:pt x="716" y="11544"/>
                  </a:cubicBezTo>
                  <a:cubicBezTo>
                    <a:pt x="835" y="11668"/>
                    <a:pt x="835" y="11668"/>
                    <a:pt x="835" y="11668"/>
                  </a:cubicBezTo>
                  <a:cubicBezTo>
                    <a:pt x="835" y="11793"/>
                    <a:pt x="835" y="11793"/>
                    <a:pt x="835" y="11793"/>
                  </a:cubicBezTo>
                  <a:cubicBezTo>
                    <a:pt x="954" y="12041"/>
                    <a:pt x="954" y="12041"/>
                    <a:pt x="954" y="12041"/>
                  </a:cubicBezTo>
                  <a:cubicBezTo>
                    <a:pt x="954" y="12165"/>
                    <a:pt x="954" y="12165"/>
                    <a:pt x="954" y="12165"/>
                  </a:cubicBezTo>
                  <a:cubicBezTo>
                    <a:pt x="835" y="12289"/>
                    <a:pt x="835" y="12289"/>
                    <a:pt x="835" y="12289"/>
                  </a:cubicBezTo>
                  <a:cubicBezTo>
                    <a:pt x="835" y="12289"/>
                    <a:pt x="835" y="12289"/>
                    <a:pt x="835" y="12289"/>
                  </a:cubicBezTo>
                  <a:cubicBezTo>
                    <a:pt x="835" y="12413"/>
                    <a:pt x="835" y="12413"/>
                    <a:pt x="835" y="12413"/>
                  </a:cubicBezTo>
                  <a:cubicBezTo>
                    <a:pt x="835" y="12662"/>
                    <a:pt x="835" y="12662"/>
                    <a:pt x="835" y="12662"/>
                  </a:cubicBezTo>
                  <a:cubicBezTo>
                    <a:pt x="716" y="12786"/>
                    <a:pt x="716" y="12786"/>
                    <a:pt x="716" y="12786"/>
                  </a:cubicBezTo>
                  <a:cubicBezTo>
                    <a:pt x="716" y="12786"/>
                    <a:pt x="716" y="12786"/>
                    <a:pt x="716" y="12786"/>
                  </a:cubicBezTo>
                  <a:cubicBezTo>
                    <a:pt x="716" y="12910"/>
                    <a:pt x="716" y="12910"/>
                    <a:pt x="716" y="12910"/>
                  </a:cubicBezTo>
                  <a:cubicBezTo>
                    <a:pt x="596" y="13034"/>
                    <a:pt x="596" y="13034"/>
                    <a:pt x="596" y="13034"/>
                  </a:cubicBezTo>
                  <a:cubicBezTo>
                    <a:pt x="716" y="13158"/>
                    <a:pt x="716" y="13158"/>
                    <a:pt x="716" y="13158"/>
                  </a:cubicBezTo>
                  <a:cubicBezTo>
                    <a:pt x="477" y="13282"/>
                    <a:pt x="477" y="13282"/>
                    <a:pt x="477" y="13282"/>
                  </a:cubicBezTo>
                  <a:cubicBezTo>
                    <a:pt x="358" y="13158"/>
                    <a:pt x="358" y="13158"/>
                    <a:pt x="358" y="13158"/>
                  </a:cubicBezTo>
                  <a:cubicBezTo>
                    <a:pt x="238" y="13406"/>
                    <a:pt x="238" y="13406"/>
                    <a:pt x="238" y="13406"/>
                  </a:cubicBezTo>
                  <a:lnTo>
                    <a:pt x="238" y="136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9" name="AutoShape 153"/>
            <p:cNvSpPr>
              <a:spLocks/>
            </p:cNvSpPr>
            <p:nvPr/>
          </p:nvSpPr>
          <p:spPr bwMode="auto">
            <a:xfrm>
              <a:off x="9557635" y="2751237"/>
              <a:ext cx="584013" cy="317907"/>
            </a:xfrm>
            <a:custGeom>
              <a:avLst/>
              <a:gdLst>
                <a:gd name="T0" fmla="*/ 292007 w 21600"/>
                <a:gd name="T1" fmla="*/ 158954 h 21600"/>
                <a:gd name="T2" fmla="*/ 292007 w 21600"/>
                <a:gd name="T3" fmla="*/ 158954 h 21600"/>
                <a:gd name="T4" fmla="*/ 292007 w 21600"/>
                <a:gd name="T5" fmla="*/ 158954 h 21600"/>
                <a:gd name="T6" fmla="*/ 292007 w 21600"/>
                <a:gd name="T7" fmla="*/ 1589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746" y="21600"/>
                  </a:moveTo>
                  <a:lnTo>
                    <a:pt x="7746" y="20800"/>
                  </a:lnTo>
                  <a:lnTo>
                    <a:pt x="7746" y="21600"/>
                  </a:lnTo>
                  <a:close/>
                  <a:moveTo>
                    <a:pt x="6703" y="18666"/>
                  </a:moveTo>
                  <a:lnTo>
                    <a:pt x="7299" y="17599"/>
                  </a:lnTo>
                  <a:lnTo>
                    <a:pt x="7299" y="18666"/>
                  </a:lnTo>
                  <a:lnTo>
                    <a:pt x="7746" y="19733"/>
                  </a:lnTo>
                  <a:lnTo>
                    <a:pt x="8937" y="19733"/>
                  </a:lnTo>
                  <a:lnTo>
                    <a:pt x="9384" y="20800"/>
                  </a:lnTo>
                  <a:lnTo>
                    <a:pt x="11619" y="20800"/>
                  </a:lnTo>
                  <a:lnTo>
                    <a:pt x="11619" y="19733"/>
                  </a:lnTo>
                  <a:lnTo>
                    <a:pt x="12215" y="20800"/>
                  </a:lnTo>
                  <a:lnTo>
                    <a:pt x="12811" y="19733"/>
                  </a:lnTo>
                  <a:lnTo>
                    <a:pt x="12811" y="18666"/>
                  </a:lnTo>
                  <a:lnTo>
                    <a:pt x="13853" y="18666"/>
                  </a:lnTo>
                  <a:lnTo>
                    <a:pt x="14449" y="17599"/>
                  </a:lnTo>
                  <a:lnTo>
                    <a:pt x="15492" y="17599"/>
                  </a:lnTo>
                  <a:lnTo>
                    <a:pt x="16684" y="16800"/>
                  </a:lnTo>
                  <a:lnTo>
                    <a:pt x="17131" y="15733"/>
                  </a:lnTo>
                  <a:lnTo>
                    <a:pt x="18322" y="14666"/>
                  </a:lnTo>
                  <a:lnTo>
                    <a:pt x="18322" y="13866"/>
                  </a:lnTo>
                  <a:lnTo>
                    <a:pt x="18769" y="13866"/>
                  </a:lnTo>
                  <a:lnTo>
                    <a:pt x="18769" y="14666"/>
                  </a:lnTo>
                  <a:lnTo>
                    <a:pt x="19365" y="14666"/>
                  </a:lnTo>
                  <a:lnTo>
                    <a:pt x="19961" y="13866"/>
                  </a:lnTo>
                  <a:lnTo>
                    <a:pt x="19365" y="13866"/>
                  </a:lnTo>
                  <a:lnTo>
                    <a:pt x="19365" y="12800"/>
                  </a:lnTo>
                  <a:lnTo>
                    <a:pt x="19961" y="12800"/>
                  </a:lnTo>
                  <a:lnTo>
                    <a:pt x="19961" y="11733"/>
                  </a:lnTo>
                  <a:lnTo>
                    <a:pt x="20408" y="11733"/>
                  </a:lnTo>
                  <a:lnTo>
                    <a:pt x="20408" y="12800"/>
                  </a:lnTo>
                  <a:lnTo>
                    <a:pt x="21004" y="12800"/>
                  </a:lnTo>
                  <a:lnTo>
                    <a:pt x="21004" y="10666"/>
                  </a:lnTo>
                  <a:lnTo>
                    <a:pt x="20408" y="9866"/>
                  </a:lnTo>
                  <a:lnTo>
                    <a:pt x="20408" y="7733"/>
                  </a:lnTo>
                  <a:lnTo>
                    <a:pt x="21599" y="7733"/>
                  </a:lnTo>
                  <a:lnTo>
                    <a:pt x="21599" y="6933"/>
                  </a:lnTo>
                  <a:lnTo>
                    <a:pt x="19961" y="6933"/>
                  </a:lnTo>
                  <a:lnTo>
                    <a:pt x="20408" y="5866"/>
                  </a:lnTo>
                  <a:lnTo>
                    <a:pt x="19365" y="5866"/>
                  </a:lnTo>
                  <a:lnTo>
                    <a:pt x="19365" y="4799"/>
                  </a:lnTo>
                  <a:lnTo>
                    <a:pt x="19961" y="4799"/>
                  </a:lnTo>
                  <a:lnTo>
                    <a:pt x="19961" y="2933"/>
                  </a:lnTo>
                  <a:lnTo>
                    <a:pt x="18769" y="2933"/>
                  </a:lnTo>
                  <a:lnTo>
                    <a:pt x="18769" y="1866"/>
                  </a:lnTo>
                  <a:lnTo>
                    <a:pt x="19365" y="1866"/>
                  </a:lnTo>
                  <a:lnTo>
                    <a:pt x="19365" y="799"/>
                  </a:lnTo>
                  <a:lnTo>
                    <a:pt x="19961" y="799"/>
                  </a:lnTo>
                  <a:lnTo>
                    <a:pt x="19365" y="799"/>
                  </a:lnTo>
                  <a:lnTo>
                    <a:pt x="18322" y="1866"/>
                  </a:lnTo>
                  <a:lnTo>
                    <a:pt x="18322" y="2933"/>
                  </a:lnTo>
                  <a:lnTo>
                    <a:pt x="17726" y="2933"/>
                  </a:lnTo>
                  <a:lnTo>
                    <a:pt x="17726" y="0"/>
                  </a:lnTo>
                  <a:lnTo>
                    <a:pt x="17131" y="0"/>
                  </a:lnTo>
                  <a:lnTo>
                    <a:pt x="16684" y="799"/>
                  </a:lnTo>
                  <a:lnTo>
                    <a:pt x="16684" y="0"/>
                  </a:lnTo>
                  <a:lnTo>
                    <a:pt x="16088" y="799"/>
                  </a:lnTo>
                  <a:lnTo>
                    <a:pt x="16088" y="1866"/>
                  </a:lnTo>
                  <a:lnTo>
                    <a:pt x="15492" y="1866"/>
                  </a:lnTo>
                  <a:lnTo>
                    <a:pt x="14896" y="2933"/>
                  </a:lnTo>
                  <a:lnTo>
                    <a:pt x="14896" y="1866"/>
                  </a:lnTo>
                  <a:lnTo>
                    <a:pt x="14449" y="2933"/>
                  </a:lnTo>
                  <a:lnTo>
                    <a:pt x="14449" y="3733"/>
                  </a:lnTo>
                  <a:lnTo>
                    <a:pt x="13853" y="3733"/>
                  </a:lnTo>
                  <a:lnTo>
                    <a:pt x="13257" y="1866"/>
                  </a:lnTo>
                  <a:lnTo>
                    <a:pt x="12811" y="1866"/>
                  </a:lnTo>
                  <a:lnTo>
                    <a:pt x="12215" y="3733"/>
                  </a:lnTo>
                  <a:lnTo>
                    <a:pt x="12811" y="4799"/>
                  </a:lnTo>
                  <a:lnTo>
                    <a:pt x="12215" y="6933"/>
                  </a:lnTo>
                  <a:lnTo>
                    <a:pt x="12811" y="4799"/>
                  </a:lnTo>
                  <a:lnTo>
                    <a:pt x="12215" y="3733"/>
                  </a:lnTo>
                  <a:lnTo>
                    <a:pt x="12215" y="2933"/>
                  </a:lnTo>
                  <a:lnTo>
                    <a:pt x="11619" y="2933"/>
                  </a:lnTo>
                  <a:lnTo>
                    <a:pt x="11619" y="1866"/>
                  </a:lnTo>
                  <a:lnTo>
                    <a:pt x="10576" y="2933"/>
                  </a:lnTo>
                  <a:lnTo>
                    <a:pt x="10576" y="3733"/>
                  </a:lnTo>
                  <a:lnTo>
                    <a:pt x="9980" y="4799"/>
                  </a:lnTo>
                  <a:lnTo>
                    <a:pt x="9384" y="4799"/>
                  </a:lnTo>
                  <a:lnTo>
                    <a:pt x="9384" y="1866"/>
                  </a:lnTo>
                  <a:lnTo>
                    <a:pt x="8937" y="1866"/>
                  </a:lnTo>
                  <a:lnTo>
                    <a:pt x="8342" y="2933"/>
                  </a:lnTo>
                  <a:lnTo>
                    <a:pt x="8342" y="4799"/>
                  </a:lnTo>
                  <a:lnTo>
                    <a:pt x="8937" y="4799"/>
                  </a:lnTo>
                  <a:lnTo>
                    <a:pt x="8342" y="5866"/>
                  </a:lnTo>
                  <a:lnTo>
                    <a:pt x="8342" y="6933"/>
                  </a:lnTo>
                  <a:lnTo>
                    <a:pt x="7746" y="6933"/>
                  </a:lnTo>
                  <a:lnTo>
                    <a:pt x="7746" y="5866"/>
                  </a:lnTo>
                  <a:lnTo>
                    <a:pt x="7299" y="6933"/>
                  </a:lnTo>
                  <a:lnTo>
                    <a:pt x="6703" y="7733"/>
                  </a:lnTo>
                  <a:lnTo>
                    <a:pt x="6703" y="8799"/>
                  </a:lnTo>
                  <a:lnTo>
                    <a:pt x="6703" y="7733"/>
                  </a:lnTo>
                  <a:lnTo>
                    <a:pt x="6107" y="7733"/>
                  </a:lnTo>
                  <a:lnTo>
                    <a:pt x="6107" y="6933"/>
                  </a:lnTo>
                  <a:lnTo>
                    <a:pt x="6703" y="5866"/>
                  </a:lnTo>
                  <a:lnTo>
                    <a:pt x="6107" y="5866"/>
                  </a:lnTo>
                  <a:lnTo>
                    <a:pt x="6107" y="4799"/>
                  </a:lnTo>
                  <a:lnTo>
                    <a:pt x="6703" y="3733"/>
                  </a:lnTo>
                  <a:lnTo>
                    <a:pt x="6107" y="2933"/>
                  </a:lnTo>
                  <a:lnTo>
                    <a:pt x="6703" y="2933"/>
                  </a:lnTo>
                  <a:lnTo>
                    <a:pt x="6107" y="1866"/>
                  </a:lnTo>
                  <a:lnTo>
                    <a:pt x="5511" y="1866"/>
                  </a:lnTo>
                  <a:lnTo>
                    <a:pt x="5064" y="799"/>
                  </a:lnTo>
                  <a:lnTo>
                    <a:pt x="5064" y="0"/>
                  </a:lnTo>
                  <a:lnTo>
                    <a:pt x="3426" y="0"/>
                  </a:lnTo>
                  <a:lnTo>
                    <a:pt x="3426" y="799"/>
                  </a:lnTo>
                  <a:lnTo>
                    <a:pt x="3873" y="0"/>
                  </a:lnTo>
                  <a:lnTo>
                    <a:pt x="4468" y="799"/>
                  </a:lnTo>
                  <a:lnTo>
                    <a:pt x="3873" y="799"/>
                  </a:lnTo>
                  <a:lnTo>
                    <a:pt x="5064" y="2933"/>
                  </a:lnTo>
                  <a:lnTo>
                    <a:pt x="4468" y="2933"/>
                  </a:lnTo>
                  <a:lnTo>
                    <a:pt x="4468" y="3733"/>
                  </a:lnTo>
                  <a:lnTo>
                    <a:pt x="4468" y="2933"/>
                  </a:lnTo>
                  <a:lnTo>
                    <a:pt x="3873" y="1866"/>
                  </a:lnTo>
                  <a:lnTo>
                    <a:pt x="3426" y="2933"/>
                  </a:lnTo>
                  <a:lnTo>
                    <a:pt x="3426" y="1866"/>
                  </a:lnTo>
                  <a:lnTo>
                    <a:pt x="2830" y="1866"/>
                  </a:lnTo>
                  <a:lnTo>
                    <a:pt x="2830" y="799"/>
                  </a:lnTo>
                  <a:lnTo>
                    <a:pt x="2234" y="1866"/>
                  </a:lnTo>
                  <a:lnTo>
                    <a:pt x="2830" y="1866"/>
                  </a:lnTo>
                  <a:lnTo>
                    <a:pt x="2234" y="2933"/>
                  </a:lnTo>
                  <a:lnTo>
                    <a:pt x="2234" y="1866"/>
                  </a:lnTo>
                  <a:lnTo>
                    <a:pt x="1787" y="1866"/>
                  </a:lnTo>
                  <a:lnTo>
                    <a:pt x="1787" y="2933"/>
                  </a:lnTo>
                  <a:lnTo>
                    <a:pt x="2234" y="2933"/>
                  </a:lnTo>
                  <a:lnTo>
                    <a:pt x="2234" y="3733"/>
                  </a:lnTo>
                  <a:lnTo>
                    <a:pt x="1787" y="2933"/>
                  </a:lnTo>
                  <a:lnTo>
                    <a:pt x="1787" y="3733"/>
                  </a:lnTo>
                  <a:lnTo>
                    <a:pt x="2234" y="3733"/>
                  </a:lnTo>
                  <a:lnTo>
                    <a:pt x="2234" y="4799"/>
                  </a:lnTo>
                  <a:lnTo>
                    <a:pt x="1787" y="4799"/>
                  </a:lnTo>
                  <a:lnTo>
                    <a:pt x="1191" y="3733"/>
                  </a:lnTo>
                  <a:lnTo>
                    <a:pt x="595" y="4799"/>
                  </a:lnTo>
                  <a:lnTo>
                    <a:pt x="1191" y="4799"/>
                  </a:lnTo>
                  <a:lnTo>
                    <a:pt x="1191" y="5866"/>
                  </a:lnTo>
                  <a:lnTo>
                    <a:pt x="595" y="4799"/>
                  </a:lnTo>
                  <a:lnTo>
                    <a:pt x="0" y="5866"/>
                  </a:lnTo>
                  <a:lnTo>
                    <a:pt x="595" y="5866"/>
                  </a:lnTo>
                  <a:lnTo>
                    <a:pt x="1191" y="6933"/>
                  </a:lnTo>
                  <a:lnTo>
                    <a:pt x="1787" y="6933"/>
                  </a:lnTo>
                  <a:lnTo>
                    <a:pt x="1787" y="5866"/>
                  </a:lnTo>
                  <a:lnTo>
                    <a:pt x="2234" y="5866"/>
                  </a:lnTo>
                  <a:lnTo>
                    <a:pt x="2830" y="4799"/>
                  </a:lnTo>
                  <a:lnTo>
                    <a:pt x="2830" y="5866"/>
                  </a:lnTo>
                  <a:lnTo>
                    <a:pt x="3426" y="5866"/>
                  </a:lnTo>
                  <a:lnTo>
                    <a:pt x="3426" y="6933"/>
                  </a:lnTo>
                  <a:lnTo>
                    <a:pt x="3873" y="6933"/>
                  </a:lnTo>
                  <a:lnTo>
                    <a:pt x="3873" y="5866"/>
                  </a:lnTo>
                  <a:lnTo>
                    <a:pt x="5064" y="5866"/>
                  </a:lnTo>
                  <a:lnTo>
                    <a:pt x="4468" y="6933"/>
                  </a:lnTo>
                  <a:lnTo>
                    <a:pt x="5064" y="6933"/>
                  </a:lnTo>
                  <a:lnTo>
                    <a:pt x="5064" y="7733"/>
                  </a:lnTo>
                  <a:lnTo>
                    <a:pt x="3873" y="7733"/>
                  </a:lnTo>
                  <a:lnTo>
                    <a:pt x="3873" y="8799"/>
                  </a:lnTo>
                  <a:lnTo>
                    <a:pt x="5064" y="8799"/>
                  </a:lnTo>
                  <a:lnTo>
                    <a:pt x="5064" y="7733"/>
                  </a:lnTo>
                  <a:lnTo>
                    <a:pt x="5511" y="7733"/>
                  </a:lnTo>
                  <a:lnTo>
                    <a:pt x="5511" y="8799"/>
                  </a:lnTo>
                  <a:lnTo>
                    <a:pt x="5064" y="8799"/>
                  </a:lnTo>
                  <a:lnTo>
                    <a:pt x="4468" y="9866"/>
                  </a:lnTo>
                  <a:lnTo>
                    <a:pt x="3873" y="8799"/>
                  </a:lnTo>
                  <a:lnTo>
                    <a:pt x="3873" y="9866"/>
                  </a:lnTo>
                  <a:lnTo>
                    <a:pt x="3426" y="9866"/>
                  </a:lnTo>
                  <a:lnTo>
                    <a:pt x="3426" y="8799"/>
                  </a:lnTo>
                  <a:lnTo>
                    <a:pt x="2830" y="8799"/>
                  </a:lnTo>
                  <a:lnTo>
                    <a:pt x="2830" y="9866"/>
                  </a:lnTo>
                  <a:lnTo>
                    <a:pt x="595" y="9866"/>
                  </a:lnTo>
                  <a:lnTo>
                    <a:pt x="595" y="10666"/>
                  </a:lnTo>
                  <a:lnTo>
                    <a:pt x="1191" y="10666"/>
                  </a:lnTo>
                  <a:lnTo>
                    <a:pt x="1787" y="11733"/>
                  </a:lnTo>
                  <a:lnTo>
                    <a:pt x="1787" y="10666"/>
                  </a:lnTo>
                  <a:lnTo>
                    <a:pt x="2234" y="11733"/>
                  </a:lnTo>
                  <a:lnTo>
                    <a:pt x="3426" y="11733"/>
                  </a:lnTo>
                  <a:lnTo>
                    <a:pt x="3426" y="12800"/>
                  </a:lnTo>
                  <a:lnTo>
                    <a:pt x="3873" y="12800"/>
                  </a:lnTo>
                  <a:lnTo>
                    <a:pt x="3873" y="13866"/>
                  </a:lnTo>
                  <a:lnTo>
                    <a:pt x="4468" y="13866"/>
                  </a:lnTo>
                  <a:lnTo>
                    <a:pt x="5064" y="12800"/>
                  </a:lnTo>
                  <a:lnTo>
                    <a:pt x="4468" y="13866"/>
                  </a:lnTo>
                  <a:lnTo>
                    <a:pt x="4468" y="14666"/>
                  </a:lnTo>
                  <a:lnTo>
                    <a:pt x="5064" y="13866"/>
                  </a:lnTo>
                  <a:lnTo>
                    <a:pt x="5511" y="13866"/>
                  </a:lnTo>
                  <a:lnTo>
                    <a:pt x="6107" y="14666"/>
                  </a:lnTo>
                  <a:lnTo>
                    <a:pt x="4468" y="14666"/>
                  </a:lnTo>
                  <a:lnTo>
                    <a:pt x="4468" y="15733"/>
                  </a:lnTo>
                  <a:lnTo>
                    <a:pt x="3873" y="15733"/>
                  </a:lnTo>
                  <a:lnTo>
                    <a:pt x="3426" y="16800"/>
                  </a:lnTo>
                  <a:lnTo>
                    <a:pt x="3426" y="15733"/>
                  </a:lnTo>
                  <a:lnTo>
                    <a:pt x="2830" y="15733"/>
                  </a:lnTo>
                  <a:lnTo>
                    <a:pt x="2830" y="18666"/>
                  </a:lnTo>
                  <a:lnTo>
                    <a:pt x="3426" y="18666"/>
                  </a:lnTo>
                  <a:lnTo>
                    <a:pt x="3426" y="17599"/>
                  </a:lnTo>
                  <a:lnTo>
                    <a:pt x="3873" y="18666"/>
                  </a:lnTo>
                  <a:lnTo>
                    <a:pt x="4468" y="18666"/>
                  </a:lnTo>
                  <a:lnTo>
                    <a:pt x="5511" y="17599"/>
                  </a:lnTo>
                  <a:lnTo>
                    <a:pt x="6107" y="17599"/>
                  </a:lnTo>
                  <a:lnTo>
                    <a:pt x="6107" y="18666"/>
                  </a:lnTo>
                  <a:lnTo>
                    <a:pt x="6703" y="1866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0" name="AutoShape 154"/>
            <p:cNvSpPr>
              <a:spLocks/>
            </p:cNvSpPr>
            <p:nvPr/>
          </p:nvSpPr>
          <p:spPr bwMode="auto">
            <a:xfrm>
              <a:off x="4877493" y="7437363"/>
              <a:ext cx="132915" cy="74570"/>
            </a:xfrm>
            <a:custGeom>
              <a:avLst/>
              <a:gdLst>
                <a:gd name="T0" fmla="*/ 66458 w 21600"/>
                <a:gd name="T1" fmla="*/ 37285 h 21600"/>
                <a:gd name="T2" fmla="*/ 66458 w 21600"/>
                <a:gd name="T3" fmla="*/ 37285 h 21600"/>
                <a:gd name="T4" fmla="*/ 66458 w 21600"/>
                <a:gd name="T5" fmla="*/ 37285 h 21600"/>
                <a:gd name="T6" fmla="*/ 66458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7052"/>
                  </a:moveTo>
                  <a:lnTo>
                    <a:pt x="18981" y="17052"/>
                  </a:lnTo>
                  <a:lnTo>
                    <a:pt x="18981" y="21600"/>
                  </a:lnTo>
                  <a:lnTo>
                    <a:pt x="21599" y="17052"/>
                  </a:lnTo>
                  <a:close/>
                  <a:moveTo>
                    <a:pt x="11781" y="12505"/>
                  </a:moveTo>
                  <a:lnTo>
                    <a:pt x="14400" y="12505"/>
                  </a:lnTo>
                  <a:lnTo>
                    <a:pt x="14400" y="17052"/>
                  </a:lnTo>
                  <a:lnTo>
                    <a:pt x="11781" y="12505"/>
                  </a:lnTo>
                  <a:close/>
                  <a:moveTo>
                    <a:pt x="9818" y="4547"/>
                  </a:moveTo>
                  <a:lnTo>
                    <a:pt x="9818" y="9094"/>
                  </a:lnTo>
                  <a:lnTo>
                    <a:pt x="9818" y="4547"/>
                  </a:lnTo>
                  <a:close/>
                  <a:moveTo>
                    <a:pt x="0" y="9094"/>
                  </a:moveTo>
                  <a:lnTo>
                    <a:pt x="2618" y="9094"/>
                  </a:lnTo>
                  <a:lnTo>
                    <a:pt x="2618" y="12505"/>
                  </a:lnTo>
                  <a:lnTo>
                    <a:pt x="0" y="12505"/>
                  </a:lnTo>
                  <a:lnTo>
                    <a:pt x="0" y="9094"/>
                  </a:lnTo>
                  <a:close/>
                  <a:moveTo>
                    <a:pt x="2618" y="4547"/>
                  </a:moveTo>
                  <a:lnTo>
                    <a:pt x="4581" y="9094"/>
                  </a:lnTo>
                  <a:lnTo>
                    <a:pt x="4581" y="17052"/>
                  </a:lnTo>
                  <a:lnTo>
                    <a:pt x="2618" y="17052"/>
                  </a:lnTo>
                  <a:lnTo>
                    <a:pt x="4581" y="21600"/>
                  </a:lnTo>
                  <a:lnTo>
                    <a:pt x="7200" y="21600"/>
                  </a:lnTo>
                  <a:lnTo>
                    <a:pt x="7200" y="9094"/>
                  </a:lnTo>
                  <a:lnTo>
                    <a:pt x="4581" y="4547"/>
                  </a:lnTo>
                  <a:lnTo>
                    <a:pt x="4581" y="0"/>
                  </a:lnTo>
                  <a:lnTo>
                    <a:pt x="2618" y="0"/>
                  </a:lnTo>
                  <a:lnTo>
                    <a:pt x="2618" y="45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1" name="AutoShape 155"/>
            <p:cNvSpPr>
              <a:spLocks/>
            </p:cNvSpPr>
            <p:nvPr/>
          </p:nvSpPr>
          <p:spPr bwMode="auto">
            <a:xfrm>
              <a:off x="6681885" y="6330589"/>
              <a:ext cx="209439" cy="74571"/>
            </a:xfrm>
            <a:custGeom>
              <a:avLst/>
              <a:gdLst>
                <a:gd name="T0" fmla="*/ 104719 w 21600"/>
                <a:gd name="T1" fmla="*/ 37286 h 21600"/>
                <a:gd name="T2" fmla="*/ 104719 w 21600"/>
                <a:gd name="T3" fmla="*/ 37286 h 21600"/>
                <a:gd name="T4" fmla="*/ 104719 w 21600"/>
                <a:gd name="T5" fmla="*/ 37286 h 21600"/>
                <a:gd name="T6" fmla="*/ 104719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17052"/>
                  </a:moveTo>
                  <a:lnTo>
                    <a:pt x="21600" y="21600"/>
                  </a:lnTo>
                  <a:lnTo>
                    <a:pt x="18276" y="21600"/>
                  </a:lnTo>
                  <a:lnTo>
                    <a:pt x="18276" y="17052"/>
                  </a:lnTo>
                  <a:close/>
                  <a:moveTo>
                    <a:pt x="19938" y="9094"/>
                  </a:moveTo>
                  <a:lnTo>
                    <a:pt x="18276" y="9094"/>
                  </a:lnTo>
                  <a:lnTo>
                    <a:pt x="19938" y="12505"/>
                  </a:lnTo>
                  <a:lnTo>
                    <a:pt x="19938" y="9094"/>
                  </a:lnTo>
                  <a:close/>
                  <a:moveTo>
                    <a:pt x="12046" y="12505"/>
                  </a:moveTo>
                  <a:lnTo>
                    <a:pt x="12046" y="17052"/>
                  </a:lnTo>
                  <a:lnTo>
                    <a:pt x="13707" y="17052"/>
                  </a:lnTo>
                  <a:lnTo>
                    <a:pt x="12046" y="12505"/>
                  </a:lnTo>
                  <a:close/>
                  <a:moveTo>
                    <a:pt x="9138" y="0"/>
                  </a:moveTo>
                  <a:lnTo>
                    <a:pt x="12046" y="0"/>
                  </a:lnTo>
                  <a:lnTo>
                    <a:pt x="12046" y="4547"/>
                  </a:lnTo>
                  <a:lnTo>
                    <a:pt x="10800" y="4547"/>
                  </a:lnTo>
                  <a:lnTo>
                    <a:pt x="9138" y="0"/>
                  </a:lnTo>
                  <a:close/>
                  <a:moveTo>
                    <a:pt x="1661" y="9094"/>
                  </a:moveTo>
                  <a:lnTo>
                    <a:pt x="0" y="9094"/>
                  </a:lnTo>
                  <a:lnTo>
                    <a:pt x="1661" y="909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2" name="AutoShape 156"/>
            <p:cNvSpPr>
              <a:spLocks/>
            </p:cNvSpPr>
            <p:nvPr/>
          </p:nvSpPr>
          <p:spPr bwMode="auto">
            <a:xfrm>
              <a:off x="6516750" y="6314889"/>
              <a:ext cx="132915" cy="47099"/>
            </a:xfrm>
            <a:custGeom>
              <a:avLst/>
              <a:gdLst>
                <a:gd name="T0" fmla="*/ 66458 w 21600"/>
                <a:gd name="T1" fmla="*/ 23550 h 21600"/>
                <a:gd name="T2" fmla="*/ 66458 w 21600"/>
                <a:gd name="T3" fmla="*/ 23550 h 21600"/>
                <a:gd name="T4" fmla="*/ 66458 w 21600"/>
                <a:gd name="T5" fmla="*/ 23550 h 21600"/>
                <a:gd name="T6" fmla="*/ 66458 w 21600"/>
                <a:gd name="T7" fmla="*/ 235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400"/>
                  </a:moveTo>
                  <a:lnTo>
                    <a:pt x="21599" y="14400"/>
                  </a:lnTo>
                  <a:lnTo>
                    <a:pt x="19636" y="14400"/>
                  </a:lnTo>
                  <a:close/>
                  <a:moveTo>
                    <a:pt x="17018" y="0"/>
                  </a:moveTo>
                  <a:lnTo>
                    <a:pt x="2618" y="0"/>
                  </a:lnTo>
                  <a:lnTo>
                    <a:pt x="2618" y="7199"/>
                  </a:lnTo>
                  <a:lnTo>
                    <a:pt x="0" y="7199"/>
                  </a:lnTo>
                  <a:lnTo>
                    <a:pt x="0" y="21600"/>
                  </a:lnTo>
                  <a:lnTo>
                    <a:pt x="7199" y="21600"/>
                  </a:lnTo>
                  <a:lnTo>
                    <a:pt x="12436" y="14400"/>
                  </a:lnTo>
                  <a:lnTo>
                    <a:pt x="12436" y="21600"/>
                  </a:lnTo>
                  <a:lnTo>
                    <a:pt x="17018" y="14400"/>
                  </a:lnTo>
                  <a:lnTo>
                    <a:pt x="19636" y="7199"/>
                  </a:lnTo>
                  <a:lnTo>
                    <a:pt x="17018" y="7199"/>
                  </a:lnTo>
                  <a:lnTo>
                    <a:pt x="17018"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3" name="AutoShape 157"/>
            <p:cNvSpPr>
              <a:spLocks/>
            </p:cNvSpPr>
            <p:nvPr/>
          </p:nvSpPr>
          <p:spPr bwMode="auto">
            <a:xfrm>
              <a:off x="6202597" y="6228547"/>
              <a:ext cx="253745" cy="145218"/>
            </a:xfrm>
            <a:custGeom>
              <a:avLst/>
              <a:gdLst>
                <a:gd name="T0" fmla="*/ 126873 w 21600"/>
                <a:gd name="T1" fmla="*/ 72609 h 21600"/>
                <a:gd name="T2" fmla="*/ 126873 w 21600"/>
                <a:gd name="T3" fmla="*/ 72609 h 21600"/>
                <a:gd name="T4" fmla="*/ 126873 w 21600"/>
                <a:gd name="T5" fmla="*/ 72609 h 21600"/>
                <a:gd name="T6" fmla="*/ 126873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199" y="15178"/>
                  </a:moveTo>
                  <a:lnTo>
                    <a:pt x="20571" y="17513"/>
                  </a:lnTo>
                  <a:lnTo>
                    <a:pt x="19199" y="17513"/>
                  </a:lnTo>
                  <a:lnTo>
                    <a:pt x="19199" y="15178"/>
                  </a:lnTo>
                  <a:close/>
                  <a:moveTo>
                    <a:pt x="2742" y="2335"/>
                  </a:moveTo>
                  <a:lnTo>
                    <a:pt x="1371" y="4670"/>
                  </a:lnTo>
                  <a:lnTo>
                    <a:pt x="2742" y="6421"/>
                  </a:lnTo>
                  <a:lnTo>
                    <a:pt x="2742" y="8756"/>
                  </a:lnTo>
                  <a:lnTo>
                    <a:pt x="1371" y="8756"/>
                  </a:lnTo>
                  <a:lnTo>
                    <a:pt x="1371" y="12843"/>
                  </a:lnTo>
                  <a:lnTo>
                    <a:pt x="0" y="15178"/>
                  </a:lnTo>
                  <a:lnTo>
                    <a:pt x="0" y="17513"/>
                  </a:lnTo>
                  <a:lnTo>
                    <a:pt x="1371" y="17513"/>
                  </a:lnTo>
                  <a:lnTo>
                    <a:pt x="1371" y="19848"/>
                  </a:lnTo>
                  <a:lnTo>
                    <a:pt x="2742" y="21599"/>
                  </a:lnTo>
                  <a:lnTo>
                    <a:pt x="5142" y="17513"/>
                  </a:lnTo>
                  <a:lnTo>
                    <a:pt x="5142" y="15178"/>
                  </a:lnTo>
                  <a:lnTo>
                    <a:pt x="6514" y="15178"/>
                  </a:lnTo>
                  <a:lnTo>
                    <a:pt x="7885" y="12843"/>
                  </a:lnTo>
                  <a:lnTo>
                    <a:pt x="8914" y="15178"/>
                  </a:lnTo>
                  <a:lnTo>
                    <a:pt x="8914" y="17513"/>
                  </a:lnTo>
                  <a:lnTo>
                    <a:pt x="11657" y="12843"/>
                  </a:lnTo>
                  <a:lnTo>
                    <a:pt x="16457" y="12843"/>
                  </a:lnTo>
                  <a:lnTo>
                    <a:pt x="17828" y="15178"/>
                  </a:lnTo>
                  <a:lnTo>
                    <a:pt x="20571" y="15178"/>
                  </a:lnTo>
                  <a:lnTo>
                    <a:pt x="20571" y="12843"/>
                  </a:lnTo>
                  <a:lnTo>
                    <a:pt x="21599" y="12843"/>
                  </a:lnTo>
                  <a:lnTo>
                    <a:pt x="21599" y="11091"/>
                  </a:lnTo>
                  <a:lnTo>
                    <a:pt x="19199" y="8756"/>
                  </a:lnTo>
                  <a:lnTo>
                    <a:pt x="15428" y="8756"/>
                  </a:lnTo>
                  <a:lnTo>
                    <a:pt x="14057" y="6421"/>
                  </a:lnTo>
                  <a:lnTo>
                    <a:pt x="11657" y="6421"/>
                  </a:lnTo>
                  <a:lnTo>
                    <a:pt x="12685" y="4670"/>
                  </a:lnTo>
                  <a:lnTo>
                    <a:pt x="14057" y="6421"/>
                  </a:lnTo>
                  <a:lnTo>
                    <a:pt x="17828" y="6421"/>
                  </a:lnTo>
                  <a:lnTo>
                    <a:pt x="16457" y="4670"/>
                  </a:lnTo>
                  <a:lnTo>
                    <a:pt x="14057" y="4670"/>
                  </a:lnTo>
                  <a:lnTo>
                    <a:pt x="12685" y="2335"/>
                  </a:lnTo>
                  <a:lnTo>
                    <a:pt x="11657" y="2335"/>
                  </a:lnTo>
                  <a:lnTo>
                    <a:pt x="6514" y="0"/>
                  </a:lnTo>
                  <a:lnTo>
                    <a:pt x="2742" y="0"/>
                  </a:lnTo>
                  <a:lnTo>
                    <a:pt x="2742" y="23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4" name="AutoShape 158"/>
            <p:cNvSpPr>
              <a:spLocks/>
            </p:cNvSpPr>
            <p:nvPr/>
          </p:nvSpPr>
          <p:spPr bwMode="auto">
            <a:xfrm>
              <a:off x="7604218" y="172685"/>
              <a:ext cx="2791169" cy="3175109"/>
            </a:xfrm>
            <a:custGeom>
              <a:avLst/>
              <a:gdLst>
                <a:gd name="T0" fmla="*/ 1395585 w 21600"/>
                <a:gd name="T1" fmla="*/ 1587555 h 21600"/>
                <a:gd name="T2" fmla="*/ 1395585 w 21600"/>
                <a:gd name="T3" fmla="*/ 1587555 h 21600"/>
                <a:gd name="T4" fmla="*/ 1395585 w 21600"/>
                <a:gd name="T5" fmla="*/ 1587555 h 21600"/>
                <a:gd name="T6" fmla="*/ 1395585 w 21600"/>
                <a:gd name="T7" fmla="*/ 15875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52" y="21401"/>
                  </a:moveTo>
                  <a:cubicBezTo>
                    <a:pt x="6121" y="21302"/>
                    <a:pt x="6121" y="21302"/>
                    <a:pt x="6121" y="21302"/>
                  </a:cubicBezTo>
                  <a:cubicBezTo>
                    <a:pt x="6006" y="21302"/>
                    <a:pt x="6006" y="21302"/>
                    <a:pt x="6006" y="21302"/>
                  </a:cubicBezTo>
                  <a:cubicBezTo>
                    <a:pt x="6006" y="21203"/>
                    <a:pt x="6006" y="21203"/>
                    <a:pt x="6006" y="21203"/>
                  </a:cubicBezTo>
                  <a:cubicBezTo>
                    <a:pt x="6006" y="21203"/>
                    <a:pt x="6006" y="21203"/>
                    <a:pt x="6006" y="21203"/>
                  </a:cubicBezTo>
                  <a:cubicBezTo>
                    <a:pt x="6121" y="21203"/>
                    <a:pt x="6121" y="21203"/>
                    <a:pt x="6121" y="21203"/>
                  </a:cubicBezTo>
                  <a:cubicBezTo>
                    <a:pt x="6121" y="21104"/>
                    <a:pt x="6121" y="21104"/>
                    <a:pt x="6121" y="21104"/>
                  </a:cubicBezTo>
                  <a:cubicBezTo>
                    <a:pt x="6006" y="21104"/>
                    <a:pt x="6006" y="21104"/>
                    <a:pt x="6006" y="21104"/>
                  </a:cubicBezTo>
                  <a:cubicBezTo>
                    <a:pt x="6006" y="21203"/>
                    <a:pt x="6006" y="21203"/>
                    <a:pt x="6006" y="21203"/>
                  </a:cubicBezTo>
                  <a:cubicBezTo>
                    <a:pt x="5890" y="21203"/>
                    <a:pt x="5890" y="21203"/>
                    <a:pt x="5890" y="21203"/>
                  </a:cubicBezTo>
                  <a:cubicBezTo>
                    <a:pt x="5890" y="21302"/>
                    <a:pt x="5890" y="21302"/>
                    <a:pt x="5890" y="21302"/>
                  </a:cubicBezTo>
                  <a:cubicBezTo>
                    <a:pt x="5890" y="21302"/>
                    <a:pt x="5890" y="21302"/>
                    <a:pt x="5890" y="21302"/>
                  </a:cubicBezTo>
                  <a:cubicBezTo>
                    <a:pt x="5775" y="21302"/>
                    <a:pt x="5775" y="21302"/>
                    <a:pt x="5775" y="21302"/>
                  </a:cubicBezTo>
                  <a:cubicBezTo>
                    <a:pt x="5775" y="21302"/>
                    <a:pt x="5775" y="21302"/>
                    <a:pt x="5775" y="21302"/>
                  </a:cubicBezTo>
                  <a:cubicBezTo>
                    <a:pt x="5775" y="21401"/>
                    <a:pt x="5775" y="21401"/>
                    <a:pt x="5775" y="21401"/>
                  </a:cubicBezTo>
                  <a:cubicBezTo>
                    <a:pt x="5775" y="21401"/>
                    <a:pt x="5775" y="21401"/>
                    <a:pt x="5775" y="21401"/>
                  </a:cubicBezTo>
                  <a:cubicBezTo>
                    <a:pt x="5775" y="21401"/>
                    <a:pt x="5775" y="21401"/>
                    <a:pt x="5775" y="21401"/>
                  </a:cubicBezTo>
                  <a:cubicBezTo>
                    <a:pt x="5775" y="21302"/>
                    <a:pt x="5775" y="21302"/>
                    <a:pt x="5775" y="21302"/>
                  </a:cubicBezTo>
                  <a:cubicBezTo>
                    <a:pt x="5775" y="21203"/>
                    <a:pt x="5775" y="21203"/>
                    <a:pt x="5775" y="21203"/>
                  </a:cubicBezTo>
                  <a:cubicBezTo>
                    <a:pt x="5775" y="21203"/>
                    <a:pt x="5775" y="21203"/>
                    <a:pt x="5775" y="21203"/>
                  </a:cubicBezTo>
                  <a:cubicBezTo>
                    <a:pt x="5890" y="21104"/>
                    <a:pt x="5890" y="21104"/>
                    <a:pt x="5890" y="21104"/>
                  </a:cubicBezTo>
                  <a:cubicBezTo>
                    <a:pt x="5890" y="21104"/>
                    <a:pt x="5890" y="21104"/>
                    <a:pt x="5890" y="21104"/>
                  </a:cubicBezTo>
                  <a:cubicBezTo>
                    <a:pt x="5775" y="21104"/>
                    <a:pt x="5775" y="21104"/>
                    <a:pt x="5775" y="21104"/>
                  </a:cubicBezTo>
                  <a:cubicBezTo>
                    <a:pt x="5775" y="21203"/>
                    <a:pt x="5775" y="21203"/>
                    <a:pt x="5775" y="21203"/>
                  </a:cubicBezTo>
                  <a:cubicBezTo>
                    <a:pt x="5659" y="21302"/>
                    <a:pt x="5659" y="21302"/>
                    <a:pt x="5659" y="21302"/>
                  </a:cubicBezTo>
                  <a:cubicBezTo>
                    <a:pt x="5659" y="21302"/>
                    <a:pt x="5659" y="21302"/>
                    <a:pt x="5659" y="21302"/>
                  </a:cubicBezTo>
                  <a:cubicBezTo>
                    <a:pt x="5659" y="21203"/>
                    <a:pt x="5659" y="21203"/>
                    <a:pt x="5659" y="21203"/>
                  </a:cubicBezTo>
                  <a:cubicBezTo>
                    <a:pt x="5659" y="21203"/>
                    <a:pt x="5659" y="21203"/>
                    <a:pt x="5659" y="21203"/>
                  </a:cubicBezTo>
                  <a:cubicBezTo>
                    <a:pt x="5775" y="21104"/>
                    <a:pt x="5775" y="21104"/>
                    <a:pt x="5775" y="21104"/>
                  </a:cubicBezTo>
                  <a:cubicBezTo>
                    <a:pt x="5775" y="21005"/>
                    <a:pt x="5775" y="21005"/>
                    <a:pt x="5775" y="21005"/>
                  </a:cubicBezTo>
                  <a:cubicBezTo>
                    <a:pt x="5775" y="21005"/>
                    <a:pt x="5775" y="21005"/>
                    <a:pt x="5775" y="21005"/>
                  </a:cubicBezTo>
                  <a:cubicBezTo>
                    <a:pt x="5659" y="21005"/>
                    <a:pt x="5659" y="21005"/>
                    <a:pt x="5659" y="21005"/>
                  </a:cubicBezTo>
                  <a:cubicBezTo>
                    <a:pt x="5659" y="21104"/>
                    <a:pt x="5659" y="21104"/>
                    <a:pt x="5659" y="21104"/>
                  </a:cubicBezTo>
                  <a:cubicBezTo>
                    <a:pt x="5544" y="21104"/>
                    <a:pt x="5544" y="21104"/>
                    <a:pt x="5544" y="21104"/>
                  </a:cubicBezTo>
                  <a:cubicBezTo>
                    <a:pt x="5544" y="21104"/>
                    <a:pt x="5544" y="21104"/>
                    <a:pt x="5544" y="21104"/>
                  </a:cubicBezTo>
                  <a:cubicBezTo>
                    <a:pt x="5544" y="21005"/>
                    <a:pt x="5544" y="21005"/>
                    <a:pt x="5544" y="21005"/>
                  </a:cubicBezTo>
                  <a:cubicBezTo>
                    <a:pt x="5659" y="21005"/>
                    <a:pt x="5659" y="21005"/>
                    <a:pt x="5659" y="21005"/>
                  </a:cubicBezTo>
                  <a:cubicBezTo>
                    <a:pt x="5659" y="21005"/>
                    <a:pt x="5659" y="21005"/>
                    <a:pt x="5659" y="21005"/>
                  </a:cubicBezTo>
                  <a:cubicBezTo>
                    <a:pt x="5544" y="21005"/>
                    <a:pt x="5544" y="21005"/>
                    <a:pt x="5544" y="21005"/>
                  </a:cubicBezTo>
                  <a:cubicBezTo>
                    <a:pt x="5544" y="21005"/>
                    <a:pt x="5544" y="21005"/>
                    <a:pt x="5544" y="21005"/>
                  </a:cubicBezTo>
                  <a:cubicBezTo>
                    <a:pt x="5428" y="21005"/>
                    <a:pt x="5428" y="21005"/>
                    <a:pt x="5428" y="21005"/>
                  </a:cubicBezTo>
                  <a:cubicBezTo>
                    <a:pt x="5428" y="21104"/>
                    <a:pt x="5428" y="21104"/>
                    <a:pt x="5428" y="21104"/>
                  </a:cubicBezTo>
                  <a:cubicBezTo>
                    <a:pt x="5428" y="21005"/>
                    <a:pt x="5428" y="21005"/>
                    <a:pt x="5428" y="21005"/>
                  </a:cubicBezTo>
                  <a:cubicBezTo>
                    <a:pt x="5428" y="21005"/>
                    <a:pt x="5428" y="21005"/>
                    <a:pt x="5428" y="21005"/>
                  </a:cubicBezTo>
                  <a:cubicBezTo>
                    <a:pt x="5428" y="21005"/>
                    <a:pt x="5428" y="21005"/>
                    <a:pt x="5428" y="21005"/>
                  </a:cubicBezTo>
                  <a:cubicBezTo>
                    <a:pt x="5313" y="21005"/>
                    <a:pt x="5313" y="21005"/>
                    <a:pt x="5313" y="21005"/>
                  </a:cubicBezTo>
                  <a:cubicBezTo>
                    <a:pt x="5313" y="21005"/>
                    <a:pt x="5313" y="21005"/>
                    <a:pt x="5313" y="21005"/>
                  </a:cubicBezTo>
                  <a:cubicBezTo>
                    <a:pt x="5313" y="21005"/>
                    <a:pt x="5313" y="21005"/>
                    <a:pt x="5313" y="21005"/>
                  </a:cubicBezTo>
                  <a:cubicBezTo>
                    <a:pt x="5428" y="20906"/>
                    <a:pt x="5428" y="20906"/>
                    <a:pt x="5428" y="20906"/>
                  </a:cubicBezTo>
                  <a:cubicBezTo>
                    <a:pt x="5428" y="20807"/>
                    <a:pt x="5428" y="20807"/>
                    <a:pt x="5428" y="20807"/>
                  </a:cubicBezTo>
                  <a:cubicBezTo>
                    <a:pt x="5544" y="20807"/>
                    <a:pt x="5544" y="20807"/>
                    <a:pt x="5544" y="20807"/>
                  </a:cubicBezTo>
                  <a:cubicBezTo>
                    <a:pt x="5659" y="20807"/>
                    <a:pt x="5659" y="20807"/>
                    <a:pt x="5659" y="20807"/>
                  </a:cubicBezTo>
                  <a:cubicBezTo>
                    <a:pt x="5659" y="20807"/>
                    <a:pt x="5659" y="20807"/>
                    <a:pt x="5659" y="20807"/>
                  </a:cubicBezTo>
                  <a:cubicBezTo>
                    <a:pt x="5544" y="20807"/>
                    <a:pt x="5544" y="20807"/>
                    <a:pt x="5544" y="20807"/>
                  </a:cubicBezTo>
                  <a:cubicBezTo>
                    <a:pt x="5428" y="20807"/>
                    <a:pt x="5428" y="20807"/>
                    <a:pt x="5428" y="20807"/>
                  </a:cubicBezTo>
                  <a:cubicBezTo>
                    <a:pt x="5428" y="20807"/>
                    <a:pt x="5428" y="20807"/>
                    <a:pt x="5428" y="20807"/>
                  </a:cubicBezTo>
                  <a:cubicBezTo>
                    <a:pt x="5428" y="20807"/>
                    <a:pt x="5428" y="20807"/>
                    <a:pt x="5428" y="20807"/>
                  </a:cubicBezTo>
                  <a:cubicBezTo>
                    <a:pt x="5544" y="20807"/>
                    <a:pt x="5544" y="20807"/>
                    <a:pt x="5544" y="20807"/>
                  </a:cubicBezTo>
                  <a:cubicBezTo>
                    <a:pt x="5544" y="20708"/>
                    <a:pt x="5544" y="20708"/>
                    <a:pt x="5544" y="20708"/>
                  </a:cubicBezTo>
                  <a:cubicBezTo>
                    <a:pt x="5659" y="20708"/>
                    <a:pt x="5659" y="20708"/>
                    <a:pt x="5659" y="20708"/>
                  </a:cubicBezTo>
                  <a:cubicBezTo>
                    <a:pt x="5775" y="20708"/>
                    <a:pt x="5775" y="20708"/>
                    <a:pt x="5775" y="20708"/>
                  </a:cubicBezTo>
                  <a:cubicBezTo>
                    <a:pt x="5775" y="20609"/>
                    <a:pt x="5775" y="20609"/>
                    <a:pt x="5775" y="20609"/>
                  </a:cubicBezTo>
                  <a:cubicBezTo>
                    <a:pt x="5659" y="20609"/>
                    <a:pt x="5659" y="20609"/>
                    <a:pt x="5659" y="20609"/>
                  </a:cubicBezTo>
                  <a:cubicBezTo>
                    <a:pt x="5659" y="20609"/>
                    <a:pt x="5659" y="20609"/>
                    <a:pt x="5659" y="20609"/>
                  </a:cubicBezTo>
                  <a:cubicBezTo>
                    <a:pt x="5544" y="20708"/>
                    <a:pt x="5544" y="20708"/>
                    <a:pt x="5544" y="20708"/>
                  </a:cubicBezTo>
                  <a:cubicBezTo>
                    <a:pt x="5428" y="20708"/>
                    <a:pt x="5428" y="20708"/>
                    <a:pt x="5428" y="20708"/>
                  </a:cubicBezTo>
                  <a:cubicBezTo>
                    <a:pt x="5313" y="20807"/>
                    <a:pt x="5313" y="20807"/>
                    <a:pt x="5313" y="20807"/>
                  </a:cubicBezTo>
                  <a:cubicBezTo>
                    <a:pt x="5313" y="20708"/>
                    <a:pt x="5313" y="20708"/>
                    <a:pt x="5313" y="20708"/>
                  </a:cubicBezTo>
                  <a:cubicBezTo>
                    <a:pt x="5313" y="20708"/>
                    <a:pt x="5313" y="20708"/>
                    <a:pt x="5313" y="20708"/>
                  </a:cubicBezTo>
                  <a:cubicBezTo>
                    <a:pt x="5428" y="20708"/>
                    <a:pt x="5428" y="20708"/>
                    <a:pt x="5428" y="20708"/>
                  </a:cubicBezTo>
                  <a:cubicBezTo>
                    <a:pt x="5428" y="20609"/>
                    <a:pt x="5428" y="20609"/>
                    <a:pt x="5428" y="20609"/>
                  </a:cubicBezTo>
                  <a:cubicBezTo>
                    <a:pt x="5428" y="20609"/>
                    <a:pt x="5428" y="20609"/>
                    <a:pt x="5428" y="20609"/>
                  </a:cubicBezTo>
                  <a:cubicBezTo>
                    <a:pt x="5428" y="20510"/>
                    <a:pt x="5428" y="20510"/>
                    <a:pt x="5428" y="20510"/>
                  </a:cubicBezTo>
                  <a:cubicBezTo>
                    <a:pt x="5428" y="20510"/>
                    <a:pt x="5428" y="20510"/>
                    <a:pt x="5428" y="20510"/>
                  </a:cubicBezTo>
                  <a:cubicBezTo>
                    <a:pt x="5313" y="20510"/>
                    <a:pt x="5313" y="20510"/>
                    <a:pt x="5313" y="20510"/>
                  </a:cubicBezTo>
                  <a:cubicBezTo>
                    <a:pt x="5313" y="20510"/>
                    <a:pt x="5313" y="20510"/>
                    <a:pt x="5313" y="20510"/>
                  </a:cubicBezTo>
                  <a:cubicBezTo>
                    <a:pt x="5428" y="20609"/>
                    <a:pt x="5428" y="20609"/>
                    <a:pt x="5428" y="20609"/>
                  </a:cubicBezTo>
                  <a:cubicBezTo>
                    <a:pt x="5428" y="20609"/>
                    <a:pt x="5428" y="20609"/>
                    <a:pt x="5428" y="20609"/>
                  </a:cubicBezTo>
                  <a:cubicBezTo>
                    <a:pt x="5313" y="20609"/>
                    <a:pt x="5313" y="20609"/>
                    <a:pt x="5313" y="20609"/>
                  </a:cubicBezTo>
                  <a:cubicBezTo>
                    <a:pt x="5197" y="20609"/>
                    <a:pt x="5197" y="20609"/>
                    <a:pt x="5197" y="20609"/>
                  </a:cubicBezTo>
                  <a:cubicBezTo>
                    <a:pt x="5197" y="20609"/>
                    <a:pt x="5197" y="20609"/>
                    <a:pt x="5197" y="20609"/>
                  </a:cubicBezTo>
                  <a:cubicBezTo>
                    <a:pt x="5082" y="20609"/>
                    <a:pt x="5082" y="20609"/>
                    <a:pt x="5082" y="20609"/>
                  </a:cubicBezTo>
                  <a:cubicBezTo>
                    <a:pt x="5082" y="20708"/>
                    <a:pt x="5082" y="20708"/>
                    <a:pt x="5082" y="20708"/>
                  </a:cubicBezTo>
                  <a:cubicBezTo>
                    <a:pt x="5082" y="20708"/>
                    <a:pt x="5082" y="20708"/>
                    <a:pt x="5082" y="20708"/>
                  </a:cubicBezTo>
                  <a:cubicBezTo>
                    <a:pt x="4966" y="20708"/>
                    <a:pt x="4966" y="20708"/>
                    <a:pt x="4966" y="20708"/>
                  </a:cubicBezTo>
                  <a:cubicBezTo>
                    <a:pt x="4966" y="20708"/>
                    <a:pt x="4966" y="20708"/>
                    <a:pt x="4966" y="20708"/>
                  </a:cubicBezTo>
                  <a:cubicBezTo>
                    <a:pt x="4851" y="20708"/>
                    <a:pt x="4851" y="20708"/>
                    <a:pt x="4851" y="20708"/>
                  </a:cubicBezTo>
                  <a:cubicBezTo>
                    <a:pt x="4851" y="20708"/>
                    <a:pt x="4851" y="20708"/>
                    <a:pt x="4851" y="20708"/>
                  </a:cubicBezTo>
                  <a:cubicBezTo>
                    <a:pt x="4735" y="20708"/>
                    <a:pt x="4735" y="20708"/>
                    <a:pt x="4735" y="20708"/>
                  </a:cubicBezTo>
                  <a:cubicBezTo>
                    <a:pt x="4735" y="20708"/>
                    <a:pt x="4735" y="20708"/>
                    <a:pt x="4735" y="20708"/>
                  </a:cubicBezTo>
                  <a:cubicBezTo>
                    <a:pt x="4620" y="20708"/>
                    <a:pt x="4620" y="20708"/>
                    <a:pt x="4620" y="20708"/>
                  </a:cubicBezTo>
                  <a:cubicBezTo>
                    <a:pt x="4620" y="20807"/>
                    <a:pt x="4620" y="20807"/>
                    <a:pt x="4620" y="20807"/>
                  </a:cubicBezTo>
                  <a:cubicBezTo>
                    <a:pt x="4620" y="20807"/>
                    <a:pt x="4620" y="20807"/>
                    <a:pt x="4620" y="20807"/>
                  </a:cubicBezTo>
                  <a:cubicBezTo>
                    <a:pt x="4620" y="20807"/>
                    <a:pt x="4620" y="20807"/>
                    <a:pt x="4620" y="20807"/>
                  </a:cubicBezTo>
                  <a:cubicBezTo>
                    <a:pt x="4504" y="20807"/>
                    <a:pt x="4504" y="20807"/>
                    <a:pt x="4504" y="20807"/>
                  </a:cubicBezTo>
                  <a:cubicBezTo>
                    <a:pt x="4504" y="20807"/>
                    <a:pt x="4504" y="20807"/>
                    <a:pt x="4504" y="20807"/>
                  </a:cubicBezTo>
                  <a:cubicBezTo>
                    <a:pt x="4504" y="20708"/>
                    <a:pt x="4504" y="20708"/>
                    <a:pt x="4504" y="20708"/>
                  </a:cubicBezTo>
                  <a:cubicBezTo>
                    <a:pt x="4620" y="20708"/>
                    <a:pt x="4620" y="20708"/>
                    <a:pt x="4620" y="20708"/>
                  </a:cubicBezTo>
                  <a:cubicBezTo>
                    <a:pt x="4620" y="20708"/>
                    <a:pt x="4620" y="20708"/>
                    <a:pt x="4620" y="20708"/>
                  </a:cubicBezTo>
                  <a:cubicBezTo>
                    <a:pt x="4620" y="20609"/>
                    <a:pt x="4620" y="20609"/>
                    <a:pt x="4620" y="20609"/>
                  </a:cubicBezTo>
                  <a:cubicBezTo>
                    <a:pt x="4504" y="20609"/>
                    <a:pt x="4504" y="20609"/>
                    <a:pt x="4504" y="20609"/>
                  </a:cubicBezTo>
                  <a:cubicBezTo>
                    <a:pt x="4504" y="20510"/>
                    <a:pt x="4504" y="20510"/>
                    <a:pt x="4504" y="20510"/>
                  </a:cubicBezTo>
                  <a:cubicBezTo>
                    <a:pt x="4504" y="20510"/>
                    <a:pt x="4504" y="20510"/>
                    <a:pt x="4504" y="20510"/>
                  </a:cubicBezTo>
                  <a:cubicBezTo>
                    <a:pt x="4389" y="20510"/>
                    <a:pt x="4389" y="20510"/>
                    <a:pt x="4389" y="20510"/>
                  </a:cubicBezTo>
                  <a:cubicBezTo>
                    <a:pt x="4389" y="20510"/>
                    <a:pt x="4389" y="20510"/>
                    <a:pt x="4389" y="20510"/>
                  </a:cubicBezTo>
                  <a:cubicBezTo>
                    <a:pt x="4273" y="20510"/>
                    <a:pt x="4273" y="20510"/>
                    <a:pt x="4273" y="20510"/>
                  </a:cubicBezTo>
                  <a:cubicBezTo>
                    <a:pt x="4158" y="20510"/>
                    <a:pt x="4158" y="20510"/>
                    <a:pt x="4158" y="20510"/>
                  </a:cubicBezTo>
                  <a:cubicBezTo>
                    <a:pt x="4158" y="20510"/>
                    <a:pt x="4158" y="20510"/>
                    <a:pt x="4158" y="20510"/>
                  </a:cubicBezTo>
                  <a:cubicBezTo>
                    <a:pt x="4273" y="20411"/>
                    <a:pt x="4273" y="20411"/>
                    <a:pt x="4273" y="20411"/>
                  </a:cubicBezTo>
                  <a:cubicBezTo>
                    <a:pt x="4273" y="20411"/>
                    <a:pt x="4273" y="20411"/>
                    <a:pt x="4273" y="20411"/>
                  </a:cubicBezTo>
                  <a:cubicBezTo>
                    <a:pt x="4158" y="20411"/>
                    <a:pt x="4158" y="20411"/>
                    <a:pt x="4158" y="20411"/>
                  </a:cubicBezTo>
                  <a:cubicBezTo>
                    <a:pt x="4158" y="20411"/>
                    <a:pt x="4158" y="20411"/>
                    <a:pt x="4158" y="20411"/>
                  </a:cubicBezTo>
                  <a:cubicBezTo>
                    <a:pt x="4273" y="20311"/>
                    <a:pt x="4273" y="20311"/>
                    <a:pt x="4273" y="20311"/>
                  </a:cubicBezTo>
                  <a:cubicBezTo>
                    <a:pt x="4389" y="20311"/>
                    <a:pt x="4389" y="20311"/>
                    <a:pt x="4389" y="20311"/>
                  </a:cubicBezTo>
                  <a:cubicBezTo>
                    <a:pt x="4389" y="20311"/>
                    <a:pt x="4389" y="20311"/>
                    <a:pt x="4389" y="20311"/>
                  </a:cubicBezTo>
                  <a:cubicBezTo>
                    <a:pt x="4389" y="20212"/>
                    <a:pt x="4389" y="20212"/>
                    <a:pt x="4389" y="20212"/>
                  </a:cubicBezTo>
                  <a:cubicBezTo>
                    <a:pt x="4273" y="20212"/>
                    <a:pt x="4273" y="20212"/>
                    <a:pt x="4273" y="20212"/>
                  </a:cubicBezTo>
                  <a:cubicBezTo>
                    <a:pt x="4158" y="20311"/>
                    <a:pt x="4158" y="20311"/>
                    <a:pt x="4158" y="20311"/>
                  </a:cubicBezTo>
                  <a:cubicBezTo>
                    <a:pt x="4158" y="20311"/>
                    <a:pt x="4158" y="20311"/>
                    <a:pt x="4158" y="20311"/>
                  </a:cubicBezTo>
                  <a:cubicBezTo>
                    <a:pt x="4042" y="20311"/>
                    <a:pt x="4042" y="20311"/>
                    <a:pt x="4042" y="20311"/>
                  </a:cubicBezTo>
                  <a:cubicBezTo>
                    <a:pt x="3927" y="20311"/>
                    <a:pt x="3927" y="20311"/>
                    <a:pt x="3927" y="20311"/>
                  </a:cubicBezTo>
                  <a:cubicBezTo>
                    <a:pt x="3927" y="20311"/>
                    <a:pt x="3927" y="20311"/>
                    <a:pt x="3927" y="20311"/>
                  </a:cubicBezTo>
                  <a:cubicBezTo>
                    <a:pt x="4042" y="20212"/>
                    <a:pt x="4042" y="20212"/>
                    <a:pt x="4042" y="20212"/>
                  </a:cubicBezTo>
                  <a:cubicBezTo>
                    <a:pt x="4042" y="20212"/>
                    <a:pt x="4042" y="20212"/>
                    <a:pt x="4042" y="20212"/>
                  </a:cubicBezTo>
                  <a:cubicBezTo>
                    <a:pt x="4042" y="20113"/>
                    <a:pt x="4042" y="20113"/>
                    <a:pt x="4042" y="20113"/>
                  </a:cubicBezTo>
                  <a:cubicBezTo>
                    <a:pt x="4158" y="20113"/>
                    <a:pt x="4158" y="20113"/>
                    <a:pt x="4158" y="20113"/>
                  </a:cubicBezTo>
                  <a:cubicBezTo>
                    <a:pt x="4158" y="20113"/>
                    <a:pt x="4158" y="20113"/>
                    <a:pt x="4158" y="20113"/>
                  </a:cubicBezTo>
                  <a:cubicBezTo>
                    <a:pt x="4158" y="20014"/>
                    <a:pt x="4158" y="20014"/>
                    <a:pt x="4158" y="20014"/>
                  </a:cubicBezTo>
                  <a:cubicBezTo>
                    <a:pt x="4158" y="20014"/>
                    <a:pt x="4158" y="20014"/>
                    <a:pt x="4158" y="20014"/>
                  </a:cubicBezTo>
                  <a:cubicBezTo>
                    <a:pt x="4042" y="20113"/>
                    <a:pt x="4042" y="20113"/>
                    <a:pt x="4042" y="20113"/>
                  </a:cubicBezTo>
                  <a:cubicBezTo>
                    <a:pt x="3927" y="20113"/>
                    <a:pt x="3927" y="20113"/>
                    <a:pt x="3927" y="20113"/>
                  </a:cubicBezTo>
                  <a:cubicBezTo>
                    <a:pt x="3927" y="20113"/>
                    <a:pt x="3927" y="20113"/>
                    <a:pt x="3927" y="20113"/>
                  </a:cubicBezTo>
                  <a:cubicBezTo>
                    <a:pt x="3927" y="20014"/>
                    <a:pt x="3927" y="20014"/>
                    <a:pt x="3927" y="20014"/>
                  </a:cubicBezTo>
                  <a:cubicBezTo>
                    <a:pt x="4042" y="20014"/>
                    <a:pt x="4042" y="20014"/>
                    <a:pt x="4042" y="20014"/>
                  </a:cubicBezTo>
                  <a:cubicBezTo>
                    <a:pt x="4042" y="20014"/>
                    <a:pt x="4042" y="20014"/>
                    <a:pt x="4042" y="20014"/>
                  </a:cubicBezTo>
                  <a:cubicBezTo>
                    <a:pt x="4158" y="20014"/>
                    <a:pt x="4158" y="20014"/>
                    <a:pt x="4158" y="20014"/>
                  </a:cubicBezTo>
                  <a:cubicBezTo>
                    <a:pt x="4158" y="19915"/>
                    <a:pt x="4158" y="19915"/>
                    <a:pt x="4158" y="19915"/>
                  </a:cubicBezTo>
                  <a:cubicBezTo>
                    <a:pt x="4158" y="19915"/>
                    <a:pt x="4158" y="19915"/>
                    <a:pt x="4158" y="19915"/>
                  </a:cubicBezTo>
                  <a:cubicBezTo>
                    <a:pt x="4273" y="19915"/>
                    <a:pt x="4273" y="19915"/>
                    <a:pt x="4273" y="19915"/>
                  </a:cubicBezTo>
                  <a:cubicBezTo>
                    <a:pt x="4158" y="19816"/>
                    <a:pt x="4158" y="19816"/>
                    <a:pt x="4158" y="19816"/>
                  </a:cubicBezTo>
                  <a:cubicBezTo>
                    <a:pt x="4042" y="19915"/>
                    <a:pt x="4042" y="19915"/>
                    <a:pt x="4042" y="19915"/>
                  </a:cubicBezTo>
                  <a:cubicBezTo>
                    <a:pt x="4042" y="19915"/>
                    <a:pt x="4042" y="19915"/>
                    <a:pt x="4042" y="19915"/>
                  </a:cubicBezTo>
                  <a:cubicBezTo>
                    <a:pt x="4042" y="19915"/>
                    <a:pt x="4042" y="19915"/>
                    <a:pt x="4042" y="19915"/>
                  </a:cubicBezTo>
                  <a:cubicBezTo>
                    <a:pt x="3927" y="19915"/>
                    <a:pt x="3927" y="19915"/>
                    <a:pt x="3927" y="19915"/>
                  </a:cubicBezTo>
                  <a:cubicBezTo>
                    <a:pt x="3927" y="19915"/>
                    <a:pt x="3927" y="19915"/>
                    <a:pt x="3927" y="19915"/>
                  </a:cubicBezTo>
                  <a:cubicBezTo>
                    <a:pt x="4042" y="19915"/>
                    <a:pt x="4042" y="19915"/>
                    <a:pt x="4042" y="19915"/>
                  </a:cubicBezTo>
                  <a:cubicBezTo>
                    <a:pt x="4042" y="19816"/>
                    <a:pt x="4042" y="19816"/>
                    <a:pt x="4042" y="19816"/>
                  </a:cubicBezTo>
                  <a:cubicBezTo>
                    <a:pt x="3927" y="19816"/>
                    <a:pt x="3927" y="19816"/>
                    <a:pt x="3927" y="19816"/>
                  </a:cubicBezTo>
                  <a:cubicBezTo>
                    <a:pt x="4042" y="19816"/>
                    <a:pt x="4042" y="19816"/>
                    <a:pt x="4042" y="19816"/>
                  </a:cubicBezTo>
                  <a:cubicBezTo>
                    <a:pt x="4042" y="19717"/>
                    <a:pt x="4042" y="19717"/>
                    <a:pt x="4042" y="19717"/>
                  </a:cubicBezTo>
                  <a:cubicBezTo>
                    <a:pt x="3927" y="19717"/>
                    <a:pt x="3927" y="19717"/>
                    <a:pt x="3927" y="19717"/>
                  </a:cubicBezTo>
                  <a:cubicBezTo>
                    <a:pt x="3927" y="19717"/>
                    <a:pt x="3927" y="19717"/>
                    <a:pt x="3927" y="19717"/>
                  </a:cubicBezTo>
                  <a:cubicBezTo>
                    <a:pt x="3927" y="19717"/>
                    <a:pt x="3927" y="19717"/>
                    <a:pt x="3927" y="19717"/>
                  </a:cubicBezTo>
                  <a:cubicBezTo>
                    <a:pt x="3927" y="19717"/>
                    <a:pt x="3927" y="19717"/>
                    <a:pt x="3927" y="19717"/>
                  </a:cubicBezTo>
                  <a:cubicBezTo>
                    <a:pt x="3927" y="19618"/>
                    <a:pt x="3927" y="19618"/>
                    <a:pt x="3927" y="19618"/>
                  </a:cubicBezTo>
                  <a:cubicBezTo>
                    <a:pt x="3811" y="19618"/>
                    <a:pt x="3811" y="19618"/>
                    <a:pt x="3811" y="19618"/>
                  </a:cubicBezTo>
                  <a:cubicBezTo>
                    <a:pt x="3811" y="19618"/>
                    <a:pt x="3811" y="19618"/>
                    <a:pt x="3811" y="19618"/>
                  </a:cubicBezTo>
                  <a:cubicBezTo>
                    <a:pt x="3811" y="19618"/>
                    <a:pt x="3811" y="19618"/>
                    <a:pt x="3811" y="19618"/>
                  </a:cubicBezTo>
                  <a:cubicBezTo>
                    <a:pt x="3696" y="19618"/>
                    <a:pt x="3696" y="19618"/>
                    <a:pt x="3696" y="19618"/>
                  </a:cubicBezTo>
                  <a:cubicBezTo>
                    <a:pt x="3811" y="19519"/>
                    <a:pt x="3811" y="19519"/>
                    <a:pt x="3811" y="19519"/>
                  </a:cubicBezTo>
                  <a:cubicBezTo>
                    <a:pt x="3811" y="19519"/>
                    <a:pt x="3811" y="19519"/>
                    <a:pt x="3811" y="19519"/>
                  </a:cubicBezTo>
                  <a:cubicBezTo>
                    <a:pt x="3927" y="19519"/>
                    <a:pt x="3927" y="19519"/>
                    <a:pt x="3927" y="19519"/>
                  </a:cubicBezTo>
                  <a:cubicBezTo>
                    <a:pt x="3927" y="19420"/>
                    <a:pt x="3927" y="19420"/>
                    <a:pt x="3927" y="19420"/>
                  </a:cubicBezTo>
                  <a:cubicBezTo>
                    <a:pt x="3927" y="19420"/>
                    <a:pt x="3927" y="19420"/>
                    <a:pt x="3927" y="19420"/>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811" y="19321"/>
                    <a:pt x="3811" y="19321"/>
                    <a:pt x="3811" y="19321"/>
                  </a:cubicBezTo>
                  <a:cubicBezTo>
                    <a:pt x="3811" y="19321"/>
                    <a:pt x="3811" y="19321"/>
                    <a:pt x="3811" y="19321"/>
                  </a:cubicBezTo>
                  <a:cubicBezTo>
                    <a:pt x="3696" y="19321"/>
                    <a:pt x="3696" y="19321"/>
                    <a:pt x="3696" y="19321"/>
                  </a:cubicBezTo>
                  <a:cubicBezTo>
                    <a:pt x="3696" y="19321"/>
                    <a:pt x="3696" y="19321"/>
                    <a:pt x="3696" y="19321"/>
                  </a:cubicBezTo>
                  <a:cubicBezTo>
                    <a:pt x="3696" y="19222"/>
                    <a:pt x="3696" y="19222"/>
                    <a:pt x="3696" y="19222"/>
                  </a:cubicBezTo>
                  <a:cubicBezTo>
                    <a:pt x="3696" y="19222"/>
                    <a:pt x="3696" y="19222"/>
                    <a:pt x="3696" y="19222"/>
                  </a:cubicBezTo>
                  <a:cubicBezTo>
                    <a:pt x="3811" y="19122"/>
                    <a:pt x="3811" y="19122"/>
                    <a:pt x="3811" y="19122"/>
                  </a:cubicBezTo>
                  <a:cubicBezTo>
                    <a:pt x="3811" y="19122"/>
                    <a:pt x="3811" y="19122"/>
                    <a:pt x="3811" y="19122"/>
                  </a:cubicBezTo>
                  <a:cubicBezTo>
                    <a:pt x="3811" y="19122"/>
                    <a:pt x="3811" y="19122"/>
                    <a:pt x="3811" y="19122"/>
                  </a:cubicBezTo>
                  <a:cubicBezTo>
                    <a:pt x="3696" y="19122"/>
                    <a:pt x="3696" y="19122"/>
                    <a:pt x="3696" y="19122"/>
                  </a:cubicBezTo>
                  <a:cubicBezTo>
                    <a:pt x="3580" y="19122"/>
                    <a:pt x="3580" y="19122"/>
                    <a:pt x="3580" y="19122"/>
                  </a:cubicBezTo>
                  <a:cubicBezTo>
                    <a:pt x="3580" y="19122"/>
                    <a:pt x="3580" y="19122"/>
                    <a:pt x="3580" y="19122"/>
                  </a:cubicBezTo>
                  <a:cubicBezTo>
                    <a:pt x="3580" y="19122"/>
                    <a:pt x="3580" y="19122"/>
                    <a:pt x="3580" y="19122"/>
                  </a:cubicBezTo>
                  <a:cubicBezTo>
                    <a:pt x="3580" y="19023"/>
                    <a:pt x="3580" y="19023"/>
                    <a:pt x="3580" y="19023"/>
                  </a:cubicBezTo>
                  <a:cubicBezTo>
                    <a:pt x="3580" y="19023"/>
                    <a:pt x="3580" y="19023"/>
                    <a:pt x="3580" y="19023"/>
                  </a:cubicBezTo>
                  <a:cubicBezTo>
                    <a:pt x="3696" y="19023"/>
                    <a:pt x="3696" y="19023"/>
                    <a:pt x="3696" y="19023"/>
                  </a:cubicBezTo>
                  <a:cubicBezTo>
                    <a:pt x="3811" y="19023"/>
                    <a:pt x="3811" y="19023"/>
                    <a:pt x="3811" y="19023"/>
                  </a:cubicBezTo>
                  <a:cubicBezTo>
                    <a:pt x="3811" y="19023"/>
                    <a:pt x="3811" y="19023"/>
                    <a:pt x="3811" y="19023"/>
                  </a:cubicBezTo>
                  <a:cubicBezTo>
                    <a:pt x="3811" y="19023"/>
                    <a:pt x="3811" y="19023"/>
                    <a:pt x="3811" y="19023"/>
                  </a:cubicBezTo>
                  <a:cubicBezTo>
                    <a:pt x="3811" y="19023"/>
                    <a:pt x="3811" y="19023"/>
                    <a:pt x="3811" y="19023"/>
                  </a:cubicBezTo>
                  <a:cubicBezTo>
                    <a:pt x="3696" y="19023"/>
                    <a:pt x="3696" y="19023"/>
                    <a:pt x="3696" y="19023"/>
                  </a:cubicBezTo>
                  <a:cubicBezTo>
                    <a:pt x="3580" y="19023"/>
                    <a:pt x="3580" y="19023"/>
                    <a:pt x="3580" y="19023"/>
                  </a:cubicBezTo>
                  <a:cubicBezTo>
                    <a:pt x="3580" y="19023"/>
                    <a:pt x="3580" y="19023"/>
                    <a:pt x="3580" y="19023"/>
                  </a:cubicBezTo>
                  <a:cubicBezTo>
                    <a:pt x="3465" y="18924"/>
                    <a:pt x="3465" y="18924"/>
                    <a:pt x="3465" y="18924"/>
                  </a:cubicBezTo>
                  <a:cubicBezTo>
                    <a:pt x="3580" y="18924"/>
                    <a:pt x="3580" y="18924"/>
                    <a:pt x="3580" y="18924"/>
                  </a:cubicBezTo>
                  <a:cubicBezTo>
                    <a:pt x="3696" y="18924"/>
                    <a:pt x="3696" y="18924"/>
                    <a:pt x="3696" y="18924"/>
                  </a:cubicBezTo>
                  <a:cubicBezTo>
                    <a:pt x="3811" y="18924"/>
                    <a:pt x="3811" y="18924"/>
                    <a:pt x="3811" y="18924"/>
                  </a:cubicBezTo>
                  <a:cubicBezTo>
                    <a:pt x="3696" y="18825"/>
                    <a:pt x="3696" y="18825"/>
                    <a:pt x="3696" y="18825"/>
                  </a:cubicBezTo>
                  <a:cubicBezTo>
                    <a:pt x="3696" y="18825"/>
                    <a:pt x="3696" y="18825"/>
                    <a:pt x="3696" y="18825"/>
                  </a:cubicBezTo>
                  <a:cubicBezTo>
                    <a:pt x="3580" y="18825"/>
                    <a:pt x="3580" y="18825"/>
                    <a:pt x="3580" y="18825"/>
                  </a:cubicBezTo>
                  <a:cubicBezTo>
                    <a:pt x="3696" y="18825"/>
                    <a:pt x="3696" y="18825"/>
                    <a:pt x="3696" y="18825"/>
                  </a:cubicBezTo>
                  <a:cubicBezTo>
                    <a:pt x="3696" y="18825"/>
                    <a:pt x="3696" y="18825"/>
                    <a:pt x="3696" y="18825"/>
                  </a:cubicBezTo>
                  <a:cubicBezTo>
                    <a:pt x="3811" y="18825"/>
                    <a:pt x="3811" y="18825"/>
                    <a:pt x="3811" y="18825"/>
                  </a:cubicBezTo>
                  <a:cubicBezTo>
                    <a:pt x="3811" y="18825"/>
                    <a:pt x="3811" y="18825"/>
                    <a:pt x="3811" y="18825"/>
                  </a:cubicBezTo>
                  <a:cubicBezTo>
                    <a:pt x="3927" y="18825"/>
                    <a:pt x="3927" y="18825"/>
                    <a:pt x="3927" y="18825"/>
                  </a:cubicBezTo>
                  <a:cubicBezTo>
                    <a:pt x="3927" y="18726"/>
                    <a:pt x="3927" y="18726"/>
                    <a:pt x="3927" y="18726"/>
                  </a:cubicBezTo>
                  <a:cubicBezTo>
                    <a:pt x="3811" y="18726"/>
                    <a:pt x="3811" y="18726"/>
                    <a:pt x="3811" y="18726"/>
                  </a:cubicBezTo>
                  <a:cubicBezTo>
                    <a:pt x="3811" y="18825"/>
                    <a:pt x="3811" y="18825"/>
                    <a:pt x="3811" y="18825"/>
                  </a:cubicBezTo>
                  <a:cubicBezTo>
                    <a:pt x="3696" y="18825"/>
                    <a:pt x="3696" y="18825"/>
                    <a:pt x="3696" y="18825"/>
                  </a:cubicBezTo>
                  <a:cubicBezTo>
                    <a:pt x="3696" y="18726"/>
                    <a:pt x="3696" y="18726"/>
                    <a:pt x="3696" y="18726"/>
                  </a:cubicBezTo>
                  <a:cubicBezTo>
                    <a:pt x="3580" y="18726"/>
                    <a:pt x="3580" y="18726"/>
                    <a:pt x="3580" y="18726"/>
                  </a:cubicBezTo>
                  <a:cubicBezTo>
                    <a:pt x="3580" y="18825"/>
                    <a:pt x="3580" y="18825"/>
                    <a:pt x="3580" y="18825"/>
                  </a:cubicBezTo>
                  <a:cubicBezTo>
                    <a:pt x="3465" y="18825"/>
                    <a:pt x="3465" y="18825"/>
                    <a:pt x="3465" y="18825"/>
                  </a:cubicBezTo>
                  <a:cubicBezTo>
                    <a:pt x="3465" y="18825"/>
                    <a:pt x="3465" y="18825"/>
                    <a:pt x="3465" y="18825"/>
                  </a:cubicBezTo>
                  <a:cubicBezTo>
                    <a:pt x="3465" y="18726"/>
                    <a:pt x="3465" y="18726"/>
                    <a:pt x="3465" y="18726"/>
                  </a:cubicBezTo>
                  <a:cubicBezTo>
                    <a:pt x="3465" y="18726"/>
                    <a:pt x="3465" y="18726"/>
                    <a:pt x="3465" y="18726"/>
                  </a:cubicBezTo>
                  <a:cubicBezTo>
                    <a:pt x="3580" y="18726"/>
                    <a:pt x="3580" y="18726"/>
                    <a:pt x="3580" y="18726"/>
                  </a:cubicBezTo>
                  <a:cubicBezTo>
                    <a:pt x="3696" y="18627"/>
                    <a:pt x="3696" y="18627"/>
                    <a:pt x="3696" y="18627"/>
                  </a:cubicBezTo>
                  <a:cubicBezTo>
                    <a:pt x="3696" y="18627"/>
                    <a:pt x="3696" y="18627"/>
                    <a:pt x="3696" y="18627"/>
                  </a:cubicBezTo>
                  <a:cubicBezTo>
                    <a:pt x="3580" y="18627"/>
                    <a:pt x="3580" y="18627"/>
                    <a:pt x="3580" y="18627"/>
                  </a:cubicBezTo>
                  <a:cubicBezTo>
                    <a:pt x="3465" y="18627"/>
                    <a:pt x="3465" y="18627"/>
                    <a:pt x="3465" y="18627"/>
                  </a:cubicBezTo>
                  <a:cubicBezTo>
                    <a:pt x="3465" y="18627"/>
                    <a:pt x="3465" y="18627"/>
                    <a:pt x="3465" y="18627"/>
                  </a:cubicBezTo>
                  <a:cubicBezTo>
                    <a:pt x="3465" y="18528"/>
                    <a:pt x="3465" y="18528"/>
                    <a:pt x="3465" y="18528"/>
                  </a:cubicBezTo>
                  <a:cubicBezTo>
                    <a:pt x="3580" y="18528"/>
                    <a:pt x="3580" y="18528"/>
                    <a:pt x="3580" y="18528"/>
                  </a:cubicBezTo>
                  <a:cubicBezTo>
                    <a:pt x="3696" y="18528"/>
                    <a:pt x="3696" y="18528"/>
                    <a:pt x="3696" y="18528"/>
                  </a:cubicBezTo>
                  <a:cubicBezTo>
                    <a:pt x="3811" y="18528"/>
                    <a:pt x="3811" y="18528"/>
                    <a:pt x="3811" y="18528"/>
                  </a:cubicBezTo>
                  <a:cubicBezTo>
                    <a:pt x="3927" y="18528"/>
                    <a:pt x="3927" y="18528"/>
                    <a:pt x="3927" y="18528"/>
                  </a:cubicBezTo>
                  <a:cubicBezTo>
                    <a:pt x="4042" y="18429"/>
                    <a:pt x="4042" y="18429"/>
                    <a:pt x="4042" y="18429"/>
                  </a:cubicBezTo>
                  <a:cubicBezTo>
                    <a:pt x="4042" y="18429"/>
                    <a:pt x="4042" y="18429"/>
                    <a:pt x="4042" y="18429"/>
                  </a:cubicBezTo>
                  <a:cubicBezTo>
                    <a:pt x="4042" y="18429"/>
                    <a:pt x="4042" y="18429"/>
                    <a:pt x="4042" y="18429"/>
                  </a:cubicBezTo>
                  <a:cubicBezTo>
                    <a:pt x="3927" y="18429"/>
                    <a:pt x="3927" y="18429"/>
                    <a:pt x="3927" y="18429"/>
                  </a:cubicBezTo>
                  <a:cubicBezTo>
                    <a:pt x="3811" y="18429"/>
                    <a:pt x="3811" y="18429"/>
                    <a:pt x="3811" y="18429"/>
                  </a:cubicBezTo>
                  <a:cubicBezTo>
                    <a:pt x="3696" y="18429"/>
                    <a:pt x="3696" y="18429"/>
                    <a:pt x="3696" y="18429"/>
                  </a:cubicBezTo>
                  <a:cubicBezTo>
                    <a:pt x="3580" y="18528"/>
                    <a:pt x="3580" y="18528"/>
                    <a:pt x="3580" y="18528"/>
                  </a:cubicBezTo>
                  <a:cubicBezTo>
                    <a:pt x="3465" y="18528"/>
                    <a:pt x="3465" y="18528"/>
                    <a:pt x="3465" y="18528"/>
                  </a:cubicBezTo>
                  <a:cubicBezTo>
                    <a:pt x="3465" y="18429"/>
                    <a:pt x="3465" y="18429"/>
                    <a:pt x="3465" y="18429"/>
                  </a:cubicBezTo>
                  <a:cubicBezTo>
                    <a:pt x="3465" y="18429"/>
                    <a:pt x="3465" y="18429"/>
                    <a:pt x="3465" y="18429"/>
                  </a:cubicBezTo>
                  <a:cubicBezTo>
                    <a:pt x="3696" y="18429"/>
                    <a:pt x="3696" y="18429"/>
                    <a:pt x="3696" y="18429"/>
                  </a:cubicBezTo>
                  <a:cubicBezTo>
                    <a:pt x="3696" y="18429"/>
                    <a:pt x="3696" y="18429"/>
                    <a:pt x="3696" y="18429"/>
                  </a:cubicBezTo>
                  <a:cubicBezTo>
                    <a:pt x="3811" y="18330"/>
                    <a:pt x="3811" y="18330"/>
                    <a:pt x="3811" y="18330"/>
                  </a:cubicBezTo>
                  <a:cubicBezTo>
                    <a:pt x="3927" y="18330"/>
                    <a:pt x="3927" y="18330"/>
                    <a:pt x="3927" y="18330"/>
                  </a:cubicBezTo>
                  <a:cubicBezTo>
                    <a:pt x="3927" y="18330"/>
                    <a:pt x="3927" y="18330"/>
                    <a:pt x="3927" y="18330"/>
                  </a:cubicBezTo>
                  <a:cubicBezTo>
                    <a:pt x="4042" y="18429"/>
                    <a:pt x="4042" y="18429"/>
                    <a:pt x="4042" y="18429"/>
                  </a:cubicBezTo>
                  <a:cubicBezTo>
                    <a:pt x="4042" y="18429"/>
                    <a:pt x="4042" y="18429"/>
                    <a:pt x="4042" y="18429"/>
                  </a:cubicBezTo>
                  <a:cubicBezTo>
                    <a:pt x="4042" y="18330"/>
                    <a:pt x="4042" y="18330"/>
                    <a:pt x="4042" y="18330"/>
                  </a:cubicBezTo>
                  <a:cubicBezTo>
                    <a:pt x="4042" y="18330"/>
                    <a:pt x="4042" y="18330"/>
                    <a:pt x="4042" y="18330"/>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4042" y="18231"/>
                    <a:pt x="4042" y="18231"/>
                    <a:pt x="4042" y="18231"/>
                  </a:cubicBezTo>
                  <a:cubicBezTo>
                    <a:pt x="4042" y="18231"/>
                    <a:pt x="4042" y="18231"/>
                    <a:pt x="4042" y="18231"/>
                  </a:cubicBezTo>
                  <a:cubicBezTo>
                    <a:pt x="4042" y="18231"/>
                    <a:pt x="4042" y="18231"/>
                    <a:pt x="4042" y="18231"/>
                  </a:cubicBezTo>
                  <a:cubicBezTo>
                    <a:pt x="4158" y="18330"/>
                    <a:pt x="4158" y="18330"/>
                    <a:pt x="4158" y="18330"/>
                  </a:cubicBezTo>
                  <a:cubicBezTo>
                    <a:pt x="4158" y="18330"/>
                    <a:pt x="4158" y="18330"/>
                    <a:pt x="4158" y="18330"/>
                  </a:cubicBezTo>
                  <a:cubicBezTo>
                    <a:pt x="4273" y="18330"/>
                    <a:pt x="4273" y="18330"/>
                    <a:pt x="4273" y="18330"/>
                  </a:cubicBezTo>
                  <a:cubicBezTo>
                    <a:pt x="4158" y="18231"/>
                    <a:pt x="4158" y="18231"/>
                    <a:pt x="4158" y="18231"/>
                  </a:cubicBezTo>
                  <a:cubicBezTo>
                    <a:pt x="4158" y="18231"/>
                    <a:pt x="4158" y="18231"/>
                    <a:pt x="4158" y="18231"/>
                  </a:cubicBezTo>
                  <a:cubicBezTo>
                    <a:pt x="4158" y="18132"/>
                    <a:pt x="4158" y="18132"/>
                    <a:pt x="4158" y="18132"/>
                  </a:cubicBezTo>
                  <a:cubicBezTo>
                    <a:pt x="4158" y="18033"/>
                    <a:pt x="4158" y="18033"/>
                    <a:pt x="4158" y="18033"/>
                  </a:cubicBezTo>
                  <a:cubicBezTo>
                    <a:pt x="4158" y="18033"/>
                    <a:pt x="4158" y="18033"/>
                    <a:pt x="4158" y="18033"/>
                  </a:cubicBezTo>
                  <a:cubicBezTo>
                    <a:pt x="4158" y="18033"/>
                    <a:pt x="4158" y="18033"/>
                    <a:pt x="4158" y="18033"/>
                  </a:cubicBezTo>
                  <a:cubicBezTo>
                    <a:pt x="4042" y="18132"/>
                    <a:pt x="4042" y="18132"/>
                    <a:pt x="4042" y="18132"/>
                  </a:cubicBezTo>
                  <a:cubicBezTo>
                    <a:pt x="4042" y="18132"/>
                    <a:pt x="4042" y="18132"/>
                    <a:pt x="4042" y="18132"/>
                  </a:cubicBezTo>
                  <a:cubicBezTo>
                    <a:pt x="4042" y="18033"/>
                    <a:pt x="4042" y="18033"/>
                    <a:pt x="4042" y="18033"/>
                  </a:cubicBezTo>
                  <a:cubicBezTo>
                    <a:pt x="3927" y="18033"/>
                    <a:pt x="3927" y="18033"/>
                    <a:pt x="3927" y="18033"/>
                  </a:cubicBezTo>
                  <a:cubicBezTo>
                    <a:pt x="3811" y="18132"/>
                    <a:pt x="3811" y="18132"/>
                    <a:pt x="3811" y="18132"/>
                  </a:cubicBezTo>
                  <a:cubicBezTo>
                    <a:pt x="3811" y="18231"/>
                    <a:pt x="3811" y="18231"/>
                    <a:pt x="3811" y="18231"/>
                  </a:cubicBezTo>
                  <a:cubicBezTo>
                    <a:pt x="3696" y="18132"/>
                    <a:pt x="3696" y="18132"/>
                    <a:pt x="3696" y="18132"/>
                  </a:cubicBezTo>
                  <a:cubicBezTo>
                    <a:pt x="3811" y="18132"/>
                    <a:pt x="3811" y="18132"/>
                    <a:pt x="3811" y="18132"/>
                  </a:cubicBezTo>
                  <a:cubicBezTo>
                    <a:pt x="3811" y="18132"/>
                    <a:pt x="3811" y="18132"/>
                    <a:pt x="3811" y="18132"/>
                  </a:cubicBezTo>
                  <a:cubicBezTo>
                    <a:pt x="3811" y="18132"/>
                    <a:pt x="3811" y="18132"/>
                    <a:pt x="3811" y="18132"/>
                  </a:cubicBezTo>
                  <a:cubicBezTo>
                    <a:pt x="3696" y="18132"/>
                    <a:pt x="3696" y="18132"/>
                    <a:pt x="3696" y="18132"/>
                  </a:cubicBezTo>
                  <a:cubicBezTo>
                    <a:pt x="3696" y="18132"/>
                    <a:pt x="3696" y="18132"/>
                    <a:pt x="3696" y="18132"/>
                  </a:cubicBezTo>
                  <a:cubicBezTo>
                    <a:pt x="3696" y="18132"/>
                    <a:pt x="3696" y="18132"/>
                    <a:pt x="3696" y="18132"/>
                  </a:cubicBezTo>
                  <a:cubicBezTo>
                    <a:pt x="3580" y="18231"/>
                    <a:pt x="3580" y="18231"/>
                    <a:pt x="3580" y="18231"/>
                  </a:cubicBezTo>
                  <a:cubicBezTo>
                    <a:pt x="3465" y="18231"/>
                    <a:pt x="3465" y="18231"/>
                    <a:pt x="3465" y="18231"/>
                  </a:cubicBezTo>
                  <a:cubicBezTo>
                    <a:pt x="3465" y="18330"/>
                    <a:pt x="3465" y="18330"/>
                    <a:pt x="3465" y="18330"/>
                  </a:cubicBezTo>
                  <a:cubicBezTo>
                    <a:pt x="3349" y="18330"/>
                    <a:pt x="3349" y="18330"/>
                    <a:pt x="3349" y="18330"/>
                  </a:cubicBezTo>
                  <a:cubicBezTo>
                    <a:pt x="3349" y="18330"/>
                    <a:pt x="3349" y="18330"/>
                    <a:pt x="3349" y="18330"/>
                  </a:cubicBezTo>
                  <a:cubicBezTo>
                    <a:pt x="3349" y="18231"/>
                    <a:pt x="3349" y="18231"/>
                    <a:pt x="3349" y="18231"/>
                  </a:cubicBezTo>
                  <a:cubicBezTo>
                    <a:pt x="3349" y="18132"/>
                    <a:pt x="3349" y="18132"/>
                    <a:pt x="3349" y="18132"/>
                  </a:cubicBezTo>
                  <a:cubicBezTo>
                    <a:pt x="3349" y="18132"/>
                    <a:pt x="3349" y="18132"/>
                    <a:pt x="3349" y="18132"/>
                  </a:cubicBezTo>
                  <a:cubicBezTo>
                    <a:pt x="3349" y="18033"/>
                    <a:pt x="3349" y="18033"/>
                    <a:pt x="3349" y="18033"/>
                  </a:cubicBezTo>
                  <a:cubicBezTo>
                    <a:pt x="3349" y="18033"/>
                    <a:pt x="3349" y="18033"/>
                    <a:pt x="3349" y="18033"/>
                  </a:cubicBezTo>
                  <a:cubicBezTo>
                    <a:pt x="3465" y="18033"/>
                    <a:pt x="3465" y="18033"/>
                    <a:pt x="3465" y="18033"/>
                  </a:cubicBezTo>
                  <a:cubicBezTo>
                    <a:pt x="3580" y="17933"/>
                    <a:pt x="3580" y="17933"/>
                    <a:pt x="3580" y="17933"/>
                  </a:cubicBezTo>
                  <a:cubicBezTo>
                    <a:pt x="3696" y="17933"/>
                    <a:pt x="3696" y="17933"/>
                    <a:pt x="3696" y="17933"/>
                  </a:cubicBezTo>
                  <a:cubicBezTo>
                    <a:pt x="3696" y="17933"/>
                    <a:pt x="3696" y="17933"/>
                    <a:pt x="3696" y="17933"/>
                  </a:cubicBezTo>
                  <a:cubicBezTo>
                    <a:pt x="3696" y="17933"/>
                    <a:pt x="3696" y="17933"/>
                    <a:pt x="3696" y="17933"/>
                  </a:cubicBezTo>
                  <a:cubicBezTo>
                    <a:pt x="3696" y="17834"/>
                    <a:pt x="3696" y="17834"/>
                    <a:pt x="3696" y="17834"/>
                  </a:cubicBezTo>
                  <a:cubicBezTo>
                    <a:pt x="3696" y="17834"/>
                    <a:pt x="3696" y="17834"/>
                    <a:pt x="3696" y="17834"/>
                  </a:cubicBezTo>
                  <a:cubicBezTo>
                    <a:pt x="3580" y="17933"/>
                    <a:pt x="3580" y="17933"/>
                    <a:pt x="3580" y="17933"/>
                  </a:cubicBezTo>
                  <a:cubicBezTo>
                    <a:pt x="3580" y="17933"/>
                    <a:pt x="3580" y="17933"/>
                    <a:pt x="3580" y="17933"/>
                  </a:cubicBezTo>
                  <a:cubicBezTo>
                    <a:pt x="3580" y="17933"/>
                    <a:pt x="3580" y="17933"/>
                    <a:pt x="3580" y="17933"/>
                  </a:cubicBezTo>
                  <a:cubicBezTo>
                    <a:pt x="3465" y="17933"/>
                    <a:pt x="3465" y="17933"/>
                    <a:pt x="3465" y="17933"/>
                  </a:cubicBezTo>
                  <a:cubicBezTo>
                    <a:pt x="3349" y="17933"/>
                    <a:pt x="3349" y="17933"/>
                    <a:pt x="3349" y="17933"/>
                  </a:cubicBezTo>
                  <a:cubicBezTo>
                    <a:pt x="3349" y="17933"/>
                    <a:pt x="3349" y="17933"/>
                    <a:pt x="3349" y="17933"/>
                  </a:cubicBezTo>
                  <a:cubicBezTo>
                    <a:pt x="3349" y="17834"/>
                    <a:pt x="3349" y="17834"/>
                    <a:pt x="3349" y="17834"/>
                  </a:cubicBezTo>
                  <a:cubicBezTo>
                    <a:pt x="3465" y="17735"/>
                    <a:pt x="3465" y="17735"/>
                    <a:pt x="3465" y="17735"/>
                  </a:cubicBezTo>
                  <a:cubicBezTo>
                    <a:pt x="3465" y="17735"/>
                    <a:pt x="3465" y="17735"/>
                    <a:pt x="3465" y="17735"/>
                  </a:cubicBezTo>
                  <a:cubicBezTo>
                    <a:pt x="3349" y="17636"/>
                    <a:pt x="3349" y="17636"/>
                    <a:pt x="3349" y="17636"/>
                  </a:cubicBezTo>
                  <a:cubicBezTo>
                    <a:pt x="3349" y="17636"/>
                    <a:pt x="3349" y="17636"/>
                    <a:pt x="3349" y="17636"/>
                  </a:cubicBezTo>
                  <a:cubicBezTo>
                    <a:pt x="3349" y="17735"/>
                    <a:pt x="3349" y="17735"/>
                    <a:pt x="3349" y="17735"/>
                  </a:cubicBezTo>
                  <a:cubicBezTo>
                    <a:pt x="3234" y="17735"/>
                    <a:pt x="3234" y="17735"/>
                    <a:pt x="3234" y="17735"/>
                  </a:cubicBezTo>
                  <a:cubicBezTo>
                    <a:pt x="3234" y="17636"/>
                    <a:pt x="3234" y="17636"/>
                    <a:pt x="3234" y="17636"/>
                  </a:cubicBezTo>
                  <a:cubicBezTo>
                    <a:pt x="3349" y="17636"/>
                    <a:pt x="3349" y="17636"/>
                    <a:pt x="3349" y="17636"/>
                  </a:cubicBezTo>
                  <a:cubicBezTo>
                    <a:pt x="3465" y="17636"/>
                    <a:pt x="3465" y="17636"/>
                    <a:pt x="3465" y="17636"/>
                  </a:cubicBezTo>
                  <a:cubicBezTo>
                    <a:pt x="3465" y="17537"/>
                    <a:pt x="3465" y="17537"/>
                    <a:pt x="3465" y="17537"/>
                  </a:cubicBezTo>
                  <a:cubicBezTo>
                    <a:pt x="3580" y="17537"/>
                    <a:pt x="3580" y="17537"/>
                    <a:pt x="3580" y="17537"/>
                  </a:cubicBezTo>
                  <a:cubicBezTo>
                    <a:pt x="3696" y="17537"/>
                    <a:pt x="3696" y="17537"/>
                    <a:pt x="3696" y="17537"/>
                  </a:cubicBezTo>
                  <a:cubicBezTo>
                    <a:pt x="3696" y="17438"/>
                    <a:pt x="3696" y="17438"/>
                    <a:pt x="3696" y="17438"/>
                  </a:cubicBezTo>
                  <a:cubicBezTo>
                    <a:pt x="3696" y="17438"/>
                    <a:pt x="3696" y="17438"/>
                    <a:pt x="3696" y="17438"/>
                  </a:cubicBezTo>
                  <a:cubicBezTo>
                    <a:pt x="3811" y="17438"/>
                    <a:pt x="3811" y="17438"/>
                    <a:pt x="3811" y="17438"/>
                  </a:cubicBezTo>
                  <a:cubicBezTo>
                    <a:pt x="3811" y="17438"/>
                    <a:pt x="3811" y="17438"/>
                    <a:pt x="3811" y="17438"/>
                  </a:cubicBezTo>
                  <a:cubicBezTo>
                    <a:pt x="3811" y="17339"/>
                    <a:pt x="3811" y="17339"/>
                    <a:pt x="3811" y="17339"/>
                  </a:cubicBezTo>
                  <a:cubicBezTo>
                    <a:pt x="4042" y="17339"/>
                    <a:pt x="4042" y="17339"/>
                    <a:pt x="4042" y="17339"/>
                  </a:cubicBezTo>
                  <a:cubicBezTo>
                    <a:pt x="4042" y="17438"/>
                    <a:pt x="4042" y="17438"/>
                    <a:pt x="4042" y="17438"/>
                  </a:cubicBezTo>
                  <a:cubicBezTo>
                    <a:pt x="4158" y="17438"/>
                    <a:pt x="4158" y="17438"/>
                    <a:pt x="4158" y="17438"/>
                  </a:cubicBezTo>
                  <a:cubicBezTo>
                    <a:pt x="4042" y="17339"/>
                    <a:pt x="4042" y="17339"/>
                    <a:pt x="4042" y="17339"/>
                  </a:cubicBezTo>
                  <a:cubicBezTo>
                    <a:pt x="4042" y="17339"/>
                    <a:pt x="4042" y="17339"/>
                    <a:pt x="4042" y="17339"/>
                  </a:cubicBezTo>
                  <a:cubicBezTo>
                    <a:pt x="3927" y="17339"/>
                    <a:pt x="3927" y="17339"/>
                    <a:pt x="3927" y="17339"/>
                  </a:cubicBezTo>
                  <a:cubicBezTo>
                    <a:pt x="3927" y="17240"/>
                    <a:pt x="3927" y="17240"/>
                    <a:pt x="3927" y="17240"/>
                  </a:cubicBezTo>
                  <a:cubicBezTo>
                    <a:pt x="3696" y="17339"/>
                    <a:pt x="3696" y="17339"/>
                    <a:pt x="3696" y="17339"/>
                  </a:cubicBezTo>
                  <a:cubicBezTo>
                    <a:pt x="3696" y="17339"/>
                    <a:pt x="3696" y="17339"/>
                    <a:pt x="3696" y="17339"/>
                  </a:cubicBezTo>
                  <a:cubicBezTo>
                    <a:pt x="3580" y="17438"/>
                    <a:pt x="3580" y="17438"/>
                    <a:pt x="3580" y="17438"/>
                  </a:cubicBezTo>
                  <a:cubicBezTo>
                    <a:pt x="3580" y="17438"/>
                    <a:pt x="3580" y="17438"/>
                    <a:pt x="3580" y="17438"/>
                  </a:cubicBezTo>
                  <a:cubicBezTo>
                    <a:pt x="3580" y="17438"/>
                    <a:pt x="3580" y="17438"/>
                    <a:pt x="3580" y="17438"/>
                  </a:cubicBezTo>
                  <a:cubicBezTo>
                    <a:pt x="3465" y="17537"/>
                    <a:pt x="3465" y="17537"/>
                    <a:pt x="3465" y="17537"/>
                  </a:cubicBezTo>
                  <a:cubicBezTo>
                    <a:pt x="3349" y="17537"/>
                    <a:pt x="3349" y="17537"/>
                    <a:pt x="3349" y="17537"/>
                  </a:cubicBezTo>
                  <a:cubicBezTo>
                    <a:pt x="3349" y="17537"/>
                    <a:pt x="3349" y="17537"/>
                    <a:pt x="3349" y="17537"/>
                  </a:cubicBezTo>
                  <a:cubicBezTo>
                    <a:pt x="3349" y="17537"/>
                    <a:pt x="3349" y="17537"/>
                    <a:pt x="3349" y="17537"/>
                  </a:cubicBezTo>
                  <a:cubicBezTo>
                    <a:pt x="3349" y="17438"/>
                    <a:pt x="3349" y="17438"/>
                    <a:pt x="3349" y="17438"/>
                  </a:cubicBezTo>
                  <a:cubicBezTo>
                    <a:pt x="3234" y="17438"/>
                    <a:pt x="3234" y="17438"/>
                    <a:pt x="3234" y="17438"/>
                  </a:cubicBezTo>
                  <a:cubicBezTo>
                    <a:pt x="3349" y="17438"/>
                    <a:pt x="3349" y="17438"/>
                    <a:pt x="3349" y="17438"/>
                  </a:cubicBezTo>
                  <a:cubicBezTo>
                    <a:pt x="3349" y="17339"/>
                    <a:pt x="3349" y="17339"/>
                    <a:pt x="3349" y="17339"/>
                  </a:cubicBezTo>
                  <a:cubicBezTo>
                    <a:pt x="3234" y="17339"/>
                    <a:pt x="3234" y="17339"/>
                    <a:pt x="3234" y="17339"/>
                  </a:cubicBezTo>
                  <a:cubicBezTo>
                    <a:pt x="3234" y="17339"/>
                    <a:pt x="3234" y="17339"/>
                    <a:pt x="3234" y="17339"/>
                  </a:cubicBezTo>
                  <a:cubicBezTo>
                    <a:pt x="3118" y="17339"/>
                    <a:pt x="3118" y="17339"/>
                    <a:pt x="3118" y="17339"/>
                  </a:cubicBezTo>
                  <a:cubicBezTo>
                    <a:pt x="3118" y="17240"/>
                    <a:pt x="3118" y="17240"/>
                    <a:pt x="3118" y="17240"/>
                  </a:cubicBezTo>
                  <a:cubicBezTo>
                    <a:pt x="3234" y="17240"/>
                    <a:pt x="3234" y="17240"/>
                    <a:pt x="3234" y="17240"/>
                  </a:cubicBezTo>
                  <a:cubicBezTo>
                    <a:pt x="3349" y="17240"/>
                    <a:pt x="3349" y="17240"/>
                    <a:pt x="3349" y="17240"/>
                  </a:cubicBezTo>
                  <a:cubicBezTo>
                    <a:pt x="3349" y="17141"/>
                    <a:pt x="3349" y="17141"/>
                    <a:pt x="3349" y="17141"/>
                  </a:cubicBezTo>
                  <a:cubicBezTo>
                    <a:pt x="3465" y="17240"/>
                    <a:pt x="3465" y="17240"/>
                    <a:pt x="3465" y="17240"/>
                  </a:cubicBezTo>
                  <a:cubicBezTo>
                    <a:pt x="3465" y="17240"/>
                    <a:pt x="3465" y="17240"/>
                    <a:pt x="3465" y="17240"/>
                  </a:cubicBezTo>
                  <a:cubicBezTo>
                    <a:pt x="3580" y="17240"/>
                    <a:pt x="3580" y="17240"/>
                    <a:pt x="3580" y="17240"/>
                  </a:cubicBezTo>
                  <a:cubicBezTo>
                    <a:pt x="3696" y="17141"/>
                    <a:pt x="3696" y="17141"/>
                    <a:pt x="3696" y="17141"/>
                  </a:cubicBezTo>
                  <a:cubicBezTo>
                    <a:pt x="3696" y="17141"/>
                    <a:pt x="3696" y="17141"/>
                    <a:pt x="3696" y="17141"/>
                  </a:cubicBezTo>
                  <a:cubicBezTo>
                    <a:pt x="3811" y="17141"/>
                    <a:pt x="3811" y="17141"/>
                    <a:pt x="3811" y="17141"/>
                  </a:cubicBezTo>
                  <a:cubicBezTo>
                    <a:pt x="3696" y="17141"/>
                    <a:pt x="3696" y="17141"/>
                    <a:pt x="3696" y="17141"/>
                  </a:cubicBezTo>
                  <a:cubicBezTo>
                    <a:pt x="3696" y="17042"/>
                    <a:pt x="3696" y="17042"/>
                    <a:pt x="3696" y="17042"/>
                  </a:cubicBezTo>
                  <a:cubicBezTo>
                    <a:pt x="3580" y="17141"/>
                    <a:pt x="3580" y="17141"/>
                    <a:pt x="3580" y="17141"/>
                  </a:cubicBezTo>
                  <a:cubicBezTo>
                    <a:pt x="3465" y="17141"/>
                    <a:pt x="3465" y="17141"/>
                    <a:pt x="3465" y="17141"/>
                  </a:cubicBezTo>
                  <a:cubicBezTo>
                    <a:pt x="3465" y="17141"/>
                    <a:pt x="3465" y="17141"/>
                    <a:pt x="3465" y="17141"/>
                  </a:cubicBezTo>
                  <a:cubicBezTo>
                    <a:pt x="3349" y="17141"/>
                    <a:pt x="3349" y="17141"/>
                    <a:pt x="3349" y="17141"/>
                  </a:cubicBezTo>
                  <a:cubicBezTo>
                    <a:pt x="3349" y="17141"/>
                    <a:pt x="3349" y="17141"/>
                    <a:pt x="3349" y="17141"/>
                  </a:cubicBezTo>
                  <a:cubicBezTo>
                    <a:pt x="3349" y="17141"/>
                    <a:pt x="3349" y="17141"/>
                    <a:pt x="3349" y="17141"/>
                  </a:cubicBezTo>
                  <a:cubicBezTo>
                    <a:pt x="3234" y="17240"/>
                    <a:pt x="3234" y="17240"/>
                    <a:pt x="3234" y="17240"/>
                  </a:cubicBezTo>
                  <a:cubicBezTo>
                    <a:pt x="3234" y="17141"/>
                    <a:pt x="3234" y="17141"/>
                    <a:pt x="3234" y="17141"/>
                  </a:cubicBezTo>
                  <a:cubicBezTo>
                    <a:pt x="3118" y="17141"/>
                    <a:pt x="3118" y="17141"/>
                    <a:pt x="3118" y="17141"/>
                  </a:cubicBezTo>
                  <a:cubicBezTo>
                    <a:pt x="3118" y="17141"/>
                    <a:pt x="3118" y="17141"/>
                    <a:pt x="3118" y="17141"/>
                  </a:cubicBezTo>
                  <a:cubicBezTo>
                    <a:pt x="3003" y="17141"/>
                    <a:pt x="3003" y="17141"/>
                    <a:pt x="3003" y="17141"/>
                  </a:cubicBezTo>
                  <a:cubicBezTo>
                    <a:pt x="3118" y="17141"/>
                    <a:pt x="3118" y="17141"/>
                    <a:pt x="3118" y="17141"/>
                  </a:cubicBezTo>
                  <a:cubicBezTo>
                    <a:pt x="3118" y="17141"/>
                    <a:pt x="3118" y="17141"/>
                    <a:pt x="3118" y="17141"/>
                  </a:cubicBezTo>
                  <a:cubicBezTo>
                    <a:pt x="3234" y="17042"/>
                    <a:pt x="3234" y="17042"/>
                    <a:pt x="3234" y="17042"/>
                  </a:cubicBezTo>
                  <a:cubicBezTo>
                    <a:pt x="3465" y="17042"/>
                    <a:pt x="3465" y="17042"/>
                    <a:pt x="3465" y="17042"/>
                  </a:cubicBezTo>
                  <a:cubicBezTo>
                    <a:pt x="3465" y="16943"/>
                    <a:pt x="3465" y="16943"/>
                    <a:pt x="3465" y="16943"/>
                  </a:cubicBezTo>
                  <a:cubicBezTo>
                    <a:pt x="3696" y="16943"/>
                    <a:pt x="3696" y="16943"/>
                    <a:pt x="3696" y="16943"/>
                  </a:cubicBezTo>
                  <a:cubicBezTo>
                    <a:pt x="3696" y="16943"/>
                    <a:pt x="3696" y="16943"/>
                    <a:pt x="3696" y="16943"/>
                  </a:cubicBezTo>
                  <a:cubicBezTo>
                    <a:pt x="3927" y="16744"/>
                    <a:pt x="3927" y="16744"/>
                    <a:pt x="3927" y="16744"/>
                  </a:cubicBezTo>
                  <a:cubicBezTo>
                    <a:pt x="4042" y="16744"/>
                    <a:pt x="4042" y="16744"/>
                    <a:pt x="4042" y="16744"/>
                  </a:cubicBezTo>
                  <a:cubicBezTo>
                    <a:pt x="4158" y="16645"/>
                    <a:pt x="4158" y="16645"/>
                    <a:pt x="4158" y="16645"/>
                  </a:cubicBezTo>
                  <a:cubicBezTo>
                    <a:pt x="4273" y="16645"/>
                    <a:pt x="4273" y="16645"/>
                    <a:pt x="4273" y="16645"/>
                  </a:cubicBezTo>
                  <a:cubicBezTo>
                    <a:pt x="4273" y="16645"/>
                    <a:pt x="4273" y="16645"/>
                    <a:pt x="4273" y="16645"/>
                  </a:cubicBezTo>
                  <a:cubicBezTo>
                    <a:pt x="4273" y="16645"/>
                    <a:pt x="4273" y="16645"/>
                    <a:pt x="4273" y="16645"/>
                  </a:cubicBezTo>
                  <a:cubicBezTo>
                    <a:pt x="4158" y="16546"/>
                    <a:pt x="4158" y="16546"/>
                    <a:pt x="4158" y="16546"/>
                  </a:cubicBezTo>
                  <a:cubicBezTo>
                    <a:pt x="4042" y="16645"/>
                    <a:pt x="4042" y="16645"/>
                    <a:pt x="4042" y="16645"/>
                  </a:cubicBezTo>
                  <a:cubicBezTo>
                    <a:pt x="3811" y="16744"/>
                    <a:pt x="3811" y="16744"/>
                    <a:pt x="3811" y="16744"/>
                  </a:cubicBezTo>
                  <a:cubicBezTo>
                    <a:pt x="3696" y="16844"/>
                    <a:pt x="3696" y="16844"/>
                    <a:pt x="3696" y="16844"/>
                  </a:cubicBezTo>
                  <a:cubicBezTo>
                    <a:pt x="3696" y="16844"/>
                    <a:pt x="3696" y="16844"/>
                    <a:pt x="3696" y="16844"/>
                  </a:cubicBezTo>
                  <a:cubicBezTo>
                    <a:pt x="3580" y="16943"/>
                    <a:pt x="3580" y="16943"/>
                    <a:pt x="3580" y="16943"/>
                  </a:cubicBezTo>
                  <a:cubicBezTo>
                    <a:pt x="3349" y="16943"/>
                    <a:pt x="3349" y="16943"/>
                    <a:pt x="3349" y="16943"/>
                  </a:cubicBezTo>
                  <a:cubicBezTo>
                    <a:pt x="3349" y="16943"/>
                    <a:pt x="3349" y="16943"/>
                    <a:pt x="3349" y="16943"/>
                  </a:cubicBezTo>
                  <a:cubicBezTo>
                    <a:pt x="3118" y="17042"/>
                    <a:pt x="3118" y="17042"/>
                    <a:pt x="3118" y="17042"/>
                  </a:cubicBezTo>
                  <a:cubicBezTo>
                    <a:pt x="3003" y="17042"/>
                    <a:pt x="3003" y="17042"/>
                    <a:pt x="3003" y="17042"/>
                  </a:cubicBezTo>
                  <a:cubicBezTo>
                    <a:pt x="3003" y="17042"/>
                    <a:pt x="3003" y="17042"/>
                    <a:pt x="3003" y="17042"/>
                  </a:cubicBezTo>
                  <a:cubicBezTo>
                    <a:pt x="3118" y="16943"/>
                    <a:pt x="3118" y="16943"/>
                    <a:pt x="3118" y="16943"/>
                  </a:cubicBezTo>
                  <a:cubicBezTo>
                    <a:pt x="3003" y="16844"/>
                    <a:pt x="3003" y="16844"/>
                    <a:pt x="3003" y="16844"/>
                  </a:cubicBezTo>
                  <a:cubicBezTo>
                    <a:pt x="3118" y="16744"/>
                    <a:pt x="3118" y="16744"/>
                    <a:pt x="3118" y="16744"/>
                  </a:cubicBezTo>
                  <a:cubicBezTo>
                    <a:pt x="3118" y="16744"/>
                    <a:pt x="3118" y="16744"/>
                    <a:pt x="3118" y="16744"/>
                  </a:cubicBezTo>
                  <a:cubicBezTo>
                    <a:pt x="3234" y="16844"/>
                    <a:pt x="3234" y="16844"/>
                    <a:pt x="3234" y="16844"/>
                  </a:cubicBezTo>
                  <a:cubicBezTo>
                    <a:pt x="3349" y="16844"/>
                    <a:pt x="3349" y="16844"/>
                    <a:pt x="3349" y="16844"/>
                  </a:cubicBezTo>
                  <a:cubicBezTo>
                    <a:pt x="3465" y="16844"/>
                    <a:pt x="3465" y="16844"/>
                    <a:pt x="3465" y="16844"/>
                  </a:cubicBezTo>
                  <a:cubicBezTo>
                    <a:pt x="3465" y="16844"/>
                    <a:pt x="3465" y="16844"/>
                    <a:pt x="3465" y="16844"/>
                  </a:cubicBezTo>
                  <a:cubicBezTo>
                    <a:pt x="3465" y="16744"/>
                    <a:pt x="3465" y="16744"/>
                    <a:pt x="3465" y="16744"/>
                  </a:cubicBezTo>
                  <a:cubicBezTo>
                    <a:pt x="3465" y="16744"/>
                    <a:pt x="3465" y="16744"/>
                    <a:pt x="3465" y="16744"/>
                  </a:cubicBezTo>
                  <a:cubicBezTo>
                    <a:pt x="3349" y="16744"/>
                    <a:pt x="3349" y="16744"/>
                    <a:pt x="3349" y="16744"/>
                  </a:cubicBezTo>
                  <a:cubicBezTo>
                    <a:pt x="3234" y="16744"/>
                    <a:pt x="3234" y="16744"/>
                    <a:pt x="3234" y="16744"/>
                  </a:cubicBezTo>
                  <a:cubicBezTo>
                    <a:pt x="3234" y="16744"/>
                    <a:pt x="3234" y="16744"/>
                    <a:pt x="3234" y="16744"/>
                  </a:cubicBezTo>
                  <a:cubicBezTo>
                    <a:pt x="3234" y="16744"/>
                    <a:pt x="3234" y="16744"/>
                    <a:pt x="3234" y="16744"/>
                  </a:cubicBezTo>
                  <a:cubicBezTo>
                    <a:pt x="3234" y="16645"/>
                    <a:pt x="3234" y="16645"/>
                    <a:pt x="3234" y="16645"/>
                  </a:cubicBezTo>
                  <a:cubicBezTo>
                    <a:pt x="3234" y="16645"/>
                    <a:pt x="3234" y="16645"/>
                    <a:pt x="3234" y="16645"/>
                  </a:cubicBezTo>
                  <a:cubicBezTo>
                    <a:pt x="3349" y="16744"/>
                    <a:pt x="3349" y="16744"/>
                    <a:pt x="3349" y="16744"/>
                  </a:cubicBezTo>
                  <a:cubicBezTo>
                    <a:pt x="3465" y="16744"/>
                    <a:pt x="3465" y="16744"/>
                    <a:pt x="3465" y="16744"/>
                  </a:cubicBezTo>
                  <a:cubicBezTo>
                    <a:pt x="3580" y="16645"/>
                    <a:pt x="3580" y="16645"/>
                    <a:pt x="3580" y="16645"/>
                  </a:cubicBezTo>
                  <a:cubicBezTo>
                    <a:pt x="3580" y="16645"/>
                    <a:pt x="3580" y="16645"/>
                    <a:pt x="3580" y="16645"/>
                  </a:cubicBezTo>
                  <a:cubicBezTo>
                    <a:pt x="3465" y="16645"/>
                    <a:pt x="3465" y="16645"/>
                    <a:pt x="3465" y="16645"/>
                  </a:cubicBezTo>
                  <a:cubicBezTo>
                    <a:pt x="3465" y="16645"/>
                    <a:pt x="3465" y="16645"/>
                    <a:pt x="3465" y="16645"/>
                  </a:cubicBezTo>
                  <a:cubicBezTo>
                    <a:pt x="3349" y="16645"/>
                    <a:pt x="3349" y="16645"/>
                    <a:pt x="3349" y="16645"/>
                  </a:cubicBezTo>
                  <a:cubicBezTo>
                    <a:pt x="3465" y="16546"/>
                    <a:pt x="3465" y="16546"/>
                    <a:pt x="3465" y="16546"/>
                  </a:cubicBezTo>
                  <a:cubicBezTo>
                    <a:pt x="3465" y="16546"/>
                    <a:pt x="3465" y="16546"/>
                    <a:pt x="3465" y="16546"/>
                  </a:cubicBezTo>
                  <a:cubicBezTo>
                    <a:pt x="3580" y="16546"/>
                    <a:pt x="3580" y="16546"/>
                    <a:pt x="3580" y="16546"/>
                  </a:cubicBezTo>
                  <a:cubicBezTo>
                    <a:pt x="3580" y="16546"/>
                    <a:pt x="3580" y="16546"/>
                    <a:pt x="3580" y="16546"/>
                  </a:cubicBezTo>
                  <a:cubicBezTo>
                    <a:pt x="3580" y="16546"/>
                    <a:pt x="3580" y="16546"/>
                    <a:pt x="3580" y="16546"/>
                  </a:cubicBezTo>
                  <a:cubicBezTo>
                    <a:pt x="3696" y="16546"/>
                    <a:pt x="3696" y="16546"/>
                    <a:pt x="3696" y="16546"/>
                  </a:cubicBezTo>
                  <a:cubicBezTo>
                    <a:pt x="3696" y="16546"/>
                    <a:pt x="3696" y="16546"/>
                    <a:pt x="3696" y="16546"/>
                  </a:cubicBezTo>
                  <a:cubicBezTo>
                    <a:pt x="3696" y="16447"/>
                    <a:pt x="3696" y="16447"/>
                    <a:pt x="3696" y="16447"/>
                  </a:cubicBezTo>
                  <a:cubicBezTo>
                    <a:pt x="3696" y="16447"/>
                    <a:pt x="3696" y="16447"/>
                    <a:pt x="3696" y="16447"/>
                  </a:cubicBezTo>
                  <a:cubicBezTo>
                    <a:pt x="3580" y="16447"/>
                    <a:pt x="3580" y="16447"/>
                    <a:pt x="3580" y="16447"/>
                  </a:cubicBezTo>
                  <a:cubicBezTo>
                    <a:pt x="3580" y="16447"/>
                    <a:pt x="3580" y="16447"/>
                    <a:pt x="3580" y="16447"/>
                  </a:cubicBezTo>
                  <a:cubicBezTo>
                    <a:pt x="3465" y="16447"/>
                    <a:pt x="3465" y="16447"/>
                    <a:pt x="3465" y="16447"/>
                  </a:cubicBezTo>
                  <a:cubicBezTo>
                    <a:pt x="3234" y="16447"/>
                    <a:pt x="3234" y="16447"/>
                    <a:pt x="3234" y="16447"/>
                  </a:cubicBezTo>
                  <a:cubicBezTo>
                    <a:pt x="3118" y="16447"/>
                    <a:pt x="3118" y="16447"/>
                    <a:pt x="3118" y="16447"/>
                  </a:cubicBezTo>
                  <a:cubicBezTo>
                    <a:pt x="3118" y="16447"/>
                    <a:pt x="3118" y="16447"/>
                    <a:pt x="3118" y="16447"/>
                  </a:cubicBezTo>
                  <a:cubicBezTo>
                    <a:pt x="3118" y="16348"/>
                    <a:pt x="3118" y="16348"/>
                    <a:pt x="3118" y="16348"/>
                  </a:cubicBezTo>
                  <a:cubicBezTo>
                    <a:pt x="3234" y="16348"/>
                    <a:pt x="3234" y="16348"/>
                    <a:pt x="3234" y="16348"/>
                  </a:cubicBezTo>
                  <a:cubicBezTo>
                    <a:pt x="3234" y="16348"/>
                    <a:pt x="3234" y="16348"/>
                    <a:pt x="3234" y="16348"/>
                  </a:cubicBezTo>
                  <a:cubicBezTo>
                    <a:pt x="3349" y="16348"/>
                    <a:pt x="3349" y="16348"/>
                    <a:pt x="3349" y="16348"/>
                  </a:cubicBezTo>
                  <a:cubicBezTo>
                    <a:pt x="3234" y="16348"/>
                    <a:pt x="3234" y="16348"/>
                    <a:pt x="3234" y="16348"/>
                  </a:cubicBezTo>
                  <a:cubicBezTo>
                    <a:pt x="3234" y="16348"/>
                    <a:pt x="3234" y="16348"/>
                    <a:pt x="3234" y="16348"/>
                  </a:cubicBezTo>
                  <a:cubicBezTo>
                    <a:pt x="3118" y="16348"/>
                    <a:pt x="3118" y="16348"/>
                    <a:pt x="3118" y="16348"/>
                  </a:cubicBezTo>
                  <a:cubicBezTo>
                    <a:pt x="3118" y="16249"/>
                    <a:pt x="3118" y="16249"/>
                    <a:pt x="3118" y="16249"/>
                  </a:cubicBezTo>
                  <a:cubicBezTo>
                    <a:pt x="3349" y="16249"/>
                    <a:pt x="3349" y="16249"/>
                    <a:pt x="3349" y="16249"/>
                  </a:cubicBezTo>
                  <a:cubicBezTo>
                    <a:pt x="3349" y="16249"/>
                    <a:pt x="3349" y="16249"/>
                    <a:pt x="3349" y="16249"/>
                  </a:cubicBezTo>
                  <a:cubicBezTo>
                    <a:pt x="3465" y="16249"/>
                    <a:pt x="3465" y="16249"/>
                    <a:pt x="3465" y="16249"/>
                  </a:cubicBezTo>
                  <a:cubicBezTo>
                    <a:pt x="3811" y="16249"/>
                    <a:pt x="3811" y="16249"/>
                    <a:pt x="3811" y="16249"/>
                  </a:cubicBezTo>
                  <a:cubicBezTo>
                    <a:pt x="3811" y="16249"/>
                    <a:pt x="3811" y="16249"/>
                    <a:pt x="3811" y="16249"/>
                  </a:cubicBezTo>
                  <a:cubicBezTo>
                    <a:pt x="3927" y="16249"/>
                    <a:pt x="3927" y="16249"/>
                    <a:pt x="3927" y="16249"/>
                  </a:cubicBezTo>
                  <a:cubicBezTo>
                    <a:pt x="4042" y="16249"/>
                    <a:pt x="4042" y="16249"/>
                    <a:pt x="4042" y="16249"/>
                  </a:cubicBezTo>
                  <a:cubicBezTo>
                    <a:pt x="4042" y="16249"/>
                    <a:pt x="4042" y="16249"/>
                    <a:pt x="4042" y="16249"/>
                  </a:cubicBezTo>
                  <a:cubicBezTo>
                    <a:pt x="3927" y="16150"/>
                    <a:pt x="3927" y="16150"/>
                    <a:pt x="3927" y="16150"/>
                  </a:cubicBezTo>
                  <a:cubicBezTo>
                    <a:pt x="3696" y="16150"/>
                    <a:pt x="3696" y="16150"/>
                    <a:pt x="3696" y="16150"/>
                  </a:cubicBezTo>
                  <a:cubicBezTo>
                    <a:pt x="3580" y="16249"/>
                    <a:pt x="3580" y="16249"/>
                    <a:pt x="3580" y="16249"/>
                  </a:cubicBezTo>
                  <a:cubicBezTo>
                    <a:pt x="3465" y="16249"/>
                    <a:pt x="3465" y="16249"/>
                    <a:pt x="3465" y="16249"/>
                  </a:cubicBezTo>
                  <a:cubicBezTo>
                    <a:pt x="3465" y="16249"/>
                    <a:pt x="3465" y="16249"/>
                    <a:pt x="3465" y="16249"/>
                  </a:cubicBezTo>
                  <a:cubicBezTo>
                    <a:pt x="3349" y="16150"/>
                    <a:pt x="3349" y="16150"/>
                    <a:pt x="3349" y="16150"/>
                  </a:cubicBezTo>
                  <a:cubicBezTo>
                    <a:pt x="3234" y="16249"/>
                    <a:pt x="3234" y="16249"/>
                    <a:pt x="3234" y="16249"/>
                  </a:cubicBezTo>
                  <a:cubicBezTo>
                    <a:pt x="3234" y="16249"/>
                    <a:pt x="3234" y="16249"/>
                    <a:pt x="3234" y="16249"/>
                  </a:cubicBezTo>
                  <a:cubicBezTo>
                    <a:pt x="3234" y="16249"/>
                    <a:pt x="3234" y="16249"/>
                    <a:pt x="3234" y="16249"/>
                  </a:cubicBezTo>
                  <a:cubicBezTo>
                    <a:pt x="3234" y="16150"/>
                    <a:pt x="3234" y="16150"/>
                    <a:pt x="3234" y="16150"/>
                  </a:cubicBezTo>
                  <a:cubicBezTo>
                    <a:pt x="3234" y="16150"/>
                    <a:pt x="3234" y="16150"/>
                    <a:pt x="3234" y="16150"/>
                  </a:cubicBezTo>
                  <a:cubicBezTo>
                    <a:pt x="3349" y="16051"/>
                    <a:pt x="3349" y="16051"/>
                    <a:pt x="3349" y="16051"/>
                  </a:cubicBezTo>
                  <a:cubicBezTo>
                    <a:pt x="3349" y="16051"/>
                    <a:pt x="3349" y="16051"/>
                    <a:pt x="3349" y="16051"/>
                  </a:cubicBezTo>
                  <a:cubicBezTo>
                    <a:pt x="3465" y="16051"/>
                    <a:pt x="3465" y="16051"/>
                    <a:pt x="3465" y="16051"/>
                  </a:cubicBezTo>
                  <a:cubicBezTo>
                    <a:pt x="3580" y="15952"/>
                    <a:pt x="3580" y="15952"/>
                    <a:pt x="3580" y="15952"/>
                  </a:cubicBezTo>
                  <a:cubicBezTo>
                    <a:pt x="3580" y="15853"/>
                    <a:pt x="3580" y="15853"/>
                    <a:pt x="3580" y="15853"/>
                  </a:cubicBezTo>
                  <a:cubicBezTo>
                    <a:pt x="3696" y="15853"/>
                    <a:pt x="3696" y="15853"/>
                    <a:pt x="3696" y="15853"/>
                  </a:cubicBezTo>
                  <a:cubicBezTo>
                    <a:pt x="3696" y="15952"/>
                    <a:pt x="3696" y="15952"/>
                    <a:pt x="3696" y="15952"/>
                  </a:cubicBezTo>
                  <a:cubicBezTo>
                    <a:pt x="3811" y="15952"/>
                    <a:pt x="3811" y="15952"/>
                    <a:pt x="3811" y="15952"/>
                  </a:cubicBezTo>
                  <a:cubicBezTo>
                    <a:pt x="3811" y="15853"/>
                    <a:pt x="3811" y="15853"/>
                    <a:pt x="3811" y="15853"/>
                  </a:cubicBezTo>
                  <a:cubicBezTo>
                    <a:pt x="3927" y="15853"/>
                    <a:pt x="3927" y="15853"/>
                    <a:pt x="3927" y="15853"/>
                  </a:cubicBezTo>
                  <a:cubicBezTo>
                    <a:pt x="3927" y="15952"/>
                    <a:pt x="3927" y="15952"/>
                    <a:pt x="3927" y="15952"/>
                  </a:cubicBezTo>
                  <a:cubicBezTo>
                    <a:pt x="4042" y="15952"/>
                    <a:pt x="4042" y="15952"/>
                    <a:pt x="4042" y="15952"/>
                  </a:cubicBezTo>
                  <a:cubicBezTo>
                    <a:pt x="4158" y="16051"/>
                    <a:pt x="4158" y="16051"/>
                    <a:pt x="4158" y="16051"/>
                  </a:cubicBezTo>
                  <a:cubicBezTo>
                    <a:pt x="4273" y="16051"/>
                    <a:pt x="4273" y="16051"/>
                    <a:pt x="4273" y="16051"/>
                  </a:cubicBezTo>
                  <a:cubicBezTo>
                    <a:pt x="4273" y="16051"/>
                    <a:pt x="4273" y="16051"/>
                    <a:pt x="4273" y="16051"/>
                  </a:cubicBezTo>
                  <a:cubicBezTo>
                    <a:pt x="4389" y="16150"/>
                    <a:pt x="4389" y="16150"/>
                    <a:pt x="4389" y="16150"/>
                  </a:cubicBezTo>
                  <a:cubicBezTo>
                    <a:pt x="4504" y="16150"/>
                    <a:pt x="4504" y="16150"/>
                    <a:pt x="4504" y="16150"/>
                  </a:cubicBezTo>
                  <a:cubicBezTo>
                    <a:pt x="4735" y="16249"/>
                    <a:pt x="4735" y="16249"/>
                    <a:pt x="4735" y="16249"/>
                  </a:cubicBezTo>
                  <a:cubicBezTo>
                    <a:pt x="4735" y="16150"/>
                    <a:pt x="4735" y="16150"/>
                    <a:pt x="4735" y="16150"/>
                  </a:cubicBezTo>
                  <a:cubicBezTo>
                    <a:pt x="4735" y="16150"/>
                    <a:pt x="4735" y="16150"/>
                    <a:pt x="4735" y="16150"/>
                  </a:cubicBezTo>
                  <a:cubicBezTo>
                    <a:pt x="4851" y="16150"/>
                    <a:pt x="4851" y="16150"/>
                    <a:pt x="4851" y="16150"/>
                  </a:cubicBezTo>
                  <a:cubicBezTo>
                    <a:pt x="4735" y="16150"/>
                    <a:pt x="4735" y="16150"/>
                    <a:pt x="4735" y="16150"/>
                  </a:cubicBezTo>
                  <a:cubicBezTo>
                    <a:pt x="4735" y="16150"/>
                    <a:pt x="4735" y="16150"/>
                    <a:pt x="4735" y="16150"/>
                  </a:cubicBezTo>
                  <a:cubicBezTo>
                    <a:pt x="4620" y="16150"/>
                    <a:pt x="4620" y="16150"/>
                    <a:pt x="4620" y="16150"/>
                  </a:cubicBezTo>
                  <a:cubicBezTo>
                    <a:pt x="4620" y="16150"/>
                    <a:pt x="4620" y="16150"/>
                    <a:pt x="4620" y="16150"/>
                  </a:cubicBezTo>
                  <a:cubicBezTo>
                    <a:pt x="4504" y="16051"/>
                    <a:pt x="4504" y="16051"/>
                    <a:pt x="4504" y="16051"/>
                  </a:cubicBezTo>
                  <a:cubicBezTo>
                    <a:pt x="4389" y="15952"/>
                    <a:pt x="4389" y="15952"/>
                    <a:pt x="4389" y="15952"/>
                  </a:cubicBezTo>
                  <a:cubicBezTo>
                    <a:pt x="4389" y="15952"/>
                    <a:pt x="4389" y="15952"/>
                    <a:pt x="4389" y="15952"/>
                  </a:cubicBezTo>
                  <a:cubicBezTo>
                    <a:pt x="4504" y="15952"/>
                    <a:pt x="4504" y="15952"/>
                    <a:pt x="4504" y="15952"/>
                  </a:cubicBezTo>
                  <a:cubicBezTo>
                    <a:pt x="4620" y="15952"/>
                    <a:pt x="4620" y="15952"/>
                    <a:pt x="4620" y="15952"/>
                  </a:cubicBezTo>
                  <a:cubicBezTo>
                    <a:pt x="4735" y="15952"/>
                    <a:pt x="4735" y="15952"/>
                    <a:pt x="4735" y="15952"/>
                  </a:cubicBezTo>
                  <a:cubicBezTo>
                    <a:pt x="4735" y="15853"/>
                    <a:pt x="4735" y="15853"/>
                    <a:pt x="4735" y="15853"/>
                  </a:cubicBezTo>
                  <a:cubicBezTo>
                    <a:pt x="4735" y="15853"/>
                    <a:pt x="4735" y="15853"/>
                    <a:pt x="4735" y="15853"/>
                  </a:cubicBezTo>
                  <a:cubicBezTo>
                    <a:pt x="4620" y="15853"/>
                    <a:pt x="4620" y="15853"/>
                    <a:pt x="4620" y="15853"/>
                  </a:cubicBezTo>
                  <a:cubicBezTo>
                    <a:pt x="4620" y="15853"/>
                    <a:pt x="4620" y="15853"/>
                    <a:pt x="4620" y="15853"/>
                  </a:cubicBezTo>
                  <a:cubicBezTo>
                    <a:pt x="4620" y="15853"/>
                    <a:pt x="4620" y="15853"/>
                    <a:pt x="4620" y="15853"/>
                  </a:cubicBezTo>
                  <a:cubicBezTo>
                    <a:pt x="4620" y="15853"/>
                    <a:pt x="4620" y="15853"/>
                    <a:pt x="4620" y="15853"/>
                  </a:cubicBezTo>
                  <a:cubicBezTo>
                    <a:pt x="4620" y="15952"/>
                    <a:pt x="4620" y="15952"/>
                    <a:pt x="4620" y="15952"/>
                  </a:cubicBezTo>
                  <a:cubicBezTo>
                    <a:pt x="4504" y="15952"/>
                    <a:pt x="4504" y="15952"/>
                    <a:pt x="4504" y="15952"/>
                  </a:cubicBezTo>
                  <a:cubicBezTo>
                    <a:pt x="4389" y="15853"/>
                    <a:pt x="4389" y="15853"/>
                    <a:pt x="4389" y="15853"/>
                  </a:cubicBezTo>
                  <a:cubicBezTo>
                    <a:pt x="4389" y="15853"/>
                    <a:pt x="4389" y="15853"/>
                    <a:pt x="4389" y="15853"/>
                  </a:cubicBezTo>
                  <a:cubicBezTo>
                    <a:pt x="4389" y="15853"/>
                    <a:pt x="4389" y="15853"/>
                    <a:pt x="4389" y="15853"/>
                  </a:cubicBezTo>
                  <a:cubicBezTo>
                    <a:pt x="4504" y="15853"/>
                    <a:pt x="4504" y="15853"/>
                    <a:pt x="4504" y="15853"/>
                  </a:cubicBezTo>
                  <a:cubicBezTo>
                    <a:pt x="4504" y="15754"/>
                    <a:pt x="4504" y="15754"/>
                    <a:pt x="4504" y="15754"/>
                  </a:cubicBezTo>
                  <a:cubicBezTo>
                    <a:pt x="4504" y="15754"/>
                    <a:pt x="4504" y="15754"/>
                    <a:pt x="4504" y="15754"/>
                  </a:cubicBezTo>
                  <a:cubicBezTo>
                    <a:pt x="4389" y="15754"/>
                    <a:pt x="4389" y="15754"/>
                    <a:pt x="4389" y="15754"/>
                  </a:cubicBezTo>
                  <a:cubicBezTo>
                    <a:pt x="4389" y="15754"/>
                    <a:pt x="4389" y="15754"/>
                    <a:pt x="4389" y="15754"/>
                  </a:cubicBezTo>
                  <a:cubicBezTo>
                    <a:pt x="4273" y="15754"/>
                    <a:pt x="4273" y="15754"/>
                    <a:pt x="4273" y="15754"/>
                  </a:cubicBezTo>
                  <a:cubicBezTo>
                    <a:pt x="4273" y="15754"/>
                    <a:pt x="4273" y="15754"/>
                    <a:pt x="4273" y="15754"/>
                  </a:cubicBezTo>
                  <a:cubicBezTo>
                    <a:pt x="4273" y="15754"/>
                    <a:pt x="4273" y="15754"/>
                    <a:pt x="4273" y="15754"/>
                  </a:cubicBezTo>
                  <a:cubicBezTo>
                    <a:pt x="4273" y="15853"/>
                    <a:pt x="4273" y="15853"/>
                    <a:pt x="4273" y="15853"/>
                  </a:cubicBezTo>
                  <a:cubicBezTo>
                    <a:pt x="4273" y="15853"/>
                    <a:pt x="4273" y="15853"/>
                    <a:pt x="4273" y="15853"/>
                  </a:cubicBezTo>
                  <a:cubicBezTo>
                    <a:pt x="4273" y="15952"/>
                    <a:pt x="4273" y="15952"/>
                    <a:pt x="4273" y="15952"/>
                  </a:cubicBezTo>
                  <a:cubicBezTo>
                    <a:pt x="4158" y="15952"/>
                    <a:pt x="4158" y="15952"/>
                    <a:pt x="4158" y="15952"/>
                  </a:cubicBezTo>
                  <a:cubicBezTo>
                    <a:pt x="4158" y="15952"/>
                    <a:pt x="4158" y="15952"/>
                    <a:pt x="4158" y="15952"/>
                  </a:cubicBezTo>
                  <a:cubicBezTo>
                    <a:pt x="4042" y="15853"/>
                    <a:pt x="4042" y="15853"/>
                    <a:pt x="4042" y="15853"/>
                  </a:cubicBezTo>
                  <a:cubicBezTo>
                    <a:pt x="3927" y="15853"/>
                    <a:pt x="3927" y="15853"/>
                    <a:pt x="3927" y="15853"/>
                  </a:cubicBezTo>
                  <a:cubicBezTo>
                    <a:pt x="3927" y="15853"/>
                    <a:pt x="3927" y="15853"/>
                    <a:pt x="3927" y="15853"/>
                  </a:cubicBezTo>
                  <a:cubicBezTo>
                    <a:pt x="3927" y="15754"/>
                    <a:pt x="3927" y="15754"/>
                    <a:pt x="3927" y="15754"/>
                  </a:cubicBezTo>
                  <a:cubicBezTo>
                    <a:pt x="3811" y="15754"/>
                    <a:pt x="3811" y="15754"/>
                    <a:pt x="3811" y="15754"/>
                  </a:cubicBezTo>
                  <a:cubicBezTo>
                    <a:pt x="3811" y="15853"/>
                    <a:pt x="3811" y="15853"/>
                    <a:pt x="3811" y="15853"/>
                  </a:cubicBezTo>
                  <a:cubicBezTo>
                    <a:pt x="3696" y="15853"/>
                    <a:pt x="3696" y="15853"/>
                    <a:pt x="3696" y="15853"/>
                  </a:cubicBezTo>
                  <a:cubicBezTo>
                    <a:pt x="3580" y="15853"/>
                    <a:pt x="3580" y="15853"/>
                    <a:pt x="3580" y="15853"/>
                  </a:cubicBezTo>
                  <a:cubicBezTo>
                    <a:pt x="3580" y="15853"/>
                    <a:pt x="3580" y="15853"/>
                    <a:pt x="3580" y="15853"/>
                  </a:cubicBezTo>
                  <a:cubicBezTo>
                    <a:pt x="3465" y="15952"/>
                    <a:pt x="3465" y="15952"/>
                    <a:pt x="3465" y="15952"/>
                  </a:cubicBezTo>
                  <a:cubicBezTo>
                    <a:pt x="3349" y="15952"/>
                    <a:pt x="3349" y="15952"/>
                    <a:pt x="3349" y="15952"/>
                  </a:cubicBezTo>
                  <a:cubicBezTo>
                    <a:pt x="3349" y="15952"/>
                    <a:pt x="3349" y="15952"/>
                    <a:pt x="3349" y="15952"/>
                  </a:cubicBezTo>
                  <a:cubicBezTo>
                    <a:pt x="3349" y="15952"/>
                    <a:pt x="3349" y="15952"/>
                    <a:pt x="3349" y="15952"/>
                  </a:cubicBezTo>
                  <a:cubicBezTo>
                    <a:pt x="3465" y="15853"/>
                    <a:pt x="3465" y="15853"/>
                    <a:pt x="3465" y="15853"/>
                  </a:cubicBezTo>
                  <a:cubicBezTo>
                    <a:pt x="3465" y="15853"/>
                    <a:pt x="3465" y="15853"/>
                    <a:pt x="3465" y="15853"/>
                  </a:cubicBezTo>
                  <a:cubicBezTo>
                    <a:pt x="3580" y="15754"/>
                    <a:pt x="3580" y="15754"/>
                    <a:pt x="3580" y="15754"/>
                  </a:cubicBezTo>
                  <a:cubicBezTo>
                    <a:pt x="3580" y="15754"/>
                    <a:pt x="3580" y="15754"/>
                    <a:pt x="3580" y="15754"/>
                  </a:cubicBezTo>
                  <a:cubicBezTo>
                    <a:pt x="3580" y="15754"/>
                    <a:pt x="3580" y="15754"/>
                    <a:pt x="3580" y="15754"/>
                  </a:cubicBezTo>
                  <a:cubicBezTo>
                    <a:pt x="3580" y="15754"/>
                    <a:pt x="3580" y="15754"/>
                    <a:pt x="3580" y="15754"/>
                  </a:cubicBezTo>
                  <a:cubicBezTo>
                    <a:pt x="3580" y="15655"/>
                    <a:pt x="3580" y="15655"/>
                    <a:pt x="3580" y="15655"/>
                  </a:cubicBezTo>
                  <a:cubicBezTo>
                    <a:pt x="3696" y="15655"/>
                    <a:pt x="3696" y="15655"/>
                    <a:pt x="3696" y="15655"/>
                  </a:cubicBezTo>
                  <a:cubicBezTo>
                    <a:pt x="3696" y="15655"/>
                    <a:pt x="3696" y="15655"/>
                    <a:pt x="3696" y="15655"/>
                  </a:cubicBezTo>
                  <a:cubicBezTo>
                    <a:pt x="3811" y="15655"/>
                    <a:pt x="3811" y="15655"/>
                    <a:pt x="3811" y="15655"/>
                  </a:cubicBezTo>
                  <a:cubicBezTo>
                    <a:pt x="3811" y="15754"/>
                    <a:pt x="3811" y="15754"/>
                    <a:pt x="3811" y="15754"/>
                  </a:cubicBezTo>
                  <a:cubicBezTo>
                    <a:pt x="4042" y="15754"/>
                    <a:pt x="4042" y="15754"/>
                    <a:pt x="4042" y="15754"/>
                  </a:cubicBezTo>
                  <a:cubicBezTo>
                    <a:pt x="4042" y="15655"/>
                    <a:pt x="4042" y="15655"/>
                    <a:pt x="4042" y="15655"/>
                  </a:cubicBezTo>
                  <a:cubicBezTo>
                    <a:pt x="3927" y="15655"/>
                    <a:pt x="3927" y="15655"/>
                    <a:pt x="3927" y="15655"/>
                  </a:cubicBezTo>
                  <a:cubicBezTo>
                    <a:pt x="3927" y="15655"/>
                    <a:pt x="3927" y="15655"/>
                    <a:pt x="3927" y="15655"/>
                  </a:cubicBezTo>
                  <a:cubicBezTo>
                    <a:pt x="3811" y="15655"/>
                    <a:pt x="3811" y="15655"/>
                    <a:pt x="3811" y="15655"/>
                  </a:cubicBezTo>
                  <a:cubicBezTo>
                    <a:pt x="3696" y="15555"/>
                    <a:pt x="3696" y="15555"/>
                    <a:pt x="3696" y="15555"/>
                  </a:cubicBezTo>
                  <a:cubicBezTo>
                    <a:pt x="3696" y="15456"/>
                    <a:pt x="3696" y="15456"/>
                    <a:pt x="3696" y="15456"/>
                  </a:cubicBezTo>
                  <a:cubicBezTo>
                    <a:pt x="3580" y="15456"/>
                    <a:pt x="3580" y="15456"/>
                    <a:pt x="3580" y="15456"/>
                  </a:cubicBezTo>
                  <a:cubicBezTo>
                    <a:pt x="3580" y="15456"/>
                    <a:pt x="3580" y="15456"/>
                    <a:pt x="3580" y="15456"/>
                  </a:cubicBezTo>
                  <a:cubicBezTo>
                    <a:pt x="3696" y="15456"/>
                    <a:pt x="3696" y="15456"/>
                    <a:pt x="3696" y="15456"/>
                  </a:cubicBezTo>
                  <a:cubicBezTo>
                    <a:pt x="3811" y="15456"/>
                    <a:pt x="3811" y="15456"/>
                    <a:pt x="3811" y="15456"/>
                  </a:cubicBezTo>
                  <a:cubicBezTo>
                    <a:pt x="3811" y="15555"/>
                    <a:pt x="3811" y="15555"/>
                    <a:pt x="3811" y="15555"/>
                  </a:cubicBezTo>
                  <a:cubicBezTo>
                    <a:pt x="3927" y="15655"/>
                    <a:pt x="3927" y="15655"/>
                    <a:pt x="3927" y="15655"/>
                  </a:cubicBezTo>
                  <a:cubicBezTo>
                    <a:pt x="3927" y="15555"/>
                    <a:pt x="3927" y="15555"/>
                    <a:pt x="3927" y="15555"/>
                  </a:cubicBezTo>
                  <a:cubicBezTo>
                    <a:pt x="3927" y="15555"/>
                    <a:pt x="3927" y="15555"/>
                    <a:pt x="3927" y="15555"/>
                  </a:cubicBezTo>
                  <a:cubicBezTo>
                    <a:pt x="3927" y="15456"/>
                    <a:pt x="3927" y="15456"/>
                    <a:pt x="3927" y="15456"/>
                  </a:cubicBezTo>
                  <a:cubicBezTo>
                    <a:pt x="3927" y="15456"/>
                    <a:pt x="3927" y="15456"/>
                    <a:pt x="3927" y="15456"/>
                  </a:cubicBezTo>
                  <a:cubicBezTo>
                    <a:pt x="4042" y="15555"/>
                    <a:pt x="4042" y="15555"/>
                    <a:pt x="4042" y="15555"/>
                  </a:cubicBezTo>
                  <a:cubicBezTo>
                    <a:pt x="4042" y="15555"/>
                    <a:pt x="4042" y="15555"/>
                    <a:pt x="4042" y="15555"/>
                  </a:cubicBezTo>
                  <a:cubicBezTo>
                    <a:pt x="4158" y="15655"/>
                    <a:pt x="4158" y="15655"/>
                    <a:pt x="4158" y="15655"/>
                  </a:cubicBezTo>
                  <a:cubicBezTo>
                    <a:pt x="4273" y="15655"/>
                    <a:pt x="4273" y="15655"/>
                    <a:pt x="4273" y="15655"/>
                  </a:cubicBezTo>
                  <a:cubicBezTo>
                    <a:pt x="4273" y="15655"/>
                    <a:pt x="4273" y="15655"/>
                    <a:pt x="4273" y="15655"/>
                  </a:cubicBezTo>
                  <a:cubicBezTo>
                    <a:pt x="4389" y="15655"/>
                    <a:pt x="4389" y="15655"/>
                    <a:pt x="4389" y="15655"/>
                  </a:cubicBezTo>
                  <a:cubicBezTo>
                    <a:pt x="4389" y="15655"/>
                    <a:pt x="4389" y="15655"/>
                    <a:pt x="4389" y="15655"/>
                  </a:cubicBezTo>
                  <a:cubicBezTo>
                    <a:pt x="4504" y="15754"/>
                    <a:pt x="4504" y="15754"/>
                    <a:pt x="4504" y="15754"/>
                  </a:cubicBezTo>
                  <a:cubicBezTo>
                    <a:pt x="4620" y="15754"/>
                    <a:pt x="4620" y="15754"/>
                    <a:pt x="4620" y="15754"/>
                  </a:cubicBezTo>
                  <a:cubicBezTo>
                    <a:pt x="4620" y="15754"/>
                    <a:pt x="4620" y="15754"/>
                    <a:pt x="4620" y="15754"/>
                  </a:cubicBezTo>
                  <a:cubicBezTo>
                    <a:pt x="4735" y="15754"/>
                    <a:pt x="4735" y="15754"/>
                    <a:pt x="4735" y="15754"/>
                  </a:cubicBezTo>
                  <a:cubicBezTo>
                    <a:pt x="4735" y="15754"/>
                    <a:pt x="4735" y="15754"/>
                    <a:pt x="4735" y="15754"/>
                  </a:cubicBezTo>
                  <a:cubicBezTo>
                    <a:pt x="4620" y="15655"/>
                    <a:pt x="4620" y="15655"/>
                    <a:pt x="4620" y="15655"/>
                  </a:cubicBezTo>
                  <a:cubicBezTo>
                    <a:pt x="4389" y="15555"/>
                    <a:pt x="4389" y="15555"/>
                    <a:pt x="4389" y="15555"/>
                  </a:cubicBezTo>
                  <a:cubicBezTo>
                    <a:pt x="4389" y="15555"/>
                    <a:pt x="4389" y="15555"/>
                    <a:pt x="4389" y="15555"/>
                  </a:cubicBezTo>
                  <a:cubicBezTo>
                    <a:pt x="4389" y="15456"/>
                    <a:pt x="4389" y="15456"/>
                    <a:pt x="4389" y="15456"/>
                  </a:cubicBezTo>
                  <a:cubicBezTo>
                    <a:pt x="4504" y="15456"/>
                    <a:pt x="4504" y="15456"/>
                    <a:pt x="4504" y="15456"/>
                  </a:cubicBezTo>
                  <a:cubicBezTo>
                    <a:pt x="4504" y="15456"/>
                    <a:pt x="4504" y="15456"/>
                    <a:pt x="4504" y="15456"/>
                  </a:cubicBezTo>
                  <a:cubicBezTo>
                    <a:pt x="4620" y="15357"/>
                    <a:pt x="4620" y="15357"/>
                    <a:pt x="4620" y="15357"/>
                  </a:cubicBezTo>
                  <a:cubicBezTo>
                    <a:pt x="4620" y="15357"/>
                    <a:pt x="4620" y="15357"/>
                    <a:pt x="4620" y="15357"/>
                  </a:cubicBezTo>
                  <a:cubicBezTo>
                    <a:pt x="4620" y="15357"/>
                    <a:pt x="4620" y="15357"/>
                    <a:pt x="4620" y="15357"/>
                  </a:cubicBezTo>
                  <a:cubicBezTo>
                    <a:pt x="4504" y="15357"/>
                    <a:pt x="4504" y="15357"/>
                    <a:pt x="4504" y="15357"/>
                  </a:cubicBezTo>
                  <a:cubicBezTo>
                    <a:pt x="4504" y="15357"/>
                    <a:pt x="4504" y="15357"/>
                    <a:pt x="4504" y="15357"/>
                  </a:cubicBezTo>
                  <a:cubicBezTo>
                    <a:pt x="4389" y="15357"/>
                    <a:pt x="4389" y="15357"/>
                    <a:pt x="4389" y="15357"/>
                  </a:cubicBezTo>
                  <a:cubicBezTo>
                    <a:pt x="4273" y="15357"/>
                    <a:pt x="4273" y="15357"/>
                    <a:pt x="4273" y="15357"/>
                  </a:cubicBezTo>
                  <a:cubicBezTo>
                    <a:pt x="4389" y="15357"/>
                    <a:pt x="4389" y="15357"/>
                    <a:pt x="4389" y="15357"/>
                  </a:cubicBezTo>
                  <a:cubicBezTo>
                    <a:pt x="4389" y="15456"/>
                    <a:pt x="4389" y="15456"/>
                    <a:pt x="4389" y="15456"/>
                  </a:cubicBezTo>
                  <a:cubicBezTo>
                    <a:pt x="4389" y="15456"/>
                    <a:pt x="4389" y="15456"/>
                    <a:pt x="4389" y="15456"/>
                  </a:cubicBezTo>
                  <a:cubicBezTo>
                    <a:pt x="4273" y="15456"/>
                    <a:pt x="4273" y="15456"/>
                    <a:pt x="4273" y="15456"/>
                  </a:cubicBezTo>
                  <a:cubicBezTo>
                    <a:pt x="4273" y="15456"/>
                    <a:pt x="4273" y="15456"/>
                    <a:pt x="4273" y="15456"/>
                  </a:cubicBezTo>
                  <a:cubicBezTo>
                    <a:pt x="4158" y="15456"/>
                    <a:pt x="4158" y="15456"/>
                    <a:pt x="4158" y="15456"/>
                  </a:cubicBezTo>
                  <a:cubicBezTo>
                    <a:pt x="4042" y="15456"/>
                    <a:pt x="4042" y="15456"/>
                    <a:pt x="4042" y="15456"/>
                  </a:cubicBezTo>
                  <a:cubicBezTo>
                    <a:pt x="4042" y="15456"/>
                    <a:pt x="4042" y="15456"/>
                    <a:pt x="4042" y="15456"/>
                  </a:cubicBezTo>
                  <a:cubicBezTo>
                    <a:pt x="3927" y="15456"/>
                    <a:pt x="3927" y="15456"/>
                    <a:pt x="3927" y="15456"/>
                  </a:cubicBezTo>
                  <a:cubicBezTo>
                    <a:pt x="3927" y="15357"/>
                    <a:pt x="3927" y="15357"/>
                    <a:pt x="3927" y="15357"/>
                  </a:cubicBezTo>
                  <a:cubicBezTo>
                    <a:pt x="3927" y="15357"/>
                    <a:pt x="3927" y="15357"/>
                    <a:pt x="3927" y="15357"/>
                  </a:cubicBezTo>
                  <a:cubicBezTo>
                    <a:pt x="4042" y="15357"/>
                    <a:pt x="4042" y="15357"/>
                    <a:pt x="4042" y="15357"/>
                  </a:cubicBezTo>
                  <a:cubicBezTo>
                    <a:pt x="3927" y="15357"/>
                    <a:pt x="3927" y="15357"/>
                    <a:pt x="3927" y="15357"/>
                  </a:cubicBezTo>
                  <a:cubicBezTo>
                    <a:pt x="3811" y="15357"/>
                    <a:pt x="3811" y="15357"/>
                    <a:pt x="3811" y="15357"/>
                  </a:cubicBezTo>
                  <a:cubicBezTo>
                    <a:pt x="3811" y="15357"/>
                    <a:pt x="3811" y="15357"/>
                    <a:pt x="3811" y="15357"/>
                  </a:cubicBezTo>
                  <a:cubicBezTo>
                    <a:pt x="3927" y="15258"/>
                    <a:pt x="3927" y="15258"/>
                    <a:pt x="3927" y="15258"/>
                  </a:cubicBezTo>
                  <a:cubicBezTo>
                    <a:pt x="4042" y="15258"/>
                    <a:pt x="4042" y="15258"/>
                    <a:pt x="4042" y="15258"/>
                  </a:cubicBezTo>
                  <a:cubicBezTo>
                    <a:pt x="4158" y="15258"/>
                    <a:pt x="4158" y="15258"/>
                    <a:pt x="4158" y="15258"/>
                  </a:cubicBezTo>
                  <a:cubicBezTo>
                    <a:pt x="4273" y="15258"/>
                    <a:pt x="4273" y="15258"/>
                    <a:pt x="4273" y="15258"/>
                  </a:cubicBezTo>
                  <a:cubicBezTo>
                    <a:pt x="4273" y="15258"/>
                    <a:pt x="4273" y="15258"/>
                    <a:pt x="4273" y="15258"/>
                  </a:cubicBezTo>
                  <a:cubicBezTo>
                    <a:pt x="4389" y="15258"/>
                    <a:pt x="4389" y="15258"/>
                    <a:pt x="4389" y="15258"/>
                  </a:cubicBezTo>
                  <a:cubicBezTo>
                    <a:pt x="4504" y="15258"/>
                    <a:pt x="4504" y="15258"/>
                    <a:pt x="4504" y="15258"/>
                  </a:cubicBezTo>
                  <a:cubicBezTo>
                    <a:pt x="4620" y="15258"/>
                    <a:pt x="4620" y="15258"/>
                    <a:pt x="4620" y="15258"/>
                  </a:cubicBezTo>
                  <a:cubicBezTo>
                    <a:pt x="4620" y="15258"/>
                    <a:pt x="4620" y="15258"/>
                    <a:pt x="4620" y="15258"/>
                  </a:cubicBezTo>
                  <a:cubicBezTo>
                    <a:pt x="4620" y="15159"/>
                    <a:pt x="4620" y="15159"/>
                    <a:pt x="4620" y="15159"/>
                  </a:cubicBezTo>
                  <a:cubicBezTo>
                    <a:pt x="4620" y="15159"/>
                    <a:pt x="4620" y="15159"/>
                    <a:pt x="4620" y="15159"/>
                  </a:cubicBezTo>
                  <a:cubicBezTo>
                    <a:pt x="4735" y="15159"/>
                    <a:pt x="4735" y="15159"/>
                    <a:pt x="4735" y="15159"/>
                  </a:cubicBezTo>
                  <a:cubicBezTo>
                    <a:pt x="4735" y="15060"/>
                    <a:pt x="4735" y="15060"/>
                    <a:pt x="4735" y="15060"/>
                  </a:cubicBezTo>
                  <a:cubicBezTo>
                    <a:pt x="4735" y="15060"/>
                    <a:pt x="4735" y="15060"/>
                    <a:pt x="4735" y="15060"/>
                  </a:cubicBezTo>
                  <a:cubicBezTo>
                    <a:pt x="4620" y="15159"/>
                    <a:pt x="4620" y="15159"/>
                    <a:pt x="4620" y="15159"/>
                  </a:cubicBezTo>
                  <a:cubicBezTo>
                    <a:pt x="4620" y="15159"/>
                    <a:pt x="4620" y="15159"/>
                    <a:pt x="4620" y="15159"/>
                  </a:cubicBezTo>
                  <a:cubicBezTo>
                    <a:pt x="4620" y="15060"/>
                    <a:pt x="4620" y="15060"/>
                    <a:pt x="4620" y="15060"/>
                  </a:cubicBezTo>
                  <a:cubicBezTo>
                    <a:pt x="4620" y="15060"/>
                    <a:pt x="4620" y="15060"/>
                    <a:pt x="4620" y="15060"/>
                  </a:cubicBezTo>
                  <a:cubicBezTo>
                    <a:pt x="4735" y="14862"/>
                    <a:pt x="4735" y="14862"/>
                    <a:pt x="4735" y="14862"/>
                  </a:cubicBezTo>
                  <a:cubicBezTo>
                    <a:pt x="4735" y="14763"/>
                    <a:pt x="4735" y="14763"/>
                    <a:pt x="4735" y="14763"/>
                  </a:cubicBezTo>
                  <a:cubicBezTo>
                    <a:pt x="4735" y="14763"/>
                    <a:pt x="4735" y="14763"/>
                    <a:pt x="4735" y="14763"/>
                  </a:cubicBezTo>
                  <a:cubicBezTo>
                    <a:pt x="4735" y="14763"/>
                    <a:pt x="4735" y="14763"/>
                    <a:pt x="4735" y="14763"/>
                  </a:cubicBezTo>
                  <a:cubicBezTo>
                    <a:pt x="4851" y="14862"/>
                    <a:pt x="4851" y="14862"/>
                    <a:pt x="4851" y="14862"/>
                  </a:cubicBezTo>
                  <a:cubicBezTo>
                    <a:pt x="4851" y="14862"/>
                    <a:pt x="4851" y="14862"/>
                    <a:pt x="4851" y="14862"/>
                  </a:cubicBezTo>
                  <a:cubicBezTo>
                    <a:pt x="4851" y="14961"/>
                    <a:pt x="4851" y="14961"/>
                    <a:pt x="4851" y="14961"/>
                  </a:cubicBezTo>
                  <a:cubicBezTo>
                    <a:pt x="4851" y="14961"/>
                    <a:pt x="4851" y="14961"/>
                    <a:pt x="4851" y="14961"/>
                  </a:cubicBezTo>
                  <a:cubicBezTo>
                    <a:pt x="4966" y="14961"/>
                    <a:pt x="4966" y="14961"/>
                    <a:pt x="4966" y="14961"/>
                  </a:cubicBezTo>
                  <a:cubicBezTo>
                    <a:pt x="4966" y="14961"/>
                    <a:pt x="4966" y="14961"/>
                    <a:pt x="4966" y="14961"/>
                  </a:cubicBezTo>
                  <a:cubicBezTo>
                    <a:pt x="5082" y="14961"/>
                    <a:pt x="5082" y="14961"/>
                    <a:pt x="5082" y="14961"/>
                  </a:cubicBezTo>
                  <a:cubicBezTo>
                    <a:pt x="5082" y="14961"/>
                    <a:pt x="5082" y="14961"/>
                    <a:pt x="5082" y="14961"/>
                  </a:cubicBezTo>
                  <a:cubicBezTo>
                    <a:pt x="5082" y="14961"/>
                    <a:pt x="5082" y="14961"/>
                    <a:pt x="5082" y="14961"/>
                  </a:cubicBezTo>
                  <a:cubicBezTo>
                    <a:pt x="5197" y="14961"/>
                    <a:pt x="5197" y="14961"/>
                    <a:pt x="5197" y="14961"/>
                  </a:cubicBezTo>
                  <a:cubicBezTo>
                    <a:pt x="5197" y="14961"/>
                    <a:pt x="5197" y="14961"/>
                    <a:pt x="5197" y="14961"/>
                  </a:cubicBezTo>
                  <a:cubicBezTo>
                    <a:pt x="5082" y="14862"/>
                    <a:pt x="5082" y="14862"/>
                    <a:pt x="5082" y="14862"/>
                  </a:cubicBezTo>
                  <a:cubicBezTo>
                    <a:pt x="4966" y="14862"/>
                    <a:pt x="4966" y="14862"/>
                    <a:pt x="4966" y="14862"/>
                  </a:cubicBezTo>
                  <a:cubicBezTo>
                    <a:pt x="4966" y="14862"/>
                    <a:pt x="4966" y="14862"/>
                    <a:pt x="4966" y="14862"/>
                  </a:cubicBezTo>
                  <a:cubicBezTo>
                    <a:pt x="5082" y="14862"/>
                    <a:pt x="5082" y="14862"/>
                    <a:pt x="5082" y="14862"/>
                  </a:cubicBezTo>
                  <a:cubicBezTo>
                    <a:pt x="5082" y="14862"/>
                    <a:pt x="5082" y="14862"/>
                    <a:pt x="5082" y="14862"/>
                  </a:cubicBezTo>
                  <a:cubicBezTo>
                    <a:pt x="5082" y="14862"/>
                    <a:pt x="5082" y="14862"/>
                    <a:pt x="5082" y="14862"/>
                  </a:cubicBezTo>
                  <a:cubicBezTo>
                    <a:pt x="5082" y="14763"/>
                    <a:pt x="5082" y="14763"/>
                    <a:pt x="5082" y="14763"/>
                  </a:cubicBezTo>
                  <a:cubicBezTo>
                    <a:pt x="5082" y="14763"/>
                    <a:pt x="5082" y="14763"/>
                    <a:pt x="5082" y="14763"/>
                  </a:cubicBezTo>
                  <a:cubicBezTo>
                    <a:pt x="4966" y="14763"/>
                    <a:pt x="4966" y="14763"/>
                    <a:pt x="4966" y="14763"/>
                  </a:cubicBezTo>
                  <a:cubicBezTo>
                    <a:pt x="4966" y="14763"/>
                    <a:pt x="4966" y="14763"/>
                    <a:pt x="4966" y="14763"/>
                  </a:cubicBezTo>
                  <a:cubicBezTo>
                    <a:pt x="4966" y="14763"/>
                    <a:pt x="4966" y="14763"/>
                    <a:pt x="4966" y="14763"/>
                  </a:cubicBezTo>
                  <a:cubicBezTo>
                    <a:pt x="4851" y="14763"/>
                    <a:pt x="4851" y="14763"/>
                    <a:pt x="4851" y="14763"/>
                  </a:cubicBezTo>
                  <a:cubicBezTo>
                    <a:pt x="4851" y="14763"/>
                    <a:pt x="4851" y="14763"/>
                    <a:pt x="4851" y="14763"/>
                  </a:cubicBezTo>
                  <a:cubicBezTo>
                    <a:pt x="4851" y="14763"/>
                    <a:pt x="4851" y="14763"/>
                    <a:pt x="4851" y="14763"/>
                  </a:cubicBezTo>
                  <a:cubicBezTo>
                    <a:pt x="4851" y="14664"/>
                    <a:pt x="4851" y="14664"/>
                    <a:pt x="4851" y="14664"/>
                  </a:cubicBezTo>
                  <a:cubicBezTo>
                    <a:pt x="4851" y="14664"/>
                    <a:pt x="4851" y="14664"/>
                    <a:pt x="4851" y="14664"/>
                  </a:cubicBezTo>
                  <a:cubicBezTo>
                    <a:pt x="4966" y="14565"/>
                    <a:pt x="4966" y="14565"/>
                    <a:pt x="4966" y="14565"/>
                  </a:cubicBezTo>
                  <a:cubicBezTo>
                    <a:pt x="5082" y="14565"/>
                    <a:pt x="5082" y="14565"/>
                    <a:pt x="5082" y="14565"/>
                  </a:cubicBezTo>
                  <a:cubicBezTo>
                    <a:pt x="5082" y="14565"/>
                    <a:pt x="5082" y="14565"/>
                    <a:pt x="5082" y="14565"/>
                  </a:cubicBezTo>
                  <a:cubicBezTo>
                    <a:pt x="5082" y="14565"/>
                    <a:pt x="5082" y="14565"/>
                    <a:pt x="5082" y="14565"/>
                  </a:cubicBezTo>
                  <a:cubicBezTo>
                    <a:pt x="5197" y="14565"/>
                    <a:pt x="5197" y="14565"/>
                    <a:pt x="5197" y="14565"/>
                  </a:cubicBezTo>
                  <a:cubicBezTo>
                    <a:pt x="5197" y="14565"/>
                    <a:pt x="5197" y="14565"/>
                    <a:pt x="5197" y="14565"/>
                  </a:cubicBezTo>
                  <a:cubicBezTo>
                    <a:pt x="5082" y="14466"/>
                    <a:pt x="5082" y="14466"/>
                    <a:pt x="5082" y="14466"/>
                  </a:cubicBezTo>
                  <a:cubicBezTo>
                    <a:pt x="4966" y="14466"/>
                    <a:pt x="4966" y="14466"/>
                    <a:pt x="4966" y="14466"/>
                  </a:cubicBezTo>
                  <a:cubicBezTo>
                    <a:pt x="4966" y="14466"/>
                    <a:pt x="4966" y="14466"/>
                    <a:pt x="4966" y="14466"/>
                  </a:cubicBezTo>
                  <a:cubicBezTo>
                    <a:pt x="5082" y="14466"/>
                    <a:pt x="5082" y="14466"/>
                    <a:pt x="5082" y="14466"/>
                  </a:cubicBezTo>
                  <a:cubicBezTo>
                    <a:pt x="5082" y="14466"/>
                    <a:pt x="5082" y="14466"/>
                    <a:pt x="5082" y="14466"/>
                  </a:cubicBezTo>
                  <a:cubicBezTo>
                    <a:pt x="5197" y="14366"/>
                    <a:pt x="5197" y="14366"/>
                    <a:pt x="5197" y="14366"/>
                  </a:cubicBezTo>
                  <a:cubicBezTo>
                    <a:pt x="5197" y="14366"/>
                    <a:pt x="5197" y="14366"/>
                    <a:pt x="5197" y="14366"/>
                  </a:cubicBezTo>
                  <a:cubicBezTo>
                    <a:pt x="5197" y="14366"/>
                    <a:pt x="5197" y="14366"/>
                    <a:pt x="5197" y="14366"/>
                  </a:cubicBezTo>
                  <a:cubicBezTo>
                    <a:pt x="5313" y="14267"/>
                    <a:pt x="5313" y="14267"/>
                    <a:pt x="5313" y="14267"/>
                  </a:cubicBezTo>
                  <a:cubicBezTo>
                    <a:pt x="5313" y="14267"/>
                    <a:pt x="5313" y="14267"/>
                    <a:pt x="5313" y="14267"/>
                  </a:cubicBezTo>
                  <a:cubicBezTo>
                    <a:pt x="5197" y="14267"/>
                    <a:pt x="5197" y="14267"/>
                    <a:pt x="5197" y="14267"/>
                  </a:cubicBezTo>
                  <a:cubicBezTo>
                    <a:pt x="5197" y="14267"/>
                    <a:pt x="5197" y="14267"/>
                    <a:pt x="5197" y="14267"/>
                  </a:cubicBezTo>
                  <a:cubicBezTo>
                    <a:pt x="5313" y="14168"/>
                    <a:pt x="5313" y="14168"/>
                    <a:pt x="5313" y="14168"/>
                  </a:cubicBezTo>
                  <a:cubicBezTo>
                    <a:pt x="5313" y="14168"/>
                    <a:pt x="5313" y="14168"/>
                    <a:pt x="5313" y="14168"/>
                  </a:cubicBezTo>
                  <a:cubicBezTo>
                    <a:pt x="5313" y="14168"/>
                    <a:pt x="5313" y="14168"/>
                    <a:pt x="5313" y="14168"/>
                  </a:cubicBezTo>
                  <a:cubicBezTo>
                    <a:pt x="5313" y="14168"/>
                    <a:pt x="5313" y="14168"/>
                    <a:pt x="5313" y="14168"/>
                  </a:cubicBezTo>
                  <a:cubicBezTo>
                    <a:pt x="5197" y="14168"/>
                    <a:pt x="5197" y="14168"/>
                    <a:pt x="5197" y="14168"/>
                  </a:cubicBezTo>
                  <a:cubicBezTo>
                    <a:pt x="5082" y="14168"/>
                    <a:pt x="5082" y="14168"/>
                    <a:pt x="5082" y="14168"/>
                  </a:cubicBezTo>
                  <a:cubicBezTo>
                    <a:pt x="4966" y="14168"/>
                    <a:pt x="4966" y="14168"/>
                    <a:pt x="4966" y="14168"/>
                  </a:cubicBezTo>
                  <a:cubicBezTo>
                    <a:pt x="4966" y="14168"/>
                    <a:pt x="4966" y="14168"/>
                    <a:pt x="4966" y="14168"/>
                  </a:cubicBezTo>
                  <a:cubicBezTo>
                    <a:pt x="4851" y="14168"/>
                    <a:pt x="4851" y="14168"/>
                    <a:pt x="4851" y="14168"/>
                  </a:cubicBezTo>
                  <a:cubicBezTo>
                    <a:pt x="4851" y="14168"/>
                    <a:pt x="4851" y="14168"/>
                    <a:pt x="4851" y="14168"/>
                  </a:cubicBezTo>
                  <a:cubicBezTo>
                    <a:pt x="4735" y="14168"/>
                    <a:pt x="4735" y="14168"/>
                    <a:pt x="4735" y="14168"/>
                  </a:cubicBezTo>
                  <a:cubicBezTo>
                    <a:pt x="4735" y="14168"/>
                    <a:pt x="4735" y="14168"/>
                    <a:pt x="4735" y="14168"/>
                  </a:cubicBezTo>
                  <a:cubicBezTo>
                    <a:pt x="4620" y="14168"/>
                    <a:pt x="4620" y="14168"/>
                    <a:pt x="4620" y="14168"/>
                  </a:cubicBezTo>
                  <a:cubicBezTo>
                    <a:pt x="4620" y="14069"/>
                    <a:pt x="4620" y="14069"/>
                    <a:pt x="4620" y="14069"/>
                  </a:cubicBezTo>
                  <a:cubicBezTo>
                    <a:pt x="4504" y="14069"/>
                    <a:pt x="4504" y="14069"/>
                    <a:pt x="4504" y="14069"/>
                  </a:cubicBezTo>
                  <a:cubicBezTo>
                    <a:pt x="4389" y="14069"/>
                    <a:pt x="4389" y="14069"/>
                    <a:pt x="4389" y="14069"/>
                  </a:cubicBezTo>
                  <a:cubicBezTo>
                    <a:pt x="4389" y="13970"/>
                    <a:pt x="4389" y="13970"/>
                    <a:pt x="4389" y="13970"/>
                  </a:cubicBezTo>
                  <a:cubicBezTo>
                    <a:pt x="4389" y="13970"/>
                    <a:pt x="4389" y="13970"/>
                    <a:pt x="4389" y="13970"/>
                  </a:cubicBezTo>
                  <a:cubicBezTo>
                    <a:pt x="4273" y="13871"/>
                    <a:pt x="4273" y="13871"/>
                    <a:pt x="4273" y="13871"/>
                  </a:cubicBezTo>
                  <a:cubicBezTo>
                    <a:pt x="4158" y="13772"/>
                    <a:pt x="4158" y="13772"/>
                    <a:pt x="4158" y="13772"/>
                  </a:cubicBezTo>
                  <a:cubicBezTo>
                    <a:pt x="3927" y="13772"/>
                    <a:pt x="3927" y="13772"/>
                    <a:pt x="3927" y="13772"/>
                  </a:cubicBezTo>
                  <a:cubicBezTo>
                    <a:pt x="3927" y="13673"/>
                    <a:pt x="3927" y="13673"/>
                    <a:pt x="3927" y="13673"/>
                  </a:cubicBezTo>
                  <a:cubicBezTo>
                    <a:pt x="3927" y="13673"/>
                    <a:pt x="3927" y="13673"/>
                    <a:pt x="3927" y="13673"/>
                  </a:cubicBezTo>
                  <a:cubicBezTo>
                    <a:pt x="3811" y="13574"/>
                    <a:pt x="3811" y="13574"/>
                    <a:pt x="3811" y="13574"/>
                  </a:cubicBezTo>
                  <a:cubicBezTo>
                    <a:pt x="3811" y="13475"/>
                    <a:pt x="3811" y="13475"/>
                    <a:pt x="3811" y="13475"/>
                  </a:cubicBezTo>
                  <a:cubicBezTo>
                    <a:pt x="3696" y="13475"/>
                    <a:pt x="3696" y="13475"/>
                    <a:pt x="3696" y="13475"/>
                  </a:cubicBezTo>
                  <a:cubicBezTo>
                    <a:pt x="3696" y="13475"/>
                    <a:pt x="3696" y="13475"/>
                    <a:pt x="3696" y="13475"/>
                  </a:cubicBezTo>
                  <a:cubicBezTo>
                    <a:pt x="3811" y="13376"/>
                    <a:pt x="3811" y="13376"/>
                    <a:pt x="3811" y="13376"/>
                  </a:cubicBezTo>
                  <a:cubicBezTo>
                    <a:pt x="3927" y="13376"/>
                    <a:pt x="3927" y="13376"/>
                    <a:pt x="3927" y="13376"/>
                  </a:cubicBezTo>
                  <a:cubicBezTo>
                    <a:pt x="3927" y="13376"/>
                    <a:pt x="3927" y="13376"/>
                    <a:pt x="3927" y="13376"/>
                  </a:cubicBezTo>
                  <a:cubicBezTo>
                    <a:pt x="4042" y="13376"/>
                    <a:pt x="4042" y="13376"/>
                    <a:pt x="4042" y="13376"/>
                  </a:cubicBezTo>
                  <a:cubicBezTo>
                    <a:pt x="4158" y="13376"/>
                    <a:pt x="4158" y="13376"/>
                    <a:pt x="4158" y="13376"/>
                  </a:cubicBezTo>
                  <a:cubicBezTo>
                    <a:pt x="4273" y="13475"/>
                    <a:pt x="4273" y="13475"/>
                    <a:pt x="4273" y="13475"/>
                  </a:cubicBezTo>
                  <a:cubicBezTo>
                    <a:pt x="4273" y="13475"/>
                    <a:pt x="4273" y="13475"/>
                    <a:pt x="4273" y="13475"/>
                  </a:cubicBezTo>
                  <a:cubicBezTo>
                    <a:pt x="4389" y="13475"/>
                    <a:pt x="4389" y="13475"/>
                    <a:pt x="4389" y="13475"/>
                  </a:cubicBezTo>
                  <a:cubicBezTo>
                    <a:pt x="4389" y="13475"/>
                    <a:pt x="4389" y="13475"/>
                    <a:pt x="4389" y="13475"/>
                  </a:cubicBezTo>
                  <a:cubicBezTo>
                    <a:pt x="4504" y="13475"/>
                    <a:pt x="4504" y="13475"/>
                    <a:pt x="4504" y="13475"/>
                  </a:cubicBezTo>
                  <a:cubicBezTo>
                    <a:pt x="4620" y="13475"/>
                    <a:pt x="4620" y="13475"/>
                    <a:pt x="4620" y="13475"/>
                  </a:cubicBezTo>
                  <a:cubicBezTo>
                    <a:pt x="4620" y="13574"/>
                    <a:pt x="4620" y="13574"/>
                    <a:pt x="4620" y="13574"/>
                  </a:cubicBezTo>
                  <a:cubicBezTo>
                    <a:pt x="4735" y="13574"/>
                    <a:pt x="4735" y="13574"/>
                    <a:pt x="4735" y="13574"/>
                  </a:cubicBezTo>
                  <a:cubicBezTo>
                    <a:pt x="4735" y="13574"/>
                    <a:pt x="4735" y="13574"/>
                    <a:pt x="4735" y="13574"/>
                  </a:cubicBezTo>
                  <a:cubicBezTo>
                    <a:pt x="4851" y="13772"/>
                    <a:pt x="4851" y="13772"/>
                    <a:pt x="4851" y="13772"/>
                  </a:cubicBezTo>
                  <a:cubicBezTo>
                    <a:pt x="4966" y="13772"/>
                    <a:pt x="4966" y="13772"/>
                    <a:pt x="4966" y="13772"/>
                  </a:cubicBezTo>
                  <a:cubicBezTo>
                    <a:pt x="4966" y="13871"/>
                    <a:pt x="4966" y="13871"/>
                    <a:pt x="4966" y="13871"/>
                  </a:cubicBezTo>
                  <a:cubicBezTo>
                    <a:pt x="5082" y="13871"/>
                    <a:pt x="5082" y="13871"/>
                    <a:pt x="5082" y="13871"/>
                  </a:cubicBezTo>
                  <a:cubicBezTo>
                    <a:pt x="5197" y="13970"/>
                    <a:pt x="5197" y="13970"/>
                    <a:pt x="5197" y="13970"/>
                  </a:cubicBezTo>
                  <a:cubicBezTo>
                    <a:pt x="5197" y="13871"/>
                    <a:pt x="5197" y="13871"/>
                    <a:pt x="5197" y="13871"/>
                  </a:cubicBezTo>
                  <a:cubicBezTo>
                    <a:pt x="5313" y="13871"/>
                    <a:pt x="5313" y="13871"/>
                    <a:pt x="5313" y="13871"/>
                  </a:cubicBezTo>
                  <a:cubicBezTo>
                    <a:pt x="5197" y="13871"/>
                    <a:pt x="5197" y="13871"/>
                    <a:pt x="5197" y="13871"/>
                  </a:cubicBezTo>
                  <a:cubicBezTo>
                    <a:pt x="5197" y="13871"/>
                    <a:pt x="5197" y="13871"/>
                    <a:pt x="5197" y="13871"/>
                  </a:cubicBezTo>
                  <a:cubicBezTo>
                    <a:pt x="5197" y="13871"/>
                    <a:pt x="5197" y="13871"/>
                    <a:pt x="5197" y="13871"/>
                  </a:cubicBezTo>
                  <a:cubicBezTo>
                    <a:pt x="5082" y="13871"/>
                    <a:pt x="5082" y="13871"/>
                    <a:pt x="5082" y="13871"/>
                  </a:cubicBezTo>
                  <a:cubicBezTo>
                    <a:pt x="4966" y="13772"/>
                    <a:pt x="4966" y="13772"/>
                    <a:pt x="4966" y="13772"/>
                  </a:cubicBezTo>
                  <a:cubicBezTo>
                    <a:pt x="4966" y="13673"/>
                    <a:pt x="4966" y="13673"/>
                    <a:pt x="4966" y="13673"/>
                  </a:cubicBezTo>
                  <a:cubicBezTo>
                    <a:pt x="4966" y="13673"/>
                    <a:pt x="4966" y="13673"/>
                    <a:pt x="4966" y="13673"/>
                  </a:cubicBezTo>
                  <a:cubicBezTo>
                    <a:pt x="5082" y="13772"/>
                    <a:pt x="5082" y="13772"/>
                    <a:pt x="5082" y="13772"/>
                  </a:cubicBezTo>
                  <a:cubicBezTo>
                    <a:pt x="5197" y="13772"/>
                    <a:pt x="5197" y="13772"/>
                    <a:pt x="5197" y="13772"/>
                  </a:cubicBezTo>
                  <a:cubicBezTo>
                    <a:pt x="5197" y="13772"/>
                    <a:pt x="5197" y="13772"/>
                    <a:pt x="5197" y="13772"/>
                  </a:cubicBezTo>
                  <a:cubicBezTo>
                    <a:pt x="5197" y="13772"/>
                    <a:pt x="5197" y="13772"/>
                    <a:pt x="5197" y="13772"/>
                  </a:cubicBezTo>
                  <a:cubicBezTo>
                    <a:pt x="5197" y="13673"/>
                    <a:pt x="5197" y="13673"/>
                    <a:pt x="5197" y="13673"/>
                  </a:cubicBezTo>
                  <a:cubicBezTo>
                    <a:pt x="5082" y="13673"/>
                    <a:pt x="5082" y="13673"/>
                    <a:pt x="5082" y="13673"/>
                  </a:cubicBezTo>
                  <a:cubicBezTo>
                    <a:pt x="4966" y="13574"/>
                    <a:pt x="4966" y="13574"/>
                    <a:pt x="4966" y="13574"/>
                  </a:cubicBezTo>
                  <a:cubicBezTo>
                    <a:pt x="4966" y="13475"/>
                    <a:pt x="4966" y="13475"/>
                    <a:pt x="4966" y="13475"/>
                  </a:cubicBezTo>
                  <a:cubicBezTo>
                    <a:pt x="4966" y="13475"/>
                    <a:pt x="4966" y="13475"/>
                    <a:pt x="4966" y="13475"/>
                  </a:cubicBezTo>
                  <a:cubicBezTo>
                    <a:pt x="4966" y="13475"/>
                    <a:pt x="4966" y="13475"/>
                    <a:pt x="4966" y="13475"/>
                  </a:cubicBezTo>
                  <a:cubicBezTo>
                    <a:pt x="5082" y="13574"/>
                    <a:pt x="5082" y="13574"/>
                    <a:pt x="5082" y="13574"/>
                  </a:cubicBezTo>
                  <a:cubicBezTo>
                    <a:pt x="5197" y="13574"/>
                    <a:pt x="5197" y="13574"/>
                    <a:pt x="5197" y="13574"/>
                  </a:cubicBezTo>
                  <a:cubicBezTo>
                    <a:pt x="5082" y="13475"/>
                    <a:pt x="5082" y="13475"/>
                    <a:pt x="5082" y="13475"/>
                  </a:cubicBezTo>
                  <a:cubicBezTo>
                    <a:pt x="4966" y="13376"/>
                    <a:pt x="4966" y="13376"/>
                    <a:pt x="4966" y="13376"/>
                  </a:cubicBezTo>
                  <a:cubicBezTo>
                    <a:pt x="4966" y="13376"/>
                    <a:pt x="4966" y="13376"/>
                    <a:pt x="4966" y="13376"/>
                  </a:cubicBezTo>
                  <a:cubicBezTo>
                    <a:pt x="4851" y="13277"/>
                    <a:pt x="4851" y="13277"/>
                    <a:pt x="4851" y="13277"/>
                  </a:cubicBezTo>
                  <a:cubicBezTo>
                    <a:pt x="4851" y="13277"/>
                    <a:pt x="4851" y="13277"/>
                    <a:pt x="4851" y="13277"/>
                  </a:cubicBezTo>
                  <a:cubicBezTo>
                    <a:pt x="4966" y="13277"/>
                    <a:pt x="4966" y="13277"/>
                    <a:pt x="4966" y="13277"/>
                  </a:cubicBezTo>
                  <a:cubicBezTo>
                    <a:pt x="5197" y="13376"/>
                    <a:pt x="5197" y="13376"/>
                    <a:pt x="5197" y="13376"/>
                  </a:cubicBezTo>
                  <a:cubicBezTo>
                    <a:pt x="5197" y="13376"/>
                    <a:pt x="5197" y="13376"/>
                    <a:pt x="5197" y="13376"/>
                  </a:cubicBezTo>
                  <a:cubicBezTo>
                    <a:pt x="5313" y="13277"/>
                    <a:pt x="5313" y="13277"/>
                    <a:pt x="5313" y="13277"/>
                  </a:cubicBezTo>
                  <a:cubicBezTo>
                    <a:pt x="5197" y="13277"/>
                    <a:pt x="5197" y="13277"/>
                    <a:pt x="5197" y="13277"/>
                  </a:cubicBezTo>
                  <a:cubicBezTo>
                    <a:pt x="5197" y="13277"/>
                    <a:pt x="5197" y="13277"/>
                    <a:pt x="5197" y="13277"/>
                  </a:cubicBezTo>
                  <a:cubicBezTo>
                    <a:pt x="5082" y="13277"/>
                    <a:pt x="5082" y="13277"/>
                    <a:pt x="5082" y="13277"/>
                  </a:cubicBezTo>
                  <a:cubicBezTo>
                    <a:pt x="4966" y="13277"/>
                    <a:pt x="4966" y="13277"/>
                    <a:pt x="4966" y="13277"/>
                  </a:cubicBezTo>
                  <a:cubicBezTo>
                    <a:pt x="4966" y="13277"/>
                    <a:pt x="4966" y="13277"/>
                    <a:pt x="4966" y="13277"/>
                  </a:cubicBezTo>
                  <a:cubicBezTo>
                    <a:pt x="4851" y="13177"/>
                    <a:pt x="4851" y="13177"/>
                    <a:pt x="4851" y="13177"/>
                  </a:cubicBezTo>
                  <a:cubicBezTo>
                    <a:pt x="4966" y="13177"/>
                    <a:pt x="4966" y="13177"/>
                    <a:pt x="4966" y="13177"/>
                  </a:cubicBezTo>
                  <a:cubicBezTo>
                    <a:pt x="5082" y="13177"/>
                    <a:pt x="5082" y="13177"/>
                    <a:pt x="5082" y="13177"/>
                  </a:cubicBezTo>
                  <a:cubicBezTo>
                    <a:pt x="5082" y="13177"/>
                    <a:pt x="5082" y="13177"/>
                    <a:pt x="5082" y="13177"/>
                  </a:cubicBezTo>
                  <a:cubicBezTo>
                    <a:pt x="5197" y="13177"/>
                    <a:pt x="5197" y="13177"/>
                    <a:pt x="5197" y="13177"/>
                  </a:cubicBezTo>
                  <a:cubicBezTo>
                    <a:pt x="5197" y="13177"/>
                    <a:pt x="5197" y="13177"/>
                    <a:pt x="5197" y="13177"/>
                  </a:cubicBezTo>
                  <a:cubicBezTo>
                    <a:pt x="5197" y="13078"/>
                    <a:pt x="5197" y="13078"/>
                    <a:pt x="5197" y="13078"/>
                  </a:cubicBezTo>
                  <a:cubicBezTo>
                    <a:pt x="5082" y="13078"/>
                    <a:pt x="5082" y="13078"/>
                    <a:pt x="5082" y="13078"/>
                  </a:cubicBezTo>
                  <a:cubicBezTo>
                    <a:pt x="5082" y="13078"/>
                    <a:pt x="5082" y="13078"/>
                    <a:pt x="5082" y="13078"/>
                  </a:cubicBezTo>
                  <a:cubicBezTo>
                    <a:pt x="5082" y="13078"/>
                    <a:pt x="5082" y="13078"/>
                    <a:pt x="5082" y="13078"/>
                  </a:cubicBezTo>
                  <a:cubicBezTo>
                    <a:pt x="4966" y="13078"/>
                    <a:pt x="4966" y="13078"/>
                    <a:pt x="4966" y="13078"/>
                  </a:cubicBezTo>
                  <a:cubicBezTo>
                    <a:pt x="4966" y="13078"/>
                    <a:pt x="4966" y="13078"/>
                    <a:pt x="4966" y="13078"/>
                  </a:cubicBezTo>
                  <a:cubicBezTo>
                    <a:pt x="4735" y="13177"/>
                    <a:pt x="4735" y="13177"/>
                    <a:pt x="4735" y="13177"/>
                  </a:cubicBezTo>
                  <a:cubicBezTo>
                    <a:pt x="4735" y="13177"/>
                    <a:pt x="4735" y="13177"/>
                    <a:pt x="4735" y="13177"/>
                  </a:cubicBezTo>
                  <a:cubicBezTo>
                    <a:pt x="4735" y="13177"/>
                    <a:pt x="4735" y="13177"/>
                    <a:pt x="4735" y="13177"/>
                  </a:cubicBezTo>
                  <a:cubicBezTo>
                    <a:pt x="4851" y="13177"/>
                    <a:pt x="4851" y="13177"/>
                    <a:pt x="4851" y="13177"/>
                  </a:cubicBezTo>
                  <a:cubicBezTo>
                    <a:pt x="4851" y="13078"/>
                    <a:pt x="4851" y="13078"/>
                    <a:pt x="4851" y="13078"/>
                  </a:cubicBezTo>
                  <a:cubicBezTo>
                    <a:pt x="4851" y="12979"/>
                    <a:pt x="4851" y="12979"/>
                    <a:pt x="4851" y="12979"/>
                  </a:cubicBezTo>
                  <a:cubicBezTo>
                    <a:pt x="4966" y="12979"/>
                    <a:pt x="4966" y="12979"/>
                    <a:pt x="4966" y="12979"/>
                  </a:cubicBezTo>
                  <a:cubicBezTo>
                    <a:pt x="4966" y="12979"/>
                    <a:pt x="4966" y="12979"/>
                    <a:pt x="4966" y="12979"/>
                  </a:cubicBezTo>
                  <a:cubicBezTo>
                    <a:pt x="5082" y="12979"/>
                    <a:pt x="5082" y="12979"/>
                    <a:pt x="5082" y="12979"/>
                  </a:cubicBezTo>
                  <a:cubicBezTo>
                    <a:pt x="5082" y="12979"/>
                    <a:pt x="5082" y="12979"/>
                    <a:pt x="5082" y="12979"/>
                  </a:cubicBezTo>
                  <a:cubicBezTo>
                    <a:pt x="5197" y="12979"/>
                    <a:pt x="5197" y="12979"/>
                    <a:pt x="5197" y="12979"/>
                  </a:cubicBezTo>
                  <a:cubicBezTo>
                    <a:pt x="5082" y="12880"/>
                    <a:pt x="5082" y="12880"/>
                    <a:pt x="5082" y="12880"/>
                  </a:cubicBezTo>
                  <a:cubicBezTo>
                    <a:pt x="4966" y="12880"/>
                    <a:pt x="4966" y="12880"/>
                    <a:pt x="4966" y="12880"/>
                  </a:cubicBezTo>
                  <a:cubicBezTo>
                    <a:pt x="4966" y="12979"/>
                    <a:pt x="4966" y="12979"/>
                    <a:pt x="4966" y="12979"/>
                  </a:cubicBezTo>
                  <a:cubicBezTo>
                    <a:pt x="4851" y="12979"/>
                    <a:pt x="4851" y="12979"/>
                    <a:pt x="4851" y="12979"/>
                  </a:cubicBezTo>
                  <a:cubicBezTo>
                    <a:pt x="4851" y="12979"/>
                    <a:pt x="4851" y="12979"/>
                    <a:pt x="4851" y="12979"/>
                  </a:cubicBezTo>
                  <a:cubicBezTo>
                    <a:pt x="4735" y="12979"/>
                    <a:pt x="4735" y="12979"/>
                    <a:pt x="4735" y="12979"/>
                  </a:cubicBezTo>
                  <a:cubicBezTo>
                    <a:pt x="4735" y="12979"/>
                    <a:pt x="4735" y="12979"/>
                    <a:pt x="4735" y="12979"/>
                  </a:cubicBezTo>
                  <a:cubicBezTo>
                    <a:pt x="4735" y="12880"/>
                    <a:pt x="4735" y="12880"/>
                    <a:pt x="4735" y="12880"/>
                  </a:cubicBezTo>
                  <a:cubicBezTo>
                    <a:pt x="4735" y="12880"/>
                    <a:pt x="4735" y="12880"/>
                    <a:pt x="4735" y="12880"/>
                  </a:cubicBezTo>
                  <a:cubicBezTo>
                    <a:pt x="4851" y="12880"/>
                    <a:pt x="4851" y="12880"/>
                    <a:pt x="4851" y="12880"/>
                  </a:cubicBezTo>
                  <a:cubicBezTo>
                    <a:pt x="4966" y="12781"/>
                    <a:pt x="4966" y="12781"/>
                    <a:pt x="4966" y="12781"/>
                  </a:cubicBezTo>
                  <a:cubicBezTo>
                    <a:pt x="5082" y="12781"/>
                    <a:pt x="5082" y="12781"/>
                    <a:pt x="5082" y="12781"/>
                  </a:cubicBezTo>
                  <a:cubicBezTo>
                    <a:pt x="5197" y="12781"/>
                    <a:pt x="5197" y="12781"/>
                    <a:pt x="5197" y="12781"/>
                  </a:cubicBezTo>
                  <a:cubicBezTo>
                    <a:pt x="5197" y="12682"/>
                    <a:pt x="5197" y="12682"/>
                    <a:pt x="5197" y="12682"/>
                  </a:cubicBezTo>
                  <a:cubicBezTo>
                    <a:pt x="5197" y="12682"/>
                    <a:pt x="5197" y="12682"/>
                    <a:pt x="5197" y="12682"/>
                  </a:cubicBezTo>
                  <a:cubicBezTo>
                    <a:pt x="5197" y="12682"/>
                    <a:pt x="5197" y="12682"/>
                    <a:pt x="5197" y="12682"/>
                  </a:cubicBezTo>
                  <a:cubicBezTo>
                    <a:pt x="5082" y="12781"/>
                    <a:pt x="5082" y="12781"/>
                    <a:pt x="5082" y="12781"/>
                  </a:cubicBezTo>
                  <a:cubicBezTo>
                    <a:pt x="4966" y="12781"/>
                    <a:pt x="4966" y="12781"/>
                    <a:pt x="4966" y="12781"/>
                  </a:cubicBezTo>
                  <a:cubicBezTo>
                    <a:pt x="4966" y="12781"/>
                    <a:pt x="4966" y="12781"/>
                    <a:pt x="4966" y="12781"/>
                  </a:cubicBezTo>
                  <a:cubicBezTo>
                    <a:pt x="4851" y="12682"/>
                    <a:pt x="4851" y="12682"/>
                    <a:pt x="4851" y="12682"/>
                  </a:cubicBezTo>
                  <a:cubicBezTo>
                    <a:pt x="4851" y="12682"/>
                    <a:pt x="4851" y="12682"/>
                    <a:pt x="4851" y="12682"/>
                  </a:cubicBezTo>
                  <a:cubicBezTo>
                    <a:pt x="4735" y="12682"/>
                    <a:pt x="4735" y="12682"/>
                    <a:pt x="4735" y="12682"/>
                  </a:cubicBezTo>
                  <a:cubicBezTo>
                    <a:pt x="4735" y="12682"/>
                    <a:pt x="4735" y="12682"/>
                    <a:pt x="4735" y="12682"/>
                  </a:cubicBezTo>
                  <a:cubicBezTo>
                    <a:pt x="4735" y="12583"/>
                    <a:pt x="4735" y="12583"/>
                    <a:pt x="4735" y="12583"/>
                  </a:cubicBezTo>
                  <a:cubicBezTo>
                    <a:pt x="4735" y="12583"/>
                    <a:pt x="4735" y="12583"/>
                    <a:pt x="4735" y="12583"/>
                  </a:cubicBezTo>
                  <a:cubicBezTo>
                    <a:pt x="4851" y="12484"/>
                    <a:pt x="4851" y="12484"/>
                    <a:pt x="4851" y="12484"/>
                  </a:cubicBezTo>
                  <a:cubicBezTo>
                    <a:pt x="4851" y="12484"/>
                    <a:pt x="4851" y="12484"/>
                    <a:pt x="4851" y="12484"/>
                  </a:cubicBezTo>
                  <a:cubicBezTo>
                    <a:pt x="4966" y="12484"/>
                    <a:pt x="4966" y="12484"/>
                    <a:pt x="4966" y="12484"/>
                  </a:cubicBezTo>
                  <a:cubicBezTo>
                    <a:pt x="4966" y="12385"/>
                    <a:pt x="4966" y="12385"/>
                    <a:pt x="4966" y="12385"/>
                  </a:cubicBezTo>
                  <a:cubicBezTo>
                    <a:pt x="4966" y="12385"/>
                    <a:pt x="4966" y="12385"/>
                    <a:pt x="4966" y="12385"/>
                  </a:cubicBezTo>
                  <a:cubicBezTo>
                    <a:pt x="4851" y="12484"/>
                    <a:pt x="4851" y="12484"/>
                    <a:pt x="4851" y="12484"/>
                  </a:cubicBezTo>
                  <a:cubicBezTo>
                    <a:pt x="4735" y="12583"/>
                    <a:pt x="4735" y="12583"/>
                    <a:pt x="4735" y="12583"/>
                  </a:cubicBezTo>
                  <a:cubicBezTo>
                    <a:pt x="4735" y="12583"/>
                    <a:pt x="4735" y="12583"/>
                    <a:pt x="4735" y="12583"/>
                  </a:cubicBezTo>
                  <a:cubicBezTo>
                    <a:pt x="4620" y="12583"/>
                    <a:pt x="4620" y="12583"/>
                    <a:pt x="4620" y="12583"/>
                  </a:cubicBezTo>
                  <a:cubicBezTo>
                    <a:pt x="4620" y="12682"/>
                    <a:pt x="4620" y="12682"/>
                    <a:pt x="4620" y="12682"/>
                  </a:cubicBezTo>
                  <a:cubicBezTo>
                    <a:pt x="4620" y="12583"/>
                    <a:pt x="4620" y="12583"/>
                    <a:pt x="4620" y="12583"/>
                  </a:cubicBezTo>
                  <a:cubicBezTo>
                    <a:pt x="4620" y="12583"/>
                    <a:pt x="4620" y="12583"/>
                    <a:pt x="4620" y="12583"/>
                  </a:cubicBezTo>
                  <a:cubicBezTo>
                    <a:pt x="4620" y="12484"/>
                    <a:pt x="4620" y="12484"/>
                    <a:pt x="4620" y="12484"/>
                  </a:cubicBezTo>
                  <a:cubicBezTo>
                    <a:pt x="4620" y="12385"/>
                    <a:pt x="4620" y="12385"/>
                    <a:pt x="4620" y="12385"/>
                  </a:cubicBezTo>
                  <a:cubicBezTo>
                    <a:pt x="4620" y="12286"/>
                    <a:pt x="4620" y="12286"/>
                    <a:pt x="4620" y="12286"/>
                  </a:cubicBezTo>
                  <a:cubicBezTo>
                    <a:pt x="4620" y="12187"/>
                    <a:pt x="4620" y="12187"/>
                    <a:pt x="4620" y="12187"/>
                  </a:cubicBezTo>
                  <a:cubicBezTo>
                    <a:pt x="4620" y="12187"/>
                    <a:pt x="4620" y="12187"/>
                    <a:pt x="4620" y="12187"/>
                  </a:cubicBezTo>
                  <a:cubicBezTo>
                    <a:pt x="4620" y="12088"/>
                    <a:pt x="4620" y="12088"/>
                    <a:pt x="4620" y="12088"/>
                  </a:cubicBezTo>
                  <a:cubicBezTo>
                    <a:pt x="4620" y="12088"/>
                    <a:pt x="4620" y="12088"/>
                    <a:pt x="4620" y="12088"/>
                  </a:cubicBezTo>
                  <a:cubicBezTo>
                    <a:pt x="4504" y="12187"/>
                    <a:pt x="4504" y="12187"/>
                    <a:pt x="4504" y="12187"/>
                  </a:cubicBezTo>
                  <a:cubicBezTo>
                    <a:pt x="4504" y="12286"/>
                    <a:pt x="4504" y="12286"/>
                    <a:pt x="4504" y="12286"/>
                  </a:cubicBezTo>
                  <a:cubicBezTo>
                    <a:pt x="4504" y="12385"/>
                    <a:pt x="4504" y="12385"/>
                    <a:pt x="4504" y="12385"/>
                  </a:cubicBezTo>
                  <a:cubicBezTo>
                    <a:pt x="4620" y="12385"/>
                    <a:pt x="4620" y="12385"/>
                    <a:pt x="4620" y="12385"/>
                  </a:cubicBezTo>
                  <a:cubicBezTo>
                    <a:pt x="4620" y="12484"/>
                    <a:pt x="4620" y="12484"/>
                    <a:pt x="4620" y="12484"/>
                  </a:cubicBezTo>
                  <a:cubicBezTo>
                    <a:pt x="4620" y="12583"/>
                    <a:pt x="4620" y="12583"/>
                    <a:pt x="4620" y="12583"/>
                  </a:cubicBezTo>
                  <a:cubicBezTo>
                    <a:pt x="4504" y="12682"/>
                    <a:pt x="4504" y="12682"/>
                    <a:pt x="4504" y="12682"/>
                  </a:cubicBezTo>
                  <a:cubicBezTo>
                    <a:pt x="4504" y="12682"/>
                    <a:pt x="4504" y="12682"/>
                    <a:pt x="4504" y="12682"/>
                  </a:cubicBezTo>
                  <a:cubicBezTo>
                    <a:pt x="4389" y="12583"/>
                    <a:pt x="4389" y="12583"/>
                    <a:pt x="4389" y="12583"/>
                  </a:cubicBezTo>
                  <a:cubicBezTo>
                    <a:pt x="4389" y="12583"/>
                    <a:pt x="4389" y="12583"/>
                    <a:pt x="4389" y="12583"/>
                  </a:cubicBezTo>
                  <a:cubicBezTo>
                    <a:pt x="4389" y="12682"/>
                    <a:pt x="4389" y="12682"/>
                    <a:pt x="4389" y="12682"/>
                  </a:cubicBezTo>
                  <a:cubicBezTo>
                    <a:pt x="4389" y="12682"/>
                    <a:pt x="4389" y="12682"/>
                    <a:pt x="4389" y="12682"/>
                  </a:cubicBezTo>
                  <a:cubicBezTo>
                    <a:pt x="4273" y="12682"/>
                    <a:pt x="4273" y="12682"/>
                    <a:pt x="4273" y="12682"/>
                  </a:cubicBezTo>
                  <a:cubicBezTo>
                    <a:pt x="4273" y="12682"/>
                    <a:pt x="4273" y="12682"/>
                    <a:pt x="4273" y="12682"/>
                  </a:cubicBezTo>
                  <a:cubicBezTo>
                    <a:pt x="4273" y="12682"/>
                    <a:pt x="4273" y="12682"/>
                    <a:pt x="4273" y="12682"/>
                  </a:cubicBezTo>
                  <a:cubicBezTo>
                    <a:pt x="4389" y="12781"/>
                    <a:pt x="4389" y="12781"/>
                    <a:pt x="4389" y="12781"/>
                  </a:cubicBezTo>
                  <a:cubicBezTo>
                    <a:pt x="4273" y="12781"/>
                    <a:pt x="4273" y="12781"/>
                    <a:pt x="4273" y="12781"/>
                  </a:cubicBezTo>
                  <a:cubicBezTo>
                    <a:pt x="4273" y="12880"/>
                    <a:pt x="4273" y="12880"/>
                    <a:pt x="4273" y="12880"/>
                  </a:cubicBezTo>
                  <a:cubicBezTo>
                    <a:pt x="4158" y="12880"/>
                    <a:pt x="4158" y="12880"/>
                    <a:pt x="4158" y="12880"/>
                  </a:cubicBezTo>
                  <a:cubicBezTo>
                    <a:pt x="4158" y="12880"/>
                    <a:pt x="4158" y="12880"/>
                    <a:pt x="4158" y="12880"/>
                  </a:cubicBezTo>
                  <a:cubicBezTo>
                    <a:pt x="4158" y="12880"/>
                    <a:pt x="4158" y="12880"/>
                    <a:pt x="4158" y="12880"/>
                  </a:cubicBezTo>
                  <a:cubicBezTo>
                    <a:pt x="4042" y="12979"/>
                    <a:pt x="4042" y="12979"/>
                    <a:pt x="4042" y="12979"/>
                  </a:cubicBezTo>
                  <a:cubicBezTo>
                    <a:pt x="3927" y="12979"/>
                    <a:pt x="3927" y="12979"/>
                    <a:pt x="3927" y="12979"/>
                  </a:cubicBezTo>
                  <a:cubicBezTo>
                    <a:pt x="3811" y="12880"/>
                    <a:pt x="3811" y="12880"/>
                    <a:pt x="3811" y="12880"/>
                  </a:cubicBezTo>
                  <a:cubicBezTo>
                    <a:pt x="3927" y="12880"/>
                    <a:pt x="3927" y="12880"/>
                    <a:pt x="3927" y="12880"/>
                  </a:cubicBezTo>
                  <a:cubicBezTo>
                    <a:pt x="3811" y="12781"/>
                    <a:pt x="3811" y="12781"/>
                    <a:pt x="3811" y="12781"/>
                  </a:cubicBezTo>
                  <a:cubicBezTo>
                    <a:pt x="3811" y="12781"/>
                    <a:pt x="3811" y="12781"/>
                    <a:pt x="3811" y="12781"/>
                  </a:cubicBezTo>
                  <a:cubicBezTo>
                    <a:pt x="3811" y="12781"/>
                    <a:pt x="3811" y="12781"/>
                    <a:pt x="3811" y="12781"/>
                  </a:cubicBezTo>
                  <a:cubicBezTo>
                    <a:pt x="3696" y="12781"/>
                    <a:pt x="3696" y="12781"/>
                    <a:pt x="3696" y="12781"/>
                  </a:cubicBezTo>
                  <a:cubicBezTo>
                    <a:pt x="3696" y="12781"/>
                    <a:pt x="3696" y="12781"/>
                    <a:pt x="3696" y="12781"/>
                  </a:cubicBezTo>
                  <a:cubicBezTo>
                    <a:pt x="3696" y="12682"/>
                    <a:pt x="3696" y="12682"/>
                    <a:pt x="3696" y="12682"/>
                  </a:cubicBezTo>
                  <a:cubicBezTo>
                    <a:pt x="3696" y="12682"/>
                    <a:pt x="3696" y="12682"/>
                    <a:pt x="3696" y="12682"/>
                  </a:cubicBezTo>
                  <a:cubicBezTo>
                    <a:pt x="3696" y="12583"/>
                    <a:pt x="3696" y="12583"/>
                    <a:pt x="3696" y="12583"/>
                  </a:cubicBezTo>
                  <a:cubicBezTo>
                    <a:pt x="3696" y="12583"/>
                    <a:pt x="3696" y="12583"/>
                    <a:pt x="3696" y="12583"/>
                  </a:cubicBezTo>
                  <a:cubicBezTo>
                    <a:pt x="3696" y="12583"/>
                    <a:pt x="3696" y="12583"/>
                    <a:pt x="3696" y="12583"/>
                  </a:cubicBezTo>
                  <a:cubicBezTo>
                    <a:pt x="3696" y="12484"/>
                    <a:pt x="3696" y="12484"/>
                    <a:pt x="3696" y="12484"/>
                  </a:cubicBezTo>
                  <a:cubicBezTo>
                    <a:pt x="3811" y="12484"/>
                    <a:pt x="3811" y="12484"/>
                    <a:pt x="3811" y="12484"/>
                  </a:cubicBezTo>
                  <a:cubicBezTo>
                    <a:pt x="3811" y="12583"/>
                    <a:pt x="3811" y="12583"/>
                    <a:pt x="3811" y="12583"/>
                  </a:cubicBezTo>
                  <a:cubicBezTo>
                    <a:pt x="3927" y="12484"/>
                    <a:pt x="3927" y="12484"/>
                    <a:pt x="3927" y="12484"/>
                  </a:cubicBezTo>
                  <a:cubicBezTo>
                    <a:pt x="3927" y="12484"/>
                    <a:pt x="3927" y="12484"/>
                    <a:pt x="3927" y="12484"/>
                  </a:cubicBezTo>
                  <a:cubicBezTo>
                    <a:pt x="4158" y="12484"/>
                    <a:pt x="4158" y="12484"/>
                    <a:pt x="4158" y="12484"/>
                  </a:cubicBezTo>
                  <a:cubicBezTo>
                    <a:pt x="4158" y="12484"/>
                    <a:pt x="4158" y="12484"/>
                    <a:pt x="4158" y="12484"/>
                  </a:cubicBezTo>
                  <a:cubicBezTo>
                    <a:pt x="4273" y="12385"/>
                    <a:pt x="4273" y="12385"/>
                    <a:pt x="4273" y="12385"/>
                  </a:cubicBezTo>
                  <a:cubicBezTo>
                    <a:pt x="4389" y="12286"/>
                    <a:pt x="4389" y="12286"/>
                    <a:pt x="4389" y="12286"/>
                  </a:cubicBezTo>
                  <a:cubicBezTo>
                    <a:pt x="4389" y="12187"/>
                    <a:pt x="4389" y="12187"/>
                    <a:pt x="4389" y="12187"/>
                  </a:cubicBezTo>
                  <a:cubicBezTo>
                    <a:pt x="4273" y="12187"/>
                    <a:pt x="4273" y="12187"/>
                    <a:pt x="4273" y="12187"/>
                  </a:cubicBezTo>
                  <a:cubicBezTo>
                    <a:pt x="4273" y="12286"/>
                    <a:pt x="4273" y="12286"/>
                    <a:pt x="4273" y="12286"/>
                  </a:cubicBezTo>
                  <a:cubicBezTo>
                    <a:pt x="4273" y="12286"/>
                    <a:pt x="4273" y="12286"/>
                    <a:pt x="4273" y="12286"/>
                  </a:cubicBezTo>
                  <a:cubicBezTo>
                    <a:pt x="4158" y="12385"/>
                    <a:pt x="4158" y="12385"/>
                    <a:pt x="4158" y="12385"/>
                  </a:cubicBezTo>
                  <a:cubicBezTo>
                    <a:pt x="4042" y="12385"/>
                    <a:pt x="4042" y="12385"/>
                    <a:pt x="4042" y="12385"/>
                  </a:cubicBezTo>
                  <a:cubicBezTo>
                    <a:pt x="3927" y="12385"/>
                    <a:pt x="3927" y="12385"/>
                    <a:pt x="3927" y="12385"/>
                  </a:cubicBezTo>
                  <a:cubicBezTo>
                    <a:pt x="3811" y="12385"/>
                    <a:pt x="3811" y="12385"/>
                    <a:pt x="3811" y="12385"/>
                  </a:cubicBezTo>
                  <a:cubicBezTo>
                    <a:pt x="3811" y="12286"/>
                    <a:pt x="3811" y="12286"/>
                    <a:pt x="3811" y="12286"/>
                  </a:cubicBezTo>
                  <a:cubicBezTo>
                    <a:pt x="3927" y="12286"/>
                    <a:pt x="3927" y="12286"/>
                    <a:pt x="3927" y="12286"/>
                  </a:cubicBezTo>
                  <a:cubicBezTo>
                    <a:pt x="4042" y="12187"/>
                    <a:pt x="4042" y="12187"/>
                    <a:pt x="4042" y="12187"/>
                  </a:cubicBezTo>
                  <a:cubicBezTo>
                    <a:pt x="4158" y="12187"/>
                    <a:pt x="4158" y="12187"/>
                    <a:pt x="4158" y="12187"/>
                  </a:cubicBezTo>
                  <a:cubicBezTo>
                    <a:pt x="4158" y="12187"/>
                    <a:pt x="4158" y="12187"/>
                    <a:pt x="4158" y="12187"/>
                  </a:cubicBezTo>
                  <a:cubicBezTo>
                    <a:pt x="4158" y="12088"/>
                    <a:pt x="4158" y="12088"/>
                    <a:pt x="4158" y="12088"/>
                  </a:cubicBezTo>
                  <a:cubicBezTo>
                    <a:pt x="4158" y="12088"/>
                    <a:pt x="4158" y="12088"/>
                    <a:pt x="4158" y="12088"/>
                  </a:cubicBezTo>
                  <a:cubicBezTo>
                    <a:pt x="4158" y="12088"/>
                    <a:pt x="4158" y="12088"/>
                    <a:pt x="4158" y="12088"/>
                  </a:cubicBezTo>
                  <a:cubicBezTo>
                    <a:pt x="4273" y="11988"/>
                    <a:pt x="4273" y="11988"/>
                    <a:pt x="4273" y="11988"/>
                  </a:cubicBezTo>
                  <a:cubicBezTo>
                    <a:pt x="4273" y="11988"/>
                    <a:pt x="4273" y="11988"/>
                    <a:pt x="4273" y="11988"/>
                  </a:cubicBezTo>
                  <a:cubicBezTo>
                    <a:pt x="4158" y="11988"/>
                    <a:pt x="4158" y="11988"/>
                    <a:pt x="4158" y="11988"/>
                  </a:cubicBezTo>
                  <a:cubicBezTo>
                    <a:pt x="4158" y="11988"/>
                    <a:pt x="4158" y="11988"/>
                    <a:pt x="4158" y="11988"/>
                  </a:cubicBezTo>
                  <a:cubicBezTo>
                    <a:pt x="4158" y="11988"/>
                    <a:pt x="4158" y="11988"/>
                    <a:pt x="4158" y="11988"/>
                  </a:cubicBezTo>
                  <a:cubicBezTo>
                    <a:pt x="4158" y="11988"/>
                    <a:pt x="4158" y="11988"/>
                    <a:pt x="4158" y="11988"/>
                  </a:cubicBezTo>
                  <a:cubicBezTo>
                    <a:pt x="3927" y="11988"/>
                    <a:pt x="3927" y="11988"/>
                    <a:pt x="3927" y="11988"/>
                  </a:cubicBezTo>
                  <a:cubicBezTo>
                    <a:pt x="3927" y="11988"/>
                    <a:pt x="3927" y="11988"/>
                    <a:pt x="3927" y="11988"/>
                  </a:cubicBezTo>
                  <a:cubicBezTo>
                    <a:pt x="3927" y="11988"/>
                    <a:pt x="3927" y="11988"/>
                    <a:pt x="3927" y="11988"/>
                  </a:cubicBezTo>
                  <a:cubicBezTo>
                    <a:pt x="3927" y="11889"/>
                    <a:pt x="3927" y="11889"/>
                    <a:pt x="3927" y="11889"/>
                  </a:cubicBezTo>
                  <a:cubicBezTo>
                    <a:pt x="4042" y="11889"/>
                    <a:pt x="4042" y="11889"/>
                    <a:pt x="4042" y="11889"/>
                  </a:cubicBezTo>
                  <a:cubicBezTo>
                    <a:pt x="4042" y="11889"/>
                    <a:pt x="4042" y="11889"/>
                    <a:pt x="4042" y="11889"/>
                  </a:cubicBezTo>
                  <a:cubicBezTo>
                    <a:pt x="4158" y="11889"/>
                    <a:pt x="4158" y="11889"/>
                    <a:pt x="4158" y="11889"/>
                  </a:cubicBezTo>
                  <a:cubicBezTo>
                    <a:pt x="4273" y="11889"/>
                    <a:pt x="4273" y="11889"/>
                    <a:pt x="4273" y="11889"/>
                  </a:cubicBezTo>
                  <a:cubicBezTo>
                    <a:pt x="4273" y="11889"/>
                    <a:pt x="4273" y="11889"/>
                    <a:pt x="4273" y="11889"/>
                  </a:cubicBezTo>
                  <a:cubicBezTo>
                    <a:pt x="4389" y="11790"/>
                    <a:pt x="4389" y="11790"/>
                    <a:pt x="4389" y="11790"/>
                  </a:cubicBezTo>
                  <a:cubicBezTo>
                    <a:pt x="4389" y="11691"/>
                    <a:pt x="4389" y="11691"/>
                    <a:pt x="4389" y="11691"/>
                  </a:cubicBezTo>
                  <a:cubicBezTo>
                    <a:pt x="4389" y="11691"/>
                    <a:pt x="4389" y="11691"/>
                    <a:pt x="4389" y="11691"/>
                  </a:cubicBezTo>
                  <a:cubicBezTo>
                    <a:pt x="4504" y="11592"/>
                    <a:pt x="4504" y="11592"/>
                    <a:pt x="4504" y="11592"/>
                  </a:cubicBezTo>
                  <a:cubicBezTo>
                    <a:pt x="4389" y="11493"/>
                    <a:pt x="4389" y="11493"/>
                    <a:pt x="4389" y="11493"/>
                  </a:cubicBezTo>
                  <a:cubicBezTo>
                    <a:pt x="4389" y="11394"/>
                    <a:pt x="4389" y="11394"/>
                    <a:pt x="4389" y="11394"/>
                  </a:cubicBezTo>
                  <a:cubicBezTo>
                    <a:pt x="4389" y="11394"/>
                    <a:pt x="4389" y="11394"/>
                    <a:pt x="4389" y="11394"/>
                  </a:cubicBezTo>
                  <a:cubicBezTo>
                    <a:pt x="4389" y="11394"/>
                    <a:pt x="4389" y="11394"/>
                    <a:pt x="4389" y="11394"/>
                  </a:cubicBezTo>
                  <a:cubicBezTo>
                    <a:pt x="4273" y="11394"/>
                    <a:pt x="4273" y="11394"/>
                    <a:pt x="4273" y="11394"/>
                  </a:cubicBezTo>
                  <a:cubicBezTo>
                    <a:pt x="4273" y="11394"/>
                    <a:pt x="4273" y="11394"/>
                    <a:pt x="4273" y="11394"/>
                  </a:cubicBezTo>
                  <a:cubicBezTo>
                    <a:pt x="4158" y="11295"/>
                    <a:pt x="4158" y="11295"/>
                    <a:pt x="4158" y="11295"/>
                  </a:cubicBezTo>
                  <a:cubicBezTo>
                    <a:pt x="4158" y="11295"/>
                    <a:pt x="4158" y="11295"/>
                    <a:pt x="4158" y="11295"/>
                  </a:cubicBezTo>
                  <a:cubicBezTo>
                    <a:pt x="4158" y="11295"/>
                    <a:pt x="4158" y="11295"/>
                    <a:pt x="4158" y="11295"/>
                  </a:cubicBezTo>
                  <a:cubicBezTo>
                    <a:pt x="4158" y="11295"/>
                    <a:pt x="4158" y="11295"/>
                    <a:pt x="4158" y="11295"/>
                  </a:cubicBezTo>
                  <a:cubicBezTo>
                    <a:pt x="4273" y="11295"/>
                    <a:pt x="4273" y="11295"/>
                    <a:pt x="4273" y="11295"/>
                  </a:cubicBezTo>
                  <a:cubicBezTo>
                    <a:pt x="4273" y="11295"/>
                    <a:pt x="4273" y="11295"/>
                    <a:pt x="4273" y="11295"/>
                  </a:cubicBezTo>
                  <a:cubicBezTo>
                    <a:pt x="4389" y="11196"/>
                    <a:pt x="4389" y="11196"/>
                    <a:pt x="4389" y="11196"/>
                  </a:cubicBezTo>
                  <a:cubicBezTo>
                    <a:pt x="4389" y="11196"/>
                    <a:pt x="4389" y="11196"/>
                    <a:pt x="4389" y="11196"/>
                  </a:cubicBezTo>
                  <a:cubicBezTo>
                    <a:pt x="4389" y="11097"/>
                    <a:pt x="4389" y="11097"/>
                    <a:pt x="4389" y="11097"/>
                  </a:cubicBezTo>
                  <a:cubicBezTo>
                    <a:pt x="4389" y="11097"/>
                    <a:pt x="4389" y="11097"/>
                    <a:pt x="4389" y="11097"/>
                  </a:cubicBezTo>
                  <a:cubicBezTo>
                    <a:pt x="4389" y="10998"/>
                    <a:pt x="4389" y="10998"/>
                    <a:pt x="4389" y="10998"/>
                  </a:cubicBezTo>
                  <a:cubicBezTo>
                    <a:pt x="4273" y="10998"/>
                    <a:pt x="4273" y="10998"/>
                    <a:pt x="4273" y="10998"/>
                  </a:cubicBezTo>
                  <a:cubicBezTo>
                    <a:pt x="4273" y="10998"/>
                    <a:pt x="4273" y="10998"/>
                    <a:pt x="4273" y="10998"/>
                  </a:cubicBezTo>
                  <a:cubicBezTo>
                    <a:pt x="4273" y="10899"/>
                    <a:pt x="4273" y="10899"/>
                    <a:pt x="4273" y="10899"/>
                  </a:cubicBezTo>
                  <a:cubicBezTo>
                    <a:pt x="4273" y="10899"/>
                    <a:pt x="4273" y="10899"/>
                    <a:pt x="4273" y="10899"/>
                  </a:cubicBezTo>
                  <a:cubicBezTo>
                    <a:pt x="4273" y="10899"/>
                    <a:pt x="4273" y="10899"/>
                    <a:pt x="4273" y="10899"/>
                  </a:cubicBezTo>
                  <a:cubicBezTo>
                    <a:pt x="4273" y="10899"/>
                    <a:pt x="4273" y="10899"/>
                    <a:pt x="4273" y="10899"/>
                  </a:cubicBezTo>
                  <a:cubicBezTo>
                    <a:pt x="4273" y="10800"/>
                    <a:pt x="4273" y="10800"/>
                    <a:pt x="4273" y="10800"/>
                  </a:cubicBezTo>
                  <a:cubicBezTo>
                    <a:pt x="4273" y="10700"/>
                    <a:pt x="4273" y="10700"/>
                    <a:pt x="4273" y="10700"/>
                  </a:cubicBezTo>
                  <a:cubicBezTo>
                    <a:pt x="4273" y="10700"/>
                    <a:pt x="4273" y="10700"/>
                    <a:pt x="4273" y="10700"/>
                  </a:cubicBezTo>
                  <a:cubicBezTo>
                    <a:pt x="4389" y="10800"/>
                    <a:pt x="4389" y="10800"/>
                    <a:pt x="4389" y="10800"/>
                  </a:cubicBezTo>
                  <a:cubicBezTo>
                    <a:pt x="4389" y="10700"/>
                    <a:pt x="4389" y="10700"/>
                    <a:pt x="4389" y="10700"/>
                  </a:cubicBezTo>
                  <a:cubicBezTo>
                    <a:pt x="4273" y="10700"/>
                    <a:pt x="4273" y="10700"/>
                    <a:pt x="4273" y="10700"/>
                  </a:cubicBezTo>
                  <a:cubicBezTo>
                    <a:pt x="4273" y="10700"/>
                    <a:pt x="4273" y="10700"/>
                    <a:pt x="4273" y="10700"/>
                  </a:cubicBezTo>
                  <a:cubicBezTo>
                    <a:pt x="4389" y="10601"/>
                    <a:pt x="4389" y="10601"/>
                    <a:pt x="4389" y="10601"/>
                  </a:cubicBezTo>
                  <a:cubicBezTo>
                    <a:pt x="4389" y="10502"/>
                    <a:pt x="4389" y="10502"/>
                    <a:pt x="4389" y="10502"/>
                  </a:cubicBezTo>
                  <a:cubicBezTo>
                    <a:pt x="4273" y="10502"/>
                    <a:pt x="4273" y="10502"/>
                    <a:pt x="4273" y="10502"/>
                  </a:cubicBezTo>
                  <a:cubicBezTo>
                    <a:pt x="4273" y="10403"/>
                    <a:pt x="4273" y="10403"/>
                    <a:pt x="4273" y="10403"/>
                  </a:cubicBezTo>
                  <a:cubicBezTo>
                    <a:pt x="4273" y="10403"/>
                    <a:pt x="4273" y="10403"/>
                    <a:pt x="4273" y="10403"/>
                  </a:cubicBezTo>
                  <a:cubicBezTo>
                    <a:pt x="4273" y="10304"/>
                    <a:pt x="4273" y="10304"/>
                    <a:pt x="4273" y="10304"/>
                  </a:cubicBezTo>
                  <a:cubicBezTo>
                    <a:pt x="4389" y="10205"/>
                    <a:pt x="4389" y="10205"/>
                    <a:pt x="4389" y="10205"/>
                  </a:cubicBezTo>
                  <a:cubicBezTo>
                    <a:pt x="4273" y="10205"/>
                    <a:pt x="4273" y="10205"/>
                    <a:pt x="4273" y="10205"/>
                  </a:cubicBezTo>
                  <a:cubicBezTo>
                    <a:pt x="4273" y="10205"/>
                    <a:pt x="4273" y="10205"/>
                    <a:pt x="4273" y="10205"/>
                  </a:cubicBezTo>
                  <a:cubicBezTo>
                    <a:pt x="4158" y="10304"/>
                    <a:pt x="4158" y="10304"/>
                    <a:pt x="4158" y="10304"/>
                  </a:cubicBezTo>
                  <a:cubicBezTo>
                    <a:pt x="4158" y="10304"/>
                    <a:pt x="4158" y="10304"/>
                    <a:pt x="4158" y="10304"/>
                  </a:cubicBezTo>
                  <a:cubicBezTo>
                    <a:pt x="4042" y="10304"/>
                    <a:pt x="4042" y="10304"/>
                    <a:pt x="4042" y="10304"/>
                  </a:cubicBezTo>
                  <a:cubicBezTo>
                    <a:pt x="4042" y="10403"/>
                    <a:pt x="4042" y="10403"/>
                    <a:pt x="4042" y="10403"/>
                  </a:cubicBezTo>
                  <a:cubicBezTo>
                    <a:pt x="3927" y="10304"/>
                    <a:pt x="3927" y="10304"/>
                    <a:pt x="3927" y="10304"/>
                  </a:cubicBezTo>
                  <a:cubicBezTo>
                    <a:pt x="4042" y="10304"/>
                    <a:pt x="4042" y="10304"/>
                    <a:pt x="4042" y="10304"/>
                  </a:cubicBezTo>
                  <a:cubicBezTo>
                    <a:pt x="4042" y="10205"/>
                    <a:pt x="4042" y="10205"/>
                    <a:pt x="4042" y="10205"/>
                  </a:cubicBezTo>
                  <a:cubicBezTo>
                    <a:pt x="4158" y="10205"/>
                    <a:pt x="4158" y="10205"/>
                    <a:pt x="4158" y="10205"/>
                  </a:cubicBezTo>
                  <a:cubicBezTo>
                    <a:pt x="4158" y="10205"/>
                    <a:pt x="4158" y="10205"/>
                    <a:pt x="4158" y="10205"/>
                  </a:cubicBezTo>
                  <a:cubicBezTo>
                    <a:pt x="4273" y="10106"/>
                    <a:pt x="4273" y="10106"/>
                    <a:pt x="4273" y="10106"/>
                  </a:cubicBezTo>
                  <a:cubicBezTo>
                    <a:pt x="4273" y="10106"/>
                    <a:pt x="4273" y="10106"/>
                    <a:pt x="4273" y="10106"/>
                  </a:cubicBezTo>
                  <a:cubicBezTo>
                    <a:pt x="4389" y="10106"/>
                    <a:pt x="4389" y="10106"/>
                    <a:pt x="4389" y="10106"/>
                  </a:cubicBezTo>
                  <a:cubicBezTo>
                    <a:pt x="4389" y="10007"/>
                    <a:pt x="4389" y="10007"/>
                    <a:pt x="4389" y="10007"/>
                  </a:cubicBezTo>
                  <a:cubicBezTo>
                    <a:pt x="4389" y="9908"/>
                    <a:pt x="4389" y="9908"/>
                    <a:pt x="4389" y="9908"/>
                  </a:cubicBezTo>
                  <a:cubicBezTo>
                    <a:pt x="4389" y="9908"/>
                    <a:pt x="4389" y="9908"/>
                    <a:pt x="4389" y="9908"/>
                  </a:cubicBezTo>
                  <a:cubicBezTo>
                    <a:pt x="4273" y="9809"/>
                    <a:pt x="4273" y="9809"/>
                    <a:pt x="4273" y="9809"/>
                  </a:cubicBezTo>
                  <a:cubicBezTo>
                    <a:pt x="4273" y="9809"/>
                    <a:pt x="4273" y="9809"/>
                    <a:pt x="4273" y="9809"/>
                  </a:cubicBezTo>
                  <a:cubicBezTo>
                    <a:pt x="4273" y="9809"/>
                    <a:pt x="4273" y="9809"/>
                    <a:pt x="4273" y="9809"/>
                  </a:cubicBezTo>
                  <a:cubicBezTo>
                    <a:pt x="4158" y="9809"/>
                    <a:pt x="4158" y="9809"/>
                    <a:pt x="4158" y="9809"/>
                  </a:cubicBezTo>
                  <a:cubicBezTo>
                    <a:pt x="4158" y="9710"/>
                    <a:pt x="4158" y="9710"/>
                    <a:pt x="4158" y="9710"/>
                  </a:cubicBezTo>
                  <a:cubicBezTo>
                    <a:pt x="4158" y="9611"/>
                    <a:pt x="4158" y="9611"/>
                    <a:pt x="4158" y="9611"/>
                  </a:cubicBezTo>
                  <a:cubicBezTo>
                    <a:pt x="4158" y="9611"/>
                    <a:pt x="4158" y="9611"/>
                    <a:pt x="4158" y="9611"/>
                  </a:cubicBezTo>
                  <a:cubicBezTo>
                    <a:pt x="4158" y="9611"/>
                    <a:pt x="4158" y="9611"/>
                    <a:pt x="4158" y="9611"/>
                  </a:cubicBezTo>
                  <a:cubicBezTo>
                    <a:pt x="4158" y="9511"/>
                    <a:pt x="4158" y="9511"/>
                    <a:pt x="4158" y="9511"/>
                  </a:cubicBezTo>
                  <a:cubicBezTo>
                    <a:pt x="4158" y="9412"/>
                    <a:pt x="4158" y="9412"/>
                    <a:pt x="4158" y="9412"/>
                  </a:cubicBezTo>
                  <a:cubicBezTo>
                    <a:pt x="3927" y="9313"/>
                    <a:pt x="3927" y="9313"/>
                    <a:pt x="3927" y="9313"/>
                  </a:cubicBezTo>
                  <a:cubicBezTo>
                    <a:pt x="3927" y="9313"/>
                    <a:pt x="3927" y="9313"/>
                    <a:pt x="3927" y="9313"/>
                  </a:cubicBezTo>
                  <a:cubicBezTo>
                    <a:pt x="3927" y="9313"/>
                    <a:pt x="3927" y="9313"/>
                    <a:pt x="3927" y="9313"/>
                  </a:cubicBezTo>
                  <a:cubicBezTo>
                    <a:pt x="3811" y="9214"/>
                    <a:pt x="3811" y="9214"/>
                    <a:pt x="3811" y="9214"/>
                  </a:cubicBezTo>
                  <a:cubicBezTo>
                    <a:pt x="3811" y="9214"/>
                    <a:pt x="3811" y="9214"/>
                    <a:pt x="3811" y="9214"/>
                  </a:cubicBezTo>
                  <a:cubicBezTo>
                    <a:pt x="3927" y="9214"/>
                    <a:pt x="3927" y="9214"/>
                    <a:pt x="3927" y="9214"/>
                  </a:cubicBezTo>
                  <a:cubicBezTo>
                    <a:pt x="4042" y="9115"/>
                    <a:pt x="4042" y="9115"/>
                    <a:pt x="4042" y="9115"/>
                  </a:cubicBezTo>
                  <a:cubicBezTo>
                    <a:pt x="4042" y="9115"/>
                    <a:pt x="4042" y="9115"/>
                    <a:pt x="4042" y="9115"/>
                  </a:cubicBezTo>
                  <a:cubicBezTo>
                    <a:pt x="4042" y="9016"/>
                    <a:pt x="4042" y="9016"/>
                    <a:pt x="4042" y="9016"/>
                  </a:cubicBezTo>
                  <a:cubicBezTo>
                    <a:pt x="4042" y="9016"/>
                    <a:pt x="4042" y="9016"/>
                    <a:pt x="4042" y="9016"/>
                  </a:cubicBezTo>
                  <a:cubicBezTo>
                    <a:pt x="3927" y="9016"/>
                    <a:pt x="3927" y="9016"/>
                    <a:pt x="3927" y="9016"/>
                  </a:cubicBezTo>
                  <a:cubicBezTo>
                    <a:pt x="3927" y="9016"/>
                    <a:pt x="3927" y="9016"/>
                    <a:pt x="3927" y="9016"/>
                  </a:cubicBezTo>
                  <a:cubicBezTo>
                    <a:pt x="4042" y="9016"/>
                    <a:pt x="4042" y="9016"/>
                    <a:pt x="4042" y="9016"/>
                  </a:cubicBezTo>
                  <a:cubicBezTo>
                    <a:pt x="4042" y="8917"/>
                    <a:pt x="4042" y="8917"/>
                    <a:pt x="4042" y="8917"/>
                  </a:cubicBezTo>
                  <a:cubicBezTo>
                    <a:pt x="4158" y="8818"/>
                    <a:pt x="4158" y="8818"/>
                    <a:pt x="4158" y="8818"/>
                  </a:cubicBezTo>
                  <a:cubicBezTo>
                    <a:pt x="4158" y="8818"/>
                    <a:pt x="4158" y="8818"/>
                    <a:pt x="4158" y="8818"/>
                  </a:cubicBezTo>
                  <a:cubicBezTo>
                    <a:pt x="4158" y="8818"/>
                    <a:pt x="4158" y="8818"/>
                    <a:pt x="4158" y="8818"/>
                  </a:cubicBezTo>
                  <a:cubicBezTo>
                    <a:pt x="4158" y="8719"/>
                    <a:pt x="4158" y="8719"/>
                    <a:pt x="4158" y="8719"/>
                  </a:cubicBezTo>
                  <a:cubicBezTo>
                    <a:pt x="4158" y="8719"/>
                    <a:pt x="4158" y="8719"/>
                    <a:pt x="4158" y="8719"/>
                  </a:cubicBezTo>
                  <a:cubicBezTo>
                    <a:pt x="4042" y="8719"/>
                    <a:pt x="4042" y="8719"/>
                    <a:pt x="4042" y="8719"/>
                  </a:cubicBezTo>
                  <a:cubicBezTo>
                    <a:pt x="3927" y="8620"/>
                    <a:pt x="3927" y="8620"/>
                    <a:pt x="3927" y="8620"/>
                  </a:cubicBezTo>
                  <a:cubicBezTo>
                    <a:pt x="3811" y="8521"/>
                    <a:pt x="3811" y="8521"/>
                    <a:pt x="3811" y="8521"/>
                  </a:cubicBezTo>
                  <a:cubicBezTo>
                    <a:pt x="3811" y="8521"/>
                    <a:pt x="3811" y="8521"/>
                    <a:pt x="3811" y="8521"/>
                  </a:cubicBezTo>
                  <a:cubicBezTo>
                    <a:pt x="3811" y="8521"/>
                    <a:pt x="3811" y="8521"/>
                    <a:pt x="3811" y="8521"/>
                  </a:cubicBezTo>
                  <a:cubicBezTo>
                    <a:pt x="3811" y="8521"/>
                    <a:pt x="3811" y="8521"/>
                    <a:pt x="3811" y="8521"/>
                  </a:cubicBezTo>
                  <a:cubicBezTo>
                    <a:pt x="3696" y="8521"/>
                    <a:pt x="3696" y="8521"/>
                    <a:pt x="3696" y="8521"/>
                  </a:cubicBezTo>
                  <a:cubicBezTo>
                    <a:pt x="3696" y="8521"/>
                    <a:pt x="3696" y="8521"/>
                    <a:pt x="3696" y="8521"/>
                  </a:cubicBezTo>
                  <a:cubicBezTo>
                    <a:pt x="3696" y="8521"/>
                    <a:pt x="3696" y="8521"/>
                    <a:pt x="3696" y="8521"/>
                  </a:cubicBezTo>
                  <a:cubicBezTo>
                    <a:pt x="3696" y="8422"/>
                    <a:pt x="3696" y="8422"/>
                    <a:pt x="3696" y="8422"/>
                  </a:cubicBezTo>
                  <a:cubicBezTo>
                    <a:pt x="3580" y="8422"/>
                    <a:pt x="3580" y="8422"/>
                    <a:pt x="3580" y="8422"/>
                  </a:cubicBezTo>
                  <a:cubicBezTo>
                    <a:pt x="3580" y="8422"/>
                    <a:pt x="3580" y="8422"/>
                    <a:pt x="3580" y="8422"/>
                  </a:cubicBezTo>
                  <a:cubicBezTo>
                    <a:pt x="3465" y="8322"/>
                    <a:pt x="3465" y="8322"/>
                    <a:pt x="3465" y="8322"/>
                  </a:cubicBezTo>
                  <a:cubicBezTo>
                    <a:pt x="3465" y="8322"/>
                    <a:pt x="3465" y="8322"/>
                    <a:pt x="3465" y="8322"/>
                  </a:cubicBezTo>
                  <a:cubicBezTo>
                    <a:pt x="3465" y="8322"/>
                    <a:pt x="3465" y="8322"/>
                    <a:pt x="3465" y="8322"/>
                  </a:cubicBezTo>
                  <a:cubicBezTo>
                    <a:pt x="3349" y="8322"/>
                    <a:pt x="3349" y="8322"/>
                    <a:pt x="3349" y="8322"/>
                  </a:cubicBezTo>
                  <a:cubicBezTo>
                    <a:pt x="3349" y="8322"/>
                    <a:pt x="3349" y="8322"/>
                    <a:pt x="3349" y="8322"/>
                  </a:cubicBezTo>
                  <a:cubicBezTo>
                    <a:pt x="3349" y="8223"/>
                    <a:pt x="3349" y="8223"/>
                    <a:pt x="3349" y="8223"/>
                  </a:cubicBezTo>
                  <a:cubicBezTo>
                    <a:pt x="3234" y="8223"/>
                    <a:pt x="3234" y="8223"/>
                    <a:pt x="3234" y="8223"/>
                  </a:cubicBezTo>
                  <a:cubicBezTo>
                    <a:pt x="3118" y="8124"/>
                    <a:pt x="3118" y="8124"/>
                    <a:pt x="3118" y="8124"/>
                  </a:cubicBezTo>
                  <a:cubicBezTo>
                    <a:pt x="3118" y="8124"/>
                    <a:pt x="3118" y="8124"/>
                    <a:pt x="3118" y="8124"/>
                  </a:cubicBezTo>
                  <a:cubicBezTo>
                    <a:pt x="3118" y="8124"/>
                    <a:pt x="3118" y="8124"/>
                    <a:pt x="3118" y="8124"/>
                  </a:cubicBezTo>
                  <a:cubicBezTo>
                    <a:pt x="3003" y="8124"/>
                    <a:pt x="3003" y="8124"/>
                    <a:pt x="3003" y="8124"/>
                  </a:cubicBezTo>
                  <a:cubicBezTo>
                    <a:pt x="2887" y="8025"/>
                    <a:pt x="2887" y="8025"/>
                    <a:pt x="2887" y="8025"/>
                  </a:cubicBezTo>
                  <a:cubicBezTo>
                    <a:pt x="2772" y="8025"/>
                    <a:pt x="2772" y="8025"/>
                    <a:pt x="2772" y="8025"/>
                  </a:cubicBezTo>
                  <a:cubicBezTo>
                    <a:pt x="2656" y="7926"/>
                    <a:pt x="2656" y="7926"/>
                    <a:pt x="2656" y="7926"/>
                  </a:cubicBezTo>
                  <a:cubicBezTo>
                    <a:pt x="2541" y="7926"/>
                    <a:pt x="2541" y="7926"/>
                    <a:pt x="2541" y="7926"/>
                  </a:cubicBezTo>
                  <a:cubicBezTo>
                    <a:pt x="2541" y="7926"/>
                    <a:pt x="2541" y="7926"/>
                    <a:pt x="2541" y="7926"/>
                  </a:cubicBezTo>
                  <a:cubicBezTo>
                    <a:pt x="2425" y="7926"/>
                    <a:pt x="2425" y="7926"/>
                    <a:pt x="2425" y="7926"/>
                  </a:cubicBezTo>
                  <a:cubicBezTo>
                    <a:pt x="2310" y="8025"/>
                    <a:pt x="2310" y="8025"/>
                    <a:pt x="2310" y="8025"/>
                  </a:cubicBezTo>
                  <a:cubicBezTo>
                    <a:pt x="2310" y="8124"/>
                    <a:pt x="2310" y="8124"/>
                    <a:pt x="2310" y="8124"/>
                  </a:cubicBezTo>
                  <a:cubicBezTo>
                    <a:pt x="2194" y="8124"/>
                    <a:pt x="2194" y="8124"/>
                    <a:pt x="2194" y="8124"/>
                  </a:cubicBezTo>
                  <a:cubicBezTo>
                    <a:pt x="2194" y="8025"/>
                    <a:pt x="2194" y="8025"/>
                    <a:pt x="2194" y="8025"/>
                  </a:cubicBezTo>
                  <a:cubicBezTo>
                    <a:pt x="2310" y="8025"/>
                    <a:pt x="2310" y="8025"/>
                    <a:pt x="2310" y="8025"/>
                  </a:cubicBezTo>
                  <a:cubicBezTo>
                    <a:pt x="2310" y="7926"/>
                    <a:pt x="2310" y="7926"/>
                    <a:pt x="2310" y="7926"/>
                  </a:cubicBezTo>
                  <a:cubicBezTo>
                    <a:pt x="2194" y="7926"/>
                    <a:pt x="2194" y="7926"/>
                    <a:pt x="2194" y="7926"/>
                  </a:cubicBezTo>
                  <a:cubicBezTo>
                    <a:pt x="2194" y="7926"/>
                    <a:pt x="2194" y="7926"/>
                    <a:pt x="2194" y="7926"/>
                  </a:cubicBezTo>
                  <a:cubicBezTo>
                    <a:pt x="2079" y="7926"/>
                    <a:pt x="2079" y="7926"/>
                    <a:pt x="2079" y="7926"/>
                  </a:cubicBezTo>
                  <a:cubicBezTo>
                    <a:pt x="2079" y="8025"/>
                    <a:pt x="2079" y="8025"/>
                    <a:pt x="2079" y="8025"/>
                  </a:cubicBezTo>
                  <a:cubicBezTo>
                    <a:pt x="1963" y="8025"/>
                    <a:pt x="1963" y="8025"/>
                    <a:pt x="1963" y="8025"/>
                  </a:cubicBezTo>
                  <a:cubicBezTo>
                    <a:pt x="1963" y="8025"/>
                    <a:pt x="1963" y="8025"/>
                    <a:pt x="1963" y="8025"/>
                  </a:cubicBezTo>
                  <a:cubicBezTo>
                    <a:pt x="1848" y="7926"/>
                    <a:pt x="1848" y="7926"/>
                    <a:pt x="1848" y="7926"/>
                  </a:cubicBezTo>
                  <a:cubicBezTo>
                    <a:pt x="1848" y="7926"/>
                    <a:pt x="1848" y="7926"/>
                    <a:pt x="1848" y="7926"/>
                  </a:cubicBezTo>
                  <a:cubicBezTo>
                    <a:pt x="1848" y="7926"/>
                    <a:pt x="1848" y="7926"/>
                    <a:pt x="1848" y="7926"/>
                  </a:cubicBezTo>
                  <a:cubicBezTo>
                    <a:pt x="1732" y="8124"/>
                    <a:pt x="1732" y="8124"/>
                    <a:pt x="1732" y="8124"/>
                  </a:cubicBezTo>
                  <a:cubicBezTo>
                    <a:pt x="1732" y="8124"/>
                    <a:pt x="1732" y="8124"/>
                    <a:pt x="1732" y="8124"/>
                  </a:cubicBezTo>
                  <a:cubicBezTo>
                    <a:pt x="1732" y="8124"/>
                    <a:pt x="1732" y="8124"/>
                    <a:pt x="1732" y="8124"/>
                  </a:cubicBezTo>
                  <a:cubicBezTo>
                    <a:pt x="1617" y="8025"/>
                    <a:pt x="1617" y="8025"/>
                    <a:pt x="1617" y="8025"/>
                  </a:cubicBezTo>
                  <a:cubicBezTo>
                    <a:pt x="1732" y="7926"/>
                    <a:pt x="1732" y="7926"/>
                    <a:pt x="1732" y="7926"/>
                  </a:cubicBezTo>
                  <a:cubicBezTo>
                    <a:pt x="1732" y="7926"/>
                    <a:pt x="1732" y="7926"/>
                    <a:pt x="1732" y="7926"/>
                  </a:cubicBezTo>
                  <a:cubicBezTo>
                    <a:pt x="1732" y="7827"/>
                    <a:pt x="1732" y="7827"/>
                    <a:pt x="1732" y="7827"/>
                  </a:cubicBezTo>
                  <a:cubicBezTo>
                    <a:pt x="1732" y="7827"/>
                    <a:pt x="1732" y="7827"/>
                    <a:pt x="1732" y="7827"/>
                  </a:cubicBezTo>
                  <a:cubicBezTo>
                    <a:pt x="1617" y="7827"/>
                    <a:pt x="1617" y="7827"/>
                    <a:pt x="1617" y="7827"/>
                  </a:cubicBezTo>
                  <a:cubicBezTo>
                    <a:pt x="1617" y="7926"/>
                    <a:pt x="1617" y="7926"/>
                    <a:pt x="1617" y="7926"/>
                  </a:cubicBezTo>
                  <a:cubicBezTo>
                    <a:pt x="1501" y="7926"/>
                    <a:pt x="1501" y="7926"/>
                    <a:pt x="1501" y="7926"/>
                  </a:cubicBezTo>
                  <a:cubicBezTo>
                    <a:pt x="1501" y="7926"/>
                    <a:pt x="1501" y="7926"/>
                    <a:pt x="1501" y="7926"/>
                  </a:cubicBezTo>
                  <a:cubicBezTo>
                    <a:pt x="1501" y="7926"/>
                    <a:pt x="1501" y="7926"/>
                    <a:pt x="1501" y="7926"/>
                  </a:cubicBezTo>
                  <a:cubicBezTo>
                    <a:pt x="1386" y="7926"/>
                    <a:pt x="1386" y="7926"/>
                    <a:pt x="1386" y="7926"/>
                  </a:cubicBezTo>
                  <a:cubicBezTo>
                    <a:pt x="1386" y="7827"/>
                    <a:pt x="1386" y="7827"/>
                    <a:pt x="1386" y="7827"/>
                  </a:cubicBezTo>
                  <a:cubicBezTo>
                    <a:pt x="1386" y="7827"/>
                    <a:pt x="1386" y="7827"/>
                    <a:pt x="1386" y="7827"/>
                  </a:cubicBezTo>
                  <a:cubicBezTo>
                    <a:pt x="1386" y="7728"/>
                    <a:pt x="1386" y="7728"/>
                    <a:pt x="1386" y="7728"/>
                  </a:cubicBezTo>
                  <a:cubicBezTo>
                    <a:pt x="1386" y="7728"/>
                    <a:pt x="1386" y="7728"/>
                    <a:pt x="1386" y="7728"/>
                  </a:cubicBezTo>
                  <a:cubicBezTo>
                    <a:pt x="1270" y="7728"/>
                    <a:pt x="1270" y="7728"/>
                    <a:pt x="1270" y="7728"/>
                  </a:cubicBezTo>
                  <a:cubicBezTo>
                    <a:pt x="1270" y="7827"/>
                    <a:pt x="1270" y="7827"/>
                    <a:pt x="1270" y="7827"/>
                  </a:cubicBezTo>
                  <a:cubicBezTo>
                    <a:pt x="1270" y="7827"/>
                    <a:pt x="1270" y="7827"/>
                    <a:pt x="1270" y="7827"/>
                  </a:cubicBezTo>
                  <a:cubicBezTo>
                    <a:pt x="1155" y="7926"/>
                    <a:pt x="1155" y="7926"/>
                    <a:pt x="1155" y="7926"/>
                  </a:cubicBezTo>
                  <a:cubicBezTo>
                    <a:pt x="1155" y="7926"/>
                    <a:pt x="1155" y="7926"/>
                    <a:pt x="1155" y="7926"/>
                  </a:cubicBezTo>
                  <a:cubicBezTo>
                    <a:pt x="1270" y="8025"/>
                    <a:pt x="1270" y="8025"/>
                    <a:pt x="1270" y="8025"/>
                  </a:cubicBezTo>
                  <a:cubicBezTo>
                    <a:pt x="1270" y="8124"/>
                    <a:pt x="1270" y="8124"/>
                    <a:pt x="1270" y="8124"/>
                  </a:cubicBezTo>
                  <a:cubicBezTo>
                    <a:pt x="1155" y="8124"/>
                    <a:pt x="1155" y="8124"/>
                    <a:pt x="1155" y="8124"/>
                  </a:cubicBezTo>
                  <a:cubicBezTo>
                    <a:pt x="1155" y="8124"/>
                    <a:pt x="1155" y="8124"/>
                    <a:pt x="1155" y="8124"/>
                  </a:cubicBezTo>
                  <a:cubicBezTo>
                    <a:pt x="1039" y="8025"/>
                    <a:pt x="1039" y="8025"/>
                    <a:pt x="1039" y="8025"/>
                  </a:cubicBezTo>
                  <a:cubicBezTo>
                    <a:pt x="924" y="8025"/>
                    <a:pt x="924" y="8025"/>
                    <a:pt x="924" y="8025"/>
                  </a:cubicBezTo>
                  <a:cubicBezTo>
                    <a:pt x="808" y="7926"/>
                    <a:pt x="808" y="7926"/>
                    <a:pt x="808" y="7926"/>
                  </a:cubicBezTo>
                  <a:cubicBezTo>
                    <a:pt x="808" y="7926"/>
                    <a:pt x="808" y="7926"/>
                    <a:pt x="808" y="7926"/>
                  </a:cubicBezTo>
                  <a:cubicBezTo>
                    <a:pt x="693" y="7827"/>
                    <a:pt x="693" y="7827"/>
                    <a:pt x="693" y="7827"/>
                  </a:cubicBezTo>
                  <a:cubicBezTo>
                    <a:pt x="693" y="7827"/>
                    <a:pt x="693" y="7827"/>
                    <a:pt x="693" y="7827"/>
                  </a:cubicBezTo>
                  <a:cubicBezTo>
                    <a:pt x="693" y="7827"/>
                    <a:pt x="693" y="7827"/>
                    <a:pt x="693" y="7827"/>
                  </a:cubicBezTo>
                  <a:cubicBezTo>
                    <a:pt x="577" y="7827"/>
                    <a:pt x="577" y="7827"/>
                    <a:pt x="577" y="7827"/>
                  </a:cubicBezTo>
                  <a:cubicBezTo>
                    <a:pt x="577" y="7629"/>
                    <a:pt x="577" y="7629"/>
                    <a:pt x="577" y="7629"/>
                  </a:cubicBezTo>
                  <a:cubicBezTo>
                    <a:pt x="462" y="7629"/>
                    <a:pt x="462" y="7629"/>
                    <a:pt x="462" y="7629"/>
                  </a:cubicBezTo>
                  <a:cubicBezTo>
                    <a:pt x="462" y="7530"/>
                    <a:pt x="462" y="7530"/>
                    <a:pt x="462" y="7530"/>
                  </a:cubicBezTo>
                  <a:cubicBezTo>
                    <a:pt x="462" y="7431"/>
                    <a:pt x="462" y="7431"/>
                    <a:pt x="462" y="7431"/>
                  </a:cubicBezTo>
                  <a:cubicBezTo>
                    <a:pt x="462" y="7431"/>
                    <a:pt x="462" y="7431"/>
                    <a:pt x="462" y="7431"/>
                  </a:cubicBezTo>
                  <a:cubicBezTo>
                    <a:pt x="577" y="7431"/>
                    <a:pt x="577" y="7431"/>
                    <a:pt x="577" y="7431"/>
                  </a:cubicBezTo>
                  <a:cubicBezTo>
                    <a:pt x="693" y="7332"/>
                    <a:pt x="693" y="7332"/>
                    <a:pt x="693" y="7332"/>
                  </a:cubicBezTo>
                  <a:cubicBezTo>
                    <a:pt x="693" y="7332"/>
                    <a:pt x="693" y="7332"/>
                    <a:pt x="693" y="7332"/>
                  </a:cubicBezTo>
                  <a:cubicBezTo>
                    <a:pt x="924" y="7332"/>
                    <a:pt x="924" y="7332"/>
                    <a:pt x="924" y="7332"/>
                  </a:cubicBezTo>
                  <a:cubicBezTo>
                    <a:pt x="924" y="7332"/>
                    <a:pt x="924" y="7332"/>
                    <a:pt x="924" y="7332"/>
                  </a:cubicBezTo>
                  <a:cubicBezTo>
                    <a:pt x="924" y="7332"/>
                    <a:pt x="924" y="7332"/>
                    <a:pt x="924" y="7332"/>
                  </a:cubicBezTo>
                  <a:cubicBezTo>
                    <a:pt x="1039" y="7233"/>
                    <a:pt x="1039" y="7233"/>
                    <a:pt x="1039" y="7233"/>
                  </a:cubicBezTo>
                  <a:cubicBezTo>
                    <a:pt x="1039" y="7233"/>
                    <a:pt x="1039" y="7233"/>
                    <a:pt x="1039" y="7233"/>
                  </a:cubicBezTo>
                  <a:cubicBezTo>
                    <a:pt x="924" y="7233"/>
                    <a:pt x="924" y="7233"/>
                    <a:pt x="924" y="7233"/>
                  </a:cubicBezTo>
                  <a:cubicBezTo>
                    <a:pt x="808" y="7233"/>
                    <a:pt x="808" y="7233"/>
                    <a:pt x="808" y="7233"/>
                  </a:cubicBezTo>
                  <a:cubicBezTo>
                    <a:pt x="693" y="7233"/>
                    <a:pt x="693" y="7233"/>
                    <a:pt x="693" y="7233"/>
                  </a:cubicBezTo>
                  <a:cubicBezTo>
                    <a:pt x="693" y="7233"/>
                    <a:pt x="693" y="7233"/>
                    <a:pt x="693" y="7233"/>
                  </a:cubicBezTo>
                  <a:cubicBezTo>
                    <a:pt x="577" y="7133"/>
                    <a:pt x="577" y="7133"/>
                    <a:pt x="577" y="7133"/>
                  </a:cubicBezTo>
                  <a:cubicBezTo>
                    <a:pt x="577" y="7034"/>
                    <a:pt x="577" y="7034"/>
                    <a:pt x="577" y="7034"/>
                  </a:cubicBezTo>
                  <a:cubicBezTo>
                    <a:pt x="577" y="6935"/>
                    <a:pt x="577" y="6935"/>
                    <a:pt x="577" y="6935"/>
                  </a:cubicBezTo>
                  <a:cubicBezTo>
                    <a:pt x="693" y="6935"/>
                    <a:pt x="693" y="6935"/>
                    <a:pt x="693" y="6935"/>
                  </a:cubicBezTo>
                  <a:cubicBezTo>
                    <a:pt x="693" y="6836"/>
                    <a:pt x="693" y="6836"/>
                    <a:pt x="693" y="6836"/>
                  </a:cubicBezTo>
                  <a:cubicBezTo>
                    <a:pt x="693" y="6836"/>
                    <a:pt x="693" y="6836"/>
                    <a:pt x="693" y="6836"/>
                  </a:cubicBezTo>
                  <a:cubicBezTo>
                    <a:pt x="693" y="6836"/>
                    <a:pt x="693" y="6836"/>
                    <a:pt x="693" y="6836"/>
                  </a:cubicBezTo>
                  <a:cubicBezTo>
                    <a:pt x="577" y="6836"/>
                    <a:pt x="577" y="6836"/>
                    <a:pt x="577" y="6836"/>
                  </a:cubicBezTo>
                  <a:cubicBezTo>
                    <a:pt x="577" y="6935"/>
                    <a:pt x="577" y="6935"/>
                    <a:pt x="577" y="6935"/>
                  </a:cubicBezTo>
                  <a:cubicBezTo>
                    <a:pt x="462" y="6935"/>
                    <a:pt x="462" y="6935"/>
                    <a:pt x="462" y="6935"/>
                  </a:cubicBezTo>
                  <a:cubicBezTo>
                    <a:pt x="462" y="6935"/>
                    <a:pt x="462" y="6935"/>
                    <a:pt x="462" y="6935"/>
                  </a:cubicBezTo>
                  <a:cubicBezTo>
                    <a:pt x="462" y="7034"/>
                    <a:pt x="462" y="7034"/>
                    <a:pt x="462" y="7034"/>
                  </a:cubicBezTo>
                  <a:cubicBezTo>
                    <a:pt x="346" y="6935"/>
                    <a:pt x="346" y="6935"/>
                    <a:pt x="346" y="6935"/>
                  </a:cubicBezTo>
                  <a:cubicBezTo>
                    <a:pt x="231" y="6935"/>
                    <a:pt x="231" y="6935"/>
                    <a:pt x="231" y="6935"/>
                  </a:cubicBezTo>
                  <a:cubicBezTo>
                    <a:pt x="346" y="6836"/>
                    <a:pt x="346" y="6836"/>
                    <a:pt x="346" y="6836"/>
                  </a:cubicBezTo>
                  <a:cubicBezTo>
                    <a:pt x="346" y="6836"/>
                    <a:pt x="346" y="6836"/>
                    <a:pt x="346" y="6836"/>
                  </a:cubicBezTo>
                  <a:cubicBezTo>
                    <a:pt x="346" y="6836"/>
                    <a:pt x="346" y="6836"/>
                    <a:pt x="346" y="6836"/>
                  </a:cubicBezTo>
                  <a:cubicBezTo>
                    <a:pt x="231" y="6836"/>
                    <a:pt x="231" y="6836"/>
                    <a:pt x="231" y="6836"/>
                  </a:cubicBezTo>
                  <a:cubicBezTo>
                    <a:pt x="231" y="6836"/>
                    <a:pt x="231" y="6836"/>
                    <a:pt x="231" y="6836"/>
                  </a:cubicBezTo>
                  <a:cubicBezTo>
                    <a:pt x="231" y="6737"/>
                    <a:pt x="231" y="6737"/>
                    <a:pt x="231" y="6737"/>
                  </a:cubicBezTo>
                  <a:cubicBezTo>
                    <a:pt x="231" y="6737"/>
                    <a:pt x="231" y="6737"/>
                    <a:pt x="231" y="6737"/>
                  </a:cubicBezTo>
                  <a:cubicBezTo>
                    <a:pt x="231" y="6638"/>
                    <a:pt x="231" y="6638"/>
                    <a:pt x="231" y="6638"/>
                  </a:cubicBezTo>
                  <a:cubicBezTo>
                    <a:pt x="346" y="6638"/>
                    <a:pt x="346" y="6638"/>
                    <a:pt x="346" y="6638"/>
                  </a:cubicBezTo>
                  <a:cubicBezTo>
                    <a:pt x="346" y="6638"/>
                    <a:pt x="346" y="6638"/>
                    <a:pt x="346" y="6638"/>
                  </a:cubicBezTo>
                  <a:cubicBezTo>
                    <a:pt x="462" y="6638"/>
                    <a:pt x="462" y="6638"/>
                    <a:pt x="462" y="6638"/>
                  </a:cubicBezTo>
                  <a:cubicBezTo>
                    <a:pt x="462" y="6638"/>
                    <a:pt x="462" y="6638"/>
                    <a:pt x="462" y="6638"/>
                  </a:cubicBezTo>
                  <a:cubicBezTo>
                    <a:pt x="462" y="6539"/>
                    <a:pt x="462" y="6539"/>
                    <a:pt x="462" y="6539"/>
                  </a:cubicBezTo>
                  <a:cubicBezTo>
                    <a:pt x="693" y="6539"/>
                    <a:pt x="693" y="6539"/>
                    <a:pt x="693" y="6539"/>
                  </a:cubicBezTo>
                  <a:cubicBezTo>
                    <a:pt x="808" y="6539"/>
                    <a:pt x="808" y="6539"/>
                    <a:pt x="808" y="6539"/>
                  </a:cubicBezTo>
                  <a:cubicBezTo>
                    <a:pt x="924" y="6638"/>
                    <a:pt x="924" y="6638"/>
                    <a:pt x="924" y="6638"/>
                  </a:cubicBezTo>
                  <a:cubicBezTo>
                    <a:pt x="1155" y="6638"/>
                    <a:pt x="1155" y="6638"/>
                    <a:pt x="1155" y="6638"/>
                  </a:cubicBezTo>
                  <a:cubicBezTo>
                    <a:pt x="1270" y="6638"/>
                    <a:pt x="1270" y="6638"/>
                    <a:pt x="1270" y="6638"/>
                  </a:cubicBezTo>
                  <a:cubicBezTo>
                    <a:pt x="1386" y="6638"/>
                    <a:pt x="1386" y="6638"/>
                    <a:pt x="1386" y="6638"/>
                  </a:cubicBezTo>
                  <a:cubicBezTo>
                    <a:pt x="1501" y="6737"/>
                    <a:pt x="1501" y="6737"/>
                    <a:pt x="1501" y="6737"/>
                  </a:cubicBezTo>
                  <a:cubicBezTo>
                    <a:pt x="1732" y="6836"/>
                    <a:pt x="1732" y="6836"/>
                    <a:pt x="1732" y="6836"/>
                  </a:cubicBezTo>
                  <a:cubicBezTo>
                    <a:pt x="1732" y="6836"/>
                    <a:pt x="1732" y="6836"/>
                    <a:pt x="1732" y="6836"/>
                  </a:cubicBezTo>
                  <a:cubicBezTo>
                    <a:pt x="1848" y="6836"/>
                    <a:pt x="1848" y="6836"/>
                    <a:pt x="1848" y="6836"/>
                  </a:cubicBezTo>
                  <a:cubicBezTo>
                    <a:pt x="1963" y="6737"/>
                    <a:pt x="1963" y="6737"/>
                    <a:pt x="1963" y="6737"/>
                  </a:cubicBezTo>
                  <a:cubicBezTo>
                    <a:pt x="1848" y="6737"/>
                    <a:pt x="1848" y="6737"/>
                    <a:pt x="1848" y="6737"/>
                  </a:cubicBezTo>
                  <a:cubicBezTo>
                    <a:pt x="1732" y="6737"/>
                    <a:pt x="1732" y="6737"/>
                    <a:pt x="1732" y="6737"/>
                  </a:cubicBezTo>
                  <a:cubicBezTo>
                    <a:pt x="1617" y="6737"/>
                    <a:pt x="1617" y="6737"/>
                    <a:pt x="1617" y="6737"/>
                  </a:cubicBezTo>
                  <a:cubicBezTo>
                    <a:pt x="1501" y="6638"/>
                    <a:pt x="1501" y="6638"/>
                    <a:pt x="1501" y="6638"/>
                  </a:cubicBezTo>
                  <a:cubicBezTo>
                    <a:pt x="1386" y="6638"/>
                    <a:pt x="1386" y="6638"/>
                    <a:pt x="1386" y="6638"/>
                  </a:cubicBezTo>
                  <a:cubicBezTo>
                    <a:pt x="1270" y="6638"/>
                    <a:pt x="1270" y="6638"/>
                    <a:pt x="1270" y="6638"/>
                  </a:cubicBezTo>
                  <a:cubicBezTo>
                    <a:pt x="1155" y="6539"/>
                    <a:pt x="1155" y="6539"/>
                    <a:pt x="1155" y="6539"/>
                  </a:cubicBezTo>
                  <a:cubicBezTo>
                    <a:pt x="1155" y="6539"/>
                    <a:pt x="1155" y="6539"/>
                    <a:pt x="1155" y="6539"/>
                  </a:cubicBezTo>
                  <a:cubicBezTo>
                    <a:pt x="1270" y="6440"/>
                    <a:pt x="1270" y="6440"/>
                    <a:pt x="1270" y="6440"/>
                  </a:cubicBezTo>
                  <a:cubicBezTo>
                    <a:pt x="1501" y="6440"/>
                    <a:pt x="1501" y="6440"/>
                    <a:pt x="1501" y="6440"/>
                  </a:cubicBezTo>
                  <a:cubicBezTo>
                    <a:pt x="1617" y="6440"/>
                    <a:pt x="1617" y="6440"/>
                    <a:pt x="1617" y="6440"/>
                  </a:cubicBezTo>
                  <a:cubicBezTo>
                    <a:pt x="1848" y="6539"/>
                    <a:pt x="1848" y="6539"/>
                    <a:pt x="1848" y="6539"/>
                  </a:cubicBezTo>
                  <a:cubicBezTo>
                    <a:pt x="1848" y="6539"/>
                    <a:pt x="1848" y="6539"/>
                    <a:pt x="1848" y="6539"/>
                  </a:cubicBezTo>
                  <a:cubicBezTo>
                    <a:pt x="1963" y="6638"/>
                    <a:pt x="1963" y="6638"/>
                    <a:pt x="1963" y="6638"/>
                  </a:cubicBezTo>
                  <a:cubicBezTo>
                    <a:pt x="1963" y="6638"/>
                    <a:pt x="1963" y="6638"/>
                    <a:pt x="1963" y="6638"/>
                  </a:cubicBezTo>
                  <a:cubicBezTo>
                    <a:pt x="2079" y="6638"/>
                    <a:pt x="2079" y="6638"/>
                    <a:pt x="2079" y="6638"/>
                  </a:cubicBezTo>
                  <a:cubicBezTo>
                    <a:pt x="2079" y="6638"/>
                    <a:pt x="2079" y="6638"/>
                    <a:pt x="2079" y="6638"/>
                  </a:cubicBezTo>
                  <a:cubicBezTo>
                    <a:pt x="2079" y="6638"/>
                    <a:pt x="2079" y="6638"/>
                    <a:pt x="2079" y="6638"/>
                  </a:cubicBezTo>
                  <a:cubicBezTo>
                    <a:pt x="2079" y="6539"/>
                    <a:pt x="2079" y="6539"/>
                    <a:pt x="2079" y="6539"/>
                  </a:cubicBezTo>
                  <a:cubicBezTo>
                    <a:pt x="2194" y="6440"/>
                    <a:pt x="2194" y="6440"/>
                    <a:pt x="2194" y="6440"/>
                  </a:cubicBezTo>
                  <a:cubicBezTo>
                    <a:pt x="2194" y="6440"/>
                    <a:pt x="2194" y="6440"/>
                    <a:pt x="2194" y="6440"/>
                  </a:cubicBezTo>
                  <a:cubicBezTo>
                    <a:pt x="2194" y="6341"/>
                    <a:pt x="2194" y="6341"/>
                    <a:pt x="2194" y="6341"/>
                  </a:cubicBezTo>
                  <a:cubicBezTo>
                    <a:pt x="2079" y="6341"/>
                    <a:pt x="2079" y="6341"/>
                    <a:pt x="2079" y="6341"/>
                  </a:cubicBezTo>
                  <a:cubicBezTo>
                    <a:pt x="2079" y="6341"/>
                    <a:pt x="2079" y="6341"/>
                    <a:pt x="2079" y="6341"/>
                  </a:cubicBezTo>
                  <a:cubicBezTo>
                    <a:pt x="1963" y="6341"/>
                    <a:pt x="1963" y="6341"/>
                    <a:pt x="1963" y="6341"/>
                  </a:cubicBezTo>
                  <a:cubicBezTo>
                    <a:pt x="2079" y="6242"/>
                    <a:pt x="2079" y="6242"/>
                    <a:pt x="2079" y="6242"/>
                  </a:cubicBezTo>
                  <a:cubicBezTo>
                    <a:pt x="1963" y="6242"/>
                    <a:pt x="1963" y="6242"/>
                    <a:pt x="1963" y="6242"/>
                  </a:cubicBezTo>
                  <a:cubicBezTo>
                    <a:pt x="1848" y="6242"/>
                    <a:pt x="1848" y="6242"/>
                    <a:pt x="1848" y="6242"/>
                  </a:cubicBezTo>
                  <a:cubicBezTo>
                    <a:pt x="1848" y="6341"/>
                    <a:pt x="1848" y="6341"/>
                    <a:pt x="1848" y="6341"/>
                  </a:cubicBezTo>
                  <a:cubicBezTo>
                    <a:pt x="1732" y="6341"/>
                    <a:pt x="1732" y="6341"/>
                    <a:pt x="1732" y="6341"/>
                  </a:cubicBezTo>
                  <a:cubicBezTo>
                    <a:pt x="1501" y="6341"/>
                    <a:pt x="1501" y="6341"/>
                    <a:pt x="1501" y="6341"/>
                  </a:cubicBezTo>
                  <a:cubicBezTo>
                    <a:pt x="1501" y="6242"/>
                    <a:pt x="1501" y="6242"/>
                    <a:pt x="1501" y="6242"/>
                  </a:cubicBezTo>
                  <a:cubicBezTo>
                    <a:pt x="1501" y="6242"/>
                    <a:pt x="1501" y="6242"/>
                    <a:pt x="1501" y="6242"/>
                  </a:cubicBezTo>
                  <a:cubicBezTo>
                    <a:pt x="1501" y="6242"/>
                    <a:pt x="1501" y="6242"/>
                    <a:pt x="1501" y="6242"/>
                  </a:cubicBezTo>
                  <a:cubicBezTo>
                    <a:pt x="1386" y="6143"/>
                    <a:pt x="1386" y="6143"/>
                    <a:pt x="1386" y="6143"/>
                  </a:cubicBezTo>
                  <a:cubicBezTo>
                    <a:pt x="1270" y="6143"/>
                    <a:pt x="1270" y="6143"/>
                    <a:pt x="1270" y="6143"/>
                  </a:cubicBezTo>
                  <a:cubicBezTo>
                    <a:pt x="1270" y="6143"/>
                    <a:pt x="1270" y="6143"/>
                    <a:pt x="1270" y="6143"/>
                  </a:cubicBezTo>
                  <a:cubicBezTo>
                    <a:pt x="1270" y="6143"/>
                    <a:pt x="1270" y="6143"/>
                    <a:pt x="1270" y="6143"/>
                  </a:cubicBezTo>
                  <a:cubicBezTo>
                    <a:pt x="1386" y="6242"/>
                    <a:pt x="1386" y="6242"/>
                    <a:pt x="1386" y="6242"/>
                  </a:cubicBezTo>
                  <a:cubicBezTo>
                    <a:pt x="1386" y="6341"/>
                    <a:pt x="1386" y="6341"/>
                    <a:pt x="1386" y="6341"/>
                  </a:cubicBezTo>
                  <a:cubicBezTo>
                    <a:pt x="1270" y="6341"/>
                    <a:pt x="1270" y="6341"/>
                    <a:pt x="1270" y="6341"/>
                  </a:cubicBezTo>
                  <a:cubicBezTo>
                    <a:pt x="1155" y="6341"/>
                    <a:pt x="1155" y="6341"/>
                    <a:pt x="1155" y="6341"/>
                  </a:cubicBezTo>
                  <a:cubicBezTo>
                    <a:pt x="1039" y="6341"/>
                    <a:pt x="1039" y="6341"/>
                    <a:pt x="1039" y="6341"/>
                  </a:cubicBezTo>
                  <a:cubicBezTo>
                    <a:pt x="924" y="6143"/>
                    <a:pt x="924" y="6143"/>
                    <a:pt x="924" y="6143"/>
                  </a:cubicBezTo>
                  <a:cubicBezTo>
                    <a:pt x="924" y="6143"/>
                    <a:pt x="924" y="6143"/>
                    <a:pt x="924" y="6143"/>
                  </a:cubicBezTo>
                  <a:cubicBezTo>
                    <a:pt x="1039" y="6143"/>
                    <a:pt x="1039" y="6143"/>
                    <a:pt x="1039" y="6143"/>
                  </a:cubicBezTo>
                  <a:cubicBezTo>
                    <a:pt x="1155" y="6044"/>
                    <a:pt x="1155" y="6044"/>
                    <a:pt x="1155" y="6044"/>
                  </a:cubicBezTo>
                  <a:cubicBezTo>
                    <a:pt x="1155" y="6044"/>
                    <a:pt x="1155" y="6044"/>
                    <a:pt x="1155" y="6044"/>
                  </a:cubicBezTo>
                  <a:cubicBezTo>
                    <a:pt x="1155" y="6044"/>
                    <a:pt x="1155" y="6044"/>
                    <a:pt x="1155" y="6044"/>
                  </a:cubicBezTo>
                  <a:cubicBezTo>
                    <a:pt x="1039" y="6044"/>
                    <a:pt x="1039" y="6044"/>
                    <a:pt x="1039" y="6044"/>
                  </a:cubicBezTo>
                  <a:cubicBezTo>
                    <a:pt x="924" y="6143"/>
                    <a:pt x="924" y="6143"/>
                    <a:pt x="924" y="6143"/>
                  </a:cubicBezTo>
                  <a:cubicBezTo>
                    <a:pt x="808" y="6044"/>
                    <a:pt x="808" y="6044"/>
                    <a:pt x="808" y="6044"/>
                  </a:cubicBezTo>
                  <a:cubicBezTo>
                    <a:pt x="808" y="6044"/>
                    <a:pt x="808" y="6044"/>
                    <a:pt x="808" y="6044"/>
                  </a:cubicBezTo>
                  <a:cubicBezTo>
                    <a:pt x="808" y="5944"/>
                    <a:pt x="808" y="5944"/>
                    <a:pt x="808" y="5944"/>
                  </a:cubicBezTo>
                  <a:cubicBezTo>
                    <a:pt x="924" y="5944"/>
                    <a:pt x="924" y="5944"/>
                    <a:pt x="924" y="5944"/>
                  </a:cubicBezTo>
                  <a:cubicBezTo>
                    <a:pt x="1039" y="5944"/>
                    <a:pt x="1039" y="5944"/>
                    <a:pt x="1039" y="5944"/>
                  </a:cubicBezTo>
                  <a:cubicBezTo>
                    <a:pt x="1155" y="5845"/>
                    <a:pt x="1155" y="5845"/>
                    <a:pt x="1155" y="5845"/>
                  </a:cubicBezTo>
                  <a:cubicBezTo>
                    <a:pt x="1039" y="5845"/>
                    <a:pt x="1039" y="5845"/>
                    <a:pt x="1039" y="5845"/>
                  </a:cubicBezTo>
                  <a:cubicBezTo>
                    <a:pt x="1039" y="5746"/>
                    <a:pt x="1039" y="5746"/>
                    <a:pt x="1039" y="5746"/>
                  </a:cubicBezTo>
                  <a:cubicBezTo>
                    <a:pt x="1039" y="5845"/>
                    <a:pt x="1039" y="5845"/>
                    <a:pt x="1039" y="5845"/>
                  </a:cubicBezTo>
                  <a:cubicBezTo>
                    <a:pt x="924" y="5845"/>
                    <a:pt x="924" y="5845"/>
                    <a:pt x="924" y="5845"/>
                  </a:cubicBezTo>
                  <a:cubicBezTo>
                    <a:pt x="808" y="5845"/>
                    <a:pt x="808" y="5845"/>
                    <a:pt x="808" y="5845"/>
                  </a:cubicBezTo>
                  <a:cubicBezTo>
                    <a:pt x="693" y="5944"/>
                    <a:pt x="693" y="5944"/>
                    <a:pt x="693" y="5944"/>
                  </a:cubicBezTo>
                  <a:cubicBezTo>
                    <a:pt x="693" y="5944"/>
                    <a:pt x="693" y="5944"/>
                    <a:pt x="693" y="5944"/>
                  </a:cubicBezTo>
                  <a:cubicBezTo>
                    <a:pt x="577" y="5845"/>
                    <a:pt x="577" y="5845"/>
                    <a:pt x="577" y="5845"/>
                  </a:cubicBezTo>
                  <a:cubicBezTo>
                    <a:pt x="693" y="5845"/>
                    <a:pt x="693" y="5845"/>
                    <a:pt x="693" y="5845"/>
                  </a:cubicBezTo>
                  <a:cubicBezTo>
                    <a:pt x="693" y="5746"/>
                    <a:pt x="693" y="5746"/>
                    <a:pt x="693" y="5746"/>
                  </a:cubicBezTo>
                  <a:cubicBezTo>
                    <a:pt x="693" y="5746"/>
                    <a:pt x="693" y="5746"/>
                    <a:pt x="693" y="5746"/>
                  </a:cubicBezTo>
                  <a:cubicBezTo>
                    <a:pt x="693" y="5746"/>
                    <a:pt x="693" y="5746"/>
                    <a:pt x="693" y="5746"/>
                  </a:cubicBezTo>
                  <a:cubicBezTo>
                    <a:pt x="693" y="5647"/>
                    <a:pt x="693" y="5647"/>
                    <a:pt x="693" y="5647"/>
                  </a:cubicBezTo>
                  <a:cubicBezTo>
                    <a:pt x="577" y="5647"/>
                    <a:pt x="577" y="5647"/>
                    <a:pt x="577" y="5647"/>
                  </a:cubicBezTo>
                  <a:cubicBezTo>
                    <a:pt x="577" y="5647"/>
                    <a:pt x="577" y="5647"/>
                    <a:pt x="577" y="5647"/>
                  </a:cubicBezTo>
                  <a:cubicBezTo>
                    <a:pt x="462" y="5449"/>
                    <a:pt x="462" y="5449"/>
                    <a:pt x="462" y="5449"/>
                  </a:cubicBezTo>
                  <a:cubicBezTo>
                    <a:pt x="346" y="5449"/>
                    <a:pt x="346" y="5449"/>
                    <a:pt x="346" y="5449"/>
                  </a:cubicBezTo>
                  <a:cubicBezTo>
                    <a:pt x="346" y="5449"/>
                    <a:pt x="346" y="5449"/>
                    <a:pt x="346" y="5449"/>
                  </a:cubicBezTo>
                  <a:cubicBezTo>
                    <a:pt x="231" y="5350"/>
                    <a:pt x="231" y="5350"/>
                    <a:pt x="231" y="5350"/>
                  </a:cubicBezTo>
                  <a:cubicBezTo>
                    <a:pt x="346" y="5350"/>
                    <a:pt x="346" y="5350"/>
                    <a:pt x="346" y="5350"/>
                  </a:cubicBezTo>
                  <a:cubicBezTo>
                    <a:pt x="462" y="5350"/>
                    <a:pt x="462" y="5350"/>
                    <a:pt x="462" y="5350"/>
                  </a:cubicBezTo>
                  <a:cubicBezTo>
                    <a:pt x="462" y="5251"/>
                    <a:pt x="462" y="5251"/>
                    <a:pt x="462" y="5251"/>
                  </a:cubicBezTo>
                  <a:cubicBezTo>
                    <a:pt x="462" y="5251"/>
                    <a:pt x="462" y="5251"/>
                    <a:pt x="462" y="5251"/>
                  </a:cubicBezTo>
                  <a:cubicBezTo>
                    <a:pt x="577" y="5251"/>
                    <a:pt x="577" y="5251"/>
                    <a:pt x="577" y="5251"/>
                  </a:cubicBezTo>
                  <a:cubicBezTo>
                    <a:pt x="577" y="5251"/>
                    <a:pt x="577" y="5251"/>
                    <a:pt x="577" y="5251"/>
                  </a:cubicBezTo>
                  <a:cubicBezTo>
                    <a:pt x="577" y="5251"/>
                    <a:pt x="577" y="5251"/>
                    <a:pt x="577" y="5251"/>
                  </a:cubicBezTo>
                  <a:cubicBezTo>
                    <a:pt x="462" y="5152"/>
                    <a:pt x="462" y="5152"/>
                    <a:pt x="462" y="5152"/>
                  </a:cubicBezTo>
                  <a:cubicBezTo>
                    <a:pt x="462" y="5152"/>
                    <a:pt x="462" y="5152"/>
                    <a:pt x="462" y="5152"/>
                  </a:cubicBezTo>
                  <a:cubicBezTo>
                    <a:pt x="346" y="5152"/>
                    <a:pt x="346" y="5152"/>
                    <a:pt x="346" y="5152"/>
                  </a:cubicBezTo>
                  <a:cubicBezTo>
                    <a:pt x="462" y="5152"/>
                    <a:pt x="462" y="5152"/>
                    <a:pt x="462" y="5152"/>
                  </a:cubicBezTo>
                  <a:cubicBezTo>
                    <a:pt x="462" y="5152"/>
                    <a:pt x="462" y="5152"/>
                    <a:pt x="462" y="5152"/>
                  </a:cubicBezTo>
                  <a:cubicBezTo>
                    <a:pt x="693" y="5053"/>
                    <a:pt x="693" y="5053"/>
                    <a:pt x="693" y="5053"/>
                  </a:cubicBezTo>
                  <a:cubicBezTo>
                    <a:pt x="693" y="5053"/>
                    <a:pt x="693" y="5053"/>
                    <a:pt x="693" y="5053"/>
                  </a:cubicBezTo>
                  <a:cubicBezTo>
                    <a:pt x="693" y="4954"/>
                    <a:pt x="693" y="4954"/>
                    <a:pt x="693" y="4954"/>
                  </a:cubicBezTo>
                  <a:cubicBezTo>
                    <a:pt x="808" y="4954"/>
                    <a:pt x="808" y="4954"/>
                    <a:pt x="808" y="4954"/>
                  </a:cubicBezTo>
                  <a:cubicBezTo>
                    <a:pt x="808" y="4954"/>
                    <a:pt x="808" y="4954"/>
                    <a:pt x="808" y="4954"/>
                  </a:cubicBezTo>
                  <a:cubicBezTo>
                    <a:pt x="924" y="4954"/>
                    <a:pt x="924" y="4954"/>
                    <a:pt x="924" y="4954"/>
                  </a:cubicBezTo>
                  <a:cubicBezTo>
                    <a:pt x="924" y="4954"/>
                    <a:pt x="924" y="4954"/>
                    <a:pt x="924" y="4954"/>
                  </a:cubicBezTo>
                  <a:cubicBezTo>
                    <a:pt x="1039" y="4954"/>
                    <a:pt x="1039" y="4954"/>
                    <a:pt x="1039" y="4954"/>
                  </a:cubicBezTo>
                  <a:cubicBezTo>
                    <a:pt x="1039" y="4954"/>
                    <a:pt x="1039" y="4954"/>
                    <a:pt x="1039" y="4954"/>
                  </a:cubicBezTo>
                  <a:cubicBezTo>
                    <a:pt x="1155" y="4954"/>
                    <a:pt x="1155" y="4954"/>
                    <a:pt x="1155" y="4954"/>
                  </a:cubicBezTo>
                  <a:cubicBezTo>
                    <a:pt x="1155" y="4954"/>
                    <a:pt x="1155" y="4954"/>
                    <a:pt x="1155" y="4954"/>
                  </a:cubicBezTo>
                  <a:cubicBezTo>
                    <a:pt x="1155" y="4954"/>
                    <a:pt x="1155" y="4954"/>
                    <a:pt x="1155" y="4954"/>
                  </a:cubicBezTo>
                  <a:cubicBezTo>
                    <a:pt x="1270" y="4954"/>
                    <a:pt x="1270" y="4954"/>
                    <a:pt x="1270" y="4954"/>
                  </a:cubicBezTo>
                  <a:cubicBezTo>
                    <a:pt x="1270" y="4954"/>
                    <a:pt x="1270" y="4954"/>
                    <a:pt x="1270" y="4954"/>
                  </a:cubicBezTo>
                  <a:cubicBezTo>
                    <a:pt x="1270" y="4954"/>
                    <a:pt x="1270" y="4954"/>
                    <a:pt x="1270" y="4954"/>
                  </a:cubicBezTo>
                  <a:cubicBezTo>
                    <a:pt x="1386" y="4855"/>
                    <a:pt x="1386" y="4855"/>
                    <a:pt x="1386" y="4855"/>
                  </a:cubicBezTo>
                  <a:cubicBezTo>
                    <a:pt x="1501" y="4855"/>
                    <a:pt x="1501" y="4855"/>
                    <a:pt x="1501" y="4855"/>
                  </a:cubicBezTo>
                  <a:cubicBezTo>
                    <a:pt x="1501" y="4855"/>
                    <a:pt x="1501" y="4855"/>
                    <a:pt x="1501" y="4855"/>
                  </a:cubicBezTo>
                  <a:cubicBezTo>
                    <a:pt x="1501" y="4855"/>
                    <a:pt x="1501" y="4855"/>
                    <a:pt x="1501" y="4855"/>
                  </a:cubicBezTo>
                  <a:cubicBezTo>
                    <a:pt x="1617" y="4855"/>
                    <a:pt x="1617" y="4855"/>
                    <a:pt x="1617" y="4855"/>
                  </a:cubicBezTo>
                  <a:cubicBezTo>
                    <a:pt x="1617" y="4855"/>
                    <a:pt x="1617" y="4855"/>
                    <a:pt x="1617" y="4855"/>
                  </a:cubicBezTo>
                  <a:cubicBezTo>
                    <a:pt x="2079" y="4755"/>
                    <a:pt x="2079" y="4755"/>
                    <a:pt x="2079" y="4755"/>
                  </a:cubicBezTo>
                  <a:cubicBezTo>
                    <a:pt x="2079" y="4755"/>
                    <a:pt x="2079" y="4755"/>
                    <a:pt x="2079" y="4755"/>
                  </a:cubicBezTo>
                  <a:cubicBezTo>
                    <a:pt x="2194" y="4855"/>
                    <a:pt x="2194" y="4855"/>
                    <a:pt x="2194" y="4855"/>
                  </a:cubicBezTo>
                  <a:cubicBezTo>
                    <a:pt x="2194" y="4755"/>
                    <a:pt x="2194" y="4755"/>
                    <a:pt x="2194" y="4755"/>
                  </a:cubicBezTo>
                  <a:cubicBezTo>
                    <a:pt x="2079" y="4755"/>
                    <a:pt x="2079" y="4755"/>
                    <a:pt x="2079" y="4755"/>
                  </a:cubicBezTo>
                  <a:cubicBezTo>
                    <a:pt x="2194" y="4656"/>
                    <a:pt x="2194" y="4656"/>
                    <a:pt x="2194" y="4656"/>
                  </a:cubicBezTo>
                  <a:cubicBezTo>
                    <a:pt x="2310" y="4656"/>
                    <a:pt x="2310" y="4656"/>
                    <a:pt x="2310" y="4656"/>
                  </a:cubicBezTo>
                  <a:cubicBezTo>
                    <a:pt x="2425" y="4656"/>
                    <a:pt x="2425" y="4656"/>
                    <a:pt x="2425" y="4656"/>
                  </a:cubicBezTo>
                  <a:cubicBezTo>
                    <a:pt x="2541" y="4656"/>
                    <a:pt x="2541" y="4656"/>
                    <a:pt x="2541" y="4656"/>
                  </a:cubicBezTo>
                  <a:cubicBezTo>
                    <a:pt x="2656" y="4656"/>
                    <a:pt x="2656" y="4656"/>
                    <a:pt x="2656" y="4656"/>
                  </a:cubicBezTo>
                  <a:cubicBezTo>
                    <a:pt x="2656" y="4656"/>
                    <a:pt x="2656" y="4656"/>
                    <a:pt x="2656" y="4656"/>
                  </a:cubicBezTo>
                  <a:cubicBezTo>
                    <a:pt x="2772" y="4656"/>
                    <a:pt x="2772" y="4656"/>
                    <a:pt x="2772" y="4656"/>
                  </a:cubicBezTo>
                  <a:cubicBezTo>
                    <a:pt x="2887" y="4656"/>
                    <a:pt x="2887" y="4656"/>
                    <a:pt x="2887" y="4656"/>
                  </a:cubicBezTo>
                  <a:cubicBezTo>
                    <a:pt x="3003" y="4656"/>
                    <a:pt x="3003" y="4656"/>
                    <a:pt x="3003" y="4656"/>
                  </a:cubicBezTo>
                  <a:cubicBezTo>
                    <a:pt x="3118" y="4656"/>
                    <a:pt x="3118" y="4656"/>
                    <a:pt x="3118" y="4656"/>
                  </a:cubicBezTo>
                  <a:cubicBezTo>
                    <a:pt x="3118" y="4656"/>
                    <a:pt x="3118" y="4656"/>
                    <a:pt x="3118" y="4656"/>
                  </a:cubicBezTo>
                  <a:cubicBezTo>
                    <a:pt x="3234" y="4755"/>
                    <a:pt x="3234" y="4755"/>
                    <a:pt x="3234" y="4755"/>
                  </a:cubicBezTo>
                  <a:cubicBezTo>
                    <a:pt x="3349" y="4755"/>
                    <a:pt x="3349" y="4755"/>
                    <a:pt x="3349" y="4755"/>
                  </a:cubicBezTo>
                  <a:cubicBezTo>
                    <a:pt x="3349" y="4755"/>
                    <a:pt x="3349" y="4755"/>
                    <a:pt x="3349" y="4755"/>
                  </a:cubicBezTo>
                  <a:cubicBezTo>
                    <a:pt x="3465" y="4755"/>
                    <a:pt x="3465" y="4755"/>
                    <a:pt x="3465" y="4755"/>
                  </a:cubicBezTo>
                  <a:cubicBezTo>
                    <a:pt x="3465" y="4755"/>
                    <a:pt x="3465" y="4755"/>
                    <a:pt x="3465" y="4755"/>
                  </a:cubicBezTo>
                  <a:cubicBezTo>
                    <a:pt x="3580" y="4656"/>
                    <a:pt x="3580" y="4656"/>
                    <a:pt x="3580" y="4656"/>
                  </a:cubicBezTo>
                  <a:cubicBezTo>
                    <a:pt x="3580" y="4557"/>
                    <a:pt x="3580" y="4557"/>
                    <a:pt x="3580" y="4557"/>
                  </a:cubicBezTo>
                  <a:cubicBezTo>
                    <a:pt x="3696" y="4458"/>
                    <a:pt x="3696" y="4458"/>
                    <a:pt x="3696" y="4458"/>
                  </a:cubicBezTo>
                  <a:cubicBezTo>
                    <a:pt x="3811" y="4458"/>
                    <a:pt x="3811" y="4458"/>
                    <a:pt x="3811" y="4458"/>
                  </a:cubicBezTo>
                  <a:cubicBezTo>
                    <a:pt x="3811" y="4359"/>
                    <a:pt x="3811" y="4359"/>
                    <a:pt x="3811" y="4359"/>
                  </a:cubicBezTo>
                  <a:cubicBezTo>
                    <a:pt x="3927" y="4260"/>
                    <a:pt x="3927" y="4260"/>
                    <a:pt x="3927" y="4260"/>
                  </a:cubicBezTo>
                  <a:cubicBezTo>
                    <a:pt x="4042" y="4260"/>
                    <a:pt x="4042" y="4260"/>
                    <a:pt x="4042" y="4260"/>
                  </a:cubicBezTo>
                  <a:cubicBezTo>
                    <a:pt x="4042" y="4161"/>
                    <a:pt x="4042" y="4161"/>
                    <a:pt x="4042" y="4161"/>
                  </a:cubicBezTo>
                  <a:cubicBezTo>
                    <a:pt x="3927" y="4161"/>
                    <a:pt x="3927" y="4161"/>
                    <a:pt x="3927" y="4161"/>
                  </a:cubicBezTo>
                  <a:cubicBezTo>
                    <a:pt x="3927" y="4062"/>
                    <a:pt x="3927" y="4062"/>
                    <a:pt x="3927" y="4062"/>
                  </a:cubicBezTo>
                  <a:cubicBezTo>
                    <a:pt x="4042" y="4062"/>
                    <a:pt x="4042" y="4062"/>
                    <a:pt x="4042" y="4062"/>
                  </a:cubicBezTo>
                  <a:cubicBezTo>
                    <a:pt x="4158" y="3963"/>
                    <a:pt x="4158" y="3963"/>
                    <a:pt x="4158" y="3963"/>
                  </a:cubicBezTo>
                  <a:cubicBezTo>
                    <a:pt x="4273" y="4062"/>
                    <a:pt x="4273" y="4062"/>
                    <a:pt x="4273" y="4062"/>
                  </a:cubicBezTo>
                  <a:cubicBezTo>
                    <a:pt x="4389" y="3963"/>
                    <a:pt x="4389" y="3963"/>
                    <a:pt x="4389" y="3963"/>
                  </a:cubicBezTo>
                  <a:cubicBezTo>
                    <a:pt x="4389" y="3864"/>
                    <a:pt x="4389" y="3864"/>
                    <a:pt x="4389" y="3864"/>
                  </a:cubicBezTo>
                  <a:cubicBezTo>
                    <a:pt x="4389" y="3864"/>
                    <a:pt x="4389" y="3864"/>
                    <a:pt x="4389" y="3864"/>
                  </a:cubicBezTo>
                  <a:cubicBezTo>
                    <a:pt x="4273" y="3864"/>
                    <a:pt x="4273" y="3864"/>
                    <a:pt x="4273" y="3864"/>
                  </a:cubicBezTo>
                  <a:cubicBezTo>
                    <a:pt x="4158" y="3864"/>
                    <a:pt x="4158" y="3864"/>
                    <a:pt x="4158" y="3864"/>
                  </a:cubicBezTo>
                  <a:cubicBezTo>
                    <a:pt x="4158" y="3765"/>
                    <a:pt x="4158" y="3765"/>
                    <a:pt x="4158" y="3765"/>
                  </a:cubicBezTo>
                  <a:cubicBezTo>
                    <a:pt x="4158" y="3765"/>
                    <a:pt x="4158" y="3765"/>
                    <a:pt x="4158" y="3765"/>
                  </a:cubicBezTo>
                  <a:cubicBezTo>
                    <a:pt x="4273" y="3765"/>
                    <a:pt x="4273" y="3765"/>
                    <a:pt x="4273" y="3765"/>
                  </a:cubicBezTo>
                  <a:cubicBezTo>
                    <a:pt x="4389" y="3765"/>
                    <a:pt x="4389" y="3765"/>
                    <a:pt x="4389" y="3765"/>
                  </a:cubicBezTo>
                  <a:cubicBezTo>
                    <a:pt x="4504" y="3666"/>
                    <a:pt x="4504" y="3666"/>
                    <a:pt x="4504" y="3666"/>
                  </a:cubicBezTo>
                  <a:cubicBezTo>
                    <a:pt x="4620" y="3666"/>
                    <a:pt x="4620" y="3666"/>
                    <a:pt x="4620" y="3666"/>
                  </a:cubicBezTo>
                  <a:cubicBezTo>
                    <a:pt x="4620" y="3666"/>
                    <a:pt x="4620" y="3666"/>
                    <a:pt x="4620" y="3666"/>
                  </a:cubicBezTo>
                  <a:cubicBezTo>
                    <a:pt x="4620" y="3566"/>
                    <a:pt x="4620" y="3566"/>
                    <a:pt x="4620" y="3566"/>
                  </a:cubicBezTo>
                  <a:cubicBezTo>
                    <a:pt x="4620" y="3566"/>
                    <a:pt x="4620" y="3566"/>
                    <a:pt x="4620" y="3566"/>
                  </a:cubicBezTo>
                  <a:cubicBezTo>
                    <a:pt x="4620" y="3566"/>
                    <a:pt x="4620" y="3566"/>
                    <a:pt x="4620" y="3566"/>
                  </a:cubicBezTo>
                  <a:cubicBezTo>
                    <a:pt x="4504" y="3566"/>
                    <a:pt x="4504" y="3566"/>
                    <a:pt x="4504" y="3566"/>
                  </a:cubicBezTo>
                  <a:cubicBezTo>
                    <a:pt x="4504" y="3666"/>
                    <a:pt x="4504" y="3666"/>
                    <a:pt x="4504" y="3666"/>
                  </a:cubicBezTo>
                  <a:cubicBezTo>
                    <a:pt x="4504" y="3666"/>
                    <a:pt x="4504" y="3666"/>
                    <a:pt x="4504" y="3666"/>
                  </a:cubicBezTo>
                  <a:cubicBezTo>
                    <a:pt x="4273" y="3666"/>
                    <a:pt x="4273" y="3666"/>
                    <a:pt x="4273" y="3666"/>
                  </a:cubicBezTo>
                  <a:cubicBezTo>
                    <a:pt x="4158" y="3666"/>
                    <a:pt x="4158" y="3666"/>
                    <a:pt x="4158" y="3666"/>
                  </a:cubicBezTo>
                  <a:cubicBezTo>
                    <a:pt x="4158" y="3666"/>
                    <a:pt x="4158" y="3666"/>
                    <a:pt x="4158" y="3666"/>
                  </a:cubicBezTo>
                  <a:cubicBezTo>
                    <a:pt x="4042" y="3765"/>
                    <a:pt x="4042" y="3765"/>
                    <a:pt x="4042" y="3765"/>
                  </a:cubicBezTo>
                  <a:cubicBezTo>
                    <a:pt x="4042" y="3765"/>
                    <a:pt x="4042" y="3765"/>
                    <a:pt x="4042" y="3765"/>
                  </a:cubicBezTo>
                  <a:cubicBezTo>
                    <a:pt x="3927" y="3666"/>
                    <a:pt x="3927" y="3666"/>
                    <a:pt x="3927" y="3666"/>
                  </a:cubicBezTo>
                  <a:cubicBezTo>
                    <a:pt x="3811" y="3666"/>
                    <a:pt x="3811" y="3666"/>
                    <a:pt x="3811" y="3666"/>
                  </a:cubicBezTo>
                  <a:cubicBezTo>
                    <a:pt x="3811" y="3666"/>
                    <a:pt x="3811" y="3666"/>
                    <a:pt x="3811" y="3666"/>
                  </a:cubicBezTo>
                  <a:cubicBezTo>
                    <a:pt x="3811" y="3666"/>
                    <a:pt x="3811" y="3666"/>
                    <a:pt x="3811" y="3666"/>
                  </a:cubicBezTo>
                  <a:cubicBezTo>
                    <a:pt x="3696" y="3666"/>
                    <a:pt x="3696" y="3666"/>
                    <a:pt x="3696" y="3666"/>
                  </a:cubicBezTo>
                  <a:cubicBezTo>
                    <a:pt x="3696" y="3666"/>
                    <a:pt x="3696" y="3666"/>
                    <a:pt x="3696" y="3666"/>
                  </a:cubicBezTo>
                  <a:cubicBezTo>
                    <a:pt x="3580" y="3666"/>
                    <a:pt x="3580" y="3666"/>
                    <a:pt x="3580" y="3666"/>
                  </a:cubicBezTo>
                  <a:cubicBezTo>
                    <a:pt x="3580" y="3666"/>
                    <a:pt x="3580" y="3666"/>
                    <a:pt x="3580" y="3666"/>
                  </a:cubicBezTo>
                  <a:cubicBezTo>
                    <a:pt x="3580" y="3566"/>
                    <a:pt x="3580" y="3566"/>
                    <a:pt x="3580" y="3566"/>
                  </a:cubicBezTo>
                  <a:cubicBezTo>
                    <a:pt x="3580" y="3566"/>
                    <a:pt x="3580" y="3566"/>
                    <a:pt x="3580" y="3566"/>
                  </a:cubicBezTo>
                  <a:cubicBezTo>
                    <a:pt x="3580" y="3566"/>
                    <a:pt x="3580" y="3566"/>
                    <a:pt x="3580" y="3566"/>
                  </a:cubicBezTo>
                  <a:cubicBezTo>
                    <a:pt x="3465" y="3467"/>
                    <a:pt x="3465" y="3467"/>
                    <a:pt x="3465" y="3467"/>
                  </a:cubicBezTo>
                  <a:cubicBezTo>
                    <a:pt x="3580" y="3467"/>
                    <a:pt x="3580" y="3467"/>
                    <a:pt x="3580" y="3467"/>
                  </a:cubicBezTo>
                  <a:cubicBezTo>
                    <a:pt x="3580" y="3368"/>
                    <a:pt x="3580" y="3368"/>
                    <a:pt x="3580" y="3368"/>
                  </a:cubicBezTo>
                  <a:cubicBezTo>
                    <a:pt x="3696" y="3368"/>
                    <a:pt x="3696" y="3368"/>
                    <a:pt x="3696" y="3368"/>
                  </a:cubicBezTo>
                  <a:cubicBezTo>
                    <a:pt x="3696" y="3269"/>
                    <a:pt x="3696" y="3269"/>
                    <a:pt x="3696" y="3269"/>
                  </a:cubicBezTo>
                  <a:cubicBezTo>
                    <a:pt x="3696" y="3269"/>
                    <a:pt x="3696" y="3269"/>
                    <a:pt x="3696" y="3269"/>
                  </a:cubicBezTo>
                  <a:cubicBezTo>
                    <a:pt x="3811" y="3269"/>
                    <a:pt x="3811" y="3269"/>
                    <a:pt x="3811" y="3269"/>
                  </a:cubicBezTo>
                  <a:cubicBezTo>
                    <a:pt x="3696" y="3269"/>
                    <a:pt x="3696" y="3269"/>
                    <a:pt x="3696" y="3269"/>
                  </a:cubicBezTo>
                  <a:cubicBezTo>
                    <a:pt x="3696" y="3170"/>
                    <a:pt x="3696" y="3170"/>
                    <a:pt x="3696" y="3170"/>
                  </a:cubicBezTo>
                  <a:cubicBezTo>
                    <a:pt x="3696" y="3170"/>
                    <a:pt x="3696" y="3170"/>
                    <a:pt x="3696" y="3170"/>
                  </a:cubicBezTo>
                  <a:cubicBezTo>
                    <a:pt x="3811" y="3170"/>
                    <a:pt x="3811" y="3170"/>
                    <a:pt x="3811" y="3170"/>
                  </a:cubicBezTo>
                  <a:cubicBezTo>
                    <a:pt x="3927" y="3071"/>
                    <a:pt x="3927" y="3071"/>
                    <a:pt x="3927" y="3071"/>
                  </a:cubicBezTo>
                  <a:cubicBezTo>
                    <a:pt x="3927" y="3071"/>
                    <a:pt x="3927" y="3071"/>
                    <a:pt x="3927" y="3071"/>
                  </a:cubicBezTo>
                  <a:cubicBezTo>
                    <a:pt x="3927" y="2972"/>
                    <a:pt x="3927" y="2972"/>
                    <a:pt x="3927" y="2972"/>
                  </a:cubicBezTo>
                  <a:cubicBezTo>
                    <a:pt x="4158" y="2972"/>
                    <a:pt x="4158" y="2972"/>
                    <a:pt x="4158" y="2972"/>
                  </a:cubicBezTo>
                  <a:cubicBezTo>
                    <a:pt x="4158" y="2972"/>
                    <a:pt x="4158" y="2972"/>
                    <a:pt x="4158" y="2972"/>
                  </a:cubicBezTo>
                  <a:cubicBezTo>
                    <a:pt x="4273" y="2873"/>
                    <a:pt x="4273" y="2873"/>
                    <a:pt x="4273" y="2873"/>
                  </a:cubicBezTo>
                  <a:cubicBezTo>
                    <a:pt x="4389" y="2873"/>
                    <a:pt x="4389" y="2873"/>
                    <a:pt x="4389" y="2873"/>
                  </a:cubicBezTo>
                  <a:cubicBezTo>
                    <a:pt x="4504" y="2873"/>
                    <a:pt x="4504" y="2873"/>
                    <a:pt x="4504" y="2873"/>
                  </a:cubicBezTo>
                  <a:cubicBezTo>
                    <a:pt x="4504" y="2873"/>
                    <a:pt x="4504" y="2873"/>
                    <a:pt x="4504" y="2873"/>
                  </a:cubicBezTo>
                  <a:cubicBezTo>
                    <a:pt x="4389" y="2873"/>
                    <a:pt x="4389" y="2873"/>
                    <a:pt x="4389" y="2873"/>
                  </a:cubicBezTo>
                  <a:cubicBezTo>
                    <a:pt x="4389" y="2774"/>
                    <a:pt x="4389" y="2774"/>
                    <a:pt x="4389" y="2774"/>
                  </a:cubicBezTo>
                  <a:cubicBezTo>
                    <a:pt x="4504" y="2774"/>
                    <a:pt x="4504" y="2774"/>
                    <a:pt x="4504" y="2774"/>
                  </a:cubicBezTo>
                  <a:cubicBezTo>
                    <a:pt x="4504" y="2774"/>
                    <a:pt x="4504" y="2774"/>
                    <a:pt x="4504" y="2774"/>
                  </a:cubicBezTo>
                  <a:cubicBezTo>
                    <a:pt x="4504" y="2873"/>
                    <a:pt x="4504" y="2873"/>
                    <a:pt x="4504" y="2873"/>
                  </a:cubicBezTo>
                  <a:cubicBezTo>
                    <a:pt x="4620" y="2774"/>
                    <a:pt x="4620" y="2774"/>
                    <a:pt x="4620" y="2774"/>
                  </a:cubicBezTo>
                  <a:cubicBezTo>
                    <a:pt x="4735" y="2675"/>
                    <a:pt x="4735" y="2675"/>
                    <a:pt x="4735" y="2675"/>
                  </a:cubicBezTo>
                  <a:cubicBezTo>
                    <a:pt x="4735" y="2675"/>
                    <a:pt x="4735" y="2675"/>
                    <a:pt x="4735" y="2675"/>
                  </a:cubicBezTo>
                  <a:cubicBezTo>
                    <a:pt x="4735" y="2576"/>
                    <a:pt x="4735" y="2576"/>
                    <a:pt x="4735" y="2576"/>
                  </a:cubicBezTo>
                  <a:cubicBezTo>
                    <a:pt x="4851" y="2576"/>
                    <a:pt x="4851" y="2576"/>
                    <a:pt x="4851" y="2576"/>
                  </a:cubicBezTo>
                  <a:cubicBezTo>
                    <a:pt x="4966" y="2576"/>
                    <a:pt x="4966" y="2576"/>
                    <a:pt x="4966" y="2576"/>
                  </a:cubicBezTo>
                  <a:cubicBezTo>
                    <a:pt x="4966" y="2477"/>
                    <a:pt x="4966" y="2477"/>
                    <a:pt x="4966" y="2477"/>
                  </a:cubicBezTo>
                  <a:cubicBezTo>
                    <a:pt x="5082" y="2477"/>
                    <a:pt x="5082" y="2477"/>
                    <a:pt x="5082" y="2477"/>
                  </a:cubicBezTo>
                  <a:cubicBezTo>
                    <a:pt x="5082" y="2477"/>
                    <a:pt x="5082" y="2477"/>
                    <a:pt x="5082" y="2477"/>
                  </a:cubicBezTo>
                  <a:cubicBezTo>
                    <a:pt x="5082" y="2477"/>
                    <a:pt x="5082" y="2477"/>
                    <a:pt x="5082" y="2477"/>
                  </a:cubicBezTo>
                  <a:cubicBezTo>
                    <a:pt x="5197" y="2576"/>
                    <a:pt x="5197" y="2576"/>
                    <a:pt x="5197" y="2576"/>
                  </a:cubicBezTo>
                  <a:cubicBezTo>
                    <a:pt x="5197" y="2675"/>
                    <a:pt x="5197" y="2675"/>
                    <a:pt x="5197" y="2675"/>
                  </a:cubicBezTo>
                  <a:cubicBezTo>
                    <a:pt x="5197" y="2774"/>
                    <a:pt x="5197" y="2774"/>
                    <a:pt x="5197" y="2774"/>
                  </a:cubicBezTo>
                  <a:cubicBezTo>
                    <a:pt x="5197" y="2873"/>
                    <a:pt x="5197" y="2873"/>
                    <a:pt x="5197" y="2873"/>
                  </a:cubicBezTo>
                  <a:cubicBezTo>
                    <a:pt x="5197" y="2972"/>
                    <a:pt x="5197" y="2972"/>
                    <a:pt x="5197" y="2972"/>
                  </a:cubicBezTo>
                  <a:cubicBezTo>
                    <a:pt x="5197" y="2972"/>
                    <a:pt x="5197" y="2972"/>
                    <a:pt x="5197" y="2972"/>
                  </a:cubicBezTo>
                  <a:cubicBezTo>
                    <a:pt x="5197" y="2972"/>
                    <a:pt x="5197" y="2972"/>
                    <a:pt x="5197" y="2972"/>
                  </a:cubicBezTo>
                  <a:cubicBezTo>
                    <a:pt x="5313" y="2873"/>
                    <a:pt x="5313" y="2873"/>
                    <a:pt x="5313" y="2873"/>
                  </a:cubicBezTo>
                  <a:cubicBezTo>
                    <a:pt x="5197" y="2675"/>
                    <a:pt x="5197" y="2675"/>
                    <a:pt x="5197" y="2675"/>
                  </a:cubicBezTo>
                  <a:cubicBezTo>
                    <a:pt x="5197" y="2675"/>
                    <a:pt x="5197" y="2675"/>
                    <a:pt x="5197" y="2675"/>
                  </a:cubicBezTo>
                  <a:cubicBezTo>
                    <a:pt x="5197" y="2576"/>
                    <a:pt x="5197" y="2576"/>
                    <a:pt x="5197" y="2576"/>
                  </a:cubicBezTo>
                  <a:cubicBezTo>
                    <a:pt x="5197" y="2477"/>
                    <a:pt x="5197" y="2477"/>
                    <a:pt x="5197" y="2477"/>
                  </a:cubicBezTo>
                  <a:cubicBezTo>
                    <a:pt x="5313" y="2477"/>
                    <a:pt x="5313" y="2477"/>
                    <a:pt x="5313" y="2477"/>
                  </a:cubicBezTo>
                  <a:cubicBezTo>
                    <a:pt x="5313" y="2477"/>
                    <a:pt x="5313" y="2477"/>
                    <a:pt x="5313" y="2477"/>
                  </a:cubicBezTo>
                  <a:cubicBezTo>
                    <a:pt x="5313" y="2377"/>
                    <a:pt x="5313" y="2377"/>
                    <a:pt x="5313" y="2377"/>
                  </a:cubicBezTo>
                  <a:cubicBezTo>
                    <a:pt x="5428" y="2377"/>
                    <a:pt x="5428" y="2377"/>
                    <a:pt x="5428" y="2377"/>
                  </a:cubicBezTo>
                  <a:cubicBezTo>
                    <a:pt x="5428" y="2377"/>
                    <a:pt x="5428" y="2377"/>
                    <a:pt x="5428" y="2377"/>
                  </a:cubicBezTo>
                  <a:cubicBezTo>
                    <a:pt x="5428" y="2477"/>
                    <a:pt x="5428" y="2477"/>
                    <a:pt x="5428" y="2477"/>
                  </a:cubicBezTo>
                  <a:cubicBezTo>
                    <a:pt x="5544" y="2477"/>
                    <a:pt x="5544" y="2477"/>
                    <a:pt x="5544" y="2477"/>
                  </a:cubicBezTo>
                  <a:cubicBezTo>
                    <a:pt x="5544" y="2477"/>
                    <a:pt x="5544" y="2477"/>
                    <a:pt x="5544" y="2477"/>
                  </a:cubicBezTo>
                  <a:cubicBezTo>
                    <a:pt x="5544" y="2477"/>
                    <a:pt x="5544" y="2477"/>
                    <a:pt x="5544" y="2477"/>
                  </a:cubicBezTo>
                  <a:cubicBezTo>
                    <a:pt x="5544" y="2576"/>
                    <a:pt x="5544" y="2576"/>
                    <a:pt x="5544" y="2576"/>
                  </a:cubicBezTo>
                  <a:cubicBezTo>
                    <a:pt x="5544" y="2576"/>
                    <a:pt x="5544" y="2576"/>
                    <a:pt x="5544" y="2576"/>
                  </a:cubicBezTo>
                  <a:cubicBezTo>
                    <a:pt x="5659" y="2675"/>
                    <a:pt x="5659" y="2675"/>
                    <a:pt x="5659" y="2675"/>
                  </a:cubicBezTo>
                  <a:cubicBezTo>
                    <a:pt x="5775" y="2576"/>
                    <a:pt x="5775" y="2576"/>
                    <a:pt x="5775" y="2576"/>
                  </a:cubicBezTo>
                  <a:cubicBezTo>
                    <a:pt x="5890" y="2576"/>
                    <a:pt x="5890" y="2576"/>
                    <a:pt x="5890" y="2576"/>
                  </a:cubicBezTo>
                  <a:cubicBezTo>
                    <a:pt x="5890" y="2576"/>
                    <a:pt x="5890" y="2576"/>
                    <a:pt x="5890" y="2576"/>
                  </a:cubicBezTo>
                  <a:cubicBezTo>
                    <a:pt x="5890" y="2576"/>
                    <a:pt x="5890" y="2576"/>
                    <a:pt x="5890" y="2576"/>
                  </a:cubicBezTo>
                  <a:cubicBezTo>
                    <a:pt x="5890" y="2477"/>
                    <a:pt x="5890" y="2477"/>
                    <a:pt x="5890" y="2477"/>
                  </a:cubicBezTo>
                  <a:cubicBezTo>
                    <a:pt x="5890" y="2477"/>
                    <a:pt x="5890" y="2477"/>
                    <a:pt x="5890" y="2477"/>
                  </a:cubicBezTo>
                  <a:cubicBezTo>
                    <a:pt x="6006" y="2477"/>
                    <a:pt x="6006" y="2477"/>
                    <a:pt x="6006" y="2477"/>
                  </a:cubicBezTo>
                  <a:cubicBezTo>
                    <a:pt x="6006" y="2377"/>
                    <a:pt x="6006" y="2377"/>
                    <a:pt x="6006" y="2377"/>
                  </a:cubicBezTo>
                  <a:cubicBezTo>
                    <a:pt x="6006" y="2377"/>
                    <a:pt x="6006" y="2377"/>
                    <a:pt x="6006" y="2377"/>
                  </a:cubicBezTo>
                  <a:cubicBezTo>
                    <a:pt x="6121" y="2377"/>
                    <a:pt x="6121" y="2377"/>
                    <a:pt x="6121" y="2377"/>
                  </a:cubicBezTo>
                  <a:cubicBezTo>
                    <a:pt x="6237" y="2278"/>
                    <a:pt x="6237" y="2278"/>
                    <a:pt x="6237" y="2278"/>
                  </a:cubicBezTo>
                  <a:cubicBezTo>
                    <a:pt x="6352" y="2179"/>
                    <a:pt x="6352" y="2179"/>
                    <a:pt x="6352" y="2179"/>
                  </a:cubicBezTo>
                  <a:cubicBezTo>
                    <a:pt x="6352" y="2080"/>
                    <a:pt x="6352" y="2080"/>
                    <a:pt x="6352" y="2080"/>
                  </a:cubicBezTo>
                  <a:cubicBezTo>
                    <a:pt x="6237" y="2080"/>
                    <a:pt x="6237" y="2080"/>
                    <a:pt x="6237" y="2080"/>
                  </a:cubicBezTo>
                  <a:cubicBezTo>
                    <a:pt x="6237" y="2080"/>
                    <a:pt x="6237" y="2080"/>
                    <a:pt x="6237" y="2080"/>
                  </a:cubicBezTo>
                  <a:cubicBezTo>
                    <a:pt x="6237" y="2080"/>
                    <a:pt x="6237" y="2080"/>
                    <a:pt x="6237" y="2080"/>
                  </a:cubicBezTo>
                  <a:cubicBezTo>
                    <a:pt x="6237" y="1981"/>
                    <a:pt x="6237" y="1981"/>
                    <a:pt x="6237" y="1981"/>
                  </a:cubicBezTo>
                  <a:cubicBezTo>
                    <a:pt x="6352" y="1981"/>
                    <a:pt x="6352" y="1981"/>
                    <a:pt x="6352" y="1981"/>
                  </a:cubicBezTo>
                  <a:cubicBezTo>
                    <a:pt x="6352" y="1882"/>
                    <a:pt x="6352" y="1882"/>
                    <a:pt x="6352" y="1882"/>
                  </a:cubicBezTo>
                  <a:cubicBezTo>
                    <a:pt x="6352" y="1783"/>
                    <a:pt x="6352" y="1783"/>
                    <a:pt x="6352" y="1783"/>
                  </a:cubicBezTo>
                  <a:cubicBezTo>
                    <a:pt x="6352" y="1684"/>
                    <a:pt x="6352" y="1684"/>
                    <a:pt x="6352" y="1684"/>
                  </a:cubicBezTo>
                  <a:cubicBezTo>
                    <a:pt x="6352" y="1684"/>
                    <a:pt x="6352" y="1684"/>
                    <a:pt x="6352" y="1684"/>
                  </a:cubicBezTo>
                  <a:cubicBezTo>
                    <a:pt x="6583" y="1684"/>
                    <a:pt x="6583" y="1684"/>
                    <a:pt x="6583" y="1684"/>
                  </a:cubicBezTo>
                  <a:cubicBezTo>
                    <a:pt x="6699" y="1585"/>
                    <a:pt x="6699" y="1585"/>
                    <a:pt x="6699" y="1585"/>
                  </a:cubicBezTo>
                  <a:cubicBezTo>
                    <a:pt x="6814" y="1585"/>
                    <a:pt x="6814" y="1585"/>
                    <a:pt x="6814" y="1585"/>
                  </a:cubicBezTo>
                  <a:cubicBezTo>
                    <a:pt x="6814" y="1585"/>
                    <a:pt x="6814" y="1585"/>
                    <a:pt x="6814" y="1585"/>
                  </a:cubicBezTo>
                  <a:cubicBezTo>
                    <a:pt x="6814" y="1585"/>
                    <a:pt x="6814" y="1585"/>
                    <a:pt x="6814" y="1585"/>
                  </a:cubicBezTo>
                  <a:cubicBezTo>
                    <a:pt x="6814" y="1684"/>
                    <a:pt x="6814" y="1684"/>
                    <a:pt x="6814" y="1684"/>
                  </a:cubicBezTo>
                  <a:cubicBezTo>
                    <a:pt x="6930" y="1783"/>
                    <a:pt x="6930" y="1783"/>
                    <a:pt x="6930" y="1783"/>
                  </a:cubicBezTo>
                  <a:cubicBezTo>
                    <a:pt x="6930" y="1882"/>
                    <a:pt x="6930" y="1882"/>
                    <a:pt x="6930" y="1882"/>
                  </a:cubicBezTo>
                  <a:cubicBezTo>
                    <a:pt x="6930" y="1981"/>
                    <a:pt x="6930" y="1981"/>
                    <a:pt x="6930" y="1981"/>
                  </a:cubicBezTo>
                  <a:cubicBezTo>
                    <a:pt x="6930" y="2179"/>
                    <a:pt x="6930" y="2179"/>
                    <a:pt x="6930" y="2179"/>
                  </a:cubicBezTo>
                  <a:cubicBezTo>
                    <a:pt x="6930" y="2179"/>
                    <a:pt x="6930" y="2179"/>
                    <a:pt x="6930" y="2179"/>
                  </a:cubicBezTo>
                  <a:cubicBezTo>
                    <a:pt x="7045" y="2278"/>
                    <a:pt x="7045" y="2278"/>
                    <a:pt x="7045" y="2278"/>
                  </a:cubicBezTo>
                  <a:cubicBezTo>
                    <a:pt x="7161" y="2377"/>
                    <a:pt x="7161" y="2377"/>
                    <a:pt x="7161" y="2377"/>
                  </a:cubicBezTo>
                  <a:cubicBezTo>
                    <a:pt x="7161" y="2377"/>
                    <a:pt x="7161" y="2377"/>
                    <a:pt x="7161" y="2377"/>
                  </a:cubicBezTo>
                  <a:cubicBezTo>
                    <a:pt x="7161" y="2377"/>
                    <a:pt x="7161" y="2377"/>
                    <a:pt x="7161" y="2377"/>
                  </a:cubicBezTo>
                  <a:cubicBezTo>
                    <a:pt x="7161" y="2179"/>
                    <a:pt x="7161" y="2179"/>
                    <a:pt x="7161" y="2179"/>
                  </a:cubicBezTo>
                  <a:cubicBezTo>
                    <a:pt x="7161" y="2179"/>
                    <a:pt x="7161" y="2179"/>
                    <a:pt x="7161" y="2179"/>
                  </a:cubicBezTo>
                  <a:cubicBezTo>
                    <a:pt x="7045" y="1981"/>
                    <a:pt x="7045" y="1981"/>
                    <a:pt x="7045" y="1981"/>
                  </a:cubicBezTo>
                  <a:cubicBezTo>
                    <a:pt x="7045" y="1882"/>
                    <a:pt x="7045" y="1882"/>
                    <a:pt x="7045" y="1882"/>
                  </a:cubicBezTo>
                  <a:cubicBezTo>
                    <a:pt x="7045" y="1783"/>
                    <a:pt x="7045" y="1783"/>
                    <a:pt x="7045" y="1783"/>
                  </a:cubicBezTo>
                  <a:cubicBezTo>
                    <a:pt x="7161" y="1783"/>
                    <a:pt x="7161" y="1783"/>
                    <a:pt x="7161" y="1783"/>
                  </a:cubicBezTo>
                  <a:cubicBezTo>
                    <a:pt x="7045" y="1684"/>
                    <a:pt x="7045" y="1684"/>
                    <a:pt x="7045" y="1684"/>
                  </a:cubicBezTo>
                  <a:cubicBezTo>
                    <a:pt x="7045" y="1585"/>
                    <a:pt x="7045" y="1585"/>
                    <a:pt x="7045" y="1585"/>
                  </a:cubicBezTo>
                  <a:cubicBezTo>
                    <a:pt x="7045" y="1585"/>
                    <a:pt x="7045" y="1585"/>
                    <a:pt x="7045" y="1585"/>
                  </a:cubicBezTo>
                  <a:cubicBezTo>
                    <a:pt x="7045" y="1486"/>
                    <a:pt x="7045" y="1486"/>
                    <a:pt x="7045" y="1486"/>
                  </a:cubicBezTo>
                  <a:cubicBezTo>
                    <a:pt x="7045" y="1486"/>
                    <a:pt x="7045" y="1486"/>
                    <a:pt x="7045" y="1486"/>
                  </a:cubicBezTo>
                  <a:cubicBezTo>
                    <a:pt x="7161" y="1387"/>
                    <a:pt x="7161" y="1387"/>
                    <a:pt x="7161" y="1387"/>
                  </a:cubicBezTo>
                  <a:cubicBezTo>
                    <a:pt x="7161" y="1387"/>
                    <a:pt x="7161" y="1387"/>
                    <a:pt x="7161" y="1387"/>
                  </a:cubicBezTo>
                  <a:cubicBezTo>
                    <a:pt x="7277" y="1387"/>
                    <a:pt x="7277" y="1387"/>
                    <a:pt x="7277" y="1387"/>
                  </a:cubicBezTo>
                  <a:cubicBezTo>
                    <a:pt x="7392" y="1387"/>
                    <a:pt x="7392" y="1387"/>
                    <a:pt x="7392" y="1387"/>
                  </a:cubicBezTo>
                  <a:cubicBezTo>
                    <a:pt x="7392" y="1387"/>
                    <a:pt x="7392" y="1387"/>
                    <a:pt x="7392" y="1387"/>
                  </a:cubicBezTo>
                  <a:cubicBezTo>
                    <a:pt x="7508" y="1486"/>
                    <a:pt x="7508" y="1486"/>
                    <a:pt x="7508" y="1486"/>
                  </a:cubicBezTo>
                  <a:cubicBezTo>
                    <a:pt x="7739" y="1387"/>
                    <a:pt x="7739" y="1387"/>
                    <a:pt x="7739" y="1387"/>
                  </a:cubicBezTo>
                  <a:cubicBezTo>
                    <a:pt x="7970" y="1387"/>
                    <a:pt x="7970" y="1387"/>
                    <a:pt x="7970" y="1387"/>
                  </a:cubicBezTo>
                  <a:cubicBezTo>
                    <a:pt x="8201" y="1387"/>
                    <a:pt x="8201" y="1387"/>
                    <a:pt x="8201" y="1387"/>
                  </a:cubicBezTo>
                  <a:cubicBezTo>
                    <a:pt x="8201" y="1387"/>
                    <a:pt x="8201" y="1387"/>
                    <a:pt x="8201" y="1387"/>
                  </a:cubicBezTo>
                  <a:cubicBezTo>
                    <a:pt x="8201" y="1486"/>
                    <a:pt x="8201" y="1486"/>
                    <a:pt x="8201" y="1486"/>
                  </a:cubicBezTo>
                  <a:cubicBezTo>
                    <a:pt x="8201" y="1585"/>
                    <a:pt x="8201" y="1585"/>
                    <a:pt x="8201" y="1585"/>
                  </a:cubicBezTo>
                  <a:cubicBezTo>
                    <a:pt x="8201" y="1585"/>
                    <a:pt x="8201" y="1585"/>
                    <a:pt x="8201" y="1585"/>
                  </a:cubicBezTo>
                  <a:cubicBezTo>
                    <a:pt x="8316" y="1585"/>
                    <a:pt x="8316" y="1585"/>
                    <a:pt x="8316" y="1585"/>
                  </a:cubicBezTo>
                  <a:cubicBezTo>
                    <a:pt x="8316" y="1486"/>
                    <a:pt x="8316" y="1486"/>
                    <a:pt x="8316" y="1486"/>
                  </a:cubicBezTo>
                  <a:cubicBezTo>
                    <a:pt x="8316" y="1486"/>
                    <a:pt x="8316" y="1486"/>
                    <a:pt x="8316" y="1486"/>
                  </a:cubicBezTo>
                  <a:cubicBezTo>
                    <a:pt x="8316" y="1387"/>
                    <a:pt x="8316" y="1387"/>
                    <a:pt x="8316" y="1387"/>
                  </a:cubicBezTo>
                  <a:cubicBezTo>
                    <a:pt x="8432" y="1288"/>
                    <a:pt x="8432" y="1288"/>
                    <a:pt x="8432" y="1288"/>
                  </a:cubicBezTo>
                  <a:cubicBezTo>
                    <a:pt x="8547" y="1288"/>
                    <a:pt x="8547" y="1288"/>
                    <a:pt x="8547" y="1288"/>
                  </a:cubicBezTo>
                  <a:cubicBezTo>
                    <a:pt x="8547" y="1387"/>
                    <a:pt x="8547" y="1387"/>
                    <a:pt x="8547" y="1387"/>
                  </a:cubicBezTo>
                  <a:cubicBezTo>
                    <a:pt x="8663" y="1486"/>
                    <a:pt x="8663" y="1486"/>
                    <a:pt x="8663" y="1486"/>
                  </a:cubicBezTo>
                  <a:cubicBezTo>
                    <a:pt x="8663" y="1486"/>
                    <a:pt x="8663" y="1486"/>
                    <a:pt x="8663" y="1486"/>
                  </a:cubicBezTo>
                  <a:cubicBezTo>
                    <a:pt x="8663" y="1486"/>
                    <a:pt x="8663" y="1486"/>
                    <a:pt x="8663" y="1486"/>
                  </a:cubicBezTo>
                  <a:cubicBezTo>
                    <a:pt x="8663" y="1387"/>
                    <a:pt x="8663" y="1387"/>
                    <a:pt x="8663" y="1387"/>
                  </a:cubicBezTo>
                  <a:cubicBezTo>
                    <a:pt x="8663" y="1288"/>
                    <a:pt x="8663" y="1288"/>
                    <a:pt x="8663" y="1288"/>
                  </a:cubicBezTo>
                  <a:cubicBezTo>
                    <a:pt x="8547" y="1188"/>
                    <a:pt x="8547" y="1188"/>
                    <a:pt x="8547" y="1188"/>
                  </a:cubicBezTo>
                  <a:cubicBezTo>
                    <a:pt x="8663" y="1188"/>
                    <a:pt x="8663" y="1188"/>
                    <a:pt x="8663" y="1188"/>
                  </a:cubicBezTo>
                  <a:cubicBezTo>
                    <a:pt x="8663" y="1188"/>
                    <a:pt x="8663" y="1188"/>
                    <a:pt x="8663" y="1188"/>
                  </a:cubicBezTo>
                  <a:cubicBezTo>
                    <a:pt x="8778" y="1288"/>
                    <a:pt x="8778" y="1288"/>
                    <a:pt x="8778" y="1288"/>
                  </a:cubicBezTo>
                  <a:cubicBezTo>
                    <a:pt x="8894" y="1188"/>
                    <a:pt x="8894" y="1188"/>
                    <a:pt x="8894" y="1188"/>
                  </a:cubicBezTo>
                  <a:cubicBezTo>
                    <a:pt x="9009" y="1188"/>
                    <a:pt x="9009" y="1188"/>
                    <a:pt x="9009" y="1188"/>
                  </a:cubicBezTo>
                  <a:cubicBezTo>
                    <a:pt x="9125" y="1188"/>
                    <a:pt x="9125" y="1188"/>
                    <a:pt x="9125" y="1188"/>
                  </a:cubicBezTo>
                  <a:cubicBezTo>
                    <a:pt x="9125" y="1288"/>
                    <a:pt x="9125" y="1288"/>
                    <a:pt x="9125" y="1288"/>
                  </a:cubicBezTo>
                  <a:cubicBezTo>
                    <a:pt x="9125" y="1387"/>
                    <a:pt x="9125" y="1387"/>
                    <a:pt x="9125" y="1387"/>
                  </a:cubicBezTo>
                  <a:cubicBezTo>
                    <a:pt x="9125" y="1585"/>
                    <a:pt x="9125" y="1585"/>
                    <a:pt x="9125" y="1585"/>
                  </a:cubicBezTo>
                  <a:cubicBezTo>
                    <a:pt x="9125" y="1585"/>
                    <a:pt x="9125" y="1585"/>
                    <a:pt x="9125" y="1585"/>
                  </a:cubicBezTo>
                  <a:cubicBezTo>
                    <a:pt x="9009" y="1783"/>
                    <a:pt x="9009" y="1783"/>
                    <a:pt x="9009" y="1783"/>
                  </a:cubicBezTo>
                  <a:cubicBezTo>
                    <a:pt x="9009" y="1783"/>
                    <a:pt x="9009" y="1783"/>
                    <a:pt x="9009" y="1783"/>
                  </a:cubicBezTo>
                  <a:cubicBezTo>
                    <a:pt x="9009" y="1882"/>
                    <a:pt x="9009" y="1882"/>
                    <a:pt x="9009" y="1882"/>
                  </a:cubicBezTo>
                  <a:cubicBezTo>
                    <a:pt x="8894" y="1882"/>
                    <a:pt x="8894" y="1882"/>
                    <a:pt x="8894" y="1882"/>
                  </a:cubicBezTo>
                  <a:cubicBezTo>
                    <a:pt x="8894" y="1981"/>
                    <a:pt x="8894" y="1981"/>
                    <a:pt x="8894" y="1981"/>
                  </a:cubicBezTo>
                  <a:cubicBezTo>
                    <a:pt x="8894" y="1981"/>
                    <a:pt x="8894" y="1981"/>
                    <a:pt x="8894" y="1981"/>
                  </a:cubicBezTo>
                  <a:cubicBezTo>
                    <a:pt x="8894" y="1981"/>
                    <a:pt x="8894" y="1981"/>
                    <a:pt x="8894" y="1981"/>
                  </a:cubicBezTo>
                  <a:cubicBezTo>
                    <a:pt x="8894" y="2080"/>
                    <a:pt x="8894" y="2080"/>
                    <a:pt x="8894" y="2080"/>
                  </a:cubicBezTo>
                  <a:cubicBezTo>
                    <a:pt x="8894" y="2080"/>
                    <a:pt x="8894" y="2080"/>
                    <a:pt x="8894" y="2080"/>
                  </a:cubicBezTo>
                  <a:cubicBezTo>
                    <a:pt x="8778" y="2179"/>
                    <a:pt x="8778" y="2179"/>
                    <a:pt x="8778" y="2179"/>
                  </a:cubicBezTo>
                  <a:cubicBezTo>
                    <a:pt x="8778" y="2278"/>
                    <a:pt x="8778" y="2278"/>
                    <a:pt x="8778" y="2278"/>
                  </a:cubicBezTo>
                  <a:cubicBezTo>
                    <a:pt x="8663" y="2278"/>
                    <a:pt x="8663" y="2278"/>
                    <a:pt x="8663" y="2278"/>
                  </a:cubicBezTo>
                  <a:cubicBezTo>
                    <a:pt x="8663" y="2377"/>
                    <a:pt x="8663" y="2377"/>
                    <a:pt x="8663" y="2377"/>
                  </a:cubicBezTo>
                  <a:cubicBezTo>
                    <a:pt x="8663" y="2477"/>
                    <a:pt x="8663" y="2477"/>
                    <a:pt x="8663" y="2477"/>
                  </a:cubicBezTo>
                  <a:cubicBezTo>
                    <a:pt x="8547" y="2477"/>
                    <a:pt x="8547" y="2477"/>
                    <a:pt x="8547" y="2477"/>
                  </a:cubicBezTo>
                  <a:cubicBezTo>
                    <a:pt x="8547" y="2576"/>
                    <a:pt x="8547" y="2576"/>
                    <a:pt x="8547" y="2576"/>
                  </a:cubicBezTo>
                  <a:cubicBezTo>
                    <a:pt x="8547" y="2576"/>
                    <a:pt x="8547" y="2576"/>
                    <a:pt x="8547" y="2576"/>
                  </a:cubicBezTo>
                  <a:cubicBezTo>
                    <a:pt x="8547" y="2576"/>
                    <a:pt x="8547" y="2576"/>
                    <a:pt x="8547" y="2576"/>
                  </a:cubicBezTo>
                  <a:cubicBezTo>
                    <a:pt x="8663" y="2477"/>
                    <a:pt x="8663" y="2477"/>
                    <a:pt x="8663" y="2477"/>
                  </a:cubicBezTo>
                  <a:cubicBezTo>
                    <a:pt x="8778" y="2477"/>
                    <a:pt x="8778" y="2477"/>
                    <a:pt x="8778" y="2477"/>
                  </a:cubicBezTo>
                  <a:cubicBezTo>
                    <a:pt x="8778" y="2477"/>
                    <a:pt x="8778" y="2477"/>
                    <a:pt x="8778" y="2477"/>
                  </a:cubicBezTo>
                  <a:cubicBezTo>
                    <a:pt x="8778" y="2377"/>
                    <a:pt x="8778" y="2377"/>
                    <a:pt x="8778" y="2377"/>
                  </a:cubicBezTo>
                  <a:cubicBezTo>
                    <a:pt x="8894" y="2278"/>
                    <a:pt x="8894" y="2278"/>
                    <a:pt x="8894" y="2278"/>
                  </a:cubicBezTo>
                  <a:cubicBezTo>
                    <a:pt x="8894" y="2179"/>
                    <a:pt x="8894" y="2179"/>
                    <a:pt x="8894" y="2179"/>
                  </a:cubicBezTo>
                  <a:cubicBezTo>
                    <a:pt x="9009" y="2179"/>
                    <a:pt x="9009" y="2179"/>
                    <a:pt x="9009" y="2179"/>
                  </a:cubicBezTo>
                  <a:cubicBezTo>
                    <a:pt x="9009" y="2179"/>
                    <a:pt x="9009" y="2179"/>
                    <a:pt x="9009" y="2179"/>
                  </a:cubicBezTo>
                  <a:cubicBezTo>
                    <a:pt x="9125" y="2080"/>
                    <a:pt x="9125" y="2080"/>
                    <a:pt x="9125" y="2080"/>
                  </a:cubicBezTo>
                  <a:cubicBezTo>
                    <a:pt x="9125" y="2080"/>
                    <a:pt x="9125" y="2080"/>
                    <a:pt x="9125" y="2080"/>
                  </a:cubicBezTo>
                  <a:cubicBezTo>
                    <a:pt x="9125" y="1981"/>
                    <a:pt x="9125" y="1981"/>
                    <a:pt x="9125" y="1981"/>
                  </a:cubicBezTo>
                  <a:cubicBezTo>
                    <a:pt x="9125" y="1981"/>
                    <a:pt x="9125" y="1981"/>
                    <a:pt x="9125" y="1981"/>
                  </a:cubicBezTo>
                  <a:cubicBezTo>
                    <a:pt x="9240" y="1882"/>
                    <a:pt x="9240" y="1882"/>
                    <a:pt x="9240" y="1882"/>
                  </a:cubicBezTo>
                  <a:cubicBezTo>
                    <a:pt x="9240" y="1981"/>
                    <a:pt x="9240" y="1981"/>
                    <a:pt x="9240" y="1981"/>
                  </a:cubicBezTo>
                  <a:cubicBezTo>
                    <a:pt x="9240" y="1981"/>
                    <a:pt x="9240" y="1981"/>
                    <a:pt x="9240" y="1981"/>
                  </a:cubicBezTo>
                  <a:cubicBezTo>
                    <a:pt x="9356" y="2080"/>
                    <a:pt x="9356" y="2080"/>
                    <a:pt x="9356" y="2080"/>
                  </a:cubicBezTo>
                  <a:cubicBezTo>
                    <a:pt x="9356" y="2080"/>
                    <a:pt x="9356" y="2080"/>
                    <a:pt x="9356" y="2080"/>
                  </a:cubicBezTo>
                  <a:cubicBezTo>
                    <a:pt x="9356" y="2179"/>
                    <a:pt x="9356" y="2179"/>
                    <a:pt x="9356" y="2179"/>
                  </a:cubicBezTo>
                  <a:cubicBezTo>
                    <a:pt x="9471" y="2278"/>
                    <a:pt x="9471" y="2278"/>
                    <a:pt x="9471" y="2278"/>
                  </a:cubicBezTo>
                  <a:cubicBezTo>
                    <a:pt x="9471" y="2377"/>
                    <a:pt x="9471" y="2377"/>
                    <a:pt x="9471" y="2377"/>
                  </a:cubicBezTo>
                  <a:cubicBezTo>
                    <a:pt x="9471" y="2377"/>
                    <a:pt x="9471" y="2377"/>
                    <a:pt x="9471" y="2377"/>
                  </a:cubicBezTo>
                  <a:cubicBezTo>
                    <a:pt x="9587" y="2477"/>
                    <a:pt x="9587" y="2477"/>
                    <a:pt x="9587" y="2477"/>
                  </a:cubicBezTo>
                  <a:cubicBezTo>
                    <a:pt x="9587" y="2477"/>
                    <a:pt x="9587" y="2477"/>
                    <a:pt x="9587" y="2477"/>
                  </a:cubicBezTo>
                  <a:cubicBezTo>
                    <a:pt x="9702" y="2477"/>
                    <a:pt x="9702" y="2477"/>
                    <a:pt x="9702" y="2477"/>
                  </a:cubicBezTo>
                  <a:cubicBezTo>
                    <a:pt x="9702" y="2377"/>
                    <a:pt x="9702" y="2377"/>
                    <a:pt x="9702" y="2377"/>
                  </a:cubicBezTo>
                  <a:cubicBezTo>
                    <a:pt x="9702" y="2377"/>
                    <a:pt x="9702" y="2377"/>
                    <a:pt x="9702" y="2377"/>
                  </a:cubicBezTo>
                  <a:cubicBezTo>
                    <a:pt x="9702" y="2377"/>
                    <a:pt x="9702" y="2377"/>
                    <a:pt x="9702" y="2377"/>
                  </a:cubicBezTo>
                  <a:cubicBezTo>
                    <a:pt x="9587" y="2278"/>
                    <a:pt x="9587" y="2278"/>
                    <a:pt x="9587" y="2278"/>
                  </a:cubicBezTo>
                  <a:cubicBezTo>
                    <a:pt x="9587" y="2278"/>
                    <a:pt x="9587" y="2278"/>
                    <a:pt x="9587" y="2278"/>
                  </a:cubicBezTo>
                  <a:cubicBezTo>
                    <a:pt x="9587" y="2278"/>
                    <a:pt x="9587" y="2278"/>
                    <a:pt x="9587" y="2278"/>
                  </a:cubicBezTo>
                  <a:cubicBezTo>
                    <a:pt x="9702" y="2278"/>
                    <a:pt x="9702" y="2278"/>
                    <a:pt x="9702" y="2278"/>
                  </a:cubicBezTo>
                  <a:cubicBezTo>
                    <a:pt x="9702" y="2278"/>
                    <a:pt x="9702" y="2278"/>
                    <a:pt x="9702" y="2278"/>
                  </a:cubicBezTo>
                  <a:cubicBezTo>
                    <a:pt x="9818" y="2278"/>
                    <a:pt x="9818" y="2278"/>
                    <a:pt x="9818" y="2278"/>
                  </a:cubicBezTo>
                  <a:cubicBezTo>
                    <a:pt x="9933" y="2278"/>
                    <a:pt x="9933" y="2278"/>
                    <a:pt x="9933" y="2278"/>
                  </a:cubicBezTo>
                  <a:cubicBezTo>
                    <a:pt x="9933" y="2377"/>
                    <a:pt x="9933" y="2377"/>
                    <a:pt x="9933" y="2377"/>
                  </a:cubicBezTo>
                  <a:cubicBezTo>
                    <a:pt x="10049" y="2377"/>
                    <a:pt x="10049" y="2377"/>
                    <a:pt x="10049" y="2377"/>
                  </a:cubicBezTo>
                  <a:cubicBezTo>
                    <a:pt x="10049" y="2278"/>
                    <a:pt x="10049" y="2278"/>
                    <a:pt x="10049" y="2278"/>
                  </a:cubicBezTo>
                  <a:cubicBezTo>
                    <a:pt x="10049" y="2377"/>
                    <a:pt x="10049" y="2377"/>
                    <a:pt x="10049" y="2377"/>
                  </a:cubicBezTo>
                  <a:cubicBezTo>
                    <a:pt x="10049" y="2377"/>
                    <a:pt x="10049" y="2377"/>
                    <a:pt x="10049" y="2377"/>
                  </a:cubicBezTo>
                  <a:cubicBezTo>
                    <a:pt x="10164" y="2377"/>
                    <a:pt x="10164" y="2377"/>
                    <a:pt x="10164" y="2377"/>
                  </a:cubicBezTo>
                  <a:cubicBezTo>
                    <a:pt x="10164" y="2179"/>
                    <a:pt x="10164" y="2179"/>
                    <a:pt x="10164" y="2179"/>
                  </a:cubicBezTo>
                  <a:cubicBezTo>
                    <a:pt x="10164" y="2179"/>
                    <a:pt x="10164" y="2179"/>
                    <a:pt x="10164" y="2179"/>
                  </a:cubicBezTo>
                  <a:cubicBezTo>
                    <a:pt x="10164" y="1981"/>
                    <a:pt x="10164" y="1981"/>
                    <a:pt x="10164" y="1981"/>
                  </a:cubicBezTo>
                  <a:cubicBezTo>
                    <a:pt x="10164" y="1882"/>
                    <a:pt x="10164" y="1882"/>
                    <a:pt x="10164" y="1882"/>
                  </a:cubicBezTo>
                  <a:cubicBezTo>
                    <a:pt x="10164" y="1882"/>
                    <a:pt x="10164" y="1882"/>
                    <a:pt x="10164" y="1882"/>
                  </a:cubicBezTo>
                  <a:cubicBezTo>
                    <a:pt x="10049" y="1783"/>
                    <a:pt x="10049" y="1783"/>
                    <a:pt x="10049" y="1783"/>
                  </a:cubicBezTo>
                  <a:cubicBezTo>
                    <a:pt x="10164" y="1684"/>
                    <a:pt x="10164" y="1684"/>
                    <a:pt x="10164" y="1684"/>
                  </a:cubicBezTo>
                  <a:cubicBezTo>
                    <a:pt x="10164" y="1585"/>
                    <a:pt x="10164" y="1585"/>
                    <a:pt x="10164" y="1585"/>
                  </a:cubicBezTo>
                  <a:cubicBezTo>
                    <a:pt x="10164" y="1486"/>
                    <a:pt x="10164" y="1486"/>
                    <a:pt x="10164" y="1486"/>
                  </a:cubicBezTo>
                  <a:cubicBezTo>
                    <a:pt x="10164" y="1486"/>
                    <a:pt x="10164" y="1486"/>
                    <a:pt x="10164" y="1486"/>
                  </a:cubicBezTo>
                  <a:cubicBezTo>
                    <a:pt x="10164" y="1387"/>
                    <a:pt x="10164" y="1387"/>
                    <a:pt x="10164" y="1387"/>
                  </a:cubicBezTo>
                  <a:cubicBezTo>
                    <a:pt x="10164" y="1288"/>
                    <a:pt x="10164" y="1288"/>
                    <a:pt x="10164" y="1288"/>
                  </a:cubicBezTo>
                  <a:cubicBezTo>
                    <a:pt x="10280" y="1288"/>
                    <a:pt x="10280" y="1288"/>
                    <a:pt x="10280" y="1288"/>
                  </a:cubicBezTo>
                  <a:cubicBezTo>
                    <a:pt x="10280" y="1288"/>
                    <a:pt x="10280" y="1288"/>
                    <a:pt x="10280" y="1288"/>
                  </a:cubicBezTo>
                  <a:cubicBezTo>
                    <a:pt x="10395" y="1288"/>
                    <a:pt x="10395" y="1288"/>
                    <a:pt x="10395" y="1288"/>
                  </a:cubicBezTo>
                  <a:cubicBezTo>
                    <a:pt x="10511" y="1288"/>
                    <a:pt x="10511" y="1288"/>
                    <a:pt x="10511" y="1288"/>
                  </a:cubicBezTo>
                  <a:cubicBezTo>
                    <a:pt x="10511" y="1288"/>
                    <a:pt x="10511" y="1288"/>
                    <a:pt x="10511" y="1288"/>
                  </a:cubicBezTo>
                  <a:cubicBezTo>
                    <a:pt x="10626" y="1387"/>
                    <a:pt x="10626" y="1387"/>
                    <a:pt x="10626" y="1387"/>
                  </a:cubicBezTo>
                  <a:cubicBezTo>
                    <a:pt x="10626" y="1387"/>
                    <a:pt x="10626" y="1387"/>
                    <a:pt x="10626" y="1387"/>
                  </a:cubicBezTo>
                  <a:cubicBezTo>
                    <a:pt x="10742" y="1486"/>
                    <a:pt x="10742" y="1486"/>
                    <a:pt x="10742" y="1486"/>
                  </a:cubicBezTo>
                  <a:cubicBezTo>
                    <a:pt x="10742" y="1585"/>
                    <a:pt x="10742" y="1585"/>
                    <a:pt x="10742" y="1585"/>
                  </a:cubicBezTo>
                  <a:cubicBezTo>
                    <a:pt x="10742" y="1684"/>
                    <a:pt x="10742" y="1684"/>
                    <a:pt x="10742" y="1684"/>
                  </a:cubicBezTo>
                  <a:cubicBezTo>
                    <a:pt x="10857" y="1783"/>
                    <a:pt x="10857" y="1783"/>
                    <a:pt x="10857" y="1783"/>
                  </a:cubicBezTo>
                  <a:cubicBezTo>
                    <a:pt x="10973" y="1882"/>
                    <a:pt x="10973" y="1882"/>
                    <a:pt x="10973" y="1882"/>
                  </a:cubicBezTo>
                  <a:cubicBezTo>
                    <a:pt x="10973" y="2080"/>
                    <a:pt x="10973" y="2080"/>
                    <a:pt x="10973" y="2080"/>
                  </a:cubicBezTo>
                  <a:cubicBezTo>
                    <a:pt x="10973" y="2080"/>
                    <a:pt x="10973" y="2080"/>
                    <a:pt x="10973" y="2080"/>
                  </a:cubicBezTo>
                  <a:cubicBezTo>
                    <a:pt x="10857" y="2179"/>
                    <a:pt x="10857" y="2179"/>
                    <a:pt x="10857" y="2179"/>
                  </a:cubicBezTo>
                  <a:cubicBezTo>
                    <a:pt x="10857" y="2278"/>
                    <a:pt x="10857" y="2278"/>
                    <a:pt x="10857" y="2278"/>
                  </a:cubicBezTo>
                  <a:cubicBezTo>
                    <a:pt x="10857" y="2278"/>
                    <a:pt x="10857" y="2278"/>
                    <a:pt x="10857" y="2278"/>
                  </a:cubicBezTo>
                  <a:cubicBezTo>
                    <a:pt x="10973" y="2377"/>
                    <a:pt x="10973" y="2377"/>
                    <a:pt x="10973" y="2377"/>
                  </a:cubicBezTo>
                  <a:cubicBezTo>
                    <a:pt x="10973" y="2477"/>
                    <a:pt x="10973" y="2477"/>
                    <a:pt x="10973" y="2477"/>
                  </a:cubicBezTo>
                  <a:cubicBezTo>
                    <a:pt x="10973" y="2576"/>
                    <a:pt x="10973" y="2576"/>
                    <a:pt x="10973" y="2576"/>
                  </a:cubicBezTo>
                  <a:cubicBezTo>
                    <a:pt x="10973" y="2675"/>
                    <a:pt x="10973" y="2675"/>
                    <a:pt x="10973" y="2675"/>
                  </a:cubicBezTo>
                  <a:cubicBezTo>
                    <a:pt x="11088" y="2675"/>
                    <a:pt x="11088" y="2675"/>
                    <a:pt x="11088" y="2675"/>
                  </a:cubicBezTo>
                  <a:cubicBezTo>
                    <a:pt x="11088" y="2675"/>
                    <a:pt x="11088" y="2675"/>
                    <a:pt x="11088" y="2675"/>
                  </a:cubicBezTo>
                  <a:cubicBezTo>
                    <a:pt x="11204" y="2774"/>
                    <a:pt x="11204" y="2774"/>
                    <a:pt x="11204" y="2774"/>
                  </a:cubicBezTo>
                  <a:cubicBezTo>
                    <a:pt x="11319" y="2774"/>
                    <a:pt x="11319" y="2774"/>
                    <a:pt x="11319" y="2774"/>
                  </a:cubicBezTo>
                  <a:cubicBezTo>
                    <a:pt x="11435" y="2774"/>
                    <a:pt x="11435" y="2774"/>
                    <a:pt x="11435" y="2774"/>
                  </a:cubicBezTo>
                  <a:cubicBezTo>
                    <a:pt x="11550" y="2675"/>
                    <a:pt x="11550" y="2675"/>
                    <a:pt x="11550" y="2675"/>
                  </a:cubicBezTo>
                  <a:cubicBezTo>
                    <a:pt x="11550" y="2576"/>
                    <a:pt x="11550" y="2576"/>
                    <a:pt x="11550" y="2576"/>
                  </a:cubicBezTo>
                  <a:cubicBezTo>
                    <a:pt x="11550" y="2576"/>
                    <a:pt x="11550" y="2576"/>
                    <a:pt x="11550" y="2576"/>
                  </a:cubicBezTo>
                  <a:cubicBezTo>
                    <a:pt x="11550" y="2675"/>
                    <a:pt x="11550" y="2675"/>
                    <a:pt x="11550" y="2675"/>
                  </a:cubicBezTo>
                  <a:cubicBezTo>
                    <a:pt x="11550" y="2675"/>
                    <a:pt x="11550" y="2675"/>
                    <a:pt x="11550" y="2675"/>
                  </a:cubicBezTo>
                  <a:cubicBezTo>
                    <a:pt x="11666" y="2675"/>
                    <a:pt x="11666" y="2675"/>
                    <a:pt x="11666" y="2675"/>
                  </a:cubicBezTo>
                  <a:cubicBezTo>
                    <a:pt x="11666" y="2675"/>
                    <a:pt x="11666" y="2675"/>
                    <a:pt x="11666" y="2675"/>
                  </a:cubicBezTo>
                  <a:cubicBezTo>
                    <a:pt x="11781" y="2675"/>
                    <a:pt x="11781" y="2675"/>
                    <a:pt x="11781" y="2675"/>
                  </a:cubicBezTo>
                  <a:cubicBezTo>
                    <a:pt x="11781" y="2774"/>
                    <a:pt x="11781" y="2774"/>
                    <a:pt x="11781" y="2774"/>
                  </a:cubicBezTo>
                  <a:cubicBezTo>
                    <a:pt x="11781" y="2774"/>
                    <a:pt x="11781" y="2774"/>
                    <a:pt x="11781" y="2774"/>
                  </a:cubicBezTo>
                  <a:cubicBezTo>
                    <a:pt x="11781" y="2873"/>
                    <a:pt x="11781" y="2873"/>
                    <a:pt x="11781" y="2873"/>
                  </a:cubicBezTo>
                  <a:cubicBezTo>
                    <a:pt x="11897" y="2873"/>
                    <a:pt x="11897" y="2873"/>
                    <a:pt x="11897" y="2873"/>
                  </a:cubicBezTo>
                  <a:cubicBezTo>
                    <a:pt x="11897" y="2873"/>
                    <a:pt x="11897" y="2873"/>
                    <a:pt x="11897" y="2873"/>
                  </a:cubicBezTo>
                  <a:cubicBezTo>
                    <a:pt x="12012" y="2873"/>
                    <a:pt x="12012" y="2873"/>
                    <a:pt x="12012" y="2873"/>
                  </a:cubicBezTo>
                  <a:cubicBezTo>
                    <a:pt x="12128" y="2873"/>
                    <a:pt x="12128" y="2873"/>
                    <a:pt x="12128" y="2873"/>
                  </a:cubicBezTo>
                  <a:cubicBezTo>
                    <a:pt x="12012" y="2873"/>
                    <a:pt x="12012" y="2873"/>
                    <a:pt x="12012" y="2873"/>
                  </a:cubicBezTo>
                  <a:cubicBezTo>
                    <a:pt x="11897" y="2774"/>
                    <a:pt x="11897" y="2774"/>
                    <a:pt x="11897" y="2774"/>
                  </a:cubicBezTo>
                  <a:cubicBezTo>
                    <a:pt x="11897" y="2774"/>
                    <a:pt x="11897" y="2774"/>
                    <a:pt x="11897" y="2774"/>
                  </a:cubicBezTo>
                  <a:cubicBezTo>
                    <a:pt x="11897" y="2675"/>
                    <a:pt x="11897" y="2675"/>
                    <a:pt x="11897" y="2675"/>
                  </a:cubicBezTo>
                  <a:cubicBezTo>
                    <a:pt x="11897" y="2675"/>
                    <a:pt x="11897" y="2675"/>
                    <a:pt x="11897" y="2675"/>
                  </a:cubicBezTo>
                  <a:cubicBezTo>
                    <a:pt x="11781" y="2675"/>
                    <a:pt x="11781" y="2675"/>
                    <a:pt x="11781" y="2675"/>
                  </a:cubicBezTo>
                  <a:cubicBezTo>
                    <a:pt x="11781" y="2576"/>
                    <a:pt x="11781" y="2576"/>
                    <a:pt x="11781" y="2576"/>
                  </a:cubicBezTo>
                  <a:cubicBezTo>
                    <a:pt x="11781" y="2477"/>
                    <a:pt x="11781" y="2477"/>
                    <a:pt x="11781" y="2477"/>
                  </a:cubicBezTo>
                  <a:cubicBezTo>
                    <a:pt x="11666" y="2477"/>
                    <a:pt x="11666" y="2477"/>
                    <a:pt x="11666" y="2477"/>
                  </a:cubicBezTo>
                  <a:cubicBezTo>
                    <a:pt x="11666" y="2377"/>
                    <a:pt x="11666" y="2377"/>
                    <a:pt x="11666" y="2377"/>
                  </a:cubicBezTo>
                  <a:cubicBezTo>
                    <a:pt x="11666" y="2278"/>
                    <a:pt x="11666" y="2278"/>
                    <a:pt x="11666" y="2278"/>
                  </a:cubicBezTo>
                  <a:cubicBezTo>
                    <a:pt x="11550" y="2278"/>
                    <a:pt x="11550" y="2278"/>
                    <a:pt x="11550" y="2278"/>
                  </a:cubicBezTo>
                  <a:cubicBezTo>
                    <a:pt x="11550" y="2179"/>
                    <a:pt x="11550" y="2179"/>
                    <a:pt x="11550" y="2179"/>
                  </a:cubicBezTo>
                  <a:cubicBezTo>
                    <a:pt x="11550" y="2080"/>
                    <a:pt x="11550" y="2080"/>
                    <a:pt x="11550" y="2080"/>
                  </a:cubicBezTo>
                  <a:cubicBezTo>
                    <a:pt x="11550" y="1981"/>
                    <a:pt x="11550" y="1981"/>
                    <a:pt x="11550" y="1981"/>
                  </a:cubicBezTo>
                  <a:cubicBezTo>
                    <a:pt x="11550" y="1882"/>
                    <a:pt x="11550" y="1882"/>
                    <a:pt x="11550" y="1882"/>
                  </a:cubicBezTo>
                  <a:cubicBezTo>
                    <a:pt x="11550" y="1882"/>
                    <a:pt x="11550" y="1882"/>
                    <a:pt x="11550" y="1882"/>
                  </a:cubicBezTo>
                  <a:cubicBezTo>
                    <a:pt x="11550" y="1783"/>
                    <a:pt x="11550" y="1783"/>
                    <a:pt x="11550" y="1783"/>
                  </a:cubicBezTo>
                  <a:cubicBezTo>
                    <a:pt x="11435" y="1684"/>
                    <a:pt x="11435" y="1684"/>
                    <a:pt x="11435" y="1684"/>
                  </a:cubicBezTo>
                  <a:cubicBezTo>
                    <a:pt x="11435" y="1684"/>
                    <a:pt x="11435" y="1684"/>
                    <a:pt x="11435" y="1684"/>
                  </a:cubicBezTo>
                  <a:cubicBezTo>
                    <a:pt x="11435" y="1585"/>
                    <a:pt x="11435" y="1585"/>
                    <a:pt x="11435" y="1585"/>
                  </a:cubicBezTo>
                  <a:cubicBezTo>
                    <a:pt x="11435" y="1486"/>
                    <a:pt x="11435" y="1486"/>
                    <a:pt x="11435" y="1486"/>
                  </a:cubicBezTo>
                  <a:cubicBezTo>
                    <a:pt x="11319" y="1387"/>
                    <a:pt x="11319" y="1387"/>
                    <a:pt x="11319" y="1387"/>
                  </a:cubicBezTo>
                  <a:cubicBezTo>
                    <a:pt x="11435" y="1387"/>
                    <a:pt x="11435" y="1387"/>
                    <a:pt x="11435" y="1387"/>
                  </a:cubicBezTo>
                  <a:cubicBezTo>
                    <a:pt x="11319" y="1288"/>
                    <a:pt x="11319" y="1288"/>
                    <a:pt x="11319" y="1288"/>
                  </a:cubicBezTo>
                  <a:cubicBezTo>
                    <a:pt x="11319" y="1188"/>
                    <a:pt x="11319" y="1188"/>
                    <a:pt x="11319" y="1188"/>
                  </a:cubicBezTo>
                  <a:cubicBezTo>
                    <a:pt x="11435" y="1188"/>
                    <a:pt x="11435" y="1188"/>
                    <a:pt x="11435" y="1188"/>
                  </a:cubicBezTo>
                  <a:cubicBezTo>
                    <a:pt x="11550" y="1188"/>
                    <a:pt x="11550" y="1188"/>
                    <a:pt x="11550" y="1188"/>
                  </a:cubicBezTo>
                  <a:cubicBezTo>
                    <a:pt x="11550" y="1188"/>
                    <a:pt x="11550" y="1188"/>
                    <a:pt x="11550" y="1188"/>
                  </a:cubicBezTo>
                  <a:cubicBezTo>
                    <a:pt x="11666" y="1188"/>
                    <a:pt x="11666" y="1188"/>
                    <a:pt x="11666" y="1188"/>
                  </a:cubicBezTo>
                  <a:cubicBezTo>
                    <a:pt x="11666" y="1188"/>
                    <a:pt x="11666" y="1188"/>
                    <a:pt x="11666" y="1188"/>
                  </a:cubicBezTo>
                  <a:cubicBezTo>
                    <a:pt x="11781" y="1188"/>
                    <a:pt x="11781" y="1188"/>
                    <a:pt x="11781" y="1188"/>
                  </a:cubicBezTo>
                  <a:cubicBezTo>
                    <a:pt x="11897" y="1288"/>
                    <a:pt x="11897" y="1288"/>
                    <a:pt x="11897" y="1288"/>
                  </a:cubicBezTo>
                  <a:cubicBezTo>
                    <a:pt x="12012" y="1387"/>
                    <a:pt x="12012" y="1387"/>
                    <a:pt x="12012" y="1387"/>
                  </a:cubicBezTo>
                  <a:cubicBezTo>
                    <a:pt x="12128" y="1387"/>
                    <a:pt x="12128" y="1387"/>
                    <a:pt x="12128" y="1387"/>
                  </a:cubicBezTo>
                  <a:cubicBezTo>
                    <a:pt x="12128" y="1288"/>
                    <a:pt x="12128" y="1288"/>
                    <a:pt x="12128" y="1288"/>
                  </a:cubicBezTo>
                  <a:cubicBezTo>
                    <a:pt x="12012" y="1288"/>
                    <a:pt x="12012" y="1288"/>
                    <a:pt x="12012" y="1288"/>
                  </a:cubicBezTo>
                  <a:cubicBezTo>
                    <a:pt x="12128" y="1089"/>
                    <a:pt x="12128" y="1089"/>
                    <a:pt x="12128" y="1089"/>
                  </a:cubicBezTo>
                  <a:cubicBezTo>
                    <a:pt x="12128" y="1089"/>
                    <a:pt x="12128" y="1089"/>
                    <a:pt x="12128" y="1089"/>
                  </a:cubicBezTo>
                  <a:cubicBezTo>
                    <a:pt x="12243" y="1188"/>
                    <a:pt x="12243" y="1188"/>
                    <a:pt x="12243" y="1188"/>
                  </a:cubicBezTo>
                  <a:cubicBezTo>
                    <a:pt x="12359" y="1089"/>
                    <a:pt x="12359" y="1089"/>
                    <a:pt x="12359" y="1089"/>
                  </a:cubicBezTo>
                  <a:cubicBezTo>
                    <a:pt x="12474" y="1089"/>
                    <a:pt x="12474" y="1089"/>
                    <a:pt x="12474" y="1089"/>
                  </a:cubicBezTo>
                  <a:cubicBezTo>
                    <a:pt x="12474" y="1089"/>
                    <a:pt x="12474" y="1089"/>
                    <a:pt x="12474" y="1089"/>
                  </a:cubicBezTo>
                  <a:cubicBezTo>
                    <a:pt x="12590" y="1188"/>
                    <a:pt x="12590" y="1188"/>
                    <a:pt x="12590" y="1188"/>
                  </a:cubicBezTo>
                  <a:cubicBezTo>
                    <a:pt x="12705" y="1188"/>
                    <a:pt x="12705" y="1188"/>
                    <a:pt x="12705" y="1188"/>
                  </a:cubicBezTo>
                  <a:cubicBezTo>
                    <a:pt x="12705" y="1188"/>
                    <a:pt x="12705" y="1188"/>
                    <a:pt x="12705" y="1188"/>
                  </a:cubicBezTo>
                  <a:cubicBezTo>
                    <a:pt x="12821" y="1288"/>
                    <a:pt x="12821" y="1288"/>
                    <a:pt x="12821" y="1288"/>
                  </a:cubicBezTo>
                  <a:cubicBezTo>
                    <a:pt x="12821" y="1387"/>
                    <a:pt x="12821" y="1387"/>
                    <a:pt x="12821" y="1387"/>
                  </a:cubicBezTo>
                  <a:cubicBezTo>
                    <a:pt x="12821" y="1486"/>
                    <a:pt x="12821" y="1486"/>
                    <a:pt x="12821" y="1486"/>
                  </a:cubicBezTo>
                  <a:cubicBezTo>
                    <a:pt x="12821" y="1486"/>
                    <a:pt x="12821" y="1486"/>
                    <a:pt x="12821" y="1486"/>
                  </a:cubicBezTo>
                  <a:cubicBezTo>
                    <a:pt x="12821" y="1585"/>
                    <a:pt x="12821" y="1585"/>
                    <a:pt x="12821" y="1585"/>
                  </a:cubicBezTo>
                  <a:cubicBezTo>
                    <a:pt x="12936" y="1684"/>
                    <a:pt x="12936" y="1684"/>
                    <a:pt x="12936" y="1684"/>
                  </a:cubicBezTo>
                  <a:cubicBezTo>
                    <a:pt x="12936" y="1783"/>
                    <a:pt x="12936" y="1783"/>
                    <a:pt x="12936" y="1783"/>
                  </a:cubicBezTo>
                  <a:cubicBezTo>
                    <a:pt x="12936" y="1882"/>
                    <a:pt x="12936" y="1882"/>
                    <a:pt x="12936" y="1882"/>
                  </a:cubicBezTo>
                  <a:cubicBezTo>
                    <a:pt x="12936" y="1882"/>
                    <a:pt x="12936" y="1882"/>
                    <a:pt x="12936" y="1882"/>
                  </a:cubicBezTo>
                  <a:cubicBezTo>
                    <a:pt x="13167" y="1882"/>
                    <a:pt x="13167" y="1882"/>
                    <a:pt x="13167" y="1882"/>
                  </a:cubicBezTo>
                  <a:cubicBezTo>
                    <a:pt x="13283" y="1981"/>
                    <a:pt x="13283" y="1981"/>
                    <a:pt x="13283" y="1981"/>
                  </a:cubicBezTo>
                  <a:cubicBezTo>
                    <a:pt x="13398" y="1981"/>
                    <a:pt x="13398" y="1981"/>
                    <a:pt x="13398" y="1981"/>
                  </a:cubicBezTo>
                  <a:cubicBezTo>
                    <a:pt x="13398" y="1981"/>
                    <a:pt x="13398" y="1981"/>
                    <a:pt x="13398" y="1981"/>
                  </a:cubicBezTo>
                  <a:cubicBezTo>
                    <a:pt x="13398" y="1981"/>
                    <a:pt x="13398" y="1981"/>
                    <a:pt x="13398" y="1981"/>
                  </a:cubicBezTo>
                  <a:cubicBezTo>
                    <a:pt x="13283" y="1882"/>
                    <a:pt x="13283" y="1882"/>
                    <a:pt x="13283" y="1882"/>
                  </a:cubicBezTo>
                  <a:cubicBezTo>
                    <a:pt x="13167" y="1882"/>
                    <a:pt x="13167" y="1882"/>
                    <a:pt x="13167" y="1882"/>
                  </a:cubicBezTo>
                  <a:cubicBezTo>
                    <a:pt x="13052" y="1882"/>
                    <a:pt x="13052" y="1882"/>
                    <a:pt x="13052" y="1882"/>
                  </a:cubicBezTo>
                  <a:cubicBezTo>
                    <a:pt x="13052" y="1783"/>
                    <a:pt x="13052" y="1783"/>
                    <a:pt x="13052" y="1783"/>
                  </a:cubicBezTo>
                  <a:cubicBezTo>
                    <a:pt x="12936" y="1783"/>
                    <a:pt x="12936" y="1783"/>
                    <a:pt x="12936" y="1783"/>
                  </a:cubicBezTo>
                  <a:cubicBezTo>
                    <a:pt x="12936" y="1684"/>
                    <a:pt x="12936" y="1684"/>
                    <a:pt x="12936" y="1684"/>
                  </a:cubicBezTo>
                  <a:cubicBezTo>
                    <a:pt x="12936" y="1585"/>
                    <a:pt x="12936" y="1585"/>
                    <a:pt x="12936" y="1585"/>
                  </a:cubicBezTo>
                  <a:cubicBezTo>
                    <a:pt x="12936" y="1486"/>
                    <a:pt x="12936" y="1486"/>
                    <a:pt x="12936" y="1486"/>
                  </a:cubicBezTo>
                  <a:cubicBezTo>
                    <a:pt x="12936" y="1387"/>
                    <a:pt x="12936" y="1387"/>
                    <a:pt x="12936" y="1387"/>
                  </a:cubicBezTo>
                  <a:cubicBezTo>
                    <a:pt x="12936" y="1288"/>
                    <a:pt x="12936" y="1288"/>
                    <a:pt x="12936" y="1288"/>
                  </a:cubicBezTo>
                  <a:cubicBezTo>
                    <a:pt x="12936" y="1288"/>
                    <a:pt x="12936" y="1288"/>
                    <a:pt x="12936" y="1288"/>
                  </a:cubicBezTo>
                  <a:cubicBezTo>
                    <a:pt x="12936" y="1188"/>
                    <a:pt x="12936" y="1188"/>
                    <a:pt x="12936" y="1188"/>
                  </a:cubicBezTo>
                  <a:cubicBezTo>
                    <a:pt x="12936" y="1188"/>
                    <a:pt x="12936" y="1188"/>
                    <a:pt x="12936" y="1188"/>
                  </a:cubicBezTo>
                  <a:cubicBezTo>
                    <a:pt x="12821" y="1188"/>
                    <a:pt x="12821" y="1188"/>
                    <a:pt x="12821" y="1188"/>
                  </a:cubicBezTo>
                  <a:cubicBezTo>
                    <a:pt x="12705" y="990"/>
                    <a:pt x="12705" y="990"/>
                    <a:pt x="12705" y="990"/>
                  </a:cubicBezTo>
                  <a:cubicBezTo>
                    <a:pt x="12705" y="990"/>
                    <a:pt x="12705" y="990"/>
                    <a:pt x="12705" y="990"/>
                  </a:cubicBezTo>
                  <a:cubicBezTo>
                    <a:pt x="12590" y="990"/>
                    <a:pt x="12590" y="990"/>
                    <a:pt x="12590" y="990"/>
                  </a:cubicBezTo>
                  <a:cubicBezTo>
                    <a:pt x="12474" y="1089"/>
                    <a:pt x="12474" y="1089"/>
                    <a:pt x="12474" y="1089"/>
                  </a:cubicBezTo>
                  <a:cubicBezTo>
                    <a:pt x="12474" y="1089"/>
                    <a:pt x="12474" y="1089"/>
                    <a:pt x="12474" y="1089"/>
                  </a:cubicBezTo>
                  <a:cubicBezTo>
                    <a:pt x="12359" y="990"/>
                    <a:pt x="12359" y="990"/>
                    <a:pt x="12359" y="990"/>
                  </a:cubicBezTo>
                  <a:cubicBezTo>
                    <a:pt x="12359" y="891"/>
                    <a:pt x="12359" y="891"/>
                    <a:pt x="12359" y="891"/>
                  </a:cubicBezTo>
                  <a:cubicBezTo>
                    <a:pt x="12359" y="792"/>
                    <a:pt x="12359" y="792"/>
                    <a:pt x="12359" y="792"/>
                  </a:cubicBezTo>
                  <a:cubicBezTo>
                    <a:pt x="12474" y="792"/>
                    <a:pt x="12474" y="792"/>
                    <a:pt x="12474" y="792"/>
                  </a:cubicBezTo>
                  <a:cubicBezTo>
                    <a:pt x="12474" y="792"/>
                    <a:pt x="12474" y="792"/>
                    <a:pt x="12474" y="792"/>
                  </a:cubicBezTo>
                  <a:cubicBezTo>
                    <a:pt x="12359" y="693"/>
                    <a:pt x="12359" y="693"/>
                    <a:pt x="12359" y="693"/>
                  </a:cubicBezTo>
                  <a:cubicBezTo>
                    <a:pt x="12359" y="594"/>
                    <a:pt x="12359" y="594"/>
                    <a:pt x="12359" y="594"/>
                  </a:cubicBezTo>
                  <a:cubicBezTo>
                    <a:pt x="12359" y="594"/>
                    <a:pt x="12359" y="594"/>
                    <a:pt x="12359" y="594"/>
                  </a:cubicBezTo>
                  <a:cubicBezTo>
                    <a:pt x="12359" y="495"/>
                    <a:pt x="12359" y="495"/>
                    <a:pt x="12359" y="495"/>
                  </a:cubicBezTo>
                  <a:cubicBezTo>
                    <a:pt x="12359" y="495"/>
                    <a:pt x="12359" y="495"/>
                    <a:pt x="12359" y="495"/>
                  </a:cubicBezTo>
                  <a:cubicBezTo>
                    <a:pt x="12474" y="594"/>
                    <a:pt x="12474" y="594"/>
                    <a:pt x="12474" y="594"/>
                  </a:cubicBezTo>
                  <a:cubicBezTo>
                    <a:pt x="12474" y="693"/>
                    <a:pt x="12474" y="693"/>
                    <a:pt x="12474" y="693"/>
                  </a:cubicBezTo>
                  <a:cubicBezTo>
                    <a:pt x="12590" y="594"/>
                    <a:pt x="12590" y="594"/>
                    <a:pt x="12590" y="594"/>
                  </a:cubicBezTo>
                  <a:cubicBezTo>
                    <a:pt x="12705" y="495"/>
                    <a:pt x="12705" y="495"/>
                    <a:pt x="12705" y="495"/>
                  </a:cubicBezTo>
                  <a:cubicBezTo>
                    <a:pt x="12705" y="495"/>
                    <a:pt x="12705" y="495"/>
                    <a:pt x="12705" y="495"/>
                  </a:cubicBezTo>
                  <a:cubicBezTo>
                    <a:pt x="12821" y="495"/>
                    <a:pt x="12821" y="495"/>
                    <a:pt x="12821" y="495"/>
                  </a:cubicBezTo>
                  <a:cubicBezTo>
                    <a:pt x="12821" y="396"/>
                    <a:pt x="12821" y="396"/>
                    <a:pt x="12821" y="396"/>
                  </a:cubicBezTo>
                  <a:cubicBezTo>
                    <a:pt x="12936" y="297"/>
                    <a:pt x="12936" y="297"/>
                    <a:pt x="12936" y="297"/>
                  </a:cubicBezTo>
                  <a:cubicBezTo>
                    <a:pt x="13052" y="297"/>
                    <a:pt x="13052" y="297"/>
                    <a:pt x="13052" y="297"/>
                  </a:cubicBezTo>
                  <a:cubicBezTo>
                    <a:pt x="12936" y="396"/>
                    <a:pt x="12936" y="396"/>
                    <a:pt x="12936" y="396"/>
                  </a:cubicBezTo>
                  <a:cubicBezTo>
                    <a:pt x="12936" y="396"/>
                    <a:pt x="12936" y="396"/>
                    <a:pt x="12936" y="396"/>
                  </a:cubicBezTo>
                  <a:cubicBezTo>
                    <a:pt x="12936" y="495"/>
                    <a:pt x="12936" y="495"/>
                    <a:pt x="12936" y="495"/>
                  </a:cubicBezTo>
                  <a:cubicBezTo>
                    <a:pt x="13052" y="396"/>
                    <a:pt x="13052" y="396"/>
                    <a:pt x="13052" y="396"/>
                  </a:cubicBezTo>
                  <a:cubicBezTo>
                    <a:pt x="13167" y="396"/>
                    <a:pt x="13167" y="396"/>
                    <a:pt x="13167" y="396"/>
                  </a:cubicBezTo>
                  <a:cubicBezTo>
                    <a:pt x="13167" y="495"/>
                    <a:pt x="13167" y="495"/>
                    <a:pt x="13167" y="495"/>
                  </a:cubicBezTo>
                  <a:cubicBezTo>
                    <a:pt x="13167" y="495"/>
                    <a:pt x="13167" y="495"/>
                    <a:pt x="13167" y="495"/>
                  </a:cubicBezTo>
                  <a:cubicBezTo>
                    <a:pt x="13283" y="594"/>
                    <a:pt x="13283" y="594"/>
                    <a:pt x="13283" y="594"/>
                  </a:cubicBezTo>
                  <a:cubicBezTo>
                    <a:pt x="13283" y="594"/>
                    <a:pt x="13283" y="594"/>
                    <a:pt x="13283" y="594"/>
                  </a:cubicBezTo>
                  <a:cubicBezTo>
                    <a:pt x="13167" y="693"/>
                    <a:pt x="13167" y="693"/>
                    <a:pt x="13167" y="693"/>
                  </a:cubicBezTo>
                  <a:cubicBezTo>
                    <a:pt x="13167" y="693"/>
                    <a:pt x="13167" y="693"/>
                    <a:pt x="13167" y="693"/>
                  </a:cubicBezTo>
                  <a:cubicBezTo>
                    <a:pt x="13283" y="693"/>
                    <a:pt x="13283" y="693"/>
                    <a:pt x="13283" y="693"/>
                  </a:cubicBezTo>
                  <a:cubicBezTo>
                    <a:pt x="13283" y="594"/>
                    <a:pt x="13283" y="594"/>
                    <a:pt x="13283" y="594"/>
                  </a:cubicBezTo>
                  <a:cubicBezTo>
                    <a:pt x="13398" y="594"/>
                    <a:pt x="13398" y="594"/>
                    <a:pt x="13398" y="594"/>
                  </a:cubicBezTo>
                  <a:cubicBezTo>
                    <a:pt x="13514" y="693"/>
                    <a:pt x="13514" y="693"/>
                    <a:pt x="13514" y="693"/>
                  </a:cubicBezTo>
                  <a:cubicBezTo>
                    <a:pt x="13514" y="693"/>
                    <a:pt x="13514" y="693"/>
                    <a:pt x="13514" y="693"/>
                  </a:cubicBezTo>
                  <a:cubicBezTo>
                    <a:pt x="13629" y="792"/>
                    <a:pt x="13629" y="792"/>
                    <a:pt x="13629" y="792"/>
                  </a:cubicBezTo>
                  <a:cubicBezTo>
                    <a:pt x="13629" y="891"/>
                    <a:pt x="13629" y="891"/>
                    <a:pt x="13629" y="891"/>
                  </a:cubicBezTo>
                  <a:cubicBezTo>
                    <a:pt x="13629" y="990"/>
                    <a:pt x="13629" y="990"/>
                    <a:pt x="13629" y="990"/>
                  </a:cubicBezTo>
                  <a:cubicBezTo>
                    <a:pt x="13629" y="990"/>
                    <a:pt x="13629" y="990"/>
                    <a:pt x="13629" y="990"/>
                  </a:cubicBezTo>
                  <a:cubicBezTo>
                    <a:pt x="13629" y="891"/>
                    <a:pt x="13629" y="891"/>
                    <a:pt x="13629" y="891"/>
                  </a:cubicBezTo>
                  <a:cubicBezTo>
                    <a:pt x="13629" y="792"/>
                    <a:pt x="13629" y="792"/>
                    <a:pt x="13629" y="792"/>
                  </a:cubicBezTo>
                  <a:cubicBezTo>
                    <a:pt x="13629" y="792"/>
                    <a:pt x="13629" y="792"/>
                    <a:pt x="13629" y="792"/>
                  </a:cubicBezTo>
                  <a:cubicBezTo>
                    <a:pt x="13629" y="693"/>
                    <a:pt x="13629" y="693"/>
                    <a:pt x="13629" y="693"/>
                  </a:cubicBezTo>
                  <a:cubicBezTo>
                    <a:pt x="13629" y="693"/>
                    <a:pt x="13629" y="693"/>
                    <a:pt x="13629" y="693"/>
                  </a:cubicBezTo>
                  <a:cubicBezTo>
                    <a:pt x="13629" y="594"/>
                    <a:pt x="13629" y="594"/>
                    <a:pt x="13629" y="594"/>
                  </a:cubicBezTo>
                  <a:cubicBezTo>
                    <a:pt x="13629" y="693"/>
                    <a:pt x="13629" y="693"/>
                    <a:pt x="13629" y="693"/>
                  </a:cubicBezTo>
                  <a:cubicBezTo>
                    <a:pt x="13860" y="792"/>
                    <a:pt x="13860" y="792"/>
                    <a:pt x="13860" y="792"/>
                  </a:cubicBezTo>
                  <a:cubicBezTo>
                    <a:pt x="13976" y="891"/>
                    <a:pt x="13976" y="891"/>
                    <a:pt x="13976" y="891"/>
                  </a:cubicBezTo>
                  <a:cubicBezTo>
                    <a:pt x="14091" y="891"/>
                    <a:pt x="14091" y="891"/>
                    <a:pt x="14091" y="891"/>
                  </a:cubicBezTo>
                  <a:cubicBezTo>
                    <a:pt x="14207" y="990"/>
                    <a:pt x="14207" y="990"/>
                    <a:pt x="14207" y="990"/>
                  </a:cubicBezTo>
                  <a:cubicBezTo>
                    <a:pt x="14207" y="891"/>
                    <a:pt x="14207" y="891"/>
                    <a:pt x="14207" y="891"/>
                  </a:cubicBezTo>
                  <a:cubicBezTo>
                    <a:pt x="14091" y="891"/>
                    <a:pt x="14091" y="891"/>
                    <a:pt x="14091" y="891"/>
                  </a:cubicBezTo>
                  <a:cubicBezTo>
                    <a:pt x="13976" y="792"/>
                    <a:pt x="13976" y="792"/>
                    <a:pt x="13976" y="792"/>
                  </a:cubicBezTo>
                  <a:cubicBezTo>
                    <a:pt x="13860" y="693"/>
                    <a:pt x="13860" y="693"/>
                    <a:pt x="13860" y="693"/>
                  </a:cubicBezTo>
                  <a:cubicBezTo>
                    <a:pt x="13860" y="594"/>
                    <a:pt x="13860" y="594"/>
                    <a:pt x="13860" y="594"/>
                  </a:cubicBezTo>
                  <a:cubicBezTo>
                    <a:pt x="13860" y="495"/>
                    <a:pt x="13860" y="495"/>
                    <a:pt x="13860" y="495"/>
                  </a:cubicBezTo>
                  <a:cubicBezTo>
                    <a:pt x="13976" y="495"/>
                    <a:pt x="13976" y="495"/>
                    <a:pt x="13976" y="495"/>
                  </a:cubicBezTo>
                  <a:cubicBezTo>
                    <a:pt x="14091" y="495"/>
                    <a:pt x="14091" y="495"/>
                    <a:pt x="14091" y="495"/>
                  </a:cubicBezTo>
                  <a:cubicBezTo>
                    <a:pt x="14207" y="594"/>
                    <a:pt x="14207" y="594"/>
                    <a:pt x="14207" y="594"/>
                  </a:cubicBezTo>
                  <a:cubicBezTo>
                    <a:pt x="14322" y="594"/>
                    <a:pt x="14322" y="594"/>
                    <a:pt x="14322" y="594"/>
                  </a:cubicBezTo>
                  <a:cubicBezTo>
                    <a:pt x="14322" y="495"/>
                    <a:pt x="14322" y="495"/>
                    <a:pt x="14322" y="495"/>
                  </a:cubicBezTo>
                  <a:cubicBezTo>
                    <a:pt x="14322" y="495"/>
                    <a:pt x="14322" y="495"/>
                    <a:pt x="14322" y="495"/>
                  </a:cubicBezTo>
                  <a:cubicBezTo>
                    <a:pt x="14322" y="495"/>
                    <a:pt x="14322" y="495"/>
                    <a:pt x="14322" y="495"/>
                  </a:cubicBezTo>
                  <a:cubicBezTo>
                    <a:pt x="14322" y="495"/>
                    <a:pt x="14322" y="495"/>
                    <a:pt x="14322" y="495"/>
                  </a:cubicBezTo>
                  <a:cubicBezTo>
                    <a:pt x="14322" y="396"/>
                    <a:pt x="14322" y="396"/>
                    <a:pt x="14322" y="396"/>
                  </a:cubicBezTo>
                  <a:cubicBezTo>
                    <a:pt x="14438" y="297"/>
                    <a:pt x="14438" y="297"/>
                    <a:pt x="14438" y="297"/>
                  </a:cubicBezTo>
                  <a:cubicBezTo>
                    <a:pt x="14438" y="297"/>
                    <a:pt x="14438" y="297"/>
                    <a:pt x="14438" y="297"/>
                  </a:cubicBezTo>
                  <a:cubicBezTo>
                    <a:pt x="14322" y="198"/>
                    <a:pt x="14322" y="198"/>
                    <a:pt x="14322" y="198"/>
                  </a:cubicBezTo>
                  <a:cubicBezTo>
                    <a:pt x="14438" y="198"/>
                    <a:pt x="14438" y="198"/>
                    <a:pt x="14438" y="198"/>
                  </a:cubicBezTo>
                  <a:cubicBezTo>
                    <a:pt x="14438" y="99"/>
                    <a:pt x="14438" y="99"/>
                    <a:pt x="14438" y="99"/>
                  </a:cubicBezTo>
                  <a:cubicBezTo>
                    <a:pt x="14554" y="198"/>
                    <a:pt x="14554" y="198"/>
                    <a:pt x="14554" y="198"/>
                  </a:cubicBezTo>
                  <a:cubicBezTo>
                    <a:pt x="14554" y="99"/>
                    <a:pt x="14554" y="99"/>
                    <a:pt x="14554" y="99"/>
                  </a:cubicBezTo>
                  <a:cubicBezTo>
                    <a:pt x="14554" y="0"/>
                    <a:pt x="14554" y="0"/>
                    <a:pt x="14554" y="0"/>
                  </a:cubicBezTo>
                  <a:cubicBezTo>
                    <a:pt x="14669" y="0"/>
                    <a:pt x="14669" y="0"/>
                    <a:pt x="14669" y="0"/>
                  </a:cubicBezTo>
                  <a:cubicBezTo>
                    <a:pt x="14669" y="0"/>
                    <a:pt x="14669" y="0"/>
                    <a:pt x="14669" y="0"/>
                  </a:cubicBezTo>
                  <a:cubicBezTo>
                    <a:pt x="14669" y="99"/>
                    <a:pt x="14669" y="99"/>
                    <a:pt x="14669" y="99"/>
                  </a:cubicBezTo>
                  <a:cubicBezTo>
                    <a:pt x="14785" y="99"/>
                    <a:pt x="14785" y="99"/>
                    <a:pt x="14785" y="99"/>
                  </a:cubicBezTo>
                  <a:cubicBezTo>
                    <a:pt x="14785" y="99"/>
                    <a:pt x="14785" y="99"/>
                    <a:pt x="14785" y="99"/>
                  </a:cubicBezTo>
                  <a:cubicBezTo>
                    <a:pt x="14785" y="198"/>
                    <a:pt x="14785" y="198"/>
                    <a:pt x="14785" y="198"/>
                  </a:cubicBezTo>
                  <a:cubicBezTo>
                    <a:pt x="14900" y="198"/>
                    <a:pt x="14900" y="198"/>
                    <a:pt x="14900" y="198"/>
                  </a:cubicBezTo>
                  <a:cubicBezTo>
                    <a:pt x="14900" y="198"/>
                    <a:pt x="14900" y="198"/>
                    <a:pt x="14900" y="198"/>
                  </a:cubicBezTo>
                  <a:cubicBezTo>
                    <a:pt x="14900" y="198"/>
                    <a:pt x="14900" y="198"/>
                    <a:pt x="14900" y="198"/>
                  </a:cubicBezTo>
                  <a:cubicBezTo>
                    <a:pt x="14900" y="99"/>
                    <a:pt x="14900" y="99"/>
                    <a:pt x="14900" y="99"/>
                  </a:cubicBezTo>
                  <a:cubicBezTo>
                    <a:pt x="14900" y="0"/>
                    <a:pt x="14900" y="0"/>
                    <a:pt x="14900" y="0"/>
                  </a:cubicBezTo>
                  <a:cubicBezTo>
                    <a:pt x="14900" y="0"/>
                    <a:pt x="14900" y="0"/>
                    <a:pt x="14900" y="0"/>
                  </a:cubicBezTo>
                  <a:cubicBezTo>
                    <a:pt x="15016" y="0"/>
                    <a:pt x="15016" y="0"/>
                    <a:pt x="15016" y="0"/>
                  </a:cubicBezTo>
                  <a:cubicBezTo>
                    <a:pt x="15131" y="0"/>
                    <a:pt x="15131" y="0"/>
                    <a:pt x="15131" y="0"/>
                  </a:cubicBezTo>
                  <a:cubicBezTo>
                    <a:pt x="15247" y="0"/>
                    <a:pt x="15247" y="0"/>
                    <a:pt x="15247" y="0"/>
                  </a:cubicBezTo>
                  <a:cubicBezTo>
                    <a:pt x="15362" y="0"/>
                    <a:pt x="15362" y="0"/>
                    <a:pt x="15362" y="0"/>
                  </a:cubicBezTo>
                  <a:cubicBezTo>
                    <a:pt x="15362" y="99"/>
                    <a:pt x="15362" y="99"/>
                    <a:pt x="15362" y="99"/>
                  </a:cubicBezTo>
                  <a:cubicBezTo>
                    <a:pt x="15478" y="99"/>
                    <a:pt x="15478" y="99"/>
                    <a:pt x="15478" y="99"/>
                  </a:cubicBezTo>
                  <a:cubicBezTo>
                    <a:pt x="15478" y="0"/>
                    <a:pt x="15478" y="0"/>
                    <a:pt x="15478" y="0"/>
                  </a:cubicBezTo>
                  <a:cubicBezTo>
                    <a:pt x="15593" y="0"/>
                    <a:pt x="15593" y="0"/>
                    <a:pt x="15593" y="0"/>
                  </a:cubicBezTo>
                  <a:cubicBezTo>
                    <a:pt x="15709" y="99"/>
                    <a:pt x="15709" y="99"/>
                    <a:pt x="15709" y="99"/>
                  </a:cubicBezTo>
                  <a:cubicBezTo>
                    <a:pt x="15824" y="99"/>
                    <a:pt x="15824" y="99"/>
                    <a:pt x="15824" y="99"/>
                  </a:cubicBezTo>
                  <a:cubicBezTo>
                    <a:pt x="15824" y="99"/>
                    <a:pt x="15824" y="99"/>
                    <a:pt x="15824" y="99"/>
                  </a:cubicBezTo>
                  <a:cubicBezTo>
                    <a:pt x="15940" y="99"/>
                    <a:pt x="15940" y="99"/>
                    <a:pt x="15940" y="99"/>
                  </a:cubicBezTo>
                  <a:cubicBezTo>
                    <a:pt x="16055" y="99"/>
                    <a:pt x="16055" y="99"/>
                    <a:pt x="16055" y="99"/>
                  </a:cubicBezTo>
                  <a:cubicBezTo>
                    <a:pt x="16055" y="99"/>
                    <a:pt x="16055" y="99"/>
                    <a:pt x="16055" y="99"/>
                  </a:cubicBezTo>
                  <a:cubicBezTo>
                    <a:pt x="16171" y="198"/>
                    <a:pt x="16171" y="198"/>
                    <a:pt x="16171" y="198"/>
                  </a:cubicBezTo>
                  <a:cubicBezTo>
                    <a:pt x="16171" y="198"/>
                    <a:pt x="16171" y="198"/>
                    <a:pt x="16171" y="198"/>
                  </a:cubicBezTo>
                  <a:cubicBezTo>
                    <a:pt x="16171" y="198"/>
                    <a:pt x="16171" y="198"/>
                    <a:pt x="16171" y="198"/>
                  </a:cubicBezTo>
                  <a:cubicBezTo>
                    <a:pt x="16286" y="198"/>
                    <a:pt x="16286" y="198"/>
                    <a:pt x="16286" y="198"/>
                  </a:cubicBezTo>
                  <a:cubicBezTo>
                    <a:pt x="16402" y="198"/>
                    <a:pt x="16402" y="198"/>
                    <a:pt x="16402" y="198"/>
                  </a:cubicBezTo>
                  <a:cubicBezTo>
                    <a:pt x="16517" y="198"/>
                    <a:pt x="16517" y="198"/>
                    <a:pt x="16517" y="198"/>
                  </a:cubicBezTo>
                  <a:cubicBezTo>
                    <a:pt x="16633" y="297"/>
                    <a:pt x="16633" y="297"/>
                    <a:pt x="16633" y="297"/>
                  </a:cubicBezTo>
                  <a:cubicBezTo>
                    <a:pt x="16864" y="297"/>
                    <a:pt x="16864" y="297"/>
                    <a:pt x="16864" y="297"/>
                  </a:cubicBezTo>
                  <a:cubicBezTo>
                    <a:pt x="16864" y="396"/>
                    <a:pt x="16864" y="396"/>
                    <a:pt x="16864" y="396"/>
                  </a:cubicBezTo>
                  <a:cubicBezTo>
                    <a:pt x="16979" y="297"/>
                    <a:pt x="16979" y="297"/>
                    <a:pt x="16979" y="297"/>
                  </a:cubicBezTo>
                  <a:cubicBezTo>
                    <a:pt x="16979" y="396"/>
                    <a:pt x="16979" y="396"/>
                    <a:pt x="16979" y="396"/>
                  </a:cubicBezTo>
                  <a:cubicBezTo>
                    <a:pt x="17095" y="396"/>
                    <a:pt x="17095" y="396"/>
                    <a:pt x="17095" y="396"/>
                  </a:cubicBezTo>
                  <a:cubicBezTo>
                    <a:pt x="17095" y="396"/>
                    <a:pt x="17095" y="396"/>
                    <a:pt x="17095" y="396"/>
                  </a:cubicBezTo>
                  <a:cubicBezTo>
                    <a:pt x="17210" y="396"/>
                    <a:pt x="17210" y="396"/>
                    <a:pt x="17210" y="396"/>
                  </a:cubicBezTo>
                  <a:cubicBezTo>
                    <a:pt x="17326" y="495"/>
                    <a:pt x="17326" y="495"/>
                    <a:pt x="17326" y="495"/>
                  </a:cubicBezTo>
                  <a:cubicBezTo>
                    <a:pt x="17441" y="495"/>
                    <a:pt x="17441" y="495"/>
                    <a:pt x="17441" y="495"/>
                  </a:cubicBezTo>
                  <a:cubicBezTo>
                    <a:pt x="17557" y="594"/>
                    <a:pt x="17557" y="594"/>
                    <a:pt x="17557" y="594"/>
                  </a:cubicBezTo>
                  <a:cubicBezTo>
                    <a:pt x="17672" y="594"/>
                    <a:pt x="17672" y="594"/>
                    <a:pt x="17672" y="594"/>
                  </a:cubicBezTo>
                  <a:cubicBezTo>
                    <a:pt x="17672" y="693"/>
                    <a:pt x="17672" y="693"/>
                    <a:pt x="17672" y="693"/>
                  </a:cubicBezTo>
                  <a:cubicBezTo>
                    <a:pt x="17788" y="693"/>
                    <a:pt x="17788" y="693"/>
                    <a:pt x="17788" y="693"/>
                  </a:cubicBezTo>
                  <a:cubicBezTo>
                    <a:pt x="17788" y="792"/>
                    <a:pt x="17788" y="792"/>
                    <a:pt x="17788" y="792"/>
                  </a:cubicBezTo>
                  <a:cubicBezTo>
                    <a:pt x="17788" y="792"/>
                    <a:pt x="17788" y="792"/>
                    <a:pt x="17788" y="792"/>
                  </a:cubicBezTo>
                  <a:cubicBezTo>
                    <a:pt x="17672" y="792"/>
                    <a:pt x="17672" y="792"/>
                    <a:pt x="17672" y="792"/>
                  </a:cubicBezTo>
                  <a:cubicBezTo>
                    <a:pt x="17557" y="792"/>
                    <a:pt x="17557" y="792"/>
                    <a:pt x="17557" y="792"/>
                  </a:cubicBezTo>
                  <a:cubicBezTo>
                    <a:pt x="17557" y="891"/>
                    <a:pt x="17557" y="891"/>
                    <a:pt x="17557" y="891"/>
                  </a:cubicBezTo>
                  <a:cubicBezTo>
                    <a:pt x="17441" y="891"/>
                    <a:pt x="17441" y="891"/>
                    <a:pt x="17441" y="891"/>
                  </a:cubicBezTo>
                  <a:cubicBezTo>
                    <a:pt x="17441" y="891"/>
                    <a:pt x="17441" y="891"/>
                    <a:pt x="17441" y="891"/>
                  </a:cubicBezTo>
                  <a:cubicBezTo>
                    <a:pt x="17326" y="891"/>
                    <a:pt x="17326" y="891"/>
                    <a:pt x="17326" y="891"/>
                  </a:cubicBezTo>
                  <a:cubicBezTo>
                    <a:pt x="17326" y="891"/>
                    <a:pt x="17326" y="891"/>
                    <a:pt x="17326" y="891"/>
                  </a:cubicBezTo>
                  <a:cubicBezTo>
                    <a:pt x="17210" y="891"/>
                    <a:pt x="17210" y="891"/>
                    <a:pt x="17210" y="891"/>
                  </a:cubicBezTo>
                  <a:cubicBezTo>
                    <a:pt x="16979" y="792"/>
                    <a:pt x="16979" y="792"/>
                    <a:pt x="16979" y="792"/>
                  </a:cubicBezTo>
                  <a:cubicBezTo>
                    <a:pt x="16864" y="792"/>
                    <a:pt x="16864" y="792"/>
                    <a:pt x="16864" y="792"/>
                  </a:cubicBezTo>
                  <a:cubicBezTo>
                    <a:pt x="16864" y="792"/>
                    <a:pt x="16864" y="792"/>
                    <a:pt x="16864" y="792"/>
                  </a:cubicBezTo>
                  <a:cubicBezTo>
                    <a:pt x="16748" y="792"/>
                    <a:pt x="16748" y="792"/>
                    <a:pt x="16748" y="792"/>
                  </a:cubicBezTo>
                  <a:cubicBezTo>
                    <a:pt x="16633" y="792"/>
                    <a:pt x="16633" y="792"/>
                    <a:pt x="16633" y="792"/>
                  </a:cubicBezTo>
                  <a:cubicBezTo>
                    <a:pt x="16517" y="792"/>
                    <a:pt x="16517" y="792"/>
                    <a:pt x="16517" y="792"/>
                  </a:cubicBezTo>
                  <a:cubicBezTo>
                    <a:pt x="16517" y="792"/>
                    <a:pt x="16517" y="792"/>
                    <a:pt x="16517" y="792"/>
                  </a:cubicBezTo>
                  <a:cubicBezTo>
                    <a:pt x="16517" y="792"/>
                    <a:pt x="16517" y="792"/>
                    <a:pt x="16517" y="792"/>
                  </a:cubicBezTo>
                  <a:cubicBezTo>
                    <a:pt x="16402" y="792"/>
                    <a:pt x="16402" y="792"/>
                    <a:pt x="16402" y="792"/>
                  </a:cubicBezTo>
                  <a:cubicBezTo>
                    <a:pt x="16171" y="891"/>
                    <a:pt x="16171" y="891"/>
                    <a:pt x="16171" y="891"/>
                  </a:cubicBezTo>
                  <a:cubicBezTo>
                    <a:pt x="16171" y="891"/>
                    <a:pt x="16171" y="891"/>
                    <a:pt x="16171" y="891"/>
                  </a:cubicBezTo>
                  <a:cubicBezTo>
                    <a:pt x="16055" y="891"/>
                    <a:pt x="16055" y="891"/>
                    <a:pt x="16055" y="891"/>
                  </a:cubicBezTo>
                  <a:cubicBezTo>
                    <a:pt x="15940" y="891"/>
                    <a:pt x="15940" y="891"/>
                    <a:pt x="15940" y="891"/>
                  </a:cubicBezTo>
                  <a:cubicBezTo>
                    <a:pt x="15824" y="891"/>
                    <a:pt x="15824" y="891"/>
                    <a:pt x="15824" y="891"/>
                  </a:cubicBezTo>
                  <a:cubicBezTo>
                    <a:pt x="15709" y="891"/>
                    <a:pt x="15709" y="891"/>
                    <a:pt x="15709" y="891"/>
                  </a:cubicBezTo>
                  <a:cubicBezTo>
                    <a:pt x="15709" y="792"/>
                    <a:pt x="15709" y="792"/>
                    <a:pt x="15709" y="792"/>
                  </a:cubicBezTo>
                  <a:cubicBezTo>
                    <a:pt x="15593" y="792"/>
                    <a:pt x="15593" y="792"/>
                    <a:pt x="15593" y="792"/>
                  </a:cubicBezTo>
                  <a:cubicBezTo>
                    <a:pt x="15709" y="693"/>
                    <a:pt x="15709" y="693"/>
                    <a:pt x="15709" y="693"/>
                  </a:cubicBezTo>
                  <a:cubicBezTo>
                    <a:pt x="15709" y="693"/>
                    <a:pt x="15709" y="693"/>
                    <a:pt x="15709" y="693"/>
                  </a:cubicBezTo>
                  <a:cubicBezTo>
                    <a:pt x="15824" y="693"/>
                    <a:pt x="15824" y="693"/>
                    <a:pt x="15824" y="693"/>
                  </a:cubicBezTo>
                  <a:cubicBezTo>
                    <a:pt x="15709" y="693"/>
                    <a:pt x="15709" y="693"/>
                    <a:pt x="15709" y="693"/>
                  </a:cubicBezTo>
                  <a:cubicBezTo>
                    <a:pt x="15709" y="594"/>
                    <a:pt x="15709" y="594"/>
                    <a:pt x="15709" y="594"/>
                  </a:cubicBezTo>
                  <a:cubicBezTo>
                    <a:pt x="15593" y="693"/>
                    <a:pt x="15593" y="693"/>
                    <a:pt x="15593" y="693"/>
                  </a:cubicBezTo>
                  <a:cubicBezTo>
                    <a:pt x="15478" y="693"/>
                    <a:pt x="15478" y="693"/>
                    <a:pt x="15478" y="693"/>
                  </a:cubicBezTo>
                  <a:cubicBezTo>
                    <a:pt x="15478" y="792"/>
                    <a:pt x="15478" y="792"/>
                    <a:pt x="15478" y="792"/>
                  </a:cubicBezTo>
                  <a:cubicBezTo>
                    <a:pt x="15593" y="891"/>
                    <a:pt x="15593" y="891"/>
                    <a:pt x="15593" y="891"/>
                  </a:cubicBezTo>
                  <a:cubicBezTo>
                    <a:pt x="15593" y="891"/>
                    <a:pt x="15593" y="891"/>
                    <a:pt x="15593" y="891"/>
                  </a:cubicBezTo>
                  <a:cubicBezTo>
                    <a:pt x="15593" y="891"/>
                    <a:pt x="15593" y="891"/>
                    <a:pt x="15593" y="891"/>
                  </a:cubicBezTo>
                  <a:cubicBezTo>
                    <a:pt x="15478" y="891"/>
                    <a:pt x="15478" y="891"/>
                    <a:pt x="15478" y="891"/>
                  </a:cubicBezTo>
                  <a:cubicBezTo>
                    <a:pt x="15478" y="891"/>
                    <a:pt x="15478" y="891"/>
                    <a:pt x="15478" y="891"/>
                  </a:cubicBezTo>
                  <a:cubicBezTo>
                    <a:pt x="15362" y="891"/>
                    <a:pt x="15362" y="891"/>
                    <a:pt x="15362" y="891"/>
                  </a:cubicBezTo>
                  <a:cubicBezTo>
                    <a:pt x="15247" y="891"/>
                    <a:pt x="15247" y="891"/>
                    <a:pt x="15247" y="891"/>
                  </a:cubicBezTo>
                  <a:cubicBezTo>
                    <a:pt x="15247" y="990"/>
                    <a:pt x="15247" y="990"/>
                    <a:pt x="15247" y="990"/>
                  </a:cubicBezTo>
                  <a:cubicBezTo>
                    <a:pt x="15131" y="990"/>
                    <a:pt x="15131" y="990"/>
                    <a:pt x="15131" y="990"/>
                  </a:cubicBezTo>
                  <a:cubicBezTo>
                    <a:pt x="15016" y="891"/>
                    <a:pt x="15016" y="891"/>
                    <a:pt x="15016" y="891"/>
                  </a:cubicBezTo>
                  <a:cubicBezTo>
                    <a:pt x="14900" y="891"/>
                    <a:pt x="14900" y="891"/>
                    <a:pt x="14900" y="891"/>
                  </a:cubicBezTo>
                  <a:cubicBezTo>
                    <a:pt x="14785" y="990"/>
                    <a:pt x="14785" y="990"/>
                    <a:pt x="14785" y="990"/>
                  </a:cubicBezTo>
                  <a:cubicBezTo>
                    <a:pt x="14554" y="1089"/>
                    <a:pt x="14554" y="1089"/>
                    <a:pt x="14554" y="1089"/>
                  </a:cubicBezTo>
                  <a:cubicBezTo>
                    <a:pt x="14554" y="1089"/>
                    <a:pt x="14554" y="1089"/>
                    <a:pt x="14554" y="1089"/>
                  </a:cubicBezTo>
                  <a:cubicBezTo>
                    <a:pt x="14554" y="1288"/>
                    <a:pt x="14554" y="1288"/>
                    <a:pt x="14554" y="1288"/>
                  </a:cubicBezTo>
                  <a:cubicBezTo>
                    <a:pt x="14554" y="1288"/>
                    <a:pt x="14554" y="1288"/>
                    <a:pt x="14554" y="1288"/>
                  </a:cubicBezTo>
                  <a:cubicBezTo>
                    <a:pt x="14554" y="1387"/>
                    <a:pt x="14554" y="1387"/>
                    <a:pt x="14554" y="1387"/>
                  </a:cubicBezTo>
                  <a:cubicBezTo>
                    <a:pt x="14554" y="1387"/>
                    <a:pt x="14554" y="1387"/>
                    <a:pt x="14554" y="1387"/>
                  </a:cubicBezTo>
                  <a:cubicBezTo>
                    <a:pt x="14669" y="1387"/>
                    <a:pt x="14669" y="1387"/>
                    <a:pt x="14669" y="1387"/>
                  </a:cubicBezTo>
                  <a:cubicBezTo>
                    <a:pt x="14669" y="1288"/>
                    <a:pt x="14669" y="1288"/>
                    <a:pt x="14669" y="1288"/>
                  </a:cubicBezTo>
                  <a:cubicBezTo>
                    <a:pt x="14669" y="1188"/>
                    <a:pt x="14669" y="1188"/>
                    <a:pt x="14669" y="1188"/>
                  </a:cubicBezTo>
                  <a:cubicBezTo>
                    <a:pt x="14669" y="1188"/>
                    <a:pt x="14669" y="1188"/>
                    <a:pt x="14669" y="1188"/>
                  </a:cubicBezTo>
                  <a:cubicBezTo>
                    <a:pt x="14785" y="1188"/>
                    <a:pt x="14785" y="1188"/>
                    <a:pt x="14785" y="1188"/>
                  </a:cubicBezTo>
                  <a:cubicBezTo>
                    <a:pt x="14785" y="1188"/>
                    <a:pt x="14785" y="1188"/>
                    <a:pt x="14785" y="1188"/>
                  </a:cubicBezTo>
                  <a:cubicBezTo>
                    <a:pt x="14900" y="1188"/>
                    <a:pt x="14900" y="1188"/>
                    <a:pt x="14900" y="1188"/>
                  </a:cubicBezTo>
                  <a:cubicBezTo>
                    <a:pt x="14900" y="1188"/>
                    <a:pt x="14900" y="1188"/>
                    <a:pt x="14900" y="1188"/>
                  </a:cubicBezTo>
                  <a:cubicBezTo>
                    <a:pt x="14900" y="1188"/>
                    <a:pt x="14900" y="1188"/>
                    <a:pt x="14900" y="1188"/>
                  </a:cubicBezTo>
                  <a:cubicBezTo>
                    <a:pt x="14900" y="1288"/>
                    <a:pt x="14900" y="1288"/>
                    <a:pt x="14900" y="1288"/>
                  </a:cubicBezTo>
                  <a:cubicBezTo>
                    <a:pt x="14900" y="1288"/>
                    <a:pt x="14900" y="1288"/>
                    <a:pt x="14900" y="1288"/>
                  </a:cubicBezTo>
                  <a:cubicBezTo>
                    <a:pt x="14900" y="1288"/>
                    <a:pt x="14900" y="1288"/>
                    <a:pt x="14900" y="1288"/>
                  </a:cubicBezTo>
                  <a:cubicBezTo>
                    <a:pt x="14900" y="1288"/>
                    <a:pt x="14900" y="1288"/>
                    <a:pt x="14900" y="1288"/>
                  </a:cubicBezTo>
                  <a:cubicBezTo>
                    <a:pt x="15016" y="1188"/>
                    <a:pt x="15016" y="1188"/>
                    <a:pt x="15016" y="1188"/>
                  </a:cubicBezTo>
                  <a:cubicBezTo>
                    <a:pt x="15016" y="1188"/>
                    <a:pt x="15016" y="1089"/>
                    <a:pt x="15016" y="1089"/>
                  </a:cubicBezTo>
                  <a:cubicBezTo>
                    <a:pt x="15016" y="1089"/>
                    <a:pt x="15131" y="1089"/>
                    <a:pt x="15131" y="1089"/>
                  </a:cubicBezTo>
                  <a:cubicBezTo>
                    <a:pt x="15247" y="1089"/>
                    <a:pt x="15247" y="1089"/>
                    <a:pt x="15247" y="1089"/>
                  </a:cubicBezTo>
                  <a:cubicBezTo>
                    <a:pt x="15362" y="1089"/>
                    <a:pt x="15362" y="1089"/>
                    <a:pt x="15362" y="1089"/>
                  </a:cubicBezTo>
                  <a:cubicBezTo>
                    <a:pt x="15478" y="990"/>
                    <a:pt x="15478" y="990"/>
                    <a:pt x="15478" y="990"/>
                  </a:cubicBezTo>
                  <a:cubicBezTo>
                    <a:pt x="15478" y="990"/>
                    <a:pt x="15478" y="990"/>
                    <a:pt x="15478" y="990"/>
                  </a:cubicBezTo>
                  <a:cubicBezTo>
                    <a:pt x="15593" y="990"/>
                    <a:pt x="15593" y="990"/>
                    <a:pt x="15593" y="990"/>
                  </a:cubicBezTo>
                  <a:cubicBezTo>
                    <a:pt x="15593" y="1089"/>
                    <a:pt x="15593" y="1089"/>
                    <a:pt x="15593" y="1089"/>
                  </a:cubicBezTo>
                  <a:cubicBezTo>
                    <a:pt x="15593" y="1188"/>
                    <a:pt x="15593" y="1188"/>
                    <a:pt x="15593" y="1188"/>
                  </a:cubicBezTo>
                  <a:cubicBezTo>
                    <a:pt x="15709" y="1188"/>
                    <a:pt x="15709" y="1188"/>
                    <a:pt x="15709" y="1188"/>
                  </a:cubicBezTo>
                  <a:cubicBezTo>
                    <a:pt x="15709" y="1188"/>
                    <a:pt x="15709" y="1188"/>
                    <a:pt x="15709" y="1188"/>
                  </a:cubicBezTo>
                  <a:cubicBezTo>
                    <a:pt x="15709" y="1188"/>
                    <a:pt x="15709" y="1188"/>
                    <a:pt x="15709" y="1188"/>
                  </a:cubicBezTo>
                  <a:cubicBezTo>
                    <a:pt x="15709" y="1089"/>
                    <a:pt x="15709" y="1089"/>
                    <a:pt x="15709" y="1089"/>
                  </a:cubicBezTo>
                  <a:cubicBezTo>
                    <a:pt x="15709" y="990"/>
                    <a:pt x="15709" y="990"/>
                    <a:pt x="15709" y="990"/>
                  </a:cubicBezTo>
                  <a:cubicBezTo>
                    <a:pt x="15824" y="990"/>
                    <a:pt x="15824" y="990"/>
                    <a:pt x="15824" y="990"/>
                  </a:cubicBezTo>
                  <a:cubicBezTo>
                    <a:pt x="15940" y="990"/>
                    <a:pt x="15940" y="990"/>
                    <a:pt x="15940" y="990"/>
                  </a:cubicBezTo>
                  <a:cubicBezTo>
                    <a:pt x="16055" y="990"/>
                    <a:pt x="16055" y="990"/>
                    <a:pt x="16055" y="990"/>
                  </a:cubicBezTo>
                  <a:cubicBezTo>
                    <a:pt x="16171" y="990"/>
                    <a:pt x="16171" y="990"/>
                    <a:pt x="16171" y="990"/>
                  </a:cubicBezTo>
                  <a:cubicBezTo>
                    <a:pt x="16286" y="990"/>
                    <a:pt x="16286" y="990"/>
                    <a:pt x="16286" y="990"/>
                  </a:cubicBezTo>
                  <a:cubicBezTo>
                    <a:pt x="16402" y="891"/>
                    <a:pt x="16402" y="891"/>
                    <a:pt x="16402" y="891"/>
                  </a:cubicBezTo>
                  <a:cubicBezTo>
                    <a:pt x="16633" y="891"/>
                    <a:pt x="16633" y="891"/>
                    <a:pt x="16633" y="891"/>
                  </a:cubicBezTo>
                  <a:cubicBezTo>
                    <a:pt x="16748" y="990"/>
                    <a:pt x="16748" y="990"/>
                    <a:pt x="16748" y="990"/>
                  </a:cubicBezTo>
                  <a:cubicBezTo>
                    <a:pt x="16864" y="990"/>
                    <a:pt x="16864" y="990"/>
                    <a:pt x="16864" y="990"/>
                  </a:cubicBezTo>
                  <a:cubicBezTo>
                    <a:pt x="16864" y="990"/>
                    <a:pt x="16864" y="990"/>
                    <a:pt x="16864" y="990"/>
                  </a:cubicBezTo>
                  <a:cubicBezTo>
                    <a:pt x="16979" y="1089"/>
                    <a:pt x="16979" y="1089"/>
                    <a:pt x="16979" y="1089"/>
                  </a:cubicBezTo>
                  <a:cubicBezTo>
                    <a:pt x="17095" y="1089"/>
                    <a:pt x="17095" y="1089"/>
                    <a:pt x="17095" y="1089"/>
                  </a:cubicBezTo>
                  <a:cubicBezTo>
                    <a:pt x="17095" y="1089"/>
                    <a:pt x="17095" y="1089"/>
                    <a:pt x="17095" y="1089"/>
                  </a:cubicBezTo>
                  <a:cubicBezTo>
                    <a:pt x="17210" y="1089"/>
                    <a:pt x="17210" y="1089"/>
                    <a:pt x="17210" y="1089"/>
                  </a:cubicBezTo>
                  <a:cubicBezTo>
                    <a:pt x="17326" y="1089"/>
                    <a:pt x="17326" y="1089"/>
                    <a:pt x="17326" y="1089"/>
                  </a:cubicBezTo>
                  <a:cubicBezTo>
                    <a:pt x="17326" y="1089"/>
                    <a:pt x="17326" y="1089"/>
                    <a:pt x="17326" y="1089"/>
                  </a:cubicBezTo>
                  <a:cubicBezTo>
                    <a:pt x="17441" y="1089"/>
                    <a:pt x="17441" y="1089"/>
                    <a:pt x="17441" y="1089"/>
                  </a:cubicBezTo>
                  <a:cubicBezTo>
                    <a:pt x="17441" y="1188"/>
                    <a:pt x="17441" y="1188"/>
                    <a:pt x="17441" y="1188"/>
                  </a:cubicBezTo>
                  <a:cubicBezTo>
                    <a:pt x="17441" y="1188"/>
                    <a:pt x="17441" y="1188"/>
                    <a:pt x="17441" y="1188"/>
                  </a:cubicBezTo>
                  <a:cubicBezTo>
                    <a:pt x="17557" y="1089"/>
                    <a:pt x="17557" y="1089"/>
                    <a:pt x="17557" y="1089"/>
                  </a:cubicBezTo>
                  <a:cubicBezTo>
                    <a:pt x="17672" y="1089"/>
                    <a:pt x="17672" y="1089"/>
                    <a:pt x="17672" y="1089"/>
                  </a:cubicBezTo>
                  <a:cubicBezTo>
                    <a:pt x="17672" y="1089"/>
                    <a:pt x="17672" y="1089"/>
                    <a:pt x="17672" y="1089"/>
                  </a:cubicBezTo>
                  <a:cubicBezTo>
                    <a:pt x="17903" y="990"/>
                    <a:pt x="17903" y="990"/>
                    <a:pt x="17903" y="990"/>
                  </a:cubicBezTo>
                  <a:cubicBezTo>
                    <a:pt x="17903" y="990"/>
                    <a:pt x="17903" y="990"/>
                    <a:pt x="17903" y="990"/>
                  </a:cubicBezTo>
                  <a:cubicBezTo>
                    <a:pt x="18019" y="990"/>
                    <a:pt x="18019" y="990"/>
                    <a:pt x="18019" y="990"/>
                  </a:cubicBezTo>
                  <a:cubicBezTo>
                    <a:pt x="18019" y="990"/>
                    <a:pt x="18019" y="990"/>
                    <a:pt x="18019" y="990"/>
                  </a:cubicBezTo>
                  <a:cubicBezTo>
                    <a:pt x="18134" y="1089"/>
                    <a:pt x="18134" y="1089"/>
                    <a:pt x="18134" y="1089"/>
                  </a:cubicBezTo>
                  <a:cubicBezTo>
                    <a:pt x="18134" y="1089"/>
                    <a:pt x="18134" y="1089"/>
                    <a:pt x="18134" y="1089"/>
                  </a:cubicBezTo>
                  <a:cubicBezTo>
                    <a:pt x="18134" y="1089"/>
                    <a:pt x="18134" y="1089"/>
                    <a:pt x="18134" y="1089"/>
                  </a:cubicBezTo>
                  <a:cubicBezTo>
                    <a:pt x="18134" y="1188"/>
                    <a:pt x="18134" y="1188"/>
                    <a:pt x="18134" y="1188"/>
                  </a:cubicBezTo>
                  <a:cubicBezTo>
                    <a:pt x="18134" y="1188"/>
                    <a:pt x="18134" y="1188"/>
                    <a:pt x="18134" y="1188"/>
                  </a:cubicBezTo>
                  <a:cubicBezTo>
                    <a:pt x="18134" y="1188"/>
                    <a:pt x="18134" y="1188"/>
                    <a:pt x="18134" y="1188"/>
                  </a:cubicBezTo>
                  <a:cubicBezTo>
                    <a:pt x="18250" y="1288"/>
                    <a:pt x="18250" y="1288"/>
                    <a:pt x="18250" y="1288"/>
                  </a:cubicBezTo>
                  <a:cubicBezTo>
                    <a:pt x="18250" y="1288"/>
                    <a:pt x="18250" y="1288"/>
                    <a:pt x="18250" y="1288"/>
                  </a:cubicBezTo>
                  <a:cubicBezTo>
                    <a:pt x="18019" y="1387"/>
                    <a:pt x="18019" y="1387"/>
                    <a:pt x="18019" y="1387"/>
                  </a:cubicBezTo>
                  <a:cubicBezTo>
                    <a:pt x="17903" y="1387"/>
                    <a:pt x="17903" y="1387"/>
                    <a:pt x="17903" y="1387"/>
                  </a:cubicBezTo>
                  <a:cubicBezTo>
                    <a:pt x="17788" y="1387"/>
                    <a:pt x="17788" y="1387"/>
                    <a:pt x="17788" y="1387"/>
                  </a:cubicBezTo>
                  <a:cubicBezTo>
                    <a:pt x="17788" y="1387"/>
                    <a:pt x="17788" y="1387"/>
                    <a:pt x="17788" y="1387"/>
                  </a:cubicBezTo>
                  <a:cubicBezTo>
                    <a:pt x="17672" y="1288"/>
                    <a:pt x="17672" y="1288"/>
                    <a:pt x="17672" y="1288"/>
                  </a:cubicBezTo>
                  <a:cubicBezTo>
                    <a:pt x="17672" y="1387"/>
                    <a:pt x="17672" y="1387"/>
                    <a:pt x="17672" y="1387"/>
                  </a:cubicBezTo>
                  <a:cubicBezTo>
                    <a:pt x="17672" y="1387"/>
                    <a:pt x="17672" y="1387"/>
                    <a:pt x="17672" y="1387"/>
                  </a:cubicBezTo>
                  <a:cubicBezTo>
                    <a:pt x="17788" y="1486"/>
                    <a:pt x="17788" y="1486"/>
                    <a:pt x="17788" y="1486"/>
                  </a:cubicBezTo>
                  <a:cubicBezTo>
                    <a:pt x="17788" y="1486"/>
                    <a:pt x="17788" y="1486"/>
                    <a:pt x="17788" y="1486"/>
                  </a:cubicBezTo>
                  <a:cubicBezTo>
                    <a:pt x="17788" y="1486"/>
                    <a:pt x="17788" y="1486"/>
                    <a:pt x="17788" y="1486"/>
                  </a:cubicBezTo>
                  <a:cubicBezTo>
                    <a:pt x="17672" y="1486"/>
                    <a:pt x="17672" y="1486"/>
                    <a:pt x="17672" y="1486"/>
                  </a:cubicBezTo>
                  <a:cubicBezTo>
                    <a:pt x="17557" y="1486"/>
                    <a:pt x="17557" y="1486"/>
                    <a:pt x="17557" y="1486"/>
                  </a:cubicBezTo>
                  <a:cubicBezTo>
                    <a:pt x="17557" y="1486"/>
                    <a:pt x="17557" y="1486"/>
                    <a:pt x="17557" y="1486"/>
                  </a:cubicBezTo>
                  <a:cubicBezTo>
                    <a:pt x="17557" y="1486"/>
                    <a:pt x="17557" y="1486"/>
                    <a:pt x="17557" y="1486"/>
                  </a:cubicBezTo>
                  <a:cubicBezTo>
                    <a:pt x="17557" y="1486"/>
                    <a:pt x="17557" y="1486"/>
                    <a:pt x="17557" y="1486"/>
                  </a:cubicBezTo>
                  <a:cubicBezTo>
                    <a:pt x="17672" y="1585"/>
                    <a:pt x="17672" y="1585"/>
                    <a:pt x="17672" y="1585"/>
                  </a:cubicBezTo>
                  <a:cubicBezTo>
                    <a:pt x="17788" y="1585"/>
                    <a:pt x="17788" y="1585"/>
                    <a:pt x="17788" y="1585"/>
                  </a:cubicBezTo>
                  <a:cubicBezTo>
                    <a:pt x="17903" y="1585"/>
                    <a:pt x="17903" y="1585"/>
                    <a:pt x="17903" y="1585"/>
                  </a:cubicBezTo>
                  <a:cubicBezTo>
                    <a:pt x="17903" y="1585"/>
                    <a:pt x="17903" y="1585"/>
                    <a:pt x="17903" y="1585"/>
                  </a:cubicBezTo>
                  <a:cubicBezTo>
                    <a:pt x="18134" y="1486"/>
                    <a:pt x="18134" y="1486"/>
                    <a:pt x="18134" y="1486"/>
                  </a:cubicBezTo>
                  <a:cubicBezTo>
                    <a:pt x="18134" y="1486"/>
                    <a:pt x="18134" y="1486"/>
                    <a:pt x="18134" y="1486"/>
                  </a:cubicBezTo>
                  <a:cubicBezTo>
                    <a:pt x="18134" y="1585"/>
                    <a:pt x="18134" y="1585"/>
                    <a:pt x="18134" y="1585"/>
                  </a:cubicBezTo>
                  <a:cubicBezTo>
                    <a:pt x="18134" y="1486"/>
                    <a:pt x="18134" y="1486"/>
                    <a:pt x="18134" y="1486"/>
                  </a:cubicBezTo>
                  <a:cubicBezTo>
                    <a:pt x="18134" y="1486"/>
                    <a:pt x="18134" y="1486"/>
                    <a:pt x="18134" y="1486"/>
                  </a:cubicBezTo>
                  <a:cubicBezTo>
                    <a:pt x="18250" y="1486"/>
                    <a:pt x="18250" y="1486"/>
                    <a:pt x="18250" y="1486"/>
                  </a:cubicBezTo>
                  <a:cubicBezTo>
                    <a:pt x="18481" y="1486"/>
                    <a:pt x="18481" y="1486"/>
                    <a:pt x="18481" y="1486"/>
                  </a:cubicBezTo>
                  <a:cubicBezTo>
                    <a:pt x="18481" y="1486"/>
                    <a:pt x="18481" y="1486"/>
                    <a:pt x="18481" y="1486"/>
                  </a:cubicBezTo>
                  <a:cubicBezTo>
                    <a:pt x="18596" y="1585"/>
                    <a:pt x="18596" y="1585"/>
                    <a:pt x="18596" y="1585"/>
                  </a:cubicBezTo>
                  <a:cubicBezTo>
                    <a:pt x="18596" y="1585"/>
                    <a:pt x="18596" y="1585"/>
                    <a:pt x="18596" y="1585"/>
                  </a:cubicBezTo>
                  <a:cubicBezTo>
                    <a:pt x="18596" y="1585"/>
                    <a:pt x="18596" y="1585"/>
                    <a:pt x="18596" y="1585"/>
                  </a:cubicBezTo>
                  <a:cubicBezTo>
                    <a:pt x="18712" y="1486"/>
                    <a:pt x="18712" y="1486"/>
                    <a:pt x="18712" y="1486"/>
                  </a:cubicBezTo>
                  <a:cubicBezTo>
                    <a:pt x="18712" y="1585"/>
                    <a:pt x="18712" y="1585"/>
                    <a:pt x="18712" y="1585"/>
                  </a:cubicBezTo>
                  <a:cubicBezTo>
                    <a:pt x="18712" y="1585"/>
                    <a:pt x="18712" y="1585"/>
                    <a:pt x="18712" y="1585"/>
                  </a:cubicBezTo>
                  <a:cubicBezTo>
                    <a:pt x="18827" y="1684"/>
                    <a:pt x="18827" y="1684"/>
                    <a:pt x="18827" y="1684"/>
                  </a:cubicBezTo>
                  <a:cubicBezTo>
                    <a:pt x="18943" y="1684"/>
                    <a:pt x="18943" y="1684"/>
                    <a:pt x="18943" y="1684"/>
                  </a:cubicBezTo>
                  <a:cubicBezTo>
                    <a:pt x="19058" y="1684"/>
                    <a:pt x="19058" y="1684"/>
                    <a:pt x="19058" y="1684"/>
                  </a:cubicBezTo>
                  <a:cubicBezTo>
                    <a:pt x="19058" y="1783"/>
                    <a:pt x="19058" y="1783"/>
                    <a:pt x="19058" y="1783"/>
                  </a:cubicBezTo>
                  <a:cubicBezTo>
                    <a:pt x="19058" y="1783"/>
                    <a:pt x="19058" y="1783"/>
                    <a:pt x="19058" y="1783"/>
                  </a:cubicBezTo>
                  <a:cubicBezTo>
                    <a:pt x="19289" y="1882"/>
                    <a:pt x="19289" y="1882"/>
                    <a:pt x="19289" y="1882"/>
                  </a:cubicBezTo>
                  <a:cubicBezTo>
                    <a:pt x="19289" y="1882"/>
                    <a:pt x="19289" y="1882"/>
                    <a:pt x="19289" y="1882"/>
                  </a:cubicBezTo>
                  <a:cubicBezTo>
                    <a:pt x="19289" y="1981"/>
                    <a:pt x="19289" y="1981"/>
                    <a:pt x="19289" y="1981"/>
                  </a:cubicBezTo>
                  <a:cubicBezTo>
                    <a:pt x="19289" y="1981"/>
                    <a:pt x="19289" y="1981"/>
                    <a:pt x="19289" y="1981"/>
                  </a:cubicBezTo>
                  <a:cubicBezTo>
                    <a:pt x="19289" y="2080"/>
                    <a:pt x="19289" y="2080"/>
                    <a:pt x="19289" y="2080"/>
                  </a:cubicBezTo>
                  <a:cubicBezTo>
                    <a:pt x="19289" y="2080"/>
                    <a:pt x="19289" y="2080"/>
                    <a:pt x="19289" y="2080"/>
                  </a:cubicBezTo>
                  <a:cubicBezTo>
                    <a:pt x="19289" y="2179"/>
                    <a:pt x="19289" y="2179"/>
                    <a:pt x="19289" y="2179"/>
                  </a:cubicBezTo>
                  <a:cubicBezTo>
                    <a:pt x="19174" y="2179"/>
                    <a:pt x="19174" y="2179"/>
                    <a:pt x="19174" y="2179"/>
                  </a:cubicBezTo>
                  <a:cubicBezTo>
                    <a:pt x="19174" y="2179"/>
                    <a:pt x="19174" y="2179"/>
                    <a:pt x="19174" y="2179"/>
                  </a:cubicBezTo>
                  <a:cubicBezTo>
                    <a:pt x="19058" y="2278"/>
                    <a:pt x="19058" y="2278"/>
                    <a:pt x="19058" y="2278"/>
                  </a:cubicBezTo>
                  <a:cubicBezTo>
                    <a:pt x="19058" y="2179"/>
                    <a:pt x="19058" y="2179"/>
                    <a:pt x="19058" y="2179"/>
                  </a:cubicBezTo>
                  <a:cubicBezTo>
                    <a:pt x="18943" y="2278"/>
                    <a:pt x="18943" y="2278"/>
                    <a:pt x="18943" y="2278"/>
                  </a:cubicBezTo>
                  <a:cubicBezTo>
                    <a:pt x="18943" y="2278"/>
                    <a:pt x="18943" y="2278"/>
                    <a:pt x="18943" y="2278"/>
                  </a:cubicBezTo>
                  <a:cubicBezTo>
                    <a:pt x="18943" y="2278"/>
                    <a:pt x="18943" y="2278"/>
                    <a:pt x="18943" y="2278"/>
                  </a:cubicBezTo>
                  <a:cubicBezTo>
                    <a:pt x="18827" y="2377"/>
                    <a:pt x="18827" y="2377"/>
                    <a:pt x="18827" y="2377"/>
                  </a:cubicBezTo>
                  <a:cubicBezTo>
                    <a:pt x="18712" y="2377"/>
                    <a:pt x="18712" y="2377"/>
                    <a:pt x="18712" y="2377"/>
                  </a:cubicBezTo>
                  <a:cubicBezTo>
                    <a:pt x="18596" y="2377"/>
                    <a:pt x="18596" y="2377"/>
                    <a:pt x="18596" y="2377"/>
                  </a:cubicBezTo>
                  <a:cubicBezTo>
                    <a:pt x="18481" y="2377"/>
                    <a:pt x="18481" y="2377"/>
                    <a:pt x="18481" y="2377"/>
                  </a:cubicBezTo>
                  <a:cubicBezTo>
                    <a:pt x="18481" y="2377"/>
                    <a:pt x="18481" y="2377"/>
                    <a:pt x="18481"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477"/>
                    <a:pt x="18365" y="2477"/>
                    <a:pt x="18365" y="2477"/>
                  </a:cubicBezTo>
                  <a:cubicBezTo>
                    <a:pt x="18250" y="2477"/>
                    <a:pt x="18250" y="2477"/>
                    <a:pt x="18250" y="2477"/>
                  </a:cubicBezTo>
                  <a:cubicBezTo>
                    <a:pt x="18134" y="2477"/>
                    <a:pt x="18134" y="2477"/>
                    <a:pt x="18134" y="2477"/>
                  </a:cubicBezTo>
                  <a:cubicBezTo>
                    <a:pt x="18134" y="2477"/>
                    <a:pt x="18134" y="2477"/>
                    <a:pt x="18134" y="2477"/>
                  </a:cubicBezTo>
                  <a:cubicBezTo>
                    <a:pt x="18019" y="2477"/>
                    <a:pt x="18019" y="2477"/>
                    <a:pt x="18019" y="2477"/>
                  </a:cubicBezTo>
                  <a:cubicBezTo>
                    <a:pt x="18019" y="2477"/>
                    <a:pt x="18019" y="2477"/>
                    <a:pt x="18019" y="2477"/>
                  </a:cubicBezTo>
                  <a:cubicBezTo>
                    <a:pt x="17903" y="2477"/>
                    <a:pt x="17903" y="2477"/>
                    <a:pt x="17903" y="2477"/>
                  </a:cubicBezTo>
                  <a:cubicBezTo>
                    <a:pt x="17788" y="2477"/>
                    <a:pt x="17788" y="2477"/>
                    <a:pt x="17788" y="2477"/>
                  </a:cubicBezTo>
                  <a:cubicBezTo>
                    <a:pt x="17672" y="2477"/>
                    <a:pt x="17672" y="2477"/>
                    <a:pt x="17672" y="2477"/>
                  </a:cubicBezTo>
                  <a:cubicBezTo>
                    <a:pt x="17672" y="2477"/>
                    <a:pt x="17672" y="2477"/>
                    <a:pt x="17672" y="2477"/>
                  </a:cubicBezTo>
                  <a:cubicBezTo>
                    <a:pt x="17557" y="2477"/>
                    <a:pt x="17557" y="2477"/>
                    <a:pt x="17557" y="2477"/>
                  </a:cubicBezTo>
                  <a:cubicBezTo>
                    <a:pt x="17557" y="2477"/>
                    <a:pt x="17557" y="2477"/>
                    <a:pt x="17557" y="2477"/>
                  </a:cubicBezTo>
                  <a:cubicBezTo>
                    <a:pt x="17441" y="2477"/>
                    <a:pt x="17441" y="2477"/>
                    <a:pt x="17441" y="2477"/>
                  </a:cubicBezTo>
                  <a:cubicBezTo>
                    <a:pt x="17326" y="2477"/>
                    <a:pt x="17326" y="2477"/>
                    <a:pt x="17326" y="2477"/>
                  </a:cubicBezTo>
                  <a:cubicBezTo>
                    <a:pt x="17326" y="2477"/>
                    <a:pt x="17326" y="2477"/>
                    <a:pt x="17326" y="2477"/>
                  </a:cubicBezTo>
                  <a:cubicBezTo>
                    <a:pt x="17210" y="2477"/>
                    <a:pt x="17210" y="2477"/>
                    <a:pt x="17210" y="2477"/>
                  </a:cubicBezTo>
                  <a:cubicBezTo>
                    <a:pt x="17095" y="2477"/>
                    <a:pt x="17095" y="2477"/>
                    <a:pt x="17095" y="2477"/>
                  </a:cubicBezTo>
                  <a:cubicBezTo>
                    <a:pt x="16979" y="2377"/>
                    <a:pt x="16979" y="2377"/>
                    <a:pt x="16979" y="2377"/>
                  </a:cubicBezTo>
                  <a:cubicBezTo>
                    <a:pt x="16979" y="2377"/>
                    <a:pt x="16979" y="2377"/>
                    <a:pt x="16979" y="2377"/>
                  </a:cubicBezTo>
                  <a:cubicBezTo>
                    <a:pt x="16979" y="2377"/>
                    <a:pt x="16979" y="2377"/>
                    <a:pt x="16979" y="2377"/>
                  </a:cubicBezTo>
                  <a:cubicBezTo>
                    <a:pt x="16748" y="2377"/>
                    <a:pt x="16748" y="2377"/>
                    <a:pt x="16748" y="2377"/>
                  </a:cubicBezTo>
                  <a:cubicBezTo>
                    <a:pt x="16748" y="2377"/>
                    <a:pt x="16748" y="2377"/>
                    <a:pt x="16748" y="2377"/>
                  </a:cubicBezTo>
                  <a:cubicBezTo>
                    <a:pt x="16633" y="2377"/>
                    <a:pt x="16633" y="2377"/>
                    <a:pt x="16633" y="2377"/>
                  </a:cubicBezTo>
                  <a:cubicBezTo>
                    <a:pt x="16517" y="2377"/>
                    <a:pt x="16517" y="2377"/>
                    <a:pt x="16517" y="2377"/>
                  </a:cubicBezTo>
                  <a:cubicBezTo>
                    <a:pt x="16517" y="2377"/>
                    <a:pt x="16517" y="2377"/>
                    <a:pt x="16517" y="2377"/>
                  </a:cubicBezTo>
                  <a:cubicBezTo>
                    <a:pt x="16402" y="2377"/>
                    <a:pt x="16402" y="2377"/>
                    <a:pt x="16402" y="2377"/>
                  </a:cubicBezTo>
                  <a:cubicBezTo>
                    <a:pt x="16286" y="2377"/>
                    <a:pt x="16286" y="2377"/>
                    <a:pt x="16286" y="2377"/>
                  </a:cubicBezTo>
                  <a:cubicBezTo>
                    <a:pt x="16286" y="2377"/>
                    <a:pt x="16286" y="2377"/>
                    <a:pt x="16286" y="2377"/>
                  </a:cubicBezTo>
                  <a:cubicBezTo>
                    <a:pt x="16171" y="2377"/>
                    <a:pt x="16171" y="2377"/>
                    <a:pt x="16171" y="2377"/>
                  </a:cubicBezTo>
                  <a:cubicBezTo>
                    <a:pt x="16055" y="2377"/>
                    <a:pt x="16055" y="2377"/>
                    <a:pt x="16055" y="2377"/>
                  </a:cubicBezTo>
                  <a:cubicBezTo>
                    <a:pt x="15940" y="2477"/>
                    <a:pt x="15940" y="2477"/>
                    <a:pt x="15940" y="2477"/>
                  </a:cubicBezTo>
                  <a:cubicBezTo>
                    <a:pt x="15940" y="2477"/>
                    <a:pt x="15940" y="2477"/>
                    <a:pt x="15940" y="2477"/>
                  </a:cubicBezTo>
                  <a:cubicBezTo>
                    <a:pt x="15940" y="2477"/>
                    <a:pt x="15940" y="2477"/>
                    <a:pt x="15940" y="2477"/>
                  </a:cubicBezTo>
                  <a:cubicBezTo>
                    <a:pt x="15940" y="2377"/>
                    <a:pt x="15940" y="2377"/>
                    <a:pt x="15940" y="2377"/>
                  </a:cubicBezTo>
                  <a:cubicBezTo>
                    <a:pt x="15824" y="2377"/>
                    <a:pt x="15824" y="2377"/>
                    <a:pt x="15824" y="2377"/>
                  </a:cubicBezTo>
                  <a:cubicBezTo>
                    <a:pt x="15824" y="2377"/>
                    <a:pt x="15824" y="2377"/>
                    <a:pt x="15824" y="2377"/>
                  </a:cubicBezTo>
                  <a:cubicBezTo>
                    <a:pt x="15709" y="2377"/>
                    <a:pt x="15709" y="2377"/>
                    <a:pt x="15709" y="2377"/>
                  </a:cubicBezTo>
                  <a:cubicBezTo>
                    <a:pt x="15709" y="2377"/>
                    <a:pt x="15709" y="2377"/>
                    <a:pt x="15709" y="2377"/>
                  </a:cubicBezTo>
                  <a:cubicBezTo>
                    <a:pt x="15709" y="2377"/>
                    <a:pt x="15709" y="2377"/>
                    <a:pt x="15709" y="2377"/>
                  </a:cubicBezTo>
                  <a:cubicBezTo>
                    <a:pt x="15709" y="2377"/>
                    <a:pt x="15709" y="2377"/>
                    <a:pt x="15709" y="2377"/>
                  </a:cubicBezTo>
                  <a:cubicBezTo>
                    <a:pt x="15824" y="2377"/>
                    <a:pt x="15824" y="2377"/>
                    <a:pt x="15824" y="2377"/>
                  </a:cubicBezTo>
                  <a:cubicBezTo>
                    <a:pt x="15824" y="2477"/>
                    <a:pt x="15824" y="2477"/>
                    <a:pt x="15824" y="2477"/>
                  </a:cubicBezTo>
                  <a:cubicBezTo>
                    <a:pt x="15940" y="2477"/>
                    <a:pt x="15940" y="2477"/>
                    <a:pt x="15940" y="2477"/>
                  </a:cubicBezTo>
                  <a:cubicBezTo>
                    <a:pt x="15824" y="2477"/>
                    <a:pt x="15824" y="2477"/>
                    <a:pt x="15824" y="2477"/>
                  </a:cubicBezTo>
                  <a:cubicBezTo>
                    <a:pt x="15824" y="2576"/>
                    <a:pt x="15824" y="2576"/>
                    <a:pt x="15824" y="2576"/>
                  </a:cubicBezTo>
                  <a:cubicBezTo>
                    <a:pt x="15709" y="2576"/>
                    <a:pt x="15709" y="2576"/>
                    <a:pt x="15709" y="2576"/>
                  </a:cubicBezTo>
                  <a:cubicBezTo>
                    <a:pt x="15709" y="2576"/>
                    <a:pt x="15709" y="2576"/>
                    <a:pt x="15709" y="2576"/>
                  </a:cubicBezTo>
                  <a:cubicBezTo>
                    <a:pt x="15593" y="2576"/>
                    <a:pt x="15593" y="2576"/>
                    <a:pt x="15593" y="2576"/>
                  </a:cubicBezTo>
                  <a:cubicBezTo>
                    <a:pt x="15478" y="2576"/>
                    <a:pt x="15478" y="2576"/>
                    <a:pt x="15478" y="2576"/>
                  </a:cubicBezTo>
                  <a:cubicBezTo>
                    <a:pt x="15362" y="2675"/>
                    <a:pt x="15362" y="2675"/>
                    <a:pt x="15362" y="2675"/>
                  </a:cubicBezTo>
                  <a:cubicBezTo>
                    <a:pt x="15247" y="2675"/>
                    <a:pt x="15247" y="2675"/>
                    <a:pt x="15247" y="2675"/>
                  </a:cubicBezTo>
                  <a:cubicBezTo>
                    <a:pt x="15247" y="2675"/>
                    <a:pt x="15247" y="2675"/>
                    <a:pt x="15247" y="2675"/>
                  </a:cubicBezTo>
                  <a:cubicBezTo>
                    <a:pt x="15131" y="2675"/>
                    <a:pt x="15131" y="2675"/>
                    <a:pt x="15131" y="2675"/>
                  </a:cubicBezTo>
                  <a:cubicBezTo>
                    <a:pt x="15131" y="2675"/>
                    <a:pt x="15131" y="2675"/>
                    <a:pt x="15131" y="2675"/>
                  </a:cubicBezTo>
                  <a:cubicBezTo>
                    <a:pt x="15016" y="2774"/>
                    <a:pt x="15016" y="2774"/>
                    <a:pt x="15016" y="2774"/>
                  </a:cubicBezTo>
                  <a:cubicBezTo>
                    <a:pt x="14900" y="2774"/>
                    <a:pt x="14900" y="2774"/>
                    <a:pt x="14900" y="2774"/>
                  </a:cubicBezTo>
                  <a:cubicBezTo>
                    <a:pt x="14900" y="2774"/>
                    <a:pt x="14900" y="2774"/>
                    <a:pt x="14900" y="2774"/>
                  </a:cubicBezTo>
                  <a:cubicBezTo>
                    <a:pt x="14900" y="2873"/>
                    <a:pt x="14900" y="2873"/>
                    <a:pt x="14900" y="2873"/>
                  </a:cubicBezTo>
                  <a:cubicBezTo>
                    <a:pt x="14900" y="2873"/>
                    <a:pt x="14900" y="2873"/>
                    <a:pt x="14900" y="2873"/>
                  </a:cubicBezTo>
                  <a:cubicBezTo>
                    <a:pt x="14900" y="2972"/>
                    <a:pt x="14900" y="2972"/>
                    <a:pt x="14900" y="2972"/>
                  </a:cubicBezTo>
                  <a:cubicBezTo>
                    <a:pt x="14900" y="3071"/>
                    <a:pt x="14900" y="3071"/>
                    <a:pt x="14900" y="3071"/>
                  </a:cubicBezTo>
                  <a:cubicBezTo>
                    <a:pt x="15016" y="3071"/>
                    <a:pt x="15016" y="3071"/>
                    <a:pt x="15016" y="3071"/>
                  </a:cubicBezTo>
                  <a:cubicBezTo>
                    <a:pt x="15016" y="3071"/>
                    <a:pt x="15016" y="3071"/>
                    <a:pt x="15016" y="3071"/>
                  </a:cubicBezTo>
                  <a:cubicBezTo>
                    <a:pt x="15016" y="3071"/>
                    <a:pt x="15016" y="3071"/>
                    <a:pt x="15016" y="3071"/>
                  </a:cubicBezTo>
                  <a:cubicBezTo>
                    <a:pt x="15016" y="2972"/>
                    <a:pt x="15016" y="2972"/>
                    <a:pt x="15016" y="2972"/>
                  </a:cubicBezTo>
                  <a:cubicBezTo>
                    <a:pt x="15131" y="2873"/>
                    <a:pt x="15131" y="2873"/>
                    <a:pt x="15131" y="2873"/>
                  </a:cubicBezTo>
                  <a:cubicBezTo>
                    <a:pt x="15247" y="2873"/>
                    <a:pt x="15247" y="2873"/>
                    <a:pt x="15247" y="2873"/>
                  </a:cubicBezTo>
                  <a:cubicBezTo>
                    <a:pt x="15247" y="2873"/>
                    <a:pt x="15247" y="2873"/>
                    <a:pt x="15247" y="2873"/>
                  </a:cubicBezTo>
                  <a:cubicBezTo>
                    <a:pt x="15362" y="2873"/>
                    <a:pt x="15362" y="2873"/>
                    <a:pt x="15362" y="2873"/>
                  </a:cubicBezTo>
                  <a:cubicBezTo>
                    <a:pt x="15478" y="2873"/>
                    <a:pt x="15478" y="2873"/>
                    <a:pt x="15478" y="2873"/>
                  </a:cubicBezTo>
                  <a:cubicBezTo>
                    <a:pt x="15478" y="2873"/>
                    <a:pt x="15478" y="2873"/>
                    <a:pt x="15478" y="2873"/>
                  </a:cubicBezTo>
                  <a:cubicBezTo>
                    <a:pt x="15593" y="2774"/>
                    <a:pt x="15593" y="2774"/>
                    <a:pt x="15593" y="2774"/>
                  </a:cubicBezTo>
                  <a:cubicBezTo>
                    <a:pt x="15709" y="2774"/>
                    <a:pt x="15709" y="2774"/>
                    <a:pt x="15709" y="2774"/>
                  </a:cubicBezTo>
                  <a:cubicBezTo>
                    <a:pt x="15940" y="2675"/>
                    <a:pt x="15940" y="2675"/>
                    <a:pt x="15940" y="2675"/>
                  </a:cubicBezTo>
                  <a:cubicBezTo>
                    <a:pt x="15940" y="2675"/>
                    <a:pt x="15940" y="2675"/>
                    <a:pt x="15940" y="2675"/>
                  </a:cubicBezTo>
                  <a:cubicBezTo>
                    <a:pt x="15940" y="2675"/>
                    <a:pt x="15940" y="2675"/>
                    <a:pt x="15940" y="2675"/>
                  </a:cubicBezTo>
                  <a:cubicBezTo>
                    <a:pt x="15940" y="2774"/>
                    <a:pt x="15940" y="2774"/>
                    <a:pt x="15940" y="2774"/>
                  </a:cubicBezTo>
                  <a:cubicBezTo>
                    <a:pt x="15940" y="2774"/>
                    <a:pt x="15940" y="2774"/>
                    <a:pt x="15940" y="2774"/>
                  </a:cubicBezTo>
                  <a:cubicBezTo>
                    <a:pt x="16055" y="2774"/>
                    <a:pt x="16055" y="2774"/>
                    <a:pt x="16055" y="2774"/>
                  </a:cubicBezTo>
                  <a:cubicBezTo>
                    <a:pt x="16055" y="2675"/>
                    <a:pt x="16055" y="2675"/>
                    <a:pt x="16055" y="2675"/>
                  </a:cubicBezTo>
                  <a:cubicBezTo>
                    <a:pt x="16171" y="2576"/>
                    <a:pt x="16171" y="2576"/>
                    <a:pt x="16171" y="2576"/>
                  </a:cubicBezTo>
                  <a:cubicBezTo>
                    <a:pt x="16171" y="2576"/>
                    <a:pt x="16171" y="2576"/>
                    <a:pt x="16171" y="2576"/>
                  </a:cubicBezTo>
                  <a:cubicBezTo>
                    <a:pt x="16286" y="2576"/>
                    <a:pt x="16286" y="2576"/>
                    <a:pt x="16286" y="2576"/>
                  </a:cubicBezTo>
                  <a:cubicBezTo>
                    <a:pt x="16286" y="2576"/>
                    <a:pt x="16286" y="2576"/>
                    <a:pt x="16286" y="2576"/>
                  </a:cubicBezTo>
                  <a:cubicBezTo>
                    <a:pt x="16402" y="2576"/>
                    <a:pt x="16402" y="2576"/>
                    <a:pt x="16402" y="2576"/>
                  </a:cubicBezTo>
                  <a:cubicBezTo>
                    <a:pt x="16517" y="2576"/>
                    <a:pt x="16517" y="2576"/>
                    <a:pt x="16517" y="2576"/>
                  </a:cubicBezTo>
                  <a:cubicBezTo>
                    <a:pt x="16633" y="2675"/>
                    <a:pt x="16633" y="2675"/>
                    <a:pt x="16633" y="2675"/>
                  </a:cubicBezTo>
                  <a:cubicBezTo>
                    <a:pt x="16748" y="2675"/>
                    <a:pt x="16748" y="2675"/>
                    <a:pt x="16748" y="2675"/>
                  </a:cubicBezTo>
                  <a:cubicBezTo>
                    <a:pt x="16979" y="2675"/>
                    <a:pt x="16979" y="2675"/>
                    <a:pt x="16979" y="2675"/>
                  </a:cubicBezTo>
                  <a:cubicBezTo>
                    <a:pt x="17095" y="2675"/>
                    <a:pt x="17095" y="2675"/>
                    <a:pt x="17095" y="2675"/>
                  </a:cubicBezTo>
                  <a:cubicBezTo>
                    <a:pt x="17210" y="2675"/>
                    <a:pt x="17210" y="2675"/>
                    <a:pt x="17210" y="2675"/>
                  </a:cubicBezTo>
                  <a:cubicBezTo>
                    <a:pt x="17326" y="2675"/>
                    <a:pt x="17326" y="2675"/>
                    <a:pt x="17326" y="2675"/>
                  </a:cubicBezTo>
                  <a:cubicBezTo>
                    <a:pt x="17557" y="2774"/>
                    <a:pt x="17557" y="2774"/>
                    <a:pt x="17557" y="2774"/>
                  </a:cubicBezTo>
                  <a:cubicBezTo>
                    <a:pt x="17557" y="2675"/>
                    <a:pt x="17557" y="2675"/>
                    <a:pt x="17557" y="2675"/>
                  </a:cubicBezTo>
                  <a:cubicBezTo>
                    <a:pt x="17672" y="2774"/>
                    <a:pt x="17672" y="2774"/>
                    <a:pt x="17672" y="2774"/>
                  </a:cubicBezTo>
                  <a:cubicBezTo>
                    <a:pt x="17672" y="2774"/>
                    <a:pt x="17672" y="2774"/>
                    <a:pt x="17672" y="2774"/>
                  </a:cubicBezTo>
                  <a:cubicBezTo>
                    <a:pt x="17672" y="2873"/>
                    <a:pt x="17672" y="2873"/>
                    <a:pt x="17672" y="2873"/>
                  </a:cubicBezTo>
                  <a:cubicBezTo>
                    <a:pt x="17557" y="2873"/>
                    <a:pt x="17557" y="2873"/>
                    <a:pt x="17557" y="2873"/>
                  </a:cubicBezTo>
                  <a:cubicBezTo>
                    <a:pt x="17557" y="2972"/>
                    <a:pt x="17557" y="2972"/>
                    <a:pt x="17557" y="2972"/>
                  </a:cubicBezTo>
                  <a:cubicBezTo>
                    <a:pt x="17557" y="2972"/>
                    <a:pt x="17557" y="2972"/>
                    <a:pt x="17557" y="2972"/>
                  </a:cubicBezTo>
                  <a:cubicBezTo>
                    <a:pt x="17441" y="3071"/>
                    <a:pt x="17441" y="3071"/>
                    <a:pt x="17441" y="3071"/>
                  </a:cubicBezTo>
                  <a:cubicBezTo>
                    <a:pt x="17210" y="3071"/>
                    <a:pt x="17210" y="3071"/>
                    <a:pt x="17210" y="3071"/>
                  </a:cubicBezTo>
                  <a:cubicBezTo>
                    <a:pt x="17095" y="3071"/>
                    <a:pt x="17095" y="3071"/>
                    <a:pt x="17095" y="3071"/>
                  </a:cubicBezTo>
                  <a:cubicBezTo>
                    <a:pt x="17095" y="3071"/>
                    <a:pt x="17095" y="3071"/>
                    <a:pt x="17095" y="3071"/>
                  </a:cubicBezTo>
                  <a:cubicBezTo>
                    <a:pt x="16979" y="3071"/>
                    <a:pt x="16979" y="3071"/>
                    <a:pt x="16979" y="3071"/>
                  </a:cubicBezTo>
                  <a:cubicBezTo>
                    <a:pt x="16979" y="3071"/>
                    <a:pt x="16979" y="3071"/>
                    <a:pt x="16979" y="3071"/>
                  </a:cubicBezTo>
                  <a:cubicBezTo>
                    <a:pt x="16979" y="3170"/>
                    <a:pt x="16979" y="3170"/>
                    <a:pt x="16979" y="3170"/>
                  </a:cubicBezTo>
                  <a:cubicBezTo>
                    <a:pt x="16979" y="3170"/>
                    <a:pt x="16979" y="3170"/>
                    <a:pt x="16979" y="3170"/>
                  </a:cubicBezTo>
                  <a:cubicBezTo>
                    <a:pt x="16979" y="3269"/>
                    <a:pt x="16979" y="3269"/>
                    <a:pt x="16979" y="3269"/>
                  </a:cubicBezTo>
                  <a:cubicBezTo>
                    <a:pt x="16979" y="3269"/>
                    <a:pt x="16979" y="3269"/>
                    <a:pt x="16979" y="3269"/>
                  </a:cubicBezTo>
                  <a:cubicBezTo>
                    <a:pt x="16979" y="3269"/>
                    <a:pt x="16979" y="3269"/>
                    <a:pt x="16979" y="3269"/>
                  </a:cubicBezTo>
                  <a:cubicBezTo>
                    <a:pt x="17095" y="3269"/>
                    <a:pt x="17095" y="3269"/>
                    <a:pt x="17095" y="3269"/>
                  </a:cubicBezTo>
                  <a:cubicBezTo>
                    <a:pt x="17210" y="3269"/>
                    <a:pt x="17210" y="3269"/>
                    <a:pt x="17210" y="3269"/>
                  </a:cubicBezTo>
                  <a:cubicBezTo>
                    <a:pt x="17326" y="3170"/>
                    <a:pt x="17326" y="3170"/>
                    <a:pt x="17326" y="3170"/>
                  </a:cubicBezTo>
                  <a:cubicBezTo>
                    <a:pt x="17326" y="3170"/>
                    <a:pt x="17557" y="3170"/>
                    <a:pt x="17557" y="3170"/>
                  </a:cubicBezTo>
                  <a:cubicBezTo>
                    <a:pt x="17557" y="3170"/>
                    <a:pt x="17672" y="3269"/>
                    <a:pt x="17672" y="3269"/>
                  </a:cubicBezTo>
                  <a:cubicBezTo>
                    <a:pt x="17788" y="3269"/>
                    <a:pt x="17788" y="3269"/>
                    <a:pt x="17788" y="3269"/>
                  </a:cubicBezTo>
                  <a:cubicBezTo>
                    <a:pt x="17788" y="3269"/>
                    <a:pt x="17788" y="3269"/>
                    <a:pt x="17788" y="3269"/>
                  </a:cubicBezTo>
                  <a:cubicBezTo>
                    <a:pt x="17903" y="3269"/>
                    <a:pt x="17903" y="3269"/>
                    <a:pt x="17903" y="3269"/>
                  </a:cubicBezTo>
                  <a:cubicBezTo>
                    <a:pt x="17903" y="3269"/>
                    <a:pt x="17903" y="3269"/>
                    <a:pt x="17903" y="3269"/>
                  </a:cubicBezTo>
                  <a:cubicBezTo>
                    <a:pt x="17903" y="3269"/>
                    <a:pt x="17903" y="3269"/>
                    <a:pt x="17903" y="3269"/>
                  </a:cubicBezTo>
                  <a:cubicBezTo>
                    <a:pt x="18019" y="3269"/>
                    <a:pt x="18019" y="3269"/>
                    <a:pt x="18019" y="3269"/>
                  </a:cubicBezTo>
                  <a:cubicBezTo>
                    <a:pt x="18019" y="3269"/>
                    <a:pt x="18019" y="3269"/>
                    <a:pt x="18019" y="3269"/>
                  </a:cubicBezTo>
                  <a:cubicBezTo>
                    <a:pt x="18134" y="3170"/>
                    <a:pt x="18134" y="3170"/>
                    <a:pt x="18134" y="3170"/>
                  </a:cubicBezTo>
                  <a:cubicBezTo>
                    <a:pt x="18134" y="3071"/>
                    <a:pt x="18134" y="3071"/>
                    <a:pt x="18134" y="3071"/>
                  </a:cubicBezTo>
                  <a:cubicBezTo>
                    <a:pt x="18134" y="2972"/>
                    <a:pt x="18134" y="2972"/>
                    <a:pt x="18134" y="2972"/>
                  </a:cubicBezTo>
                  <a:cubicBezTo>
                    <a:pt x="18250" y="2873"/>
                    <a:pt x="18250" y="2873"/>
                    <a:pt x="18250" y="2873"/>
                  </a:cubicBezTo>
                  <a:cubicBezTo>
                    <a:pt x="18134" y="2873"/>
                    <a:pt x="18134" y="2873"/>
                    <a:pt x="18134" y="2873"/>
                  </a:cubicBezTo>
                  <a:cubicBezTo>
                    <a:pt x="18134" y="2873"/>
                    <a:pt x="18134" y="2873"/>
                    <a:pt x="18134" y="2873"/>
                  </a:cubicBezTo>
                  <a:cubicBezTo>
                    <a:pt x="18250" y="2774"/>
                    <a:pt x="18250" y="2774"/>
                    <a:pt x="18250" y="2774"/>
                  </a:cubicBezTo>
                  <a:cubicBezTo>
                    <a:pt x="18365" y="2774"/>
                    <a:pt x="18365" y="2774"/>
                    <a:pt x="18365" y="2774"/>
                  </a:cubicBezTo>
                  <a:cubicBezTo>
                    <a:pt x="18481" y="2774"/>
                    <a:pt x="18481" y="2774"/>
                    <a:pt x="18481" y="2774"/>
                  </a:cubicBezTo>
                  <a:cubicBezTo>
                    <a:pt x="18596" y="2774"/>
                    <a:pt x="18596" y="2774"/>
                    <a:pt x="18596" y="2774"/>
                  </a:cubicBezTo>
                  <a:cubicBezTo>
                    <a:pt x="18712" y="2774"/>
                    <a:pt x="18712" y="2774"/>
                    <a:pt x="18712" y="2774"/>
                  </a:cubicBezTo>
                  <a:cubicBezTo>
                    <a:pt x="18827" y="2774"/>
                    <a:pt x="18827" y="2774"/>
                    <a:pt x="18827" y="2774"/>
                  </a:cubicBezTo>
                  <a:cubicBezTo>
                    <a:pt x="18827" y="2873"/>
                    <a:pt x="18827" y="2873"/>
                    <a:pt x="18827" y="2873"/>
                  </a:cubicBezTo>
                  <a:cubicBezTo>
                    <a:pt x="18827" y="2972"/>
                    <a:pt x="18827" y="2972"/>
                    <a:pt x="18827" y="2972"/>
                  </a:cubicBezTo>
                  <a:cubicBezTo>
                    <a:pt x="18827" y="3071"/>
                    <a:pt x="18827" y="3071"/>
                    <a:pt x="18827" y="3071"/>
                  </a:cubicBezTo>
                  <a:cubicBezTo>
                    <a:pt x="18712" y="3170"/>
                    <a:pt x="18712" y="3170"/>
                    <a:pt x="18712" y="3170"/>
                  </a:cubicBezTo>
                  <a:cubicBezTo>
                    <a:pt x="18596" y="3368"/>
                    <a:pt x="18596" y="3368"/>
                    <a:pt x="18596" y="3368"/>
                  </a:cubicBezTo>
                  <a:cubicBezTo>
                    <a:pt x="18596" y="3467"/>
                    <a:pt x="18596" y="3467"/>
                    <a:pt x="18596" y="3467"/>
                  </a:cubicBezTo>
                  <a:cubicBezTo>
                    <a:pt x="18596" y="3467"/>
                    <a:pt x="18596" y="3467"/>
                    <a:pt x="18596" y="3467"/>
                  </a:cubicBezTo>
                  <a:cubicBezTo>
                    <a:pt x="18250" y="3666"/>
                    <a:pt x="18250" y="3666"/>
                    <a:pt x="18250" y="3666"/>
                  </a:cubicBezTo>
                  <a:cubicBezTo>
                    <a:pt x="18250" y="3666"/>
                    <a:pt x="18250" y="3666"/>
                    <a:pt x="18250" y="3666"/>
                  </a:cubicBezTo>
                  <a:cubicBezTo>
                    <a:pt x="18250" y="3666"/>
                    <a:pt x="18250" y="3666"/>
                    <a:pt x="18250" y="3666"/>
                  </a:cubicBezTo>
                  <a:cubicBezTo>
                    <a:pt x="18134" y="3666"/>
                    <a:pt x="18134" y="3666"/>
                    <a:pt x="18134" y="3666"/>
                  </a:cubicBezTo>
                  <a:cubicBezTo>
                    <a:pt x="18019" y="3765"/>
                    <a:pt x="18019" y="3765"/>
                    <a:pt x="18019" y="3765"/>
                  </a:cubicBezTo>
                  <a:cubicBezTo>
                    <a:pt x="18019" y="3765"/>
                    <a:pt x="18019" y="3765"/>
                    <a:pt x="18019" y="3765"/>
                  </a:cubicBezTo>
                  <a:cubicBezTo>
                    <a:pt x="18019" y="3765"/>
                    <a:pt x="18019" y="3765"/>
                    <a:pt x="18019" y="3765"/>
                  </a:cubicBezTo>
                  <a:cubicBezTo>
                    <a:pt x="17903" y="3864"/>
                    <a:pt x="17903" y="3864"/>
                    <a:pt x="17903" y="3864"/>
                  </a:cubicBezTo>
                  <a:cubicBezTo>
                    <a:pt x="17903" y="3864"/>
                    <a:pt x="17903" y="3864"/>
                    <a:pt x="17903" y="3864"/>
                  </a:cubicBezTo>
                  <a:cubicBezTo>
                    <a:pt x="17788" y="3963"/>
                    <a:pt x="17788" y="3963"/>
                    <a:pt x="17788" y="3963"/>
                  </a:cubicBezTo>
                  <a:cubicBezTo>
                    <a:pt x="17788" y="3963"/>
                    <a:pt x="17788" y="3963"/>
                    <a:pt x="17788" y="3963"/>
                  </a:cubicBezTo>
                  <a:cubicBezTo>
                    <a:pt x="17672" y="3963"/>
                    <a:pt x="17672" y="3963"/>
                    <a:pt x="17672" y="3963"/>
                  </a:cubicBezTo>
                  <a:cubicBezTo>
                    <a:pt x="17672" y="3963"/>
                    <a:pt x="17672" y="3963"/>
                    <a:pt x="17672" y="3963"/>
                  </a:cubicBezTo>
                  <a:cubicBezTo>
                    <a:pt x="17672" y="3963"/>
                    <a:pt x="17672" y="3963"/>
                    <a:pt x="17672" y="3963"/>
                  </a:cubicBezTo>
                  <a:cubicBezTo>
                    <a:pt x="17672" y="4062"/>
                    <a:pt x="17672" y="4062"/>
                    <a:pt x="17672" y="4062"/>
                  </a:cubicBezTo>
                  <a:cubicBezTo>
                    <a:pt x="17672" y="4062"/>
                    <a:pt x="17672" y="4062"/>
                    <a:pt x="17672" y="4062"/>
                  </a:cubicBezTo>
                  <a:cubicBezTo>
                    <a:pt x="17557" y="4161"/>
                    <a:pt x="17557" y="4161"/>
                    <a:pt x="17557" y="4161"/>
                  </a:cubicBezTo>
                  <a:cubicBezTo>
                    <a:pt x="17441" y="4260"/>
                    <a:pt x="17441" y="4260"/>
                    <a:pt x="17441" y="4260"/>
                  </a:cubicBezTo>
                  <a:cubicBezTo>
                    <a:pt x="17441" y="4260"/>
                    <a:pt x="17441" y="4260"/>
                    <a:pt x="17441" y="4260"/>
                  </a:cubicBezTo>
                  <a:cubicBezTo>
                    <a:pt x="17326" y="4359"/>
                    <a:pt x="17326" y="4359"/>
                    <a:pt x="17326" y="4359"/>
                  </a:cubicBezTo>
                  <a:cubicBezTo>
                    <a:pt x="17210" y="4458"/>
                    <a:pt x="17210" y="4458"/>
                    <a:pt x="17210" y="4458"/>
                  </a:cubicBezTo>
                  <a:cubicBezTo>
                    <a:pt x="17095" y="4458"/>
                    <a:pt x="17095" y="4458"/>
                    <a:pt x="17095" y="4458"/>
                  </a:cubicBezTo>
                  <a:cubicBezTo>
                    <a:pt x="16979" y="4557"/>
                    <a:pt x="16979" y="4557"/>
                    <a:pt x="16979" y="4557"/>
                  </a:cubicBezTo>
                  <a:cubicBezTo>
                    <a:pt x="16979" y="4557"/>
                    <a:pt x="16979" y="4557"/>
                    <a:pt x="16979" y="4557"/>
                  </a:cubicBezTo>
                  <a:cubicBezTo>
                    <a:pt x="16864" y="4557"/>
                    <a:pt x="16864" y="4557"/>
                    <a:pt x="16864" y="4557"/>
                  </a:cubicBezTo>
                  <a:cubicBezTo>
                    <a:pt x="16864" y="4656"/>
                    <a:pt x="16864" y="4656"/>
                    <a:pt x="16864" y="4656"/>
                  </a:cubicBezTo>
                  <a:cubicBezTo>
                    <a:pt x="16864" y="4656"/>
                    <a:pt x="16864" y="4656"/>
                    <a:pt x="16864" y="4656"/>
                  </a:cubicBezTo>
                  <a:cubicBezTo>
                    <a:pt x="16864" y="4755"/>
                    <a:pt x="16864" y="4755"/>
                    <a:pt x="16864" y="4755"/>
                  </a:cubicBezTo>
                  <a:cubicBezTo>
                    <a:pt x="16864" y="4855"/>
                    <a:pt x="16864" y="4855"/>
                    <a:pt x="16864" y="4855"/>
                  </a:cubicBezTo>
                  <a:cubicBezTo>
                    <a:pt x="16864" y="4755"/>
                    <a:pt x="16864" y="4755"/>
                    <a:pt x="16864" y="4755"/>
                  </a:cubicBezTo>
                  <a:cubicBezTo>
                    <a:pt x="16864" y="4755"/>
                    <a:pt x="16864" y="4755"/>
                    <a:pt x="16864" y="4755"/>
                  </a:cubicBezTo>
                  <a:cubicBezTo>
                    <a:pt x="16979" y="4656"/>
                    <a:pt x="16979" y="4656"/>
                    <a:pt x="16979" y="4656"/>
                  </a:cubicBezTo>
                  <a:cubicBezTo>
                    <a:pt x="17095" y="4557"/>
                    <a:pt x="17095" y="4557"/>
                    <a:pt x="17095" y="4557"/>
                  </a:cubicBezTo>
                  <a:cubicBezTo>
                    <a:pt x="17210" y="4458"/>
                    <a:pt x="17210" y="4458"/>
                    <a:pt x="17210" y="4458"/>
                  </a:cubicBezTo>
                  <a:cubicBezTo>
                    <a:pt x="17210" y="4458"/>
                    <a:pt x="17210" y="4458"/>
                    <a:pt x="17210" y="4458"/>
                  </a:cubicBezTo>
                  <a:cubicBezTo>
                    <a:pt x="17210" y="4557"/>
                    <a:pt x="17210" y="4557"/>
                    <a:pt x="17210" y="4557"/>
                  </a:cubicBezTo>
                  <a:cubicBezTo>
                    <a:pt x="17326" y="4458"/>
                    <a:pt x="17326" y="4458"/>
                    <a:pt x="17326" y="4458"/>
                  </a:cubicBezTo>
                  <a:cubicBezTo>
                    <a:pt x="17441" y="4359"/>
                    <a:pt x="17441" y="4359"/>
                    <a:pt x="17441" y="4359"/>
                  </a:cubicBezTo>
                  <a:cubicBezTo>
                    <a:pt x="17557" y="4359"/>
                    <a:pt x="17557" y="4359"/>
                    <a:pt x="17557" y="4359"/>
                  </a:cubicBezTo>
                  <a:cubicBezTo>
                    <a:pt x="17557" y="4260"/>
                    <a:pt x="17557" y="4260"/>
                    <a:pt x="17557" y="4260"/>
                  </a:cubicBezTo>
                  <a:cubicBezTo>
                    <a:pt x="17672" y="4161"/>
                    <a:pt x="17672" y="4161"/>
                    <a:pt x="17672" y="4161"/>
                  </a:cubicBezTo>
                  <a:cubicBezTo>
                    <a:pt x="17788" y="4062"/>
                    <a:pt x="17788" y="4062"/>
                    <a:pt x="17788" y="4062"/>
                  </a:cubicBezTo>
                  <a:cubicBezTo>
                    <a:pt x="17903" y="4062"/>
                    <a:pt x="17903" y="4062"/>
                    <a:pt x="17903" y="4062"/>
                  </a:cubicBezTo>
                  <a:cubicBezTo>
                    <a:pt x="18019" y="4062"/>
                    <a:pt x="18019" y="4062"/>
                    <a:pt x="18019" y="4062"/>
                  </a:cubicBezTo>
                  <a:cubicBezTo>
                    <a:pt x="18019" y="4062"/>
                    <a:pt x="18019" y="4062"/>
                    <a:pt x="18019" y="4062"/>
                  </a:cubicBezTo>
                  <a:cubicBezTo>
                    <a:pt x="18134" y="3963"/>
                    <a:pt x="18134" y="3963"/>
                    <a:pt x="18134" y="3963"/>
                  </a:cubicBezTo>
                  <a:cubicBezTo>
                    <a:pt x="18134" y="3963"/>
                    <a:pt x="18134" y="3963"/>
                    <a:pt x="18134" y="3963"/>
                  </a:cubicBezTo>
                  <a:cubicBezTo>
                    <a:pt x="18250" y="3963"/>
                    <a:pt x="18250" y="3963"/>
                    <a:pt x="18250" y="3963"/>
                  </a:cubicBezTo>
                  <a:cubicBezTo>
                    <a:pt x="18365" y="3963"/>
                    <a:pt x="18365" y="3963"/>
                    <a:pt x="18365" y="3963"/>
                  </a:cubicBezTo>
                  <a:cubicBezTo>
                    <a:pt x="18481" y="3963"/>
                    <a:pt x="18481" y="3963"/>
                    <a:pt x="18481" y="3963"/>
                  </a:cubicBezTo>
                  <a:cubicBezTo>
                    <a:pt x="18596" y="3864"/>
                    <a:pt x="18596" y="3864"/>
                    <a:pt x="18596" y="3864"/>
                  </a:cubicBezTo>
                  <a:cubicBezTo>
                    <a:pt x="18712" y="3864"/>
                    <a:pt x="18712" y="3864"/>
                    <a:pt x="18712" y="3864"/>
                  </a:cubicBezTo>
                  <a:cubicBezTo>
                    <a:pt x="18827" y="3765"/>
                    <a:pt x="18827" y="3765"/>
                    <a:pt x="18827" y="3765"/>
                  </a:cubicBezTo>
                  <a:cubicBezTo>
                    <a:pt x="18827" y="3765"/>
                    <a:pt x="18827" y="3765"/>
                    <a:pt x="18827" y="3765"/>
                  </a:cubicBezTo>
                  <a:cubicBezTo>
                    <a:pt x="18943" y="3765"/>
                    <a:pt x="18943" y="3765"/>
                    <a:pt x="18943" y="3765"/>
                  </a:cubicBezTo>
                  <a:cubicBezTo>
                    <a:pt x="18943" y="3666"/>
                    <a:pt x="18943" y="3666"/>
                    <a:pt x="18943" y="3666"/>
                  </a:cubicBezTo>
                  <a:cubicBezTo>
                    <a:pt x="19058" y="3566"/>
                    <a:pt x="19058" y="3566"/>
                    <a:pt x="19058" y="3566"/>
                  </a:cubicBezTo>
                  <a:cubicBezTo>
                    <a:pt x="19174" y="3467"/>
                    <a:pt x="19174" y="3467"/>
                    <a:pt x="19174" y="3467"/>
                  </a:cubicBezTo>
                  <a:cubicBezTo>
                    <a:pt x="19174" y="3467"/>
                    <a:pt x="19174" y="3467"/>
                    <a:pt x="19174" y="3467"/>
                  </a:cubicBezTo>
                  <a:cubicBezTo>
                    <a:pt x="19174" y="3368"/>
                    <a:pt x="19174" y="3368"/>
                    <a:pt x="19174" y="3368"/>
                  </a:cubicBezTo>
                  <a:cubicBezTo>
                    <a:pt x="19289" y="3368"/>
                    <a:pt x="19289" y="3368"/>
                    <a:pt x="19289" y="3368"/>
                  </a:cubicBezTo>
                  <a:cubicBezTo>
                    <a:pt x="19289" y="3368"/>
                    <a:pt x="19289" y="3368"/>
                    <a:pt x="19289" y="3368"/>
                  </a:cubicBezTo>
                  <a:cubicBezTo>
                    <a:pt x="19289" y="3368"/>
                    <a:pt x="19289" y="3368"/>
                    <a:pt x="19289" y="3368"/>
                  </a:cubicBezTo>
                  <a:cubicBezTo>
                    <a:pt x="19289" y="3467"/>
                    <a:pt x="19289" y="3467"/>
                    <a:pt x="19289" y="3467"/>
                  </a:cubicBezTo>
                  <a:cubicBezTo>
                    <a:pt x="19289" y="3467"/>
                    <a:pt x="19289" y="3467"/>
                    <a:pt x="19289" y="3467"/>
                  </a:cubicBezTo>
                  <a:cubicBezTo>
                    <a:pt x="19289" y="3566"/>
                    <a:pt x="19289" y="3566"/>
                    <a:pt x="19289" y="3566"/>
                  </a:cubicBezTo>
                  <a:cubicBezTo>
                    <a:pt x="19289" y="3566"/>
                    <a:pt x="19289" y="3566"/>
                    <a:pt x="19289" y="3566"/>
                  </a:cubicBezTo>
                  <a:cubicBezTo>
                    <a:pt x="19405" y="3666"/>
                    <a:pt x="19405" y="3666"/>
                    <a:pt x="19405" y="3666"/>
                  </a:cubicBezTo>
                  <a:cubicBezTo>
                    <a:pt x="19289" y="3765"/>
                    <a:pt x="19289" y="3765"/>
                    <a:pt x="19289" y="3765"/>
                  </a:cubicBezTo>
                  <a:cubicBezTo>
                    <a:pt x="19289" y="3765"/>
                    <a:pt x="19289" y="3765"/>
                    <a:pt x="19289" y="3765"/>
                  </a:cubicBezTo>
                  <a:cubicBezTo>
                    <a:pt x="19405" y="3765"/>
                    <a:pt x="19405" y="3765"/>
                    <a:pt x="19405" y="3765"/>
                  </a:cubicBezTo>
                  <a:cubicBezTo>
                    <a:pt x="19405" y="3666"/>
                    <a:pt x="19405" y="3666"/>
                    <a:pt x="19405" y="3666"/>
                  </a:cubicBezTo>
                  <a:cubicBezTo>
                    <a:pt x="19405" y="3566"/>
                    <a:pt x="19405" y="3566"/>
                    <a:pt x="19405" y="3566"/>
                  </a:cubicBezTo>
                  <a:cubicBezTo>
                    <a:pt x="19405" y="3566"/>
                    <a:pt x="19405" y="3566"/>
                    <a:pt x="19405" y="3566"/>
                  </a:cubicBezTo>
                  <a:cubicBezTo>
                    <a:pt x="19405" y="3467"/>
                    <a:pt x="19405" y="3467"/>
                    <a:pt x="19405" y="3467"/>
                  </a:cubicBezTo>
                  <a:cubicBezTo>
                    <a:pt x="19405" y="3467"/>
                    <a:pt x="19405" y="3467"/>
                    <a:pt x="19405" y="3467"/>
                  </a:cubicBezTo>
                  <a:cubicBezTo>
                    <a:pt x="19520" y="3467"/>
                    <a:pt x="19520" y="3467"/>
                    <a:pt x="19520" y="3467"/>
                  </a:cubicBezTo>
                  <a:cubicBezTo>
                    <a:pt x="19520" y="3566"/>
                    <a:pt x="19520" y="3566"/>
                    <a:pt x="19520" y="3566"/>
                  </a:cubicBezTo>
                  <a:cubicBezTo>
                    <a:pt x="19520" y="3566"/>
                    <a:pt x="19520" y="3566"/>
                    <a:pt x="19520" y="3566"/>
                  </a:cubicBezTo>
                  <a:cubicBezTo>
                    <a:pt x="19636" y="3566"/>
                    <a:pt x="19636" y="3566"/>
                    <a:pt x="19636" y="3566"/>
                  </a:cubicBezTo>
                  <a:cubicBezTo>
                    <a:pt x="19751" y="3566"/>
                    <a:pt x="19751" y="3566"/>
                    <a:pt x="19751" y="3566"/>
                  </a:cubicBezTo>
                  <a:cubicBezTo>
                    <a:pt x="19751" y="3566"/>
                    <a:pt x="19751" y="3566"/>
                    <a:pt x="19751" y="3566"/>
                  </a:cubicBezTo>
                  <a:cubicBezTo>
                    <a:pt x="19751" y="3467"/>
                    <a:pt x="19751" y="3467"/>
                    <a:pt x="19751" y="3467"/>
                  </a:cubicBezTo>
                  <a:cubicBezTo>
                    <a:pt x="19751" y="3467"/>
                    <a:pt x="19751" y="3467"/>
                    <a:pt x="19751" y="3467"/>
                  </a:cubicBezTo>
                  <a:cubicBezTo>
                    <a:pt x="19751" y="3467"/>
                    <a:pt x="19751" y="3467"/>
                    <a:pt x="19751" y="3467"/>
                  </a:cubicBezTo>
                  <a:cubicBezTo>
                    <a:pt x="19867" y="3368"/>
                    <a:pt x="19867" y="3368"/>
                    <a:pt x="19867" y="3368"/>
                  </a:cubicBezTo>
                  <a:cubicBezTo>
                    <a:pt x="19867" y="3368"/>
                    <a:pt x="19867" y="3368"/>
                    <a:pt x="19867" y="3368"/>
                  </a:cubicBezTo>
                  <a:cubicBezTo>
                    <a:pt x="19867" y="3269"/>
                    <a:pt x="19867" y="3269"/>
                    <a:pt x="19867" y="3269"/>
                  </a:cubicBezTo>
                  <a:cubicBezTo>
                    <a:pt x="19867" y="3170"/>
                    <a:pt x="19867" y="3170"/>
                    <a:pt x="19867" y="3170"/>
                  </a:cubicBezTo>
                  <a:cubicBezTo>
                    <a:pt x="19867" y="3170"/>
                    <a:pt x="19867" y="3170"/>
                    <a:pt x="19867" y="3170"/>
                  </a:cubicBezTo>
                  <a:cubicBezTo>
                    <a:pt x="19982" y="3269"/>
                    <a:pt x="19982" y="3269"/>
                    <a:pt x="19982" y="3269"/>
                  </a:cubicBezTo>
                  <a:cubicBezTo>
                    <a:pt x="19982" y="3269"/>
                    <a:pt x="19982" y="3269"/>
                    <a:pt x="19982" y="3269"/>
                  </a:cubicBezTo>
                  <a:cubicBezTo>
                    <a:pt x="20098" y="3269"/>
                    <a:pt x="20098" y="3269"/>
                    <a:pt x="20098" y="3269"/>
                  </a:cubicBezTo>
                  <a:cubicBezTo>
                    <a:pt x="20213" y="3170"/>
                    <a:pt x="20213" y="3170"/>
                    <a:pt x="20213" y="3170"/>
                  </a:cubicBezTo>
                  <a:cubicBezTo>
                    <a:pt x="20329" y="3170"/>
                    <a:pt x="20329" y="3170"/>
                    <a:pt x="20329" y="3170"/>
                  </a:cubicBezTo>
                  <a:cubicBezTo>
                    <a:pt x="20444" y="3170"/>
                    <a:pt x="20444" y="3170"/>
                    <a:pt x="20444" y="3170"/>
                  </a:cubicBezTo>
                  <a:cubicBezTo>
                    <a:pt x="20444" y="3170"/>
                    <a:pt x="20444" y="3170"/>
                    <a:pt x="20444" y="3170"/>
                  </a:cubicBezTo>
                  <a:cubicBezTo>
                    <a:pt x="20675" y="3170"/>
                    <a:pt x="20675" y="3170"/>
                    <a:pt x="20675" y="3170"/>
                  </a:cubicBezTo>
                  <a:cubicBezTo>
                    <a:pt x="20791" y="3170"/>
                    <a:pt x="20791" y="3170"/>
                    <a:pt x="20791" y="3170"/>
                  </a:cubicBezTo>
                  <a:cubicBezTo>
                    <a:pt x="20906" y="3269"/>
                    <a:pt x="20906" y="3269"/>
                    <a:pt x="20906" y="3269"/>
                  </a:cubicBezTo>
                  <a:cubicBezTo>
                    <a:pt x="21022" y="3269"/>
                    <a:pt x="21022" y="3269"/>
                    <a:pt x="21022" y="3269"/>
                  </a:cubicBezTo>
                  <a:cubicBezTo>
                    <a:pt x="21137" y="3269"/>
                    <a:pt x="21137" y="3269"/>
                    <a:pt x="21137" y="3269"/>
                  </a:cubicBezTo>
                  <a:cubicBezTo>
                    <a:pt x="21137" y="3368"/>
                    <a:pt x="21137" y="3368"/>
                    <a:pt x="21137" y="3368"/>
                  </a:cubicBezTo>
                  <a:cubicBezTo>
                    <a:pt x="21253" y="3368"/>
                    <a:pt x="21253" y="3368"/>
                    <a:pt x="21253" y="3368"/>
                  </a:cubicBezTo>
                  <a:cubicBezTo>
                    <a:pt x="21253" y="3368"/>
                    <a:pt x="21253" y="3368"/>
                    <a:pt x="21253" y="3368"/>
                  </a:cubicBezTo>
                  <a:cubicBezTo>
                    <a:pt x="21368" y="3467"/>
                    <a:pt x="21368" y="3467"/>
                    <a:pt x="21368" y="3467"/>
                  </a:cubicBezTo>
                  <a:cubicBezTo>
                    <a:pt x="21368" y="3467"/>
                    <a:pt x="21368" y="3467"/>
                    <a:pt x="21368" y="3467"/>
                  </a:cubicBezTo>
                  <a:cubicBezTo>
                    <a:pt x="21484" y="3566"/>
                    <a:pt x="21484" y="3566"/>
                    <a:pt x="21484" y="3566"/>
                  </a:cubicBezTo>
                  <a:cubicBezTo>
                    <a:pt x="21484" y="3666"/>
                    <a:pt x="21484" y="3666"/>
                    <a:pt x="21484" y="3666"/>
                  </a:cubicBezTo>
                  <a:cubicBezTo>
                    <a:pt x="21600" y="3666"/>
                    <a:pt x="21600" y="3666"/>
                    <a:pt x="21600" y="3666"/>
                  </a:cubicBezTo>
                  <a:cubicBezTo>
                    <a:pt x="21600" y="3765"/>
                    <a:pt x="21600" y="3765"/>
                    <a:pt x="21600" y="3765"/>
                  </a:cubicBezTo>
                  <a:cubicBezTo>
                    <a:pt x="21600" y="3864"/>
                    <a:pt x="21600" y="3864"/>
                    <a:pt x="21600" y="3864"/>
                  </a:cubicBezTo>
                  <a:cubicBezTo>
                    <a:pt x="21600" y="3963"/>
                    <a:pt x="21600" y="3963"/>
                    <a:pt x="21600" y="3963"/>
                  </a:cubicBezTo>
                  <a:cubicBezTo>
                    <a:pt x="21484" y="3963"/>
                    <a:pt x="21484" y="3963"/>
                    <a:pt x="21484" y="3963"/>
                  </a:cubicBezTo>
                  <a:cubicBezTo>
                    <a:pt x="21368" y="3963"/>
                    <a:pt x="21368" y="3963"/>
                    <a:pt x="21368" y="3963"/>
                  </a:cubicBezTo>
                  <a:cubicBezTo>
                    <a:pt x="21368" y="4062"/>
                    <a:pt x="21368" y="4062"/>
                    <a:pt x="21368" y="4062"/>
                  </a:cubicBezTo>
                  <a:cubicBezTo>
                    <a:pt x="21368" y="4062"/>
                    <a:pt x="21368" y="4062"/>
                    <a:pt x="21368" y="4062"/>
                  </a:cubicBezTo>
                  <a:cubicBezTo>
                    <a:pt x="21253" y="4062"/>
                    <a:pt x="21253" y="4062"/>
                    <a:pt x="21253" y="4062"/>
                  </a:cubicBezTo>
                  <a:cubicBezTo>
                    <a:pt x="21137" y="4260"/>
                    <a:pt x="21137" y="4260"/>
                    <a:pt x="21137" y="4260"/>
                  </a:cubicBezTo>
                  <a:cubicBezTo>
                    <a:pt x="21137" y="4260"/>
                    <a:pt x="21137" y="4260"/>
                    <a:pt x="21137" y="4260"/>
                  </a:cubicBezTo>
                  <a:cubicBezTo>
                    <a:pt x="21022" y="4260"/>
                    <a:pt x="21022" y="4260"/>
                    <a:pt x="21022" y="4260"/>
                  </a:cubicBezTo>
                  <a:cubicBezTo>
                    <a:pt x="21022" y="4260"/>
                    <a:pt x="21022" y="4260"/>
                    <a:pt x="21022" y="4260"/>
                  </a:cubicBezTo>
                  <a:cubicBezTo>
                    <a:pt x="20791" y="4161"/>
                    <a:pt x="20791" y="4161"/>
                    <a:pt x="20791" y="4161"/>
                  </a:cubicBezTo>
                  <a:cubicBezTo>
                    <a:pt x="20791" y="4161"/>
                    <a:pt x="20791" y="4161"/>
                    <a:pt x="20791" y="4161"/>
                  </a:cubicBezTo>
                  <a:cubicBezTo>
                    <a:pt x="20675" y="4260"/>
                    <a:pt x="20675" y="4260"/>
                    <a:pt x="20675" y="4260"/>
                  </a:cubicBezTo>
                  <a:cubicBezTo>
                    <a:pt x="20675" y="4359"/>
                    <a:pt x="20675" y="4359"/>
                    <a:pt x="20675" y="4359"/>
                  </a:cubicBezTo>
                  <a:cubicBezTo>
                    <a:pt x="20675" y="4359"/>
                    <a:pt x="20675" y="4359"/>
                    <a:pt x="20675" y="4359"/>
                  </a:cubicBezTo>
                  <a:cubicBezTo>
                    <a:pt x="20675" y="4359"/>
                    <a:pt x="20675" y="4359"/>
                    <a:pt x="20675" y="4359"/>
                  </a:cubicBezTo>
                  <a:cubicBezTo>
                    <a:pt x="20675" y="4458"/>
                    <a:pt x="20675" y="4458"/>
                    <a:pt x="20675" y="4458"/>
                  </a:cubicBezTo>
                  <a:cubicBezTo>
                    <a:pt x="20791" y="4458"/>
                    <a:pt x="20791" y="4458"/>
                    <a:pt x="20791" y="4458"/>
                  </a:cubicBezTo>
                  <a:cubicBezTo>
                    <a:pt x="20791" y="4458"/>
                    <a:pt x="20791" y="4458"/>
                    <a:pt x="20791" y="4458"/>
                  </a:cubicBezTo>
                  <a:cubicBezTo>
                    <a:pt x="20791" y="4557"/>
                    <a:pt x="20791" y="4557"/>
                    <a:pt x="20791" y="4557"/>
                  </a:cubicBezTo>
                  <a:cubicBezTo>
                    <a:pt x="20791" y="4557"/>
                    <a:pt x="20791" y="4557"/>
                    <a:pt x="20791" y="4557"/>
                  </a:cubicBezTo>
                  <a:cubicBezTo>
                    <a:pt x="20675" y="4557"/>
                    <a:pt x="20675" y="4557"/>
                    <a:pt x="20675" y="4557"/>
                  </a:cubicBezTo>
                  <a:cubicBezTo>
                    <a:pt x="20560" y="4557"/>
                    <a:pt x="20560" y="4557"/>
                    <a:pt x="20560" y="4557"/>
                  </a:cubicBezTo>
                  <a:cubicBezTo>
                    <a:pt x="20444" y="4656"/>
                    <a:pt x="20444" y="4656"/>
                    <a:pt x="20444" y="4656"/>
                  </a:cubicBezTo>
                  <a:cubicBezTo>
                    <a:pt x="20329" y="4656"/>
                    <a:pt x="20329" y="4656"/>
                    <a:pt x="20329" y="4656"/>
                  </a:cubicBezTo>
                  <a:cubicBezTo>
                    <a:pt x="20329" y="4656"/>
                    <a:pt x="20329" y="4656"/>
                    <a:pt x="20329" y="4656"/>
                  </a:cubicBezTo>
                  <a:cubicBezTo>
                    <a:pt x="20213" y="4755"/>
                    <a:pt x="20213" y="4755"/>
                    <a:pt x="20213" y="4755"/>
                  </a:cubicBezTo>
                  <a:cubicBezTo>
                    <a:pt x="20098" y="4656"/>
                    <a:pt x="20098" y="4656"/>
                    <a:pt x="20098" y="4656"/>
                  </a:cubicBezTo>
                  <a:cubicBezTo>
                    <a:pt x="20098" y="4656"/>
                    <a:pt x="20098" y="4656"/>
                    <a:pt x="20098" y="4656"/>
                  </a:cubicBezTo>
                  <a:cubicBezTo>
                    <a:pt x="19982" y="4656"/>
                    <a:pt x="19982" y="4656"/>
                    <a:pt x="19982" y="4656"/>
                  </a:cubicBezTo>
                  <a:cubicBezTo>
                    <a:pt x="19982" y="4656"/>
                    <a:pt x="19982" y="4656"/>
                    <a:pt x="19982" y="4656"/>
                  </a:cubicBezTo>
                  <a:cubicBezTo>
                    <a:pt x="19867" y="4656"/>
                    <a:pt x="19867" y="4656"/>
                    <a:pt x="19867" y="4656"/>
                  </a:cubicBezTo>
                  <a:cubicBezTo>
                    <a:pt x="19867" y="4557"/>
                    <a:pt x="19867" y="4557"/>
                    <a:pt x="19867" y="4557"/>
                  </a:cubicBezTo>
                  <a:cubicBezTo>
                    <a:pt x="19867" y="4557"/>
                    <a:pt x="19867" y="4557"/>
                    <a:pt x="19867" y="4557"/>
                  </a:cubicBezTo>
                  <a:cubicBezTo>
                    <a:pt x="19751" y="4656"/>
                    <a:pt x="19751" y="4656"/>
                    <a:pt x="19751" y="4656"/>
                  </a:cubicBezTo>
                  <a:cubicBezTo>
                    <a:pt x="19751" y="4656"/>
                    <a:pt x="19751" y="4656"/>
                    <a:pt x="19751" y="4656"/>
                  </a:cubicBezTo>
                  <a:cubicBezTo>
                    <a:pt x="19751" y="4656"/>
                    <a:pt x="19751" y="4656"/>
                    <a:pt x="19751" y="4656"/>
                  </a:cubicBezTo>
                  <a:cubicBezTo>
                    <a:pt x="19636" y="4656"/>
                    <a:pt x="19636" y="4656"/>
                    <a:pt x="19636" y="4656"/>
                  </a:cubicBezTo>
                  <a:cubicBezTo>
                    <a:pt x="19636" y="4656"/>
                    <a:pt x="19636" y="4656"/>
                    <a:pt x="19636" y="4656"/>
                  </a:cubicBezTo>
                  <a:cubicBezTo>
                    <a:pt x="19636" y="4656"/>
                    <a:pt x="19636" y="4656"/>
                    <a:pt x="19636" y="4656"/>
                  </a:cubicBezTo>
                  <a:cubicBezTo>
                    <a:pt x="19520" y="4656"/>
                    <a:pt x="19520" y="4656"/>
                    <a:pt x="19520" y="4656"/>
                  </a:cubicBezTo>
                  <a:cubicBezTo>
                    <a:pt x="19520" y="4656"/>
                    <a:pt x="19520" y="4656"/>
                    <a:pt x="19520" y="4656"/>
                  </a:cubicBezTo>
                  <a:cubicBezTo>
                    <a:pt x="19405" y="4755"/>
                    <a:pt x="19405" y="4755"/>
                    <a:pt x="19405" y="4755"/>
                  </a:cubicBezTo>
                  <a:cubicBezTo>
                    <a:pt x="19405" y="4755"/>
                    <a:pt x="19405" y="4755"/>
                    <a:pt x="19405" y="4755"/>
                  </a:cubicBezTo>
                  <a:cubicBezTo>
                    <a:pt x="19289" y="4755"/>
                    <a:pt x="19289" y="4755"/>
                    <a:pt x="19289" y="4755"/>
                  </a:cubicBezTo>
                  <a:cubicBezTo>
                    <a:pt x="19174" y="4656"/>
                    <a:pt x="19174" y="4656"/>
                    <a:pt x="19174" y="4656"/>
                  </a:cubicBezTo>
                  <a:cubicBezTo>
                    <a:pt x="19058" y="4755"/>
                    <a:pt x="19058" y="4755"/>
                    <a:pt x="19058" y="4755"/>
                  </a:cubicBezTo>
                  <a:cubicBezTo>
                    <a:pt x="19058" y="4755"/>
                    <a:pt x="19058" y="4755"/>
                    <a:pt x="19058" y="4755"/>
                  </a:cubicBezTo>
                  <a:cubicBezTo>
                    <a:pt x="18943" y="4755"/>
                    <a:pt x="18943" y="4755"/>
                    <a:pt x="18943" y="4755"/>
                  </a:cubicBezTo>
                  <a:cubicBezTo>
                    <a:pt x="18827" y="4755"/>
                    <a:pt x="18827" y="4755"/>
                    <a:pt x="18827" y="4755"/>
                  </a:cubicBezTo>
                  <a:cubicBezTo>
                    <a:pt x="18943" y="4755"/>
                    <a:pt x="18943" y="4755"/>
                    <a:pt x="18943" y="4755"/>
                  </a:cubicBezTo>
                  <a:cubicBezTo>
                    <a:pt x="19058" y="4755"/>
                    <a:pt x="19058" y="4755"/>
                    <a:pt x="19058" y="4755"/>
                  </a:cubicBezTo>
                  <a:cubicBezTo>
                    <a:pt x="19174" y="4755"/>
                    <a:pt x="19174" y="4755"/>
                    <a:pt x="19174" y="4755"/>
                  </a:cubicBezTo>
                  <a:cubicBezTo>
                    <a:pt x="19289" y="4755"/>
                    <a:pt x="19289" y="4755"/>
                    <a:pt x="19289" y="4755"/>
                  </a:cubicBezTo>
                  <a:cubicBezTo>
                    <a:pt x="19405" y="4755"/>
                    <a:pt x="19405" y="4755"/>
                    <a:pt x="19405" y="4755"/>
                  </a:cubicBezTo>
                  <a:cubicBezTo>
                    <a:pt x="19405" y="4755"/>
                    <a:pt x="19405" y="4755"/>
                    <a:pt x="19405" y="4755"/>
                  </a:cubicBezTo>
                  <a:cubicBezTo>
                    <a:pt x="19520" y="4755"/>
                    <a:pt x="19520" y="4755"/>
                    <a:pt x="19520" y="4755"/>
                  </a:cubicBezTo>
                  <a:cubicBezTo>
                    <a:pt x="19751" y="4755"/>
                    <a:pt x="19751" y="4755"/>
                    <a:pt x="19751" y="4755"/>
                  </a:cubicBezTo>
                  <a:cubicBezTo>
                    <a:pt x="19867" y="4855"/>
                    <a:pt x="19867" y="4855"/>
                    <a:pt x="19867" y="4855"/>
                  </a:cubicBezTo>
                  <a:cubicBezTo>
                    <a:pt x="19867" y="4855"/>
                    <a:pt x="19867" y="4855"/>
                    <a:pt x="19867" y="4855"/>
                  </a:cubicBezTo>
                  <a:cubicBezTo>
                    <a:pt x="19982" y="4755"/>
                    <a:pt x="19982" y="4755"/>
                    <a:pt x="19982" y="4755"/>
                  </a:cubicBezTo>
                  <a:cubicBezTo>
                    <a:pt x="19982" y="4755"/>
                    <a:pt x="19982" y="4755"/>
                    <a:pt x="19982" y="4755"/>
                  </a:cubicBezTo>
                  <a:cubicBezTo>
                    <a:pt x="20098" y="4755"/>
                    <a:pt x="20098" y="4755"/>
                    <a:pt x="20098" y="4755"/>
                  </a:cubicBezTo>
                  <a:cubicBezTo>
                    <a:pt x="20098" y="4855"/>
                    <a:pt x="20098" y="4855"/>
                    <a:pt x="20098" y="4855"/>
                  </a:cubicBezTo>
                  <a:cubicBezTo>
                    <a:pt x="20213" y="4855"/>
                    <a:pt x="20213" y="4855"/>
                    <a:pt x="20213" y="4855"/>
                  </a:cubicBezTo>
                  <a:cubicBezTo>
                    <a:pt x="20213" y="4954"/>
                    <a:pt x="20213" y="4954"/>
                    <a:pt x="20213" y="4954"/>
                  </a:cubicBezTo>
                  <a:cubicBezTo>
                    <a:pt x="20213" y="4954"/>
                    <a:pt x="20213" y="4954"/>
                    <a:pt x="20213" y="4954"/>
                  </a:cubicBezTo>
                  <a:cubicBezTo>
                    <a:pt x="20213" y="5053"/>
                    <a:pt x="20213" y="5053"/>
                    <a:pt x="20213" y="5053"/>
                  </a:cubicBezTo>
                  <a:cubicBezTo>
                    <a:pt x="20098" y="5053"/>
                    <a:pt x="20098" y="5053"/>
                    <a:pt x="20098" y="5053"/>
                  </a:cubicBezTo>
                  <a:cubicBezTo>
                    <a:pt x="20098" y="5053"/>
                    <a:pt x="20098" y="5053"/>
                    <a:pt x="20098" y="5053"/>
                  </a:cubicBezTo>
                  <a:cubicBezTo>
                    <a:pt x="20098" y="5053"/>
                    <a:pt x="20098" y="5053"/>
                    <a:pt x="20098" y="5053"/>
                  </a:cubicBezTo>
                  <a:cubicBezTo>
                    <a:pt x="20098" y="5152"/>
                    <a:pt x="20098" y="5152"/>
                    <a:pt x="20098" y="5152"/>
                  </a:cubicBezTo>
                  <a:cubicBezTo>
                    <a:pt x="19982" y="5152"/>
                    <a:pt x="19982" y="5152"/>
                    <a:pt x="19982" y="5152"/>
                  </a:cubicBezTo>
                  <a:cubicBezTo>
                    <a:pt x="19751" y="5251"/>
                    <a:pt x="19751" y="5251"/>
                    <a:pt x="19751" y="5251"/>
                  </a:cubicBezTo>
                  <a:cubicBezTo>
                    <a:pt x="19751" y="5152"/>
                    <a:pt x="19751" y="5152"/>
                    <a:pt x="19751" y="5152"/>
                  </a:cubicBezTo>
                  <a:cubicBezTo>
                    <a:pt x="19636" y="5251"/>
                    <a:pt x="19636" y="5251"/>
                    <a:pt x="19636" y="5251"/>
                  </a:cubicBezTo>
                  <a:cubicBezTo>
                    <a:pt x="19405" y="5251"/>
                    <a:pt x="19405" y="5251"/>
                    <a:pt x="19405" y="5251"/>
                  </a:cubicBezTo>
                  <a:cubicBezTo>
                    <a:pt x="19405" y="5152"/>
                    <a:pt x="19405" y="5152"/>
                    <a:pt x="19405" y="5152"/>
                  </a:cubicBezTo>
                  <a:cubicBezTo>
                    <a:pt x="19174" y="5053"/>
                    <a:pt x="19174" y="5053"/>
                    <a:pt x="19174" y="5053"/>
                  </a:cubicBezTo>
                  <a:cubicBezTo>
                    <a:pt x="19058" y="5053"/>
                    <a:pt x="19058" y="5053"/>
                    <a:pt x="19058" y="5053"/>
                  </a:cubicBezTo>
                  <a:cubicBezTo>
                    <a:pt x="18943" y="5053"/>
                    <a:pt x="18943" y="5053"/>
                    <a:pt x="18943" y="5053"/>
                  </a:cubicBezTo>
                  <a:cubicBezTo>
                    <a:pt x="18943" y="5053"/>
                    <a:pt x="18943" y="5053"/>
                    <a:pt x="18943" y="5053"/>
                  </a:cubicBezTo>
                  <a:cubicBezTo>
                    <a:pt x="18827" y="5152"/>
                    <a:pt x="18827" y="5152"/>
                    <a:pt x="18827" y="5152"/>
                  </a:cubicBezTo>
                  <a:cubicBezTo>
                    <a:pt x="18712" y="5251"/>
                    <a:pt x="18712" y="5251"/>
                    <a:pt x="18712" y="5251"/>
                  </a:cubicBezTo>
                  <a:cubicBezTo>
                    <a:pt x="18712" y="5251"/>
                    <a:pt x="18712" y="5251"/>
                    <a:pt x="18712" y="5251"/>
                  </a:cubicBezTo>
                  <a:cubicBezTo>
                    <a:pt x="18596" y="5251"/>
                    <a:pt x="18596" y="5251"/>
                    <a:pt x="18596" y="5251"/>
                  </a:cubicBezTo>
                  <a:cubicBezTo>
                    <a:pt x="18712" y="5350"/>
                    <a:pt x="18712" y="5350"/>
                    <a:pt x="18712" y="5350"/>
                  </a:cubicBezTo>
                  <a:cubicBezTo>
                    <a:pt x="18712" y="5350"/>
                    <a:pt x="18712" y="5350"/>
                    <a:pt x="18712" y="5350"/>
                  </a:cubicBezTo>
                  <a:cubicBezTo>
                    <a:pt x="18712" y="5350"/>
                    <a:pt x="18712" y="5350"/>
                    <a:pt x="18712" y="5350"/>
                  </a:cubicBezTo>
                  <a:cubicBezTo>
                    <a:pt x="18712" y="5449"/>
                    <a:pt x="18712" y="5449"/>
                    <a:pt x="18712" y="5449"/>
                  </a:cubicBezTo>
                  <a:cubicBezTo>
                    <a:pt x="18712" y="5449"/>
                    <a:pt x="18712" y="5449"/>
                    <a:pt x="18712" y="5449"/>
                  </a:cubicBezTo>
                  <a:cubicBezTo>
                    <a:pt x="18596" y="5449"/>
                    <a:pt x="18596" y="5449"/>
                    <a:pt x="18596" y="5449"/>
                  </a:cubicBezTo>
                  <a:cubicBezTo>
                    <a:pt x="18596" y="5449"/>
                    <a:pt x="18596" y="5449"/>
                    <a:pt x="18596" y="5449"/>
                  </a:cubicBezTo>
                  <a:cubicBezTo>
                    <a:pt x="18712" y="5548"/>
                    <a:pt x="18712" y="5548"/>
                    <a:pt x="18712" y="5548"/>
                  </a:cubicBezTo>
                  <a:cubicBezTo>
                    <a:pt x="18827" y="5548"/>
                    <a:pt x="18827" y="5548"/>
                    <a:pt x="18827" y="5548"/>
                  </a:cubicBezTo>
                  <a:cubicBezTo>
                    <a:pt x="18827" y="5548"/>
                    <a:pt x="18827" y="5548"/>
                    <a:pt x="18827" y="5548"/>
                  </a:cubicBezTo>
                  <a:cubicBezTo>
                    <a:pt x="18827" y="5548"/>
                    <a:pt x="18827" y="5548"/>
                    <a:pt x="18827" y="5548"/>
                  </a:cubicBezTo>
                  <a:cubicBezTo>
                    <a:pt x="18943" y="5449"/>
                    <a:pt x="18943" y="5449"/>
                    <a:pt x="18943" y="5449"/>
                  </a:cubicBezTo>
                  <a:cubicBezTo>
                    <a:pt x="19058" y="5350"/>
                    <a:pt x="19058" y="5350"/>
                    <a:pt x="19058" y="5350"/>
                  </a:cubicBezTo>
                  <a:cubicBezTo>
                    <a:pt x="19174" y="5350"/>
                    <a:pt x="19174" y="5350"/>
                    <a:pt x="19174" y="5350"/>
                  </a:cubicBezTo>
                  <a:cubicBezTo>
                    <a:pt x="19289" y="5350"/>
                    <a:pt x="19289" y="5350"/>
                    <a:pt x="19289" y="5350"/>
                  </a:cubicBezTo>
                  <a:cubicBezTo>
                    <a:pt x="19405" y="5251"/>
                    <a:pt x="19405" y="5251"/>
                    <a:pt x="19405" y="5251"/>
                  </a:cubicBezTo>
                  <a:cubicBezTo>
                    <a:pt x="19520" y="5251"/>
                    <a:pt x="19520" y="5251"/>
                    <a:pt x="19520" y="5251"/>
                  </a:cubicBezTo>
                  <a:cubicBezTo>
                    <a:pt x="19520" y="5350"/>
                    <a:pt x="19520" y="5350"/>
                    <a:pt x="19520" y="5350"/>
                  </a:cubicBezTo>
                  <a:cubicBezTo>
                    <a:pt x="19636" y="5350"/>
                    <a:pt x="19636" y="5350"/>
                    <a:pt x="19636" y="5350"/>
                  </a:cubicBezTo>
                  <a:cubicBezTo>
                    <a:pt x="19636" y="5350"/>
                    <a:pt x="19636" y="5350"/>
                    <a:pt x="19636" y="5350"/>
                  </a:cubicBezTo>
                  <a:cubicBezTo>
                    <a:pt x="19751" y="5350"/>
                    <a:pt x="19751" y="5350"/>
                    <a:pt x="19751" y="5350"/>
                  </a:cubicBezTo>
                  <a:cubicBezTo>
                    <a:pt x="19751" y="5449"/>
                    <a:pt x="19751" y="5449"/>
                    <a:pt x="19751" y="5449"/>
                  </a:cubicBezTo>
                  <a:cubicBezTo>
                    <a:pt x="19751" y="5449"/>
                    <a:pt x="19751" y="5449"/>
                    <a:pt x="19751" y="5449"/>
                  </a:cubicBezTo>
                  <a:cubicBezTo>
                    <a:pt x="19636" y="5548"/>
                    <a:pt x="19636" y="5548"/>
                    <a:pt x="19636" y="5548"/>
                  </a:cubicBezTo>
                  <a:cubicBezTo>
                    <a:pt x="19520" y="5647"/>
                    <a:pt x="19520" y="5647"/>
                    <a:pt x="19520" y="5647"/>
                  </a:cubicBezTo>
                  <a:cubicBezTo>
                    <a:pt x="19520" y="5647"/>
                    <a:pt x="19520" y="5647"/>
                    <a:pt x="19520" y="5647"/>
                  </a:cubicBezTo>
                  <a:cubicBezTo>
                    <a:pt x="19405" y="5746"/>
                    <a:pt x="19405" y="5746"/>
                    <a:pt x="19405" y="5746"/>
                  </a:cubicBezTo>
                  <a:cubicBezTo>
                    <a:pt x="19289" y="5845"/>
                    <a:pt x="19289" y="5845"/>
                    <a:pt x="19289" y="5845"/>
                  </a:cubicBezTo>
                  <a:cubicBezTo>
                    <a:pt x="19174" y="5944"/>
                    <a:pt x="19174" y="5944"/>
                    <a:pt x="19174" y="5944"/>
                  </a:cubicBezTo>
                  <a:cubicBezTo>
                    <a:pt x="19058" y="6143"/>
                    <a:pt x="19058" y="6143"/>
                    <a:pt x="19058" y="6143"/>
                  </a:cubicBezTo>
                  <a:cubicBezTo>
                    <a:pt x="19058" y="6242"/>
                    <a:pt x="19058" y="6242"/>
                    <a:pt x="19058" y="6242"/>
                  </a:cubicBezTo>
                  <a:cubicBezTo>
                    <a:pt x="18943" y="6242"/>
                    <a:pt x="18943" y="6242"/>
                    <a:pt x="18943" y="6242"/>
                  </a:cubicBezTo>
                  <a:cubicBezTo>
                    <a:pt x="18943" y="6341"/>
                    <a:pt x="18943" y="6341"/>
                    <a:pt x="18943" y="6341"/>
                  </a:cubicBezTo>
                  <a:cubicBezTo>
                    <a:pt x="18943" y="6440"/>
                    <a:pt x="18943" y="6440"/>
                    <a:pt x="18943" y="6440"/>
                  </a:cubicBezTo>
                  <a:cubicBezTo>
                    <a:pt x="18943" y="6440"/>
                    <a:pt x="18943" y="6440"/>
                    <a:pt x="18943" y="6440"/>
                  </a:cubicBezTo>
                  <a:cubicBezTo>
                    <a:pt x="18827" y="6539"/>
                    <a:pt x="18827" y="6539"/>
                    <a:pt x="18827" y="6539"/>
                  </a:cubicBezTo>
                  <a:cubicBezTo>
                    <a:pt x="18827" y="6638"/>
                    <a:pt x="18827" y="6638"/>
                    <a:pt x="18827" y="6638"/>
                  </a:cubicBezTo>
                  <a:cubicBezTo>
                    <a:pt x="18827" y="6737"/>
                    <a:pt x="18827" y="6737"/>
                    <a:pt x="18827" y="6737"/>
                  </a:cubicBezTo>
                  <a:cubicBezTo>
                    <a:pt x="18712" y="6935"/>
                    <a:pt x="18712" y="6935"/>
                    <a:pt x="18712" y="6935"/>
                  </a:cubicBezTo>
                  <a:cubicBezTo>
                    <a:pt x="18827" y="6935"/>
                    <a:pt x="18827" y="6935"/>
                    <a:pt x="18827" y="6935"/>
                  </a:cubicBezTo>
                  <a:cubicBezTo>
                    <a:pt x="18827" y="7034"/>
                    <a:pt x="18827" y="7034"/>
                    <a:pt x="18827" y="7034"/>
                  </a:cubicBezTo>
                  <a:cubicBezTo>
                    <a:pt x="18712" y="7133"/>
                    <a:pt x="18712" y="7133"/>
                    <a:pt x="18712" y="7133"/>
                  </a:cubicBezTo>
                  <a:cubicBezTo>
                    <a:pt x="18712" y="7133"/>
                    <a:pt x="18712" y="7133"/>
                    <a:pt x="18712" y="7133"/>
                  </a:cubicBezTo>
                  <a:cubicBezTo>
                    <a:pt x="18596" y="7233"/>
                    <a:pt x="18596" y="7233"/>
                    <a:pt x="18596" y="7233"/>
                  </a:cubicBezTo>
                  <a:cubicBezTo>
                    <a:pt x="18712" y="7332"/>
                    <a:pt x="18712" y="7332"/>
                    <a:pt x="18712" y="7332"/>
                  </a:cubicBezTo>
                  <a:cubicBezTo>
                    <a:pt x="18596" y="7332"/>
                    <a:pt x="18596" y="7332"/>
                    <a:pt x="18596" y="7332"/>
                  </a:cubicBezTo>
                  <a:cubicBezTo>
                    <a:pt x="18596" y="7431"/>
                    <a:pt x="18596" y="7431"/>
                    <a:pt x="18596" y="7431"/>
                  </a:cubicBezTo>
                  <a:cubicBezTo>
                    <a:pt x="18596" y="7530"/>
                    <a:pt x="18596" y="7530"/>
                    <a:pt x="18596" y="7530"/>
                  </a:cubicBezTo>
                  <a:cubicBezTo>
                    <a:pt x="18481" y="7629"/>
                    <a:pt x="18481" y="7629"/>
                    <a:pt x="18481" y="7629"/>
                  </a:cubicBezTo>
                  <a:cubicBezTo>
                    <a:pt x="18481" y="7629"/>
                    <a:pt x="18481" y="7629"/>
                    <a:pt x="18481" y="7629"/>
                  </a:cubicBezTo>
                  <a:cubicBezTo>
                    <a:pt x="18365" y="7629"/>
                    <a:pt x="18365" y="7629"/>
                    <a:pt x="18365" y="7629"/>
                  </a:cubicBezTo>
                  <a:cubicBezTo>
                    <a:pt x="18365" y="7629"/>
                    <a:pt x="18365" y="7629"/>
                    <a:pt x="18365" y="7629"/>
                  </a:cubicBezTo>
                  <a:cubicBezTo>
                    <a:pt x="18365" y="7530"/>
                    <a:pt x="18365" y="7530"/>
                    <a:pt x="18365" y="7530"/>
                  </a:cubicBezTo>
                  <a:cubicBezTo>
                    <a:pt x="18250" y="7530"/>
                    <a:pt x="18250" y="7530"/>
                    <a:pt x="18250" y="7530"/>
                  </a:cubicBezTo>
                  <a:cubicBezTo>
                    <a:pt x="18250" y="7530"/>
                    <a:pt x="18250" y="7530"/>
                    <a:pt x="18250" y="7530"/>
                  </a:cubicBezTo>
                  <a:cubicBezTo>
                    <a:pt x="18365" y="7431"/>
                    <a:pt x="18365" y="7431"/>
                    <a:pt x="18365" y="7431"/>
                  </a:cubicBezTo>
                  <a:cubicBezTo>
                    <a:pt x="18250" y="7431"/>
                    <a:pt x="18250" y="7431"/>
                    <a:pt x="18250" y="7431"/>
                  </a:cubicBezTo>
                  <a:cubicBezTo>
                    <a:pt x="18250" y="7431"/>
                    <a:pt x="18250" y="7431"/>
                    <a:pt x="18250" y="7431"/>
                  </a:cubicBezTo>
                  <a:cubicBezTo>
                    <a:pt x="18134" y="7431"/>
                    <a:pt x="18134" y="7431"/>
                    <a:pt x="18134" y="7431"/>
                  </a:cubicBezTo>
                  <a:cubicBezTo>
                    <a:pt x="18134" y="7431"/>
                    <a:pt x="18134" y="7431"/>
                    <a:pt x="18134" y="7431"/>
                  </a:cubicBezTo>
                  <a:cubicBezTo>
                    <a:pt x="18134" y="7431"/>
                    <a:pt x="18134" y="7431"/>
                    <a:pt x="18134" y="7431"/>
                  </a:cubicBezTo>
                  <a:cubicBezTo>
                    <a:pt x="18134" y="7530"/>
                    <a:pt x="18134" y="7530"/>
                    <a:pt x="18134" y="7530"/>
                  </a:cubicBezTo>
                  <a:cubicBezTo>
                    <a:pt x="18134" y="7530"/>
                    <a:pt x="18134" y="7530"/>
                    <a:pt x="18134" y="7530"/>
                  </a:cubicBezTo>
                  <a:cubicBezTo>
                    <a:pt x="18134" y="7530"/>
                    <a:pt x="18134" y="7530"/>
                    <a:pt x="18134" y="7530"/>
                  </a:cubicBezTo>
                  <a:cubicBezTo>
                    <a:pt x="18134" y="7629"/>
                    <a:pt x="18134" y="7629"/>
                    <a:pt x="18134" y="7629"/>
                  </a:cubicBezTo>
                  <a:cubicBezTo>
                    <a:pt x="18134" y="7629"/>
                    <a:pt x="18134" y="7629"/>
                    <a:pt x="18134" y="7629"/>
                  </a:cubicBezTo>
                  <a:cubicBezTo>
                    <a:pt x="18134" y="7728"/>
                    <a:pt x="18134" y="7728"/>
                    <a:pt x="18134" y="7728"/>
                  </a:cubicBezTo>
                  <a:cubicBezTo>
                    <a:pt x="18250" y="7728"/>
                    <a:pt x="18250" y="7728"/>
                    <a:pt x="18250" y="7728"/>
                  </a:cubicBezTo>
                  <a:cubicBezTo>
                    <a:pt x="18250" y="7728"/>
                    <a:pt x="18250" y="7728"/>
                    <a:pt x="18250" y="7728"/>
                  </a:cubicBezTo>
                  <a:cubicBezTo>
                    <a:pt x="18365" y="7827"/>
                    <a:pt x="18365" y="7827"/>
                    <a:pt x="18365" y="7827"/>
                  </a:cubicBezTo>
                  <a:cubicBezTo>
                    <a:pt x="18365" y="7926"/>
                    <a:pt x="18365" y="7926"/>
                    <a:pt x="18365" y="7926"/>
                  </a:cubicBezTo>
                  <a:cubicBezTo>
                    <a:pt x="18481" y="7926"/>
                    <a:pt x="18481" y="7926"/>
                    <a:pt x="18481" y="7926"/>
                  </a:cubicBezTo>
                  <a:cubicBezTo>
                    <a:pt x="18481" y="7926"/>
                    <a:pt x="18481" y="7926"/>
                    <a:pt x="18481" y="7926"/>
                  </a:cubicBezTo>
                  <a:cubicBezTo>
                    <a:pt x="18596" y="8025"/>
                    <a:pt x="18596" y="8025"/>
                    <a:pt x="18596" y="8025"/>
                  </a:cubicBezTo>
                  <a:cubicBezTo>
                    <a:pt x="18712" y="8124"/>
                    <a:pt x="18712" y="8124"/>
                    <a:pt x="18712" y="8124"/>
                  </a:cubicBezTo>
                  <a:cubicBezTo>
                    <a:pt x="18596" y="8124"/>
                    <a:pt x="18596" y="8124"/>
                    <a:pt x="18596" y="8124"/>
                  </a:cubicBezTo>
                  <a:cubicBezTo>
                    <a:pt x="18596" y="8223"/>
                    <a:pt x="18596" y="8223"/>
                    <a:pt x="18596" y="8223"/>
                  </a:cubicBezTo>
                  <a:cubicBezTo>
                    <a:pt x="18481" y="8124"/>
                    <a:pt x="18481" y="8124"/>
                    <a:pt x="18481" y="8124"/>
                  </a:cubicBezTo>
                  <a:cubicBezTo>
                    <a:pt x="18365" y="8025"/>
                    <a:pt x="18365" y="8025"/>
                    <a:pt x="18365" y="8025"/>
                  </a:cubicBezTo>
                  <a:cubicBezTo>
                    <a:pt x="18365" y="8025"/>
                    <a:pt x="18365" y="8025"/>
                    <a:pt x="18365" y="8025"/>
                  </a:cubicBezTo>
                  <a:cubicBezTo>
                    <a:pt x="18365" y="8025"/>
                    <a:pt x="18365" y="8025"/>
                    <a:pt x="18365" y="8025"/>
                  </a:cubicBezTo>
                  <a:cubicBezTo>
                    <a:pt x="18250" y="7926"/>
                    <a:pt x="18250" y="7926"/>
                    <a:pt x="18250" y="7926"/>
                  </a:cubicBezTo>
                  <a:cubicBezTo>
                    <a:pt x="18250" y="8025"/>
                    <a:pt x="18250" y="8025"/>
                    <a:pt x="18250" y="8025"/>
                  </a:cubicBezTo>
                  <a:cubicBezTo>
                    <a:pt x="18250" y="8025"/>
                    <a:pt x="18250" y="8025"/>
                    <a:pt x="18250" y="8025"/>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134" y="8124"/>
                    <a:pt x="18134" y="8124"/>
                    <a:pt x="18134" y="8124"/>
                  </a:cubicBezTo>
                  <a:cubicBezTo>
                    <a:pt x="18250" y="8223"/>
                    <a:pt x="18250" y="8223"/>
                    <a:pt x="18250" y="8223"/>
                  </a:cubicBezTo>
                  <a:cubicBezTo>
                    <a:pt x="18250" y="8223"/>
                    <a:pt x="18250" y="8223"/>
                    <a:pt x="18250" y="8223"/>
                  </a:cubicBezTo>
                  <a:cubicBezTo>
                    <a:pt x="18250" y="8223"/>
                    <a:pt x="18250" y="8223"/>
                    <a:pt x="18250" y="8223"/>
                  </a:cubicBezTo>
                  <a:cubicBezTo>
                    <a:pt x="18250" y="8322"/>
                    <a:pt x="18250" y="8322"/>
                    <a:pt x="18250" y="8322"/>
                  </a:cubicBezTo>
                  <a:cubicBezTo>
                    <a:pt x="18250" y="8322"/>
                    <a:pt x="18250" y="8322"/>
                    <a:pt x="18250" y="8322"/>
                  </a:cubicBezTo>
                  <a:cubicBezTo>
                    <a:pt x="18365" y="8322"/>
                    <a:pt x="18365" y="8322"/>
                    <a:pt x="18365" y="8322"/>
                  </a:cubicBezTo>
                  <a:cubicBezTo>
                    <a:pt x="18365" y="8322"/>
                    <a:pt x="18365" y="8322"/>
                    <a:pt x="18365" y="8322"/>
                  </a:cubicBezTo>
                  <a:cubicBezTo>
                    <a:pt x="18481" y="8322"/>
                    <a:pt x="18481" y="8322"/>
                    <a:pt x="18481" y="8322"/>
                  </a:cubicBezTo>
                  <a:cubicBezTo>
                    <a:pt x="18481" y="8422"/>
                    <a:pt x="18481" y="8422"/>
                    <a:pt x="18481" y="8422"/>
                  </a:cubicBezTo>
                  <a:cubicBezTo>
                    <a:pt x="18481" y="8422"/>
                    <a:pt x="18481" y="8422"/>
                    <a:pt x="18481" y="8422"/>
                  </a:cubicBezTo>
                  <a:cubicBezTo>
                    <a:pt x="18481" y="8422"/>
                    <a:pt x="18481" y="8422"/>
                    <a:pt x="18481" y="8422"/>
                  </a:cubicBezTo>
                  <a:cubicBezTo>
                    <a:pt x="18481" y="8422"/>
                    <a:pt x="18481" y="8422"/>
                    <a:pt x="18481" y="8422"/>
                  </a:cubicBezTo>
                  <a:cubicBezTo>
                    <a:pt x="18596" y="8322"/>
                    <a:pt x="18596" y="8322"/>
                    <a:pt x="18596" y="8322"/>
                  </a:cubicBezTo>
                  <a:cubicBezTo>
                    <a:pt x="18712" y="8322"/>
                    <a:pt x="18712" y="8322"/>
                    <a:pt x="18712" y="8322"/>
                  </a:cubicBezTo>
                  <a:cubicBezTo>
                    <a:pt x="18712" y="8322"/>
                    <a:pt x="18712" y="8322"/>
                    <a:pt x="18712" y="8322"/>
                  </a:cubicBezTo>
                  <a:cubicBezTo>
                    <a:pt x="18712" y="8322"/>
                    <a:pt x="18712" y="8322"/>
                    <a:pt x="18712" y="8322"/>
                  </a:cubicBezTo>
                  <a:cubicBezTo>
                    <a:pt x="18712" y="8322"/>
                    <a:pt x="18712" y="8322"/>
                    <a:pt x="18712" y="8322"/>
                  </a:cubicBezTo>
                  <a:cubicBezTo>
                    <a:pt x="18827" y="8322"/>
                    <a:pt x="18827" y="8322"/>
                    <a:pt x="18827" y="8322"/>
                  </a:cubicBezTo>
                  <a:cubicBezTo>
                    <a:pt x="18827" y="8422"/>
                    <a:pt x="18827" y="8422"/>
                    <a:pt x="18827" y="8422"/>
                  </a:cubicBezTo>
                  <a:cubicBezTo>
                    <a:pt x="18943" y="8422"/>
                    <a:pt x="18943" y="8422"/>
                    <a:pt x="18943" y="8422"/>
                  </a:cubicBezTo>
                  <a:cubicBezTo>
                    <a:pt x="18943" y="8521"/>
                    <a:pt x="18943" y="8521"/>
                    <a:pt x="18943" y="8521"/>
                  </a:cubicBezTo>
                  <a:cubicBezTo>
                    <a:pt x="18943" y="8521"/>
                    <a:pt x="18943" y="8521"/>
                    <a:pt x="18943" y="8521"/>
                  </a:cubicBezTo>
                  <a:cubicBezTo>
                    <a:pt x="18943" y="8620"/>
                    <a:pt x="18943" y="8620"/>
                    <a:pt x="18943" y="8620"/>
                  </a:cubicBezTo>
                  <a:cubicBezTo>
                    <a:pt x="18827" y="8719"/>
                    <a:pt x="18827" y="8719"/>
                    <a:pt x="18827" y="8719"/>
                  </a:cubicBezTo>
                  <a:cubicBezTo>
                    <a:pt x="18827" y="8818"/>
                    <a:pt x="18827" y="8818"/>
                    <a:pt x="18827" y="8818"/>
                  </a:cubicBezTo>
                  <a:cubicBezTo>
                    <a:pt x="18827" y="8818"/>
                    <a:pt x="18827" y="8818"/>
                    <a:pt x="18827" y="8818"/>
                  </a:cubicBezTo>
                  <a:cubicBezTo>
                    <a:pt x="18827" y="8917"/>
                    <a:pt x="18827" y="8917"/>
                    <a:pt x="18827" y="8917"/>
                  </a:cubicBezTo>
                  <a:cubicBezTo>
                    <a:pt x="18827" y="9016"/>
                    <a:pt x="18827" y="9016"/>
                    <a:pt x="18827" y="9016"/>
                  </a:cubicBezTo>
                  <a:cubicBezTo>
                    <a:pt x="18827" y="9016"/>
                    <a:pt x="18827" y="9016"/>
                    <a:pt x="18827" y="9016"/>
                  </a:cubicBezTo>
                  <a:cubicBezTo>
                    <a:pt x="18712" y="9115"/>
                    <a:pt x="18712" y="9115"/>
                    <a:pt x="18712" y="9115"/>
                  </a:cubicBezTo>
                  <a:cubicBezTo>
                    <a:pt x="18712" y="9016"/>
                    <a:pt x="18712" y="9016"/>
                    <a:pt x="18712" y="9016"/>
                  </a:cubicBezTo>
                  <a:cubicBezTo>
                    <a:pt x="18712" y="9016"/>
                    <a:pt x="18712" y="9016"/>
                    <a:pt x="18712" y="9016"/>
                  </a:cubicBezTo>
                  <a:cubicBezTo>
                    <a:pt x="18596" y="9016"/>
                    <a:pt x="18596" y="9016"/>
                    <a:pt x="18596" y="9016"/>
                  </a:cubicBezTo>
                  <a:cubicBezTo>
                    <a:pt x="18481" y="8917"/>
                    <a:pt x="18481" y="8917"/>
                    <a:pt x="18481" y="8917"/>
                  </a:cubicBezTo>
                  <a:cubicBezTo>
                    <a:pt x="18481" y="8917"/>
                    <a:pt x="18481" y="8917"/>
                    <a:pt x="18481" y="8917"/>
                  </a:cubicBezTo>
                  <a:cubicBezTo>
                    <a:pt x="18481" y="8917"/>
                    <a:pt x="18481" y="8917"/>
                    <a:pt x="18481" y="8917"/>
                  </a:cubicBezTo>
                  <a:cubicBezTo>
                    <a:pt x="18365" y="8917"/>
                    <a:pt x="18365" y="8917"/>
                    <a:pt x="18365" y="8917"/>
                  </a:cubicBezTo>
                  <a:cubicBezTo>
                    <a:pt x="18365" y="8917"/>
                    <a:pt x="18365" y="8917"/>
                    <a:pt x="18365" y="8917"/>
                  </a:cubicBezTo>
                  <a:cubicBezTo>
                    <a:pt x="18365" y="8818"/>
                    <a:pt x="18365" y="8818"/>
                    <a:pt x="18365" y="8818"/>
                  </a:cubicBezTo>
                  <a:cubicBezTo>
                    <a:pt x="18250" y="8719"/>
                    <a:pt x="18250" y="8719"/>
                    <a:pt x="18250" y="8719"/>
                  </a:cubicBezTo>
                  <a:cubicBezTo>
                    <a:pt x="18250" y="8719"/>
                    <a:pt x="18250" y="8719"/>
                    <a:pt x="18250" y="8719"/>
                  </a:cubicBezTo>
                  <a:cubicBezTo>
                    <a:pt x="18250" y="8818"/>
                    <a:pt x="18250" y="8818"/>
                    <a:pt x="18250" y="8818"/>
                  </a:cubicBezTo>
                  <a:cubicBezTo>
                    <a:pt x="18134" y="8719"/>
                    <a:pt x="18134" y="8719"/>
                    <a:pt x="18134" y="8719"/>
                  </a:cubicBezTo>
                  <a:cubicBezTo>
                    <a:pt x="18134" y="8719"/>
                    <a:pt x="18134" y="8719"/>
                    <a:pt x="18134" y="8719"/>
                  </a:cubicBezTo>
                  <a:cubicBezTo>
                    <a:pt x="18019" y="8719"/>
                    <a:pt x="18019" y="8719"/>
                    <a:pt x="18019" y="8719"/>
                  </a:cubicBezTo>
                  <a:cubicBezTo>
                    <a:pt x="17903" y="8719"/>
                    <a:pt x="17903" y="8719"/>
                    <a:pt x="17903" y="8719"/>
                  </a:cubicBezTo>
                  <a:cubicBezTo>
                    <a:pt x="18019" y="8719"/>
                    <a:pt x="18019" y="8719"/>
                    <a:pt x="18019" y="8719"/>
                  </a:cubicBezTo>
                  <a:cubicBezTo>
                    <a:pt x="18019" y="8818"/>
                    <a:pt x="18019" y="8818"/>
                    <a:pt x="18019" y="8818"/>
                  </a:cubicBezTo>
                  <a:cubicBezTo>
                    <a:pt x="17903" y="8818"/>
                    <a:pt x="17903" y="8818"/>
                    <a:pt x="17903" y="8818"/>
                  </a:cubicBezTo>
                  <a:cubicBezTo>
                    <a:pt x="17903" y="8818"/>
                    <a:pt x="17903" y="8818"/>
                    <a:pt x="17903" y="8818"/>
                  </a:cubicBezTo>
                  <a:cubicBezTo>
                    <a:pt x="17788" y="8719"/>
                    <a:pt x="17788" y="8719"/>
                    <a:pt x="17788" y="8719"/>
                  </a:cubicBezTo>
                  <a:cubicBezTo>
                    <a:pt x="17672" y="8818"/>
                    <a:pt x="17672" y="8818"/>
                    <a:pt x="17672" y="8818"/>
                  </a:cubicBezTo>
                  <a:cubicBezTo>
                    <a:pt x="17788" y="8818"/>
                    <a:pt x="17788" y="8818"/>
                    <a:pt x="17788" y="8818"/>
                  </a:cubicBezTo>
                  <a:cubicBezTo>
                    <a:pt x="17788" y="8818"/>
                    <a:pt x="17788" y="8818"/>
                    <a:pt x="17788" y="8818"/>
                  </a:cubicBezTo>
                  <a:cubicBezTo>
                    <a:pt x="17903" y="8818"/>
                    <a:pt x="17903" y="8818"/>
                    <a:pt x="17903" y="8818"/>
                  </a:cubicBezTo>
                  <a:cubicBezTo>
                    <a:pt x="17903" y="8818"/>
                    <a:pt x="17903" y="8818"/>
                    <a:pt x="17903" y="8818"/>
                  </a:cubicBezTo>
                  <a:cubicBezTo>
                    <a:pt x="17903" y="8917"/>
                    <a:pt x="17903" y="8917"/>
                    <a:pt x="17903" y="8917"/>
                  </a:cubicBezTo>
                  <a:cubicBezTo>
                    <a:pt x="17903" y="8917"/>
                    <a:pt x="17903" y="8917"/>
                    <a:pt x="17903" y="8917"/>
                  </a:cubicBezTo>
                  <a:cubicBezTo>
                    <a:pt x="17788" y="9016"/>
                    <a:pt x="17788" y="9016"/>
                    <a:pt x="17788" y="9016"/>
                  </a:cubicBezTo>
                  <a:cubicBezTo>
                    <a:pt x="17672" y="9016"/>
                    <a:pt x="17672" y="9016"/>
                    <a:pt x="17672" y="9016"/>
                  </a:cubicBezTo>
                  <a:cubicBezTo>
                    <a:pt x="17557" y="9016"/>
                    <a:pt x="17557" y="9016"/>
                    <a:pt x="17557" y="9016"/>
                  </a:cubicBezTo>
                  <a:cubicBezTo>
                    <a:pt x="17557" y="8917"/>
                    <a:pt x="17557" y="8917"/>
                    <a:pt x="17557" y="8917"/>
                  </a:cubicBezTo>
                  <a:cubicBezTo>
                    <a:pt x="17557" y="8917"/>
                    <a:pt x="17557" y="8917"/>
                    <a:pt x="17557" y="8917"/>
                  </a:cubicBezTo>
                  <a:cubicBezTo>
                    <a:pt x="17557" y="8917"/>
                    <a:pt x="17557" y="8917"/>
                    <a:pt x="17557" y="8917"/>
                  </a:cubicBezTo>
                  <a:cubicBezTo>
                    <a:pt x="17441" y="8917"/>
                    <a:pt x="17441" y="8917"/>
                    <a:pt x="17441" y="8917"/>
                  </a:cubicBezTo>
                  <a:cubicBezTo>
                    <a:pt x="17557" y="9016"/>
                    <a:pt x="17557" y="9016"/>
                    <a:pt x="17557" y="9016"/>
                  </a:cubicBezTo>
                  <a:cubicBezTo>
                    <a:pt x="17557" y="9016"/>
                    <a:pt x="17557" y="9016"/>
                    <a:pt x="17557" y="9016"/>
                  </a:cubicBezTo>
                  <a:cubicBezTo>
                    <a:pt x="17441" y="9016"/>
                    <a:pt x="17441" y="9016"/>
                    <a:pt x="17441" y="9016"/>
                  </a:cubicBezTo>
                  <a:cubicBezTo>
                    <a:pt x="17557" y="9115"/>
                    <a:pt x="17557" y="9115"/>
                    <a:pt x="17557" y="9115"/>
                  </a:cubicBezTo>
                  <a:cubicBezTo>
                    <a:pt x="17557" y="9115"/>
                    <a:pt x="17557" y="9115"/>
                    <a:pt x="17557" y="9115"/>
                  </a:cubicBezTo>
                  <a:cubicBezTo>
                    <a:pt x="17441" y="9115"/>
                    <a:pt x="17441" y="9115"/>
                    <a:pt x="17441" y="9115"/>
                  </a:cubicBezTo>
                  <a:cubicBezTo>
                    <a:pt x="17557" y="9214"/>
                    <a:pt x="17557" y="9214"/>
                    <a:pt x="17557" y="9214"/>
                  </a:cubicBezTo>
                  <a:cubicBezTo>
                    <a:pt x="17557" y="9214"/>
                    <a:pt x="17557" y="9214"/>
                    <a:pt x="17557" y="9214"/>
                  </a:cubicBezTo>
                  <a:cubicBezTo>
                    <a:pt x="17441" y="9214"/>
                    <a:pt x="17441" y="9214"/>
                    <a:pt x="17441" y="9214"/>
                  </a:cubicBezTo>
                  <a:cubicBezTo>
                    <a:pt x="17441" y="9214"/>
                    <a:pt x="17441" y="9214"/>
                    <a:pt x="17441" y="9214"/>
                  </a:cubicBezTo>
                  <a:cubicBezTo>
                    <a:pt x="17326" y="9214"/>
                    <a:pt x="17326" y="9214"/>
                    <a:pt x="17326" y="9214"/>
                  </a:cubicBezTo>
                  <a:cubicBezTo>
                    <a:pt x="17326" y="9214"/>
                    <a:pt x="17326" y="9214"/>
                    <a:pt x="17326" y="9214"/>
                  </a:cubicBezTo>
                  <a:cubicBezTo>
                    <a:pt x="17326" y="9313"/>
                    <a:pt x="17326" y="9313"/>
                    <a:pt x="17326" y="9313"/>
                  </a:cubicBezTo>
                  <a:cubicBezTo>
                    <a:pt x="17441" y="9313"/>
                    <a:pt x="17441" y="9313"/>
                    <a:pt x="17441" y="9313"/>
                  </a:cubicBezTo>
                  <a:cubicBezTo>
                    <a:pt x="17557" y="9313"/>
                    <a:pt x="17557" y="9313"/>
                    <a:pt x="17557" y="9313"/>
                  </a:cubicBezTo>
                  <a:cubicBezTo>
                    <a:pt x="17557" y="9313"/>
                    <a:pt x="17557" y="9313"/>
                    <a:pt x="17557" y="9313"/>
                  </a:cubicBezTo>
                  <a:cubicBezTo>
                    <a:pt x="17557" y="9412"/>
                    <a:pt x="17557" y="9412"/>
                    <a:pt x="17557" y="9412"/>
                  </a:cubicBezTo>
                  <a:cubicBezTo>
                    <a:pt x="17557" y="9412"/>
                    <a:pt x="17557" y="9412"/>
                    <a:pt x="17557" y="9412"/>
                  </a:cubicBezTo>
                  <a:cubicBezTo>
                    <a:pt x="17557" y="9412"/>
                    <a:pt x="17557" y="9412"/>
                    <a:pt x="17557" y="9412"/>
                  </a:cubicBezTo>
                  <a:cubicBezTo>
                    <a:pt x="17672" y="9412"/>
                    <a:pt x="17672" y="9412"/>
                    <a:pt x="17672" y="9412"/>
                  </a:cubicBezTo>
                  <a:cubicBezTo>
                    <a:pt x="17672" y="9412"/>
                    <a:pt x="17672" y="9412"/>
                    <a:pt x="17672" y="9412"/>
                  </a:cubicBezTo>
                  <a:cubicBezTo>
                    <a:pt x="17788" y="9412"/>
                    <a:pt x="17788" y="9412"/>
                    <a:pt x="17788" y="9412"/>
                  </a:cubicBezTo>
                  <a:cubicBezTo>
                    <a:pt x="17903" y="9412"/>
                    <a:pt x="17903" y="9412"/>
                    <a:pt x="17903" y="9412"/>
                  </a:cubicBezTo>
                  <a:cubicBezTo>
                    <a:pt x="18019" y="9412"/>
                    <a:pt x="18019" y="9412"/>
                    <a:pt x="18019" y="9412"/>
                  </a:cubicBezTo>
                  <a:cubicBezTo>
                    <a:pt x="18019" y="9511"/>
                    <a:pt x="18019" y="9511"/>
                    <a:pt x="18019" y="9511"/>
                  </a:cubicBezTo>
                  <a:cubicBezTo>
                    <a:pt x="18134" y="9412"/>
                    <a:pt x="18134" y="9412"/>
                    <a:pt x="18134" y="9412"/>
                  </a:cubicBezTo>
                  <a:cubicBezTo>
                    <a:pt x="18134" y="9412"/>
                    <a:pt x="18134" y="9412"/>
                    <a:pt x="18134" y="9412"/>
                  </a:cubicBezTo>
                  <a:cubicBezTo>
                    <a:pt x="18134" y="9412"/>
                    <a:pt x="18134" y="9412"/>
                    <a:pt x="18134" y="9412"/>
                  </a:cubicBezTo>
                  <a:cubicBezTo>
                    <a:pt x="18134" y="9511"/>
                    <a:pt x="18134" y="9511"/>
                    <a:pt x="18134" y="9511"/>
                  </a:cubicBezTo>
                  <a:cubicBezTo>
                    <a:pt x="18134" y="9511"/>
                    <a:pt x="18134" y="9511"/>
                    <a:pt x="18134" y="9511"/>
                  </a:cubicBezTo>
                  <a:cubicBezTo>
                    <a:pt x="18250" y="9611"/>
                    <a:pt x="18250" y="9611"/>
                    <a:pt x="18250" y="9611"/>
                  </a:cubicBezTo>
                  <a:cubicBezTo>
                    <a:pt x="18134" y="9611"/>
                    <a:pt x="18134" y="9611"/>
                    <a:pt x="18134" y="9611"/>
                  </a:cubicBezTo>
                  <a:cubicBezTo>
                    <a:pt x="18134" y="9611"/>
                    <a:pt x="18134" y="9611"/>
                    <a:pt x="18134" y="9611"/>
                  </a:cubicBezTo>
                  <a:cubicBezTo>
                    <a:pt x="18134" y="9611"/>
                    <a:pt x="18134" y="9611"/>
                    <a:pt x="18134" y="9611"/>
                  </a:cubicBezTo>
                  <a:cubicBezTo>
                    <a:pt x="18019" y="9611"/>
                    <a:pt x="18019" y="9611"/>
                    <a:pt x="18019" y="9611"/>
                  </a:cubicBezTo>
                  <a:cubicBezTo>
                    <a:pt x="17903" y="9611"/>
                    <a:pt x="17903" y="9611"/>
                    <a:pt x="17903" y="9611"/>
                  </a:cubicBezTo>
                  <a:cubicBezTo>
                    <a:pt x="17903" y="9611"/>
                    <a:pt x="17903" y="9611"/>
                    <a:pt x="17903" y="9611"/>
                  </a:cubicBezTo>
                  <a:cubicBezTo>
                    <a:pt x="17788" y="9611"/>
                    <a:pt x="17788" y="9611"/>
                    <a:pt x="17788" y="9611"/>
                  </a:cubicBezTo>
                  <a:cubicBezTo>
                    <a:pt x="17672" y="9611"/>
                    <a:pt x="17672" y="9611"/>
                    <a:pt x="17672" y="9611"/>
                  </a:cubicBezTo>
                  <a:cubicBezTo>
                    <a:pt x="17557" y="9611"/>
                    <a:pt x="17557" y="9611"/>
                    <a:pt x="17557" y="9611"/>
                  </a:cubicBezTo>
                  <a:cubicBezTo>
                    <a:pt x="17557" y="9611"/>
                    <a:pt x="17557" y="9611"/>
                    <a:pt x="17557" y="9611"/>
                  </a:cubicBezTo>
                  <a:cubicBezTo>
                    <a:pt x="17557" y="9611"/>
                    <a:pt x="17557" y="9611"/>
                    <a:pt x="17557" y="9611"/>
                  </a:cubicBezTo>
                  <a:cubicBezTo>
                    <a:pt x="17557" y="9611"/>
                    <a:pt x="17557" y="9611"/>
                    <a:pt x="17557" y="9611"/>
                  </a:cubicBezTo>
                  <a:cubicBezTo>
                    <a:pt x="17557" y="9710"/>
                    <a:pt x="17557" y="9710"/>
                    <a:pt x="17557" y="9710"/>
                  </a:cubicBezTo>
                  <a:cubicBezTo>
                    <a:pt x="17557" y="9710"/>
                    <a:pt x="17557" y="9710"/>
                    <a:pt x="17557" y="9710"/>
                  </a:cubicBezTo>
                  <a:cubicBezTo>
                    <a:pt x="17557" y="9710"/>
                    <a:pt x="17557" y="9710"/>
                    <a:pt x="17557" y="9710"/>
                  </a:cubicBezTo>
                  <a:cubicBezTo>
                    <a:pt x="17672" y="9710"/>
                    <a:pt x="17672" y="9710"/>
                    <a:pt x="17672" y="9710"/>
                  </a:cubicBezTo>
                  <a:cubicBezTo>
                    <a:pt x="17903" y="9710"/>
                    <a:pt x="17903" y="9710"/>
                    <a:pt x="17903" y="9710"/>
                  </a:cubicBezTo>
                  <a:cubicBezTo>
                    <a:pt x="17903" y="9710"/>
                    <a:pt x="17903" y="9710"/>
                    <a:pt x="17903" y="9710"/>
                  </a:cubicBezTo>
                  <a:cubicBezTo>
                    <a:pt x="18019" y="9710"/>
                    <a:pt x="18019" y="9710"/>
                    <a:pt x="18019" y="9710"/>
                  </a:cubicBezTo>
                  <a:cubicBezTo>
                    <a:pt x="18019" y="9710"/>
                    <a:pt x="18019" y="9710"/>
                    <a:pt x="18019" y="9710"/>
                  </a:cubicBezTo>
                  <a:cubicBezTo>
                    <a:pt x="18134" y="9809"/>
                    <a:pt x="18134" y="9809"/>
                    <a:pt x="18134" y="9809"/>
                  </a:cubicBezTo>
                  <a:cubicBezTo>
                    <a:pt x="18134" y="9809"/>
                    <a:pt x="18134" y="9809"/>
                    <a:pt x="18134" y="9809"/>
                  </a:cubicBezTo>
                  <a:cubicBezTo>
                    <a:pt x="18250" y="9908"/>
                    <a:pt x="18250" y="9908"/>
                    <a:pt x="18250" y="9908"/>
                  </a:cubicBezTo>
                  <a:cubicBezTo>
                    <a:pt x="18250" y="9908"/>
                    <a:pt x="18250" y="9908"/>
                    <a:pt x="18250" y="9908"/>
                  </a:cubicBezTo>
                  <a:cubicBezTo>
                    <a:pt x="18250" y="10007"/>
                    <a:pt x="18250" y="10007"/>
                    <a:pt x="18250" y="10007"/>
                  </a:cubicBezTo>
                  <a:cubicBezTo>
                    <a:pt x="18250" y="10007"/>
                    <a:pt x="18250" y="10007"/>
                    <a:pt x="18250" y="10007"/>
                  </a:cubicBezTo>
                  <a:cubicBezTo>
                    <a:pt x="18250" y="10007"/>
                    <a:pt x="18250" y="10007"/>
                    <a:pt x="18250" y="10007"/>
                  </a:cubicBezTo>
                  <a:cubicBezTo>
                    <a:pt x="18134" y="9908"/>
                    <a:pt x="18134" y="9908"/>
                    <a:pt x="18134" y="9908"/>
                  </a:cubicBezTo>
                  <a:cubicBezTo>
                    <a:pt x="18134" y="10007"/>
                    <a:pt x="18134" y="10007"/>
                    <a:pt x="18134" y="10007"/>
                  </a:cubicBezTo>
                  <a:cubicBezTo>
                    <a:pt x="18134" y="10007"/>
                    <a:pt x="18134" y="10007"/>
                    <a:pt x="18134" y="10007"/>
                  </a:cubicBezTo>
                  <a:cubicBezTo>
                    <a:pt x="18250" y="10106"/>
                    <a:pt x="18250" y="10106"/>
                    <a:pt x="18250" y="10106"/>
                  </a:cubicBezTo>
                  <a:cubicBezTo>
                    <a:pt x="18250" y="10205"/>
                    <a:pt x="18250" y="10205"/>
                    <a:pt x="18250" y="10205"/>
                  </a:cubicBezTo>
                  <a:cubicBezTo>
                    <a:pt x="18250" y="10205"/>
                    <a:pt x="18250" y="10205"/>
                    <a:pt x="18250" y="10205"/>
                  </a:cubicBezTo>
                  <a:cubicBezTo>
                    <a:pt x="18250" y="10304"/>
                    <a:pt x="18250" y="10304"/>
                    <a:pt x="18250" y="10304"/>
                  </a:cubicBezTo>
                  <a:cubicBezTo>
                    <a:pt x="18250" y="10304"/>
                    <a:pt x="18250" y="10304"/>
                    <a:pt x="18250" y="10304"/>
                  </a:cubicBezTo>
                  <a:cubicBezTo>
                    <a:pt x="18134" y="10403"/>
                    <a:pt x="18134" y="10403"/>
                    <a:pt x="18134" y="10403"/>
                  </a:cubicBezTo>
                  <a:cubicBezTo>
                    <a:pt x="18134" y="10502"/>
                    <a:pt x="18134" y="10502"/>
                    <a:pt x="18134" y="10502"/>
                  </a:cubicBezTo>
                  <a:cubicBezTo>
                    <a:pt x="18019" y="10502"/>
                    <a:pt x="18019" y="10502"/>
                    <a:pt x="18019" y="10502"/>
                  </a:cubicBezTo>
                  <a:cubicBezTo>
                    <a:pt x="18019" y="10502"/>
                    <a:pt x="18019" y="10502"/>
                    <a:pt x="18019" y="10502"/>
                  </a:cubicBezTo>
                  <a:cubicBezTo>
                    <a:pt x="17903" y="10502"/>
                    <a:pt x="17903" y="10502"/>
                    <a:pt x="17903" y="10502"/>
                  </a:cubicBezTo>
                  <a:cubicBezTo>
                    <a:pt x="17903" y="10403"/>
                    <a:pt x="17903" y="10403"/>
                    <a:pt x="17903" y="10403"/>
                  </a:cubicBezTo>
                  <a:cubicBezTo>
                    <a:pt x="18019" y="10403"/>
                    <a:pt x="18019" y="10403"/>
                    <a:pt x="18019" y="10403"/>
                  </a:cubicBezTo>
                  <a:cubicBezTo>
                    <a:pt x="17903" y="10403"/>
                    <a:pt x="17903" y="10403"/>
                    <a:pt x="17903" y="10403"/>
                  </a:cubicBezTo>
                  <a:cubicBezTo>
                    <a:pt x="17903" y="10304"/>
                    <a:pt x="17903" y="10304"/>
                    <a:pt x="17903" y="10304"/>
                  </a:cubicBezTo>
                  <a:cubicBezTo>
                    <a:pt x="17903" y="10403"/>
                    <a:pt x="17903" y="10403"/>
                    <a:pt x="17903" y="10403"/>
                  </a:cubicBezTo>
                  <a:cubicBezTo>
                    <a:pt x="17788" y="10403"/>
                    <a:pt x="17788" y="10403"/>
                    <a:pt x="17788" y="10403"/>
                  </a:cubicBezTo>
                  <a:cubicBezTo>
                    <a:pt x="17672" y="10205"/>
                    <a:pt x="17672" y="10205"/>
                    <a:pt x="17672" y="10205"/>
                  </a:cubicBezTo>
                  <a:cubicBezTo>
                    <a:pt x="17557" y="10205"/>
                    <a:pt x="17557" y="10205"/>
                    <a:pt x="17557" y="10205"/>
                  </a:cubicBezTo>
                  <a:cubicBezTo>
                    <a:pt x="17557" y="10106"/>
                    <a:pt x="17557" y="10106"/>
                    <a:pt x="17557" y="10106"/>
                  </a:cubicBezTo>
                  <a:cubicBezTo>
                    <a:pt x="17557" y="10106"/>
                    <a:pt x="17557" y="10106"/>
                    <a:pt x="17557" y="10106"/>
                  </a:cubicBezTo>
                  <a:cubicBezTo>
                    <a:pt x="17441" y="10007"/>
                    <a:pt x="17441" y="10007"/>
                    <a:pt x="17441" y="10007"/>
                  </a:cubicBezTo>
                  <a:cubicBezTo>
                    <a:pt x="17326" y="9908"/>
                    <a:pt x="17326" y="9908"/>
                    <a:pt x="17326" y="9908"/>
                  </a:cubicBezTo>
                  <a:cubicBezTo>
                    <a:pt x="17326" y="9908"/>
                    <a:pt x="17326" y="9908"/>
                    <a:pt x="17326" y="9908"/>
                  </a:cubicBezTo>
                  <a:cubicBezTo>
                    <a:pt x="17326" y="9908"/>
                    <a:pt x="17326" y="9908"/>
                    <a:pt x="17326" y="9908"/>
                  </a:cubicBezTo>
                  <a:cubicBezTo>
                    <a:pt x="17326" y="9908"/>
                    <a:pt x="17326" y="9908"/>
                    <a:pt x="17326" y="9908"/>
                  </a:cubicBezTo>
                  <a:cubicBezTo>
                    <a:pt x="17326" y="10007"/>
                    <a:pt x="17326" y="10007"/>
                    <a:pt x="17326" y="10007"/>
                  </a:cubicBezTo>
                  <a:cubicBezTo>
                    <a:pt x="17441" y="10007"/>
                    <a:pt x="17441" y="10007"/>
                    <a:pt x="17441" y="10007"/>
                  </a:cubicBezTo>
                  <a:cubicBezTo>
                    <a:pt x="17441" y="10106"/>
                    <a:pt x="17441" y="10106"/>
                    <a:pt x="17441" y="10106"/>
                  </a:cubicBezTo>
                  <a:cubicBezTo>
                    <a:pt x="17326" y="10106"/>
                    <a:pt x="17326" y="10106"/>
                    <a:pt x="17326" y="10106"/>
                  </a:cubicBezTo>
                  <a:cubicBezTo>
                    <a:pt x="17210" y="10106"/>
                    <a:pt x="17210" y="10106"/>
                    <a:pt x="17210" y="10106"/>
                  </a:cubicBezTo>
                  <a:cubicBezTo>
                    <a:pt x="17210" y="10106"/>
                    <a:pt x="17210" y="10106"/>
                    <a:pt x="17210" y="10106"/>
                  </a:cubicBezTo>
                  <a:cubicBezTo>
                    <a:pt x="17095" y="10007"/>
                    <a:pt x="17095" y="10007"/>
                    <a:pt x="17095" y="10007"/>
                  </a:cubicBezTo>
                  <a:cubicBezTo>
                    <a:pt x="17095" y="9908"/>
                    <a:pt x="17095" y="9908"/>
                    <a:pt x="17095" y="9908"/>
                  </a:cubicBezTo>
                  <a:cubicBezTo>
                    <a:pt x="17095" y="10007"/>
                    <a:pt x="17095" y="10007"/>
                    <a:pt x="17095" y="10007"/>
                  </a:cubicBezTo>
                  <a:cubicBezTo>
                    <a:pt x="17095" y="10007"/>
                    <a:pt x="17095" y="10007"/>
                    <a:pt x="17095" y="10007"/>
                  </a:cubicBezTo>
                  <a:cubicBezTo>
                    <a:pt x="17210" y="10106"/>
                    <a:pt x="17210" y="10106"/>
                    <a:pt x="17210" y="10106"/>
                  </a:cubicBezTo>
                  <a:cubicBezTo>
                    <a:pt x="17326" y="10205"/>
                    <a:pt x="17326" y="10205"/>
                    <a:pt x="17326" y="10205"/>
                  </a:cubicBezTo>
                  <a:cubicBezTo>
                    <a:pt x="17441" y="10205"/>
                    <a:pt x="17441" y="10205"/>
                    <a:pt x="17441" y="10205"/>
                  </a:cubicBezTo>
                  <a:cubicBezTo>
                    <a:pt x="17557" y="10205"/>
                    <a:pt x="17557" y="10205"/>
                    <a:pt x="17557" y="10205"/>
                  </a:cubicBezTo>
                  <a:cubicBezTo>
                    <a:pt x="17788" y="10403"/>
                    <a:pt x="17788" y="10403"/>
                    <a:pt x="17788" y="10403"/>
                  </a:cubicBezTo>
                  <a:cubicBezTo>
                    <a:pt x="17788" y="10403"/>
                    <a:pt x="17788" y="10403"/>
                    <a:pt x="17788" y="10403"/>
                  </a:cubicBezTo>
                  <a:cubicBezTo>
                    <a:pt x="17788" y="10502"/>
                    <a:pt x="17788" y="10502"/>
                    <a:pt x="17788" y="10502"/>
                  </a:cubicBezTo>
                  <a:cubicBezTo>
                    <a:pt x="17672" y="10502"/>
                    <a:pt x="17672" y="10502"/>
                    <a:pt x="17672" y="10502"/>
                  </a:cubicBezTo>
                  <a:cubicBezTo>
                    <a:pt x="17672" y="10403"/>
                    <a:pt x="17672" y="10403"/>
                    <a:pt x="17672" y="10403"/>
                  </a:cubicBezTo>
                  <a:cubicBezTo>
                    <a:pt x="17557" y="10403"/>
                    <a:pt x="17557" y="10403"/>
                    <a:pt x="17557" y="10403"/>
                  </a:cubicBezTo>
                  <a:cubicBezTo>
                    <a:pt x="17557" y="10502"/>
                    <a:pt x="17557" y="10502"/>
                    <a:pt x="17557" y="10502"/>
                  </a:cubicBezTo>
                  <a:cubicBezTo>
                    <a:pt x="17441" y="10502"/>
                    <a:pt x="17441" y="10502"/>
                    <a:pt x="17441" y="10502"/>
                  </a:cubicBezTo>
                  <a:cubicBezTo>
                    <a:pt x="17326" y="10502"/>
                    <a:pt x="17326" y="10502"/>
                    <a:pt x="17326" y="10502"/>
                  </a:cubicBezTo>
                  <a:cubicBezTo>
                    <a:pt x="17326" y="10502"/>
                    <a:pt x="17326" y="10502"/>
                    <a:pt x="17326" y="10502"/>
                  </a:cubicBezTo>
                  <a:cubicBezTo>
                    <a:pt x="17210" y="10502"/>
                    <a:pt x="17210" y="10502"/>
                    <a:pt x="17210" y="10502"/>
                  </a:cubicBezTo>
                  <a:cubicBezTo>
                    <a:pt x="17326" y="10403"/>
                    <a:pt x="17326" y="10403"/>
                    <a:pt x="17326" y="10403"/>
                  </a:cubicBezTo>
                  <a:cubicBezTo>
                    <a:pt x="17210" y="10403"/>
                    <a:pt x="17210" y="10403"/>
                    <a:pt x="17210" y="10403"/>
                  </a:cubicBezTo>
                  <a:cubicBezTo>
                    <a:pt x="17210" y="10403"/>
                    <a:pt x="17210" y="10403"/>
                    <a:pt x="17210" y="10403"/>
                  </a:cubicBezTo>
                  <a:cubicBezTo>
                    <a:pt x="17210" y="10403"/>
                    <a:pt x="17210" y="10403"/>
                    <a:pt x="17210" y="10403"/>
                  </a:cubicBezTo>
                  <a:cubicBezTo>
                    <a:pt x="17210" y="10502"/>
                    <a:pt x="17210" y="10502"/>
                    <a:pt x="17210" y="10502"/>
                  </a:cubicBezTo>
                  <a:cubicBezTo>
                    <a:pt x="17210" y="10502"/>
                    <a:pt x="17210" y="10502"/>
                    <a:pt x="17210" y="10502"/>
                  </a:cubicBezTo>
                  <a:cubicBezTo>
                    <a:pt x="17326" y="10601"/>
                    <a:pt x="17326" y="10601"/>
                    <a:pt x="17326" y="10601"/>
                  </a:cubicBezTo>
                  <a:cubicBezTo>
                    <a:pt x="17326" y="10601"/>
                    <a:pt x="17326" y="10601"/>
                    <a:pt x="17326" y="10601"/>
                  </a:cubicBezTo>
                  <a:cubicBezTo>
                    <a:pt x="17441" y="10601"/>
                    <a:pt x="17441" y="10601"/>
                    <a:pt x="17441" y="10601"/>
                  </a:cubicBezTo>
                  <a:cubicBezTo>
                    <a:pt x="17557" y="10502"/>
                    <a:pt x="17557" y="10502"/>
                    <a:pt x="17557" y="10502"/>
                  </a:cubicBezTo>
                  <a:cubicBezTo>
                    <a:pt x="17557" y="10502"/>
                    <a:pt x="17557" y="10502"/>
                    <a:pt x="17557" y="10502"/>
                  </a:cubicBezTo>
                  <a:cubicBezTo>
                    <a:pt x="17672" y="10502"/>
                    <a:pt x="17672" y="10502"/>
                    <a:pt x="17672" y="10502"/>
                  </a:cubicBezTo>
                  <a:cubicBezTo>
                    <a:pt x="17672" y="10601"/>
                    <a:pt x="17672" y="10601"/>
                    <a:pt x="17672" y="10601"/>
                  </a:cubicBezTo>
                  <a:cubicBezTo>
                    <a:pt x="17672" y="10601"/>
                    <a:pt x="17672" y="10601"/>
                    <a:pt x="17672" y="10601"/>
                  </a:cubicBezTo>
                  <a:cubicBezTo>
                    <a:pt x="17672" y="10700"/>
                    <a:pt x="17672" y="10700"/>
                    <a:pt x="17672" y="10700"/>
                  </a:cubicBezTo>
                  <a:cubicBezTo>
                    <a:pt x="17672" y="10800"/>
                    <a:pt x="17672" y="10800"/>
                    <a:pt x="17672" y="10800"/>
                  </a:cubicBezTo>
                  <a:cubicBezTo>
                    <a:pt x="17557" y="10800"/>
                    <a:pt x="17557" y="10800"/>
                    <a:pt x="17557" y="10800"/>
                  </a:cubicBezTo>
                  <a:cubicBezTo>
                    <a:pt x="17557" y="10800"/>
                    <a:pt x="17557" y="10800"/>
                    <a:pt x="17557" y="10800"/>
                  </a:cubicBezTo>
                  <a:cubicBezTo>
                    <a:pt x="17672" y="10899"/>
                    <a:pt x="17672" y="10899"/>
                    <a:pt x="17672" y="10899"/>
                  </a:cubicBezTo>
                  <a:cubicBezTo>
                    <a:pt x="17672" y="10800"/>
                    <a:pt x="17672" y="10800"/>
                    <a:pt x="17672" y="10800"/>
                  </a:cubicBezTo>
                  <a:cubicBezTo>
                    <a:pt x="17788" y="10899"/>
                    <a:pt x="17788" y="10899"/>
                    <a:pt x="17788" y="10899"/>
                  </a:cubicBezTo>
                  <a:cubicBezTo>
                    <a:pt x="17903" y="10899"/>
                    <a:pt x="17903" y="10899"/>
                    <a:pt x="17903" y="10899"/>
                  </a:cubicBezTo>
                  <a:cubicBezTo>
                    <a:pt x="18019" y="10998"/>
                    <a:pt x="18019" y="10998"/>
                    <a:pt x="18019" y="10998"/>
                  </a:cubicBezTo>
                  <a:cubicBezTo>
                    <a:pt x="18019" y="10899"/>
                    <a:pt x="18019" y="10899"/>
                    <a:pt x="18019" y="10899"/>
                  </a:cubicBezTo>
                  <a:cubicBezTo>
                    <a:pt x="18134" y="10899"/>
                    <a:pt x="18134" y="10899"/>
                    <a:pt x="18134" y="10899"/>
                  </a:cubicBezTo>
                  <a:cubicBezTo>
                    <a:pt x="18134" y="10899"/>
                    <a:pt x="18134" y="10899"/>
                    <a:pt x="18134" y="10899"/>
                  </a:cubicBezTo>
                  <a:cubicBezTo>
                    <a:pt x="18134" y="10998"/>
                    <a:pt x="18134" y="10998"/>
                    <a:pt x="18134" y="10998"/>
                  </a:cubicBezTo>
                  <a:cubicBezTo>
                    <a:pt x="18134" y="10998"/>
                    <a:pt x="18134" y="10998"/>
                    <a:pt x="18134" y="10998"/>
                  </a:cubicBezTo>
                  <a:cubicBezTo>
                    <a:pt x="18134" y="11097"/>
                    <a:pt x="18134" y="11097"/>
                    <a:pt x="18134" y="11097"/>
                  </a:cubicBezTo>
                  <a:cubicBezTo>
                    <a:pt x="18250" y="11097"/>
                    <a:pt x="18250" y="11097"/>
                    <a:pt x="18250" y="11097"/>
                  </a:cubicBezTo>
                  <a:cubicBezTo>
                    <a:pt x="18134" y="11196"/>
                    <a:pt x="18134" y="11196"/>
                    <a:pt x="18134" y="11196"/>
                  </a:cubicBezTo>
                  <a:cubicBezTo>
                    <a:pt x="18134" y="11295"/>
                    <a:pt x="18134" y="11295"/>
                    <a:pt x="18134" y="11295"/>
                  </a:cubicBezTo>
                  <a:cubicBezTo>
                    <a:pt x="18019" y="11295"/>
                    <a:pt x="18019" y="11295"/>
                    <a:pt x="18019" y="11295"/>
                  </a:cubicBezTo>
                  <a:cubicBezTo>
                    <a:pt x="17903" y="11295"/>
                    <a:pt x="17903" y="11295"/>
                    <a:pt x="17903" y="11295"/>
                  </a:cubicBezTo>
                  <a:cubicBezTo>
                    <a:pt x="17903" y="11295"/>
                    <a:pt x="17903" y="11295"/>
                    <a:pt x="17903" y="11295"/>
                  </a:cubicBezTo>
                  <a:cubicBezTo>
                    <a:pt x="17788" y="11196"/>
                    <a:pt x="17788" y="11196"/>
                    <a:pt x="17788" y="11196"/>
                  </a:cubicBezTo>
                  <a:cubicBezTo>
                    <a:pt x="17788" y="11196"/>
                    <a:pt x="17788" y="11196"/>
                    <a:pt x="17788" y="11196"/>
                  </a:cubicBezTo>
                  <a:cubicBezTo>
                    <a:pt x="17788" y="11097"/>
                    <a:pt x="17788" y="11097"/>
                    <a:pt x="17788" y="11097"/>
                  </a:cubicBezTo>
                  <a:cubicBezTo>
                    <a:pt x="17672" y="11097"/>
                    <a:pt x="17672" y="11097"/>
                    <a:pt x="17672" y="11097"/>
                  </a:cubicBezTo>
                  <a:cubicBezTo>
                    <a:pt x="17672" y="10998"/>
                    <a:pt x="17672" y="10998"/>
                    <a:pt x="17672" y="10998"/>
                  </a:cubicBezTo>
                  <a:cubicBezTo>
                    <a:pt x="17557" y="10998"/>
                    <a:pt x="17557" y="10998"/>
                    <a:pt x="17557" y="10998"/>
                  </a:cubicBezTo>
                  <a:cubicBezTo>
                    <a:pt x="17441" y="10998"/>
                    <a:pt x="17441" y="10998"/>
                    <a:pt x="17441" y="10998"/>
                  </a:cubicBezTo>
                  <a:cubicBezTo>
                    <a:pt x="17441" y="10998"/>
                    <a:pt x="17441" y="10998"/>
                    <a:pt x="17441" y="10998"/>
                  </a:cubicBezTo>
                  <a:cubicBezTo>
                    <a:pt x="17326" y="10998"/>
                    <a:pt x="17326" y="10998"/>
                    <a:pt x="17326" y="10998"/>
                  </a:cubicBezTo>
                  <a:cubicBezTo>
                    <a:pt x="17326" y="10998"/>
                    <a:pt x="17326" y="10998"/>
                    <a:pt x="17326" y="10998"/>
                  </a:cubicBezTo>
                  <a:cubicBezTo>
                    <a:pt x="17210" y="10899"/>
                    <a:pt x="17210" y="10899"/>
                    <a:pt x="17210" y="10899"/>
                  </a:cubicBezTo>
                  <a:cubicBezTo>
                    <a:pt x="17210" y="10899"/>
                    <a:pt x="17210" y="10899"/>
                    <a:pt x="17210" y="10899"/>
                  </a:cubicBezTo>
                  <a:cubicBezTo>
                    <a:pt x="17210" y="10899"/>
                    <a:pt x="17210" y="10899"/>
                    <a:pt x="17210" y="10899"/>
                  </a:cubicBezTo>
                  <a:cubicBezTo>
                    <a:pt x="17210" y="10899"/>
                    <a:pt x="17210" y="10899"/>
                    <a:pt x="17210" y="10899"/>
                  </a:cubicBezTo>
                  <a:cubicBezTo>
                    <a:pt x="17210" y="10998"/>
                    <a:pt x="17210" y="10998"/>
                    <a:pt x="17210" y="10998"/>
                  </a:cubicBezTo>
                  <a:cubicBezTo>
                    <a:pt x="17210" y="11097"/>
                    <a:pt x="17210" y="11097"/>
                    <a:pt x="17210" y="11097"/>
                  </a:cubicBezTo>
                  <a:cubicBezTo>
                    <a:pt x="17210" y="11097"/>
                    <a:pt x="17210" y="11097"/>
                    <a:pt x="17210" y="11097"/>
                  </a:cubicBezTo>
                  <a:cubicBezTo>
                    <a:pt x="17095" y="11097"/>
                    <a:pt x="17095" y="11097"/>
                    <a:pt x="17095" y="11097"/>
                  </a:cubicBezTo>
                  <a:cubicBezTo>
                    <a:pt x="17095" y="11097"/>
                    <a:pt x="17095" y="11097"/>
                    <a:pt x="17095" y="11097"/>
                  </a:cubicBezTo>
                  <a:cubicBezTo>
                    <a:pt x="16979" y="11196"/>
                    <a:pt x="16979" y="11196"/>
                    <a:pt x="16979" y="11196"/>
                  </a:cubicBezTo>
                  <a:cubicBezTo>
                    <a:pt x="17095" y="11196"/>
                    <a:pt x="17095" y="11196"/>
                    <a:pt x="17095" y="11196"/>
                  </a:cubicBezTo>
                  <a:cubicBezTo>
                    <a:pt x="17095" y="11196"/>
                    <a:pt x="17095" y="11196"/>
                    <a:pt x="17095" y="11196"/>
                  </a:cubicBezTo>
                  <a:cubicBezTo>
                    <a:pt x="17095" y="11295"/>
                    <a:pt x="17095" y="11295"/>
                    <a:pt x="17095" y="11295"/>
                  </a:cubicBezTo>
                  <a:cubicBezTo>
                    <a:pt x="16979" y="11295"/>
                    <a:pt x="16979" y="11295"/>
                    <a:pt x="16979" y="11295"/>
                  </a:cubicBezTo>
                  <a:cubicBezTo>
                    <a:pt x="16979" y="11394"/>
                    <a:pt x="16979" y="11394"/>
                    <a:pt x="16979" y="11394"/>
                  </a:cubicBezTo>
                  <a:cubicBezTo>
                    <a:pt x="16979" y="11394"/>
                    <a:pt x="16979" y="11394"/>
                    <a:pt x="16979" y="11394"/>
                  </a:cubicBezTo>
                  <a:cubicBezTo>
                    <a:pt x="16979" y="11394"/>
                    <a:pt x="16979" y="11394"/>
                    <a:pt x="16979" y="11394"/>
                  </a:cubicBezTo>
                  <a:cubicBezTo>
                    <a:pt x="16979" y="11394"/>
                    <a:pt x="16979" y="11394"/>
                    <a:pt x="16979" y="11394"/>
                  </a:cubicBezTo>
                  <a:cubicBezTo>
                    <a:pt x="17095" y="11493"/>
                    <a:pt x="17095" y="11493"/>
                    <a:pt x="17095" y="11493"/>
                  </a:cubicBezTo>
                  <a:cubicBezTo>
                    <a:pt x="17095" y="11493"/>
                    <a:pt x="17095" y="11493"/>
                    <a:pt x="17095" y="11493"/>
                  </a:cubicBezTo>
                  <a:cubicBezTo>
                    <a:pt x="17095" y="11592"/>
                    <a:pt x="17095" y="11592"/>
                    <a:pt x="17095" y="11592"/>
                  </a:cubicBezTo>
                  <a:cubicBezTo>
                    <a:pt x="17095" y="11691"/>
                    <a:pt x="17095" y="11691"/>
                    <a:pt x="17095" y="11691"/>
                  </a:cubicBezTo>
                  <a:cubicBezTo>
                    <a:pt x="17095" y="11691"/>
                    <a:pt x="17095" y="11691"/>
                    <a:pt x="17095" y="11691"/>
                  </a:cubicBezTo>
                  <a:cubicBezTo>
                    <a:pt x="17210" y="11691"/>
                    <a:pt x="17210" y="11691"/>
                    <a:pt x="17210" y="11691"/>
                  </a:cubicBezTo>
                  <a:cubicBezTo>
                    <a:pt x="17210" y="11592"/>
                    <a:pt x="17210" y="11592"/>
                    <a:pt x="17210" y="11592"/>
                  </a:cubicBezTo>
                  <a:cubicBezTo>
                    <a:pt x="17210" y="11592"/>
                    <a:pt x="17210" y="11592"/>
                    <a:pt x="17210" y="11592"/>
                  </a:cubicBezTo>
                  <a:cubicBezTo>
                    <a:pt x="17095" y="11493"/>
                    <a:pt x="17095" y="11493"/>
                    <a:pt x="17095" y="11493"/>
                  </a:cubicBezTo>
                  <a:cubicBezTo>
                    <a:pt x="17210" y="11493"/>
                    <a:pt x="17210" y="11493"/>
                    <a:pt x="17210" y="11493"/>
                  </a:cubicBezTo>
                  <a:cubicBezTo>
                    <a:pt x="17210" y="11394"/>
                    <a:pt x="17210" y="11394"/>
                    <a:pt x="17210" y="11394"/>
                  </a:cubicBezTo>
                  <a:cubicBezTo>
                    <a:pt x="17210" y="11394"/>
                    <a:pt x="17210" y="11394"/>
                    <a:pt x="17210" y="11394"/>
                  </a:cubicBezTo>
                  <a:cubicBezTo>
                    <a:pt x="17210" y="11493"/>
                    <a:pt x="17210" y="11493"/>
                    <a:pt x="17210" y="11493"/>
                  </a:cubicBezTo>
                  <a:cubicBezTo>
                    <a:pt x="17326" y="11493"/>
                    <a:pt x="17326" y="11493"/>
                    <a:pt x="17326" y="11493"/>
                  </a:cubicBezTo>
                  <a:cubicBezTo>
                    <a:pt x="17326" y="11592"/>
                    <a:pt x="17326" y="11592"/>
                    <a:pt x="17326" y="11592"/>
                  </a:cubicBezTo>
                  <a:cubicBezTo>
                    <a:pt x="17441" y="11592"/>
                    <a:pt x="17441" y="11592"/>
                    <a:pt x="17441" y="11592"/>
                  </a:cubicBezTo>
                  <a:cubicBezTo>
                    <a:pt x="17441" y="11592"/>
                    <a:pt x="17441" y="11592"/>
                    <a:pt x="17441" y="11592"/>
                  </a:cubicBezTo>
                  <a:cubicBezTo>
                    <a:pt x="17441" y="11592"/>
                    <a:pt x="17441" y="11592"/>
                    <a:pt x="17441" y="11592"/>
                  </a:cubicBezTo>
                  <a:cubicBezTo>
                    <a:pt x="17557" y="11592"/>
                    <a:pt x="17557" y="11592"/>
                    <a:pt x="17557" y="11592"/>
                  </a:cubicBezTo>
                  <a:cubicBezTo>
                    <a:pt x="17557" y="11592"/>
                    <a:pt x="17557" y="11592"/>
                    <a:pt x="17557" y="11592"/>
                  </a:cubicBezTo>
                  <a:cubicBezTo>
                    <a:pt x="17672" y="11592"/>
                    <a:pt x="17672" y="11592"/>
                    <a:pt x="17672" y="11592"/>
                  </a:cubicBezTo>
                  <a:cubicBezTo>
                    <a:pt x="17672" y="11592"/>
                    <a:pt x="17672" y="11592"/>
                    <a:pt x="17672" y="11592"/>
                  </a:cubicBezTo>
                  <a:cubicBezTo>
                    <a:pt x="17672" y="11592"/>
                    <a:pt x="17672" y="11592"/>
                    <a:pt x="17672" y="11592"/>
                  </a:cubicBezTo>
                  <a:cubicBezTo>
                    <a:pt x="17672" y="11691"/>
                    <a:pt x="17672" y="11691"/>
                    <a:pt x="17672" y="11691"/>
                  </a:cubicBezTo>
                  <a:cubicBezTo>
                    <a:pt x="17672" y="11691"/>
                    <a:pt x="17672" y="11691"/>
                    <a:pt x="17672" y="11691"/>
                  </a:cubicBezTo>
                  <a:cubicBezTo>
                    <a:pt x="17557" y="11790"/>
                    <a:pt x="17557" y="11790"/>
                    <a:pt x="17557" y="11790"/>
                  </a:cubicBezTo>
                  <a:cubicBezTo>
                    <a:pt x="17557" y="11889"/>
                    <a:pt x="17557" y="11889"/>
                    <a:pt x="17557" y="11889"/>
                  </a:cubicBezTo>
                  <a:cubicBezTo>
                    <a:pt x="17557" y="11988"/>
                    <a:pt x="17557" y="11988"/>
                    <a:pt x="17557" y="11988"/>
                  </a:cubicBezTo>
                  <a:cubicBezTo>
                    <a:pt x="17557" y="11988"/>
                    <a:pt x="17557" y="11988"/>
                    <a:pt x="17557" y="11988"/>
                  </a:cubicBezTo>
                  <a:cubicBezTo>
                    <a:pt x="17441" y="11988"/>
                    <a:pt x="17441" y="11988"/>
                    <a:pt x="17441" y="11988"/>
                  </a:cubicBezTo>
                  <a:cubicBezTo>
                    <a:pt x="17441" y="11988"/>
                    <a:pt x="17441" y="11988"/>
                    <a:pt x="17441" y="11988"/>
                  </a:cubicBezTo>
                  <a:cubicBezTo>
                    <a:pt x="17326" y="11988"/>
                    <a:pt x="17326" y="11988"/>
                    <a:pt x="17326" y="11988"/>
                  </a:cubicBezTo>
                  <a:cubicBezTo>
                    <a:pt x="17210" y="11988"/>
                    <a:pt x="17210" y="11988"/>
                    <a:pt x="17210" y="11988"/>
                  </a:cubicBezTo>
                  <a:cubicBezTo>
                    <a:pt x="17210" y="11988"/>
                    <a:pt x="17210" y="11988"/>
                    <a:pt x="17210" y="11988"/>
                  </a:cubicBezTo>
                  <a:cubicBezTo>
                    <a:pt x="17095" y="11988"/>
                    <a:pt x="17095" y="11988"/>
                    <a:pt x="17095" y="11988"/>
                  </a:cubicBezTo>
                  <a:cubicBezTo>
                    <a:pt x="17095" y="12088"/>
                    <a:pt x="17095" y="12088"/>
                    <a:pt x="17095" y="12088"/>
                  </a:cubicBezTo>
                  <a:cubicBezTo>
                    <a:pt x="17095" y="12088"/>
                    <a:pt x="17095" y="12088"/>
                    <a:pt x="17095" y="12088"/>
                  </a:cubicBezTo>
                  <a:cubicBezTo>
                    <a:pt x="16979" y="12088"/>
                    <a:pt x="16979" y="12088"/>
                    <a:pt x="16979" y="12088"/>
                  </a:cubicBezTo>
                  <a:cubicBezTo>
                    <a:pt x="16979" y="12088"/>
                    <a:pt x="16979" y="12088"/>
                    <a:pt x="16979" y="12088"/>
                  </a:cubicBezTo>
                  <a:cubicBezTo>
                    <a:pt x="16979" y="12088"/>
                    <a:pt x="16979" y="12088"/>
                    <a:pt x="16979" y="12088"/>
                  </a:cubicBezTo>
                  <a:cubicBezTo>
                    <a:pt x="16979" y="12187"/>
                    <a:pt x="16979" y="12187"/>
                    <a:pt x="16979" y="12187"/>
                  </a:cubicBezTo>
                  <a:cubicBezTo>
                    <a:pt x="16864" y="12187"/>
                    <a:pt x="16864" y="12187"/>
                    <a:pt x="16864" y="12187"/>
                  </a:cubicBezTo>
                  <a:cubicBezTo>
                    <a:pt x="16864" y="12187"/>
                    <a:pt x="16864" y="12187"/>
                    <a:pt x="16864" y="12187"/>
                  </a:cubicBezTo>
                  <a:cubicBezTo>
                    <a:pt x="16748" y="12088"/>
                    <a:pt x="16748" y="12088"/>
                    <a:pt x="16748" y="12088"/>
                  </a:cubicBezTo>
                  <a:cubicBezTo>
                    <a:pt x="16633" y="12088"/>
                    <a:pt x="16633" y="12088"/>
                    <a:pt x="16633" y="12088"/>
                  </a:cubicBezTo>
                  <a:cubicBezTo>
                    <a:pt x="16517" y="11988"/>
                    <a:pt x="16517" y="11988"/>
                    <a:pt x="16517" y="11988"/>
                  </a:cubicBezTo>
                  <a:cubicBezTo>
                    <a:pt x="16286" y="11790"/>
                    <a:pt x="16286" y="11790"/>
                    <a:pt x="16286" y="11790"/>
                  </a:cubicBezTo>
                  <a:cubicBezTo>
                    <a:pt x="16286" y="11790"/>
                    <a:pt x="16286" y="11790"/>
                    <a:pt x="16286" y="11790"/>
                  </a:cubicBezTo>
                  <a:cubicBezTo>
                    <a:pt x="16286" y="11691"/>
                    <a:pt x="16286" y="11691"/>
                    <a:pt x="16286" y="11691"/>
                  </a:cubicBezTo>
                  <a:cubicBezTo>
                    <a:pt x="16286" y="11691"/>
                    <a:pt x="16286" y="11691"/>
                    <a:pt x="16286" y="11691"/>
                  </a:cubicBezTo>
                  <a:cubicBezTo>
                    <a:pt x="16402" y="11691"/>
                    <a:pt x="16402" y="11691"/>
                    <a:pt x="16402" y="11691"/>
                  </a:cubicBezTo>
                  <a:cubicBezTo>
                    <a:pt x="16402" y="11691"/>
                    <a:pt x="16402" y="11691"/>
                    <a:pt x="16402" y="11691"/>
                  </a:cubicBezTo>
                  <a:cubicBezTo>
                    <a:pt x="16402" y="11790"/>
                    <a:pt x="16402" y="11790"/>
                    <a:pt x="16402" y="11790"/>
                  </a:cubicBezTo>
                  <a:cubicBezTo>
                    <a:pt x="16633" y="11790"/>
                    <a:pt x="16633" y="11790"/>
                    <a:pt x="16633" y="11790"/>
                  </a:cubicBezTo>
                  <a:cubicBezTo>
                    <a:pt x="16748" y="11889"/>
                    <a:pt x="16748" y="11889"/>
                    <a:pt x="16748" y="11889"/>
                  </a:cubicBezTo>
                  <a:cubicBezTo>
                    <a:pt x="16748" y="11889"/>
                    <a:pt x="16748" y="11889"/>
                    <a:pt x="16748" y="11889"/>
                  </a:cubicBezTo>
                  <a:cubicBezTo>
                    <a:pt x="16864" y="11889"/>
                    <a:pt x="16864" y="11889"/>
                    <a:pt x="16864" y="11889"/>
                  </a:cubicBezTo>
                  <a:cubicBezTo>
                    <a:pt x="16864" y="11790"/>
                    <a:pt x="16864" y="11790"/>
                    <a:pt x="16864" y="11790"/>
                  </a:cubicBezTo>
                  <a:cubicBezTo>
                    <a:pt x="16864" y="11790"/>
                    <a:pt x="16864" y="11790"/>
                    <a:pt x="16864" y="11790"/>
                  </a:cubicBezTo>
                  <a:cubicBezTo>
                    <a:pt x="16748" y="11790"/>
                    <a:pt x="16748" y="11790"/>
                    <a:pt x="16748" y="11790"/>
                  </a:cubicBezTo>
                  <a:cubicBezTo>
                    <a:pt x="16748" y="11790"/>
                    <a:pt x="16748" y="11790"/>
                    <a:pt x="16748" y="11790"/>
                  </a:cubicBezTo>
                  <a:cubicBezTo>
                    <a:pt x="16633" y="11790"/>
                    <a:pt x="16633" y="11790"/>
                    <a:pt x="16633" y="11790"/>
                  </a:cubicBezTo>
                  <a:cubicBezTo>
                    <a:pt x="16517" y="11691"/>
                    <a:pt x="16517" y="11691"/>
                    <a:pt x="16517" y="11691"/>
                  </a:cubicBezTo>
                  <a:cubicBezTo>
                    <a:pt x="16402" y="11691"/>
                    <a:pt x="16402" y="11691"/>
                    <a:pt x="16402" y="11691"/>
                  </a:cubicBezTo>
                  <a:cubicBezTo>
                    <a:pt x="16286" y="11691"/>
                    <a:pt x="16286" y="11691"/>
                    <a:pt x="16286" y="11691"/>
                  </a:cubicBezTo>
                  <a:cubicBezTo>
                    <a:pt x="16286" y="11592"/>
                    <a:pt x="16286" y="11592"/>
                    <a:pt x="16286" y="11592"/>
                  </a:cubicBezTo>
                  <a:cubicBezTo>
                    <a:pt x="16286" y="11592"/>
                    <a:pt x="16286" y="11592"/>
                    <a:pt x="16286" y="11592"/>
                  </a:cubicBezTo>
                  <a:cubicBezTo>
                    <a:pt x="16171" y="11592"/>
                    <a:pt x="16171" y="11592"/>
                    <a:pt x="16171" y="11592"/>
                  </a:cubicBezTo>
                  <a:cubicBezTo>
                    <a:pt x="16171" y="11592"/>
                    <a:pt x="16171" y="11592"/>
                    <a:pt x="16171" y="11592"/>
                  </a:cubicBezTo>
                  <a:cubicBezTo>
                    <a:pt x="16171" y="11592"/>
                    <a:pt x="16171" y="11592"/>
                    <a:pt x="16171" y="11592"/>
                  </a:cubicBezTo>
                  <a:cubicBezTo>
                    <a:pt x="16171" y="11691"/>
                    <a:pt x="16171" y="11691"/>
                    <a:pt x="16171" y="11691"/>
                  </a:cubicBezTo>
                  <a:cubicBezTo>
                    <a:pt x="16171" y="11790"/>
                    <a:pt x="16171" y="11790"/>
                    <a:pt x="16171" y="11790"/>
                  </a:cubicBezTo>
                  <a:cubicBezTo>
                    <a:pt x="16171" y="11889"/>
                    <a:pt x="16171" y="11889"/>
                    <a:pt x="16171" y="11889"/>
                  </a:cubicBezTo>
                  <a:cubicBezTo>
                    <a:pt x="16055" y="11889"/>
                    <a:pt x="16055" y="11889"/>
                    <a:pt x="16055" y="11889"/>
                  </a:cubicBezTo>
                  <a:cubicBezTo>
                    <a:pt x="16055" y="11889"/>
                    <a:pt x="16055" y="11889"/>
                    <a:pt x="16055" y="11889"/>
                  </a:cubicBezTo>
                  <a:cubicBezTo>
                    <a:pt x="15940" y="11691"/>
                    <a:pt x="15940" y="11691"/>
                    <a:pt x="15940" y="11691"/>
                  </a:cubicBezTo>
                  <a:cubicBezTo>
                    <a:pt x="15824" y="11592"/>
                    <a:pt x="15824" y="11592"/>
                    <a:pt x="15824" y="11592"/>
                  </a:cubicBezTo>
                  <a:cubicBezTo>
                    <a:pt x="15824" y="11493"/>
                    <a:pt x="15824" y="11493"/>
                    <a:pt x="15824"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592"/>
                    <a:pt x="15709" y="11592"/>
                    <a:pt x="15709" y="11592"/>
                  </a:cubicBezTo>
                  <a:cubicBezTo>
                    <a:pt x="15824" y="11691"/>
                    <a:pt x="15824" y="11691"/>
                    <a:pt x="15824" y="11691"/>
                  </a:cubicBezTo>
                  <a:cubicBezTo>
                    <a:pt x="15824" y="11790"/>
                    <a:pt x="15824" y="11790"/>
                    <a:pt x="15824" y="11790"/>
                  </a:cubicBezTo>
                  <a:cubicBezTo>
                    <a:pt x="15940" y="11790"/>
                    <a:pt x="15940" y="11790"/>
                    <a:pt x="15940" y="11790"/>
                  </a:cubicBezTo>
                  <a:cubicBezTo>
                    <a:pt x="15940" y="11790"/>
                    <a:pt x="15940" y="11790"/>
                    <a:pt x="15940" y="11790"/>
                  </a:cubicBezTo>
                  <a:cubicBezTo>
                    <a:pt x="15940" y="11889"/>
                    <a:pt x="15940" y="11889"/>
                    <a:pt x="15940" y="11889"/>
                  </a:cubicBezTo>
                  <a:cubicBezTo>
                    <a:pt x="15940" y="11889"/>
                    <a:pt x="15940" y="11889"/>
                    <a:pt x="15940" y="11889"/>
                  </a:cubicBezTo>
                  <a:cubicBezTo>
                    <a:pt x="15824" y="11889"/>
                    <a:pt x="15824" y="11889"/>
                    <a:pt x="15824" y="11889"/>
                  </a:cubicBezTo>
                  <a:cubicBezTo>
                    <a:pt x="15709" y="11889"/>
                    <a:pt x="15709" y="11889"/>
                    <a:pt x="15709" y="11889"/>
                  </a:cubicBezTo>
                  <a:cubicBezTo>
                    <a:pt x="15709" y="11988"/>
                    <a:pt x="15709" y="11988"/>
                    <a:pt x="15709" y="11988"/>
                  </a:cubicBezTo>
                  <a:cubicBezTo>
                    <a:pt x="15593" y="11988"/>
                    <a:pt x="15593" y="11988"/>
                    <a:pt x="15593" y="11988"/>
                  </a:cubicBezTo>
                  <a:cubicBezTo>
                    <a:pt x="15593" y="11988"/>
                    <a:pt x="15593" y="11988"/>
                    <a:pt x="15593" y="11988"/>
                  </a:cubicBezTo>
                  <a:cubicBezTo>
                    <a:pt x="15478" y="12088"/>
                    <a:pt x="15478" y="12088"/>
                    <a:pt x="15478" y="12088"/>
                  </a:cubicBezTo>
                  <a:cubicBezTo>
                    <a:pt x="15478" y="12088"/>
                    <a:pt x="15478" y="12088"/>
                    <a:pt x="15478" y="12088"/>
                  </a:cubicBezTo>
                  <a:cubicBezTo>
                    <a:pt x="15362" y="11988"/>
                    <a:pt x="15362" y="11988"/>
                    <a:pt x="15362" y="11988"/>
                  </a:cubicBezTo>
                  <a:cubicBezTo>
                    <a:pt x="15362" y="11988"/>
                    <a:pt x="15362" y="11988"/>
                    <a:pt x="15362" y="11988"/>
                  </a:cubicBezTo>
                  <a:cubicBezTo>
                    <a:pt x="15247" y="11988"/>
                    <a:pt x="15247" y="11988"/>
                    <a:pt x="15247" y="11988"/>
                  </a:cubicBezTo>
                  <a:cubicBezTo>
                    <a:pt x="15247" y="11889"/>
                    <a:pt x="15247" y="11889"/>
                    <a:pt x="15247" y="11889"/>
                  </a:cubicBezTo>
                  <a:cubicBezTo>
                    <a:pt x="15131" y="11889"/>
                    <a:pt x="15131" y="11889"/>
                    <a:pt x="15131" y="11889"/>
                  </a:cubicBezTo>
                  <a:cubicBezTo>
                    <a:pt x="15131" y="11889"/>
                    <a:pt x="15131" y="11889"/>
                    <a:pt x="15131" y="11889"/>
                  </a:cubicBezTo>
                  <a:cubicBezTo>
                    <a:pt x="15131" y="11790"/>
                    <a:pt x="15131" y="11790"/>
                    <a:pt x="15131"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889"/>
                    <a:pt x="15016" y="11889"/>
                    <a:pt x="15016" y="11889"/>
                  </a:cubicBezTo>
                  <a:cubicBezTo>
                    <a:pt x="15131" y="11889"/>
                    <a:pt x="15131" y="11889"/>
                    <a:pt x="15131" y="11889"/>
                  </a:cubicBezTo>
                  <a:cubicBezTo>
                    <a:pt x="15247" y="11988"/>
                    <a:pt x="15247" y="11988"/>
                    <a:pt x="15247" y="11988"/>
                  </a:cubicBezTo>
                  <a:cubicBezTo>
                    <a:pt x="15247" y="11988"/>
                    <a:pt x="15247" y="11988"/>
                    <a:pt x="15247" y="11988"/>
                  </a:cubicBezTo>
                  <a:cubicBezTo>
                    <a:pt x="15247" y="12088"/>
                    <a:pt x="15247" y="12088"/>
                    <a:pt x="15247" y="12088"/>
                  </a:cubicBezTo>
                  <a:cubicBezTo>
                    <a:pt x="15247" y="12088"/>
                    <a:pt x="15247" y="12088"/>
                    <a:pt x="15247" y="12088"/>
                  </a:cubicBezTo>
                  <a:cubicBezTo>
                    <a:pt x="15016" y="12088"/>
                    <a:pt x="15016" y="12088"/>
                    <a:pt x="15016" y="12088"/>
                  </a:cubicBezTo>
                  <a:cubicBezTo>
                    <a:pt x="14900" y="12088"/>
                    <a:pt x="14900" y="12088"/>
                    <a:pt x="14900" y="12088"/>
                  </a:cubicBezTo>
                  <a:cubicBezTo>
                    <a:pt x="14900" y="12088"/>
                    <a:pt x="14900" y="12088"/>
                    <a:pt x="14900" y="12088"/>
                  </a:cubicBezTo>
                  <a:cubicBezTo>
                    <a:pt x="14785" y="12187"/>
                    <a:pt x="14785" y="12187"/>
                    <a:pt x="14785" y="12187"/>
                  </a:cubicBezTo>
                  <a:cubicBezTo>
                    <a:pt x="14785" y="12187"/>
                    <a:pt x="14785" y="12187"/>
                    <a:pt x="14785" y="12187"/>
                  </a:cubicBezTo>
                  <a:cubicBezTo>
                    <a:pt x="14900" y="12187"/>
                    <a:pt x="14900" y="12187"/>
                    <a:pt x="14900" y="12187"/>
                  </a:cubicBezTo>
                  <a:cubicBezTo>
                    <a:pt x="14900" y="12187"/>
                    <a:pt x="14900" y="12187"/>
                    <a:pt x="14900" y="12187"/>
                  </a:cubicBezTo>
                  <a:cubicBezTo>
                    <a:pt x="14900" y="12187"/>
                    <a:pt x="14900" y="12187"/>
                    <a:pt x="14900" y="12187"/>
                  </a:cubicBezTo>
                  <a:cubicBezTo>
                    <a:pt x="15016" y="12187"/>
                    <a:pt x="15016" y="12187"/>
                    <a:pt x="15016" y="12187"/>
                  </a:cubicBezTo>
                  <a:cubicBezTo>
                    <a:pt x="15016" y="12187"/>
                    <a:pt x="15016" y="12187"/>
                    <a:pt x="15016" y="12187"/>
                  </a:cubicBezTo>
                  <a:cubicBezTo>
                    <a:pt x="15016" y="12187"/>
                    <a:pt x="15016" y="12187"/>
                    <a:pt x="15016" y="12187"/>
                  </a:cubicBezTo>
                  <a:cubicBezTo>
                    <a:pt x="15016" y="12187"/>
                    <a:pt x="15131" y="12187"/>
                    <a:pt x="15131" y="12187"/>
                  </a:cubicBezTo>
                  <a:cubicBezTo>
                    <a:pt x="15131" y="12187"/>
                    <a:pt x="15247" y="12187"/>
                    <a:pt x="15247" y="12187"/>
                  </a:cubicBezTo>
                  <a:cubicBezTo>
                    <a:pt x="15247" y="12187"/>
                    <a:pt x="15247" y="12187"/>
                    <a:pt x="15247" y="12187"/>
                  </a:cubicBezTo>
                  <a:cubicBezTo>
                    <a:pt x="15247" y="12088"/>
                    <a:pt x="15247" y="12088"/>
                    <a:pt x="15247" y="12088"/>
                  </a:cubicBezTo>
                  <a:cubicBezTo>
                    <a:pt x="15362" y="12088"/>
                    <a:pt x="15362" y="12088"/>
                    <a:pt x="15362" y="12088"/>
                  </a:cubicBezTo>
                  <a:cubicBezTo>
                    <a:pt x="15478" y="12088"/>
                    <a:pt x="15478" y="12088"/>
                    <a:pt x="15478" y="12088"/>
                  </a:cubicBezTo>
                  <a:cubicBezTo>
                    <a:pt x="15593" y="12088"/>
                    <a:pt x="15593" y="12088"/>
                    <a:pt x="15593" y="12088"/>
                  </a:cubicBezTo>
                  <a:cubicBezTo>
                    <a:pt x="15593" y="12088"/>
                    <a:pt x="15593" y="12088"/>
                    <a:pt x="15593" y="12088"/>
                  </a:cubicBezTo>
                  <a:cubicBezTo>
                    <a:pt x="15593" y="12187"/>
                    <a:pt x="15593" y="12187"/>
                    <a:pt x="15593" y="12187"/>
                  </a:cubicBezTo>
                  <a:cubicBezTo>
                    <a:pt x="15709" y="12187"/>
                    <a:pt x="15709" y="12187"/>
                    <a:pt x="15709" y="12187"/>
                  </a:cubicBezTo>
                  <a:cubicBezTo>
                    <a:pt x="15824" y="12187"/>
                    <a:pt x="15824" y="12187"/>
                    <a:pt x="15824" y="12187"/>
                  </a:cubicBezTo>
                  <a:cubicBezTo>
                    <a:pt x="15824" y="12286"/>
                    <a:pt x="15824" y="12286"/>
                    <a:pt x="15824" y="12286"/>
                  </a:cubicBezTo>
                  <a:cubicBezTo>
                    <a:pt x="15824" y="12286"/>
                    <a:pt x="15824" y="12286"/>
                    <a:pt x="15824" y="12286"/>
                  </a:cubicBezTo>
                  <a:cubicBezTo>
                    <a:pt x="15824" y="12286"/>
                    <a:pt x="15824" y="12286"/>
                    <a:pt x="15824" y="12286"/>
                  </a:cubicBezTo>
                  <a:cubicBezTo>
                    <a:pt x="15709" y="12385"/>
                    <a:pt x="15709" y="12385"/>
                    <a:pt x="15709" y="12385"/>
                  </a:cubicBezTo>
                  <a:cubicBezTo>
                    <a:pt x="15593" y="12385"/>
                    <a:pt x="15593" y="12385"/>
                    <a:pt x="15593" y="12385"/>
                  </a:cubicBezTo>
                  <a:cubicBezTo>
                    <a:pt x="15593" y="12385"/>
                    <a:pt x="15593" y="12385"/>
                    <a:pt x="15593" y="12385"/>
                  </a:cubicBezTo>
                  <a:cubicBezTo>
                    <a:pt x="15478" y="12385"/>
                    <a:pt x="15478" y="12385"/>
                    <a:pt x="15478" y="12385"/>
                  </a:cubicBezTo>
                  <a:cubicBezTo>
                    <a:pt x="15362" y="12484"/>
                    <a:pt x="15362" y="12484"/>
                    <a:pt x="15362" y="12484"/>
                  </a:cubicBezTo>
                  <a:cubicBezTo>
                    <a:pt x="15362" y="12484"/>
                    <a:pt x="15362" y="12484"/>
                    <a:pt x="15362" y="12484"/>
                  </a:cubicBezTo>
                  <a:cubicBezTo>
                    <a:pt x="15247" y="12385"/>
                    <a:pt x="15247" y="12385"/>
                    <a:pt x="15247" y="12385"/>
                  </a:cubicBezTo>
                  <a:cubicBezTo>
                    <a:pt x="15247" y="12385"/>
                    <a:pt x="15247" y="12385"/>
                    <a:pt x="15247" y="12385"/>
                  </a:cubicBezTo>
                  <a:cubicBezTo>
                    <a:pt x="15131" y="12385"/>
                    <a:pt x="15131" y="12385"/>
                    <a:pt x="15131" y="12385"/>
                  </a:cubicBezTo>
                  <a:cubicBezTo>
                    <a:pt x="15131" y="12385"/>
                    <a:pt x="15131" y="12385"/>
                    <a:pt x="15131"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131" y="12385"/>
                    <a:pt x="15131" y="12385"/>
                    <a:pt x="15131" y="12385"/>
                  </a:cubicBezTo>
                  <a:cubicBezTo>
                    <a:pt x="15131" y="12385"/>
                    <a:pt x="15131" y="12385"/>
                    <a:pt x="15131" y="12385"/>
                  </a:cubicBezTo>
                  <a:cubicBezTo>
                    <a:pt x="15247" y="12385"/>
                    <a:pt x="15247" y="12385"/>
                    <a:pt x="15247" y="12385"/>
                  </a:cubicBezTo>
                  <a:cubicBezTo>
                    <a:pt x="15247" y="12484"/>
                    <a:pt x="15247" y="12484"/>
                    <a:pt x="15247" y="12484"/>
                  </a:cubicBezTo>
                  <a:cubicBezTo>
                    <a:pt x="15247" y="12484"/>
                    <a:pt x="15247" y="12484"/>
                    <a:pt x="15247" y="12484"/>
                  </a:cubicBezTo>
                  <a:cubicBezTo>
                    <a:pt x="15131" y="12484"/>
                    <a:pt x="15131" y="12484"/>
                    <a:pt x="15131" y="12484"/>
                  </a:cubicBezTo>
                  <a:cubicBezTo>
                    <a:pt x="15016" y="12484"/>
                    <a:pt x="15016" y="12484"/>
                    <a:pt x="15016" y="12484"/>
                  </a:cubicBezTo>
                  <a:cubicBezTo>
                    <a:pt x="15016" y="12583"/>
                    <a:pt x="15016" y="12583"/>
                    <a:pt x="15016" y="12583"/>
                  </a:cubicBezTo>
                  <a:cubicBezTo>
                    <a:pt x="15016" y="12583"/>
                    <a:pt x="15016" y="12583"/>
                    <a:pt x="15016" y="12583"/>
                  </a:cubicBezTo>
                  <a:cubicBezTo>
                    <a:pt x="15131" y="12484"/>
                    <a:pt x="15131" y="12484"/>
                    <a:pt x="15131" y="12484"/>
                  </a:cubicBezTo>
                  <a:cubicBezTo>
                    <a:pt x="15247" y="12484"/>
                    <a:pt x="15247" y="12484"/>
                    <a:pt x="15247" y="12484"/>
                  </a:cubicBezTo>
                  <a:cubicBezTo>
                    <a:pt x="15247" y="12484"/>
                    <a:pt x="15247" y="12484"/>
                    <a:pt x="15247" y="12484"/>
                  </a:cubicBezTo>
                  <a:cubicBezTo>
                    <a:pt x="15247" y="12583"/>
                    <a:pt x="15247" y="12583"/>
                    <a:pt x="15247" y="12583"/>
                  </a:cubicBezTo>
                  <a:cubicBezTo>
                    <a:pt x="15247" y="12583"/>
                    <a:pt x="15247" y="12583"/>
                    <a:pt x="15247" y="12583"/>
                  </a:cubicBezTo>
                  <a:cubicBezTo>
                    <a:pt x="15362" y="12583"/>
                    <a:pt x="15362" y="12583"/>
                    <a:pt x="15362" y="12583"/>
                  </a:cubicBezTo>
                  <a:cubicBezTo>
                    <a:pt x="15362" y="12484"/>
                    <a:pt x="15362" y="12484"/>
                    <a:pt x="15362" y="12484"/>
                  </a:cubicBezTo>
                  <a:cubicBezTo>
                    <a:pt x="15478" y="12484"/>
                    <a:pt x="15478" y="12484"/>
                    <a:pt x="15478" y="12484"/>
                  </a:cubicBezTo>
                  <a:cubicBezTo>
                    <a:pt x="15478" y="12484"/>
                    <a:pt x="15478" y="12484"/>
                    <a:pt x="15478" y="12484"/>
                  </a:cubicBezTo>
                  <a:cubicBezTo>
                    <a:pt x="15593" y="12484"/>
                    <a:pt x="15593" y="12484"/>
                    <a:pt x="15593" y="12484"/>
                  </a:cubicBezTo>
                  <a:cubicBezTo>
                    <a:pt x="15593" y="12484"/>
                    <a:pt x="15593" y="12484"/>
                    <a:pt x="15593" y="12484"/>
                  </a:cubicBezTo>
                  <a:cubicBezTo>
                    <a:pt x="15593" y="12484"/>
                    <a:pt x="15593" y="12484"/>
                    <a:pt x="15593" y="12484"/>
                  </a:cubicBezTo>
                  <a:cubicBezTo>
                    <a:pt x="15824" y="12583"/>
                    <a:pt x="15824" y="12583"/>
                    <a:pt x="15824" y="12583"/>
                  </a:cubicBezTo>
                  <a:cubicBezTo>
                    <a:pt x="15824" y="12583"/>
                    <a:pt x="15824" y="12583"/>
                    <a:pt x="15824" y="12583"/>
                  </a:cubicBezTo>
                  <a:cubicBezTo>
                    <a:pt x="15824" y="12583"/>
                    <a:pt x="15824" y="12583"/>
                    <a:pt x="15824" y="12583"/>
                  </a:cubicBezTo>
                  <a:cubicBezTo>
                    <a:pt x="15824" y="12583"/>
                    <a:pt x="15824" y="12583"/>
                    <a:pt x="15824" y="12583"/>
                  </a:cubicBezTo>
                  <a:cubicBezTo>
                    <a:pt x="15824" y="12682"/>
                    <a:pt x="15824" y="12682"/>
                    <a:pt x="15824" y="12682"/>
                  </a:cubicBezTo>
                  <a:cubicBezTo>
                    <a:pt x="15824" y="12781"/>
                    <a:pt x="15824" y="12781"/>
                    <a:pt x="15824" y="12781"/>
                  </a:cubicBezTo>
                  <a:cubicBezTo>
                    <a:pt x="15709" y="12781"/>
                    <a:pt x="15709" y="12781"/>
                    <a:pt x="15709" y="12781"/>
                  </a:cubicBezTo>
                  <a:cubicBezTo>
                    <a:pt x="15593" y="12781"/>
                    <a:pt x="15593" y="12781"/>
                    <a:pt x="15593" y="12781"/>
                  </a:cubicBezTo>
                  <a:cubicBezTo>
                    <a:pt x="15478" y="12781"/>
                    <a:pt x="15478" y="12781"/>
                    <a:pt x="15478" y="12781"/>
                  </a:cubicBezTo>
                  <a:cubicBezTo>
                    <a:pt x="15362" y="12781"/>
                    <a:pt x="15362" y="12781"/>
                    <a:pt x="15362" y="12781"/>
                  </a:cubicBezTo>
                  <a:cubicBezTo>
                    <a:pt x="15362" y="12781"/>
                    <a:pt x="15362" y="12781"/>
                    <a:pt x="15362" y="12781"/>
                  </a:cubicBezTo>
                  <a:cubicBezTo>
                    <a:pt x="15247" y="12781"/>
                    <a:pt x="15247" y="12781"/>
                    <a:pt x="15247" y="12781"/>
                  </a:cubicBezTo>
                  <a:cubicBezTo>
                    <a:pt x="15247" y="12781"/>
                    <a:pt x="15247" y="12781"/>
                    <a:pt x="15247" y="12781"/>
                  </a:cubicBezTo>
                  <a:cubicBezTo>
                    <a:pt x="15362" y="12781"/>
                    <a:pt x="15362" y="12781"/>
                    <a:pt x="15362" y="12781"/>
                  </a:cubicBezTo>
                  <a:cubicBezTo>
                    <a:pt x="15478" y="12781"/>
                    <a:pt x="15478" y="12781"/>
                    <a:pt x="15478" y="12781"/>
                  </a:cubicBezTo>
                  <a:cubicBezTo>
                    <a:pt x="15593" y="12880"/>
                    <a:pt x="15593" y="12880"/>
                    <a:pt x="15593" y="12880"/>
                  </a:cubicBezTo>
                  <a:cubicBezTo>
                    <a:pt x="15593" y="12880"/>
                    <a:pt x="15593" y="12880"/>
                    <a:pt x="15593" y="12880"/>
                  </a:cubicBezTo>
                  <a:cubicBezTo>
                    <a:pt x="15593" y="12880"/>
                    <a:pt x="15593" y="12880"/>
                    <a:pt x="15593" y="12880"/>
                  </a:cubicBezTo>
                  <a:cubicBezTo>
                    <a:pt x="15709" y="12880"/>
                    <a:pt x="15709" y="12880"/>
                    <a:pt x="15709" y="12880"/>
                  </a:cubicBezTo>
                  <a:cubicBezTo>
                    <a:pt x="15824" y="12880"/>
                    <a:pt x="15824" y="12880"/>
                    <a:pt x="15824" y="12880"/>
                  </a:cubicBezTo>
                  <a:cubicBezTo>
                    <a:pt x="15940" y="12880"/>
                    <a:pt x="15940" y="12880"/>
                    <a:pt x="15940" y="12880"/>
                  </a:cubicBezTo>
                  <a:cubicBezTo>
                    <a:pt x="15940" y="12880"/>
                    <a:pt x="15940" y="12880"/>
                    <a:pt x="15940" y="12880"/>
                  </a:cubicBezTo>
                  <a:cubicBezTo>
                    <a:pt x="16055" y="12880"/>
                    <a:pt x="16055" y="12880"/>
                    <a:pt x="16055" y="12880"/>
                  </a:cubicBezTo>
                  <a:cubicBezTo>
                    <a:pt x="16171" y="12979"/>
                    <a:pt x="16171" y="12979"/>
                    <a:pt x="16171" y="12979"/>
                  </a:cubicBezTo>
                  <a:cubicBezTo>
                    <a:pt x="16171" y="12979"/>
                    <a:pt x="16171" y="12979"/>
                    <a:pt x="16171" y="12979"/>
                  </a:cubicBezTo>
                  <a:cubicBezTo>
                    <a:pt x="16171" y="13078"/>
                    <a:pt x="16171" y="13078"/>
                    <a:pt x="16171" y="13078"/>
                  </a:cubicBezTo>
                  <a:cubicBezTo>
                    <a:pt x="16286" y="13078"/>
                    <a:pt x="16286" y="13078"/>
                    <a:pt x="16286" y="13078"/>
                  </a:cubicBezTo>
                  <a:cubicBezTo>
                    <a:pt x="16286" y="13078"/>
                    <a:pt x="16286" y="13078"/>
                    <a:pt x="16286" y="13078"/>
                  </a:cubicBezTo>
                  <a:cubicBezTo>
                    <a:pt x="16286" y="13078"/>
                    <a:pt x="16286" y="13078"/>
                    <a:pt x="16286" y="13078"/>
                  </a:cubicBezTo>
                  <a:cubicBezTo>
                    <a:pt x="16402" y="13177"/>
                    <a:pt x="16402" y="13177"/>
                    <a:pt x="16402" y="13177"/>
                  </a:cubicBezTo>
                  <a:cubicBezTo>
                    <a:pt x="16402" y="13177"/>
                    <a:pt x="16402" y="13177"/>
                    <a:pt x="16402" y="13177"/>
                  </a:cubicBezTo>
                  <a:cubicBezTo>
                    <a:pt x="16517" y="13177"/>
                    <a:pt x="16517" y="13177"/>
                    <a:pt x="16517" y="13177"/>
                  </a:cubicBezTo>
                  <a:cubicBezTo>
                    <a:pt x="16517" y="13277"/>
                    <a:pt x="16517" y="13277"/>
                    <a:pt x="16517" y="13277"/>
                  </a:cubicBezTo>
                  <a:cubicBezTo>
                    <a:pt x="16517" y="13277"/>
                    <a:pt x="16517" y="13277"/>
                    <a:pt x="16517" y="13277"/>
                  </a:cubicBezTo>
                  <a:cubicBezTo>
                    <a:pt x="16633" y="13277"/>
                    <a:pt x="16633" y="13277"/>
                    <a:pt x="16633" y="13277"/>
                  </a:cubicBezTo>
                  <a:cubicBezTo>
                    <a:pt x="16633" y="13277"/>
                    <a:pt x="16633" y="13277"/>
                    <a:pt x="16633" y="13277"/>
                  </a:cubicBezTo>
                  <a:cubicBezTo>
                    <a:pt x="16633" y="13376"/>
                    <a:pt x="16633" y="13376"/>
                    <a:pt x="16633" y="13376"/>
                  </a:cubicBezTo>
                  <a:cubicBezTo>
                    <a:pt x="16517" y="13376"/>
                    <a:pt x="16517" y="13376"/>
                    <a:pt x="16517" y="13376"/>
                  </a:cubicBezTo>
                  <a:cubicBezTo>
                    <a:pt x="16517" y="13475"/>
                    <a:pt x="16517" y="13475"/>
                    <a:pt x="16517" y="13475"/>
                  </a:cubicBezTo>
                  <a:cubicBezTo>
                    <a:pt x="16517" y="13475"/>
                    <a:pt x="16517" y="13475"/>
                    <a:pt x="16517" y="13475"/>
                  </a:cubicBezTo>
                  <a:cubicBezTo>
                    <a:pt x="16402" y="13574"/>
                    <a:pt x="16402" y="13574"/>
                    <a:pt x="16402" y="13574"/>
                  </a:cubicBezTo>
                  <a:cubicBezTo>
                    <a:pt x="16517" y="13574"/>
                    <a:pt x="16517" y="13574"/>
                    <a:pt x="16517" y="13574"/>
                  </a:cubicBezTo>
                  <a:cubicBezTo>
                    <a:pt x="16517" y="13475"/>
                    <a:pt x="16517" y="13475"/>
                    <a:pt x="16517" y="13475"/>
                  </a:cubicBezTo>
                  <a:cubicBezTo>
                    <a:pt x="16633" y="13475"/>
                    <a:pt x="16633" y="13475"/>
                    <a:pt x="16633" y="13475"/>
                  </a:cubicBezTo>
                  <a:cubicBezTo>
                    <a:pt x="16633" y="13376"/>
                    <a:pt x="16633" y="13376"/>
                    <a:pt x="16633" y="13376"/>
                  </a:cubicBezTo>
                  <a:cubicBezTo>
                    <a:pt x="16633" y="13475"/>
                    <a:pt x="16633" y="13475"/>
                    <a:pt x="16633" y="13475"/>
                  </a:cubicBezTo>
                  <a:cubicBezTo>
                    <a:pt x="16633" y="13475"/>
                    <a:pt x="16633" y="13475"/>
                    <a:pt x="16633" y="13475"/>
                  </a:cubicBezTo>
                  <a:cubicBezTo>
                    <a:pt x="16633" y="13574"/>
                    <a:pt x="16633" y="13574"/>
                    <a:pt x="16633" y="13574"/>
                  </a:cubicBezTo>
                  <a:cubicBezTo>
                    <a:pt x="16633" y="13475"/>
                    <a:pt x="16633" y="13475"/>
                    <a:pt x="16633" y="13475"/>
                  </a:cubicBezTo>
                  <a:cubicBezTo>
                    <a:pt x="16633" y="13475"/>
                    <a:pt x="16633" y="13475"/>
                    <a:pt x="16633" y="13475"/>
                  </a:cubicBezTo>
                  <a:cubicBezTo>
                    <a:pt x="16748" y="13475"/>
                    <a:pt x="16748" y="13475"/>
                    <a:pt x="16748" y="13475"/>
                  </a:cubicBezTo>
                  <a:cubicBezTo>
                    <a:pt x="16748" y="13475"/>
                    <a:pt x="16748" y="13475"/>
                    <a:pt x="16748" y="13475"/>
                  </a:cubicBezTo>
                  <a:cubicBezTo>
                    <a:pt x="16864" y="13475"/>
                    <a:pt x="16864" y="13475"/>
                    <a:pt x="16864" y="13475"/>
                  </a:cubicBezTo>
                  <a:cubicBezTo>
                    <a:pt x="16748" y="13574"/>
                    <a:pt x="16748" y="13574"/>
                    <a:pt x="16748" y="13574"/>
                  </a:cubicBezTo>
                  <a:cubicBezTo>
                    <a:pt x="16748" y="13574"/>
                    <a:pt x="16748" y="13574"/>
                    <a:pt x="16748" y="13574"/>
                  </a:cubicBezTo>
                  <a:cubicBezTo>
                    <a:pt x="16633" y="13673"/>
                    <a:pt x="16633" y="13673"/>
                    <a:pt x="16633" y="13673"/>
                  </a:cubicBezTo>
                  <a:cubicBezTo>
                    <a:pt x="16633" y="13673"/>
                    <a:pt x="16633" y="13673"/>
                    <a:pt x="16633" y="13673"/>
                  </a:cubicBezTo>
                  <a:cubicBezTo>
                    <a:pt x="16633" y="13772"/>
                    <a:pt x="16633" y="13772"/>
                    <a:pt x="16633" y="13772"/>
                  </a:cubicBezTo>
                  <a:cubicBezTo>
                    <a:pt x="16633" y="13772"/>
                    <a:pt x="16633" y="13772"/>
                    <a:pt x="16633" y="13772"/>
                  </a:cubicBezTo>
                  <a:cubicBezTo>
                    <a:pt x="16633" y="13772"/>
                    <a:pt x="16633" y="13772"/>
                    <a:pt x="16633" y="13772"/>
                  </a:cubicBezTo>
                  <a:cubicBezTo>
                    <a:pt x="16633" y="13871"/>
                    <a:pt x="16633" y="13871"/>
                    <a:pt x="16633" y="13871"/>
                  </a:cubicBezTo>
                  <a:cubicBezTo>
                    <a:pt x="16633" y="13871"/>
                    <a:pt x="16633" y="13871"/>
                    <a:pt x="16633" y="13871"/>
                  </a:cubicBezTo>
                  <a:cubicBezTo>
                    <a:pt x="16633" y="13871"/>
                    <a:pt x="16633" y="13871"/>
                    <a:pt x="16633" y="13871"/>
                  </a:cubicBezTo>
                  <a:cubicBezTo>
                    <a:pt x="16748" y="13772"/>
                    <a:pt x="16748" y="13772"/>
                    <a:pt x="16748" y="13772"/>
                  </a:cubicBezTo>
                  <a:cubicBezTo>
                    <a:pt x="16748" y="13673"/>
                    <a:pt x="16748" y="13673"/>
                    <a:pt x="16748" y="13673"/>
                  </a:cubicBezTo>
                  <a:cubicBezTo>
                    <a:pt x="16864" y="13673"/>
                    <a:pt x="16864" y="13673"/>
                    <a:pt x="16864" y="13673"/>
                  </a:cubicBezTo>
                  <a:cubicBezTo>
                    <a:pt x="16864" y="13673"/>
                    <a:pt x="16864" y="13673"/>
                    <a:pt x="16864" y="13673"/>
                  </a:cubicBezTo>
                  <a:cubicBezTo>
                    <a:pt x="16864" y="13673"/>
                    <a:pt x="16864" y="13673"/>
                    <a:pt x="16864" y="13673"/>
                  </a:cubicBezTo>
                  <a:cubicBezTo>
                    <a:pt x="16864" y="13772"/>
                    <a:pt x="16864" y="13772"/>
                    <a:pt x="16864" y="13772"/>
                  </a:cubicBezTo>
                  <a:cubicBezTo>
                    <a:pt x="16748" y="13871"/>
                    <a:pt x="16748" y="13871"/>
                    <a:pt x="16748" y="13871"/>
                  </a:cubicBezTo>
                  <a:cubicBezTo>
                    <a:pt x="16864" y="13871"/>
                    <a:pt x="16864" y="13871"/>
                    <a:pt x="16864" y="13871"/>
                  </a:cubicBezTo>
                  <a:cubicBezTo>
                    <a:pt x="16864" y="13871"/>
                    <a:pt x="16864" y="13871"/>
                    <a:pt x="16864" y="13871"/>
                  </a:cubicBezTo>
                  <a:cubicBezTo>
                    <a:pt x="16864" y="13871"/>
                    <a:pt x="16864" y="13871"/>
                    <a:pt x="16864" y="13871"/>
                  </a:cubicBezTo>
                  <a:cubicBezTo>
                    <a:pt x="16864" y="13970"/>
                    <a:pt x="16864" y="13970"/>
                    <a:pt x="16864" y="13970"/>
                  </a:cubicBezTo>
                  <a:cubicBezTo>
                    <a:pt x="16864" y="13970"/>
                    <a:pt x="16864" y="13970"/>
                    <a:pt x="16864" y="13970"/>
                  </a:cubicBezTo>
                  <a:cubicBezTo>
                    <a:pt x="16748" y="13970"/>
                    <a:pt x="16748" y="13970"/>
                    <a:pt x="16748" y="13970"/>
                  </a:cubicBezTo>
                  <a:cubicBezTo>
                    <a:pt x="16748" y="14069"/>
                    <a:pt x="16748" y="14069"/>
                    <a:pt x="16748" y="14069"/>
                  </a:cubicBezTo>
                  <a:cubicBezTo>
                    <a:pt x="16748" y="14069"/>
                    <a:pt x="16748" y="14069"/>
                    <a:pt x="16748" y="14069"/>
                  </a:cubicBezTo>
                  <a:cubicBezTo>
                    <a:pt x="16864" y="14069"/>
                    <a:pt x="16864" y="14069"/>
                    <a:pt x="16864" y="14069"/>
                  </a:cubicBezTo>
                  <a:cubicBezTo>
                    <a:pt x="16864" y="14069"/>
                    <a:pt x="16864" y="14069"/>
                    <a:pt x="16864" y="14069"/>
                  </a:cubicBezTo>
                  <a:cubicBezTo>
                    <a:pt x="16864" y="14069"/>
                    <a:pt x="16864" y="14069"/>
                    <a:pt x="16864" y="14069"/>
                  </a:cubicBezTo>
                  <a:cubicBezTo>
                    <a:pt x="16864" y="14168"/>
                    <a:pt x="16864" y="14168"/>
                    <a:pt x="16864" y="14168"/>
                  </a:cubicBezTo>
                  <a:cubicBezTo>
                    <a:pt x="16864" y="14168"/>
                    <a:pt x="16864" y="14168"/>
                    <a:pt x="16864" y="14168"/>
                  </a:cubicBezTo>
                  <a:cubicBezTo>
                    <a:pt x="16864" y="14168"/>
                    <a:pt x="16864" y="14168"/>
                    <a:pt x="16864" y="14168"/>
                  </a:cubicBezTo>
                  <a:cubicBezTo>
                    <a:pt x="16864" y="14267"/>
                    <a:pt x="16864" y="14267"/>
                    <a:pt x="16864" y="14267"/>
                  </a:cubicBezTo>
                  <a:cubicBezTo>
                    <a:pt x="16864" y="14267"/>
                    <a:pt x="16864" y="14267"/>
                    <a:pt x="16864" y="14267"/>
                  </a:cubicBezTo>
                  <a:cubicBezTo>
                    <a:pt x="16864" y="14366"/>
                    <a:pt x="16864" y="14366"/>
                    <a:pt x="16864" y="14366"/>
                  </a:cubicBezTo>
                  <a:cubicBezTo>
                    <a:pt x="16864" y="14466"/>
                    <a:pt x="16864" y="14466"/>
                    <a:pt x="16864" y="14466"/>
                  </a:cubicBezTo>
                  <a:cubicBezTo>
                    <a:pt x="16864" y="14466"/>
                    <a:pt x="16864" y="14466"/>
                    <a:pt x="16864" y="14466"/>
                  </a:cubicBezTo>
                  <a:cubicBezTo>
                    <a:pt x="16864" y="14565"/>
                    <a:pt x="16864" y="14565"/>
                    <a:pt x="16864" y="14565"/>
                  </a:cubicBezTo>
                  <a:cubicBezTo>
                    <a:pt x="16748" y="14565"/>
                    <a:pt x="16748" y="14565"/>
                    <a:pt x="16748" y="14565"/>
                  </a:cubicBezTo>
                  <a:cubicBezTo>
                    <a:pt x="16748" y="14565"/>
                    <a:pt x="16748" y="14565"/>
                    <a:pt x="16748" y="14565"/>
                  </a:cubicBezTo>
                  <a:cubicBezTo>
                    <a:pt x="16748" y="14565"/>
                    <a:pt x="16748" y="14565"/>
                    <a:pt x="16748" y="14565"/>
                  </a:cubicBezTo>
                  <a:cubicBezTo>
                    <a:pt x="16633" y="14565"/>
                    <a:pt x="16633" y="14565"/>
                    <a:pt x="16633" y="14565"/>
                  </a:cubicBezTo>
                  <a:cubicBezTo>
                    <a:pt x="16748" y="14565"/>
                    <a:pt x="16748" y="14565"/>
                    <a:pt x="16748" y="14565"/>
                  </a:cubicBezTo>
                  <a:cubicBezTo>
                    <a:pt x="16633" y="14466"/>
                    <a:pt x="16633" y="14466"/>
                    <a:pt x="16633" y="14466"/>
                  </a:cubicBezTo>
                  <a:cubicBezTo>
                    <a:pt x="16633" y="14466"/>
                    <a:pt x="16633" y="14466"/>
                    <a:pt x="16633" y="14466"/>
                  </a:cubicBezTo>
                  <a:cubicBezTo>
                    <a:pt x="16633" y="14466"/>
                    <a:pt x="16633" y="14466"/>
                    <a:pt x="16633" y="14466"/>
                  </a:cubicBezTo>
                  <a:cubicBezTo>
                    <a:pt x="16517" y="14565"/>
                    <a:pt x="16517" y="14565"/>
                    <a:pt x="16517" y="14565"/>
                  </a:cubicBezTo>
                  <a:cubicBezTo>
                    <a:pt x="16517" y="14466"/>
                    <a:pt x="16517" y="14466"/>
                    <a:pt x="16517" y="14466"/>
                  </a:cubicBezTo>
                  <a:cubicBezTo>
                    <a:pt x="16517" y="14466"/>
                    <a:pt x="16517" y="14466"/>
                    <a:pt x="16517" y="14466"/>
                  </a:cubicBezTo>
                  <a:cubicBezTo>
                    <a:pt x="16517" y="14366"/>
                    <a:pt x="16517" y="14366"/>
                    <a:pt x="16517" y="14366"/>
                  </a:cubicBezTo>
                  <a:cubicBezTo>
                    <a:pt x="16517" y="14366"/>
                    <a:pt x="16517" y="14366"/>
                    <a:pt x="16517" y="14366"/>
                  </a:cubicBezTo>
                  <a:cubicBezTo>
                    <a:pt x="16517" y="14267"/>
                    <a:pt x="16517" y="14267"/>
                    <a:pt x="16517" y="14267"/>
                  </a:cubicBezTo>
                  <a:cubicBezTo>
                    <a:pt x="16517" y="14168"/>
                    <a:pt x="16517" y="14168"/>
                    <a:pt x="16517" y="14168"/>
                  </a:cubicBezTo>
                  <a:cubicBezTo>
                    <a:pt x="16517" y="14168"/>
                    <a:pt x="16517" y="14168"/>
                    <a:pt x="16517" y="14168"/>
                  </a:cubicBezTo>
                  <a:cubicBezTo>
                    <a:pt x="16517" y="14168"/>
                    <a:pt x="16517" y="14168"/>
                    <a:pt x="16517" y="14168"/>
                  </a:cubicBezTo>
                  <a:cubicBezTo>
                    <a:pt x="16402" y="14168"/>
                    <a:pt x="16402" y="14168"/>
                    <a:pt x="16402" y="14168"/>
                  </a:cubicBezTo>
                  <a:cubicBezTo>
                    <a:pt x="16402" y="14267"/>
                    <a:pt x="16402" y="14267"/>
                    <a:pt x="16402" y="14267"/>
                  </a:cubicBezTo>
                  <a:cubicBezTo>
                    <a:pt x="16402" y="14366"/>
                    <a:pt x="16402" y="14366"/>
                    <a:pt x="16402" y="14366"/>
                  </a:cubicBezTo>
                  <a:cubicBezTo>
                    <a:pt x="16402" y="14466"/>
                    <a:pt x="16402" y="14466"/>
                    <a:pt x="16402" y="14466"/>
                  </a:cubicBezTo>
                  <a:cubicBezTo>
                    <a:pt x="16402" y="14565"/>
                    <a:pt x="16402" y="14565"/>
                    <a:pt x="16402" y="14565"/>
                  </a:cubicBezTo>
                  <a:cubicBezTo>
                    <a:pt x="16402" y="14565"/>
                    <a:pt x="16402" y="14565"/>
                    <a:pt x="16402" y="14565"/>
                  </a:cubicBezTo>
                  <a:cubicBezTo>
                    <a:pt x="16286" y="14565"/>
                    <a:pt x="16286" y="14565"/>
                    <a:pt x="16286" y="14565"/>
                  </a:cubicBezTo>
                  <a:cubicBezTo>
                    <a:pt x="16286" y="14565"/>
                    <a:pt x="16286" y="14565"/>
                    <a:pt x="16286" y="14565"/>
                  </a:cubicBezTo>
                  <a:cubicBezTo>
                    <a:pt x="16171" y="14565"/>
                    <a:pt x="16171" y="14565"/>
                    <a:pt x="16171" y="14565"/>
                  </a:cubicBezTo>
                  <a:cubicBezTo>
                    <a:pt x="16171" y="14565"/>
                    <a:pt x="16171" y="14565"/>
                    <a:pt x="16171" y="14565"/>
                  </a:cubicBezTo>
                  <a:cubicBezTo>
                    <a:pt x="16055" y="14466"/>
                    <a:pt x="16055" y="14466"/>
                    <a:pt x="16055" y="14466"/>
                  </a:cubicBezTo>
                  <a:cubicBezTo>
                    <a:pt x="15940" y="14366"/>
                    <a:pt x="15940" y="14366"/>
                    <a:pt x="15940" y="14366"/>
                  </a:cubicBezTo>
                  <a:cubicBezTo>
                    <a:pt x="15824" y="14267"/>
                    <a:pt x="15824" y="14267"/>
                    <a:pt x="15824" y="14267"/>
                  </a:cubicBezTo>
                  <a:cubicBezTo>
                    <a:pt x="15824" y="14267"/>
                    <a:pt x="15824" y="14267"/>
                    <a:pt x="15824" y="14267"/>
                  </a:cubicBezTo>
                  <a:cubicBezTo>
                    <a:pt x="15824" y="14069"/>
                    <a:pt x="15824" y="14069"/>
                    <a:pt x="15824" y="14069"/>
                  </a:cubicBezTo>
                  <a:cubicBezTo>
                    <a:pt x="15709" y="14069"/>
                    <a:pt x="15709" y="14069"/>
                    <a:pt x="15709" y="14069"/>
                  </a:cubicBezTo>
                  <a:cubicBezTo>
                    <a:pt x="15709" y="13970"/>
                    <a:pt x="15709" y="13970"/>
                    <a:pt x="15709" y="13970"/>
                  </a:cubicBezTo>
                  <a:cubicBezTo>
                    <a:pt x="15709" y="13871"/>
                    <a:pt x="15709" y="13871"/>
                    <a:pt x="15709" y="13871"/>
                  </a:cubicBezTo>
                  <a:cubicBezTo>
                    <a:pt x="15709" y="13871"/>
                    <a:pt x="15709" y="13871"/>
                    <a:pt x="15709" y="13871"/>
                  </a:cubicBezTo>
                  <a:cubicBezTo>
                    <a:pt x="15709" y="13772"/>
                    <a:pt x="15709" y="13772"/>
                    <a:pt x="15709" y="13772"/>
                  </a:cubicBezTo>
                  <a:cubicBezTo>
                    <a:pt x="15709" y="13772"/>
                    <a:pt x="15709" y="13772"/>
                    <a:pt x="15709" y="13772"/>
                  </a:cubicBezTo>
                  <a:cubicBezTo>
                    <a:pt x="15709" y="13772"/>
                    <a:pt x="15709" y="13772"/>
                    <a:pt x="15709" y="13772"/>
                  </a:cubicBezTo>
                  <a:cubicBezTo>
                    <a:pt x="15593" y="13772"/>
                    <a:pt x="15593" y="13772"/>
                    <a:pt x="15593" y="13772"/>
                  </a:cubicBezTo>
                  <a:cubicBezTo>
                    <a:pt x="15593" y="13772"/>
                    <a:pt x="15593" y="13772"/>
                    <a:pt x="15593" y="13772"/>
                  </a:cubicBezTo>
                  <a:cubicBezTo>
                    <a:pt x="15478" y="13772"/>
                    <a:pt x="15478" y="13772"/>
                    <a:pt x="15478" y="13772"/>
                  </a:cubicBezTo>
                  <a:cubicBezTo>
                    <a:pt x="15362" y="13574"/>
                    <a:pt x="15362" y="13574"/>
                    <a:pt x="15362" y="13574"/>
                  </a:cubicBezTo>
                  <a:cubicBezTo>
                    <a:pt x="15247" y="13574"/>
                    <a:pt x="15247" y="13574"/>
                    <a:pt x="15247" y="13574"/>
                  </a:cubicBezTo>
                  <a:cubicBezTo>
                    <a:pt x="15247" y="13475"/>
                    <a:pt x="15247" y="13475"/>
                    <a:pt x="15247" y="13475"/>
                  </a:cubicBezTo>
                  <a:cubicBezTo>
                    <a:pt x="15247" y="13475"/>
                    <a:pt x="15247" y="13475"/>
                    <a:pt x="15247" y="13475"/>
                  </a:cubicBezTo>
                  <a:cubicBezTo>
                    <a:pt x="15131" y="13574"/>
                    <a:pt x="15131" y="13574"/>
                    <a:pt x="15131" y="13574"/>
                  </a:cubicBezTo>
                  <a:cubicBezTo>
                    <a:pt x="15016" y="13475"/>
                    <a:pt x="15016" y="13475"/>
                    <a:pt x="15016" y="13475"/>
                  </a:cubicBezTo>
                  <a:cubicBezTo>
                    <a:pt x="15016" y="13475"/>
                    <a:pt x="15016" y="13475"/>
                    <a:pt x="15016" y="13475"/>
                  </a:cubicBezTo>
                  <a:cubicBezTo>
                    <a:pt x="14900" y="13574"/>
                    <a:pt x="14900" y="13574"/>
                    <a:pt x="14900" y="13574"/>
                  </a:cubicBezTo>
                  <a:cubicBezTo>
                    <a:pt x="14900" y="13475"/>
                    <a:pt x="14900" y="13475"/>
                    <a:pt x="14900" y="13475"/>
                  </a:cubicBezTo>
                  <a:cubicBezTo>
                    <a:pt x="14785" y="13475"/>
                    <a:pt x="14785" y="13475"/>
                    <a:pt x="14785" y="13475"/>
                  </a:cubicBezTo>
                  <a:cubicBezTo>
                    <a:pt x="14785" y="13376"/>
                    <a:pt x="14785" y="13376"/>
                    <a:pt x="14785" y="13376"/>
                  </a:cubicBezTo>
                  <a:cubicBezTo>
                    <a:pt x="14669" y="13376"/>
                    <a:pt x="14669" y="13376"/>
                    <a:pt x="14669" y="13376"/>
                  </a:cubicBezTo>
                  <a:cubicBezTo>
                    <a:pt x="14669" y="13277"/>
                    <a:pt x="14669" y="13277"/>
                    <a:pt x="14669" y="13277"/>
                  </a:cubicBezTo>
                  <a:cubicBezTo>
                    <a:pt x="14669" y="13277"/>
                    <a:pt x="14669" y="13277"/>
                    <a:pt x="14669" y="13277"/>
                  </a:cubicBezTo>
                  <a:cubicBezTo>
                    <a:pt x="14669" y="13177"/>
                    <a:pt x="14669" y="13177"/>
                    <a:pt x="14669" y="13177"/>
                  </a:cubicBezTo>
                  <a:cubicBezTo>
                    <a:pt x="14554" y="13078"/>
                    <a:pt x="14554" y="13078"/>
                    <a:pt x="14554" y="13078"/>
                  </a:cubicBezTo>
                  <a:cubicBezTo>
                    <a:pt x="14554" y="13177"/>
                    <a:pt x="14554" y="13177"/>
                    <a:pt x="14554" y="13177"/>
                  </a:cubicBezTo>
                  <a:cubicBezTo>
                    <a:pt x="14554" y="13277"/>
                    <a:pt x="14554" y="13277"/>
                    <a:pt x="14554" y="13277"/>
                  </a:cubicBezTo>
                  <a:cubicBezTo>
                    <a:pt x="14554" y="13277"/>
                    <a:pt x="14554" y="13277"/>
                    <a:pt x="14554" y="13277"/>
                  </a:cubicBezTo>
                  <a:cubicBezTo>
                    <a:pt x="14438" y="13277"/>
                    <a:pt x="14438" y="13277"/>
                    <a:pt x="14438" y="13277"/>
                  </a:cubicBezTo>
                  <a:cubicBezTo>
                    <a:pt x="14438" y="13277"/>
                    <a:pt x="14438" y="13277"/>
                    <a:pt x="14438" y="13277"/>
                  </a:cubicBezTo>
                  <a:cubicBezTo>
                    <a:pt x="14554" y="13376"/>
                    <a:pt x="14554" y="13376"/>
                    <a:pt x="14554" y="13376"/>
                  </a:cubicBezTo>
                  <a:cubicBezTo>
                    <a:pt x="14554" y="13376"/>
                    <a:pt x="14554" y="13376"/>
                    <a:pt x="14554" y="13376"/>
                  </a:cubicBezTo>
                  <a:cubicBezTo>
                    <a:pt x="14669" y="13475"/>
                    <a:pt x="14669" y="13475"/>
                    <a:pt x="14669" y="13475"/>
                  </a:cubicBezTo>
                  <a:cubicBezTo>
                    <a:pt x="14669" y="13475"/>
                    <a:pt x="14669" y="13475"/>
                    <a:pt x="14669" y="13475"/>
                  </a:cubicBezTo>
                  <a:cubicBezTo>
                    <a:pt x="14669" y="13475"/>
                    <a:pt x="14669" y="13475"/>
                    <a:pt x="14669" y="13475"/>
                  </a:cubicBezTo>
                  <a:cubicBezTo>
                    <a:pt x="14554" y="13475"/>
                    <a:pt x="14554" y="13475"/>
                    <a:pt x="14554" y="13475"/>
                  </a:cubicBezTo>
                  <a:cubicBezTo>
                    <a:pt x="14554" y="13574"/>
                    <a:pt x="14554" y="13574"/>
                    <a:pt x="14554" y="13574"/>
                  </a:cubicBezTo>
                  <a:cubicBezTo>
                    <a:pt x="14438" y="13574"/>
                    <a:pt x="14438" y="13574"/>
                    <a:pt x="14438" y="13574"/>
                  </a:cubicBezTo>
                  <a:cubicBezTo>
                    <a:pt x="14322" y="13574"/>
                    <a:pt x="14322" y="13574"/>
                    <a:pt x="14322" y="13574"/>
                  </a:cubicBezTo>
                  <a:cubicBezTo>
                    <a:pt x="14322" y="13574"/>
                    <a:pt x="14322" y="13574"/>
                    <a:pt x="14322" y="13574"/>
                  </a:cubicBezTo>
                  <a:cubicBezTo>
                    <a:pt x="14438" y="13574"/>
                    <a:pt x="14438" y="13574"/>
                    <a:pt x="14438" y="13574"/>
                  </a:cubicBezTo>
                  <a:cubicBezTo>
                    <a:pt x="14554" y="13574"/>
                    <a:pt x="14554" y="13574"/>
                    <a:pt x="14554" y="13574"/>
                  </a:cubicBezTo>
                  <a:cubicBezTo>
                    <a:pt x="14554" y="13574"/>
                    <a:pt x="14554" y="13574"/>
                    <a:pt x="14554" y="13574"/>
                  </a:cubicBezTo>
                  <a:cubicBezTo>
                    <a:pt x="14669" y="13574"/>
                    <a:pt x="14669" y="13574"/>
                    <a:pt x="14669" y="13574"/>
                  </a:cubicBezTo>
                  <a:cubicBezTo>
                    <a:pt x="14785" y="13475"/>
                    <a:pt x="14785" y="13475"/>
                    <a:pt x="14785" y="13475"/>
                  </a:cubicBezTo>
                  <a:cubicBezTo>
                    <a:pt x="14785" y="13574"/>
                    <a:pt x="14785" y="13574"/>
                    <a:pt x="14785" y="13574"/>
                  </a:cubicBezTo>
                  <a:cubicBezTo>
                    <a:pt x="14785" y="13574"/>
                    <a:pt x="14785" y="13574"/>
                    <a:pt x="14785" y="13574"/>
                  </a:cubicBezTo>
                  <a:cubicBezTo>
                    <a:pt x="14785" y="13673"/>
                    <a:pt x="14785" y="13673"/>
                    <a:pt x="14785" y="13673"/>
                  </a:cubicBezTo>
                  <a:cubicBezTo>
                    <a:pt x="14900" y="13574"/>
                    <a:pt x="14900" y="13574"/>
                    <a:pt x="14900" y="13574"/>
                  </a:cubicBezTo>
                  <a:cubicBezTo>
                    <a:pt x="15016" y="13574"/>
                    <a:pt x="15016" y="13574"/>
                    <a:pt x="15016" y="13574"/>
                  </a:cubicBezTo>
                  <a:cubicBezTo>
                    <a:pt x="15247" y="13673"/>
                    <a:pt x="15247" y="13673"/>
                    <a:pt x="15247" y="13673"/>
                  </a:cubicBezTo>
                  <a:cubicBezTo>
                    <a:pt x="15247" y="13673"/>
                    <a:pt x="15247" y="13673"/>
                    <a:pt x="15247" y="13673"/>
                  </a:cubicBezTo>
                  <a:cubicBezTo>
                    <a:pt x="15362" y="13673"/>
                    <a:pt x="15362" y="13673"/>
                    <a:pt x="15362" y="13673"/>
                  </a:cubicBezTo>
                  <a:cubicBezTo>
                    <a:pt x="15362" y="13772"/>
                    <a:pt x="15362" y="13772"/>
                    <a:pt x="15362" y="13772"/>
                  </a:cubicBezTo>
                  <a:cubicBezTo>
                    <a:pt x="15362" y="13772"/>
                    <a:pt x="15362" y="13772"/>
                    <a:pt x="15362" y="13772"/>
                  </a:cubicBezTo>
                  <a:cubicBezTo>
                    <a:pt x="15362" y="13871"/>
                    <a:pt x="15362" y="13871"/>
                    <a:pt x="15362" y="13871"/>
                  </a:cubicBezTo>
                  <a:cubicBezTo>
                    <a:pt x="15247" y="13871"/>
                    <a:pt x="15247" y="13871"/>
                    <a:pt x="15247" y="13871"/>
                  </a:cubicBezTo>
                  <a:cubicBezTo>
                    <a:pt x="15247" y="13970"/>
                    <a:pt x="15247" y="13970"/>
                    <a:pt x="15247" y="13970"/>
                  </a:cubicBezTo>
                  <a:cubicBezTo>
                    <a:pt x="15247" y="13970"/>
                    <a:pt x="15247" y="13970"/>
                    <a:pt x="15247" y="13970"/>
                  </a:cubicBezTo>
                  <a:cubicBezTo>
                    <a:pt x="15131" y="13970"/>
                    <a:pt x="15131" y="13970"/>
                    <a:pt x="15131" y="13970"/>
                  </a:cubicBezTo>
                  <a:cubicBezTo>
                    <a:pt x="14900" y="14069"/>
                    <a:pt x="14900" y="14069"/>
                    <a:pt x="14900" y="14069"/>
                  </a:cubicBezTo>
                  <a:cubicBezTo>
                    <a:pt x="14785" y="14069"/>
                    <a:pt x="14785" y="14069"/>
                    <a:pt x="14785" y="14069"/>
                  </a:cubicBezTo>
                  <a:cubicBezTo>
                    <a:pt x="14669" y="14069"/>
                    <a:pt x="14669" y="14069"/>
                    <a:pt x="14669" y="14069"/>
                  </a:cubicBezTo>
                  <a:cubicBezTo>
                    <a:pt x="14554" y="14069"/>
                    <a:pt x="14554" y="14069"/>
                    <a:pt x="14554" y="14069"/>
                  </a:cubicBezTo>
                  <a:cubicBezTo>
                    <a:pt x="14554" y="13970"/>
                    <a:pt x="14554" y="13970"/>
                    <a:pt x="14554" y="13970"/>
                  </a:cubicBezTo>
                  <a:cubicBezTo>
                    <a:pt x="14554" y="13970"/>
                    <a:pt x="14554" y="13970"/>
                    <a:pt x="14554" y="13970"/>
                  </a:cubicBezTo>
                  <a:cubicBezTo>
                    <a:pt x="14554" y="13871"/>
                    <a:pt x="14554" y="13871"/>
                    <a:pt x="14554" y="13871"/>
                  </a:cubicBezTo>
                  <a:cubicBezTo>
                    <a:pt x="14438" y="13871"/>
                    <a:pt x="14438" y="13871"/>
                    <a:pt x="14438" y="13871"/>
                  </a:cubicBezTo>
                  <a:cubicBezTo>
                    <a:pt x="14438" y="13970"/>
                    <a:pt x="14438" y="13970"/>
                    <a:pt x="14438" y="13970"/>
                  </a:cubicBezTo>
                  <a:cubicBezTo>
                    <a:pt x="14438" y="13970"/>
                    <a:pt x="14438" y="13970"/>
                    <a:pt x="14438" y="13970"/>
                  </a:cubicBezTo>
                  <a:cubicBezTo>
                    <a:pt x="14438" y="14069"/>
                    <a:pt x="14438" y="14069"/>
                    <a:pt x="14438" y="14069"/>
                  </a:cubicBezTo>
                  <a:cubicBezTo>
                    <a:pt x="14438" y="14069"/>
                    <a:pt x="14438" y="14069"/>
                    <a:pt x="14438" y="14069"/>
                  </a:cubicBezTo>
                  <a:cubicBezTo>
                    <a:pt x="14438" y="14069"/>
                    <a:pt x="14438" y="14069"/>
                    <a:pt x="14438"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438" y="14168"/>
                    <a:pt x="14438" y="14168"/>
                    <a:pt x="14438" y="14168"/>
                  </a:cubicBezTo>
                  <a:cubicBezTo>
                    <a:pt x="14438" y="14168"/>
                    <a:pt x="14438" y="14168"/>
                    <a:pt x="14438" y="14168"/>
                  </a:cubicBezTo>
                  <a:cubicBezTo>
                    <a:pt x="14322" y="14267"/>
                    <a:pt x="14322" y="14267"/>
                    <a:pt x="14322" y="14267"/>
                  </a:cubicBezTo>
                  <a:cubicBezTo>
                    <a:pt x="14322" y="14267"/>
                    <a:pt x="14322" y="14267"/>
                    <a:pt x="14322" y="14267"/>
                  </a:cubicBezTo>
                  <a:cubicBezTo>
                    <a:pt x="14322" y="14267"/>
                    <a:pt x="14322" y="14267"/>
                    <a:pt x="14322" y="14267"/>
                  </a:cubicBezTo>
                  <a:cubicBezTo>
                    <a:pt x="14207" y="14267"/>
                    <a:pt x="14207" y="14267"/>
                    <a:pt x="14207" y="14267"/>
                  </a:cubicBezTo>
                  <a:cubicBezTo>
                    <a:pt x="14207" y="14366"/>
                    <a:pt x="14207" y="14366"/>
                    <a:pt x="14207" y="14366"/>
                  </a:cubicBezTo>
                  <a:cubicBezTo>
                    <a:pt x="14207" y="14366"/>
                    <a:pt x="14207" y="14366"/>
                    <a:pt x="14207" y="14366"/>
                  </a:cubicBezTo>
                  <a:cubicBezTo>
                    <a:pt x="13976" y="14466"/>
                    <a:pt x="13976" y="14466"/>
                    <a:pt x="13976" y="14466"/>
                  </a:cubicBezTo>
                  <a:cubicBezTo>
                    <a:pt x="13976" y="14366"/>
                    <a:pt x="13976" y="14366"/>
                    <a:pt x="13976" y="14366"/>
                  </a:cubicBezTo>
                  <a:cubicBezTo>
                    <a:pt x="13860" y="14366"/>
                    <a:pt x="13860" y="14366"/>
                    <a:pt x="13860" y="14366"/>
                  </a:cubicBezTo>
                  <a:cubicBezTo>
                    <a:pt x="13745" y="14466"/>
                    <a:pt x="13745" y="14466"/>
                    <a:pt x="13745" y="14466"/>
                  </a:cubicBezTo>
                  <a:cubicBezTo>
                    <a:pt x="13745" y="14565"/>
                    <a:pt x="13745" y="14565"/>
                    <a:pt x="13745" y="14565"/>
                  </a:cubicBezTo>
                  <a:cubicBezTo>
                    <a:pt x="13745" y="14565"/>
                    <a:pt x="13745" y="14565"/>
                    <a:pt x="13745" y="14565"/>
                  </a:cubicBezTo>
                  <a:cubicBezTo>
                    <a:pt x="13976" y="14466"/>
                    <a:pt x="13976" y="14466"/>
                    <a:pt x="13976" y="14466"/>
                  </a:cubicBezTo>
                  <a:cubicBezTo>
                    <a:pt x="14091" y="14466"/>
                    <a:pt x="14091" y="14466"/>
                    <a:pt x="14091" y="14466"/>
                  </a:cubicBezTo>
                  <a:cubicBezTo>
                    <a:pt x="14091" y="14466"/>
                    <a:pt x="14091" y="14466"/>
                    <a:pt x="14091" y="14466"/>
                  </a:cubicBezTo>
                  <a:cubicBezTo>
                    <a:pt x="14207" y="14466"/>
                    <a:pt x="14207" y="14466"/>
                    <a:pt x="14207" y="14466"/>
                  </a:cubicBezTo>
                  <a:cubicBezTo>
                    <a:pt x="14207" y="14466"/>
                    <a:pt x="14207" y="14466"/>
                    <a:pt x="14207" y="14466"/>
                  </a:cubicBezTo>
                  <a:cubicBezTo>
                    <a:pt x="14322" y="14565"/>
                    <a:pt x="14322" y="14565"/>
                    <a:pt x="14322" y="14565"/>
                  </a:cubicBezTo>
                  <a:cubicBezTo>
                    <a:pt x="14438" y="14565"/>
                    <a:pt x="14438" y="14565"/>
                    <a:pt x="14438" y="14565"/>
                  </a:cubicBezTo>
                  <a:cubicBezTo>
                    <a:pt x="14554" y="14466"/>
                    <a:pt x="14554" y="14466"/>
                    <a:pt x="14554" y="14466"/>
                  </a:cubicBezTo>
                  <a:cubicBezTo>
                    <a:pt x="14669" y="14466"/>
                    <a:pt x="14669" y="14466"/>
                    <a:pt x="14669" y="14466"/>
                  </a:cubicBezTo>
                  <a:cubicBezTo>
                    <a:pt x="14785" y="14565"/>
                    <a:pt x="14785" y="14565"/>
                    <a:pt x="14785" y="14565"/>
                  </a:cubicBezTo>
                  <a:cubicBezTo>
                    <a:pt x="14785" y="14466"/>
                    <a:pt x="14785" y="14466"/>
                    <a:pt x="14785" y="14466"/>
                  </a:cubicBezTo>
                  <a:cubicBezTo>
                    <a:pt x="14900" y="14565"/>
                    <a:pt x="14900" y="14565"/>
                    <a:pt x="14900" y="14565"/>
                  </a:cubicBezTo>
                  <a:cubicBezTo>
                    <a:pt x="14900" y="14565"/>
                    <a:pt x="14900" y="14565"/>
                    <a:pt x="14900" y="14565"/>
                  </a:cubicBezTo>
                  <a:cubicBezTo>
                    <a:pt x="14900" y="14565"/>
                    <a:pt x="14900" y="14565"/>
                    <a:pt x="14900" y="14565"/>
                  </a:cubicBezTo>
                  <a:cubicBezTo>
                    <a:pt x="15016" y="14565"/>
                    <a:pt x="15016" y="14565"/>
                    <a:pt x="15016" y="14565"/>
                  </a:cubicBezTo>
                  <a:cubicBezTo>
                    <a:pt x="14900" y="14664"/>
                    <a:pt x="14900" y="14664"/>
                    <a:pt x="14900" y="14664"/>
                  </a:cubicBezTo>
                  <a:cubicBezTo>
                    <a:pt x="14900" y="14664"/>
                    <a:pt x="14900" y="14664"/>
                    <a:pt x="14900" y="14664"/>
                  </a:cubicBezTo>
                  <a:cubicBezTo>
                    <a:pt x="14785" y="14664"/>
                    <a:pt x="14785" y="14664"/>
                    <a:pt x="14785" y="14664"/>
                  </a:cubicBezTo>
                  <a:cubicBezTo>
                    <a:pt x="14669" y="14664"/>
                    <a:pt x="14669" y="14664"/>
                    <a:pt x="14669" y="14664"/>
                  </a:cubicBezTo>
                  <a:cubicBezTo>
                    <a:pt x="14554" y="14664"/>
                    <a:pt x="14554" y="14664"/>
                    <a:pt x="14554" y="14664"/>
                  </a:cubicBezTo>
                  <a:cubicBezTo>
                    <a:pt x="14438" y="14664"/>
                    <a:pt x="14438" y="14664"/>
                    <a:pt x="14438" y="14664"/>
                  </a:cubicBezTo>
                  <a:cubicBezTo>
                    <a:pt x="14438" y="14763"/>
                    <a:pt x="14438" y="14763"/>
                    <a:pt x="14438" y="14763"/>
                  </a:cubicBezTo>
                  <a:cubicBezTo>
                    <a:pt x="14322" y="14664"/>
                    <a:pt x="14322" y="14664"/>
                    <a:pt x="14322" y="14664"/>
                  </a:cubicBezTo>
                  <a:cubicBezTo>
                    <a:pt x="14322" y="14664"/>
                    <a:pt x="14322" y="14664"/>
                    <a:pt x="14322" y="14664"/>
                  </a:cubicBezTo>
                  <a:cubicBezTo>
                    <a:pt x="14207" y="14664"/>
                    <a:pt x="14207" y="14664"/>
                    <a:pt x="14207" y="14664"/>
                  </a:cubicBezTo>
                  <a:cubicBezTo>
                    <a:pt x="14091" y="14763"/>
                    <a:pt x="14091" y="14763"/>
                    <a:pt x="14091" y="14763"/>
                  </a:cubicBezTo>
                  <a:cubicBezTo>
                    <a:pt x="14207" y="14763"/>
                    <a:pt x="14207" y="14763"/>
                    <a:pt x="14207" y="14763"/>
                  </a:cubicBezTo>
                  <a:cubicBezTo>
                    <a:pt x="14207" y="14763"/>
                    <a:pt x="14207" y="14763"/>
                    <a:pt x="14207" y="14763"/>
                  </a:cubicBezTo>
                  <a:cubicBezTo>
                    <a:pt x="14322" y="14763"/>
                    <a:pt x="14322" y="14763"/>
                    <a:pt x="14322" y="14763"/>
                  </a:cubicBezTo>
                  <a:cubicBezTo>
                    <a:pt x="14438" y="14763"/>
                    <a:pt x="14438" y="14763"/>
                    <a:pt x="14438" y="14763"/>
                  </a:cubicBezTo>
                  <a:cubicBezTo>
                    <a:pt x="14554" y="14763"/>
                    <a:pt x="14554" y="14763"/>
                    <a:pt x="14554" y="14763"/>
                  </a:cubicBezTo>
                  <a:cubicBezTo>
                    <a:pt x="14554" y="14862"/>
                    <a:pt x="14554" y="14862"/>
                    <a:pt x="14554" y="14862"/>
                  </a:cubicBezTo>
                  <a:cubicBezTo>
                    <a:pt x="14554" y="14763"/>
                    <a:pt x="14554" y="14763"/>
                    <a:pt x="14554" y="14763"/>
                  </a:cubicBezTo>
                  <a:cubicBezTo>
                    <a:pt x="14669" y="14664"/>
                    <a:pt x="14669" y="14664"/>
                    <a:pt x="14669" y="14664"/>
                  </a:cubicBezTo>
                  <a:cubicBezTo>
                    <a:pt x="14669" y="14664"/>
                    <a:pt x="14785" y="14664"/>
                    <a:pt x="14785" y="14664"/>
                  </a:cubicBezTo>
                  <a:cubicBezTo>
                    <a:pt x="14785" y="14664"/>
                    <a:pt x="14900" y="14664"/>
                    <a:pt x="14900" y="14664"/>
                  </a:cubicBezTo>
                  <a:cubicBezTo>
                    <a:pt x="14900" y="14664"/>
                    <a:pt x="14900" y="14664"/>
                    <a:pt x="14900" y="14664"/>
                  </a:cubicBezTo>
                  <a:cubicBezTo>
                    <a:pt x="14900" y="14763"/>
                    <a:pt x="14900" y="14763"/>
                    <a:pt x="14900" y="14763"/>
                  </a:cubicBezTo>
                  <a:cubicBezTo>
                    <a:pt x="15016" y="14664"/>
                    <a:pt x="15016" y="14664"/>
                    <a:pt x="15016" y="14664"/>
                  </a:cubicBezTo>
                  <a:cubicBezTo>
                    <a:pt x="15131" y="14664"/>
                    <a:pt x="15131" y="14664"/>
                    <a:pt x="15131" y="14664"/>
                  </a:cubicBezTo>
                  <a:cubicBezTo>
                    <a:pt x="15247" y="14664"/>
                    <a:pt x="15247" y="14664"/>
                    <a:pt x="15247" y="14664"/>
                  </a:cubicBezTo>
                  <a:cubicBezTo>
                    <a:pt x="15362" y="14565"/>
                    <a:pt x="15362" y="14565"/>
                    <a:pt x="15362" y="14565"/>
                  </a:cubicBezTo>
                  <a:cubicBezTo>
                    <a:pt x="15362" y="14565"/>
                    <a:pt x="15362" y="14565"/>
                    <a:pt x="15362" y="14565"/>
                  </a:cubicBezTo>
                  <a:cubicBezTo>
                    <a:pt x="15362" y="14565"/>
                    <a:pt x="15362" y="14565"/>
                    <a:pt x="15362" y="14565"/>
                  </a:cubicBezTo>
                  <a:cubicBezTo>
                    <a:pt x="15362" y="14565"/>
                    <a:pt x="15362" y="14565"/>
                    <a:pt x="15362" y="14565"/>
                  </a:cubicBezTo>
                  <a:cubicBezTo>
                    <a:pt x="15362" y="14664"/>
                    <a:pt x="15362" y="14664"/>
                    <a:pt x="15362" y="14664"/>
                  </a:cubicBezTo>
                  <a:cubicBezTo>
                    <a:pt x="15478" y="14565"/>
                    <a:pt x="15478" y="14565"/>
                    <a:pt x="15478" y="14565"/>
                  </a:cubicBezTo>
                  <a:cubicBezTo>
                    <a:pt x="15478" y="14565"/>
                    <a:pt x="15478" y="14565"/>
                    <a:pt x="15478" y="14565"/>
                  </a:cubicBezTo>
                  <a:cubicBezTo>
                    <a:pt x="15593" y="14664"/>
                    <a:pt x="15593" y="14664"/>
                    <a:pt x="15593" y="14664"/>
                  </a:cubicBezTo>
                  <a:cubicBezTo>
                    <a:pt x="15709" y="14664"/>
                    <a:pt x="15709" y="14664"/>
                    <a:pt x="15709" y="14664"/>
                  </a:cubicBezTo>
                  <a:cubicBezTo>
                    <a:pt x="15824" y="14763"/>
                    <a:pt x="15824" y="14763"/>
                    <a:pt x="15824" y="14763"/>
                  </a:cubicBezTo>
                  <a:cubicBezTo>
                    <a:pt x="15940" y="14763"/>
                    <a:pt x="15940" y="14763"/>
                    <a:pt x="15940" y="14763"/>
                  </a:cubicBezTo>
                  <a:cubicBezTo>
                    <a:pt x="16055" y="14763"/>
                    <a:pt x="16055" y="14763"/>
                    <a:pt x="16055" y="14763"/>
                  </a:cubicBezTo>
                  <a:cubicBezTo>
                    <a:pt x="16171" y="14763"/>
                    <a:pt x="16171" y="14763"/>
                    <a:pt x="16171" y="14763"/>
                  </a:cubicBezTo>
                  <a:cubicBezTo>
                    <a:pt x="16286" y="14763"/>
                    <a:pt x="16286" y="14763"/>
                    <a:pt x="16286" y="14763"/>
                  </a:cubicBezTo>
                  <a:cubicBezTo>
                    <a:pt x="16286" y="14763"/>
                    <a:pt x="16286" y="14763"/>
                    <a:pt x="16286" y="14763"/>
                  </a:cubicBezTo>
                  <a:cubicBezTo>
                    <a:pt x="16402" y="14763"/>
                    <a:pt x="16402" y="14763"/>
                    <a:pt x="16402" y="14763"/>
                  </a:cubicBezTo>
                  <a:cubicBezTo>
                    <a:pt x="16517" y="14763"/>
                    <a:pt x="16517" y="14763"/>
                    <a:pt x="16517" y="14763"/>
                  </a:cubicBezTo>
                  <a:cubicBezTo>
                    <a:pt x="16517" y="14763"/>
                    <a:pt x="16517" y="14763"/>
                    <a:pt x="16517" y="14763"/>
                  </a:cubicBezTo>
                  <a:cubicBezTo>
                    <a:pt x="16517" y="14862"/>
                    <a:pt x="16517" y="14862"/>
                    <a:pt x="16517" y="14862"/>
                  </a:cubicBezTo>
                  <a:cubicBezTo>
                    <a:pt x="16402" y="14862"/>
                    <a:pt x="16402" y="14862"/>
                    <a:pt x="16402" y="14862"/>
                  </a:cubicBezTo>
                  <a:cubicBezTo>
                    <a:pt x="16286" y="14961"/>
                    <a:pt x="16286" y="14961"/>
                    <a:pt x="16286" y="14961"/>
                  </a:cubicBezTo>
                  <a:cubicBezTo>
                    <a:pt x="16286" y="14961"/>
                    <a:pt x="16286" y="14961"/>
                    <a:pt x="16286" y="14961"/>
                  </a:cubicBezTo>
                  <a:cubicBezTo>
                    <a:pt x="16171" y="14961"/>
                    <a:pt x="16171" y="14961"/>
                    <a:pt x="16171" y="14961"/>
                  </a:cubicBezTo>
                  <a:cubicBezTo>
                    <a:pt x="16171" y="14961"/>
                    <a:pt x="16171" y="14961"/>
                    <a:pt x="16171" y="14961"/>
                  </a:cubicBezTo>
                  <a:cubicBezTo>
                    <a:pt x="16286" y="15060"/>
                    <a:pt x="16286" y="15060"/>
                    <a:pt x="16286" y="15060"/>
                  </a:cubicBezTo>
                  <a:cubicBezTo>
                    <a:pt x="16286" y="15060"/>
                    <a:pt x="16286" y="15060"/>
                    <a:pt x="16286" y="15060"/>
                  </a:cubicBezTo>
                  <a:cubicBezTo>
                    <a:pt x="16171" y="15060"/>
                    <a:pt x="16171" y="15060"/>
                    <a:pt x="16171" y="15060"/>
                  </a:cubicBezTo>
                  <a:cubicBezTo>
                    <a:pt x="16171" y="15060"/>
                    <a:pt x="16171" y="15060"/>
                    <a:pt x="16171" y="15060"/>
                  </a:cubicBezTo>
                  <a:cubicBezTo>
                    <a:pt x="16171" y="15060"/>
                    <a:pt x="16171" y="15060"/>
                    <a:pt x="16171" y="15060"/>
                  </a:cubicBezTo>
                  <a:cubicBezTo>
                    <a:pt x="16055" y="15060"/>
                    <a:pt x="16055" y="15060"/>
                    <a:pt x="16055" y="15060"/>
                  </a:cubicBezTo>
                  <a:cubicBezTo>
                    <a:pt x="16055" y="15060"/>
                    <a:pt x="16055" y="15060"/>
                    <a:pt x="16055" y="15060"/>
                  </a:cubicBezTo>
                  <a:cubicBezTo>
                    <a:pt x="16055" y="15060"/>
                    <a:pt x="16055" y="15060"/>
                    <a:pt x="16055" y="15060"/>
                  </a:cubicBezTo>
                  <a:cubicBezTo>
                    <a:pt x="16055" y="15060"/>
                    <a:pt x="16055" y="15060"/>
                    <a:pt x="16055" y="15060"/>
                  </a:cubicBezTo>
                  <a:cubicBezTo>
                    <a:pt x="15940" y="15060"/>
                    <a:pt x="15940" y="15060"/>
                    <a:pt x="15940" y="15060"/>
                  </a:cubicBezTo>
                  <a:cubicBezTo>
                    <a:pt x="15940" y="15060"/>
                    <a:pt x="15940" y="15060"/>
                    <a:pt x="15940" y="15060"/>
                  </a:cubicBezTo>
                  <a:cubicBezTo>
                    <a:pt x="15940" y="15159"/>
                    <a:pt x="15940" y="15159"/>
                    <a:pt x="15940" y="15159"/>
                  </a:cubicBezTo>
                  <a:cubicBezTo>
                    <a:pt x="15940" y="15159"/>
                    <a:pt x="15940" y="15159"/>
                    <a:pt x="15940" y="15159"/>
                  </a:cubicBezTo>
                  <a:cubicBezTo>
                    <a:pt x="15940" y="15159"/>
                    <a:pt x="15940" y="15159"/>
                    <a:pt x="15940" y="15159"/>
                  </a:cubicBezTo>
                  <a:cubicBezTo>
                    <a:pt x="15824" y="15258"/>
                    <a:pt x="15824" y="15258"/>
                    <a:pt x="15824" y="15258"/>
                  </a:cubicBezTo>
                  <a:cubicBezTo>
                    <a:pt x="15824" y="15258"/>
                    <a:pt x="15824" y="15258"/>
                    <a:pt x="15824" y="15258"/>
                  </a:cubicBezTo>
                  <a:cubicBezTo>
                    <a:pt x="15824" y="15258"/>
                    <a:pt x="15824" y="15258"/>
                    <a:pt x="15824" y="15258"/>
                  </a:cubicBezTo>
                  <a:cubicBezTo>
                    <a:pt x="15709" y="15159"/>
                    <a:pt x="15709" y="15159"/>
                    <a:pt x="15709" y="15159"/>
                  </a:cubicBezTo>
                  <a:cubicBezTo>
                    <a:pt x="15709" y="15258"/>
                    <a:pt x="15709" y="15258"/>
                    <a:pt x="15709" y="15258"/>
                  </a:cubicBezTo>
                  <a:cubicBezTo>
                    <a:pt x="15709" y="15258"/>
                    <a:pt x="15709" y="15258"/>
                    <a:pt x="15709" y="15258"/>
                  </a:cubicBezTo>
                  <a:cubicBezTo>
                    <a:pt x="15709" y="15258"/>
                    <a:pt x="15709" y="15258"/>
                    <a:pt x="15709" y="15258"/>
                  </a:cubicBezTo>
                  <a:cubicBezTo>
                    <a:pt x="15709" y="15258"/>
                    <a:pt x="15709" y="15258"/>
                    <a:pt x="15709" y="15258"/>
                  </a:cubicBezTo>
                  <a:cubicBezTo>
                    <a:pt x="15593" y="15357"/>
                    <a:pt x="15593" y="15357"/>
                    <a:pt x="15593" y="15357"/>
                  </a:cubicBezTo>
                  <a:cubicBezTo>
                    <a:pt x="15593" y="15357"/>
                    <a:pt x="15593" y="15357"/>
                    <a:pt x="15593" y="15357"/>
                  </a:cubicBezTo>
                  <a:cubicBezTo>
                    <a:pt x="15478" y="15357"/>
                    <a:pt x="15478" y="15357"/>
                    <a:pt x="15478" y="15357"/>
                  </a:cubicBezTo>
                  <a:cubicBezTo>
                    <a:pt x="15478" y="15258"/>
                    <a:pt x="15478" y="15258"/>
                    <a:pt x="15478" y="15258"/>
                  </a:cubicBezTo>
                  <a:cubicBezTo>
                    <a:pt x="15478" y="15258"/>
                    <a:pt x="15478" y="15258"/>
                    <a:pt x="15478" y="15258"/>
                  </a:cubicBezTo>
                  <a:cubicBezTo>
                    <a:pt x="15478" y="15357"/>
                    <a:pt x="15478" y="15357"/>
                    <a:pt x="15478" y="15357"/>
                  </a:cubicBezTo>
                  <a:cubicBezTo>
                    <a:pt x="15478" y="15456"/>
                    <a:pt x="15478" y="15456"/>
                    <a:pt x="15478" y="15456"/>
                  </a:cubicBezTo>
                  <a:cubicBezTo>
                    <a:pt x="15478" y="15456"/>
                    <a:pt x="15478" y="15456"/>
                    <a:pt x="15478" y="15456"/>
                  </a:cubicBezTo>
                  <a:cubicBezTo>
                    <a:pt x="15362" y="15456"/>
                    <a:pt x="15362" y="15456"/>
                    <a:pt x="15362" y="15456"/>
                  </a:cubicBezTo>
                  <a:cubicBezTo>
                    <a:pt x="15362" y="15357"/>
                    <a:pt x="15362" y="15357"/>
                    <a:pt x="15362" y="15357"/>
                  </a:cubicBezTo>
                  <a:cubicBezTo>
                    <a:pt x="15247" y="15456"/>
                    <a:pt x="15247" y="15456"/>
                    <a:pt x="15247" y="15456"/>
                  </a:cubicBezTo>
                  <a:cubicBezTo>
                    <a:pt x="15247" y="15456"/>
                    <a:pt x="15247" y="15456"/>
                    <a:pt x="15247" y="15456"/>
                  </a:cubicBezTo>
                  <a:cubicBezTo>
                    <a:pt x="15362" y="15456"/>
                    <a:pt x="15362" y="15456"/>
                    <a:pt x="15362" y="15456"/>
                  </a:cubicBezTo>
                  <a:cubicBezTo>
                    <a:pt x="15362" y="15555"/>
                    <a:pt x="15362" y="15555"/>
                    <a:pt x="15362" y="15555"/>
                  </a:cubicBezTo>
                  <a:cubicBezTo>
                    <a:pt x="15247" y="15555"/>
                    <a:pt x="15247" y="15555"/>
                    <a:pt x="15247" y="15555"/>
                  </a:cubicBezTo>
                  <a:cubicBezTo>
                    <a:pt x="15131" y="15555"/>
                    <a:pt x="15131" y="15555"/>
                    <a:pt x="15131" y="15555"/>
                  </a:cubicBezTo>
                  <a:cubicBezTo>
                    <a:pt x="15131" y="15555"/>
                    <a:pt x="15131" y="15555"/>
                    <a:pt x="15131" y="15555"/>
                  </a:cubicBezTo>
                  <a:cubicBezTo>
                    <a:pt x="15131" y="15555"/>
                    <a:pt x="15131" y="15555"/>
                    <a:pt x="15131" y="15555"/>
                  </a:cubicBezTo>
                  <a:cubicBezTo>
                    <a:pt x="15016" y="15555"/>
                    <a:pt x="15016" y="15555"/>
                    <a:pt x="15016" y="15555"/>
                  </a:cubicBezTo>
                  <a:cubicBezTo>
                    <a:pt x="15016" y="15555"/>
                    <a:pt x="15016" y="15555"/>
                    <a:pt x="15016" y="15555"/>
                  </a:cubicBezTo>
                  <a:cubicBezTo>
                    <a:pt x="15131" y="15655"/>
                    <a:pt x="15131" y="15655"/>
                    <a:pt x="15131" y="15655"/>
                  </a:cubicBezTo>
                  <a:cubicBezTo>
                    <a:pt x="15131" y="15655"/>
                    <a:pt x="15131" y="15655"/>
                    <a:pt x="15131" y="15655"/>
                  </a:cubicBezTo>
                  <a:cubicBezTo>
                    <a:pt x="15016" y="15655"/>
                    <a:pt x="15016" y="15655"/>
                    <a:pt x="15016" y="15655"/>
                  </a:cubicBezTo>
                  <a:cubicBezTo>
                    <a:pt x="14900" y="15655"/>
                    <a:pt x="14900" y="15655"/>
                    <a:pt x="14900" y="15655"/>
                  </a:cubicBezTo>
                  <a:cubicBezTo>
                    <a:pt x="14900" y="15754"/>
                    <a:pt x="14900" y="15754"/>
                    <a:pt x="14900" y="15754"/>
                  </a:cubicBezTo>
                  <a:cubicBezTo>
                    <a:pt x="14785" y="15754"/>
                    <a:pt x="14785" y="15754"/>
                    <a:pt x="14785" y="15754"/>
                  </a:cubicBezTo>
                  <a:cubicBezTo>
                    <a:pt x="14785" y="15754"/>
                    <a:pt x="14785" y="15754"/>
                    <a:pt x="14785" y="15754"/>
                  </a:cubicBezTo>
                  <a:cubicBezTo>
                    <a:pt x="14669" y="15853"/>
                    <a:pt x="14669" y="15853"/>
                    <a:pt x="14669" y="15853"/>
                  </a:cubicBezTo>
                  <a:cubicBezTo>
                    <a:pt x="14669" y="15853"/>
                    <a:pt x="14669" y="15853"/>
                    <a:pt x="14669" y="15853"/>
                  </a:cubicBezTo>
                  <a:cubicBezTo>
                    <a:pt x="14669" y="15754"/>
                    <a:pt x="14669" y="15754"/>
                    <a:pt x="14669" y="15754"/>
                  </a:cubicBezTo>
                  <a:cubicBezTo>
                    <a:pt x="14554" y="15754"/>
                    <a:pt x="14554" y="15754"/>
                    <a:pt x="14554" y="15754"/>
                  </a:cubicBezTo>
                  <a:cubicBezTo>
                    <a:pt x="14554" y="15853"/>
                    <a:pt x="14554" y="15853"/>
                    <a:pt x="14554" y="15853"/>
                  </a:cubicBezTo>
                  <a:cubicBezTo>
                    <a:pt x="14438" y="15853"/>
                    <a:pt x="14438" y="15853"/>
                    <a:pt x="14438" y="15853"/>
                  </a:cubicBezTo>
                  <a:cubicBezTo>
                    <a:pt x="14438" y="15853"/>
                    <a:pt x="14438" y="15853"/>
                    <a:pt x="14438" y="15853"/>
                  </a:cubicBezTo>
                  <a:cubicBezTo>
                    <a:pt x="14322" y="15853"/>
                    <a:pt x="14322" y="15853"/>
                    <a:pt x="14322" y="15853"/>
                  </a:cubicBezTo>
                  <a:cubicBezTo>
                    <a:pt x="14322" y="15853"/>
                    <a:pt x="14322" y="15853"/>
                    <a:pt x="14322" y="15853"/>
                  </a:cubicBezTo>
                  <a:cubicBezTo>
                    <a:pt x="14207" y="15853"/>
                    <a:pt x="14207" y="15853"/>
                    <a:pt x="14207" y="15853"/>
                  </a:cubicBezTo>
                  <a:cubicBezTo>
                    <a:pt x="14207" y="15853"/>
                    <a:pt x="14207" y="15853"/>
                    <a:pt x="14207" y="15853"/>
                  </a:cubicBezTo>
                  <a:cubicBezTo>
                    <a:pt x="14207" y="15853"/>
                    <a:pt x="14207" y="15853"/>
                    <a:pt x="14207" y="15853"/>
                  </a:cubicBezTo>
                  <a:cubicBezTo>
                    <a:pt x="14091" y="15952"/>
                    <a:pt x="14091" y="15952"/>
                    <a:pt x="14091" y="15952"/>
                  </a:cubicBezTo>
                  <a:cubicBezTo>
                    <a:pt x="14091" y="15952"/>
                    <a:pt x="14091" y="15952"/>
                    <a:pt x="14091" y="15952"/>
                  </a:cubicBezTo>
                  <a:cubicBezTo>
                    <a:pt x="14091" y="15853"/>
                    <a:pt x="14091" y="15853"/>
                    <a:pt x="14091" y="15853"/>
                  </a:cubicBezTo>
                  <a:cubicBezTo>
                    <a:pt x="14091" y="15853"/>
                    <a:pt x="14091" y="15853"/>
                    <a:pt x="14091" y="15853"/>
                  </a:cubicBezTo>
                  <a:cubicBezTo>
                    <a:pt x="13976" y="15952"/>
                    <a:pt x="13976" y="15952"/>
                    <a:pt x="13976" y="15952"/>
                  </a:cubicBezTo>
                  <a:cubicBezTo>
                    <a:pt x="13976" y="15952"/>
                    <a:pt x="13976" y="15952"/>
                    <a:pt x="13976" y="15952"/>
                  </a:cubicBezTo>
                  <a:cubicBezTo>
                    <a:pt x="13976" y="15952"/>
                    <a:pt x="13976" y="15952"/>
                    <a:pt x="13976" y="15952"/>
                  </a:cubicBezTo>
                  <a:cubicBezTo>
                    <a:pt x="13860" y="15853"/>
                    <a:pt x="13860" y="15853"/>
                    <a:pt x="13860" y="15853"/>
                  </a:cubicBezTo>
                  <a:cubicBezTo>
                    <a:pt x="13860" y="15853"/>
                    <a:pt x="13860" y="15853"/>
                    <a:pt x="13860" y="15853"/>
                  </a:cubicBezTo>
                  <a:cubicBezTo>
                    <a:pt x="13860" y="15952"/>
                    <a:pt x="13860" y="15952"/>
                    <a:pt x="13860" y="15952"/>
                  </a:cubicBezTo>
                  <a:cubicBezTo>
                    <a:pt x="13860" y="15952"/>
                    <a:pt x="13860" y="15952"/>
                    <a:pt x="13860" y="15952"/>
                  </a:cubicBezTo>
                  <a:cubicBezTo>
                    <a:pt x="13745" y="15952"/>
                    <a:pt x="13745" y="15952"/>
                    <a:pt x="13745" y="15952"/>
                  </a:cubicBezTo>
                  <a:cubicBezTo>
                    <a:pt x="13745" y="15952"/>
                    <a:pt x="13745" y="15952"/>
                    <a:pt x="13745" y="15952"/>
                  </a:cubicBezTo>
                  <a:cubicBezTo>
                    <a:pt x="13745" y="15952"/>
                    <a:pt x="13745" y="15952"/>
                    <a:pt x="13745" y="15952"/>
                  </a:cubicBezTo>
                  <a:cubicBezTo>
                    <a:pt x="13745" y="16051"/>
                    <a:pt x="13745" y="16051"/>
                    <a:pt x="13745" y="16051"/>
                  </a:cubicBezTo>
                  <a:cubicBezTo>
                    <a:pt x="13629" y="16051"/>
                    <a:pt x="13629" y="16051"/>
                    <a:pt x="13629" y="16051"/>
                  </a:cubicBezTo>
                  <a:cubicBezTo>
                    <a:pt x="13629" y="15952"/>
                    <a:pt x="13629" y="15952"/>
                    <a:pt x="13629" y="15952"/>
                  </a:cubicBezTo>
                  <a:cubicBezTo>
                    <a:pt x="13629" y="16051"/>
                    <a:pt x="13629" y="16051"/>
                    <a:pt x="13629"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398" y="16150"/>
                    <a:pt x="13398" y="16150"/>
                    <a:pt x="13398" y="16150"/>
                  </a:cubicBezTo>
                  <a:cubicBezTo>
                    <a:pt x="13398" y="16150"/>
                    <a:pt x="13398" y="16150"/>
                    <a:pt x="13398" y="16150"/>
                  </a:cubicBezTo>
                  <a:cubicBezTo>
                    <a:pt x="13283" y="16150"/>
                    <a:pt x="13283" y="16150"/>
                    <a:pt x="13283" y="16150"/>
                  </a:cubicBezTo>
                  <a:cubicBezTo>
                    <a:pt x="13283" y="16150"/>
                    <a:pt x="13283" y="16150"/>
                    <a:pt x="13283" y="16150"/>
                  </a:cubicBezTo>
                  <a:cubicBezTo>
                    <a:pt x="13167" y="16051"/>
                    <a:pt x="13167" y="16051"/>
                    <a:pt x="13167" y="16051"/>
                  </a:cubicBezTo>
                  <a:cubicBezTo>
                    <a:pt x="13167" y="15952"/>
                    <a:pt x="13167" y="15952"/>
                    <a:pt x="13167" y="15952"/>
                  </a:cubicBezTo>
                  <a:cubicBezTo>
                    <a:pt x="13052" y="16051"/>
                    <a:pt x="13052" y="16051"/>
                    <a:pt x="13052" y="16051"/>
                  </a:cubicBezTo>
                  <a:cubicBezTo>
                    <a:pt x="13052" y="16051"/>
                    <a:pt x="13052" y="16051"/>
                    <a:pt x="13052" y="16051"/>
                  </a:cubicBezTo>
                  <a:cubicBezTo>
                    <a:pt x="13052" y="16051"/>
                    <a:pt x="13052" y="16051"/>
                    <a:pt x="13052" y="16051"/>
                  </a:cubicBezTo>
                  <a:cubicBezTo>
                    <a:pt x="13052" y="16150"/>
                    <a:pt x="13052" y="16150"/>
                    <a:pt x="13052" y="16150"/>
                  </a:cubicBezTo>
                  <a:cubicBezTo>
                    <a:pt x="12936" y="16150"/>
                    <a:pt x="12936" y="16150"/>
                    <a:pt x="12936" y="16150"/>
                  </a:cubicBezTo>
                  <a:cubicBezTo>
                    <a:pt x="12936" y="16150"/>
                    <a:pt x="12936" y="16150"/>
                    <a:pt x="12936" y="16150"/>
                  </a:cubicBezTo>
                  <a:cubicBezTo>
                    <a:pt x="12936" y="16150"/>
                    <a:pt x="12936" y="16150"/>
                    <a:pt x="12936" y="16150"/>
                  </a:cubicBezTo>
                  <a:cubicBezTo>
                    <a:pt x="12821" y="16150"/>
                    <a:pt x="12821" y="16150"/>
                    <a:pt x="12821" y="16150"/>
                  </a:cubicBezTo>
                  <a:cubicBezTo>
                    <a:pt x="12821" y="16150"/>
                    <a:pt x="12821" y="16150"/>
                    <a:pt x="12821" y="16150"/>
                  </a:cubicBezTo>
                  <a:cubicBezTo>
                    <a:pt x="12705" y="16150"/>
                    <a:pt x="12705" y="16150"/>
                    <a:pt x="12705" y="16150"/>
                  </a:cubicBezTo>
                  <a:cubicBezTo>
                    <a:pt x="12705" y="16150"/>
                    <a:pt x="12705" y="16150"/>
                    <a:pt x="12705" y="16150"/>
                  </a:cubicBezTo>
                  <a:cubicBezTo>
                    <a:pt x="12590" y="16150"/>
                    <a:pt x="12590" y="16150"/>
                    <a:pt x="12590" y="16150"/>
                  </a:cubicBezTo>
                  <a:cubicBezTo>
                    <a:pt x="12590" y="16150"/>
                    <a:pt x="12590" y="16150"/>
                    <a:pt x="12590" y="16150"/>
                  </a:cubicBezTo>
                  <a:cubicBezTo>
                    <a:pt x="12590" y="16150"/>
                    <a:pt x="12590" y="16150"/>
                    <a:pt x="12590" y="16150"/>
                  </a:cubicBezTo>
                  <a:cubicBezTo>
                    <a:pt x="12474" y="16150"/>
                    <a:pt x="12474" y="16150"/>
                    <a:pt x="12474" y="16150"/>
                  </a:cubicBezTo>
                  <a:cubicBezTo>
                    <a:pt x="12474" y="16150"/>
                    <a:pt x="12474" y="16150"/>
                    <a:pt x="12474" y="16150"/>
                  </a:cubicBezTo>
                  <a:cubicBezTo>
                    <a:pt x="12359" y="16051"/>
                    <a:pt x="12359" y="16051"/>
                    <a:pt x="12359" y="16051"/>
                  </a:cubicBezTo>
                  <a:cubicBezTo>
                    <a:pt x="12474" y="16051"/>
                    <a:pt x="12474" y="16051"/>
                    <a:pt x="12474" y="16051"/>
                  </a:cubicBezTo>
                  <a:cubicBezTo>
                    <a:pt x="12359" y="15952"/>
                    <a:pt x="12359" y="15952"/>
                    <a:pt x="12359" y="15952"/>
                  </a:cubicBezTo>
                  <a:cubicBezTo>
                    <a:pt x="12359" y="15952"/>
                    <a:pt x="12359" y="15952"/>
                    <a:pt x="12359" y="15952"/>
                  </a:cubicBezTo>
                  <a:cubicBezTo>
                    <a:pt x="12243" y="15952"/>
                    <a:pt x="12243" y="15952"/>
                    <a:pt x="12243" y="15952"/>
                  </a:cubicBezTo>
                  <a:cubicBezTo>
                    <a:pt x="12243" y="15853"/>
                    <a:pt x="12243" y="15853"/>
                    <a:pt x="12243" y="15853"/>
                  </a:cubicBezTo>
                  <a:cubicBezTo>
                    <a:pt x="12243" y="15754"/>
                    <a:pt x="12243" y="15754"/>
                    <a:pt x="12243" y="15754"/>
                  </a:cubicBezTo>
                  <a:cubicBezTo>
                    <a:pt x="12243" y="15754"/>
                    <a:pt x="12243" y="15754"/>
                    <a:pt x="12243" y="15754"/>
                  </a:cubicBezTo>
                  <a:cubicBezTo>
                    <a:pt x="12128" y="15655"/>
                    <a:pt x="12128" y="15655"/>
                    <a:pt x="12128" y="15655"/>
                  </a:cubicBezTo>
                  <a:cubicBezTo>
                    <a:pt x="12128" y="15754"/>
                    <a:pt x="12128" y="15754"/>
                    <a:pt x="12128" y="15754"/>
                  </a:cubicBezTo>
                  <a:cubicBezTo>
                    <a:pt x="12128" y="15754"/>
                    <a:pt x="12128" y="15754"/>
                    <a:pt x="12128" y="15754"/>
                  </a:cubicBezTo>
                  <a:cubicBezTo>
                    <a:pt x="12128" y="15754"/>
                    <a:pt x="12128" y="15754"/>
                    <a:pt x="12128" y="15754"/>
                  </a:cubicBezTo>
                  <a:cubicBezTo>
                    <a:pt x="12243" y="15853"/>
                    <a:pt x="12243" y="15853"/>
                    <a:pt x="12243" y="15853"/>
                  </a:cubicBezTo>
                  <a:cubicBezTo>
                    <a:pt x="12243" y="15853"/>
                    <a:pt x="12243" y="15853"/>
                    <a:pt x="12243" y="15853"/>
                  </a:cubicBezTo>
                  <a:cubicBezTo>
                    <a:pt x="12243" y="15952"/>
                    <a:pt x="12243" y="15952"/>
                    <a:pt x="12243" y="15952"/>
                  </a:cubicBezTo>
                  <a:cubicBezTo>
                    <a:pt x="12243" y="16051"/>
                    <a:pt x="12243" y="16051"/>
                    <a:pt x="12243" y="16051"/>
                  </a:cubicBezTo>
                  <a:cubicBezTo>
                    <a:pt x="12243" y="16051"/>
                    <a:pt x="12243" y="16051"/>
                    <a:pt x="12243" y="16051"/>
                  </a:cubicBezTo>
                  <a:cubicBezTo>
                    <a:pt x="12243" y="16051"/>
                    <a:pt x="12243" y="16051"/>
                    <a:pt x="12243" y="16051"/>
                  </a:cubicBezTo>
                  <a:cubicBezTo>
                    <a:pt x="12359" y="16051"/>
                    <a:pt x="12359" y="16051"/>
                    <a:pt x="12359" y="16051"/>
                  </a:cubicBezTo>
                  <a:cubicBezTo>
                    <a:pt x="12359" y="16150"/>
                    <a:pt x="12359" y="16150"/>
                    <a:pt x="12359" y="16150"/>
                  </a:cubicBezTo>
                  <a:cubicBezTo>
                    <a:pt x="12359" y="16249"/>
                    <a:pt x="12359" y="16249"/>
                    <a:pt x="12359" y="16249"/>
                  </a:cubicBezTo>
                  <a:cubicBezTo>
                    <a:pt x="12243" y="16348"/>
                    <a:pt x="12243" y="16348"/>
                    <a:pt x="12243" y="16348"/>
                  </a:cubicBezTo>
                  <a:cubicBezTo>
                    <a:pt x="12243" y="16348"/>
                    <a:pt x="12243" y="16348"/>
                    <a:pt x="12243" y="16348"/>
                  </a:cubicBezTo>
                  <a:cubicBezTo>
                    <a:pt x="12128" y="16348"/>
                    <a:pt x="12128" y="16348"/>
                    <a:pt x="12128" y="16348"/>
                  </a:cubicBezTo>
                  <a:cubicBezTo>
                    <a:pt x="12128" y="16348"/>
                    <a:pt x="12128" y="16348"/>
                    <a:pt x="12128" y="16348"/>
                  </a:cubicBezTo>
                  <a:cubicBezTo>
                    <a:pt x="12012" y="16348"/>
                    <a:pt x="12012" y="16348"/>
                    <a:pt x="12012" y="16348"/>
                  </a:cubicBezTo>
                  <a:cubicBezTo>
                    <a:pt x="12012" y="16447"/>
                    <a:pt x="12012" y="16447"/>
                    <a:pt x="12012"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546"/>
                    <a:pt x="11897" y="16546"/>
                    <a:pt x="11897" y="16546"/>
                  </a:cubicBezTo>
                  <a:cubicBezTo>
                    <a:pt x="11781" y="16546"/>
                    <a:pt x="11781" y="16546"/>
                    <a:pt x="11781" y="16546"/>
                  </a:cubicBezTo>
                  <a:cubicBezTo>
                    <a:pt x="11781" y="16546"/>
                    <a:pt x="11781" y="16546"/>
                    <a:pt x="11781" y="16546"/>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744"/>
                    <a:pt x="11666" y="16744"/>
                    <a:pt x="11666" y="16744"/>
                  </a:cubicBezTo>
                  <a:cubicBezTo>
                    <a:pt x="11666" y="16744"/>
                    <a:pt x="11666" y="16744"/>
                    <a:pt x="11666"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844"/>
                    <a:pt x="11550" y="16844"/>
                    <a:pt x="11550" y="16844"/>
                  </a:cubicBezTo>
                  <a:cubicBezTo>
                    <a:pt x="11550" y="16844"/>
                    <a:pt x="11550" y="16844"/>
                    <a:pt x="11550" y="16844"/>
                  </a:cubicBezTo>
                  <a:cubicBezTo>
                    <a:pt x="11435" y="16844"/>
                    <a:pt x="11435" y="16844"/>
                    <a:pt x="11435" y="16844"/>
                  </a:cubicBezTo>
                  <a:cubicBezTo>
                    <a:pt x="11319" y="16943"/>
                    <a:pt x="11319" y="16943"/>
                    <a:pt x="11319" y="16943"/>
                  </a:cubicBezTo>
                  <a:cubicBezTo>
                    <a:pt x="11319" y="17042"/>
                    <a:pt x="11319" y="17042"/>
                    <a:pt x="11319" y="17042"/>
                  </a:cubicBezTo>
                  <a:cubicBezTo>
                    <a:pt x="11319" y="17042"/>
                    <a:pt x="11319" y="17042"/>
                    <a:pt x="11319" y="17042"/>
                  </a:cubicBezTo>
                  <a:cubicBezTo>
                    <a:pt x="11319" y="17141"/>
                    <a:pt x="11319" y="17141"/>
                    <a:pt x="11319" y="17141"/>
                  </a:cubicBezTo>
                  <a:cubicBezTo>
                    <a:pt x="11204" y="17240"/>
                    <a:pt x="11204" y="17240"/>
                    <a:pt x="11204" y="17240"/>
                  </a:cubicBezTo>
                  <a:cubicBezTo>
                    <a:pt x="11204" y="17240"/>
                    <a:pt x="11204" y="17240"/>
                    <a:pt x="11204" y="17240"/>
                  </a:cubicBezTo>
                  <a:cubicBezTo>
                    <a:pt x="11088" y="17240"/>
                    <a:pt x="11088" y="17240"/>
                    <a:pt x="11088" y="17240"/>
                  </a:cubicBezTo>
                  <a:cubicBezTo>
                    <a:pt x="11088" y="17141"/>
                    <a:pt x="11088" y="17141"/>
                    <a:pt x="11088" y="17141"/>
                  </a:cubicBezTo>
                  <a:cubicBezTo>
                    <a:pt x="11088" y="17141"/>
                    <a:pt x="11088" y="17141"/>
                    <a:pt x="11088" y="17141"/>
                  </a:cubicBezTo>
                  <a:cubicBezTo>
                    <a:pt x="11088" y="17141"/>
                    <a:pt x="11088" y="17141"/>
                    <a:pt x="11088" y="17141"/>
                  </a:cubicBezTo>
                  <a:cubicBezTo>
                    <a:pt x="11088" y="17141"/>
                    <a:pt x="11088" y="17141"/>
                    <a:pt x="11088" y="17141"/>
                  </a:cubicBezTo>
                  <a:cubicBezTo>
                    <a:pt x="11088" y="17240"/>
                    <a:pt x="11088" y="17240"/>
                    <a:pt x="11088" y="17240"/>
                  </a:cubicBezTo>
                  <a:cubicBezTo>
                    <a:pt x="11088" y="17240"/>
                    <a:pt x="11088" y="17240"/>
                    <a:pt x="11088" y="17240"/>
                  </a:cubicBezTo>
                  <a:cubicBezTo>
                    <a:pt x="10973" y="17240"/>
                    <a:pt x="10973" y="17240"/>
                    <a:pt x="10973" y="17240"/>
                  </a:cubicBezTo>
                  <a:cubicBezTo>
                    <a:pt x="10857" y="17339"/>
                    <a:pt x="10857" y="17339"/>
                    <a:pt x="10857" y="17339"/>
                  </a:cubicBezTo>
                  <a:cubicBezTo>
                    <a:pt x="10857" y="17438"/>
                    <a:pt x="10857" y="17438"/>
                    <a:pt x="10857" y="17438"/>
                  </a:cubicBezTo>
                  <a:cubicBezTo>
                    <a:pt x="10857" y="17339"/>
                    <a:pt x="10857" y="17339"/>
                    <a:pt x="10857" y="17339"/>
                  </a:cubicBezTo>
                  <a:cubicBezTo>
                    <a:pt x="10857" y="17339"/>
                    <a:pt x="10857" y="17339"/>
                    <a:pt x="10857" y="17339"/>
                  </a:cubicBezTo>
                  <a:cubicBezTo>
                    <a:pt x="10742" y="17339"/>
                    <a:pt x="10742" y="17339"/>
                    <a:pt x="10742" y="17339"/>
                  </a:cubicBezTo>
                  <a:cubicBezTo>
                    <a:pt x="10742" y="17339"/>
                    <a:pt x="10742" y="17339"/>
                    <a:pt x="10742" y="17339"/>
                  </a:cubicBezTo>
                  <a:cubicBezTo>
                    <a:pt x="10742" y="17339"/>
                    <a:pt x="10742" y="17339"/>
                    <a:pt x="10742" y="17339"/>
                  </a:cubicBezTo>
                  <a:cubicBezTo>
                    <a:pt x="10742" y="17339"/>
                    <a:pt x="10742" y="17339"/>
                    <a:pt x="10742" y="17339"/>
                  </a:cubicBezTo>
                  <a:cubicBezTo>
                    <a:pt x="10626" y="17339"/>
                    <a:pt x="10626" y="17339"/>
                    <a:pt x="10626" y="17339"/>
                  </a:cubicBezTo>
                  <a:cubicBezTo>
                    <a:pt x="10626" y="17240"/>
                    <a:pt x="10626" y="17240"/>
                    <a:pt x="10626" y="17240"/>
                  </a:cubicBezTo>
                  <a:cubicBezTo>
                    <a:pt x="10511" y="17240"/>
                    <a:pt x="10511" y="17240"/>
                    <a:pt x="10511" y="17240"/>
                  </a:cubicBezTo>
                  <a:cubicBezTo>
                    <a:pt x="10511" y="17339"/>
                    <a:pt x="10511" y="17339"/>
                    <a:pt x="10511" y="17339"/>
                  </a:cubicBezTo>
                  <a:cubicBezTo>
                    <a:pt x="10511" y="17339"/>
                    <a:pt x="10511" y="17339"/>
                    <a:pt x="10511" y="17339"/>
                  </a:cubicBezTo>
                  <a:cubicBezTo>
                    <a:pt x="10626" y="17339"/>
                    <a:pt x="10626" y="17339"/>
                    <a:pt x="10626" y="17339"/>
                  </a:cubicBezTo>
                  <a:cubicBezTo>
                    <a:pt x="10626" y="17438"/>
                    <a:pt x="10626" y="17438"/>
                    <a:pt x="10626" y="17438"/>
                  </a:cubicBezTo>
                  <a:cubicBezTo>
                    <a:pt x="10626" y="17438"/>
                    <a:pt x="10626" y="17438"/>
                    <a:pt x="10626" y="17438"/>
                  </a:cubicBezTo>
                  <a:cubicBezTo>
                    <a:pt x="10626" y="17537"/>
                    <a:pt x="10626" y="17537"/>
                    <a:pt x="10626" y="17537"/>
                  </a:cubicBezTo>
                  <a:cubicBezTo>
                    <a:pt x="10511" y="17537"/>
                    <a:pt x="10511" y="17537"/>
                    <a:pt x="10511" y="17537"/>
                  </a:cubicBezTo>
                  <a:cubicBezTo>
                    <a:pt x="10395" y="17537"/>
                    <a:pt x="10395" y="17537"/>
                    <a:pt x="10395" y="17537"/>
                  </a:cubicBezTo>
                  <a:cubicBezTo>
                    <a:pt x="10280" y="17636"/>
                    <a:pt x="10280" y="17636"/>
                    <a:pt x="10280" y="17636"/>
                  </a:cubicBezTo>
                  <a:cubicBezTo>
                    <a:pt x="10280" y="17636"/>
                    <a:pt x="10280" y="17636"/>
                    <a:pt x="10280" y="17636"/>
                  </a:cubicBezTo>
                  <a:cubicBezTo>
                    <a:pt x="10164" y="17636"/>
                    <a:pt x="10164" y="17636"/>
                    <a:pt x="10164" y="17636"/>
                  </a:cubicBezTo>
                  <a:cubicBezTo>
                    <a:pt x="10164" y="17537"/>
                    <a:pt x="10164" y="17537"/>
                    <a:pt x="10164" y="17537"/>
                  </a:cubicBezTo>
                  <a:cubicBezTo>
                    <a:pt x="10280" y="17537"/>
                    <a:pt x="10280" y="17537"/>
                    <a:pt x="10280"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636"/>
                    <a:pt x="10164" y="17636"/>
                    <a:pt x="10164" y="17636"/>
                  </a:cubicBezTo>
                  <a:cubicBezTo>
                    <a:pt x="10049" y="17636"/>
                    <a:pt x="10049" y="17636"/>
                    <a:pt x="10049" y="17636"/>
                  </a:cubicBezTo>
                  <a:cubicBezTo>
                    <a:pt x="10049" y="17636"/>
                    <a:pt x="10049" y="17636"/>
                    <a:pt x="10049" y="17636"/>
                  </a:cubicBezTo>
                  <a:cubicBezTo>
                    <a:pt x="9933" y="17636"/>
                    <a:pt x="9933" y="17636"/>
                    <a:pt x="9933" y="17636"/>
                  </a:cubicBezTo>
                  <a:cubicBezTo>
                    <a:pt x="9933" y="17537"/>
                    <a:pt x="9933" y="17537"/>
                    <a:pt x="9933" y="17537"/>
                  </a:cubicBezTo>
                  <a:cubicBezTo>
                    <a:pt x="9933" y="17537"/>
                    <a:pt x="9933" y="17537"/>
                    <a:pt x="9933" y="17537"/>
                  </a:cubicBezTo>
                  <a:cubicBezTo>
                    <a:pt x="9933" y="17438"/>
                    <a:pt x="9933" y="17438"/>
                    <a:pt x="9933" y="17438"/>
                  </a:cubicBezTo>
                  <a:cubicBezTo>
                    <a:pt x="9933" y="17438"/>
                    <a:pt x="9933" y="17438"/>
                    <a:pt x="9933" y="17438"/>
                  </a:cubicBezTo>
                  <a:cubicBezTo>
                    <a:pt x="9818" y="17438"/>
                    <a:pt x="9818" y="17438"/>
                    <a:pt x="9818" y="17438"/>
                  </a:cubicBezTo>
                  <a:cubicBezTo>
                    <a:pt x="9818" y="17537"/>
                    <a:pt x="9818" y="17537"/>
                    <a:pt x="9818" y="17537"/>
                  </a:cubicBezTo>
                  <a:cubicBezTo>
                    <a:pt x="9818" y="17537"/>
                    <a:pt x="9818" y="17537"/>
                    <a:pt x="9818" y="17537"/>
                  </a:cubicBezTo>
                  <a:cubicBezTo>
                    <a:pt x="9818" y="17636"/>
                    <a:pt x="9818" y="17636"/>
                    <a:pt x="9818" y="17636"/>
                  </a:cubicBezTo>
                  <a:cubicBezTo>
                    <a:pt x="9818" y="17636"/>
                    <a:pt x="9818" y="17636"/>
                    <a:pt x="9818" y="17636"/>
                  </a:cubicBezTo>
                  <a:cubicBezTo>
                    <a:pt x="9818" y="17636"/>
                    <a:pt x="9818" y="17636"/>
                    <a:pt x="9818" y="17636"/>
                  </a:cubicBezTo>
                  <a:cubicBezTo>
                    <a:pt x="9702" y="17537"/>
                    <a:pt x="9702" y="17537"/>
                    <a:pt x="9702" y="17537"/>
                  </a:cubicBezTo>
                  <a:cubicBezTo>
                    <a:pt x="9702" y="17438"/>
                    <a:pt x="9702" y="17438"/>
                    <a:pt x="9702" y="17438"/>
                  </a:cubicBezTo>
                  <a:cubicBezTo>
                    <a:pt x="9702" y="17438"/>
                    <a:pt x="9702" y="17438"/>
                    <a:pt x="9702" y="17438"/>
                  </a:cubicBezTo>
                  <a:cubicBezTo>
                    <a:pt x="9818" y="17339"/>
                    <a:pt x="9818" y="17339"/>
                    <a:pt x="9818" y="17339"/>
                  </a:cubicBezTo>
                  <a:cubicBezTo>
                    <a:pt x="9818" y="17339"/>
                    <a:pt x="9818" y="17339"/>
                    <a:pt x="9818" y="17339"/>
                  </a:cubicBezTo>
                  <a:cubicBezTo>
                    <a:pt x="9818" y="17339"/>
                    <a:pt x="9818" y="17339"/>
                    <a:pt x="9818" y="17339"/>
                  </a:cubicBezTo>
                  <a:cubicBezTo>
                    <a:pt x="9702" y="17240"/>
                    <a:pt x="9702" y="17240"/>
                    <a:pt x="9702"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339"/>
                    <a:pt x="9587" y="17339"/>
                    <a:pt x="9587" y="17339"/>
                  </a:cubicBezTo>
                  <a:cubicBezTo>
                    <a:pt x="9587" y="17339"/>
                    <a:pt x="9587" y="17339"/>
                    <a:pt x="9587" y="17339"/>
                  </a:cubicBezTo>
                  <a:cubicBezTo>
                    <a:pt x="9587" y="17339"/>
                    <a:pt x="9587" y="17339"/>
                    <a:pt x="9587" y="17339"/>
                  </a:cubicBezTo>
                  <a:cubicBezTo>
                    <a:pt x="9587" y="17438"/>
                    <a:pt x="9587" y="17438"/>
                    <a:pt x="9587" y="17438"/>
                  </a:cubicBezTo>
                  <a:cubicBezTo>
                    <a:pt x="9587" y="17537"/>
                    <a:pt x="9587" y="17537"/>
                    <a:pt x="9587" y="17537"/>
                  </a:cubicBezTo>
                  <a:cubicBezTo>
                    <a:pt x="9471" y="17537"/>
                    <a:pt x="9471" y="17537"/>
                    <a:pt x="9471" y="17537"/>
                  </a:cubicBezTo>
                  <a:cubicBezTo>
                    <a:pt x="9471" y="17537"/>
                    <a:pt x="9471" y="17537"/>
                    <a:pt x="9471" y="17537"/>
                  </a:cubicBezTo>
                  <a:cubicBezTo>
                    <a:pt x="9356" y="17438"/>
                    <a:pt x="9356" y="17438"/>
                    <a:pt x="9356" y="17438"/>
                  </a:cubicBezTo>
                  <a:cubicBezTo>
                    <a:pt x="9356" y="17438"/>
                    <a:pt x="9356" y="17438"/>
                    <a:pt x="9356" y="17438"/>
                  </a:cubicBezTo>
                  <a:cubicBezTo>
                    <a:pt x="9356" y="17537"/>
                    <a:pt x="9356" y="17537"/>
                    <a:pt x="9356" y="17537"/>
                  </a:cubicBezTo>
                  <a:cubicBezTo>
                    <a:pt x="9356" y="17537"/>
                    <a:pt x="9356" y="17537"/>
                    <a:pt x="9356" y="17537"/>
                  </a:cubicBezTo>
                  <a:cubicBezTo>
                    <a:pt x="9356" y="17636"/>
                    <a:pt x="9356" y="17636"/>
                    <a:pt x="9356" y="17636"/>
                  </a:cubicBezTo>
                  <a:cubicBezTo>
                    <a:pt x="9471" y="17735"/>
                    <a:pt x="9471" y="17735"/>
                    <a:pt x="9471" y="17735"/>
                  </a:cubicBezTo>
                  <a:cubicBezTo>
                    <a:pt x="9471" y="17735"/>
                    <a:pt x="9471" y="17735"/>
                    <a:pt x="9471" y="17735"/>
                  </a:cubicBezTo>
                  <a:cubicBezTo>
                    <a:pt x="9356" y="17735"/>
                    <a:pt x="9356" y="17735"/>
                    <a:pt x="9356" y="17735"/>
                  </a:cubicBezTo>
                  <a:cubicBezTo>
                    <a:pt x="9356" y="17735"/>
                    <a:pt x="9356" y="17735"/>
                    <a:pt x="9356" y="17735"/>
                  </a:cubicBezTo>
                  <a:cubicBezTo>
                    <a:pt x="9356" y="17834"/>
                    <a:pt x="9356" y="17834"/>
                    <a:pt x="9356" y="17834"/>
                  </a:cubicBezTo>
                  <a:cubicBezTo>
                    <a:pt x="9240" y="17834"/>
                    <a:pt x="9240" y="17834"/>
                    <a:pt x="9240" y="17834"/>
                  </a:cubicBezTo>
                  <a:cubicBezTo>
                    <a:pt x="9240" y="17735"/>
                    <a:pt x="9240" y="17735"/>
                    <a:pt x="9240" y="17735"/>
                  </a:cubicBezTo>
                  <a:cubicBezTo>
                    <a:pt x="9125" y="17834"/>
                    <a:pt x="9125" y="17834"/>
                    <a:pt x="9125" y="17834"/>
                  </a:cubicBezTo>
                  <a:cubicBezTo>
                    <a:pt x="9125" y="17834"/>
                    <a:pt x="9125" y="17834"/>
                    <a:pt x="9125" y="17834"/>
                  </a:cubicBezTo>
                  <a:cubicBezTo>
                    <a:pt x="9009" y="17834"/>
                    <a:pt x="9009" y="17834"/>
                    <a:pt x="9009" y="17834"/>
                  </a:cubicBezTo>
                  <a:cubicBezTo>
                    <a:pt x="9009" y="17834"/>
                    <a:pt x="9009" y="17834"/>
                    <a:pt x="9009" y="17834"/>
                  </a:cubicBezTo>
                  <a:cubicBezTo>
                    <a:pt x="9009" y="17735"/>
                    <a:pt x="9009" y="17735"/>
                    <a:pt x="9009" y="17735"/>
                  </a:cubicBezTo>
                  <a:cubicBezTo>
                    <a:pt x="8894" y="17735"/>
                    <a:pt x="8894" y="17735"/>
                    <a:pt x="8894" y="17735"/>
                  </a:cubicBezTo>
                  <a:cubicBezTo>
                    <a:pt x="8894" y="17735"/>
                    <a:pt x="8894" y="17735"/>
                    <a:pt x="8894" y="17735"/>
                  </a:cubicBezTo>
                  <a:cubicBezTo>
                    <a:pt x="8894" y="17735"/>
                    <a:pt x="8894" y="17735"/>
                    <a:pt x="8894" y="17735"/>
                  </a:cubicBezTo>
                  <a:cubicBezTo>
                    <a:pt x="8894" y="17834"/>
                    <a:pt x="8894" y="17834"/>
                    <a:pt x="8894" y="17834"/>
                  </a:cubicBezTo>
                  <a:cubicBezTo>
                    <a:pt x="8894" y="17834"/>
                    <a:pt x="8894" y="17834"/>
                    <a:pt x="8894" y="17834"/>
                  </a:cubicBezTo>
                  <a:cubicBezTo>
                    <a:pt x="8778" y="17834"/>
                    <a:pt x="8778" y="17834"/>
                    <a:pt x="8778" y="17834"/>
                  </a:cubicBezTo>
                  <a:cubicBezTo>
                    <a:pt x="8778" y="17735"/>
                    <a:pt x="8778" y="17735"/>
                    <a:pt x="8778" y="17735"/>
                  </a:cubicBezTo>
                  <a:cubicBezTo>
                    <a:pt x="8778" y="17735"/>
                    <a:pt x="8778" y="17735"/>
                    <a:pt x="8778" y="17735"/>
                  </a:cubicBezTo>
                  <a:cubicBezTo>
                    <a:pt x="8663" y="17735"/>
                    <a:pt x="8663" y="17735"/>
                    <a:pt x="8663" y="17735"/>
                  </a:cubicBezTo>
                  <a:cubicBezTo>
                    <a:pt x="8663" y="17735"/>
                    <a:pt x="8663" y="17735"/>
                    <a:pt x="8663" y="17735"/>
                  </a:cubicBezTo>
                  <a:cubicBezTo>
                    <a:pt x="8663" y="17735"/>
                    <a:pt x="8663" y="17735"/>
                    <a:pt x="8663" y="17735"/>
                  </a:cubicBezTo>
                  <a:cubicBezTo>
                    <a:pt x="8547" y="17834"/>
                    <a:pt x="8547" y="17834"/>
                    <a:pt x="8547" y="17834"/>
                  </a:cubicBezTo>
                  <a:cubicBezTo>
                    <a:pt x="8547" y="17834"/>
                    <a:pt x="8547" y="17834"/>
                    <a:pt x="8547" y="17834"/>
                  </a:cubicBezTo>
                  <a:cubicBezTo>
                    <a:pt x="8663" y="17834"/>
                    <a:pt x="8663" y="17834"/>
                    <a:pt x="8663" y="17834"/>
                  </a:cubicBezTo>
                  <a:cubicBezTo>
                    <a:pt x="8663" y="17933"/>
                    <a:pt x="8663" y="17933"/>
                    <a:pt x="8663" y="17933"/>
                  </a:cubicBezTo>
                  <a:cubicBezTo>
                    <a:pt x="8547" y="18033"/>
                    <a:pt x="8547" y="18033"/>
                    <a:pt x="8547" y="18033"/>
                  </a:cubicBezTo>
                  <a:cubicBezTo>
                    <a:pt x="8432" y="18132"/>
                    <a:pt x="8432" y="18132"/>
                    <a:pt x="8432" y="18132"/>
                  </a:cubicBezTo>
                  <a:cubicBezTo>
                    <a:pt x="8432" y="18132"/>
                    <a:pt x="8432" y="18132"/>
                    <a:pt x="8432" y="18132"/>
                  </a:cubicBezTo>
                  <a:cubicBezTo>
                    <a:pt x="8316" y="18132"/>
                    <a:pt x="8316" y="18132"/>
                    <a:pt x="8316" y="18132"/>
                  </a:cubicBezTo>
                  <a:cubicBezTo>
                    <a:pt x="8316" y="18033"/>
                    <a:pt x="8316" y="18033"/>
                    <a:pt x="8316" y="18033"/>
                  </a:cubicBezTo>
                  <a:cubicBezTo>
                    <a:pt x="8316" y="18033"/>
                    <a:pt x="8316" y="18033"/>
                    <a:pt x="8316" y="18033"/>
                  </a:cubicBezTo>
                  <a:cubicBezTo>
                    <a:pt x="8201" y="18033"/>
                    <a:pt x="8201" y="18033"/>
                    <a:pt x="8201" y="18033"/>
                  </a:cubicBezTo>
                  <a:cubicBezTo>
                    <a:pt x="8201" y="18033"/>
                    <a:pt x="8201" y="18033"/>
                    <a:pt x="8201" y="18033"/>
                  </a:cubicBezTo>
                  <a:cubicBezTo>
                    <a:pt x="8201" y="18033"/>
                    <a:pt x="8201" y="18033"/>
                    <a:pt x="8201" y="18033"/>
                  </a:cubicBezTo>
                  <a:cubicBezTo>
                    <a:pt x="8085" y="18033"/>
                    <a:pt x="8085" y="18033"/>
                    <a:pt x="8085" y="18033"/>
                  </a:cubicBezTo>
                  <a:cubicBezTo>
                    <a:pt x="8085" y="18033"/>
                    <a:pt x="8085" y="18033"/>
                    <a:pt x="8085" y="18033"/>
                  </a:cubicBezTo>
                  <a:cubicBezTo>
                    <a:pt x="8085" y="18033"/>
                    <a:pt x="8085" y="18033"/>
                    <a:pt x="8085" y="18033"/>
                  </a:cubicBezTo>
                  <a:cubicBezTo>
                    <a:pt x="8085" y="18033"/>
                    <a:pt x="8085" y="18033"/>
                    <a:pt x="8085" y="18033"/>
                  </a:cubicBezTo>
                  <a:cubicBezTo>
                    <a:pt x="8085" y="18132"/>
                    <a:pt x="8085" y="18132"/>
                    <a:pt x="8085" y="18132"/>
                  </a:cubicBezTo>
                  <a:cubicBezTo>
                    <a:pt x="8085" y="18132"/>
                    <a:pt x="8085" y="18132"/>
                    <a:pt x="8085" y="18132"/>
                  </a:cubicBezTo>
                  <a:cubicBezTo>
                    <a:pt x="8085" y="18231"/>
                    <a:pt x="8085" y="18231"/>
                    <a:pt x="8085" y="18231"/>
                  </a:cubicBezTo>
                  <a:cubicBezTo>
                    <a:pt x="8085" y="18231"/>
                    <a:pt x="8085" y="18231"/>
                    <a:pt x="8085" y="18231"/>
                  </a:cubicBezTo>
                  <a:cubicBezTo>
                    <a:pt x="8201" y="18231"/>
                    <a:pt x="8201" y="18231"/>
                    <a:pt x="8201" y="18231"/>
                  </a:cubicBezTo>
                  <a:cubicBezTo>
                    <a:pt x="8201" y="18330"/>
                    <a:pt x="8201" y="18330"/>
                    <a:pt x="8201" y="18330"/>
                  </a:cubicBezTo>
                  <a:cubicBezTo>
                    <a:pt x="8201" y="18429"/>
                    <a:pt x="8201" y="18429"/>
                    <a:pt x="8201" y="18429"/>
                  </a:cubicBezTo>
                  <a:cubicBezTo>
                    <a:pt x="8201" y="18528"/>
                    <a:pt x="8201" y="18528"/>
                    <a:pt x="8201" y="18528"/>
                  </a:cubicBezTo>
                  <a:cubicBezTo>
                    <a:pt x="8085" y="18528"/>
                    <a:pt x="8085" y="18528"/>
                    <a:pt x="8085" y="18528"/>
                  </a:cubicBezTo>
                  <a:cubicBezTo>
                    <a:pt x="8085" y="18528"/>
                    <a:pt x="8085" y="18528"/>
                    <a:pt x="8085" y="18528"/>
                  </a:cubicBezTo>
                  <a:cubicBezTo>
                    <a:pt x="8085" y="18528"/>
                    <a:pt x="8085" y="18528"/>
                    <a:pt x="8085" y="18528"/>
                  </a:cubicBezTo>
                  <a:cubicBezTo>
                    <a:pt x="7970" y="18528"/>
                    <a:pt x="7970" y="18528"/>
                    <a:pt x="7970" y="18528"/>
                  </a:cubicBezTo>
                  <a:cubicBezTo>
                    <a:pt x="7854" y="18528"/>
                    <a:pt x="7854" y="18528"/>
                    <a:pt x="7854" y="18528"/>
                  </a:cubicBezTo>
                  <a:cubicBezTo>
                    <a:pt x="7739" y="18528"/>
                    <a:pt x="7739" y="18528"/>
                    <a:pt x="7739" y="18528"/>
                  </a:cubicBezTo>
                  <a:cubicBezTo>
                    <a:pt x="7739" y="18528"/>
                    <a:pt x="7739" y="18528"/>
                    <a:pt x="7739" y="18528"/>
                  </a:cubicBezTo>
                  <a:cubicBezTo>
                    <a:pt x="7739" y="18627"/>
                    <a:pt x="7739" y="18627"/>
                    <a:pt x="7739" y="18627"/>
                  </a:cubicBezTo>
                  <a:cubicBezTo>
                    <a:pt x="7854" y="18627"/>
                    <a:pt x="7854" y="18627"/>
                    <a:pt x="7854" y="18627"/>
                  </a:cubicBezTo>
                  <a:cubicBezTo>
                    <a:pt x="7970" y="18627"/>
                    <a:pt x="7970" y="18627"/>
                    <a:pt x="7970" y="18627"/>
                  </a:cubicBezTo>
                  <a:cubicBezTo>
                    <a:pt x="7970" y="18726"/>
                    <a:pt x="7970" y="18726"/>
                    <a:pt x="7970" y="18726"/>
                  </a:cubicBezTo>
                  <a:cubicBezTo>
                    <a:pt x="8085" y="18726"/>
                    <a:pt x="8085" y="18726"/>
                    <a:pt x="8085" y="18726"/>
                  </a:cubicBezTo>
                  <a:cubicBezTo>
                    <a:pt x="8085" y="18726"/>
                    <a:pt x="8085" y="18726"/>
                    <a:pt x="8085" y="18726"/>
                  </a:cubicBezTo>
                  <a:cubicBezTo>
                    <a:pt x="8085" y="18726"/>
                    <a:pt x="8085" y="18726"/>
                    <a:pt x="8085" y="18726"/>
                  </a:cubicBezTo>
                  <a:cubicBezTo>
                    <a:pt x="8085" y="18726"/>
                    <a:pt x="8085" y="18726"/>
                    <a:pt x="8085" y="18726"/>
                  </a:cubicBezTo>
                  <a:cubicBezTo>
                    <a:pt x="8085" y="18825"/>
                    <a:pt x="8085" y="18825"/>
                    <a:pt x="8085" y="18825"/>
                  </a:cubicBezTo>
                  <a:cubicBezTo>
                    <a:pt x="8085" y="18825"/>
                    <a:pt x="8085" y="18825"/>
                    <a:pt x="8085" y="18825"/>
                  </a:cubicBezTo>
                  <a:cubicBezTo>
                    <a:pt x="7970" y="18825"/>
                    <a:pt x="7970" y="18825"/>
                    <a:pt x="7970" y="18825"/>
                  </a:cubicBezTo>
                  <a:cubicBezTo>
                    <a:pt x="7970" y="18825"/>
                    <a:pt x="7970" y="18825"/>
                    <a:pt x="7970" y="18825"/>
                  </a:cubicBezTo>
                  <a:cubicBezTo>
                    <a:pt x="8085" y="18825"/>
                    <a:pt x="8085" y="18825"/>
                    <a:pt x="8085" y="18825"/>
                  </a:cubicBezTo>
                  <a:cubicBezTo>
                    <a:pt x="8085" y="18924"/>
                    <a:pt x="8085" y="18924"/>
                    <a:pt x="8085" y="18924"/>
                  </a:cubicBezTo>
                  <a:cubicBezTo>
                    <a:pt x="8085" y="18924"/>
                    <a:pt x="8085" y="18924"/>
                    <a:pt x="8085" y="18924"/>
                  </a:cubicBezTo>
                  <a:cubicBezTo>
                    <a:pt x="8085" y="19023"/>
                    <a:pt x="8085" y="19023"/>
                    <a:pt x="8085" y="19023"/>
                  </a:cubicBezTo>
                  <a:cubicBezTo>
                    <a:pt x="8085" y="19023"/>
                    <a:pt x="8085" y="19023"/>
                    <a:pt x="8085" y="19023"/>
                  </a:cubicBezTo>
                  <a:cubicBezTo>
                    <a:pt x="7970" y="19023"/>
                    <a:pt x="7970" y="19023"/>
                    <a:pt x="7970" y="19023"/>
                  </a:cubicBezTo>
                  <a:cubicBezTo>
                    <a:pt x="7970" y="19023"/>
                    <a:pt x="7970" y="19023"/>
                    <a:pt x="7970" y="19023"/>
                  </a:cubicBezTo>
                  <a:cubicBezTo>
                    <a:pt x="7854" y="18924"/>
                    <a:pt x="7854" y="18924"/>
                    <a:pt x="7854" y="18924"/>
                  </a:cubicBezTo>
                  <a:cubicBezTo>
                    <a:pt x="7854" y="18924"/>
                    <a:pt x="7854" y="18924"/>
                    <a:pt x="7854" y="18924"/>
                  </a:cubicBezTo>
                  <a:cubicBezTo>
                    <a:pt x="7739" y="18924"/>
                    <a:pt x="7739" y="18924"/>
                    <a:pt x="7739" y="18924"/>
                  </a:cubicBezTo>
                  <a:cubicBezTo>
                    <a:pt x="7739" y="18924"/>
                    <a:pt x="7739" y="18924"/>
                    <a:pt x="7739" y="18924"/>
                  </a:cubicBezTo>
                  <a:cubicBezTo>
                    <a:pt x="7623" y="18825"/>
                    <a:pt x="7623" y="18825"/>
                    <a:pt x="7623" y="18825"/>
                  </a:cubicBezTo>
                  <a:cubicBezTo>
                    <a:pt x="7623" y="18924"/>
                    <a:pt x="7623" y="18924"/>
                    <a:pt x="7623" y="18924"/>
                  </a:cubicBezTo>
                  <a:cubicBezTo>
                    <a:pt x="7623" y="18924"/>
                    <a:pt x="7623" y="18924"/>
                    <a:pt x="7623" y="18924"/>
                  </a:cubicBezTo>
                  <a:cubicBezTo>
                    <a:pt x="7739" y="18924"/>
                    <a:pt x="7739" y="18924"/>
                    <a:pt x="7739" y="18924"/>
                  </a:cubicBezTo>
                  <a:cubicBezTo>
                    <a:pt x="7739" y="18924"/>
                    <a:pt x="7739" y="18924"/>
                    <a:pt x="7739" y="18924"/>
                  </a:cubicBezTo>
                  <a:cubicBezTo>
                    <a:pt x="7854" y="19023"/>
                    <a:pt x="7854" y="19023"/>
                    <a:pt x="7854" y="19023"/>
                  </a:cubicBezTo>
                  <a:cubicBezTo>
                    <a:pt x="7970" y="19023"/>
                    <a:pt x="7970" y="19023"/>
                    <a:pt x="7970" y="19023"/>
                  </a:cubicBezTo>
                  <a:cubicBezTo>
                    <a:pt x="7970" y="19023"/>
                    <a:pt x="7970" y="19023"/>
                    <a:pt x="7970" y="19023"/>
                  </a:cubicBezTo>
                  <a:cubicBezTo>
                    <a:pt x="7970" y="19122"/>
                    <a:pt x="7970" y="19122"/>
                    <a:pt x="7970" y="19122"/>
                  </a:cubicBezTo>
                  <a:cubicBezTo>
                    <a:pt x="7970" y="19122"/>
                    <a:pt x="7970" y="19122"/>
                    <a:pt x="7970" y="19122"/>
                  </a:cubicBezTo>
                  <a:cubicBezTo>
                    <a:pt x="7854" y="19122"/>
                    <a:pt x="7854" y="19122"/>
                    <a:pt x="7854" y="19122"/>
                  </a:cubicBezTo>
                  <a:cubicBezTo>
                    <a:pt x="7854" y="19122"/>
                    <a:pt x="7854" y="19122"/>
                    <a:pt x="7854" y="19122"/>
                  </a:cubicBezTo>
                  <a:cubicBezTo>
                    <a:pt x="7854" y="19222"/>
                    <a:pt x="7854" y="19222"/>
                    <a:pt x="7854" y="19222"/>
                  </a:cubicBezTo>
                  <a:cubicBezTo>
                    <a:pt x="7739" y="19122"/>
                    <a:pt x="7739" y="19122"/>
                    <a:pt x="7739" y="19122"/>
                  </a:cubicBezTo>
                  <a:cubicBezTo>
                    <a:pt x="7623" y="19122"/>
                    <a:pt x="7623" y="19122"/>
                    <a:pt x="7623" y="19122"/>
                  </a:cubicBezTo>
                  <a:cubicBezTo>
                    <a:pt x="7623" y="19023"/>
                    <a:pt x="7623" y="19023"/>
                    <a:pt x="7623" y="19023"/>
                  </a:cubicBezTo>
                  <a:cubicBezTo>
                    <a:pt x="7508" y="19023"/>
                    <a:pt x="7508" y="19023"/>
                    <a:pt x="7508" y="19023"/>
                  </a:cubicBezTo>
                  <a:cubicBezTo>
                    <a:pt x="7508" y="19122"/>
                    <a:pt x="7508" y="19122"/>
                    <a:pt x="7508" y="19122"/>
                  </a:cubicBezTo>
                  <a:cubicBezTo>
                    <a:pt x="7508" y="19122"/>
                    <a:pt x="7508" y="19122"/>
                    <a:pt x="7508" y="19122"/>
                  </a:cubicBezTo>
                  <a:cubicBezTo>
                    <a:pt x="7508" y="19222"/>
                    <a:pt x="7508" y="19222"/>
                    <a:pt x="7508" y="19222"/>
                  </a:cubicBezTo>
                  <a:cubicBezTo>
                    <a:pt x="7508" y="19222"/>
                    <a:pt x="7508" y="19222"/>
                    <a:pt x="7508" y="19222"/>
                  </a:cubicBezTo>
                  <a:cubicBezTo>
                    <a:pt x="7623" y="19222"/>
                    <a:pt x="7623" y="19222"/>
                    <a:pt x="7623" y="19222"/>
                  </a:cubicBezTo>
                  <a:cubicBezTo>
                    <a:pt x="7623" y="19321"/>
                    <a:pt x="7623" y="19321"/>
                    <a:pt x="7623" y="19321"/>
                  </a:cubicBezTo>
                  <a:cubicBezTo>
                    <a:pt x="7623" y="19321"/>
                    <a:pt x="7623" y="19321"/>
                    <a:pt x="7623" y="19321"/>
                  </a:cubicBezTo>
                  <a:cubicBezTo>
                    <a:pt x="7623" y="19321"/>
                    <a:pt x="7623" y="19321"/>
                    <a:pt x="7623" y="19321"/>
                  </a:cubicBezTo>
                  <a:cubicBezTo>
                    <a:pt x="7623" y="19321"/>
                    <a:pt x="7623" y="19321"/>
                    <a:pt x="7623" y="19321"/>
                  </a:cubicBezTo>
                  <a:cubicBezTo>
                    <a:pt x="7508" y="19321"/>
                    <a:pt x="7508" y="19321"/>
                    <a:pt x="7508" y="19321"/>
                  </a:cubicBezTo>
                  <a:cubicBezTo>
                    <a:pt x="7392" y="19222"/>
                    <a:pt x="7392" y="19222"/>
                    <a:pt x="7392" y="19222"/>
                  </a:cubicBezTo>
                  <a:cubicBezTo>
                    <a:pt x="7392" y="19222"/>
                    <a:pt x="7392" y="19222"/>
                    <a:pt x="7392" y="19222"/>
                  </a:cubicBezTo>
                  <a:cubicBezTo>
                    <a:pt x="7392" y="19222"/>
                    <a:pt x="7392" y="19222"/>
                    <a:pt x="7392" y="19222"/>
                  </a:cubicBezTo>
                  <a:cubicBezTo>
                    <a:pt x="7392" y="19321"/>
                    <a:pt x="7392" y="19321"/>
                    <a:pt x="7392" y="19321"/>
                  </a:cubicBezTo>
                  <a:cubicBezTo>
                    <a:pt x="7508" y="19321"/>
                    <a:pt x="7508" y="19321"/>
                    <a:pt x="7508" y="19321"/>
                  </a:cubicBezTo>
                  <a:cubicBezTo>
                    <a:pt x="7508" y="19321"/>
                    <a:pt x="7508" y="19321"/>
                    <a:pt x="7508" y="19321"/>
                  </a:cubicBezTo>
                  <a:cubicBezTo>
                    <a:pt x="7623" y="19420"/>
                    <a:pt x="7623" y="19420"/>
                    <a:pt x="7623" y="19420"/>
                  </a:cubicBezTo>
                  <a:cubicBezTo>
                    <a:pt x="7623" y="19420"/>
                    <a:pt x="7623" y="19420"/>
                    <a:pt x="7623" y="19420"/>
                  </a:cubicBezTo>
                  <a:cubicBezTo>
                    <a:pt x="7508" y="19420"/>
                    <a:pt x="7508" y="19420"/>
                    <a:pt x="7508" y="19420"/>
                  </a:cubicBezTo>
                  <a:cubicBezTo>
                    <a:pt x="7392" y="19420"/>
                    <a:pt x="7392" y="19420"/>
                    <a:pt x="7392" y="19420"/>
                  </a:cubicBezTo>
                  <a:cubicBezTo>
                    <a:pt x="7392" y="19420"/>
                    <a:pt x="7392" y="19420"/>
                    <a:pt x="7392" y="19420"/>
                  </a:cubicBezTo>
                  <a:cubicBezTo>
                    <a:pt x="7392" y="19321"/>
                    <a:pt x="7392" y="19321"/>
                    <a:pt x="7392" y="19321"/>
                  </a:cubicBezTo>
                  <a:cubicBezTo>
                    <a:pt x="7277" y="19321"/>
                    <a:pt x="7277" y="19321"/>
                    <a:pt x="7277" y="19321"/>
                  </a:cubicBezTo>
                  <a:cubicBezTo>
                    <a:pt x="7277" y="19321"/>
                    <a:pt x="7277" y="19321"/>
                    <a:pt x="7277" y="19321"/>
                  </a:cubicBezTo>
                  <a:cubicBezTo>
                    <a:pt x="7277" y="19321"/>
                    <a:pt x="7277" y="19321"/>
                    <a:pt x="7277" y="19321"/>
                  </a:cubicBezTo>
                  <a:cubicBezTo>
                    <a:pt x="7277" y="19321"/>
                    <a:pt x="7277" y="19321"/>
                    <a:pt x="7277" y="19321"/>
                  </a:cubicBezTo>
                  <a:cubicBezTo>
                    <a:pt x="7277" y="19420"/>
                    <a:pt x="7277" y="19420"/>
                    <a:pt x="7277" y="19420"/>
                  </a:cubicBezTo>
                  <a:cubicBezTo>
                    <a:pt x="7277" y="19420"/>
                    <a:pt x="7277" y="19420"/>
                    <a:pt x="7277" y="19420"/>
                  </a:cubicBezTo>
                  <a:cubicBezTo>
                    <a:pt x="7277" y="19519"/>
                    <a:pt x="7277" y="19519"/>
                    <a:pt x="7277" y="19519"/>
                  </a:cubicBezTo>
                  <a:cubicBezTo>
                    <a:pt x="7277" y="19519"/>
                    <a:pt x="7277" y="19519"/>
                    <a:pt x="7277" y="19519"/>
                  </a:cubicBezTo>
                  <a:cubicBezTo>
                    <a:pt x="7508" y="19519"/>
                    <a:pt x="7508" y="19519"/>
                    <a:pt x="7508" y="19519"/>
                  </a:cubicBezTo>
                  <a:cubicBezTo>
                    <a:pt x="7508" y="19519"/>
                    <a:pt x="7508" y="19519"/>
                    <a:pt x="7508" y="19519"/>
                  </a:cubicBezTo>
                  <a:cubicBezTo>
                    <a:pt x="7508" y="19519"/>
                    <a:pt x="7508" y="19519"/>
                    <a:pt x="7508" y="19519"/>
                  </a:cubicBezTo>
                  <a:cubicBezTo>
                    <a:pt x="7508" y="19618"/>
                    <a:pt x="7508" y="19618"/>
                    <a:pt x="7508" y="19618"/>
                  </a:cubicBezTo>
                  <a:cubicBezTo>
                    <a:pt x="7508" y="19618"/>
                    <a:pt x="7508" y="19618"/>
                    <a:pt x="7508" y="19618"/>
                  </a:cubicBezTo>
                  <a:cubicBezTo>
                    <a:pt x="7508" y="19618"/>
                    <a:pt x="7508" y="19618"/>
                    <a:pt x="7508" y="19618"/>
                  </a:cubicBezTo>
                  <a:cubicBezTo>
                    <a:pt x="7392" y="19618"/>
                    <a:pt x="7392" y="19618"/>
                    <a:pt x="7392" y="19618"/>
                  </a:cubicBezTo>
                  <a:cubicBezTo>
                    <a:pt x="7392" y="19618"/>
                    <a:pt x="7392" y="19618"/>
                    <a:pt x="7392" y="19618"/>
                  </a:cubicBezTo>
                  <a:cubicBezTo>
                    <a:pt x="7277" y="19618"/>
                    <a:pt x="7277" y="19618"/>
                    <a:pt x="7277" y="19618"/>
                  </a:cubicBezTo>
                  <a:cubicBezTo>
                    <a:pt x="7161" y="19618"/>
                    <a:pt x="7161" y="19618"/>
                    <a:pt x="7161" y="19618"/>
                  </a:cubicBezTo>
                  <a:cubicBezTo>
                    <a:pt x="7161" y="19519"/>
                    <a:pt x="7161" y="19519"/>
                    <a:pt x="7161" y="19519"/>
                  </a:cubicBezTo>
                  <a:cubicBezTo>
                    <a:pt x="7161" y="19519"/>
                    <a:pt x="7161" y="19519"/>
                    <a:pt x="7161" y="19519"/>
                  </a:cubicBezTo>
                  <a:cubicBezTo>
                    <a:pt x="7161" y="19519"/>
                    <a:pt x="7161" y="19519"/>
                    <a:pt x="7161" y="19519"/>
                  </a:cubicBezTo>
                  <a:cubicBezTo>
                    <a:pt x="7161" y="19519"/>
                    <a:pt x="7161" y="19519"/>
                    <a:pt x="7161" y="19519"/>
                  </a:cubicBezTo>
                  <a:cubicBezTo>
                    <a:pt x="7161" y="19618"/>
                    <a:pt x="7161" y="19618"/>
                    <a:pt x="7161" y="19618"/>
                  </a:cubicBezTo>
                  <a:cubicBezTo>
                    <a:pt x="7045" y="19618"/>
                    <a:pt x="7045" y="19618"/>
                    <a:pt x="7045" y="19618"/>
                  </a:cubicBezTo>
                  <a:cubicBezTo>
                    <a:pt x="7045" y="19618"/>
                    <a:pt x="7045" y="19618"/>
                    <a:pt x="7045" y="19618"/>
                  </a:cubicBezTo>
                  <a:cubicBezTo>
                    <a:pt x="6930" y="19618"/>
                    <a:pt x="6930" y="19618"/>
                    <a:pt x="6930" y="19618"/>
                  </a:cubicBezTo>
                  <a:cubicBezTo>
                    <a:pt x="6930" y="19618"/>
                    <a:pt x="6930" y="19618"/>
                    <a:pt x="6930" y="19618"/>
                  </a:cubicBezTo>
                  <a:cubicBezTo>
                    <a:pt x="6930" y="19618"/>
                    <a:pt x="6930" y="19618"/>
                    <a:pt x="6930" y="19618"/>
                  </a:cubicBezTo>
                  <a:cubicBezTo>
                    <a:pt x="6814" y="19618"/>
                    <a:pt x="6814" y="19618"/>
                    <a:pt x="6814" y="19618"/>
                  </a:cubicBezTo>
                  <a:cubicBezTo>
                    <a:pt x="6814" y="19618"/>
                    <a:pt x="6814" y="19618"/>
                    <a:pt x="6814" y="19618"/>
                  </a:cubicBezTo>
                  <a:cubicBezTo>
                    <a:pt x="6814" y="19717"/>
                    <a:pt x="6814" y="19717"/>
                    <a:pt x="6814" y="19717"/>
                  </a:cubicBezTo>
                  <a:cubicBezTo>
                    <a:pt x="7045" y="19717"/>
                    <a:pt x="7045" y="19717"/>
                    <a:pt x="7045" y="19717"/>
                  </a:cubicBezTo>
                  <a:cubicBezTo>
                    <a:pt x="7161" y="19717"/>
                    <a:pt x="7161" y="19717"/>
                    <a:pt x="7161" y="19717"/>
                  </a:cubicBezTo>
                  <a:cubicBezTo>
                    <a:pt x="7161" y="19816"/>
                    <a:pt x="7161" y="19816"/>
                    <a:pt x="7161" y="19816"/>
                  </a:cubicBezTo>
                  <a:cubicBezTo>
                    <a:pt x="7161" y="19915"/>
                    <a:pt x="7161" y="19915"/>
                    <a:pt x="7161" y="19915"/>
                  </a:cubicBezTo>
                  <a:cubicBezTo>
                    <a:pt x="7161" y="19915"/>
                    <a:pt x="7161" y="19915"/>
                    <a:pt x="7161" y="19915"/>
                  </a:cubicBezTo>
                  <a:cubicBezTo>
                    <a:pt x="7161" y="19915"/>
                    <a:pt x="7161" y="19915"/>
                    <a:pt x="7161" y="19915"/>
                  </a:cubicBezTo>
                  <a:cubicBezTo>
                    <a:pt x="7045" y="19915"/>
                    <a:pt x="7045" y="19915"/>
                    <a:pt x="7045" y="19915"/>
                  </a:cubicBezTo>
                  <a:cubicBezTo>
                    <a:pt x="6930" y="19816"/>
                    <a:pt x="6930" y="19816"/>
                    <a:pt x="6930" y="19816"/>
                  </a:cubicBezTo>
                  <a:cubicBezTo>
                    <a:pt x="6930" y="19816"/>
                    <a:pt x="6930" y="19816"/>
                    <a:pt x="6930" y="19816"/>
                  </a:cubicBezTo>
                  <a:cubicBezTo>
                    <a:pt x="6814" y="19816"/>
                    <a:pt x="6814" y="19816"/>
                    <a:pt x="6814" y="19816"/>
                  </a:cubicBezTo>
                  <a:cubicBezTo>
                    <a:pt x="6814" y="19816"/>
                    <a:pt x="6814" y="19816"/>
                    <a:pt x="6814" y="19816"/>
                  </a:cubicBezTo>
                  <a:cubicBezTo>
                    <a:pt x="6930" y="19816"/>
                    <a:pt x="6930" y="19816"/>
                    <a:pt x="6930" y="19816"/>
                  </a:cubicBezTo>
                  <a:cubicBezTo>
                    <a:pt x="6930" y="19816"/>
                    <a:pt x="6930" y="19816"/>
                    <a:pt x="6930" y="19816"/>
                  </a:cubicBezTo>
                  <a:cubicBezTo>
                    <a:pt x="7045" y="19915"/>
                    <a:pt x="7045" y="19915"/>
                    <a:pt x="7045" y="19915"/>
                  </a:cubicBezTo>
                  <a:cubicBezTo>
                    <a:pt x="7161" y="20014"/>
                    <a:pt x="7161" y="20014"/>
                    <a:pt x="7161" y="20014"/>
                  </a:cubicBezTo>
                  <a:cubicBezTo>
                    <a:pt x="7161" y="20014"/>
                    <a:pt x="7161" y="20014"/>
                    <a:pt x="7161" y="20014"/>
                  </a:cubicBezTo>
                  <a:cubicBezTo>
                    <a:pt x="7045" y="20113"/>
                    <a:pt x="7045" y="20113"/>
                    <a:pt x="7045" y="20113"/>
                  </a:cubicBezTo>
                  <a:cubicBezTo>
                    <a:pt x="7161" y="20113"/>
                    <a:pt x="7161" y="20113"/>
                    <a:pt x="7161" y="20113"/>
                  </a:cubicBezTo>
                  <a:cubicBezTo>
                    <a:pt x="7161" y="20113"/>
                    <a:pt x="7161" y="20113"/>
                    <a:pt x="7161" y="20113"/>
                  </a:cubicBezTo>
                  <a:cubicBezTo>
                    <a:pt x="7045" y="20212"/>
                    <a:pt x="7045" y="20212"/>
                    <a:pt x="7045" y="20212"/>
                  </a:cubicBezTo>
                  <a:cubicBezTo>
                    <a:pt x="7045" y="20212"/>
                    <a:pt x="7045" y="20212"/>
                    <a:pt x="7045" y="20212"/>
                  </a:cubicBezTo>
                  <a:cubicBezTo>
                    <a:pt x="7045" y="20311"/>
                    <a:pt x="7045" y="20311"/>
                    <a:pt x="7045" y="20311"/>
                  </a:cubicBezTo>
                  <a:cubicBezTo>
                    <a:pt x="6930" y="20311"/>
                    <a:pt x="6930" y="20311"/>
                    <a:pt x="6930" y="20311"/>
                  </a:cubicBezTo>
                  <a:cubicBezTo>
                    <a:pt x="6930" y="20311"/>
                    <a:pt x="6930" y="20311"/>
                    <a:pt x="6930" y="20311"/>
                  </a:cubicBezTo>
                  <a:cubicBezTo>
                    <a:pt x="6814" y="20212"/>
                    <a:pt x="6814" y="20212"/>
                    <a:pt x="6814" y="20212"/>
                  </a:cubicBezTo>
                  <a:cubicBezTo>
                    <a:pt x="6814" y="20212"/>
                    <a:pt x="6814" y="20212"/>
                    <a:pt x="6814" y="20212"/>
                  </a:cubicBezTo>
                  <a:cubicBezTo>
                    <a:pt x="6699" y="20212"/>
                    <a:pt x="6699" y="20212"/>
                    <a:pt x="6699" y="20212"/>
                  </a:cubicBezTo>
                  <a:cubicBezTo>
                    <a:pt x="6814" y="20212"/>
                    <a:pt x="6814" y="20212"/>
                    <a:pt x="6814" y="20212"/>
                  </a:cubicBezTo>
                  <a:cubicBezTo>
                    <a:pt x="6814" y="20311"/>
                    <a:pt x="6814" y="20311"/>
                    <a:pt x="6814" y="20311"/>
                  </a:cubicBezTo>
                  <a:cubicBezTo>
                    <a:pt x="6930" y="20311"/>
                    <a:pt x="6930" y="20311"/>
                    <a:pt x="6930" y="20311"/>
                  </a:cubicBezTo>
                  <a:cubicBezTo>
                    <a:pt x="6930" y="20311"/>
                    <a:pt x="6930" y="20311"/>
                    <a:pt x="6930" y="20311"/>
                  </a:cubicBezTo>
                  <a:cubicBezTo>
                    <a:pt x="6930" y="20411"/>
                    <a:pt x="6930" y="20411"/>
                    <a:pt x="6930" y="20411"/>
                  </a:cubicBezTo>
                  <a:cubicBezTo>
                    <a:pt x="6814" y="20411"/>
                    <a:pt x="6814" y="20411"/>
                    <a:pt x="6814" y="20411"/>
                  </a:cubicBezTo>
                  <a:cubicBezTo>
                    <a:pt x="6814" y="20311"/>
                    <a:pt x="6814" y="20311"/>
                    <a:pt x="6814" y="20311"/>
                  </a:cubicBezTo>
                  <a:cubicBezTo>
                    <a:pt x="6814" y="20311"/>
                    <a:pt x="6814" y="20311"/>
                    <a:pt x="6814" y="20311"/>
                  </a:cubicBezTo>
                  <a:cubicBezTo>
                    <a:pt x="6699" y="20411"/>
                    <a:pt x="6699" y="20411"/>
                    <a:pt x="6699" y="20411"/>
                  </a:cubicBezTo>
                  <a:cubicBezTo>
                    <a:pt x="6814" y="20411"/>
                    <a:pt x="6814" y="20411"/>
                    <a:pt x="6814" y="20411"/>
                  </a:cubicBezTo>
                  <a:cubicBezTo>
                    <a:pt x="6814" y="20411"/>
                    <a:pt x="6814" y="20411"/>
                    <a:pt x="6814" y="20411"/>
                  </a:cubicBezTo>
                  <a:cubicBezTo>
                    <a:pt x="6814" y="20510"/>
                    <a:pt x="6814" y="20510"/>
                    <a:pt x="6814" y="20510"/>
                  </a:cubicBezTo>
                  <a:cubicBezTo>
                    <a:pt x="6814" y="20510"/>
                    <a:pt x="6814" y="20510"/>
                    <a:pt x="6814" y="20510"/>
                  </a:cubicBezTo>
                  <a:cubicBezTo>
                    <a:pt x="6699" y="20510"/>
                    <a:pt x="6699" y="20510"/>
                    <a:pt x="6699" y="20510"/>
                  </a:cubicBezTo>
                  <a:cubicBezTo>
                    <a:pt x="6699" y="20510"/>
                    <a:pt x="6699" y="20510"/>
                    <a:pt x="6699" y="20510"/>
                  </a:cubicBezTo>
                  <a:cubicBezTo>
                    <a:pt x="6699" y="20510"/>
                    <a:pt x="6699" y="20510"/>
                    <a:pt x="6699" y="20510"/>
                  </a:cubicBezTo>
                  <a:cubicBezTo>
                    <a:pt x="6583" y="20510"/>
                    <a:pt x="6583" y="20510"/>
                    <a:pt x="6583" y="20510"/>
                  </a:cubicBezTo>
                  <a:cubicBezTo>
                    <a:pt x="6583" y="20510"/>
                    <a:pt x="6583" y="20510"/>
                    <a:pt x="6583" y="20510"/>
                  </a:cubicBezTo>
                  <a:cubicBezTo>
                    <a:pt x="6699" y="20510"/>
                    <a:pt x="6699" y="20510"/>
                    <a:pt x="6699" y="20510"/>
                  </a:cubicBezTo>
                  <a:cubicBezTo>
                    <a:pt x="6699" y="20609"/>
                    <a:pt x="6699" y="20609"/>
                    <a:pt x="6699" y="20609"/>
                  </a:cubicBezTo>
                  <a:cubicBezTo>
                    <a:pt x="6699" y="20609"/>
                    <a:pt x="6699" y="20609"/>
                    <a:pt x="6699" y="20609"/>
                  </a:cubicBezTo>
                  <a:cubicBezTo>
                    <a:pt x="6699" y="20609"/>
                    <a:pt x="6699" y="20609"/>
                    <a:pt x="6699" y="20609"/>
                  </a:cubicBezTo>
                  <a:cubicBezTo>
                    <a:pt x="6583" y="20609"/>
                    <a:pt x="6583" y="20609"/>
                    <a:pt x="6583" y="20609"/>
                  </a:cubicBezTo>
                  <a:cubicBezTo>
                    <a:pt x="6468" y="20609"/>
                    <a:pt x="6468" y="20609"/>
                    <a:pt x="6468" y="20609"/>
                  </a:cubicBezTo>
                  <a:cubicBezTo>
                    <a:pt x="6468" y="20609"/>
                    <a:pt x="6468" y="20609"/>
                    <a:pt x="6468" y="20609"/>
                  </a:cubicBezTo>
                  <a:cubicBezTo>
                    <a:pt x="6468" y="20609"/>
                    <a:pt x="6468" y="20609"/>
                    <a:pt x="6468" y="20609"/>
                  </a:cubicBezTo>
                  <a:cubicBezTo>
                    <a:pt x="6583" y="20708"/>
                    <a:pt x="6583" y="20708"/>
                    <a:pt x="6583" y="20708"/>
                  </a:cubicBezTo>
                  <a:cubicBezTo>
                    <a:pt x="6699" y="20708"/>
                    <a:pt x="6699" y="20708"/>
                    <a:pt x="6699" y="20708"/>
                  </a:cubicBezTo>
                  <a:cubicBezTo>
                    <a:pt x="6814" y="20708"/>
                    <a:pt x="6814" y="20708"/>
                    <a:pt x="6814" y="20708"/>
                  </a:cubicBezTo>
                  <a:cubicBezTo>
                    <a:pt x="6814" y="20708"/>
                    <a:pt x="6814" y="20708"/>
                    <a:pt x="6814" y="20708"/>
                  </a:cubicBezTo>
                  <a:cubicBezTo>
                    <a:pt x="6814" y="20807"/>
                    <a:pt x="6814" y="20807"/>
                    <a:pt x="6814" y="20807"/>
                  </a:cubicBezTo>
                  <a:cubicBezTo>
                    <a:pt x="6699" y="20807"/>
                    <a:pt x="6699" y="20807"/>
                    <a:pt x="6699" y="20807"/>
                  </a:cubicBezTo>
                  <a:cubicBezTo>
                    <a:pt x="6583" y="20807"/>
                    <a:pt x="6583" y="20807"/>
                    <a:pt x="6583" y="20807"/>
                  </a:cubicBezTo>
                  <a:cubicBezTo>
                    <a:pt x="6468" y="20807"/>
                    <a:pt x="6468" y="20807"/>
                    <a:pt x="6468" y="20807"/>
                  </a:cubicBezTo>
                  <a:cubicBezTo>
                    <a:pt x="6468" y="20807"/>
                    <a:pt x="6468" y="20807"/>
                    <a:pt x="6468" y="20807"/>
                  </a:cubicBezTo>
                  <a:cubicBezTo>
                    <a:pt x="6352" y="20807"/>
                    <a:pt x="6352" y="20807"/>
                    <a:pt x="6352" y="20807"/>
                  </a:cubicBezTo>
                  <a:cubicBezTo>
                    <a:pt x="6468" y="20807"/>
                    <a:pt x="6468" y="20807"/>
                    <a:pt x="6468" y="20807"/>
                  </a:cubicBezTo>
                  <a:cubicBezTo>
                    <a:pt x="6583" y="20807"/>
                    <a:pt x="6583" y="20807"/>
                    <a:pt x="6583" y="20807"/>
                  </a:cubicBezTo>
                  <a:cubicBezTo>
                    <a:pt x="6583" y="20906"/>
                    <a:pt x="6583" y="20906"/>
                    <a:pt x="6583" y="20906"/>
                  </a:cubicBezTo>
                  <a:cubicBezTo>
                    <a:pt x="6583" y="20906"/>
                    <a:pt x="6583" y="20906"/>
                    <a:pt x="6583" y="20906"/>
                  </a:cubicBezTo>
                  <a:cubicBezTo>
                    <a:pt x="6468" y="20906"/>
                    <a:pt x="6468" y="20906"/>
                    <a:pt x="6468" y="20906"/>
                  </a:cubicBezTo>
                  <a:cubicBezTo>
                    <a:pt x="6468" y="20906"/>
                    <a:pt x="6468" y="20906"/>
                    <a:pt x="6468" y="20906"/>
                  </a:cubicBezTo>
                  <a:cubicBezTo>
                    <a:pt x="6583" y="20906"/>
                    <a:pt x="6583" y="20906"/>
                    <a:pt x="6583" y="20906"/>
                  </a:cubicBezTo>
                  <a:cubicBezTo>
                    <a:pt x="6699" y="20906"/>
                    <a:pt x="6699" y="20906"/>
                    <a:pt x="6699" y="20906"/>
                  </a:cubicBezTo>
                  <a:cubicBezTo>
                    <a:pt x="6699" y="21005"/>
                    <a:pt x="6699" y="21005"/>
                    <a:pt x="6699" y="21005"/>
                  </a:cubicBezTo>
                  <a:cubicBezTo>
                    <a:pt x="6583" y="21005"/>
                    <a:pt x="6583" y="21005"/>
                    <a:pt x="6583" y="21005"/>
                  </a:cubicBezTo>
                  <a:cubicBezTo>
                    <a:pt x="6468" y="21005"/>
                    <a:pt x="6468" y="21005"/>
                    <a:pt x="6468" y="21005"/>
                  </a:cubicBezTo>
                  <a:cubicBezTo>
                    <a:pt x="6468" y="21005"/>
                    <a:pt x="6468" y="21005"/>
                    <a:pt x="6468" y="21005"/>
                  </a:cubicBezTo>
                  <a:cubicBezTo>
                    <a:pt x="6468" y="21005"/>
                    <a:pt x="6468" y="21005"/>
                    <a:pt x="6468" y="21005"/>
                  </a:cubicBezTo>
                  <a:cubicBezTo>
                    <a:pt x="6468" y="21005"/>
                    <a:pt x="6468" y="21005"/>
                    <a:pt x="6468" y="21005"/>
                  </a:cubicBezTo>
                  <a:cubicBezTo>
                    <a:pt x="6583" y="21005"/>
                    <a:pt x="6583" y="21005"/>
                    <a:pt x="6583" y="21005"/>
                  </a:cubicBezTo>
                  <a:cubicBezTo>
                    <a:pt x="6699" y="21005"/>
                    <a:pt x="6699" y="21005"/>
                    <a:pt x="6699" y="21005"/>
                  </a:cubicBezTo>
                  <a:cubicBezTo>
                    <a:pt x="6699" y="21104"/>
                    <a:pt x="6699" y="21104"/>
                    <a:pt x="6699" y="21104"/>
                  </a:cubicBezTo>
                  <a:cubicBezTo>
                    <a:pt x="6583" y="21104"/>
                    <a:pt x="6583" y="21104"/>
                    <a:pt x="6583" y="21104"/>
                  </a:cubicBezTo>
                  <a:cubicBezTo>
                    <a:pt x="6468" y="21104"/>
                    <a:pt x="6468" y="21104"/>
                    <a:pt x="6468" y="21104"/>
                  </a:cubicBezTo>
                  <a:cubicBezTo>
                    <a:pt x="6468" y="21104"/>
                    <a:pt x="6468" y="21104"/>
                    <a:pt x="6468" y="21104"/>
                  </a:cubicBezTo>
                  <a:cubicBezTo>
                    <a:pt x="6352" y="21104"/>
                    <a:pt x="6352" y="21104"/>
                    <a:pt x="6352" y="21104"/>
                  </a:cubicBezTo>
                  <a:cubicBezTo>
                    <a:pt x="6352" y="21005"/>
                    <a:pt x="6352" y="21005"/>
                    <a:pt x="6352" y="21005"/>
                  </a:cubicBezTo>
                  <a:cubicBezTo>
                    <a:pt x="6237" y="21005"/>
                    <a:pt x="6237" y="21005"/>
                    <a:pt x="6237" y="21005"/>
                  </a:cubicBezTo>
                  <a:cubicBezTo>
                    <a:pt x="6237" y="21005"/>
                    <a:pt x="6237" y="21005"/>
                    <a:pt x="6237" y="21005"/>
                  </a:cubicBezTo>
                  <a:cubicBezTo>
                    <a:pt x="6237" y="21005"/>
                    <a:pt x="6237" y="21005"/>
                    <a:pt x="6237" y="21005"/>
                  </a:cubicBezTo>
                  <a:cubicBezTo>
                    <a:pt x="6121" y="21005"/>
                    <a:pt x="6121" y="21005"/>
                    <a:pt x="6121" y="21005"/>
                  </a:cubicBezTo>
                  <a:cubicBezTo>
                    <a:pt x="6121" y="21005"/>
                    <a:pt x="6121" y="21005"/>
                    <a:pt x="6121" y="21005"/>
                  </a:cubicBezTo>
                  <a:cubicBezTo>
                    <a:pt x="6121" y="21104"/>
                    <a:pt x="6121" y="21104"/>
                    <a:pt x="6121" y="21104"/>
                  </a:cubicBezTo>
                  <a:cubicBezTo>
                    <a:pt x="6352" y="21104"/>
                    <a:pt x="6352" y="21104"/>
                    <a:pt x="6352" y="21104"/>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468" y="21203"/>
                    <a:pt x="6468" y="21203"/>
                    <a:pt x="6468" y="21203"/>
                  </a:cubicBezTo>
                  <a:cubicBezTo>
                    <a:pt x="6468" y="21302"/>
                    <a:pt x="6468" y="21302"/>
                    <a:pt x="6468" y="21302"/>
                  </a:cubicBezTo>
                  <a:cubicBezTo>
                    <a:pt x="6583" y="21302"/>
                    <a:pt x="6583" y="21302"/>
                    <a:pt x="6583" y="21302"/>
                  </a:cubicBezTo>
                  <a:cubicBezTo>
                    <a:pt x="6583" y="21302"/>
                    <a:pt x="6583" y="21302"/>
                    <a:pt x="6583" y="21302"/>
                  </a:cubicBezTo>
                  <a:cubicBezTo>
                    <a:pt x="6468" y="21302"/>
                    <a:pt x="6468" y="21302"/>
                    <a:pt x="6468" y="21302"/>
                  </a:cubicBezTo>
                  <a:cubicBezTo>
                    <a:pt x="6468" y="21302"/>
                    <a:pt x="6468" y="21302"/>
                    <a:pt x="6468" y="21302"/>
                  </a:cubicBezTo>
                  <a:cubicBezTo>
                    <a:pt x="6468" y="21401"/>
                    <a:pt x="6468" y="21401"/>
                    <a:pt x="6468" y="21401"/>
                  </a:cubicBezTo>
                  <a:cubicBezTo>
                    <a:pt x="6352" y="21401"/>
                    <a:pt x="6352" y="21401"/>
                    <a:pt x="6352" y="21401"/>
                  </a:cubicBezTo>
                  <a:close/>
                  <a:moveTo>
                    <a:pt x="6237" y="21401"/>
                  </a:moveTo>
                  <a:cubicBezTo>
                    <a:pt x="6121" y="21302"/>
                    <a:pt x="6121" y="21302"/>
                    <a:pt x="6121" y="21302"/>
                  </a:cubicBezTo>
                  <a:cubicBezTo>
                    <a:pt x="6006" y="21302"/>
                    <a:pt x="6006" y="21302"/>
                    <a:pt x="6006" y="21302"/>
                  </a:cubicBezTo>
                  <a:cubicBezTo>
                    <a:pt x="6006" y="21302"/>
                    <a:pt x="6006" y="21302"/>
                    <a:pt x="6006" y="21302"/>
                  </a:cubicBezTo>
                  <a:cubicBezTo>
                    <a:pt x="6121" y="21401"/>
                    <a:pt x="6121" y="21401"/>
                    <a:pt x="6121" y="21401"/>
                  </a:cubicBezTo>
                  <a:cubicBezTo>
                    <a:pt x="6237" y="21401"/>
                    <a:pt x="6237" y="21401"/>
                    <a:pt x="6237" y="21401"/>
                  </a:cubicBezTo>
                  <a:cubicBezTo>
                    <a:pt x="6237" y="21401"/>
                    <a:pt x="6237" y="21401"/>
                    <a:pt x="6237" y="21401"/>
                  </a:cubicBezTo>
                  <a:close/>
                  <a:moveTo>
                    <a:pt x="14322" y="14466"/>
                  </a:moveTo>
                  <a:cubicBezTo>
                    <a:pt x="14322" y="14466"/>
                    <a:pt x="14322" y="14466"/>
                    <a:pt x="14322" y="14466"/>
                  </a:cubicBezTo>
                  <a:cubicBezTo>
                    <a:pt x="14438" y="14466"/>
                    <a:pt x="14438" y="14466"/>
                    <a:pt x="14438" y="14466"/>
                  </a:cubicBezTo>
                  <a:cubicBezTo>
                    <a:pt x="14669" y="14466"/>
                    <a:pt x="14669" y="14466"/>
                    <a:pt x="14669" y="14466"/>
                  </a:cubicBezTo>
                  <a:cubicBezTo>
                    <a:pt x="14900" y="14466"/>
                    <a:pt x="14900" y="14466"/>
                    <a:pt x="14900" y="14466"/>
                  </a:cubicBezTo>
                  <a:cubicBezTo>
                    <a:pt x="14900" y="14366"/>
                    <a:pt x="14900" y="14366"/>
                    <a:pt x="14900" y="14366"/>
                  </a:cubicBezTo>
                  <a:cubicBezTo>
                    <a:pt x="15016" y="14366"/>
                    <a:pt x="15016" y="14366"/>
                    <a:pt x="15016" y="14366"/>
                  </a:cubicBezTo>
                  <a:cubicBezTo>
                    <a:pt x="15131" y="14466"/>
                    <a:pt x="15131" y="14466"/>
                    <a:pt x="15131" y="14466"/>
                  </a:cubicBezTo>
                  <a:cubicBezTo>
                    <a:pt x="15247" y="14366"/>
                    <a:pt x="15247" y="14366"/>
                    <a:pt x="15247" y="14366"/>
                  </a:cubicBezTo>
                  <a:cubicBezTo>
                    <a:pt x="15362" y="14466"/>
                    <a:pt x="15362" y="14466"/>
                    <a:pt x="15362" y="14466"/>
                  </a:cubicBezTo>
                  <a:cubicBezTo>
                    <a:pt x="15478" y="14366"/>
                    <a:pt x="15478" y="14366"/>
                    <a:pt x="15478" y="14366"/>
                  </a:cubicBezTo>
                  <a:cubicBezTo>
                    <a:pt x="15478" y="14168"/>
                    <a:pt x="15478" y="14168"/>
                    <a:pt x="15478" y="14168"/>
                  </a:cubicBezTo>
                  <a:cubicBezTo>
                    <a:pt x="15362" y="14069"/>
                    <a:pt x="15362" y="14069"/>
                    <a:pt x="15362" y="14069"/>
                  </a:cubicBezTo>
                  <a:cubicBezTo>
                    <a:pt x="15362" y="13970"/>
                    <a:pt x="15362" y="13970"/>
                    <a:pt x="15362" y="13970"/>
                  </a:cubicBezTo>
                  <a:cubicBezTo>
                    <a:pt x="15247" y="13970"/>
                    <a:pt x="15247" y="13970"/>
                    <a:pt x="15247" y="13970"/>
                  </a:cubicBezTo>
                  <a:cubicBezTo>
                    <a:pt x="15016" y="14069"/>
                    <a:pt x="15016" y="14069"/>
                    <a:pt x="15016" y="14069"/>
                  </a:cubicBezTo>
                  <a:cubicBezTo>
                    <a:pt x="14669" y="14168"/>
                    <a:pt x="14669" y="14168"/>
                    <a:pt x="14669" y="14168"/>
                  </a:cubicBezTo>
                  <a:cubicBezTo>
                    <a:pt x="14669" y="14168"/>
                    <a:pt x="14669" y="14168"/>
                    <a:pt x="14669" y="14168"/>
                  </a:cubicBezTo>
                  <a:cubicBezTo>
                    <a:pt x="14554" y="14267"/>
                    <a:pt x="14554" y="14267"/>
                    <a:pt x="14554" y="14267"/>
                  </a:cubicBezTo>
                  <a:cubicBezTo>
                    <a:pt x="14438" y="14366"/>
                    <a:pt x="14438" y="14366"/>
                    <a:pt x="14438" y="14366"/>
                  </a:cubicBezTo>
                  <a:cubicBezTo>
                    <a:pt x="14322" y="14366"/>
                    <a:pt x="14322" y="14366"/>
                    <a:pt x="14322" y="14366"/>
                  </a:cubicBezTo>
                  <a:cubicBezTo>
                    <a:pt x="14322" y="14366"/>
                    <a:pt x="14322" y="14366"/>
                    <a:pt x="14322" y="14366"/>
                  </a:cubicBezTo>
                  <a:cubicBezTo>
                    <a:pt x="14322" y="14466"/>
                    <a:pt x="14322" y="14466"/>
                    <a:pt x="14322" y="14466"/>
                  </a:cubicBezTo>
                  <a:close/>
                  <a:moveTo>
                    <a:pt x="6583" y="20906"/>
                  </a:moveTo>
                  <a:cubicBezTo>
                    <a:pt x="6699" y="20906"/>
                    <a:pt x="6699" y="20906"/>
                    <a:pt x="6699" y="20906"/>
                  </a:cubicBezTo>
                  <a:cubicBezTo>
                    <a:pt x="6699" y="20906"/>
                    <a:pt x="6699" y="20906"/>
                    <a:pt x="6699" y="20906"/>
                  </a:cubicBezTo>
                  <a:cubicBezTo>
                    <a:pt x="6699" y="20807"/>
                    <a:pt x="6699" y="20807"/>
                    <a:pt x="6699" y="20807"/>
                  </a:cubicBezTo>
                  <a:cubicBezTo>
                    <a:pt x="6699" y="20807"/>
                    <a:pt x="6699" y="20807"/>
                    <a:pt x="6699" y="20807"/>
                  </a:cubicBezTo>
                  <a:cubicBezTo>
                    <a:pt x="6583" y="20906"/>
                    <a:pt x="6583" y="20906"/>
                    <a:pt x="6583" y="20906"/>
                  </a:cubicBezTo>
                  <a:close/>
                  <a:moveTo>
                    <a:pt x="7161" y="20113"/>
                  </a:moveTo>
                  <a:cubicBezTo>
                    <a:pt x="7161" y="20113"/>
                    <a:pt x="7161" y="20113"/>
                    <a:pt x="7161" y="20113"/>
                  </a:cubicBezTo>
                  <a:cubicBezTo>
                    <a:pt x="7161" y="20014"/>
                    <a:pt x="7161" y="20014"/>
                    <a:pt x="7161" y="20014"/>
                  </a:cubicBezTo>
                  <a:cubicBezTo>
                    <a:pt x="7161" y="20113"/>
                    <a:pt x="7161" y="20113"/>
                    <a:pt x="7161" y="20113"/>
                  </a:cubicBezTo>
                  <a:close/>
                  <a:moveTo>
                    <a:pt x="7161" y="20014"/>
                  </a:moveTo>
                  <a:cubicBezTo>
                    <a:pt x="7161" y="20014"/>
                    <a:pt x="7161" y="20014"/>
                    <a:pt x="7161" y="20014"/>
                  </a:cubicBezTo>
                  <a:cubicBezTo>
                    <a:pt x="7277" y="20014"/>
                    <a:pt x="7277" y="20014"/>
                    <a:pt x="7277" y="20014"/>
                  </a:cubicBezTo>
                  <a:cubicBezTo>
                    <a:pt x="7277" y="19915"/>
                    <a:pt x="7277" y="19915"/>
                    <a:pt x="7277" y="19915"/>
                  </a:cubicBezTo>
                  <a:cubicBezTo>
                    <a:pt x="7161" y="20014"/>
                    <a:pt x="7161" y="20014"/>
                    <a:pt x="7161" y="20014"/>
                  </a:cubicBezTo>
                  <a:close/>
                  <a:moveTo>
                    <a:pt x="7277" y="19816"/>
                  </a:move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lose/>
                  <a:moveTo>
                    <a:pt x="7161" y="19618"/>
                  </a:moveTo>
                  <a:cubicBezTo>
                    <a:pt x="7161" y="19717"/>
                    <a:pt x="7161" y="19717"/>
                    <a:pt x="7161" y="19717"/>
                  </a:cubicBezTo>
                  <a:cubicBezTo>
                    <a:pt x="7277" y="19717"/>
                    <a:pt x="7277" y="19717"/>
                    <a:pt x="7277" y="19717"/>
                  </a:cubicBezTo>
                  <a:cubicBezTo>
                    <a:pt x="7277" y="19717"/>
                    <a:pt x="7277" y="19717"/>
                    <a:pt x="7277" y="19717"/>
                  </a:cubicBezTo>
                  <a:cubicBezTo>
                    <a:pt x="7392" y="19717"/>
                    <a:pt x="7392" y="19717"/>
                    <a:pt x="7392" y="19717"/>
                  </a:cubicBezTo>
                  <a:cubicBezTo>
                    <a:pt x="7392" y="19717"/>
                    <a:pt x="7392" y="19717"/>
                    <a:pt x="7392" y="19717"/>
                  </a:cubicBezTo>
                  <a:cubicBezTo>
                    <a:pt x="7392" y="19717"/>
                    <a:pt x="7392" y="19717"/>
                    <a:pt x="7392" y="19717"/>
                  </a:cubicBezTo>
                  <a:cubicBezTo>
                    <a:pt x="7277" y="19717"/>
                    <a:pt x="7277" y="19717"/>
                    <a:pt x="7277" y="19717"/>
                  </a:cubicBezTo>
                  <a:cubicBezTo>
                    <a:pt x="7161" y="19618"/>
                    <a:pt x="7161" y="19618"/>
                    <a:pt x="7161" y="19618"/>
                  </a:cubicBezTo>
                  <a:cubicBezTo>
                    <a:pt x="7161" y="19618"/>
                    <a:pt x="7161" y="19618"/>
                    <a:pt x="7161" y="19618"/>
                  </a:cubicBezTo>
                  <a:close/>
                  <a:moveTo>
                    <a:pt x="7623" y="19618"/>
                  </a:moveTo>
                  <a:cubicBezTo>
                    <a:pt x="7623" y="19618"/>
                    <a:pt x="7623" y="19618"/>
                    <a:pt x="7623" y="19618"/>
                  </a:cubicBezTo>
                  <a:cubicBezTo>
                    <a:pt x="7623" y="19519"/>
                    <a:pt x="7623" y="19519"/>
                    <a:pt x="7623" y="19519"/>
                  </a:cubicBezTo>
                  <a:cubicBezTo>
                    <a:pt x="7623" y="19519"/>
                    <a:pt x="7623" y="19519"/>
                    <a:pt x="7623" y="19519"/>
                  </a:cubicBezTo>
                  <a:cubicBezTo>
                    <a:pt x="7623" y="19618"/>
                    <a:pt x="7623" y="19618"/>
                    <a:pt x="7623" y="19618"/>
                  </a:cubicBezTo>
                  <a:close/>
                  <a:moveTo>
                    <a:pt x="7508" y="19122"/>
                  </a:moveTo>
                  <a:cubicBezTo>
                    <a:pt x="7508" y="19122"/>
                    <a:pt x="7508" y="19122"/>
                    <a:pt x="7508" y="19122"/>
                  </a:cubicBezTo>
                  <a:cubicBezTo>
                    <a:pt x="7623" y="19222"/>
                    <a:pt x="7623" y="19222"/>
                    <a:pt x="7623" y="19222"/>
                  </a:cubicBezTo>
                  <a:cubicBezTo>
                    <a:pt x="7739" y="19222"/>
                    <a:pt x="7739" y="19222"/>
                    <a:pt x="7739" y="19222"/>
                  </a:cubicBezTo>
                  <a:cubicBezTo>
                    <a:pt x="7739" y="19321"/>
                    <a:pt x="7739" y="19321"/>
                    <a:pt x="7739" y="19321"/>
                  </a:cubicBezTo>
                  <a:cubicBezTo>
                    <a:pt x="7739" y="19222"/>
                    <a:pt x="7739" y="19222"/>
                    <a:pt x="7739" y="19222"/>
                  </a:cubicBezTo>
                  <a:cubicBezTo>
                    <a:pt x="7739" y="19222"/>
                    <a:pt x="7739" y="19222"/>
                    <a:pt x="7739" y="19222"/>
                  </a:cubicBezTo>
                  <a:cubicBezTo>
                    <a:pt x="7623" y="19222"/>
                    <a:pt x="7623" y="19222"/>
                    <a:pt x="7623" y="19222"/>
                  </a:cubicBezTo>
                  <a:cubicBezTo>
                    <a:pt x="7623" y="19122"/>
                    <a:pt x="7623" y="19122"/>
                    <a:pt x="7623" y="19122"/>
                  </a:cubicBezTo>
                  <a:cubicBezTo>
                    <a:pt x="7508" y="19122"/>
                    <a:pt x="7508" y="19122"/>
                    <a:pt x="7508" y="19122"/>
                  </a:cubicBezTo>
                  <a:close/>
                  <a:moveTo>
                    <a:pt x="8201" y="18231"/>
                  </a:moveTo>
                  <a:cubicBezTo>
                    <a:pt x="8201" y="18330"/>
                    <a:pt x="8201" y="18330"/>
                    <a:pt x="8201" y="18330"/>
                  </a:cubicBezTo>
                  <a:cubicBezTo>
                    <a:pt x="8316" y="18330"/>
                    <a:pt x="8316" y="18330"/>
                    <a:pt x="8316" y="18330"/>
                  </a:cubicBezTo>
                  <a:cubicBezTo>
                    <a:pt x="8201" y="18429"/>
                    <a:pt x="8201" y="18429"/>
                    <a:pt x="8201" y="18429"/>
                  </a:cubicBezTo>
                  <a:cubicBezTo>
                    <a:pt x="8316" y="18528"/>
                    <a:pt x="8316" y="18528"/>
                    <a:pt x="8316" y="18528"/>
                  </a:cubicBezTo>
                  <a:cubicBezTo>
                    <a:pt x="8316" y="18528"/>
                    <a:pt x="8316" y="18528"/>
                    <a:pt x="8316" y="18528"/>
                  </a:cubicBezTo>
                  <a:cubicBezTo>
                    <a:pt x="8316" y="18429"/>
                    <a:pt x="8316" y="18429"/>
                    <a:pt x="8316" y="18429"/>
                  </a:cubicBezTo>
                  <a:cubicBezTo>
                    <a:pt x="8316" y="18330"/>
                    <a:pt x="8316" y="18330"/>
                    <a:pt x="8316" y="18330"/>
                  </a:cubicBezTo>
                  <a:cubicBezTo>
                    <a:pt x="8316" y="18330"/>
                    <a:pt x="8316" y="18330"/>
                    <a:pt x="8316" y="18330"/>
                  </a:cubicBezTo>
                  <a:cubicBezTo>
                    <a:pt x="8201" y="18231"/>
                    <a:pt x="8201" y="18231"/>
                    <a:pt x="8201" y="18231"/>
                  </a:cubicBezTo>
                  <a:cubicBezTo>
                    <a:pt x="8201" y="18231"/>
                    <a:pt x="8201" y="18231"/>
                    <a:pt x="8201" y="18231"/>
                  </a:cubicBezTo>
                  <a:cubicBezTo>
                    <a:pt x="8201" y="18231"/>
                    <a:pt x="8201" y="18231"/>
                    <a:pt x="8201" y="18231"/>
                  </a:cubicBezTo>
                  <a:close/>
                  <a:moveTo>
                    <a:pt x="8663" y="17933"/>
                  </a:moveTo>
                  <a:cubicBezTo>
                    <a:pt x="8663" y="18033"/>
                    <a:pt x="8663" y="18033"/>
                    <a:pt x="8663" y="18033"/>
                  </a:cubicBezTo>
                  <a:cubicBezTo>
                    <a:pt x="8778" y="18033"/>
                    <a:pt x="8778" y="18033"/>
                    <a:pt x="8778" y="18033"/>
                  </a:cubicBezTo>
                  <a:cubicBezTo>
                    <a:pt x="8778" y="18033"/>
                    <a:pt x="8778" y="18033"/>
                    <a:pt x="8778" y="18033"/>
                  </a:cubicBezTo>
                  <a:cubicBezTo>
                    <a:pt x="8778" y="17933"/>
                    <a:pt x="8778" y="17933"/>
                    <a:pt x="8778" y="17933"/>
                  </a:cubicBezTo>
                  <a:cubicBezTo>
                    <a:pt x="8663" y="17933"/>
                    <a:pt x="8663" y="17933"/>
                    <a:pt x="8663" y="17933"/>
                  </a:cubicBezTo>
                  <a:close/>
                  <a:moveTo>
                    <a:pt x="8778" y="17933"/>
                  </a:moveTo>
                  <a:cubicBezTo>
                    <a:pt x="8894" y="17933"/>
                    <a:pt x="8894" y="17933"/>
                    <a:pt x="8894" y="17933"/>
                  </a:cubicBezTo>
                  <a:cubicBezTo>
                    <a:pt x="8894" y="17933"/>
                    <a:pt x="8894" y="17933"/>
                    <a:pt x="8894" y="17933"/>
                  </a:cubicBezTo>
                  <a:cubicBezTo>
                    <a:pt x="8778" y="17834"/>
                    <a:pt x="8778" y="17834"/>
                    <a:pt x="8778" y="17834"/>
                  </a:cubicBezTo>
                  <a:cubicBezTo>
                    <a:pt x="8778" y="17933"/>
                    <a:pt x="8778" y="17933"/>
                    <a:pt x="8778" y="17933"/>
                  </a:cubicBezTo>
                  <a:close/>
                  <a:moveTo>
                    <a:pt x="9587" y="17834"/>
                  </a:moveTo>
                  <a:cubicBezTo>
                    <a:pt x="9702" y="17834"/>
                    <a:pt x="9702" y="17834"/>
                    <a:pt x="9702" y="17834"/>
                  </a:cubicBezTo>
                  <a:cubicBezTo>
                    <a:pt x="9818" y="17834"/>
                    <a:pt x="9818" y="17834"/>
                    <a:pt x="9818" y="17834"/>
                  </a:cubicBezTo>
                  <a:cubicBezTo>
                    <a:pt x="9818" y="17735"/>
                    <a:pt x="9818" y="17735"/>
                    <a:pt x="9818" y="17735"/>
                  </a:cubicBezTo>
                  <a:cubicBezTo>
                    <a:pt x="9702" y="17636"/>
                    <a:pt x="9702" y="17636"/>
                    <a:pt x="9702" y="17636"/>
                  </a:cubicBezTo>
                  <a:cubicBezTo>
                    <a:pt x="9702" y="17636"/>
                    <a:pt x="9702" y="17636"/>
                    <a:pt x="9702" y="17636"/>
                  </a:cubicBezTo>
                  <a:cubicBezTo>
                    <a:pt x="9702" y="17636"/>
                    <a:pt x="9702" y="17636"/>
                    <a:pt x="9702" y="17636"/>
                  </a:cubicBezTo>
                  <a:cubicBezTo>
                    <a:pt x="9587" y="17636"/>
                    <a:pt x="9587" y="17636"/>
                    <a:pt x="9587" y="17636"/>
                  </a:cubicBezTo>
                  <a:cubicBezTo>
                    <a:pt x="9587" y="17636"/>
                    <a:pt x="9587" y="17636"/>
                    <a:pt x="9587" y="17636"/>
                  </a:cubicBezTo>
                  <a:cubicBezTo>
                    <a:pt x="9587" y="17735"/>
                    <a:pt x="9587" y="17735"/>
                    <a:pt x="9587" y="17735"/>
                  </a:cubicBezTo>
                  <a:cubicBezTo>
                    <a:pt x="9471" y="17735"/>
                    <a:pt x="9471" y="17735"/>
                    <a:pt x="9471" y="17735"/>
                  </a:cubicBezTo>
                  <a:cubicBezTo>
                    <a:pt x="9587" y="17834"/>
                    <a:pt x="9587" y="17834"/>
                    <a:pt x="9587" y="17834"/>
                  </a:cubicBezTo>
                  <a:cubicBezTo>
                    <a:pt x="9587" y="17834"/>
                    <a:pt x="9587" y="17834"/>
                    <a:pt x="9587" y="17834"/>
                  </a:cubicBezTo>
                  <a:cubicBezTo>
                    <a:pt x="9587" y="17834"/>
                    <a:pt x="9587" y="17834"/>
                    <a:pt x="9587" y="17834"/>
                  </a:cubicBezTo>
                  <a:close/>
                  <a:moveTo>
                    <a:pt x="9933" y="17834"/>
                  </a:moveTo>
                  <a:cubicBezTo>
                    <a:pt x="9933" y="17735"/>
                    <a:pt x="9933" y="17735"/>
                    <a:pt x="9933" y="17735"/>
                  </a:cubicBezTo>
                  <a:cubicBezTo>
                    <a:pt x="9933" y="17735"/>
                    <a:pt x="9933" y="17735"/>
                    <a:pt x="9933" y="17735"/>
                  </a:cubicBezTo>
                  <a:cubicBezTo>
                    <a:pt x="9933" y="17735"/>
                    <a:pt x="9933" y="17735"/>
                    <a:pt x="9933" y="17735"/>
                  </a:cubicBezTo>
                  <a:cubicBezTo>
                    <a:pt x="9933" y="17735"/>
                    <a:pt x="9933" y="17735"/>
                    <a:pt x="9933" y="17735"/>
                  </a:cubicBezTo>
                  <a:cubicBezTo>
                    <a:pt x="9933" y="17834"/>
                    <a:pt x="9933" y="17834"/>
                    <a:pt x="9933" y="17834"/>
                  </a:cubicBezTo>
                  <a:cubicBezTo>
                    <a:pt x="9933" y="17834"/>
                    <a:pt x="9933" y="17834"/>
                    <a:pt x="9933" y="17834"/>
                  </a:cubicBezTo>
                  <a:close/>
                  <a:moveTo>
                    <a:pt x="16055" y="15159"/>
                  </a:move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lose/>
                  <a:moveTo>
                    <a:pt x="14900" y="14466"/>
                  </a:moveTo>
                  <a:cubicBezTo>
                    <a:pt x="15016" y="14466"/>
                    <a:pt x="15016" y="14466"/>
                    <a:pt x="15016" y="14466"/>
                  </a:cubicBezTo>
                  <a:cubicBezTo>
                    <a:pt x="15016" y="14466"/>
                    <a:pt x="15016" y="14466"/>
                    <a:pt x="15016" y="14466"/>
                  </a:cubicBezTo>
                  <a:cubicBezTo>
                    <a:pt x="15016" y="14466"/>
                    <a:pt x="15016" y="14466"/>
                    <a:pt x="15016" y="14466"/>
                  </a:cubicBezTo>
                  <a:cubicBezTo>
                    <a:pt x="15016" y="14466"/>
                    <a:pt x="15016" y="14466"/>
                    <a:pt x="15016" y="14466"/>
                  </a:cubicBezTo>
                  <a:cubicBezTo>
                    <a:pt x="15016" y="14466"/>
                    <a:pt x="14900" y="14466"/>
                    <a:pt x="14900" y="14466"/>
                  </a:cubicBezTo>
                  <a:close/>
                  <a:moveTo>
                    <a:pt x="14438" y="14168"/>
                  </a:moveTo>
                  <a:cubicBezTo>
                    <a:pt x="14554" y="14168"/>
                    <a:pt x="14554" y="14168"/>
                    <a:pt x="14554" y="14168"/>
                  </a:cubicBezTo>
                  <a:cubicBezTo>
                    <a:pt x="14554" y="14168"/>
                    <a:pt x="14554" y="14168"/>
                    <a:pt x="14554" y="14168"/>
                  </a:cubicBezTo>
                  <a:cubicBezTo>
                    <a:pt x="14554" y="14168"/>
                    <a:pt x="14554" y="14168"/>
                    <a:pt x="14554" y="14168"/>
                  </a:cubicBezTo>
                  <a:cubicBezTo>
                    <a:pt x="14554" y="14168"/>
                    <a:pt x="14554" y="14168"/>
                    <a:pt x="14554" y="14168"/>
                  </a:cubicBezTo>
                  <a:cubicBezTo>
                    <a:pt x="14438" y="14168"/>
                    <a:pt x="14438" y="14168"/>
                    <a:pt x="14438" y="14168"/>
                  </a:cubicBezTo>
                  <a:close/>
                  <a:moveTo>
                    <a:pt x="15362" y="13970"/>
                  </a:moveTo>
                  <a:cubicBezTo>
                    <a:pt x="15362" y="13970"/>
                    <a:pt x="15362" y="13970"/>
                    <a:pt x="15362" y="13970"/>
                  </a:cubicBezTo>
                  <a:cubicBezTo>
                    <a:pt x="15478" y="14069"/>
                    <a:pt x="15478" y="14069"/>
                    <a:pt x="15478" y="14069"/>
                  </a:cubicBezTo>
                  <a:cubicBezTo>
                    <a:pt x="15478" y="13970"/>
                    <a:pt x="15478" y="13970"/>
                    <a:pt x="15478" y="13970"/>
                  </a:cubicBezTo>
                  <a:cubicBezTo>
                    <a:pt x="15478" y="13970"/>
                    <a:pt x="15478" y="13970"/>
                    <a:pt x="15478" y="13970"/>
                  </a:cubicBezTo>
                  <a:cubicBezTo>
                    <a:pt x="15478" y="13970"/>
                    <a:pt x="15478" y="13970"/>
                    <a:pt x="15478" y="13970"/>
                  </a:cubicBezTo>
                  <a:cubicBezTo>
                    <a:pt x="15362" y="13970"/>
                    <a:pt x="15362" y="13970"/>
                    <a:pt x="15362" y="13970"/>
                  </a:cubicBezTo>
                  <a:close/>
                  <a:moveTo>
                    <a:pt x="16055" y="12484"/>
                  </a:moveTo>
                  <a:cubicBezTo>
                    <a:pt x="16055" y="12484"/>
                    <a:pt x="16055" y="12484"/>
                    <a:pt x="16055" y="12484"/>
                  </a:cubicBezTo>
                  <a:cubicBezTo>
                    <a:pt x="16055" y="12583"/>
                    <a:pt x="16055" y="12583"/>
                    <a:pt x="16055" y="12583"/>
                  </a:cubicBezTo>
                  <a:cubicBezTo>
                    <a:pt x="16055" y="12583"/>
                    <a:pt x="16055" y="12583"/>
                    <a:pt x="16055" y="12583"/>
                  </a:cubicBezTo>
                  <a:cubicBezTo>
                    <a:pt x="16171" y="12682"/>
                    <a:pt x="16171" y="12682"/>
                    <a:pt x="16171" y="12682"/>
                  </a:cubicBezTo>
                  <a:cubicBezTo>
                    <a:pt x="16171" y="12781"/>
                    <a:pt x="16171" y="12781"/>
                    <a:pt x="16171" y="12781"/>
                  </a:cubicBezTo>
                  <a:cubicBezTo>
                    <a:pt x="16286" y="12781"/>
                    <a:pt x="16286" y="12781"/>
                    <a:pt x="16286" y="12781"/>
                  </a:cubicBezTo>
                  <a:cubicBezTo>
                    <a:pt x="16402" y="12880"/>
                    <a:pt x="16402" y="12880"/>
                    <a:pt x="16402" y="12880"/>
                  </a:cubicBezTo>
                  <a:cubicBezTo>
                    <a:pt x="16517" y="12979"/>
                    <a:pt x="16517" y="12979"/>
                    <a:pt x="16517" y="12979"/>
                  </a:cubicBezTo>
                  <a:cubicBezTo>
                    <a:pt x="16633" y="12979"/>
                    <a:pt x="16633" y="12979"/>
                    <a:pt x="16633" y="12979"/>
                  </a:cubicBezTo>
                  <a:cubicBezTo>
                    <a:pt x="16633" y="12979"/>
                    <a:pt x="16633" y="12979"/>
                    <a:pt x="16633" y="12979"/>
                  </a:cubicBezTo>
                  <a:cubicBezTo>
                    <a:pt x="16633" y="13078"/>
                    <a:pt x="16633" y="13078"/>
                    <a:pt x="16633" y="13078"/>
                  </a:cubicBezTo>
                  <a:cubicBezTo>
                    <a:pt x="16748" y="13078"/>
                    <a:pt x="16748" y="13078"/>
                    <a:pt x="16748" y="13078"/>
                  </a:cubicBezTo>
                  <a:cubicBezTo>
                    <a:pt x="16748" y="13078"/>
                    <a:pt x="16748" y="13078"/>
                    <a:pt x="16748" y="13078"/>
                  </a:cubicBezTo>
                  <a:cubicBezTo>
                    <a:pt x="16748" y="12979"/>
                    <a:pt x="16748" y="12979"/>
                    <a:pt x="16748" y="12979"/>
                  </a:cubicBezTo>
                  <a:cubicBezTo>
                    <a:pt x="16864" y="12979"/>
                    <a:pt x="16864" y="12979"/>
                    <a:pt x="16864" y="12979"/>
                  </a:cubicBezTo>
                  <a:cubicBezTo>
                    <a:pt x="16748" y="12880"/>
                    <a:pt x="16748" y="12880"/>
                    <a:pt x="16748" y="12880"/>
                  </a:cubicBezTo>
                  <a:cubicBezTo>
                    <a:pt x="16633" y="12880"/>
                    <a:pt x="16633" y="12880"/>
                    <a:pt x="16633" y="12880"/>
                  </a:cubicBezTo>
                  <a:cubicBezTo>
                    <a:pt x="16633" y="12880"/>
                    <a:pt x="16633" y="12880"/>
                    <a:pt x="16633" y="12880"/>
                  </a:cubicBezTo>
                  <a:cubicBezTo>
                    <a:pt x="16517" y="12781"/>
                    <a:pt x="16517" y="12781"/>
                    <a:pt x="16517" y="12781"/>
                  </a:cubicBezTo>
                  <a:cubicBezTo>
                    <a:pt x="16633" y="12781"/>
                    <a:pt x="16633" y="12781"/>
                    <a:pt x="16633" y="12781"/>
                  </a:cubicBezTo>
                  <a:cubicBezTo>
                    <a:pt x="16633" y="12781"/>
                    <a:pt x="16633" y="12781"/>
                    <a:pt x="16633" y="12781"/>
                  </a:cubicBezTo>
                  <a:cubicBezTo>
                    <a:pt x="16748" y="12781"/>
                    <a:pt x="16748" y="12781"/>
                    <a:pt x="16748" y="12781"/>
                  </a:cubicBezTo>
                  <a:cubicBezTo>
                    <a:pt x="16748" y="12781"/>
                    <a:pt x="16748" y="12781"/>
                    <a:pt x="16748" y="12781"/>
                  </a:cubicBezTo>
                  <a:cubicBezTo>
                    <a:pt x="16864" y="12781"/>
                    <a:pt x="16864" y="12781"/>
                    <a:pt x="16864" y="12781"/>
                  </a:cubicBezTo>
                  <a:cubicBezTo>
                    <a:pt x="16864" y="12880"/>
                    <a:pt x="16864" y="12880"/>
                    <a:pt x="16864" y="12880"/>
                  </a:cubicBezTo>
                  <a:cubicBezTo>
                    <a:pt x="16979" y="12781"/>
                    <a:pt x="16979" y="12781"/>
                    <a:pt x="16979" y="12781"/>
                  </a:cubicBezTo>
                  <a:cubicBezTo>
                    <a:pt x="16864" y="12781"/>
                    <a:pt x="16864" y="12781"/>
                    <a:pt x="16864" y="12781"/>
                  </a:cubicBezTo>
                  <a:cubicBezTo>
                    <a:pt x="16633" y="12682"/>
                    <a:pt x="16633" y="12682"/>
                    <a:pt x="16633" y="12682"/>
                  </a:cubicBezTo>
                  <a:cubicBezTo>
                    <a:pt x="16517" y="12583"/>
                    <a:pt x="16517" y="12583"/>
                    <a:pt x="16517" y="12583"/>
                  </a:cubicBezTo>
                  <a:cubicBezTo>
                    <a:pt x="16517" y="12484"/>
                    <a:pt x="16517" y="12484"/>
                    <a:pt x="16517" y="12484"/>
                  </a:cubicBezTo>
                  <a:cubicBezTo>
                    <a:pt x="16402" y="12484"/>
                    <a:pt x="16402" y="12484"/>
                    <a:pt x="16402" y="12484"/>
                  </a:cubicBezTo>
                  <a:cubicBezTo>
                    <a:pt x="16286" y="12484"/>
                    <a:pt x="16286" y="12484"/>
                    <a:pt x="16286" y="12484"/>
                  </a:cubicBezTo>
                  <a:cubicBezTo>
                    <a:pt x="16286" y="12484"/>
                    <a:pt x="16286" y="12484"/>
                    <a:pt x="16286" y="12484"/>
                  </a:cubicBezTo>
                  <a:cubicBezTo>
                    <a:pt x="16171" y="12484"/>
                    <a:pt x="16171" y="12484"/>
                    <a:pt x="16171" y="12484"/>
                  </a:cubicBezTo>
                  <a:cubicBezTo>
                    <a:pt x="16055" y="12385"/>
                    <a:pt x="16055" y="12385"/>
                    <a:pt x="16055" y="12385"/>
                  </a:cubicBezTo>
                  <a:cubicBezTo>
                    <a:pt x="16055" y="12484"/>
                    <a:pt x="16055" y="12484"/>
                    <a:pt x="16055" y="12484"/>
                  </a:cubicBezTo>
                  <a:close/>
                  <a:moveTo>
                    <a:pt x="15824" y="12484"/>
                  </a:moveTo>
                  <a:cubicBezTo>
                    <a:pt x="15824" y="12484"/>
                    <a:pt x="15824" y="12484"/>
                    <a:pt x="15824" y="12484"/>
                  </a:cubicBezTo>
                  <a:cubicBezTo>
                    <a:pt x="15824" y="12385"/>
                    <a:pt x="15824" y="12385"/>
                    <a:pt x="15824" y="12385"/>
                  </a:cubicBezTo>
                  <a:cubicBezTo>
                    <a:pt x="15940" y="12385"/>
                    <a:pt x="15940" y="12385"/>
                    <a:pt x="15940" y="12385"/>
                  </a:cubicBezTo>
                  <a:cubicBezTo>
                    <a:pt x="15709" y="12385"/>
                    <a:pt x="15709" y="12385"/>
                    <a:pt x="15709" y="12385"/>
                  </a:cubicBezTo>
                  <a:cubicBezTo>
                    <a:pt x="15709" y="12484"/>
                    <a:pt x="15709" y="12484"/>
                    <a:pt x="15709" y="12484"/>
                  </a:cubicBezTo>
                  <a:cubicBezTo>
                    <a:pt x="15824" y="12484"/>
                    <a:pt x="15824" y="12484"/>
                    <a:pt x="15824" y="12484"/>
                  </a:cubicBezTo>
                  <a:close/>
                  <a:moveTo>
                    <a:pt x="16055" y="12385"/>
                  </a:moveTo>
                  <a:cubicBezTo>
                    <a:pt x="16055" y="12385"/>
                    <a:pt x="16055" y="12385"/>
                    <a:pt x="16055" y="12385"/>
                  </a:cubicBezTo>
                  <a:cubicBezTo>
                    <a:pt x="16286" y="12385"/>
                    <a:pt x="16286" y="12385"/>
                    <a:pt x="16286" y="12385"/>
                  </a:cubicBezTo>
                  <a:cubicBezTo>
                    <a:pt x="16286" y="12484"/>
                    <a:pt x="16286" y="12484"/>
                    <a:pt x="16286" y="12484"/>
                  </a:cubicBezTo>
                  <a:cubicBezTo>
                    <a:pt x="16517" y="12484"/>
                    <a:pt x="16517" y="12484"/>
                    <a:pt x="16517" y="12484"/>
                  </a:cubicBezTo>
                  <a:cubicBezTo>
                    <a:pt x="16633" y="12484"/>
                    <a:pt x="16633" y="12484"/>
                    <a:pt x="16633" y="12484"/>
                  </a:cubicBezTo>
                  <a:cubicBezTo>
                    <a:pt x="16633" y="12484"/>
                    <a:pt x="16633" y="12484"/>
                    <a:pt x="16633" y="12484"/>
                  </a:cubicBezTo>
                  <a:cubicBezTo>
                    <a:pt x="16748" y="12484"/>
                    <a:pt x="16748" y="12484"/>
                    <a:pt x="16748" y="12484"/>
                  </a:cubicBezTo>
                  <a:cubicBezTo>
                    <a:pt x="16748" y="12583"/>
                    <a:pt x="16748" y="12583"/>
                    <a:pt x="16748" y="12583"/>
                  </a:cubicBezTo>
                  <a:cubicBezTo>
                    <a:pt x="16748" y="12583"/>
                    <a:pt x="16748" y="12583"/>
                    <a:pt x="16748" y="12583"/>
                  </a:cubicBezTo>
                  <a:cubicBezTo>
                    <a:pt x="16864" y="12583"/>
                    <a:pt x="16864" y="12583"/>
                    <a:pt x="16864" y="12583"/>
                  </a:cubicBezTo>
                  <a:cubicBezTo>
                    <a:pt x="16864" y="12583"/>
                    <a:pt x="16864" y="12583"/>
                    <a:pt x="16864" y="12583"/>
                  </a:cubicBezTo>
                  <a:cubicBezTo>
                    <a:pt x="16979" y="12583"/>
                    <a:pt x="16979" y="12583"/>
                    <a:pt x="16979" y="12583"/>
                  </a:cubicBezTo>
                  <a:cubicBezTo>
                    <a:pt x="16979" y="12583"/>
                    <a:pt x="16979" y="12583"/>
                    <a:pt x="16979" y="12583"/>
                  </a:cubicBezTo>
                  <a:cubicBezTo>
                    <a:pt x="16979" y="12484"/>
                    <a:pt x="16979" y="12484"/>
                    <a:pt x="16979" y="12484"/>
                  </a:cubicBezTo>
                  <a:cubicBezTo>
                    <a:pt x="16979" y="12484"/>
                    <a:pt x="16979" y="12484"/>
                    <a:pt x="16979" y="12484"/>
                  </a:cubicBezTo>
                  <a:cubicBezTo>
                    <a:pt x="16979" y="12484"/>
                    <a:pt x="16979" y="12484"/>
                    <a:pt x="16979" y="12484"/>
                  </a:cubicBezTo>
                  <a:cubicBezTo>
                    <a:pt x="16864" y="12385"/>
                    <a:pt x="16864" y="12385"/>
                    <a:pt x="16864" y="12385"/>
                  </a:cubicBezTo>
                  <a:cubicBezTo>
                    <a:pt x="16864" y="12385"/>
                    <a:pt x="16864" y="12385"/>
                    <a:pt x="16864" y="12385"/>
                  </a:cubicBezTo>
                  <a:cubicBezTo>
                    <a:pt x="16748" y="12286"/>
                    <a:pt x="16748" y="12286"/>
                    <a:pt x="16748" y="12286"/>
                  </a:cubicBezTo>
                  <a:cubicBezTo>
                    <a:pt x="16633" y="12286"/>
                    <a:pt x="16633" y="12286"/>
                    <a:pt x="16633" y="12286"/>
                  </a:cubicBezTo>
                  <a:cubicBezTo>
                    <a:pt x="16402" y="12385"/>
                    <a:pt x="16402" y="12385"/>
                    <a:pt x="16402" y="12385"/>
                  </a:cubicBezTo>
                  <a:cubicBezTo>
                    <a:pt x="16286" y="12286"/>
                    <a:pt x="16286" y="12286"/>
                    <a:pt x="16286" y="12286"/>
                  </a:cubicBezTo>
                  <a:cubicBezTo>
                    <a:pt x="16171" y="12286"/>
                    <a:pt x="16171" y="12286"/>
                    <a:pt x="16171" y="12286"/>
                  </a:cubicBezTo>
                  <a:cubicBezTo>
                    <a:pt x="16055" y="12286"/>
                    <a:pt x="16055" y="12286"/>
                    <a:pt x="16055" y="12286"/>
                  </a:cubicBezTo>
                  <a:cubicBezTo>
                    <a:pt x="16055" y="12286"/>
                    <a:pt x="16055" y="12385"/>
                    <a:pt x="16055" y="12385"/>
                  </a:cubicBezTo>
                  <a:close/>
                  <a:moveTo>
                    <a:pt x="15593" y="12088"/>
                  </a:moveTo>
                  <a:cubicBezTo>
                    <a:pt x="15709" y="12088"/>
                    <a:pt x="15709" y="12088"/>
                    <a:pt x="15709" y="12088"/>
                  </a:cubicBezTo>
                  <a:cubicBezTo>
                    <a:pt x="15824" y="12187"/>
                    <a:pt x="15824" y="12187"/>
                    <a:pt x="15824" y="12187"/>
                  </a:cubicBezTo>
                  <a:cubicBezTo>
                    <a:pt x="15940" y="12286"/>
                    <a:pt x="15940" y="12286"/>
                    <a:pt x="15940" y="12286"/>
                  </a:cubicBezTo>
                  <a:cubicBezTo>
                    <a:pt x="16055" y="12286"/>
                    <a:pt x="16055" y="12286"/>
                    <a:pt x="16055" y="12286"/>
                  </a:cubicBezTo>
                  <a:cubicBezTo>
                    <a:pt x="16286" y="12286"/>
                    <a:pt x="16286" y="12286"/>
                    <a:pt x="16286" y="12286"/>
                  </a:cubicBezTo>
                  <a:cubicBezTo>
                    <a:pt x="16517" y="12286"/>
                    <a:pt x="16517" y="12286"/>
                    <a:pt x="16517" y="12286"/>
                  </a:cubicBezTo>
                  <a:cubicBezTo>
                    <a:pt x="16748" y="12286"/>
                    <a:pt x="16748" y="12286"/>
                    <a:pt x="16748" y="12286"/>
                  </a:cubicBezTo>
                  <a:cubicBezTo>
                    <a:pt x="16633" y="12187"/>
                    <a:pt x="16633" y="12187"/>
                    <a:pt x="16633" y="12187"/>
                  </a:cubicBezTo>
                  <a:cubicBezTo>
                    <a:pt x="16517" y="12187"/>
                    <a:pt x="16517" y="12187"/>
                    <a:pt x="16517" y="12187"/>
                  </a:cubicBezTo>
                  <a:cubicBezTo>
                    <a:pt x="16286" y="12187"/>
                    <a:pt x="16286" y="12187"/>
                    <a:pt x="16286" y="12187"/>
                  </a:cubicBezTo>
                  <a:cubicBezTo>
                    <a:pt x="16286" y="12187"/>
                    <a:pt x="16286" y="12187"/>
                    <a:pt x="16286" y="12187"/>
                  </a:cubicBezTo>
                  <a:cubicBezTo>
                    <a:pt x="16055" y="12088"/>
                    <a:pt x="16055" y="12088"/>
                    <a:pt x="16055" y="12088"/>
                  </a:cubicBezTo>
                  <a:cubicBezTo>
                    <a:pt x="15940" y="12088"/>
                    <a:pt x="15940" y="12088"/>
                    <a:pt x="15940" y="12088"/>
                  </a:cubicBezTo>
                  <a:cubicBezTo>
                    <a:pt x="15940" y="12088"/>
                    <a:pt x="15940" y="12088"/>
                    <a:pt x="15940" y="12088"/>
                  </a:cubicBezTo>
                  <a:cubicBezTo>
                    <a:pt x="15940" y="12088"/>
                    <a:pt x="15940" y="12088"/>
                    <a:pt x="15940" y="12088"/>
                  </a:cubicBezTo>
                  <a:cubicBezTo>
                    <a:pt x="16055" y="12088"/>
                    <a:pt x="16055" y="12088"/>
                    <a:pt x="16055" y="12088"/>
                  </a:cubicBezTo>
                  <a:cubicBezTo>
                    <a:pt x="16171" y="12088"/>
                    <a:pt x="16171" y="12088"/>
                    <a:pt x="16171" y="12088"/>
                  </a:cubicBezTo>
                  <a:cubicBezTo>
                    <a:pt x="16402" y="12187"/>
                    <a:pt x="16402" y="12187"/>
                    <a:pt x="16402" y="12187"/>
                  </a:cubicBezTo>
                  <a:cubicBezTo>
                    <a:pt x="16402" y="12187"/>
                    <a:pt x="16402" y="12187"/>
                    <a:pt x="16402" y="12187"/>
                  </a:cubicBezTo>
                  <a:cubicBezTo>
                    <a:pt x="16402" y="12088"/>
                    <a:pt x="16402" y="12088"/>
                    <a:pt x="16402" y="12088"/>
                  </a:cubicBezTo>
                  <a:cubicBezTo>
                    <a:pt x="16171" y="11988"/>
                    <a:pt x="16171" y="11988"/>
                    <a:pt x="16171" y="11988"/>
                  </a:cubicBezTo>
                  <a:cubicBezTo>
                    <a:pt x="15940" y="11988"/>
                    <a:pt x="15940" y="11988"/>
                    <a:pt x="15940" y="11988"/>
                  </a:cubicBezTo>
                  <a:cubicBezTo>
                    <a:pt x="15824" y="11988"/>
                    <a:pt x="15824" y="11988"/>
                    <a:pt x="15824" y="11988"/>
                  </a:cubicBezTo>
                  <a:cubicBezTo>
                    <a:pt x="15824" y="11988"/>
                    <a:pt x="15824" y="11988"/>
                    <a:pt x="15824" y="11988"/>
                  </a:cubicBezTo>
                  <a:cubicBezTo>
                    <a:pt x="15709" y="12088"/>
                    <a:pt x="15709" y="12088"/>
                    <a:pt x="15709" y="12088"/>
                  </a:cubicBezTo>
                  <a:cubicBezTo>
                    <a:pt x="15593" y="12088"/>
                    <a:pt x="15593" y="12088"/>
                    <a:pt x="15593" y="12088"/>
                  </a:cubicBezTo>
                  <a:close/>
                  <a:moveTo>
                    <a:pt x="17210" y="12286"/>
                  </a:moveTo>
                  <a:cubicBezTo>
                    <a:pt x="17210" y="12286"/>
                    <a:pt x="17210" y="12286"/>
                    <a:pt x="17210" y="12286"/>
                  </a:cubicBezTo>
                  <a:cubicBezTo>
                    <a:pt x="17326" y="12286"/>
                    <a:pt x="17326" y="12286"/>
                    <a:pt x="17326" y="12286"/>
                  </a:cubicBezTo>
                  <a:cubicBezTo>
                    <a:pt x="17326" y="12187"/>
                    <a:pt x="17326" y="12187"/>
                    <a:pt x="17326" y="12187"/>
                  </a:cubicBezTo>
                  <a:cubicBezTo>
                    <a:pt x="17210" y="12286"/>
                    <a:pt x="17210" y="12286"/>
                    <a:pt x="17210" y="12286"/>
                  </a:cubicBezTo>
                  <a:cubicBezTo>
                    <a:pt x="17210" y="12286"/>
                    <a:pt x="17210" y="12286"/>
                    <a:pt x="17210" y="12286"/>
                  </a:cubicBezTo>
                  <a:close/>
                  <a:moveTo>
                    <a:pt x="17326" y="11097"/>
                  </a:moveTo>
                  <a:cubicBezTo>
                    <a:pt x="17210" y="11196"/>
                    <a:pt x="17210" y="11196"/>
                    <a:pt x="17210" y="11196"/>
                  </a:cubicBezTo>
                  <a:cubicBezTo>
                    <a:pt x="17210" y="11295"/>
                    <a:pt x="17210" y="11295"/>
                    <a:pt x="17210" y="11295"/>
                  </a:cubicBezTo>
                  <a:cubicBezTo>
                    <a:pt x="17210" y="11295"/>
                    <a:pt x="17210" y="11295"/>
                    <a:pt x="17210" y="11295"/>
                  </a:cubicBezTo>
                  <a:cubicBezTo>
                    <a:pt x="17326" y="11295"/>
                    <a:pt x="17326" y="11295"/>
                    <a:pt x="17326" y="11295"/>
                  </a:cubicBezTo>
                  <a:cubicBezTo>
                    <a:pt x="17441" y="11394"/>
                    <a:pt x="17441" y="11394"/>
                    <a:pt x="17441" y="11394"/>
                  </a:cubicBezTo>
                  <a:cubicBezTo>
                    <a:pt x="17557" y="11394"/>
                    <a:pt x="17557" y="11394"/>
                    <a:pt x="17557" y="11394"/>
                  </a:cubicBezTo>
                  <a:cubicBezTo>
                    <a:pt x="17672" y="11394"/>
                    <a:pt x="17672" y="11394"/>
                    <a:pt x="17672" y="11394"/>
                  </a:cubicBezTo>
                  <a:cubicBezTo>
                    <a:pt x="17672" y="11394"/>
                    <a:pt x="17672" y="11394"/>
                    <a:pt x="17672" y="11394"/>
                  </a:cubicBezTo>
                  <a:cubicBezTo>
                    <a:pt x="17672" y="11295"/>
                    <a:pt x="17672" y="11295"/>
                    <a:pt x="17672" y="11295"/>
                  </a:cubicBezTo>
                  <a:cubicBezTo>
                    <a:pt x="17788" y="11295"/>
                    <a:pt x="17788" y="11295"/>
                    <a:pt x="17788" y="11295"/>
                  </a:cubicBezTo>
                  <a:cubicBezTo>
                    <a:pt x="17788" y="11196"/>
                    <a:pt x="17788" y="11196"/>
                    <a:pt x="17788" y="11196"/>
                  </a:cubicBezTo>
                  <a:cubicBezTo>
                    <a:pt x="17557" y="11097"/>
                    <a:pt x="17557" y="11097"/>
                    <a:pt x="17557" y="11097"/>
                  </a:cubicBezTo>
                  <a:cubicBezTo>
                    <a:pt x="17441" y="11097"/>
                    <a:pt x="17441" y="11097"/>
                    <a:pt x="17441" y="11097"/>
                  </a:cubicBezTo>
                  <a:cubicBezTo>
                    <a:pt x="17326" y="11097"/>
                    <a:pt x="17326" y="11097"/>
                    <a:pt x="17326" y="11097"/>
                  </a:cubicBezTo>
                  <a:close/>
                  <a:moveTo>
                    <a:pt x="18250" y="10998"/>
                  </a:moveTo>
                  <a:cubicBezTo>
                    <a:pt x="18250" y="10998"/>
                    <a:pt x="18250" y="10998"/>
                    <a:pt x="18250" y="10998"/>
                  </a:cubicBezTo>
                  <a:cubicBezTo>
                    <a:pt x="18365" y="10998"/>
                    <a:pt x="18365" y="10998"/>
                    <a:pt x="18365" y="10998"/>
                  </a:cubicBezTo>
                  <a:cubicBezTo>
                    <a:pt x="18365" y="10899"/>
                    <a:pt x="18365" y="10899"/>
                    <a:pt x="18365" y="10899"/>
                  </a:cubicBezTo>
                  <a:cubicBezTo>
                    <a:pt x="18250" y="10899"/>
                    <a:pt x="18250" y="10899"/>
                    <a:pt x="18250" y="10899"/>
                  </a:cubicBezTo>
                  <a:cubicBezTo>
                    <a:pt x="18250" y="10998"/>
                    <a:pt x="18250" y="10998"/>
                    <a:pt x="18250" y="10998"/>
                  </a:cubicBezTo>
                  <a:cubicBezTo>
                    <a:pt x="18250" y="10998"/>
                    <a:pt x="18250" y="10998"/>
                    <a:pt x="18250" y="10998"/>
                  </a:cubicBezTo>
                  <a:close/>
                  <a:moveTo>
                    <a:pt x="17788" y="10601"/>
                  </a:moveTo>
                  <a:cubicBezTo>
                    <a:pt x="17788" y="10601"/>
                    <a:pt x="17788" y="10601"/>
                    <a:pt x="17788" y="10601"/>
                  </a:cubicBezTo>
                  <a:cubicBezTo>
                    <a:pt x="17788" y="10700"/>
                    <a:pt x="17788" y="10700"/>
                    <a:pt x="17788" y="10700"/>
                  </a:cubicBezTo>
                  <a:cubicBezTo>
                    <a:pt x="17788" y="10800"/>
                    <a:pt x="17788" y="10800"/>
                    <a:pt x="17788" y="10800"/>
                  </a:cubicBezTo>
                  <a:cubicBezTo>
                    <a:pt x="17903" y="10800"/>
                    <a:pt x="17903" y="10800"/>
                    <a:pt x="17903" y="10800"/>
                  </a:cubicBezTo>
                  <a:cubicBezTo>
                    <a:pt x="17903" y="10800"/>
                    <a:pt x="17903" y="10800"/>
                    <a:pt x="17903" y="10800"/>
                  </a:cubicBezTo>
                  <a:cubicBezTo>
                    <a:pt x="17903" y="10800"/>
                    <a:pt x="17903" y="10800"/>
                    <a:pt x="17903" y="10800"/>
                  </a:cubicBezTo>
                  <a:cubicBezTo>
                    <a:pt x="18019" y="10700"/>
                    <a:pt x="18019" y="10700"/>
                    <a:pt x="18019" y="10700"/>
                  </a:cubicBezTo>
                  <a:cubicBezTo>
                    <a:pt x="18019" y="10601"/>
                    <a:pt x="18019" y="10601"/>
                    <a:pt x="18019" y="10601"/>
                  </a:cubicBezTo>
                  <a:cubicBezTo>
                    <a:pt x="17903" y="10601"/>
                    <a:pt x="17903" y="10601"/>
                    <a:pt x="17903" y="10601"/>
                  </a:cubicBezTo>
                  <a:cubicBezTo>
                    <a:pt x="17788" y="10601"/>
                    <a:pt x="17788" y="10601"/>
                    <a:pt x="17788" y="10601"/>
                  </a:cubicBezTo>
                  <a:close/>
                  <a:moveTo>
                    <a:pt x="18481" y="10304"/>
                  </a:moveTo>
                  <a:cubicBezTo>
                    <a:pt x="18481" y="10403"/>
                    <a:pt x="18481" y="10403"/>
                    <a:pt x="18481" y="10403"/>
                  </a:cubicBezTo>
                  <a:cubicBezTo>
                    <a:pt x="18365" y="10502"/>
                    <a:pt x="18365" y="10502"/>
                    <a:pt x="18365" y="10502"/>
                  </a:cubicBezTo>
                  <a:cubicBezTo>
                    <a:pt x="18481" y="10601"/>
                    <a:pt x="18481" y="10601"/>
                    <a:pt x="18481" y="10601"/>
                  </a:cubicBezTo>
                  <a:cubicBezTo>
                    <a:pt x="18481" y="10700"/>
                    <a:pt x="18481" y="10700"/>
                    <a:pt x="18481" y="10700"/>
                  </a:cubicBezTo>
                  <a:cubicBezTo>
                    <a:pt x="18596" y="10601"/>
                    <a:pt x="18596" y="10601"/>
                    <a:pt x="18596" y="10601"/>
                  </a:cubicBezTo>
                  <a:cubicBezTo>
                    <a:pt x="18712" y="10601"/>
                    <a:pt x="18712" y="10601"/>
                    <a:pt x="18712" y="10601"/>
                  </a:cubicBezTo>
                  <a:cubicBezTo>
                    <a:pt x="18827" y="10601"/>
                    <a:pt x="18827" y="10601"/>
                    <a:pt x="18827" y="10601"/>
                  </a:cubicBezTo>
                  <a:cubicBezTo>
                    <a:pt x="18827" y="10700"/>
                    <a:pt x="18827" y="10700"/>
                    <a:pt x="18827" y="10700"/>
                  </a:cubicBezTo>
                  <a:cubicBezTo>
                    <a:pt x="18827" y="10700"/>
                    <a:pt x="18827" y="10700"/>
                    <a:pt x="18827" y="10700"/>
                  </a:cubicBezTo>
                  <a:cubicBezTo>
                    <a:pt x="18943" y="10601"/>
                    <a:pt x="18943" y="10601"/>
                    <a:pt x="18943" y="10601"/>
                  </a:cubicBezTo>
                  <a:cubicBezTo>
                    <a:pt x="18943" y="10601"/>
                    <a:pt x="18943" y="10601"/>
                    <a:pt x="18943" y="10601"/>
                  </a:cubicBezTo>
                  <a:cubicBezTo>
                    <a:pt x="18943" y="10502"/>
                    <a:pt x="18943" y="10502"/>
                    <a:pt x="18943" y="10502"/>
                  </a:cubicBezTo>
                  <a:cubicBezTo>
                    <a:pt x="18943" y="10403"/>
                    <a:pt x="18943" y="10403"/>
                    <a:pt x="18943" y="10403"/>
                  </a:cubicBezTo>
                  <a:cubicBezTo>
                    <a:pt x="18827" y="10502"/>
                    <a:pt x="18827" y="10502"/>
                    <a:pt x="18827" y="10502"/>
                  </a:cubicBezTo>
                  <a:cubicBezTo>
                    <a:pt x="18827" y="10502"/>
                    <a:pt x="18827" y="10502"/>
                    <a:pt x="18827" y="10502"/>
                  </a:cubicBezTo>
                  <a:cubicBezTo>
                    <a:pt x="18827" y="10502"/>
                    <a:pt x="18827" y="10502"/>
                    <a:pt x="18827" y="10502"/>
                  </a:cubicBezTo>
                  <a:cubicBezTo>
                    <a:pt x="18712" y="10403"/>
                    <a:pt x="18712" y="10403"/>
                    <a:pt x="18712" y="10403"/>
                  </a:cubicBezTo>
                  <a:cubicBezTo>
                    <a:pt x="18712" y="10403"/>
                    <a:pt x="18712" y="10403"/>
                    <a:pt x="18712" y="10403"/>
                  </a:cubicBezTo>
                  <a:cubicBezTo>
                    <a:pt x="18712" y="10304"/>
                    <a:pt x="18712" y="10304"/>
                    <a:pt x="18712" y="10304"/>
                  </a:cubicBezTo>
                  <a:cubicBezTo>
                    <a:pt x="18712" y="10304"/>
                    <a:pt x="18712" y="10304"/>
                    <a:pt x="18712" y="10304"/>
                  </a:cubicBezTo>
                  <a:cubicBezTo>
                    <a:pt x="18827" y="10304"/>
                    <a:pt x="18827" y="10304"/>
                    <a:pt x="18827" y="10304"/>
                  </a:cubicBezTo>
                  <a:cubicBezTo>
                    <a:pt x="18827" y="10205"/>
                    <a:pt x="18827" y="10205"/>
                    <a:pt x="18827" y="10205"/>
                  </a:cubicBezTo>
                  <a:cubicBezTo>
                    <a:pt x="18712" y="10205"/>
                    <a:pt x="18712" y="10205"/>
                    <a:pt x="18712" y="10205"/>
                  </a:cubicBezTo>
                  <a:cubicBezTo>
                    <a:pt x="18596" y="10304"/>
                    <a:pt x="18596" y="10304"/>
                    <a:pt x="18596" y="10304"/>
                  </a:cubicBezTo>
                  <a:cubicBezTo>
                    <a:pt x="18596" y="10205"/>
                    <a:pt x="18596" y="10205"/>
                    <a:pt x="18596" y="10205"/>
                  </a:cubicBezTo>
                  <a:cubicBezTo>
                    <a:pt x="18481" y="10304"/>
                    <a:pt x="18481" y="10304"/>
                    <a:pt x="18481" y="10304"/>
                  </a:cubicBezTo>
                  <a:cubicBezTo>
                    <a:pt x="18481" y="10304"/>
                    <a:pt x="18481" y="10304"/>
                    <a:pt x="18481" y="10304"/>
                  </a:cubicBezTo>
                  <a:close/>
                  <a:moveTo>
                    <a:pt x="18596" y="9016"/>
                  </a:moveTo>
                  <a:cubicBezTo>
                    <a:pt x="18481" y="9016"/>
                    <a:pt x="18481" y="9016"/>
                    <a:pt x="18481" y="9016"/>
                  </a:cubicBezTo>
                  <a:cubicBezTo>
                    <a:pt x="18481" y="9115"/>
                    <a:pt x="18481" y="9115"/>
                    <a:pt x="18481" y="9115"/>
                  </a:cubicBezTo>
                  <a:cubicBezTo>
                    <a:pt x="18596" y="9115"/>
                    <a:pt x="18596" y="9115"/>
                    <a:pt x="18596" y="9115"/>
                  </a:cubicBezTo>
                  <a:cubicBezTo>
                    <a:pt x="18596" y="9214"/>
                    <a:pt x="18596" y="9214"/>
                    <a:pt x="18596" y="9214"/>
                  </a:cubicBezTo>
                  <a:cubicBezTo>
                    <a:pt x="18481" y="9214"/>
                    <a:pt x="18481" y="9214"/>
                    <a:pt x="18481" y="9214"/>
                  </a:cubicBezTo>
                  <a:cubicBezTo>
                    <a:pt x="18481" y="9313"/>
                    <a:pt x="18481" y="9313"/>
                    <a:pt x="18481" y="9313"/>
                  </a:cubicBezTo>
                  <a:cubicBezTo>
                    <a:pt x="18596" y="9412"/>
                    <a:pt x="18596" y="9412"/>
                    <a:pt x="18596" y="9412"/>
                  </a:cubicBezTo>
                  <a:cubicBezTo>
                    <a:pt x="18596" y="9511"/>
                    <a:pt x="18596" y="9511"/>
                    <a:pt x="18596" y="9511"/>
                  </a:cubicBezTo>
                  <a:cubicBezTo>
                    <a:pt x="18596" y="9611"/>
                    <a:pt x="18596" y="9611"/>
                    <a:pt x="18596" y="9611"/>
                  </a:cubicBezTo>
                  <a:cubicBezTo>
                    <a:pt x="18596" y="9710"/>
                    <a:pt x="18596" y="9710"/>
                    <a:pt x="18596" y="9710"/>
                  </a:cubicBezTo>
                  <a:cubicBezTo>
                    <a:pt x="18596" y="9710"/>
                    <a:pt x="18596" y="9710"/>
                    <a:pt x="18596" y="9710"/>
                  </a:cubicBezTo>
                  <a:cubicBezTo>
                    <a:pt x="18596" y="9710"/>
                    <a:pt x="18596" y="9710"/>
                    <a:pt x="18596" y="9710"/>
                  </a:cubicBezTo>
                  <a:cubicBezTo>
                    <a:pt x="18596" y="9611"/>
                    <a:pt x="18596" y="9611"/>
                    <a:pt x="18596" y="9611"/>
                  </a:cubicBezTo>
                  <a:cubicBezTo>
                    <a:pt x="18712" y="9511"/>
                    <a:pt x="18712" y="9511"/>
                    <a:pt x="18712" y="9511"/>
                  </a:cubicBezTo>
                  <a:cubicBezTo>
                    <a:pt x="18712" y="9412"/>
                    <a:pt x="18712" y="9412"/>
                    <a:pt x="18712" y="9412"/>
                  </a:cubicBezTo>
                  <a:cubicBezTo>
                    <a:pt x="18596" y="9313"/>
                    <a:pt x="18596" y="9313"/>
                    <a:pt x="18596" y="9313"/>
                  </a:cubicBezTo>
                  <a:cubicBezTo>
                    <a:pt x="18596" y="9214"/>
                    <a:pt x="18596" y="9214"/>
                    <a:pt x="18596" y="9214"/>
                  </a:cubicBezTo>
                  <a:cubicBezTo>
                    <a:pt x="18596" y="9115"/>
                    <a:pt x="18596" y="9115"/>
                    <a:pt x="18596" y="9115"/>
                  </a:cubicBezTo>
                  <a:cubicBezTo>
                    <a:pt x="18596" y="9016"/>
                    <a:pt x="18596" y="9016"/>
                    <a:pt x="18596" y="9016"/>
                  </a:cubicBezTo>
                  <a:cubicBezTo>
                    <a:pt x="18596" y="9016"/>
                    <a:pt x="18596" y="9016"/>
                    <a:pt x="18596" y="9016"/>
                  </a:cubicBezTo>
                  <a:close/>
                  <a:moveTo>
                    <a:pt x="17788" y="9214"/>
                  </a:moveTo>
                  <a:cubicBezTo>
                    <a:pt x="17788" y="9313"/>
                    <a:pt x="17788" y="9313"/>
                    <a:pt x="17788" y="9313"/>
                  </a:cubicBezTo>
                  <a:cubicBezTo>
                    <a:pt x="17788" y="9313"/>
                    <a:pt x="17788" y="9313"/>
                    <a:pt x="17788" y="9313"/>
                  </a:cubicBezTo>
                  <a:cubicBezTo>
                    <a:pt x="17903" y="9313"/>
                    <a:pt x="17903" y="9313"/>
                    <a:pt x="17903" y="9313"/>
                  </a:cubicBezTo>
                  <a:cubicBezTo>
                    <a:pt x="18019" y="9214"/>
                    <a:pt x="18019" y="9214"/>
                    <a:pt x="18019" y="9214"/>
                  </a:cubicBezTo>
                  <a:cubicBezTo>
                    <a:pt x="17903" y="9214"/>
                    <a:pt x="17903" y="9214"/>
                    <a:pt x="17903" y="9214"/>
                  </a:cubicBezTo>
                  <a:cubicBezTo>
                    <a:pt x="17788" y="9214"/>
                    <a:pt x="17788" y="9214"/>
                    <a:pt x="17788" y="9214"/>
                  </a:cubicBezTo>
                  <a:cubicBezTo>
                    <a:pt x="17788" y="9214"/>
                    <a:pt x="17788" y="9214"/>
                    <a:pt x="17788" y="9214"/>
                  </a:cubicBezTo>
                  <a:close/>
                  <a:moveTo>
                    <a:pt x="17672" y="9115"/>
                  </a:moveTo>
                  <a:cubicBezTo>
                    <a:pt x="17672" y="9115"/>
                    <a:pt x="17672" y="9115"/>
                    <a:pt x="17672" y="9115"/>
                  </a:cubicBezTo>
                  <a:cubicBezTo>
                    <a:pt x="17788" y="9115"/>
                    <a:pt x="17788" y="9115"/>
                    <a:pt x="17788" y="9115"/>
                  </a:cubicBezTo>
                  <a:cubicBezTo>
                    <a:pt x="17788" y="9016"/>
                    <a:pt x="17788" y="9016"/>
                    <a:pt x="17788" y="9016"/>
                  </a:cubicBezTo>
                  <a:cubicBezTo>
                    <a:pt x="17672" y="9016"/>
                    <a:pt x="17672" y="9016"/>
                    <a:pt x="17672" y="9016"/>
                  </a:cubicBezTo>
                  <a:cubicBezTo>
                    <a:pt x="17672" y="9115"/>
                    <a:pt x="17672" y="9115"/>
                    <a:pt x="17672" y="9115"/>
                  </a:cubicBezTo>
                  <a:close/>
                  <a:moveTo>
                    <a:pt x="18365" y="7728"/>
                  </a:moveTo>
                  <a:cubicBezTo>
                    <a:pt x="18365" y="7827"/>
                    <a:pt x="18365" y="7827"/>
                    <a:pt x="18365" y="7827"/>
                  </a:cubicBezTo>
                  <a:cubicBezTo>
                    <a:pt x="18481" y="7926"/>
                    <a:pt x="18481" y="7926"/>
                    <a:pt x="18481" y="7926"/>
                  </a:cubicBezTo>
                  <a:cubicBezTo>
                    <a:pt x="18596" y="7926"/>
                    <a:pt x="18596" y="7926"/>
                    <a:pt x="18596" y="7926"/>
                  </a:cubicBezTo>
                  <a:cubicBezTo>
                    <a:pt x="18596" y="7827"/>
                    <a:pt x="18596" y="7827"/>
                    <a:pt x="18596" y="7827"/>
                  </a:cubicBezTo>
                  <a:cubicBezTo>
                    <a:pt x="18481" y="7827"/>
                    <a:pt x="18481" y="7827"/>
                    <a:pt x="18481" y="7827"/>
                  </a:cubicBezTo>
                  <a:cubicBezTo>
                    <a:pt x="18365" y="7728"/>
                    <a:pt x="18365" y="7728"/>
                    <a:pt x="18365" y="7728"/>
                  </a:cubicBezTo>
                  <a:cubicBezTo>
                    <a:pt x="18365" y="7728"/>
                    <a:pt x="18365" y="7728"/>
                    <a:pt x="18365" y="7728"/>
                  </a:cubicBezTo>
                  <a:cubicBezTo>
                    <a:pt x="18365" y="7728"/>
                    <a:pt x="18365" y="7728"/>
                    <a:pt x="18365" y="7728"/>
                  </a:cubicBezTo>
                  <a:close/>
                  <a:moveTo>
                    <a:pt x="18943" y="8124"/>
                  </a:moveTo>
                  <a:cubicBezTo>
                    <a:pt x="18943" y="8124"/>
                    <a:pt x="19058" y="8124"/>
                    <a:pt x="19058" y="8124"/>
                  </a:cubicBezTo>
                  <a:cubicBezTo>
                    <a:pt x="19058" y="8124"/>
                    <a:pt x="19058" y="8124"/>
                    <a:pt x="19058" y="8124"/>
                  </a:cubicBezTo>
                  <a:cubicBezTo>
                    <a:pt x="19058" y="8124"/>
                    <a:pt x="19058" y="8124"/>
                    <a:pt x="19058" y="8124"/>
                  </a:cubicBezTo>
                  <a:cubicBezTo>
                    <a:pt x="19058" y="8025"/>
                    <a:pt x="19058" y="8025"/>
                    <a:pt x="19058" y="8025"/>
                  </a:cubicBezTo>
                  <a:cubicBezTo>
                    <a:pt x="19058" y="7926"/>
                    <a:pt x="19058" y="7926"/>
                    <a:pt x="19058" y="7926"/>
                  </a:cubicBezTo>
                  <a:cubicBezTo>
                    <a:pt x="19174" y="7926"/>
                    <a:pt x="19174" y="7926"/>
                    <a:pt x="19174" y="7926"/>
                  </a:cubicBezTo>
                  <a:cubicBezTo>
                    <a:pt x="19174" y="7827"/>
                    <a:pt x="19174" y="7827"/>
                    <a:pt x="19174" y="7827"/>
                  </a:cubicBezTo>
                  <a:cubicBezTo>
                    <a:pt x="19058" y="7926"/>
                    <a:pt x="19058" y="7926"/>
                    <a:pt x="19058" y="7926"/>
                  </a:cubicBezTo>
                  <a:cubicBezTo>
                    <a:pt x="19058" y="8025"/>
                    <a:pt x="19058" y="8025"/>
                    <a:pt x="19058" y="8025"/>
                  </a:cubicBezTo>
                  <a:cubicBezTo>
                    <a:pt x="18943" y="8124"/>
                    <a:pt x="18943" y="8124"/>
                    <a:pt x="18943" y="8124"/>
                  </a:cubicBezTo>
                  <a:close/>
                  <a:moveTo>
                    <a:pt x="18712" y="7629"/>
                  </a:moveTo>
                  <a:cubicBezTo>
                    <a:pt x="18712" y="7629"/>
                    <a:pt x="18712" y="7629"/>
                    <a:pt x="18712" y="7629"/>
                  </a:cubicBezTo>
                  <a:cubicBezTo>
                    <a:pt x="18712" y="7629"/>
                    <a:pt x="18712" y="7629"/>
                    <a:pt x="18712" y="7629"/>
                  </a:cubicBezTo>
                  <a:cubicBezTo>
                    <a:pt x="18827" y="7530"/>
                    <a:pt x="18827" y="7530"/>
                    <a:pt x="18827" y="7530"/>
                  </a:cubicBezTo>
                  <a:cubicBezTo>
                    <a:pt x="18827" y="7530"/>
                    <a:pt x="18827" y="7530"/>
                    <a:pt x="18827" y="7530"/>
                  </a:cubicBezTo>
                  <a:cubicBezTo>
                    <a:pt x="18712" y="7530"/>
                    <a:pt x="18712" y="7530"/>
                    <a:pt x="18712" y="7530"/>
                  </a:cubicBezTo>
                  <a:cubicBezTo>
                    <a:pt x="18712" y="7629"/>
                    <a:pt x="18712" y="7629"/>
                    <a:pt x="18712" y="7629"/>
                  </a:cubicBezTo>
                  <a:close/>
                  <a:moveTo>
                    <a:pt x="18712" y="7332"/>
                  </a:moveTo>
                  <a:cubicBezTo>
                    <a:pt x="18712" y="7332"/>
                    <a:pt x="18712" y="7332"/>
                    <a:pt x="18712" y="7332"/>
                  </a:cubicBezTo>
                  <a:cubicBezTo>
                    <a:pt x="18827" y="7431"/>
                    <a:pt x="18827" y="7431"/>
                    <a:pt x="18827" y="7431"/>
                  </a:cubicBezTo>
                  <a:cubicBezTo>
                    <a:pt x="18827" y="7332"/>
                    <a:pt x="18827" y="7332"/>
                    <a:pt x="18827" y="7332"/>
                  </a:cubicBezTo>
                  <a:cubicBezTo>
                    <a:pt x="18827" y="7332"/>
                    <a:pt x="18827" y="7332"/>
                    <a:pt x="18827" y="7332"/>
                  </a:cubicBezTo>
                  <a:cubicBezTo>
                    <a:pt x="18712" y="7332"/>
                    <a:pt x="18712" y="7332"/>
                    <a:pt x="18712" y="7332"/>
                  </a:cubicBezTo>
                  <a:close/>
                  <a:moveTo>
                    <a:pt x="19174" y="6440"/>
                  </a:moveTo>
                  <a:cubicBezTo>
                    <a:pt x="19289" y="6539"/>
                    <a:pt x="19289" y="6539"/>
                    <a:pt x="19289" y="6539"/>
                  </a:cubicBezTo>
                  <a:cubicBezTo>
                    <a:pt x="19289" y="6638"/>
                    <a:pt x="19289" y="6638"/>
                    <a:pt x="19289" y="6638"/>
                  </a:cubicBezTo>
                  <a:cubicBezTo>
                    <a:pt x="19289" y="6539"/>
                    <a:pt x="19289" y="6539"/>
                    <a:pt x="19289" y="6539"/>
                  </a:cubicBezTo>
                  <a:cubicBezTo>
                    <a:pt x="19405" y="6440"/>
                    <a:pt x="19405" y="6440"/>
                    <a:pt x="19405" y="6440"/>
                  </a:cubicBezTo>
                  <a:cubicBezTo>
                    <a:pt x="19405" y="6341"/>
                    <a:pt x="19405" y="6341"/>
                    <a:pt x="19405" y="6341"/>
                  </a:cubicBezTo>
                  <a:cubicBezTo>
                    <a:pt x="19405" y="6341"/>
                    <a:pt x="19405" y="6341"/>
                    <a:pt x="19405" y="6341"/>
                  </a:cubicBezTo>
                  <a:cubicBezTo>
                    <a:pt x="19405" y="6242"/>
                    <a:pt x="19405" y="6242"/>
                    <a:pt x="19405" y="6242"/>
                  </a:cubicBezTo>
                  <a:cubicBezTo>
                    <a:pt x="19289" y="6341"/>
                    <a:pt x="19289" y="6341"/>
                    <a:pt x="19289" y="6341"/>
                  </a:cubicBezTo>
                  <a:cubicBezTo>
                    <a:pt x="19289" y="6341"/>
                    <a:pt x="19289" y="6341"/>
                    <a:pt x="19289" y="6341"/>
                  </a:cubicBezTo>
                  <a:cubicBezTo>
                    <a:pt x="19174" y="6440"/>
                    <a:pt x="19174" y="6440"/>
                    <a:pt x="19174" y="6440"/>
                  </a:cubicBezTo>
                  <a:close/>
                  <a:moveTo>
                    <a:pt x="18943" y="5350"/>
                  </a:moveTo>
                  <a:cubicBezTo>
                    <a:pt x="18943" y="5350"/>
                    <a:pt x="18943" y="5350"/>
                    <a:pt x="18943" y="5350"/>
                  </a:cubicBezTo>
                  <a:cubicBezTo>
                    <a:pt x="18943" y="5251"/>
                    <a:pt x="18943" y="5251"/>
                    <a:pt x="18943" y="5251"/>
                  </a:cubicBezTo>
                  <a:cubicBezTo>
                    <a:pt x="19058" y="5251"/>
                    <a:pt x="19058" y="5251"/>
                    <a:pt x="19058" y="5251"/>
                  </a:cubicBezTo>
                  <a:cubicBezTo>
                    <a:pt x="19174" y="5251"/>
                    <a:pt x="19174" y="5251"/>
                    <a:pt x="19174" y="5251"/>
                  </a:cubicBezTo>
                  <a:cubicBezTo>
                    <a:pt x="19174" y="5152"/>
                    <a:pt x="19174" y="5152"/>
                    <a:pt x="19174" y="5152"/>
                  </a:cubicBezTo>
                  <a:cubicBezTo>
                    <a:pt x="19058" y="5053"/>
                    <a:pt x="19058" y="5053"/>
                    <a:pt x="19058" y="5053"/>
                  </a:cubicBezTo>
                  <a:cubicBezTo>
                    <a:pt x="18943" y="5152"/>
                    <a:pt x="18943" y="5152"/>
                    <a:pt x="18943" y="5152"/>
                  </a:cubicBezTo>
                  <a:cubicBezTo>
                    <a:pt x="18943" y="5251"/>
                    <a:pt x="18943" y="5251"/>
                    <a:pt x="18943" y="5251"/>
                  </a:cubicBezTo>
                  <a:cubicBezTo>
                    <a:pt x="18943" y="5350"/>
                    <a:pt x="18943" y="5350"/>
                    <a:pt x="18943" y="5350"/>
                  </a:cubicBezTo>
                  <a:close/>
                  <a:moveTo>
                    <a:pt x="19982" y="3170"/>
                  </a:moveTo>
                  <a:cubicBezTo>
                    <a:pt x="19982" y="3071"/>
                    <a:pt x="19982" y="3071"/>
                    <a:pt x="19982" y="3071"/>
                  </a:cubicBezTo>
                  <a:cubicBezTo>
                    <a:pt x="19982" y="2972"/>
                    <a:pt x="19982" y="2972"/>
                    <a:pt x="19982" y="2972"/>
                  </a:cubicBezTo>
                  <a:cubicBezTo>
                    <a:pt x="19982" y="2873"/>
                    <a:pt x="19982" y="2873"/>
                    <a:pt x="19982" y="2873"/>
                  </a:cubicBezTo>
                  <a:cubicBezTo>
                    <a:pt x="19982" y="2873"/>
                    <a:pt x="19982" y="2873"/>
                    <a:pt x="19982" y="2873"/>
                  </a:cubicBezTo>
                  <a:cubicBezTo>
                    <a:pt x="19982" y="2774"/>
                    <a:pt x="19982" y="2774"/>
                    <a:pt x="19982" y="2774"/>
                  </a:cubicBezTo>
                  <a:cubicBezTo>
                    <a:pt x="19867" y="2774"/>
                    <a:pt x="19867" y="2774"/>
                    <a:pt x="19867" y="2774"/>
                  </a:cubicBezTo>
                  <a:cubicBezTo>
                    <a:pt x="19867" y="2873"/>
                    <a:pt x="19867" y="2873"/>
                    <a:pt x="19867" y="2873"/>
                  </a:cubicBezTo>
                  <a:cubicBezTo>
                    <a:pt x="19982" y="2873"/>
                    <a:pt x="19982" y="2873"/>
                    <a:pt x="19982" y="2873"/>
                  </a:cubicBezTo>
                  <a:cubicBezTo>
                    <a:pt x="19982" y="2972"/>
                    <a:pt x="19982" y="2972"/>
                    <a:pt x="19982" y="2972"/>
                  </a:cubicBezTo>
                  <a:cubicBezTo>
                    <a:pt x="19867" y="2972"/>
                    <a:pt x="19867" y="2972"/>
                    <a:pt x="19867" y="2972"/>
                  </a:cubicBezTo>
                  <a:cubicBezTo>
                    <a:pt x="19982" y="3170"/>
                    <a:pt x="19982" y="3170"/>
                    <a:pt x="19982" y="3170"/>
                  </a:cubicBezTo>
                  <a:close/>
                  <a:moveTo>
                    <a:pt x="19636" y="3368"/>
                  </a:moveTo>
                  <a:cubicBezTo>
                    <a:pt x="19636" y="3368"/>
                    <a:pt x="19636" y="3368"/>
                    <a:pt x="19636" y="3368"/>
                  </a:cubicBezTo>
                  <a:cubicBezTo>
                    <a:pt x="19751" y="3368"/>
                    <a:pt x="19751" y="3368"/>
                    <a:pt x="19751" y="3368"/>
                  </a:cubicBezTo>
                  <a:cubicBezTo>
                    <a:pt x="19751" y="3170"/>
                    <a:pt x="19751" y="3170"/>
                    <a:pt x="19751" y="3170"/>
                  </a:cubicBezTo>
                  <a:cubicBezTo>
                    <a:pt x="19636" y="3170"/>
                    <a:pt x="19636" y="3170"/>
                    <a:pt x="19636" y="3170"/>
                  </a:cubicBezTo>
                  <a:cubicBezTo>
                    <a:pt x="19636" y="3170"/>
                    <a:pt x="19636" y="3170"/>
                    <a:pt x="19636" y="3170"/>
                  </a:cubicBezTo>
                  <a:cubicBezTo>
                    <a:pt x="19636" y="3269"/>
                    <a:pt x="19636" y="3269"/>
                    <a:pt x="19636" y="3269"/>
                  </a:cubicBezTo>
                  <a:cubicBezTo>
                    <a:pt x="19636" y="3368"/>
                    <a:pt x="19636" y="3368"/>
                    <a:pt x="19636" y="3368"/>
                  </a:cubicBezTo>
                  <a:close/>
                  <a:moveTo>
                    <a:pt x="19520" y="3170"/>
                  </a:moveTo>
                  <a:cubicBezTo>
                    <a:pt x="19520" y="3170"/>
                    <a:pt x="19520" y="3170"/>
                    <a:pt x="19520" y="3170"/>
                  </a:cubicBezTo>
                  <a:cubicBezTo>
                    <a:pt x="19520" y="3170"/>
                    <a:pt x="19520" y="3170"/>
                    <a:pt x="19520" y="3170"/>
                  </a:cubicBezTo>
                  <a:cubicBezTo>
                    <a:pt x="19636" y="3071"/>
                    <a:pt x="19636" y="3071"/>
                    <a:pt x="19636" y="3071"/>
                  </a:cubicBezTo>
                  <a:cubicBezTo>
                    <a:pt x="19636" y="2972"/>
                    <a:pt x="19636" y="2972"/>
                    <a:pt x="19636" y="2972"/>
                  </a:cubicBezTo>
                  <a:cubicBezTo>
                    <a:pt x="19636" y="2972"/>
                    <a:pt x="19636" y="2972"/>
                    <a:pt x="19636" y="2972"/>
                  </a:cubicBezTo>
                  <a:cubicBezTo>
                    <a:pt x="19636" y="2873"/>
                    <a:pt x="19636" y="2873"/>
                    <a:pt x="19636" y="2873"/>
                  </a:cubicBezTo>
                  <a:cubicBezTo>
                    <a:pt x="19520" y="2972"/>
                    <a:pt x="19520" y="2972"/>
                    <a:pt x="19520" y="2972"/>
                  </a:cubicBezTo>
                  <a:cubicBezTo>
                    <a:pt x="19405" y="2972"/>
                    <a:pt x="19405" y="2972"/>
                    <a:pt x="19405" y="2972"/>
                  </a:cubicBezTo>
                  <a:cubicBezTo>
                    <a:pt x="19520" y="3071"/>
                    <a:pt x="19520" y="3071"/>
                    <a:pt x="19520" y="3071"/>
                  </a:cubicBezTo>
                  <a:cubicBezTo>
                    <a:pt x="19520" y="3170"/>
                    <a:pt x="19520" y="3170"/>
                    <a:pt x="19520" y="3170"/>
                  </a:cubicBezTo>
                  <a:close/>
                  <a:moveTo>
                    <a:pt x="14091" y="198"/>
                  </a:moveTo>
                  <a:cubicBezTo>
                    <a:pt x="14091" y="198"/>
                    <a:pt x="14091" y="198"/>
                    <a:pt x="14091" y="198"/>
                  </a:cubicBezTo>
                  <a:cubicBezTo>
                    <a:pt x="14207" y="198"/>
                    <a:pt x="14207" y="198"/>
                    <a:pt x="14207" y="198"/>
                  </a:cubicBezTo>
                  <a:cubicBezTo>
                    <a:pt x="14207" y="99"/>
                    <a:pt x="14207" y="99"/>
                    <a:pt x="14207" y="99"/>
                  </a:cubicBezTo>
                  <a:cubicBezTo>
                    <a:pt x="14091" y="99"/>
                    <a:pt x="14091" y="99"/>
                    <a:pt x="14091" y="99"/>
                  </a:cubicBezTo>
                  <a:cubicBezTo>
                    <a:pt x="14091" y="99"/>
                    <a:pt x="14091" y="99"/>
                    <a:pt x="14091" y="99"/>
                  </a:cubicBezTo>
                  <a:cubicBezTo>
                    <a:pt x="14091" y="198"/>
                    <a:pt x="14091" y="198"/>
                    <a:pt x="14091" y="198"/>
                  </a:cubicBezTo>
                  <a:cubicBezTo>
                    <a:pt x="14091" y="198"/>
                    <a:pt x="14091" y="198"/>
                    <a:pt x="14091" y="198"/>
                  </a:cubicBezTo>
                  <a:close/>
                  <a:moveTo>
                    <a:pt x="14091" y="396"/>
                  </a:moveTo>
                  <a:cubicBezTo>
                    <a:pt x="14091" y="396"/>
                    <a:pt x="14091" y="396"/>
                    <a:pt x="14091" y="396"/>
                  </a:cubicBezTo>
                  <a:cubicBezTo>
                    <a:pt x="14207" y="396"/>
                    <a:pt x="14207" y="396"/>
                    <a:pt x="14207" y="396"/>
                  </a:cubicBezTo>
                  <a:cubicBezTo>
                    <a:pt x="14207" y="396"/>
                    <a:pt x="14207" y="396"/>
                    <a:pt x="14207" y="396"/>
                  </a:cubicBezTo>
                  <a:cubicBezTo>
                    <a:pt x="14207" y="297"/>
                    <a:pt x="14207" y="297"/>
                    <a:pt x="14207" y="297"/>
                  </a:cubicBezTo>
                  <a:cubicBezTo>
                    <a:pt x="14207" y="297"/>
                    <a:pt x="14207" y="297"/>
                    <a:pt x="14207" y="297"/>
                  </a:cubicBezTo>
                  <a:cubicBezTo>
                    <a:pt x="14091" y="297"/>
                    <a:pt x="14091" y="297"/>
                    <a:pt x="14091" y="297"/>
                  </a:cubicBezTo>
                  <a:cubicBezTo>
                    <a:pt x="14091" y="396"/>
                    <a:pt x="14091" y="396"/>
                    <a:pt x="14091" y="396"/>
                  </a:cubicBezTo>
                  <a:close/>
                  <a:moveTo>
                    <a:pt x="13629" y="396"/>
                  </a:moveTo>
                  <a:cubicBezTo>
                    <a:pt x="13745" y="495"/>
                    <a:pt x="13745" y="495"/>
                    <a:pt x="13745" y="495"/>
                  </a:cubicBezTo>
                  <a:cubicBezTo>
                    <a:pt x="13745" y="495"/>
                    <a:pt x="13745" y="495"/>
                    <a:pt x="13745" y="495"/>
                  </a:cubicBezTo>
                  <a:cubicBezTo>
                    <a:pt x="13860" y="495"/>
                    <a:pt x="13860" y="495"/>
                    <a:pt x="13860" y="495"/>
                  </a:cubicBezTo>
                  <a:cubicBezTo>
                    <a:pt x="13860" y="495"/>
                    <a:pt x="13860" y="495"/>
                    <a:pt x="13860" y="495"/>
                  </a:cubicBezTo>
                  <a:cubicBezTo>
                    <a:pt x="13976" y="396"/>
                    <a:pt x="13976" y="396"/>
                    <a:pt x="13976" y="396"/>
                  </a:cubicBezTo>
                  <a:cubicBezTo>
                    <a:pt x="13745" y="396"/>
                    <a:pt x="13745" y="396"/>
                    <a:pt x="13745" y="396"/>
                  </a:cubicBezTo>
                  <a:cubicBezTo>
                    <a:pt x="13745" y="297"/>
                    <a:pt x="13745" y="297"/>
                    <a:pt x="13745" y="297"/>
                  </a:cubicBezTo>
                  <a:cubicBezTo>
                    <a:pt x="13745" y="198"/>
                    <a:pt x="13745" y="198"/>
                    <a:pt x="13745" y="198"/>
                  </a:cubicBezTo>
                  <a:cubicBezTo>
                    <a:pt x="13745" y="297"/>
                    <a:pt x="13745" y="297"/>
                    <a:pt x="13745" y="297"/>
                  </a:cubicBezTo>
                  <a:cubicBezTo>
                    <a:pt x="13629" y="297"/>
                    <a:pt x="13629" y="297"/>
                    <a:pt x="13629" y="297"/>
                  </a:cubicBezTo>
                  <a:cubicBezTo>
                    <a:pt x="13629" y="297"/>
                    <a:pt x="13629" y="297"/>
                    <a:pt x="13629" y="297"/>
                  </a:cubicBezTo>
                  <a:cubicBezTo>
                    <a:pt x="13629" y="396"/>
                    <a:pt x="13629" y="396"/>
                    <a:pt x="13629" y="396"/>
                  </a:cubicBezTo>
                  <a:close/>
                  <a:moveTo>
                    <a:pt x="13398" y="495"/>
                  </a:moveTo>
                  <a:cubicBezTo>
                    <a:pt x="13398" y="495"/>
                    <a:pt x="13398" y="495"/>
                    <a:pt x="13398" y="495"/>
                  </a:cubicBezTo>
                  <a:cubicBezTo>
                    <a:pt x="13514" y="495"/>
                    <a:pt x="13514" y="495"/>
                    <a:pt x="13514" y="495"/>
                  </a:cubicBezTo>
                  <a:cubicBezTo>
                    <a:pt x="13514" y="495"/>
                    <a:pt x="13514" y="495"/>
                    <a:pt x="13514" y="495"/>
                  </a:cubicBezTo>
                  <a:cubicBezTo>
                    <a:pt x="13514" y="495"/>
                    <a:pt x="13514" y="495"/>
                    <a:pt x="13514" y="495"/>
                  </a:cubicBezTo>
                  <a:cubicBezTo>
                    <a:pt x="13398" y="396"/>
                    <a:pt x="13398" y="396"/>
                    <a:pt x="13398" y="396"/>
                  </a:cubicBezTo>
                  <a:cubicBezTo>
                    <a:pt x="13398" y="495"/>
                    <a:pt x="13398" y="495"/>
                    <a:pt x="13398" y="495"/>
                  </a:cubicBezTo>
                  <a:close/>
                  <a:moveTo>
                    <a:pt x="11897" y="792"/>
                  </a:moveTo>
                  <a:cubicBezTo>
                    <a:pt x="11897" y="891"/>
                    <a:pt x="11897" y="891"/>
                    <a:pt x="11897" y="891"/>
                  </a:cubicBezTo>
                  <a:cubicBezTo>
                    <a:pt x="12012" y="891"/>
                    <a:pt x="12012" y="891"/>
                    <a:pt x="12012" y="891"/>
                  </a:cubicBezTo>
                  <a:cubicBezTo>
                    <a:pt x="12128" y="990"/>
                    <a:pt x="12128" y="990"/>
                    <a:pt x="12128" y="990"/>
                  </a:cubicBezTo>
                  <a:cubicBezTo>
                    <a:pt x="12243" y="990"/>
                    <a:pt x="12243" y="990"/>
                    <a:pt x="12243" y="990"/>
                  </a:cubicBezTo>
                  <a:cubicBezTo>
                    <a:pt x="12243" y="891"/>
                    <a:pt x="12243" y="891"/>
                    <a:pt x="12243" y="891"/>
                  </a:cubicBezTo>
                  <a:cubicBezTo>
                    <a:pt x="12243" y="792"/>
                    <a:pt x="12243" y="792"/>
                    <a:pt x="12243" y="792"/>
                  </a:cubicBezTo>
                  <a:cubicBezTo>
                    <a:pt x="12243" y="792"/>
                    <a:pt x="12243" y="792"/>
                    <a:pt x="12243" y="792"/>
                  </a:cubicBezTo>
                  <a:cubicBezTo>
                    <a:pt x="12243" y="792"/>
                    <a:pt x="12243" y="792"/>
                    <a:pt x="12243" y="792"/>
                  </a:cubicBezTo>
                  <a:cubicBezTo>
                    <a:pt x="12243" y="693"/>
                    <a:pt x="12243" y="693"/>
                    <a:pt x="12243" y="693"/>
                  </a:cubicBezTo>
                  <a:cubicBezTo>
                    <a:pt x="12128" y="693"/>
                    <a:pt x="12128" y="693"/>
                    <a:pt x="12128" y="693"/>
                  </a:cubicBezTo>
                  <a:cubicBezTo>
                    <a:pt x="12012" y="594"/>
                    <a:pt x="12012" y="594"/>
                    <a:pt x="12012" y="594"/>
                  </a:cubicBezTo>
                  <a:cubicBezTo>
                    <a:pt x="12012" y="693"/>
                    <a:pt x="12012" y="693"/>
                    <a:pt x="12012" y="693"/>
                  </a:cubicBezTo>
                  <a:cubicBezTo>
                    <a:pt x="12012" y="792"/>
                    <a:pt x="12012" y="792"/>
                    <a:pt x="12012" y="792"/>
                  </a:cubicBezTo>
                  <a:cubicBezTo>
                    <a:pt x="12012" y="792"/>
                    <a:pt x="12012" y="792"/>
                    <a:pt x="12012" y="792"/>
                  </a:cubicBezTo>
                  <a:cubicBezTo>
                    <a:pt x="12012" y="792"/>
                    <a:pt x="12012" y="792"/>
                    <a:pt x="12012" y="792"/>
                  </a:cubicBezTo>
                  <a:cubicBezTo>
                    <a:pt x="11897" y="792"/>
                    <a:pt x="11897" y="792"/>
                    <a:pt x="11897" y="792"/>
                  </a:cubicBezTo>
                  <a:cubicBezTo>
                    <a:pt x="11897" y="792"/>
                    <a:pt x="11897" y="792"/>
                    <a:pt x="11897" y="792"/>
                  </a:cubicBezTo>
                  <a:close/>
                  <a:moveTo>
                    <a:pt x="11781" y="891"/>
                  </a:moveTo>
                  <a:cubicBezTo>
                    <a:pt x="11897" y="990"/>
                    <a:pt x="11897" y="990"/>
                    <a:pt x="11897" y="990"/>
                  </a:cubicBezTo>
                  <a:cubicBezTo>
                    <a:pt x="11897" y="990"/>
                    <a:pt x="11897" y="990"/>
                    <a:pt x="11897" y="990"/>
                  </a:cubicBezTo>
                  <a:cubicBezTo>
                    <a:pt x="11897" y="891"/>
                    <a:pt x="11897" y="891"/>
                    <a:pt x="11897" y="891"/>
                  </a:cubicBezTo>
                  <a:cubicBezTo>
                    <a:pt x="11781" y="792"/>
                    <a:pt x="11781" y="792"/>
                    <a:pt x="11781" y="792"/>
                  </a:cubicBezTo>
                  <a:cubicBezTo>
                    <a:pt x="11781" y="891"/>
                    <a:pt x="11781" y="891"/>
                    <a:pt x="11781" y="891"/>
                  </a:cubicBezTo>
                  <a:close/>
                  <a:moveTo>
                    <a:pt x="11319" y="792"/>
                  </a:moveTo>
                  <a:cubicBezTo>
                    <a:pt x="11319" y="891"/>
                    <a:pt x="11319" y="891"/>
                    <a:pt x="11319" y="891"/>
                  </a:cubicBezTo>
                  <a:cubicBezTo>
                    <a:pt x="11435" y="891"/>
                    <a:pt x="11435" y="891"/>
                    <a:pt x="11435" y="891"/>
                  </a:cubicBezTo>
                  <a:cubicBezTo>
                    <a:pt x="11435" y="891"/>
                    <a:pt x="11435" y="891"/>
                    <a:pt x="11435" y="891"/>
                  </a:cubicBezTo>
                  <a:cubicBezTo>
                    <a:pt x="11550" y="891"/>
                    <a:pt x="11550" y="891"/>
                    <a:pt x="11550" y="891"/>
                  </a:cubicBezTo>
                  <a:cubicBezTo>
                    <a:pt x="11550" y="891"/>
                    <a:pt x="11550" y="891"/>
                    <a:pt x="11550" y="891"/>
                  </a:cubicBezTo>
                  <a:cubicBezTo>
                    <a:pt x="11435" y="891"/>
                    <a:pt x="11435" y="891"/>
                    <a:pt x="11435" y="891"/>
                  </a:cubicBezTo>
                  <a:cubicBezTo>
                    <a:pt x="11435" y="792"/>
                    <a:pt x="11435" y="792"/>
                    <a:pt x="11435" y="792"/>
                  </a:cubicBezTo>
                  <a:cubicBezTo>
                    <a:pt x="11435" y="792"/>
                    <a:pt x="11435" y="792"/>
                    <a:pt x="11435" y="792"/>
                  </a:cubicBezTo>
                  <a:cubicBezTo>
                    <a:pt x="11319" y="693"/>
                    <a:pt x="11319" y="693"/>
                    <a:pt x="11319" y="693"/>
                  </a:cubicBezTo>
                  <a:cubicBezTo>
                    <a:pt x="11319" y="792"/>
                    <a:pt x="11319" y="792"/>
                    <a:pt x="11319" y="792"/>
                  </a:cubicBezTo>
                  <a:cubicBezTo>
                    <a:pt x="11319" y="792"/>
                    <a:pt x="11319" y="792"/>
                    <a:pt x="11319" y="792"/>
                  </a:cubicBezTo>
                  <a:close/>
                  <a:moveTo>
                    <a:pt x="10973" y="1585"/>
                  </a:moveTo>
                  <a:cubicBezTo>
                    <a:pt x="10973" y="1585"/>
                    <a:pt x="10973" y="1585"/>
                    <a:pt x="10973" y="1585"/>
                  </a:cubicBezTo>
                  <a:cubicBezTo>
                    <a:pt x="11088" y="1585"/>
                    <a:pt x="11088" y="1585"/>
                    <a:pt x="11088" y="1585"/>
                  </a:cubicBezTo>
                  <a:cubicBezTo>
                    <a:pt x="11088" y="1486"/>
                    <a:pt x="11088" y="1486"/>
                    <a:pt x="11088" y="1486"/>
                  </a:cubicBezTo>
                  <a:cubicBezTo>
                    <a:pt x="11088" y="1486"/>
                    <a:pt x="11088" y="1486"/>
                    <a:pt x="11088" y="1486"/>
                  </a:cubicBezTo>
                  <a:cubicBezTo>
                    <a:pt x="10973" y="1387"/>
                    <a:pt x="10973" y="1387"/>
                    <a:pt x="10973" y="1387"/>
                  </a:cubicBezTo>
                  <a:cubicBezTo>
                    <a:pt x="10973" y="1288"/>
                    <a:pt x="10973" y="1288"/>
                    <a:pt x="10973" y="1288"/>
                  </a:cubicBezTo>
                  <a:cubicBezTo>
                    <a:pt x="10857" y="1288"/>
                    <a:pt x="10857" y="1288"/>
                    <a:pt x="10857" y="1288"/>
                  </a:cubicBezTo>
                  <a:cubicBezTo>
                    <a:pt x="10857" y="1387"/>
                    <a:pt x="10857" y="1387"/>
                    <a:pt x="10857" y="1387"/>
                  </a:cubicBezTo>
                  <a:cubicBezTo>
                    <a:pt x="10973" y="1387"/>
                    <a:pt x="10973" y="1387"/>
                    <a:pt x="10973" y="1387"/>
                  </a:cubicBezTo>
                  <a:cubicBezTo>
                    <a:pt x="10973" y="1486"/>
                    <a:pt x="10973" y="1486"/>
                    <a:pt x="10973" y="1486"/>
                  </a:cubicBezTo>
                  <a:cubicBezTo>
                    <a:pt x="10973" y="1585"/>
                    <a:pt x="10973" y="1585"/>
                    <a:pt x="10973" y="1585"/>
                  </a:cubicBezTo>
                  <a:close/>
                  <a:moveTo>
                    <a:pt x="11088" y="2278"/>
                  </a:moveTo>
                  <a:cubicBezTo>
                    <a:pt x="11204" y="2278"/>
                    <a:pt x="11204" y="2278"/>
                    <a:pt x="11204" y="2278"/>
                  </a:cubicBezTo>
                  <a:cubicBezTo>
                    <a:pt x="11319" y="2278"/>
                    <a:pt x="11319" y="2278"/>
                    <a:pt x="11319" y="2278"/>
                  </a:cubicBezTo>
                  <a:cubicBezTo>
                    <a:pt x="11319" y="2179"/>
                    <a:pt x="11319" y="2179"/>
                    <a:pt x="11319" y="2179"/>
                  </a:cubicBezTo>
                  <a:cubicBezTo>
                    <a:pt x="11204" y="2179"/>
                    <a:pt x="11204" y="2179"/>
                    <a:pt x="11204" y="2179"/>
                  </a:cubicBezTo>
                  <a:cubicBezTo>
                    <a:pt x="11204" y="2080"/>
                    <a:pt x="11204" y="2080"/>
                    <a:pt x="11204" y="2080"/>
                  </a:cubicBezTo>
                  <a:cubicBezTo>
                    <a:pt x="11204" y="2080"/>
                    <a:pt x="11204" y="2080"/>
                    <a:pt x="11204" y="2080"/>
                  </a:cubicBezTo>
                  <a:cubicBezTo>
                    <a:pt x="11088" y="2080"/>
                    <a:pt x="11088" y="2080"/>
                    <a:pt x="11088" y="2080"/>
                  </a:cubicBezTo>
                  <a:cubicBezTo>
                    <a:pt x="10973" y="2179"/>
                    <a:pt x="10973" y="2179"/>
                    <a:pt x="10973" y="2179"/>
                  </a:cubicBezTo>
                  <a:cubicBezTo>
                    <a:pt x="10973" y="2278"/>
                    <a:pt x="10973" y="2278"/>
                    <a:pt x="10973" y="2278"/>
                  </a:cubicBezTo>
                  <a:cubicBezTo>
                    <a:pt x="11088" y="2278"/>
                    <a:pt x="11088" y="2278"/>
                    <a:pt x="11088" y="2278"/>
                  </a:cubicBezTo>
                  <a:cubicBezTo>
                    <a:pt x="11088" y="2278"/>
                    <a:pt x="11088" y="2278"/>
                    <a:pt x="11088" y="2278"/>
                  </a:cubicBezTo>
                  <a:close/>
                  <a:moveTo>
                    <a:pt x="11088" y="2377"/>
                  </a:moveTo>
                  <a:cubicBezTo>
                    <a:pt x="11088" y="2477"/>
                    <a:pt x="11088" y="2477"/>
                    <a:pt x="11088" y="2477"/>
                  </a:cubicBezTo>
                  <a:cubicBezTo>
                    <a:pt x="11088" y="2576"/>
                    <a:pt x="11088" y="2576"/>
                    <a:pt x="11088" y="2576"/>
                  </a:cubicBezTo>
                  <a:cubicBezTo>
                    <a:pt x="11088" y="2576"/>
                    <a:pt x="11088" y="2576"/>
                    <a:pt x="11088" y="2576"/>
                  </a:cubicBezTo>
                  <a:cubicBezTo>
                    <a:pt x="11319" y="2675"/>
                    <a:pt x="11319" y="2675"/>
                    <a:pt x="11319" y="2675"/>
                  </a:cubicBezTo>
                  <a:cubicBezTo>
                    <a:pt x="11319" y="2675"/>
                    <a:pt x="11319" y="2675"/>
                    <a:pt x="11319" y="2675"/>
                  </a:cubicBezTo>
                  <a:cubicBezTo>
                    <a:pt x="11319" y="2477"/>
                    <a:pt x="11319" y="2477"/>
                    <a:pt x="11319" y="2477"/>
                  </a:cubicBezTo>
                  <a:cubicBezTo>
                    <a:pt x="11204" y="2377"/>
                    <a:pt x="11204" y="2377"/>
                    <a:pt x="11204" y="2377"/>
                  </a:cubicBezTo>
                  <a:cubicBezTo>
                    <a:pt x="11204" y="2377"/>
                    <a:pt x="11204" y="2377"/>
                    <a:pt x="11204" y="2377"/>
                  </a:cubicBezTo>
                  <a:cubicBezTo>
                    <a:pt x="11088" y="2377"/>
                    <a:pt x="11088" y="2377"/>
                    <a:pt x="11088" y="2377"/>
                  </a:cubicBezTo>
                  <a:close/>
                  <a:moveTo>
                    <a:pt x="9702" y="1684"/>
                  </a:moveTo>
                  <a:cubicBezTo>
                    <a:pt x="9702" y="1585"/>
                    <a:pt x="9702" y="1585"/>
                    <a:pt x="9702" y="1585"/>
                  </a:cubicBezTo>
                  <a:cubicBezTo>
                    <a:pt x="9702" y="1585"/>
                    <a:pt x="9702" y="1585"/>
                    <a:pt x="9702" y="1585"/>
                  </a:cubicBezTo>
                  <a:cubicBezTo>
                    <a:pt x="9702" y="1585"/>
                    <a:pt x="9702" y="1585"/>
                    <a:pt x="9702" y="1585"/>
                  </a:cubicBezTo>
                  <a:cubicBezTo>
                    <a:pt x="9702" y="1486"/>
                    <a:pt x="9702" y="1486"/>
                    <a:pt x="9702" y="1486"/>
                  </a:cubicBezTo>
                  <a:cubicBezTo>
                    <a:pt x="9587" y="1486"/>
                    <a:pt x="9587" y="1486"/>
                    <a:pt x="9587" y="1486"/>
                  </a:cubicBezTo>
                  <a:cubicBezTo>
                    <a:pt x="9587" y="1585"/>
                    <a:pt x="9587" y="1585"/>
                    <a:pt x="9587" y="1585"/>
                  </a:cubicBezTo>
                  <a:cubicBezTo>
                    <a:pt x="9702" y="1684"/>
                    <a:pt x="9702" y="1684"/>
                    <a:pt x="9702" y="1684"/>
                  </a:cubicBezTo>
                  <a:close/>
                  <a:moveTo>
                    <a:pt x="9471" y="2179"/>
                  </a:moveTo>
                  <a:cubicBezTo>
                    <a:pt x="9471" y="2179"/>
                    <a:pt x="9471" y="2179"/>
                    <a:pt x="9471" y="2179"/>
                  </a:cubicBezTo>
                  <a:cubicBezTo>
                    <a:pt x="9587" y="2080"/>
                    <a:pt x="9587" y="2080"/>
                    <a:pt x="9587" y="2080"/>
                  </a:cubicBezTo>
                  <a:cubicBezTo>
                    <a:pt x="9587" y="1981"/>
                    <a:pt x="9587" y="1981"/>
                    <a:pt x="9587" y="1981"/>
                  </a:cubicBezTo>
                  <a:cubicBezTo>
                    <a:pt x="9471" y="1882"/>
                    <a:pt x="9471" y="1882"/>
                    <a:pt x="9471" y="1882"/>
                  </a:cubicBezTo>
                  <a:cubicBezTo>
                    <a:pt x="9471" y="1783"/>
                    <a:pt x="9471" y="1783"/>
                    <a:pt x="9471" y="1783"/>
                  </a:cubicBezTo>
                  <a:cubicBezTo>
                    <a:pt x="9471" y="1684"/>
                    <a:pt x="9471" y="1684"/>
                    <a:pt x="9471" y="1684"/>
                  </a:cubicBezTo>
                  <a:cubicBezTo>
                    <a:pt x="9471" y="1585"/>
                    <a:pt x="9471" y="1585"/>
                    <a:pt x="9471" y="1585"/>
                  </a:cubicBezTo>
                  <a:cubicBezTo>
                    <a:pt x="9471" y="1486"/>
                    <a:pt x="9471" y="1486"/>
                    <a:pt x="9471" y="1486"/>
                  </a:cubicBezTo>
                  <a:cubicBezTo>
                    <a:pt x="9471" y="1387"/>
                    <a:pt x="9471" y="1387"/>
                    <a:pt x="9471" y="1387"/>
                  </a:cubicBezTo>
                  <a:cubicBezTo>
                    <a:pt x="9356" y="1288"/>
                    <a:pt x="9356" y="1288"/>
                    <a:pt x="9356" y="1288"/>
                  </a:cubicBezTo>
                  <a:cubicBezTo>
                    <a:pt x="9356" y="1387"/>
                    <a:pt x="9356" y="1387"/>
                    <a:pt x="9356" y="1387"/>
                  </a:cubicBezTo>
                  <a:cubicBezTo>
                    <a:pt x="9356" y="1585"/>
                    <a:pt x="9356" y="1585"/>
                    <a:pt x="9356" y="1585"/>
                  </a:cubicBezTo>
                  <a:cubicBezTo>
                    <a:pt x="9240" y="1684"/>
                    <a:pt x="9240" y="1684"/>
                    <a:pt x="9240" y="1684"/>
                  </a:cubicBezTo>
                  <a:cubicBezTo>
                    <a:pt x="9240" y="1783"/>
                    <a:pt x="9240" y="1783"/>
                    <a:pt x="9240" y="1783"/>
                  </a:cubicBezTo>
                  <a:cubicBezTo>
                    <a:pt x="9356" y="1882"/>
                    <a:pt x="9356" y="1882"/>
                    <a:pt x="9356" y="1882"/>
                  </a:cubicBezTo>
                  <a:cubicBezTo>
                    <a:pt x="9356" y="1981"/>
                    <a:pt x="9356" y="1981"/>
                    <a:pt x="9356" y="1981"/>
                  </a:cubicBezTo>
                  <a:cubicBezTo>
                    <a:pt x="9471" y="2179"/>
                    <a:pt x="9471" y="2179"/>
                    <a:pt x="9471" y="2179"/>
                  </a:cubicBezTo>
                  <a:close/>
                  <a:moveTo>
                    <a:pt x="3927" y="2774"/>
                  </a:moveTo>
                  <a:cubicBezTo>
                    <a:pt x="4042" y="2873"/>
                    <a:pt x="4042" y="2873"/>
                    <a:pt x="4042" y="2873"/>
                  </a:cubicBezTo>
                  <a:cubicBezTo>
                    <a:pt x="4042" y="2873"/>
                    <a:pt x="4042" y="2873"/>
                    <a:pt x="4042" y="2873"/>
                  </a:cubicBezTo>
                  <a:cubicBezTo>
                    <a:pt x="4042" y="2972"/>
                    <a:pt x="4042" y="2972"/>
                    <a:pt x="4042" y="2972"/>
                  </a:cubicBezTo>
                  <a:cubicBezTo>
                    <a:pt x="4158" y="2873"/>
                    <a:pt x="4158" y="2873"/>
                    <a:pt x="4158" y="2873"/>
                  </a:cubicBezTo>
                  <a:cubicBezTo>
                    <a:pt x="4042" y="2774"/>
                    <a:pt x="4042" y="2774"/>
                    <a:pt x="4042" y="2774"/>
                  </a:cubicBezTo>
                  <a:cubicBezTo>
                    <a:pt x="3927" y="2774"/>
                    <a:pt x="3927" y="2774"/>
                    <a:pt x="3927" y="2774"/>
                  </a:cubicBezTo>
                  <a:close/>
                  <a:moveTo>
                    <a:pt x="462" y="6242"/>
                  </a:moveTo>
                  <a:cubicBezTo>
                    <a:pt x="577" y="6341"/>
                    <a:pt x="577" y="6341"/>
                    <a:pt x="577" y="6341"/>
                  </a:cubicBezTo>
                  <a:cubicBezTo>
                    <a:pt x="693" y="6341"/>
                    <a:pt x="693" y="6341"/>
                    <a:pt x="693" y="6341"/>
                  </a:cubicBezTo>
                  <a:cubicBezTo>
                    <a:pt x="693" y="6341"/>
                    <a:pt x="693" y="6341"/>
                    <a:pt x="693" y="6341"/>
                  </a:cubicBezTo>
                  <a:cubicBezTo>
                    <a:pt x="808" y="6341"/>
                    <a:pt x="808" y="6341"/>
                    <a:pt x="808" y="6341"/>
                  </a:cubicBezTo>
                  <a:cubicBezTo>
                    <a:pt x="808" y="6341"/>
                    <a:pt x="808" y="6341"/>
                    <a:pt x="808" y="6341"/>
                  </a:cubicBezTo>
                  <a:cubicBezTo>
                    <a:pt x="693" y="6341"/>
                    <a:pt x="693" y="6341"/>
                    <a:pt x="693" y="6341"/>
                  </a:cubicBezTo>
                  <a:cubicBezTo>
                    <a:pt x="577" y="6242"/>
                    <a:pt x="577" y="6242"/>
                    <a:pt x="577" y="6242"/>
                  </a:cubicBezTo>
                  <a:cubicBezTo>
                    <a:pt x="577" y="6242"/>
                    <a:pt x="577" y="6242"/>
                    <a:pt x="577" y="6242"/>
                  </a:cubicBezTo>
                  <a:cubicBezTo>
                    <a:pt x="462" y="6242"/>
                    <a:pt x="462" y="6242"/>
                    <a:pt x="462" y="6242"/>
                  </a:cubicBezTo>
                  <a:cubicBezTo>
                    <a:pt x="462" y="6242"/>
                    <a:pt x="462" y="6242"/>
                    <a:pt x="462" y="6242"/>
                  </a:cubicBezTo>
                  <a:close/>
                  <a:moveTo>
                    <a:pt x="0" y="6242"/>
                  </a:moveTo>
                  <a:cubicBezTo>
                    <a:pt x="115" y="6341"/>
                    <a:pt x="115" y="6341"/>
                    <a:pt x="115" y="6341"/>
                  </a:cubicBezTo>
                  <a:cubicBezTo>
                    <a:pt x="231" y="6341"/>
                    <a:pt x="231" y="6341"/>
                    <a:pt x="231" y="6341"/>
                  </a:cubicBezTo>
                  <a:cubicBezTo>
                    <a:pt x="231" y="6440"/>
                    <a:pt x="231" y="6440"/>
                    <a:pt x="231" y="6440"/>
                  </a:cubicBezTo>
                  <a:cubicBezTo>
                    <a:pt x="346" y="6341"/>
                    <a:pt x="346" y="6341"/>
                    <a:pt x="346" y="6341"/>
                  </a:cubicBezTo>
                  <a:cubicBezTo>
                    <a:pt x="231" y="6242"/>
                    <a:pt x="231" y="6242"/>
                    <a:pt x="231" y="6242"/>
                  </a:cubicBezTo>
                  <a:cubicBezTo>
                    <a:pt x="115" y="6242"/>
                    <a:pt x="115" y="6242"/>
                    <a:pt x="115" y="6242"/>
                  </a:cubicBezTo>
                  <a:cubicBezTo>
                    <a:pt x="0" y="6242"/>
                    <a:pt x="0" y="6242"/>
                    <a:pt x="0" y="6242"/>
                  </a:cubicBezTo>
                  <a:cubicBezTo>
                    <a:pt x="0" y="6242"/>
                    <a:pt x="0" y="6242"/>
                    <a:pt x="0" y="6242"/>
                  </a:cubicBezTo>
                  <a:close/>
                  <a:moveTo>
                    <a:pt x="3927" y="9611"/>
                  </a:moveTo>
                  <a:cubicBezTo>
                    <a:pt x="3811" y="9611"/>
                    <a:pt x="3811" y="9611"/>
                    <a:pt x="3811" y="9611"/>
                  </a:cubicBezTo>
                  <a:cubicBezTo>
                    <a:pt x="3927" y="9611"/>
                    <a:pt x="3927" y="9611"/>
                    <a:pt x="3927" y="9611"/>
                  </a:cubicBezTo>
                  <a:cubicBezTo>
                    <a:pt x="3927" y="9611"/>
                    <a:pt x="3927" y="9611"/>
                    <a:pt x="3927" y="9611"/>
                  </a:cubicBezTo>
                  <a:cubicBezTo>
                    <a:pt x="3927" y="9511"/>
                    <a:pt x="3927" y="9511"/>
                    <a:pt x="3927" y="9511"/>
                  </a:cubicBezTo>
                  <a:cubicBezTo>
                    <a:pt x="3927" y="9611"/>
                    <a:pt x="3927" y="9611"/>
                    <a:pt x="3927" y="9611"/>
                  </a:cubicBezTo>
                  <a:close/>
                  <a:moveTo>
                    <a:pt x="3927" y="9908"/>
                  </a:moveTo>
                  <a:cubicBezTo>
                    <a:pt x="3927" y="9908"/>
                    <a:pt x="3927" y="9908"/>
                    <a:pt x="3927" y="9908"/>
                  </a:cubicBezTo>
                  <a:cubicBezTo>
                    <a:pt x="4042" y="9908"/>
                    <a:pt x="4042" y="9908"/>
                    <a:pt x="4042" y="9908"/>
                  </a:cubicBezTo>
                  <a:cubicBezTo>
                    <a:pt x="4158" y="9908"/>
                    <a:pt x="4158" y="9908"/>
                    <a:pt x="4158" y="9908"/>
                  </a:cubicBezTo>
                  <a:cubicBezTo>
                    <a:pt x="4273" y="10007"/>
                    <a:pt x="4273" y="10007"/>
                    <a:pt x="4273" y="10007"/>
                  </a:cubicBezTo>
                  <a:cubicBezTo>
                    <a:pt x="4273" y="10007"/>
                    <a:pt x="4273" y="10007"/>
                    <a:pt x="4273" y="10007"/>
                  </a:cubicBezTo>
                  <a:cubicBezTo>
                    <a:pt x="4273" y="9908"/>
                    <a:pt x="4273" y="9908"/>
                    <a:pt x="4273" y="9908"/>
                  </a:cubicBezTo>
                  <a:cubicBezTo>
                    <a:pt x="4273" y="9908"/>
                    <a:pt x="4273" y="9908"/>
                    <a:pt x="4273" y="9908"/>
                  </a:cubicBezTo>
                  <a:cubicBezTo>
                    <a:pt x="4158" y="9908"/>
                    <a:pt x="4158" y="9908"/>
                    <a:pt x="4158" y="9908"/>
                  </a:cubicBezTo>
                  <a:cubicBezTo>
                    <a:pt x="4042" y="9908"/>
                    <a:pt x="4042" y="9908"/>
                    <a:pt x="4042" y="9908"/>
                  </a:cubicBezTo>
                  <a:cubicBezTo>
                    <a:pt x="3927" y="9809"/>
                    <a:pt x="3927" y="9809"/>
                    <a:pt x="3927" y="9809"/>
                  </a:cubicBezTo>
                  <a:cubicBezTo>
                    <a:pt x="3927" y="9809"/>
                    <a:pt x="3927" y="9809"/>
                    <a:pt x="3927" y="9809"/>
                  </a:cubicBezTo>
                  <a:cubicBezTo>
                    <a:pt x="3927" y="9908"/>
                    <a:pt x="3927" y="9908"/>
                    <a:pt x="3927" y="9908"/>
                  </a:cubicBezTo>
                  <a:cubicBezTo>
                    <a:pt x="3927" y="9908"/>
                    <a:pt x="3927" y="9908"/>
                    <a:pt x="3927" y="9908"/>
                  </a:cubicBezTo>
                  <a:close/>
                  <a:moveTo>
                    <a:pt x="4042" y="10007"/>
                  </a:moveTo>
                  <a:cubicBezTo>
                    <a:pt x="4042" y="10007"/>
                    <a:pt x="4042" y="10007"/>
                    <a:pt x="4042" y="10007"/>
                  </a:cubicBezTo>
                  <a:cubicBezTo>
                    <a:pt x="4042" y="10007"/>
                    <a:pt x="4042" y="10007"/>
                    <a:pt x="4042" y="10007"/>
                  </a:cubicBezTo>
                  <a:cubicBezTo>
                    <a:pt x="4042" y="10007"/>
                    <a:pt x="4042" y="10007"/>
                    <a:pt x="4042" y="10007"/>
                  </a:cubicBezTo>
                  <a:cubicBezTo>
                    <a:pt x="4042" y="10007"/>
                    <a:pt x="4042" y="10007"/>
                    <a:pt x="4042" y="10007"/>
                  </a:cubicBezTo>
                  <a:close/>
                  <a:moveTo>
                    <a:pt x="4042" y="10502"/>
                  </a:moveTo>
                  <a:cubicBezTo>
                    <a:pt x="4042" y="10601"/>
                    <a:pt x="4042" y="10601"/>
                    <a:pt x="4042" y="10601"/>
                  </a:cubicBezTo>
                  <a:cubicBezTo>
                    <a:pt x="4158" y="10601"/>
                    <a:pt x="4158" y="10601"/>
                    <a:pt x="4158" y="10601"/>
                  </a:cubicBezTo>
                  <a:cubicBezTo>
                    <a:pt x="4158" y="10601"/>
                    <a:pt x="4158" y="10601"/>
                    <a:pt x="4158" y="10601"/>
                  </a:cubicBezTo>
                  <a:cubicBezTo>
                    <a:pt x="4273" y="10601"/>
                    <a:pt x="4273" y="10601"/>
                    <a:pt x="4273" y="10601"/>
                  </a:cubicBezTo>
                  <a:cubicBezTo>
                    <a:pt x="4273" y="10502"/>
                    <a:pt x="4273" y="10502"/>
                    <a:pt x="4273" y="10502"/>
                  </a:cubicBezTo>
                  <a:cubicBezTo>
                    <a:pt x="4158" y="10502"/>
                    <a:pt x="4158" y="10502"/>
                    <a:pt x="4158" y="10502"/>
                  </a:cubicBezTo>
                  <a:cubicBezTo>
                    <a:pt x="4042" y="10502"/>
                    <a:pt x="4042" y="10502"/>
                    <a:pt x="4042" y="10502"/>
                  </a:cubicBezTo>
                  <a:cubicBezTo>
                    <a:pt x="4042" y="10502"/>
                    <a:pt x="4042" y="10502"/>
                    <a:pt x="4042" y="10502"/>
                  </a:cubicBezTo>
                  <a:close/>
                  <a:moveTo>
                    <a:pt x="3927" y="10700"/>
                  </a:moveTo>
                  <a:cubicBezTo>
                    <a:pt x="3927" y="10800"/>
                    <a:pt x="3927" y="10800"/>
                    <a:pt x="3927" y="10800"/>
                  </a:cubicBezTo>
                  <a:cubicBezTo>
                    <a:pt x="4042" y="10800"/>
                    <a:pt x="4042" y="10800"/>
                    <a:pt x="4042" y="10800"/>
                  </a:cubicBezTo>
                  <a:cubicBezTo>
                    <a:pt x="4158" y="10700"/>
                    <a:pt x="4158" y="10700"/>
                    <a:pt x="4158" y="10700"/>
                  </a:cubicBezTo>
                  <a:cubicBezTo>
                    <a:pt x="4042" y="10700"/>
                    <a:pt x="4042" y="10700"/>
                    <a:pt x="4042" y="10700"/>
                  </a:cubicBezTo>
                  <a:cubicBezTo>
                    <a:pt x="3927" y="10700"/>
                    <a:pt x="3927" y="10700"/>
                    <a:pt x="3927" y="10700"/>
                  </a:cubicBezTo>
                  <a:cubicBezTo>
                    <a:pt x="3927" y="10700"/>
                    <a:pt x="3927" y="10700"/>
                    <a:pt x="3927" y="10700"/>
                  </a:cubicBezTo>
                  <a:close/>
                  <a:moveTo>
                    <a:pt x="4042" y="10998"/>
                  </a:moveTo>
                  <a:cubicBezTo>
                    <a:pt x="4158" y="10998"/>
                    <a:pt x="4158" y="10998"/>
                    <a:pt x="4158" y="10998"/>
                  </a:cubicBezTo>
                  <a:cubicBezTo>
                    <a:pt x="4158" y="10998"/>
                    <a:pt x="4158" y="10998"/>
                    <a:pt x="4158" y="10998"/>
                  </a:cubicBezTo>
                  <a:cubicBezTo>
                    <a:pt x="4158" y="10998"/>
                    <a:pt x="4158" y="10998"/>
                    <a:pt x="4158" y="10998"/>
                  </a:cubicBezTo>
                  <a:cubicBezTo>
                    <a:pt x="4158" y="10899"/>
                    <a:pt x="4158" y="10899"/>
                    <a:pt x="4158" y="10899"/>
                  </a:cubicBezTo>
                  <a:cubicBezTo>
                    <a:pt x="4042" y="10998"/>
                    <a:pt x="4042" y="10998"/>
                    <a:pt x="4042" y="10998"/>
                  </a:cubicBezTo>
                  <a:cubicBezTo>
                    <a:pt x="4042" y="10998"/>
                    <a:pt x="4042" y="10998"/>
                    <a:pt x="4042" y="10998"/>
                  </a:cubicBezTo>
                  <a:close/>
                  <a:moveTo>
                    <a:pt x="4273" y="11097"/>
                  </a:moveTo>
                  <a:cubicBezTo>
                    <a:pt x="4273" y="11196"/>
                    <a:pt x="4273" y="11196"/>
                    <a:pt x="4273" y="11196"/>
                  </a:cubicBezTo>
                  <a:cubicBezTo>
                    <a:pt x="4273" y="11196"/>
                    <a:pt x="4273" y="11196"/>
                    <a:pt x="4273" y="11196"/>
                  </a:cubicBezTo>
                  <a:cubicBezTo>
                    <a:pt x="4273" y="11097"/>
                    <a:pt x="4273" y="11097"/>
                    <a:pt x="4273" y="11097"/>
                  </a:cubicBezTo>
                  <a:cubicBezTo>
                    <a:pt x="4273" y="11097"/>
                    <a:pt x="4273" y="11097"/>
                    <a:pt x="4273" y="11097"/>
                  </a:cubicBezTo>
                  <a:close/>
                  <a:moveTo>
                    <a:pt x="3927" y="11196"/>
                  </a:moveTo>
                  <a:cubicBezTo>
                    <a:pt x="3927" y="11196"/>
                    <a:pt x="3927" y="11196"/>
                    <a:pt x="3927" y="11196"/>
                  </a:cubicBezTo>
                  <a:cubicBezTo>
                    <a:pt x="3927" y="11097"/>
                    <a:pt x="3927" y="11097"/>
                    <a:pt x="3927" y="11097"/>
                  </a:cubicBezTo>
                  <a:cubicBezTo>
                    <a:pt x="3927" y="11196"/>
                    <a:pt x="3927" y="11196"/>
                    <a:pt x="3927" y="11196"/>
                  </a:cubicBezTo>
                  <a:cubicBezTo>
                    <a:pt x="3927" y="11196"/>
                    <a:pt x="3927" y="11196"/>
                    <a:pt x="3927" y="11196"/>
                  </a:cubicBezTo>
                  <a:close/>
                  <a:moveTo>
                    <a:pt x="4042" y="11196"/>
                  </a:moveTo>
                  <a:cubicBezTo>
                    <a:pt x="4042" y="11196"/>
                    <a:pt x="4042" y="11196"/>
                    <a:pt x="4042" y="11196"/>
                  </a:cubicBezTo>
                  <a:cubicBezTo>
                    <a:pt x="4158" y="11097"/>
                    <a:pt x="4158" y="11097"/>
                    <a:pt x="4158" y="11097"/>
                  </a:cubicBezTo>
                  <a:cubicBezTo>
                    <a:pt x="4042" y="11097"/>
                    <a:pt x="4042" y="11097"/>
                    <a:pt x="4042" y="11097"/>
                  </a:cubicBezTo>
                  <a:cubicBezTo>
                    <a:pt x="4042" y="11196"/>
                    <a:pt x="4042" y="11196"/>
                    <a:pt x="4042" y="11196"/>
                  </a:cubicBezTo>
                  <a:close/>
                  <a:moveTo>
                    <a:pt x="4042" y="11295"/>
                  </a:moveTo>
                  <a:cubicBezTo>
                    <a:pt x="4042" y="11196"/>
                    <a:pt x="4042" y="11196"/>
                    <a:pt x="4042" y="11196"/>
                  </a:cubicBezTo>
                  <a:cubicBezTo>
                    <a:pt x="4042" y="11196"/>
                    <a:pt x="4042" y="11196"/>
                    <a:pt x="4042" y="11196"/>
                  </a:cubicBezTo>
                  <a:cubicBezTo>
                    <a:pt x="4042" y="11196"/>
                    <a:pt x="4042" y="11196"/>
                    <a:pt x="4042" y="11196"/>
                  </a:cubicBezTo>
                  <a:cubicBezTo>
                    <a:pt x="4042" y="11295"/>
                    <a:pt x="4042" y="11295"/>
                    <a:pt x="4042" y="11295"/>
                  </a:cubicBezTo>
                  <a:close/>
                  <a:moveTo>
                    <a:pt x="4042" y="11394"/>
                  </a:moveTo>
                  <a:cubicBezTo>
                    <a:pt x="4158" y="11394"/>
                    <a:pt x="4158" y="11394"/>
                    <a:pt x="4158" y="11394"/>
                  </a:cubicBezTo>
                  <a:cubicBezTo>
                    <a:pt x="4042" y="11394"/>
                    <a:pt x="4042" y="11394"/>
                    <a:pt x="4042" y="11394"/>
                  </a:cubicBezTo>
                  <a:cubicBezTo>
                    <a:pt x="4042" y="11394"/>
                    <a:pt x="4042" y="11394"/>
                    <a:pt x="4042" y="11394"/>
                  </a:cubicBezTo>
                  <a:cubicBezTo>
                    <a:pt x="4042" y="11394"/>
                    <a:pt x="4042" y="11394"/>
                    <a:pt x="4042" y="11394"/>
                  </a:cubicBezTo>
                  <a:cubicBezTo>
                    <a:pt x="4042" y="11394"/>
                    <a:pt x="4042" y="11394"/>
                    <a:pt x="4042" y="11394"/>
                  </a:cubicBezTo>
                  <a:close/>
                  <a:moveTo>
                    <a:pt x="4158" y="11493"/>
                  </a:moveTo>
                  <a:cubicBezTo>
                    <a:pt x="4273" y="11493"/>
                    <a:pt x="4273" y="11493"/>
                    <a:pt x="4273" y="11493"/>
                  </a:cubicBezTo>
                  <a:cubicBezTo>
                    <a:pt x="4273" y="11394"/>
                    <a:pt x="4273" y="11394"/>
                    <a:pt x="4273" y="11394"/>
                  </a:cubicBezTo>
                  <a:cubicBezTo>
                    <a:pt x="4158" y="11394"/>
                    <a:pt x="4158" y="11394"/>
                    <a:pt x="4158" y="11394"/>
                  </a:cubicBezTo>
                  <a:cubicBezTo>
                    <a:pt x="4158" y="11394"/>
                    <a:pt x="4158" y="11394"/>
                    <a:pt x="4158" y="11394"/>
                  </a:cubicBezTo>
                  <a:cubicBezTo>
                    <a:pt x="4158" y="11394"/>
                    <a:pt x="4158" y="11493"/>
                    <a:pt x="4158" y="11493"/>
                  </a:cubicBezTo>
                  <a:close/>
                  <a:moveTo>
                    <a:pt x="3811" y="11691"/>
                  </a:moveTo>
                  <a:cubicBezTo>
                    <a:pt x="3927" y="11592"/>
                    <a:pt x="3927" y="11592"/>
                    <a:pt x="3927" y="11592"/>
                  </a:cubicBezTo>
                  <a:cubicBezTo>
                    <a:pt x="3927" y="11592"/>
                    <a:pt x="3927" y="11592"/>
                    <a:pt x="3927" y="11592"/>
                  </a:cubicBezTo>
                  <a:cubicBezTo>
                    <a:pt x="3927" y="11592"/>
                    <a:pt x="3927" y="11592"/>
                    <a:pt x="3927" y="11592"/>
                  </a:cubicBezTo>
                  <a:cubicBezTo>
                    <a:pt x="3811" y="11592"/>
                    <a:pt x="3811" y="11592"/>
                    <a:pt x="3811" y="11592"/>
                  </a:cubicBezTo>
                  <a:cubicBezTo>
                    <a:pt x="3811" y="11592"/>
                    <a:pt x="3811" y="11592"/>
                    <a:pt x="3811" y="11592"/>
                  </a:cubicBezTo>
                  <a:cubicBezTo>
                    <a:pt x="3811" y="11691"/>
                    <a:pt x="3811" y="11691"/>
                    <a:pt x="3811" y="11691"/>
                  </a:cubicBezTo>
                  <a:close/>
                  <a:moveTo>
                    <a:pt x="4042" y="11790"/>
                  </a:moveTo>
                  <a:cubicBezTo>
                    <a:pt x="4158" y="11691"/>
                    <a:pt x="4158" y="11691"/>
                    <a:pt x="4158" y="11691"/>
                  </a:cubicBezTo>
                  <a:cubicBezTo>
                    <a:pt x="4273" y="11592"/>
                    <a:pt x="4273" y="11592"/>
                    <a:pt x="4273" y="11592"/>
                  </a:cubicBezTo>
                  <a:cubicBezTo>
                    <a:pt x="4273" y="11592"/>
                    <a:pt x="4273" y="11592"/>
                    <a:pt x="4273" y="11592"/>
                  </a:cubicBezTo>
                  <a:cubicBezTo>
                    <a:pt x="4158" y="11592"/>
                    <a:pt x="4158" y="11592"/>
                    <a:pt x="4158" y="11592"/>
                  </a:cubicBezTo>
                  <a:cubicBezTo>
                    <a:pt x="4042" y="11592"/>
                    <a:pt x="4042" y="11592"/>
                    <a:pt x="4042" y="11592"/>
                  </a:cubicBezTo>
                  <a:cubicBezTo>
                    <a:pt x="4042" y="11691"/>
                    <a:pt x="4042" y="11691"/>
                    <a:pt x="4042" y="11691"/>
                  </a:cubicBezTo>
                  <a:cubicBezTo>
                    <a:pt x="4042" y="11691"/>
                    <a:pt x="4042" y="11691"/>
                    <a:pt x="4042" y="11691"/>
                  </a:cubicBezTo>
                  <a:cubicBezTo>
                    <a:pt x="3927" y="11691"/>
                    <a:pt x="3927" y="11691"/>
                    <a:pt x="3927" y="11691"/>
                  </a:cubicBezTo>
                  <a:cubicBezTo>
                    <a:pt x="3927" y="11790"/>
                    <a:pt x="3927" y="11790"/>
                    <a:pt x="3927" y="11790"/>
                  </a:cubicBezTo>
                  <a:cubicBezTo>
                    <a:pt x="3927" y="11790"/>
                    <a:pt x="3927" y="11790"/>
                    <a:pt x="3927" y="11790"/>
                  </a:cubicBezTo>
                  <a:cubicBezTo>
                    <a:pt x="4042" y="11790"/>
                    <a:pt x="4042" y="11790"/>
                    <a:pt x="4042" y="11790"/>
                  </a:cubicBezTo>
                  <a:cubicBezTo>
                    <a:pt x="4042" y="11790"/>
                    <a:pt x="4042" y="11790"/>
                    <a:pt x="4042" y="11790"/>
                  </a:cubicBezTo>
                  <a:close/>
                  <a:moveTo>
                    <a:pt x="4158" y="11790"/>
                  </a:moveTo>
                  <a:cubicBezTo>
                    <a:pt x="4158" y="11790"/>
                    <a:pt x="4158" y="11790"/>
                    <a:pt x="4158" y="11790"/>
                  </a:cubicBezTo>
                  <a:cubicBezTo>
                    <a:pt x="4273" y="11691"/>
                    <a:pt x="4273" y="11691"/>
                    <a:pt x="4273" y="11691"/>
                  </a:cubicBezTo>
                  <a:cubicBezTo>
                    <a:pt x="4273" y="11691"/>
                    <a:pt x="4273" y="11691"/>
                    <a:pt x="4273" y="11691"/>
                  </a:cubicBezTo>
                  <a:cubicBezTo>
                    <a:pt x="4158" y="11790"/>
                    <a:pt x="4158" y="11790"/>
                    <a:pt x="4158" y="11790"/>
                  </a:cubicBezTo>
                  <a:close/>
                  <a:moveTo>
                    <a:pt x="4158" y="11889"/>
                  </a:moveTo>
                  <a:cubicBezTo>
                    <a:pt x="4158" y="11790"/>
                    <a:pt x="4158" y="11790"/>
                    <a:pt x="4158" y="11790"/>
                  </a:cubicBezTo>
                  <a:cubicBezTo>
                    <a:pt x="4158" y="11790"/>
                    <a:pt x="4158" y="11790"/>
                    <a:pt x="4158" y="11790"/>
                  </a:cubicBezTo>
                  <a:cubicBezTo>
                    <a:pt x="4158" y="11790"/>
                    <a:pt x="4158" y="11790"/>
                    <a:pt x="4158" y="11790"/>
                  </a:cubicBezTo>
                  <a:cubicBezTo>
                    <a:pt x="4158" y="11889"/>
                    <a:pt x="4158" y="11889"/>
                    <a:pt x="4158" y="11889"/>
                  </a:cubicBezTo>
                  <a:close/>
                  <a:moveTo>
                    <a:pt x="3927" y="11889"/>
                  </a:moveTo>
                  <a:cubicBezTo>
                    <a:pt x="4042" y="11889"/>
                    <a:pt x="4042" y="11889"/>
                    <a:pt x="4042" y="11889"/>
                  </a:cubicBezTo>
                  <a:cubicBezTo>
                    <a:pt x="3927" y="11790"/>
                    <a:pt x="3927" y="11790"/>
                    <a:pt x="3927" y="11790"/>
                  </a:cubicBezTo>
                  <a:cubicBezTo>
                    <a:pt x="3927" y="11790"/>
                    <a:pt x="3927" y="11790"/>
                    <a:pt x="3927" y="11790"/>
                  </a:cubicBezTo>
                  <a:cubicBezTo>
                    <a:pt x="3927" y="11889"/>
                    <a:pt x="3927" y="11889"/>
                    <a:pt x="3927" y="11889"/>
                  </a:cubicBezTo>
                  <a:cubicBezTo>
                    <a:pt x="3927" y="11889"/>
                    <a:pt x="3927" y="11889"/>
                    <a:pt x="3927" y="11889"/>
                  </a:cubicBezTo>
                  <a:close/>
                  <a:moveTo>
                    <a:pt x="3811" y="12187"/>
                  </a:moveTo>
                  <a:cubicBezTo>
                    <a:pt x="3811" y="12187"/>
                    <a:pt x="3811" y="12187"/>
                    <a:pt x="3811" y="12187"/>
                  </a:cubicBezTo>
                  <a:cubicBezTo>
                    <a:pt x="3811" y="12187"/>
                    <a:pt x="3811" y="12187"/>
                    <a:pt x="3811" y="12187"/>
                  </a:cubicBezTo>
                  <a:cubicBezTo>
                    <a:pt x="3927" y="12088"/>
                    <a:pt x="3927" y="12088"/>
                    <a:pt x="3927" y="12088"/>
                  </a:cubicBezTo>
                  <a:cubicBezTo>
                    <a:pt x="4042" y="12088"/>
                    <a:pt x="4042" y="12088"/>
                    <a:pt x="4042" y="12088"/>
                  </a:cubicBezTo>
                  <a:cubicBezTo>
                    <a:pt x="4042" y="12088"/>
                    <a:pt x="4042" y="12088"/>
                    <a:pt x="4042" y="12088"/>
                  </a:cubicBezTo>
                  <a:cubicBezTo>
                    <a:pt x="4042" y="12088"/>
                    <a:pt x="4042" y="12088"/>
                    <a:pt x="4042" y="12088"/>
                  </a:cubicBezTo>
                  <a:cubicBezTo>
                    <a:pt x="3927" y="12088"/>
                    <a:pt x="3927" y="12088"/>
                    <a:pt x="3927" y="12088"/>
                  </a:cubicBezTo>
                  <a:cubicBezTo>
                    <a:pt x="3811" y="12088"/>
                    <a:pt x="3811" y="12088"/>
                    <a:pt x="3811" y="12088"/>
                  </a:cubicBezTo>
                  <a:cubicBezTo>
                    <a:pt x="3811" y="12088"/>
                    <a:pt x="3811" y="12088"/>
                    <a:pt x="3811" y="12088"/>
                  </a:cubicBezTo>
                  <a:cubicBezTo>
                    <a:pt x="3811" y="12088"/>
                    <a:pt x="3811" y="12187"/>
                    <a:pt x="3811" y="12187"/>
                  </a:cubicBezTo>
                  <a:close/>
                  <a:moveTo>
                    <a:pt x="3696" y="12385"/>
                  </a:moveTo>
                  <a:cubicBezTo>
                    <a:pt x="3696" y="12484"/>
                    <a:pt x="3696" y="12484"/>
                    <a:pt x="3696" y="12484"/>
                  </a:cubicBezTo>
                  <a:cubicBezTo>
                    <a:pt x="3811" y="12484"/>
                    <a:pt x="3811" y="12484"/>
                    <a:pt x="3811" y="12484"/>
                  </a:cubicBezTo>
                  <a:cubicBezTo>
                    <a:pt x="3811" y="12385"/>
                    <a:pt x="3811" y="12385"/>
                    <a:pt x="3811" y="12385"/>
                  </a:cubicBezTo>
                  <a:cubicBezTo>
                    <a:pt x="3811" y="12385"/>
                    <a:pt x="3811" y="12385"/>
                    <a:pt x="3811" y="12385"/>
                  </a:cubicBezTo>
                  <a:cubicBezTo>
                    <a:pt x="3696" y="12385"/>
                    <a:pt x="3696" y="12385"/>
                    <a:pt x="3696" y="12385"/>
                  </a:cubicBezTo>
                  <a:close/>
                  <a:moveTo>
                    <a:pt x="6006" y="21600"/>
                  </a:moveTo>
                  <a:cubicBezTo>
                    <a:pt x="6006" y="21500"/>
                    <a:pt x="6006" y="21500"/>
                    <a:pt x="6006" y="21500"/>
                  </a:cubicBezTo>
                  <a:cubicBezTo>
                    <a:pt x="6121" y="21500"/>
                    <a:pt x="6121" y="21500"/>
                    <a:pt x="6121" y="21500"/>
                  </a:cubicBezTo>
                  <a:cubicBezTo>
                    <a:pt x="6121" y="21500"/>
                    <a:pt x="6121" y="21500"/>
                    <a:pt x="6121" y="21500"/>
                  </a:cubicBezTo>
                  <a:cubicBezTo>
                    <a:pt x="6121" y="21600"/>
                    <a:pt x="6121" y="21600"/>
                    <a:pt x="6121" y="21600"/>
                  </a:cubicBezTo>
                  <a:cubicBezTo>
                    <a:pt x="6006" y="21600"/>
                    <a:pt x="6006" y="21600"/>
                    <a:pt x="6006" y="21600"/>
                  </a:cubicBezTo>
                  <a:cubicBezTo>
                    <a:pt x="6006" y="21600"/>
                    <a:pt x="6006" y="21600"/>
                    <a:pt x="6006" y="21600"/>
                  </a:cubicBezTo>
                  <a:cubicBezTo>
                    <a:pt x="6006" y="21600"/>
                    <a:pt x="6006" y="21600"/>
                    <a:pt x="6006" y="21600"/>
                  </a:cubicBezTo>
                  <a:close/>
                  <a:moveTo>
                    <a:pt x="5428" y="21302"/>
                  </a:moveTo>
                  <a:cubicBezTo>
                    <a:pt x="5428" y="21302"/>
                    <a:pt x="5428" y="21302"/>
                    <a:pt x="5428" y="21302"/>
                  </a:cubicBezTo>
                  <a:cubicBezTo>
                    <a:pt x="5428" y="21302"/>
                    <a:pt x="5428" y="21302"/>
                    <a:pt x="5428" y="21302"/>
                  </a:cubicBezTo>
                  <a:cubicBezTo>
                    <a:pt x="5544" y="21203"/>
                    <a:pt x="5544" y="21203"/>
                    <a:pt x="5544" y="21203"/>
                  </a:cubicBezTo>
                  <a:cubicBezTo>
                    <a:pt x="5544" y="21203"/>
                    <a:pt x="5544" y="21203"/>
                    <a:pt x="5544" y="21203"/>
                  </a:cubicBezTo>
                  <a:cubicBezTo>
                    <a:pt x="5428" y="21203"/>
                    <a:pt x="5428" y="21203"/>
                    <a:pt x="5428" y="21203"/>
                  </a:cubicBezTo>
                  <a:cubicBezTo>
                    <a:pt x="5428" y="21203"/>
                    <a:pt x="5428" y="21203"/>
                    <a:pt x="5428" y="21203"/>
                  </a:cubicBezTo>
                  <a:cubicBezTo>
                    <a:pt x="5428" y="21203"/>
                    <a:pt x="5428" y="21203"/>
                    <a:pt x="5428" y="21203"/>
                  </a:cubicBezTo>
                  <a:cubicBezTo>
                    <a:pt x="5428" y="21302"/>
                    <a:pt x="5428" y="21302"/>
                    <a:pt x="5428" y="21302"/>
                  </a:cubicBezTo>
                  <a:close/>
                  <a:moveTo>
                    <a:pt x="5082" y="20807"/>
                  </a:moveTo>
                  <a:cubicBezTo>
                    <a:pt x="5082" y="20807"/>
                    <a:pt x="5082" y="20807"/>
                    <a:pt x="5082" y="20807"/>
                  </a:cubicBezTo>
                  <a:cubicBezTo>
                    <a:pt x="5082" y="20807"/>
                    <a:pt x="5082" y="20807"/>
                    <a:pt x="5082" y="20807"/>
                  </a:cubicBezTo>
                  <a:cubicBezTo>
                    <a:pt x="5197" y="20807"/>
                    <a:pt x="5197" y="20807"/>
                    <a:pt x="5197" y="20807"/>
                  </a:cubicBezTo>
                  <a:cubicBezTo>
                    <a:pt x="5197" y="20708"/>
                    <a:pt x="5197" y="20708"/>
                    <a:pt x="5197" y="20708"/>
                  </a:cubicBezTo>
                  <a:cubicBezTo>
                    <a:pt x="5082" y="20708"/>
                    <a:pt x="5082" y="20708"/>
                    <a:pt x="5082" y="20708"/>
                  </a:cubicBezTo>
                  <a:cubicBezTo>
                    <a:pt x="5082" y="20807"/>
                    <a:pt x="5082" y="20807"/>
                    <a:pt x="5082" y="20807"/>
                  </a:cubicBezTo>
                  <a:close/>
                  <a:moveTo>
                    <a:pt x="4851" y="20807"/>
                  </a:moveTo>
                  <a:cubicBezTo>
                    <a:pt x="4851" y="20807"/>
                    <a:pt x="4851" y="20807"/>
                    <a:pt x="4851" y="20807"/>
                  </a:cubicBezTo>
                  <a:cubicBezTo>
                    <a:pt x="4966" y="20807"/>
                    <a:pt x="4966" y="20807"/>
                    <a:pt x="4966" y="20807"/>
                  </a:cubicBezTo>
                  <a:cubicBezTo>
                    <a:pt x="4966" y="20807"/>
                    <a:pt x="4966" y="20807"/>
                    <a:pt x="4966" y="20807"/>
                  </a:cubicBezTo>
                  <a:cubicBezTo>
                    <a:pt x="4851" y="20708"/>
                    <a:pt x="4851" y="20708"/>
                    <a:pt x="4851" y="20708"/>
                  </a:cubicBezTo>
                  <a:cubicBezTo>
                    <a:pt x="4851" y="20807"/>
                    <a:pt x="4851" y="20807"/>
                    <a:pt x="4851" y="20807"/>
                  </a:cubicBezTo>
                  <a:close/>
                  <a:moveTo>
                    <a:pt x="4273" y="20807"/>
                  </a:moveTo>
                  <a:cubicBezTo>
                    <a:pt x="4273" y="20807"/>
                    <a:pt x="4273" y="20807"/>
                    <a:pt x="4273" y="20807"/>
                  </a:cubicBezTo>
                  <a:cubicBezTo>
                    <a:pt x="4389" y="20807"/>
                    <a:pt x="4389" y="20807"/>
                    <a:pt x="4389" y="20807"/>
                  </a:cubicBezTo>
                  <a:cubicBezTo>
                    <a:pt x="4389" y="20906"/>
                    <a:pt x="4389" y="20906"/>
                    <a:pt x="4389" y="20906"/>
                  </a:cubicBezTo>
                  <a:cubicBezTo>
                    <a:pt x="4504" y="20906"/>
                    <a:pt x="4504" y="20906"/>
                    <a:pt x="4504" y="20906"/>
                  </a:cubicBezTo>
                  <a:cubicBezTo>
                    <a:pt x="4389" y="20807"/>
                    <a:pt x="4389" y="20807"/>
                    <a:pt x="4389" y="20807"/>
                  </a:cubicBezTo>
                  <a:cubicBezTo>
                    <a:pt x="4389" y="20807"/>
                    <a:pt x="4389" y="20807"/>
                    <a:pt x="4389" y="20807"/>
                  </a:cubicBezTo>
                  <a:cubicBezTo>
                    <a:pt x="4273" y="20807"/>
                    <a:pt x="4273" y="20807"/>
                    <a:pt x="4273" y="20807"/>
                  </a:cubicBezTo>
                  <a:close/>
                  <a:moveTo>
                    <a:pt x="3580" y="18429"/>
                  </a:moveTo>
                  <a:cubicBezTo>
                    <a:pt x="3580" y="18429"/>
                    <a:pt x="3580" y="18429"/>
                    <a:pt x="3580" y="18429"/>
                  </a:cubicBezTo>
                  <a:cubicBezTo>
                    <a:pt x="3696" y="18330"/>
                    <a:pt x="3696" y="18330"/>
                    <a:pt x="3696" y="18330"/>
                  </a:cubicBezTo>
                  <a:cubicBezTo>
                    <a:pt x="3811" y="18231"/>
                    <a:pt x="3811" y="18231"/>
                    <a:pt x="3811" y="18231"/>
                  </a:cubicBezTo>
                  <a:cubicBezTo>
                    <a:pt x="3696" y="18231"/>
                    <a:pt x="3696" y="18231"/>
                    <a:pt x="3696" y="18231"/>
                  </a:cubicBezTo>
                  <a:cubicBezTo>
                    <a:pt x="3696" y="18330"/>
                    <a:pt x="3696" y="18330"/>
                    <a:pt x="3696" y="18330"/>
                  </a:cubicBezTo>
                  <a:cubicBezTo>
                    <a:pt x="3580" y="18429"/>
                    <a:pt x="3580" y="18429"/>
                    <a:pt x="3580" y="18429"/>
                  </a:cubicBezTo>
                  <a:close/>
                  <a:moveTo>
                    <a:pt x="3580" y="18330"/>
                  </a:moveTo>
                  <a:cubicBezTo>
                    <a:pt x="3580" y="18330"/>
                    <a:pt x="3580" y="18330"/>
                    <a:pt x="3580" y="18330"/>
                  </a:cubicBezTo>
                  <a:cubicBezTo>
                    <a:pt x="3580" y="18330"/>
                    <a:pt x="3580" y="18330"/>
                    <a:pt x="3580" y="18330"/>
                  </a:cubicBezTo>
                  <a:cubicBezTo>
                    <a:pt x="3696" y="18330"/>
                    <a:pt x="3696" y="18330"/>
                    <a:pt x="3696" y="18330"/>
                  </a:cubicBezTo>
                  <a:cubicBezTo>
                    <a:pt x="3696" y="18231"/>
                    <a:pt x="3696" y="18231"/>
                    <a:pt x="3696" y="18231"/>
                  </a:cubicBezTo>
                  <a:cubicBezTo>
                    <a:pt x="3696" y="18231"/>
                    <a:pt x="3696" y="18231"/>
                    <a:pt x="3696" y="18231"/>
                  </a:cubicBezTo>
                  <a:cubicBezTo>
                    <a:pt x="3580" y="18330"/>
                    <a:pt x="3580" y="18330"/>
                    <a:pt x="3580" y="18330"/>
                  </a:cubicBezTo>
                  <a:close/>
                  <a:moveTo>
                    <a:pt x="3118" y="17537"/>
                  </a:moveTo>
                  <a:cubicBezTo>
                    <a:pt x="3118" y="17537"/>
                    <a:pt x="3118" y="17537"/>
                    <a:pt x="3118" y="17537"/>
                  </a:cubicBezTo>
                  <a:cubicBezTo>
                    <a:pt x="3118" y="17537"/>
                    <a:pt x="3118" y="17537"/>
                    <a:pt x="3118" y="17537"/>
                  </a:cubicBezTo>
                  <a:cubicBezTo>
                    <a:pt x="3234" y="17537"/>
                    <a:pt x="3234" y="17537"/>
                    <a:pt x="3234" y="17537"/>
                  </a:cubicBezTo>
                  <a:cubicBezTo>
                    <a:pt x="3234" y="17537"/>
                    <a:pt x="3234" y="17537"/>
                    <a:pt x="3234" y="17537"/>
                  </a:cubicBezTo>
                  <a:cubicBezTo>
                    <a:pt x="3234" y="17438"/>
                    <a:pt x="3234" y="17438"/>
                    <a:pt x="3234" y="17438"/>
                  </a:cubicBezTo>
                  <a:cubicBezTo>
                    <a:pt x="3118" y="17537"/>
                    <a:pt x="3118" y="17537"/>
                    <a:pt x="3118" y="17537"/>
                  </a:cubicBezTo>
                  <a:close/>
                  <a:moveTo>
                    <a:pt x="3118" y="17438"/>
                  </a:moveTo>
                  <a:cubicBezTo>
                    <a:pt x="3118" y="17438"/>
                    <a:pt x="3118" y="17438"/>
                    <a:pt x="3118" y="17438"/>
                  </a:cubicBezTo>
                  <a:cubicBezTo>
                    <a:pt x="3234" y="17438"/>
                    <a:pt x="3234" y="17438"/>
                    <a:pt x="3234" y="17438"/>
                  </a:cubicBezTo>
                  <a:cubicBezTo>
                    <a:pt x="3234" y="17339"/>
                    <a:pt x="3234" y="17339"/>
                    <a:pt x="3234" y="17339"/>
                  </a:cubicBezTo>
                  <a:cubicBezTo>
                    <a:pt x="3118" y="17339"/>
                    <a:pt x="3118" y="17339"/>
                    <a:pt x="3118" y="17339"/>
                  </a:cubicBezTo>
                  <a:cubicBezTo>
                    <a:pt x="3118" y="17438"/>
                    <a:pt x="3118" y="17438"/>
                    <a:pt x="3118" y="17438"/>
                  </a:cubicBezTo>
                  <a:close/>
                  <a:moveTo>
                    <a:pt x="3118" y="16645"/>
                  </a:moveTo>
                  <a:cubicBezTo>
                    <a:pt x="3234" y="16645"/>
                    <a:pt x="3234" y="16645"/>
                    <a:pt x="3234" y="16645"/>
                  </a:cubicBezTo>
                  <a:cubicBezTo>
                    <a:pt x="3349" y="16645"/>
                    <a:pt x="3349" y="16645"/>
                    <a:pt x="3349" y="16645"/>
                  </a:cubicBezTo>
                  <a:cubicBezTo>
                    <a:pt x="3234" y="16546"/>
                    <a:pt x="3234" y="16546"/>
                    <a:pt x="3234" y="16546"/>
                  </a:cubicBezTo>
                  <a:cubicBezTo>
                    <a:pt x="3118" y="16645"/>
                    <a:pt x="3118" y="16645"/>
                    <a:pt x="3118" y="16645"/>
                  </a:cubicBezTo>
                  <a:close/>
                  <a:moveTo>
                    <a:pt x="3234" y="16546"/>
                  </a:moveTo>
                  <a:cubicBezTo>
                    <a:pt x="3234" y="16546"/>
                    <a:pt x="3234" y="16546"/>
                    <a:pt x="3234" y="16546"/>
                  </a:cubicBezTo>
                  <a:cubicBezTo>
                    <a:pt x="3349" y="16546"/>
                    <a:pt x="3349" y="16546"/>
                    <a:pt x="3349" y="16546"/>
                  </a:cubicBezTo>
                  <a:cubicBezTo>
                    <a:pt x="3349" y="16546"/>
                    <a:pt x="3349" y="16546"/>
                    <a:pt x="3349" y="16546"/>
                  </a:cubicBezTo>
                  <a:cubicBezTo>
                    <a:pt x="3349" y="16546"/>
                    <a:pt x="3349" y="16546"/>
                    <a:pt x="3349" y="16546"/>
                  </a:cubicBezTo>
                  <a:cubicBezTo>
                    <a:pt x="3234" y="16546"/>
                    <a:pt x="3234" y="16546"/>
                    <a:pt x="3234" y="16546"/>
                  </a:cubicBezTo>
                  <a:cubicBezTo>
                    <a:pt x="3234" y="16546"/>
                    <a:pt x="3234" y="16546"/>
                    <a:pt x="3234" y="16546"/>
                  </a:cubicBezTo>
                  <a:close/>
                  <a:moveTo>
                    <a:pt x="3003" y="16546"/>
                  </a:moveTo>
                  <a:cubicBezTo>
                    <a:pt x="3003" y="16546"/>
                    <a:pt x="3003" y="16546"/>
                    <a:pt x="3003" y="16546"/>
                  </a:cubicBezTo>
                  <a:cubicBezTo>
                    <a:pt x="3118" y="16546"/>
                    <a:pt x="3118" y="16546"/>
                    <a:pt x="3118" y="16546"/>
                  </a:cubicBezTo>
                  <a:cubicBezTo>
                    <a:pt x="3118" y="16546"/>
                    <a:pt x="3118" y="16546"/>
                    <a:pt x="3118" y="16546"/>
                  </a:cubicBezTo>
                  <a:cubicBezTo>
                    <a:pt x="3003" y="16546"/>
                    <a:pt x="3003" y="16546"/>
                    <a:pt x="3003" y="16546"/>
                  </a:cubicBezTo>
                  <a:cubicBezTo>
                    <a:pt x="3003" y="16546"/>
                    <a:pt x="3003" y="16546"/>
                    <a:pt x="3003" y="16546"/>
                  </a:cubicBezTo>
                  <a:close/>
                  <a:moveTo>
                    <a:pt x="3349" y="15853"/>
                  </a:moveTo>
                  <a:cubicBezTo>
                    <a:pt x="3234" y="15853"/>
                    <a:pt x="3234" y="15853"/>
                    <a:pt x="3234" y="15853"/>
                  </a:cubicBezTo>
                  <a:cubicBezTo>
                    <a:pt x="3349" y="15853"/>
                    <a:pt x="3349" y="15853"/>
                    <a:pt x="3349" y="15853"/>
                  </a:cubicBezTo>
                  <a:cubicBezTo>
                    <a:pt x="3349" y="15853"/>
                    <a:pt x="3349" y="15853"/>
                    <a:pt x="3349" y="15853"/>
                  </a:cubicBezTo>
                  <a:cubicBezTo>
                    <a:pt x="3349" y="15853"/>
                    <a:pt x="3349" y="15853"/>
                    <a:pt x="3349" y="15853"/>
                  </a:cubicBezTo>
                  <a:cubicBezTo>
                    <a:pt x="3465" y="15754"/>
                    <a:pt x="3465" y="15754"/>
                    <a:pt x="3465" y="15754"/>
                  </a:cubicBezTo>
                  <a:cubicBezTo>
                    <a:pt x="3349" y="15754"/>
                    <a:pt x="3349" y="15754"/>
                    <a:pt x="3349" y="15754"/>
                  </a:cubicBezTo>
                  <a:cubicBezTo>
                    <a:pt x="3349" y="15853"/>
                    <a:pt x="3349" y="15853"/>
                    <a:pt x="3349" y="15853"/>
                  </a:cubicBezTo>
                  <a:close/>
                  <a:moveTo>
                    <a:pt x="4158" y="15555"/>
                  </a:moveTo>
                  <a:cubicBezTo>
                    <a:pt x="4158" y="15555"/>
                    <a:pt x="4158" y="15555"/>
                    <a:pt x="4158" y="15555"/>
                  </a:cubicBezTo>
                  <a:cubicBezTo>
                    <a:pt x="4273" y="15555"/>
                    <a:pt x="4273" y="15555"/>
                    <a:pt x="4273" y="15555"/>
                  </a:cubicBezTo>
                  <a:cubicBezTo>
                    <a:pt x="4273" y="15555"/>
                    <a:pt x="4273" y="15555"/>
                    <a:pt x="4273" y="15555"/>
                  </a:cubicBezTo>
                  <a:cubicBezTo>
                    <a:pt x="4158" y="15555"/>
                    <a:pt x="4158" y="15555"/>
                    <a:pt x="4158" y="15555"/>
                  </a:cubicBezTo>
                  <a:cubicBezTo>
                    <a:pt x="4158" y="15555"/>
                    <a:pt x="4158" y="15555"/>
                    <a:pt x="4158" y="15555"/>
                  </a:cubicBezTo>
                  <a:cubicBezTo>
                    <a:pt x="4158" y="15555"/>
                    <a:pt x="4158" y="15555"/>
                    <a:pt x="4158" y="15555"/>
                  </a:cubicBezTo>
                  <a:close/>
                  <a:moveTo>
                    <a:pt x="3811" y="15159"/>
                  </a:moveTo>
                  <a:cubicBezTo>
                    <a:pt x="3811" y="15258"/>
                    <a:pt x="3811" y="15258"/>
                    <a:pt x="3811" y="15258"/>
                  </a:cubicBezTo>
                  <a:cubicBezTo>
                    <a:pt x="3811" y="15258"/>
                    <a:pt x="3811" y="15258"/>
                    <a:pt x="3811" y="15258"/>
                  </a:cubicBezTo>
                  <a:cubicBezTo>
                    <a:pt x="3927" y="15258"/>
                    <a:pt x="3927" y="15258"/>
                    <a:pt x="3927" y="15258"/>
                  </a:cubicBezTo>
                  <a:cubicBezTo>
                    <a:pt x="3927" y="15159"/>
                    <a:pt x="3927" y="15159"/>
                    <a:pt x="3927" y="15159"/>
                  </a:cubicBezTo>
                  <a:cubicBezTo>
                    <a:pt x="3811" y="15159"/>
                    <a:pt x="3811" y="15159"/>
                    <a:pt x="3811" y="15159"/>
                  </a:cubicBezTo>
                  <a:cubicBezTo>
                    <a:pt x="3811" y="15159"/>
                    <a:pt x="3811" y="15159"/>
                    <a:pt x="3811" y="15159"/>
                  </a:cubicBezTo>
                  <a:close/>
                  <a:moveTo>
                    <a:pt x="4158" y="15159"/>
                  </a:moveTo>
                  <a:cubicBezTo>
                    <a:pt x="4273" y="15159"/>
                    <a:pt x="4273" y="15159"/>
                    <a:pt x="4273" y="15159"/>
                  </a:cubicBezTo>
                  <a:cubicBezTo>
                    <a:pt x="4273" y="15159"/>
                    <a:pt x="4273" y="15159"/>
                    <a:pt x="4273" y="15159"/>
                  </a:cubicBezTo>
                  <a:cubicBezTo>
                    <a:pt x="4389" y="15159"/>
                    <a:pt x="4389" y="15159"/>
                    <a:pt x="4389" y="15159"/>
                  </a:cubicBezTo>
                  <a:cubicBezTo>
                    <a:pt x="4273" y="15159"/>
                    <a:pt x="4273" y="15159"/>
                    <a:pt x="4273" y="15159"/>
                  </a:cubicBezTo>
                  <a:cubicBezTo>
                    <a:pt x="4158" y="15159"/>
                    <a:pt x="4158" y="15159"/>
                    <a:pt x="4158" y="15159"/>
                  </a:cubicBezTo>
                  <a:close/>
                  <a:moveTo>
                    <a:pt x="3927" y="15159"/>
                  </a:moveTo>
                  <a:cubicBezTo>
                    <a:pt x="4042" y="15159"/>
                    <a:pt x="4042" y="15159"/>
                    <a:pt x="4042" y="15159"/>
                  </a:cubicBezTo>
                  <a:cubicBezTo>
                    <a:pt x="4158" y="15159"/>
                    <a:pt x="4158" y="15159"/>
                    <a:pt x="4158" y="15159"/>
                  </a:cubicBezTo>
                  <a:cubicBezTo>
                    <a:pt x="4273" y="15060"/>
                    <a:pt x="4273" y="15060"/>
                    <a:pt x="4273" y="15060"/>
                  </a:cubicBezTo>
                  <a:cubicBezTo>
                    <a:pt x="4158" y="15060"/>
                    <a:pt x="4158" y="15060"/>
                    <a:pt x="4158" y="15060"/>
                  </a:cubicBezTo>
                  <a:cubicBezTo>
                    <a:pt x="4042" y="15060"/>
                    <a:pt x="4042" y="15060"/>
                    <a:pt x="4042" y="15060"/>
                  </a:cubicBezTo>
                  <a:cubicBezTo>
                    <a:pt x="3927" y="15060"/>
                    <a:pt x="3927" y="15060"/>
                    <a:pt x="3927" y="15060"/>
                  </a:cubicBezTo>
                  <a:cubicBezTo>
                    <a:pt x="3927" y="15159"/>
                    <a:pt x="3927" y="15159"/>
                    <a:pt x="3927" y="15159"/>
                  </a:cubicBezTo>
                  <a:close/>
                  <a:moveTo>
                    <a:pt x="4851" y="13574"/>
                  </a:moveTo>
                  <a:cubicBezTo>
                    <a:pt x="4851" y="13673"/>
                    <a:pt x="4851" y="13673"/>
                    <a:pt x="4851" y="13673"/>
                  </a:cubicBezTo>
                  <a:cubicBezTo>
                    <a:pt x="4966" y="13673"/>
                    <a:pt x="4966" y="13673"/>
                    <a:pt x="4966" y="13673"/>
                  </a:cubicBezTo>
                  <a:cubicBezTo>
                    <a:pt x="4966" y="13574"/>
                    <a:pt x="4966" y="13574"/>
                    <a:pt x="4966" y="13574"/>
                  </a:cubicBezTo>
                  <a:cubicBezTo>
                    <a:pt x="4966" y="13574"/>
                    <a:pt x="4966" y="13574"/>
                    <a:pt x="4966" y="13574"/>
                  </a:cubicBezTo>
                  <a:cubicBezTo>
                    <a:pt x="4851" y="13574"/>
                    <a:pt x="4851" y="13574"/>
                    <a:pt x="4851" y="13574"/>
                  </a:cubicBezTo>
                  <a:close/>
                  <a:moveTo>
                    <a:pt x="4851" y="13376"/>
                  </a:moveTo>
                  <a:cubicBezTo>
                    <a:pt x="4735" y="13376"/>
                    <a:pt x="4735" y="13376"/>
                    <a:pt x="4735" y="13376"/>
                  </a:cubicBezTo>
                  <a:cubicBezTo>
                    <a:pt x="4851" y="13475"/>
                    <a:pt x="4851" y="13475"/>
                    <a:pt x="4851" y="13475"/>
                  </a:cubicBezTo>
                  <a:cubicBezTo>
                    <a:pt x="4966" y="13475"/>
                    <a:pt x="4966" y="13475"/>
                    <a:pt x="4966" y="13475"/>
                  </a:cubicBezTo>
                  <a:cubicBezTo>
                    <a:pt x="4851" y="13376"/>
                    <a:pt x="4851" y="13376"/>
                    <a:pt x="4851" y="13376"/>
                  </a:cubicBezTo>
                  <a:cubicBezTo>
                    <a:pt x="4851" y="13376"/>
                    <a:pt x="4851" y="13376"/>
                    <a:pt x="4851" y="13376"/>
                  </a:cubicBezTo>
                  <a:close/>
                  <a:moveTo>
                    <a:pt x="4504" y="12880"/>
                  </a:moveTo>
                  <a:cubicBezTo>
                    <a:pt x="4620" y="12880"/>
                    <a:pt x="4620" y="12880"/>
                    <a:pt x="4620" y="12880"/>
                  </a:cubicBezTo>
                  <a:cubicBezTo>
                    <a:pt x="4620" y="12781"/>
                    <a:pt x="4620" y="12781"/>
                    <a:pt x="4620" y="12781"/>
                  </a:cubicBezTo>
                  <a:cubicBezTo>
                    <a:pt x="4735" y="12781"/>
                    <a:pt x="4735" y="12781"/>
                    <a:pt x="4735" y="12781"/>
                  </a:cubicBezTo>
                  <a:cubicBezTo>
                    <a:pt x="4735" y="12781"/>
                    <a:pt x="4735" y="12781"/>
                    <a:pt x="4735" y="12781"/>
                  </a:cubicBezTo>
                  <a:cubicBezTo>
                    <a:pt x="4620" y="12781"/>
                    <a:pt x="4620" y="12781"/>
                    <a:pt x="4620" y="12781"/>
                  </a:cubicBezTo>
                  <a:cubicBezTo>
                    <a:pt x="4620" y="12682"/>
                    <a:pt x="4620" y="12682"/>
                    <a:pt x="4620" y="12682"/>
                  </a:cubicBezTo>
                  <a:cubicBezTo>
                    <a:pt x="4504" y="12781"/>
                    <a:pt x="4504" y="12781"/>
                    <a:pt x="4504" y="12781"/>
                  </a:cubicBezTo>
                  <a:cubicBezTo>
                    <a:pt x="4504" y="12781"/>
                    <a:pt x="4504" y="12781"/>
                    <a:pt x="4504" y="12781"/>
                  </a:cubicBezTo>
                  <a:cubicBezTo>
                    <a:pt x="4504" y="12880"/>
                    <a:pt x="4504" y="12880"/>
                    <a:pt x="4504" y="12880"/>
                  </a:cubicBezTo>
                  <a:close/>
                  <a:moveTo>
                    <a:pt x="4504" y="13177"/>
                  </a:moveTo>
                  <a:cubicBezTo>
                    <a:pt x="4620" y="13177"/>
                    <a:pt x="4620" y="13177"/>
                    <a:pt x="4620" y="13177"/>
                  </a:cubicBezTo>
                  <a:cubicBezTo>
                    <a:pt x="4620" y="13177"/>
                    <a:pt x="4620" y="13177"/>
                    <a:pt x="4620" y="13177"/>
                  </a:cubicBezTo>
                  <a:cubicBezTo>
                    <a:pt x="4735" y="13078"/>
                    <a:pt x="4735" y="13078"/>
                    <a:pt x="4735" y="13078"/>
                  </a:cubicBezTo>
                  <a:cubicBezTo>
                    <a:pt x="4735" y="12979"/>
                    <a:pt x="4735" y="12979"/>
                    <a:pt x="4735" y="12979"/>
                  </a:cubicBezTo>
                  <a:cubicBezTo>
                    <a:pt x="4620" y="12979"/>
                    <a:pt x="4620" y="12979"/>
                    <a:pt x="4620" y="12979"/>
                  </a:cubicBezTo>
                  <a:cubicBezTo>
                    <a:pt x="4620" y="12979"/>
                    <a:pt x="4620" y="12979"/>
                    <a:pt x="4620" y="12979"/>
                  </a:cubicBezTo>
                  <a:cubicBezTo>
                    <a:pt x="4504" y="13177"/>
                    <a:pt x="4504" y="13177"/>
                    <a:pt x="4504" y="13177"/>
                  </a:cubicBezTo>
                  <a:close/>
                  <a:moveTo>
                    <a:pt x="4158" y="13177"/>
                  </a:moveTo>
                  <a:cubicBezTo>
                    <a:pt x="4273" y="13177"/>
                    <a:pt x="4273" y="13177"/>
                    <a:pt x="4273" y="13177"/>
                  </a:cubicBezTo>
                  <a:cubicBezTo>
                    <a:pt x="4389" y="13177"/>
                    <a:pt x="4389" y="13177"/>
                    <a:pt x="4389" y="13177"/>
                  </a:cubicBezTo>
                  <a:cubicBezTo>
                    <a:pt x="4389" y="13078"/>
                    <a:pt x="4389" y="13078"/>
                    <a:pt x="4389" y="13078"/>
                  </a:cubicBezTo>
                  <a:cubicBezTo>
                    <a:pt x="4389" y="12979"/>
                    <a:pt x="4389" y="12979"/>
                    <a:pt x="4389" y="12979"/>
                  </a:cubicBezTo>
                  <a:cubicBezTo>
                    <a:pt x="4273" y="13078"/>
                    <a:pt x="4273" y="13078"/>
                    <a:pt x="4273" y="13078"/>
                  </a:cubicBezTo>
                  <a:cubicBezTo>
                    <a:pt x="4158" y="13078"/>
                    <a:pt x="4158" y="13078"/>
                    <a:pt x="4158" y="13078"/>
                  </a:cubicBezTo>
                  <a:cubicBezTo>
                    <a:pt x="4158" y="13177"/>
                    <a:pt x="4158" y="13177"/>
                    <a:pt x="4158" y="13177"/>
                  </a:cubicBezTo>
                  <a:close/>
                  <a:moveTo>
                    <a:pt x="3580" y="13574"/>
                  </a:moveTo>
                  <a:cubicBezTo>
                    <a:pt x="3580" y="13574"/>
                    <a:pt x="3580" y="13574"/>
                    <a:pt x="3580" y="13574"/>
                  </a:cubicBezTo>
                  <a:cubicBezTo>
                    <a:pt x="3580" y="13673"/>
                    <a:pt x="3580" y="13673"/>
                    <a:pt x="3580" y="13673"/>
                  </a:cubicBezTo>
                  <a:cubicBezTo>
                    <a:pt x="3696" y="13673"/>
                    <a:pt x="3696" y="13673"/>
                    <a:pt x="3696" y="13673"/>
                  </a:cubicBezTo>
                  <a:cubicBezTo>
                    <a:pt x="3696" y="13574"/>
                    <a:pt x="3696" y="13574"/>
                    <a:pt x="3696" y="13574"/>
                  </a:cubicBezTo>
                  <a:cubicBezTo>
                    <a:pt x="3696" y="13574"/>
                    <a:pt x="3696" y="13574"/>
                    <a:pt x="3696" y="13574"/>
                  </a:cubicBezTo>
                  <a:cubicBezTo>
                    <a:pt x="3580" y="13574"/>
                    <a:pt x="3580" y="13574"/>
                    <a:pt x="3580" y="13574"/>
                  </a:cubicBezTo>
                  <a:close/>
                  <a:moveTo>
                    <a:pt x="4735" y="14267"/>
                  </a:moveTo>
                  <a:cubicBezTo>
                    <a:pt x="4735" y="14366"/>
                    <a:pt x="4735" y="14366"/>
                    <a:pt x="4735" y="14366"/>
                  </a:cubicBezTo>
                  <a:cubicBezTo>
                    <a:pt x="4851" y="14267"/>
                    <a:pt x="4851" y="14267"/>
                    <a:pt x="4851" y="14267"/>
                  </a:cubicBezTo>
                  <a:cubicBezTo>
                    <a:pt x="4851" y="14366"/>
                    <a:pt x="4851" y="14366"/>
                    <a:pt x="4851" y="14366"/>
                  </a:cubicBezTo>
                  <a:cubicBezTo>
                    <a:pt x="4851" y="14466"/>
                    <a:pt x="4851" y="14466"/>
                    <a:pt x="4851" y="14466"/>
                  </a:cubicBezTo>
                  <a:cubicBezTo>
                    <a:pt x="4851" y="14466"/>
                    <a:pt x="4851" y="14466"/>
                    <a:pt x="4851" y="14466"/>
                  </a:cubicBezTo>
                  <a:cubicBezTo>
                    <a:pt x="4966" y="14466"/>
                    <a:pt x="4966" y="14466"/>
                    <a:pt x="4966" y="14466"/>
                  </a:cubicBezTo>
                  <a:cubicBezTo>
                    <a:pt x="4966" y="14366"/>
                    <a:pt x="4966" y="14366"/>
                    <a:pt x="4966" y="14366"/>
                  </a:cubicBezTo>
                  <a:cubicBezTo>
                    <a:pt x="5082" y="14267"/>
                    <a:pt x="5082" y="14267"/>
                    <a:pt x="5082" y="14267"/>
                  </a:cubicBezTo>
                  <a:cubicBezTo>
                    <a:pt x="4966" y="14267"/>
                    <a:pt x="4966" y="14267"/>
                    <a:pt x="4966" y="14267"/>
                  </a:cubicBezTo>
                  <a:cubicBezTo>
                    <a:pt x="4966" y="14267"/>
                    <a:pt x="4966" y="14267"/>
                    <a:pt x="4966" y="14267"/>
                  </a:cubicBezTo>
                  <a:cubicBezTo>
                    <a:pt x="4851" y="14267"/>
                    <a:pt x="4851" y="14267"/>
                    <a:pt x="4851" y="14267"/>
                  </a:cubicBezTo>
                  <a:cubicBezTo>
                    <a:pt x="4735" y="14267"/>
                    <a:pt x="4735" y="14267"/>
                    <a:pt x="4735" y="14267"/>
                  </a:cubicBezTo>
                  <a:close/>
                  <a:moveTo>
                    <a:pt x="3580" y="14565"/>
                  </a:moveTo>
                  <a:cubicBezTo>
                    <a:pt x="3580" y="14565"/>
                    <a:pt x="3580" y="14565"/>
                    <a:pt x="3580" y="14565"/>
                  </a:cubicBezTo>
                  <a:cubicBezTo>
                    <a:pt x="3811" y="14565"/>
                    <a:pt x="3811" y="14565"/>
                    <a:pt x="3811" y="14565"/>
                  </a:cubicBezTo>
                  <a:cubicBezTo>
                    <a:pt x="3811" y="14664"/>
                    <a:pt x="3811" y="14664"/>
                    <a:pt x="3811" y="14664"/>
                  </a:cubicBezTo>
                  <a:cubicBezTo>
                    <a:pt x="3927" y="14664"/>
                    <a:pt x="3927" y="14664"/>
                    <a:pt x="3927" y="14664"/>
                  </a:cubicBezTo>
                  <a:cubicBezTo>
                    <a:pt x="3927" y="14664"/>
                    <a:pt x="3927" y="14664"/>
                    <a:pt x="3927" y="14664"/>
                  </a:cubicBezTo>
                  <a:cubicBezTo>
                    <a:pt x="4273" y="14565"/>
                    <a:pt x="4273" y="14565"/>
                    <a:pt x="4273" y="14565"/>
                  </a:cubicBezTo>
                  <a:cubicBezTo>
                    <a:pt x="4389" y="14565"/>
                    <a:pt x="4389" y="14565"/>
                    <a:pt x="4389" y="14565"/>
                  </a:cubicBezTo>
                  <a:cubicBezTo>
                    <a:pt x="4620" y="14466"/>
                    <a:pt x="4620" y="14466"/>
                    <a:pt x="4620" y="14466"/>
                  </a:cubicBezTo>
                  <a:cubicBezTo>
                    <a:pt x="4504" y="14366"/>
                    <a:pt x="4504" y="14366"/>
                    <a:pt x="4504" y="14366"/>
                  </a:cubicBezTo>
                  <a:cubicBezTo>
                    <a:pt x="4504" y="14267"/>
                    <a:pt x="4504" y="14267"/>
                    <a:pt x="4504" y="14267"/>
                  </a:cubicBezTo>
                  <a:cubicBezTo>
                    <a:pt x="4389" y="14267"/>
                    <a:pt x="4389" y="14267"/>
                    <a:pt x="4389" y="14267"/>
                  </a:cubicBezTo>
                  <a:cubicBezTo>
                    <a:pt x="4273" y="14267"/>
                    <a:pt x="4273" y="14267"/>
                    <a:pt x="4273" y="14267"/>
                  </a:cubicBezTo>
                  <a:cubicBezTo>
                    <a:pt x="4273" y="14069"/>
                    <a:pt x="4273" y="14069"/>
                    <a:pt x="4273" y="14069"/>
                  </a:cubicBezTo>
                  <a:cubicBezTo>
                    <a:pt x="4158" y="13871"/>
                    <a:pt x="4158" y="13871"/>
                    <a:pt x="4158" y="13871"/>
                  </a:cubicBezTo>
                  <a:cubicBezTo>
                    <a:pt x="3927" y="13871"/>
                    <a:pt x="3927" y="13871"/>
                    <a:pt x="3927" y="13871"/>
                  </a:cubicBezTo>
                  <a:cubicBezTo>
                    <a:pt x="3927" y="13772"/>
                    <a:pt x="3927" y="13772"/>
                    <a:pt x="3927" y="13772"/>
                  </a:cubicBezTo>
                  <a:cubicBezTo>
                    <a:pt x="3696" y="13772"/>
                    <a:pt x="3696" y="13772"/>
                    <a:pt x="3696" y="13772"/>
                  </a:cubicBezTo>
                  <a:cubicBezTo>
                    <a:pt x="3580" y="13772"/>
                    <a:pt x="3580" y="13772"/>
                    <a:pt x="3580" y="13772"/>
                  </a:cubicBezTo>
                  <a:cubicBezTo>
                    <a:pt x="3580" y="13772"/>
                    <a:pt x="3580" y="13772"/>
                    <a:pt x="3580" y="13772"/>
                  </a:cubicBezTo>
                  <a:cubicBezTo>
                    <a:pt x="3465" y="13871"/>
                    <a:pt x="3465" y="13871"/>
                    <a:pt x="3465" y="13871"/>
                  </a:cubicBezTo>
                  <a:cubicBezTo>
                    <a:pt x="3465" y="13970"/>
                    <a:pt x="3465" y="13970"/>
                    <a:pt x="3465" y="13970"/>
                  </a:cubicBezTo>
                  <a:cubicBezTo>
                    <a:pt x="3580" y="14069"/>
                    <a:pt x="3580" y="14069"/>
                    <a:pt x="3580" y="14069"/>
                  </a:cubicBezTo>
                  <a:cubicBezTo>
                    <a:pt x="3696" y="14069"/>
                    <a:pt x="3696" y="14069"/>
                    <a:pt x="3696" y="14069"/>
                  </a:cubicBezTo>
                  <a:cubicBezTo>
                    <a:pt x="3580" y="14069"/>
                    <a:pt x="3580" y="14069"/>
                    <a:pt x="3580" y="14069"/>
                  </a:cubicBezTo>
                  <a:cubicBezTo>
                    <a:pt x="3465" y="14069"/>
                    <a:pt x="3465" y="14069"/>
                    <a:pt x="3465" y="14069"/>
                  </a:cubicBezTo>
                  <a:cubicBezTo>
                    <a:pt x="3465" y="14168"/>
                    <a:pt x="3465" y="14168"/>
                    <a:pt x="3465" y="14168"/>
                  </a:cubicBezTo>
                  <a:cubicBezTo>
                    <a:pt x="3465" y="14168"/>
                    <a:pt x="3465" y="14168"/>
                    <a:pt x="3465" y="14168"/>
                  </a:cubicBezTo>
                  <a:cubicBezTo>
                    <a:pt x="3580" y="14267"/>
                    <a:pt x="3580" y="14267"/>
                    <a:pt x="3580" y="14267"/>
                  </a:cubicBezTo>
                  <a:cubicBezTo>
                    <a:pt x="3465" y="14267"/>
                    <a:pt x="3465" y="14267"/>
                    <a:pt x="3465" y="14267"/>
                  </a:cubicBezTo>
                  <a:cubicBezTo>
                    <a:pt x="3465" y="14267"/>
                    <a:pt x="3465" y="14267"/>
                    <a:pt x="3465" y="14267"/>
                  </a:cubicBezTo>
                  <a:cubicBezTo>
                    <a:pt x="3465" y="14366"/>
                    <a:pt x="3465" y="14366"/>
                    <a:pt x="3465" y="14366"/>
                  </a:cubicBezTo>
                  <a:cubicBezTo>
                    <a:pt x="3696" y="14466"/>
                    <a:pt x="3696" y="14466"/>
                    <a:pt x="3696" y="14466"/>
                  </a:cubicBezTo>
                  <a:cubicBezTo>
                    <a:pt x="3811" y="14466"/>
                    <a:pt x="3811" y="14466"/>
                    <a:pt x="3811" y="14466"/>
                  </a:cubicBezTo>
                  <a:cubicBezTo>
                    <a:pt x="3811" y="14466"/>
                    <a:pt x="3811" y="14466"/>
                    <a:pt x="3811" y="14466"/>
                  </a:cubicBezTo>
                  <a:cubicBezTo>
                    <a:pt x="4042" y="14366"/>
                    <a:pt x="4042" y="14366"/>
                    <a:pt x="4042" y="14366"/>
                  </a:cubicBezTo>
                  <a:cubicBezTo>
                    <a:pt x="3927" y="14466"/>
                    <a:pt x="3927" y="14466"/>
                    <a:pt x="3927" y="14466"/>
                  </a:cubicBezTo>
                  <a:cubicBezTo>
                    <a:pt x="3811" y="14565"/>
                    <a:pt x="3811" y="14565"/>
                    <a:pt x="3811" y="14565"/>
                  </a:cubicBezTo>
                  <a:cubicBezTo>
                    <a:pt x="3696" y="14466"/>
                    <a:pt x="3696" y="14466"/>
                    <a:pt x="3696" y="14466"/>
                  </a:cubicBezTo>
                  <a:cubicBezTo>
                    <a:pt x="3580" y="14466"/>
                    <a:pt x="3580" y="14466"/>
                    <a:pt x="3580" y="14466"/>
                  </a:cubicBezTo>
                  <a:lnTo>
                    <a:pt x="3580" y="1456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5" name="AutoShape 159"/>
            <p:cNvSpPr>
              <a:spLocks/>
            </p:cNvSpPr>
            <p:nvPr/>
          </p:nvSpPr>
          <p:spPr bwMode="auto">
            <a:xfrm>
              <a:off x="2787143" y="0"/>
              <a:ext cx="5743443" cy="4701827"/>
            </a:xfrm>
            <a:custGeom>
              <a:avLst/>
              <a:gdLst>
                <a:gd name="T0" fmla="*/ 2871722 w 21600"/>
                <a:gd name="T1" fmla="*/ 2350914 h 21600"/>
                <a:gd name="T2" fmla="*/ 2871722 w 21600"/>
                <a:gd name="T3" fmla="*/ 2350914 h 21600"/>
                <a:gd name="T4" fmla="*/ 2871722 w 21600"/>
                <a:gd name="T5" fmla="*/ 2350914 h 21600"/>
                <a:gd name="T6" fmla="*/ 2871722 w 21600"/>
                <a:gd name="T7" fmla="*/ 23509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596" y="3811"/>
                  </a:moveTo>
                  <a:cubicBezTo>
                    <a:pt x="15652" y="3744"/>
                    <a:pt x="15652" y="3744"/>
                    <a:pt x="15652" y="3744"/>
                  </a:cubicBezTo>
                  <a:cubicBezTo>
                    <a:pt x="15709" y="3744"/>
                    <a:pt x="15709" y="3744"/>
                    <a:pt x="15709" y="3744"/>
                  </a:cubicBezTo>
                  <a:cubicBezTo>
                    <a:pt x="15765" y="3611"/>
                    <a:pt x="15765" y="3611"/>
                    <a:pt x="15765" y="3611"/>
                  </a:cubicBezTo>
                  <a:cubicBezTo>
                    <a:pt x="15821" y="3477"/>
                    <a:pt x="15821" y="3477"/>
                    <a:pt x="15821" y="3477"/>
                  </a:cubicBezTo>
                  <a:cubicBezTo>
                    <a:pt x="15821" y="3477"/>
                    <a:pt x="15821" y="3477"/>
                    <a:pt x="15821" y="3477"/>
                  </a:cubicBezTo>
                  <a:cubicBezTo>
                    <a:pt x="15821" y="3544"/>
                    <a:pt x="15821" y="3544"/>
                    <a:pt x="15821" y="3544"/>
                  </a:cubicBezTo>
                  <a:cubicBezTo>
                    <a:pt x="15821" y="3611"/>
                    <a:pt x="15821" y="3611"/>
                    <a:pt x="15821" y="3611"/>
                  </a:cubicBezTo>
                  <a:cubicBezTo>
                    <a:pt x="15821" y="3611"/>
                    <a:pt x="15821" y="3611"/>
                    <a:pt x="15821" y="3611"/>
                  </a:cubicBezTo>
                  <a:cubicBezTo>
                    <a:pt x="15877" y="3611"/>
                    <a:pt x="15877" y="3611"/>
                    <a:pt x="15877" y="3611"/>
                  </a:cubicBezTo>
                  <a:cubicBezTo>
                    <a:pt x="15877" y="3544"/>
                    <a:pt x="15877" y="3544"/>
                    <a:pt x="15877" y="3544"/>
                  </a:cubicBezTo>
                  <a:cubicBezTo>
                    <a:pt x="15933" y="3544"/>
                    <a:pt x="15933" y="3544"/>
                    <a:pt x="15933" y="3544"/>
                  </a:cubicBezTo>
                  <a:cubicBezTo>
                    <a:pt x="15933" y="3477"/>
                    <a:pt x="15933" y="3477"/>
                    <a:pt x="15933" y="3477"/>
                  </a:cubicBezTo>
                  <a:cubicBezTo>
                    <a:pt x="15877" y="3477"/>
                    <a:pt x="15877" y="3477"/>
                    <a:pt x="15877" y="3477"/>
                  </a:cubicBezTo>
                  <a:cubicBezTo>
                    <a:pt x="15877" y="3477"/>
                    <a:pt x="15877" y="3477"/>
                    <a:pt x="15877" y="3477"/>
                  </a:cubicBezTo>
                  <a:cubicBezTo>
                    <a:pt x="15933" y="3410"/>
                    <a:pt x="15933" y="3410"/>
                    <a:pt x="15933" y="3410"/>
                  </a:cubicBezTo>
                  <a:cubicBezTo>
                    <a:pt x="15933" y="3343"/>
                    <a:pt x="15933" y="3343"/>
                    <a:pt x="15933" y="3343"/>
                  </a:cubicBezTo>
                  <a:cubicBezTo>
                    <a:pt x="15933" y="3343"/>
                    <a:pt x="15933" y="3343"/>
                    <a:pt x="15933" y="3343"/>
                  </a:cubicBezTo>
                  <a:cubicBezTo>
                    <a:pt x="15933" y="3276"/>
                    <a:pt x="15933" y="3276"/>
                    <a:pt x="15933" y="3276"/>
                  </a:cubicBezTo>
                  <a:cubicBezTo>
                    <a:pt x="15989" y="3209"/>
                    <a:pt x="15989" y="3209"/>
                    <a:pt x="15989" y="3209"/>
                  </a:cubicBezTo>
                  <a:cubicBezTo>
                    <a:pt x="15989" y="3143"/>
                    <a:pt x="15989" y="3143"/>
                    <a:pt x="15989" y="3143"/>
                  </a:cubicBezTo>
                  <a:cubicBezTo>
                    <a:pt x="16045" y="3143"/>
                    <a:pt x="16045" y="3143"/>
                    <a:pt x="16045" y="3143"/>
                  </a:cubicBezTo>
                  <a:cubicBezTo>
                    <a:pt x="16101" y="3076"/>
                    <a:pt x="16101" y="3076"/>
                    <a:pt x="16101" y="3076"/>
                  </a:cubicBezTo>
                  <a:cubicBezTo>
                    <a:pt x="16101" y="3143"/>
                    <a:pt x="16101" y="3143"/>
                    <a:pt x="16101" y="3143"/>
                  </a:cubicBezTo>
                  <a:cubicBezTo>
                    <a:pt x="16101" y="3143"/>
                    <a:pt x="16101" y="3143"/>
                    <a:pt x="16101" y="3143"/>
                  </a:cubicBezTo>
                  <a:cubicBezTo>
                    <a:pt x="16045" y="3143"/>
                    <a:pt x="16045" y="3143"/>
                    <a:pt x="16045" y="3143"/>
                  </a:cubicBezTo>
                  <a:cubicBezTo>
                    <a:pt x="16045" y="3276"/>
                    <a:pt x="16045" y="3276"/>
                    <a:pt x="16045" y="3276"/>
                  </a:cubicBezTo>
                  <a:cubicBezTo>
                    <a:pt x="15989" y="3343"/>
                    <a:pt x="15989" y="3343"/>
                    <a:pt x="15989" y="3343"/>
                  </a:cubicBezTo>
                  <a:cubicBezTo>
                    <a:pt x="15989" y="3410"/>
                    <a:pt x="15989" y="3410"/>
                    <a:pt x="15989" y="3410"/>
                  </a:cubicBezTo>
                  <a:cubicBezTo>
                    <a:pt x="15989" y="3410"/>
                    <a:pt x="15989" y="3410"/>
                    <a:pt x="15989" y="3410"/>
                  </a:cubicBezTo>
                  <a:cubicBezTo>
                    <a:pt x="15989" y="3477"/>
                    <a:pt x="15989" y="3477"/>
                    <a:pt x="15989" y="3477"/>
                  </a:cubicBezTo>
                  <a:cubicBezTo>
                    <a:pt x="16045" y="3477"/>
                    <a:pt x="16045" y="3477"/>
                    <a:pt x="16045" y="3477"/>
                  </a:cubicBezTo>
                  <a:cubicBezTo>
                    <a:pt x="16101" y="3410"/>
                    <a:pt x="16101" y="3410"/>
                    <a:pt x="16101" y="3410"/>
                  </a:cubicBezTo>
                  <a:cubicBezTo>
                    <a:pt x="16157" y="3276"/>
                    <a:pt x="16157" y="3276"/>
                    <a:pt x="16157" y="3276"/>
                  </a:cubicBezTo>
                  <a:cubicBezTo>
                    <a:pt x="16214" y="3209"/>
                    <a:pt x="16214" y="3209"/>
                    <a:pt x="16214" y="3209"/>
                  </a:cubicBezTo>
                  <a:cubicBezTo>
                    <a:pt x="16214" y="3143"/>
                    <a:pt x="16214" y="3143"/>
                    <a:pt x="16214" y="3143"/>
                  </a:cubicBezTo>
                  <a:cubicBezTo>
                    <a:pt x="16214" y="3143"/>
                    <a:pt x="16214" y="3143"/>
                    <a:pt x="16214" y="3143"/>
                  </a:cubicBezTo>
                  <a:cubicBezTo>
                    <a:pt x="16270" y="3076"/>
                    <a:pt x="16270" y="3076"/>
                    <a:pt x="16270" y="3076"/>
                  </a:cubicBezTo>
                  <a:cubicBezTo>
                    <a:pt x="16270" y="3143"/>
                    <a:pt x="16270" y="3143"/>
                    <a:pt x="16270" y="3143"/>
                  </a:cubicBezTo>
                  <a:cubicBezTo>
                    <a:pt x="16270" y="3143"/>
                    <a:pt x="16270" y="3143"/>
                    <a:pt x="16270" y="3143"/>
                  </a:cubicBezTo>
                  <a:cubicBezTo>
                    <a:pt x="16270" y="3209"/>
                    <a:pt x="16270" y="3209"/>
                    <a:pt x="16270" y="3209"/>
                  </a:cubicBezTo>
                  <a:cubicBezTo>
                    <a:pt x="16270" y="3209"/>
                    <a:pt x="16270" y="3209"/>
                    <a:pt x="16270" y="3209"/>
                  </a:cubicBezTo>
                  <a:cubicBezTo>
                    <a:pt x="16326" y="3143"/>
                    <a:pt x="16326" y="3143"/>
                    <a:pt x="16326" y="3143"/>
                  </a:cubicBezTo>
                  <a:cubicBezTo>
                    <a:pt x="16382" y="3143"/>
                    <a:pt x="16382" y="3143"/>
                    <a:pt x="16382" y="3143"/>
                  </a:cubicBezTo>
                  <a:cubicBezTo>
                    <a:pt x="16438" y="3143"/>
                    <a:pt x="16438" y="3143"/>
                    <a:pt x="16438" y="3143"/>
                  </a:cubicBezTo>
                  <a:cubicBezTo>
                    <a:pt x="16550" y="3076"/>
                    <a:pt x="16550" y="3076"/>
                    <a:pt x="16550" y="3076"/>
                  </a:cubicBezTo>
                  <a:cubicBezTo>
                    <a:pt x="16606" y="3076"/>
                    <a:pt x="16606" y="3076"/>
                    <a:pt x="16606" y="3076"/>
                  </a:cubicBezTo>
                  <a:cubicBezTo>
                    <a:pt x="16606" y="3076"/>
                    <a:pt x="16606" y="3076"/>
                    <a:pt x="16606" y="3076"/>
                  </a:cubicBezTo>
                  <a:cubicBezTo>
                    <a:pt x="16662" y="3076"/>
                    <a:pt x="16662" y="3076"/>
                    <a:pt x="16662" y="3076"/>
                  </a:cubicBezTo>
                  <a:cubicBezTo>
                    <a:pt x="16662" y="3009"/>
                    <a:pt x="16662" y="3009"/>
                    <a:pt x="16662" y="3009"/>
                  </a:cubicBezTo>
                  <a:cubicBezTo>
                    <a:pt x="16662" y="2942"/>
                    <a:pt x="16662" y="2942"/>
                    <a:pt x="16662" y="2942"/>
                  </a:cubicBezTo>
                  <a:cubicBezTo>
                    <a:pt x="16718" y="2942"/>
                    <a:pt x="16718" y="2942"/>
                    <a:pt x="16718" y="2942"/>
                  </a:cubicBezTo>
                  <a:cubicBezTo>
                    <a:pt x="16662" y="2875"/>
                    <a:pt x="16662" y="2875"/>
                    <a:pt x="16662" y="2875"/>
                  </a:cubicBezTo>
                  <a:cubicBezTo>
                    <a:pt x="16662" y="2808"/>
                    <a:pt x="16662" y="2808"/>
                    <a:pt x="16662" y="2808"/>
                  </a:cubicBezTo>
                  <a:cubicBezTo>
                    <a:pt x="16662" y="2674"/>
                    <a:pt x="16662" y="2674"/>
                    <a:pt x="16662" y="2674"/>
                  </a:cubicBezTo>
                  <a:cubicBezTo>
                    <a:pt x="16662" y="2674"/>
                    <a:pt x="16662" y="2674"/>
                    <a:pt x="16662" y="2674"/>
                  </a:cubicBezTo>
                  <a:cubicBezTo>
                    <a:pt x="16606" y="2741"/>
                    <a:pt x="16606" y="2741"/>
                    <a:pt x="16606" y="2741"/>
                  </a:cubicBezTo>
                  <a:cubicBezTo>
                    <a:pt x="16550" y="2875"/>
                    <a:pt x="16550" y="2875"/>
                    <a:pt x="16550" y="2875"/>
                  </a:cubicBezTo>
                  <a:cubicBezTo>
                    <a:pt x="16550" y="2875"/>
                    <a:pt x="16550" y="2875"/>
                    <a:pt x="16550" y="2875"/>
                  </a:cubicBezTo>
                  <a:cubicBezTo>
                    <a:pt x="16550" y="2808"/>
                    <a:pt x="16550" y="2808"/>
                    <a:pt x="16550" y="2808"/>
                  </a:cubicBezTo>
                  <a:cubicBezTo>
                    <a:pt x="16606" y="2741"/>
                    <a:pt x="16606" y="2741"/>
                    <a:pt x="16606" y="2741"/>
                  </a:cubicBezTo>
                  <a:cubicBezTo>
                    <a:pt x="16662" y="2741"/>
                    <a:pt x="16662" y="2741"/>
                    <a:pt x="16662" y="2741"/>
                  </a:cubicBezTo>
                  <a:cubicBezTo>
                    <a:pt x="16662" y="2674"/>
                    <a:pt x="16662" y="2674"/>
                    <a:pt x="16662" y="2674"/>
                  </a:cubicBezTo>
                  <a:cubicBezTo>
                    <a:pt x="16606" y="2608"/>
                    <a:pt x="16606" y="2608"/>
                    <a:pt x="16606" y="2608"/>
                  </a:cubicBezTo>
                  <a:cubicBezTo>
                    <a:pt x="16550" y="2608"/>
                    <a:pt x="16550" y="2608"/>
                    <a:pt x="16550" y="2608"/>
                  </a:cubicBezTo>
                  <a:cubicBezTo>
                    <a:pt x="16550" y="2608"/>
                    <a:pt x="16550" y="2608"/>
                    <a:pt x="16550" y="2608"/>
                  </a:cubicBezTo>
                  <a:cubicBezTo>
                    <a:pt x="16550" y="2608"/>
                    <a:pt x="16550" y="2608"/>
                    <a:pt x="16550" y="2608"/>
                  </a:cubicBezTo>
                  <a:cubicBezTo>
                    <a:pt x="16494" y="2608"/>
                    <a:pt x="16494" y="2608"/>
                    <a:pt x="16494" y="2608"/>
                  </a:cubicBezTo>
                  <a:cubicBezTo>
                    <a:pt x="16494" y="2608"/>
                    <a:pt x="16494" y="2608"/>
                    <a:pt x="16494" y="2608"/>
                  </a:cubicBezTo>
                  <a:cubicBezTo>
                    <a:pt x="16438" y="2608"/>
                    <a:pt x="16438" y="2608"/>
                    <a:pt x="16438" y="2608"/>
                  </a:cubicBezTo>
                  <a:cubicBezTo>
                    <a:pt x="16382" y="2674"/>
                    <a:pt x="16382" y="2674"/>
                    <a:pt x="16382" y="2674"/>
                  </a:cubicBezTo>
                  <a:cubicBezTo>
                    <a:pt x="16382" y="2608"/>
                    <a:pt x="16382" y="2608"/>
                    <a:pt x="16382" y="2608"/>
                  </a:cubicBezTo>
                  <a:cubicBezTo>
                    <a:pt x="16382" y="2608"/>
                    <a:pt x="16382" y="2608"/>
                    <a:pt x="16382" y="2608"/>
                  </a:cubicBezTo>
                  <a:cubicBezTo>
                    <a:pt x="16494" y="2541"/>
                    <a:pt x="16494" y="2541"/>
                    <a:pt x="16494" y="2541"/>
                  </a:cubicBezTo>
                  <a:cubicBezTo>
                    <a:pt x="16550" y="2541"/>
                    <a:pt x="16550" y="2541"/>
                    <a:pt x="16550" y="2541"/>
                  </a:cubicBezTo>
                  <a:cubicBezTo>
                    <a:pt x="16606" y="2474"/>
                    <a:pt x="16606" y="2474"/>
                    <a:pt x="16606" y="2474"/>
                  </a:cubicBezTo>
                  <a:cubicBezTo>
                    <a:pt x="16662" y="2407"/>
                    <a:pt x="16662" y="2407"/>
                    <a:pt x="16662" y="2407"/>
                  </a:cubicBezTo>
                  <a:cubicBezTo>
                    <a:pt x="16718" y="2340"/>
                    <a:pt x="16718" y="2340"/>
                    <a:pt x="16718" y="2340"/>
                  </a:cubicBezTo>
                  <a:cubicBezTo>
                    <a:pt x="16718" y="2206"/>
                    <a:pt x="16718" y="2206"/>
                    <a:pt x="16718" y="2206"/>
                  </a:cubicBezTo>
                  <a:cubicBezTo>
                    <a:pt x="16718" y="2206"/>
                    <a:pt x="16718" y="2206"/>
                    <a:pt x="16718" y="2206"/>
                  </a:cubicBezTo>
                  <a:cubicBezTo>
                    <a:pt x="16662" y="2206"/>
                    <a:pt x="16662" y="2206"/>
                    <a:pt x="16662" y="2206"/>
                  </a:cubicBezTo>
                  <a:cubicBezTo>
                    <a:pt x="16662" y="2273"/>
                    <a:pt x="16662" y="2273"/>
                    <a:pt x="16662" y="2273"/>
                  </a:cubicBezTo>
                  <a:cubicBezTo>
                    <a:pt x="16606" y="2206"/>
                    <a:pt x="16606" y="2206"/>
                    <a:pt x="16606" y="2206"/>
                  </a:cubicBezTo>
                  <a:cubicBezTo>
                    <a:pt x="16662" y="2206"/>
                    <a:pt x="16662" y="2206"/>
                    <a:pt x="16662" y="2206"/>
                  </a:cubicBezTo>
                  <a:cubicBezTo>
                    <a:pt x="16662" y="2206"/>
                    <a:pt x="16662" y="2206"/>
                    <a:pt x="16662" y="2206"/>
                  </a:cubicBezTo>
                  <a:cubicBezTo>
                    <a:pt x="16718" y="2206"/>
                    <a:pt x="16718" y="2206"/>
                    <a:pt x="16718" y="2206"/>
                  </a:cubicBezTo>
                  <a:cubicBezTo>
                    <a:pt x="16718" y="2139"/>
                    <a:pt x="16718" y="2139"/>
                    <a:pt x="16718" y="2139"/>
                  </a:cubicBezTo>
                  <a:cubicBezTo>
                    <a:pt x="16718" y="2073"/>
                    <a:pt x="16718" y="2073"/>
                    <a:pt x="16718" y="2073"/>
                  </a:cubicBezTo>
                  <a:cubicBezTo>
                    <a:pt x="16775" y="2006"/>
                    <a:pt x="16775" y="2006"/>
                    <a:pt x="16775" y="2006"/>
                  </a:cubicBezTo>
                  <a:cubicBezTo>
                    <a:pt x="16775" y="2006"/>
                    <a:pt x="16775" y="2006"/>
                    <a:pt x="16775" y="2006"/>
                  </a:cubicBezTo>
                  <a:cubicBezTo>
                    <a:pt x="16775" y="1939"/>
                    <a:pt x="16775" y="1939"/>
                    <a:pt x="16775" y="1939"/>
                  </a:cubicBezTo>
                  <a:cubicBezTo>
                    <a:pt x="16775" y="1939"/>
                    <a:pt x="16775" y="1939"/>
                    <a:pt x="16775" y="1939"/>
                  </a:cubicBezTo>
                  <a:cubicBezTo>
                    <a:pt x="16718" y="1872"/>
                    <a:pt x="16718" y="1872"/>
                    <a:pt x="16718" y="1872"/>
                  </a:cubicBezTo>
                  <a:cubicBezTo>
                    <a:pt x="16662" y="1939"/>
                    <a:pt x="16662" y="1939"/>
                    <a:pt x="16662" y="1939"/>
                  </a:cubicBezTo>
                  <a:cubicBezTo>
                    <a:pt x="16606" y="2006"/>
                    <a:pt x="16606" y="2006"/>
                    <a:pt x="16606" y="2006"/>
                  </a:cubicBezTo>
                  <a:cubicBezTo>
                    <a:pt x="16606" y="2073"/>
                    <a:pt x="16606" y="2073"/>
                    <a:pt x="16606" y="2073"/>
                  </a:cubicBezTo>
                  <a:cubicBezTo>
                    <a:pt x="16662" y="2139"/>
                    <a:pt x="16662" y="2139"/>
                    <a:pt x="16662" y="2139"/>
                  </a:cubicBezTo>
                  <a:cubicBezTo>
                    <a:pt x="16606" y="2206"/>
                    <a:pt x="16606" y="2206"/>
                    <a:pt x="16606" y="2206"/>
                  </a:cubicBezTo>
                  <a:cubicBezTo>
                    <a:pt x="16606" y="2206"/>
                    <a:pt x="16606" y="2206"/>
                    <a:pt x="16606" y="2206"/>
                  </a:cubicBezTo>
                  <a:cubicBezTo>
                    <a:pt x="16550" y="2206"/>
                    <a:pt x="16550" y="2206"/>
                    <a:pt x="16550" y="2206"/>
                  </a:cubicBezTo>
                  <a:cubicBezTo>
                    <a:pt x="16550" y="2139"/>
                    <a:pt x="16550" y="2139"/>
                    <a:pt x="16550" y="2139"/>
                  </a:cubicBezTo>
                  <a:cubicBezTo>
                    <a:pt x="16550" y="2139"/>
                    <a:pt x="16550" y="2139"/>
                    <a:pt x="16550" y="2139"/>
                  </a:cubicBezTo>
                  <a:cubicBezTo>
                    <a:pt x="16550" y="2073"/>
                    <a:pt x="16550" y="2073"/>
                    <a:pt x="16550" y="2073"/>
                  </a:cubicBezTo>
                  <a:cubicBezTo>
                    <a:pt x="16606" y="2006"/>
                    <a:pt x="16606" y="2006"/>
                    <a:pt x="16606" y="2006"/>
                  </a:cubicBezTo>
                  <a:cubicBezTo>
                    <a:pt x="16606" y="1939"/>
                    <a:pt x="16606" y="1939"/>
                    <a:pt x="16606" y="1939"/>
                  </a:cubicBezTo>
                  <a:cubicBezTo>
                    <a:pt x="16606" y="1939"/>
                    <a:pt x="16606" y="1939"/>
                    <a:pt x="16606" y="1939"/>
                  </a:cubicBezTo>
                  <a:cubicBezTo>
                    <a:pt x="16606" y="1939"/>
                    <a:pt x="16606" y="1939"/>
                    <a:pt x="16606" y="1939"/>
                  </a:cubicBezTo>
                  <a:cubicBezTo>
                    <a:pt x="16662" y="1939"/>
                    <a:pt x="16662" y="1939"/>
                    <a:pt x="16662" y="1939"/>
                  </a:cubicBezTo>
                  <a:cubicBezTo>
                    <a:pt x="16606" y="1872"/>
                    <a:pt x="16606" y="1872"/>
                    <a:pt x="16606" y="1872"/>
                  </a:cubicBezTo>
                  <a:cubicBezTo>
                    <a:pt x="16606" y="1805"/>
                    <a:pt x="16606" y="1805"/>
                    <a:pt x="16606" y="1805"/>
                  </a:cubicBezTo>
                  <a:cubicBezTo>
                    <a:pt x="16550" y="1805"/>
                    <a:pt x="16550" y="1805"/>
                    <a:pt x="16550" y="1805"/>
                  </a:cubicBezTo>
                  <a:cubicBezTo>
                    <a:pt x="16494" y="1805"/>
                    <a:pt x="16494" y="1805"/>
                    <a:pt x="16494" y="1805"/>
                  </a:cubicBezTo>
                  <a:cubicBezTo>
                    <a:pt x="16494" y="1872"/>
                    <a:pt x="16494" y="1872"/>
                    <a:pt x="16494" y="1872"/>
                  </a:cubicBezTo>
                  <a:cubicBezTo>
                    <a:pt x="16438" y="1805"/>
                    <a:pt x="16438" y="1805"/>
                    <a:pt x="16438" y="1805"/>
                  </a:cubicBezTo>
                  <a:cubicBezTo>
                    <a:pt x="16438" y="1805"/>
                    <a:pt x="16438" y="1805"/>
                    <a:pt x="16438" y="1805"/>
                  </a:cubicBezTo>
                  <a:cubicBezTo>
                    <a:pt x="16438" y="1738"/>
                    <a:pt x="16438" y="1738"/>
                    <a:pt x="16438" y="1738"/>
                  </a:cubicBezTo>
                  <a:cubicBezTo>
                    <a:pt x="16438" y="1671"/>
                    <a:pt x="16438" y="1671"/>
                    <a:pt x="16438" y="1671"/>
                  </a:cubicBezTo>
                  <a:cubicBezTo>
                    <a:pt x="16438" y="1538"/>
                    <a:pt x="16438" y="1538"/>
                    <a:pt x="16438" y="1538"/>
                  </a:cubicBezTo>
                  <a:cubicBezTo>
                    <a:pt x="16438" y="1471"/>
                    <a:pt x="16438" y="1471"/>
                    <a:pt x="16438" y="1471"/>
                  </a:cubicBezTo>
                  <a:cubicBezTo>
                    <a:pt x="16438" y="1404"/>
                    <a:pt x="16438" y="1404"/>
                    <a:pt x="16438" y="1404"/>
                  </a:cubicBezTo>
                  <a:cubicBezTo>
                    <a:pt x="16494" y="1337"/>
                    <a:pt x="16494" y="1337"/>
                    <a:pt x="16494" y="1337"/>
                  </a:cubicBezTo>
                  <a:cubicBezTo>
                    <a:pt x="16438" y="1270"/>
                    <a:pt x="16438" y="1270"/>
                    <a:pt x="16438" y="1270"/>
                  </a:cubicBezTo>
                  <a:cubicBezTo>
                    <a:pt x="16494" y="1136"/>
                    <a:pt x="16494" y="1136"/>
                    <a:pt x="16494" y="1136"/>
                  </a:cubicBezTo>
                  <a:cubicBezTo>
                    <a:pt x="16494" y="1069"/>
                    <a:pt x="16494" y="1069"/>
                    <a:pt x="16494" y="1069"/>
                  </a:cubicBezTo>
                  <a:cubicBezTo>
                    <a:pt x="16438" y="1069"/>
                    <a:pt x="16438" y="1069"/>
                    <a:pt x="16438" y="1069"/>
                  </a:cubicBezTo>
                  <a:cubicBezTo>
                    <a:pt x="16438" y="1003"/>
                    <a:pt x="16438" y="1003"/>
                    <a:pt x="16438" y="1003"/>
                  </a:cubicBezTo>
                  <a:cubicBezTo>
                    <a:pt x="16382" y="936"/>
                    <a:pt x="16382" y="936"/>
                    <a:pt x="16382" y="936"/>
                  </a:cubicBezTo>
                  <a:cubicBezTo>
                    <a:pt x="16382" y="869"/>
                    <a:pt x="16382" y="869"/>
                    <a:pt x="16382" y="869"/>
                  </a:cubicBezTo>
                  <a:cubicBezTo>
                    <a:pt x="16270" y="869"/>
                    <a:pt x="16270" y="869"/>
                    <a:pt x="16270" y="869"/>
                  </a:cubicBezTo>
                  <a:cubicBezTo>
                    <a:pt x="16270" y="869"/>
                    <a:pt x="16270" y="869"/>
                    <a:pt x="16270" y="869"/>
                  </a:cubicBezTo>
                  <a:cubicBezTo>
                    <a:pt x="16270" y="869"/>
                    <a:pt x="16270" y="869"/>
                    <a:pt x="16270" y="869"/>
                  </a:cubicBezTo>
                  <a:cubicBezTo>
                    <a:pt x="16270" y="936"/>
                    <a:pt x="16270" y="936"/>
                    <a:pt x="16270" y="936"/>
                  </a:cubicBezTo>
                  <a:cubicBezTo>
                    <a:pt x="16214" y="869"/>
                    <a:pt x="16214" y="869"/>
                    <a:pt x="16214" y="869"/>
                  </a:cubicBezTo>
                  <a:cubicBezTo>
                    <a:pt x="16157" y="869"/>
                    <a:pt x="16157" y="869"/>
                    <a:pt x="16157" y="869"/>
                  </a:cubicBezTo>
                  <a:cubicBezTo>
                    <a:pt x="16157" y="936"/>
                    <a:pt x="16157" y="936"/>
                    <a:pt x="16157" y="936"/>
                  </a:cubicBezTo>
                  <a:cubicBezTo>
                    <a:pt x="16101" y="1003"/>
                    <a:pt x="16101" y="1003"/>
                    <a:pt x="16101" y="1003"/>
                  </a:cubicBezTo>
                  <a:cubicBezTo>
                    <a:pt x="16157" y="1003"/>
                    <a:pt x="16157" y="1003"/>
                    <a:pt x="16157" y="1003"/>
                  </a:cubicBezTo>
                  <a:cubicBezTo>
                    <a:pt x="16157" y="1003"/>
                    <a:pt x="16157" y="1003"/>
                    <a:pt x="16157" y="1003"/>
                  </a:cubicBezTo>
                  <a:cubicBezTo>
                    <a:pt x="16214" y="1003"/>
                    <a:pt x="16214" y="1003"/>
                    <a:pt x="16214" y="1003"/>
                  </a:cubicBezTo>
                  <a:cubicBezTo>
                    <a:pt x="16270" y="1003"/>
                    <a:pt x="16270" y="1003"/>
                    <a:pt x="16270" y="1003"/>
                  </a:cubicBezTo>
                  <a:cubicBezTo>
                    <a:pt x="16326" y="1069"/>
                    <a:pt x="16326" y="1069"/>
                    <a:pt x="16326" y="1069"/>
                  </a:cubicBezTo>
                  <a:cubicBezTo>
                    <a:pt x="16326" y="1069"/>
                    <a:pt x="16326" y="1069"/>
                    <a:pt x="16326" y="1069"/>
                  </a:cubicBezTo>
                  <a:cubicBezTo>
                    <a:pt x="16326" y="1136"/>
                    <a:pt x="16326" y="1136"/>
                    <a:pt x="16326" y="1136"/>
                  </a:cubicBezTo>
                  <a:cubicBezTo>
                    <a:pt x="16270" y="1203"/>
                    <a:pt x="16270" y="1203"/>
                    <a:pt x="16270" y="1203"/>
                  </a:cubicBezTo>
                  <a:cubicBezTo>
                    <a:pt x="16214" y="1203"/>
                    <a:pt x="16214" y="1203"/>
                    <a:pt x="16214" y="1203"/>
                  </a:cubicBezTo>
                  <a:cubicBezTo>
                    <a:pt x="16157" y="1136"/>
                    <a:pt x="16157" y="1136"/>
                    <a:pt x="16157" y="1136"/>
                  </a:cubicBezTo>
                  <a:cubicBezTo>
                    <a:pt x="16157" y="1136"/>
                    <a:pt x="16157" y="1136"/>
                    <a:pt x="16157" y="1136"/>
                  </a:cubicBezTo>
                  <a:cubicBezTo>
                    <a:pt x="16101" y="1136"/>
                    <a:pt x="16101" y="1136"/>
                    <a:pt x="16101" y="1136"/>
                  </a:cubicBezTo>
                  <a:cubicBezTo>
                    <a:pt x="16101" y="1203"/>
                    <a:pt x="16101" y="1203"/>
                    <a:pt x="16101" y="1203"/>
                  </a:cubicBezTo>
                  <a:cubicBezTo>
                    <a:pt x="16157" y="1203"/>
                    <a:pt x="16157" y="1203"/>
                    <a:pt x="16157" y="1203"/>
                  </a:cubicBezTo>
                  <a:cubicBezTo>
                    <a:pt x="16101" y="1270"/>
                    <a:pt x="16101" y="1270"/>
                    <a:pt x="16101" y="1270"/>
                  </a:cubicBezTo>
                  <a:cubicBezTo>
                    <a:pt x="16045" y="1270"/>
                    <a:pt x="16045" y="1270"/>
                    <a:pt x="16045" y="1270"/>
                  </a:cubicBezTo>
                  <a:cubicBezTo>
                    <a:pt x="15989" y="1203"/>
                    <a:pt x="15989" y="1203"/>
                    <a:pt x="15989" y="1203"/>
                  </a:cubicBezTo>
                  <a:cubicBezTo>
                    <a:pt x="15933" y="1203"/>
                    <a:pt x="15933" y="1203"/>
                    <a:pt x="15933" y="1203"/>
                  </a:cubicBezTo>
                  <a:cubicBezTo>
                    <a:pt x="15877" y="1270"/>
                    <a:pt x="15877" y="1270"/>
                    <a:pt x="15877" y="1270"/>
                  </a:cubicBezTo>
                  <a:cubicBezTo>
                    <a:pt x="15877" y="1337"/>
                    <a:pt x="15877" y="1337"/>
                    <a:pt x="15877" y="1337"/>
                  </a:cubicBezTo>
                  <a:cubicBezTo>
                    <a:pt x="15877" y="1337"/>
                    <a:pt x="15877" y="1337"/>
                    <a:pt x="15877" y="1337"/>
                  </a:cubicBezTo>
                  <a:cubicBezTo>
                    <a:pt x="15933" y="1337"/>
                    <a:pt x="15933" y="1337"/>
                    <a:pt x="15933" y="1337"/>
                  </a:cubicBezTo>
                  <a:cubicBezTo>
                    <a:pt x="15933" y="1404"/>
                    <a:pt x="15933" y="1404"/>
                    <a:pt x="15933" y="1404"/>
                  </a:cubicBezTo>
                  <a:cubicBezTo>
                    <a:pt x="15989" y="1471"/>
                    <a:pt x="15989" y="1471"/>
                    <a:pt x="15989" y="1471"/>
                  </a:cubicBezTo>
                  <a:cubicBezTo>
                    <a:pt x="15989" y="1471"/>
                    <a:pt x="15989" y="1471"/>
                    <a:pt x="15989" y="1471"/>
                  </a:cubicBezTo>
                  <a:cubicBezTo>
                    <a:pt x="15933" y="1471"/>
                    <a:pt x="15933" y="1471"/>
                    <a:pt x="15933" y="1471"/>
                  </a:cubicBezTo>
                  <a:cubicBezTo>
                    <a:pt x="15933" y="1538"/>
                    <a:pt x="15933" y="1538"/>
                    <a:pt x="15933" y="1538"/>
                  </a:cubicBezTo>
                  <a:cubicBezTo>
                    <a:pt x="15989" y="1538"/>
                    <a:pt x="15989" y="1538"/>
                    <a:pt x="15989" y="1538"/>
                  </a:cubicBezTo>
                  <a:cubicBezTo>
                    <a:pt x="15989" y="1604"/>
                    <a:pt x="15989" y="1604"/>
                    <a:pt x="15989" y="1604"/>
                  </a:cubicBezTo>
                  <a:cubicBezTo>
                    <a:pt x="15933" y="1604"/>
                    <a:pt x="15933" y="1604"/>
                    <a:pt x="15933" y="1604"/>
                  </a:cubicBezTo>
                  <a:cubicBezTo>
                    <a:pt x="15877" y="1538"/>
                    <a:pt x="15877" y="1538"/>
                    <a:pt x="15877" y="1538"/>
                  </a:cubicBezTo>
                  <a:cubicBezTo>
                    <a:pt x="15821" y="1538"/>
                    <a:pt x="15821" y="1538"/>
                    <a:pt x="15821" y="1538"/>
                  </a:cubicBezTo>
                  <a:cubicBezTo>
                    <a:pt x="15821" y="1538"/>
                    <a:pt x="15821" y="1538"/>
                    <a:pt x="15821" y="1538"/>
                  </a:cubicBezTo>
                  <a:cubicBezTo>
                    <a:pt x="15765" y="1538"/>
                    <a:pt x="15765" y="1538"/>
                    <a:pt x="15765" y="1538"/>
                  </a:cubicBezTo>
                  <a:cubicBezTo>
                    <a:pt x="15709" y="1538"/>
                    <a:pt x="15709" y="1538"/>
                    <a:pt x="15709" y="1538"/>
                  </a:cubicBezTo>
                  <a:cubicBezTo>
                    <a:pt x="15709" y="1604"/>
                    <a:pt x="15709" y="1604"/>
                    <a:pt x="15709" y="1604"/>
                  </a:cubicBezTo>
                  <a:cubicBezTo>
                    <a:pt x="15709" y="1604"/>
                    <a:pt x="15709" y="1604"/>
                    <a:pt x="15709" y="1604"/>
                  </a:cubicBezTo>
                  <a:cubicBezTo>
                    <a:pt x="15709" y="1671"/>
                    <a:pt x="15709" y="1671"/>
                    <a:pt x="15709" y="1671"/>
                  </a:cubicBezTo>
                  <a:cubicBezTo>
                    <a:pt x="15709" y="1671"/>
                    <a:pt x="15709" y="1671"/>
                    <a:pt x="15709" y="1671"/>
                  </a:cubicBezTo>
                  <a:cubicBezTo>
                    <a:pt x="15709" y="1604"/>
                    <a:pt x="15709" y="1604"/>
                    <a:pt x="15709" y="1604"/>
                  </a:cubicBezTo>
                  <a:cubicBezTo>
                    <a:pt x="15652" y="1604"/>
                    <a:pt x="15652" y="1604"/>
                    <a:pt x="15652" y="1604"/>
                  </a:cubicBezTo>
                  <a:cubicBezTo>
                    <a:pt x="15596" y="1604"/>
                    <a:pt x="15596" y="1604"/>
                    <a:pt x="15596" y="1604"/>
                  </a:cubicBezTo>
                  <a:cubicBezTo>
                    <a:pt x="15596" y="1604"/>
                    <a:pt x="15596" y="1604"/>
                    <a:pt x="15596" y="1604"/>
                  </a:cubicBezTo>
                  <a:cubicBezTo>
                    <a:pt x="15540" y="1538"/>
                    <a:pt x="15540" y="1538"/>
                    <a:pt x="15540" y="1538"/>
                  </a:cubicBezTo>
                  <a:cubicBezTo>
                    <a:pt x="15540" y="1538"/>
                    <a:pt x="15540" y="1538"/>
                    <a:pt x="15540" y="1538"/>
                  </a:cubicBezTo>
                  <a:cubicBezTo>
                    <a:pt x="15484" y="1538"/>
                    <a:pt x="15484" y="1538"/>
                    <a:pt x="15484" y="1538"/>
                  </a:cubicBezTo>
                  <a:cubicBezTo>
                    <a:pt x="15540" y="1604"/>
                    <a:pt x="15540" y="1604"/>
                    <a:pt x="15540" y="1604"/>
                  </a:cubicBezTo>
                  <a:cubicBezTo>
                    <a:pt x="15540" y="1671"/>
                    <a:pt x="15540" y="1671"/>
                    <a:pt x="15540" y="1671"/>
                  </a:cubicBezTo>
                  <a:cubicBezTo>
                    <a:pt x="15540" y="1738"/>
                    <a:pt x="15540" y="1738"/>
                    <a:pt x="15540" y="1738"/>
                  </a:cubicBezTo>
                  <a:cubicBezTo>
                    <a:pt x="15596" y="1805"/>
                    <a:pt x="15596" y="1805"/>
                    <a:pt x="15596" y="1805"/>
                  </a:cubicBezTo>
                  <a:cubicBezTo>
                    <a:pt x="15652" y="1805"/>
                    <a:pt x="15652" y="1805"/>
                    <a:pt x="15652" y="1805"/>
                  </a:cubicBezTo>
                  <a:cubicBezTo>
                    <a:pt x="15652" y="1805"/>
                    <a:pt x="15652" y="1805"/>
                    <a:pt x="15652" y="1805"/>
                  </a:cubicBezTo>
                  <a:cubicBezTo>
                    <a:pt x="15652" y="1805"/>
                    <a:pt x="15652" y="1805"/>
                    <a:pt x="15652" y="1805"/>
                  </a:cubicBezTo>
                  <a:cubicBezTo>
                    <a:pt x="15596" y="1805"/>
                    <a:pt x="15596" y="1805"/>
                    <a:pt x="15596" y="1805"/>
                  </a:cubicBezTo>
                  <a:cubicBezTo>
                    <a:pt x="15652" y="1872"/>
                    <a:pt x="15652" y="1872"/>
                    <a:pt x="15652" y="1872"/>
                  </a:cubicBezTo>
                  <a:cubicBezTo>
                    <a:pt x="15652" y="1939"/>
                    <a:pt x="15652" y="1939"/>
                    <a:pt x="15652" y="1939"/>
                  </a:cubicBezTo>
                  <a:cubicBezTo>
                    <a:pt x="15709" y="1939"/>
                    <a:pt x="15709" y="1939"/>
                    <a:pt x="15709" y="1939"/>
                  </a:cubicBezTo>
                  <a:cubicBezTo>
                    <a:pt x="15765" y="1939"/>
                    <a:pt x="15765" y="1939"/>
                    <a:pt x="15765" y="1939"/>
                  </a:cubicBezTo>
                  <a:cubicBezTo>
                    <a:pt x="15821" y="1872"/>
                    <a:pt x="15821" y="1872"/>
                    <a:pt x="15821" y="1872"/>
                  </a:cubicBezTo>
                  <a:cubicBezTo>
                    <a:pt x="15821" y="1939"/>
                    <a:pt x="15821" y="1939"/>
                    <a:pt x="15821" y="1939"/>
                  </a:cubicBezTo>
                  <a:cubicBezTo>
                    <a:pt x="15821" y="1939"/>
                    <a:pt x="15821" y="1939"/>
                    <a:pt x="15821" y="1939"/>
                  </a:cubicBezTo>
                  <a:cubicBezTo>
                    <a:pt x="15821" y="2006"/>
                    <a:pt x="15821" y="2006"/>
                    <a:pt x="15821" y="2006"/>
                  </a:cubicBezTo>
                  <a:cubicBezTo>
                    <a:pt x="15765" y="2073"/>
                    <a:pt x="15765" y="2073"/>
                    <a:pt x="15765" y="2073"/>
                  </a:cubicBezTo>
                  <a:cubicBezTo>
                    <a:pt x="15765" y="2073"/>
                    <a:pt x="15765" y="2073"/>
                    <a:pt x="15765" y="2073"/>
                  </a:cubicBezTo>
                  <a:cubicBezTo>
                    <a:pt x="15709" y="2006"/>
                    <a:pt x="15709" y="2006"/>
                    <a:pt x="15709" y="2006"/>
                  </a:cubicBezTo>
                  <a:cubicBezTo>
                    <a:pt x="15540" y="2006"/>
                    <a:pt x="15540" y="2006"/>
                    <a:pt x="15540" y="2006"/>
                  </a:cubicBezTo>
                  <a:cubicBezTo>
                    <a:pt x="15484" y="1872"/>
                    <a:pt x="15484" y="1872"/>
                    <a:pt x="15484" y="1872"/>
                  </a:cubicBezTo>
                  <a:cubicBezTo>
                    <a:pt x="15484" y="1872"/>
                    <a:pt x="15484" y="1872"/>
                    <a:pt x="15484" y="1872"/>
                  </a:cubicBezTo>
                  <a:cubicBezTo>
                    <a:pt x="15428" y="1872"/>
                    <a:pt x="15428" y="1872"/>
                    <a:pt x="15428" y="1872"/>
                  </a:cubicBezTo>
                  <a:cubicBezTo>
                    <a:pt x="15428" y="1872"/>
                    <a:pt x="15428" y="1872"/>
                    <a:pt x="15428" y="1872"/>
                  </a:cubicBezTo>
                  <a:cubicBezTo>
                    <a:pt x="15428" y="1939"/>
                    <a:pt x="15428" y="1939"/>
                    <a:pt x="15428" y="1939"/>
                  </a:cubicBezTo>
                  <a:cubicBezTo>
                    <a:pt x="15428" y="1939"/>
                    <a:pt x="15428" y="1939"/>
                    <a:pt x="15428" y="1939"/>
                  </a:cubicBezTo>
                  <a:cubicBezTo>
                    <a:pt x="15372" y="1939"/>
                    <a:pt x="15372" y="1939"/>
                    <a:pt x="15372" y="1939"/>
                  </a:cubicBezTo>
                  <a:cubicBezTo>
                    <a:pt x="15428" y="2073"/>
                    <a:pt x="15428" y="2073"/>
                    <a:pt x="15428" y="2073"/>
                  </a:cubicBezTo>
                  <a:cubicBezTo>
                    <a:pt x="15372" y="2073"/>
                    <a:pt x="15372" y="2073"/>
                    <a:pt x="15372" y="2073"/>
                  </a:cubicBezTo>
                  <a:cubicBezTo>
                    <a:pt x="15372" y="2073"/>
                    <a:pt x="15372" y="2073"/>
                    <a:pt x="15372" y="2073"/>
                  </a:cubicBezTo>
                  <a:cubicBezTo>
                    <a:pt x="15372" y="2139"/>
                    <a:pt x="15372" y="2139"/>
                    <a:pt x="15372" y="2139"/>
                  </a:cubicBezTo>
                  <a:cubicBezTo>
                    <a:pt x="15316" y="2139"/>
                    <a:pt x="15316" y="2139"/>
                    <a:pt x="15316" y="2139"/>
                  </a:cubicBezTo>
                  <a:cubicBezTo>
                    <a:pt x="15316" y="2273"/>
                    <a:pt x="15316" y="2273"/>
                    <a:pt x="15316" y="2273"/>
                  </a:cubicBezTo>
                  <a:cubicBezTo>
                    <a:pt x="15372" y="2273"/>
                    <a:pt x="15372" y="2273"/>
                    <a:pt x="15372" y="2273"/>
                  </a:cubicBezTo>
                  <a:cubicBezTo>
                    <a:pt x="15428" y="2273"/>
                    <a:pt x="15428" y="2273"/>
                    <a:pt x="15428" y="2273"/>
                  </a:cubicBezTo>
                  <a:cubicBezTo>
                    <a:pt x="15484" y="2340"/>
                    <a:pt x="15484" y="2340"/>
                    <a:pt x="15484" y="2340"/>
                  </a:cubicBezTo>
                  <a:cubicBezTo>
                    <a:pt x="15540" y="2340"/>
                    <a:pt x="15540" y="2340"/>
                    <a:pt x="15540" y="2340"/>
                  </a:cubicBezTo>
                  <a:cubicBezTo>
                    <a:pt x="15540" y="2340"/>
                    <a:pt x="15540" y="2340"/>
                    <a:pt x="15540" y="2340"/>
                  </a:cubicBezTo>
                  <a:cubicBezTo>
                    <a:pt x="15484" y="2340"/>
                    <a:pt x="15484" y="2340"/>
                    <a:pt x="15484" y="2340"/>
                  </a:cubicBezTo>
                  <a:cubicBezTo>
                    <a:pt x="15428" y="2340"/>
                    <a:pt x="15428" y="2340"/>
                    <a:pt x="15428" y="2340"/>
                  </a:cubicBezTo>
                  <a:cubicBezTo>
                    <a:pt x="15372" y="2340"/>
                    <a:pt x="15372" y="2340"/>
                    <a:pt x="15372" y="2340"/>
                  </a:cubicBezTo>
                  <a:cubicBezTo>
                    <a:pt x="15316" y="2340"/>
                    <a:pt x="15316" y="2340"/>
                    <a:pt x="15316" y="2340"/>
                  </a:cubicBezTo>
                  <a:cubicBezTo>
                    <a:pt x="15260" y="2340"/>
                    <a:pt x="15260" y="2340"/>
                    <a:pt x="15260" y="2340"/>
                  </a:cubicBezTo>
                  <a:cubicBezTo>
                    <a:pt x="15204" y="2407"/>
                    <a:pt x="15204" y="2407"/>
                    <a:pt x="15204" y="2407"/>
                  </a:cubicBezTo>
                  <a:cubicBezTo>
                    <a:pt x="15204" y="2474"/>
                    <a:pt x="15204" y="2474"/>
                    <a:pt x="15204" y="2474"/>
                  </a:cubicBezTo>
                  <a:cubicBezTo>
                    <a:pt x="15260" y="2474"/>
                    <a:pt x="15260" y="2474"/>
                    <a:pt x="15260" y="2474"/>
                  </a:cubicBezTo>
                  <a:cubicBezTo>
                    <a:pt x="15204" y="2541"/>
                    <a:pt x="15204" y="2541"/>
                    <a:pt x="15204" y="2541"/>
                  </a:cubicBezTo>
                  <a:cubicBezTo>
                    <a:pt x="15204" y="2541"/>
                    <a:pt x="15204" y="2541"/>
                    <a:pt x="15204" y="2541"/>
                  </a:cubicBezTo>
                  <a:cubicBezTo>
                    <a:pt x="15204" y="2608"/>
                    <a:pt x="15204" y="2608"/>
                    <a:pt x="15204" y="2608"/>
                  </a:cubicBezTo>
                  <a:cubicBezTo>
                    <a:pt x="15204" y="2608"/>
                    <a:pt x="15204" y="2608"/>
                    <a:pt x="15204" y="2608"/>
                  </a:cubicBezTo>
                  <a:cubicBezTo>
                    <a:pt x="15260" y="2608"/>
                    <a:pt x="15260" y="2608"/>
                    <a:pt x="15260" y="2608"/>
                  </a:cubicBezTo>
                  <a:cubicBezTo>
                    <a:pt x="15316" y="2608"/>
                    <a:pt x="15316" y="2608"/>
                    <a:pt x="15316" y="2608"/>
                  </a:cubicBezTo>
                  <a:cubicBezTo>
                    <a:pt x="15372" y="2541"/>
                    <a:pt x="15372" y="2541"/>
                    <a:pt x="15372" y="2541"/>
                  </a:cubicBezTo>
                  <a:cubicBezTo>
                    <a:pt x="15372" y="2541"/>
                    <a:pt x="15372" y="2541"/>
                    <a:pt x="15372" y="2541"/>
                  </a:cubicBezTo>
                  <a:cubicBezTo>
                    <a:pt x="15372" y="2608"/>
                    <a:pt x="15372" y="2608"/>
                    <a:pt x="15372" y="2608"/>
                  </a:cubicBezTo>
                  <a:cubicBezTo>
                    <a:pt x="15316" y="2608"/>
                    <a:pt x="15316" y="2608"/>
                    <a:pt x="15316" y="2608"/>
                  </a:cubicBezTo>
                  <a:cubicBezTo>
                    <a:pt x="15316" y="2674"/>
                    <a:pt x="15316" y="2674"/>
                    <a:pt x="15316" y="2674"/>
                  </a:cubicBezTo>
                  <a:cubicBezTo>
                    <a:pt x="15316" y="2674"/>
                    <a:pt x="15316" y="2674"/>
                    <a:pt x="15316" y="2674"/>
                  </a:cubicBezTo>
                  <a:cubicBezTo>
                    <a:pt x="15372" y="2674"/>
                    <a:pt x="15372" y="2674"/>
                    <a:pt x="15372" y="2674"/>
                  </a:cubicBezTo>
                  <a:cubicBezTo>
                    <a:pt x="15428" y="2674"/>
                    <a:pt x="15428" y="2674"/>
                    <a:pt x="15428" y="2674"/>
                  </a:cubicBezTo>
                  <a:cubicBezTo>
                    <a:pt x="15428" y="2674"/>
                    <a:pt x="15428" y="2674"/>
                    <a:pt x="15428" y="2674"/>
                  </a:cubicBezTo>
                  <a:cubicBezTo>
                    <a:pt x="15484" y="2608"/>
                    <a:pt x="15484" y="2608"/>
                    <a:pt x="15484" y="2608"/>
                  </a:cubicBezTo>
                  <a:cubicBezTo>
                    <a:pt x="15484" y="2674"/>
                    <a:pt x="15484" y="2674"/>
                    <a:pt x="15484" y="2674"/>
                  </a:cubicBezTo>
                  <a:cubicBezTo>
                    <a:pt x="15428" y="2674"/>
                    <a:pt x="15428" y="2674"/>
                    <a:pt x="15428" y="2674"/>
                  </a:cubicBezTo>
                  <a:cubicBezTo>
                    <a:pt x="15484" y="2674"/>
                    <a:pt x="15484" y="2674"/>
                    <a:pt x="15484" y="2674"/>
                  </a:cubicBezTo>
                  <a:cubicBezTo>
                    <a:pt x="15540" y="2674"/>
                    <a:pt x="15540" y="2674"/>
                    <a:pt x="15540" y="2674"/>
                  </a:cubicBezTo>
                  <a:cubicBezTo>
                    <a:pt x="15596" y="2741"/>
                    <a:pt x="15596" y="2741"/>
                    <a:pt x="15596" y="2741"/>
                  </a:cubicBezTo>
                  <a:cubicBezTo>
                    <a:pt x="15540" y="2741"/>
                    <a:pt x="15540" y="2741"/>
                    <a:pt x="15540" y="2741"/>
                  </a:cubicBezTo>
                  <a:cubicBezTo>
                    <a:pt x="15540" y="2741"/>
                    <a:pt x="15540" y="2741"/>
                    <a:pt x="15540" y="2741"/>
                  </a:cubicBezTo>
                  <a:cubicBezTo>
                    <a:pt x="15540" y="2808"/>
                    <a:pt x="15540" y="2808"/>
                    <a:pt x="15540" y="2808"/>
                  </a:cubicBezTo>
                  <a:cubicBezTo>
                    <a:pt x="15596" y="2741"/>
                    <a:pt x="15596" y="2741"/>
                    <a:pt x="15596" y="2741"/>
                  </a:cubicBezTo>
                  <a:cubicBezTo>
                    <a:pt x="15652" y="2808"/>
                    <a:pt x="15652" y="2808"/>
                    <a:pt x="15652" y="2808"/>
                  </a:cubicBezTo>
                  <a:cubicBezTo>
                    <a:pt x="15821" y="2808"/>
                    <a:pt x="15821" y="2808"/>
                    <a:pt x="15821" y="2808"/>
                  </a:cubicBezTo>
                  <a:cubicBezTo>
                    <a:pt x="15821" y="2875"/>
                    <a:pt x="15821" y="2875"/>
                    <a:pt x="15821" y="2875"/>
                  </a:cubicBezTo>
                  <a:cubicBezTo>
                    <a:pt x="15709" y="2875"/>
                    <a:pt x="15709" y="2875"/>
                    <a:pt x="15709" y="2875"/>
                  </a:cubicBezTo>
                  <a:cubicBezTo>
                    <a:pt x="15652" y="2875"/>
                    <a:pt x="15652" y="2875"/>
                    <a:pt x="15652" y="2875"/>
                  </a:cubicBezTo>
                  <a:cubicBezTo>
                    <a:pt x="15596" y="2808"/>
                    <a:pt x="15596" y="2808"/>
                    <a:pt x="15596" y="2808"/>
                  </a:cubicBezTo>
                  <a:cubicBezTo>
                    <a:pt x="15540" y="2808"/>
                    <a:pt x="15540" y="2808"/>
                    <a:pt x="15540" y="2808"/>
                  </a:cubicBezTo>
                  <a:cubicBezTo>
                    <a:pt x="15540" y="2875"/>
                    <a:pt x="15540" y="2875"/>
                    <a:pt x="15540" y="2875"/>
                  </a:cubicBezTo>
                  <a:cubicBezTo>
                    <a:pt x="15596" y="2875"/>
                    <a:pt x="15596" y="2875"/>
                    <a:pt x="15596" y="2875"/>
                  </a:cubicBezTo>
                  <a:cubicBezTo>
                    <a:pt x="15709" y="2942"/>
                    <a:pt x="15709" y="2942"/>
                    <a:pt x="15709" y="2942"/>
                  </a:cubicBezTo>
                  <a:cubicBezTo>
                    <a:pt x="15765" y="2942"/>
                    <a:pt x="15765" y="2942"/>
                    <a:pt x="15765" y="2942"/>
                  </a:cubicBezTo>
                  <a:cubicBezTo>
                    <a:pt x="15821" y="2942"/>
                    <a:pt x="15821" y="2942"/>
                    <a:pt x="15821" y="2942"/>
                  </a:cubicBezTo>
                  <a:cubicBezTo>
                    <a:pt x="15709" y="2942"/>
                    <a:pt x="15709" y="2942"/>
                    <a:pt x="15709" y="2942"/>
                  </a:cubicBezTo>
                  <a:cubicBezTo>
                    <a:pt x="15652" y="2942"/>
                    <a:pt x="15652" y="2942"/>
                    <a:pt x="15652" y="2942"/>
                  </a:cubicBezTo>
                  <a:cubicBezTo>
                    <a:pt x="15596" y="2942"/>
                    <a:pt x="15596" y="2942"/>
                    <a:pt x="15596" y="2942"/>
                  </a:cubicBezTo>
                  <a:cubicBezTo>
                    <a:pt x="15540" y="2942"/>
                    <a:pt x="15540" y="2942"/>
                    <a:pt x="15540" y="2942"/>
                  </a:cubicBezTo>
                  <a:cubicBezTo>
                    <a:pt x="15484" y="2875"/>
                    <a:pt x="15484" y="2875"/>
                    <a:pt x="15484" y="2875"/>
                  </a:cubicBezTo>
                  <a:cubicBezTo>
                    <a:pt x="15428" y="2875"/>
                    <a:pt x="15428" y="2875"/>
                    <a:pt x="15428" y="2875"/>
                  </a:cubicBezTo>
                  <a:cubicBezTo>
                    <a:pt x="15372" y="2808"/>
                    <a:pt x="15372" y="2808"/>
                    <a:pt x="15372" y="2808"/>
                  </a:cubicBezTo>
                  <a:cubicBezTo>
                    <a:pt x="15316" y="2808"/>
                    <a:pt x="15316" y="2808"/>
                    <a:pt x="15316" y="2808"/>
                  </a:cubicBezTo>
                  <a:cubicBezTo>
                    <a:pt x="15316" y="2875"/>
                    <a:pt x="15316" y="2875"/>
                    <a:pt x="15316" y="2875"/>
                  </a:cubicBezTo>
                  <a:cubicBezTo>
                    <a:pt x="15260" y="2875"/>
                    <a:pt x="15260" y="2875"/>
                    <a:pt x="15260" y="2875"/>
                  </a:cubicBezTo>
                  <a:cubicBezTo>
                    <a:pt x="15204" y="2875"/>
                    <a:pt x="15204" y="2875"/>
                    <a:pt x="15204" y="2875"/>
                  </a:cubicBezTo>
                  <a:cubicBezTo>
                    <a:pt x="15204" y="3009"/>
                    <a:pt x="15204" y="3009"/>
                    <a:pt x="15204" y="3009"/>
                  </a:cubicBezTo>
                  <a:cubicBezTo>
                    <a:pt x="15260" y="3076"/>
                    <a:pt x="15260" y="3076"/>
                    <a:pt x="15260" y="3076"/>
                  </a:cubicBezTo>
                  <a:cubicBezTo>
                    <a:pt x="15260" y="3143"/>
                    <a:pt x="15260" y="3143"/>
                    <a:pt x="15260" y="3143"/>
                  </a:cubicBezTo>
                  <a:cubicBezTo>
                    <a:pt x="15204" y="3143"/>
                    <a:pt x="15204" y="3143"/>
                    <a:pt x="15204" y="3143"/>
                  </a:cubicBezTo>
                  <a:cubicBezTo>
                    <a:pt x="15204" y="3076"/>
                    <a:pt x="15204" y="3076"/>
                    <a:pt x="15204" y="3076"/>
                  </a:cubicBezTo>
                  <a:cubicBezTo>
                    <a:pt x="15148" y="3076"/>
                    <a:pt x="15148" y="3076"/>
                    <a:pt x="15148" y="3076"/>
                  </a:cubicBezTo>
                  <a:cubicBezTo>
                    <a:pt x="15148" y="3143"/>
                    <a:pt x="15148" y="3143"/>
                    <a:pt x="15148" y="3143"/>
                  </a:cubicBezTo>
                  <a:cubicBezTo>
                    <a:pt x="15148" y="3209"/>
                    <a:pt x="15148" y="3209"/>
                    <a:pt x="15148" y="3209"/>
                  </a:cubicBezTo>
                  <a:cubicBezTo>
                    <a:pt x="15148" y="3276"/>
                    <a:pt x="15148" y="3276"/>
                    <a:pt x="15148" y="3276"/>
                  </a:cubicBezTo>
                  <a:cubicBezTo>
                    <a:pt x="15204" y="3209"/>
                    <a:pt x="15204" y="3209"/>
                    <a:pt x="15204" y="3209"/>
                  </a:cubicBezTo>
                  <a:cubicBezTo>
                    <a:pt x="15204" y="3209"/>
                    <a:pt x="15204" y="3209"/>
                    <a:pt x="15204" y="3209"/>
                  </a:cubicBezTo>
                  <a:cubicBezTo>
                    <a:pt x="15260" y="3276"/>
                    <a:pt x="15260" y="3276"/>
                    <a:pt x="15260" y="3276"/>
                  </a:cubicBezTo>
                  <a:cubicBezTo>
                    <a:pt x="15316" y="3276"/>
                    <a:pt x="15316" y="3276"/>
                    <a:pt x="15316" y="3276"/>
                  </a:cubicBezTo>
                  <a:cubicBezTo>
                    <a:pt x="15260" y="3343"/>
                    <a:pt x="15260" y="3343"/>
                    <a:pt x="15260" y="3343"/>
                  </a:cubicBezTo>
                  <a:cubicBezTo>
                    <a:pt x="15204" y="3343"/>
                    <a:pt x="15204" y="3343"/>
                    <a:pt x="15204" y="3343"/>
                  </a:cubicBezTo>
                  <a:cubicBezTo>
                    <a:pt x="15204" y="3276"/>
                    <a:pt x="15204" y="3276"/>
                    <a:pt x="15204" y="3276"/>
                  </a:cubicBezTo>
                  <a:cubicBezTo>
                    <a:pt x="15091" y="3276"/>
                    <a:pt x="15091" y="3276"/>
                    <a:pt x="15091" y="3276"/>
                  </a:cubicBezTo>
                  <a:cubicBezTo>
                    <a:pt x="15091" y="3410"/>
                    <a:pt x="15091" y="3410"/>
                    <a:pt x="15091" y="3410"/>
                  </a:cubicBezTo>
                  <a:cubicBezTo>
                    <a:pt x="15148" y="3410"/>
                    <a:pt x="15148" y="3410"/>
                    <a:pt x="15148" y="3410"/>
                  </a:cubicBezTo>
                  <a:cubicBezTo>
                    <a:pt x="15148" y="3410"/>
                    <a:pt x="15148" y="3410"/>
                    <a:pt x="15148" y="3410"/>
                  </a:cubicBezTo>
                  <a:cubicBezTo>
                    <a:pt x="15148" y="3410"/>
                    <a:pt x="15148" y="3410"/>
                    <a:pt x="15148" y="3410"/>
                  </a:cubicBezTo>
                  <a:cubicBezTo>
                    <a:pt x="15148" y="3544"/>
                    <a:pt x="15148" y="3544"/>
                    <a:pt x="15148" y="3544"/>
                  </a:cubicBezTo>
                  <a:cubicBezTo>
                    <a:pt x="15148" y="3544"/>
                    <a:pt x="15148" y="3544"/>
                    <a:pt x="15148" y="3544"/>
                  </a:cubicBezTo>
                  <a:cubicBezTo>
                    <a:pt x="15204" y="3544"/>
                    <a:pt x="15204" y="3544"/>
                    <a:pt x="15204" y="3544"/>
                  </a:cubicBezTo>
                  <a:cubicBezTo>
                    <a:pt x="15204" y="3611"/>
                    <a:pt x="15204" y="3611"/>
                    <a:pt x="15204" y="3611"/>
                  </a:cubicBezTo>
                  <a:cubicBezTo>
                    <a:pt x="15260" y="3611"/>
                    <a:pt x="15260" y="3611"/>
                    <a:pt x="15260" y="3611"/>
                  </a:cubicBezTo>
                  <a:cubicBezTo>
                    <a:pt x="15372" y="3744"/>
                    <a:pt x="15372" y="3744"/>
                    <a:pt x="15372" y="3744"/>
                  </a:cubicBezTo>
                  <a:cubicBezTo>
                    <a:pt x="15428" y="3678"/>
                    <a:pt x="15428" y="3678"/>
                    <a:pt x="15428" y="3678"/>
                  </a:cubicBezTo>
                  <a:cubicBezTo>
                    <a:pt x="15428" y="3678"/>
                    <a:pt x="15428" y="3678"/>
                    <a:pt x="15428" y="3678"/>
                  </a:cubicBezTo>
                  <a:cubicBezTo>
                    <a:pt x="15428" y="3611"/>
                    <a:pt x="15428" y="3611"/>
                    <a:pt x="15428" y="3611"/>
                  </a:cubicBezTo>
                  <a:cubicBezTo>
                    <a:pt x="15484" y="3611"/>
                    <a:pt x="15484" y="3611"/>
                    <a:pt x="15484" y="3611"/>
                  </a:cubicBezTo>
                  <a:cubicBezTo>
                    <a:pt x="15540" y="3678"/>
                    <a:pt x="15540" y="3678"/>
                    <a:pt x="15540" y="3678"/>
                  </a:cubicBezTo>
                  <a:cubicBezTo>
                    <a:pt x="15484" y="3678"/>
                    <a:pt x="15484" y="3678"/>
                    <a:pt x="15484" y="3678"/>
                  </a:cubicBezTo>
                  <a:cubicBezTo>
                    <a:pt x="15484" y="3744"/>
                    <a:pt x="15484" y="3744"/>
                    <a:pt x="15484" y="3744"/>
                  </a:cubicBezTo>
                  <a:cubicBezTo>
                    <a:pt x="15540" y="3744"/>
                    <a:pt x="15540" y="3744"/>
                    <a:pt x="15540" y="3744"/>
                  </a:cubicBezTo>
                  <a:cubicBezTo>
                    <a:pt x="15596" y="3611"/>
                    <a:pt x="15596" y="3611"/>
                    <a:pt x="15596" y="3611"/>
                  </a:cubicBezTo>
                  <a:cubicBezTo>
                    <a:pt x="15596" y="3477"/>
                    <a:pt x="15596" y="3477"/>
                    <a:pt x="15596" y="3477"/>
                  </a:cubicBezTo>
                  <a:cubicBezTo>
                    <a:pt x="15596" y="3410"/>
                    <a:pt x="15596" y="3410"/>
                    <a:pt x="15596" y="3410"/>
                  </a:cubicBezTo>
                  <a:cubicBezTo>
                    <a:pt x="15652" y="3343"/>
                    <a:pt x="15652" y="3343"/>
                    <a:pt x="15652" y="3343"/>
                  </a:cubicBezTo>
                  <a:cubicBezTo>
                    <a:pt x="15652" y="3343"/>
                    <a:pt x="15652" y="3343"/>
                    <a:pt x="15652" y="3343"/>
                  </a:cubicBezTo>
                  <a:cubicBezTo>
                    <a:pt x="15652" y="3410"/>
                    <a:pt x="15652" y="3410"/>
                    <a:pt x="15652" y="3410"/>
                  </a:cubicBezTo>
                  <a:cubicBezTo>
                    <a:pt x="15596" y="3477"/>
                    <a:pt x="15596" y="3477"/>
                    <a:pt x="15596" y="3477"/>
                  </a:cubicBezTo>
                  <a:cubicBezTo>
                    <a:pt x="15596" y="3544"/>
                    <a:pt x="15596" y="3544"/>
                    <a:pt x="15596" y="3544"/>
                  </a:cubicBezTo>
                  <a:cubicBezTo>
                    <a:pt x="15596" y="3611"/>
                    <a:pt x="15596" y="3611"/>
                    <a:pt x="15596" y="3611"/>
                  </a:cubicBezTo>
                  <a:cubicBezTo>
                    <a:pt x="15596" y="3678"/>
                    <a:pt x="15596" y="3678"/>
                    <a:pt x="15596" y="3678"/>
                  </a:cubicBezTo>
                  <a:cubicBezTo>
                    <a:pt x="15596" y="3744"/>
                    <a:pt x="15596" y="3744"/>
                    <a:pt x="15596" y="3744"/>
                  </a:cubicBezTo>
                  <a:cubicBezTo>
                    <a:pt x="15596" y="3811"/>
                    <a:pt x="15596" y="3811"/>
                    <a:pt x="15596" y="3811"/>
                  </a:cubicBezTo>
                  <a:cubicBezTo>
                    <a:pt x="15596" y="3811"/>
                    <a:pt x="15596" y="3811"/>
                    <a:pt x="15596" y="3811"/>
                  </a:cubicBezTo>
                  <a:close/>
                  <a:moveTo>
                    <a:pt x="15765" y="1471"/>
                  </a:moveTo>
                  <a:cubicBezTo>
                    <a:pt x="15765" y="1404"/>
                    <a:pt x="15765" y="1404"/>
                    <a:pt x="15765" y="1404"/>
                  </a:cubicBezTo>
                  <a:cubicBezTo>
                    <a:pt x="15765" y="1404"/>
                    <a:pt x="15765" y="1404"/>
                    <a:pt x="15765" y="1404"/>
                  </a:cubicBezTo>
                  <a:cubicBezTo>
                    <a:pt x="15821" y="1471"/>
                    <a:pt x="15821" y="1471"/>
                    <a:pt x="15821" y="1471"/>
                  </a:cubicBezTo>
                  <a:cubicBezTo>
                    <a:pt x="15821" y="1471"/>
                    <a:pt x="15821" y="1471"/>
                    <a:pt x="15821" y="1471"/>
                  </a:cubicBezTo>
                  <a:cubicBezTo>
                    <a:pt x="15877" y="1471"/>
                    <a:pt x="15877" y="1471"/>
                    <a:pt x="15877" y="1471"/>
                  </a:cubicBezTo>
                  <a:cubicBezTo>
                    <a:pt x="15821" y="1471"/>
                    <a:pt x="15821" y="1471"/>
                    <a:pt x="15821" y="1471"/>
                  </a:cubicBezTo>
                  <a:cubicBezTo>
                    <a:pt x="15821" y="1471"/>
                    <a:pt x="15821" y="1471"/>
                    <a:pt x="15821" y="1471"/>
                  </a:cubicBezTo>
                  <a:cubicBezTo>
                    <a:pt x="15765" y="1471"/>
                    <a:pt x="15765" y="1471"/>
                    <a:pt x="15765" y="1471"/>
                  </a:cubicBezTo>
                  <a:cubicBezTo>
                    <a:pt x="15765" y="1471"/>
                    <a:pt x="15765" y="1471"/>
                    <a:pt x="15765" y="1471"/>
                  </a:cubicBezTo>
                  <a:close/>
                  <a:moveTo>
                    <a:pt x="15765" y="3811"/>
                  </a:moveTo>
                  <a:cubicBezTo>
                    <a:pt x="15765" y="3744"/>
                    <a:pt x="15765" y="3744"/>
                    <a:pt x="15765" y="3744"/>
                  </a:cubicBezTo>
                  <a:cubicBezTo>
                    <a:pt x="15821" y="3678"/>
                    <a:pt x="15821" y="3678"/>
                    <a:pt x="15821" y="3678"/>
                  </a:cubicBezTo>
                  <a:cubicBezTo>
                    <a:pt x="15821" y="3678"/>
                    <a:pt x="15821" y="3678"/>
                    <a:pt x="15821" y="3678"/>
                  </a:cubicBezTo>
                  <a:cubicBezTo>
                    <a:pt x="15877" y="3678"/>
                    <a:pt x="15877" y="3678"/>
                    <a:pt x="15877" y="3678"/>
                  </a:cubicBezTo>
                  <a:cubicBezTo>
                    <a:pt x="15877" y="3678"/>
                    <a:pt x="15877" y="3678"/>
                    <a:pt x="15877" y="3678"/>
                  </a:cubicBezTo>
                  <a:cubicBezTo>
                    <a:pt x="15877" y="3678"/>
                    <a:pt x="15877" y="3678"/>
                    <a:pt x="15877" y="3678"/>
                  </a:cubicBezTo>
                  <a:cubicBezTo>
                    <a:pt x="15821" y="3744"/>
                    <a:pt x="15821" y="3744"/>
                    <a:pt x="15821" y="3744"/>
                  </a:cubicBezTo>
                  <a:cubicBezTo>
                    <a:pt x="15821" y="3811"/>
                    <a:pt x="15821" y="3811"/>
                    <a:pt x="15821" y="3811"/>
                  </a:cubicBezTo>
                  <a:cubicBezTo>
                    <a:pt x="15765" y="3811"/>
                    <a:pt x="15765" y="3811"/>
                    <a:pt x="15765" y="3811"/>
                  </a:cubicBezTo>
                  <a:close/>
                  <a:moveTo>
                    <a:pt x="16270" y="3276"/>
                  </a:moveTo>
                  <a:cubicBezTo>
                    <a:pt x="16326" y="3209"/>
                    <a:pt x="16326" y="3209"/>
                    <a:pt x="16326" y="3209"/>
                  </a:cubicBezTo>
                  <a:cubicBezTo>
                    <a:pt x="16382" y="3209"/>
                    <a:pt x="16382" y="3209"/>
                    <a:pt x="16382" y="3209"/>
                  </a:cubicBezTo>
                  <a:cubicBezTo>
                    <a:pt x="16438" y="3143"/>
                    <a:pt x="16438" y="3143"/>
                    <a:pt x="16438" y="3143"/>
                  </a:cubicBezTo>
                  <a:cubicBezTo>
                    <a:pt x="16494" y="3209"/>
                    <a:pt x="16494" y="3209"/>
                    <a:pt x="16494" y="3209"/>
                  </a:cubicBezTo>
                  <a:cubicBezTo>
                    <a:pt x="16550" y="3209"/>
                    <a:pt x="16550" y="3209"/>
                    <a:pt x="16550" y="3209"/>
                  </a:cubicBezTo>
                  <a:cubicBezTo>
                    <a:pt x="16494" y="3276"/>
                    <a:pt x="16494" y="3276"/>
                    <a:pt x="16494" y="3276"/>
                  </a:cubicBezTo>
                  <a:cubicBezTo>
                    <a:pt x="16438" y="3276"/>
                    <a:pt x="16438" y="3276"/>
                    <a:pt x="16438" y="3276"/>
                  </a:cubicBezTo>
                  <a:cubicBezTo>
                    <a:pt x="16382" y="3276"/>
                    <a:pt x="16382" y="3276"/>
                    <a:pt x="16382" y="3276"/>
                  </a:cubicBezTo>
                  <a:cubicBezTo>
                    <a:pt x="16326" y="3343"/>
                    <a:pt x="16326" y="3343"/>
                    <a:pt x="16326" y="3343"/>
                  </a:cubicBezTo>
                  <a:cubicBezTo>
                    <a:pt x="16326" y="3276"/>
                    <a:pt x="16326" y="3276"/>
                    <a:pt x="16326" y="3276"/>
                  </a:cubicBezTo>
                  <a:cubicBezTo>
                    <a:pt x="16270" y="3276"/>
                    <a:pt x="16270" y="3276"/>
                    <a:pt x="16270" y="3276"/>
                  </a:cubicBezTo>
                  <a:close/>
                  <a:moveTo>
                    <a:pt x="20029" y="133"/>
                  </a:moveTo>
                  <a:cubicBezTo>
                    <a:pt x="20029" y="66"/>
                    <a:pt x="20029" y="66"/>
                    <a:pt x="20029" y="66"/>
                  </a:cubicBezTo>
                  <a:cubicBezTo>
                    <a:pt x="20085" y="66"/>
                    <a:pt x="20085" y="66"/>
                    <a:pt x="20085" y="66"/>
                  </a:cubicBezTo>
                  <a:cubicBezTo>
                    <a:pt x="20085" y="133"/>
                    <a:pt x="20085" y="133"/>
                    <a:pt x="20085" y="133"/>
                  </a:cubicBezTo>
                  <a:cubicBezTo>
                    <a:pt x="20085" y="133"/>
                    <a:pt x="20085" y="133"/>
                    <a:pt x="20085" y="133"/>
                  </a:cubicBezTo>
                  <a:cubicBezTo>
                    <a:pt x="20029" y="133"/>
                    <a:pt x="20029" y="133"/>
                    <a:pt x="20029" y="133"/>
                  </a:cubicBezTo>
                  <a:close/>
                  <a:moveTo>
                    <a:pt x="18233" y="3878"/>
                  </a:moveTo>
                  <a:cubicBezTo>
                    <a:pt x="18233" y="3945"/>
                    <a:pt x="18233" y="3945"/>
                    <a:pt x="18233" y="3945"/>
                  </a:cubicBezTo>
                  <a:cubicBezTo>
                    <a:pt x="18233" y="3945"/>
                    <a:pt x="18233" y="3945"/>
                    <a:pt x="18233" y="3945"/>
                  </a:cubicBezTo>
                  <a:cubicBezTo>
                    <a:pt x="18289" y="3945"/>
                    <a:pt x="18289" y="3945"/>
                    <a:pt x="18289" y="3945"/>
                  </a:cubicBezTo>
                  <a:cubicBezTo>
                    <a:pt x="18289" y="3945"/>
                    <a:pt x="18289" y="3945"/>
                    <a:pt x="18289" y="3945"/>
                  </a:cubicBezTo>
                  <a:cubicBezTo>
                    <a:pt x="18233" y="3878"/>
                    <a:pt x="18233" y="3878"/>
                    <a:pt x="18233" y="3878"/>
                  </a:cubicBezTo>
                  <a:cubicBezTo>
                    <a:pt x="18233" y="3878"/>
                    <a:pt x="18233" y="3878"/>
                    <a:pt x="18233" y="3878"/>
                  </a:cubicBezTo>
                  <a:close/>
                  <a:moveTo>
                    <a:pt x="17336" y="4480"/>
                  </a:moveTo>
                  <a:cubicBezTo>
                    <a:pt x="17336" y="4547"/>
                    <a:pt x="17336" y="4547"/>
                    <a:pt x="17336" y="4547"/>
                  </a:cubicBezTo>
                  <a:cubicBezTo>
                    <a:pt x="17392" y="4547"/>
                    <a:pt x="17392" y="4547"/>
                    <a:pt x="17392" y="4547"/>
                  </a:cubicBezTo>
                  <a:cubicBezTo>
                    <a:pt x="17392" y="4480"/>
                    <a:pt x="17392" y="4480"/>
                    <a:pt x="17392" y="4480"/>
                  </a:cubicBezTo>
                  <a:cubicBezTo>
                    <a:pt x="17336" y="4480"/>
                    <a:pt x="17336" y="4480"/>
                    <a:pt x="17336" y="4480"/>
                  </a:cubicBezTo>
                  <a:close/>
                  <a:moveTo>
                    <a:pt x="16101" y="4480"/>
                  </a:moveTo>
                  <a:cubicBezTo>
                    <a:pt x="16045" y="4413"/>
                    <a:pt x="16045" y="4413"/>
                    <a:pt x="16045" y="4413"/>
                  </a:cubicBezTo>
                  <a:cubicBezTo>
                    <a:pt x="16045" y="4346"/>
                    <a:pt x="16045" y="4346"/>
                    <a:pt x="16045" y="4346"/>
                  </a:cubicBezTo>
                  <a:cubicBezTo>
                    <a:pt x="16101" y="4346"/>
                    <a:pt x="16101" y="4346"/>
                    <a:pt x="16101" y="4346"/>
                  </a:cubicBezTo>
                  <a:cubicBezTo>
                    <a:pt x="16101" y="4413"/>
                    <a:pt x="16101" y="4413"/>
                    <a:pt x="16101" y="4413"/>
                  </a:cubicBezTo>
                  <a:cubicBezTo>
                    <a:pt x="16101" y="4480"/>
                    <a:pt x="16101" y="4480"/>
                    <a:pt x="16101" y="4480"/>
                  </a:cubicBezTo>
                  <a:cubicBezTo>
                    <a:pt x="16101" y="4480"/>
                    <a:pt x="16101" y="4480"/>
                    <a:pt x="16101" y="4480"/>
                  </a:cubicBezTo>
                  <a:cubicBezTo>
                    <a:pt x="16101" y="4480"/>
                    <a:pt x="16101" y="4480"/>
                    <a:pt x="16101" y="4480"/>
                  </a:cubicBezTo>
                  <a:close/>
                  <a:moveTo>
                    <a:pt x="15709" y="5282"/>
                  </a:moveTo>
                  <a:cubicBezTo>
                    <a:pt x="15709" y="5216"/>
                    <a:pt x="15709" y="5216"/>
                    <a:pt x="15709" y="5216"/>
                  </a:cubicBezTo>
                  <a:cubicBezTo>
                    <a:pt x="15709" y="5216"/>
                    <a:pt x="15709" y="5216"/>
                    <a:pt x="15709" y="5216"/>
                  </a:cubicBezTo>
                  <a:cubicBezTo>
                    <a:pt x="15709" y="5149"/>
                    <a:pt x="15709" y="5149"/>
                    <a:pt x="15709" y="5149"/>
                  </a:cubicBezTo>
                  <a:cubicBezTo>
                    <a:pt x="15709" y="5149"/>
                    <a:pt x="15709" y="5149"/>
                    <a:pt x="15709" y="5149"/>
                  </a:cubicBezTo>
                  <a:cubicBezTo>
                    <a:pt x="15652" y="5149"/>
                    <a:pt x="15652" y="5149"/>
                    <a:pt x="15652" y="5149"/>
                  </a:cubicBezTo>
                  <a:cubicBezTo>
                    <a:pt x="15652" y="5216"/>
                    <a:pt x="15652" y="5216"/>
                    <a:pt x="15652" y="5216"/>
                  </a:cubicBezTo>
                  <a:cubicBezTo>
                    <a:pt x="15652" y="5282"/>
                    <a:pt x="15652" y="5282"/>
                    <a:pt x="15652" y="5282"/>
                  </a:cubicBezTo>
                  <a:cubicBezTo>
                    <a:pt x="15709" y="5349"/>
                    <a:pt x="15709" y="5349"/>
                    <a:pt x="15709" y="5349"/>
                  </a:cubicBezTo>
                  <a:cubicBezTo>
                    <a:pt x="15709" y="5416"/>
                    <a:pt x="15709" y="5416"/>
                    <a:pt x="15709" y="5416"/>
                  </a:cubicBezTo>
                  <a:cubicBezTo>
                    <a:pt x="15652" y="5416"/>
                    <a:pt x="15652" y="5416"/>
                    <a:pt x="15652" y="5416"/>
                  </a:cubicBezTo>
                  <a:cubicBezTo>
                    <a:pt x="15652" y="5349"/>
                    <a:pt x="15652" y="5349"/>
                    <a:pt x="15652" y="5349"/>
                  </a:cubicBezTo>
                  <a:cubicBezTo>
                    <a:pt x="15540" y="5349"/>
                    <a:pt x="15540" y="5349"/>
                    <a:pt x="15540" y="5349"/>
                  </a:cubicBezTo>
                  <a:cubicBezTo>
                    <a:pt x="15540" y="5349"/>
                    <a:pt x="15540" y="5349"/>
                    <a:pt x="15540" y="5349"/>
                  </a:cubicBezTo>
                  <a:cubicBezTo>
                    <a:pt x="15484" y="5349"/>
                    <a:pt x="15484" y="5349"/>
                    <a:pt x="15484" y="5349"/>
                  </a:cubicBezTo>
                  <a:cubicBezTo>
                    <a:pt x="15428" y="5282"/>
                    <a:pt x="15428" y="5282"/>
                    <a:pt x="15428" y="5282"/>
                  </a:cubicBezTo>
                  <a:cubicBezTo>
                    <a:pt x="15428" y="5282"/>
                    <a:pt x="15428" y="5282"/>
                    <a:pt x="15428" y="5282"/>
                  </a:cubicBezTo>
                  <a:cubicBezTo>
                    <a:pt x="15372" y="5282"/>
                    <a:pt x="15372" y="5282"/>
                    <a:pt x="15372" y="5282"/>
                  </a:cubicBezTo>
                  <a:cubicBezTo>
                    <a:pt x="15372" y="5216"/>
                    <a:pt x="15372" y="5216"/>
                    <a:pt x="15372" y="5216"/>
                  </a:cubicBezTo>
                  <a:cubicBezTo>
                    <a:pt x="15372" y="5216"/>
                    <a:pt x="15372" y="5216"/>
                    <a:pt x="15372" y="5216"/>
                  </a:cubicBezTo>
                  <a:cubicBezTo>
                    <a:pt x="15372" y="5216"/>
                    <a:pt x="15372" y="5216"/>
                    <a:pt x="15372" y="5216"/>
                  </a:cubicBezTo>
                  <a:cubicBezTo>
                    <a:pt x="15372" y="5149"/>
                    <a:pt x="15372" y="5149"/>
                    <a:pt x="15372" y="5149"/>
                  </a:cubicBezTo>
                  <a:cubicBezTo>
                    <a:pt x="15372" y="5149"/>
                    <a:pt x="15372" y="5149"/>
                    <a:pt x="15372" y="5149"/>
                  </a:cubicBezTo>
                  <a:cubicBezTo>
                    <a:pt x="15428" y="5149"/>
                    <a:pt x="15428" y="5149"/>
                    <a:pt x="15428" y="5149"/>
                  </a:cubicBezTo>
                  <a:cubicBezTo>
                    <a:pt x="15428" y="5082"/>
                    <a:pt x="15428" y="5082"/>
                    <a:pt x="15428" y="5082"/>
                  </a:cubicBezTo>
                  <a:cubicBezTo>
                    <a:pt x="15372" y="5015"/>
                    <a:pt x="15372" y="5015"/>
                    <a:pt x="15372" y="5015"/>
                  </a:cubicBezTo>
                  <a:cubicBezTo>
                    <a:pt x="15372" y="5015"/>
                    <a:pt x="15372" y="5015"/>
                    <a:pt x="15372" y="5015"/>
                  </a:cubicBezTo>
                  <a:cubicBezTo>
                    <a:pt x="15372" y="5015"/>
                    <a:pt x="15372" y="5015"/>
                    <a:pt x="15372" y="5015"/>
                  </a:cubicBezTo>
                  <a:cubicBezTo>
                    <a:pt x="15372" y="5082"/>
                    <a:pt x="15372" y="5082"/>
                    <a:pt x="15372" y="5082"/>
                  </a:cubicBezTo>
                  <a:cubicBezTo>
                    <a:pt x="15372" y="5082"/>
                    <a:pt x="15372" y="5082"/>
                    <a:pt x="15372" y="5082"/>
                  </a:cubicBezTo>
                  <a:cubicBezTo>
                    <a:pt x="15372" y="5149"/>
                    <a:pt x="15372" y="5149"/>
                    <a:pt x="15372" y="5149"/>
                  </a:cubicBezTo>
                  <a:cubicBezTo>
                    <a:pt x="15316" y="5149"/>
                    <a:pt x="15316" y="5149"/>
                    <a:pt x="15316" y="5149"/>
                  </a:cubicBezTo>
                  <a:cubicBezTo>
                    <a:pt x="15316" y="5149"/>
                    <a:pt x="15316" y="5149"/>
                    <a:pt x="15316" y="5149"/>
                  </a:cubicBezTo>
                  <a:cubicBezTo>
                    <a:pt x="15316" y="5149"/>
                    <a:pt x="15316" y="5149"/>
                    <a:pt x="15316" y="5149"/>
                  </a:cubicBezTo>
                  <a:cubicBezTo>
                    <a:pt x="15316" y="5216"/>
                    <a:pt x="15316" y="5216"/>
                    <a:pt x="15316" y="5216"/>
                  </a:cubicBezTo>
                  <a:cubicBezTo>
                    <a:pt x="15316" y="5216"/>
                    <a:pt x="15316" y="5216"/>
                    <a:pt x="15316" y="5216"/>
                  </a:cubicBezTo>
                  <a:cubicBezTo>
                    <a:pt x="15260" y="5216"/>
                    <a:pt x="15260" y="5216"/>
                    <a:pt x="15260" y="5216"/>
                  </a:cubicBezTo>
                  <a:cubicBezTo>
                    <a:pt x="15260" y="5149"/>
                    <a:pt x="15260" y="5149"/>
                    <a:pt x="15260" y="5149"/>
                  </a:cubicBezTo>
                  <a:cubicBezTo>
                    <a:pt x="15260" y="5149"/>
                    <a:pt x="15260" y="5149"/>
                    <a:pt x="15260" y="5149"/>
                  </a:cubicBezTo>
                  <a:cubicBezTo>
                    <a:pt x="15260" y="5082"/>
                    <a:pt x="15260" y="5082"/>
                    <a:pt x="15260" y="5082"/>
                  </a:cubicBezTo>
                  <a:cubicBezTo>
                    <a:pt x="15260" y="5015"/>
                    <a:pt x="15260" y="5015"/>
                    <a:pt x="15260" y="5015"/>
                  </a:cubicBezTo>
                  <a:cubicBezTo>
                    <a:pt x="15260" y="5015"/>
                    <a:pt x="15260" y="5015"/>
                    <a:pt x="15260" y="5015"/>
                  </a:cubicBezTo>
                  <a:cubicBezTo>
                    <a:pt x="15260" y="4948"/>
                    <a:pt x="15260" y="4948"/>
                    <a:pt x="15260" y="4948"/>
                  </a:cubicBezTo>
                  <a:cubicBezTo>
                    <a:pt x="15260" y="5015"/>
                    <a:pt x="15260" y="5015"/>
                    <a:pt x="15260" y="5015"/>
                  </a:cubicBezTo>
                  <a:cubicBezTo>
                    <a:pt x="15204" y="5015"/>
                    <a:pt x="15204" y="5015"/>
                    <a:pt x="15204" y="5015"/>
                  </a:cubicBezTo>
                  <a:cubicBezTo>
                    <a:pt x="15204" y="5082"/>
                    <a:pt x="15204" y="5082"/>
                    <a:pt x="15204" y="5082"/>
                  </a:cubicBezTo>
                  <a:cubicBezTo>
                    <a:pt x="15204" y="5082"/>
                    <a:pt x="15204" y="5082"/>
                    <a:pt x="15204" y="5082"/>
                  </a:cubicBezTo>
                  <a:cubicBezTo>
                    <a:pt x="15204" y="5149"/>
                    <a:pt x="15204" y="5149"/>
                    <a:pt x="15204" y="5149"/>
                  </a:cubicBezTo>
                  <a:cubicBezTo>
                    <a:pt x="15148" y="5149"/>
                    <a:pt x="15148" y="5149"/>
                    <a:pt x="15148" y="5149"/>
                  </a:cubicBezTo>
                  <a:cubicBezTo>
                    <a:pt x="15091" y="5149"/>
                    <a:pt x="15091" y="5149"/>
                    <a:pt x="15091" y="5149"/>
                  </a:cubicBezTo>
                  <a:cubicBezTo>
                    <a:pt x="15091" y="5149"/>
                    <a:pt x="15091" y="5149"/>
                    <a:pt x="15091" y="5149"/>
                  </a:cubicBezTo>
                  <a:cubicBezTo>
                    <a:pt x="15091" y="5082"/>
                    <a:pt x="15091" y="5082"/>
                    <a:pt x="15091" y="5082"/>
                  </a:cubicBezTo>
                  <a:cubicBezTo>
                    <a:pt x="15091" y="5082"/>
                    <a:pt x="15091" y="5082"/>
                    <a:pt x="15091" y="5082"/>
                  </a:cubicBezTo>
                  <a:cubicBezTo>
                    <a:pt x="15091" y="5015"/>
                    <a:pt x="15091" y="5015"/>
                    <a:pt x="15091" y="5015"/>
                  </a:cubicBezTo>
                  <a:cubicBezTo>
                    <a:pt x="15091" y="4948"/>
                    <a:pt x="15091" y="4948"/>
                    <a:pt x="15091" y="4948"/>
                  </a:cubicBezTo>
                  <a:cubicBezTo>
                    <a:pt x="15091" y="4948"/>
                    <a:pt x="15091" y="4948"/>
                    <a:pt x="15091" y="4948"/>
                  </a:cubicBezTo>
                  <a:cubicBezTo>
                    <a:pt x="15148" y="4814"/>
                    <a:pt x="15148" y="4814"/>
                    <a:pt x="15148" y="4814"/>
                  </a:cubicBezTo>
                  <a:cubicBezTo>
                    <a:pt x="15148" y="4814"/>
                    <a:pt x="15148" y="4814"/>
                    <a:pt x="15148" y="4814"/>
                  </a:cubicBezTo>
                  <a:cubicBezTo>
                    <a:pt x="15091" y="4881"/>
                    <a:pt x="15091" y="4881"/>
                    <a:pt x="15091" y="4881"/>
                  </a:cubicBezTo>
                  <a:cubicBezTo>
                    <a:pt x="15091" y="4948"/>
                    <a:pt x="15091" y="4948"/>
                    <a:pt x="15091" y="4948"/>
                  </a:cubicBezTo>
                  <a:cubicBezTo>
                    <a:pt x="15091" y="5015"/>
                    <a:pt x="15091" y="5015"/>
                    <a:pt x="15091" y="5015"/>
                  </a:cubicBezTo>
                  <a:cubicBezTo>
                    <a:pt x="15035" y="5082"/>
                    <a:pt x="15035" y="5082"/>
                    <a:pt x="15035" y="5082"/>
                  </a:cubicBezTo>
                  <a:cubicBezTo>
                    <a:pt x="15035" y="5082"/>
                    <a:pt x="15035" y="5082"/>
                    <a:pt x="15035" y="5082"/>
                  </a:cubicBezTo>
                  <a:cubicBezTo>
                    <a:pt x="15035" y="5015"/>
                    <a:pt x="15035" y="5015"/>
                    <a:pt x="15035" y="5015"/>
                  </a:cubicBezTo>
                  <a:cubicBezTo>
                    <a:pt x="15035" y="5015"/>
                    <a:pt x="15035" y="5015"/>
                    <a:pt x="15035" y="5015"/>
                  </a:cubicBezTo>
                  <a:cubicBezTo>
                    <a:pt x="15035" y="5015"/>
                    <a:pt x="15035" y="5015"/>
                    <a:pt x="15035" y="5015"/>
                  </a:cubicBezTo>
                  <a:cubicBezTo>
                    <a:pt x="15035" y="5082"/>
                    <a:pt x="15035" y="5082"/>
                    <a:pt x="15035" y="5082"/>
                  </a:cubicBezTo>
                  <a:cubicBezTo>
                    <a:pt x="14979" y="5082"/>
                    <a:pt x="14979" y="5082"/>
                    <a:pt x="14979" y="5082"/>
                  </a:cubicBezTo>
                  <a:cubicBezTo>
                    <a:pt x="14923" y="5015"/>
                    <a:pt x="14923" y="5015"/>
                    <a:pt x="14923" y="5015"/>
                  </a:cubicBezTo>
                  <a:cubicBezTo>
                    <a:pt x="14923" y="4948"/>
                    <a:pt x="14923" y="4948"/>
                    <a:pt x="14923" y="4948"/>
                  </a:cubicBezTo>
                  <a:cubicBezTo>
                    <a:pt x="14923" y="4948"/>
                    <a:pt x="14923" y="4948"/>
                    <a:pt x="14923" y="4948"/>
                  </a:cubicBezTo>
                  <a:cubicBezTo>
                    <a:pt x="14923" y="4881"/>
                    <a:pt x="14923" y="4881"/>
                    <a:pt x="14923" y="4881"/>
                  </a:cubicBezTo>
                  <a:cubicBezTo>
                    <a:pt x="14979" y="4881"/>
                    <a:pt x="14979" y="4881"/>
                    <a:pt x="14979" y="4881"/>
                  </a:cubicBezTo>
                  <a:cubicBezTo>
                    <a:pt x="15035" y="4814"/>
                    <a:pt x="15035" y="4814"/>
                    <a:pt x="15035" y="4814"/>
                  </a:cubicBezTo>
                  <a:cubicBezTo>
                    <a:pt x="14979" y="4814"/>
                    <a:pt x="14979" y="4814"/>
                    <a:pt x="14979" y="4814"/>
                  </a:cubicBezTo>
                  <a:cubicBezTo>
                    <a:pt x="15035" y="4747"/>
                    <a:pt x="15035" y="4747"/>
                    <a:pt x="15035" y="4747"/>
                  </a:cubicBezTo>
                  <a:cubicBezTo>
                    <a:pt x="15035" y="4681"/>
                    <a:pt x="15035" y="4681"/>
                    <a:pt x="15035" y="4681"/>
                  </a:cubicBezTo>
                  <a:cubicBezTo>
                    <a:pt x="15091" y="4681"/>
                    <a:pt x="15091" y="4681"/>
                    <a:pt x="15091" y="4681"/>
                  </a:cubicBezTo>
                  <a:cubicBezTo>
                    <a:pt x="15091" y="4681"/>
                    <a:pt x="15091" y="4681"/>
                    <a:pt x="15091" y="4681"/>
                  </a:cubicBezTo>
                  <a:cubicBezTo>
                    <a:pt x="15204" y="4681"/>
                    <a:pt x="15204" y="4681"/>
                    <a:pt x="15204" y="4681"/>
                  </a:cubicBezTo>
                  <a:cubicBezTo>
                    <a:pt x="15204" y="4614"/>
                    <a:pt x="15204" y="4614"/>
                    <a:pt x="15204" y="4614"/>
                  </a:cubicBezTo>
                  <a:cubicBezTo>
                    <a:pt x="15260" y="4614"/>
                    <a:pt x="15260" y="4614"/>
                    <a:pt x="15260" y="4614"/>
                  </a:cubicBezTo>
                  <a:cubicBezTo>
                    <a:pt x="15260" y="4614"/>
                    <a:pt x="15260" y="4614"/>
                    <a:pt x="15260" y="4614"/>
                  </a:cubicBezTo>
                  <a:cubicBezTo>
                    <a:pt x="15260" y="4614"/>
                    <a:pt x="15260" y="4614"/>
                    <a:pt x="15260" y="4614"/>
                  </a:cubicBezTo>
                  <a:cubicBezTo>
                    <a:pt x="15316" y="4547"/>
                    <a:pt x="15316" y="4547"/>
                    <a:pt x="15316" y="4547"/>
                  </a:cubicBezTo>
                  <a:cubicBezTo>
                    <a:pt x="15372" y="4547"/>
                    <a:pt x="15372" y="4547"/>
                    <a:pt x="15372" y="4547"/>
                  </a:cubicBezTo>
                  <a:cubicBezTo>
                    <a:pt x="15428" y="4614"/>
                    <a:pt x="15428" y="4614"/>
                    <a:pt x="15428" y="4614"/>
                  </a:cubicBezTo>
                  <a:cubicBezTo>
                    <a:pt x="15484" y="4614"/>
                    <a:pt x="15484" y="4614"/>
                    <a:pt x="15484" y="4614"/>
                  </a:cubicBezTo>
                  <a:cubicBezTo>
                    <a:pt x="15540" y="4547"/>
                    <a:pt x="15540" y="4547"/>
                    <a:pt x="15540" y="4547"/>
                  </a:cubicBezTo>
                  <a:cubicBezTo>
                    <a:pt x="15540" y="4614"/>
                    <a:pt x="15540" y="4614"/>
                    <a:pt x="15540" y="4614"/>
                  </a:cubicBezTo>
                  <a:cubicBezTo>
                    <a:pt x="15596" y="4614"/>
                    <a:pt x="15596" y="4614"/>
                    <a:pt x="15596" y="4614"/>
                  </a:cubicBezTo>
                  <a:cubicBezTo>
                    <a:pt x="15596" y="4614"/>
                    <a:pt x="15596" y="4614"/>
                    <a:pt x="15596" y="4614"/>
                  </a:cubicBezTo>
                  <a:cubicBezTo>
                    <a:pt x="15596" y="4614"/>
                    <a:pt x="15596" y="4614"/>
                    <a:pt x="15596" y="4614"/>
                  </a:cubicBezTo>
                  <a:cubicBezTo>
                    <a:pt x="15652" y="4614"/>
                    <a:pt x="15652" y="4614"/>
                    <a:pt x="15652" y="4614"/>
                  </a:cubicBezTo>
                  <a:cubicBezTo>
                    <a:pt x="15709" y="4614"/>
                    <a:pt x="15709" y="4614"/>
                    <a:pt x="15709" y="4614"/>
                  </a:cubicBezTo>
                  <a:cubicBezTo>
                    <a:pt x="15709" y="4614"/>
                    <a:pt x="15709" y="4614"/>
                    <a:pt x="15709" y="4614"/>
                  </a:cubicBezTo>
                  <a:cubicBezTo>
                    <a:pt x="15765" y="4614"/>
                    <a:pt x="15765" y="4614"/>
                    <a:pt x="15765" y="4614"/>
                  </a:cubicBezTo>
                  <a:cubicBezTo>
                    <a:pt x="15765" y="4614"/>
                    <a:pt x="15765" y="4614"/>
                    <a:pt x="15765" y="4614"/>
                  </a:cubicBezTo>
                  <a:cubicBezTo>
                    <a:pt x="15765" y="4614"/>
                    <a:pt x="15765" y="4614"/>
                    <a:pt x="15765" y="4614"/>
                  </a:cubicBezTo>
                  <a:cubicBezTo>
                    <a:pt x="15709" y="4614"/>
                    <a:pt x="15709" y="4614"/>
                    <a:pt x="15709" y="4614"/>
                  </a:cubicBezTo>
                  <a:cubicBezTo>
                    <a:pt x="15709" y="4547"/>
                    <a:pt x="15709" y="4547"/>
                    <a:pt x="15709" y="4547"/>
                  </a:cubicBezTo>
                  <a:cubicBezTo>
                    <a:pt x="15652" y="4547"/>
                    <a:pt x="15652" y="4547"/>
                    <a:pt x="15652" y="4547"/>
                  </a:cubicBezTo>
                  <a:cubicBezTo>
                    <a:pt x="15709" y="4547"/>
                    <a:pt x="15709" y="4547"/>
                    <a:pt x="15709" y="4547"/>
                  </a:cubicBezTo>
                  <a:cubicBezTo>
                    <a:pt x="15709" y="4547"/>
                    <a:pt x="15709" y="4547"/>
                    <a:pt x="15709" y="4547"/>
                  </a:cubicBezTo>
                  <a:cubicBezTo>
                    <a:pt x="15709" y="4480"/>
                    <a:pt x="15709" y="4480"/>
                    <a:pt x="15709" y="4480"/>
                  </a:cubicBezTo>
                  <a:cubicBezTo>
                    <a:pt x="15652" y="4480"/>
                    <a:pt x="15652" y="4480"/>
                    <a:pt x="15652" y="4480"/>
                  </a:cubicBezTo>
                  <a:cubicBezTo>
                    <a:pt x="15709" y="4480"/>
                    <a:pt x="15709" y="4480"/>
                    <a:pt x="15709" y="4480"/>
                  </a:cubicBezTo>
                  <a:cubicBezTo>
                    <a:pt x="15709" y="4480"/>
                    <a:pt x="15709" y="4480"/>
                    <a:pt x="15709" y="4480"/>
                  </a:cubicBezTo>
                  <a:cubicBezTo>
                    <a:pt x="15765" y="4480"/>
                    <a:pt x="15765" y="4480"/>
                    <a:pt x="15765" y="4480"/>
                  </a:cubicBezTo>
                  <a:cubicBezTo>
                    <a:pt x="15709" y="4413"/>
                    <a:pt x="15709" y="4413"/>
                    <a:pt x="15709" y="4413"/>
                  </a:cubicBezTo>
                  <a:cubicBezTo>
                    <a:pt x="15652" y="4413"/>
                    <a:pt x="15652" y="4413"/>
                    <a:pt x="15652" y="4413"/>
                  </a:cubicBezTo>
                  <a:cubicBezTo>
                    <a:pt x="15652" y="4480"/>
                    <a:pt x="15652" y="4480"/>
                    <a:pt x="15652" y="4480"/>
                  </a:cubicBezTo>
                  <a:cubicBezTo>
                    <a:pt x="15596" y="4413"/>
                    <a:pt x="15596" y="4413"/>
                    <a:pt x="15596" y="4413"/>
                  </a:cubicBezTo>
                  <a:cubicBezTo>
                    <a:pt x="15652" y="4346"/>
                    <a:pt x="15652" y="4346"/>
                    <a:pt x="15652" y="4346"/>
                  </a:cubicBezTo>
                  <a:cubicBezTo>
                    <a:pt x="15652" y="4346"/>
                    <a:pt x="15652" y="4346"/>
                    <a:pt x="15652" y="4346"/>
                  </a:cubicBezTo>
                  <a:cubicBezTo>
                    <a:pt x="15652" y="4279"/>
                    <a:pt x="15652" y="4279"/>
                    <a:pt x="15652" y="4279"/>
                  </a:cubicBezTo>
                  <a:cubicBezTo>
                    <a:pt x="15652" y="4279"/>
                    <a:pt x="15652" y="4279"/>
                    <a:pt x="15652" y="4279"/>
                  </a:cubicBezTo>
                  <a:cubicBezTo>
                    <a:pt x="15652" y="4279"/>
                    <a:pt x="15652" y="4279"/>
                    <a:pt x="15652" y="4279"/>
                  </a:cubicBezTo>
                  <a:cubicBezTo>
                    <a:pt x="15652" y="4146"/>
                    <a:pt x="15652" y="4146"/>
                    <a:pt x="15652" y="4146"/>
                  </a:cubicBezTo>
                  <a:cubicBezTo>
                    <a:pt x="15652" y="4146"/>
                    <a:pt x="15652" y="4146"/>
                    <a:pt x="15652" y="4146"/>
                  </a:cubicBezTo>
                  <a:cubicBezTo>
                    <a:pt x="15652" y="4079"/>
                    <a:pt x="15652" y="4079"/>
                    <a:pt x="15652" y="4079"/>
                  </a:cubicBezTo>
                  <a:cubicBezTo>
                    <a:pt x="15652" y="4079"/>
                    <a:pt x="15652" y="4079"/>
                    <a:pt x="15652" y="4079"/>
                  </a:cubicBezTo>
                  <a:cubicBezTo>
                    <a:pt x="15652" y="4079"/>
                    <a:pt x="15652" y="4079"/>
                    <a:pt x="15652" y="4079"/>
                  </a:cubicBezTo>
                  <a:cubicBezTo>
                    <a:pt x="15709" y="4012"/>
                    <a:pt x="15709" y="4012"/>
                    <a:pt x="15709" y="4012"/>
                  </a:cubicBezTo>
                  <a:cubicBezTo>
                    <a:pt x="15765" y="4079"/>
                    <a:pt x="15765" y="4079"/>
                    <a:pt x="15765" y="4079"/>
                  </a:cubicBezTo>
                  <a:cubicBezTo>
                    <a:pt x="15821" y="4012"/>
                    <a:pt x="15821" y="4012"/>
                    <a:pt x="15821" y="4012"/>
                  </a:cubicBezTo>
                  <a:cubicBezTo>
                    <a:pt x="15877" y="4079"/>
                    <a:pt x="15877" y="4079"/>
                    <a:pt x="15877" y="4079"/>
                  </a:cubicBezTo>
                  <a:cubicBezTo>
                    <a:pt x="15877" y="4079"/>
                    <a:pt x="15877" y="4079"/>
                    <a:pt x="15877" y="4079"/>
                  </a:cubicBezTo>
                  <a:cubicBezTo>
                    <a:pt x="15933" y="4146"/>
                    <a:pt x="15933" y="4146"/>
                    <a:pt x="15933" y="4146"/>
                  </a:cubicBezTo>
                  <a:cubicBezTo>
                    <a:pt x="15989" y="4213"/>
                    <a:pt x="15989" y="4213"/>
                    <a:pt x="15989" y="4213"/>
                  </a:cubicBezTo>
                  <a:cubicBezTo>
                    <a:pt x="15989" y="4413"/>
                    <a:pt x="15989" y="4413"/>
                    <a:pt x="15989" y="4413"/>
                  </a:cubicBezTo>
                  <a:cubicBezTo>
                    <a:pt x="15933" y="4480"/>
                    <a:pt x="15933" y="4480"/>
                    <a:pt x="15933" y="4480"/>
                  </a:cubicBezTo>
                  <a:cubicBezTo>
                    <a:pt x="15989" y="4480"/>
                    <a:pt x="15989" y="4480"/>
                    <a:pt x="15989" y="4480"/>
                  </a:cubicBezTo>
                  <a:cubicBezTo>
                    <a:pt x="15989" y="4480"/>
                    <a:pt x="15989" y="4480"/>
                    <a:pt x="15989" y="4480"/>
                  </a:cubicBezTo>
                  <a:cubicBezTo>
                    <a:pt x="16101" y="4480"/>
                    <a:pt x="16101" y="4480"/>
                    <a:pt x="16101" y="4480"/>
                  </a:cubicBezTo>
                  <a:cubicBezTo>
                    <a:pt x="16101" y="4547"/>
                    <a:pt x="16101" y="4547"/>
                    <a:pt x="16101" y="4547"/>
                  </a:cubicBezTo>
                  <a:cubicBezTo>
                    <a:pt x="16157" y="4614"/>
                    <a:pt x="16157" y="4614"/>
                    <a:pt x="16157" y="4614"/>
                  </a:cubicBezTo>
                  <a:cubicBezTo>
                    <a:pt x="16157" y="4547"/>
                    <a:pt x="16157" y="4547"/>
                    <a:pt x="16157" y="4547"/>
                  </a:cubicBezTo>
                  <a:cubicBezTo>
                    <a:pt x="16270" y="4547"/>
                    <a:pt x="16270" y="4547"/>
                    <a:pt x="16270" y="4547"/>
                  </a:cubicBezTo>
                  <a:cubicBezTo>
                    <a:pt x="16326" y="4614"/>
                    <a:pt x="16326" y="4614"/>
                    <a:pt x="16326" y="4614"/>
                  </a:cubicBezTo>
                  <a:cubicBezTo>
                    <a:pt x="16326" y="4614"/>
                    <a:pt x="16326" y="4614"/>
                    <a:pt x="16326" y="4614"/>
                  </a:cubicBezTo>
                  <a:cubicBezTo>
                    <a:pt x="16326" y="4547"/>
                    <a:pt x="16326" y="4547"/>
                    <a:pt x="16326" y="4547"/>
                  </a:cubicBezTo>
                  <a:cubicBezTo>
                    <a:pt x="16382" y="4547"/>
                    <a:pt x="16382" y="4547"/>
                    <a:pt x="16382" y="4547"/>
                  </a:cubicBezTo>
                  <a:cubicBezTo>
                    <a:pt x="16438" y="4480"/>
                    <a:pt x="16438" y="4480"/>
                    <a:pt x="16438" y="4480"/>
                  </a:cubicBezTo>
                  <a:cubicBezTo>
                    <a:pt x="16494" y="4413"/>
                    <a:pt x="16494" y="4413"/>
                    <a:pt x="16494" y="4413"/>
                  </a:cubicBezTo>
                  <a:cubicBezTo>
                    <a:pt x="16550" y="4346"/>
                    <a:pt x="16550" y="4346"/>
                    <a:pt x="16550" y="4346"/>
                  </a:cubicBezTo>
                  <a:cubicBezTo>
                    <a:pt x="16662" y="4279"/>
                    <a:pt x="16662" y="4279"/>
                    <a:pt x="16662" y="4279"/>
                  </a:cubicBezTo>
                  <a:cubicBezTo>
                    <a:pt x="16662" y="4213"/>
                    <a:pt x="16662" y="4213"/>
                    <a:pt x="16662" y="4213"/>
                  </a:cubicBezTo>
                  <a:cubicBezTo>
                    <a:pt x="16718" y="4146"/>
                    <a:pt x="16718" y="4146"/>
                    <a:pt x="16718" y="4146"/>
                  </a:cubicBezTo>
                  <a:cubicBezTo>
                    <a:pt x="16662" y="4146"/>
                    <a:pt x="16662" y="4146"/>
                    <a:pt x="16662" y="4146"/>
                  </a:cubicBezTo>
                  <a:cubicBezTo>
                    <a:pt x="16606" y="4213"/>
                    <a:pt x="16606" y="4213"/>
                    <a:pt x="16606" y="4213"/>
                  </a:cubicBezTo>
                  <a:cubicBezTo>
                    <a:pt x="16606" y="4213"/>
                    <a:pt x="16606" y="4213"/>
                    <a:pt x="16606" y="4213"/>
                  </a:cubicBezTo>
                  <a:cubicBezTo>
                    <a:pt x="16550" y="4346"/>
                    <a:pt x="16550" y="4346"/>
                    <a:pt x="16550" y="4346"/>
                  </a:cubicBezTo>
                  <a:cubicBezTo>
                    <a:pt x="16494" y="4346"/>
                    <a:pt x="16494" y="4346"/>
                    <a:pt x="16494" y="4346"/>
                  </a:cubicBezTo>
                  <a:cubicBezTo>
                    <a:pt x="16494" y="4413"/>
                    <a:pt x="16494" y="4413"/>
                    <a:pt x="16494" y="4413"/>
                  </a:cubicBezTo>
                  <a:cubicBezTo>
                    <a:pt x="16438" y="4480"/>
                    <a:pt x="16438" y="4480"/>
                    <a:pt x="16438" y="4480"/>
                  </a:cubicBezTo>
                  <a:cubicBezTo>
                    <a:pt x="16326" y="4480"/>
                    <a:pt x="16326" y="4480"/>
                    <a:pt x="16326" y="4480"/>
                  </a:cubicBezTo>
                  <a:cubicBezTo>
                    <a:pt x="16326" y="4480"/>
                    <a:pt x="16326" y="4480"/>
                    <a:pt x="16326" y="4480"/>
                  </a:cubicBezTo>
                  <a:cubicBezTo>
                    <a:pt x="16270" y="4480"/>
                    <a:pt x="16270" y="4480"/>
                    <a:pt x="16270" y="4480"/>
                  </a:cubicBezTo>
                  <a:cubicBezTo>
                    <a:pt x="16270" y="4480"/>
                    <a:pt x="16270" y="4480"/>
                    <a:pt x="16270" y="4480"/>
                  </a:cubicBezTo>
                  <a:cubicBezTo>
                    <a:pt x="16214" y="4480"/>
                    <a:pt x="16214" y="4480"/>
                    <a:pt x="16214" y="4480"/>
                  </a:cubicBezTo>
                  <a:cubicBezTo>
                    <a:pt x="16157" y="4413"/>
                    <a:pt x="16157" y="4413"/>
                    <a:pt x="16157" y="4413"/>
                  </a:cubicBezTo>
                  <a:cubicBezTo>
                    <a:pt x="16157" y="4413"/>
                    <a:pt x="16157" y="4413"/>
                    <a:pt x="16157" y="4413"/>
                  </a:cubicBezTo>
                  <a:cubicBezTo>
                    <a:pt x="16214" y="4346"/>
                    <a:pt x="16214" y="4346"/>
                    <a:pt x="16214" y="4346"/>
                  </a:cubicBezTo>
                  <a:cubicBezTo>
                    <a:pt x="16214" y="4346"/>
                    <a:pt x="16214" y="4346"/>
                    <a:pt x="16214" y="4346"/>
                  </a:cubicBezTo>
                  <a:cubicBezTo>
                    <a:pt x="16270" y="4279"/>
                    <a:pt x="16270" y="4279"/>
                    <a:pt x="16270" y="4279"/>
                  </a:cubicBezTo>
                  <a:cubicBezTo>
                    <a:pt x="16214" y="4346"/>
                    <a:pt x="16214" y="4346"/>
                    <a:pt x="16214" y="4346"/>
                  </a:cubicBezTo>
                  <a:cubicBezTo>
                    <a:pt x="16157" y="4346"/>
                    <a:pt x="16157" y="4346"/>
                    <a:pt x="16157" y="4346"/>
                  </a:cubicBezTo>
                  <a:cubicBezTo>
                    <a:pt x="16101" y="4346"/>
                    <a:pt x="16101" y="4346"/>
                    <a:pt x="16101" y="4346"/>
                  </a:cubicBezTo>
                  <a:cubicBezTo>
                    <a:pt x="16101" y="4279"/>
                    <a:pt x="16101" y="4279"/>
                    <a:pt x="16101" y="4279"/>
                  </a:cubicBezTo>
                  <a:cubicBezTo>
                    <a:pt x="16101" y="4279"/>
                    <a:pt x="16101" y="4279"/>
                    <a:pt x="16101" y="4279"/>
                  </a:cubicBezTo>
                  <a:cubicBezTo>
                    <a:pt x="16157" y="4279"/>
                    <a:pt x="16157" y="4279"/>
                    <a:pt x="16157" y="4279"/>
                  </a:cubicBezTo>
                  <a:cubicBezTo>
                    <a:pt x="16157" y="4279"/>
                    <a:pt x="16157" y="4279"/>
                    <a:pt x="16157" y="4279"/>
                  </a:cubicBezTo>
                  <a:cubicBezTo>
                    <a:pt x="16157" y="4213"/>
                    <a:pt x="16157" y="4213"/>
                    <a:pt x="16157" y="4213"/>
                  </a:cubicBezTo>
                  <a:cubicBezTo>
                    <a:pt x="16157" y="4213"/>
                    <a:pt x="16157" y="4213"/>
                    <a:pt x="16157" y="4213"/>
                  </a:cubicBezTo>
                  <a:cubicBezTo>
                    <a:pt x="16157" y="4213"/>
                    <a:pt x="16157" y="4213"/>
                    <a:pt x="16157" y="4213"/>
                  </a:cubicBezTo>
                  <a:cubicBezTo>
                    <a:pt x="16157" y="4213"/>
                    <a:pt x="16157" y="4213"/>
                    <a:pt x="16157" y="4213"/>
                  </a:cubicBezTo>
                  <a:cubicBezTo>
                    <a:pt x="16214" y="4213"/>
                    <a:pt x="16214" y="4213"/>
                    <a:pt x="16214" y="4213"/>
                  </a:cubicBezTo>
                  <a:cubicBezTo>
                    <a:pt x="16214" y="4213"/>
                    <a:pt x="16214" y="4213"/>
                    <a:pt x="16214" y="4213"/>
                  </a:cubicBezTo>
                  <a:cubicBezTo>
                    <a:pt x="16214" y="4146"/>
                    <a:pt x="16214" y="4146"/>
                    <a:pt x="16214" y="4146"/>
                  </a:cubicBezTo>
                  <a:cubicBezTo>
                    <a:pt x="16214" y="4146"/>
                    <a:pt x="16214" y="4146"/>
                    <a:pt x="16214" y="4146"/>
                  </a:cubicBezTo>
                  <a:cubicBezTo>
                    <a:pt x="16157" y="4146"/>
                    <a:pt x="16157" y="4146"/>
                    <a:pt x="16157" y="4146"/>
                  </a:cubicBezTo>
                  <a:cubicBezTo>
                    <a:pt x="16157" y="4146"/>
                    <a:pt x="16157" y="4146"/>
                    <a:pt x="16157" y="4146"/>
                  </a:cubicBezTo>
                  <a:cubicBezTo>
                    <a:pt x="16101" y="4146"/>
                    <a:pt x="16101" y="4146"/>
                    <a:pt x="16101" y="4146"/>
                  </a:cubicBezTo>
                  <a:cubicBezTo>
                    <a:pt x="16101" y="4146"/>
                    <a:pt x="16101" y="4146"/>
                    <a:pt x="16101" y="4146"/>
                  </a:cubicBezTo>
                  <a:cubicBezTo>
                    <a:pt x="16101" y="4079"/>
                    <a:pt x="16101" y="4079"/>
                    <a:pt x="16101" y="4079"/>
                  </a:cubicBezTo>
                  <a:cubicBezTo>
                    <a:pt x="16157" y="4079"/>
                    <a:pt x="16157" y="4079"/>
                    <a:pt x="16157" y="4079"/>
                  </a:cubicBezTo>
                  <a:cubicBezTo>
                    <a:pt x="16157" y="4079"/>
                    <a:pt x="16157" y="4079"/>
                    <a:pt x="16157" y="4079"/>
                  </a:cubicBezTo>
                  <a:cubicBezTo>
                    <a:pt x="16214" y="4079"/>
                    <a:pt x="16214" y="4079"/>
                    <a:pt x="16214" y="4079"/>
                  </a:cubicBezTo>
                  <a:cubicBezTo>
                    <a:pt x="16270" y="4079"/>
                    <a:pt x="16270" y="4079"/>
                    <a:pt x="16270" y="4079"/>
                  </a:cubicBezTo>
                  <a:cubicBezTo>
                    <a:pt x="16326" y="4079"/>
                    <a:pt x="16326" y="4079"/>
                    <a:pt x="16326" y="4079"/>
                  </a:cubicBezTo>
                  <a:cubicBezTo>
                    <a:pt x="16270" y="4079"/>
                    <a:pt x="16270" y="4079"/>
                    <a:pt x="16270" y="4079"/>
                  </a:cubicBezTo>
                  <a:cubicBezTo>
                    <a:pt x="16270" y="4012"/>
                    <a:pt x="16270" y="4012"/>
                    <a:pt x="16270" y="4012"/>
                  </a:cubicBezTo>
                  <a:cubicBezTo>
                    <a:pt x="16270" y="4012"/>
                    <a:pt x="16270" y="4012"/>
                    <a:pt x="16270" y="4012"/>
                  </a:cubicBezTo>
                  <a:cubicBezTo>
                    <a:pt x="16326" y="4012"/>
                    <a:pt x="16326" y="4012"/>
                    <a:pt x="16326" y="4012"/>
                  </a:cubicBezTo>
                  <a:cubicBezTo>
                    <a:pt x="16326" y="3945"/>
                    <a:pt x="16326" y="3945"/>
                    <a:pt x="16326" y="3945"/>
                  </a:cubicBezTo>
                  <a:cubicBezTo>
                    <a:pt x="16326" y="3945"/>
                    <a:pt x="16326" y="3945"/>
                    <a:pt x="16326" y="3945"/>
                  </a:cubicBezTo>
                  <a:cubicBezTo>
                    <a:pt x="16326" y="3945"/>
                    <a:pt x="16326" y="3945"/>
                    <a:pt x="16326" y="3945"/>
                  </a:cubicBezTo>
                  <a:cubicBezTo>
                    <a:pt x="16326" y="3878"/>
                    <a:pt x="16326" y="3878"/>
                    <a:pt x="16326" y="3878"/>
                  </a:cubicBezTo>
                  <a:cubicBezTo>
                    <a:pt x="16382" y="3878"/>
                    <a:pt x="16382" y="3878"/>
                    <a:pt x="16382" y="3878"/>
                  </a:cubicBezTo>
                  <a:cubicBezTo>
                    <a:pt x="16382" y="3811"/>
                    <a:pt x="16382" y="3811"/>
                    <a:pt x="16382" y="3811"/>
                  </a:cubicBezTo>
                  <a:cubicBezTo>
                    <a:pt x="16438" y="3744"/>
                    <a:pt x="16438" y="3744"/>
                    <a:pt x="16438" y="3744"/>
                  </a:cubicBezTo>
                  <a:cubicBezTo>
                    <a:pt x="16438" y="3744"/>
                    <a:pt x="16438" y="3744"/>
                    <a:pt x="16438" y="3744"/>
                  </a:cubicBezTo>
                  <a:cubicBezTo>
                    <a:pt x="16494" y="3678"/>
                    <a:pt x="16494" y="3678"/>
                    <a:pt x="16494" y="3678"/>
                  </a:cubicBezTo>
                  <a:cubicBezTo>
                    <a:pt x="16438" y="3678"/>
                    <a:pt x="16438" y="3678"/>
                    <a:pt x="16438" y="3678"/>
                  </a:cubicBezTo>
                  <a:cubicBezTo>
                    <a:pt x="16382" y="3811"/>
                    <a:pt x="16382" y="3811"/>
                    <a:pt x="16382" y="3811"/>
                  </a:cubicBezTo>
                  <a:cubicBezTo>
                    <a:pt x="16326" y="3878"/>
                    <a:pt x="16326" y="3878"/>
                    <a:pt x="16326" y="3878"/>
                  </a:cubicBezTo>
                  <a:cubicBezTo>
                    <a:pt x="16214" y="3945"/>
                    <a:pt x="16214" y="3945"/>
                    <a:pt x="16214" y="3945"/>
                  </a:cubicBezTo>
                  <a:cubicBezTo>
                    <a:pt x="16157" y="4012"/>
                    <a:pt x="16157" y="4012"/>
                    <a:pt x="16157" y="4012"/>
                  </a:cubicBezTo>
                  <a:cubicBezTo>
                    <a:pt x="16157" y="4012"/>
                    <a:pt x="16157" y="4012"/>
                    <a:pt x="16157" y="4012"/>
                  </a:cubicBezTo>
                  <a:cubicBezTo>
                    <a:pt x="16045" y="4012"/>
                    <a:pt x="16045" y="4012"/>
                    <a:pt x="16045" y="4012"/>
                  </a:cubicBezTo>
                  <a:cubicBezTo>
                    <a:pt x="16045" y="3945"/>
                    <a:pt x="16045" y="3945"/>
                    <a:pt x="16045" y="3945"/>
                  </a:cubicBezTo>
                  <a:cubicBezTo>
                    <a:pt x="16101" y="3945"/>
                    <a:pt x="16101" y="3945"/>
                    <a:pt x="16101" y="3945"/>
                  </a:cubicBezTo>
                  <a:cubicBezTo>
                    <a:pt x="16157" y="3878"/>
                    <a:pt x="16157" y="3878"/>
                    <a:pt x="16157" y="3878"/>
                  </a:cubicBezTo>
                  <a:cubicBezTo>
                    <a:pt x="16157" y="3811"/>
                    <a:pt x="16157" y="3811"/>
                    <a:pt x="16157" y="3811"/>
                  </a:cubicBezTo>
                  <a:cubicBezTo>
                    <a:pt x="16101" y="3878"/>
                    <a:pt x="16101" y="3878"/>
                    <a:pt x="16101" y="3878"/>
                  </a:cubicBezTo>
                  <a:cubicBezTo>
                    <a:pt x="15989" y="3878"/>
                    <a:pt x="15989" y="3878"/>
                    <a:pt x="15989" y="3878"/>
                  </a:cubicBezTo>
                  <a:cubicBezTo>
                    <a:pt x="15989" y="3945"/>
                    <a:pt x="15989" y="3945"/>
                    <a:pt x="15989" y="3945"/>
                  </a:cubicBezTo>
                  <a:cubicBezTo>
                    <a:pt x="15989" y="3945"/>
                    <a:pt x="15989" y="3945"/>
                    <a:pt x="15989" y="3945"/>
                  </a:cubicBezTo>
                  <a:cubicBezTo>
                    <a:pt x="15933" y="3945"/>
                    <a:pt x="15933" y="3945"/>
                    <a:pt x="15933" y="3945"/>
                  </a:cubicBezTo>
                  <a:cubicBezTo>
                    <a:pt x="15821" y="3878"/>
                    <a:pt x="15821" y="3878"/>
                    <a:pt x="15821" y="3878"/>
                  </a:cubicBezTo>
                  <a:cubicBezTo>
                    <a:pt x="15877" y="3878"/>
                    <a:pt x="15877" y="3878"/>
                    <a:pt x="15877" y="3878"/>
                  </a:cubicBezTo>
                  <a:cubicBezTo>
                    <a:pt x="15933" y="3878"/>
                    <a:pt x="15933" y="3878"/>
                    <a:pt x="15933" y="3878"/>
                  </a:cubicBezTo>
                  <a:cubicBezTo>
                    <a:pt x="15933" y="3811"/>
                    <a:pt x="15933" y="3811"/>
                    <a:pt x="15933" y="3811"/>
                  </a:cubicBezTo>
                  <a:cubicBezTo>
                    <a:pt x="15877" y="3811"/>
                    <a:pt x="15877" y="3811"/>
                    <a:pt x="15877" y="3811"/>
                  </a:cubicBezTo>
                  <a:cubicBezTo>
                    <a:pt x="15877" y="3744"/>
                    <a:pt x="15877" y="3744"/>
                    <a:pt x="15877" y="3744"/>
                  </a:cubicBezTo>
                  <a:cubicBezTo>
                    <a:pt x="15933" y="3744"/>
                    <a:pt x="15933" y="3744"/>
                    <a:pt x="15933" y="3744"/>
                  </a:cubicBezTo>
                  <a:cubicBezTo>
                    <a:pt x="15933" y="3678"/>
                    <a:pt x="15933" y="3678"/>
                    <a:pt x="15933" y="3678"/>
                  </a:cubicBezTo>
                  <a:cubicBezTo>
                    <a:pt x="15989" y="3678"/>
                    <a:pt x="15989" y="3678"/>
                    <a:pt x="15989" y="3678"/>
                  </a:cubicBezTo>
                  <a:cubicBezTo>
                    <a:pt x="16045" y="3611"/>
                    <a:pt x="16045" y="3611"/>
                    <a:pt x="16045" y="3611"/>
                  </a:cubicBezTo>
                  <a:cubicBezTo>
                    <a:pt x="16101" y="3611"/>
                    <a:pt x="16101" y="3611"/>
                    <a:pt x="16101" y="3611"/>
                  </a:cubicBezTo>
                  <a:cubicBezTo>
                    <a:pt x="16101" y="3544"/>
                    <a:pt x="16101" y="3544"/>
                    <a:pt x="16101" y="3544"/>
                  </a:cubicBezTo>
                  <a:cubicBezTo>
                    <a:pt x="16157" y="3477"/>
                    <a:pt x="16157" y="3477"/>
                    <a:pt x="16157" y="3477"/>
                  </a:cubicBezTo>
                  <a:cubicBezTo>
                    <a:pt x="16214" y="3410"/>
                    <a:pt x="16214" y="3410"/>
                    <a:pt x="16214" y="3410"/>
                  </a:cubicBezTo>
                  <a:cubicBezTo>
                    <a:pt x="16270" y="3410"/>
                    <a:pt x="16270" y="3410"/>
                    <a:pt x="16270" y="3410"/>
                  </a:cubicBezTo>
                  <a:cubicBezTo>
                    <a:pt x="16326" y="3410"/>
                    <a:pt x="16326" y="3410"/>
                    <a:pt x="16326" y="3410"/>
                  </a:cubicBezTo>
                  <a:cubicBezTo>
                    <a:pt x="16438" y="3410"/>
                    <a:pt x="16438" y="3410"/>
                    <a:pt x="16438" y="3410"/>
                  </a:cubicBezTo>
                  <a:cubicBezTo>
                    <a:pt x="16438" y="3410"/>
                    <a:pt x="16438" y="3410"/>
                    <a:pt x="16438" y="3410"/>
                  </a:cubicBezTo>
                  <a:cubicBezTo>
                    <a:pt x="16494" y="3410"/>
                    <a:pt x="16494" y="3410"/>
                    <a:pt x="16494" y="3410"/>
                  </a:cubicBezTo>
                  <a:cubicBezTo>
                    <a:pt x="16550" y="3343"/>
                    <a:pt x="16550" y="3343"/>
                    <a:pt x="16550" y="3343"/>
                  </a:cubicBezTo>
                  <a:cubicBezTo>
                    <a:pt x="16606" y="3343"/>
                    <a:pt x="16606" y="3343"/>
                    <a:pt x="16606" y="3343"/>
                  </a:cubicBezTo>
                  <a:cubicBezTo>
                    <a:pt x="16606" y="3343"/>
                    <a:pt x="16606" y="3343"/>
                    <a:pt x="16606" y="3343"/>
                  </a:cubicBezTo>
                  <a:cubicBezTo>
                    <a:pt x="16662" y="3410"/>
                    <a:pt x="16662" y="3410"/>
                    <a:pt x="16662" y="3410"/>
                  </a:cubicBezTo>
                  <a:cubicBezTo>
                    <a:pt x="16662" y="3410"/>
                    <a:pt x="16662" y="3410"/>
                    <a:pt x="16662" y="3410"/>
                  </a:cubicBezTo>
                  <a:cubicBezTo>
                    <a:pt x="16775" y="3477"/>
                    <a:pt x="16775" y="3477"/>
                    <a:pt x="16775" y="3477"/>
                  </a:cubicBezTo>
                  <a:cubicBezTo>
                    <a:pt x="16831" y="3544"/>
                    <a:pt x="16831" y="3544"/>
                    <a:pt x="16831" y="3544"/>
                  </a:cubicBezTo>
                  <a:cubicBezTo>
                    <a:pt x="16831" y="3611"/>
                    <a:pt x="16831" y="3611"/>
                    <a:pt x="16831" y="3611"/>
                  </a:cubicBezTo>
                  <a:cubicBezTo>
                    <a:pt x="16887" y="3611"/>
                    <a:pt x="16887" y="3611"/>
                    <a:pt x="16887" y="3611"/>
                  </a:cubicBezTo>
                  <a:cubicBezTo>
                    <a:pt x="16943" y="3678"/>
                    <a:pt x="16943" y="3678"/>
                    <a:pt x="16943" y="3678"/>
                  </a:cubicBezTo>
                  <a:cubicBezTo>
                    <a:pt x="16943" y="3611"/>
                    <a:pt x="16943" y="3611"/>
                    <a:pt x="16943" y="3611"/>
                  </a:cubicBezTo>
                  <a:cubicBezTo>
                    <a:pt x="16999" y="3611"/>
                    <a:pt x="16999" y="3611"/>
                    <a:pt x="16999" y="3611"/>
                  </a:cubicBezTo>
                  <a:cubicBezTo>
                    <a:pt x="16943" y="3611"/>
                    <a:pt x="16943" y="3611"/>
                    <a:pt x="16943" y="3611"/>
                  </a:cubicBezTo>
                  <a:cubicBezTo>
                    <a:pt x="16887" y="3611"/>
                    <a:pt x="16887" y="3611"/>
                    <a:pt x="16887" y="3611"/>
                  </a:cubicBezTo>
                  <a:cubicBezTo>
                    <a:pt x="16887" y="3544"/>
                    <a:pt x="16887" y="3544"/>
                    <a:pt x="16887" y="3544"/>
                  </a:cubicBezTo>
                  <a:cubicBezTo>
                    <a:pt x="16887" y="3544"/>
                    <a:pt x="16887" y="3544"/>
                    <a:pt x="16887" y="3544"/>
                  </a:cubicBezTo>
                  <a:cubicBezTo>
                    <a:pt x="16943" y="3477"/>
                    <a:pt x="16943" y="3477"/>
                    <a:pt x="16943" y="3477"/>
                  </a:cubicBezTo>
                  <a:cubicBezTo>
                    <a:pt x="17055" y="3477"/>
                    <a:pt x="17055" y="3477"/>
                    <a:pt x="17055" y="3477"/>
                  </a:cubicBezTo>
                  <a:cubicBezTo>
                    <a:pt x="17111" y="3544"/>
                    <a:pt x="17111" y="3544"/>
                    <a:pt x="17111" y="3544"/>
                  </a:cubicBezTo>
                  <a:cubicBezTo>
                    <a:pt x="17111" y="3544"/>
                    <a:pt x="17111" y="3544"/>
                    <a:pt x="17111" y="3544"/>
                  </a:cubicBezTo>
                  <a:cubicBezTo>
                    <a:pt x="17111" y="3477"/>
                    <a:pt x="17111" y="3477"/>
                    <a:pt x="17111" y="3477"/>
                  </a:cubicBezTo>
                  <a:cubicBezTo>
                    <a:pt x="17111" y="3410"/>
                    <a:pt x="17111" y="3410"/>
                    <a:pt x="17111" y="3410"/>
                  </a:cubicBezTo>
                  <a:cubicBezTo>
                    <a:pt x="17111" y="3343"/>
                    <a:pt x="17111" y="3343"/>
                    <a:pt x="17111" y="3343"/>
                  </a:cubicBezTo>
                  <a:cubicBezTo>
                    <a:pt x="17111" y="3343"/>
                    <a:pt x="17111" y="3343"/>
                    <a:pt x="17111" y="3343"/>
                  </a:cubicBezTo>
                  <a:cubicBezTo>
                    <a:pt x="17111" y="3410"/>
                    <a:pt x="17111" y="3410"/>
                    <a:pt x="17111" y="3410"/>
                  </a:cubicBezTo>
                  <a:cubicBezTo>
                    <a:pt x="17055" y="3477"/>
                    <a:pt x="17055" y="3477"/>
                    <a:pt x="17055" y="3477"/>
                  </a:cubicBezTo>
                  <a:cubicBezTo>
                    <a:pt x="16999" y="3477"/>
                    <a:pt x="16999" y="3477"/>
                    <a:pt x="16999" y="3477"/>
                  </a:cubicBezTo>
                  <a:cubicBezTo>
                    <a:pt x="16887" y="3477"/>
                    <a:pt x="16887" y="3477"/>
                    <a:pt x="16887" y="3477"/>
                  </a:cubicBezTo>
                  <a:cubicBezTo>
                    <a:pt x="16831" y="3477"/>
                    <a:pt x="16831" y="3477"/>
                    <a:pt x="16831" y="3477"/>
                  </a:cubicBezTo>
                  <a:cubicBezTo>
                    <a:pt x="16831" y="3410"/>
                    <a:pt x="16831" y="3410"/>
                    <a:pt x="16831" y="3410"/>
                  </a:cubicBezTo>
                  <a:cubicBezTo>
                    <a:pt x="16775" y="3410"/>
                    <a:pt x="16775" y="3410"/>
                    <a:pt x="16775" y="3410"/>
                  </a:cubicBezTo>
                  <a:cubicBezTo>
                    <a:pt x="16718" y="3410"/>
                    <a:pt x="16718" y="3410"/>
                    <a:pt x="16718" y="3410"/>
                  </a:cubicBezTo>
                  <a:cubicBezTo>
                    <a:pt x="16662" y="3276"/>
                    <a:pt x="16662" y="3276"/>
                    <a:pt x="16662" y="3276"/>
                  </a:cubicBezTo>
                  <a:cubicBezTo>
                    <a:pt x="16606" y="3209"/>
                    <a:pt x="16606" y="3209"/>
                    <a:pt x="16606" y="3209"/>
                  </a:cubicBezTo>
                  <a:cubicBezTo>
                    <a:pt x="16662" y="3143"/>
                    <a:pt x="16662" y="3143"/>
                    <a:pt x="16662" y="3143"/>
                  </a:cubicBezTo>
                  <a:cubicBezTo>
                    <a:pt x="16718" y="3209"/>
                    <a:pt x="16718" y="3209"/>
                    <a:pt x="16718" y="3209"/>
                  </a:cubicBezTo>
                  <a:cubicBezTo>
                    <a:pt x="16718" y="3276"/>
                    <a:pt x="16718" y="3276"/>
                    <a:pt x="16718" y="3276"/>
                  </a:cubicBezTo>
                  <a:cubicBezTo>
                    <a:pt x="16718" y="3276"/>
                    <a:pt x="16718" y="3276"/>
                    <a:pt x="16718" y="3276"/>
                  </a:cubicBezTo>
                  <a:cubicBezTo>
                    <a:pt x="16775" y="3209"/>
                    <a:pt x="16775" y="3209"/>
                    <a:pt x="16775" y="3209"/>
                  </a:cubicBezTo>
                  <a:cubicBezTo>
                    <a:pt x="16775" y="3143"/>
                    <a:pt x="16775" y="3143"/>
                    <a:pt x="16775" y="3143"/>
                  </a:cubicBezTo>
                  <a:cubicBezTo>
                    <a:pt x="16775" y="3143"/>
                    <a:pt x="16775" y="3143"/>
                    <a:pt x="16775" y="3143"/>
                  </a:cubicBezTo>
                  <a:cubicBezTo>
                    <a:pt x="16718" y="3143"/>
                    <a:pt x="16718" y="3143"/>
                    <a:pt x="16718" y="3143"/>
                  </a:cubicBezTo>
                  <a:cubicBezTo>
                    <a:pt x="16718" y="3076"/>
                    <a:pt x="16718" y="3076"/>
                    <a:pt x="16718" y="3076"/>
                  </a:cubicBezTo>
                  <a:cubicBezTo>
                    <a:pt x="16775" y="3009"/>
                    <a:pt x="16775" y="3009"/>
                    <a:pt x="16775" y="3009"/>
                  </a:cubicBezTo>
                  <a:cubicBezTo>
                    <a:pt x="16775" y="2942"/>
                    <a:pt x="16775" y="2942"/>
                    <a:pt x="16775" y="2942"/>
                  </a:cubicBezTo>
                  <a:cubicBezTo>
                    <a:pt x="16831" y="2875"/>
                    <a:pt x="16831" y="2875"/>
                    <a:pt x="16831" y="2875"/>
                  </a:cubicBezTo>
                  <a:cubicBezTo>
                    <a:pt x="16775" y="2674"/>
                    <a:pt x="16775" y="2674"/>
                    <a:pt x="16775" y="2674"/>
                  </a:cubicBezTo>
                  <a:cubicBezTo>
                    <a:pt x="16775" y="2608"/>
                    <a:pt x="16775" y="2608"/>
                    <a:pt x="16775" y="2608"/>
                  </a:cubicBezTo>
                  <a:cubicBezTo>
                    <a:pt x="16718" y="2608"/>
                    <a:pt x="16718" y="2608"/>
                    <a:pt x="16718" y="2608"/>
                  </a:cubicBezTo>
                  <a:cubicBezTo>
                    <a:pt x="16718" y="2541"/>
                    <a:pt x="16718" y="2541"/>
                    <a:pt x="16718" y="2541"/>
                  </a:cubicBezTo>
                  <a:cubicBezTo>
                    <a:pt x="16718" y="2541"/>
                    <a:pt x="16718" y="2541"/>
                    <a:pt x="16718" y="2541"/>
                  </a:cubicBezTo>
                  <a:cubicBezTo>
                    <a:pt x="16775" y="2474"/>
                    <a:pt x="16775" y="2474"/>
                    <a:pt x="16775" y="2474"/>
                  </a:cubicBezTo>
                  <a:cubicBezTo>
                    <a:pt x="16775" y="2474"/>
                    <a:pt x="16775" y="2474"/>
                    <a:pt x="16775" y="2474"/>
                  </a:cubicBezTo>
                  <a:cubicBezTo>
                    <a:pt x="16831" y="2541"/>
                    <a:pt x="16831" y="2541"/>
                    <a:pt x="16831" y="2541"/>
                  </a:cubicBezTo>
                  <a:cubicBezTo>
                    <a:pt x="16831" y="2541"/>
                    <a:pt x="16831" y="2541"/>
                    <a:pt x="16831" y="2541"/>
                  </a:cubicBezTo>
                  <a:cubicBezTo>
                    <a:pt x="16887" y="2608"/>
                    <a:pt x="16887" y="2608"/>
                    <a:pt x="16887" y="2608"/>
                  </a:cubicBezTo>
                  <a:cubicBezTo>
                    <a:pt x="16887" y="2608"/>
                    <a:pt x="16887" y="2608"/>
                    <a:pt x="16887" y="2608"/>
                  </a:cubicBezTo>
                  <a:cubicBezTo>
                    <a:pt x="16887" y="2541"/>
                    <a:pt x="16887" y="2541"/>
                    <a:pt x="16887" y="2541"/>
                  </a:cubicBezTo>
                  <a:cubicBezTo>
                    <a:pt x="16887" y="2474"/>
                    <a:pt x="16887" y="2474"/>
                    <a:pt x="16887" y="2474"/>
                  </a:cubicBezTo>
                  <a:cubicBezTo>
                    <a:pt x="16831" y="2474"/>
                    <a:pt x="16831" y="2474"/>
                    <a:pt x="16831" y="2474"/>
                  </a:cubicBezTo>
                  <a:cubicBezTo>
                    <a:pt x="16775" y="2407"/>
                    <a:pt x="16775" y="2407"/>
                    <a:pt x="16775" y="2407"/>
                  </a:cubicBezTo>
                  <a:cubicBezTo>
                    <a:pt x="16775" y="2407"/>
                    <a:pt x="16775" y="2407"/>
                    <a:pt x="16775" y="2407"/>
                  </a:cubicBezTo>
                  <a:cubicBezTo>
                    <a:pt x="16831" y="2340"/>
                    <a:pt x="16831" y="2340"/>
                    <a:pt x="16831" y="2340"/>
                  </a:cubicBezTo>
                  <a:cubicBezTo>
                    <a:pt x="16943" y="2139"/>
                    <a:pt x="16943" y="2139"/>
                    <a:pt x="16943" y="2139"/>
                  </a:cubicBezTo>
                  <a:cubicBezTo>
                    <a:pt x="17055" y="2139"/>
                    <a:pt x="17055" y="2139"/>
                    <a:pt x="17055" y="2139"/>
                  </a:cubicBezTo>
                  <a:cubicBezTo>
                    <a:pt x="17055" y="2139"/>
                    <a:pt x="17055" y="2139"/>
                    <a:pt x="17055" y="2139"/>
                  </a:cubicBezTo>
                  <a:cubicBezTo>
                    <a:pt x="17111" y="2206"/>
                    <a:pt x="17111" y="2206"/>
                    <a:pt x="17111" y="2206"/>
                  </a:cubicBezTo>
                  <a:cubicBezTo>
                    <a:pt x="17167" y="2206"/>
                    <a:pt x="17167" y="2206"/>
                    <a:pt x="17167" y="2206"/>
                  </a:cubicBezTo>
                  <a:cubicBezTo>
                    <a:pt x="17223" y="2206"/>
                    <a:pt x="17223" y="2206"/>
                    <a:pt x="17223" y="2206"/>
                  </a:cubicBezTo>
                  <a:cubicBezTo>
                    <a:pt x="17280" y="2340"/>
                    <a:pt x="17280" y="2340"/>
                    <a:pt x="17280" y="2340"/>
                  </a:cubicBezTo>
                  <a:cubicBezTo>
                    <a:pt x="17280" y="2340"/>
                    <a:pt x="17280" y="2340"/>
                    <a:pt x="17280" y="2340"/>
                  </a:cubicBezTo>
                  <a:cubicBezTo>
                    <a:pt x="17336" y="2474"/>
                    <a:pt x="17336" y="2474"/>
                    <a:pt x="17336" y="2474"/>
                  </a:cubicBezTo>
                  <a:cubicBezTo>
                    <a:pt x="17392" y="2541"/>
                    <a:pt x="17392" y="2541"/>
                    <a:pt x="17392" y="2541"/>
                  </a:cubicBezTo>
                  <a:cubicBezTo>
                    <a:pt x="17392" y="2674"/>
                    <a:pt x="17392" y="2674"/>
                    <a:pt x="17392" y="2674"/>
                  </a:cubicBezTo>
                  <a:cubicBezTo>
                    <a:pt x="17392" y="2741"/>
                    <a:pt x="17392" y="2741"/>
                    <a:pt x="17392" y="2741"/>
                  </a:cubicBezTo>
                  <a:cubicBezTo>
                    <a:pt x="17448" y="2808"/>
                    <a:pt x="17448" y="2808"/>
                    <a:pt x="17448" y="2808"/>
                  </a:cubicBezTo>
                  <a:cubicBezTo>
                    <a:pt x="17448" y="2808"/>
                    <a:pt x="17448" y="2808"/>
                    <a:pt x="17448" y="2808"/>
                  </a:cubicBezTo>
                  <a:cubicBezTo>
                    <a:pt x="17448" y="2808"/>
                    <a:pt x="17448" y="2808"/>
                    <a:pt x="17448" y="2808"/>
                  </a:cubicBezTo>
                  <a:cubicBezTo>
                    <a:pt x="17504" y="2808"/>
                    <a:pt x="17504" y="2808"/>
                    <a:pt x="17504" y="2808"/>
                  </a:cubicBezTo>
                  <a:cubicBezTo>
                    <a:pt x="17504" y="2875"/>
                    <a:pt x="17504" y="2875"/>
                    <a:pt x="17504" y="2875"/>
                  </a:cubicBezTo>
                  <a:cubicBezTo>
                    <a:pt x="17560" y="2808"/>
                    <a:pt x="17560" y="2808"/>
                    <a:pt x="17560" y="2808"/>
                  </a:cubicBezTo>
                  <a:cubicBezTo>
                    <a:pt x="17560" y="2808"/>
                    <a:pt x="17560" y="2808"/>
                    <a:pt x="17560" y="2808"/>
                  </a:cubicBezTo>
                  <a:cubicBezTo>
                    <a:pt x="17616" y="2808"/>
                    <a:pt x="17616" y="2808"/>
                    <a:pt x="17616" y="2808"/>
                  </a:cubicBezTo>
                  <a:cubicBezTo>
                    <a:pt x="17560" y="2808"/>
                    <a:pt x="17560" y="2808"/>
                    <a:pt x="17560" y="2808"/>
                  </a:cubicBezTo>
                  <a:cubicBezTo>
                    <a:pt x="17504" y="2808"/>
                    <a:pt x="17504" y="2808"/>
                    <a:pt x="17504" y="2808"/>
                  </a:cubicBezTo>
                  <a:cubicBezTo>
                    <a:pt x="17504" y="2741"/>
                    <a:pt x="17504" y="2741"/>
                    <a:pt x="17504" y="2741"/>
                  </a:cubicBezTo>
                  <a:cubicBezTo>
                    <a:pt x="17448" y="2741"/>
                    <a:pt x="17448" y="2741"/>
                    <a:pt x="17448" y="2741"/>
                  </a:cubicBezTo>
                  <a:cubicBezTo>
                    <a:pt x="17448" y="2674"/>
                    <a:pt x="17448" y="2674"/>
                    <a:pt x="17448" y="2674"/>
                  </a:cubicBezTo>
                  <a:cubicBezTo>
                    <a:pt x="17504" y="2608"/>
                    <a:pt x="17504" y="2608"/>
                    <a:pt x="17504" y="2608"/>
                  </a:cubicBezTo>
                  <a:cubicBezTo>
                    <a:pt x="17504" y="2608"/>
                    <a:pt x="17504" y="2608"/>
                    <a:pt x="17504" y="2608"/>
                  </a:cubicBezTo>
                  <a:cubicBezTo>
                    <a:pt x="17504" y="2407"/>
                    <a:pt x="17504" y="2407"/>
                    <a:pt x="17504" y="2407"/>
                  </a:cubicBezTo>
                  <a:cubicBezTo>
                    <a:pt x="17448" y="2340"/>
                    <a:pt x="17448" y="2340"/>
                    <a:pt x="17448" y="2340"/>
                  </a:cubicBezTo>
                  <a:cubicBezTo>
                    <a:pt x="17504" y="2273"/>
                    <a:pt x="17504" y="2273"/>
                    <a:pt x="17504" y="2273"/>
                  </a:cubicBezTo>
                  <a:cubicBezTo>
                    <a:pt x="17560" y="2273"/>
                    <a:pt x="17560" y="2273"/>
                    <a:pt x="17560" y="2273"/>
                  </a:cubicBezTo>
                  <a:cubicBezTo>
                    <a:pt x="17616" y="2273"/>
                    <a:pt x="17616" y="2273"/>
                    <a:pt x="17616" y="2273"/>
                  </a:cubicBezTo>
                  <a:cubicBezTo>
                    <a:pt x="17672" y="2340"/>
                    <a:pt x="17672" y="2340"/>
                    <a:pt x="17672" y="2340"/>
                  </a:cubicBezTo>
                  <a:cubicBezTo>
                    <a:pt x="17728" y="2340"/>
                    <a:pt x="17728" y="2340"/>
                    <a:pt x="17728" y="2340"/>
                  </a:cubicBezTo>
                  <a:cubicBezTo>
                    <a:pt x="17841" y="2340"/>
                    <a:pt x="17841" y="2340"/>
                    <a:pt x="17841" y="2340"/>
                  </a:cubicBezTo>
                  <a:cubicBezTo>
                    <a:pt x="17953" y="2340"/>
                    <a:pt x="17953" y="2340"/>
                    <a:pt x="17953" y="2340"/>
                  </a:cubicBezTo>
                  <a:cubicBezTo>
                    <a:pt x="18009" y="2340"/>
                    <a:pt x="18009" y="2340"/>
                    <a:pt x="18009" y="2340"/>
                  </a:cubicBezTo>
                  <a:cubicBezTo>
                    <a:pt x="18065" y="2340"/>
                    <a:pt x="18065" y="2340"/>
                    <a:pt x="18065" y="2340"/>
                  </a:cubicBezTo>
                  <a:cubicBezTo>
                    <a:pt x="18121" y="2340"/>
                    <a:pt x="18121" y="2340"/>
                    <a:pt x="18121" y="2340"/>
                  </a:cubicBezTo>
                  <a:cubicBezTo>
                    <a:pt x="18177" y="2407"/>
                    <a:pt x="18177" y="2407"/>
                    <a:pt x="18177" y="2407"/>
                  </a:cubicBezTo>
                  <a:cubicBezTo>
                    <a:pt x="18233" y="2407"/>
                    <a:pt x="18233" y="2407"/>
                    <a:pt x="18233" y="2407"/>
                  </a:cubicBezTo>
                  <a:cubicBezTo>
                    <a:pt x="18289" y="2407"/>
                    <a:pt x="18289" y="2407"/>
                    <a:pt x="18289" y="2407"/>
                  </a:cubicBezTo>
                  <a:cubicBezTo>
                    <a:pt x="18289" y="2340"/>
                    <a:pt x="18289" y="2340"/>
                    <a:pt x="18289" y="2340"/>
                  </a:cubicBezTo>
                  <a:cubicBezTo>
                    <a:pt x="18233" y="2340"/>
                    <a:pt x="18233" y="2340"/>
                    <a:pt x="18233" y="2340"/>
                  </a:cubicBezTo>
                  <a:cubicBezTo>
                    <a:pt x="18177" y="2340"/>
                    <a:pt x="18177" y="2340"/>
                    <a:pt x="18177" y="2340"/>
                  </a:cubicBezTo>
                  <a:cubicBezTo>
                    <a:pt x="18121" y="2340"/>
                    <a:pt x="18121" y="2340"/>
                    <a:pt x="18121" y="2340"/>
                  </a:cubicBezTo>
                  <a:cubicBezTo>
                    <a:pt x="18065" y="2273"/>
                    <a:pt x="18065" y="2273"/>
                    <a:pt x="18065" y="2273"/>
                  </a:cubicBezTo>
                  <a:cubicBezTo>
                    <a:pt x="18065" y="2273"/>
                    <a:pt x="18065" y="2273"/>
                    <a:pt x="18065" y="2273"/>
                  </a:cubicBezTo>
                  <a:cubicBezTo>
                    <a:pt x="18121" y="2273"/>
                    <a:pt x="18121" y="2273"/>
                    <a:pt x="18121" y="2273"/>
                  </a:cubicBezTo>
                  <a:cubicBezTo>
                    <a:pt x="18177" y="2273"/>
                    <a:pt x="18177" y="2273"/>
                    <a:pt x="18177" y="2273"/>
                  </a:cubicBezTo>
                  <a:cubicBezTo>
                    <a:pt x="18345" y="2206"/>
                    <a:pt x="18345" y="2206"/>
                    <a:pt x="18345" y="2206"/>
                  </a:cubicBezTo>
                  <a:cubicBezTo>
                    <a:pt x="18458" y="2206"/>
                    <a:pt x="18458" y="2206"/>
                    <a:pt x="18458" y="2206"/>
                  </a:cubicBezTo>
                  <a:cubicBezTo>
                    <a:pt x="18570" y="2273"/>
                    <a:pt x="18570" y="2273"/>
                    <a:pt x="18570" y="2273"/>
                  </a:cubicBezTo>
                  <a:cubicBezTo>
                    <a:pt x="18626" y="2273"/>
                    <a:pt x="18626" y="2273"/>
                    <a:pt x="18626" y="2273"/>
                  </a:cubicBezTo>
                  <a:cubicBezTo>
                    <a:pt x="18682" y="2273"/>
                    <a:pt x="18682" y="2273"/>
                    <a:pt x="18682" y="2273"/>
                  </a:cubicBezTo>
                  <a:cubicBezTo>
                    <a:pt x="18738" y="2273"/>
                    <a:pt x="18738" y="2273"/>
                    <a:pt x="18738" y="2273"/>
                  </a:cubicBezTo>
                  <a:cubicBezTo>
                    <a:pt x="18682" y="2206"/>
                    <a:pt x="18682" y="2206"/>
                    <a:pt x="18682" y="2206"/>
                  </a:cubicBezTo>
                  <a:cubicBezTo>
                    <a:pt x="18682" y="2206"/>
                    <a:pt x="18682" y="2206"/>
                    <a:pt x="18682" y="2206"/>
                  </a:cubicBezTo>
                  <a:cubicBezTo>
                    <a:pt x="18626" y="2206"/>
                    <a:pt x="18626" y="2206"/>
                    <a:pt x="18626" y="2206"/>
                  </a:cubicBezTo>
                  <a:cubicBezTo>
                    <a:pt x="18626" y="2206"/>
                    <a:pt x="18626" y="2206"/>
                    <a:pt x="18626" y="2206"/>
                  </a:cubicBezTo>
                  <a:cubicBezTo>
                    <a:pt x="18570" y="2139"/>
                    <a:pt x="18570" y="2139"/>
                    <a:pt x="18570" y="2139"/>
                  </a:cubicBezTo>
                  <a:cubicBezTo>
                    <a:pt x="18514" y="2139"/>
                    <a:pt x="18514" y="2139"/>
                    <a:pt x="18514" y="2139"/>
                  </a:cubicBezTo>
                  <a:cubicBezTo>
                    <a:pt x="18514" y="2139"/>
                    <a:pt x="18514" y="2139"/>
                    <a:pt x="18514" y="2139"/>
                  </a:cubicBezTo>
                  <a:cubicBezTo>
                    <a:pt x="18345" y="2139"/>
                    <a:pt x="18345" y="2139"/>
                    <a:pt x="18345" y="2139"/>
                  </a:cubicBezTo>
                  <a:cubicBezTo>
                    <a:pt x="18345" y="2139"/>
                    <a:pt x="18345" y="2139"/>
                    <a:pt x="18345" y="2139"/>
                  </a:cubicBezTo>
                  <a:cubicBezTo>
                    <a:pt x="18402" y="2073"/>
                    <a:pt x="18402" y="2073"/>
                    <a:pt x="18402" y="2073"/>
                  </a:cubicBezTo>
                  <a:cubicBezTo>
                    <a:pt x="18402" y="2006"/>
                    <a:pt x="18402" y="2006"/>
                    <a:pt x="18402" y="2006"/>
                  </a:cubicBezTo>
                  <a:cubicBezTo>
                    <a:pt x="18458" y="2006"/>
                    <a:pt x="18458" y="2006"/>
                    <a:pt x="18458" y="2006"/>
                  </a:cubicBezTo>
                  <a:cubicBezTo>
                    <a:pt x="18514" y="1939"/>
                    <a:pt x="18514" y="1939"/>
                    <a:pt x="18514" y="1939"/>
                  </a:cubicBezTo>
                  <a:cubicBezTo>
                    <a:pt x="18570" y="1872"/>
                    <a:pt x="18570" y="1872"/>
                    <a:pt x="18570" y="1872"/>
                  </a:cubicBezTo>
                  <a:cubicBezTo>
                    <a:pt x="18682" y="1805"/>
                    <a:pt x="18682" y="1805"/>
                    <a:pt x="18682" y="1805"/>
                  </a:cubicBezTo>
                  <a:cubicBezTo>
                    <a:pt x="18738" y="1805"/>
                    <a:pt x="18738" y="1805"/>
                    <a:pt x="18738" y="1805"/>
                  </a:cubicBezTo>
                  <a:cubicBezTo>
                    <a:pt x="18850" y="1738"/>
                    <a:pt x="18850" y="1738"/>
                    <a:pt x="18850" y="1738"/>
                  </a:cubicBezTo>
                  <a:cubicBezTo>
                    <a:pt x="18850" y="1738"/>
                    <a:pt x="18850" y="1738"/>
                    <a:pt x="18850" y="1738"/>
                  </a:cubicBezTo>
                  <a:cubicBezTo>
                    <a:pt x="18738" y="1738"/>
                    <a:pt x="18738" y="1738"/>
                    <a:pt x="18738" y="1738"/>
                  </a:cubicBezTo>
                  <a:cubicBezTo>
                    <a:pt x="18626" y="1805"/>
                    <a:pt x="18626" y="1805"/>
                    <a:pt x="18626" y="1805"/>
                  </a:cubicBezTo>
                  <a:cubicBezTo>
                    <a:pt x="18514" y="1872"/>
                    <a:pt x="18514" y="1872"/>
                    <a:pt x="18514" y="1872"/>
                  </a:cubicBezTo>
                  <a:cubicBezTo>
                    <a:pt x="18514" y="1939"/>
                    <a:pt x="18514" y="1939"/>
                    <a:pt x="18514" y="1939"/>
                  </a:cubicBezTo>
                  <a:cubicBezTo>
                    <a:pt x="18458" y="1939"/>
                    <a:pt x="18458" y="1939"/>
                    <a:pt x="18458" y="1939"/>
                  </a:cubicBezTo>
                  <a:cubicBezTo>
                    <a:pt x="18458" y="1872"/>
                    <a:pt x="18458" y="1872"/>
                    <a:pt x="18458" y="1872"/>
                  </a:cubicBezTo>
                  <a:cubicBezTo>
                    <a:pt x="18458" y="1872"/>
                    <a:pt x="18458" y="1872"/>
                    <a:pt x="18458" y="1872"/>
                  </a:cubicBezTo>
                  <a:cubicBezTo>
                    <a:pt x="18402" y="1939"/>
                    <a:pt x="18402" y="1939"/>
                    <a:pt x="18402" y="1939"/>
                  </a:cubicBezTo>
                  <a:cubicBezTo>
                    <a:pt x="18345" y="1939"/>
                    <a:pt x="18345" y="1939"/>
                    <a:pt x="18345" y="1939"/>
                  </a:cubicBezTo>
                  <a:cubicBezTo>
                    <a:pt x="18289" y="2006"/>
                    <a:pt x="18289" y="2006"/>
                    <a:pt x="18289" y="2006"/>
                  </a:cubicBezTo>
                  <a:cubicBezTo>
                    <a:pt x="18345" y="2006"/>
                    <a:pt x="18345" y="2006"/>
                    <a:pt x="18345" y="2006"/>
                  </a:cubicBezTo>
                  <a:cubicBezTo>
                    <a:pt x="18345" y="2073"/>
                    <a:pt x="18345" y="2073"/>
                    <a:pt x="18345" y="2073"/>
                  </a:cubicBezTo>
                  <a:cubicBezTo>
                    <a:pt x="18233" y="2139"/>
                    <a:pt x="18233" y="2139"/>
                    <a:pt x="18233" y="2139"/>
                  </a:cubicBezTo>
                  <a:cubicBezTo>
                    <a:pt x="18177" y="2139"/>
                    <a:pt x="18177" y="2139"/>
                    <a:pt x="18177" y="2139"/>
                  </a:cubicBezTo>
                  <a:cubicBezTo>
                    <a:pt x="18009" y="2206"/>
                    <a:pt x="18009" y="2206"/>
                    <a:pt x="18009" y="2206"/>
                  </a:cubicBezTo>
                  <a:cubicBezTo>
                    <a:pt x="17953" y="2206"/>
                    <a:pt x="17953" y="2206"/>
                    <a:pt x="17953" y="2206"/>
                  </a:cubicBezTo>
                  <a:cubicBezTo>
                    <a:pt x="17897" y="2206"/>
                    <a:pt x="17897" y="2206"/>
                    <a:pt x="17897" y="2206"/>
                  </a:cubicBezTo>
                  <a:cubicBezTo>
                    <a:pt x="17784" y="2206"/>
                    <a:pt x="17784" y="2206"/>
                    <a:pt x="17784" y="2206"/>
                  </a:cubicBezTo>
                  <a:cubicBezTo>
                    <a:pt x="17728" y="2139"/>
                    <a:pt x="17728" y="2139"/>
                    <a:pt x="17728" y="2139"/>
                  </a:cubicBezTo>
                  <a:cubicBezTo>
                    <a:pt x="17616" y="2139"/>
                    <a:pt x="17616" y="2139"/>
                    <a:pt x="17616" y="2139"/>
                  </a:cubicBezTo>
                  <a:cubicBezTo>
                    <a:pt x="17616" y="2139"/>
                    <a:pt x="17616" y="2139"/>
                    <a:pt x="17616" y="2139"/>
                  </a:cubicBezTo>
                  <a:cubicBezTo>
                    <a:pt x="17616" y="2139"/>
                    <a:pt x="17616" y="2139"/>
                    <a:pt x="17616" y="2139"/>
                  </a:cubicBezTo>
                  <a:cubicBezTo>
                    <a:pt x="17672" y="2073"/>
                    <a:pt x="17672" y="2073"/>
                    <a:pt x="17672" y="2073"/>
                  </a:cubicBezTo>
                  <a:cubicBezTo>
                    <a:pt x="17728" y="2073"/>
                    <a:pt x="17728" y="2073"/>
                    <a:pt x="17728" y="2073"/>
                  </a:cubicBezTo>
                  <a:cubicBezTo>
                    <a:pt x="17784" y="2006"/>
                    <a:pt x="17784" y="2006"/>
                    <a:pt x="17784" y="2006"/>
                  </a:cubicBezTo>
                  <a:cubicBezTo>
                    <a:pt x="17841" y="2006"/>
                    <a:pt x="17841" y="2006"/>
                    <a:pt x="17841" y="2006"/>
                  </a:cubicBezTo>
                  <a:cubicBezTo>
                    <a:pt x="17897" y="1939"/>
                    <a:pt x="17897" y="1939"/>
                    <a:pt x="17897" y="1939"/>
                  </a:cubicBezTo>
                  <a:cubicBezTo>
                    <a:pt x="17841" y="1939"/>
                    <a:pt x="17841" y="1939"/>
                    <a:pt x="17841" y="1939"/>
                  </a:cubicBezTo>
                  <a:cubicBezTo>
                    <a:pt x="17784" y="2006"/>
                    <a:pt x="17784" y="2006"/>
                    <a:pt x="17784" y="2006"/>
                  </a:cubicBezTo>
                  <a:cubicBezTo>
                    <a:pt x="17728" y="2006"/>
                    <a:pt x="17728" y="2006"/>
                    <a:pt x="17728" y="2006"/>
                  </a:cubicBezTo>
                  <a:cubicBezTo>
                    <a:pt x="17672" y="2006"/>
                    <a:pt x="17672" y="2006"/>
                    <a:pt x="17672" y="2006"/>
                  </a:cubicBezTo>
                  <a:cubicBezTo>
                    <a:pt x="17616" y="2006"/>
                    <a:pt x="17616" y="2006"/>
                    <a:pt x="17616" y="2006"/>
                  </a:cubicBezTo>
                  <a:cubicBezTo>
                    <a:pt x="17616" y="1939"/>
                    <a:pt x="17616" y="1939"/>
                    <a:pt x="17616" y="1939"/>
                  </a:cubicBezTo>
                  <a:cubicBezTo>
                    <a:pt x="17672" y="1939"/>
                    <a:pt x="17672" y="1939"/>
                    <a:pt x="17672" y="1939"/>
                  </a:cubicBezTo>
                  <a:cubicBezTo>
                    <a:pt x="17672" y="1939"/>
                    <a:pt x="17672" y="1939"/>
                    <a:pt x="17672" y="1939"/>
                  </a:cubicBezTo>
                  <a:cubicBezTo>
                    <a:pt x="17560" y="1939"/>
                    <a:pt x="17560" y="1939"/>
                    <a:pt x="17560" y="1939"/>
                  </a:cubicBezTo>
                  <a:cubicBezTo>
                    <a:pt x="17560" y="2006"/>
                    <a:pt x="17560" y="2006"/>
                    <a:pt x="17560" y="2006"/>
                  </a:cubicBezTo>
                  <a:cubicBezTo>
                    <a:pt x="17504" y="2073"/>
                    <a:pt x="17504" y="2073"/>
                    <a:pt x="17504" y="2073"/>
                  </a:cubicBezTo>
                  <a:cubicBezTo>
                    <a:pt x="17392" y="2073"/>
                    <a:pt x="17392" y="2073"/>
                    <a:pt x="17392" y="2073"/>
                  </a:cubicBezTo>
                  <a:cubicBezTo>
                    <a:pt x="17336" y="2073"/>
                    <a:pt x="17336" y="2073"/>
                    <a:pt x="17336" y="2073"/>
                  </a:cubicBezTo>
                  <a:cubicBezTo>
                    <a:pt x="17223" y="2073"/>
                    <a:pt x="17223" y="2073"/>
                    <a:pt x="17223" y="2073"/>
                  </a:cubicBezTo>
                  <a:cubicBezTo>
                    <a:pt x="17167" y="2006"/>
                    <a:pt x="17167" y="2006"/>
                    <a:pt x="17167" y="2006"/>
                  </a:cubicBezTo>
                  <a:cubicBezTo>
                    <a:pt x="17167" y="1939"/>
                    <a:pt x="17167" y="1939"/>
                    <a:pt x="17167" y="1939"/>
                  </a:cubicBezTo>
                  <a:cubicBezTo>
                    <a:pt x="17111" y="1939"/>
                    <a:pt x="17111" y="1939"/>
                    <a:pt x="17111" y="1939"/>
                  </a:cubicBezTo>
                  <a:cubicBezTo>
                    <a:pt x="17055" y="1939"/>
                    <a:pt x="17055" y="1939"/>
                    <a:pt x="17055" y="1939"/>
                  </a:cubicBezTo>
                  <a:cubicBezTo>
                    <a:pt x="17055" y="1872"/>
                    <a:pt x="17055" y="1872"/>
                    <a:pt x="17055" y="1872"/>
                  </a:cubicBezTo>
                  <a:cubicBezTo>
                    <a:pt x="17111" y="1872"/>
                    <a:pt x="17111" y="1872"/>
                    <a:pt x="17111" y="1872"/>
                  </a:cubicBezTo>
                  <a:cubicBezTo>
                    <a:pt x="17167" y="1805"/>
                    <a:pt x="17167" y="1805"/>
                    <a:pt x="17167" y="1805"/>
                  </a:cubicBezTo>
                  <a:cubicBezTo>
                    <a:pt x="17223" y="1738"/>
                    <a:pt x="17223" y="1738"/>
                    <a:pt x="17223" y="1738"/>
                  </a:cubicBezTo>
                  <a:cubicBezTo>
                    <a:pt x="17280" y="1671"/>
                    <a:pt x="17280" y="1671"/>
                    <a:pt x="17280" y="1671"/>
                  </a:cubicBezTo>
                  <a:cubicBezTo>
                    <a:pt x="17336" y="1604"/>
                    <a:pt x="17336" y="1604"/>
                    <a:pt x="17336" y="1604"/>
                  </a:cubicBezTo>
                  <a:cubicBezTo>
                    <a:pt x="17336" y="1604"/>
                    <a:pt x="17336" y="1604"/>
                    <a:pt x="17336" y="1604"/>
                  </a:cubicBezTo>
                  <a:cubicBezTo>
                    <a:pt x="17392" y="1604"/>
                    <a:pt x="17392" y="1604"/>
                    <a:pt x="17392" y="1604"/>
                  </a:cubicBezTo>
                  <a:cubicBezTo>
                    <a:pt x="17504" y="1604"/>
                    <a:pt x="17504" y="1604"/>
                    <a:pt x="17504" y="1604"/>
                  </a:cubicBezTo>
                  <a:cubicBezTo>
                    <a:pt x="17560" y="1604"/>
                    <a:pt x="17560" y="1604"/>
                    <a:pt x="17560" y="1604"/>
                  </a:cubicBezTo>
                  <a:cubicBezTo>
                    <a:pt x="17560" y="1604"/>
                    <a:pt x="17560" y="1604"/>
                    <a:pt x="17560" y="1604"/>
                  </a:cubicBezTo>
                  <a:cubicBezTo>
                    <a:pt x="17672" y="1671"/>
                    <a:pt x="17672" y="1671"/>
                    <a:pt x="17672" y="1671"/>
                  </a:cubicBezTo>
                  <a:cubicBezTo>
                    <a:pt x="17784" y="1671"/>
                    <a:pt x="17784" y="1671"/>
                    <a:pt x="17784" y="1671"/>
                  </a:cubicBezTo>
                  <a:cubicBezTo>
                    <a:pt x="17784" y="1671"/>
                    <a:pt x="17784" y="1671"/>
                    <a:pt x="17784" y="1671"/>
                  </a:cubicBezTo>
                  <a:cubicBezTo>
                    <a:pt x="17897" y="1671"/>
                    <a:pt x="17897" y="1671"/>
                    <a:pt x="17897" y="1671"/>
                  </a:cubicBezTo>
                  <a:cubicBezTo>
                    <a:pt x="17897" y="1671"/>
                    <a:pt x="17897" y="1671"/>
                    <a:pt x="17897" y="1671"/>
                  </a:cubicBezTo>
                  <a:cubicBezTo>
                    <a:pt x="17841" y="1604"/>
                    <a:pt x="17841" y="1604"/>
                    <a:pt x="17841" y="1604"/>
                  </a:cubicBezTo>
                  <a:cubicBezTo>
                    <a:pt x="17784" y="1671"/>
                    <a:pt x="17784" y="1671"/>
                    <a:pt x="17784" y="1671"/>
                  </a:cubicBezTo>
                  <a:cubicBezTo>
                    <a:pt x="17672" y="1604"/>
                    <a:pt x="17672" y="1604"/>
                    <a:pt x="17672" y="1604"/>
                  </a:cubicBezTo>
                  <a:cubicBezTo>
                    <a:pt x="17616" y="1604"/>
                    <a:pt x="17616" y="1604"/>
                    <a:pt x="17616" y="1604"/>
                  </a:cubicBezTo>
                  <a:cubicBezTo>
                    <a:pt x="17560" y="1604"/>
                    <a:pt x="17560" y="1604"/>
                    <a:pt x="17560" y="1604"/>
                  </a:cubicBezTo>
                  <a:cubicBezTo>
                    <a:pt x="17448" y="1604"/>
                    <a:pt x="17448" y="1604"/>
                    <a:pt x="17448" y="1604"/>
                  </a:cubicBezTo>
                  <a:cubicBezTo>
                    <a:pt x="17336" y="1538"/>
                    <a:pt x="17336" y="1538"/>
                    <a:pt x="17336" y="1538"/>
                  </a:cubicBezTo>
                  <a:cubicBezTo>
                    <a:pt x="17280" y="1538"/>
                    <a:pt x="17280" y="1538"/>
                    <a:pt x="17280" y="1538"/>
                  </a:cubicBezTo>
                  <a:cubicBezTo>
                    <a:pt x="17280" y="1604"/>
                    <a:pt x="17280" y="1604"/>
                    <a:pt x="17280" y="1604"/>
                  </a:cubicBezTo>
                  <a:cubicBezTo>
                    <a:pt x="17223" y="1671"/>
                    <a:pt x="17223" y="1671"/>
                    <a:pt x="17223" y="1671"/>
                  </a:cubicBezTo>
                  <a:cubicBezTo>
                    <a:pt x="17167" y="1738"/>
                    <a:pt x="17167" y="1738"/>
                    <a:pt x="17167" y="1738"/>
                  </a:cubicBezTo>
                  <a:cubicBezTo>
                    <a:pt x="17055" y="1738"/>
                    <a:pt x="17055" y="1738"/>
                    <a:pt x="17055" y="1738"/>
                  </a:cubicBezTo>
                  <a:cubicBezTo>
                    <a:pt x="16999" y="1872"/>
                    <a:pt x="16999" y="1872"/>
                    <a:pt x="16999" y="1872"/>
                  </a:cubicBezTo>
                  <a:cubicBezTo>
                    <a:pt x="16999" y="1872"/>
                    <a:pt x="16999" y="1872"/>
                    <a:pt x="16999" y="1872"/>
                  </a:cubicBezTo>
                  <a:cubicBezTo>
                    <a:pt x="16943" y="1805"/>
                    <a:pt x="16943" y="1805"/>
                    <a:pt x="16943" y="1805"/>
                  </a:cubicBezTo>
                  <a:cubicBezTo>
                    <a:pt x="16887" y="1738"/>
                    <a:pt x="16887" y="1738"/>
                    <a:pt x="16887" y="1738"/>
                  </a:cubicBezTo>
                  <a:cubicBezTo>
                    <a:pt x="16831" y="1738"/>
                    <a:pt x="16831" y="1738"/>
                    <a:pt x="16831" y="1738"/>
                  </a:cubicBezTo>
                  <a:cubicBezTo>
                    <a:pt x="16831" y="1671"/>
                    <a:pt x="16831" y="1671"/>
                    <a:pt x="16831" y="1671"/>
                  </a:cubicBezTo>
                  <a:cubicBezTo>
                    <a:pt x="16775" y="1604"/>
                    <a:pt x="16775" y="1604"/>
                    <a:pt x="16775" y="1604"/>
                  </a:cubicBezTo>
                  <a:cubicBezTo>
                    <a:pt x="16775" y="1538"/>
                    <a:pt x="16775" y="1538"/>
                    <a:pt x="16775" y="1538"/>
                  </a:cubicBezTo>
                  <a:cubicBezTo>
                    <a:pt x="16775" y="1538"/>
                    <a:pt x="16775" y="1538"/>
                    <a:pt x="16775" y="1538"/>
                  </a:cubicBezTo>
                  <a:cubicBezTo>
                    <a:pt x="16775" y="1471"/>
                    <a:pt x="16775" y="1471"/>
                    <a:pt x="16775" y="1471"/>
                  </a:cubicBezTo>
                  <a:cubicBezTo>
                    <a:pt x="16775" y="1404"/>
                    <a:pt x="16775" y="1404"/>
                    <a:pt x="16775" y="1404"/>
                  </a:cubicBezTo>
                  <a:cubicBezTo>
                    <a:pt x="16831" y="1471"/>
                    <a:pt x="16831" y="1471"/>
                    <a:pt x="16831" y="1471"/>
                  </a:cubicBezTo>
                  <a:cubicBezTo>
                    <a:pt x="16887" y="1404"/>
                    <a:pt x="16887" y="1404"/>
                    <a:pt x="16887" y="1404"/>
                  </a:cubicBezTo>
                  <a:cubicBezTo>
                    <a:pt x="16887" y="1471"/>
                    <a:pt x="16887" y="1471"/>
                    <a:pt x="16887" y="1471"/>
                  </a:cubicBezTo>
                  <a:cubicBezTo>
                    <a:pt x="17055" y="1471"/>
                    <a:pt x="17055" y="1471"/>
                    <a:pt x="17055" y="1471"/>
                  </a:cubicBezTo>
                  <a:cubicBezTo>
                    <a:pt x="17111" y="1538"/>
                    <a:pt x="17111" y="1538"/>
                    <a:pt x="17111" y="1538"/>
                  </a:cubicBezTo>
                  <a:cubicBezTo>
                    <a:pt x="17167" y="1538"/>
                    <a:pt x="17167" y="1538"/>
                    <a:pt x="17167" y="1538"/>
                  </a:cubicBezTo>
                  <a:cubicBezTo>
                    <a:pt x="17167" y="1538"/>
                    <a:pt x="17167" y="1538"/>
                    <a:pt x="17167" y="1538"/>
                  </a:cubicBezTo>
                  <a:cubicBezTo>
                    <a:pt x="17223" y="1538"/>
                    <a:pt x="17223" y="1538"/>
                    <a:pt x="17223" y="1538"/>
                  </a:cubicBezTo>
                  <a:cubicBezTo>
                    <a:pt x="17280" y="1471"/>
                    <a:pt x="17280" y="1471"/>
                    <a:pt x="17280" y="1471"/>
                  </a:cubicBezTo>
                  <a:cubicBezTo>
                    <a:pt x="17336" y="1538"/>
                    <a:pt x="17336" y="1538"/>
                    <a:pt x="17336" y="1538"/>
                  </a:cubicBezTo>
                  <a:cubicBezTo>
                    <a:pt x="17392" y="1471"/>
                    <a:pt x="17392" y="1471"/>
                    <a:pt x="17392" y="1471"/>
                  </a:cubicBezTo>
                  <a:cubicBezTo>
                    <a:pt x="17448" y="1471"/>
                    <a:pt x="17448" y="1471"/>
                    <a:pt x="17448" y="1471"/>
                  </a:cubicBezTo>
                  <a:cubicBezTo>
                    <a:pt x="17448" y="1471"/>
                    <a:pt x="17448" y="1471"/>
                    <a:pt x="17448" y="1471"/>
                  </a:cubicBezTo>
                  <a:cubicBezTo>
                    <a:pt x="17560" y="1471"/>
                    <a:pt x="17560" y="1471"/>
                    <a:pt x="17560" y="1471"/>
                  </a:cubicBezTo>
                  <a:cubicBezTo>
                    <a:pt x="17672" y="1404"/>
                    <a:pt x="17672" y="1404"/>
                    <a:pt x="17672" y="1404"/>
                  </a:cubicBezTo>
                  <a:cubicBezTo>
                    <a:pt x="17672" y="1404"/>
                    <a:pt x="17672" y="1404"/>
                    <a:pt x="17672" y="1404"/>
                  </a:cubicBezTo>
                  <a:cubicBezTo>
                    <a:pt x="17672" y="1337"/>
                    <a:pt x="17672" y="1337"/>
                    <a:pt x="17672" y="1337"/>
                  </a:cubicBezTo>
                  <a:cubicBezTo>
                    <a:pt x="17616" y="1404"/>
                    <a:pt x="17616" y="1404"/>
                    <a:pt x="17616" y="1404"/>
                  </a:cubicBezTo>
                  <a:cubicBezTo>
                    <a:pt x="17616" y="1404"/>
                    <a:pt x="17616" y="1404"/>
                    <a:pt x="17616" y="1404"/>
                  </a:cubicBezTo>
                  <a:cubicBezTo>
                    <a:pt x="17560" y="1404"/>
                    <a:pt x="17560" y="1404"/>
                    <a:pt x="17560" y="1404"/>
                  </a:cubicBezTo>
                  <a:cubicBezTo>
                    <a:pt x="17504" y="1404"/>
                    <a:pt x="17504" y="1404"/>
                    <a:pt x="17504" y="1404"/>
                  </a:cubicBezTo>
                  <a:cubicBezTo>
                    <a:pt x="17392" y="1404"/>
                    <a:pt x="17392" y="1404"/>
                    <a:pt x="17392" y="1404"/>
                  </a:cubicBezTo>
                  <a:cubicBezTo>
                    <a:pt x="17336" y="1471"/>
                    <a:pt x="17336" y="1471"/>
                    <a:pt x="17336" y="1471"/>
                  </a:cubicBezTo>
                  <a:cubicBezTo>
                    <a:pt x="17280" y="1471"/>
                    <a:pt x="17280" y="1471"/>
                    <a:pt x="17280" y="1471"/>
                  </a:cubicBezTo>
                  <a:cubicBezTo>
                    <a:pt x="17223" y="1471"/>
                    <a:pt x="17223" y="1471"/>
                    <a:pt x="17223" y="1471"/>
                  </a:cubicBezTo>
                  <a:cubicBezTo>
                    <a:pt x="17223" y="1471"/>
                    <a:pt x="17223" y="1471"/>
                    <a:pt x="17223" y="1471"/>
                  </a:cubicBezTo>
                  <a:cubicBezTo>
                    <a:pt x="17167" y="1471"/>
                    <a:pt x="17167" y="1471"/>
                    <a:pt x="17167" y="1471"/>
                  </a:cubicBezTo>
                  <a:cubicBezTo>
                    <a:pt x="17111" y="1404"/>
                    <a:pt x="17111" y="1404"/>
                    <a:pt x="17111" y="1404"/>
                  </a:cubicBezTo>
                  <a:cubicBezTo>
                    <a:pt x="17055" y="1404"/>
                    <a:pt x="17055" y="1404"/>
                    <a:pt x="17055" y="1404"/>
                  </a:cubicBezTo>
                  <a:cubicBezTo>
                    <a:pt x="17055" y="1404"/>
                    <a:pt x="17055" y="1404"/>
                    <a:pt x="17055" y="1404"/>
                  </a:cubicBezTo>
                  <a:cubicBezTo>
                    <a:pt x="16999" y="1404"/>
                    <a:pt x="16999" y="1404"/>
                    <a:pt x="16999" y="1404"/>
                  </a:cubicBezTo>
                  <a:cubicBezTo>
                    <a:pt x="16887" y="1337"/>
                    <a:pt x="16887" y="1337"/>
                    <a:pt x="16887" y="1337"/>
                  </a:cubicBezTo>
                  <a:cubicBezTo>
                    <a:pt x="16831" y="1404"/>
                    <a:pt x="16831" y="1404"/>
                    <a:pt x="16831" y="1404"/>
                  </a:cubicBezTo>
                  <a:cubicBezTo>
                    <a:pt x="16775" y="1337"/>
                    <a:pt x="16775" y="1337"/>
                    <a:pt x="16775" y="1337"/>
                  </a:cubicBezTo>
                  <a:cubicBezTo>
                    <a:pt x="16775" y="1337"/>
                    <a:pt x="16775" y="1337"/>
                    <a:pt x="16775" y="1337"/>
                  </a:cubicBezTo>
                  <a:cubicBezTo>
                    <a:pt x="16831" y="1270"/>
                    <a:pt x="16831" y="1270"/>
                    <a:pt x="16831" y="1270"/>
                  </a:cubicBezTo>
                  <a:cubicBezTo>
                    <a:pt x="16831" y="1203"/>
                    <a:pt x="16831" y="1203"/>
                    <a:pt x="16831" y="1203"/>
                  </a:cubicBezTo>
                  <a:cubicBezTo>
                    <a:pt x="16831" y="1203"/>
                    <a:pt x="16831" y="1203"/>
                    <a:pt x="16831" y="1203"/>
                  </a:cubicBezTo>
                  <a:cubicBezTo>
                    <a:pt x="16887" y="1203"/>
                    <a:pt x="16887" y="1203"/>
                    <a:pt x="16887" y="1203"/>
                  </a:cubicBezTo>
                  <a:cubicBezTo>
                    <a:pt x="16887" y="1270"/>
                    <a:pt x="16887" y="1270"/>
                    <a:pt x="16887" y="1270"/>
                  </a:cubicBezTo>
                  <a:cubicBezTo>
                    <a:pt x="16999" y="1203"/>
                    <a:pt x="16999" y="1203"/>
                    <a:pt x="16999" y="1203"/>
                  </a:cubicBezTo>
                  <a:cubicBezTo>
                    <a:pt x="16999" y="1203"/>
                    <a:pt x="16999" y="1203"/>
                    <a:pt x="16999" y="1203"/>
                  </a:cubicBezTo>
                  <a:cubicBezTo>
                    <a:pt x="16943" y="1203"/>
                    <a:pt x="16943" y="1203"/>
                    <a:pt x="16943" y="1203"/>
                  </a:cubicBezTo>
                  <a:cubicBezTo>
                    <a:pt x="16943" y="1203"/>
                    <a:pt x="16943" y="1203"/>
                    <a:pt x="16943" y="1203"/>
                  </a:cubicBezTo>
                  <a:cubicBezTo>
                    <a:pt x="16887" y="1136"/>
                    <a:pt x="16887" y="1136"/>
                    <a:pt x="16887" y="1136"/>
                  </a:cubicBezTo>
                  <a:cubicBezTo>
                    <a:pt x="16887" y="1136"/>
                    <a:pt x="16887" y="1136"/>
                    <a:pt x="16887" y="1136"/>
                  </a:cubicBezTo>
                  <a:cubicBezTo>
                    <a:pt x="16999" y="1136"/>
                    <a:pt x="16999" y="1136"/>
                    <a:pt x="16999" y="1136"/>
                  </a:cubicBezTo>
                  <a:cubicBezTo>
                    <a:pt x="17055" y="1069"/>
                    <a:pt x="17055" y="1069"/>
                    <a:pt x="17055" y="1069"/>
                  </a:cubicBezTo>
                  <a:cubicBezTo>
                    <a:pt x="17111" y="1069"/>
                    <a:pt x="17111" y="1069"/>
                    <a:pt x="17111" y="1069"/>
                  </a:cubicBezTo>
                  <a:cubicBezTo>
                    <a:pt x="17167" y="1003"/>
                    <a:pt x="17167" y="1003"/>
                    <a:pt x="17167" y="1003"/>
                  </a:cubicBezTo>
                  <a:cubicBezTo>
                    <a:pt x="17223" y="1003"/>
                    <a:pt x="17223" y="1003"/>
                    <a:pt x="17223" y="1003"/>
                  </a:cubicBezTo>
                  <a:cubicBezTo>
                    <a:pt x="17223" y="1069"/>
                    <a:pt x="17223" y="1069"/>
                    <a:pt x="17223" y="1069"/>
                  </a:cubicBezTo>
                  <a:cubicBezTo>
                    <a:pt x="17280" y="1003"/>
                    <a:pt x="17280" y="1003"/>
                    <a:pt x="17280" y="1003"/>
                  </a:cubicBezTo>
                  <a:cubicBezTo>
                    <a:pt x="17280" y="1003"/>
                    <a:pt x="17280" y="1003"/>
                    <a:pt x="17280" y="1003"/>
                  </a:cubicBezTo>
                  <a:cubicBezTo>
                    <a:pt x="17280" y="1003"/>
                    <a:pt x="17280" y="1003"/>
                    <a:pt x="17280" y="1003"/>
                  </a:cubicBezTo>
                  <a:cubicBezTo>
                    <a:pt x="17167" y="1003"/>
                    <a:pt x="17167" y="1003"/>
                    <a:pt x="17167" y="1003"/>
                  </a:cubicBezTo>
                  <a:cubicBezTo>
                    <a:pt x="17055" y="1003"/>
                    <a:pt x="17055" y="1003"/>
                    <a:pt x="17055" y="1003"/>
                  </a:cubicBezTo>
                  <a:cubicBezTo>
                    <a:pt x="16999" y="1003"/>
                    <a:pt x="16999" y="1003"/>
                    <a:pt x="16999" y="1003"/>
                  </a:cubicBezTo>
                  <a:cubicBezTo>
                    <a:pt x="16943" y="1003"/>
                    <a:pt x="16943" y="1003"/>
                    <a:pt x="16943" y="1003"/>
                  </a:cubicBezTo>
                  <a:cubicBezTo>
                    <a:pt x="16943" y="1069"/>
                    <a:pt x="16943" y="1069"/>
                    <a:pt x="16943" y="1069"/>
                  </a:cubicBezTo>
                  <a:cubicBezTo>
                    <a:pt x="16887" y="1069"/>
                    <a:pt x="16887" y="1069"/>
                    <a:pt x="16887" y="1069"/>
                  </a:cubicBezTo>
                  <a:cubicBezTo>
                    <a:pt x="16887" y="1003"/>
                    <a:pt x="16887" y="1003"/>
                    <a:pt x="16887" y="1003"/>
                  </a:cubicBezTo>
                  <a:cubicBezTo>
                    <a:pt x="16887" y="1003"/>
                    <a:pt x="16887" y="1003"/>
                    <a:pt x="16887" y="1003"/>
                  </a:cubicBezTo>
                  <a:cubicBezTo>
                    <a:pt x="16943" y="936"/>
                    <a:pt x="16943" y="936"/>
                    <a:pt x="16943" y="936"/>
                  </a:cubicBezTo>
                  <a:cubicBezTo>
                    <a:pt x="16999" y="869"/>
                    <a:pt x="16999" y="869"/>
                    <a:pt x="16999" y="869"/>
                  </a:cubicBezTo>
                  <a:cubicBezTo>
                    <a:pt x="17055" y="869"/>
                    <a:pt x="17055" y="869"/>
                    <a:pt x="17055" y="869"/>
                  </a:cubicBezTo>
                  <a:cubicBezTo>
                    <a:pt x="17111" y="869"/>
                    <a:pt x="17111" y="869"/>
                    <a:pt x="17111" y="869"/>
                  </a:cubicBezTo>
                  <a:cubicBezTo>
                    <a:pt x="17055" y="869"/>
                    <a:pt x="17055" y="869"/>
                    <a:pt x="17055" y="869"/>
                  </a:cubicBezTo>
                  <a:cubicBezTo>
                    <a:pt x="17055" y="869"/>
                    <a:pt x="17055" y="869"/>
                    <a:pt x="17055" y="869"/>
                  </a:cubicBezTo>
                  <a:cubicBezTo>
                    <a:pt x="17055" y="735"/>
                    <a:pt x="17055" y="735"/>
                    <a:pt x="17055" y="735"/>
                  </a:cubicBezTo>
                  <a:cubicBezTo>
                    <a:pt x="16999" y="802"/>
                    <a:pt x="16999" y="802"/>
                    <a:pt x="16999" y="802"/>
                  </a:cubicBezTo>
                  <a:cubicBezTo>
                    <a:pt x="16999" y="802"/>
                    <a:pt x="16999" y="802"/>
                    <a:pt x="16999" y="802"/>
                  </a:cubicBezTo>
                  <a:cubicBezTo>
                    <a:pt x="16999" y="869"/>
                    <a:pt x="16999" y="869"/>
                    <a:pt x="16999" y="869"/>
                  </a:cubicBezTo>
                  <a:cubicBezTo>
                    <a:pt x="16999" y="802"/>
                    <a:pt x="16999" y="802"/>
                    <a:pt x="16999" y="802"/>
                  </a:cubicBezTo>
                  <a:cubicBezTo>
                    <a:pt x="16943" y="802"/>
                    <a:pt x="16943" y="802"/>
                    <a:pt x="16943" y="802"/>
                  </a:cubicBezTo>
                  <a:cubicBezTo>
                    <a:pt x="16943" y="802"/>
                    <a:pt x="16943" y="802"/>
                    <a:pt x="16943" y="802"/>
                  </a:cubicBezTo>
                  <a:cubicBezTo>
                    <a:pt x="16887" y="802"/>
                    <a:pt x="16887" y="802"/>
                    <a:pt x="16887" y="802"/>
                  </a:cubicBezTo>
                  <a:cubicBezTo>
                    <a:pt x="16887" y="869"/>
                    <a:pt x="16887" y="869"/>
                    <a:pt x="16887" y="869"/>
                  </a:cubicBezTo>
                  <a:cubicBezTo>
                    <a:pt x="16831" y="936"/>
                    <a:pt x="16831" y="936"/>
                    <a:pt x="16831" y="936"/>
                  </a:cubicBezTo>
                  <a:cubicBezTo>
                    <a:pt x="16775" y="936"/>
                    <a:pt x="16775" y="936"/>
                    <a:pt x="16775" y="936"/>
                  </a:cubicBezTo>
                  <a:cubicBezTo>
                    <a:pt x="16775" y="869"/>
                    <a:pt x="16775" y="869"/>
                    <a:pt x="16775" y="869"/>
                  </a:cubicBezTo>
                  <a:cubicBezTo>
                    <a:pt x="16775" y="802"/>
                    <a:pt x="16775" y="802"/>
                    <a:pt x="16775" y="802"/>
                  </a:cubicBezTo>
                  <a:cubicBezTo>
                    <a:pt x="16775" y="802"/>
                    <a:pt x="16775" y="802"/>
                    <a:pt x="16775" y="802"/>
                  </a:cubicBezTo>
                  <a:cubicBezTo>
                    <a:pt x="16775" y="735"/>
                    <a:pt x="16775" y="735"/>
                    <a:pt x="16775" y="735"/>
                  </a:cubicBezTo>
                  <a:cubicBezTo>
                    <a:pt x="16775" y="735"/>
                    <a:pt x="16775" y="735"/>
                    <a:pt x="16775" y="735"/>
                  </a:cubicBezTo>
                  <a:cubicBezTo>
                    <a:pt x="16831" y="802"/>
                    <a:pt x="16831" y="802"/>
                    <a:pt x="16831" y="802"/>
                  </a:cubicBezTo>
                  <a:cubicBezTo>
                    <a:pt x="16831" y="735"/>
                    <a:pt x="16831" y="735"/>
                    <a:pt x="16831" y="735"/>
                  </a:cubicBezTo>
                  <a:cubicBezTo>
                    <a:pt x="16831" y="668"/>
                    <a:pt x="16831" y="668"/>
                    <a:pt x="16831" y="668"/>
                  </a:cubicBezTo>
                  <a:cubicBezTo>
                    <a:pt x="16887" y="668"/>
                    <a:pt x="16887" y="668"/>
                    <a:pt x="16887" y="668"/>
                  </a:cubicBezTo>
                  <a:cubicBezTo>
                    <a:pt x="16943" y="668"/>
                    <a:pt x="16943" y="668"/>
                    <a:pt x="16943" y="668"/>
                  </a:cubicBezTo>
                  <a:cubicBezTo>
                    <a:pt x="16999" y="601"/>
                    <a:pt x="16999" y="601"/>
                    <a:pt x="16999" y="601"/>
                  </a:cubicBezTo>
                  <a:cubicBezTo>
                    <a:pt x="17055" y="601"/>
                    <a:pt x="17055" y="601"/>
                    <a:pt x="17055" y="601"/>
                  </a:cubicBezTo>
                  <a:cubicBezTo>
                    <a:pt x="17111" y="601"/>
                    <a:pt x="17111" y="601"/>
                    <a:pt x="17111" y="601"/>
                  </a:cubicBezTo>
                  <a:cubicBezTo>
                    <a:pt x="17223" y="534"/>
                    <a:pt x="17223" y="534"/>
                    <a:pt x="17223" y="534"/>
                  </a:cubicBezTo>
                  <a:cubicBezTo>
                    <a:pt x="17223" y="534"/>
                    <a:pt x="17223" y="534"/>
                    <a:pt x="17223" y="534"/>
                  </a:cubicBezTo>
                  <a:cubicBezTo>
                    <a:pt x="17280" y="534"/>
                    <a:pt x="17280" y="534"/>
                    <a:pt x="17280" y="534"/>
                  </a:cubicBezTo>
                  <a:cubicBezTo>
                    <a:pt x="17280" y="601"/>
                    <a:pt x="17280" y="601"/>
                    <a:pt x="17280" y="601"/>
                  </a:cubicBezTo>
                  <a:cubicBezTo>
                    <a:pt x="17280" y="601"/>
                    <a:pt x="17280" y="601"/>
                    <a:pt x="17280" y="601"/>
                  </a:cubicBezTo>
                  <a:cubicBezTo>
                    <a:pt x="17280" y="735"/>
                    <a:pt x="17280" y="735"/>
                    <a:pt x="17280" y="735"/>
                  </a:cubicBezTo>
                  <a:cubicBezTo>
                    <a:pt x="17280" y="735"/>
                    <a:pt x="17280" y="735"/>
                    <a:pt x="17280" y="735"/>
                  </a:cubicBezTo>
                  <a:cubicBezTo>
                    <a:pt x="17336" y="668"/>
                    <a:pt x="17336" y="668"/>
                    <a:pt x="17336" y="668"/>
                  </a:cubicBezTo>
                  <a:cubicBezTo>
                    <a:pt x="17336" y="601"/>
                    <a:pt x="17336" y="601"/>
                    <a:pt x="17336" y="601"/>
                  </a:cubicBezTo>
                  <a:cubicBezTo>
                    <a:pt x="17392" y="668"/>
                    <a:pt x="17392" y="668"/>
                    <a:pt x="17392" y="668"/>
                  </a:cubicBezTo>
                  <a:cubicBezTo>
                    <a:pt x="17336" y="668"/>
                    <a:pt x="17336" y="668"/>
                    <a:pt x="17336" y="668"/>
                  </a:cubicBezTo>
                  <a:cubicBezTo>
                    <a:pt x="17336" y="735"/>
                    <a:pt x="17336" y="735"/>
                    <a:pt x="17336" y="735"/>
                  </a:cubicBezTo>
                  <a:cubicBezTo>
                    <a:pt x="17392" y="668"/>
                    <a:pt x="17392" y="668"/>
                    <a:pt x="17392" y="668"/>
                  </a:cubicBezTo>
                  <a:cubicBezTo>
                    <a:pt x="17392" y="668"/>
                    <a:pt x="17392" y="668"/>
                    <a:pt x="17392" y="668"/>
                  </a:cubicBezTo>
                  <a:cubicBezTo>
                    <a:pt x="17392" y="601"/>
                    <a:pt x="17392" y="601"/>
                    <a:pt x="17392" y="601"/>
                  </a:cubicBezTo>
                  <a:cubicBezTo>
                    <a:pt x="17392" y="601"/>
                    <a:pt x="17392" y="601"/>
                    <a:pt x="17392" y="601"/>
                  </a:cubicBezTo>
                  <a:cubicBezTo>
                    <a:pt x="17392" y="534"/>
                    <a:pt x="17392" y="534"/>
                    <a:pt x="17392" y="534"/>
                  </a:cubicBezTo>
                  <a:cubicBezTo>
                    <a:pt x="17448" y="534"/>
                    <a:pt x="17448" y="534"/>
                    <a:pt x="17448" y="534"/>
                  </a:cubicBezTo>
                  <a:cubicBezTo>
                    <a:pt x="17504" y="468"/>
                    <a:pt x="17504" y="468"/>
                    <a:pt x="17504" y="468"/>
                  </a:cubicBezTo>
                  <a:cubicBezTo>
                    <a:pt x="17504" y="468"/>
                    <a:pt x="17504" y="468"/>
                    <a:pt x="17504" y="468"/>
                  </a:cubicBezTo>
                  <a:cubicBezTo>
                    <a:pt x="17504" y="534"/>
                    <a:pt x="17504" y="534"/>
                    <a:pt x="17504" y="534"/>
                  </a:cubicBezTo>
                  <a:cubicBezTo>
                    <a:pt x="17504" y="601"/>
                    <a:pt x="17504" y="601"/>
                    <a:pt x="17504" y="601"/>
                  </a:cubicBezTo>
                  <a:cubicBezTo>
                    <a:pt x="17560" y="601"/>
                    <a:pt x="17560" y="601"/>
                    <a:pt x="17560" y="601"/>
                  </a:cubicBezTo>
                  <a:cubicBezTo>
                    <a:pt x="17560" y="668"/>
                    <a:pt x="17560" y="668"/>
                    <a:pt x="17560" y="668"/>
                  </a:cubicBezTo>
                  <a:cubicBezTo>
                    <a:pt x="17560" y="735"/>
                    <a:pt x="17560" y="735"/>
                    <a:pt x="17560" y="735"/>
                  </a:cubicBezTo>
                  <a:cubicBezTo>
                    <a:pt x="17560" y="735"/>
                    <a:pt x="17560" y="735"/>
                    <a:pt x="17560" y="735"/>
                  </a:cubicBezTo>
                  <a:cubicBezTo>
                    <a:pt x="17560" y="802"/>
                    <a:pt x="17560" y="802"/>
                    <a:pt x="17560" y="802"/>
                  </a:cubicBezTo>
                  <a:cubicBezTo>
                    <a:pt x="17616" y="802"/>
                    <a:pt x="17616" y="802"/>
                    <a:pt x="17616" y="802"/>
                  </a:cubicBezTo>
                  <a:cubicBezTo>
                    <a:pt x="17616" y="802"/>
                    <a:pt x="17616" y="802"/>
                    <a:pt x="17616" y="802"/>
                  </a:cubicBezTo>
                  <a:cubicBezTo>
                    <a:pt x="17616" y="735"/>
                    <a:pt x="17616" y="735"/>
                    <a:pt x="17616" y="735"/>
                  </a:cubicBezTo>
                  <a:cubicBezTo>
                    <a:pt x="17616" y="668"/>
                    <a:pt x="17616" y="668"/>
                    <a:pt x="17616" y="668"/>
                  </a:cubicBezTo>
                  <a:cubicBezTo>
                    <a:pt x="17616" y="668"/>
                    <a:pt x="17616" y="668"/>
                    <a:pt x="17616" y="668"/>
                  </a:cubicBezTo>
                  <a:cubicBezTo>
                    <a:pt x="17672" y="601"/>
                    <a:pt x="17672" y="601"/>
                    <a:pt x="17672" y="601"/>
                  </a:cubicBezTo>
                  <a:cubicBezTo>
                    <a:pt x="17728" y="601"/>
                    <a:pt x="17728" y="601"/>
                    <a:pt x="17728" y="601"/>
                  </a:cubicBezTo>
                  <a:cubicBezTo>
                    <a:pt x="17784" y="668"/>
                    <a:pt x="17784" y="668"/>
                    <a:pt x="17784" y="668"/>
                  </a:cubicBezTo>
                  <a:cubicBezTo>
                    <a:pt x="17784" y="735"/>
                    <a:pt x="17784" y="735"/>
                    <a:pt x="17784" y="735"/>
                  </a:cubicBezTo>
                  <a:cubicBezTo>
                    <a:pt x="17728" y="802"/>
                    <a:pt x="17728" y="802"/>
                    <a:pt x="17728" y="802"/>
                  </a:cubicBezTo>
                  <a:cubicBezTo>
                    <a:pt x="17784" y="802"/>
                    <a:pt x="17784" y="802"/>
                    <a:pt x="17784" y="802"/>
                  </a:cubicBezTo>
                  <a:cubicBezTo>
                    <a:pt x="17784" y="869"/>
                    <a:pt x="17784" y="869"/>
                    <a:pt x="17784" y="869"/>
                  </a:cubicBezTo>
                  <a:cubicBezTo>
                    <a:pt x="17784" y="802"/>
                    <a:pt x="17784" y="802"/>
                    <a:pt x="17784" y="802"/>
                  </a:cubicBezTo>
                  <a:cubicBezTo>
                    <a:pt x="17784" y="735"/>
                    <a:pt x="17784" y="735"/>
                    <a:pt x="17784" y="735"/>
                  </a:cubicBezTo>
                  <a:cubicBezTo>
                    <a:pt x="17841" y="735"/>
                    <a:pt x="17841" y="735"/>
                    <a:pt x="17841" y="735"/>
                  </a:cubicBezTo>
                  <a:cubicBezTo>
                    <a:pt x="17841" y="735"/>
                    <a:pt x="17841" y="735"/>
                    <a:pt x="17841" y="735"/>
                  </a:cubicBezTo>
                  <a:cubicBezTo>
                    <a:pt x="17897" y="735"/>
                    <a:pt x="17897" y="735"/>
                    <a:pt x="17897" y="735"/>
                  </a:cubicBezTo>
                  <a:cubicBezTo>
                    <a:pt x="17841" y="802"/>
                    <a:pt x="17841" y="802"/>
                    <a:pt x="17841" y="802"/>
                  </a:cubicBezTo>
                  <a:cubicBezTo>
                    <a:pt x="17841" y="802"/>
                    <a:pt x="17841" y="802"/>
                    <a:pt x="17841" y="802"/>
                  </a:cubicBezTo>
                  <a:cubicBezTo>
                    <a:pt x="17897" y="869"/>
                    <a:pt x="17897" y="869"/>
                    <a:pt x="17897" y="869"/>
                  </a:cubicBezTo>
                  <a:cubicBezTo>
                    <a:pt x="17897" y="802"/>
                    <a:pt x="17897" y="802"/>
                    <a:pt x="17897" y="802"/>
                  </a:cubicBezTo>
                  <a:cubicBezTo>
                    <a:pt x="17953" y="802"/>
                    <a:pt x="17953" y="802"/>
                    <a:pt x="17953" y="802"/>
                  </a:cubicBezTo>
                  <a:cubicBezTo>
                    <a:pt x="17953" y="869"/>
                    <a:pt x="17953" y="869"/>
                    <a:pt x="17953" y="869"/>
                  </a:cubicBezTo>
                  <a:cubicBezTo>
                    <a:pt x="17953" y="802"/>
                    <a:pt x="17953" y="802"/>
                    <a:pt x="17953" y="802"/>
                  </a:cubicBezTo>
                  <a:cubicBezTo>
                    <a:pt x="17953" y="735"/>
                    <a:pt x="17953" y="735"/>
                    <a:pt x="17953" y="735"/>
                  </a:cubicBezTo>
                  <a:cubicBezTo>
                    <a:pt x="17897" y="668"/>
                    <a:pt x="17897" y="668"/>
                    <a:pt x="17897" y="668"/>
                  </a:cubicBezTo>
                  <a:cubicBezTo>
                    <a:pt x="17897" y="668"/>
                    <a:pt x="17897" y="668"/>
                    <a:pt x="17897" y="668"/>
                  </a:cubicBezTo>
                  <a:cubicBezTo>
                    <a:pt x="17897" y="668"/>
                    <a:pt x="17897" y="668"/>
                    <a:pt x="17897" y="668"/>
                  </a:cubicBezTo>
                  <a:cubicBezTo>
                    <a:pt x="17897" y="601"/>
                    <a:pt x="17897" y="601"/>
                    <a:pt x="17897" y="601"/>
                  </a:cubicBezTo>
                  <a:cubicBezTo>
                    <a:pt x="17841" y="534"/>
                    <a:pt x="17841" y="534"/>
                    <a:pt x="17841" y="534"/>
                  </a:cubicBezTo>
                  <a:cubicBezTo>
                    <a:pt x="17841" y="534"/>
                    <a:pt x="17841" y="534"/>
                    <a:pt x="17841" y="534"/>
                  </a:cubicBezTo>
                  <a:cubicBezTo>
                    <a:pt x="17784" y="468"/>
                    <a:pt x="17784" y="468"/>
                    <a:pt x="17784" y="468"/>
                  </a:cubicBezTo>
                  <a:cubicBezTo>
                    <a:pt x="17784" y="401"/>
                    <a:pt x="17784" y="401"/>
                    <a:pt x="17784" y="401"/>
                  </a:cubicBezTo>
                  <a:cubicBezTo>
                    <a:pt x="17841" y="401"/>
                    <a:pt x="17841" y="401"/>
                    <a:pt x="17841" y="401"/>
                  </a:cubicBezTo>
                  <a:cubicBezTo>
                    <a:pt x="17897" y="468"/>
                    <a:pt x="17897" y="468"/>
                    <a:pt x="17897" y="468"/>
                  </a:cubicBezTo>
                  <a:cubicBezTo>
                    <a:pt x="17953" y="468"/>
                    <a:pt x="17953" y="468"/>
                    <a:pt x="17953" y="468"/>
                  </a:cubicBezTo>
                  <a:cubicBezTo>
                    <a:pt x="18009" y="468"/>
                    <a:pt x="18009" y="468"/>
                    <a:pt x="18009" y="468"/>
                  </a:cubicBezTo>
                  <a:cubicBezTo>
                    <a:pt x="18009" y="401"/>
                    <a:pt x="18009" y="401"/>
                    <a:pt x="18009" y="401"/>
                  </a:cubicBezTo>
                  <a:cubicBezTo>
                    <a:pt x="18009" y="334"/>
                    <a:pt x="18009" y="334"/>
                    <a:pt x="18009" y="334"/>
                  </a:cubicBezTo>
                  <a:cubicBezTo>
                    <a:pt x="17953" y="267"/>
                    <a:pt x="17953" y="267"/>
                    <a:pt x="17953" y="267"/>
                  </a:cubicBezTo>
                  <a:cubicBezTo>
                    <a:pt x="18009" y="267"/>
                    <a:pt x="18009" y="267"/>
                    <a:pt x="18009" y="267"/>
                  </a:cubicBezTo>
                  <a:cubicBezTo>
                    <a:pt x="18065" y="200"/>
                    <a:pt x="18065" y="200"/>
                    <a:pt x="18065" y="200"/>
                  </a:cubicBezTo>
                  <a:cubicBezTo>
                    <a:pt x="18065" y="267"/>
                    <a:pt x="18065" y="267"/>
                    <a:pt x="18065" y="267"/>
                  </a:cubicBezTo>
                  <a:cubicBezTo>
                    <a:pt x="18177" y="267"/>
                    <a:pt x="18177" y="267"/>
                    <a:pt x="18177" y="267"/>
                  </a:cubicBezTo>
                  <a:cubicBezTo>
                    <a:pt x="18177" y="267"/>
                    <a:pt x="18177" y="267"/>
                    <a:pt x="18177" y="267"/>
                  </a:cubicBezTo>
                  <a:cubicBezTo>
                    <a:pt x="18177" y="334"/>
                    <a:pt x="18177" y="334"/>
                    <a:pt x="18177" y="334"/>
                  </a:cubicBezTo>
                  <a:cubicBezTo>
                    <a:pt x="18177" y="334"/>
                    <a:pt x="18177" y="334"/>
                    <a:pt x="18177" y="334"/>
                  </a:cubicBezTo>
                  <a:cubicBezTo>
                    <a:pt x="18177" y="401"/>
                    <a:pt x="18177" y="401"/>
                    <a:pt x="18177" y="401"/>
                  </a:cubicBezTo>
                  <a:cubicBezTo>
                    <a:pt x="18233" y="401"/>
                    <a:pt x="18233" y="401"/>
                    <a:pt x="18233" y="401"/>
                  </a:cubicBezTo>
                  <a:cubicBezTo>
                    <a:pt x="18233" y="468"/>
                    <a:pt x="18233" y="468"/>
                    <a:pt x="18233" y="468"/>
                  </a:cubicBezTo>
                  <a:cubicBezTo>
                    <a:pt x="18233" y="534"/>
                    <a:pt x="18233" y="534"/>
                    <a:pt x="18233" y="534"/>
                  </a:cubicBezTo>
                  <a:cubicBezTo>
                    <a:pt x="18233" y="668"/>
                    <a:pt x="18233" y="668"/>
                    <a:pt x="18233" y="668"/>
                  </a:cubicBezTo>
                  <a:cubicBezTo>
                    <a:pt x="18289" y="601"/>
                    <a:pt x="18289" y="601"/>
                    <a:pt x="18289" y="601"/>
                  </a:cubicBezTo>
                  <a:cubicBezTo>
                    <a:pt x="18345" y="601"/>
                    <a:pt x="18345" y="601"/>
                    <a:pt x="18345" y="601"/>
                  </a:cubicBezTo>
                  <a:cubicBezTo>
                    <a:pt x="18345" y="601"/>
                    <a:pt x="18345" y="601"/>
                    <a:pt x="18345" y="601"/>
                  </a:cubicBezTo>
                  <a:cubicBezTo>
                    <a:pt x="18345" y="601"/>
                    <a:pt x="18345" y="601"/>
                    <a:pt x="18345" y="601"/>
                  </a:cubicBezTo>
                  <a:cubicBezTo>
                    <a:pt x="18345" y="668"/>
                    <a:pt x="18345" y="668"/>
                    <a:pt x="18345" y="668"/>
                  </a:cubicBezTo>
                  <a:cubicBezTo>
                    <a:pt x="18402" y="601"/>
                    <a:pt x="18402" y="601"/>
                    <a:pt x="18402" y="601"/>
                  </a:cubicBezTo>
                  <a:cubicBezTo>
                    <a:pt x="18402" y="601"/>
                    <a:pt x="18402" y="601"/>
                    <a:pt x="18402" y="601"/>
                  </a:cubicBezTo>
                  <a:cubicBezTo>
                    <a:pt x="18458" y="534"/>
                    <a:pt x="18458" y="534"/>
                    <a:pt x="18458" y="534"/>
                  </a:cubicBezTo>
                  <a:cubicBezTo>
                    <a:pt x="18514" y="534"/>
                    <a:pt x="18514" y="534"/>
                    <a:pt x="18514" y="534"/>
                  </a:cubicBezTo>
                  <a:cubicBezTo>
                    <a:pt x="18458" y="401"/>
                    <a:pt x="18458" y="401"/>
                    <a:pt x="18458" y="401"/>
                  </a:cubicBezTo>
                  <a:cubicBezTo>
                    <a:pt x="18514" y="401"/>
                    <a:pt x="18514" y="401"/>
                    <a:pt x="18514" y="401"/>
                  </a:cubicBezTo>
                  <a:cubicBezTo>
                    <a:pt x="18514" y="401"/>
                    <a:pt x="18514" y="401"/>
                    <a:pt x="18514" y="401"/>
                  </a:cubicBezTo>
                  <a:cubicBezTo>
                    <a:pt x="18570" y="401"/>
                    <a:pt x="18570" y="401"/>
                    <a:pt x="18570" y="401"/>
                  </a:cubicBezTo>
                  <a:cubicBezTo>
                    <a:pt x="18626" y="401"/>
                    <a:pt x="18626" y="401"/>
                    <a:pt x="18626" y="401"/>
                  </a:cubicBezTo>
                  <a:cubicBezTo>
                    <a:pt x="18626" y="401"/>
                    <a:pt x="18626" y="401"/>
                    <a:pt x="18626" y="401"/>
                  </a:cubicBezTo>
                  <a:cubicBezTo>
                    <a:pt x="18570" y="334"/>
                    <a:pt x="18570" y="334"/>
                    <a:pt x="18570" y="334"/>
                  </a:cubicBezTo>
                  <a:cubicBezTo>
                    <a:pt x="18514" y="267"/>
                    <a:pt x="18514" y="267"/>
                    <a:pt x="18514" y="267"/>
                  </a:cubicBezTo>
                  <a:cubicBezTo>
                    <a:pt x="18570" y="200"/>
                    <a:pt x="18570" y="200"/>
                    <a:pt x="18570" y="200"/>
                  </a:cubicBezTo>
                  <a:cubicBezTo>
                    <a:pt x="18570" y="200"/>
                    <a:pt x="18570" y="200"/>
                    <a:pt x="18570" y="200"/>
                  </a:cubicBezTo>
                  <a:cubicBezTo>
                    <a:pt x="18570" y="200"/>
                    <a:pt x="18570" y="200"/>
                    <a:pt x="18570" y="200"/>
                  </a:cubicBezTo>
                  <a:cubicBezTo>
                    <a:pt x="18682" y="200"/>
                    <a:pt x="18682" y="200"/>
                    <a:pt x="18682" y="200"/>
                  </a:cubicBezTo>
                  <a:cubicBezTo>
                    <a:pt x="18682" y="334"/>
                    <a:pt x="18682" y="334"/>
                    <a:pt x="18682" y="334"/>
                  </a:cubicBezTo>
                  <a:cubicBezTo>
                    <a:pt x="18738" y="334"/>
                    <a:pt x="18738" y="334"/>
                    <a:pt x="18738" y="334"/>
                  </a:cubicBezTo>
                  <a:cubicBezTo>
                    <a:pt x="18682" y="401"/>
                    <a:pt x="18682" y="401"/>
                    <a:pt x="18682" y="401"/>
                  </a:cubicBezTo>
                  <a:cubicBezTo>
                    <a:pt x="18738" y="468"/>
                    <a:pt x="18738" y="468"/>
                    <a:pt x="18738" y="468"/>
                  </a:cubicBezTo>
                  <a:cubicBezTo>
                    <a:pt x="18738" y="534"/>
                    <a:pt x="18738" y="534"/>
                    <a:pt x="18738" y="534"/>
                  </a:cubicBezTo>
                  <a:cubicBezTo>
                    <a:pt x="18738" y="601"/>
                    <a:pt x="18738" y="601"/>
                    <a:pt x="18738" y="601"/>
                  </a:cubicBezTo>
                  <a:cubicBezTo>
                    <a:pt x="18794" y="534"/>
                    <a:pt x="18794" y="534"/>
                    <a:pt x="18794" y="534"/>
                  </a:cubicBezTo>
                  <a:cubicBezTo>
                    <a:pt x="18794" y="468"/>
                    <a:pt x="18794" y="468"/>
                    <a:pt x="18794" y="468"/>
                  </a:cubicBezTo>
                  <a:cubicBezTo>
                    <a:pt x="18794" y="468"/>
                    <a:pt x="18794" y="468"/>
                    <a:pt x="18794" y="468"/>
                  </a:cubicBezTo>
                  <a:cubicBezTo>
                    <a:pt x="18794" y="401"/>
                    <a:pt x="18794" y="401"/>
                    <a:pt x="18794" y="401"/>
                  </a:cubicBezTo>
                  <a:cubicBezTo>
                    <a:pt x="18738" y="334"/>
                    <a:pt x="18738" y="334"/>
                    <a:pt x="18738" y="334"/>
                  </a:cubicBezTo>
                  <a:cubicBezTo>
                    <a:pt x="18738" y="200"/>
                    <a:pt x="18738" y="200"/>
                    <a:pt x="18738" y="200"/>
                  </a:cubicBezTo>
                  <a:cubicBezTo>
                    <a:pt x="18738" y="133"/>
                    <a:pt x="18738" y="133"/>
                    <a:pt x="18738" y="133"/>
                  </a:cubicBezTo>
                  <a:cubicBezTo>
                    <a:pt x="18794" y="66"/>
                    <a:pt x="18794" y="66"/>
                    <a:pt x="18794" y="66"/>
                  </a:cubicBezTo>
                  <a:cubicBezTo>
                    <a:pt x="18794" y="66"/>
                    <a:pt x="18794" y="66"/>
                    <a:pt x="18794" y="66"/>
                  </a:cubicBezTo>
                  <a:cubicBezTo>
                    <a:pt x="18850" y="133"/>
                    <a:pt x="18850" y="133"/>
                    <a:pt x="18850" y="133"/>
                  </a:cubicBezTo>
                  <a:cubicBezTo>
                    <a:pt x="18907" y="133"/>
                    <a:pt x="18907" y="133"/>
                    <a:pt x="18907" y="133"/>
                  </a:cubicBezTo>
                  <a:cubicBezTo>
                    <a:pt x="18907" y="133"/>
                    <a:pt x="18907" y="133"/>
                    <a:pt x="18907" y="133"/>
                  </a:cubicBezTo>
                  <a:cubicBezTo>
                    <a:pt x="18907" y="200"/>
                    <a:pt x="18907" y="200"/>
                    <a:pt x="18907" y="200"/>
                  </a:cubicBezTo>
                  <a:cubicBezTo>
                    <a:pt x="18907" y="267"/>
                    <a:pt x="18907" y="267"/>
                    <a:pt x="18907" y="267"/>
                  </a:cubicBezTo>
                  <a:cubicBezTo>
                    <a:pt x="18907" y="334"/>
                    <a:pt x="18907" y="334"/>
                    <a:pt x="18907" y="334"/>
                  </a:cubicBezTo>
                  <a:cubicBezTo>
                    <a:pt x="18907" y="401"/>
                    <a:pt x="18907" y="401"/>
                    <a:pt x="18907" y="401"/>
                  </a:cubicBezTo>
                  <a:cubicBezTo>
                    <a:pt x="18963" y="401"/>
                    <a:pt x="18963" y="401"/>
                    <a:pt x="18963" y="401"/>
                  </a:cubicBezTo>
                  <a:cubicBezTo>
                    <a:pt x="18963" y="401"/>
                    <a:pt x="18963" y="401"/>
                    <a:pt x="18963" y="401"/>
                  </a:cubicBezTo>
                  <a:cubicBezTo>
                    <a:pt x="18963" y="334"/>
                    <a:pt x="18963" y="334"/>
                    <a:pt x="18963" y="334"/>
                  </a:cubicBezTo>
                  <a:cubicBezTo>
                    <a:pt x="18963" y="334"/>
                    <a:pt x="18963" y="334"/>
                    <a:pt x="18963" y="334"/>
                  </a:cubicBezTo>
                  <a:cubicBezTo>
                    <a:pt x="19075" y="468"/>
                    <a:pt x="19075" y="468"/>
                    <a:pt x="19075" y="468"/>
                  </a:cubicBezTo>
                  <a:cubicBezTo>
                    <a:pt x="19075" y="401"/>
                    <a:pt x="19075" y="401"/>
                    <a:pt x="19075" y="401"/>
                  </a:cubicBezTo>
                  <a:cubicBezTo>
                    <a:pt x="19131" y="401"/>
                    <a:pt x="19131" y="401"/>
                    <a:pt x="19131" y="401"/>
                  </a:cubicBezTo>
                  <a:cubicBezTo>
                    <a:pt x="19131" y="401"/>
                    <a:pt x="19131" y="401"/>
                    <a:pt x="19131" y="401"/>
                  </a:cubicBezTo>
                  <a:cubicBezTo>
                    <a:pt x="19075" y="401"/>
                    <a:pt x="19075" y="401"/>
                    <a:pt x="19075" y="401"/>
                  </a:cubicBezTo>
                  <a:cubicBezTo>
                    <a:pt x="19075" y="334"/>
                    <a:pt x="19075" y="334"/>
                    <a:pt x="19075" y="334"/>
                  </a:cubicBezTo>
                  <a:cubicBezTo>
                    <a:pt x="19075" y="267"/>
                    <a:pt x="19075" y="267"/>
                    <a:pt x="19075" y="267"/>
                  </a:cubicBezTo>
                  <a:cubicBezTo>
                    <a:pt x="19075" y="267"/>
                    <a:pt x="19075" y="267"/>
                    <a:pt x="19075" y="267"/>
                  </a:cubicBezTo>
                  <a:cubicBezTo>
                    <a:pt x="19019" y="200"/>
                    <a:pt x="19019" y="200"/>
                    <a:pt x="19019" y="200"/>
                  </a:cubicBezTo>
                  <a:cubicBezTo>
                    <a:pt x="19019" y="200"/>
                    <a:pt x="19019" y="200"/>
                    <a:pt x="19019" y="200"/>
                  </a:cubicBezTo>
                  <a:cubicBezTo>
                    <a:pt x="19019" y="133"/>
                    <a:pt x="19019" y="133"/>
                    <a:pt x="19019" y="133"/>
                  </a:cubicBezTo>
                  <a:cubicBezTo>
                    <a:pt x="19075" y="133"/>
                    <a:pt x="19075" y="133"/>
                    <a:pt x="19075" y="133"/>
                  </a:cubicBezTo>
                  <a:cubicBezTo>
                    <a:pt x="19019" y="133"/>
                    <a:pt x="19019" y="133"/>
                    <a:pt x="19019" y="133"/>
                  </a:cubicBezTo>
                  <a:cubicBezTo>
                    <a:pt x="19019" y="133"/>
                    <a:pt x="19019" y="133"/>
                    <a:pt x="19019" y="133"/>
                  </a:cubicBezTo>
                  <a:cubicBezTo>
                    <a:pt x="18963" y="66"/>
                    <a:pt x="18963" y="66"/>
                    <a:pt x="18963" y="66"/>
                  </a:cubicBezTo>
                  <a:cubicBezTo>
                    <a:pt x="19019" y="66"/>
                    <a:pt x="19019" y="66"/>
                    <a:pt x="19019" y="66"/>
                  </a:cubicBezTo>
                  <a:cubicBezTo>
                    <a:pt x="19019" y="66"/>
                    <a:pt x="19019" y="66"/>
                    <a:pt x="19019" y="66"/>
                  </a:cubicBezTo>
                  <a:cubicBezTo>
                    <a:pt x="19075" y="0"/>
                    <a:pt x="19075" y="0"/>
                    <a:pt x="19075" y="0"/>
                  </a:cubicBezTo>
                  <a:cubicBezTo>
                    <a:pt x="19187" y="0"/>
                    <a:pt x="19187" y="0"/>
                    <a:pt x="19187" y="0"/>
                  </a:cubicBezTo>
                  <a:cubicBezTo>
                    <a:pt x="19243" y="66"/>
                    <a:pt x="19243" y="66"/>
                    <a:pt x="19243" y="66"/>
                  </a:cubicBezTo>
                  <a:cubicBezTo>
                    <a:pt x="19243" y="133"/>
                    <a:pt x="19243" y="133"/>
                    <a:pt x="19243" y="133"/>
                  </a:cubicBezTo>
                  <a:cubicBezTo>
                    <a:pt x="19187" y="133"/>
                    <a:pt x="19187" y="133"/>
                    <a:pt x="19187" y="133"/>
                  </a:cubicBezTo>
                  <a:cubicBezTo>
                    <a:pt x="19187" y="200"/>
                    <a:pt x="19187" y="200"/>
                    <a:pt x="19187" y="200"/>
                  </a:cubicBezTo>
                  <a:cubicBezTo>
                    <a:pt x="19243" y="200"/>
                    <a:pt x="19243" y="200"/>
                    <a:pt x="19243" y="200"/>
                  </a:cubicBezTo>
                  <a:cubicBezTo>
                    <a:pt x="19243" y="133"/>
                    <a:pt x="19243" y="133"/>
                    <a:pt x="19243" y="133"/>
                  </a:cubicBezTo>
                  <a:cubicBezTo>
                    <a:pt x="19299" y="133"/>
                    <a:pt x="19299" y="133"/>
                    <a:pt x="19299" y="133"/>
                  </a:cubicBezTo>
                  <a:cubicBezTo>
                    <a:pt x="19299" y="133"/>
                    <a:pt x="19299" y="133"/>
                    <a:pt x="19299" y="133"/>
                  </a:cubicBezTo>
                  <a:cubicBezTo>
                    <a:pt x="19299" y="200"/>
                    <a:pt x="19299" y="200"/>
                    <a:pt x="19299" y="200"/>
                  </a:cubicBezTo>
                  <a:cubicBezTo>
                    <a:pt x="19299" y="200"/>
                    <a:pt x="19299" y="200"/>
                    <a:pt x="19299" y="200"/>
                  </a:cubicBezTo>
                  <a:cubicBezTo>
                    <a:pt x="19355" y="200"/>
                    <a:pt x="19355" y="200"/>
                    <a:pt x="19355" y="200"/>
                  </a:cubicBezTo>
                  <a:cubicBezTo>
                    <a:pt x="19355" y="200"/>
                    <a:pt x="19355" y="200"/>
                    <a:pt x="19355" y="200"/>
                  </a:cubicBezTo>
                  <a:cubicBezTo>
                    <a:pt x="19411" y="133"/>
                    <a:pt x="19411" y="133"/>
                    <a:pt x="19411" y="133"/>
                  </a:cubicBezTo>
                  <a:cubicBezTo>
                    <a:pt x="19411" y="133"/>
                    <a:pt x="19411" y="133"/>
                    <a:pt x="19411" y="133"/>
                  </a:cubicBezTo>
                  <a:cubicBezTo>
                    <a:pt x="19411" y="200"/>
                    <a:pt x="19411" y="200"/>
                    <a:pt x="19411" y="200"/>
                  </a:cubicBezTo>
                  <a:cubicBezTo>
                    <a:pt x="19411" y="267"/>
                    <a:pt x="19411" y="267"/>
                    <a:pt x="19411" y="267"/>
                  </a:cubicBezTo>
                  <a:cubicBezTo>
                    <a:pt x="19411" y="334"/>
                    <a:pt x="19411" y="334"/>
                    <a:pt x="19411" y="334"/>
                  </a:cubicBezTo>
                  <a:cubicBezTo>
                    <a:pt x="19411" y="401"/>
                    <a:pt x="19411" y="401"/>
                    <a:pt x="19411" y="401"/>
                  </a:cubicBezTo>
                  <a:cubicBezTo>
                    <a:pt x="19411" y="401"/>
                    <a:pt x="19411" y="401"/>
                    <a:pt x="19411" y="401"/>
                  </a:cubicBezTo>
                  <a:cubicBezTo>
                    <a:pt x="19468" y="401"/>
                    <a:pt x="19468" y="401"/>
                    <a:pt x="19468" y="401"/>
                  </a:cubicBezTo>
                  <a:cubicBezTo>
                    <a:pt x="19524" y="401"/>
                    <a:pt x="19524" y="401"/>
                    <a:pt x="19524" y="401"/>
                  </a:cubicBezTo>
                  <a:cubicBezTo>
                    <a:pt x="19524" y="401"/>
                    <a:pt x="19524" y="401"/>
                    <a:pt x="19524" y="401"/>
                  </a:cubicBezTo>
                  <a:cubicBezTo>
                    <a:pt x="19524" y="334"/>
                    <a:pt x="19524" y="334"/>
                    <a:pt x="19524" y="334"/>
                  </a:cubicBezTo>
                  <a:cubicBezTo>
                    <a:pt x="19580" y="200"/>
                    <a:pt x="19580" y="200"/>
                    <a:pt x="19580" y="200"/>
                  </a:cubicBezTo>
                  <a:cubicBezTo>
                    <a:pt x="19524" y="133"/>
                    <a:pt x="19524" y="133"/>
                    <a:pt x="19524" y="133"/>
                  </a:cubicBezTo>
                  <a:cubicBezTo>
                    <a:pt x="19524" y="0"/>
                    <a:pt x="19524" y="0"/>
                    <a:pt x="19524" y="0"/>
                  </a:cubicBezTo>
                  <a:cubicBezTo>
                    <a:pt x="19580" y="0"/>
                    <a:pt x="19580" y="0"/>
                    <a:pt x="19580" y="0"/>
                  </a:cubicBezTo>
                  <a:cubicBezTo>
                    <a:pt x="19580" y="66"/>
                    <a:pt x="19580" y="66"/>
                    <a:pt x="19580" y="66"/>
                  </a:cubicBezTo>
                  <a:cubicBezTo>
                    <a:pt x="19636" y="66"/>
                    <a:pt x="19636" y="66"/>
                    <a:pt x="19636" y="66"/>
                  </a:cubicBezTo>
                  <a:cubicBezTo>
                    <a:pt x="19692" y="66"/>
                    <a:pt x="19692" y="66"/>
                    <a:pt x="19692" y="66"/>
                  </a:cubicBezTo>
                  <a:cubicBezTo>
                    <a:pt x="19748" y="0"/>
                    <a:pt x="19748" y="0"/>
                    <a:pt x="19748" y="0"/>
                  </a:cubicBezTo>
                  <a:cubicBezTo>
                    <a:pt x="19804" y="66"/>
                    <a:pt x="19804" y="66"/>
                    <a:pt x="19804" y="66"/>
                  </a:cubicBezTo>
                  <a:cubicBezTo>
                    <a:pt x="19804" y="66"/>
                    <a:pt x="19804" y="66"/>
                    <a:pt x="19804" y="66"/>
                  </a:cubicBezTo>
                  <a:cubicBezTo>
                    <a:pt x="19860" y="133"/>
                    <a:pt x="19860" y="133"/>
                    <a:pt x="19860" y="133"/>
                  </a:cubicBezTo>
                  <a:cubicBezTo>
                    <a:pt x="19916" y="66"/>
                    <a:pt x="19916" y="66"/>
                    <a:pt x="19916" y="66"/>
                  </a:cubicBezTo>
                  <a:cubicBezTo>
                    <a:pt x="20029" y="133"/>
                    <a:pt x="20029" y="133"/>
                    <a:pt x="20029" y="133"/>
                  </a:cubicBezTo>
                  <a:cubicBezTo>
                    <a:pt x="20029" y="200"/>
                    <a:pt x="20029" y="200"/>
                    <a:pt x="20029" y="200"/>
                  </a:cubicBezTo>
                  <a:cubicBezTo>
                    <a:pt x="20029" y="200"/>
                    <a:pt x="20029" y="200"/>
                    <a:pt x="20029" y="200"/>
                  </a:cubicBezTo>
                  <a:cubicBezTo>
                    <a:pt x="20029" y="267"/>
                    <a:pt x="20029" y="267"/>
                    <a:pt x="20029" y="267"/>
                  </a:cubicBezTo>
                  <a:cubicBezTo>
                    <a:pt x="20029" y="334"/>
                    <a:pt x="20029" y="334"/>
                    <a:pt x="20029" y="334"/>
                  </a:cubicBezTo>
                  <a:cubicBezTo>
                    <a:pt x="20029" y="334"/>
                    <a:pt x="20029" y="334"/>
                    <a:pt x="20029" y="334"/>
                  </a:cubicBezTo>
                  <a:cubicBezTo>
                    <a:pt x="20085" y="334"/>
                    <a:pt x="20085" y="334"/>
                    <a:pt x="20085" y="334"/>
                  </a:cubicBezTo>
                  <a:cubicBezTo>
                    <a:pt x="20141" y="267"/>
                    <a:pt x="20141" y="267"/>
                    <a:pt x="20141" y="267"/>
                  </a:cubicBezTo>
                  <a:cubicBezTo>
                    <a:pt x="20197" y="200"/>
                    <a:pt x="20197" y="200"/>
                    <a:pt x="20197" y="200"/>
                  </a:cubicBezTo>
                  <a:cubicBezTo>
                    <a:pt x="20253" y="200"/>
                    <a:pt x="20253" y="200"/>
                    <a:pt x="20253" y="200"/>
                  </a:cubicBezTo>
                  <a:cubicBezTo>
                    <a:pt x="20253" y="200"/>
                    <a:pt x="20253" y="200"/>
                    <a:pt x="20253" y="200"/>
                  </a:cubicBezTo>
                  <a:cubicBezTo>
                    <a:pt x="20309" y="200"/>
                    <a:pt x="20309" y="200"/>
                    <a:pt x="20309" y="200"/>
                  </a:cubicBezTo>
                  <a:cubicBezTo>
                    <a:pt x="20421" y="200"/>
                    <a:pt x="20421" y="200"/>
                    <a:pt x="20421" y="200"/>
                  </a:cubicBezTo>
                  <a:cubicBezTo>
                    <a:pt x="20365" y="267"/>
                    <a:pt x="20365" y="267"/>
                    <a:pt x="20365" y="267"/>
                  </a:cubicBezTo>
                  <a:cubicBezTo>
                    <a:pt x="20309" y="334"/>
                    <a:pt x="20309" y="334"/>
                    <a:pt x="20309" y="334"/>
                  </a:cubicBezTo>
                  <a:cubicBezTo>
                    <a:pt x="20365" y="334"/>
                    <a:pt x="20365" y="334"/>
                    <a:pt x="20365" y="334"/>
                  </a:cubicBezTo>
                  <a:cubicBezTo>
                    <a:pt x="20365" y="334"/>
                    <a:pt x="20365" y="334"/>
                    <a:pt x="20365" y="334"/>
                  </a:cubicBezTo>
                  <a:cubicBezTo>
                    <a:pt x="20421" y="267"/>
                    <a:pt x="20421" y="267"/>
                    <a:pt x="20421" y="267"/>
                  </a:cubicBezTo>
                  <a:cubicBezTo>
                    <a:pt x="20477" y="267"/>
                    <a:pt x="20477" y="267"/>
                    <a:pt x="20477" y="267"/>
                  </a:cubicBezTo>
                  <a:cubicBezTo>
                    <a:pt x="20477" y="267"/>
                    <a:pt x="20477" y="267"/>
                    <a:pt x="20477" y="267"/>
                  </a:cubicBezTo>
                  <a:cubicBezTo>
                    <a:pt x="20590" y="267"/>
                    <a:pt x="20590" y="267"/>
                    <a:pt x="20590" y="267"/>
                  </a:cubicBezTo>
                  <a:cubicBezTo>
                    <a:pt x="20646" y="267"/>
                    <a:pt x="20646" y="267"/>
                    <a:pt x="20646" y="267"/>
                  </a:cubicBezTo>
                  <a:cubicBezTo>
                    <a:pt x="20702" y="334"/>
                    <a:pt x="20702" y="334"/>
                    <a:pt x="20702" y="334"/>
                  </a:cubicBezTo>
                  <a:cubicBezTo>
                    <a:pt x="20702" y="334"/>
                    <a:pt x="20702" y="334"/>
                    <a:pt x="20702" y="334"/>
                  </a:cubicBezTo>
                  <a:cubicBezTo>
                    <a:pt x="20646" y="334"/>
                    <a:pt x="20646" y="334"/>
                    <a:pt x="20646" y="334"/>
                  </a:cubicBezTo>
                  <a:cubicBezTo>
                    <a:pt x="20646" y="401"/>
                    <a:pt x="20646" y="401"/>
                    <a:pt x="20646" y="401"/>
                  </a:cubicBezTo>
                  <a:cubicBezTo>
                    <a:pt x="20646" y="401"/>
                    <a:pt x="20646" y="401"/>
                    <a:pt x="20646" y="401"/>
                  </a:cubicBezTo>
                  <a:cubicBezTo>
                    <a:pt x="20646" y="468"/>
                    <a:pt x="20646" y="468"/>
                    <a:pt x="20646" y="468"/>
                  </a:cubicBezTo>
                  <a:cubicBezTo>
                    <a:pt x="20702" y="468"/>
                    <a:pt x="20702" y="468"/>
                    <a:pt x="20702" y="468"/>
                  </a:cubicBezTo>
                  <a:cubicBezTo>
                    <a:pt x="20758" y="401"/>
                    <a:pt x="20758" y="401"/>
                    <a:pt x="20758" y="401"/>
                  </a:cubicBezTo>
                  <a:cubicBezTo>
                    <a:pt x="20758" y="468"/>
                    <a:pt x="20758" y="468"/>
                    <a:pt x="20758" y="468"/>
                  </a:cubicBezTo>
                  <a:cubicBezTo>
                    <a:pt x="20758" y="468"/>
                    <a:pt x="20758" y="468"/>
                    <a:pt x="20758" y="468"/>
                  </a:cubicBezTo>
                  <a:cubicBezTo>
                    <a:pt x="20814" y="468"/>
                    <a:pt x="20814" y="468"/>
                    <a:pt x="20814" y="468"/>
                  </a:cubicBezTo>
                  <a:cubicBezTo>
                    <a:pt x="20870" y="401"/>
                    <a:pt x="20870" y="401"/>
                    <a:pt x="20870" y="401"/>
                  </a:cubicBezTo>
                  <a:cubicBezTo>
                    <a:pt x="20870" y="468"/>
                    <a:pt x="20870" y="468"/>
                    <a:pt x="20870" y="468"/>
                  </a:cubicBezTo>
                  <a:cubicBezTo>
                    <a:pt x="20870" y="534"/>
                    <a:pt x="20870" y="534"/>
                    <a:pt x="20870" y="534"/>
                  </a:cubicBezTo>
                  <a:cubicBezTo>
                    <a:pt x="20870" y="534"/>
                    <a:pt x="20870" y="534"/>
                    <a:pt x="20870" y="534"/>
                  </a:cubicBezTo>
                  <a:cubicBezTo>
                    <a:pt x="20926" y="534"/>
                    <a:pt x="20926" y="534"/>
                    <a:pt x="20926" y="534"/>
                  </a:cubicBezTo>
                  <a:cubicBezTo>
                    <a:pt x="20926" y="534"/>
                    <a:pt x="20926" y="534"/>
                    <a:pt x="20926" y="534"/>
                  </a:cubicBezTo>
                  <a:cubicBezTo>
                    <a:pt x="20982" y="468"/>
                    <a:pt x="20982" y="468"/>
                    <a:pt x="20982" y="468"/>
                  </a:cubicBezTo>
                  <a:cubicBezTo>
                    <a:pt x="20982" y="468"/>
                    <a:pt x="20982" y="468"/>
                    <a:pt x="20982" y="468"/>
                  </a:cubicBezTo>
                  <a:cubicBezTo>
                    <a:pt x="20982" y="534"/>
                    <a:pt x="20982" y="534"/>
                    <a:pt x="20982" y="534"/>
                  </a:cubicBezTo>
                  <a:cubicBezTo>
                    <a:pt x="21095" y="601"/>
                    <a:pt x="21095" y="601"/>
                    <a:pt x="21095" y="601"/>
                  </a:cubicBezTo>
                  <a:cubicBezTo>
                    <a:pt x="21151" y="601"/>
                    <a:pt x="21151" y="601"/>
                    <a:pt x="21151" y="601"/>
                  </a:cubicBezTo>
                  <a:cubicBezTo>
                    <a:pt x="21151" y="601"/>
                    <a:pt x="21151" y="601"/>
                    <a:pt x="21151" y="601"/>
                  </a:cubicBezTo>
                  <a:cubicBezTo>
                    <a:pt x="21151" y="668"/>
                    <a:pt x="21151" y="668"/>
                    <a:pt x="21151" y="668"/>
                  </a:cubicBezTo>
                  <a:cubicBezTo>
                    <a:pt x="21038" y="668"/>
                    <a:pt x="21038" y="668"/>
                    <a:pt x="21038" y="668"/>
                  </a:cubicBezTo>
                  <a:cubicBezTo>
                    <a:pt x="20982" y="735"/>
                    <a:pt x="20982" y="735"/>
                    <a:pt x="20982" y="735"/>
                  </a:cubicBezTo>
                  <a:cubicBezTo>
                    <a:pt x="20926" y="802"/>
                    <a:pt x="20926" y="802"/>
                    <a:pt x="20926" y="802"/>
                  </a:cubicBezTo>
                  <a:cubicBezTo>
                    <a:pt x="20870" y="802"/>
                    <a:pt x="20870" y="802"/>
                    <a:pt x="20870" y="802"/>
                  </a:cubicBezTo>
                  <a:cubicBezTo>
                    <a:pt x="20814" y="802"/>
                    <a:pt x="20814" y="802"/>
                    <a:pt x="20814" y="802"/>
                  </a:cubicBezTo>
                  <a:cubicBezTo>
                    <a:pt x="20758" y="802"/>
                    <a:pt x="20758" y="802"/>
                    <a:pt x="20758" y="802"/>
                  </a:cubicBezTo>
                  <a:cubicBezTo>
                    <a:pt x="20758" y="802"/>
                    <a:pt x="20758" y="802"/>
                    <a:pt x="20758" y="802"/>
                  </a:cubicBezTo>
                  <a:cubicBezTo>
                    <a:pt x="20702" y="869"/>
                    <a:pt x="20702" y="869"/>
                    <a:pt x="20702" y="869"/>
                  </a:cubicBezTo>
                  <a:cubicBezTo>
                    <a:pt x="20814" y="869"/>
                    <a:pt x="20814" y="869"/>
                    <a:pt x="20814" y="869"/>
                  </a:cubicBezTo>
                  <a:cubicBezTo>
                    <a:pt x="20870" y="869"/>
                    <a:pt x="20870" y="869"/>
                    <a:pt x="20870" y="869"/>
                  </a:cubicBezTo>
                  <a:cubicBezTo>
                    <a:pt x="20926" y="869"/>
                    <a:pt x="20926" y="869"/>
                    <a:pt x="20926" y="869"/>
                  </a:cubicBezTo>
                  <a:cubicBezTo>
                    <a:pt x="20982" y="869"/>
                    <a:pt x="20982" y="869"/>
                    <a:pt x="20982" y="869"/>
                  </a:cubicBezTo>
                  <a:cubicBezTo>
                    <a:pt x="20982" y="802"/>
                    <a:pt x="20982" y="802"/>
                    <a:pt x="20982" y="802"/>
                  </a:cubicBezTo>
                  <a:cubicBezTo>
                    <a:pt x="21038" y="802"/>
                    <a:pt x="21038" y="802"/>
                    <a:pt x="21038" y="802"/>
                  </a:cubicBezTo>
                  <a:cubicBezTo>
                    <a:pt x="21038" y="802"/>
                    <a:pt x="21038" y="802"/>
                    <a:pt x="21038" y="802"/>
                  </a:cubicBezTo>
                  <a:cubicBezTo>
                    <a:pt x="21095" y="735"/>
                    <a:pt x="21095" y="735"/>
                    <a:pt x="21095" y="735"/>
                  </a:cubicBezTo>
                  <a:cubicBezTo>
                    <a:pt x="21151" y="735"/>
                    <a:pt x="21151" y="735"/>
                    <a:pt x="21151" y="735"/>
                  </a:cubicBezTo>
                  <a:cubicBezTo>
                    <a:pt x="21207" y="735"/>
                    <a:pt x="21207" y="735"/>
                    <a:pt x="21207" y="735"/>
                  </a:cubicBezTo>
                  <a:cubicBezTo>
                    <a:pt x="21207" y="735"/>
                    <a:pt x="21207" y="735"/>
                    <a:pt x="21207" y="735"/>
                  </a:cubicBezTo>
                  <a:cubicBezTo>
                    <a:pt x="21207" y="802"/>
                    <a:pt x="21207" y="802"/>
                    <a:pt x="21207" y="802"/>
                  </a:cubicBezTo>
                  <a:cubicBezTo>
                    <a:pt x="21207" y="869"/>
                    <a:pt x="21207" y="869"/>
                    <a:pt x="21207" y="869"/>
                  </a:cubicBezTo>
                  <a:cubicBezTo>
                    <a:pt x="21263" y="802"/>
                    <a:pt x="21263" y="802"/>
                    <a:pt x="21263" y="802"/>
                  </a:cubicBezTo>
                  <a:cubicBezTo>
                    <a:pt x="21263" y="802"/>
                    <a:pt x="21263" y="802"/>
                    <a:pt x="21263" y="802"/>
                  </a:cubicBezTo>
                  <a:cubicBezTo>
                    <a:pt x="21319" y="735"/>
                    <a:pt x="21319" y="735"/>
                    <a:pt x="21319" y="735"/>
                  </a:cubicBezTo>
                  <a:cubicBezTo>
                    <a:pt x="21319" y="735"/>
                    <a:pt x="21319" y="735"/>
                    <a:pt x="21319" y="735"/>
                  </a:cubicBezTo>
                  <a:cubicBezTo>
                    <a:pt x="21319" y="802"/>
                    <a:pt x="21319" y="802"/>
                    <a:pt x="21319" y="802"/>
                  </a:cubicBezTo>
                  <a:cubicBezTo>
                    <a:pt x="21319" y="802"/>
                    <a:pt x="21319" y="802"/>
                    <a:pt x="21319" y="802"/>
                  </a:cubicBezTo>
                  <a:cubicBezTo>
                    <a:pt x="21319" y="869"/>
                    <a:pt x="21319" y="869"/>
                    <a:pt x="21319" y="869"/>
                  </a:cubicBezTo>
                  <a:cubicBezTo>
                    <a:pt x="21319" y="869"/>
                    <a:pt x="21319" y="869"/>
                    <a:pt x="21319" y="869"/>
                  </a:cubicBezTo>
                  <a:cubicBezTo>
                    <a:pt x="21375" y="869"/>
                    <a:pt x="21375" y="869"/>
                    <a:pt x="21375" y="869"/>
                  </a:cubicBezTo>
                  <a:cubicBezTo>
                    <a:pt x="21375" y="869"/>
                    <a:pt x="21375" y="869"/>
                    <a:pt x="21375" y="869"/>
                  </a:cubicBezTo>
                  <a:cubicBezTo>
                    <a:pt x="21375" y="802"/>
                    <a:pt x="21375" y="802"/>
                    <a:pt x="21375" y="802"/>
                  </a:cubicBezTo>
                  <a:cubicBezTo>
                    <a:pt x="21431" y="802"/>
                    <a:pt x="21431" y="802"/>
                    <a:pt x="21431" y="802"/>
                  </a:cubicBezTo>
                  <a:cubicBezTo>
                    <a:pt x="21487" y="802"/>
                    <a:pt x="21487" y="802"/>
                    <a:pt x="21487" y="802"/>
                  </a:cubicBezTo>
                  <a:cubicBezTo>
                    <a:pt x="21431" y="936"/>
                    <a:pt x="21431" y="936"/>
                    <a:pt x="21431" y="936"/>
                  </a:cubicBezTo>
                  <a:cubicBezTo>
                    <a:pt x="21431" y="936"/>
                    <a:pt x="21431" y="936"/>
                    <a:pt x="21431" y="936"/>
                  </a:cubicBezTo>
                  <a:cubicBezTo>
                    <a:pt x="21431" y="936"/>
                    <a:pt x="21431" y="936"/>
                    <a:pt x="21431" y="936"/>
                  </a:cubicBezTo>
                  <a:cubicBezTo>
                    <a:pt x="21431" y="1003"/>
                    <a:pt x="21431" y="1003"/>
                    <a:pt x="21431" y="1003"/>
                  </a:cubicBezTo>
                  <a:cubicBezTo>
                    <a:pt x="21431" y="1069"/>
                    <a:pt x="21431" y="1069"/>
                    <a:pt x="21431" y="1069"/>
                  </a:cubicBezTo>
                  <a:cubicBezTo>
                    <a:pt x="21431" y="1136"/>
                    <a:pt x="21431" y="1136"/>
                    <a:pt x="21431" y="1136"/>
                  </a:cubicBezTo>
                  <a:cubicBezTo>
                    <a:pt x="21375" y="1136"/>
                    <a:pt x="21375" y="1136"/>
                    <a:pt x="21375" y="1136"/>
                  </a:cubicBezTo>
                  <a:cubicBezTo>
                    <a:pt x="21319" y="1203"/>
                    <a:pt x="21319" y="1203"/>
                    <a:pt x="21319" y="1203"/>
                  </a:cubicBezTo>
                  <a:cubicBezTo>
                    <a:pt x="21375" y="1270"/>
                    <a:pt x="21375" y="1270"/>
                    <a:pt x="21375" y="1270"/>
                  </a:cubicBezTo>
                  <a:cubicBezTo>
                    <a:pt x="21375" y="1270"/>
                    <a:pt x="21375" y="1270"/>
                    <a:pt x="21375" y="1270"/>
                  </a:cubicBezTo>
                  <a:cubicBezTo>
                    <a:pt x="21431" y="1203"/>
                    <a:pt x="21431" y="1203"/>
                    <a:pt x="21431" y="1203"/>
                  </a:cubicBezTo>
                  <a:cubicBezTo>
                    <a:pt x="21487" y="1203"/>
                    <a:pt x="21487" y="1203"/>
                    <a:pt x="21487" y="1203"/>
                  </a:cubicBezTo>
                  <a:cubicBezTo>
                    <a:pt x="21487" y="1203"/>
                    <a:pt x="21487" y="1203"/>
                    <a:pt x="21487" y="1203"/>
                  </a:cubicBezTo>
                  <a:cubicBezTo>
                    <a:pt x="21487" y="1203"/>
                    <a:pt x="21487" y="1203"/>
                    <a:pt x="21487" y="1203"/>
                  </a:cubicBezTo>
                  <a:cubicBezTo>
                    <a:pt x="21543" y="1203"/>
                    <a:pt x="21543" y="1203"/>
                    <a:pt x="21543" y="1203"/>
                  </a:cubicBezTo>
                  <a:cubicBezTo>
                    <a:pt x="21600" y="1270"/>
                    <a:pt x="21600" y="1270"/>
                    <a:pt x="21600" y="1270"/>
                  </a:cubicBezTo>
                  <a:cubicBezTo>
                    <a:pt x="21600" y="1337"/>
                    <a:pt x="21600" y="1337"/>
                    <a:pt x="21600" y="1337"/>
                  </a:cubicBezTo>
                  <a:cubicBezTo>
                    <a:pt x="21600" y="1471"/>
                    <a:pt x="21600" y="1471"/>
                    <a:pt x="21600" y="1471"/>
                  </a:cubicBezTo>
                  <a:cubicBezTo>
                    <a:pt x="21543" y="1604"/>
                    <a:pt x="21543" y="1604"/>
                    <a:pt x="21543" y="1604"/>
                  </a:cubicBezTo>
                  <a:cubicBezTo>
                    <a:pt x="21431" y="1671"/>
                    <a:pt x="21431" y="1671"/>
                    <a:pt x="21431" y="1671"/>
                  </a:cubicBezTo>
                  <a:cubicBezTo>
                    <a:pt x="21431" y="1671"/>
                    <a:pt x="21431" y="1671"/>
                    <a:pt x="21431" y="1671"/>
                  </a:cubicBezTo>
                  <a:cubicBezTo>
                    <a:pt x="21375" y="1671"/>
                    <a:pt x="21375" y="1671"/>
                    <a:pt x="21375" y="1671"/>
                  </a:cubicBezTo>
                  <a:cubicBezTo>
                    <a:pt x="21319" y="1671"/>
                    <a:pt x="21319" y="1671"/>
                    <a:pt x="21319" y="1671"/>
                  </a:cubicBezTo>
                  <a:cubicBezTo>
                    <a:pt x="21319" y="1738"/>
                    <a:pt x="21319" y="1738"/>
                    <a:pt x="21319" y="1738"/>
                  </a:cubicBezTo>
                  <a:cubicBezTo>
                    <a:pt x="21263" y="1738"/>
                    <a:pt x="21263" y="1738"/>
                    <a:pt x="21263" y="1738"/>
                  </a:cubicBezTo>
                  <a:cubicBezTo>
                    <a:pt x="21151" y="1805"/>
                    <a:pt x="21151" y="1805"/>
                    <a:pt x="21151" y="1805"/>
                  </a:cubicBezTo>
                  <a:cubicBezTo>
                    <a:pt x="21095" y="1872"/>
                    <a:pt x="21095" y="1872"/>
                    <a:pt x="21095" y="1872"/>
                  </a:cubicBezTo>
                  <a:cubicBezTo>
                    <a:pt x="21038" y="1872"/>
                    <a:pt x="21038" y="1872"/>
                    <a:pt x="21038" y="1872"/>
                  </a:cubicBezTo>
                  <a:cubicBezTo>
                    <a:pt x="20982" y="1939"/>
                    <a:pt x="20982" y="1939"/>
                    <a:pt x="20982" y="1939"/>
                  </a:cubicBezTo>
                  <a:cubicBezTo>
                    <a:pt x="20870" y="1939"/>
                    <a:pt x="20870" y="1939"/>
                    <a:pt x="20870" y="1939"/>
                  </a:cubicBezTo>
                  <a:cubicBezTo>
                    <a:pt x="20870" y="1872"/>
                    <a:pt x="20870" y="1872"/>
                    <a:pt x="20870" y="1872"/>
                  </a:cubicBezTo>
                  <a:cubicBezTo>
                    <a:pt x="20814" y="1939"/>
                    <a:pt x="20814" y="1939"/>
                    <a:pt x="20814" y="1939"/>
                  </a:cubicBezTo>
                  <a:cubicBezTo>
                    <a:pt x="20814" y="1939"/>
                    <a:pt x="20814" y="1939"/>
                    <a:pt x="20814" y="1939"/>
                  </a:cubicBezTo>
                  <a:cubicBezTo>
                    <a:pt x="20758" y="1872"/>
                    <a:pt x="20758" y="1872"/>
                    <a:pt x="20758" y="1872"/>
                  </a:cubicBezTo>
                  <a:cubicBezTo>
                    <a:pt x="20702" y="1872"/>
                    <a:pt x="20702" y="1872"/>
                    <a:pt x="20702" y="1872"/>
                  </a:cubicBezTo>
                  <a:cubicBezTo>
                    <a:pt x="20646" y="1872"/>
                    <a:pt x="20646" y="1872"/>
                    <a:pt x="20646" y="1872"/>
                  </a:cubicBezTo>
                  <a:cubicBezTo>
                    <a:pt x="20646" y="1872"/>
                    <a:pt x="20646" y="1872"/>
                    <a:pt x="20646" y="1872"/>
                  </a:cubicBezTo>
                  <a:cubicBezTo>
                    <a:pt x="20702" y="1872"/>
                    <a:pt x="20702" y="1872"/>
                    <a:pt x="20702" y="1872"/>
                  </a:cubicBezTo>
                  <a:cubicBezTo>
                    <a:pt x="20702" y="1939"/>
                    <a:pt x="20702" y="1939"/>
                    <a:pt x="20702" y="1939"/>
                  </a:cubicBezTo>
                  <a:cubicBezTo>
                    <a:pt x="20646" y="1939"/>
                    <a:pt x="20646" y="1939"/>
                    <a:pt x="20646" y="1939"/>
                  </a:cubicBezTo>
                  <a:cubicBezTo>
                    <a:pt x="20590" y="1939"/>
                    <a:pt x="20590" y="1939"/>
                    <a:pt x="20590" y="1939"/>
                  </a:cubicBezTo>
                  <a:cubicBezTo>
                    <a:pt x="20590" y="1939"/>
                    <a:pt x="20590" y="1939"/>
                    <a:pt x="20590" y="1939"/>
                  </a:cubicBezTo>
                  <a:cubicBezTo>
                    <a:pt x="20534" y="1939"/>
                    <a:pt x="20534" y="1939"/>
                    <a:pt x="20534" y="1939"/>
                  </a:cubicBezTo>
                  <a:cubicBezTo>
                    <a:pt x="20421" y="1872"/>
                    <a:pt x="20421" y="1872"/>
                    <a:pt x="20421" y="1872"/>
                  </a:cubicBezTo>
                  <a:cubicBezTo>
                    <a:pt x="20421" y="1872"/>
                    <a:pt x="20421" y="1872"/>
                    <a:pt x="20421" y="1872"/>
                  </a:cubicBezTo>
                  <a:cubicBezTo>
                    <a:pt x="20365" y="1872"/>
                    <a:pt x="20365" y="1872"/>
                    <a:pt x="20365" y="1872"/>
                  </a:cubicBezTo>
                  <a:cubicBezTo>
                    <a:pt x="20365" y="1872"/>
                    <a:pt x="20365" y="1872"/>
                    <a:pt x="20365" y="1872"/>
                  </a:cubicBezTo>
                  <a:cubicBezTo>
                    <a:pt x="20309" y="1805"/>
                    <a:pt x="20309" y="1805"/>
                    <a:pt x="20309" y="1805"/>
                  </a:cubicBezTo>
                  <a:cubicBezTo>
                    <a:pt x="20253" y="1738"/>
                    <a:pt x="20253" y="1738"/>
                    <a:pt x="20253" y="1738"/>
                  </a:cubicBezTo>
                  <a:cubicBezTo>
                    <a:pt x="20253" y="1805"/>
                    <a:pt x="20253" y="1805"/>
                    <a:pt x="20253" y="1805"/>
                  </a:cubicBezTo>
                  <a:cubicBezTo>
                    <a:pt x="20309" y="1872"/>
                    <a:pt x="20309" y="1872"/>
                    <a:pt x="20309" y="1872"/>
                  </a:cubicBezTo>
                  <a:cubicBezTo>
                    <a:pt x="20309" y="1872"/>
                    <a:pt x="20309" y="1872"/>
                    <a:pt x="20309" y="1872"/>
                  </a:cubicBezTo>
                  <a:cubicBezTo>
                    <a:pt x="20253" y="1872"/>
                    <a:pt x="20253" y="1872"/>
                    <a:pt x="20253" y="1872"/>
                  </a:cubicBezTo>
                  <a:cubicBezTo>
                    <a:pt x="20197" y="1872"/>
                    <a:pt x="20197" y="1872"/>
                    <a:pt x="20197" y="1872"/>
                  </a:cubicBezTo>
                  <a:cubicBezTo>
                    <a:pt x="20253" y="1872"/>
                    <a:pt x="20253" y="1872"/>
                    <a:pt x="20253" y="1872"/>
                  </a:cubicBezTo>
                  <a:cubicBezTo>
                    <a:pt x="20365" y="1939"/>
                    <a:pt x="20365" y="1939"/>
                    <a:pt x="20365" y="1939"/>
                  </a:cubicBezTo>
                  <a:cubicBezTo>
                    <a:pt x="20477" y="1939"/>
                    <a:pt x="20477" y="1939"/>
                    <a:pt x="20477" y="1939"/>
                  </a:cubicBezTo>
                  <a:cubicBezTo>
                    <a:pt x="20534" y="2006"/>
                    <a:pt x="20534" y="2006"/>
                    <a:pt x="20534" y="2006"/>
                  </a:cubicBezTo>
                  <a:cubicBezTo>
                    <a:pt x="20477" y="2006"/>
                    <a:pt x="20477" y="2006"/>
                    <a:pt x="20477" y="2006"/>
                  </a:cubicBezTo>
                  <a:cubicBezTo>
                    <a:pt x="20253" y="2139"/>
                    <a:pt x="20253" y="2139"/>
                    <a:pt x="20253" y="2139"/>
                  </a:cubicBezTo>
                  <a:cubicBezTo>
                    <a:pt x="20141" y="2139"/>
                    <a:pt x="20141" y="2139"/>
                    <a:pt x="20141" y="2139"/>
                  </a:cubicBezTo>
                  <a:cubicBezTo>
                    <a:pt x="20085" y="2139"/>
                    <a:pt x="20085" y="2139"/>
                    <a:pt x="20085" y="2139"/>
                  </a:cubicBezTo>
                  <a:cubicBezTo>
                    <a:pt x="19972" y="2139"/>
                    <a:pt x="19972" y="2139"/>
                    <a:pt x="19972" y="2139"/>
                  </a:cubicBezTo>
                  <a:cubicBezTo>
                    <a:pt x="19916" y="2139"/>
                    <a:pt x="19916" y="2139"/>
                    <a:pt x="19916" y="2139"/>
                  </a:cubicBezTo>
                  <a:cubicBezTo>
                    <a:pt x="19916" y="2139"/>
                    <a:pt x="19916" y="2139"/>
                    <a:pt x="19916" y="2139"/>
                  </a:cubicBezTo>
                  <a:cubicBezTo>
                    <a:pt x="19860" y="2139"/>
                    <a:pt x="19860" y="2139"/>
                    <a:pt x="19860" y="2139"/>
                  </a:cubicBezTo>
                  <a:cubicBezTo>
                    <a:pt x="19860" y="2139"/>
                    <a:pt x="19860" y="2139"/>
                    <a:pt x="19860" y="2139"/>
                  </a:cubicBezTo>
                  <a:cubicBezTo>
                    <a:pt x="19804" y="2139"/>
                    <a:pt x="19804" y="2139"/>
                    <a:pt x="19804" y="2139"/>
                  </a:cubicBezTo>
                  <a:cubicBezTo>
                    <a:pt x="19748" y="2206"/>
                    <a:pt x="19748" y="2206"/>
                    <a:pt x="19748" y="2206"/>
                  </a:cubicBezTo>
                  <a:cubicBezTo>
                    <a:pt x="19804" y="2139"/>
                    <a:pt x="19804" y="2139"/>
                    <a:pt x="19804" y="2139"/>
                  </a:cubicBezTo>
                  <a:cubicBezTo>
                    <a:pt x="19804" y="2206"/>
                    <a:pt x="19804" y="2206"/>
                    <a:pt x="19804" y="2206"/>
                  </a:cubicBezTo>
                  <a:cubicBezTo>
                    <a:pt x="19860" y="2206"/>
                    <a:pt x="19860" y="2206"/>
                    <a:pt x="19860" y="2206"/>
                  </a:cubicBezTo>
                  <a:cubicBezTo>
                    <a:pt x="20029" y="2206"/>
                    <a:pt x="20029" y="2206"/>
                    <a:pt x="20029" y="2206"/>
                  </a:cubicBezTo>
                  <a:cubicBezTo>
                    <a:pt x="20085" y="2206"/>
                    <a:pt x="20085" y="2206"/>
                    <a:pt x="20085" y="2206"/>
                  </a:cubicBezTo>
                  <a:cubicBezTo>
                    <a:pt x="20253" y="2206"/>
                    <a:pt x="20253" y="2206"/>
                    <a:pt x="20253" y="2206"/>
                  </a:cubicBezTo>
                  <a:cubicBezTo>
                    <a:pt x="20421" y="2139"/>
                    <a:pt x="20421" y="2139"/>
                    <a:pt x="20421" y="2139"/>
                  </a:cubicBezTo>
                  <a:cubicBezTo>
                    <a:pt x="20477" y="2073"/>
                    <a:pt x="20477" y="2073"/>
                    <a:pt x="20477" y="2073"/>
                  </a:cubicBezTo>
                  <a:cubicBezTo>
                    <a:pt x="20534" y="2073"/>
                    <a:pt x="20534" y="2073"/>
                    <a:pt x="20534" y="2073"/>
                  </a:cubicBezTo>
                  <a:cubicBezTo>
                    <a:pt x="20590" y="2073"/>
                    <a:pt x="20590" y="2073"/>
                    <a:pt x="20590" y="2073"/>
                  </a:cubicBezTo>
                  <a:cubicBezTo>
                    <a:pt x="20646" y="2073"/>
                    <a:pt x="20646" y="2073"/>
                    <a:pt x="20646" y="2073"/>
                  </a:cubicBezTo>
                  <a:cubicBezTo>
                    <a:pt x="20702" y="2073"/>
                    <a:pt x="20702" y="2073"/>
                    <a:pt x="20702" y="2073"/>
                  </a:cubicBezTo>
                  <a:cubicBezTo>
                    <a:pt x="20702" y="2139"/>
                    <a:pt x="20702" y="2139"/>
                    <a:pt x="20702" y="2139"/>
                  </a:cubicBezTo>
                  <a:cubicBezTo>
                    <a:pt x="20646" y="2206"/>
                    <a:pt x="20646" y="2206"/>
                    <a:pt x="20646" y="2206"/>
                  </a:cubicBezTo>
                  <a:cubicBezTo>
                    <a:pt x="20534" y="2273"/>
                    <a:pt x="20534" y="2273"/>
                    <a:pt x="20534" y="2273"/>
                  </a:cubicBezTo>
                  <a:cubicBezTo>
                    <a:pt x="20534" y="2273"/>
                    <a:pt x="20534" y="2273"/>
                    <a:pt x="20534" y="2273"/>
                  </a:cubicBezTo>
                  <a:cubicBezTo>
                    <a:pt x="20421" y="2340"/>
                    <a:pt x="20421" y="2340"/>
                    <a:pt x="20421" y="2340"/>
                  </a:cubicBezTo>
                  <a:cubicBezTo>
                    <a:pt x="20421" y="2340"/>
                    <a:pt x="20421" y="2340"/>
                    <a:pt x="20421" y="2340"/>
                  </a:cubicBezTo>
                  <a:cubicBezTo>
                    <a:pt x="20365" y="2407"/>
                    <a:pt x="20365" y="2407"/>
                    <a:pt x="20365" y="2407"/>
                  </a:cubicBezTo>
                  <a:cubicBezTo>
                    <a:pt x="20309" y="2407"/>
                    <a:pt x="20309" y="2407"/>
                    <a:pt x="20309" y="2407"/>
                  </a:cubicBezTo>
                  <a:cubicBezTo>
                    <a:pt x="20253" y="2474"/>
                    <a:pt x="20253" y="2474"/>
                    <a:pt x="20253" y="2474"/>
                  </a:cubicBezTo>
                  <a:cubicBezTo>
                    <a:pt x="20197" y="2474"/>
                    <a:pt x="20197" y="2474"/>
                    <a:pt x="20197" y="2474"/>
                  </a:cubicBezTo>
                  <a:cubicBezTo>
                    <a:pt x="20141" y="2474"/>
                    <a:pt x="20141" y="2474"/>
                    <a:pt x="20141" y="2474"/>
                  </a:cubicBezTo>
                  <a:cubicBezTo>
                    <a:pt x="20085" y="2474"/>
                    <a:pt x="20085" y="2474"/>
                    <a:pt x="20085" y="2474"/>
                  </a:cubicBezTo>
                  <a:cubicBezTo>
                    <a:pt x="20029" y="2541"/>
                    <a:pt x="20029" y="2541"/>
                    <a:pt x="20029" y="2541"/>
                  </a:cubicBezTo>
                  <a:cubicBezTo>
                    <a:pt x="19972" y="2541"/>
                    <a:pt x="19972" y="2541"/>
                    <a:pt x="19972" y="2541"/>
                  </a:cubicBezTo>
                  <a:cubicBezTo>
                    <a:pt x="19916" y="2608"/>
                    <a:pt x="19916" y="2608"/>
                    <a:pt x="19916" y="2608"/>
                  </a:cubicBezTo>
                  <a:cubicBezTo>
                    <a:pt x="19804" y="2608"/>
                    <a:pt x="19804" y="2608"/>
                    <a:pt x="19804" y="2608"/>
                  </a:cubicBezTo>
                  <a:cubicBezTo>
                    <a:pt x="19748" y="2674"/>
                    <a:pt x="19748" y="2674"/>
                    <a:pt x="19748" y="2674"/>
                  </a:cubicBezTo>
                  <a:cubicBezTo>
                    <a:pt x="19748" y="2608"/>
                    <a:pt x="19748" y="2608"/>
                    <a:pt x="19748" y="2608"/>
                  </a:cubicBezTo>
                  <a:cubicBezTo>
                    <a:pt x="19692" y="2674"/>
                    <a:pt x="19692" y="2674"/>
                    <a:pt x="19692" y="2674"/>
                  </a:cubicBezTo>
                  <a:cubicBezTo>
                    <a:pt x="19636" y="2674"/>
                    <a:pt x="19636" y="2674"/>
                    <a:pt x="19636" y="2674"/>
                  </a:cubicBezTo>
                  <a:cubicBezTo>
                    <a:pt x="19636" y="2674"/>
                    <a:pt x="19636" y="2674"/>
                    <a:pt x="19636" y="2674"/>
                  </a:cubicBezTo>
                  <a:cubicBezTo>
                    <a:pt x="19636" y="2741"/>
                    <a:pt x="19636" y="2741"/>
                    <a:pt x="19636" y="2741"/>
                  </a:cubicBezTo>
                  <a:cubicBezTo>
                    <a:pt x="19580" y="2808"/>
                    <a:pt x="19580" y="2808"/>
                    <a:pt x="19580" y="2808"/>
                  </a:cubicBezTo>
                  <a:cubicBezTo>
                    <a:pt x="19580" y="2875"/>
                    <a:pt x="19580" y="2875"/>
                    <a:pt x="19580" y="2875"/>
                  </a:cubicBezTo>
                  <a:cubicBezTo>
                    <a:pt x="19468" y="2875"/>
                    <a:pt x="19468" y="2875"/>
                    <a:pt x="19468" y="2875"/>
                  </a:cubicBezTo>
                  <a:cubicBezTo>
                    <a:pt x="19411" y="2875"/>
                    <a:pt x="19411" y="2875"/>
                    <a:pt x="19411" y="2875"/>
                  </a:cubicBezTo>
                  <a:cubicBezTo>
                    <a:pt x="19355" y="2875"/>
                    <a:pt x="19355" y="2875"/>
                    <a:pt x="19355" y="2875"/>
                  </a:cubicBezTo>
                  <a:cubicBezTo>
                    <a:pt x="19355" y="2808"/>
                    <a:pt x="19355" y="2808"/>
                    <a:pt x="19355" y="2808"/>
                  </a:cubicBezTo>
                  <a:cubicBezTo>
                    <a:pt x="19411" y="2808"/>
                    <a:pt x="19411" y="2808"/>
                    <a:pt x="19411" y="2808"/>
                  </a:cubicBezTo>
                  <a:cubicBezTo>
                    <a:pt x="19411" y="2741"/>
                    <a:pt x="19411" y="2741"/>
                    <a:pt x="19411" y="2741"/>
                  </a:cubicBezTo>
                  <a:cubicBezTo>
                    <a:pt x="19355" y="2741"/>
                    <a:pt x="19355" y="2741"/>
                    <a:pt x="19355" y="2741"/>
                  </a:cubicBezTo>
                  <a:cubicBezTo>
                    <a:pt x="19355" y="2808"/>
                    <a:pt x="19355" y="2808"/>
                    <a:pt x="19355" y="2808"/>
                  </a:cubicBezTo>
                  <a:cubicBezTo>
                    <a:pt x="19355" y="2808"/>
                    <a:pt x="19355" y="2808"/>
                    <a:pt x="19355" y="2808"/>
                  </a:cubicBezTo>
                  <a:cubicBezTo>
                    <a:pt x="19299" y="2875"/>
                    <a:pt x="19299" y="2875"/>
                    <a:pt x="19299" y="2875"/>
                  </a:cubicBezTo>
                  <a:cubicBezTo>
                    <a:pt x="19355" y="2875"/>
                    <a:pt x="19355" y="2875"/>
                    <a:pt x="19355" y="2875"/>
                  </a:cubicBezTo>
                  <a:cubicBezTo>
                    <a:pt x="19411" y="2942"/>
                    <a:pt x="19411" y="2942"/>
                    <a:pt x="19411" y="2942"/>
                  </a:cubicBezTo>
                  <a:cubicBezTo>
                    <a:pt x="19355" y="3009"/>
                    <a:pt x="19355" y="3009"/>
                    <a:pt x="19355" y="3009"/>
                  </a:cubicBezTo>
                  <a:cubicBezTo>
                    <a:pt x="19299" y="3009"/>
                    <a:pt x="19299" y="3009"/>
                    <a:pt x="19299" y="3009"/>
                  </a:cubicBezTo>
                  <a:cubicBezTo>
                    <a:pt x="19243" y="2942"/>
                    <a:pt x="19243" y="2942"/>
                    <a:pt x="19243" y="2942"/>
                  </a:cubicBezTo>
                  <a:cubicBezTo>
                    <a:pt x="19243" y="3009"/>
                    <a:pt x="19243" y="3009"/>
                    <a:pt x="19243" y="3009"/>
                  </a:cubicBezTo>
                  <a:cubicBezTo>
                    <a:pt x="19131" y="2942"/>
                    <a:pt x="19131" y="2942"/>
                    <a:pt x="19131" y="2942"/>
                  </a:cubicBezTo>
                  <a:cubicBezTo>
                    <a:pt x="19131" y="2942"/>
                    <a:pt x="19131" y="2942"/>
                    <a:pt x="19131" y="2942"/>
                  </a:cubicBezTo>
                  <a:cubicBezTo>
                    <a:pt x="19075" y="3009"/>
                    <a:pt x="19075" y="3009"/>
                    <a:pt x="19075" y="3009"/>
                  </a:cubicBezTo>
                  <a:cubicBezTo>
                    <a:pt x="19075" y="2942"/>
                    <a:pt x="19075" y="2942"/>
                    <a:pt x="19075" y="2942"/>
                  </a:cubicBezTo>
                  <a:cubicBezTo>
                    <a:pt x="19075" y="2942"/>
                    <a:pt x="19075" y="2942"/>
                    <a:pt x="19075" y="2942"/>
                  </a:cubicBezTo>
                  <a:cubicBezTo>
                    <a:pt x="19019" y="2942"/>
                    <a:pt x="19019" y="2942"/>
                    <a:pt x="19019" y="2942"/>
                  </a:cubicBezTo>
                  <a:cubicBezTo>
                    <a:pt x="19019" y="2942"/>
                    <a:pt x="19019" y="2942"/>
                    <a:pt x="19019" y="2942"/>
                  </a:cubicBezTo>
                  <a:cubicBezTo>
                    <a:pt x="19019" y="3009"/>
                    <a:pt x="19019" y="3009"/>
                    <a:pt x="19019" y="3009"/>
                  </a:cubicBezTo>
                  <a:cubicBezTo>
                    <a:pt x="19075" y="3009"/>
                    <a:pt x="19075" y="3009"/>
                    <a:pt x="19075" y="3009"/>
                  </a:cubicBezTo>
                  <a:cubicBezTo>
                    <a:pt x="19243" y="3009"/>
                    <a:pt x="19243" y="3009"/>
                    <a:pt x="19243" y="3009"/>
                  </a:cubicBezTo>
                  <a:cubicBezTo>
                    <a:pt x="19243" y="3076"/>
                    <a:pt x="19243" y="3076"/>
                    <a:pt x="19243" y="3076"/>
                  </a:cubicBezTo>
                  <a:cubicBezTo>
                    <a:pt x="19243" y="3076"/>
                    <a:pt x="19243" y="3076"/>
                    <a:pt x="19243" y="3076"/>
                  </a:cubicBezTo>
                  <a:cubicBezTo>
                    <a:pt x="19187" y="3143"/>
                    <a:pt x="19187" y="3143"/>
                    <a:pt x="19187" y="3143"/>
                  </a:cubicBezTo>
                  <a:cubicBezTo>
                    <a:pt x="19131" y="3143"/>
                    <a:pt x="19131" y="3143"/>
                    <a:pt x="19131" y="3143"/>
                  </a:cubicBezTo>
                  <a:cubicBezTo>
                    <a:pt x="19075" y="3143"/>
                    <a:pt x="19075" y="3143"/>
                    <a:pt x="19075" y="3143"/>
                  </a:cubicBezTo>
                  <a:cubicBezTo>
                    <a:pt x="19019" y="3143"/>
                    <a:pt x="19019" y="3143"/>
                    <a:pt x="19019" y="3143"/>
                  </a:cubicBezTo>
                  <a:cubicBezTo>
                    <a:pt x="19075" y="3209"/>
                    <a:pt x="19075" y="3209"/>
                    <a:pt x="19075" y="3209"/>
                  </a:cubicBezTo>
                  <a:cubicBezTo>
                    <a:pt x="19075" y="3143"/>
                    <a:pt x="19075" y="3143"/>
                    <a:pt x="19075" y="3143"/>
                  </a:cubicBezTo>
                  <a:cubicBezTo>
                    <a:pt x="19131" y="3209"/>
                    <a:pt x="19131" y="3209"/>
                    <a:pt x="19131" y="3209"/>
                  </a:cubicBezTo>
                  <a:cubicBezTo>
                    <a:pt x="19131" y="3209"/>
                    <a:pt x="19131" y="3209"/>
                    <a:pt x="19131" y="3209"/>
                  </a:cubicBezTo>
                  <a:cubicBezTo>
                    <a:pt x="19019" y="3343"/>
                    <a:pt x="19019" y="3343"/>
                    <a:pt x="19019" y="3343"/>
                  </a:cubicBezTo>
                  <a:cubicBezTo>
                    <a:pt x="18963" y="3343"/>
                    <a:pt x="18963" y="3343"/>
                    <a:pt x="18963" y="3343"/>
                  </a:cubicBezTo>
                  <a:cubicBezTo>
                    <a:pt x="18850" y="3276"/>
                    <a:pt x="18850" y="3276"/>
                    <a:pt x="18850" y="3276"/>
                  </a:cubicBezTo>
                  <a:cubicBezTo>
                    <a:pt x="18850" y="3276"/>
                    <a:pt x="18850" y="3276"/>
                    <a:pt x="18850" y="3276"/>
                  </a:cubicBezTo>
                  <a:cubicBezTo>
                    <a:pt x="18794" y="3276"/>
                    <a:pt x="18794" y="3276"/>
                    <a:pt x="18794" y="3276"/>
                  </a:cubicBezTo>
                  <a:cubicBezTo>
                    <a:pt x="18738" y="3276"/>
                    <a:pt x="18738" y="3276"/>
                    <a:pt x="18738" y="3276"/>
                  </a:cubicBezTo>
                  <a:cubicBezTo>
                    <a:pt x="18738" y="3143"/>
                    <a:pt x="18738" y="3143"/>
                    <a:pt x="18738" y="3143"/>
                  </a:cubicBezTo>
                  <a:cubicBezTo>
                    <a:pt x="18682" y="3143"/>
                    <a:pt x="18682" y="3143"/>
                    <a:pt x="18682" y="3143"/>
                  </a:cubicBezTo>
                  <a:cubicBezTo>
                    <a:pt x="18682" y="3143"/>
                    <a:pt x="18682" y="3143"/>
                    <a:pt x="18682" y="3143"/>
                  </a:cubicBezTo>
                  <a:cubicBezTo>
                    <a:pt x="18682" y="3076"/>
                    <a:pt x="18682" y="3076"/>
                    <a:pt x="18682" y="3076"/>
                  </a:cubicBezTo>
                  <a:cubicBezTo>
                    <a:pt x="18626" y="3076"/>
                    <a:pt x="18626" y="3076"/>
                    <a:pt x="18626" y="3076"/>
                  </a:cubicBezTo>
                  <a:cubicBezTo>
                    <a:pt x="18626" y="3076"/>
                    <a:pt x="18626" y="3076"/>
                    <a:pt x="18626" y="3076"/>
                  </a:cubicBezTo>
                  <a:cubicBezTo>
                    <a:pt x="18570" y="3076"/>
                    <a:pt x="18570" y="3076"/>
                    <a:pt x="18570" y="3076"/>
                  </a:cubicBezTo>
                  <a:cubicBezTo>
                    <a:pt x="18514" y="3076"/>
                    <a:pt x="18514" y="3076"/>
                    <a:pt x="18514" y="3076"/>
                  </a:cubicBezTo>
                  <a:cubicBezTo>
                    <a:pt x="18458" y="3076"/>
                    <a:pt x="18458" y="3076"/>
                    <a:pt x="18458" y="3076"/>
                  </a:cubicBezTo>
                  <a:cubicBezTo>
                    <a:pt x="18514" y="3076"/>
                    <a:pt x="18514" y="3076"/>
                    <a:pt x="18514" y="3076"/>
                  </a:cubicBezTo>
                  <a:cubicBezTo>
                    <a:pt x="18514" y="3076"/>
                    <a:pt x="18514" y="3076"/>
                    <a:pt x="18514" y="3076"/>
                  </a:cubicBezTo>
                  <a:cubicBezTo>
                    <a:pt x="18570" y="3076"/>
                    <a:pt x="18570" y="3076"/>
                    <a:pt x="18570" y="3076"/>
                  </a:cubicBezTo>
                  <a:cubicBezTo>
                    <a:pt x="18682" y="3209"/>
                    <a:pt x="18682" y="3209"/>
                    <a:pt x="18682" y="3209"/>
                  </a:cubicBezTo>
                  <a:cubicBezTo>
                    <a:pt x="18682" y="3343"/>
                    <a:pt x="18682" y="3343"/>
                    <a:pt x="18682" y="3343"/>
                  </a:cubicBezTo>
                  <a:cubicBezTo>
                    <a:pt x="18682" y="3410"/>
                    <a:pt x="18682" y="3410"/>
                    <a:pt x="18682" y="3410"/>
                  </a:cubicBezTo>
                  <a:cubicBezTo>
                    <a:pt x="18626" y="3343"/>
                    <a:pt x="18626" y="3343"/>
                    <a:pt x="18626" y="3343"/>
                  </a:cubicBezTo>
                  <a:cubicBezTo>
                    <a:pt x="18570" y="3343"/>
                    <a:pt x="18570" y="3343"/>
                    <a:pt x="18570" y="3343"/>
                  </a:cubicBezTo>
                  <a:cubicBezTo>
                    <a:pt x="18514" y="3343"/>
                    <a:pt x="18514" y="3343"/>
                    <a:pt x="18514" y="3343"/>
                  </a:cubicBezTo>
                  <a:cubicBezTo>
                    <a:pt x="18514" y="3343"/>
                    <a:pt x="18514" y="3343"/>
                    <a:pt x="18514" y="3343"/>
                  </a:cubicBezTo>
                  <a:cubicBezTo>
                    <a:pt x="18514" y="3410"/>
                    <a:pt x="18514" y="3410"/>
                    <a:pt x="18514" y="3410"/>
                  </a:cubicBezTo>
                  <a:cubicBezTo>
                    <a:pt x="18458" y="3343"/>
                    <a:pt x="18458" y="3343"/>
                    <a:pt x="18458" y="3343"/>
                  </a:cubicBezTo>
                  <a:cubicBezTo>
                    <a:pt x="18402" y="3343"/>
                    <a:pt x="18402" y="3343"/>
                    <a:pt x="18402" y="3343"/>
                  </a:cubicBezTo>
                  <a:cubicBezTo>
                    <a:pt x="18402" y="3410"/>
                    <a:pt x="18402" y="3410"/>
                    <a:pt x="18402" y="3410"/>
                  </a:cubicBezTo>
                  <a:cubicBezTo>
                    <a:pt x="18345" y="3410"/>
                    <a:pt x="18345" y="3410"/>
                    <a:pt x="18345" y="3410"/>
                  </a:cubicBezTo>
                  <a:cubicBezTo>
                    <a:pt x="18345" y="3343"/>
                    <a:pt x="18345" y="3343"/>
                    <a:pt x="18345" y="3343"/>
                  </a:cubicBezTo>
                  <a:cubicBezTo>
                    <a:pt x="18289" y="3343"/>
                    <a:pt x="18289" y="3343"/>
                    <a:pt x="18289" y="3343"/>
                  </a:cubicBezTo>
                  <a:cubicBezTo>
                    <a:pt x="18289" y="3276"/>
                    <a:pt x="18289" y="3276"/>
                    <a:pt x="18289" y="3276"/>
                  </a:cubicBezTo>
                  <a:cubicBezTo>
                    <a:pt x="18233" y="3276"/>
                    <a:pt x="18233" y="3276"/>
                    <a:pt x="18233" y="3276"/>
                  </a:cubicBezTo>
                  <a:cubicBezTo>
                    <a:pt x="18233" y="3209"/>
                    <a:pt x="18233" y="3209"/>
                    <a:pt x="18233" y="3209"/>
                  </a:cubicBezTo>
                  <a:cubicBezTo>
                    <a:pt x="18177" y="3209"/>
                    <a:pt x="18177" y="3209"/>
                    <a:pt x="18177" y="3209"/>
                  </a:cubicBezTo>
                  <a:cubicBezTo>
                    <a:pt x="18121" y="3209"/>
                    <a:pt x="18121" y="3209"/>
                    <a:pt x="18121" y="3209"/>
                  </a:cubicBezTo>
                  <a:cubicBezTo>
                    <a:pt x="18121" y="3143"/>
                    <a:pt x="18121" y="3143"/>
                    <a:pt x="18121" y="3143"/>
                  </a:cubicBezTo>
                  <a:cubicBezTo>
                    <a:pt x="18065" y="3209"/>
                    <a:pt x="18065" y="3209"/>
                    <a:pt x="18065" y="3209"/>
                  </a:cubicBezTo>
                  <a:cubicBezTo>
                    <a:pt x="18065" y="3209"/>
                    <a:pt x="18065" y="3209"/>
                    <a:pt x="18065" y="3209"/>
                  </a:cubicBezTo>
                  <a:cubicBezTo>
                    <a:pt x="18121" y="3276"/>
                    <a:pt x="18121" y="3276"/>
                    <a:pt x="18121" y="3276"/>
                  </a:cubicBezTo>
                  <a:cubicBezTo>
                    <a:pt x="18177" y="3276"/>
                    <a:pt x="18177" y="3276"/>
                    <a:pt x="18177" y="3276"/>
                  </a:cubicBezTo>
                  <a:cubicBezTo>
                    <a:pt x="18233" y="3343"/>
                    <a:pt x="18233" y="3343"/>
                    <a:pt x="18233" y="3343"/>
                  </a:cubicBezTo>
                  <a:cubicBezTo>
                    <a:pt x="18233" y="3410"/>
                    <a:pt x="18233" y="3410"/>
                    <a:pt x="18233" y="3410"/>
                  </a:cubicBezTo>
                  <a:cubicBezTo>
                    <a:pt x="18121" y="3343"/>
                    <a:pt x="18121" y="3343"/>
                    <a:pt x="18121" y="3343"/>
                  </a:cubicBezTo>
                  <a:cubicBezTo>
                    <a:pt x="18065" y="3343"/>
                    <a:pt x="18065" y="3343"/>
                    <a:pt x="18065" y="3343"/>
                  </a:cubicBezTo>
                  <a:cubicBezTo>
                    <a:pt x="18065" y="3276"/>
                    <a:pt x="18065" y="3276"/>
                    <a:pt x="18065" y="3276"/>
                  </a:cubicBezTo>
                  <a:cubicBezTo>
                    <a:pt x="18009" y="3276"/>
                    <a:pt x="18009" y="3276"/>
                    <a:pt x="18009" y="3276"/>
                  </a:cubicBezTo>
                  <a:cubicBezTo>
                    <a:pt x="18009" y="3276"/>
                    <a:pt x="18009" y="3276"/>
                    <a:pt x="18009" y="3276"/>
                  </a:cubicBezTo>
                  <a:cubicBezTo>
                    <a:pt x="18009" y="3276"/>
                    <a:pt x="18009" y="3276"/>
                    <a:pt x="18009" y="3276"/>
                  </a:cubicBezTo>
                  <a:cubicBezTo>
                    <a:pt x="18009" y="3343"/>
                    <a:pt x="18009" y="3343"/>
                    <a:pt x="18009" y="3343"/>
                  </a:cubicBezTo>
                  <a:cubicBezTo>
                    <a:pt x="17953" y="3343"/>
                    <a:pt x="17953" y="3343"/>
                    <a:pt x="17953" y="3343"/>
                  </a:cubicBezTo>
                  <a:cubicBezTo>
                    <a:pt x="17953" y="3276"/>
                    <a:pt x="17953" y="3276"/>
                    <a:pt x="17953" y="3276"/>
                  </a:cubicBezTo>
                  <a:cubicBezTo>
                    <a:pt x="17897" y="3276"/>
                    <a:pt x="17897" y="3276"/>
                    <a:pt x="17897" y="3276"/>
                  </a:cubicBezTo>
                  <a:cubicBezTo>
                    <a:pt x="17897" y="3343"/>
                    <a:pt x="17897" y="3343"/>
                    <a:pt x="17897" y="3343"/>
                  </a:cubicBezTo>
                  <a:cubicBezTo>
                    <a:pt x="17953" y="3343"/>
                    <a:pt x="17953" y="3343"/>
                    <a:pt x="17953" y="3343"/>
                  </a:cubicBezTo>
                  <a:cubicBezTo>
                    <a:pt x="17953" y="3410"/>
                    <a:pt x="17953" y="3410"/>
                    <a:pt x="17953" y="3410"/>
                  </a:cubicBezTo>
                  <a:cubicBezTo>
                    <a:pt x="18009" y="3410"/>
                    <a:pt x="18009" y="3410"/>
                    <a:pt x="18009" y="3410"/>
                  </a:cubicBezTo>
                  <a:cubicBezTo>
                    <a:pt x="18009" y="3410"/>
                    <a:pt x="18009" y="3410"/>
                    <a:pt x="18009" y="3410"/>
                  </a:cubicBezTo>
                  <a:cubicBezTo>
                    <a:pt x="18065" y="3410"/>
                    <a:pt x="18065" y="3410"/>
                    <a:pt x="18065" y="3410"/>
                  </a:cubicBezTo>
                  <a:cubicBezTo>
                    <a:pt x="18065" y="3410"/>
                    <a:pt x="18065" y="3410"/>
                    <a:pt x="18065" y="3410"/>
                  </a:cubicBezTo>
                  <a:cubicBezTo>
                    <a:pt x="18121" y="3477"/>
                    <a:pt x="18121" y="3477"/>
                    <a:pt x="18121" y="3477"/>
                  </a:cubicBezTo>
                  <a:cubicBezTo>
                    <a:pt x="18177" y="3477"/>
                    <a:pt x="18177" y="3477"/>
                    <a:pt x="18177" y="3477"/>
                  </a:cubicBezTo>
                  <a:cubicBezTo>
                    <a:pt x="18177" y="3477"/>
                    <a:pt x="18177" y="3477"/>
                    <a:pt x="18177" y="3477"/>
                  </a:cubicBezTo>
                  <a:cubicBezTo>
                    <a:pt x="18233" y="3477"/>
                    <a:pt x="18233" y="3477"/>
                    <a:pt x="18233" y="3477"/>
                  </a:cubicBezTo>
                  <a:cubicBezTo>
                    <a:pt x="18402" y="3544"/>
                    <a:pt x="18402" y="3544"/>
                    <a:pt x="18402" y="3544"/>
                  </a:cubicBezTo>
                  <a:cubicBezTo>
                    <a:pt x="18402" y="3544"/>
                    <a:pt x="18402" y="3544"/>
                    <a:pt x="18402" y="3544"/>
                  </a:cubicBezTo>
                  <a:cubicBezTo>
                    <a:pt x="18345" y="3611"/>
                    <a:pt x="18345" y="3611"/>
                    <a:pt x="18345" y="3611"/>
                  </a:cubicBezTo>
                  <a:cubicBezTo>
                    <a:pt x="18402" y="3611"/>
                    <a:pt x="18402" y="3611"/>
                    <a:pt x="18402" y="3611"/>
                  </a:cubicBezTo>
                  <a:cubicBezTo>
                    <a:pt x="18345" y="3678"/>
                    <a:pt x="18345" y="3678"/>
                    <a:pt x="18345" y="3678"/>
                  </a:cubicBezTo>
                  <a:cubicBezTo>
                    <a:pt x="18402" y="3744"/>
                    <a:pt x="18402" y="3744"/>
                    <a:pt x="18402" y="3744"/>
                  </a:cubicBezTo>
                  <a:cubicBezTo>
                    <a:pt x="18345" y="3744"/>
                    <a:pt x="18345" y="3744"/>
                    <a:pt x="18345" y="3744"/>
                  </a:cubicBezTo>
                  <a:cubicBezTo>
                    <a:pt x="18345" y="3744"/>
                    <a:pt x="18345" y="3744"/>
                    <a:pt x="18345" y="3744"/>
                  </a:cubicBezTo>
                  <a:cubicBezTo>
                    <a:pt x="18289" y="3678"/>
                    <a:pt x="18289" y="3678"/>
                    <a:pt x="18289" y="3678"/>
                  </a:cubicBezTo>
                  <a:cubicBezTo>
                    <a:pt x="18233" y="3678"/>
                    <a:pt x="18233" y="3678"/>
                    <a:pt x="18233" y="3678"/>
                  </a:cubicBezTo>
                  <a:cubicBezTo>
                    <a:pt x="18177" y="3611"/>
                    <a:pt x="18177" y="3611"/>
                    <a:pt x="18177" y="3611"/>
                  </a:cubicBezTo>
                  <a:cubicBezTo>
                    <a:pt x="18177" y="3611"/>
                    <a:pt x="18177" y="3611"/>
                    <a:pt x="18177" y="3611"/>
                  </a:cubicBezTo>
                  <a:cubicBezTo>
                    <a:pt x="18177" y="3544"/>
                    <a:pt x="18177" y="3544"/>
                    <a:pt x="18177" y="3544"/>
                  </a:cubicBezTo>
                  <a:cubicBezTo>
                    <a:pt x="18121" y="3477"/>
                    <a:pt x="18121" y="3477"/>
                    <a:pt x="18121" y="3477"/>
                  </a:cubicBezTo>
                  <a:cubicBezTo>
                    <a:pt x="18065" y="3477"/>
                    <a:pt x="18065" y="3477"/>
                    <a:pt x="18065" y="3477"/>
                  </a:cubicBezTo>
                  <a:cubicBezTo>
                    <a:pt x="17953" y="3477"/>
                    <a:pt x="17953" y="3477"/>
                    <a:pt x="17953" y="3477"/>
                  </a:cubicBezTo>
                  <a:cubicBezTo>
                    <a:pt x="17897" y="3410"/>
                    <a:pt x="17897" y="3410"/>
                    <a:pt x="17897" y="3410"/>
                  </a:cubicBezTo>
                  <a:cubicBezTo>
                    <a:pt x="17841" y="3410"/>
                    <a:pt x="17841" y="3410"/>
                    <a:pt x="17841" y="3410"/>
                  </a:cubicBezTo>
                  <a:cubicBezTo>
                    <a:pt x="17841" y="3477"/>
                    <a:pt x="17841" y="3477"/>
                    <a:pt x="17841" y="3477"/>
                  </a:cubicBezTo>
                  <a:cubicBezTo>
                    <a:pt x="17897" y="3477"/>
                    <a:pt x="17897" y="3477"/>
                    <a:pt x="17897" y="3477"/>
                  </a:cubicBezTo>
                  <a:cubicBezTo>
                    <a:pt x="18009" y="3477"/>
                    <a:pt x="18009" y="3477"/>
                    <a:pt x="18009" y="3477"/>
                  </a:cubicBezTo>
                  <a:cubicBezTo>
                    <a:pt x="18121" y="3544"/>
                    <a:pt x="18121" y="3544"/>
                    <a:pt x="18121" y="3544"/>
                  </a:cubicBezTo>
                  <a:cubicBezTo>
                    <a:pt x="18121" y="3611"/>
                    <a:pt x="18121" y="3611"/>
                    <a:pt x="18121" y="3611"/>
                  </a:cubicBezTo>
                  <a:cubicBezTo>
                    <a:pt x="18121" y="3611"/>
                    <a:pt x="18121" y="3611"/>
                    <a:pt x="18121" y="3611"/>
                  </a:cubicBezTo>
                  <a:cubicBezTo>
                    <a:pt x="18065" y="3544"/>
                    <a:pt x="18065" y="3544"/>
                    <a:pt x="18065" y="3544"/>
                  </a:cubicBezTo>
                  <a:cubicBezTo>
                    <a:pt x="17953" y="3544"/>
                    <a:pt x="17953" y="3544"/>
                    <a:pt x="17953" y="3544"/>
                  </a:cubicBezTo>
                  <a:cubicBezTo>
                    <a:pt x="17897" y="3611"/>
                    <a:pt x="17897" y="3611"/>
                    <a:pt x="17897" y="3611"/>
                  </a:cubicBezTo>
                  <a:cubicBezTo>
                    <a:pt x="17897" y="3544"/>
                    <a:pt x="17897" y="3544"/>
                    <a:pt x="17897" y="3544"/>
                  </a:cubicBezTo>
                  <a:cubicBezTo>
                    <a:pt x="17841" y="3544"/>
                    <a:pt x="17841" y="3544"/>
                    <a:pt x="17841" y="3544"/>
                  </a:cubicBezTo>
                  <a:cubicBezTo>
                    <a:pt x="17784" y="3477"/>
                    <a:pt x="17784" y="3477"/>
                    <a:pt x="17784" y="3477"/>
                  </a:cubicBezTo>
                  <a:cubicBezTo>
                    <a:pt x="17728" y="3477"/>
                    <a:pt x="17728" y="3477"/>
                    <a:pt x="17728" y="3477"/>
                  </a:cubicBezTo>
                  <a:cubicBezTo>
                    <a:pt x="17728" y="3544"/>
                    <a:pt x="17728" y="3544"/>
                    <a:pt x="17728" y="3544"/>
                  </a:cubicBezTo>
                  <a:cubicBezTo>
                    <a:pt x="17841" y="3544"/>
                    <a:pt x="17841" y="3544"/>
                    <a:pt x="17841" y="3544"/>
                  </a:cubicBezTo>
                  <a:cubicBezTo>
                    <a:pt x="17841" y="3611"/>
                    <a:pt x="17841" y="3611"/>
                    <a:pt x="17841" y="3611"/>
                  </a:cubicBezTo>
                  <a:cubicBezTo>
                    <a:pt x="17841" y="3611"/>
                    <a:pt x="17841" y="3611"/>
                    <a:pt x="17841" y="3611"/>
                  </a:cubicBezTo>
                  <a:cubicBezTo>
                    <a:pt x="17841" y="3611"/>
                    <a:pt x="17841" y="3611"/>
                    <a:pt x="17841" y="3611"/>
                  </a:cubicBezTo>
                  <a:cubicBezTo>
                    <a:pt x="17841" y="3611"/>
                    <a:pt x="17841" y="3611"/>
                    <a:pt x="17841" y="3611"/>
                  </a:cubicBezTo>
                  <a:cubicBezTo>
                    <a:pt x="17897" y="3611"/>
                    <a:pt x="17897" y="3611"/>
                    <a:pt x="17897" y="3611"/>
                  </a:cubicBezTo>
                  <a:cubicBezTo>
                    <a:pt x="17953" y="3611"/>
                    <a:pt x="17953" y="3611"/>
                    <a:pt x="17953" y="3611"/>
                  </a:cubicBezTo>
                  <a:cubicBezTo>
                    <a:pt x="17953" y="3611"/>
                    <a:pt x="17953" y="3611"/>
                    <a:pt x="17953" y="3611"/>
                  </a:cubicBezTo>
                  <a:cubicBezTo>
                    <a:pt x="17953" y="3611"/>
                    <a:pt x="17953" y="3611"/>
                    <a:pt x="17953" y="3611"/>
                  </a:cubicBezTo>
                  <a:cubicBezTo>
                    <a:pt x="18009" y="3611"/>
                    <a:pt x="18009" y="3611"/>
                    <a:pt x="18009" y="3611"/>
                  </a:cubicBezTo>
                  <a:cubicBezTo>
                    <a:pt x="18065" y="3611"/>
                    <a:pt x="18065" y="3611"/>
                    <a:pt x="18065" y="3611"/>
                  </a:cubicBezTo>
                  <a:cubicBezTo>
                    <a:pt x="18121" y="3678"/>
                    <a:pt x="18121" y="3678"/>
                    <a:pt x="18121" y="3678"/>
                  </a:cubicBezTo>
                  <a:cubicBezTo>
                    <a:pt x="18121" y="3744"/>
                    <a:pt x="18121" y="3744"/>
                    <a:pt x="18121" y="3744"/>
                  </a:cubicBezTo>
                  <a:cubicBezTo>
                    <a:pt x="18065" y="3744"/>
                    <a:pt x="18065" y="3744"/>
                    <a:pt x="18065" y="3744"/>
                  </a:cubicBezTo>
                  <a:cubicBezTo>
                    <a:pt x="18009" y="3744"/>
                    <a:pt x="18009" y="3744"/>
                    <a:pt x="18009" y="3744"/>
                  </a:cubicBezTo>
                  <a:cubicBezTo>
                    <a:pt x="18009" y="3744"/>
                    <a:pt x="18009" y="3744"/>
                    <a:pt x="18009" y="3744"/>
                  </a:cubicBezTo>
                  <a:cubicBezTo>
                    <a:pt x="18065" y="3744"/>
                    <a:pt x="18065" y="3744"/>
                    <a:pt x="18065" y="3744"/>
                  </a:cubicBezTo>
                  <a:cubicBezTo>
                    <a:pt x="18065" y="3744"/>
                    <a:pt x="18065" y="3744"/>
                    <a:pt x="18065" y="3744"/>
                  </a:cubicBezTo>
                  <a:cubicBezTo>
                    <a:pt x="18121" y="3744"/>
                    <a:pt x="18121" y="3744"/>
                    <a:pt x="18121" y="3744"/>
                  </a:cubicBezTo>
                  <a:cubicBezTo>
                    <a:pt x="18177" y="3811"/>
                    <a:pt x="18177" y="3811"/>
                    <a:pt x="18177" y="3811"/>
                  </a:cubicBezTo>
                  <a:cubicBezTo>
                    <a:pt x="18233" y="3811"/>
                    <a:pt x="18233" y="3811"/>
                    <a:pt x="18233" y="3811"/>
                  </a:cubicBezTo>
                  <a:cubicBezTo>
                    <a:pt x="18233" y="3878"/>
                    <a:pt x="18233" y="3878"/>
                    <a:pt x="18233" y="3878"/>
                  </a:cubicBezTo>
                  <a:cubicBezTo>
                    <a:pt x="18177" y="3945"/>
                    <a:pt x="18177" y="3945"/>
                    <a:pt x="18177" y="3945"/>
                  </a:cubicBezTo>
                  <a:cubicBezTo>
                    <a:pt x="18121" y="4079"/>
                    <a:pt x="18121" y="4079"/>
                    <a:pt x="18121" y="4079"/>
                  </a:cubicBezTo>
                  <a:cubicBezTo>
                    <a:pt x="18121" y="4079"/>
                    <a:pt x="18121" y="4079"/>
                    <a:pt x="18121" y="4079"/>
                  </a:cubicBezTo>
                  <a:cubicBezTo>
                    <a:pt x="18065" y="4146"/>
                    <a:pt x="18065" y="4146"/>
                    <a:pt x="18065" y="4146"/>
                  </a:cubicBezTo>
                  <a:cubicBezTo>
                    <a:pt x="18009" y="4079"/>
                    <a:pt x="18009" y="4079"/>
                    <a:pt x="18009" y="4079"/>
                  </a:cubicBezTo>
                  <a:cubicBezTo>
                    <a:pt x="17953" y="4079"/>
                    <a:pt x="17953" y="4079"/>
                    <a:pt x="17953" y="4079"/>
                  </a:cubicBezTo>
                  <a:cubicBezTo>
                    <a:pt x="17953" y="4079"/>
                    <a:pt x="17953" y="4079"/>
                    <a:pt x="17953" y="4079"/>
                  </a:cubicBezTo>
                  <a:cubicBezTo>
                    <a:pt x="17953" y="4079"/>
                    <a:pt x="17953" y="4079"/>
                    <a:pt x="17953" y="4079"/>
                  </a:cubicBezTo>
                  <a:cubicBezTo>
                    <a:pt x="17897" y="4012"/>
                    <a:pt x="17897" y="4012"/>
                    <a:pt x="17897" y="4012"/>
                  </a:cubicBezTo>
                  <a:cubicBezTo>
                    <a:pt x="17841" y="4012"/>
                    <a:pt x="17841" y="4012"/>
                    <a:pt x="17841" y="4012"/>
                  </a:cubicBezTo>
                  <a:cubicBezTo>
                    <a:pt x="17841" y="4079"/>
                    <a:pt x="17841" y="4079"/>
                    <a:pt x="17841" y="4079"/>
                  </a:cubicBezTo>
                  <a:cubicBezTo>
                    <a:pt x="17897" y="4079"/>
                    <a:pt x="17897" y="4079"/>
                    <a:pt x="17897" y="4079"/>
                  </a:cubicBezTo>
                  <a:cubicBezTo>
                    <a:pt x="17897" y="4079"/>
                    <a:pt x="17897" y="4079"/>
                    <a:pt x="17897" y="4079"/>
                  </a:cubicBezTo>
                  <a:cubicBezTo>
                    <a:pt x="17953" y="4079"/>
                    <a:pt x="17953" y="4079"/>
                    <a:pt x="17953" y="4079"/>
                  </a:cubicBezTo>
                  <a:cubicBezTo>
                    <a:pt x="18009" y="4146"/>
                    <a:pt x="18009" y="4146"/>
                    <a:pt x="18009" y="4146"/>
                  </a:cubicBezTo>
                  <a:cubicBezTo>
                    <a:pt x="18009" y="4213"/>
                    <a:pt x="18009" y="4213"/>
                    <a:pt x="18009" y="4213"/>
                  </a:cubicBezTo>
                  <a:cubicBezTo>
                    <a:pt x="18009" y="4279"/>
                    <a:pt x="18009" y="4279"/>
                    <a:pt x="18009" y="4279"/>
                  </a:cubicBezTo>
                  <a:cubicBezTo>
                    <a:pt x="17953" y="4279"/>
                    <a:pt x="17953" y="4279"/>
                    <a:pt x="17953" y="4279"/>
                  </a:cubicBezTo>
                  <a:cubicBezTo>
                    <a:pt x="17897" y="4279"/>
                    <a:pt x="17897" y="4279"/>
                    <a:pt x="17897" y="4279"/>
                  </a:cubicBezTo>
                  <a:cubicBezTo>
                    <a:pt x="17841" y="4346"/>
                    <a:pt x="17841" y="4346"/>
                    <a:pt x="17841" y="4346"/>
                  </a:cubicBezTo>
                  <a:cubicBezTo>
                    <a:pt x="17784" y="4279"/>
                    <a:pt x="17784" y="4279"/>
                    <a:pt x="17784" y="4279"/>
                  </a:cubicBezTo>
                  <a:cubicBezTo>
                    <a:pt x="17728" y="4279"/>
                    <a:pt x="17728" y="4279"/>
                    <a:pt x="17728" y="4279"/>
                  </a:cubicBezTo>
                  <a:cubicBezTo>
                    <a:pt x="17728" y="4213"/>
                    <a:pt x="17728" y="4213"/>
                    <a:pt x="17728" y="4213"/>
                  </a:cubicBezTo>
                  <a:cubicBezTo>
                    <a:pt x="17672" y="4213"/>
                    <a:pt x="17672" y="4213"/>
                    <a:pt x="17672" y="4213"/>
                  </a:cubicBezTo>
                  <a:cubicBezTo>
                    <a:pt x="17616" y="4279"/>
                    <a:pt x="17616" y="4279"/>
                    <a:pt x="17616" y="4279"/>
                  </a:cubicBezTo>
                  <a:cubicBezTo>
                    <a:pt x="17672" y="4279"/>
                    <a:pt x="17672" y="4279"/>
                    <a:pt x="17672" y="4279"/>
                  </a:cubicBezTo>
                  <a:cubicBezTo>
                    <a:pt x="17784" y="4346"/>
                    <a:pt x="17784" y="4346"/>
                    <a:pt x="17784" y="4346"/>
                  </a:cubicBezTo>
                  <a:cubicBezTo>
                    <a:pt x="17841" y="4346"/>
                    <a:pt x="17841" y="4346"/>
                    <a:pt x="17841" y="4346"/>
                  </a:cubicBezTo>
                  <a:cubicBezTo>
                    <a:pt x="17841" y="4413"/>
                    <a:pt x="17841" y="4413"/>
                    <a:pt x="17841" y="4413"/>
                  </a:cubicBezTo>
                  <a:cubicBezTo>
                    <a:pt x="17784" y="4413"/>
                    <a:pt x="17784" y="4413"/>
                    <a:pt x="17784" y="4413"/>
                  </a:cubicBezTo>
                  <a:cubicBezTo>
                    <a:pt x="17784" y="4480"/>
                    <a:pt x="17784" y="4480"/>
                    <a:pt x="17784" y="4480"/>
                  </a:cubicBezTo>
                  <a:cubicBezTo>
                    <a:pt x="17728" y="4480"/>
                    <a:pt x="17728" y="4480"/>
                    <a:pt x="17728" y="4480"/>
                  </a:cubicBezTo>
                  <a:cubicBezTo>
                    <a:pt x="17672" y="4413"/>
                    <a:pt x="17672" y="4413"/>
                    <a:pt x="17672" y="4413"/>
                  </a:cubicBezTo>
                  <a:cubicBezTo>
                    <a:pt x="17672" y="4480"/>
                    <a:pt x="17672" y="4480"/>
                    <a:pt x="17672" y="4480"/>
                  </a:cubicBezTo>
                  <a:cubicBezTo>
                    <a:pt x="17616" y="4480"/>
                    <a:pt x="17616" y="4480"/>
                    <a:pt x="17616" y="4480"/>
                  </a:cubicBezTo>
                  <a:cubicBezTo>
                    <a:pt x="17504" y="4480"/>
                    <a:pt x="17504" y="4480"/>
                    <a:pt x="17504" y="4480"/>
                  </a:cubicBezTo>
                  <a:cubicBezTo>
                    <a:pt x="17504" y="4413"/>
                    <a:pt x="17504" y="4413"/>
                    <a:pt x="17504" y="4413"/>
                  </a:cubicBezTo>
                  <a:cubicBezTo>
                    <a:pt x="17392" y="4413"/>
                    <a:pt x="17392" y="4413"/>
                    <a:pt x="17392" y="4413"/>
                  </a:cubicBezTo>
                  <a:cubicBezTo>
                    <a:pt x="17336" y="4413"/>
                    <a:pt x="17336" y="4413"/>
                    <a:pt x="17336" y="4413"/>
                  </a:cubicBezTo>
                  <a:cubicBezTo>
                    <a:pt x="17336" y="4547"/>
                    <a:pt x="17336" y="4547"/>
                    <a:pt x="17336" y="4547"/>
                  </a:cubicBezTo>
                  <a:cubicBezTo>
                    <a:pt x="17280" y="4614"/>
                    <a:pt x="17280" y="4614"/>
                    <a:pt x="17280" y="4614"/>
                  </a:cubicBezTo>
                  <a:cubicBezTo>
                    <a:pt x="17336" y="4547"/>
                    <a:pt x="17336" y="4547"/>
                    <a:pt x="17336" y="4547"/>
                  </a:cubicBezTo>
                  <a:cubicBezTo>
                    <a:pt x="17336" y="4614"/>
                    <a:pt x="17336" y="4614"/>
                    <a:pt x="17336" y="4614"/>
                  </a:cubicBezTo>
                  <a:cubicBezTo>
                    <a:pt x="17336" y="4614"/>
                    <a:pt x="17336" y="4614"/>
                    <a:pt x="17336" y="4614"/>
                  </a:cubicBezTo>
                  <a:cubicBezTo>
                    <a:pt x="17280" y="4681"/>
                    <a:pt x="17280" y="4681"/>
                    <a:pt x="17280" y="4681"/>
                  </a:cubicBezTo>
                  <a:cubicBezTo>
                    <a:pt x="17280" y="4747"/>
                    <a:pt x="17280" y="4747"/>
                    <a:pt x="17280" y="4747"/>
                  </a:cubicBezTo>
                  <a:cubicBezTo>
                    <a:pt x="17223" y="4747"/>
                    <a:pt x="17223" y="4747"/>
                    <a:pt x="17223" y="4747"/>
                  </a:cubicBezTo>
                  <a:cubicBezTo>
                    <a:pt x="17167" y="4747"/>
                    <a:pt x="17167" y="4747"/>
                    <a:pt x="17167" y="4747"/>
                  </a:cubicBezTo>
                  <a:cubicBezTo>
                    <a:pt x="17167" y="4747"/>
                    <a:pt x="17167" y="4747"/>
                    <a:pt x="17167" y="4747"/>
                  </a:cubicBezTo>
                  <a:cubicBezTo>
                    <a:pt x="17167" y="4814"/>
                    <a:pt x="17167" y="4814"/>
                    <a:pt x="17167" y="4814"/>
                  </a:cubicBezTo>
                  <a:cubicBezTo>
                    <a:pt x="17111" y="4814"/>
                    <a:pt x="17111" y="4814"/>
                    <a:pt x="17111" y="4814"/>
                  </a:cubicBezTo>
                  <a:cubicBezTo>
                    <a:pt x="17055" y="4814"/>
                    <a:pt x="17055" y="4814"/>
                    <a:pt x="17055" y="4814"/>
                  </a:cubicBezTo>
                  <a:cubicBezTo>
                    <a:pt x="17111" y="4814"/>
                    <a:pt x="17111" y="4814"/>
                    <a:pt x="17111" y="4814"/>
                  </a:cubicBezTo>
                  <a:cubicBezTo>
                    <a:pt x="17055" y="4814"/>
                    <a:pt x="17055" y="4814"/>
                    <a:pt x="17055" y="4814"/>
                  </a:cubicBezTo>
                  <a:cubicBezTo>
                    <a:pt x="17055" y="4814"/>
                    <a:pt x="17055" y="4814"/>
                    <a:pt x="17055" y="4814"/>
                  </a:cubicBezTo>
                  <a:cubicBezTo>
                    <a:pt x="16999" y="4881"/>
                    <a:pt x="16999" y="4881"/>
                    <a:pt x="16999" y="4881"/>
                  </a:cubicBezTo>
                  <a:cubicBezTo>
                    <a:pt x="16999" y="4881"/>
                    <a:pt x="16999" y="4881"/>
                    <a:pt x="16999" y="4881"/>
                  </a:cubicBezTo>
                  <a:cubicBezTo>
                    <a:pt x="16887" y="4814"/>
                    <a:pt x="16887" y="4814"/>
                    <a:pt x="16887" y="4814"/>
                  </a:cubicBezTo>
                  <a:cubicBezTo>
                    <a:pt x="16831" y="4814"/>
                    <a:pt x="16831" y="4814"/>
                    <a:pt x="16831" y="4814"/>
                  </a:cubicBezTo>
                  <a:cubicBezTo>
                    <a:pt x="16775" y="4881"/>
                    <a:pt x="16775" y="4881"/>
                    <a:pt x="16775" y="4881"/>
                  </a:cubicBezTo>
                  <a:cubicBezTo>
                    <a:pt x="16718" y="4881"/>
                    <a:pt x="16718" y="4881"/>
                    <a:pt x="16718" y="4881"/>
                  </a:cubicBezTo>
                  <a:cubicBezTo>
                    <a:pt x="16606" y="4747"/>
                    <a:pt x="16606" y="4747"/>
                    <a:pt x="16606" y="4747"/>
                  </a:cubicBezTo>
                  <a:cubicBezTo>
                    <a:pt x="16606" y="4614"/>
                    <a:pt x="16606" y="4614"/>
                    <a:pt x="16606" y="4614"/>
                  </a:cubicBezTo>
                  <a:cubicBezTo>
                    <a:pt x="16662" y="4547"/>
                    <a:pt x="16662" y="4547"/>
                    <a:pt x="16662" y="4547"/>
                  </a:cubicBezTo>
                  <a:cubicBezTo>
                    <a:pt x="16662" y="4547"/>
                    <a:pt x="16662" y="4547"/>
                    <a:pt x="16662" y="4547"/>
                  </a:cubicBezTo>
                  <a:cubicBezTo>
                    <a:pt x="16606" y="4480"/>
                    <a:pt x="16606" y="4480"/>
                    <a:pt x="16606" y="4480"/>
                  </a:cubicBezTo>
                  <a:cubicBezTo>
                    <a:pt x="16606" y="4480"/>
                    <a:pt x="16606" y="4480"/>
                    <a:pt x="16606" y="4480"/>
                  </a:cubicBezTo>
                  <a:cubicBezTo>
                    <a:pt x="16606" y="4547"/>
                    <a:pt x="16606" y="4547"/>
                    <a:pt x="16606" y="4547"/>
                  </a:cubicBezTo>
                  <a:cubicBezTo>
                    <a:pt x="16606" y="4547"/>
                    <a:pt x="16606" y="4547"/>
                    <a:pt x="16606" y="4547"/>
                  </a:cubicBezTo>
                  <a:cubicBezTo>
                    <a:pt x="16550" y="4614"/>
                    <a:pt x="16550" y="4614"/>
                    <a:pt x="16550" y="4614"/>
                  </a:cubicBezTo>
                  <a:cubicBezTo>
                    <a:pt x="16550" y="4681"/>
                    <a:pt x="16550" y="4681"/>
                    <a:pt x="16550" y="4681"/>
                  </a:cubicBezTo>
                  <a:cubicBezTo>
                    <a:pt x="16606" y="4747"/>
                    <a:pt x="16606" y="4747"/>
                    <a:pt x="16606" y="4747"/>
                  </a:cubicBezTo>
                  <a:cubicBezTo>
                    <a:pt x="16550" y="4747"/>
                    <a:pt x="16550" y="4747"/>
                    <a:pt x="16550" y="4747"/>
                  </a:cubicBezTo>
                  <a:cubicBezTo>
                    <a:pt x="16550" y="4747"/>
                    <a:pt x="16550" y="4747"/>
                    <a:pt x="16550" y="4747"/>
                  </a:cubicBezTo>
                  <a:cubicBezTo>
                    <a:pt x="16494" y="4747"/>
                    <a:pt x="16494" y="4747"/>
                    <a:pt x="16494" y="4747"/>
                  </a:cubicBezTo>
                  <a:cubicBezTo>
                    <a:pt x="16494" y="4747"/>
                    <a:pt x="16494" y="4747"/>
                    <a:pt x="16494" y="4747"/>
                  </a:cubicBezTo>
                  <a:cubicBezTo>
                    <a:pt x="16438" y="4747"/>
                    <a:pt x="16438" y="4747"/>
                    <a:pt x="16438" y="4747"/>
                  </a:cubicBezTo>
                  <a:cubicBezTo>
                    <a:pt x="16494" y="4814"/>
                    <a:pt x="16494" y="4814"/>
                    <a:pt x="16494" y="4814"/>
                  </a:cubicBezTo>
                  <a:cubicBezTo>
                    <a:pt x="16438" y="4881"/>
                    <a:pt x="16438" y="4881"/>
                    <a:pt x="16438" y="4881"/>
                  </a:cubicBezTo>
                  <a:cubicBezTo>
                    <a:pt x="16494" y="4881"/>
                    <a:pt x="16494" y="4881"/>
                    <a:pt x="16494" y="4881"/>
                  </a:cubicBezTo>
                  <a:cubicBezTo>
                    <a:pt x="16550" y="4814"/>
                    <a:pt x="16550" y="4814"/>
                    <a:pt x="16550" y="4814"/>
                  </a:cubicBezTo>
                  <a:cubicBezTo>
                    <a:pt x="16550" y="4814"/>
                    <a:pt x="16550" y="4814"/>
                    <a:pt x="16550" y="4814"/>
                  </a:cubicBezTo>
                  <a:cubicBezTo>
                    <a:pt x="16606" y="4814"/>
                    <a:pt x="16606" y="4814"/>
                    <a:pt x="16606" y="4814"/>
                  </a:cubicBezTo>
                  <a:cubicBezTo>
                    <a:pt x="16606" y="4814"/>
                    <a:pt x="16606" y="4814"/>
                    <a:pt x="16606" y="4814"/>
                  </a:cubicBezTo>
                  <a:cubicBezTo>
                    <a:pt x="16662" y="4814"/>
                    <a:pt x="16662" y="4814"/>
                    <a:pt x="16662" y="4814"/>
                  </a:cubicBezTo>
                  <a:cubicBezTo>
                    <a:pt x="16718" y="4881"/>
                    <a:pt x="16718" y="4881"/>
                    <a:pt x="16718" y="4881"/>
                  </a:cubicBezTo>
                  <a:cubicBezTo>
                    <a:pt x="16662" y="4948"/>
                    <a:pt x="16662" y="4948"/>
                    <a:pt x="16662" y="4948"/>
                  </a:cubicBezTo>
                  <a:cubicBezTo>
                    <a:pt x="16718" y="4881"/>
                    <a:pt x="16718" y="4881"/>
                    <a:pt x="16718" y="4881"/>
                  </a:cubicBezTo>
                  <a:cubicBezTo>
                    <a:pt x="16831" y="4881"/>
                    <a:pt x="16831" y="4881"/>
                    <a:pt x="16831" y="4881"/>
                  </a:cubicBezTo>
                  <a:cubicBezTo>
                    <a:pt x="16887" y="4881"/>
                    <a:pt x="16887" y="4881"/>
                    <a:pt x="16887" y="4881"/>
                  </a:cubicBezTo>
                  <a:cubicBezTo>
                    <a:pt x="16887" y="4948"/>
                    <a:pt x="16887" y="4948"/>
                    <a:pt x="16887" y="4948"/>
                  </a:cubicBezTo>
                  <a:cubicBezTo>
                    <a:pt x="16887" y="5015"/>
                    <a:pt x="16887" y="5015"/>
                    <a:pt x="16887" y="5015"/>
                  </a:cubicBezTo>
                  <a:cubicBezTo>
                    <a:pt x="16831" y="5082"/>
                    <a:pt x="16831" y="5082"/>
                    <a:pt x="16831" y="5082"/>
                  </a:cubicBezTo>
                  <a:cubicBezTo>
                    <a:pt x="16831" y="5082"/>
                    <a:pt x="16831" y="5082"/>
                    <a:pt x="16831" y="5082"/>
                  </a:cubicBezTo>
                  <a:cubicBezTo>
                    <a:pt x="16831" y="5149"/>
                    <a:pt x="16831" y="5149"/>
                    <a:pt x="16831" y="5149"/>
                  </a:cubicBezTo>
                  <a:cubicBezTo>
                    <a:pt x="16831" y="5149"/>
                    <a:pt x="16831" y="5149"/>
                    <a:pt x="16831" y="5149"/>
                  </a:cubicBezTo>
                  <a:cubicBezTo>
                    <a:pt x="16887" y="5149"/>
                    <a:pt x="16887" y="5149"/>
                    <a:pt x="16887" y="5149"/>
                  </a:cubicBezTo>
                  <a:cubicBezTo>
                    <a:pt x="16887" y="5149"/>
                    <a:pt x="16887" y="5149"/>
                    <a:pt x="16887" y="5149"/>
                  </a:cubicBezTo>
                  <a:cubicBezTo>
                    <a:pt x="16831" y="5216"/>
                    <a:pt x="16831" y="5216"/>
                    <a:pt x="16831" y="5216"/>
                  </a:cubicBezTo>
                  <a:cubicBezTo>
                    <a:pt x="16887" y="5216"/>
                    <a:pt x="16887" y="5216"/>
                    <a:pt x="16887" y="5216"/>
                  </a:cubicBezTo>
                  <a:cubicBezTo>
                    <a:pt x="16887" y="5149"/>
                    <a:pt x="16887" y="5149"/>
                    <a:pt x="16887" y="5149"/>
                  </a:cubicBezTo>
                  <a:cubicBezTo>
                    <a:pt x="16943" y="5149"/>
                    <a:pt x="16943" y="5149"/>
                    <a:pt x="16943" y="5149"/>
                  </a:cubicBezTo>
                  <a:cubicBezTo>
                    <a:pt x="16999" y="5149"/>
                    <a:pt x="16999" y="5149"/>
                    <a:pt x="16999" y="5149"/>
                  </a:cubicBezTo>
                  <a:cubicBezTo>
                    <a:pt x="16999" y="5149"/>
                    <a:pt x="16999" y="5149"/>
                    <a:pt x="16999" y="5149"/>
                  </a:cubicBezTo>
                  <a:cubicBezTo>
                    <a:pt x="17055" y="5149"/>
                    <a:pt x="17055" y="5149"/>
                    <a:pt x="17055" y="5149"/>
                  </a:cubicBezTo>
                  <a:cubicBezTo>
                    <a:pt x="16999" y="5216"/>
                    <a:pt x="16999" y="5216"/>
                    <a:pt x="16999" y="5216"/>
                  </a:cubicBezTo>
                  <a:cubicBezTo>
                    <a:pt x="17055" y="5216"/>
                    <a:pt x="17055" y="5216"/>
                    <a:pt x="17055" y="5216"/>
                  </a:cubicBezTo>
                  <a:cubicBezTo>
                    <a:pt x="16999" y="5349"/>
                    <a:pt x="16999" y="5349"/>
                    <a:pt x="16999" y="5349"/>
                  </a:cubicBezTo>
                  <a:cubicBezTo>
                    <a:pt x="16943" y="5416"/>
                    <a:pt x="16943" y="5416"/>
                    <a:pt x="16943" y="5416"/>
                  </a:cubicBezTo>
                  <a:cubicBezTo>
                    <a:pt x="16943" y="5416"/>
                    <a:pt x="16943" y="5416"/>
                    <a:pt x="16943" y="5416"/>
                  </a:cubicBezTo>
                  <a:cubicBezTo>
                    <a:pt x="16887" y="5483"/>
                    <a:pt x="16887" y="5483"/>
                    <a:pt x="16887" y="5483"/>
                  </a:cubicBezTo>
                  <a:cubicBezTo>
                    <a:pt x="16831" y="5483"/>
                    <a:pt x="16831" y="5483"/>
                    <a:pt x="16831" y="5483"/>
                  </a:cubicBezTo>
                  <a:cubicBezTo>
                    <a:pt x="16775" y="5550"/>
                    <a:pt x="16775" y="5550"/>
                    <a:pt x="16775" y="5550"/>
                  </a:cubicBezTo>
                  <a:cubicBezTo>
                    <a:pt x="16775" y="5550"/>
                    <a:pt x="16775" y="5550"/>
                    <a:pt x="16775" y="5550"/>
                  </a:cubicBezTo>
                  <a:cubicBezTo>
                    <a:pt x="16775" y="5483"/>
                    <a:pt x="16775" y="5483"/>
                    <a:pt x="16775" y="5483"/>
                  </a:cubicBezTo>
                  <a:cubicBezTo>
                    <a:pt x="16775" y="5416"/>
                    <a:pt x="16775" y="5416"/>
                    <a:pt x="16775" y="5416"/>
                  </a:cubicBezTo>
                  <a:cubicBezTo>
                    <a:pt x="16775" y="5416"/>
                    <a:pt x="16775" y="5416"/>
                    <a:pt x="16775" y="5416"/>
                  </a:cubicBezTo>
                  <a:cubicBezTo>
                    <a:pt x="16775" y="5416"/>
                    <a:pt x="16775" y="5416"/>
                    <a:pt x="16775" y="5416"/>
                  </a:cubicBezTo>
                  <a:cubicBezTo>
                    <a:pt x="16718" y="5483"/>
                    <a:pt x="16718" y="5483"/>
                    <a:pt x="16718" y="5483"/>
                  </a:cubicBezTo>
                  <a:cubicBezTo>
                    <a:pt x="16662" y="5483"/>
                    <a:pt x="16662" y="5483"/>
                    <a:pt x="16662" y="5483"/>
                  </a:cubicBezTo>
                  <a:cubicBezTo>
                    <a:pt x="16606" y="5550"/>
                    <a:pt x="16606" y="5550"/>
                    <a:pt x="16606" y="5550"/>
                  </a:cubicBezTo>
                  <a:cubicBezTo>
                    <a:pt x="16606" y="5550"/>
                    <a:pt x="16606" y="5550"/>
                    <a:pt x="16606" y="5550"/>
                  </a:cubicBezTo>
                  <a:cubicBezTo>
                    <a:pt x="16550" y="5550"/>
                    <a:pt x="16550" y="5550"/>
                    <a:pt x="16550" y="5550"/>
                  </a:cubicBezTo>
                  <a:cubicBezTo>
                    <a:pt x="16438" y="5617"/>
                    <a:pt x="16438" y="5617"/>
                    <a:pt x="16438" y="5617"/>
                  </a:cubicBezTo>
                  <a:cubicBezTo>
                    <a:pt x="16438" y="5617"/>
                    <a:pt x="16438" y="5617"/>
                    <a:pt x="16438" y="5617"/>
                  </a:cubicBezTo>
                  <a:cubicBezTo>
                    <a:pt x="16382" y="5617"/>
                    <a:pt x="16382" y="5617"/>
                    <a:pt x="16382" y="5617"/>
                  </a:cubicBezTo>
                  <a:cubicBezTo>
                    <a:pt x="16326" y="5617"/>
                    <a:pt x="16326" y="5617"/>
                    <a:pt x="16326" y="5617"/>
                  </a:cubicBezTo>
                  <a:cubicBezTo>
                    <a:pt x="16326" y="5617"/>
                    <a:pt x="16326" y="5617"/>
                    <a:pt x="16326" y="5617"/>
                  </a:cubicBezTo>
                  <a:cubicBezTo>
                    <a:pt x="16326" y="5550"/>
                    <a:pt x="16326" y="5550"/>
                    <a:pt x="16326" y="5550"/>
                  </a:cubicBezTo>
                  <a:cubicBezTo>
                    <a:pt x="16326" y="5550"/>
                    <a:pt x="16326" y="5550"/>
                    <a:pt x="16326" y="5550"/>
                  </a:cubicBezTo>
                  <a:cubicBezTo>
                    <a:pt x="16382" y="5483"/>
                    <a:pt x="16382" y="5483"/>
                    <a:pt x="16382" y="5483"/>
                  </a:cubicBezTo>
                  <a:cubicBezTo>
                    <a:pt x="16382" y="5416"/>
                    <a:pt x="16382" y="5416"/>
                    <a:pt x="16382" y="5416"/>
                  </a:cubicBezTo>
                  <a:cubicBezTo>
                    <a:pt x="16326" y="5349"/>
                    <a:pt x="16326" y="5349"/>
                    <a:pt x="16326" y="5349"/>
                  </a:cubicBezTo>
                  <a:cubicBezTo>
                    <a:pt x="16326" y="5416"/>
                    <a:pt x="16326" y="5416"/>
                    <a:pt x="16326" y="5416"/>
                  </a:cubicBezTo>
                  <a:cubicBezTo>
                    <a:pt x="16214" y="5349"/>
                    <a:pt x="16214" y="5349"/>
                    <a:pt x="16214" y="5349"/>
                  </a:cubicBezTo>
                  <a:cubicBezTo>
                    <a:pt x="16214" y="5349"/>
                    <a:pt x="16214" y="5349"/>
                    <a:pt x="16214" y="5349"/>
                  </a:cubicBezTo>
                  <a:cubicBezTo>
                    <a:pt x="16270" y="5282"/>
                    <a:pt x="16270" y="5282"/>
                    <a:pt x="16270" y="5282"/>
                  </a:cubicBezTo>
                  <a:cubicBezTo>
                    <a:pt x="16270" y="5282"/>
                    <a:pt x="16270" y="5282"/>
                    <a:pt x="16270" y="5282"/>
                  </a:cubicBezTo>
                  <a:cubicBezTo>
                    <a:pt x="16270" y="5282"/>
                    <a:pt x="16270" y="5282"/>
                    <a:pt x="16270" y="5282"/>
                  </a:cubicBezTo>
                  <a:cubicBezTo>
                    <a:pt x="16214" y="5216"/>
                    <a:pt x="16214" y="5216"/>
                    <a:pt x="16214" y="5216"/>
                  </a:cubicBezTo>
                  <a:cubicBezTo>
                    <a:pt x="16214" y="5149"/>
                    <a:pt x="16214" y="5149"/>
                    <a:pt x="16214" y="5149"/>
                  </a:cubicBezTo>
                  <a:cubicBezTo>
                    <a:pt x="16214" y="5149"/>
                    <a:pt x="16214" y="5149"/>
                    <a:pt x="16214" y="5149"/>
                  </a:cubicBezTo>
                  <a:cubicBezTo>
                    <a:pt x="16214" y="5082"/>
                    <a:pt x="16214" y="5082"/>
                    <a:pt x="16214" y="5082"/>
                  </a:cubicBezTo>
                  <a:cubicBezTo>
                    <a:pt x="16214" y="5015"/>
                    <a:pt x="16214" y="5015"/>
                    <a:pt x="16214" y="5015"/>
                  </a:cubicBezTo>
                  <a:cubicBezTo>
                    <a:pt x="16214" y="5082"/>
                    <a:pt x="16214" y="5082"/>
                    <a:pt x="16214" y="5082"/>
                  </a:cubicBezTo>
                  <a:cubicBezTo>
                    <a:pt x="16157" y="5149"/>
                    <a:pt x="16157" y="5149"/>
                    <a:pt x="16157" y="5149"/>
                  </a:cubicBezTo>
                  <a:cubicBezTo>
                    <a:pt x="16214" y="5282"/>
                    <a:pt x="16214" y="5282"/>
                    <a:pt x="16214" y="5282"/>
                  </a:cubicBezTo>
                  <a:cubicBezTo>
                    <a:pt x="16214" y="5282"/>
                    <a:pt x="16214" y="5282"/>
                    <a:pt x="16214" y="5282"/>
                  </a:cubicBezTo>
                  <a:cubicBezTo>
                    <a:pt x="16157" y="5349"/>
                    <a:pt x="16157" y="5349"/>
                    <a:pt x="16157" y="5349"/>
                  </a:cubicBezTo>
                  <a:cubicBezTo>
                    <a:pt x="16157" y="5349"/>
                    <a:pt x="16157" y="5349"/>
                    <a:pt x="16157" y="5349"/>
                  </a:cubicBezTo>
                  <a:cubicBezTo>
                    <a:pt x="16157" y="5416"/>
                    <a:pt x="16157" y="5416"/>
                    <a:pt x="16157" y="5416"/>
                  </a:cubicBezTo>
                  <a:cubicBezTo>
                    <a:pt x="16101" y="5416"/>
                    <a:pt x="16101" y="5416"/>
                    <a:pt x="16101" y="5416"/>
                  </a:cubicBezTo>
                  <a:cubicBezTo>
                    <a:pt x="16045" y="5416"/>
                    <a:pt x="16045" y="5416"/>
                    <a:pt x="16045" y="5416"/>
                  </a:cubicBezTo>
                  <a:cubicBezTo>
                    <a:pt x="16045" y="5349"/>
                    <a:pt x="16045" y="5349"/>
                    <a:pt x="16045" y="5349"/>
                  </a:cubicBezTo>
                  <a:cubicBezTo>
                    <a:pt x="15989" y="5349"/>
                    <a:pt x="15989" y="5349"/>
                    <a:pt x="15989" y="5349"/>
                  </a:cubicBezTo>
                  <a:cubicBezTo>
                    <a:pt x="16045" y="5216"/>
                    <a:pt x="16045" y="5216"/>
                    <a:pt x="16045" y="5216"/>
                  </a:cubicBezTo>
                  <a:cubicBezTo>
                    <a:pt x="16045" y="5149"/>
                    <a:pt x="16045" y="5149"/>
                    <a:pt x="16045" y="5149"/>
                  </a:cubicBezTo>
                  <a:cubicBezTo>
                    <a:pt x="16045" y="5149"/>
                    <a:pt x="16045" y="5149"/>
                    <a:pt x="16045" y="5149"/>
                  </a:cubicBezTo>
                  <a:cubicBezTo>
                    <a:pt x="16101" y="5082"/>
                    <a:pt x="16101" y="5082"/>
                    <a:pt x="16101" y="5082"/>
                  </a:cubicBezTo>
                  <a:cubicBezTo>
                    <a:pt x="16045" y="5082"/>
                    <a:pt x="16045" y="5082"/>
                    <a:pt x="16045" y="5082"/>
                  </a:cubicBezTo>
                  <a:cubicBezTo>
                    <a:pt x="15989" y="5149"/>
                    <a:pt x="15989" y="5149"/>
                    <a:pt x="15989" y="5149"/>
                  </a:cubicBezTo>
                  <a:cubicBezTo>
                    <a:pt x="15989" y="5216"/>
                    <a:pt x="15989" y="5216"/>
                    <a:pt x="15989" y="5216"/>
                  </a:cubicBezTo>
                  <a:cubicBezTo>
                    <a:pt x="15989" y="5216"/>
                    <a:pt x="15989" y="5216"/>
                    <a:pt x="15989" y="5216"/>
                  </a:cubicBezTo>
                  <a:cubicBezTo>
                    <a:pt x="15989" y="5349"/>
                    <a:pt x="15989" y="5349"/>
                    <a:pt x="15989" y="5349"/>
                  </a:cubicBezTo>
                  <a:cubicBezTo>
                    <a:pt x="15933" y="5349"/>
                    <a:pt x="15933" y="5349"/>
                    <a:pt x="15933" y="5349"/>
                  </a:cubicBezTo>
                  <a:cubicBezTo>
                    <a:pt x="15877" y="5282"/>
                    <a:pt x="15877" y="5282"/>
                    <a:pt x="15877" y="5282"/>
                  </a:cubicBezTo>
                  <a:cubicBezTo>
                    <a:pt x="15877" y="5282"/>
                    <a:pt x="15877" y="5282"/>
                    <a:pt x="15877" y="5282"/>
                  </a:cubicBezTo>
                  <a:cubicBezTo>
                    <a:pt x="15877" y="5216"/>
                    <a:pt x="15877" y="5216"/>
                    <a:pt x="15877" y="5216"/>
                  </a:cubicBezTo>
                  <a:cubicBezTo>
                    <a:pt x="15877" y="5216"/>
                    <a:pt x="15877" y="5216"/>
                    <a:pt x="15877" y="5216"/>
                  </a:cubicBezTo>
                  <a:cubicBezTo>
                    <a:pt x="15877" y="5149"/>
                    <a:pt x="15877" y="5149"/>
                    <a:pt x="15877" y="5149"/>
                  </a:cubicBezTo>
                  <a:cubicBezTo>
                    <a:pt x="15877" y="5149"/>
                    <a:pt x="15877" y="5149"/>
                    <a:pt x="15877" y="5149"/>
                  </a:cubicBezTo>
                  <a:cubicBezTo>
                    <a:pt x="15877" y="5082"/>
                    <a:pt x="15877" y="5082"/>
                    <a:pt x="15877" y="5082"/>
                  </a:cubicBezTo>
                  <a:cubicBezTo>
                    <a:pt x="15877" y="5082"/>
                    <a:pt x="15877" y="5082"/>
                    <a:pt x="15877" y="5082"/>
                  </a:cubicBezTo>
                  <a:cubicBezTo>
                    <a:pt x="15877" y="5082"/>
                    <a:pt x="15877" y="5082"/>
                    <a:pt x="15877" y="5082"/>
                  </a:cubicBezTo>
                  <a:cubicBezTo>
                    <a:pt x="15877" y="5149"/>
                    <a:pt x="15877" y="5149"/>
                    <a:pt x="15877" y="5149"/>
                  </a:cubicBezTo>
                  <a:cubicBezTo>
                    <a:pt x="15821" y="5216"/>
                    <a:pt x="15821" y="5216"/>
                    <a:pt x="15821" y="5216"/>
                  </a:cubicBezTo>
                  <a:cubicBezTo>
                    <a:pt x="15821" y="5216"/>
                    <a:pt x="15821" y="5216"/>
                    <a:pt x="15821" y="5216"/>
                  </a:cubicBezTo>
                  <a:cubicBezTo>
                    <a:pt x="15821" y="5282"/>
                    <a:pt x="15821" y="5282"/>
                    <a:pt x="15821" y="5282"/>
                  </a:cubicBezTo>
                  <a:cubicBezTo>
                    <a:pt x="15765" y="5282"/>
                    <a:pt x="15765" y="5282"/>
                    <a:pt x="15765" y="5282"/>
                  </a:cubicBezTo>
                  <a:cubicBezTo>
                    <a:pt x="15765" y="5282"/>
                    <a:pt x="15765" y="5282"/>
                    <a:pt x="15765" y="5282"/>
                  </a:cubicBezTo>
                  <a:cubicBezTo>
                    <a:pt x="15709" y="5282"/>
                    <a:pt x="15709" y="5282"/>
                    <a:pt x="15709" y="5282"/>
                  </a:cubicBezTo>
                  <a:close/>
                  <a:moveTo>
                    <a:pt x="17055" y="13240"/>
                  </a:moveTo>
                  <a:cubicBezTo>
                    <a:pt x="17055" y="13307"/>
                    <a:pt x="17055" y="13307"/>
                    <a:pt x="17055" y="13307"/>
                  </a:cubicBezTo>
                  <a:cubicBezTo>
                    <a:pt x="17055" y="13374"/>
                    <a:pt x="17055" y="13374"/>
                    <a:pt x="17055" y="13374"/>
                  </a:cubicBezTo>
                  <a:cubicBezTo>
                    <a:pt x="17055" y="13441"/>
                    <a:pt x="17055" y="13441"/>
                    <a:pt x="17055" y="13441"/>
                  </a:cubicBezTo>
                  <a:cubicBezTo>
                    <a:pt x="17111" y="13374"/>
                    <a:pt x="17111" y="13374"/>
                    <a:pt x="17111" y="13374"/>
                  </a:cubicBezTo>
                  <a:cubicBezTo>
                    <a:pt x="17055" y="13374"/>
                    <a:pt x="17055" y="13374"/>
                    <a:pt x="17055" y="13374"/>
                  </a:cubicBezTo>
                  <a:cubicBezTo>
                    <a:pt x="17111" y="13307"/>
                    <a:pt x="17111" y="13307"/>
                    <a:pt x="17111" y="13307"/>
                  </a:cubicBezTo>
                  <a:cubicBezTo>
                    <a:pt x="17111" y="13240"/>
                    <a:pt x="17111" y="13240"/>
                    <a:pt x="17111" y="13240"/>
                  </a:cubicBezTo>
                  <a:cubicBezTo>
                    <a:pt x="17055" y="13240"/>
                    <a:pt x="17055" y="13240"/>
                    <a:pt x="17055" y="13240"/>
                  </a:cubicBezTo>
                  <a:close/>
                  <a:moveTo>
                    <a:pt x="16999" y="12973"/>
                  </a:moveTo>
                  <a:cubicBezTo>
                    <a:pt x="16999" y="12906"/>
                    <a:pt x="16999" y="12906"/>
                    <a:pt x="16999" y="12906"/>
                  </a:cubicBezTo>
                  <a:cubicBezTo>
                    <a:pt x="17055" y="12906"/>
                    <a:pt x="17055" y="12906"/>
                    <a:pt x="17055" y="12906"/>
                  </a:cubicBezTo>
                  <a:cubicBezTo>
                    <a:pt x="17055" y="12906"/>
                    <a:pt x="17055" y="12906"/>
                    <a:pt x="17055" y="12906"/>
                  </a:cubicBezTo>
                  <a:cubicBezTo>
                    <a:pt x="17055" y="12973"/>
                    <a:pt x="17055" y="12973"/>
                    <a:pt x="17055" y="12973"/>
                  </a:cubicBezTo>
                  <a:cubicBezTo>
                    <a:pt x="16999" y="12973"/>
                    <a:pt x="16999" y="12973"/>
                    <a:pt x="16999" y="12973"/>
                  </a:cubicBezTo>
                  <a:close/>
                  <a:moveTo>
                    <a:pt x="16943" y="12772"/>
                  </a:moveTo>
                  <a:cubicBezTo>
                    <a:pt x="16999" y="12705"/>
                    <a:pt x="16999" y="12705"/>
                    <a:pt x="16999" y="12705"/>
                  </a:cubicBezTo>
                  <a:cubicBezTo>
                    <a:pt x="16999" y="12705"/>
                    <a:pt x="16999" y="12705"/>
                    <a:pt x="16999" y="12705"/>
                  </a:cubicBezTo>
                  <a:cubicBezTo>
                    <a:pt x="17055" y="12705"/>
                    <a:pt x="17055" y="12705"/>
                    <a:pt x="17055" y="12705"/>
                  </a:cubicBezTo>
                  <a:cubicBezTo>
                    <a:pt x="16999" y="12772"/>
                    <a:pt x="16999" y="12772"/>
                    <a:pt x="16999" y="12772"/>
                  </a:cubicBezTo>
                  <a:cubicBezTo>
                    <a:pt x="16999" y="12772"/>
                    <a:pt x="16999" y="12772"/>
                    <a:pt x="16999" y="12772"/>
                  </a:cubicBezTo>
                  <a:cubicBezTo>
                    <a:pt x="16943" y="12772"/>
                    <a:pt x="16943" y="12772"/>
                    <a:pt x="16943" y="12772"/>
                  </a:cubicBezTo>
                  <a:close/>
                  <a:moveTo>
                    <a:pt x="16550" y="8760"/>
                  </a:moveTo>
                  <a:cubicBezTo>
                    <a:pt x="16550" y="8760"/>
                    <a:pt x="16550" y="8760"/>
                    <a:pt x="16550" y="8760"/>
                  </a:cubicBezTo>
                  <a:cubicBezTo>
                    <a:pt x="16550" y="8693"/>
                    <a:pt x="16550" y="8693"/>
                    <a:pt x="16550" y="8693"/>
                  </a:cubicBezTo>
                  <a:cubicBezTo>
                    <a:pt x="16550" y="8760"/>
                    <a:pt x="16550" y="8760"/>
                    <a:pt x="16550" y="8760"/>
                  </a:cubicBezTo>
                  <a:cubicBezTo>
                    <a:pt x="16550" y="8760"/>
                    <a:pt x="16550" y="8760"/>
                    <a:pt x="16550" y="8760"/>
                  </a:cubicBezTo>
                  <a:close/>
                  <a:moveTo>
                    <a:pt x="16606" y="8827"/>
                  </a:moveTo>
                  <a:cubicBezTo>
                    <a:pt x="16606" y="8760"/>
                    <a:pt x="16606" y="8760"/>
                    <a:pt x="16606" y="8760"/>
                  </a:cubicBezTo>
                  <a:cubicBezTo>
                    <a:pt x="16606" y="8760"/>
                    <a:pt x="16606" y="8760"/>
                    <a:pt x="16606" y="8760"/>
                  </a:cubicBezTo>
                  <a:cubicBezTo>
                    <a:pt x="16662" y="8760"/>
                    <a:pt x="16662" y="8760"/>
                    <a:pt x="16662" y="8760"/>
                  </a:cubicBezTo>
                  <a:cubicBezTo>
                    <a:pt x="16662" y="8760"/>
                    <a:pt x="16662" y="8760"/>
                    <a:pt x="16662" y="8760"/>
                  </a:cubicBezTo>
                  <a:cubicBezTo>
                    <a:pt x="16662" y="8827"/>
                    <a:pt x="16662" y="8827"/>
                    <a:pt x="16662" y="8827"/>
                  </a:cubicBezTo>
                  <a:cubicBezTo>
                    <a:pt x="16606" y="8827"/>
                    <a:pt x="16606" y="8827"/>
                    <a:pt x="16606" y="8827"/>
                  </a:cubicBezTo>
                  <a:close/>
                  <a:moveTo>
                    <a:pt x="16550" y="8960"/>
                  </a:moveTo>
                  <a:cubicBezTo>
                    <a:pt x="16550" y="8894"/>
                    <a:pt x="16550" y="8894"/>
                    <a:pt x="16550" y="8894"/>
                  </a:cubicBezTo>
                  <a:cubicBezTo>
                    <a:pt x="16550" y="8894"/>
                    <a:pt x="16550" y="8894"/>
                    <a:pt x="16550" y="8894"/>
                  </a:cubicBezTo>
                  <a:cubicBezTo>
                    <a:pt x="16550" y="8827"/>
                    <a:pt x="16550" y="8827"/>
                    <a:pt x="16550" y="8827"/>
                  </a:cubicBezTo>
                  <a:cubicBezTo>
                    <a:pt x="16550" y="8827"/>
                    <a:pt x="16550" y="8827"/>
                    <a:pt x="16550" y="8827"/>
                  </a:cubicBezTo>
                  <a:cubicBezTo>
                    <a:pt x="16550" y="8827"/>
                    <a:pt x="16550" y="8827"/>
                    <a:pt x="16550" y="8827"/>
                  </a:cubicBezTo>
                  <a:cubicBezTo>
                    <a:pt x="16606" y="8827"/>
                    <a:pt x="16606" y="8827"/>
                    <a:pt x="16606" y="8827"/>
                  </a:cubicBezTo>
                  <a:cubicBezTo>
                    <a:pt x="16606" y="8894"/>
                    <a:pt x="16606" y="8894"/>
                    <a:pt x="16606" y="8894"/>
                  </a:cubicBezTo>
                  <a:cubicBezTo>
                    <a:pt x="16550" y="8894"/>
                    <a:pt x="16550" y="8894"/>
                    <a:pt x="16550" y="8894"/>
                  </a:cubicBezTo>
                  <a:cubicBezTo>
                    <a:pt x="16550" y="8960"/>
                    <a:pt x="16550" y="8960"/>
                    <a:pt x="16550" y="8960"/>
                  </a:cubicBezTo>
                  <a:cubicBezTo>
                    <a:pt x="16550" y="8960"/>
                    <a:pt x="16550" y="8960"/>
                    <a:pt x="16550" y="8960"/>
                  </a:cubicBezTo>
                  <a:close/>
                  <a:moveTo>
                    <a:pt x="17280" y="10164"/>
                  </a:moveTo>
                  <a:cubicBezTo>
                    <a:pt x="17336" y="10097"/>
                    <a:pt x="17336" y="10097"/>
                    <a:pt x="17336" y="10097"/>
                  </a:cubicBezTo>
                  <a:cubicBezTo>
                    <a:pt x="17336" y="10164"/>
                    <a:pt x="17336" y="10164"/>
                    <a:pt x="17336" y="10164"/>
                  </a:cubicBezTo>
                  <a:cubicBezTo>
                    <a:pt x="17336" y="10164"/>
                    <a:pt x="17336" y="10164"/>
                    <a:pt x="17336" y="10164"/>
                  </a:cubicBezTo>
                  <a:cubicBezTo>
                    <a:pt x="17280" y="10164"/>
                    <a:pt x="17280" y="10164"/>
                    <a:pt x="17280" y="10164"/>
                  </a:cubicBezTo>
                  <a:cubicBezTo>
                    <a:pt x="17280" y="10164"/>
                    <a:pt x="17280" y="10164"/>
                    <a:pt x="17280" y="10164"/>
                  </a:cubicBezTo>
                  <a:close/>
                  <a:moveTo>
                    <a:pt x="17223" y="10164"/>
                  </a:moveTo>
                  <a:cubicBezTo>
                    <a:pt x="17223" y="10097"/>
                    <a:pt x="17223" y="10097"/>
                    <a:pt x="17223" y="10097"/>
                  </a:cubicBezTo>
                  <a:cubicBezTo>
                    <a:pt x="17280" y="10097"/>
                    <a:pt x="17280" y="10097"/>
                    <a:pt x="17280" y="10097"/>
                  </a:cubicBezTo>
                  <a:cubicBezTo>
                    <a:pt x="17280" y="10097"/>
                    <a:pt x="17280" y="10097"/>
                    <a:pt x="17280" y="10097"/>
                  </a:cubicBezTo>
                  <a:cubicBezTo>
                    <a:pt x="17280" y="10097"/>
                    <a:pt x="17280" y="10097"/>
                    <a:pt x="17280" y="10097"/>
                  </a:cubicBezTo>
                  <a:cubicBezTo>
                    <a:pt x="17223" y="10164"/>
                    <a:pt x="17223" y="10164"/>
                    <a:pt x="17223" y="10164"/>
                  </a:cubicBezTo>
                  <a:cubicBezTo>
                    <a:pt x="17223" y="10164"/>
                    <a:pt x="17223" y="10164"/>
                    <a:pt x="17223" y="10164"/>
                  </a:cubicBezTo>
                  <a:cubicBezTo>
                    <a:pt x="17223" y="10164"/>
                    <a:pt x="17223" y="10164"/>
                    <a:pt x="17223" y="10164"/>
                  </a:cubicBezTo>
                  <a:close/>
                  <a:moveTo>
                    <a:pt x="17055" y="10699"/>
                  </a:moveTo>
                  <a:cubicBezTo>
                    <a:pt x="17111" y="10699"/>
                    <a:pt x="17111" y="10699"/>
                    <a:pt x="17111" y="10699"/>
                  </a:cubicBezTo>
                  <a:cubicBezTo>
                    <a:pt x="17111" y="10699"/>
                    <a:pt x="17111" y="10699"/>
                    <a:pt x="17111" y="10699"/>
                  </a:cubicBezTo>
                  <a:cubicBezTo>
                    <a:pt x="17111" y="10699"/>
                    <a:pt x="17111" y="10699"/>
                    <a:pt x="17111" y="10699"/>
                  </a:cubicBezTo>
                  <a:cubicBezTo>
                    <a:pt x="17055" y="10699"/>
                    <a:pt x="17055" y="10699"/>
                    <a:pt x="17055" y="10699"/>
                  </a:cubicBezTo>
                  <a:close/>
                  <a:moveTo>
                    <a:pt x="17280" y="10900"/>
                  </a:moveTo>
                  <a:cubicBezTo>
                    <a:pt x="17280" y="10967"/>
                    <a:pt x="17280" y="10967"/>
                    <a:pt x="17280" y="10967"/>
                  </a:cubicBezTo>
                  <a:cubicBezTo>
                    <a:pt x="17336" y="10967"/>
                    <a:pt x="17336" y="10967"/>
                    <a:pt x="17336" y="10967"/>
                  </a:cubicBezTo>
                  <a:cubicBezTo>
                    <a:pt x="17336" y="10900"/>
                    <a:pt x="17336" y="10900"/>
                    <a:pt x="17336" y="10900"/>
                  </a:cubicBezTo>
                  <a:cubicBezTo>
                    <a:pt x="17280" y="10900"/>
                    <a:pt x="17280" y="10900"/>
                    <a:pt x="17280" y="10900"/>
                  </a:cubicBezTo>
                  <a:cubicBezTo>
                    <a:pt x="17280" y="10900"/>
                    <a:pt x="17280" y="10900"/>
                    <a:pt x="17280" y="10900"/>
                  </a:cubicBezTo>
                  <a:close/>
                  <a:moveTo>
                    <a:pt x="17672" y="11368"/>
                  </a:moveTo>
                  <a:cubicBezTo>
                    <a:pt x="17616" y="11301"/>
                    <a:pt x="17616" y="11301"/>
                    <a:pt x="17616" y="11301"/>
                  </a:cubicBezTo>
                  <a:cubicBezTo>
                    <a:pt x="17672" y="11234"/>
                    <a:pt x="17672" y="11234"/>
                    <a:pt x="17672" y="11234"/>
                  </a:cubicBezTo>
                  <a:cubicBezTo>
                    <a:pt x="17672" y="11301"/>
                    <a:pt x="17672" y="11301"/>
                    <a:pt x="17672" y="11301"/>
                  </a:cubicBezTo>
                  <a:cubicBezTo>
                    <a:pt x="17672" y="11301"/>
                    <a:pt x="17672" y="11301"/>
                    <a:pt x="17672" y="11301"/>
                  </a:cubicBezTo>
                  <a:cubicBezTo>
                    <a:pt x="17672" y="11368"/>
                    <a:pt x="17672" y="11368"/>
                    <a:pt x="17672" y="11368"/>
                  </a:cubicBezTo>
                  <a:cubicBezTo>
                    <a:pt x="17672" y="11368"/>
                    <a:pt x="17672" y="11368"/>
                    <a:pt x="17672" y="11368"/>
                  </a:cubicBezTo>
                  <a:close/>
                  <a:moveTo>
                    <a:pt x="17841" y="11569"/>
                  </a:moveTo>
                  <a:cubicBezTo>
                    <a:pt x="17841" y="11569"/>
                    <a:pt x="17841" y="11569"/>
                    <a:pt x="17841" y="11569"/>
                  </a:cubicBezTo>
                  <a:cubicBezTo>
                    <a:pt x="17897" y="11502"/>
                    <a:pt x="17897" y="11502"/>
                    <a:pt x="17897" y="11502"/>
                  </a:cubicBezTo>
                  <a:cubicBezTo>
                    <a:pt x="17897" y="11502"/>
                    <a:pt x="17897" y="11502"/>
                    <a:pt x="17897" y="11502"/>
                  </a:cubicBezTo>
                  <a:cubicBezTo>
                    <a:pt x="17897" y="11502"/>
                    <a:pt x="17897" y="11502"/>
                    <a:pt x="17897" y="11502"/>
                  </a:cubicBezTo>
                  <a:cubicBezTo>
                    <a:pt x="17897" y="11569"/>
                    <a:pt x="17897" y="11569"/>
                    <a:pt x="17897" y="11569"/>
                  </a:cubicBezTo>
                  <a:cubicBezTo>
                    <a:pt x="17841" y="11569"/>
                    <a:pt x="17841" y="11569"/>
                    <a:pt x="17841" y="11569"/>
                  </a:cubicBezTo>
                  <a:cubicBezTo>
                    <a:pt x="17841" y="11569"/>
                    <a:pt x="17841" y="11569"/>
                    <a:pt x="17841" y="11569"/>
                  </a:cubicBezTo>
                  <a:close/>
                  <a:moveTo>
                    <a:pt x="16438" y="5884"/>
                  </a:moveTo>
                  <a:cubicBezTo>
                    <a:pt x="16438" y="5817"/>
                    <a:pt x="16438" y="5817"/>
                    <a:pt x="16438" y="5817"/>
                  </a:cubicBezTo>
                  <a:cubicBezTo>
                    <a:pt x="16494" y="5817"/>
                    <a:pt x="16494" y="5817"/>
                    <a:pt x="16494" y="5817"/>
                  </a:cubicBezTo>
                  <a:cubicBezTo>
                    <a:pt x="16494" y="5751"/>
                    <a:pt x="16494" y="5751"/>
                    <a:pt x="16494" y="5751"/>
                  </a:cubicBezTo>
                  <a:cubicBezTo>
                    <a:pt x="16606" y="5684"/>
                    <a:pt x="16606" y="5684"/>
                    <a:pt x="16606" y="5684"/>
                  </a:cubicBezTo>
                  <a:cubicBezTo>
                    <a:pt x="16662" y="5684"/>
                    <a:pt x="16662" y="5684"/>
                    <a:pt x="16662" y="5684"/>
                  </a:cubicBezTo>
                  <a:cubicBezTo>
                    <a:pt x="16662" y="5684"/>
                    <a:pt x="16662" y="5684"/>
                    <a:pt x="16662" y="5684"/>
                  </a:cubicBezTo>
                  <a:cubicBezTo>
                    <a:pt x="16550" y="5751"/>
                    <a:pt x="16550" y="5751"/>
                    <a:pt x="16550" y="5751"/>
                  </a:cubicBezTo>
                  <a:cubicBezTo>
                    <a:pt x="16550" y="5817"/>
                    <a:pt x="16550" y="5817"/>
                    <a:pt x="16550" y="5817"/>
                  </a:cubicBezTo>
                  <a:cubicBezTo>
                    <a:pt x="16550" y="5817"/>
                    <a:pt x="16550" y="5817"/>
                    <a:pt x="16550" y="5817"/>
                  </a:cubicBezTo>
                  <a:cubicBezTo>
                    <a:pt x="16550" y="5884"/>
                    <a:pt x="16550" y="5884"/>
                    <a:pt x="16550" y="5884"/>
                  </a:cubicBezTo>
                  <a:cubicBezTo>
                    <a:pt x="16550" y="5884"/>
                    <a:pt x="16550" y="5884"/>
                    <a:pt x="16550" y="5884"/>
                  </a:cubicBezTo>
                  <a:cubicBezTo>
                    <a:pt x="16550" y="5817"/>
                    <a:pt x="16550" y="5817"/>
                    <a:pt x="16550" y="5817"/>
                  </a:cubicBezTo>
                  <a:cubicBezTo>
                    <a:pt x="16494" y="5817"/>
                    <a:pt x="16494" y="5817"/>
                    <a:pt x="16494" y="5817"/>
                  </a:cubicBezTo>
                  <a:cubicBezTo>
                    <a:pt x="16494" y="5884"/>
                    <a:pt x="16494" y="5884"/>
                    <a:pt x="16494" y="5884"/>
                  </a:cubicBezTo>
                  <a:cubicBezTo>
                    <a:pt x="16438" y="5884"/>
                    <a:pt x="16438" y="5884"/>
                    <a:pt x="16438" y="5884"/>
                  </a:cubicBezTo>
                  <a:close/>
                  <a:moveTo>
                    <a:pt x="16214" y="5617"/>
                  </a:moveTo>
                  <a:cubicBezTo>
                    <a:pt x="16214" y="5617"/>
                    <a:pt x="16214" y="5617"/>
                    <a:pt x="16214" y="5617"/>
                  </a:cubicBezTo>
                  <a:cubicBezTo>
                    <a:pt x="16270" y="5617"/>
                    <a:pt x="16270" y="5617"/>
                    <a:pt x="16270" y="5617"/>
                  </a:cubicBezTo>
                  <a:cubicBezTo>
                    <a:pt x="16270" y="5617"/>
                    <a:pt x="16270" y="5617"/>
                    <a:pt x="16270" y="5617"/>
                  </a:cubicBezTo>
                  <a:cubicBezTo>
                    <a:pt x="16270" y="5617"/>
                    <a:pt x="16270" y="5617"/>
                    <a:pt x="16270" y="5617"/>
                  </a:cubicBezTo>
                  <a:cubicBezTo>
                    <a:pt x="16214" y="5617"/>
                    <a:pt x="16214" y="5617"/>
                    <a:pt x="16214" y="5617"/>
                  </a:cubicBezTo>
                  <a:close/>
                  <a:moveTo>
                    <a:pt x="14867" y="4948"/>
                  </a:moveTo>
                  <a:cubicBezTo>
                    <a:pt x="14811" y="4948"/>
                    <a:pt x="14811" y="4948"/>
                    <a:pt x="14811" y="4948"/>
                  </a:cubicBezTo>
                  <a:cubicBezTo>
                    <a:pt x="14811" y="4881"/>
                    <a:pt x="14811" y="4881"/>
                    <a:pt x="14811" y="4881"/>
                  </a:cubicBezTo>
                  <a:cubicBezTo>
                    <a:pt x="14811" y="4814"/>
                    <a:pt x="14811" y="4814"/>
                    <a:pt x="14811" y="4814"/>
                  </a:cubicBezTo>
                  <a:cubicBezTo>
                    <a:pt x="14811" y="4747"/>
                    <a:pt x="14811" y="4747"/>
                    <a:pt x="14811" y="4747"/>
                  </a:cubicBezTo>
                  <a:cubicBezTo>
                    <a:pt x="14811" y="4681"/>
                    <a:pt x="14811" y="4681"/>
                    <a:pt x="14811" y="4681"/>
                  </a:cubicBezTo>
                  <a:cubicBezTo>
                    <a:pt x="14811" y="4681"/>
                    <a:pt x="14811" y="4681"/>
                    <a:pt x="14811" y="4681"/>
                  </a:cubicBezTo>
                  <a:cubicBezTo>
                    <a:pt x="14867" y="4681"/>
                    <a:pt x="14867" y="4681"/>
                    <a:pt x="14867" y="4681"/>
                  </a:cubicBezTo>
                  <a:cubicBezTo>
                    <a:pt x="14923" y="4681"/>
                    <a:pt x="14923" y="4681"/>
                    <a:pt x="14923" y="4681"/>
                  </a:cubicBezTo>
                  <a:cubicBezTo>
                    <a:pt x="14923" y="4747"/>
                    <a:pt x="14923" y="4747"/>
                    <a:pt x="14923" y="4747"/>
                  </a:cubicBezTo>
                  <a:cubicBezTo>
                    <a:pt x="14867" y="4881"/>
                    <a:pt x="14867" y="4881"/>
                    <a:pt x="14867" y="4881"/>
                  </a:cubicBezTo>
                  <a:cubicBezTo>
                    <a:pt x="14867" y="4881"/>
                    <a:pt x="14867" y="4881"/>
                    <a:pt x="14867" y="4881"/>
                  </a:cubicBezTo>
                  <a:cubicBezTo>
                    <a:pt x="14867" y="4948"/>
                    <a:pt x="14867" y="4948"/>
                    <a:pt x="14867" y="4948"/>
                  </a:cubicBezTo>
                  <a:cubicBezTo>
                    <a:pt x="14923" y="4948"/>
                    <a:pt x="14923" y="4948"/>
                    <a:pt x="14923" y="4948"/>
                  </a:cubicBezTo>
                  <a:cubicBezTo>
                    <a:pt x="14867" y="4948"/>
                    <a:pt x="14867" y="4948"/>
                    <a:pt x="14867" y="4948"/>
                  </a:cubicBezTo>
                  <a:close/>
                  <a:moveTo>
                    <a:pt x="14867" y="2006"/>
                  </a:moveTo>
                  <a:cubicBezTo>
                    <a:pt x="14923" y="1939"/>
                    <a:pt x="14923" y="1939"/>
                    <a:pt x="14923" y="1939"/>
                  </a:cubicBezTo>
                  <a:cubicBezTo>
                    <a:pt x="14923" y="1872"/>
                    <a:pt x="14923" y="1872"/>
                    <a:pt x="14923" y="1872"/>
                  </a:cubicBezTo>
                  <a:cubicBezTo>
                    <a:pt x="14923" y="1805"/>
                    <a:pt x="14923" y="1805"/>
                    <a:pt x="14923" y="1805"/>
                  </a:cubicBezTo>
                  <a:cubicBezTo>
                    <a:pt x="15035" y="1805"/>
                    <a:pt x="15035" y="1805"/>
                    <a:pt x="15035" y="1805"/>
                  </a:cubicBezTo>
                  <a:cubicBezTo>
                    <a:pt x="15035" y="1738"/>
                    <a:pt x="15035" y="1738"/>
                    <a:pt x="15035" y="1738"/>
                  </a:cubicBezTo>
                  <a:cubicBezTo>
                    <a:pt x="15035" y="1671"/>
                    <a:pt x="15035" y="1671"/>
                    <a:pt x="15035" y="1671"/>
                  </a:cubicBezTo>
                  <a:cubicBezTo>
                    <a:pt x="14979" y="1671"/>
                    <a:pt x="14979" y="1671"/>
                    <a:pt x="14979" y="1671"/>
                  </a:cubicBezTo>
                  <a:cubicBezTo>
                    <a:pt x="14923" y="1671"/>
                    <a:pt x="14923" y="1671"/>
                    <a:pt x="14923" y="1671"/>
                  </a:cubicBezTo>
                  <a:cubicBezTo>
                    <a:pt x="14979" y="1604"/>
                    <a:pt x="14979" y="1604"/>
                    <a:pt x="14979" y="1604"/>
                  </a:cubicBezTo>
                  <a:cubicBezTo>
                    <a:pt x="14923" y="1604"/>
                    <a:pt x="14923" y="1604"/>
                    <a:pt x="14923" y="1604"/>
                  </a:cubicBezTo>
                  <a:cubicBezTo>
                    <a:pt x="14867" y="1671"/>
                    <a:pt x="14867" y="1671"/>
                    <a:pt x="14867" y="1671"/>
                  </a:cubicBezTo>
                  <a:cubicBezTo>
                    <a:pt x="14811" y="1671"/>
                    <a:pt x="14811" y="1671"/>
                    <a:pt x="14811" y="1671"/>
                  </a:cubicBezTo>
                  <a:cubicBezTo>
                    <a:pt x="14811" y="1738"/>
                    <a:pt x="14811" y="1738"/>
                    <a:pt x="14811" y="1738"/>
                  </a:cubicBezTo>
                  <a:cubicBezTo>
                    <a:pt x="14755" y="1738"/>
                    <a:pt x="14755" y="1738"/>
                    <a:pt x="14755" y="1738"/>
                  </a:cubicBezTo>
                  <a:cubicBezTo>
                    <a:pt x="14755" y="1805"/>
                    <a:pt x="14755" y="1805"/>
                    <a:pt x="14755" y="1805"/>
                  </a:cubicBezTo>
                  <a:cubicBezTo>
                    <a:pt x="14811" y="1805"/>
                    <a:pt x="14811" y="1805"/>
                    <a:pt x="14811" y="1805"/>
                  </a:cubicBezTo>
                  <a:cubicBezTo>
                    <a:pt x="14867" y="1805"/>
                    <a:pt x="14867" y="1805"/>
                    <a:pt x="14867" y="1805"/>
                  </a:cubicBezTo>
                  <a:cubicBezTo>
                    <a:pt x="14867" y="1872"/>
                    <a:pt x="14867" y="1872"/>
                    <a:pt x="14867" y="1872"/>
                  </a:cubicBezTo>
                  <a:cubicBezTo>
                    <a:pt x="14811" y="1872"/>
                    <a:pt x="14811" y="1872"/>
                    <a:pt x="14811" y="1872"/>
                  </a:cubicBezTo>
                  <a:cubicBezTo>
                    <a:pt x="14811" y="1939"/>
                    <a:pt x="14811" y="1939"/>
                    <a:pt x="14811" y="1939"/>
                  </a:cubicBezTo>
                  <a:cubicBezTo>
                    <a:pt x="14867" y="1939"/>
                    <a:pt x="14867" y="1939"/>
                    <a:pt x="14867" y="1939"/>
                  </a:cubicBezTo>
                  <a:cubicBezTo>
                    <a:pt x="14867" y="2006"/>
                    <a:pt x="14867" y="2006"/>
                    <a:pt x="14867" y="2006"/>
                  </a:cubicBezTo>
                  <a:close/>
                  <a:moveTo>
                    <a:pt x="14194" y="3611"/>
                  </a:moveTo>
                  <a:cubicBezTo>
                    <a:pt x="14194" y="3544"/>
                    <a:pt x="14194" y="3544"/>
                    <a:pt x="14194" y="3544"/>
                  </a:cubicBezTo>
                  <a:cubicBezTo>
                    <a:pt x="14250" y="3544"/>
                    <a:pt x="14250" y="3544"/>
                    <a:pt x="14250" y="3544"/>
                  </a:cubicBezTo>
                  <a:cubicBezTo>
                    <a:pt x="14194" y="3477"/>
                    <a:pt x="14194" y="3477"/>
                    <a:pt x="14194" y="3477"/>
                  </a:cubicBezTo>
                  <a:cubicBezTo>
                    <a:pt x="14194" y="3410"/>
                    <a:pt x="14194" y="3410"/>
                    <a:pt x="14194" y="3410"/>
                  </a:cubicBezTo>
                  <a:cubicBezTo>
                    <a:pt x="14194" y="3410"/>
                    <a:pt x="14194" y="3410"/>
                    <a:pt x="14194" y="3410"/>
                  </a:cubicBezTo>
                  <a:cubicBezTo>
                    <a:pt x="14194" y="3343"/>
                    <a:pt x="14194" y="3343"/>
                    <a:pt x="14194" y="3343"/>
                  </a:cubicBezTo>
                  <a:cubicBezTo>
                    <a:pt x="14194" y="3343"/>
                    <a:pt x="14194" y="3343"/>
                    <a:pt x="14194" y="3343"/>
                  </a:cubicBezTo>
                  <a:cubicBezTo>
                    <a:pt x="14250" y="3343"/>
                    <a:pt x="14250" y="3343"/>
                    <a:pt x="14250" y="3343"/>
                  </a:cubicBezTo>
                  <a:cubicBezTo>
                    <a:pt x="14306" y="3343"/>
                    <a:pt x="14306" y="3343"/>
                    <a:pt x="14306" y="3343"/>
                  </a:cubicBezTo>
                  <a:cubicBezTo>
                    <a:pt x="14306" y="3343"/>
                    <a:pt x="14306" y="3343"/>
                    <a:pt x="14306" y="3343"/>
                  </a:cubicBezTo>
                  <a:cubicBezTo>
                    <a:pt x="14362" y="3343"/>
                    <a:pt x="14362" y="3343"/>
                    <a:pt x="14362" y="3343"/>
                  </a:cubicBezTo>
                  <a:cubicBezTo>
                    <a:pt x="14306" y="3276"/>
                    <a:pt x="14306" y="3276"/>
                    <a:pt x="14306" y="3276"/>
                  </a:cubicBezTo>
                  <a:cubicBezTo>
                    <a:pt x="14250" y="3209"/>
                    <a:pt x="14250" y="3209"/>
                    <a:pt x="14250" y="3209"/>
                  </a:cubicBezTo>
                  <a:cubicBezTo>
                    <a:pt x="14250" y="3209"/>
                    <a:pt x="14250" y="3209"/>
                    <a:pt x="14250" y="3209"/>
                  </a:cubicBezTo>
                  <a:cubicBezTo>
                    <a:pt x="14306" y="3209"/>
                    <a:pt x="14306" y="3209"/>
                    <a:pt x="14306" y="3209"/>
                  </a:cubicBezTo>
                  <a:cubicBezTo>
                    <a:pt x="14250" y="3143"/>
                    <a:pt x="14250" y="3143"/>
                    <a:pt x="14250" y="3143"/>
                  </a:cubicBezTo>
                  <a:cubicBezTo>
                    <a:pt x="14306" y="3076"/>
                    <a:pt x="14306" y="3076"/>
                    <a:pt x="14306" y="3076"/>
                  </a:cubicBezTo>
                  <a:cubicBezTo>
                    <a:pt x="14306" y="3009"/>
                    <a:pt x="14306" y="3009"/>
                    <a:pt x="14306" y="3009"/>
                  </a:cubicBezTo>
                  <a:cubicBezTo>
                    <a:pt x="14306" y="2942"/>
                    <a:pt x="14306" y="2942"/>
                    <a:pt x="14306" y="2942"/>
                  </a:cubicBezTo>
                  <a:cubicBezTo>
                    <a:pt x="14362" y="2942"/>
                    <a:pt x="14362" y="2942"/>
                    <a:pt x="14362" y="2942"/>
                  </a:cubicBezTo>
                  <a:cubicBezTo>
                    <a:pt x="14362" y="2942"/>
                    <a:pt x="14362" y="2942"/>
                    <a:pt x="14362" y="2942"/>
                  </a:cubicBezTo>
                  <a:cubicBezTo>
                    <a:pt x="14362" y="2808"/>
                    <a:pt x="14362" y="2808"/>
                    <a:pt x="14362" y="2808"/>
                  </a:cubicBezTo>
                  <a:cubicBezTo>
                    <a:pt x="14418" y="2808"/>
                    <a:pt x="14418" y="2808"/>
                    <a:pt x="14418" y="2808"/>
                  </a:cubicBezTo>
                  <a:cubicBezTo>
                    <a:pt x="14474" y="2741"/>
                    <a:pt x="14474" y="2741"/>
                    <a:pt x="14474" y="2741"/>
                  </a:cubicBezTo>
                  <a:cubicBezTo>
                    <a:pt x="14530" y="2741"/>
                    <a:pt x="14530" y="2741"/>
                    <a:pt x="14530" y="2741"/>
                  </a:cubicBezTo>
                  <a:cubicBezTo>
                    <a:pt x="14587" y="2808"/>
                    <a:pt x="14587" y="2808"/>
                    <a:pt x="14587" y="2808"/>
                  </a:cubicBezTo>
                  <a:cubicBezTo>
                    <a:pt x="14587" y="2875"/>
                    <a:pt x="14587" y="2875"/>
                    <a:pt x="14587" y="2875"/>
                  </a:cubicBezTo>
                  <a:cubicBezTo>
                    <a:pt x="14587" y="2942"/>
                    <a:pt x="14587" y="2942"/>
                    <a:pt x="14587" y="2942"/>
                  </a:cubicBezTo>
                  <a:cubicBezTo>
                    <a:pt x="14643" y="2942"/>
                    <a:pt x="14643" y="2942"/>
                    <a:pt x="14643" y="2942"/>
                  </a:cubicBezTo>
                  <a:cubicBezTo>
                    <a:pt x="14643" y="2942"/>
                    <a:pt x="14643" y="2942"/>
                    <a:pt x="14643" y="2942"/>
                  </a:cubicBezTo>
                  <a:cubicBezTo>
                    <a:pt x="14643" y="3009"/>
                    <a:pt x="14643" y="3009"/>
                    <a:pt x="14643" y="3009"/>
                  </a:cubicBezTo>
                  <a:cubicBezTo>
                    <a:pt x="14699" y="3076"/>
                    <a:pt x="14699" y="3076"/>
                    <a:pt x="14699" y="3076"/>
                  </a:cubicBezTo>
                  <a:cubicBezTo>
                    <a:pt x="14699" y="3076"/>
                    <a:pt x="14699" y="3076"/>
                    <a:pt x="14699" y="3076"/>
                  </a:cubicBezTo>
                  <a:cubicBezTo>
                    <a:pt x="14699" y="3143"/>
                    <a:pt x="14699" y="3143"/>
                    <a:pt x="14699" y="3143"/>
                  </a:cubicBezTo>
                  <a:cubicBezTo>
                    <a:pt x="14755" y="3143"/>
                    <a:pt x="14755" y="3143"/>
                    <a:pt x="14755" y="3143"/>
                  </a:cubicBezTo>
                  <a:cubicBezTo>
                    <a:pt x="14755" y="3143"/>
                    <a:pt x="14755" y="3143"/>
                    <a:pt x="14755" y="3143"/>
                  </a:cubicBezTo>
                  <a:cubicBezTo>
                    <a:pt x="14755" y="3209"/>
                    <a:pt x="14755" y="3209"/>
                    <a:pt x="14755" y="3209"/>
                  </a:cubicBezTo>
                  <a:cubicBezTo>
                    <a:pt x="14811" y="3343"/>
                    <a:pt x="14811" y="3343"/>
                    <a:pt x="14811" y="3343"/>
                  </a:cubicBezTo>
                  <a:cubicBezTo>
                    <a:pt x="14755" y="3343"/>
                    <a:pt x="14755" y="3343"/>
                    <a:pt x="14755" y="3343"/>
                  </a:cubicBezTo>
                  <a:cubicBezTo>
                    <a:pt x="14699" y="3410"/>
                    <a:pt x="14699" y="3410"/>
                    <a:pt x="14699" y="3410"/>
                  </a:cubicBezTo>
                  <a:cubicBezTo>
                    <a:pt x="14699" y="3410"/>
                    <a:pt x="14699" y="3410"/>
                    <a:pt x="14699" y="3410"/>
                  </a:cubicBezTo>
                  <a:cubicBezTo>
                    <a:pt x="14643" y="3410"/>
                    <a:pt x="14643" y="3410"/>
                    <a:pt x="14643" y="3410"/>
                  </a:cubicBezTo>
                  <a:cubicBezTo>
                    <a:pt x="14643" y="3410"/>
                    <a:pt x="14643" y="3410"/>
                    <a:pt x="14643" y="3410"/>
                  </a:cubicBezTo>
                  <a:cubicBezTo>
                    <a:pt x="14699" y="3410"/>
                    <a:pt x="14699" y="3410"/>
                    <a:pt x="14699" y="3410"/>
                  </a:cubicBezTo>
                  <a:cubicBezTo>
                    <a:pt x="14699" y="3477"/>
                    <a:pt x="14699" y="3477"/>
                    <a:pt x="14699" y="3477"/>
                  </a:cubicBezTo>
                  <a:cubicBezTo>
                    <a:pt x="14699" y="3544"/>
                    <a:pt x="14699" y="3544"/>
                    <a:pt x="14699" y="3544"/>
                  </a:cubicBezTo>
                  <a:cubicBezTo>
                    <a:pt x="14587" y="3611"/>
                    <a:pt x="14587" y="3611"/>
                    <a:pt x="14587" y="3611"/>
                  </a:cubicBezTo>
                  <a:cubicBezTo>
                    <a:pt x="14587" y="3678"/>
                    <a:pt x="14587" y="3678"/>
                    <a:pt x="14587" y="3678"/>
                  </a:cubicBezTo>
                  <a:cubicBezTo>
                    <a:pt x="14530" y="3611"/>
                    <a:pt x="14530" y="3611"/>
                    <a:pt x="14530" y="3611"/>
                  </a:cubicBezTo>
                  <a:cubicBezTo>
                    <a:pt x="14530" y="3611"/>
                    <a:pt x="14530" y="3611"/>
                    <a:pt x="14530" y="3611"/>
                  </a:cubicBezTo>
                  <a:cubicBezTo>
                    <a:pt x="14530" y="3544"/>
                    <a:pt x="14530" y="3544"/>
                    <a:pt x="14530" y="3544"/>
                  </a:cubicBezTo>
                  <a:cubicBezTo>
                    <a:pt x="14474" y="3611"/>
                    <a:pt x="14474" y="3611"/>
                    <a:pt x="14474" y="3611"/>
                  </a:cubicBezTo>
                  <a:cubicBezTo>
                    <a:pt x="14418" y="3611"/>
                    <a:pt x="14418" y="3611"/>
                    <a:pt x="14418" y="3611"/>
                  </a:cubicBezTo>
                  <a:cubicBezTo>
                    <a:pt x="14362" y="3611"/>
                    <a:pt x="14362" y="3611"/>
                    <a:pt x="14362" y="3611"/>
                  </a:cubicBezTo>
                  <a:cubicBezTo>
                    <a:pt x="14306" y="3611"/>
                    <a:pt x="14306" y="3611"/>
                    <a:pt x="14306" y="3611"/>
                  </a:cubicBezTo>
                  <a:cubicBezTo>
                    <a:pt x="14306" y="3544"/>
                    <a:pt x="14306" y="3544"/>
                    <a:pt x="14306" y="3544"/>
                  </a:cubicBezTo>
                  <a:cubicBezTo>
                    <a:pt x="14306" y="3544"/>
                    <a:pt x="14306" y="3544"/>
                    <a:pt x="14306" y="3544"/>
                  </a:cubicBezTo>
                  <a:cubicBezTo>
                    <a:pt x="14250" y="3611"/>
                    <a:pt x="14250" y="3611"/>
                    <a:pt x="14250" y="3611"/>
                  </a:cubicBezTo>
                  <a:cubicBezTo>
                    <a:pt x="14194" y="3611"/>
                    <a:pt x="14194" y="3611"/>
                    <a:pt x="14194" y="3611"/>
                  </a:cubicBezTo>
                  <a:close/>
                  <a:moveTo>
                    <a:pt x="14811" y="3544"/>
                  </a:moveTo>
                  <a:cubicBezTo>
                    <a:pt x="14811" y="3544"/>
                    <a:pt x="14811" y="3544"/>
                    <a:pt x="14811" y="3544"/>
                  </a:cubicBezTo>
                  <a:cubicBezTo>
                    <a:pt x="14811" y="3477"/>
                    <a:pt x="14811" y="3477"/>
                    <a:pt x="14811" y="3477"/>
                  </a:cubicBezTo>
                  <a:cubicBezTo>
                    <a:pt x="14811" y="3410"/>
                    <a:pt x="14811" y="3410"/>
                    <a:pt x="14811" y="3410"/>
                  </a:cubicBezTo>
                  <a:cubicBezTo>
                    <a:pt x="14811" y="3410"/>
                    <a:pt x="14811" y="3410"/>
                    <a:pt x="14811" y="3410"/>
                  </a:cubicBezTo>
                  <a:cubicBezTo>
                    <a:pt x="14755" y="3410"/>
                    <a:pt x="14755" y="3410"/>
                    <a:pt x="14755" y="3410"/>
                  </a:cubicBezTo>
                  <a:cubicBezTo>
                    <a:pt x="14755" y="3477"/>
                    <a:pt x="14755" y="3477"/>
                    <a:pt x="14755" y="3477"/>
                  </a:cubicBezTo>
                  <a:cubicBezTo>
                    <a:pt x="14811" y="3544"/>
                    <a:pt x="14811" y="3544"/>
                    <a:pt x="14811" y="3544"/>
                  </a:cubicBezTo>
                  <a:close/>
                  <a:moveTo>
                    <a:pt x="14979" y="4346"/>
                  </a:moveTo>
                  <a:cubicBezTo>
                    <a:pt x="14979" y="4413"/>
                    <a:pt x="14979" y="4413"/>
                    <a:pt x="14979" y="4413"/>
                  </a:cubicBezTo>
                  <a:cubicBezTo>
                    <a:pt x="15035" y="4413"/>
                    <a:pt x="15035" y="4413"/>
                    <a:pt x="15035" y="4413"/>
                  </a:cubicBezTo>
                  <a:cubicBezTo>
                    <a:pt x="15091" y="4413"/>
                    <a:pt x="15091" y="4413"/>
                    <a:pt x="15091" y="4413"/>
                  </a:cubicBezTo>
                  <a:cubicBezTo>
                    <a:pt x="15148" y="4413"/>
                    <a:pt x="15148" y="4413"/>
                    <a:pt x="15148" y="4413"/>
                  </a:cubicBezTo>
                  <a:cubicBezTo>
                    <a:pt x="15148" y="4346"/>
                    <a:pt x="15148" y="4346"/>
                    <a:pt x="15148" y="4346"/>
                  </a:cubicBezTo>
                  <a:cubicBezTo>
                    <a:pt x="15204" y="4279"/>
                    <a:pt x="15204" y="4279"/>
                    <a:pt x="15204" y="4279"/>
                  </a:cubicBezTo>
                  <a:cubicBezTo>
                    <a:pt x="15148" y="4279"/>
                    <a:pt x="15148" y="4279"/>
                    <a:pt x="15148" y="4279"/>
                  </a:cubicBezTo>
                  <a:cubicBezTo>
                    <a:pt x="15148" y="4213"/>
                    <a:pt x="15148" y="4213"/>
                    <a:pt x="15148" y="4213"/>
                  </a:cubicBezTo>
                  <a:cubicBezTo>
                    <a:pt x="15148" y="4213"/>
                    <a:pt x="15148" y="4213"/>
                    <a:pt x="15148" y="4213"/>
                  </a:cubicBezTo>
                  <a:cubicBezTo>
                    <a:pt x="15091" y="4213"/>
                    <a:pt x="15091" y="4213"/>
                    <a:pt x="15091" y="4213"/>
                  </a:cubicBezTo>
                  <a:cubicBezTo>
                    <a:pt x="15091" y="4146"/>
                    <a:pt x="15091" y="4146"/>
                    <a:pt x="15091" y="4146"/>
                  </a:cubicBezTo>
                  <a:cubicBezTo>
                    <a:pt x="15035" y="4146"/>
                    <a:pt x="15035" y="4146"/>
                    <a:pt x="15035" y="4146"/>
                  </a:cubicBezTo>
                  <a:cubicBezTo>
                    <a:pt x="14979" y="4213"/>
                    <a:pt x="14979" y="4213"/>
                    <a:pt x="14979" y="4213"/>
                  </a:cubicBezTo>
                  <a:cubicBezTo>
                    <a:pt x="14979" y="4213"/>
                    <a:pt x="14979" y="4213"/>
                    <a:pt x="14979" y="4213"/>
                  </a:cubicBezTo>
                  <a:cubicBezTo>
                    <a:pt x="14979" y="4279"/>
                    <a:pt x="14979" y="4279"/>
                    <a:pt x="14979" y="4279"/>
                  </a:cubicBezTo>
                  <a:cubicBezTo>
                    <a:pt x="14979" y="4346"/>
                    <a:pt x="14979" y="4346"/>
                    <a:pt x="14979" y="4346"/>
                  </a:cubicBezTo>
                  <a:close/>
                  <a:moveTo>
                    <a:pt x="14923" y="4346"/>
                  </a:moveTo>
                  <a:cubicBezTo>
                    <a:pt x="14923" y="4413"/>
                    <a:pt x="14923" y="4413"/>
                    <a:pt x="14923" y="4413"/>
                  </a:cubicBezTo>
                  <a:cubicBezTo>
                    <a:pt x="14923" y="4413"/>
                    <a:pt x="14923" y="4413"/>
                    <a:pt x="14923" y="4413"/>
                  </a:cubicBezTo>
                  <a:cubicBezTo>
                    <a:pt x="14923" y="4480"/>
                    <a:pt x="14923" y="4480"/>
                    <a:pt x="14923" y="4480"/>
                  </a:cubicBezTo>
                  <a:cubicBezTo>
                    <a:pt x="14979" y="4413"/>
                    <a:pt x="14979" y="4413"/>
                    <a:pt x="14979" y="4413"/>
                  </a:cubicBezTo>
                  <a:cubicBezTo>
                    <a:pt x="14923" y="4413"/>
                    <a:pt x="14923" y="4413"/>
                    <a:pt x="14923" y="4413"/>
                  </a:cubicBezTo>
                  <a:cubicBezTo>
                    <a:pt x="14923" y="4413"/>
                    <a:pt x="14923" y="4413"/>
                    <a:pt x="14923" y="4413"/>
                  </a:cubicBezTo>
                  <a:cubicBezTo>
                    <a:pt x="14923" y="4346"/>
                    <a:pt x="14923" y="4346"/>
                    <a:pt x="14923" y="4346"/>
                  </a:cubicBezTo>
                  <a:cubicBezTo>
                    <a:pt x="14923" y="4346"/>
                    <a:pt x="14923" y="4346"/>
                    <a:pt x="14923" y="4346"/>
                  </a:cubicBezTo>
                  <a:close/>
                  <a:moveTo>
                    <a:pt x="14194" y="3945"/>
                  </a:moveTo>
                  <a:cubicBezTo>
                    <a:pt x="14194" y="3878"/>
                    <a:pt x="14194" y="3878"/>
                    <a:pt x="14194" y="3878"/>
                  </a:cubicBezTo>
                  <a:cubicBezTo>
                    <a:pt x="14194" y="3811"/>
                    <a:pt x="14194" y="3811"/>
                    <a:pt x="14194" y="3811"/>
                  </a:cubicBezTo>
                  <a:cubicBezTo>
                    <a:pt x="14250" y="3744"/>
                    <a:pt x="14250" y="3744"/>
                    <a:pt x="14250" y="3744"/>
                  </a:cubicBezTo>
                  <a:cubicBezTo>
                    <a:pt x="14306" y="3744"/>
                    <a:pt x="14306" y="3744"/>
                    <a:pt x="14306" y="3744"/>
                  </a:cubicBezTo>
                  <a:cubicBezTo>
                    <a:pt x="14306" y="3744"/>
                    <a:pt x="14306" y="3744"/>
                    <a:pt x="14306" y="3744"/>
                  </a:cubicBezTo>
                  <a:cubicBezTo>
                    <a:pt x="14362" y="3744"/>
                    <a:pt x="14362" y="3744"/>
                    <a:pt x="14362" y="3744"/>
                  </a:cubicBezTo>
                  <a:cubicBezTo>
                    <a:pt x="14418" y="3744"/>
                    <a:pt x="14418" y="3744"/>
                    <a:pt x="14418" y="3744"/>
                  </a:cubicBezTo>
                  <a:cubicBezTo>
                    <a:pt x="14418" y="3744"/>
                    <a:pt x="14418" y="3744"/>
                    <a:pt x="14418" y="3744"/>
                  </a:cubicBezTo>
                  <a:cubicBezTo>
                    <a:pt x="14418" y="3811"/>
                    <a:pt x="14418" y="3811"/>
                    <a:pt x="14418" y="3811"/>
                  </a:cubicBezTo>
                  <a:cubicBezTo>
                    <a:pt x="14474" y="3811"/>
                    <a:pt x="14474" y="3811"/>
                    <a:pt x="14474" y="3811"/>
                  </a:cubicBezTo>
                  <a:cubicBezTo>
                    <a:pt x="14474" y="3744"/>
                    <a:pt x="14474" y="3744"/>
                    <a:pt x="14474" y="3744"/>
                  </a:cubicBezTo>
                  <a:cubicBezTo>
                    <a:pt x="14530" y="3811"/>
                    <a:pt x="14530" y="3811"/>
                    <a:pt x="14530" y="3811"/>
                  </a:cubicBezTo>
                  <a:cubicBezTo>
                    <a:pt x="14587" y="3811"/>
                    <a:pt x="14587" y="3811"/>
                    <a:pt x="14587" y="3811"/>
                  </a:cubicBezTo>
                  <a:cubicBezTo>
                    <a:pt x="14587" y="3878"/>
                    <a:pt x="14587" y="3878"/>
                    <a:pt x="14587" y="3878"/>
                  </a:cubicBezTo>
                  <a:cubicBezTo>
                    <a:pt x="14643" y="3878"/>
                    <a:pt x="14643" y="3878"/>
                    <a:pt x="14643" y="3878"/>
                  </a:cubicBezTo>
                  <a:cubicBezTo>
                    <a:pt x="14643" y="3878"/>
                    <a:pt x="14643" y="3878"/>
                    <a:pt x="14643" y="3878"/>
                  </a:cubicBezTo>
                  <a:cubicBezTo>
                    <a:pt x="14643" y="3945"/>
                    <a:pt x="14643" y="3945"/>
                    <a:pt x="14643" y="3945"/>
                  </a:cubicBezTo>
                  <a:cubicBezTo>
                    <a:pt x="14699" y="3945"/>
                    <a:pt x="14699" y="3945"/>
                    <a:pt x="14699" y="3945"/>
                  </a:cubicBezTo>
                  <a:cubicBezTo>
                    <a:pt x="14699" y="3878"/>
                    <a:pt x="14699" y="3878"/>
                    <a:pt x="14699" y="3878"/>
                  </a:cubicBezTo>
                  <a:cubicBezTo>
                    <a:pt x="14755" y="3945"/>
                    <a:pt x="14755" y="3945"/>
                    <a:pt x="14755" y="3945"/>
                  </a:cubicBezTo>
                  <a:cubicBezTo>
                    <a:pt x="14755" y="4012"/>
                    <a:pt x="14755" y="4012"/>
                    <a:pt x="14755" y="4012"/>
                  </a:cubicBezTo>
                  <a:cubicBezTo>
                    <a:pt x="14755" y="4012"/>
                    <a:pt x="14755" y="4012"/>
                    <a:pt x="14755" y="4012"/>
                  </a:cubicBezTo>
                  <a:cubicBezTo>
                    <a:pt x="14755" y="4012"/>
                    <a:pt x="14755" y="4012"/>
                    <a:pt x="14755" y="4012"/>
                  </a:cubicBezTo>
                  <a:cubicBezTo>
                    <a:pt x="14755" y="4079"/>
                    <a:pt x="14755" y="4079"/>
                    <a:pt x="14755" y="4079"/>
                  </a:cubicBezTo>
                  <a:cubicBezTo>
                    <a:pt x="14699" y="4079"/>
                    <a:pt x="14699" y="4079"/>
                    <a:pt x="14699" y="4079"/>
                  </a:cubicBezTo>
                  <a:cubicBezTo>
                    <a:pt x="14643" y="4079"/>
                    <a:pt x="14643" y="4079"/>
                    <a:pt x="14643" y="4079"/>
                  </a:cubicBezTo>
                  <a:cubicBezTo>
                    <a:pt x="14587" y="4146"/>
                    <a:pt x="14587" y="4146"/>
                    <a:pt x="14587" y="4146"/>
                  </a:cubicBezTo>
                  <a:cubicBezTo>
                    <a:pt x="14530" y="4079"/>
                    <a:pt x="14530" y="4079"/>
                    <a:pt x="14530" y="4079"/>
                  </a:cubicBezTo>
                  <a:cubicBezTo>
                    <a:pt x="14474" y="4079"/>
                    <a:pt x="14474" y="4079"/>
                    <a:pt x="14474" y="4079"/>
                  </a:cubicBezTo>
                  <a:cubicBezTo>
                    <a:pt x="14418" y="4012"/>
                    <a:pt x="14418" y="4012"/>
                    <a:pt x="14418" y="4012"/>
                  </a:cubicBezTo>
                  <a:cubicBezTo>
                    <a:pt x="14362" y="4012"/>
                    <a:pt x="14362" y="4012"/>
                    <a:pt x="14362" y="4012"/>
                  </a:cubicBezTo>
                  <a:cubicBezTo>
                    <a:pt x="14306" y="4012"/>
                    <a:pt x="14306" y="4012"/>
                    <a:pt x="14306" y="4012"/>
                  </a:cubicBezTo>
                  <a:cubicBezTo>
                    <a:pt x="14250" y="3945"/>
                    <a:pt x="14250" y="3945"/>
                    <a:pt x="14250" y="3945"/>
                  </a:cubicBezTo>
                  <a:cubicBezTo>
                    <a:pt x="14194" y="3945"/>
                    <a:pt x="14194" y="3945"/>
                    <a:pt x="14194" y="3945"/>
                  </a:cubicBezTo>
                  <a:cubicBezTo>
                    <a:pt x="14194" y="3945"/>
                    <a:pt x="14194" y="3945"/>
                    <a:pt x="14194" y="3945"/>
                  </a:cubicBezTo>
                  <a:close/>
                  <a:moveTo>
                    <a:pt x="13577" y="3076"/>
                  </a:moveTo>
                  <a:cubicBezTo>
                    <a:pt x="13577" y="3009"/>
                    <a:pt x="13577" y="3009"/>
                    <a:pt x="13577" y="3009"/>
                  </a:cubicBezTo>
                  <a:cubicBezTo>
                    <a:pt x="13633" y="3009"/>
                    <a:pt x="13633" y="3009"/>
                    <a:pt x="13633" y="3009"/>
                  </a:cubicBezTo>
                  <a:cubicBezTo>
                    <a:pt x="13633" y="3009"/>
                    <a:pt x="13633" y="3009"/>
                    <a:pt x="13633" y="3009"/>
                  </a:cubicBezTo>
                  <a:cubicBezTo>
                    <a:pt x="13633" y="3076"/>
                    <a:pt x="13633" y="3076"/>
                    <a:pt x="13633" y="3076"/>
                  </a:cubicBezTo>
                  <a:cubicBezTo>
                    <a:pt x="13577" y="3076"/>
                    <a:pt x="13577" y="3076"/>
                    <a:pt x="13577" y="3076"/>
                  </a:cubicBezTo>
                  <a:cubicBezTo>
                    <a:pt x="13577" y="3076"/>
                    <a:pt x="13577" y="3076"/>
                    <a:pt x="13577" y="3076"/>
                  </a:cubicBezTo>
                  <a:close/>
                  <a:moveTo>
                    <a:pt x="13633" y="3343"/>
                  </a:moveTo>
                  <a:cubicBezTo>
                    <a:pt x="13633" y="3477"/>
                    <a:pt x="13633" y="3477"/>
                    <a:pt x="13633" y="3477"/>
                  </a:cubicBezTo>
                  <a:cubicBezTo>
                    <a:pt x="13689" y="3477"/>
                    <a:pt x="13689" y="3477"/>
                    <a:pt x="13689" y="3477"/>
                  </a:cubicBezTo>
                  <a:cubicBezTo>
                    <a:pt x="13689" y="3477"/>
                    <a:pt x="13689" y="3477"/>
                    <a:pt x="13689" y="3477"/>
                  </a:cubicBezTo>
                  <a:cubicBezTo>
                    <a:pt x="13745" y="3477"/>
                    <a:pt x="13745" y="3477"/>
                    <a:pt x="13745" y="3477"/>
                  </a:cubicBezTo>
                  <a:cubicBezTo>
                    <a:pt x="13745" y="3544"/>
                    <a:pt x="13745" y="3544"/>
                    <a:pt x="13745" y="3544"/>
                  </a:cubicBezTo>
                  <a:cubicBezTo>
                    <a:pt x="13801" y="3544"/>
                    <a:pt x="13801" y="3544"/>
                    <a:pt x="13801" y="3544"/>
                  </a:cubicBezTo>
                  <a:cubicBezTo>
                    <a:pt x="13857" y="3477"/>
                    <a:pt x="13857" y="3477"/>
                    <a:pt x="13857" y="3477"/>
                  </a:cubicBezTo>
                  <a:cubicBezTo>
                    <a:pt x="13857" y="3410"/>
                    <a:pt x="13857" y="3410"/>
                    <a:pt x="13857" y="3410"/>
                  </a:cubicBezTo>
                  <a:cubicBezTo>
                    <a:pt x="13913" y="3410"/>
                    <a:pt x="13913" y="3410"/>
                    <a:pt x="13913" y="3410"/>
                  </a:cubicBezTo>
                  <a:cubicBezTo>
                    <a:pt x="13969" y="3343"/>
                    <a:pt x="13969" y="3343"/>
                    <a:pt x="13969" y="3343"/>
                  </a:cubicBezTo>
                  <a:cubicBezTo>
                    <a:pt x="13969" y="3276"/>
                    <a:pt x="13969" y="3276"/>
                    <a:pt x="13969" y="3276"/>
                  </a:cubicBezTo>
                  <a:cubicBezTo>
                    <a:pt x="13969" y="3209"/>
                    <a:pt x="13969" y="3209"/>
                    <a:pt x="13969" y="3209"/>
                  </a:cubicBezTo>
                  <a:cubicBezTo>
                    <a:pt x="14025" y="3143"/>
                    <a:pt x="14025" y="3143"/>
                    <a:pt x="14025" y="3143"/>
                  </a:cubicBezTo>
                  <a:cubicBezTo>
                    <a:pt x="13969" y="3076"/>
                    <a:pt x="13969" y="3076"/>
                    <a:pt x="13969" y="3076"/>
                  </a:cubicBezTo>
                  <a:cubicBezTo>
                    <a:pt x="13969" y="3076"/>
                    <a:pt x="13969" y="3076"/>
                    <a:pt x="13969" y="3076"/>
                  </a:cubicBezTo>
                  <a:cubicBezTo>
                    <a:pt x="14025" y="3076"/>
                    <a:pt x="14025" y="3076"/>
                    <a:pt x="14025" y="3076"/>
                  </a:cubicBezTo>
                  <a:cubicBezTo>
                    <a:pt x="14025" y="3009"/>
                    <a:pt x="14025" y="3009"/>
                    <a:pt x="14025" y="3009"/>
                  </a:cubicBezTo>
                  <a:cubicBezTo>
                    <a:pt x="14082" y="2942"/>
                    <a:pt x="14082" y="2942"/>
                    <a:pt x="14082" y="2942"/>
                  </a:cubicBezTo>
                  <a:cubicBezTo>
                    <a:pt x="14138" y="2942"/>
                    <a:pt x="14138" y="2942"/>
                    <a:pt x="14138" y="2942"/>
                  </a:cubicBezTo>
                  <a:cubicBezTo>
                    <a:pt x="14194" y="2875"/>
                    <a:pt x="14194" y="2875"/>
                    <a:pt x="14194" y="2875"/>
                  </a:cubicBezTo>
                  <a:cubicBezTo>
                    <a:pt x="14194" y="2808"/>
                    <a:pt x="14194" y="2808"/>
                    <a:pt x="14194" y="2808"/>
                  </a:cubicBezTo>
                  <a:cubicBezTo>
                    <a:pt x="14194" y="2741"/>
                    <a:pt x="14194" y="2741"/>
                    <a:pt x="14194" y="2741"/>
                  </a:cubicBezTo>
                  <a:cubicBezTo>
                    <a:pt x="14194" y="2741"/>
                    <a:pt x="14194" y="2741"/>
                    <a:pt x="14194" y="2741"/>
                  </a:cubicBezTo>
                  <a:cubicBezTo>
                    <a:pt x="14250" y="2674"/>
                    <a:pt x="14250" y="2674"/>
                    <a:pt x="14250" y="2674"/>
                  </a:cubicBezTo>
                  <a:cubicBezTo>
                    <a:pt x="14194" y="2674"/>
                    <a:pt x="14194" y="2674"/>
                    <a:pt x="14194" y="2674"/>
                  </a:cubicBezTo>
                  <a:cubicBezTo>
                    <a:pt x="14194" y="2608"/>
                    <a:pt x="14194" y="2608"/>
                    <a:pt x="14194" y="2608"/>
                  </a:cubicBezTo>
                  <a:cubicBezTo>
                    <a:pt x="14194" y="2608"/>
                    <a:pt x="14194" y="2608"/>
                    <a:pt x="14194" y="2608"/>
                  </a:cubicBezTo>
                  <a:cubicBezTo>
                    <a:pt x="14138" y="2541"/>
                    <a:pt x="14138" y="2541"/>
                    <a:pt x="14138" y="2541"/>
                  </a:cubicBezTo>
                  <a:cubicBezTo>
                    <a:pt x="14082" y="2541"/>
                    <a:pt x="14082" y="2541"/>
                    <a:pt x="14082" y="2541"/>
                  </a:cubicBezTo>
                  <a:cubicBezTo>
                    <a:pt x="14025" y="2541"/>
                    <a:pt x="14025" y="2541"/>
                    <a:pt x="14025" y="2541"/>
                  </a:cubicBezTo>
                  <a:cubicBezTo>
                    <a:pt x="14082" y="2474"/>
                    <a:pt x="14082" y="2474"/>
                    <a:pt x="14082" y="2474"/>
                  </a:cubicBezTo>
                  <a:cubicBezTo>
                    <a:pt x="14138" y="2474"/>
                    <a:pt x="14138" y="2474"/>
                    <a:pt x="14138" y="2474"/>
                  </a:cubicBezTo>
                  <a:cubicBezTo>
                    <a:pt x="14138" y="2407"/>
                    <a:pt x="14138" y="2407"/>
                    <a:pt x="14138" y="2407"/>
                  </a:cubicBezTo>
                  <a:cubicBezTo>
                    <a:pt x="14138" y="2407"/>
                    <a:pt x="14138" y="2407"/>
                    <a:pt x="14138" y="2407"/>
                  </a:cubicBezTo>
                  <a:cubicBezTo>
                    <a:pt x="14138" y="2340"/>
                    <a:pt x="14138" y="2340"/>
                    <a:pt x="14138" y="2340"/>
                  </a:cubicBezTo>
                  <a:cubicBezTo>
                    <a:pt x="14138" y="2273"/>
                    <a:pt x="14138" y="2273"/>
                    <a:pt x="14138" y="2273"/>
                  </a:cubicBezTo>
                  <a:cubicBezTo>
                    <a:pt x="14082" y="2206"/>
                    <a:pt x="14082" y="2206"/>
                    <a:pt x="14082" y="2206"/>
                  </a:cubicBezTo>
                  <a:cubicBezTo>
                    <a:pt x="14082" y="2206"/>
                    <a:pt x="14082" y="2206"/>
                    <a:pt x="14082" y="2206"/>
                  </a:cubicBezTo>
                  <a:cubicBezTo>
                    <a:pt x="13969" y="2273"/>
                    <a:pt x="13969" y="2273"/>
                    <a:pt x="13969" y="2273"/>
                  </a:cubicBezTo>
                  <a:cubicBezTo>
                    <a:pt x="13913" y="2273"/>
                    <a:pt x="13913" y="2273"/>
                    <a:pt x="13913" y="2273"/>
                  </a:cubicBezTo>
                  <a:cubicBezTo>
                    <a:pt x="13913" y="2340"/>
                    <a:pt x="13913" y="2340"/>
                    <a:pt x="13913" y="2340"/>
                  </a:cubicBezTo>
                  <a:cubicBezTo>
                    <a:pt x="13857" y="2407"/>
                    <a:pt x="13857" y="2407"/>
                    <a:pt x="13857" y="2407"/>
                  </a:cubicBezTo>
                  <a:cubicBezTo>
                    <a:pt x="13857" y="2340"/>
                    <a:pt x="13857" y="2340"/>
                    <a:pt x="13857" y="2340"/>
                  </a:cubicBezTo>
                  <a:cubicBezTo>
                    <a:pt x="13857" y="2340"/>
                    <a:pt x="13857" y="2340"/>
                    <a:pt x="13857" y="2340"/>
                  </a:cubicBezTo>
                  <a:cubicBezTo>
                    <a:pt x="13857" y="2273"/>
                    <a:pt x="13857" y="2273"/>
                    <a:pt x="13857" y="2273"/>
                  </a:cubicBezTo>
                  <a:cubicBezTo>
                    <a:pt x="13913" y="2273"/>
                    <a:pt x="13913" y="2273"/>
                    <a:pt x="13913" y="2273"/>
                  </a:cubicBezTo>
                  <a:cubicBezTo>
                    <a:pt x="13913" y="2206"/>
                    <a:pt x="13913" y="2206"/>
                    <a:pt x="13913" y="2206"/>
                  </a:cubicBezTo>
                  <a:cubicBezTo>
                    <a:pt x="13913" y="2073"/>
                    <a:pt x="13913" y="2073"/>
                    <a:pt x="13913" y="2073"/>
                  </a:cubicBezTo>
                  <a:cubicBezTo>
                    <a:pt x="13913" y="2006"/>
                    <a:pt x="13913" y="2006"/>
                    <a:pt x="13913" y="2006"/>
                  </a:cubicBezTo>
                  <a:cubicBezTo>
                    <a:pt x="13857" y="2006"/>
                    <a:pt x="13857" y="2006"/>
                    <a:pt x="13857" y="2006"/>
                  </a:cubicBezTo>
                  <a:cubicBezTo>
                    <a:pt x="13857" y="1939"/>
                    <a:pt x="13857" y="1939"/>
                    <a:pt x="13857" y="1939"/>
                  </a:cubicBezTo>
                  <a:cubicBezTo>
                    <a:pt x="13801" y="1939"/>
                    <a:pt x="13801" y="1939"/>
                    <a:pt x="13801" y="1939"/>
                  </a:cubicBezTo>
                  <a:cubicBezTo>
                    <a:pt x="13745" y="1939"/>
                    <a:pt x="13745" y="1939"/>
                    <a:pt x="13745" y="1939"/>
                  </a:cubicBezTo>
                  <a:cubicBezTo>
                    <a:pt x="13689" y="1939"/>
                    <a:pt x="13689" y="1939"/>
                    <a:pt x="13689" y="1939"/>
                  </a:cubicBezTo>
                  <a:cubicBezTo>
                    <a:pt x="13633" y="2006"/>
                    <a:pt x="13633" y="2006"/>
                    <a:pt x="13633" y="2006"/>
                  </a:cubicBezTo>
                  <a:cubicBezTo>
                    <a:pt x="13633" y="1939"/>
                    <a:pt x="13633" y="1939"/>
                    <a:pt x="13633" y="1939"/>
                  </a:cubicBezTo>
                  <a:cubicBezTo>
                    <a:pt x="13577" y="1872"/>
                    <a:pt x="13577" y="1872"/>
                    <a:pt x="13577" y="1872"/>
                  </a:cubicBezTo>
                  <a:cubicBezTo>
                    <a:pt x="13577" y="1872"/>
                    <a:pt x="13577" y="1872"/>
                    <a:pt x="13577" y="1872"/>
                  </a:cubicBezTo>
                  <a:cubicBezTo>
                    <a:pt x="13577" y="1872"/>
                    <a:pt x="13577" y="1872"/>
                    <a:pt x="13577" y="1872"/>
                  </a:cubicBezTo>
                  <a:cubicBezTo>
                    <a:pt x="13521" y="1939"/>
                    <a:pt x="13521" y="1939"/>
                    <a:pt x="13521" y="1939"/>
                  </a:cubicBezTo>
                  <a:cubicBezTo>
                    <a:pt x="13464" y="2006"/>
                    <a:pt x="13464" y="2006"/>
                    <a:pt x="13464" y="2006"/>
                  </a:cubicBezTo>
                  <a:cubicBezTo>
                    <a:pt x="13464" y="2006"/>
                    <a:pt x="13464" y="2006"/>
                    <a:pt x="13464" y="2006"/>
                  </a:cubicBezTo>
                  <a:cubicBezTo>
                    <a:pt x="13408" y="2073"/>
                    <a:pt x="13408" y="2073"/>
                    <a:pt x="13408" y="2073"/>
                  </a:cubicBezTo>
                  <a:cubicBezTo>
                    <a:pt x="13408" y="2139"/>
                    <a:pt x="13408" y="2139"/>
                    <a:pt x="13408" y="2139"/>
                  </a:cubicBezTo>
                  <a:cubicBezTo>
                    <a:pt x="13464" y="2206"/>
                    <a:pt x="13464" y="2206"/>
                    <a:pt x="13464" y="2206"/>
                  </a:cubicBezTo>
                  <a:cubicBezTo>
                    <a:pt x="13464" y="2139"/>
                    <a:pt x="13464" y="2139"/>
                    <a:pt x="13464" y="2139"/>
                  </a:cubicBezTo>
                  <a:cubicBezTo>
                    <a:pt x="13521" y="2139"/>
                    <a:pt x="13521" y="2139"/>
                    <a:pt x="13521" y="2139"/>
                  </a:cubicBezTo>
                  <a:cubicBezTo>
                    <a:pt x="13577" y="2139"/>
                    <a:pt x="13577" y="2139"/>
                    <a:pt x="13577" y="2139"/>
                  </a:cubicBezTo>
                  <a:cubicBezTo>
                    <a:pt x="13521" y="2206"/>
                    <a:pt x="13521" y="2206"/>
                    <a:pt x="13521" y="2206"/>
                  </a:cubicBezTo>
                  <a:cubicBezTo>
                    <a:pt x="13408" y="2273"/>
                    <a:pt x="13408" y="2273"/>
                    <a:pt x="13408" y="2273"/>
                  </a:cubicBezTo>
                  <a:cubicBezTo>
                    <a:pt x="13408" y="2340"/>
                    <a:pt x="13408" y="2340"/>
                    <a:pt x="13408" y="2340"/>
                  </a:cubicBezTo>
                  <a:cubicBezTo>
                    <a:pt x="13408" y="2340"/>
                    <a:pt x="13408" y="2340"/>
                    <a:pt x="13408" y="2340"/>
                  </a:cubicBezTo>
                  <a:cubicBezTo>
                    <a:pt x="13464" y="2340"/>
                    <a:pt x="13464" y="2340"/>
                    <a:pt x="13464" y="2340"/>
                  </a:cubicBezTo>
                  <a:cubicBezTo>
                    <a:pt x="13521" y="2273"/>
                    <a:pt x="13521" y="2273"/>
                    <a:pt x="13521" y="2273"/>
                  </a:cubicBezTo>
                  <a:cubicBezTo>
                    <a:pt x="13577" y="2273"/>
                    <a:pt x="13577" y="2273"/>
                    <a:pt x="13577" y="2273"/>
                  </a:cubicBezTo>
                  <a:cubicBezTo>
                    <a:pt x="13577" y="2206"/>
                    <a:pt x="13577" y="2206"/>
                    <a:pt x="13577" y="2206"/>
                  </a:cubicBezTo>
                  <a:cubicBezTo>
                    <a:pt x="13633" y="2273"/>
                    <a:pt x="13633" y="2273"/>
                    <a:pt x="13633" y="2273"/>
                  </a:cubicBezTo>
                  <a:cubicBezTo>
                    <a:pt x="13577" y="2340"/>
                    <a:pt x="13577" y="2340"/>
                    <a:pt x="13577" y="2340"/>
                  </a:cubicBezTo>
                  <a:cubicBezTo>
                    <a:pt x="13577" y="2340"/>
                    <a:pt x="13577" y="2340"/>
                    <a:pt x="13577" y="2340"/>
                  </a:cubicBezTo>
                  <a:cubicBezTo>
                    <a:pt x="13521" y="2407"/>
                    <a:pt x="13521" y="2407"/>
                    <a:pt x="13521" y="2407"/>
                  </a:cubicBezTo>
                  <a:cubicBezTo>
                    <a:pt x="13521" y="2407"/>
                    <a:pt x="13521" y="2407"/>
                    <a:pt x="13521" y="2407"/>
                  </a:cubicBezTo>
                  <a:cubicBezTo>
                    <a:pt x="13521" y="2474"/>
                    <a:pt x="13521" y="2474"/>
                    <a:pt x="13521" y="2474"/>
                  </a:cubicBezTo>
                  <a:cubicBezTo>
                    <a:pt x="13577" y="2474"/>
                    <a:pt x="13577" y="2474"/>
                    <a:pt x="13577" y="2474"/>
                  </a:cubicBezTo>
                  <a:cubicBezTo>
                    <a:pt x="13633" y="2474"/>
                    <a:pt x="13633" y="2474"/>
                    <a:pt x="13633" y="2474"/>
                  </a:cubicBezTo>
                  <a:cubicBezTo>
                    <a:pt x="13577" y="2541"/>
                    <a:pt x="13577" y="2541"/>
                    <a:pt x="13577" y="2541"/>
                  </a:cubicBezTo>
                  <a:cubicBezTo>
                    <a:pt x="13521" y="2541"/>
                    <a:pt x="13521" y="2541"/>
                    <a:pt x="13521" y="2541"/>
                  </a:cubicBezTo>
                  <a:cubicBezTo>
                    <a:pt x="13464" y="2541"/>
                    <a:pt x="13464" y="2541"/>
                    <a:pt x="13464" y="2541"/>
                  </a:cubicBezTo>
                  <a:cubicBezTo>
                    <a:pt x="13464" y="2541"/>
                    <a:pt x="13464" y="2541"/>
                    <a:pt x="13464" y="2541"/>
                  </a:cubicBezTo>
                  <a:cubicBezTo>
                    <a:pt x="13521" y="2608"/>
                    <a:pt x="13521" y="2608"/>
                    <a:pt x="13521" y="2608"/>
                  </a:cubicBezTo>
                  <a:cubicBezTo>
                    <a:pt x="13521" y="2608"/>
                    <a:pt x="13521" y="2608"/>
                    <a:pt x="13521" y="2608"/>
                  </a:cubicBezTo>
                  <a:cubicBezTo>
                    <a:pt x="13408" y="2674"/>
                    <a:pt x="13408" y="2674"/>
                    <a:pt x="13408" y="2674"/>
                  </a:cubicBezTo>
                  <a:cubicBezTo>
                    <a:pt x="13408" y="2674"/>
                    <a:pt x="13408" y="2674"/>
                    <a:pt x="13408" y="2674"/>
                  </a:cubicBezTo>
                  <a:cubicBezTo>
                    <a:pt x="13408" y="2608"/>
                    <a:pt x="13408" y="2608"/>
                    <a:pt x="13408" y="2608"/>
                  </a:cubicBezTo>
                  <a:cubicBezTo>
                    <a:pt x="13352" y="2608"/>
                    <a:pt x="13352" y="2608"/>
                    <a:pt x="13352" y="2608"/>
                  </a:cubicBezTo>
                  <a:cubicBezTo>
                    <a:pt x="13296" y="2541"/>
                    <a:pt x="13296" y="2541"/>
                    <a:pt x="13296" y="2541"/>
                  </a:cubicBezTo>
                  <a:cubicBezTo>
                    <a:pt x="13184" y="2608"/>
                    <a:pt x="13184" y="2608"/>
                    <a:pt x="13184" y="2608"/>
                  </a:cubicBezTo>
                  <a:cubicBezTo>
                    <a:pt x="13184" y="2608"/>
                    <a:pt x="13184" y="2608"/>
                    <a:pt x="13184" y="2608"/>
                  </a:cubicBezTo>
                  <a:cubicBezTo>
                    <a:pt x="13184" y="2674"/>
                    <a:pt x="13184" y="2674"/>
                    <a:pt x="13184" y="2674"/>
                  </a:cubicBezTo>
                  <a:cubicBezTo>
                    <a:pt x="13184" y="2741"/>
                    <a:pt x="13184" y="2741"/>
                    <a:pt x="13184" y="2741"/>
                  </a:cubicBezTo>
                  <a:cubicBezTo>
                    <a:pt x="13184" y="2808"/>
                    <a:pt x="13184" y="2808"/>
                    <a:pt x="13184" y="2808"/>
                  </a:cubicBezTo>
                  <a:cubicBezTo>
                    <a:pt x="13240" y="2875"/>
                    <a:pt x="13240" y="2875"/>
                    <a:pt x="13240" y="2875"/>
                  </a:cubicBezTo>
                  <a:cubicBezTo>
                    <a:pt x="13296" y="2808"/>
                    <a:pt x="13296" y="2808"/>
                    <a:pt x="13296" y="2808"/>
                  </a:cubicBezTo>
                  <a:cubicBezTo>
                    <a:pt x="13296" y="2808"/>
                    <a:pt x="13296" y="2808"/>
                    <a:pt x="13296" y="2808"/>
                  </a:cubicBezTo>
                  <a:cubicBezTo>
                    <a:pt x="13408" y="2808"/>
                    <a:pt x="13408" y="2808"/>
                    <a:pt x="13408" y="2808"/>
                  </a:cubicBezTo>
                  <a:cubicBezTo>
                    <a:pt x="13464" y="2808"/>
                    <a:pt x="13464" y="2808"/>
                    <a:pt x="13464" y="2808"/>
                  </a:cubicBezTo>
                  <a:cubicBezTo>
                    <a:pt x="13464" y="2875"/>
                    <a:pt x="13464" y="2875"/>
                    <a:pt x="13464" y="2875"/>
                  </a:cubicBezTo>
                  <a:cubicBezTo>
                    <a:pt x="13577" y="2808"/>
                    <a:pt x="13577" y="2808"/>
                    <a:pt x="13577" y="2808"/>
                  </a:cubicBezTo>
                  <a:cubicBezTo>
                    <a:pt x="13577" y="2875"/>
                    <a:pt x="13577" y="2875"/>
                    <a:pt x="13577" y="2875"/>
                  </a:cubicBezTo>
                  <a:cubicBezTo>
                    <a:pt x="13521" y="2875"/>
                    <a:pt x="13521" y="2875"/>
                    <a:pt x="13521" y="2875"/>
                  </a:cubicBezTo>
                  <a:cubicBezTo>
                    <a:pt x="13521" y="2942"/>
                    <a:pt x="13521" y="2942"/>
                    <a:pt x="13521" y="2942"/>
                  </a:cubicBezTo>
                  <a:cubicBezTo>
                    <a:pt x="13521" y="2942"/>
                    <a:pt x="13521" y="2942"/>
                    <a:pt x="13521" y="2942"/>
                  </a:cubicBezTo>
                  <a:cubicBezTo>
                    <a:pt x="13577" y="2942"/>
                    <a:pt x="13577" y="2942"/>
                    <a:pt x="13577" y="2942"/>
                  </a:cubicBezTo>
                  <a:cubicBezTo>
                    <a:pt x="13633" y="3009"/>
                    <a:pt x="13633" y="3009"/>
                    <a:pt x="13633" y="3009"/>
                  </a:cubicBezTo>
                  <a:cubicBezTo>
                    <a:pt x="13633" y="3076"/>
                    <a:pt x="13633" y="3076"/>
                    <a:pt x="13633" y="3076"/>
                  </a:cubicBezTo>
                  <a:cubicBezTo>
                    <a:pt x="13689" y="3076"/>
                    <a:pt x="13689" y="3076"/>
                    <a:pt x="13689" y="3076"/>
                  </a:cubicBezTo>
                  <a:cubicBezTo>
                    <a:pt x="13689" y="3076"/>
                    <a:pt x="13689" y="3076"/>
                    <a:pt x="13689" y="3076"/>
                  </a:cubicBezTo>
                  <a:cubicBezTo>
                    <a:pt x="13689" y="3143"/>
                    <a:pt x="13689" y="3143"/>
                    <a:pt x="13689" y="3143"/>
                  </a:cubicBezTo>
                  <a:cubicBezTo>
                    <a:pt x="13689" y="3209"/>
                    <a:pt x="13689" y="3209"/>
                    <a:pt x="13689" y="3209"/>
                  </a:cubicBezTo>
                  <a:cubicBezTo>
                    <a:pt x="13633" y="3343"/>
                    <a:pt x="13633" y="3343"/>
                    <a:pt x="13633" y="3343"/>
                  </a:cubicBezTo>
                  <a:close/>
                  <a:moveTo>
                    <a:pt x="13352" y="2942"/>
                  </a:moveTo>
                  <a:cubicBezTo>
                    <a:pt x="13352" y="2942"/>
                    <a:pt x="13352" y="2942"/>
                    <a:pt x="13352" y="2942"/>
                  </a:cubicBezTo>
                  <a:cubicBezTo>
                    <a:pt x="13408" y="2875"/>
                    <a:pt x="13408" y="2875"/>
                    <a:pt x="13408" y="2875"/>
                  </a:cubicBezTo>
                  <a:cubicBezTo>
                    <a:pt x="13464" y="2875"/>
                    <a:pt x="13464" y="2875"/>
                    <a:pt x="13464" y="2875"/>
                  </a:cubicBezTo>
                  <a:cubicBezTo>
                    <a:pt x="13464" y="2942"/>
                    <a:pt x="13464" y="2942"/>
                    <a:pt x="13464" y="2942"/>
                  </a:cubicBezTo>
                  <a:cubicBezTo>
                    <a:pt x="13408" y="2942"/>
                    <a:pt x="13408" y="2942"/>
                    <a:pt x="13408" y="2942"/>
                  </a:cubicBezTo>
                  <a:cubicBezTo>
                    <a:pt x="13352" y="3009"/>
                    <a:pt x="13352" y="3009"/>
                    <a:pt x="13352" y="3009"/>
                  </a:cubicBezTo>
                  <a:cubicBezTo>
                    <a:pt x="13352" y="2942"/>
                    <a:pt x="13352" y="2942"/>
                    <a:pt x="13352" y="2942"/>
                  </a:cubicBezTo>
                  <a:close/>
                  <a:moveTo>
                    <a:pt x="13240" y="3276"/>
                  </a:moveTo>
                  <a:cubicBezTo>
                    <a:pt x="13296" y="3209"/>
                    <a:pt x="13296" y="3209"/>
                    <a:pt x="13296" y="3209"/>
                  </a:cubicBezTo>
                  <a:cubicBezTo>
                    <a:pt x="13352" y="3209"/>
                    <a:pt x="13352" y="3209"/>
                    <a:pt x="13352" y="3209"/>
                  </a:cubicBezTo>
                  <a:cubicBezTo>
                    <a:pt x="13408" y="3209"/>
                    <a:pt x="13408" y="3209"/>
                    <a:pt x="13408" y="3209"/>
                  </a:cubicBezTo>
                  <a:cubicBezTo>
                    <a:pt x="13521" y="3343"/>
                    <a:pt x="13521" y="3343"/>
                    <a:pt x="13521" y="3343"/>
                  </a:cubicBezTo>
                  <a:cubicBezTo>
                    <a:pt x="13464" y="3343"/>
                    <a:pt x="13464" y="3343"/>
                    <a:pt x="13464" y="3343"/>
                  </a:cubicBezTo>
                  <a:cubicBezTo>
                    <a:pt x="13521" y="3477"/>
                    <a:pt x="13521" y="3477"/>
                    <a:pt x="13521" y="3477"/>
                  </a:cubicBezTo>
                  <a:cubicBezTo>
                    <a:pt x="13464" y="3477"/>
                    <a:pt x="13464" y="3477"/>
                    <a:pt x="13464" y="3477"/>
                  </a:cubicBezTo>
                  <a:cubicBezTo>
                    <a:pt x="13408" y="3410"/>
                    <a:pt x="13408" y="3410"/>
                    <a:pt x="13408" y="3410"/>
                  </a:cubicBezTo>
                  <a:cubicBezTo>
                    <a:pt x="13352" y="3477"/>
                    <a:pt x="13352" y="3477"/>
                    <a:pt x="13352" y="3477"/>
                  </a:cubicBezTo>
                  <a:cubicBezTo>
                    <a:pt x="13352" y="3477"/>
                    <a:pt x="13352" y="3477"/>
                    <a:pt x="13352" y="3477"/>
                  </a:cubicBezTo>
                  <a:cubicBezTo>
                    <a:pt x="13296" y="3410"/>
                    <a:pt x="13296" y="3410"/>
                    <a:pt x="13296" y="3410"/>
                  </a:cubicBezTo>
                  <a:cubicBezTo>
                    <a:pt x="13240" y="3343"/>
                    <a:pt x="13240" y="3343"/>
                    <a:pt x="13240" y="3343"/>
                  </a:cubicBezTo>
                  <a:cubicBezTo>
                    <a:pt x="13240" y="3276"/>
                    <a:pt x="13240" y="3276"/>
                    <a:pt x="13240" y="3276"/>
                  </a:cubicBezTo>
                  <a:close/>
                  <a:moveTo>
                    <a:pt x="12623" y="3744"/>
                  </a:moveTo>
                  <a:cubicBezTo>
                    <a:pt x="12679" y="3678"/>
                    <a:pt x="12679" y="3678"/>
                    <a:pt x="12679" y="3678"/>
                  </a:cubicBezTo>
                  <a:cubicBezTo>
                    <a:pt x="12735" y="3678"/>
                    <a:pt x="12735" y="3678"/>
                    <a:pt x="12735" y="3678"/>
                  </a:cubicBezTo>
                  <a:cubicBezTo>
                    <a:pt x="12735" y="3744"/>
                    <a:pt x="12735" y="3744"/>
                    <a:pt x="12735" y="3744"/>
                  </a:cubicBezTo>
                  <a:cubicBezTo>
                    <a:pt x="12679" y="3744"/>
                    <a:pt x="12679" y="3744"/>
                    <a:pt x="12679" y="3744"/>
                  </a:cubicBezTo>
                  <a:cubicBezTo>
                    <a:pt x="12623" y="3744"/>
                    <a:pt x="12623" y="3744"/>
                    <a:pt x="12623" y="3744"/>
                  </a:cubicBezTo>
                  <a:close/>
                  <a:moveTo>
                    <a:pt x="12567" y="3678"/>
                  </a:moveTo>
                  <a:cubicBezTo>
                    <a:pt x="12567" y="3611"/>
                    <a:pt x="12567" y="3611"/>
                    <a:pt x="12567" y="3611"/>
                  </a:cubicBezTo>
                  <a:cubicBezTo>
                    <a:pt x="12567" y="3544"/>
                    <a:pt x="12567" y="3544"/>
                    <a:pt x="12567" y="3544"/>
                  </a:cubicBezTo>
                  <a:cubicBezTo>
                    <a:pt x="12567" y="3477"/>
                    <a:pt x="12567" y="3477"/>
                    <a:pt x="12567" y="3477"/>
                  </a:cubicBezTo>
                  <a:cubicBezTo>
                    <a:pt x="12567" y="3410"/>
                    <a:pt x="12567" y="3410"/>
                    <a:pt x="12567" y="3410"/>
                  </a:cubicBezTo>
                  <a:cubicBezTo>
                    <a:pt x="12623" y="3343"/>
                    <a:pt x="12623" y="3343"/>
                    <a:pt x="12623" y="3343"/>
                  </a:cubicBezTo>
                  <a:cubicBezTo>
                    <a:pt x="12623" y="3343"/>
                    <a:pt x="12623" y="3343"/>
                    <a:pt x="12623" y="3343"/>
                  </a:cubicBezTo>
                  <a:cubicBezTo>
                    <a:pt x="12679" y="3343"/>
                    <a:pt x="12679" y="3343"/>
                    <a:pt x="12679" y="3343"/>
                  </a:cubicBezTo>
                  <a:cubicBezTo>
                    <a:pt x="12679" y="3276"/>
                    <a:pt x="12679" y="3276"/>
                    <a:pt x="12679" y="3276"/>
                  </a:cubicBezTo>
                  <a:cubicBezTo>
                    <a:pt x="12679" y="3209"/>
                    <a:pt x="12679" y="3209"/>
                    <a:pt x="12679" y="3209"/>
                  </a:cubicBezTo>
                  <a:cubicBezTo>
                    <a:pt x="12679" y="3143"/>
                    <a:pt x="12679" y="3143"/>
                    <a:pt x="12679" y="3143"/>
                  </a:cubicBezTo>
                  <a:cubicBezTo>
                    <a:pt x="12735" y="3143"/>
                    <a:pt x="12735" y="3143"/>
                    <a:pt x="12735" y="3143"/>
                  </a:cubicBezTo>
                  <a:cubicBezTo>
                    <a:pt x="12735" y="3143"/>
                    <a:pt x="12735" y="3143"/>
                    <a:pt x="12735" y="3143"/>
                  </a:cubicBezTo>
                  <a:cubicBezTo>
                    <a:pt x="12791" y="3209"/>
                    <a:pt x="12791" y="3209"/>
                    <a:pt x="12791" y="3209"/>
                  </a:cubicBezTo>
                  <a:cubicBezTo>
                    <a:pt x="12791" y="3276"/>
                    <a:pt x="12791" y="3276"/>
                    <a:pt x="12791" y="3276"/>
                  </a:cubicBezTo>
                  <a:cubicBezTo>
                    <a:pt x="12735" y="3343"/>
                    <a:pt x="12735" y="3343"/>
                    <a:pt x="12735" y="3343"/>
                  </a:cubicBezTo>
                  <a:cubicBezTo>
                    <a:pt x="12735" y="3410"/>
                    <a:pt x="12735" y="3410"/>
                    <a:pt x="12735" y="3410"/>
                  </a:cubicBezTo>
                  <a:cubicBezTo>
                    <a:pt x="12735" y="3477"/>
                    <a:pt x="12735" y="3477"/>
                    <a:pt x="12735" y="3477"/>
                  </a:cubicBezTo>
                  <a:cubicBezTo>
                    <a:pt x="12735" y="3477"/>
                    <a:pt x="12735" y="3477"/>
                    <a:pt x="12735" y="3477"/>
                  </a:cubicBezTo>
                  <a:cubicBezTo>
                    <a:pt x="12735" y="3611"/>
                    <a:pt x="12735" y="3611"/>
                    <a:pt x="12735" y="3611"/>
                  </a:cubicBezTo>
                  <a:cubicBezTo>
                    <a:pt x="12623" y="3678"/>
                    <a:pt x="12623" y="3678"/>
                    <a:pt x="12623" y="3678"/>
                  </a:cubicBezTo>
                  <a:cubicBezTo>
                    <a:pt x="12567" y="3678"/>
                    <a:pt x="12567" y="3678"/>
                    <a:pt x="12567" y="3678"/>
                  </a:cubicBezTo>
                  <a:close/>
                  <a:moveTo>
                    <a:pt x="12006" y="2407"/>
                  </a:moveTo>
                  <a:cubicBezTo>
                    <a:pt x="12006" y="2407"/>
                    <a:pt x="12006" y="2407"/>
                    <a:pt x="12006" y="2407"/>
                  </a:cubicBezTo>
                  <a:cubicBezTo>
                    <a:pt x="11950" y="2340"/>
                    <a:pt x="11950" y="2340"/>
                    <a:pt x="11950" y="2340"/>
                  </a:cubicBezTo>
                  <a:cubicBezTo>
                    <a:pt x="12006" y="2273"/>
                    <a:pt x="12006" y="2273"/>
                    <a:pt x="12006" y="2273"/>
                  </a:cubicBezTo>
                  <a:cubicBezTo>
                    <a:pt x="11950" y="2273"/>
                    <a:pt x="11950" y="2273"/>
                    <a:pt x="11950" y="2273"/>
                  </a:cubicBezTo>
                  <a:cubicBezTo>
                    <a:pt x="11894" y="2273"/>
                    <a:pt x="11894" y="2273"/>
                    <a:pt x="11894" y="2273"/>
                  </a:cubicBezTo>
                  <a:cubicBezTo>
                    <a:pt x="11894" y="2273"/>
                    <a:pt x="11894" y="2273"/>
                    <a:pt x="11894" y="2273"/>
                  </a:cubicBezTo>
                  <a:cubicBezTo>
                    <a:pt x="11837" y="2273"/>
                    <a:pt x="11837" y="2273"/>
                    <a:pt x="11837" y="2273"/>
                  </a:cubicBezTo>
                  <a:cubicBezTo>
                    <a:pt x="11781" y="2273"/>
                    <a:pt x="11781" y="2273"/>
                    <a:pt x="11781" y="2273"/>
                  </a:cubicBezTo>
                  <a:cubicBezTo>
                    <a:pt x="11781" y="2273"/>
                    <a:pt x="11781" y="2273"/>
                    <a:pt x="11781" y="2273"/>
                  </a:cubicBezTo>
                  <a:cubicBezTo>
                    <a:pt x="11781" y="2206"/>
                    <a:pt x="11781" y="2206"/>
                    <a:pt x="11781" y="2206"/>
                  </a:cubicBezTo>
                  <a:cubicBezTo>
                    <a:pt x="11781" y="2206"/>
                    <a:pt x="11781" y="2206"/>
                    <a:pt x="11781" y="2206"/>
                  </a:cubicBezTo>
                  <a:cubicBezTo>
                    <a:pt x="11837" y="2139"/>
                    <a:pt x="11837" y="2139"/>
                    <a:pt x="11837" y="2139"/>
                  </a:cubicBezTo>
                  <a:cubicBezTo>
                    <a:pt x="11837" y="2139"/>
                    <a:pt x="11837" y="2139"/>
                    <a:pt x="11837" y="2139"/>
                  </a:cubicBezTo>
                  <a:cubicBezTo>
                    <a:pt x="11894" y="2139"/>
                    <a:pt x="11894" y="2139"/>
                    <a:pt x="11894" y="2139"/>
                  </a:cubicBezTo>
                  <a:cubicBezTo>
                    <a:pt x="12062" y="2073"/>
                    <a:pt x="12062" y="2073"/>
                    <a:pt x="12062" y="2073"/>
                  </a:cubicBezTo>
                  <a:cubicBezTo>
                    <a:pt x="12118" y="2073"/>
                    <a:pt x="12118" y="2073"/>
                    <a:pt x="12118" y="2073"/>
                  </a:cubicBezTo>
                  <a:cubicBezTo>
                    <a:pt x="12174" y="2139"/>
                    <a:pt x="12174" y="2139"/>
                    <a:pt x="12174" y="2139"/>
                  </a:cubicBezTo>
                  <a:cubicBezTo>
                    <a:pt x="12174" y="2139"/>
                    <a:pt x="12174" y="2139"/>
                    <a:pt x="12174" y="2139"/>
                  </a:cubicBezTo>
                  <a:cubicBezTo>
                    <a:pt x="12230" y="2139"/>
                    <a:pt x="12230" y="2139"/>
                    <a:pt x="12230" y="2139"/>
                  </a:cubicBezTo>
                  <a:cubicBezTo>
                    <a:pt x="12286" y="2073"/>
                    <a:pt x="12286" y="2073"/>
                    <a:pt x="12286" y="2073"/>
                  </a:cubicBezTo>
                  <a:cubicBezTo>
                    <a:pt x="12398" y="2073"/>
                    <a:pt x="12398" y="2073"/>
                    <a:pt x="12398" y="2073"/>
                  </a:cubicBezTo>
                  <a:cubicBezTo>
                    <a:pt x="12398" y="2073"/>
                    <a:pt x="12398" y="2073"/>
                    <a:pt x="12398" y="2073"/>
                  </a:cubicBezTo>
                  <a:cubicBezTo>
                    <a:pt x="12398" y="2073"/>
                    <a:pt x="12398" y="2073"/>
                    <a:pt x="12398" y="2073"/>
                  </a:cubicBezTo>
                  <a:cubicBezTo>
                    <a:pt x="12455" y="2073"/>
                    <a:pt x="12455" y="2073"/>
                    <a:pt x="12455" y="2073"/>
                  </a:cubicBezTo>
                  <a:cubicBezTo>
                    <a:pt x="12455" y="2139"/>
                    <a:pt x="12455" y="2139"/>
                    <a:pt x="12455" y="2139"/>
                  </a:cubicBezTo>
                  <a:cubicBezTo>
                    <a:pt x="12511" y="2139"/>
                    <a:pt x="12511" y="2139"/>
                    <a:pt x="12511" y="2139"/>
                  </a:cubicBezTo>
                  <a:cubicBezTo>
                    <a:pt x="12511" y="2206"/>
                    <a:pt x="12511" y="2206"/>
                    <a:pt x="12511" y="2206"/>
                  </a:cubicBezTo>
                  <a:cubicBezTo>
                    <a:pt x="12455" y="2273"/>
                    <a:pt x="12455" y="2273"/>
                    <a:pt x="12455" y="2273"/>
                  </a:cubicBezTo>
                  <a:cubicBezTo>
                    <a:pt x="12455" y="2340"/>
                    <a:pt x="12455" y="2340"/>
                    <a:pt x="12455" y="2340"/>
                  </a:cubicBezTo>
                  <a:cubicBezTo>
                    <a:pt x="12455" y="2474"/>
                    <a:pt x="12455" y="2474"/>
                    <a:pt x="12455" y="2474"/>
                  </a:cubicBezTo>
                  <a:cubicBezTo>
                    <a:pt x="12398" y="2474"/>
                    <a:pt x="12398" y="2474"/>
                    <a:pt x="12398" y="2474"/>
                  </a:cubicBezTo>
                  <a:cubicBezTo>
                    <a:pt x="12342" y="2541"/>
                    <a:pt x="12342" y="2541"/>
                    <a:pt x="12342" y="2541"/>
                  </a:cubicBezTo>
                  <a:cubicBezTo>
                    <a:pt x="12286" y="2541"/>
                    <a:pt x="12286" y="2541"/>
                    <a:pt x="12286" y="2541"/>
                  </a:cubicBezTo>
                  <a:cubicBezTo>
                    <a:pt x="12230" y="2541"/>
                    <a:pt x="12230" y="2541"/>
                    <a:pt x="12230" y="2541"/>
                  </a:cubicBezTo>
                  <a:cubicBezTo>
                    <a:pt x="12230" y="2474"/>
                    <a:pt x="12230" y="2474"/>
                    <a:pt x="12230" y="2474"/>
                  </a:cubicBezTo>
                  <a:cubicBezTo>
                    <a:pt x="12174" y="2541"/>
                    <a:pt x="12174" y="2541"/>
                    <a:pt x="12174" y="2541"/>
                  </a:cubicBezTo>
                  <a:cubicBezTo>
                    <a:pt x="12118" y="2407"/>
                    <a:pt x="12118" y="2407"/>
                    <a:pt x="12118" y="2407"/>
                  </a:cubicBezTo>
                  <a:cubicBezTo>
                    <a:pt x="12118" y="2407"/>
                    <a:pt x="12118" y="2407"/>
                    <a:pt x="12118" y="2407"/>
                  </a:cubicBezTo>
                  <a:cubicBezTo>
                    <a:pt x="12062" y="2340"/>
                    <a:pt x="12062" y="2340"/>
                    <a:pt x="12062" y="2340"/>
                  </a:cubicBezTo>
                  <a:cubicBezTo>
                    <a:pt x="12062" y="2340"/>
                    <a:pt x="12062" y="2340"/>
                    <a:pt x="12062" y="2340"/>
                  </a:cubicBezTo>
                  <a:cubicBezTo>
                    <a:pt x="12062" y="2407"/>
                    <a:pt x="12062" y="2407"/>
                    <a:pt x="12062" y="2407"/>
                  </a:cubicBezTo>
                  <a:cubicBezTo>
                    <a:pt x="12006" y="2407"/>
                    <a:pt x="12006" y="2407"/>
                    <a:pt x="12006" y="2407"/>
                  </a:cubicBezTo>
                  <a:close/>
                  <a:moveTo>
                    <a:pt x="11332" y="2808"/>
                  </a:moveTo>
                  <a:cubicBezTo>
                    <a:pt x="11389" y="2808"/>
                    <a:pt x="11389" y="2808"/>
                    <a:pt x="11389" y="2808"/>
                  </a:cubicBezTo>
                  <a:cubicBezTo>
                    <a:pt x="11389" y="2741"/>
                    <a:pt x="11389" y="2741"/>
                    <a:pt x="11389" y="2741"/>
                  </a:cubicBezTo>
                  <a:cubicBezTo>
                    <a:pt x="11445" y="2674"/>
                    <a:pt x="11445" y="2674"/>
                    <a:pt x="11445" y="2674"/>
                  </a:cubicBezTo>
                  <a:cubicBezTo>
                    <a:pt x="11445" y="2608"/>
                    <a:pt x="11445" y="2608"/>
                    <a:pt x="11445" y="2608"/>
                  </a:cubicBezTo>
                  <a:cubicBezTo>
                    <a:pt x="11501" y="2608"/>
                    <a:pt x="11501" y="2608"/>
                    <a:pt x="11501" y="2608"/>
                  </a:cubicBezTo>
                  <a:cubicBezTo>
                    <a:pt x="11557" y="2608"/>
                    <a:pt x="11557" y="2608"/>
                    <a:pt x="11557" y="2608"/>
                  </a:cubicBezTo>
                  <a:cubicBezTo>
                    <a:pt x="11557" y="2608"/>
                    <a:pt x="11557" y="2608"/>
                    <a:pt x="11557" y="2608"/>
                  </a:cubicBezTo>
                  <a:cubicBezTo>
                    <a:pt x="11669" y="2541"/>
                    <a:pt x="11669" y="2541"/>
                    <a:pt x="11669" y="2541"/>
                  </a:cubicBezTo>
                  <a:cubicBezTo>
                    <a:pt x="11725" y="2541"/>
                    <a:pt x="11725" y="2541"/>
                    <a:pt x="11725" y="2541"/>
                  </a:cubicBezTo>
                  <a:cubicBezTo>
                    <a:pt x="11781" y="2541"/>
                    <a:pt x="11781" y="2541"/>
                    <a:pt x="11781" y="2541"/>
                  </a:cubicBezTo>
                  <a:cubicBezTo>
                    <a:pt x="11781" y="2608"/>
                    <a:pt x="11781" y="2608"/>
                    <a:pt x="11781" y="2608"/>
                  </a:cubicBezTo>
                  <a:cubicBezTo>
                    <a:pt x="11837" y="2608"/>
                    <a:pt x="11837" y="2608"/>
                    <a:pt x="11837" y="2608"/>
                  </a:cubicBezTo>
                  <a:cubicBezTo>
                    <a:pt x="11894" y="2608"/>
                    <a:pt x="11894" y="2608"/>
                    <a:pt x="11894" y="2608"/>
                  </a:cubicBezTo>
                  <a:cubicBezTo>
                    <a:pt x="11950" y="2608"/>
                    <a:pt x="11950" y="2608"/>
                    <a:pt x="11950" y="2608"/>
                  </a:cubicBezTo>
                  <a:cubicBezTo>
                    <a:pt x="11950" y="2608"/>
                    <a:pt x="11950" y="2608"/>
                    <a:pt x="11950" y="2608"/>
                  </a:cubicBezTo>
                  <a:cubicBezTo>
                    <a:pt x="12006" y="2608"/>
                    <a:pt x="12006" y="2608"/>
                    <a:pt x="12006" y="2608"/>
                  </a:cubicBezTo>
                  <a:cubicBezTo>
                    <a:pt x="12062" y="2608"/>
                    <a:pt x="12062" y="2608"/>
                    <a:pt x="12062" y="2608"/>
                  </a:cubicBezTo>
                  <a:cubicBezTo>
                    <a:pt x="12118" y="2674"/>
                    <a:pt x="12118" y="2674"/>
                    <a:pt x="12118" y="2674"/>
                  </a:cubicBezTo>
                  <a:cubicBezTo>
                    <a:pt x="12174" y="2674"/>
                    <a:pt x="12174" y="2674"/>
                    <a:pt x="12174" y="2674"/>
                  </a:cubicBezTo>
                  <a:cubicBezTo>
                    <a:pt x="12174" y="2674"/>
                    <a:pt x="12174" y="2674"/>
                    <a:pt x="12174" y="2674"/>
                  </a:cubicBezTo>
                  <a:cubicBezTo>
                    <a:pt x="12118" y="2741"/>
                    <a:pt x="12118" y="2741"/>
                    <a:pt x="12118" y="2741"/>
                  </a:cubicBezTo>
                  <a:cubicBezTo>
                    <a:pt x="12062" y="2741"/>
                    <a:pt x="12062" y="2741"/>
                    <a:pt x="12062" y="2741"/>
                  </a:cubicBezTo>
                  <a:cubicBezTo>
                    <a:pt x="11950" y="2808"/>
                    <a:pt x="11950" y="2808"/>
                    <a:pt x="11950" y="2808"/>
                  </a:cubicBezTo>
                  <a:cubicBezTo>
                    <a:pt x="11950" y="2808"/>
                    <a:pt x="11950" y="2808"/>
                    <a:pt x="11950" y="2808"/>
                  </a:cubicBezTo>
                  <a:cubicBezTo>
                    <a:pt x="11837" y="2875"/>
                    <a:pt x="11837" y="2875"/>
                    <a:pt x="11837" y="2875"/>
                  </a:cubicBezTo>
                  <a:cubicBezTo>
                    <a:pt x="11837" y="2875"/>
                    <a:pt x="11837" y="2875"/>
                    <a:pt x="11837" y="2875"/>
                  </a:cubicBezTo>
                  <a:cubicBezTo>
                    <a:pt x="11894" y="2875"/>
                    <a:pt x="11894" y="2875"/>
                    <a:pt x="11894" y="2875"/>
                  </a:cubicBezTo>
                  <a:cubicBezTo>
                    <a:pt x="11950" y="2875"/>
                    <a:pt x="11950" y="2875"/>
                    <a:pt x="11950" y="2875"/>
                  </a:cubicBezTo>
                  <a:cubicBezTo>
                    <a:pt x="11950" y="2942"/>
                    <a:pt x="11950" y="2942"/>
                    <a:pt x="11950" y="2942"/>
                  </a:cubicBezTo>
                  <a:cubicBezTo>
                    <a:pt x="11894" y="3009"/>
                    <a:pt x="11894" y="3009"/>
                    <a:pt x="11894" y="3009"/>
                  </a:cubicBezTo>
                  <a:cubicBezTo>
                    <a:pt x="11894" y="3076"/>
                    <a:pt x="11894" y="3076"/>
                    <a:pt x="11894" y="3076"/>
                  </a:cubicBezTo>
                  <a:cubicBezTo>
                    <a:pt x="11837" y="3076"/>
                    <a:pt x="11837" y="3076"/>
                    <a:pt x="11837" y="3076"/>
                  </a:cubicBezTo>
                  <a:cubicBezTo>
                    <a:pt x="11837" y="3076"/>
                    <a:pt x="11837" y="3076"/>
                    <a:pt x="11837" y="3076"/>
                  </a:cubicBezTo>
                  <a:cubicBezTo>
                    <a:pt x="11781" y="3143"/>
                    <a:pt x="11781" y="3143"/>
                    <a:pt x="11781" y="3143"/>
                  </a:cubicBezTo>
                  <a:cubicBezTo>
                    <a:pt x="11725" y="3143"/>
                    <a:pt x="11725" y="3143"/>
                    <a:pt x="11725" y="3143"/>
                  </a:cubicBezTo>
                  <a:cubicBezTo>
                    <a:pt x="11669" y="3143"/>
                    <a:pt x="11669" y="3143"/>
                    <a:pt x="11669" y="3143"/>
                  </a:cubicBezTo>
                  <a:cubicBezTo>
                    <a:pt x="11613" y="3143"/>
                    <a:pt x="11613" y="3143"/>
                    <a:pt x="11613" y="3143"/>
                  </a:cubicBezTo>
                  <a:cubicBezTo>
                    <a:pt x="11613" y="3143"/>
                    <a:pt x="11613" y="3143"/>
                    <a:pt x="11613" y="3143"/>
                  </a:cubicBezTo>
                  <a:cubicBezTo>
                    <a:pt x="11557" y="3143"/>
                    <a:pt x="11557" y="3143"/>
                    <a:pt x="11557" y="3143"/>
                  </a:cubicBezTo>
                  <a:cubicBezTo>
                    <a:pt x="11501" y="3143"/>
                    <a:pt x="11501" y="3143"/>
                    <a:pt x="11501" y="3143"/>
                  </a:cubicBezTo>
                  <a:cubicBezTo>
                    <a:pt x="11445" y="3143"/>
                    <a:pt x="11445" y="3143"/>
                    <a:pt x="11445" y="3143"/>
                  </a:cubicBezTo>
                  <a:cubicBezTo>
                    <a:pt x="11445" y="3076"/>
                    <a:pt x="11445" y="3076"/>
                    <a:pt x="11445" y="3076"/>
                  </a:cubicBezTo>
                  <a:cubicBezTo>
                    <a:pt x="11445" y="3076"/>
                    <a:pt x="11445" y="3076"/>
                    <a:pt x="11445" y="3076"/>
                  </a:cubicBezTo>
                  <a:cubicBezTo>
                    <a:pt x="11445" y="3009"/>
                    <a:pt x="11445" y="3009"/>
                    <a:pt x="11445" y="3009"/>
                  </a:cubicBezTo>
                  <a:cubicBezTo>
                    <a:pt x="11389" y="2942"/>
                    <a:pt x="11389" y="2942"/>
                    <a:pt x="11389" y="2942"/>
                  </a:cubicBezTo>
                  <a:cubicBezTo>
                    <a:pt x="11332" y="2942"/>
                    <a:pt x="11332" y="2942"/>
                    <a:pt x="11332" y="2942"/>
                  </a:cubicBezTo>
                  <a:cubicBezTo>
                    <a:pt x="11332" y="2875"/>
                    <a:pt x="11332" y="2875"/>
                    <a:pt x="11332" y="2875"/>
                  </a:cubicBezTo>
                  <a:cubicBezTo>
                    <a:pt x="11332" y="2808"/>
                    <a:pt x="11332" y="2808"/>
                    <a:pt x="11332" y="2808"/>
                  </a:cubicBezTo>
                  <a:close/>
                  <a:moveTo>
                    <a:pt x="11276" y="2674"/>
                  </a:moveTo>
                  <a:cubicBezTo>
                    <a:pt x="11276" y="2674"/>
                    <a:pt x="11276" y="2674"/>
                    <a:pt x="11276" y="2674"/>
                  </a:cubicBezTo>
                  <a:cubicBezTo>
                    <a:pt x="11389" y="2674"/>
                    <a:pt x="11389" y="2674"/>
                    <a:pt x="11389" y="2674"/>
                  </a:cubicBezTo>
                  <a:cubicBezTo>
                    <a:pt x="11389" y="2608"/>
                    <a:pt x="11389" y="2608"/>
                    <a:pt x="11389" y="2608"/>
                  </a:cubicBezTo>
                  <a:cubicBezTo>
                    <a:pt x="11389" y="2541"/>
                    <a:pt x="11389" y="2541"/>
                    <a:pt x="11389" y="2541"/>
                  </a:cubicBezTo>
                  <a:cubicBezTo>
                    <a:pt x="11445" y="2474"/>
                    <a:pt x="11445" y="2474"/>
                    <a:pt x="11445" y="2474"/>
                  </a:cubicBezTo>
                  <a:cubicBezTo>
                    <a:pt x="11389" y="2474"/>
                    <a:pt x="11389" y="2474"/>
                    <a:pt x="11389" y="2474"/>
                  </a:cubicBezTo>
                  <a:cubicBezTo>
                    <a:pt x="11445" y="2407"/>
                    <a:pt x="11445" y="2407"/>
                    <a:pt x="11445" y="2407"/>
                  </a:cubicBezTo>
                  <a:cubicBezTo>
                    <a:pt x="11389" y="2407"/>
                    <a:pt x="11389" y="2407"/>
                    <a:pt x="11389" y="2407"/>
                  </a:cubicBezTo>
                  <a:cubicBezTo>
                    <a:pt x="11389" y="2407"/>
                    <a:pt x="11389" y="2407"/>
                    <a:pt x="11389" y="2407"/>
                  </a:cubicBezTo>
                  <a:cubicBezTo>
                    <a:pt x="11332" y="2340"/>
                    <a:pt x="11332" y="2340"/>
                    <a:pt x="11332" y="2340"/>
                  </a:cubicBezTo>
                  <a:cubicBezTo>
                    <a:pt x="11276" y="2407"/>
                    <a:pt x="11276" y="2407"/>
                    <a:pt x="11276" y="2407"/>
                  </a:cubicBezTo>
                  <a:cubicBezTo>
                    <a:pt x="11276" y="2407"/>
                    <a:pt x="11276" y="2407"/>
                    <a:pt x="11276" y="2407"/>
                  </a:cubicBezTo>
                  <a:cubicBezTo>
                    <a:pt x="11220" y="2474"/>
                    <a:pt x="11220" y="2474"/>
                    <a:pt x="11220" y="2474"/>
                  </a:cubicBezTo>
                  <a:cubicBezTo>
                    <a:pt x="11220" y="2541"/>
                    <a:pt x="11220" y="2541"/>
                    <a:pt x="11220" y="2541"/>
                  </a:cubicBezTo>
                  <a:cubicBezTo>
                    <a:pt x="11220" y="2541"/>
                    <a:pt x="11220" y="2541"/>
                    <a:pt x="11220" y="2541"/>
                  </a:cubicBezTo>
                  <a:cubicBezTo>
                    <a:pt x="11276" y="2674"/>
                    <a:pt x="11276" y="2674"/>
                    <a:pt x="11276" y="2674"/>
                  </a:cubicBezTo>
                  <a:close/>
                  <a:moveTo>
                    <a:pt x="15484" y="6620"/>
                  </a:moveTo>
                  <a:cubicBezTo>
                    <a:pt x="15540" y="6620"/>
                    <a:pt x="15540" y="6620"/>
                    <a:pt x="15540" y="6620"/>
                  </a:cubicBezTo>
                  <a:cubicBezTo>
                    <a:pt x="15540" y="6620"/>
                    <a:pt x="15540" y="6620"/>
                    <a:pt x="15540" y="6620"/>
                  </a:cubicBezTo>
                  <a:cubicBezTo>
                    <a:pt x="15596" y="6620"/>
                    <a:pt x="15596" y="6620"/>
                    <a:pt x="15596" y="6620"/>
                  </a:cubicBezTo>
                  <a:cubicBezTo>
                    <a:pt x="15596" y="6620"/>
                    <a:pt x="15596" y="6620"/>
                    <a:pt x="15596" y="6620"/>
                  </a:cubicBezTo>
                  <a:cubicBezTo>
                    <a:pt x="15652" y="6687"/>
                    <a:pt x="15652" y="6687"/>
                    <a:pt x="15652" y="6687"/>
                  </a:cubicBezTo>
                  <a:cubicBezTo>
                    <a:pt x="15652" y="6687"/>
                    <a:pt x="15652" y="6687"/>
                    <a:pt x="15652" y="6687"/>
                  </a:cubicBezTo>
                  <a:cubicBezTo>
                    <a:pt x="15765" y="6620"/>
                    <a:pt x="15765" y="6620"/>
                    <a:pt x="15765" y="6620"/>
                  </a:cubicBezTo>
                  <a:cubicBezTo>
                    <a:pt x="15821" y="6620"/>
                    <a:pt x="15821" y="6620"/>
                    <a:pt x="15821" y="6620"/>
                  </a:cubicBezTo>
                  <a:cubicBezTo>
                    <a:pt x="15877" y="6620"/>
                    <a:pt x="15877" y="6620"/>
                    <a:pt x="15877" y="6620"/>
                  </a:cubicBezTo>
                  <a:cubicBezTo>
                    <a:pt x="15933" y="6620"/>
                    <a:pt x="15933" y="6620"/>
                    <a:pt x="15933" y="6620"/>
                  </a:cubicBezTo>
                  <a:cubicBezTo>
                    <a:pt x="15933" y="6687"/>
                    <a:pt x="15933" y="6687"/>
                    <a:pt x="15933" y="6687"/>
                  </a:cubicBezTo>
                  <a:cubicBezTo>
                    <a:pt x="15989" y="6620"/>
                    <a:pt x="15989" y="6620"/>
                    <a:pt x="15989" y="6620"/>
                  </a:cubicBezTo>
                  <a:cubicBezTo>
                    <a:pt x="15989" y="6620"/>
                    <a:pt x="15989" y="6620"/>
                    <a:pt x="15989" y="6620"/>
                  </a:cubicBezTo>
                  <a:cubicBezTo>
                    <a:pt x="15989" y="6553"/>
                    <a:pt x="15989" y="6553"/>
                    <a:pt x="15989" y="6553"/>
                  </a:cubicBezTo>
                  <a:cubicBezTo>
                    <a:pt x="16045" y="6553"/>
                    <a:pt x="16045" y="6553"/>
                    <a:pt x="16045" y="6553"/>
                  </a:cubicBezTo>
                  <a:cubicBezTo>
                    <a:pt x="16045" y="6486"/>
                    <a:pt x="16045" y="6486"/>
                    <a:pt x="16045" y="6486"/>
                  </a:cubicBezTo>
                  <a:cubicBezTo>
                    <a:pt x="15989" y="6419"/>
                    <a:pt x="15989" y="6419"/>
                    <a:pt x="15989" y="6419"/>
                  </a:cubicBezTo>
                  <a:cubicBezTo>
                    <a:pt x="15989" y="6352"/>
                    <a:pt x="15989" y="6352"/>
                    <a:pt x="15989" y="6352"/>
                  </a:cubicBezTo>
                  <a:cubicBezTo>
                    <a:pt x="16045" y="6419"/>
                    <a:pt x="16045" y="6419"/>
                    <a:pt x="16045" y="6419"/>
                  </a:cubicBezTo>
                  <a:cubicBezTo>
                    <a:pt x="16045" y="6419"/>
                    <a:pt x="16045" y="6419"/>
                    <a:pt x="16045" y="6419"/>
                  </a:cubicBezTo>
                  <a:cubicBezTo>
                    <a:pt x="16101" y="6486"/>
                    <a:pt x="16101" y="6486"/>
                    <a:pt x="16101" y="6486"/>
                  </a:cubicBezTo>
                  <a:cubicBezTo>
                    <a:pt x="16101" y="6486"/>
                    <a:pt x="16101" y="6486"/>
                    <a:pt x="16101" y="6486"/>
                  </a:cubicBezTo>
                  <a:cubicBezTo>
                    <a:pt x="16157" y="6486"/>
                    <a:pt x="16157" y="6486"/>
                    <a:pt x="16157" y="6486"/>
                  </a:cubicBezTo>
                  <a:cubicBezTo>
                    <a:pt x="16157" y="6486"/>
                    <a:pt x="16157" y="6486"/>
                    <a:pt x="16157" y="6486"/>
                  </a:cubicBezTo>
                  <a:cubicBezTo>
                    <a:pt x="16214" y="6486"/>
                    <a:pt x="16214" y="6486"/>
                    <a:pt x="16214" y="6486"/>
                  </a:cubicBezTo>
                  <a:cubicBezTo>
                    <a:pt x="16214" y="6486"/>
                    <a:pt x="16214" y="6486"/>
                    <a:pt x="16214" y="6486"/>
                  </a:cubicBezTo>
                  <a:cubicBezTo>
                    <a:pt x="16214" y="6419"/>
                    <a:pt x="16214" y="6419"/>
                    <a:pt x="16214" y="6419"/>
                  </a:cubicBezTo>
                  <a:cubicBezTo>
                    <a:pt x="16214" y="6352"/>
                    <a:pt x="16214" y="6352"/>
                    <a:pt x="16214" y="6352"/>
                  </a:cubicBezTo>
                  <a:cubicBezTo>
                    <a:pt x="16157" y="6352"/>
                    <a:pt x="16157" y="6352"/>
                    <a:pt x="16157" y="6352"/>
                  </a:cubicBezTo>
                  <a:cubicBezTo>
                    <a:pt x="16101" y="6352"/>
                    <a:pt x="16101" y="6352"/>
                    <a:pt x="16101" y="6352"/>
                  </a:cubicBezTo>
                  <a:cubicBezTo>
                    <a:pt x="16045" y="6352"/>
                    <a:pt x="16045" y="6352"/>
                    <a:pt x="16045" y="6352"/>
                  </a:cubicBezTo>
                  <a:cubicBezTo>
                    <a:pt x="16045" y="6352"/>
                    <a:pt x="16045" y="6352"/>
                    <a:pt x="16045" y="6352"/>
                  </a:cubicBezTo>
                  <a:cubicBezTo>
                    <a:pt x="16045" y="6286"/>
                    <a:pt x="16045" y="6286"/>
                    <a:pt x="16045" y="6286"/>
                  </a:cubicBezTo>
                  <a:cubicBezTo>
                    <a:pt x="16101" y="6286"/>
                    <a:pt x="16101" y="6286"/>
                    <a:pt x="16101" y="6286"/>
                  </a:cubicBezTo>
                  <a:cubicBezTo>
                    <a:pt x="16157" y="6286"/>
                    <a:pt x="16157" y="6286"/>
                    <a:pt x="16157" y="6286"/>
                  </a:cubicBezTo>
                  <a:cubicBezTo>
                    <a:pt x="16157" y="6219"/>
                    <a:pt x="16157" y="6219"/>
                    <a:pt x="16157" y="6219"/>
                  </a:cubicBezTo>
                  <a:cubicBezTo>
                    <a:pt x="16214" y="6286"/>
                    <a:pt x="16214" y="6286"/>
                    <a:pt x="16214" y="6286"/>
                  </a:cubicBezTo>
                  <a:cubicBezTo>
                    <a:pt x="16214" y="6286"/>
                    <a:pt x="16214" y="6286"/>
                    <a:pt x="16214" y="6286"/>
                  </a:cubicBezTo>
                  <a:cubicBezTo>
                    <a:pt x="16270" y="6219"/>
                    <a:pt x="16270" y="6219"/>
                    <a:pt x="16270" y="6219"/>
                  </a:cubicBezTo>
                  <a:cubicBezTo>
                    <a:pt x="16270" y="6219"/>
                    <a:pt x="16270" y="6219"/>
                    <a:pt x="16270" y="6219"/>
                  </a:cubicBezTo>
                  <a:cubicBezTo>
                    <a:pt x="16270" y="6152"/>
                    <a:pt x="16270" y="6152"/>
                    <a:pt x="16270" y="6152"/>
                  </a:cubicBezTo>
                  <a:cubicBezTo>
                    <a:pt x="16270" y="6085"/>
                    <a:pt x="16270" y="6085"/>
                    <a:pt x="16270" y="6085"/>
                  </a:cubicBezTo>
                  <a:cubicBezTo>
                    <a:pt x="16270" y="6085"/>
                    <a:pt x="16270" y="6085"/>
                    <a:pt x="16270" y="6085"/>
                  </a:cubicBezTo>
                  <a:cubicBezTo>
                    <a:pt x="16326" y="6085"/>
                    <a:pt x="16326" y="6085"/>
                    <a:pt x="16326" y="6085"/>
                  </a:cubicBezTo>
                  <a:cubicBezTo>
                    <a:pt x="16214" y="6085"/>
                    <a:pt x="16214" y="6085"/>
                    <a:pt x="16214" y="6085"/>
                  </a:cubicBezTo>
                  <a:cubicBezTo>
                    <a:pt x="16214" y="6085"/>
                    <a:pt x="16214" y="6085"/>
                    <a:pt x="16214" y="6085"/>
                  </a:cubicBezTo>
                  <a:cubicBezTo>
                    <a:pt x="16214" y="6018"/>
                    <a:pt x="16214" y="6018"/>
                    <a:pt x="16214" y="6018"/>
                  </a:cubicBezTo>
                  <a:cubicBezTo>
                    <a:pt x="16214" y="6018"/>
                    <a:pt x="16214" y="6018"/>
                    <a:pt x="16214" y="6018"/>
                  </a:cubicBezTo>
                  <a:cubicBezTo>
                    <a:pt x="16270" y="5951"/>
                    <a:pt x="16270" y="5951"/>
                    <a:pt x="16270" y="5951"/>
                  </a:cubicBezTo>
                  <a:cubicBezTo>
                    <a:pt x="16214" y="5951"/>
                    <a:pt x="16214" y="5951"/>
                    <a:pt x="16214" y="5951"/>
                  </a:cubicBezTo>
                  <a:cubicBezTo>
                    <a:pt x="16101" y="5951"/>
                    <a:pt x="16101" y="5951"/>
                    <a:pt x="16101" y="5951"/>
                  </a:cubicBezTo>
                  <a:cubicBezTo>
                    <a:pt x="16101" y="5884"/>
                    <a:pt x="16101" y="5884"/>
                    <a:pt x="16101" y="5884"/>
                  </a:cubicBezTo>
                  <a:cubicBezTo>
                    <a:pt x="16101" y="5884"/>
                    <a:pt x="16101" y="5884"/>
                    <a:pt x="16101" y="5884"/>
                  </a:cubicBezTo>
                  <a:cubicBezTo>
                    <a:pt x="16101" y="5884"/>
                    <a:pt x="16101" y="5884"/>
                    <a:pt x="16101" y="5884"/>
                  </a:cubicBezTo>
                  <a:cubicBezTo>
                    <a:pt x="16101" y="5817"/>
                    <a:pt x="16101" y="5817"/>
                    <a:pt x="16101" y="5817"/>
                  </a:cubicBezTo>
                  <a:cubicBezTo>
                    <a:pt x="16045" y="5751"/>
                    <a:pt x="16045" y="5751"/>
                    <a:pt x="16045" y="5751"/>
                  </a:cubicBezTo>
                  <a:cubicBezTo>
                    <a:pt x="15989" y="5751"/>
                    <a:pt x="15989" y="5751"/>
                    <a:pt x="15989" y="5751"/>
                  </a:cubicBezTo>
                  <a:cubicBezTo>
                    <a:pt x="15933" y="5751"/>
                    <a:pt x="15933" y="5751"/>
                    <a:pt x="15933" y="5751"/>
                  </a:cubicBezTo>
                  <a:cubicBezTo>
                    <a:pt x="15877" y="5751"/>
                    <a:pt x="15877" y="5751"/>
                    <a:pt x="15877" y="5751"/>
                  </a:cubicBezTo>
                  <a:cubicBezTo>
                    <a:pt x="15821" y="5817"/>
                    <a:pt x="15821" y="5817"/>
                    <a:pt x="15821" y="5817"/>
                  </a:cubicBezTo>
                  <a:cubicBezTo>
                    <a:pt x="15709" y="5751"/>
                    <a:pt x="15709" y="5751"/>
                    <a:pt x="15709" y="5751"/>
                  </a:cubicBezTo>
                  <a:cubicBezTo>
                    <a:pt x="15709" y="5684"/>
                    <a:pt x="15709" y="5684"/>
                    <a:pt x="15709" y="5684"/>
                  </a:cubicBezTo>
                  <a:cubicBezTo>
                    <a:pt x="15652" y="5684"/>
                    <a:pt x="15652" y="5684"/>
                    <a:pt x="15652" y="5684"/>
                  </a:cubicBezTo>
                  <a:cubicBezTo>
                    <a:pt x="15652" y="5684"/>
                    <a:pt x="15652" y="5684"/>
                    <a:pt x="15652" y="5684"/>
                  </a:cubicBezTo>
                  <a:cubicBezTo>
                    <a:pt x="15596" y="5684"/>
                    <a:pt x="15596" y="5684"/>
                    <a:pt x="15596" y="5684"/>
                  </a:cubicBezTo>
                  <a:cubicBezTo>
                    <a:pt x="15596" y="5684"/>
                    <a:pt x="15596" y="5684"/>
                    <a:pt x="15596" y="5684"/>
                  </a:cubicBezTo>
                  <a:cubicBezTo>
                    <a:pt x="15540" y="5684"/>
                    <a:pt x="15540" y="5684"/>
                    <a:pt x="15540" y="5684"/>
                  </a:cubicBezTo>
                  <a:cubicBezTo>
                    <a:pt x="15484" y="5751"/>
                    <a:pt x="15484" y="5751"/>
                    <a:pt x="15484" y="5751"/>
                  </a:cubicBezTo>
                  <a:cubicBezTo>
                    <a:pt x="15484" y="5751"/>
                    <a:pt x="15484" y="5751"/>
                    <a:pt x="15484" y="5751"/>
                  </a:cubicBezTo>
                  <a:cubicBezTo>
                    <a:pt x="15428" y="5684"/>
                    <a:pt x="15428" y="5684"/>
                    <a:pt x="15428" y="5684"/>
                  </a:cubicBezTo>
                  <a:cubicBezTo>
                    <a:pt x="15372" y="5751"/>
                    <a:pt x="15372" y="5751"/>
                    <a:pt x="15372" y="5751"/>
                  </a:cubicBezTo>
                  <a:cubicBezTo>
                    <a:pt x="15316" y="5751"/>
                    <a:pt x="15316" y="5751"/>
                    <a:pt x="15316" y="5751"/>
                  </a:cubicBezTo>
                  <a:cubicBezTo>
                    <a:pt x="15316" y="5751"/>
                    <a:pt x="15316" y="5751"/>
                    <a:pt x="15316" y="5751"/>
                  </a:cubicBezTo>
                  <a:cubicBezTo>
                    <a:pt x="15316" y="5817"/>
                    <a:pt x="15316" y="5817"/>
                    <a:pt x="15316" y="5817"/>
                  </a:cubicBezTo>
                  <a:cubicBezTo>
                    <a:pt x="15316" y="5751"/>
                    <a:pt x="15316" y="5751"/>
                    <a:pt x="15316" y="5751"/>
                  </a:cubicBezTo>
                  <a:cubicBezTo>
                    <a:pt x="15316" y="5751"/>
                    <a:pt x="15316" y="5751"/>
                    <a:pt x="15316" y="5751"/>
                  </a:cubicBezTo>
                  <a:cubicBezTo>
                    <a:pt x="15260" y="5751"/>
                    <a:pt x="15260" y="5751"/>
                    <a:pt x="15260" y="5751"/>
                  </a:cubicBezTo>
                  <a:cubicBezTo>
                    <a:pt x="15148" y="5751"/>
                    <a:pt x="15148" y="5751"/>
                    <a:pt x="15148" y="5751"/>
                  </a:cubicBezTo>
                  <a:cubicBezTo>
                    <a:pt x="15148" y="5751"/>
                    <a:pt x="15148" y="5751"/>
                    <a:pt x="15148" y="5751"/>
                  </a:cubicBezTo>
                  <a:cubicBezTo>
                    <a:pt x="15148" y="5751"/>
                    <a:pt x="15148" y="5751"/>
                    <a:pt x="15148" y="5751"/>
                  </a:cubicBezTo>
                  <a:cubicBezTo>
                    <a:pt x="15148" y="5817"/>
                    <a:pt x="15148" y="5817"/>
                    <a:pt x="15148" y="5817"/>
                  </a:cubicBezTo>
                  <a:cubicBezTo>
                    <a:pt x="15204" y="5884"/>
                    <a:pt x="15204" y="5884"/>
                    <a:pt x="15204" y="5884"/>
                  </a:cubicBezTo>
                  <a:cubicBezTo>
                    <a:pt x="15148" y="5817"/>
                    <a:pt x="15148" y="5817"/>
                    <a:pt x="15148" y="5817"/>
                  </a:cubicBezTo>
                  <a:cubicBezTo>
                    <a:pt x="15148" y="5817"/>
                    <a:pt x="15148" y="5817"/>
                    <a:pt x="15148" y="5817"/>
                  </a:cubicBezTo>
                  <a:cubicBezTo>
                    <a:pt x="15091" y="5817"/>
                    <a:pt x="15091" y="5817"/>
                    <a:pt x="15091" y="5817"/>
                  </a:cubicBezTo>
                  <a:cubicBezTo>
                    <a:pt x="15035" y="5817"/>
                    <a:pt x="15035" y="5817"/>
                    <a:pt x="15035" y="5817"/>
                  </a:cubicBezTo>
                  <a:cubicBezTo>
                    <a:pt x="14979" y="5817"/>
                    <a:pt x="14979" y="5817"/>
                    <a:pt x="14979" y="5817"/>
                  </a:cubicBezTo>
                  <a:cubicBezTo>
                    <a:pt x="15035" y="5751"/>
                    <a:pt x="15035" y="5751"/>
                    <a:pt x="15035" y="5751"/>
                  </a:cubicBezTo>
                  <a:cubicBezTo>
                    <a:pt x="15035" y="5751"/>
                    <a:pt x="15035" y="5751"/>
                    <a:pt x="15035" y="5751"/>
                  </a:cubicBezTo>
                  <a:cubicBezTo>
                    <a:pt x="14979" y="5684"/>
                    <a:pt x="14979" y="5684"/>
                    <a:pt x="14979" y="5684"/>
                  </a:cubicBezTo>
                  <a:cubicBezTo>
                    <a:pt x="14979" y="5617"/>
                    <a:pt x="14979" y="5617"/>
                    <a:pt x="14979" y="5617"/>
                  </a:cubicBezTo>
                  <a:cubicBezTo>
                    <a:pt x="14979" y="5617"/>
                    <a:pt x="14979" y="5617"/>
                    <a:pt x="14979" y="5617"/>
                  </a:cubicBezTo>
                  <a:cubicBezTo>
                    <a:pt x="14923" y="5617"/>
                    <a:pt x="14923" y="5617"/>
                    <a:pt x="14923" y="5617"/>
                  </a:cubicBezTo>
                  <a:cubicBezTo>
                    <a:pt x="14923" y="5684"/>
                    <a:pt x="14923" y="5684"/>
                    <a:pt x="14923" y="5684"/>
                  </a:cubicBezTo>
                  <a:cubicBezTo>
                    <a:pt x="14923" y="5684"/>
                    <a:pt x="14923" y="5684"/>
                    <a:pt x="14923" y="5684"/>
                  </a:cubicBezTo>
                  <a:cubicBezTo>
                    <a:pt x="14867" y="5684"/>
                    <a:pt x="14867" y="5684"/>
                    <a:pt x="14867" y="5684"/>
                  </a:cubicBezTo>
                  <a:cubicBezTo>
                    <a:pt x="14923" y="5684"/>
                    <a:pt x="14923" y="5684"/>
                    <a:pt x="14923" y="5684"/>
                  </a:cubicBezTo>
                  <a:cubicBezTo>
                    <a:pt x="14923" y="5617"/>
                    <a:pt x="14923" y="5617"/>
                    <a:pt x="14923" y="5617"/>
                  </a:cubicBezTo>
                  <a:cubicBezTo>
                    <a:pt x="14867" y="5617"/>
                    <a:pt x="14867" y="5617"/>
                    <a:pt x="14867" y="5617"/>
                  </a:cubicBezTo>
                  <a:cubicBezTo>
                    <a:pt x="14811" y="5617"/>
                    <a:pt x="14811" y="5617"/>
                    <a:pt x="14811" y="5617"/>
                  </a:cubicBezTo>
                  <a:cubicBezTo>
                    <a:pt x="14811" y="5617"/>
                    <a:pt x="14811" y="5617"/>
                    <a:pt x="14811" y="5617"/>
                  </a:cubicBezTo>
                  <a:cubicBezTo>
                    <a:pt x="14811" y="5617"/>
                    <a:pt x="14811" y="5617"/>
                    <a:pt x="14811" y="5617"/>
                  </a:cubicBezTo>
                  <a:cubicBezTo>
                    <a:pt x="14811" y="5550"/>
                    <a:pt x="14811" y="5550"/>
                    <a:pt x="14811" y="5550"/>
                  </a:cubicBezTo>
                  <a:cubicBezTo>
                    <a:pt x="14811" y="5483"/>
                    <a:pt x="14811" y="5483"/>
                    <a:pt x="14811" y="5483"/>
                  </a:cubicBezTo>
                  <a:cubicBezTo>
                    <a:pt x="14755" y="5550"/>
                    <a:pt x="14755" y="5550"/>
                    <a:pt x="14755" y="5550"/>
                  </a:cubicBezTo>
                  <a:cubicBezTo>
                    <a:pt x="14699" y="5617"/>
                    <a:pt x="14699" y="5617"/>
                    <a:pt x="14699" y="5617"/>
                  </a:cubicBezTo>
                  <a:cubicBezTo>
                    <a:pt x="14699" y="5684"/>
                    <a:pt x="14699" y="5684"/>
                    <a:pt x="14699" y="5684"/>
                  </a:cubicBezTo>
                  <a:cubicBezTo>
                    <a:pt x="14643" y="5684"/>
                    <a:pt x="14643" y="5684"/>
                    <a:pt x="14643" y="5684"/>
                  </a:cubicBezTo>
                  <a:cubicBezTo>
                    <a:pt x="14643" y="5617"/>
                    <a:pt x="14643" y="5617"/>
                    <a:pt x="14643" y="5617"/>
                  </a:cubicBezTo>
                  <a:cubicBezTo>
                    <a:pt x="14643" y="5550"/>
                    <a:pt x="14643" y="5550"/>
                    <a:pt x="14643" y="5550"/>
                  </a:cubicBezTo>
                  <a:cubicBezTo>
                    <a:pt x="14643" y="5550"/>
                    <a:pt x="14643" y="5550"/>
                    <a:pt x="14643" y="5550"/>
                  </a:cubicBezTo>
                  <a:cubicBezTo>
                    <a:pt x="14699" y="5483"/>
                    <a:pt x="14699" y="5483"/>
                    <a:pt x="14699" y="5483"/>
                  </a:cubicBezTo>
                  <a:cubicBezTo>
                    <a:pt x="14643" y="5416"/>
                    <a:pt x="14643" y="5416"/>
                    <a:pt x="14643" y="5416"/>
                  </a:cubicBezTo>
                  <a:cubicBezTo>
                    <a:pt x="14587" y="5416"/>
                    <a:pt x="14587" y="5416"/>
                    <a:pt x="14587" y="5416"/>
                  </a:cubicBezTo>
                  <a:cubicBezTo>
                    <a:pt x="14587" y="5416"/>
                    <a:pt x="14587" y="5416"/>
                    <a:pt x="14587" y="5416"/>
                  </a:cubicBezTo>
                  <a:cubicBezTo>
                    <a:pt x="14643" y="5416"/>
                    <a:pt x="14643" y="5416"/>
                    <a:pt x="14643" y="5416"/>
                  </a:cubicBezTo>
                  <a:cubicBezTo>
                    <a:pt x="14643" y="5349"/>
                    <a:pt x="14643" y="5349"/>
                    <a:pt x="14643" y="5349"/>
                  </a:cubicBezTo>
                  <a:cubicBezTo>
                    <a:pt x="14643" y="5282"/>
                    <a:pt x="14643" y="5282"/>
                    <a:pt x="14643" y="5282"/>
                  </a:cubicBezTo>
                  <a:cubicBezTo>
                    <a:pt x="14643" y="5282"/>
                    <a:pt x="14643" y="5282"/>
                    <a:pt x="14643" y="5282"/>
                  </a:cubicBezTo>
                  <a:cubicBezTo>
                    <a:pt x="14587" y="5282"/>
                    <a:pt x="14587" y="5282"/>
                    <a:pt x="14587" y="5282"/>
                  </a:cubicBezTo>
                  <a:cubicBezTo>
                    <a:pt x="14587" y="5282"/>
                    <a:pt x="14587" y="5282"/>
                    <a:pt x="14587" y="5282"/>
                  </a:cubicBezTo>
                  <a:cubicBezTo>
                    <a:pt x="14530" y="5282"/>
                    <a:pt x="14530" y="5282"/>
                    <a:pt x="14530" y="5282"/>
                  </a:cubicBezTo>
                  <a:cubicBezTo>
                    <a:pt x="14530" y="5282"/>
                    <a:pt x="14530" y="5282"/>
                    <a:pt x="14530" y="5282"/>
                  </a:cubicBezTo>
                  <a:cubicBezTo>
                    <a:pt x="14530" y="5282"/>
                    <a:pt x="14530" y="5282"/>
                    <a:pt x="14530" y="5282"/>
                  </a:cubicBezTo>
                  <a:cubicBezTo>
                    <a:pt x="14474" y="5282"/>
                    <a:pt x="14474" y="5282"/>
                    <a:pt x="14474" y="5282"/>
                  </a:cubicBezTo>
                  <a:cubicBezTo>
                    <a:pt x="14474" y="5282"/>
                    <a:pt x="14474" y="5282"/>
                    <a:pt x="14474" y="5282"/>
                  </a:cubicBezTo>
                  <a:cubicBezTo>
                    <a:pt x="14418" y="5282"/>
                    <a:pt x="14418" y="5282"/>
                    <a:pt x="14418" y="5282"/>
                  </a:cubicBezTo>
                  <a:cubicBezTo>
                    <a:pt x="14418" y="5282"/>
                    <a:pt x="14418" y="5282"/>
                    <a:pt x="14418" y="5282"/>
                  </a:cubicBezTo>
                  <a:cubicBezTo>
                    <a:pt x="14418" y="5282"/>
                    <a:pt x="14418" y="5282"/>
                    <a:pt x="14418" y="5282"/>
                  </a:cubicBezTo>
                  <a:cubicBezTo>
                    <a:pt x="14474" y="5216"/>
                    <a:pt x="14474" y="5216"/>
                    <a:pt x="14474" y="5216"/>
                  </a:cubicBezTo>
                  <a:cubicBezTo>
                    <a:pt x="14474" y="5149"/>
                    <a:pt x="14474" y="5149"/>
                    <a:pt x="14474" y="5149"/>
                  </a:cubicBezTo>
                  <a:cubicBezTo>
                    <a:pt x="14530" y="5149"/>
                    <a:pt x="14530" y="5149"/>
                    <a:pt x="14530" y="5149"/>
                  </a:cubicBezTo>
                  <a:cubicBezTo>
                    <a:pt x="14530" y="5216"/>
                    <a:pt x="14530" y="5216"/>
                    <a:pt x="14530" y="5216"/>
                  </a:cubicBezTo>
                  <a:cubicBezTo>
                    <a:pt x="14643" y="5216"/>
                    <a:pt x="14643" y="5216"/>
                    <a:pt x="14643" y="5216"/>
                  </a:cubicBezTo>
                  <a:cubicBezTo>
                    <a:pt x="14587" y="5216"/>
                    <a:pt x="14587" y="5216"/>
                    <a:pt x="14587" y="5216"/>
                  </a:cubicBezTo>
                  <a:cubicBezTo>
                    <a:pt x="14587" y="5149"/>
                    <a:pt x="14587" y="5149"/>
                    <a:pt x="14587" y="5149"/>
                  </a:cubicBezTo>
                  <a:cubicBezTo>
                    <a:pt x="14530" y="5149"/>
                    <a:pt x="14530" y="5149"/>
                    <a:pt x="14530" y="5149"/>
                  </a:cubicBezTo>
                  <a:cubicBezTo>
                    <a:pt x="14530" y="5149"/>
                    <a:pt x="14530" y="5149"/>
                    <a:pt x="14530" y="5149"/>
                  </a:cubicBezTo>
                  <a:cubicBezTo>
                    <a:pt x="14474" y="5082"/>
                    <a:pt x="14474" y="5082"/>
                    <a:pt x="14474" y="5082"/>
                  </a:cubicBezTo>
                  <a:cubicBezTo>
                    <a:pt x="14418" y="5015"/>
                    <a:pt x="14418" y="5015"/>
                    <a:pt x="14418" y="5015"/>
                  </a:cubicBezTo>
                  <a:cubicBezTo>
                    <a:pt x="14474" y="5015"/>
                    <a:pt x="14474" y="5015"/>
                    <a:pt x="14474" y="5015"/>
                  </a:cubicBezTo>
                  <a:cubicBezTo>
                    <a:pt x="14474" y="5015"/>
                    <a:pt x="14474" y="5015"/>
                    <a:pt x="14474" y="5015"/>
                  </a:cubicBezTo>
                  <a:cubicBezTo>
                    <a:pt x="14474" y="5015"/>
                    <a:pt x="14474" y="5015"/>
                    <a:pt x="14474" y="5015"/>
                  </a:cubicBezTo>
                  <a:cubicBezTo>
                    <a:pt x="14530" y="5015"/>
                    <a:pt x="14530" y="5015"/>
                    <a:pt x="14530" y="5015"/>
                  </a:cubicBezTo>
                  <a:cubicBezTo>
                    <a:pt x="14587" y="5082"/>
                    <a:pt x="14587" y="5082"/>
                    <a:pt x="14587" y="5082"/>
                  </a:cubicBezTo>
                  <a:cubicBezTo>
                    <a:pt x="14643" y="5082"/>
                    <a:pt x="14643" y="5082"/>
                    <a:pt x="14643" y="5082"/>
                  </a:cubicBezTo>
                  <a:cubicBezTo>
                    <a:pt x="14643" y="5149"/>
                    <a:pt x="14643" y="5149"/>
                    <a:pt x="14643" y="5149"/>
                  </a:cubicBezTo>
                  <a:cubicBezTo>
                    <a:pt x="14699" y="5149"/>
                    <a:pt x="14699" y="5149"/>
                    <a:pt x="14699" y="5149"/>
                  </a:cubicBezTo>
                  <a:cubicBezTo>
                    <a:pt x="14699" y="5149"/>
                    <a:pt x="14699" y="5149"/>
                    <a:pt x="14699" y="5149"/>
                  </a:cubicBezTo>
                  <a:cubicBezTo>
                    <a:pt x="14811" y="5149"/>
                    <a:pt x="14811" y="5149"/>
                    <a:pt x="14811" y="5149"/>
                  </a:cubicBezTo>
                  <a:cubicBezTo>
                    <a:pt x="14867" y="5149"/>
                    <a:pt x="14867" y="5149"/>
                    <a:pt x="14867" y="5149"/>
                  </a:cubicBezTo>
                  <a:cubicBezTo>
                    <a:pt x="14867" y="5149"/>
                    <a:pt x="14867" y="5149"/>
                    <a:pt x="14867" y="5149"/>
                  </a:cubicBezTo>
                  <a:cubicBezTo>
                    <a:pt x="14867" y="5082"/>
                    <a:pt x="14867" y="5082"/>
                    <a:pt x="14867" y="5082"/>
                  </a:cubicBezTo>
                  <a:cubicBezTo>
                    <a:pt x="14755" y="5015"/>
                    <a:pt x="14755" y="5015"/>
                    <a:pt x="14755" y="5015"/>
                  </a:cubicBezTo>
                  <a:cubicBezTo>
                    <a:pt x="14699" y="4948"/>
                    <a:pt x="14699" y="4948"/>
                    <a:pt x="14699" y="4948"/>
                  </a:cubicBezTo>
                  <a:cubicBezTo>
                    <a:pt x="14699" y="4948"/>
                    <a:pt x="14699" y="4948"/>
                    <a:pt x="14699" y="4948"/>
                  </a:cubicBezTo>
                  <a:cubicBezTo>
                    <a:pt x="14643" y="4881"/>
                    <a:pt x="14643" y="4881"/>
                    <a:pt x="14643" y="4881"/>
                  </a:cubicBezTo>
                  <a:cubicBezTo>
                    <a:pt x="14643" y="4881"/>
                    <a:pt x="14643" y="4881"/>
                    <a:pt x="14643" y="4881"/>
                  </a:cubicBezTo>
                  <a:cubicBezTo>
                    <a:pt x="14587" y="4881"/>
                    <a:pt x="14587" y="4881"/>
                    <a:pt x="14587" y="4881"/>
                  </a:cubicBezTo>
                  <a:cubicBezTo>
                    <a:pt x="14587" y="4814"/>
                    <a:pt x="14587" y="4814"/>
                    <a:pt x="14587" y="4814"/>
                  </a:cubicBezTo>
                  <a:cubicBezTo>
                    <a:pt x="14587" y="4814"/>
                    <a:pt x="14587" y="4814"/>
                    <a:pt x="14587" y="4814"/>
                  </a:cubicBezTo>
                  <a:cubicBezTo>
                    <a:pt x="14643" y="4814"/>
                    <a:pt x="14643" y="4814"/>
                    <a:pt x="14643" y="4814"/>
                  </a:cubicBezTo>
                  <a:cubicBezTo>
                    <a:pt x="14643" y="4881"/>
                    <a:pt x="14643" y="4881"/>
                    <a:pt x="14643" y="4881"/>
                  </a:cubicBezTo>
                  <a:cubicBezTo>
                    <a:pt x="14699" y="4881"/>
                    <a:pt x="14699" y="4881"/>
                    <a:pt x="14699" y="4881"/>
                  </a:cubicBezTo>
                  <a:cubicBezTo>
                    <a:pt x="14699" y="4881"/>
                    <a:pt x="14699" y="4881"/>
                    <a:pt x="14699" y="4881"/>
                  </a:cubicBezTo>
                  <a:cubicBezTo>
                    <a:pt x="14755" y="4881"/>
                    <a:pt x="14755" y="4881"/>
                    <a:pt x="14755" y="4881"/>
                  </a:cubicBezTo>
                  <a:cubicBezTo>
                    <a:pt x="14755" y="4881"/>
                    <a:pt x="14755" y="4881"/>
                    <a:pt x="14755" y="4881"/>
                  </a:cubicBezTo>
                  <a:cubicBezTo>
                    <a:pt x="14755" y="4747"/>
                    <a:pt x="14755" y="4747"/>
                    <a:pt x="14755" y="4747"/>
                  </a:cubicBezTo>
                  <a:cubicBezTo>
                    <a:pt x="14699" y="4681"/>
                    <a:pt x="14699" y="4681"/>
                    <a:pt x="14699" y="4681"/>
                  </a:cubicBezTo>
                  <a:cubicBezTo>
                    <a:pt x="14643" y="4681"/>
                    <a:pt x="14643" y="4681"/>
                    <a:pt x="14643" y="4681"/>
                  </a:cubicBezTo>
                  <a:cubicBezTo>
                    <a:pt x="14643" y="4681"/>
                    <a:pt x="14643" y="4681"/>
                    <a:pt x="14643" y="4681"/>
                  </a:cubicBezTo>
                  <a:cubicBezTo>
                    <a:pt x="14587" y="4681"/>
                    <a:pt x="14587" y="4681"/>
                    <a:pt x="14587" y="4681"/>
                  </a:cubicBezTo>
                  <a:cubicBezTo>
                    <a:pt x="14530" y="4747"/>
                    <a:pt x="14530" y="4747"/>
                    <a:pt x="14530" y="4747"/>
                  </a:cubicBezTo>
                  <a:cubicBezTo>
                    <a:pt x="14474" y="4747"/>
                    <a:pt x="14474" y="4747"/>
                    <a:pt x="14474" y="4747"/>
                  </a:cubicBezTo>
                  <a:cubicBezTo>
                    <a:pt x="14418" y="4681"/>
                    <a:pt x="14418" y="4681"/>
                    <a:pt x="14418" y="4681"/>
                  </a:cubicBezTo>
                  <a:cubicBezTo>
                    <a:pt x="14418" y="4681"/>
                    <a:pt x="14418" y="4681"/>
                    <a:pt x="14418" y="4681"/>
                  </a:cubicBezTo>
                  <a:cubicBezTo>
                    <a:pt x="14362" y="4681"/>
                    <a:pt x="14362" y="4681"/>
                    <a:pt x="14362" y="4681"/>
                  </a:cubicBezTo>
                  <a:cubicBezTo>
                    <a:pt x="14306" y="4747"/>
                    <a:pt x="14306" y="4747"/>
                    <a:pt x="14306" y="4747"/>
                  </a:cubicBezTo>
                  <a:cubicBezTo>
                    <a:pt x="14250" y="4747"/>
                    <a:pt x="14250" y="4747"/>
                    <a:pt x="14250" y="4747"/>
                  </a:cubicBezTo>
                  <a:cubicBezTo>
                    <a:pt x="14250" y="4814"/>
                    <a:pt x="14250" y="4814"/>
                    <a:pt x="14250" y="4814"/>
                  </a:cubicBezTo>
                  <a:cubicBezTo>
                    <a:pt x="14194" y="4814"/>
                    <a:pt x="14194" y="4814"/>
                    <a:pt x="14194" y="4814"/>
                  </a:cubicBezTo>
                  <a:cubicBezTo>
                    <a:pt x="14194" y="4814"/>
                    <a:pt x="14194" y="4814"/>
                    <a:pt x="14194" y="4814"/>
                  </a:cubicBezTo>
                  <a:cubicBezTo>
                    <a:pt x="14250" y="4747"/>
                    <a:pt x="14250" y="4747"/>
                    <a:pt x="14250" y="4747"/>
                  </a:cubicBezTo>
                  <a:cubicBezTo>
                    <a:pt x="14250" y="4747"/>
                    <a:pt x="14250" y="4747"/>
                    <a:pt x="14250" y="4747"/>
                  </a:cubicBezTo>
                  <a:cubicBezTo>
                    <a:pt x="14362" y="4614"/>
                    <a:pt x="14362" y="4614"/>
                    <a:pt x="14362" y="4614"/>
                  </a:cubicBezTo>
                  <a:cubicBezTo>
                    <a:pt x="14362" y="4614"/>
                    <a:pt x="14362" y="4614"/>
                    <a:pt x="14362" y="4614"/>
                  </a:cubicBezTo>
                  <a:cubicBezTo>
                    <a:pt x="14362" y="4547"/>
                    <a:pt x="14362" y="4547"/>
                    <a:pt x="14362" y="4547"/>
                  </a:cubicBezTo>
                  <a:cubicBezTo>
                    <a:pt x="14362" y="4413"/>
                    <a:pt x="14362" y="4413"/>
                    <a:pt x="14362" y="4413"/>
                  </a:cubicBezTo>
                  <a:cubicBezTo>
                    <a:pt x="14362" y="4413"/>
                    <a:pt x="14362" y="4413"/>
                    <a:pt x="14362" y="4413"/>
                  </a:cubicBezTo>
                  <a:cubicBezTo>
                    <a:pt x="14306" y="4346"/>
                    <a:pt x="14306" y="4346"/>
                    <a:pt x="14306" y="4346"/>
                  </a:cubicBezTo>
                  <a:cubicBezTo>
                    <a:pt x="14306" y="4413"/>
                    <a:pt x="14306" y="4413"/>
                    <a:pt x="14306" y="4413"/>
                  </a:cubicBezTo>
                  <a:cubicBezTo>
                    <a:pt x="14250" y="4413"/>
                    <a:pt x="14250" y="4413"/>
                    <a:pt x="14250" y="4413"/>
                  </a:cubicBezTo>
                  <a:cubicBezTo>
                    <a:pt x="14250" y="4346"/>
                    <a:pt x="14250" y="4346"/>
                    <a:pt x="14250" y="4346"/>
                  </a:cubicBezTo>
                  <a:cubicBezTo>
                    <a:pt x="14250" y="4346"/>
                    <a:pt x="14250" y="4346"/>
                    <a:pt x="14250" y="4346"/>
                  </a:cubicBezTo>
                  <a:cubicBezTo>
                    <a:pt x="14194" y="4279"/>
                    <a:pt x="14194" y="4279"/>
                    <a:pt x="14194" y="4279"/>
                  </a:cubicBezTo>
                  <a:cubicBezTo>
                    <a:pt x="14138" y="4279"/>
                    <a:pt x="14138" y="4279"/>
                    <a:pt x="14138" y="4279"/>
                  </a:cubicBezTo>
                  <a:cubicBezTo>
                    <a:pt x="14082" y="4213"/>
                    <a:pt x="14082" y="4213"/>
                    <a:pt x="14082" y="4213"/>
                  </a:cubicBezTo>
                  <a:cubicBezTo>
                    <a:pt x="14025" y="4213"/>
                    <a:pt x="14025" y="4213"/>
                    <a:pt x="14025" y="4213"/>
                  </a:cubicBezTo>
                  <a:cubicBezTo>
                    <a:pt x="14025" y="4213"/>
                    <a:pt x="14025" y="4213"/>
                    <a:pt x="14025" y="4213"/>
                  </a:cubicBezTo>
                  <a:cubicBezTo>
                    <a:pt x="13969" y="4213"/>
                    <a:pt x="13969" y="4213"/>
                    <a:pt x="13969" y="4213"/>
                  </a:cubicBezTo>
                  <a:cubicBezTo>
                    <a:pt x="13913" y="4213"/>
                    <a:pt x="13913" y="4213"/>
                    <a:pt x="13913" y="4213"/>
                  </a:cubicBezTo>
                  <a:cubicBezTo>
                    <a:pt x="13857" y="4213"/>
                    <a:pt x="13857" y="4213"/>
                    <a:pt x="13857" y="4213"/>
                  </a:cubicBezTo>
                  <a:cubicBezTo>
                    <a:pt x="13857" y="4213"/>
                    <a:pt x="13857" y="4213"/>
                    <a:pt x="13857" y="4213"/>
                  </a:cubicBezTo>
                  <a:cubicBezTo>
                    <a:pt x="13857" y="4279"/>
                    <a:pt x="13857" y="4279"/>
                    <a:pt x="13857" y="4279"/>
                  </a:cubicBezTo>
                  <a:cubicBezTo>
                    <a:pt x="13857" y="4346"/>
                    <a:pt x="13857" y="4346"/>
                    <a:pt x="13857" y="4346"/>
                  </a:cubicBezTo>
                  <a:cubicBezTo>
                    <a:pt x="13857" y="4413"/>
                    <a:pt x="13857" y="4413"/>
                    <a:pt x="13857" y="4413"/>
                  </a:cubicBezTo>
                  <a:cubicBezTo>
                    <a:pt x="13857" y="4413"/>
                    <a:pt x="13857" y="4413"/>
                    <a:pt x="13857" y="4413"/>
                  </a:cubicBezTo>
                  <a:cubicBezTo>
                    <a:pt x="13801" y="4279"/>
                    <a:pt x="13801" y="4279"/>
                    <a:pt x="13801" y="4279"/>
                  </a:cubicBezTo>
                  <a:cubicBezTo>
                    <a:pt x="13801" y="4346"/>
                    <a:pt x="13801" y="4346"/>
                    <a:pt x="13801" y="4346"/>
                  </a:cubicBezTo>
                  <a:cubicBezTo>
                    <a:pt x="13801" y="4413"/>
                    <a:pt x="13801" y="4413"/>
                    <a:pt x="13801" y="4413"/>
                  </a:cubicBezTo>
                  <a:cubicBezTo>
                    <a:pt x="13857" y="4413"/>
                    <a:pt x="13857" y="4413"/>
                    <a:pt x="13857" y="4413"/>
                  </a:cubicBezTo>
                  <a:cubicBezTo>
                    <a:pt x="13913" y="4547"/>
                    <a:pt x="13913" y="4547"/>
                    <a:pt x="13913" y="4547"/>
                  </a:cubicBezTo>
                  <a:cubicBezTo>
                    <a:pt x="13969" y="4547"/>
                    <a:pt x="13969" y="4547"/>
                    <a:pt x="13969" y="4547"/>
                  </a:cubicBezTo>
                  <a:cubicBezTo>
                    <a:pt x="13913" y="4547"/>
                    <a:pt x="13913" y="4547"/>
                    <a:pt x="13913" y="4547"/>
                  </a:cubicBezTo>
                  <a:cubicBezTo>
                    <a:pt x="13857" y="4547"/>
                    <a:pt x="13857" y="4547"/>
                    <a:pt x="13857" y="4547"/>
                  </a:cubicBezTo>
                  <a:cubicBezTo>
                    <a:pt x="13857" y="4614"/>
                    <a:pt x="13857" y="4614"/>
                    <a:pt x="13857" y="4614"/>
                  </a:cubicBezTo>
                  <a:cubicBezTo>
                    <a:pt x="13913" y="4681"/>
                    <a:pt x="13913" y="4681"/>
                    <a:pt x="13913" y="4681"/>
                  </a:cubicBezTo>
                  <a:cubicBezTo>
                    <a:pt x="13969" y="4681"/>
                    <a:pt x="13969" y="4681"/>
                    <a:pt x="13969" y="4681"/>
                  </a:cubicBezTo>
                  <a:cubicBezTo>
                    <a:pt x="13969" y="4747"/>
                    <a:pt x="13969" y="4747"/>
                    <a:pt x="13969" y="4747"/>
                  </a:cubicBezTo>
                  <a:cubicBezTo>
                    <a:pt x="13969" y="4747"/>
                    <a:pt x="13969" y="4747"/>
                    <a:pt x="13969" y="4747"/>
                  </a:cubicBezTo>
                  <a:cubicBezTo>
                    <a:pt x="13857" y="4747"/>
                    <a:pt x="13857" y="4747"/>
                    <a:pt x="13857" y="4747"/>
                  </a:cubicBezTo>
                  <a:cubicBezTo>
                    <a:pt x="13857" y="4747"/>
                    <a:pt x="13857" y="4747"/>
                    <a:pt x="13857" y="4747"/>
                  </a:cubicBezTo>
                  <a:cubicBezTo>
                    <a:pt x="13857" y="4747"/>
                    <a:pt x="13857" y="4747"/>
                    <a:pt x="13857" y="4747"/>
                  </a:cubicBezTo>
                  <a:cubicBezTo>
                    <a:pt x="13857" y="4814"/>
                    <a:pt x="13857" y="4814"/>
                    <a:pt x="13857" y="4814"/>
                  </a:cubicBezTo>
                  <a:cubicBezTo>
                    <a:pt x="13913" y="4747"/>
                    <a:pt x="13913" y="4747"/>
                    <a:pt x="13913" y="4747"/>
                  </a:cubicBezTo>
                  <a:cubicBezTo>
                    <a:pt x="13913" y="4814"/>
                    <a:pt x="13913" y="4814"/>
                    <a:pt x="13913" y="4814"/>
                  </a:cubicBezTo>
                  <a:cubicBezTo>
                    <a:pt x="14025" y="4747"/>
                    <a:pt x="14025" y="4747"/>
                    <a:pt x="14025" y="4747"/>
                  </a:cubicBezTo>
                  <a:cubicBezTo>
                    <a:pt x="14025" y="4814"/>
                    <a:pt x="14025" y="4814"/>
                    <a:pt x="14025" y="4814"/>
                  </a:cubicBezTo>
                  <a:cubicBezTo>
                    <a:pt x="14082" y="4814"/>
                    <a:pt x="14082" y="4814"/>
                    <a:pt x="14082" y="4814"/>
                  </a:cubicBezTo>
                  <a:cubicBezTo>
                    <a:pt x="14082" y="4881"/>
                    <a:pt x="14082" y="4881"/>
                    <a:pt x="14082" y="4881"/>
                  </a:cubicBezTo>
                  <a:cubicBezTo>
                    <a:pt x="14138" y="4948"/>
                    <a:pt x="14138" y="4948"/>
                    <a:pt x="14138" y="4948"/>
                  </a:cubicBezTo>
                  <a:cubicBezTo>
                    <a:pt x="14194" y="4948"/>
                    <a:pt x="14194" y="4948"/>
                    <a:pt x="14194" y="4948"/>
                  </a:cubicBezTo>
                  <a:cubicBezTo>
                    <a:pt x="14194" y="4881"/>
                    <a:pt x="14194" y="4881"/>
                    <a:pt x="14194" y="4881"/>
                  </a:cubicBezTo>
                  <a:cubicBezTo>
                    <a:pt x="14194" y="4881"/>
                    <a:pt x="14194" y="4881"/>
                    <a:pt x="14194" y="4881"/>
                  </a:cubicBezTo>
                  <a:cubicBezTo>
                    <a:pt x="14250" y="4881"/>
                    <a:pt x="14250" y="4881"/>
                    <a:pt x="14250" y="4881"/>
                  </a:cubicBezTo>
                  <a:cubicBezTo>
                    <a:pt x="14250" y="4881"/>
                    <a:pt x="14250" y="4881"/>
                    <a:pt x="14250" y="4881"/>
                  </a:cubicBezTo>
                  <a:cubicBezTo>
                    <a:pt x="14306" y="4948"/>
                    <a:pt x="14306" y="4948"/>
                    <a:pt x="14306" y="4948"/>
                  </a:cubicBezTo>
                  <a:cubicBezTo>
                    <a:pt x="14250" y="4948"/>
                    <a:pt x="14250" y="4948"/>
                    <a:pt x="14250" y="4948"/>
                  </a:cubicBezTo>
                  <a:cubicBezTo>
                    <a:pt x="14250" y="5082"/>
                    <a:pt x="14250" y="5082"/>
                    <a:pt x="14250" y="5082"/>
                  </a:cubicBezTo>
                  <a:cubicBezTo>
                    <a:pt x="14250" y="5149"/>
                    <a:pt x="14250" y="5149"/>
                    <a:pt x="14250" y="5149"/>
                  </a:cubicBezTo>
                  <a:cubicBezTo>
                    <a:pt x="14250" y="5149"/>
                    <a:pt x="14250" y="5149"/>
                    <a:pt x="14250" y="5149"/>
                  </a:cubicBezTo>
                  <a:cubicBezTo>
                    <a:pt x="14306" y="5216"/>
                    <a:pt x="14306" y="5216"/>
                    <a:pt x="14306" y="5216"/>
                  </a:cubicBezTo>
                  <a:cubicBezTo>
                    <a:pt x="14250" y="5282"/>
                    <a:pt x="14250" y="5282"/>
                    <a:pt x="14250" y="5282"/>
                  </a:cubicBezTo>
                  <a:cubicBezTo>
                    <a:pt x="14250" y="5349"/>
                    <a:pt x="14250" y="5349"/>
                    <a:pt x="14250" y="5349"/>
                  </a:cubicBezTo>
                  <a:cubicBezTo>
                    <a:pt x="14250" y="5416"/>
                    <a:pt x="14250" y="5416"/>
                    <a:pt x="14250" y="5416"/>
                  </a:cubicBezTo>
                  <a:cubicBezTo>
                    <a:pt x="14194" y="5416"/>
                    <a:pt x="14194" y="5416"/>
                    <a:pt x="14194" y="5416"/>
                  </a:cubicBezTo>
                  <a:cubicBezTo>
                    <a:pt x="14138" y="5483"/>
                    <a:pt x="14138" y="5483"/>
                    <a:pt x="14138" y="5483"/>
                  </a:cubicBezTo>
                  <a:cubicBezTo>
                    <a:pt x="14082" y="5483"/>
                    <a:pt x="14082" y="5483"/>
                    <a:pt x="14082" y="5483"/>
                  </a:cubicBezTo>
                  <a:cubicBezTo>
                    <a:pt x="14025" y="5550"/>
                    <a:pt x="14025" y="5550"/>
                    <a:pt x="14025" y="5550"/>
                  </a:cubicBezTo>
                  <a:cubicBezTo>
                    <a:pt x="14082" y="5617"/>
                    <a:pt x="14082" y="5617"/>
                    <a:pt x="14082" y="5617"/>
                  </a:cubicBezTo>
                  <a:cubicBezTo>
                    <a:pt x="14025" y="5617"/>
                    <a:pt x="14025" y="5617"/>
                    <a:pt x="14025" y="5617"/>
                  </a:cubicBezTo>
                  <a:cubicBezTo>
                    <a:pt x="13969" y="5684"/>
                    <a:pt x="13969" y="5684"/>
                    <a:pt x="13969" y="5684"/>
                  </a:cubicBezTo>
                  <a:cubicBezTo>
                    <a:pt x="13969" y="5751"/>
                    <a:pt x="13969" y="5751"/>
                    <a:pt x="13969" y="5751"/>
                  </a:cubicBezTo>
                  <a:cubicBezTo>
                    <a:pt x="14025" y="5751"/>
                    <a:pt x="14025" y="5751"/>
                    <a:pt x="14025" y="5751"/>
                  </a:cubicBezTo>
                  <a:cubicBezTo>
                    <a:pt x="14025" y="5751"/>
                    <a:pt x="14025" y="5751"/>
                    <a:pt x="14025" y="5751"/>
                  </a:cubicBezTo>
                  <a:cubicBezTo>
                    <a:pt x="13969" y="5817"/>
                    <a:pt x="13969" y="5817"/>
                    <a:pt x="13969" y="5817"/>
                  </a:cubicBezTo>
                  <a:cubicBezTo>
                    <a:pt x="13969" y="5817"/>
                    <a:pt x="13969" y="5817"/>
                    <a:pt x="13969" y="5817"/>
                  </a:cubicBezTo>
                  <a:cubicBezTo>
                    <a:pt x="13969" y="5884"/>
                    <a:pt x="13969" y="5884"/>
                    <a:pt x="13969" y="5884"/>
                  </a:cubicBezTo>
                  <a:cubicBezTo>
                    <a:pt x="13969" y="5884"/>
                    <a:pt x="13969" y="5884"/>
                    <a:pt x="13969" y="5884"/>
                  </a:cubicBezTo>
                  <a:cubicBezTo>
                    <a:pt x="13969" y="5951"/>
                    <a:pt x="13969" y="5951"/>
                    <a:pt x="13969" y="5951"/>
                  </a:cubicBezTo>
                  <a:cubicBezTo>
                    <a:pt x="13969" y="6018"/>
                    <a:pt x="13969" y="6018"/>
                    <a:pt x="13969" y="6018"/>
                  </a:cubicBezTo>
                  <a:cubicBezTo>
                    <a:pt x="13969" y="6018"/>
                    <a:pt x="13969" y="6018"/>
                    <a:pt x="13969" y="6018"/>
                  </a:cubicBezTo>
                  <a:cubicBezTo>
                    <a:pt x="13969" y="6085"/>
                    <a:pt x="13969" y="6085"/>
                    <a:pt x="13969" y="6085"/>
                  </a:cubicBezTo>
                  <a:cubicBezTo>
                    <a:pt x="14025" y="6085"/>
                    <a:pt x="14025" y="6085"/>
                    <a:pt x="14025" y="6085"/>
                  </a:cubicBezTo>
                  <a:cubicBezTo>
                    <a:pt x="14082" y="6085"/>
                    <a:pt x="14082" y="6085"/>
                    <a:pt x="14082" y="6085"/>
                  </a:cubicBezTo>
                  <a:cubicBezTo>
                    <a:pt x="14082" y="6018"/>
                    <a:pt x="14082" y="6018"/>
                    <a:pt x="14082" y="6018"/>
                  </a:cubicBezTo>
                  <a:cubicBezTo>
                    <a:pt x="14082" y="6018"/>
                    <a:pt x="14082" y="6018"/>
                    <a:pt x="14082" y="6018"/>
                  </a:cubicBezTo>
                  <a:cubicBezTo>
                    <a:pt x="14082" y="6018"/>
                    <a:pt x="14082" y="6018"/>
                    <a:pt x="14082" y="6018"/>
                  </a:cubicBezTo>
                  <a:cubicBezTo>
                    <a:pt x="14138" y="6018"/>
                    <a:pt x="14138" y="6018"/>
                    <a:pt x="14138" y="6018"/>
                  </a:cubicBezTo>
                  <a:cubicBezTo>
                    <a:pt x="14194" y="5951"/>
                    <a:pt x="14194" y="5951"/>
                    <a:pt x="14194" y="5951"/>
                  </a:cubicBezTo>
                  <a:cubicBezTo>
                    <a:pt x="14194" y="6018"/>
                    <a:pt x="14194" y="6018"/>
                    <a:pt x="14194" y="6018"/>
                  </a:cubicBezTo>
                  <a:cubicBezTo>
                    <a:pt x="14138" y="6085"/>
                    <a:pt x="14138" y="6085"/>
                    <a:pt x="14138" y="6085"/>
                  </a:cubicBezTo>
                  <a:cubicBezTo>
                    <a:pt x="14138" y="6085"/>
                    <a:pt x="14138" y="6085"/>
                    <a:pt x="14138" y="6085"/>
                  </a:cubicBezTo>
                  <a:cubicBezTo>
                    <a:pt x="14138" y="6085"/>
                    <a:pt x="14138" y="6085"/>
                    <a:pt x="14138" y="6085"/>
                  </a:cubicBezTo>
                  <a:cubicBezTo>
                    <a:pt x="14138" y="6152"/>
                    <a:pt x="14138" y="6152"/>
                    <a:pt x="14138" y="6152"/>
                  </a:cubicBezTo>
                  <a:cubicBezTo>
                    <a:pt x="14138" y="6152"/>
                    <a:pt x="14138" y="6152"/>
                    <a:pt x="14138" y="6152"/>
                  </a:cubicBezTo>
                  <a:cubicBezTo>
                    <a:pt x="14194" y="6219"/>
                    <a:pt x="14194" y="6219"/>
                    <a:pt x="14194" y="6219"/>
                  </a:cubicBezTo>
                  <a:cubicBezTo>
                    <a:pt x="14250" y="6219"/>
                    <a:pt x="14250" y="6219"/>
                    <a:pt x="14250" y="6219"/>
                  </a:cubicBezTo>
                  <a:cubicBezTo>
                    <a:pt x="14250" y="6219"/>
                    <a:pt x="14250" y="6219"/>
                    <a:pt x="14250" y="6219"/>
                  </a:cubicBezTo>
                  <a:cubicBezTo>
                    <a:pt x="14306" y="6219"/>
                    <a:pt x="14306" y="6219"/>
                    <a:pt x="14306" y="6219"/>
                  </a:cubicBezTo>
                  <a:cubicBezTo>
                    <a:pt x="14306" y="6219"/>
                    <a:pt x="14306" y="6219"/>
                    <a:pt x="14306" y="6219"/>
                  </a:cubicBezTo>
                  <a:cubicBezTo>
                    <a:pt x="14362" y="6152"/>
                    <a:pt x="14362" y="6152"/>
                    <a:pt x="14362" y="6152"/>
                  </a:cubicBezTo>
                  <a:cubicBezTo>
                    <a:pt x="14362" y="6152"/>
                    <a:pt x="14362" y="6152"/>
                    <a:pt x="14362" y="6152"/>
                  </a:cubicBezTo>
                  <a:cubicBezTo>
                    <a:pt x="14418" y="6085"/>
                    <a:pt x="14418" y="6085"/>
                    <a:pt x="14418" y="6085"/>
                  </a:cubicBezTo>
                  <a:cubicBezTo>
                    <a:pt x="14418" y="6085"/>
                    <a:pt x="14418" y="6085"/>
                    <a:pt x="14418" y="6085"/>
                  </a:cubicBezTo>
                  <a:cubicBezTo>
                    <a:pt x="14418" y="6152"/>
                    <a:pt x="14418" y="6152"/>
                    <a:pt x="14418" y="6152"/>
                  </a:cubicBezTo>
                  <a:cubicBezTo>
                    <a:pt x="14418" y="6152"/>
                    <a:pt x="14418" y="6152"/>
                    <a:pt x="14418" y="6152"/>
                  </a:cubicBezTo>
                  <a:cubicBezTo>
                    <a:pt x="14418" y="6152"/>
                    <a:pt x="14418" y="6152"/>
                    <a:pt x="14418" y="6152"/>
                  </a:cubicBezTo>
                  <a:cubicBezTo>
                    <a:pt x="14474" y="6152"/>
                    <a:pt x="14474" y="6152"/>
                    <a:pt x="14474" y="6152"/>
                  </a:cubicBezTo>
                  <a:cubicBezTo>
                    <a:pt x="14474" y="6085"/>
                    <a:pt x="14474" y="6085"/>
                    <a:pt x="14474" y="6085"/>
                  </a:cubicBezTo>
                  <a:cubicBezTo>
                    <a:pt x="14530" y="6085"/>
                    <a:pt x="14530" y="6085"/>
                    <a:pt x="14530" y="6085"/>
                  </a:cubicBezTo>
                  <a:cubicBezTo>
                    <a:pt x="14530" y="6085"/>
                    <a:pt x="14530" y="6085"/>
                    <a:pt x="14530" y="6085"/>
                  </a:cubicBezTo>
                  <a:cubicBezTo>
                    <a:pt x="14530" y="6152"/>
                    <a:pt x="14530" y="6152"/>
                    <a:pt x="14530" y="6152"/>
                  </a:cubicBezTo>
                  <a:cubicBezTo>
                    <a:pt x="14474" y="6286"/>
                    <a:pt x="14474" y="6286"/>
                    <a:pt x="14474" y="6286"/>
                  </a:cubicBezTo>
                  <a:cubicBezTo>
                    <a:pt x="14418" y="6286"/>
                    <a:pt x="14418" y="6286"/>
                    <a:pt x="14418" y="6286"/>
                  </a:cubicBezTo>
                  <a:cubicBezTo>
                    <a:pt x="14418" y="6352"/>
                    <a:pt x="14418" y="6352"/>
                    <a:pt x="14418" y="6352"/>
                  </a:cubicBezTo>
                  <a:cubicBezTo>
                    <a:pt x="14474" y="6352"/>
                    <a:pt x="14474" y="6352"/>
                    <a:pt x="14474" y="6352"/>
                  </a:cubicBezTo>
                  <a:cubicBezTo>
                    <a:pt x="14530" y="6352"/>
                    <a:pt x="14530" y="6352"/>
                    <a:pt x="14530" y="6352"/>
                  </a:cubicBezTo>
                  <a:cubicBezTo>
                    <a:pt x="14587" y="6352"/>
                    <a:pt x="14587" y="6352"/>
                    <a:pt x="14587" y="6352"/>
                  </a:cubicBezTo>
                  <a:cubicBezTo>
                    <a:pt x="14587" y="6419"/>
                    <a:pt x="14587" y="6419"/>
                    <a:pt x="14587" y="6419"/>
                  </a:cubicBezTo>
                  <a:cubicBezTo>
                    <a:pt x="14643" y="6419"/>
                    <a:pt x="14643" y="6419"/>
                    <a:pt x="14643" y="6419"/>
                  </a:cubicBezTo>
                  <a:cubicBezTo>
                    <a:pt x="14643" y="6352"/>
                    <a:pt x="14643" y="6352"/>
                    <a:pt x="14643" y="6352"/>
                  </a:cubicBezTo>
                  <a:cubicBezTo>
                    <a:pt x="14699" y="6352"/>
                    <a:pt x="14699" y="6352"/>
                    <a:pt x="14699" y="6352"/>
                  </a:cubicBezTo>
                  <a:cubicBezTo>
                    <a:pt x="14699" y="6419"/>
                    <a:pt x="14699" y="6419"/>
                    <a:pt x="14699" y="6419"/>
                  </a:cubicBezTo>
                  <a:cubicBezTo>
                    <a:pt x="14699" y="6419"/>
                    <a:pt x="14699" y="6419"/>
                    <a:pt x="14699" y="6419"/>
                  </a:cubicBezTo>
                  <a:cubicBezTo>
                    <a:pt x="14699" y="6419"/>
                    <a:pt x="14699" y="6419"/>
                    <a:pt x="14699" y="6419"/>
                  </a:cubicBezTo>
                  <a:cubicBezTo>
                    <a:pt x="14755" y="6486"/>
                    <a:pt x="14755" y="6486"/>
                    <a:pt x="14755" y="6486"/>
                  </a:cubicBezTo>
                  <a:cubicBezTo>
                    <a:pt x="14811" y="6419"/>
                    <a:pt x="14811" y="6419"/>
                    <a:pt x="14811" y="6419"/>
                  </a:cubicBezTo>
                  <a:cubicBezTo>
                    <a:pt x="14755" y="6419"/>
                    <a:pt x="14755" y="6419"/>
                    <a:pt x="14755" y="6419"/>
                  </a:cubicBezTo>
                  <a:cubicBezTo>
                    <a:pt x="14755" y="6352"/>
                    <a:pt x="14755" y="6352"/>
                    <a:pt x="14755" y="6352"/>
                  </a:cubicBezTo>
                  <a:cubicBezTo>
                    <a:pt x="14811" y="6352"/>
                    <a:pt x="14811" y="6352"/>
                    <a:pt x="14811" y="6352"/>
                  </a:cubicBezTo>
                  <a:cubicBezTo>
                    <a:pt x="14811" y="6352"/>
                    <a:pt x="14811" y="6352"/>
                    <a:pt x="14811" y="6352"/>
                  </a:cubicBezTo>
                  <a:cubicBezTo>
                    <a:pt x="14811" y="6419"/>
                    <a:pt x="14811" y="6419"/>
                    <a:pt x="14811" y="6419"/>
                  </a:cubicBezTo>
                  <a:cubicBezTo>
                    <a:pt x="14811" y="6486"/>
                    <a:pt x="14811" y="6486"/>
                    <a:pt x="14811" y="6486"/>
                  </a:cubicBezTo>
                  <a:cubicBezTo>
                    <a:pt x="14867" y="6486"/>
                    <a:pt x="14867" y="6486"/>
                    <a:pt x="14867" y="6486"/>
                  </a:cubicBezTo>
                  <a:cubicBezTo>
                    <a:pt x="14867" y="6419"/>
                    <a:pt x="14867" y="6419"/>
                    <a:pt x="14867" y="6419"/>
                  </a:cubicBezTo>
                  <a:cubicBezTo>
                    <a:pt x="14867" y="6352"/>
                    <a:pt x="14867" y="6352"/>
                    <a:pt x="14867" y="6352"/>
                  </a:cubicBezTo>
                  <a:cubicBezTo>
                    <a:pt x="14923" y="6352"/>
                    <a:pt x="14923" y="6352"/>
                    <a:pt x="14923" y="6352"/>
                  </a:cubicBezTo>
                  <a:cubicBezTo>
                    <a:pt x="14923" y="6419"/>
                    <a:pt x="14923" y="6419"/>
                    <a:pt x="14923" y="6419"/>
                  </a:cubicBezTo>
                  <a:cubicBezTo>
                    <a:pt x="14867" y="6419"/>
                    <a:pt x="14867" y="6419"/>
                    <a:pt x="14867" y="6419"/>
                  </a:cubicBezTo>
                  <a:cubicBezTo>
                    <a:pt x="14867" y="6486"/>
                    <a:pt x="14867" y="6486"/>
                    <a:pt x="14867" y="6486"/>
                  </a:cubicBezTo>
                  <a:cubicBezTo>
                    <a:pt x="14979" y="6486"/>
                    <a:pt x="14979" y="6486"/>
                    <a:pt x="14979" y="6486"/>
                  </a:cubicBezTo>
                  <a:cubicBezTo>
                    <a:pt x="14979" y="6419"/>
                    <a:pt x="14979" y="6419"/>
                    <a:pt x="14979" y="6419"/>
                  </a:cubicBezTo>
                  <a:cubicBezTo>
                    <a:pt x="15035" y="6352"/>
                    <a:pt x="15035" y="6352"/>
                    <a:pt x="15035" y="6352"/>
                  </a:cubicBezTo>
                  <a:cubicBezTo>
                    <a:pt x="15035" y="6419"/>
                    <a:pt x="15035" y="6419"/>
                    <a:pt x="15035" y="6419"/>
                  </a:cubicBezTo>
                  <a:cubicBezTo>
                    <a:pt x="15035" y="6419"/>
                    <a:pt x="15035" y="6419"/>
                    <a:pt x="15035" y="6419"/>
                  </a:cubicBezTo>
                  <a:cubicBezTo>
                    <a:pt x="15035" y="6486"/>
                    <a:pt x="15035" y="6486"/>
                    <a:pt x="15035" y="6486"/>
                  </a:cubicBezTo>
                  <a:cubicBezTo>
                    <a:pt x="15091" y="6486"/>
                    <a:pt x="15091" y="6486"/>
                    <a:pt x="15091" y="6486"/>
                  </a:cubicBezTo>
                  <a:cubicBezTo>
                    <a:pt x="15091" y="6419"/>
                    <a:pt x="15091" y="6419"/>
                    <a:pt x="15091" y="6419"/>
                  </a:cubicBezTo>
                  <a:cubicBezTo>
                    <a:pt x="15091" y="6352"/>
                    <a:pt x="15091" y="6352"/>
                    <a:pt x="15091" y="6352"/>
                  </a:cubicBezTo>
                  <a:cubicBezTo>
                    <a:pt x="15091" y="6486"/>
                    <a:pt x="15091" y="6486"/>
                    <a:pt x="15091" y="6486"/>
                  </a:cubicBezTo>
                  <a:cubicBezTo>
                    <a:pt x="15091" y="6486"/>
                    <a:pt x="15091" y="6486"/>
                    <a:pt x="15091" y="6486"/>
                  </a:cubicBezTo>
                  <a:cubicBezTo>
                    <a:pt x="15148" y="6486"/>
                    <a:pt x="15148" y="6486"/>
                    <a:pt x="15148" y="6486"/>
                  </a:cubicBezTo>
                  <a:cubicBezTo>
                    <a:pt x="15204" y="6553"/>
                    <a:pt x="15204" y="6553"/>
                    <a:pt x="15204" y="6553"/>
                  </a:cubicBezTo>
                  <a:cubicBezTo>
                    <a:pt x="15260" y="6553"/>
                    <a:pt x="15260" y="6553"/>
                    <a:pt x="15260" y="6553"/>
                  </a:cubicBezTo>
                  <a:cubicBezTo>
                    <a:pt x="15316" y="6553"/>
                    <a:pt x="15316" y="6553"/>
                    <a:pt x="15316" y="6553"/>
                  </a:cubicBezTo>
                  <a:cubicBezTo>
                    <a:pt x="15316" y="6553"/>
                    <a:pt x="15316" y="6553"/>
                    <a:pt x="15316" y="6553"/>
                  </a:cubicBezTo>
                  <a:cubicBezTo>
                    <a:pt x="15372" y="6553"/>
                    <a:pt x="15372" y="6553"/>
                    <a:pt x="15372" y="6553"/>
                  </a:cubicBezTo>
                  <a:cubicBezTo>
                    <a:pt x="15372" y="6486"/>
                    <a:pt x="15372" y="6486"/>
                    <a:pt x="15372" y="6486"/>
                  </a:cubicBezTo>
                  <a:cubicBezTo>
                    <a:pt x="15372" y="6486"/>
                    <a:pt x="15372" y="6486"/>
                    <a:pt x="15372" y="6486"/>
                  </a:cubicBezTo>
                  <a:cubicBezTo>
                    <a:pt x="15428" y="6419"/>
                    <a:pt x="15428" y="6419"/>
                    <a:pt x="15428" y="6419"/>
                  </a:cubicBezTo>
                  <a:cubicBezTo>
                    <a:pt x="15484" y="6352"/>
                    <a:pt x="15484" y="6352"/>
                    <a:pt x="15484" y="6352"/>
                  </a:cubicBezTo>
                  <a:cubicBezTo>
                    <a:pt x="15428" y="6352"/>
                    <a:pt x="15428" y="6352"/>
                    <a:pt x="15428" y="6352"/>
                  </a:cubicBezTo>
                  <a:cubicBezTo>
                    <a:pt x="15484" y="6286"/>
                    <a:pt x="15484" y="6286"/>
                    <a:pt x="15484" y="6286"/>
                  </a:cubicBezTo>
                  <a:cubicBezTo>
                    <a:pt x="15484" y="6286"/>
                    <a:pt x="15484" y="6286"/>
                    <a:pt x="15484" y="6286"/>
                  </a:cubicBezTo>
                  <a:cubicBezTo>
                    <a:pt x="15484" y="6352"/>
                    <a:pt x="15484" y="6352"/>
                    <a:pt x="15484" y="6352"/>
                  </a:cubicBezTo>
                  <a:cubicBezTo>
                    <a:pt x="15540" y="6352"/>
                    <a:pt x="15540" y="6352"/>
                    <a:pt x="15540" y="6352"/>
                  </a:cubicBezTo>
                  <a:cubicBezTo>
                    <a:pt x="15540" y="6352"/>
                    <a:pt x="15540" y="6352"/>
                    <a:pt x="15540" y="6352"/>
                  </a:cubicBezTo>
                  <a:cubicBezTo>
                    <a:pt x="15484" y="6419"/>
                    <a:pt x="15484" y="6419"/>
                    <a:pt x="15484" y="6419"/>
                  </a:cubicBezTo>
                  <a:cubicBezTo>
                    <a:pt x="15484" y="6486"/>
                    <a:pt x="15484" y="6486"/>
                    <a:pt x="15484" y="6486"/>
                  </a:cubicBezTo>
                  <a:cubicBezTo>
                    <a:pt x="15484" y="6620"/>
                    <a:pt x="15484" y="6620"/>
                    <a:pt x="15484" y="6620"/>
                  </a:cubicBezTo>
                  <a:close/>
                  <a:moveTo>
                    <a:pt x="13745" y="4146"/>
                  </a:moveTo>
                  <a:cubicBezTo>
                    <a:pt x="13801" y="4146"/>
                    <a:pt x="13801" y="4146"/>
                    <a:pt x="13801" y="4146"/>
                  </a:cubicBezTo>
                  <a:cubicBezTo>
                    <a:pt x="13801" y="4146"/>
                    <a:pt x="13801" y="4146"/>
                    <a:pt x="13801" y="4146"/>
                  </a:cubicBezTo>
                  <a:cubicBezTo>
                    <a:pt x="13745" y="4146"/>
                    <a:pt x="13745" y="4146"/>
                    <a:pt x="13745" y="4146"/>
                  </a:cubicBezTo>
                  <a:cubicBezTo>
                    <a:pt x="13745" y="4146"/>
                    <a:pt x="13745" y="4146"/>
                    <a:pt x="13745" y="4146"/>
                  </a:cubicBezTo>
                  <a:cubicBezTo>
                    <a:pt x="13745" y="4146"/>
                    <a:pt x="13745" y="4146"/>
                    <a:pt x="13745" y="4146"/>
                  </a:cubicBezTo>
                  <a:close/>
                  <a:moveTo>
                    <a:pt x="13689" y="4480"/>
                  </a:moveTo>
                  <a:cubicBezTo>
                    <a:pt x="13689" y="4480"/>
                    <a:pt x="13689" y="4480"/>
                    <a:pt x="13689" y="4480"/>
                  </a:cubicBezTo>
                  <a:cubicBezTo>
                    <a:pt x="13689" y="4413"/>
                    <a:pt x="13689" y="4413"/>
                    <a:pt x="13689" y="4413"/>
                  </a:cubicBezTo>
                  <a:cubicBezTo>
                    <a:pt x="13745" y="4480"/>
                    <a:pt x="13745" y="4480"/>
                    <a:pt x="13745" y="4480"/>
                  </a:cubicBezTo>
                  <a:cubicBezTo>
                    <a:pt x="13689" y="4480"/>
                    <a:pt x="13689" y="4480"/>
                    <a:pt x="13689" y="4480"/>
                  </a:cubicBezTo>
                  <a:cubicBezTo>
                    <a:pt x="13689" y="4480"/>
                    <a:pt x="13689" y="4480"/>
                    <a:pt x="13689" y="4480"/>
                  </a:cubicBezTo>
                  <a:close/>
                  <a:moveTo>
                    <a:pt x="12455" y="4948"/>
                  </a:moveTo>
                  <a:cubicBezTo>
                    <a:pt x="12455" y="5015"/>
                    <a:pt x="12455" y="5015"/>
                    <a:pt x="12455" y="5015"/>
                  </a:cubicBezTo>
                  <a:cubicBezTo>
                    <a:pt x="12511" y="5015"/>
                    <a:pt x="12511" y="5015"/>
                    <a:pt x="12511" y="5015"/>
                  </a:cubicBezTo>
                  <a:cubicBezTo>
                    <a:pt x="12511" y="5015"/>
                    <a:pt x="12511" y="5015"/>
                    <a:pt x="12511" y="5015"/>
                  </a:cubicBezTo>
                  <a:cubicBezTo>
                    <a:pt x="12455" y="4948"/>
                    <a:pt x="12455" y="4948"/>
                    <a:pt x="12455" y="4948"/>
                  </a:cubicBezTo>
                  <a:close/>
                  <a:moveTo>
                    <a:pt x="13240" y="4146"/>
                  </a:moveTo>
                  <a:cubicBezTo>
                    <a:pt x="13240" y="4146"/>
                    <a:pt x="13240" y="4146"/>
                    <a:pt x="13240" y="4146"/>
                  </a:cubicBezTo>
                  <a:cubicBezTo>
                    <a:pt x="13296" y="4213"/>
                    <a:pt x="13296" y="4213"/>
                    <a:pt x="13296" y="4213"/>
                  </a:cubicBezTo>
                  <a:cubicBezTo>
                    <a:pt x="13296" y="4279"/>
                    <a:pt x="13296" y="4279"/>
                    <a:pt x="13296" y="4279"/>
                  </a:cubicBezTo>
                  <a:cubicBezTo>
                    <a:pt x="13296" y="4213"/>
                    <a:pt x="13296" y="4213"/>
                    <a:pt x="13296" y="4213"/>
                  </a:cubicBezTo>
                  <a:cubicBezTo>
                    <a:pt x="13296" y="4213"/>
                    <a:pt x="13296" y="4213"/>
                    <a:pt x="13296" y="4213"/>
                  </a:cubicBezTo>
                  <a:cubicBezTo>
                    <a:pt x="13296" y="4146"/>
                    <a:pt x="13296" y="4146"/>
                    <a:pt x="13296" y="4146"/>
                  </a:cubicBezTo>
                  <a:cubicBezTo>
                    <a:pt x="13240" y="4146"/>
                    <a:pt x="13240" y="4146"/>
                    <a:pt x="13240" y="4146"/>
                  </a:cubicBezTo>
                  <a:close/>
                  <a:moveTo>
                    <a:pt x="12903" y="4146"/>
                  </a:moveTo>
                  <a:cubicBezTo>
                    <a:pt x="12903" y="4213"/>
                    <a:pt x="12903" y="4213"/>
                    <a:pt x="12903" y="4213"/>
                  </a:cubicBezTo>
                  <a:cubicBezTo>
                    <a:pt x="12903" y="4213"/>
                    <a:pt x="12903" y="4213"/>
                    <a:pt x="12903" y="4213"/>
                  </a:cubicBezTo>
                  <a:cubicBezTo>
                    <a:pt x="12960" y="4213"/>
                    <a:pt x="12960" y="4213"/>
                    <a:pt x="12960" y="4213"/>
                  </a:cubicBezTo>
                  <a:cubicBezTo>
                    <a:pt x="12960" y="4213"/>
                    <a:pt x="12960" y="4213"/>
                    <a:pt x="12960" y="4213"/>
                  </a:cubicBezTo>
                  <a:cubicBezTo>
                    <a:pt x="13016" y="4213"/>
                    <a:pt x="13016" y="4213"/>
                    <a:pt x="13016" y="4213"/>
                  </a:cubicBezTo>
                  <a:cubicBezTo>
                    <a:pt x="13072" y="4146"/>
                    <a:pt x="13072" y="4146"/>
                    <a:pt x="13072" y="4146"/>
                  </a:cubicBezTo>
                  <a:cubicBezTo>
                    <a:pt x="13128" y="4146"/>
                    <a:pt x="13128" y="4146"/>
                    <a:pt x="13128" y="4146"/>
                  </a:cubicBezTo>
                  <a:cubicBezTo>
                    <a:pt x="13184" y="4146"/>
                    <a:pt x="13184" y="4146"/>
                    <a:pt x="13184" y="4146"/>
                  </a:cubicBezTo>
                  <a:cubicBezTo>
                    <a:pt x="13184" y="4146"/>
                    <a:pt x="13184" y="4146"/>
                    <a:pt x="13184" y="4146"/>
                  </a:cubicBezTo>
                  <a:cubicBezTo>
                    <a:pt x="13072" y="4079"/>
                    <a:pt x="13072" y="4079"/>
                    <a:pt x="13072" y="4079"/>
                  </a:cubicBezTo>
                  <a:cubicBezTo>
                    <a:pt x="13016" y="4146"/>
                    <a:pt x="13016" y="4146"/>
                    <a:pt x="13016" y="4146"/>
                  </a:cubicBezTo>
                  <a:cubicBezTo>
                    <a:pt x="13016" y="4146"/>
                    <a:pt x="13016" y="4146"/>
                    <a:pt x="13016" y="4146"/>
                  </a:cubicBezTo>
                  <a:cubicBezTo>
                    <a:pt x="12960" y="4146"/>
                    <a:pt x="12960" y="4146"/>
                    <a:pt x="12960" y="4146"/>
                  </a:cubicBezTo>
                  <a:cubicBezTo>
                    <a:pt x="12903" y="4146"/>
                    <a:pt x="12903" y="4146"/>
                    <a:pt x="12903" y="4146"/>
                  </a:cubicBezTo>
                  <a:cubicBezTo>
                    <a:pt x="12903" y="4146"/>
                    <a:pt x="12903" y="4146"/>
                    <a:pt x="12903" y="4146"/>
                  </a:cubicBezTo>
                  <a:close/>
                  <a:moveTo>
                    <a:pt x="12511" y="4346"/>
                  </a:moveTo>
                  <a:cubicBezTo>
                    <a:pt x="12455" y="4279"/>
                    <a:pt x="12455" y="4279"/>
                    <a:pt x="12455" y="4279"/>
                  </a:cubicBezTo>
                  <a:cubicBezTo>
                    <a:pt x="12398" y="4279"/>
                    <a:pt x="12398" y="4279"/>
                    <a:pt x="12398" y="4279"/>
                  </a:cubicBezTo>
                  <a:cubicBezTo>
                    <a:pt x="12342" y="4279"/>
                    <a:pt x="12342" y="4279"/>
                    <a:pt x="12342" y="4279"/>
                  </a:cubicBezTo>
                  <a:cubicBezTo>
                    <a:pt x="12342" y="4213"/>
                    <a:pt x="12342" y="4213"/>
                    <a:pt x="12342" y="4213"/>
                  </a:cubicBezTo>
                  <a:cubicBezTo>
                    <a:pt x="12398" y="4146"/>
                    <a:pt x="12398" y="4146"/>
                    <a:pt x="12398" y="4146"/>
                  </a:cubicBezTo>
                  <a:cubicBezTo>
                    <a:pt x="12398" y="4146"/>
                    <a:pt x="12398" y="4146"/>
                    <a:pt x="12398" y="4146"/>
                  </a:cubicBezTo>
                  <a:cubicBezTo>
                    <a:pt x="12398" y="4079"/>
                    <a:pt x="12398" y="4079"/>
                    <a:pt x="12398" y="4079"/>
                  </a:cubicBezTo>
                  <a:cubicBezTo>
                    <a:pt x="12398" y="4012"/>
                    <a:pt x="12398" y="4012"/>
                    <a:pt x="12398" y="4012"/>
                  </a:cubicBezTo>
                  <a:cubicBezTo>
                    <a:pt x="12398" y="4012"/>
                    <a:pt x="12398" y="4012"/>
                    <a:pt x="12398" y="4012"/>
                  </a:cubicBezTo>
                  <a:cubicBezTo>
                    <a:pt x="12455" y="4012"/>
                    <a:pt x="12455" y="4012"/>
                    <a:pt x="12455" y="4012"/>
                  </a:cubicBezTo>
                  <a:cubicBezTo>
                    <a:pt x="12511" y="4012"/>
                    <a:pt x="12511" y="4012"/>
                    <a:pt x="12511" y="4012"/>
                  </a:cubicBezTo>
                  <a:cubicBezTo>
                    <a:pt x="12511" y="4012"/>
                    <a:pt x="12511" y="4012"/>
                    <a:pt x="12511" y="4012"/>
                  </a:cubicBezTo>
                  <a:cubicBezTo>
                    <a:pt x="12511" y="4079"/>
                    <a:pt x="12511" y="4079"/>
                    <a:pt x="12511" y="4079"/>
                  </a:cubicBezTo>
                  <a:cubicBezTo>
                    <a:pt x="12511" y="4079"/>
                    <a:pt x="12511" y="4079"/>
                    <a:pt x="12511" y="4079"/>
                  </a:cubicBezTo>
                  <a:cubicBezTo>
                    <a:pt x="12455" y="4079"/>
                    <a:pt x="12455" y="4079"/>
                    <a:pt x="12455" y="4079"/>
                  </a:cubicBezTo>
                  <a:cubicBezTo>
                    <a:pt x="12511" y="4146"/>
                    <a:pt x="12511" y="4146"/>
                    <a:pt x="12511" y="4146"/>
                  </a:cubicBezTo>
                  <a:cubicBezTo>
                    <a:pt x="12567" y="4146"/>
                    <a:pt x="12567" y="4146"/>
                    <a:pt x="12567" y="4146"/>
                  </a:cubicBezTo>
                  <a:cubicBezTo>
                    <a:pt x="12567" y="4146"/>
                    <a:pt x="12567" y="4146"/>
                    <a:pt x="12567" y="4146"/>
                  </a:cubicBezTo>
                  <a:cubicBezTo>
                    <a:pt x="12511" y="4146"/>
                    <a:pt x="12511" y="4146"/>
                    <a:pt x="12511" y="4146"/>
                  </a:cubicBezTo>
                  <a:cubicBezTo>
                    <a:pt x="12567" y="4213"/>
                    <a:pt x="12567" y="4213"/>
                    <a:pt x="12567" y="4213"/>
                  </a:cubicBezTo>
                  <a:cubicBezTo>
                    <a:pt x="12567" y="4279"/>
                    <a:pt x="12567" y="4279"/>
                    <a:pt x="12567" y="4279"/>
                  </a:cubicBezTo>
                  <a:cubicBezTo>
                    <a:pt x="12511" y="4279"/>
                    <a:pt x="12511" y="4279"/>
                    <a:pt x="12511" y="4279"/>
                  </a:cubicBezTo>
                  <a:cubicBezTo>
                    <a:pt x="12511" y="4346"/>
                    <a:pt x="12511" y="4346"/>
                    <a:pt x="12511" y="4346"/>
                  </a:cubicBezTo>
                  <a:close/>
                  <a:moveTo>
                    <a:pt x="12455" y="4480"/>
                  </a:moveTo>
                  <a:cubicBezTo>
                    <a:pt x="12511" y="4547"/>
                    <a:pt x="12511" y="4547"/>
                    <a:pt x="12511" y="4547"/>
                  </a:cubicBezTo>
                  <a:cubicBezTo>
                    <a:pt x="12567" y="4480"/>
                    <a:pt x="12567" y="4480"/>
                    <a:pt x="12567" y="4480"/>
                  </a:cubicBezTo>
                  <a:cubicBezTo>
                    <a:pt x="12623" y="4413"/>
                    <a:pt x="12623" y="4413"/>
                    <a:pt x="12623" y="4413"/>
                  </a:cubicBezTo>
                  <a:cubicBezTo>
                    <a:pt x="12567" y="4346"/>
                    <a:pt x="12567" y="4346"/>
                    <a:pt x="12567" y="4346"/>
                  </a:cubicBezTo>
                  <a:cubicBezTo>
                    <a:pt x="12511" y="4346"/>
                    <a:pt x="12511" y="4346"/>
                    <a:pt x="12511" y="4346"/>
                  </a:cubicBezTo>
                  <a:cubicBezTo>
                    <a:pt x="12455" y="4346"/>
                    <a:pt x="12455" y="4346"/>
                    <a:pt x="12455" y="4346"/>
                  </a:cubicBezTo>
                  <a:cubicBezTo>
                    <a:pt x="12398" y="4346"/>
                    <a:pt x="12398" y="4346"/>
                    <a:pt x="12398" y="4346"/>
                  </a:cubicBezTo>
                  <a:cubicBezTo>
                    <a:pt x="12342" y="4346"/>
                    <a:pt x="12342" y="4346"/>
                    <a:pt x="12342" y="4346"/>
                  </a:cubicBezTo>
                  <a:cubicBezTo>
                    <a:pt x="12342" y="4346"/>
                    <a:pt x="12342" y="4346"/>
                    <a:pt x="12342" y="4346"/>
                  </a:cubicBezTo>
                  <a:cubicBezTo>
                    <a:pt x="12286" y="4346"/>
                    <a:pt x="12286" y="4346"/>
                    <a:pt x="12286" y="4346"/>
                  </a:cubicBezTo>
                  <a:cubicBezTo>
                    <a:pt x="12286" y="4346"/>
                    <a:pt x="12286" y="4346"/>
                    <a:pt x="12286" y="4346"/>
                  </a:cubicBezTo>
                  <a:cubicBezTo>
                    <a:pt x="12230" y="4413"/>
                    <a:pt x="12230" y="4413"/>
                    <a:pt x="12230" y="4413"/>
                  </a:cubicBezTo>
                  <a:cubicBezTo>
                    <a:pt x="12286" y="4413"/>
                    <a:pt x="12286" y="4413"/>
                    <a:pt x="12286" y="4413"/>
                  </a:cubicBezTo>
                  <a:cubicBezTo>
                    <a:pt x="12286" y="4413"/>
                    <a:pt x="12286" y="4413"/>
                    <a:pt x="12286" y="4413"/>
                  </a:cubicBezTo>
                  <a:cubicBezTo>
                    <a:pt x="12286" y="4480"/>
                    <a:pt x="12286" y="4480"/>
                    <a:pt x="12286" y="4480"/>
                  </a:cubicBezTo>
                  <a:cubicBezTo>
                    <a:pt x="12342" y="4480"/>
                    <a:pt x="12342" y="4480"/>
                    <a:pt x="12342" y="4480"/>
                  </a:cubicBezTo>
                  <a:cubicBezTo>
                    <a:pt x="12398" y="4480"/>
                    <a:pt x="12398" y="4480"/>
                    <a:pt x="12398" y="4480"/>
                  </a:cubicBezTo>
                  <a:cubicBezTo>
                    <a:pt x="12455" y="4480"/>
                    <a:pt x="12455" y="4480"/>
                    <a:pt x="12455" y="4480"/>
                  </a:cubicBezTo>
                  <a:close/>
                  <a:moveTo>
                    <a:pt x="12230" y="4614"/>
                  </a:moveTo>
                  <a:cubicBezTo>
                    <a:pt x="12342" y="4614"/>
                    <a:pt x="12342" y="4614"/>
                    <a:pt x="12342" y="4614"/>
                  </a:cubicBezTo>
                  <a:cubicBezTo>
                    <a:pt x="12398" y="4614"/>
                    <a:pt x="12398" y="4614"/>
                    <a:pt x="12398" y="4614"/>
                  </a:cubicBezTo>
                  <a:cubicBezTo>
                    <a:pt x="12455" y="4614"/>
                    <a:pt x="12455" y="4614"/>
                    <a:pt x="12455" y="4614"/>
                  </a:cubicBezTo>
                  <a:cubicBezTo>
                    <a:pt x="12455" y="4614"/>
                    <a:pt x="12455" y="4614"/>
                    <a:pt x="12455" y="4614"/>
                  </a:cubicBezTo>
                  <a:cubicBezTo>
                    <a:pt x="12511" y="4614"/>
                    <a:pt x="12511" y="4614"/>
                    <a:pt x="12511" y="4614"/>
                  </a:cubicBezTo>
                  <a:cubicBezTo>
                    <a:pt x="12567" y="4614"/>
                    <a:pt x="12567" y="4614"/>
                    <a:pt x="12567" y="4614"/>
                  </a:cubicBezTo>
                  <a:cubicBezTo>
                    <a:pt x="12567" y="4547"/>
                    <a:pt x="12567" y="4547"/>
                    <a:pt x="12567" y="4547"/>
                  </a:cubicBezTo>
                  <a:cubicBezTo>
                    <a:pt x="12511" y="4547"/>
                    <a:pt x="12511" y="4547"/>
                    <a:pt x="12511" y="4547"/>
                  </a:cubicBezTo>
                  <a:cubicBezTo>
                    <a:pt x="12398" y="4547"/>
                    <a:pt x="12398" y="4547"/>
                    <a:pt x="12398" y="4547"/>
                  </a:cubicBezTo>
                  <a:cubicBezTo>
                    <a:pt x="12342" y="4547"/>
                    <a:pt x="12342" y="4547"/>
                    <a:pt x="12342" y="4547"/>
                  </a:cubicBezTo>
                  <a:cubicBezTo>
                    <a:pt x="12342" y="4547"/>
                    <a:pt x="12342" y="4547"/>
                    <a:pt x="12342" y="4547"/>
                  </a:cubicBezTo>
                  <a:cubicBezTo>
                    <a:pt x="12286" y="4547"/>
                    <a:pt x="12286" y="4547"/>
                    <a:pt x="12286" y="4547"/>
                  </a:cubicBezTo>
                  <a:cubicBezTo>
                    <a:pt x="12230" y="4547"/>
                    <a:pt x="12230" y="4547"/>
                    <a:pt x="12230" y="4547"/>
                  </a:cubicBezTo>
                  <a:cubicBezTo>
                    <a:pt x="12230" y="4614"/>
                    <a:pt x="12230" y="4614"/>
                    <a:pt x="12230" y="4614"/>
                  </a:cubicBezTo>
                  <a:close/>
                  <a:moveTo>
                    <a:pt x="12230" y="4747"/>
                  </a:moveTo>
                  <a:cubicBezTo>
                    <a:pt x="12286" y="4681"/>
                    <a:pt x="12286" y="4681"/>
                    <a:pt x="12286" y="4681"/>
                  </a:cubicBezTo>
                  <a:cubicBezTo>
                    <a:pt x="12286" y="4681"/>
                    <a:pt x="12286" y="4681"/>
                    <a:pt x="12286" y="4681"/>
                  </a:cubicBezTo>
                  <a:cubicBezTo>
                    <a:pt x="12342" y="4681"/>
                    <a:pt x="12342" y="4681"/>
                    <a:pt x="12342" y="4681"/>
                  </a:cubicBezTo>
                  <a:cubicBezTo>
                    <a:pt x="12455" y="4614"/>
                    <a:pt x="12455" y="4614"/>
                    <a:pt x="12455" y="4614"/>
                  </a:cubicBezTo>
                  <a:cubicBezTo>
                    <a:pt x="12511" y="4681"/>
                    <a:pt x="12511" y="4681"/>
                    <a:pt x="12511" y="4681"/>
                  </a:cubicBezTo>
                  <a:cubicBezTo>
                    <a:pt x="12511" y="4614"/>
                    <a:pt x="12511" y="4614"/>
                    <a:pt x="12511" y="4614"/>
                  </a:cubicBezTo>
                  <a:cubicBezTo>
                    <a:pt x="12567" y="4614"/>
                    <a:pt x="12567" y="4614"/>
                    <a:pt x="12567" y="4614"/>
                  </a:cubicBezTo>
                  <a:cubicBezTo>
                    <a:pt x="12567" y="4681"/>
                    <a:pt x="12567" y="4681"/>
                    <a:pt x="12567" y="4681"/>
                  </a:cubicBezTo>
                  <a:cubicBezTo>
                    <a:pt x="12511" y="4681"/>
                    <a:pt x="12511" y="4681"/>
                    <a:pt x="12511" y="4681"/>
                  </a:cubicBezTo>
                  <a:cubicBezTo>
                    <a:pt x="12455" y="4681"/>
                    <a:pt x="12455" y="4681"/>
                    <a:pt x="12455" y="4681"/>
                  </a:cubicBezTo>
                  <a:cubicBezTo>
                    <a:pt x="12398" y="4681"/>
                    <a:pt x="12398" y="4681"/>
                    <a:pt x="12398" y="4681"/>
                  </a:cubicBezTo>
                  <a:cubicBezTo>
                    <a:pt x="12398" y="4747"/>
                    <a:pt x="12398" y="4747"/>
                    <a:pt x="12398" y="4747"/>
                  </a:cubicBezTo>
                  <a:cubicBezTo>
                    <a:pt x="12342" y="4747"/>
                    <a:pt x="12342" y="4747"/>
                    <a:pt x="12342" y="4747"/>
                  </a:cubicBezTo>
                  <a:cubicBezTo>
                    <a:pt x="12286" y="4747"/>
                    <a:pt x="12286" y="4747"/>
                    <a:pt x="12286" y="4747"/>
                  </a:cubicBezTo>
                  <a:cubicBezTo>
                    <a:pt x="12286" y="4747"/>
                    <a:pt x="12286" y="4747"/>
                    <a:pt x="12286" y="4747"/>
                  </a:cubicBezTo>
                  <a:cubicBezTo>
                    <a:pt x="12230" y="4747"/>
                    <a:pt x="12230" y="4747"/>
                    <a:pt x="12230" y="4747"/>
                  </a:cubicBezTo>
                  <a:cubicBezTo>
                    <a:pt x="12230" y="4747"/>
                    <a:pt x="12230" y="4747"/>
                    <a:pt x="12230" y="4747"/>
                  </a:cubicBezTo>
                  <a:cubicBezTo>
                    <a:pt x="12230" y="4747"/>
                    <a:pt x="12230" y="4747"/>
                    <a:pt x="12230" y="4747"/>
                  </a:cubicBezTo>
                  <a:close/>
                  <a:moveTo>
                    <a:pt x="11052" y="3143"/>
                  </a:moveTo>
                  <a:cubicBezTo>
                    <a:pt x="11052" y="3076"/>
                    <a:pt x="11052" y="3076"/>
                    <a:pt x="11052" y="3076"/>
                  </a:cubicBezTo>
                  <a:cubicBezTo>
                    <a:pt x="11052" y="3076"/>
                    <a:pt x="11052" y="3076"/>
                    <a:pt x="11052" y="3076"/>
                  </a:cubicBezTo>
                  <a:cubicBezTo>
                    <a:pt x="11108" y="3076"/>
                    <a:pt x="11108" y="3076"/>
                    <a:pt x="11108" y="3076"/>
                  </a:cubicBezTo>
                  <a:cubicBezTo>
                    <a:pt x="11108" y="3076"/>
                    <a:pt x="11108" y="3076"/>
                    <a:pt x="11108" y="3076"/>
                  </a:cubicBezTo>
                  <a:cubicBezTo>
                    <a:pt x="11052" y="3143"/>
                    <a:pt x="11052" y="3143"/>
                    <a:pt x="11052" y="3143"/>
                  </a:cubicBezTo>
                  <a:close/>
                  <a:moveTo>
                    <a:pt x="10715" y="3276"/>
                  </a:moveTo>
                  <a:cubicBezTo>
                    <a:pt x="10771" y="3276"/>
                    <a:pt x="10771" y="3276"/>
                    <a:pt x="10771" y="3276"/>
                  </a:cubicBezTo>
                  <a:cubicBezTo>
                    <a:pt x="10771" y="3209"/>
                    <a:pt x="10771" y="3209"/>
                    <a:pt x="10771" y="3209"/>
                  </a:cubicBezTo>
                  <a:cubicBezTo>
                    <a:pt x="10884" y="3276"/>
                    <a:pt x="10884" y="3276"/>
                    <a:pt x="10884" y="3276"/>
                  </a:cubicBezTo>
                  <a:cubicBezTo>
                    <a:pt x="10884" y="3276"/>
                    <a:pt x="10884" y="3276"/>
                    <a:pt x="10884" y="3276"/>
                  </a:cubicBezTo>
                  <a:cubicBezTo>
                    <a:pt x="10940" y="3276"/>
                    <a:pt x="10940" y="3276"/>
                    <a:pt x="10940" y="3276"/>
                  </a:cubicBezTo>
                  <a:cubicBezTo>
                    <a:pt x="10940" y="3343"/>
                    <a:pt x="10940" y="3343"/>
                    <a:pt x="10940" y="3343"/>
                  </a:cubicBezTo>
                  <a:cubicBezTo>
                    <a:pt x="10940" y="3343"/>
                    <a:pt x="10940" y="3343"/>
                    <a:pt x="10940" y="3343"/>
                  </a:cubicBezTo>
                  <a:cubicBezTo>
                    <a:pt x="10940" y="3410"/>
                    <a:pt x="10940" y="3410"/>
                    <a:pt x="10940" y="3410"/>
                  </a:cubicBezTo>
                  <a:cubicBezTo>
                    <a:pt x="10884" y="3410"/>
                    <a:pt x="10884" y="3410"/>
                    <a:pt x="10884" y="3410"/>
                  </a:cubicBezTo>
                  <a:cubicBezTo>
                    <a:pt x="10828" y="3410"/>
                    <a:pt x="10828" y="3410"/>
                    <a:pt x="10828" y="3410"/>
                  </a:cubicBezTo>
                  <a:cubicBezTo>
                    <a:pt x="10828" y="3410"/>
                    <a:pt x="10828" y="3410"/>
                    <a:pt x="10828" y="3410"/>
                  </a:cubicBezTo>
                  <a:cubicBezTo>
                    <a:pt x="10771" y="3343"/>
                    <a:pt x="10771" y="3343"/>
                    <a:pt x="10771" y="3343"/>
                  </a:cubicBezTo>
                  <a:cubicBezTo>
                    <a:pt x="10771" y="3276"/>
                    <a:pt x="10771" y="3276"/>
                    <a:pt x="10771" y="3276"/>
                  </a:cubicBezTo>
                  <a:cubicBezTo>
                    <a:pt x="10715" y="3276"/>
                    <a:pt x="10715" y="3276"/>
                    <a:pt x="10715" y="3276"/>
                  </a:cubicBezTo>
                  <a:cubicBezTo>
                    <a:pt x="10715" y="3276"/>
                    <a:pt x="10715" y="3276"/>
                    <a:pt x="10715" y="3276"/>
                  </a:cubicBezTo>
                  <a:close/>
                  <a:moveTo>
                    <a:pt x="8976" y="3343"/>
                  </a:moveTo>
                  <a:cubicBezTo>
                    <a:pt x="8920" y="3343"/>
                    <a:pt x="8920" y="3343"/>
                    <a:pt x="8920" y="3343"/>
                  </a:cubicBezTo>
                  <a:cubicBezTo>
                    <a:pt x="8920" y="3343"/>
                    <a:pt x="8920" y="3343"/>
                    <a:pt x="8920" y="3343"/>
                  </a:cubicBezTo>
                  <a:cubicBezTo>
                    <a:pt x="8920" y="3343"/>
                    <a:pt x="8920" y="3343"/>
                    <a:pt x="8920" y="3343"/>
                  </a:cubicBezTo>
                  <a:cubicBezTo>
                    <a:pt x="8976" y="3343"/>
                    <a:pt x="8976" y="3343"/>
                    <a:pt x="8976" y="3343"/>
                  </a:cubicBezTo>
                  <a:cubicBezTo>
                    <a:pt x="8976" y="3343"/>
                    <a:pt x="8976" y="3343"/>
                    <a:pt x="8976" y="3343"/>
                  </a:cubicBezTo>
                  <a:cubicBezTo>
                    <a:pt x="8976" y="3343"/>
                    <a:pt x="8976" y="3343"/>
                    <a:pt x="8976" y="3343"/>
                  </a:cubicBezTo>
                  <a:close/>
                  <a:moveTo>
                    <a:pt x="9144" y="3611"/>
                  </a:moveTo>
                  <a:cubicBezTo>
                    <a:pt x="9201" y="3611"/>
                    <a:pt x="9201" y="3611"/>
                    <a:pt x="9201" y="3611"/>
                  </a:cubicBezTo>
                  <a:cubicBezTo>
                    <a:pt x="9201" y="3611"/>
                    <a:pt x="9201" y="3611"/>
                    <a:pt x="9201" y="3611"/>
                  </a:cubicBezTo>
                  <a:cubicBezTo>
                    <a:pt x="9144" y="3678"/>
                    <a:pt x="9144" y="3678"/>
                    <a:pt x="9144" y="3678"/>
                  </a:cubicBezTo>
                  <a:cubicBezTo>
                    <a:pt x="9144" y="3678"/>
                    <a:pt x="9144" y="3611"/>
                    <a:pt x="9144" y="3611"/>
                  </a:cubicBezTo>
                  <a:close/>
                  <a:moveTo>
                    <a:pt x="9257" y="3544"/>
                  </a:moveTo>
                  <a:cubicBezTo>
                    <a:pt x="9257" y="3544"/>
                    <a:pt x="9257" y="3544"/>
                    <a:pt x="9257" y="3544"/>
                  </a:cubicBezTo>
                  <a:cubicBezTo>
                    <a:pt x="9257" y="3477"/>
                    <a:pt x="9257" y="3477"/>
                    <a:pt x="9257" y="3477"/>
                  </a:cubicBezTo>
                  <a:cubicBezTo>
                    <a:pt x="9313" y="3477"/>
                    <a:pt x="9313" y="3477"/>
                    <a:pt x="9313" y="3477"/>
                  </a:cubicBezTo>
                  <a:cubicBezTo>
                    <a:pt x="9313" y="3410"/>
                    <a:pt x="9313" y="3410"/>
                    <a:pt x="9313" y="3410"/>
                  </a:cubicBezTo>
                  <a:cubicBezTo>
                    <a:pt x="9369" y="3410"/>
                    <a:pt x="9369" y="3410"/>
                    <a:pt x="9369" y="3410"/>
                  </a:cubicBezTo>
                  <a:cubicBezTo>
                    <a:pt x="9425" y="3343"/>
                    <a:pt x="9425" y="3343"/>
                    <a:pt x="9425" y="3343"/>
                  </a:cubicBezTo>
                  <a:cubicBezTo>
                    <a:pt x="9425" y="3410"/>
                    <a:pt x="9425" y="3410"/>
                    <a:pt x="9425" y="3410"/>
                  </a:cubicBezTo>
                  <a:cubicBezTo>
                    <a:pt x="9425" y="3410"/>
                    <a:pt x="9425" y="3410"/>
                    <a:pt x="9425" y="3410"/>
                  </a:cubicBezTo>
                  <a:cubicBezTo>
                    <a:pt x="9369" y="3477"/>
                    <a:pt x="9369" y="3477"/>
                    <a:pt x="9369" y="3477"/>
                  </a:cubicBezTo>
                  <a:cubicBezTo>
                    <a:pt x="9369" y="3544"/>
                    <a:pt x="9369" y="3544"/>
                    <a:pt x="9369" y="3544"/>
                  </a:cubicBezTo>
                  <a:cubicBezTo>
                    <a:pt x="9369" y="3544"/>
                    <a:pt x="9369" y="3544"/>
                    <a:pt x="9369" y="3544"/>
                  </a:cubicBezTo>
                  <a:cubicBezTo>
                    <a:pt x="9313" y="3611"/>
                    <a:pt x="9313" y="3611"/>
                    <a:pt x="9313" y="3611"/>
                  </a:cubicBezTo>
                  <a:cubicBezTo>
                    <a:pt x="9313" y="3611"/>
                    <a:pt x="9313" y="3611"/>
                    <a:pt x="9313" y="3611"/>
                  </a:cubicBezTo>
                  <a:cubicBezTo>
                    <a:pt x="9369" y="3678"/>
                    <a:pt x="9369" y="3678"/>
                    <a:pt x="9369" y="3678"/>
                  </a:cubicBezTo>
                  <a:cubicBezTo>
                    <a:pt x="9369" y="3611"/>
                    <a:pt x="9369" y="3611"/>
                    <a:pt x="9369" y="3611"/>
                  </a:cubicBezTo>
                  <a:cubicBezTo>
                    <a:pt x="9425" y="3611"/>
                    <a:pt x="9425" y="3611"/>
                    <a:pt x="9425" y="3611"/>
                  </a:cubicBezTo>
                  <a:cubicBezTo>
                    <a:pt x="9425" y="3678"/>
                    <a:pt x="9425" y="3678"/>
                    <a:pt x="9425" y="3678"/>
                  </a:cubicBezTo>
                  <a:cubicBezTo>
                    <a:pt x="9425" y="3678"/>
                    <a:pt x="9425" y="3678"/>
                    <a:pt x="9425" y="3678"/>
                  </a:cubicBezTo>
                  <a:cubicBezTo>
                    <a:pt x="9481" y="3611"/>
                    <a:pt x="9481" y="3611"/>
                    <a:pt x="9481" y="3611"/>
                  </a:cubicBezTo>
                  <a:cubicBezTo>
                    <a:pt x="9537" y="3611"/>
                    <a:pt x="9537" y="3611"/>
                    <a:pt x="9537" y="3611"/>
                  </a:cubicBezTo>
                  <a:cubicBezTo>
                    <a:pt x="9537" y="3611"/>
                    <a:pt x="9537" y="3611"/>
                    <a:pt x="9537" y="3611"/>
                  </a:cubicBezTo>
                  <a:cubicBezTo>
                    <a:pt x="9593" y="3544"/>
                    <a:pt x="9593" y="3544"/>
                    <a:pt x="9593" y="3544"/>
                  </a:cubicBezTo>
                  <a:cubicBezTo>
                    <a:pt x="9593" y="3477"/>
                    <a:pt x="9593" y="3477"/>
                    <a:pt x="9593" y="3477"/>
                  </a:cubicBezTo>
                  <a:cubicBezTo>
                    <a:pt x="9593" y="3477"/>
                    <a:pt x="9593" y="3477"/>
                    <a:pt x="9593" y="3477"/>
                  </a:cubicBezTo>
                  <a:cubicBezTo>
                    <a:pt x="9649" y="3410"/>
                    <a:pt x="9649" y="3410"/>
                    <a:pt x="9649" y="3410"/>
                  </a:cubicBezTo>
                  <a:cubicBezTo>
                    <a:pt x="9649" y="3343"/>
                    <a:pt x="9649" y="3343"/>
                    <a:pt x="9649" y="3343"/>
                  </a:cubicBezTo>
                  <a:cubicBezTo>
                    <a:pt x="9649" y="3343"/>
                    <a:pt x="9649" y="3343"/>
                    <a:pt x="9649" y="3343"/>
                  </a:cubicBezTo>
                  <a:cubicBezTo>
                    <a:pt x="9705" y="3343"/>
                    <a:pt x="9705" y="3343"/>
                    <a:pt x="9705" y="3343"/>
                  </a:cubicBezTo>
                  <a:cubicBezTo>
                    <a:pt x="9705" y="3410"/>
                    <a:pt x="9705" y="3410"/>
                    <a:pt x="9705" y="3410"/>
                  </a:cubicBezTo>
                  <a:cubicBezTo>
                    <a:pt x="9705" y="3477"/>
                    <a:pt x="9705" y="3477"/>
                    <a:pt x="9705" y="3477"/>
                  </a:cubicBezTo>
                  <a:cubicBezTo>
                    <a:pt x="9649" y="3544"/>
                    <a:pt x="9649" y="3544"/>
                    <a:pt x="9649" y="3544"/>
                  </a:cubicBezTo>
                  <a:cubicBezTo>
                    <a:pt x="9705" y="3544"/>
                    <a:pt x="9705" y="3544"/>
                    <a:pt x="9705" y="3544"/>
                  </a:cubicBezTo>
                  <a:cubicBezTo>
                    <a:pt x="9705" y="3544"/>
                    <a:pt x="9705" y="3544"/>
                    <a:pt x="9705" y="3544"/>
                  </a:cubicBezTo>
                  <a:cubicBezTo>
                    <a:pt x="9762" y="3477"/>
                    <a:pt x="9762" y="3477"/>
                    <a:pt x="9762" y="3477"/>
                  </a:cubicBezTo>
                  <a:cubicBezTo>
                    <a:pt x="9762" y="3477"/>
                    <a:pt x="9762" y="3477"/>
                    <a:pt x="9762" y="3477"/>
                  </a:cubicBezTo>
                  <a:cubicBezTo>
                    <a:pt x="9762" y="3410"/>
                    <a:pt x="9762" y="3410"/>
                    <a:pt x="9762" y="3410"/>
                  </a:cubicBezTo>
                  <a:cubicBezTo>
                    <a:pt x="9818" y="3410"/>
                    <a:pt x="9818" y="3410"/>
                    <a:pt x="9818" y="3410"/>
                  </a:cubicBezTo>
                  <a:cubicBezTo>
                    <a:pt x="9874" y="3343"/>
                    <a:pt x="9874" y="3343"/>
                    <a:pt x="9874" y="3343"/>
                  </a:cubicBezTo>
                  <a:cubicBezTo>
                    <a:pt x="9874" y="3276"/>
                    <a:pt x="9874" y="3276"/>
                    <a:pt x="9874" y="3276"/>
                  </a:cubicBezTo>
                  <a:cubicBezTo>
                    <a:pt x="9874" y="3209"/>
                    <a:pt x="9874" y="3209"/>
                    <a:pt x="9874" y="3209"/>
                  </a:cubicBezTo>
                  <a:cubicBezTo>
                    <a:pt x="9874" y="3209"/>
                    <a:pt x="9874" y="3209"/>
                    <a:pt x="9874" y="3209"/>
                  </a:cubicBezTo>
                  <a:cubicBezTo>
                    <a:pt x="9930" y="3209"/>
                    <a:pt x="9930" y="3209"/>
                    <a:pt x="9930" y="3209"/>
                  </a:cubicBezTo>
                  <a:cubicBezTo>
                    <a:pt x="9986" y="3209"/>
                    <a:pt x="9986" y="3209"/>
                    <a:pt x="9986" y="3209"/>
                  </a:cubicBezTo>
                  <a:cubicBezTo>
                    <a:pt x="10042" y="3143"/>
                    <a:pt x="10042" y="3143"/>
                    <a:pt x="10042" y="3143"/>
                  </a:cubicBezTo>
                  <a:cubicBezTo>
                    <a:pt x="10042" y="3076"/>
                    <a:pt x="10042" y="3076"/>
                    <a:pt x="10042" y="3076"/>
                  </a:cubicBezTo>
                  <a:cubicBezTo>
                    <a:pt x="10098" y="3076"/>
                    <a:pt x="10098" y="3076"/>
                    <a:pt x="10098" y="3076"/>
                  </a:cubicBezTo>
                  <a:cubicBezTo>
                    <a:pt x="10098" y="3009"/>
                    <a:pt x="10098" y="3009"/>
                    <a:pt x="10098" y="3009"/>
                  </a:cubicBezTo>
                  <a:cubicBezTo>
                    <a:pt x="10154" y="3076"/>
                    <a:pt x="10154" y="3076"/>
                    <a:pt x="10154" y="3076"/>
                  </a:cubicBezTo>
                  <a:cubicBezTo>
                    <a:pt x="10154" y="3009"/>
                    <a:pt x="10154" y="3009"/>
                    <a:pt x="10154" y="3009"/>
                  </a:cubicBezTo>
                  <a:cubicBezTo>
                    <a:pt x="10210" y="3009"/>
                    <a:pt x="10210" y="3009"/>
                    <a:pt x="10210" y="3009"/>
                  </a:cubicBezTo>
                  <a:cubicBezTo>
                    <a:pt x="10154" y="3143"/>
                    <a:pt x="10154" y="3143"/>
                    <a:pt x="10154" y="3143"/>
                  </a:cubicBezTo>
                  <a:cubicBezTo>
                    <a:pt x="10098" y="3209"/>
                    <a:pt x="10098" y="3209"/>
                    <a:pt x="10098" y="3209"/>
                  </a:cubicBezTo>
                  <a:cubicBezTo>
                    <a:pt x="10098" y="3276"/>
                    <a:pt x="10098" y="3276"/>
                    <a:pt x="10098" y="3276"/>
                  </a:cubicBezTo>
                  <a:cubicBezTo>
                    <a:pt x="10098" y="3276"/>
                    <a:pt x="10098" y="3276"/>
                    <a:pt x="10098" y="3276"/>
                  </a:cubicBezTo>
                  <a:cubicBezTo>
                    <a:pt x="10098" y="3343"/>
                    <a:pt x="10098" y="3343"/>
                    <a:pt x="10098" y="3343"/>
                  </a:cubicBezTo>
                  <a:cubicBezTo>
                    <a:pt x="10042" y="3343"/>
                    <a:pt x="10042" y="3343"/>
                    <a:pt x="10042" y="3343"/>
                  </a:cubicBezTo>
                  <a:cubicBezTo>
                    <a:pt x="9986" y="3477"/>
                    <a:pt x="9986" y="3477"/>
                    <a:pt x="9986" y="3477"/>
                  </a:cubicBezTo>
                  <a:cubicBezTo>
                    <a:pt x="9986" y="3477"/>
                    <a:pt x="9986" y="3477"/>
                    <a:pt x="9986" y="3477"/>
                  </a:cubicBezTo>
                  <a:cubicBezTo>
                    <a:pt x="9986" y="3544"/>
                    <a:pt x="9986" y="3544"/>
                    <a:pt x="9986" y="3544"/>
                  </a:cubicBezTo>
                  <a:cubicBezTo>
                    <a:pt x="9986" y="3544"/>
                    <a:pt x="9986" y="3544"/>
                    <a:pt x="9986" y="3544"/>
                  </a:cubicBezTo>
                  <a:cubicBezTo>
                    <a:pt x="10042" y="3611"/>
                    <a:pt x="10042" y="3611"/>
                    <a:pt x="10042" y="3611"/>
                  </a:cubicBezTo>
                  <a:cubicBezTo>
                    <a:pt x="10042" y="3611"/>
                    <a:pt x="10042" y="3611"/>
                    <a:pt x="10042" y="3611"/>
                  </a:cubicBezTo>
                  <a:cubicBezTo>
                    <a:pt x="10098" y="3544"/>
                    <a:pt x="10098" y="3544"/>
                    <a:pt x="10098" y="3544"/>
                  </a:cubicBezTo>
                  <a:cubicBezTo>
                    <a:pt x="10154" y="3544"/>
                    <a:pt x="10154" y="3544"/>
                    <a:pt x="10154" y="3544"/>
                  </a:cubicBezTo>
                  <a:cubicBezTo>
                    <a:pt x="10154" y="3477"/>
                    <a:pt x="10154" y="3477"/>
                    <a:pt x="10154" y="3477"/>
                  </a:cubicBezTo>
                  <a:cubicBezTo>
                    <a:pt x="10154" y="3477"/>
                    <a:pt x="10154" y="3477"/>
                    <a:pt x="10154" y="3477"/>
                  </a:cubicBezTo>
                  <a:cubicBezTo>
                    <a:pt x="10210" y="3410"/>
                    <a:pt x="10210" y="3410"/>
                    <a:pt x="10210" y="3410"/>
                  </a:cubicBezTo>
                  <a:cubicBezTo>
                    <a:pt x="10210" y="3343"/>
                    <a:pt x="10210" y="3343"/>
                    <a:pt x="10210" y="3343"/>
                  </a:cubicBezTo>
                  <a:cubicBezTo>
                    <a:pt x="10267" y="3343"/>
                    <a:pt x="10267" y="3343"/>
                    <a:pt x="10267" y="3343"/>
                  </a:cubicBezTo>
                  <a:cubicBezTo>
                    <a:pt x="10267" y="3343"/>
                    <a:pt x="10267" y="3343"/>
                    <a:pt x="10267" y="3343"/>
                  </a:cubicBezTo>
                  <a:cubicBezTo>
                    <a:pt x="10267" y="3410"/>
                    <a:pt x="10267" y="3410"/>
                    <a:pt x="10267" y="3410"/>
                  </a:cubicBezTo>
                  <a:cubicBezTo>
                    <a:pt x="10323" y="3410"/>
                    <a:pt x="10323" y="3410"/>
                    <a:pt x="10323" y="3410"/>
                  </a:cubicBezTo>
                  <a:cubicBezTo>
                    <a:pt x="10379" y="3343"/>
                    <a:pt x="10379" y="3343"/>
                    <a:pt x="10379" y="3343"/>
                  </a:cubicBezTo>
                  <a:cubicBezTo>
                    <a:pt x="10435" y="3343"/>
                    <a:pt x="10435" y="3343"/>
                    <a:pt x="10435" y="3343"/>
                  </a:cubicBezTo>
                  <a:cubicBezTo>
                    <a:pt x="10491" y="3276"/>
                    <a:pt x="10491" y="3276"/>
                    <a:pt x="10491" y="3276"/>
                  </a:cubicBezTo>
                  <a:cubicBezTo>
                    <a:pt x="10491" y="3209"/>
                    <a:pt x="10491" y="3209"/>
                    <a:pt x="10491" y="3209"/>
                  </a:cubicBezTo>
                  <a:cubicBezTo>
                    <a:pt x="10547" y="3143"/>
                    <a:pt x="10547" y="3143"/>
                    <a:pt x="10547" y="3143"/>
                  </a:cubicBezTo>
                  <a:cubicBezTo>
                    <a:pt x="10547" y="3076"/>
                    <a:pt x="10547" y="3076"/>
                    <a:pt x="10547" y="3076"/>
                  </a:cubicBezTo>
                  <a:cubicBezTo>
                    <a:pt x="10547" y="3076"/>
                    <a:pt x="10547" y="3076"/>
                    <a:pt x="10547" y="3076"/>
                  </a:cubicBezTo>
                  <a:cubicBezTo>
                    <a:pt x="10603" y="3143"/>
                    <a:pt x="10603" y="3143"/>
                    <a:pt x="10603" y="3143"/>
                  </a:cubicBezTo>
                  <a:cubicBezTo>
                    <a:pt x="10659" y="3143"/>
                    <a:pt x="10659" y="3143"/>
                    <a:pt x="10659" y="3143"/>
                  </a:cubicBezTo>
                  <a:cubicBezTo>
                    <a:pt x="10659" y="3076"/>
                    <a:pt x="10659" y="3076"/>
                    <a:pt x="10659" y="3076"/>
                  </a:cubicBezTo>
                  <a:cubicBezTo>
                    <a:pt x="10659" y="3076"/>
                    <a:pt x="10659" y="3076"/>
                    <a:pt x="10659" y="3076"/>
                  </a:cubicBezTo>
                  <a:cubicBezTo>
                    <a:pt x="10603" y="3009"/>
                    <a:pt x="10603" y="3009"/>
                    <a:pt x="10603" y="3009"/>
                  </a:cubicBezTo>
                  <a:cubicBezTo>
                    <a:pt x="10603" y="2942"/>
                    <a:pt x="10603" y="2942"/>
                    <a:pt x="10603" y="2942"/>
                  </a:cubicBezTo>
                  <a:cubicBezTo>
                    <a:pt x="10659" y="2942"/>
                    <a:pt x="10659" y="2942"/>
                    <a:pt x="10659" y="2942"/>
                  </a:cubicBezTo>
                  <a:cubicBezTo>
                    <a:pt x="10715" y="2875"/>
                    <a:pt x="10715" y="2875"/>
                    <a:pt x="10715" y="2875"/>
                  </a:cubicBezTo>
                  <a:cubicBezTo>
                    <a:pt x="10771" y="2875"/>
                    <a:pt x="10771" y="2875"/>
                    <a:pt x="10771" y="2875"/>
                  </a:cubicBezTo>
                  <a:cubicBezTo>
                    <a:pt x="10771" y="2875"/>
                    <a:pt x="10771" y="2875"/>
                    <a:pt x="10771" y="2875"/>
                  </a:cubicBezTo>
                  <a:cubicBezTo>
                    <a:pt x="10828" y="2875"/>
                    <a:pt x="10828" y="2875"/>
                    <a:pt x="10828" y="2875"/>
                  </a:cubicBezTo>
                  <a:cubicBezTo>
                    <a:pt x="10884" y="2808"/>
                    <a:pt x="10884" y="2808"/>
                    <a:pt x="10884" y="2808"/>
                  </a:cubicBezTo>
                  <a:cubicBezTo>
                    <a:pt x="10828" y="2808"/>
                    <a:pt x="10828" y="2808"/>
                    <a:pt x="10828" y="2808"/>
                  </a:cubicBezTo>
                  <a:cubicBezTo>
                    <a:pt x="10828" y="2674"/>
                    <a:pt x="10828" y="2674"/>
                    <a:pt x="10828" y="2674"/>
                  </a:cubicBezTo>
                  <a:cubicBezTo>
                    <a:pt x="10884" y="2674"/>
                    <a:pt x="10884" y="2674"/>
                    <a:pt x="10884" y="2674"/>
                  </a:cubicBezTo>
                  <a:cubicBezTo>
                    <a:pt x="10828" y="2608"/>
                    <a:pt x="10828" y="2608"/>
                    <a:pt x="10828" y="2608"/>
                  </a:cubicBezTo>
                  <a:cubicBezTo>
                    <a:pt x="10828" y="2541"/>
                    <a:pt x="10828" y="2541"/>
                    <a:pt x="10828" y="2541"/>
                  </a:cubicBezTo>
                  <a:cubicBezTo>
                    <a:pt x="10828" y="2541"/>
                    <a:pt x="10828" y="2541"/>
                    <a:pt x="10828" y="2541"/>
                  </a:cubicBezTo>
                  <a:cubicBezTo>
                    <a:pt x="10771" y="2541"/>
                    <a:pt x="10771" y="2541"/>
                    <a:pt x="10771" y="2541"/>
                  </a:cubicBezTo>
                  <a:cubicBezTo>
                    <a:pt x="10715" y="2608"/>
                    <a:pt x="10715" y="2608"/>
                    <a:pt x="10715" y="2608"/>
                  </a:cubicBezTo>
                  <a:cubicBezTo>
                    <a:pt x="10715" y="2674"/>
                    <a:pt x="10715" y="2674"/>
                    <a:pt x="10715" y="2674"/>
                  </a:cubicBezTo>
                  <a:cubicBezTo>
                    <a:pt x="10715" y="2674"/>
                    <a:pt x="10715" y="2674"/>
                    <a:pt x="10715" y="2674"/>
                  </a:cubicBezTo>
                  <a:cubicBezTo>
                    <a:pt x="10715" y="2741"/>
                    <a:pt x="10715" y="2741"/>
                    <a:pt x="10715" y="2741"/>
                  </a:cubicBezTo>
                  <a:cubicBezTo>
                    <a:pt x="10659" y="2741"/>
                    <a:pt x="10659" y="2741"/>
                    <a:pt x="10659" y="2741"/>
                  </a:cubicBezTo>
                  <a:cubicBezTo>
                    <a:pt x="10659" y="2674"/>
                    <a:pt x="10659" y="2674"/>
                    <a:pt x="10659" y="2674"/>
                  </a:cubicBezTo>
                  <a:cubicBezTo>
                    <a:pt x="10659" y="2674"/>
                    <a:pt x="10659" y="2674"/>
                    <a:pt x="10659" y="2674"/>
                  </a:cubicBezTo>
                  <a:cubicBezTo>
                    <a:pt x="10659" y="2741"/>
                    <a:pt x="10659" y="2741"/>
                    <a:pt x="10659" y="2741"/>
                  </a:cubicBezTo>
                  <a:cubicBezTo>
                    <a:pt x="10603" y="2741"/>
                    <a:pt x="10603" y="2741"/>
                    <a:pt x="10603" y="2741"/>
                  </a:cubicBezTo>
                  <a:cubicBezTo>
                    <a:pt x="10603" y="2741"/>
                    <a:pt x="10603" y="2741"/>
                    <a:pt x="10603" y="2741"/>
                  </a:cubicBezTo>
                  <a:cubicBezTo>
                    <a:pt x="10603" y="2608"/>
                    <a:pt x="10603" y="2608"/>
                    <a:pt x="10603" y="2608"/>
                  </a:cubicBezTo>
                  <a:cubicBezTo>
                    <a:pt x="10547" y="2608"/>
                    <a:pt x="10547" y="2608"/>
                    <a:pt x="10547" y="2608"/>
                  </a:cubicBezTo>
                  <a:cubicBezTo>
                    <a:pt x="10491" y="2608"/>
                    <a:pt x="10491" y="2608"/>
                    <a:pt x="10491" y="2608"/>
                  </a:cubicBezTo>
                  <a:cubicBezTo>
                    <a:pt x="10491" y="2608"/>
                    <a:pt x="10491" y="2608"/>
                    <a:pt x="10491" y="2608"/>
                  </a:cubicBezTo>
                  <a:cubicBezTo>
                    <a:pt x="10435" y="2608"/>
                    <a:pt x="10435" y="2608"/>
                    <a:pt x="10435" y="2608"/>
                  </a:cubicBezTo>
                  <a:cubicBezTo>
                    <a:pt x="10379" y="2608"/>
                    <a:pt x="10379" y="2608"/>
                    <a:pt x="10379" y="2608"/>
                  </a:cubicBezTo>
                  <a:cubicBezTo>
                    <a:pt x="10379" y="2608"/>
                    <a:pt x="10379" y="2608"/>
                    <a:pt x="10379" y="2608"/>
                  </a:cubicBezTo>
                  <a:cubicBezTo>
                    <a:pt x="10267" y="2608"/>
                    <a:pt x="10267" y="2608"/>
                    <a:pt x="10267" y="2608"/>
                  </a:cubicBezTo>
                  <a:cubicBezTo>
                    <a:pt x="10210" y="2608"/>
                    <a:pt x="10210" y="2608"/>
                    <a:pt x="10210" y="2608"/>
                  </a:cubicBezTo>
                  <a:cubicBezTo>
                    <a:pt x="10154" y="2674"/>
                    <a:pt x="10154" y="2674"/>
                    <a:pt x="10154" y="2674"/>
                  </a:cubicBezTo>
                  <a:cubicBezTo>
                    <a:pt x="10154" y="2674"/>
                    <a:pt x="10154" y="2674"/>
                    <a:pt x="10154" y="2674"/>
                  </a:cubicBezTo>
                  <a:cubicBezTo>
                    <a:pt x="10154" y="2674"/>
                    <a:pt x="10154" y="2674"/>
                    <a:pt x="10154" y="2674"/>
                  </a:cubicBezTo>
                  <a:cubicBezTo>
                    <a:pt x="10098" y="2674"/>
                    <a:pt x="10098" y="2674"/>
                    <a:pt x="10098" y="2674"/>
                  </a:cubicBezTo>
                  <a:cubicBezTo>
                    <a:pt x="9986" y="2808"/>
                    <a:pt x="9986" y="2808"/>
                    <a:pt x="9986" y="2808"/>
                  </a:cubicBezTo>
                  <a:cubicBezTo>
                    <a:pt x="9930" y="2808"/>
                    <a:pt x="9930" y="2808"/>
                    <a:pt x="9930" y="2808"/>
                  </a:cubicBezTo>
                  <a:cubicBezTo>
                    <a:pt x="9930" y="2808"/>
                    <a:pt x="9930" y="2808"/>
                    <a:pt x="9930" y="2808"/>
                  </a:cubicBezTo>
                  <a:cubicBezTo>
                    <a:pt x="9874" y="2875"/>
                    <a:pt x="9874" y="2875"/>
                    <a:pt x="9874" y="2875"/>
                  </a:cubicBezTo>
                  <a:cubicBezTo>
                    <a:pt x="9818" y="2875"/>
                    <a:pt x="9818" y="2875"/>
                    <a:pt x="9818" y="2875"/>
                  </a:cubicBezTo>
                  <a:cubicBezTo>
                    <a:pt x="9762" y="2942"/>
                    <a:pt x="9762" y="2942"/>
                    <a:pt x="9762" y="2942"/>
                  </a:cubicBezTo>
                  <a:cubicBezTo>
                    <a:pt x="9762" y="2942"/>
                    <a:pt x="9762" y="2942"/>
                    <a:pt x="9762" y="2942"/>
                  </a:cubicBezTo>
                  <a:cubicBezTo>
                    <a:pt x="9649" y="2942"/>
                    <a:pt x="9649" y="2942"/>
                    <a:pt x="9649" y="2942"/>
                  </a:cubicBezTo>
                  <a:cubicBezTo>
                    <a:pt x="9649" y="2942"/>
                    <a:pt x="9649" y="2942"/>
                    <a:pt x="9649" y="2942"/>
                  </a:cubicBezTo>
                  <a:cubicBezTo>
                    <a:pt x="9593" y="2942"/>
                    <a:pt x="9593" y="2942"/>
                    <a:pt x="9593" y="2942"/>
                  </a:cubicBezTo>
                  <a:cubicBezTo>
                    <a:pt x="9593" y="3009"/>
                    <a:pt x="9593" y="3009"/>
                    <a:pt x="9593" y="3009"/>
                  </a:cubicBezTo>
                  <a:cubicBezTo>
                    <a:pt x="9537" y="3009"/>
                    <a:pt x="9537" y="3009"/>
                    <a:pt x="9537" y="3009"/>
                  </a:cubicBezTo>
                  <a:cubicBezTo>
                    <a:pt x="9481" y="3076"/>
                    <a:pt x="9481" y="3076"/>
                    <a:pt x="9481" y="3076"/>
                  </a:cubicBezTo>
                  <a:cubicBezTo>
                    <a:pt x="9425" y="3076"/>
                    <a:pt x="9425" y="3076"/>
                    <a:pt x="9425" y="3076"/>
                  </a:cubicBezTo>
                  <a:cubicBezTo>
                    <a:pt x="9369" y="3076"/>
                    <a:pt x="9369" y="3076"/>
                    <a:pt x="9369" y="3076"/>
                  </a:cubicBezTo>
                  <a:cubicBezTo>
                    <a:pt x="9313" y="3076"/>
                    <a:pt x="9313" y="3076"/>
                    <a:pt x="9313" y="3076"/>
                  </a:cubicBezTo>
                  <a:cubicBezTo>
                    <a:pt x="9201" y="3076"/>
                    <a:pt x="9201" y="3076"/>
                    <a:pt x="9201" y="3076"/>
                  </a:cubicBezTo>
                  <a:cubicBezTo>
                    <a:pt x="9144" y="3209"/>
                    <a:pt x="9144" y="3209"/>
                    <a:pt x="9144" y="3209"/>
                  </a:cubicBezTo>
                  <a:cubicBezTo>
                    <a:pt x="9088" y="3209"/>
                    <a:pt x="9088" y="3209"/>
                    <a:pt x="9088" y="3209"/>
                  </a:cubicBezTo>
                  <a:cubicBezTo>
                    <a:pt x="9032" y="3209"/>
                    <a:pt x="9032" y="3209"/>
                    <a:pt x="9032" y="3209"/>
                  </a:cubicBezTo>
                  <a:cubicBezTo>
                    <a:pt x="9032" y="3276"/>
                    <a:pt x="9032" y="3276"/>
                    <a:pt x="9032" y="3276"/>
                  </a:cubicBezTo>
                  <a:cubicBezTo>
                    <a:pt x="9032" y="3276"/>
                    <a:pt x="9032" y="3276"/>
                    <a:pt x="9032" y="3276"/>
                  </a:cubicBezTo>
                  <a:cubicBezTo>
                    <a:pt x="9088" y="3276"/>
                    <a:pt x="9088" y="3276"/>
                    <a:pt x="9088" y="3276"/>
                  </a:cubicBezTo>
                  <a:cubicBezTo>
                    <a:pt x="9032" y="3276"/>
                    <a:pt x="9032" y="3276"/>
                    <a:pt x="9032" y="3276"/>
                  </a:cubicBezTo>
                  <a:cubicBezTo>
                    <a:pt x="9032" y="3343"/>
                    <a:pt x="9032" y="3343"/>
                    <a:pt x="9032" y="3343"/>
                  </a:cubicBezTo>
                  <a:cubicBezTo>
                    <a:pt x="9032" y="3343"/>
                    <a:pt x="9032" y="3343"/>
                    <a:pt x="9032" y="3343"/>
                  </a:cubicBezTo>
                  <a:cubicBezTo>
                    <a:pt x="9032" y="3410"/>
                    <a:pt x="9032" y="3410"/>
                    <a:pt x="9032" y="3410"/>
                  </a:cubicBezTo>
                  <a:cubicBezTo>
                    <a:pt x="8976" y="3410"/>
                    <a:pt x="8976" y="3410"/>
                    <a:pt x="8976" y="3410"/>
                  </a:cubicBezTo>
                  <a:cubicBezTo>
                    <a:pt x="8976" y="3410"/>
                    <a:pt x="8976" y="3410"/>
                    <a:pt x="8976" y="3410"/>
                  </a:cubicBezTo>
                  <a:cubicBezTo>
                    <a:pt x="9032" y="3477"/>
                    <a:pt x="9032" y="3477"/>
                    <a:pt x="9032" y="3477"/>
                  </a:cubicBezTo>
                  <a:cubicBezTo>
                    <a:pt x="9088" y="3410"/>
                    <a:pt x="9088" y="3410"/>
                    <a:pt x="9088" y="3410"/>
                  </a:cubicBezTo>
                  <a:cubicBezTo>
                    <a:pt x="9088" y="3410"/>
                    <a:pt x="9088" y="3410"/>
                    <a:pt x="9088" y="3410"/>
                  </a:cubicBezTo>
                  <a:cubicBezTo>
                    <a:pt x="9144" y="3410"/>
                    <a:pt x="9144" y="3410"/>
                    <a:pt x="9144" y="3410"/>
                  </a:cubicBezTo>
                  <a:cubicBezTo>
                    <a:pt x="9201" y="3410"/>
                    <a:pt x="9201" y="3410"/>
                    <a:pt x="9201" y="3410"/>
                  </a:cubicBezTo>
                  <a:cubicBezTo>
                    <a:pt x="9201" y="3477"/>
                    <a:pt x="9201" y="3477"/>
                    <a:pt x="9201" y="3477"/>
                  </a:cubicBezTo>
                  <a:cubicBezTo>
                    <a:pt x="9201" y="3544"/>
                    <a:pt x="9201" y="3544"/>
                    <a:pt x="9201" y="3544"/>
                  </a:cubicBezTo>
                  <a:cubicBezTo>
                    <a:pt x="9257" y="3544"/>
                    <a:pt x="9257" y="3544"/>
                    <a:pt x="9257" y="3544"/>
                  </a:cubicBezTo>
                  <a:close/>
                  <a:moveTo>
                    <a:pt x="14025" y="6553"/>
                  </a:moveTo>
                  <a:cubicBezTo>
                    <a:pt x="14025" y="6553"/>
                    <a:pt x="14025" y="6553"/>
                    <a:pt x="14025" y="6553"/>
                  </a:cubicBezTo>
                  <a:cubicBezTo>
                    <a:pt x="14082" y="6553"/>
                    <a:pt x="14082" y="6553"/>
                    <a:pt x="14082" y="6553"/>
                  </a:cubicBezTo>
                  <a:cubicBezTo>
                    <a:pt x="14082" y="6553"/>
                    <a:pt x="14082" y="6553"/>
                    <a:pt x="14082" y="6553"/>
                  </a:cubicBezTo>
                  <a:cubicBezTo>
                    <a:pt x="14025" y="6620"/>
                    <a:pt x="14025" y="6620"/>
                    <a:pt x="14025" y="6620"/>
                  </a:cubicBezTo>
                  <a:cubicBezTo>
                    <a:pt x="14025" y="6620"/>
                    <a:pt x="14025" y="6620"/>
                    <a:pt x="14025" y="6620"/>
                  </a:cubicBezTo>
                  <a:cubicBezTo>
                    <a:pt x="14025" y="6553"/>
                    <a:pt x="14025" y="6553"/>
                    <a:pt x="14025" y="6553"/>
                  </a:cubicBezTo>
                  <a:close/>
                  <a:moveTo>
                    <a:pt x="13464" y="5416"/>
                  </a:moveTo>
                  <a:cubicBezTo>
                    <a:pt x="13408" y="5349"/>
                    <a:pt x="13408" y="5349"/>
                    <a:pt x="13408" y="5349"/>
                  </a:cubicBezTo>
                  <a:cubicBezTo>
                    <a:pt x="13352" y="5349"/>
                    <a:pt x="13352" y="5349"/>
                    <a:pt x="13352" y="5349"/>
                  </a:cubicBezTo>
                  <a:cubicBezTo>
                    <a:pt x="13352" y="5349"/>
                    <a:pt x="13352" y="5349"/>
                    <a:pt x="13352" y="5349"/>
                  </a:cubicBezTo>
                  <a:cubicBezTo>
                    <a:pt x="13408" y="5349"/>
                    <a:pt x="13408" y="5349"/>
                    <a:pt x="13408" y="5349"/>
                  </a:cubicBezTo>
                  <a:cubicBezTo>
                    <a:pt x="13408" y="5416"/>
                    <a:pt x="13408" y="5416"/>
                    <a:pt x="13408" y="5416"/>
                  </a:cubicBezTo>
                  <a:cubicBezTo>
                    <a:pt x="13408" y="5416"/>
                    <a:pt x="13408" y="5416"/>
                    <a:pt x="13408" y="5416"/>
                  </a:cubicBezTo>
                  <a:cubicBezTo>
                    <a:pt x="13352" y="5416"/>
                    <a:pt x="13352" y="5416"/>
                    <a:pt x="13352" y="5416"/>
                  </a:cubicBezTo>
                  <a:cubicBezTo>
                    <a:pt x="13296" y="5416"/>
                    <a:pt x="13296" y="5416"/>
                    <a:pt x="13296" y="5416"/>
                  </a:cubicBezTo>
                  <a:cubicBezTo>
                    <a:pt x="13352" y="5483"/>
                    <a:pt x="13352" y="5483"/>
                    <a:pt x="13352" y="5483"/>
                  </a:cubicBezTo>
                  <a:cubicBezTo>
                    <a:pt x="13352" y="5483"/>
                    <a:pt x="13352" y="5483"/>
                    <a:pt x="13352" y="5483"/>
                  </a:cubicBezTo>
                  <a:cubicBezTo>
                    <a:pt x="13352" y="5550"/>
                    <a:pt x="13352" y="5550"/>
                    <a:pt x="13352" y="5550"/>
                  </a:cubicBezTo>
                  <a:cubicBezTo>
                    <a:pt x="13296" y="5483"/>
                    <a:pt x="13296" y="5483"/>
                    <a:pt x="13296" y="5483"/>
                  </a:cubicBezTo>
                  <a:cubicBezTo>
                    <a:pt x="13240" y="5550"/>
                    <a:pt x="13240" y="5550"/>
                    <a:pt x="13240" y="5550"/>
                  </a:cubicBezTo>
                  <a:cubicBezTo>
                    <a:pt x="13184" y="5550"/>
                    <a:pt x="13184" y="5550"/>
                    <a:pt x="13184" y="5550"/>
                  </a:cubicBezTo>
                  <a:cubicBezTo>
                    <a:pt x="13184" y="5617"/>
                    <a:pt x="13184" y="5617"/>
                    <a:pt x="13184" y="5617"/>
                  </a:cubicBezTo>
                  <a:cubicBezTo>
                    <a:pt x="13184" y="5617"/>
                    <a:pt x="13184" y="5617"/>
                    <a:pt x="13184" y="5617"/>
                  </a:cubicBezTo>
                  <a:cubicBezTo>
                    <a:pt x="13184" y="5617"/>
                    <a:pt x="13184" y="5617"/>
                    <a:pt x="13184" y="5617"/>
                  </a:cubicBezTo>
                  <a:cubicBezTo>
                    <a:pt x="13184" y="5617"/>
                    <a:pt x="13184" y="5617"/>
                    <a:pt x="13184" y="5617"/>
                  </a:cubicBezTo>
                  <a:cubicBezTo>
                    <a:pt x="13184" y="5684"/>
                    <a:pt x="13184" y="5684"/>
                    <a:pt x="13184" y="5684"/>
                  </a:cubicBezTo>
                  <a:cubicBezTo>
                    <a:pt x="13184" y="5684"/>
                    <a:pt x="13184" y="5684"/>
                    <a:pt x="13184" y="5684"/>
                  </a:cubicBezTo>
                  <a:cubicBezTo>
                    <a:pt x="13184" y="5684"/>
                    <a:pt x="13184" y="5684"/>
                    <a:pt x="13184" y="5684"/>
                  </a:cubicBezTo>
                  <a:cubicBezTo>
                    <a:pt x="13240" y="5684"/>
                    <a:pt x="13240" y="5684"/>
                    <a:pt x="13240" y="5684"/>
                  </a:cubicBezTo>
                  <a:cubicBezTo>
                    <a:pt x="13240" y="5684"/>
                    <a:pt x="13240" y="5684"/>
                    <a:pt x="13240" y="5684"/>
                  </a:cubicBezTo>
                  <a:cubicBezTo>
                    <a:pt x="13240" y="5751"/>
                    <a:pt x="13240" y="5751"/>
                    <a:pt x="13240" y="5751"/>
                  </a:cubicBezTo>
                  <a:cubicBezTo>
                    <a:pt x="13240" y="5751"/>
                    <a:pt x="13240" y="5751"/>
                    <a:pt x="13240" y="5751"/>
                  </a:cubicBezTo>
                  <a:cubicBezTo>
                    <a:pt x="13240" y="5751"/>
                    <a:pt x="13240" y="5751"/>
                    <a:pt x="13240" y="5751"/>
                  </a:cubicBezTo>
                  <a:cubicBezTo>
                    <a:pt x="13296" y="5751"/>
                    <a:pt x="13296" y="5751"/>
                    <a:pt x="13296" y="5751"/>
                  </a:cubicBezTo>
                  <a:cubicBezTo>
                    <a:pt x="13296" y="5751"/>
                    <a:pt x="13296" y="5751"/>
                    <a:pt x="13296" y="5751"/>
                  </a:cubicBezTo>
                  <a:cubicBezTo>
                    <a:pt x="13296" y="5817"/>
                    <a:pt x="13296" y="5817"/>
                    <a:pt x="13296" y="5817"/>
                  </a:cubicBezTo>
                  <a:cubicBezTo>
                    <a:pt x="13296" y="5817"/>
                    <a:pt x="13296" y="5817"/>
                    <a:pt x="13296" y="5817"/>
                  </a:cubicBezTo>
                  <a:cubicBezTo>
                    <a:pt x="13352" y="5817"/>
                    <a:pt x="13352" y="5817"/>
                    <a:pt x="13352" y="5817"/>
                  </a:cubicBezTo>
                  <a:cubicBezTo>
                    <a:pt x="13352" y="5817"/>
                    <a:pt x="13352" y="5817"/>
                    <a:pt x="13352" y="5817"/>
                  </a:cubicBezTo>
                  <a:cubicBezTo>
                    <a:pt x="13352" y="5884"/>
                    <a:pt x="13352" y="5884"/>
                    <a:pt x="13352" y="5884"/>
                  </a:cubicBezTo>
                  <a:cubicBezTo>
                    <a:pt x="13352" y="5884"/>
                    <a:pt x="13352" y="5884"/>
                    <a:pt x="13352" y="5884"/>
                  </a:cubicBezTo>
                  <a:cubicBezTo>
                    <a:pt x="13408" y="5884"/>
                    <a:pt x="13408" y="5884"/>
                    <a:pt x="13408" y="5884"/>
                  </a:cubicBezTo>
                  <a:cubicBezTo>
                    <a:pt x="13408" y="5951"/>
                    <a:pt x="13408" y="5951"/>
                    <a:pt x="13408" y="5951"/>
                  </a:cubicBezTo>
                  <a:cubicBezTo>
                    <a:pt x="13464" y="5951"/>
                    <a:pt x="13464" y="5951"/>
                    <a:pt x="13464" y="5951"/>
                  </a:cubicBezTo>
                  <a:cubicBezTo>
                    <a:pt x="13521" y="5951"/>
                    <a:pt x="13521" y="5951"/>
                    <a:pt x="13521" y="5951"/>
                  </a:cubicBezTo>
                  <a:cubicBezTo>
                    <a:pt x="13577" y="5951"/>
                    <a:pt x="13577" y="5951"/>
                    <a:pt x="13577" y="5951"/>
                  </a:cubicBezTo>
                  <a:cubicBezTo>
                    <a:pt x="13577" y="6018"/>
                    <a:pt x="13577" y="6018"/>
                    <a:pt x="13577" y="6018"/>
                  </a:cubicBezTo>
                  <a:cubicBezTo>
                    <a:pt x="13633" y="5951"/>
                    <a:pt x="13633" y="5951"/>
                    <a:pt x="13633" y="5951"/>
                  </a:cubicBezTo>
                  <a:cubicBezTo>
                    <a:pt x="13577" y="5951"/>
                    <a:pt x="13577" y="5951"/>
                    <a:pt x="13577" y="5951"/>
                  </a:cubicBezTo>
                  <a:cubicBezTo>
                    <a:pt x="13633" y="5951"/>
                    <a:pt x="13633" y="5951"/>
                    <a:pt x="13633" y="5951"/>
                  </a:cubicBezTo>
                  <a:cubicBezTo>
                    <a:pt x="13689" y="5884"/>
                    <a:pt x="13689" y="5884"/>
                    <a:pt x="13689" y="5884"/>
                  </a:cubicBezTo>
                  <a:cubicBezTo>
                    <a:pt x="13633" y="5817"/>
                    <a:pt x="13633" y="5817"/>
                    <a:pt x="13633" y="5817"/>
                  </a:cubicBezTo>
                  <a:cubicBezTo>
                    <a:pt x="13689" y="5751"/>
                    <a:pt x="13689" y="5751"/>
                    <a:pt x="13689" y="5751"/>
                  </a:cubicBezTo>
                  <a:cubicBezTo>
                    <a:pt x="13689" y="5684"/>
                    <a:pt x="13689" y="5684"/>
                    <a:pt x="13689" y="5684"/>
                  </a:cubicBezTo>
                  <a:cubicBezTo>
                    <a:pt x="13745" y="5617"/>
                    <a:pt x="13745" y="5617"/>
                    <a:pt x="13745" y="5617"/>
                  </a:cubicBezTo>
                  <a:cubicBezTo>
                    <a:pt x="13745" y="5550"/>
                    <a:pt x="13745" y="5550"/>
                    <a:pt x="13745" y="5550"/>
                  </a:cubicBezTo>
                  <a:cubicBezTo>
                    <a:pt x="13745" y="5550"/>
                    <a:pt x="13745" y="5550"/>
                    <a:pt x="13745" y="5550"/>
                  </a:cubicBezTo>
                  <a:cubicBezTo>
                    <a:pt x="13745" y="5483"/>
                    <a:pt x="13745" y="5483"/>
                    <a:pt x="13745" y="5483"/>
                  </a:cubicBezTo>
                  <a:cubicBezTo>
                    <a:pt x="13689" y="5416"/>
                    <a:pt x="13689" y="5416"/>
                    <a:pt x="13689" y="5416"/>
                  </a:cubicBezTo>
                  <a:cubicBezTo>
                    <a:pt x="13689" y="5416"/>
                    <a:pt x="13689" y="5416"/>
                    <a:pt x="13689" y="5416"/>
                  </a:cubicBezTo>
                  <a:cubicBezTo>
                    <a:pt x="13689" y="5349"/>
                    <a:pt x="13689" y="5349"/>
                    <a:pt x="13689" y="5349"/>
                  </a:cubicBezTo>
                  <a:cubicBezTo>
                    <a:pt x="13689" y="5349"/>
                    <a:pt x="13689" y="5349"/>
                    <a:pt x="13689" y="5349"/>
                  </a:cubicBezTo>
                  <a:cubicBezTo>
                    <a:pt x="13633" y="5282"/>
                    <a:pt x="13633" y="5282"/>
                    <a:pt x="13633" y="5282"/>
                  </a:cubicBezTo>
                  <a:cubicBezTo>
                    <a:pt x="13577" y="5282"/>
                    <a:pt x="13577" y="5282"/>
                    <a:pt x="13577" y="5282"/>
                  </a:cubicBezTo>
                  <a:cubicBezTo>
                    <a:pt x="13521" y="5282"/>
                    <a:pt x="13521" y="5282"/>
                    <a:pt x="13521" y="5282"/>
                  </a:cubicBezTo>
                  <a:cubicBezTo>
                    <a:pt x="13464" y="5282"/>
                    <a:pt x="13464" y="5282"/>
                    <a:pt x="13464" y="5282"/>
                  </a:cubicBezTo>
                  <a:cubicBezTo>
                    <a:pt x="13464" y="5349"/>
                    <a:pt x="13464" y="5349"/>
                    <a:pt x="13464" y="5349"/>
                  </a:cubicBezTo>
                  <a:cubicBezTo>
                    <a:pt x="13464" y="5349"/>
                    <a:pt x="13464" y="5349"/>
                    <a:pt x="13464" y="5349"/>
                  </a:cubicBezTo>
                  <a:cubicBezTo>
                    <a:pt x="13464" y="5416"/>
                    <a:pt x="13464" y="5416"/>
                    <a:pt x="13464" y="5416"/>
                  </a:cubicBezTo>
                  <a:cubicBezTo>
                    <a:pt x="13464" y="5416"/>
                    <a:pt x="13464" y="5416"/>
                    <a:pt x="13464" y="5416"/>
                  </a:cubicBezTo>
                  <a:close/>
                  <a:moveTo>
                    <a:pt x="13745" y="4948"/>
                  </a:moveTo>
                  <a:cubicBezTo>
                    <a:pt x="13745" y="4948"/>
                    <a:pt x="13745" y="4948"/>
                    <a:pt x="13745" y="4948"/>
                  </a:cubicBezTo>
                  <a:cubicBezTo>
                    <a:pt x="13745" y="4948"/>
                    <a:pt x="13745" y="4948"/>
                    <a:pt x="13745" y="4948"/>
                  </a:cubicBezTo>
                  <a:cubicBezTo>
                    <a:pt x="13801" y="4948"/>
                    <a:pt x="13801" y="4948"/>
                    <a:pt x="13801" y="4948"/>
                  </a:cubicBezTo>
                  <a:cubicBezTo>
                    <a:pt x="13801" y="4948"/>
                    <a:pt x="13801" y="4948"/>
                    <a:pt x="13745" y="4948"/>
                  </a:cubicBezTo>
                  <a:close/>
                  <a:moveTo>
                    <a:pt x="13689" y="5216"/>
                  </a:moveTo>
                  <a:cubicBezTo>
                    <a:pt x="13689" y="5216"/>
                    <a:pt x="13689" y="5216"/>
                    <a:pt x="13689" y="5216"/>
                  </a:cubicBezTo>
                  <a:cubicBezTo>
                    <a:pt x="13689" y="5216"/>
                    <a:pt x="13689" y="5216"/>
                    <a:pt x="13689" y="5216"/>
                  </a:cubicBezTo>
                  <a:cubicBezTo>
                    <a:pt x="13689" y="5149"/>
                    <a:pt x="13689" y="5149"/>
                    <a:pt x="13689" y="5149"/>
                  </a:cubicBezTo>
                  <a:cubicBezTo>
                    <a:pt x="13689" y="5149"/>
                    <a:pt x="13689" y="5149"/>
                    <a:pt x="13689" y="5149"/>
                  </a:cubicBezTo>
                  <a:cubicBezTo>
                    <a:pt x="13689" y="5082"/>
                    <a:pt x="13689" y="5082"/>
                    <a:pt x="13689" y="5082"/>
                  </a:cubicBezTo>
                  <a:cubicBezTo>
                    <a:pt x="13689" y="5082"/>
                    <a:pt x="13689" y="5082"/>
                    <a:pt x="13689" y="5082"/>
                  </a:cubicBezTo>
                  <a:cubicBezTo>
                    <a:pt x="13801" y="5082"/>
                    <a:pt x="13801" y="5082"/>
                    <a:pt x="13801" y="5082"/>
                  </a:cubicBezTo>
                  <a:cubicBezTo>
                    <a:pt x="13745" y="5149"/>
                    <a:pt x="13745" y="5149"/>
                    <a:pt x="13745" y="5149"/>
                  </a:cubicBezTo>
                  <a:cubicBezTo>
                    <a:pt x="13745" y="5216"/>
                    <a:pt x="13745" y="5216"/>
                    <a:pt x="13745" y="5216"/>
                  </a:cubicBezTo>
                  <a:cubicBezTo>
                    <a:pt x="13745" y="5216"/>
                    <a:pt x="13689" y="5216"/>
                    <a:pt x="13689" y="5216"/>
                  </a:cubicBezTo>
                  <a:close/>
                  <a:moveTo>
                    <a:pt x="13352" y="5149"/>
                  </a:moveTo>
                  <a:cubicBezTo>
                    <a:pt x="13352" y="5082"/>
                    <a:pt x="13352" y="5082"/>
                    <a:pt x="13352" y="5082"/>
                  </a:cubicBezTo>
                  <a:cubicBezTo>
                    <a:pt x="13352" y="5082"/>
                    <a:pt x="13352" y="5082"/>
                    <a:pt x="13352" y="5082"/>
                  </a:cubicBezTo>
                  <a:cubicBezTo>
                    <a:pt x="13408" y="5082"/>
                    <a:pt x="13408" y="5082"/>
                    <a:pt x="13408" y="5082"/>
                  </a:cubicBezTo>
                  <a:cubicBezTo>
                    <a:pt x="13408" y="5082"/>
                    <a:pt x="13408" y="5082"/>
                    <a:pt x="13408" y="5082"/>
                  </a:cubicBezTo>
                  <a:cubicBezTo>
                    <a:pt x="13408" y="5082"/>
                    <a:pt x="13408" y="5082"/>
                    <a:pt x="13408" y="5082"/>
                  </a:cubicBezTo>
                  <a:cubicBezTo>
                    <a:pt x="13408" y="5149"/>
                    <a:pt x="13408" y="5149"/>
                    <a:pt x="13408" y="5149"/>
                  </a:cubicBezTo>
                  <a:cubicBezTo>
                    <a:pt x="13352" y="5149"/>
                    <a:pt x="13352" y="5149"/>
                    <a:pt x="13352" y="5149"/>
                  </a:cubicBezTo>
                  <a:close/>
                  <a:moveTo>
                    <a:pt x="13296" y="5216"/>
                  </a:moveTo>
                  <a:cubicBezTo>
                    <a:pt x="13296" y="5149"/>
                    <a:pt x="13296" y="5149"/>
                    <a:pt x="13296" y="5149"/>
                  </a:cubicBezTo>
                  <a:cubicBezTo>
                    <a:pt x="13296" y="5149"/>
                    <a:pt x="13296" y="5149"/>
                    <a:pt x="13296" y="5149"/>
                  </a:cubicBezTo>
                  <a:cubicBezTo>
                    <a:pt x="13296" y="5149"/>
                    <a:pt x="13296" y="5149"/>
                    <a:pt x="13296" y="5149"/>
                  </a:cubicBezTo>
                  <a:cubicBezTo>
                    <a:pt x="13296" y="5149"/>
                    <a:pt x="13296" y="5149"/>
                    <a:pt x="13296" y="5149"/>
                  </a:cubicBezTo>
                  <a:cubicBezTo>
                    <a:pt x="13296" y="5216"/>
                    <a:pt x="13296" y="5216"/>
                    <a:pt x="13296" y="5216"/>
                  </a:cubicBezTo>
                  <a:close/>
                  <a:moveTo>
                    <a:pt x="13352" y="5282"/>
                  </a:moveTo>
                  <a:cubicBezTo>
                    <a:pt x="13352" y="5282"/>
                    <a:pt x="13352" y="5282"/>
                    <a:pt x="13352" y="5282"/>
                  </a:cubicBezTo>
                  <a:cubicBezTo>
                    <a:pt x="13352" y="5282"/>
                    <a:pt x="13352" y="5282"/>
                    <a:pt x="13352" y="5282"/>
                  </a:cubicBezTo>
                  <a:cubicBezTo>
                    <a:pt x="13352" y="5216"/>
                    <a:pt x="13352" y="5216"/>
                    <a:pt x="13352" y="5216"/>
                  </a:cubicBezTo>
                  <a:cubicBezTo>
                    <a:pt x="13352" y="5216"/>
                    <a:pt x="13352" y="5216"/>
                    <a:pt x="13352" y="5216"/>
                  </a:cubicBezTo>
                  <a:cubicBezTo>
                    <a:pt x="13408" y="5216"/>
                    <a:pt x="13408" y="5216"/>
                    <a:pt x="13408" y="5216"/>
                  </a:cubicBezTo>
                  <a:cubicBezTo>
                    <a:pt x="13408" y="5282"/>
                    <a:pt x="13408" y="5282"/>
                    <a:pt x="13408" y="5282"/>
                  </a:cubicBezTo>
                  <a:cubicBezTo>
                    <a:pt x="13352" y="5282"/>
                    <a:pt x="13352" y="5282"/>
                    <a:pt x="13352" y="5282"/>
                  </a:cubicBezTo>
                  <a:cubicBezTo>
                    <a:pt x="13352" y="5282"/>
                    <a:pt x="13352" y="5282"/>
                    <a:pt x="13352" y="5282"/>
                  </a:cubicBezTo>
                  <a:close/>
                  <a:moveTo>
                    <a:pt x="13240" y="5349"/>
                  </a:moveTo>
                  <a:cubicBezTo>
                    <a:pt x="13240" y="5349"/>
                    <a:pt x="13240" y="5349"/>
                    <a:pt x="13240" y="5349"/>
                  </a:cubicBezTo>
                  <a:cubicBezTo>
                    <a:pt x="13184" y="5282"/>
                    <a:pt x="13184" y="5282"/>
                    <a:pt x="13184" y="5282"/>
                  </a:cubicBezTo>
                  <a:cubicBezTo>
                    <a:pt x="13240" y="5282"/>
                    <a:pt x="13240" y="5282"/>
                    <a:pt x="13240" y="5282"/>
                  </a:cubicBezTo>
                  <a:cubicBezTo>
                    <a:pt x="13240" y="5216"/>
                    <a:pt x="13240" y="5216"/>
                    <a:pt x="13240" y="5216"/>
                  </a:cubicBezTo>
                  <a:cubicBezTo>
                    <a:pt x="13296" y="5216"/>
                    <a:pt x="13296" y="5216"/>
                    <a:pt x="13296" y="5216"/>
                  </a:cubicBezTo>
                  <a:cubicBezTo>
                    <a:pt x="13296" y="5216"/>
                    <a:pt x="13296" y="5216"/>
                    <a:pt x="13296" y="5216"/>
                  </a:cubicBezTo>
                  <a:cubicBezTo>
                    <a:pt x="13296" y="5282"/>
                    <a:pt x="13296" y="5282"/>
                    <a:pt x="13296" y="5282"/>
                  </a:cubicBezTo>
                  <a:cubicBezTo>
                    <a:pt x="13296" y="5282"/>
                    <a:pt x="13296" y="5282"/>
                    <a:pt x="13296" y="5282"/>
                  </a:cubicBezTo>
                  <a:cubicBezTo>
                    <a:pt x="13296" y="5349"/>
                    <a:pt x="13296" y="5349"/>
                    <a:pt x="13296" y="5349"/>
                  </a:cubicBezTo>
                  <a:cubicBezTo>
                    <a:pt x="13296" y="5349"/>
                    <a:pt x="13296" y="5349"/>
                    <a:pt x="13296" y="5349"/>
                  </a:cubicBezTo>
                  <a:cubicBezTo>
                    <a:pt x="13240" y="5349"/>
                    <a:pt x="13240" y="5349"/>
                    <a:pt x="13240" y="5349"/>
                  </a:cubicBezTo>
                  <a:cubicBezTo>
                    <a:pt x="13240" y="5349"/>
                    <a:pt x="13240" y="5349"/>
                    <a:pt x="13240" y="5349"/>
                  </a:cubicBezTo>
                  <a:close/>
                  <a:moveTo>
                    <a:pt x="13128" y="5416"/>
                  </a:moveTo>
                  <a:cubicBezTo>
                    <a:pt x="13128" y="5349"/>
                    <a:pt x="13128" y="5349"/>
                    <a:pt x="13128" y="5349"/>
                  </a:cubicBezTo>
                  <a:cubicBezTo>
                    <a:pt x="13128" y="5349"/>
                    <a:pt x="13128" y="5349"/>
                    <a:pt x="13128" y="5349"/>
                  </a:cubicBezTo>
                  <a:cubicBezTo>
                    <a:pt x="13128" y="5349"/>
                    <a:pt x="13128" y="5349"/>
                    <a:pt x="13128" y="5349"/>
                  </a:cubicBezTo>
                  <a:cubicBezTo>
                    <a:pt x="13128" y="5349"/>
                    <a:pt x="13128" y="5349"/>
                    <a:pt x="13128" y="5349"/>
                  </a:cubicBezTo>
                  <a:cubicBezTo>
                    <a:pt x="13128" y="5416"/>
                    <a:pt x="13128" y="5416"/>
                    <a:pt x="13128" y="5416"/>
                  </a:cubicBezTo>
                  <a:close/>
                  <a:moveTo>
                    <a:pt x="12623" y="5483"/>
                  </a:moveTo>
                  <a:cubicBezTo>
                    <a:pt x="12567" y="5416"/>
                    <a:pt x="12567" y="5416"/>
                    <a:pt x="12567" y="5416"/>
                  </a:cubicBezTo>
                  <a:cubicBezTo>
                    <a:pt x="12511" y="5416"/>
                    <a:pt x="12511" y="5416"/>
                    <a:pt x="12511" y="5416"/>
                  </a:cubicBezTo>
                  <a:cubicBezTo>
                    <a:pt x="12511" y="5416"/>
                    <a:pt x="12511" y="5416"/>
                    <a:pt x="12511" y="5416"/>
                  </a:cubicBezTo>
                  <a:cubicBezTo>
                    <a:pt x="12511" y="5349"/>
                    <a:pt x="12511" y="5349"/>
                    <a:pt x="12511" y="5349"/>
                  </a:cubicBezTo>
                  <a:cubicBezTo>
                    <a:pt x="12511" y="5349"/>
                    <a:pt x="12511" y="5349"/>
                    <a:pt x="12511" y="5349"/>
                  </a:cubicBezTo>
                  <a:cubicBezTo>
                    <a:pt x="12511" y="5282"/>
                    <a:pt x="12511" y="5282"/>
                    <a:pt x="12511" y="5282"/>
                  </a:cubicBezTo>
                  <a:cubicBezTo>
                    <a:pt x="12567" y="5216"/>
                    <a:pt x="12567" y="5216"/>
                    <a:pt x="12567" y="5216"/>
                  </a:cubicBezTo>
                  <a:cubicBezTo>
                    <a:pt x="12567" y="5282"/>
                    <a:pt x="12567" y="5282"/>
                    <a:pt x="12567" y="5282"/>
                  </a:cubicBezTo>
                  <a:cubicBezTo>
                    <a:pt x="12567" y="5282"/>
                    <a:pt x="12567" y="5282"/>
                    <a:pt x="12567" y="5282"/>
                  </a:cubicBezTo>
                  <a:cubicBezTo>
                    <a:pt x="12623" y="5282"/>
                    <a:pt x="12623" y="5282"/>
                    <a:pt x="12623" y="5282"/>
                  </a:cubicBezTo>
                  <a:cubicBezTo>
                    <a:pt x="12567" y="5216"/>
                    <a:pt x="12567" y="5216"/>
                    <a:pt x="12567" y="5216"/>
                  </a:cubicBezTo>
                  <a:cubicBezTo>
                    <a:pt x="12567" y="5216"/>
                    <a:pt x="12567" y="5216"/>
                    <a:pt x="12567" y="5216"/>
                  </a:cubicBezTo>
                  <a:cubicBezTo>
                    <a:pt x="12567" y="5216"/>
                    <a:pt x="12567" y="5216"/>
                    <a:pt x="12567" y="5216"/>
                  </a:cubicBezTo>
                  <a:cubicBezTo>
                    <a:pt x="12511" y="5149"/>
                    <a:pt x="12511" y="5149"/>
                    <a:pt x="12511" y="5149"/>
                  </a:cubicBezTo>
                  <a:cubicBezTo>
                    <a:pt x="12511" y="5149"/>
                    <a:pt x="12511" y="5149"/>
                    <a:pt x="12511" y="5149"/>
                  </a:cubicBezTo>
                  <a:cubicBezTo>
                    <a:pt x="12511" y="5149"/>
                    <a:pt x="12511" y="5149"/>
                    <a:pt x="12511" y="5149"/>
                  </a:cubicBezTo>
                  <a:cubicBezTo>
                    <a:pt x="12511" y="5149"/>
                    <a:pt x="12511" y="5149"/>
                    <a:pt x="12511" y="5149"/>
                  </a:cubicBezTo>
                  <a:cubicBezTo>
                    <a:pt x="12567" y="5149"/>
                    <a:pt x="12567" y="5149"/>
                    <a:pt x="12567" y="5149"/>
                  </a:cubicBezTo>
                  <a:cubicBezTo>
                    <a:pt x="12567" y="5149"/>
                    <a:pt x="12567" y="5149"/>
                    <a:pt x="12567" y="5149"/>
                  </a:cubicBezTo>
                  <a:cubicBezTo>
                    <a:pt x="12567" y="5082"/>
                    <a:pt x="12567" y="5082"/>
                    <a:pt x="12567" y="5082"/>
                  </a:cubicBezTo>
                  <a:cubicBezTo>
                    <a:pt x="12623" y="5082"/>
                    <a:pt x="12623" y="5082"/>
                    <a:pt x="12623" y="5082"/>
                  </a:cubicBezTo>
                  <a:cubicBezTo>
                    <a:pt x="12623" y="5082"/>
                    <a:pt x="12623" y="5082"/>
                    <a:pt x="12623" y="5082"/>
                  </a:cubicBezTo>
                  <a:cubicBezTo>
                    <a:pt x="12735" y="5149"/>
                    <a:pt x="12735" y="5149"/>
                    <a:pt x="12735" y="5149"/>
                  </a:cubicBezTo>
                  <a:cubicBezTo>
                    <a:pt x="12735" y="5082"/>
                    <a:pt x="12735" y="5082"/>
                    <a:pt x="12735" y="5082"/>
                  </a:cubicBezTo>
                  <a:cubicBezTo>
                    <a:pt x="12735" y="5082"/>
                    <a:pt x="12735" y="5082"/>
                    <a:pt x="12735" y="5082"/>
                  </a:cubicBezTo>
                  <a:cubicBezTo>
                    <a:pt x="12679" y="5082"/>
                    <a:pt x="12679" y="5082"/>
                    <a:pt x="12679" y="5082"/>
                  </a:cubicBezTo>
                  <a:cubicBezTo>
                    <a:pt x="12679" y="5082"/>
                    <a:pt x="12679" y="5082"/>
                    <a:pt x="12679" y="5082"/>
                  </a:cubicBezTo>
                  <a:cubicBezTo>
                    <a:pt x="12791" y="5082"/>
                    <a:pt x="12791" y="5082"/>
                    <a:pt x="12791" y="5082"/>
                  </a:cubicBezTo>
                  <a:cubicBezTo>
                    <a:pt x="12791" y="5015"/>
                    <a:pt x="12791" y="5015"/>
                    <a:pt x="12791" y="5015"/>
                  </a:cubicBezTo>
                  <a:cubicBezTo>
                    <a:pt x="12903" y="5015"/>
                    <a:pt x="12903" y="5015"/>
                    <a:pt x="12903" y="5015"/>
                  </a:cubicBezTo>
                  <a:cubicBezTo>
                    <a:pt x="12903" y="5015"/>
                    <a:pt x="12903" y="5015"/>
                    <a:pt x="12903" y="5015"/>
                  </a:cubicBezTo>
                  <a:cubicBezTo>
                    <a:pt x="12960" y="5015"/>
                    <a:pt x="12960" y="5015"/>
                    <a:pt x="12960" y="5015"/>
                  </a:cubicBezTo>
                  <a:cubicBezTo>
                    <a:pt x="12960" y="5015"/>
                    <a:pt x="12960" y="5015"/>
                    <a:pt x="12960" y="5015"/>
                  </a:cubicBezTo>
                  <a:cubicBezTo>
                    <a:pt x="12735" y="4948"/>
                    <a:pt x="12735" y="4948"/>
                    <a:pt x="12735" y="4948"/>
                  </a:cubicBezTo>
                  <a:cubicBezTo>
                    <a:pt x="12679" y="4948"/>
                    <a:pt x="12679" y="4948"/>
                    <a:pt x="12679" y="4948"/>
                  </a:cubicBezTo>
                  <a:cubicBezTo>
                    <a:pt x="12679" y="4948"/>
                    <a:pt x="12679" y="4948"/>
                    <a:pt x="12679" y="4948"/>
                  </a:cubicBezTo>
                  <a:cubicBezTo>
                    <a:pt x="12567" y="4948"/>
                    <a:pt x="12567" y="4948"/>
                    <a:pt x="12567" y="4948"/>
                  </a:cubicBezTo>
                  <a:cubicBezTo>
                    <a:pt x="12511" y="4948"/>
                    <a:pt x="12511" y="4948"/>
                    <a:pt x="12511" y="4948"/>
                  </a:cubicBezTo>
                  <a:cubicBezTo>
                    <a:pt x="12511" y="4948"/>
                    <a:pt x="12511" y="4948"/>
                    <a:pt x="12511" y="4948"/>
                  </a:cubicBezTo>
                  <a:cubicBezTo>
                    <a:pt x="12455" y="4881"/>
                    <a:pt x="12455" y="4881"/>
                    <a:pt x="12455" y="4881"/>
                  </a:cubicBezTo>
                  <a:cubicBezTo>
                    <a:pt x="12398" y="4881"/>
                    <a:pt x="12398" y="4881"/>
                    <a:pt x="12398" y="4881"/>
                  </a:cubicBezTo>
                  <a:cubicBezTo>
                    <a:pt x="12398" y="4948"/>
                    <a:pt x="12398" y="4948"/>
                    <a:pt x="12398" y="4948"/>
                  </a:cubicBezTo>
                  <a:cubicBezTo>
                    <a:pt x="12398" y="4948"/>
                    <a:pt x="12398" y="4948"/>
                    <a:pt x="12398" y="4948"/>
                  </a:cubicBezTo>
                  <a:cubicBezTo>
                    <a:pt x="12342" y="4948"/>
                    <a:pt x="12342" y="4948"/>
                    <a:pt x="12342" y="4948"/>
                  </a:cubicBezTo>
                  <a:cubicBezTo>
                    <a:pt x="12342" y="4881"/>
                    <a:pt x="12342" y="4881"/>
                    <a:pt x="12342" y="4881"/>
                  </a:cubicBezTo>
                  <a:cubicBezTo>
                    <a:pt x="12342" y="4814"/>
                    <a:pt x="12342" y="4814"/>
                    <a:pt x="12342" y="4814"/>
                  </a:cubicBezTo>
                  <a:cubicBezTo>
                    <a:pt x="12342" y="4881"/>
                    <a:pt x="12342" y="4881"/>
                    <a:pt x="12342" y="4881"/>
                  </a:cubicBezTo>
                  <a:cubicBezTo>
                    <a:pt x="12398" y="4814"/>
                    <a:pt x="12398" y="4814"/>
                    <a:pt x="12398" y="4814"/>
                  </a:cubicBezTo>
                  <a:cubicBezTo>
                    <a:pt x="12398" y="4814"/>
                    <a:pt x="12398" y="4814"/>
                    <a:pt x="12398" y="4814"/>
                  </a:cubicBezTo>
                  <a:cubicBezTo>
                    <a:pt x="12455" y="4814"/>
                    <a:pt x="12455" y="4814"/>
                    <a:pt x="12455" y="4814"/>
                  </a:cubicBezTo>
                  <a:cubicBezTo>
                    <a:pt x="12455" y="4814"/>
                    <a:pt x="12455" y="4814"/>
                    <a:pt x="12455" y="4814"/>
                  </a:cubicBezTo>
                  <a:cubicBezTo>
                    <a:pt x="12455" y="4747"/>
                    <a:pt x="12455" y="4747"/>
                    <a:pt x="12455" y="4747"/>
                  </a:cubicBezTo>
                  <a:cubicBezTo>
                    <a:pt x="12455" y="4747"/>
                    <a:pt x="12455" y="4747"/>
                    <a:pt x="12455" y="4747"/>
                  </a:cubicBezTo>
                  <a:cubicBezTo>
                    <a:pt x="12511" y="4747"/>
                    <a:pt x="12511" y="4747"/>
                    <a:pt x="12511" y="4747"/>
                  </a:cubicBezTo>
                  <a:cubicBezTo>
                    <a:pt x="12567" y="4747"/>
                    <a:pt x="12567" y="4747"/>
                    <a:pt x="12567" y="4747"/>
                  </a:cubicBezTo>
                  <a:cubicBezTo>
                    <a:pt x="12567" y="4747"/>
                    <a:pt x="12567" y="4747"/>
                    <a:pt x="12567" y="4747"/>
                  </a:cubicBezTo>
                  <a:cubicBezTo>
                    <a:pt x="12567" y="4814"/>
                    <a:pt x="12567" y="4814"/>
                    <a:pt x="12567" y="4814"/>
                  </a:cubicBezTo>
                  <a:cubicBezTo>
                    <a:pt x="12567" y="4881"/>
                    <a:pt x="12567" y="4881"/>
                    <a:pt x="12567" y="4881"/>
                  </a:cubicBezTo>
                  <a:cubicBezTo>
                    <a:pt x="12623" y="4881"/>
                    <a:pt x="12623" y="4881"/>
                    <a:pt x="12623" y="4881"/>
                  </a:cubicBezTo>
                  <a:cubicBezTo>
                    <a:pt x="12623" y="4814"/>
                    <a:pt x="12623" y="4814"/>
                    <a:pt x="12623" y="4814"/>
                  </a:cubicBezTo>
                  <a:cubicBezTo>
                    <a:pt x="12623" y="4814"/>
                    <a:pt x="12623" y="4814"/>
                    <a:pt x="12623" y="4814"/>
                  </a:cubicBezTo>
                  <a:cubicBezTo>
                    <a:pt x="12567" y="4747"/>
                    <a:pt x="12567" y="4747"/>
                    <a:pt x="12567" y="4747"/>
                  </a:cubicBezTo>
                  <a:cubicBezTo>
                    <a:pt x="12623" y="4681"/>
                    <a:pt x="12623" y="4681"/>
                    <a:pt x="12623" y="4681"/>
                  </a:cubicBezTo>
                  <a:cubicBezTo>
                    <a:pt x="12679" y="4681"/>
                    <a:pt x="12679" y="4681"/>
                    <a:pt x="12679" y="4681"/>
                  </a:cubicBezTo>
                  <a:cubicBezTo>
                    <a:pt x="12679" y="4681"/>
                    <a:pt x="12679" y="4681"/>
                    <a:pt x="12679" y="4681"/>
                  </a:cubicBezTo>
                  <a:cubicBezTo>
                    <a:pt x="12623" y="4614"/>
                    <a:pt x="12623" y="4614"/>
                    <a:pt x="12623" y="4614"/>
                  </a:cubicBezTo>
                  <a:cubicBezTo>
                    <a:pt x="12623" y="4547"/>
                    <a:pt x="12623" y="4547"/>
                    <a:pt x="12623" y="4547"/>
                  </a:cubicBezTo>
                  <a:cubicBezTo>
                    <a:pt x="12679" y="4547"/>
                    <a:pt x="12679" y="4547"/>
                    <a:pt x="12679" y="4547"/>
                  </a:cubicBezTo>
                  <a:cubicBezTo>
                    <a:pt x="12679" y="4547"/>
                    <a:pt x="12679" y="4547"/>
                    <a:pt x="12679" y="4547"/>
                  </a:cubicBezTo>
                  <a:cubicBezTo>
                    <a:pt x="12735" y="4480"/>
                    <a:pt x="12735" y="4480"/>
                    <a:pt x="12735" y="4480"/>
                  </a:cubicBezTo>
                  <a:cubicBezTo>
                    <a:pt x="12735" y="4480"/>
                    <a:pt x="12735" y="4480"/>
                    <a:pt x="12735" y="4480"/>
                  </a:cubicBezTo>
                  <a:cubicBezTo>
                    <a:pt x="12679" y="4480"/>
                    <a:pt x="12679" y="4480"/>
                    <a:pt x="12679" y="4480"/>
                  </a:cubicBezTo>
                  <a:cubicBezTo>
                    <a:pt x="12679" y="4480"/>
                    <a:pt x="12679" y="4480"/>
                    <a:pt x="12679" y="4480"/>
                  </a:cubicBezTo>
                  <a:cubicBezTo>
                    <a:pt x="12679" y="4413"/>
                    <a:pt x="12679" y="4413"/>
                    <a:pt x="12679" y="4413"/>
                  </a:cubicBezTo>
                  <a:cubicBezTo>
                    <a:pt x="12735" y="4413"/>
                    <a:pt x="12735" y="4413"/>
                    <a:pt x="12735" y="4413"/>
                  </a:cubicBezTo>
                  <a:cubicBezTo>
                    <a:pt x="12735" y="4346"/>
                    <a:pt x="12735" y="4346"/>
                    <a:pt x="12735" y="4346"/>
                  </a:cubicBezTo>
                  <a:cubicBezTo>
                    <a:pt x="12791" y="4346"/>
                    <a:pt x="12791" y="4346"/>
                    <a:pt x="12791" y="4346"/>
                  </a:cubicBezTo>
                  <a:cubicBezTo>
                    <a:pt x="12791" y="4346"/>
                    <a:pt x="12791" y="4346"/>
                    <a:pt x="12791" y="4346"/>
                  </a:cubicBezTo>
                  <a:cubicBezTo>
                    <a:pt x="12791" y="4413"/>
                    <a:pt x="12791" y="4413"/>
                    <a:pt x="12791" y="4413"/>
                  </a:cubicBezTo>
                  <a:cubicBezTo>
                    <a:pt x="12847" y="4413"/>
                    <a:pt x="12847" y="4413"/>
                    <a:pt x="12847" y="4413"/>
                  </a:cubicBezTo>
                  <a:cubicBezTo>
                    <a:pt x="12847" y="4480"/>
                    <a:pt x="12847" y="4480"/>
                    <a:pt x="12847" y="4480"/>
                  </a:cubicBezTo>
                  <a:cubicBezTo>
                    <a:pt x="12847" y="4480"/>
                    <a:pt x="12847" y="4480"/>
                    <a:pt x="12847" y="4480"/>
                  </a:cubicBezTo>
                  <a:cubicBezTo>
                    <a:pt x="12847" y="4547"/>
                    <a:pt x="12847" y="4547"/>
                    <a:pt x="12847" y="4547"/>
                  </a:cubicBezTo>
                  <a:cubicBezTo>
                    <a:pt x="12847" y="4547"/>
                    <a:pt x="12847" y="4547"/>
                    <a:pt x="12847" y="4547"/>
                  </a:cubicBezTo>
                  <a:cubicBezTo>
                    <a:pt x="12903" y="4747"/>
                    <a:pt x="12903" y="4747"/>
                    <a:pt x="12903" y="4747"/>
                  </a:cubicBezTo>
                  <a:cubicBezTo>
                    <a:pt x="12847" y="4747"/>
                    <a:pt x="12847" y="4747"/>
                    <a:pt x="12847" y="4747"/>
                  </a:cubicBezTo>
                  <a:cubicBezTo>
                    <a:pt x="12847" y="4814"/>
                    <a:pt x="12847" y="4814"/>
                    <a:pt x="12847" y="4814"/>
                  </a:cubicBezTo>
                  <a:cubicBezTo>
                    <a:pt x="12903" y="4814"/>
                    <a:pt x="12903" y="4814"/>
                    <a:pt x="12903" y="4814"/>
                  </a:cubicBezTo>
                  <a:cubicBezTo>
                    <a:pt x="12960" y="4814"/>
                    <a:pt x="12960" y="4814"/>
                    <a:pt x="12960" y="4814"/>
                  </a:cubicBezTo>
                  <a:cubicBezTo>
                    <a:pt x="12960" y="4747"/>
                    <a:pt x="12960" y="4747"/>
                    <a:pt x="12960" y="4747"/>
                  </a:cubicBezTo>
                  <a:cubicBezTo>
                    <a:pt x="12960" y="4681"/>
                    <a:pt x="12960" y="4681"/>
                    <a:pt x="12960" y="4681"/>
                  </a:cubicBezTo>
                  <a:cubicBezTo>
                    <a:pt x="13016" y="4681"/>
                    <a:pt x="13016" y="4681"/>
                    <a:pt x="13016" y="4681"/>
                  </a:cubicBezTo>
                  <a:cubicBezTo>
                    <a:pt x="13016" y="4614"/>
                    <a:pt x="13016" y="4614"/>
                    <a:pt x="13016" y="4614"/>
                  </a:cubicBezTo>
                  <a:cubicBezTo>
                    <a:pt x="12903" y="4547"/>
                    <a:pt x="12903" y="4547"/>
                    <a:pt x="12903" y="4547"/>
                  </a:cubicBezTo>
                  <a:cubicBezTo>
                    <a:pt x="12903" y="4547"/>
                    <a:pt x="12903" y="4547"/>
                    <a:pt x="12903" y="4547"/>
                  </a:cubicBezTo>
                  <a:cubicBezTo>
                    <a:pt x="12960" y="4547"/>
                    <a:pt x="12960" y="4547"/>
                    <a:pt x="12960" y="4547"/>
                  </a:cubicBezTo>
                  <a:cubicBezTo>
                    <a:pt x="13016" y="4547"/>
                    <a:pt x="13016" y="4547"/>
                    <a:pt x="13016" y="4547"/>
                  </a:cubicBezTo>
                  <a:cubicBezTo>
                    <a:pt x="13016" y="4547"/>
                    <a:pt x="13016" y="4547"/>
                    <a:pt x="13016" y="4547"/>
                  </a:cubicBezTo>
                  <a:cubicBezTo>
                    <a:pt x="12960" y="4480"/>
                    <a:pt x="12960" y="4480"/>
                    <a:pt x="12960" y="4480"/>
                  </a:cubicBezTo>
                  <a:cubicBezTo>
                    <a:pt x="12960" y="4413"/>
                    <a:pt x="12960" y="4413"/>
                    <a:pt x="12960" y="4413"/>
                  </a:cubicBezTo>
                  <a:cubicBezTo>
                    <a:pt x="12960" y="4346"/>
                    <a:pt x="12960" y="4346"/>
                    <a:pt x="12960" y="4346"/>
                  </a:cubicBezTo>
                  <a:cubicBezTo>
                    <a:pt x="12960" y="4279"/>
                    <a:pt x="12960" y="4279"/>
                    <a:pt x="12960" y="4279"/>
                  </a:cubicBezTo>
                  <a:cubicBezTo>
                    <a:pt x="13016" y="4279"/>
                    <a:pt x="13016" y="4279"/>
                    <a:pt x="13016" y="4279"/>
                  </a:cubicBezTo>
                  <a:cubicBezTo>
                    <a:pt x="13016" y="4279"/>
                    <a:pt x="13016" y="4279"/>
                    <a:pt x="13016" y="4279"/>
                  </a:cubicBezTo>
                  <a:cubicBezTo>
                    <a:pt x="13072" y="4279"/>
                    <a:pt x="13072" y="4279"/>
                    <a:pt x="13072" y="4279"/>
                  </a:cubicBezTo>
                  <a:cubicBezTo>
                    <a:pt x="13072" y="4279"/>
                    <a:pt x="13072" y="4279"/>
                    <a:pt x="13072" y="4279"/>
                  </a:cubicBezTo>
                  <a:cubicBezTo>
                    <a:pt x="13072" y="4279"/>
                    <a:pt x="13128" y="4213"/>
                    <a:pt x="13128" y="4213"/>
                  </a:cubicBezTo>
                  <a:cubicBezTo>
                    <a:pt x="13128" y="4213"/>
                    <a:pt x="13184" y="4213"/>
                    <a:pt x="13184" y="4213"/>
                  </a:cubicBezTo>
                  <a:cubicBezTo>
                    <a:pt x="13184" y="4279"/>
                    <a:pt x="13184" y="4279"/>
                    <a:pt x="13184" y="4279"/>
                  </a:cubicBezTo>
                  <a:cubicBezTo>
                    <a:pt x="13240" y="4279"/>
                    <a:pt x="13240" y="4279"/>
                    <a:pt x="13240" y="4279"/>
                  </a:cubicBezTo>
                  <a:cubicBezTo>
                    <a:pt x="13240" y="4279"/>
                    <a:pt x="13240" y="4279"/>
                    <a:pt x="13240" y="4279"/>
                  </a:cubicBezTo>
                  <a:cubicBezTo>
                    <a:pt x="13296" y="4279"/>
                    <a:pt x="13296" y="4279"/>
                    <a:pt x="13296" y="4279"/>
                  </a:cubicBezTo>
                  <a:cubicBezTo>
                    <a:pt x="13296" y="4413"/>
                    <a:pt x="13296" y="4413"/>
                    <a:pt x="13296" y="4413"/>
                  </a:cubicBezTo>
                  <a:cubicBezTo>
                    <a:pt x="13240" y="4480"/>
                    <a:pt x="13240" y="4480"/>
                    <a:pt x="13240" y="4480"/>
                  </a:cubicBezTo>
                  <a:cubicBezTo>
                    <a:pt x="13240" y="4480"/>
                    <a:pt x="13240" y="4480"/>
                    <a:pt x="13240" y="4480"/>
                  </a:cubicBezTo>
                  <a:cubicBezTo>
                    <a:pt x="13296" y="4480"/>
                    <a:pt x="13296" y="4480"/>
                    <a:pt x="13296" y="4480"/>
                  </a:cubicBezTo>
                  <a:cubicBezTo>
                    <a:pt x="13296" y="4480"/>
                    <a:pt x="13296" y="4480"/>
                    <a:pt x="13296" y="4480"/>
                  </a:cubicBezTo>
                  <a:cubicBezTo>
                    <a:pt x="13296" y="4480"/>
                    <a:pt x="13296" y="4480"/>
                    <a:pt x="13296" y="4480"/>
                  </a:cubicBezTo>
                  <a:cubicBezTo>
                    <a:pt x="13352" y="4413"/>
                    <a:pt x="13352" y="4413"/>
                    <a:pt x="13352" y="4413"/>
                  </a:cubicBezTo>
                  <a:cubicBezTo>
                    <a:pt x="13352" y="4346"/>
                    <a:pt x="13352" y="4346"/>
                    <a:pt x="13352" y="4346"/>
                  </a:cubicBezTo>
                  <a:cubicBezTo>
                    <a:pt x="13352" y="4346"/>
                    <a:pt x="13352" y="4346"/>
                    <a:pt x="13352" y="4346"/>
                  </a:cubicBezTo>
                  <a:cubicBezTo>
                    <a:pt x="13408" y="4346"/>
                    <a:pt x="13408" y="4346"/>
                    <a:pt x="13408" y="4346"/>
                  </a:cubicBezTo>
                  <a:cubicBezTo>
                    <a:pt x="13464" y="4346"/>
                    <a:pt x="13464" y="4346"/>
                    <a:pt x="13464" y="4346"/>
                  </a:cubicBezTo>
                  <a:cubicBezTo>
                    <a:pt x="13464" y="4279"/>
                    <a:pt x="13464" y="4279"/>
                    <a:pt x="13464" y="4279"/>
                  </a:cubicBezTo>
                  <a:cubicBezTo>
                    <a:pt x="13408" y="4279"/>
                    <a:pt x="13408" y="4279"/>
                    <a:pt x="13408" y="4279"/>
                  </a:cubicBezTo>
                  <a:cubicBezTo>
                    <a:pt x="13464" y="4279"/>
                    <a:pt x="13464" y="4279"/>
                    <a:pt x="13464" y="4279"/>
                  </a:cubicBezTo>
                  <a:cubicBezTo>
                    <a:pt x="13464" y="4346"/>
                    <a:pt x="13464" y="4346"/>
                    <a:pt x="13464" y="4346"/>
                  </a:cubicBezTo>
                  <a:cubicBezTo>
                    <a:pt x="13464" y="4346"/>
                    <a:pt x="13464" y="4346"/>
                    <a:pt x="13464" y="4346"/>
                  </a:cubicBezTo>
                  <a:cubicBezTo>
                    <a:pt x="13464" y="4346"/>
                    <a:pt x="13464" y="4346"/>
                    <a:pt x="13464" y="4346"/>
                  </a:cubicBezTo>
                  <a:cubicBezTo>
                    <a:pt x="13464" y="4413"/>
                    <a:pt x="13464" y="4413"/>
                    <a:pt x="13464" y="4413"/>
                  </a:cubicBezTo>
                  <a:cubicBezTo>
                    <a:pt x="13464" y="4413"/>
                    <a:pt x="13464" y="4413"/>
                    <a:pt x="13464" y="4413"/>
                  </a:cubicBezTo>
                  <a:cubicBezTo>
                    <a:pt x="13464" y="4413"/>
                    <a:pt x="13464" y="4413"/>
                    <a:pt x="13464" y="4413"/>
                  </a:cubicBezTo>
                  <a:cubicBezTo>
                    <a:pt x="13521" y="4480"/>
                    <a:pt x="13521" y="4480"/>
                    <a:pt x="13521" y="4480"/>
                  </a:cubicBezTo>
                  <a:cubicBezTo>
                    <a:pt x="13521" y="4480"/>
                    <a:pt x="13521" y="4480"/>
                    <a:pt x="13521" y="4480"/>
                  </a:cubicBezTo>
                  <a:cubicBezTo>
                    <a:pt x="13521" y="4547"/>
                    <a:pt x="13521" y="4547"/>
                    <a:pt x="13521" y="4547"/>
                  </a:cubicBezTo>
                  <a:cubicBezTo>
                    <a:pt x="13464" y="4614"/>
                    <a:pt x="13464" y="4614"/>
                    <a:pt x="13464" y="4614"/>
                  </a:cubicBezTo>
                  <a:cubicBezTo>
                    <a:pt x="13464" y="4681"/>
                    <a:pt x="13464" y="4681"/>
                    <a:pt x="13464" y="4681"/>
                  </a:cubicBezTo>
                  <a:cubicBezTo>
                    <a:pt x="13464" y="4747"/>
                    <a:pt x="13464" y="4747"/>
                    <a:pt x="13464" y="4747"/>
                  </a:cubicBezTo>
                  <a:cubicBezTo>
                    <a:pt x="13408" y="4747"/>
                    <a:pt x="13408" y="4747"/>
                    <a:pt x="13408" y="4747"/>
                  </a:cubicBezTo>
                  <a:cubicBezTo>
                    <a:pt x="13408" y="4814"/>
                    <a:pt x="13408" y="4814"/>
                    <a:pt x="13408" y="4814"/>
                  </a:cubicBezTo>
                  <a:cubicBezTo>
                    <a:pt x="13352" y="4881"/>
                    <a:pt x="13352" y="4881"/>
                    <a:pt x="13352" y="4881"/>
                  </a:cubicBezTo>
                  <a:cubicBezTo>
                    <a:pt x="13296" y="4881"/>
                    <a:pt x="13296" y="4881"/>
                    <a:pt x="13296" y="4881"/>
                  </a:cubicBezTo>
                  <a:cubicBezTo>
                    <a:pt x="13296" y="4948"/>
                    <a:pt x="13296" y="4948"/>
                    <a:pt x="13296" y="4948"/>
                  </a:cubicBezTo>
                  <a:cubicBezTo>
                    <a:pt x="13296" y="4948"/>
                    <a:pt x="13296" y="4948"/>
                    <a:pt x="13296" y="4948"/>
                  </a:cubicBezTo>
                  <a:cubicBezTo>
                    <a:pt x="13240" y="5015"/>
                    <a:pt x="13240" y="5015"/>
                    <a:pt x="13240" y="5015"/>
                  </a:cubicBezTo>
                  <a:cubicBezTo>
                    <a:pt x="13240" y="5015"/>
                    <a:pt x="13240" y="5015"/>
                    <a:pt x="13240" y="5015"/>
                  </a:cubicBezTo>
                  <a:cubicBezTo>
                    <a:pt x="13184" y="5015"/>
                    <a:pt x="13184" y="5015"/>
                    <a:pt x="13184" y="5015"/>
                  </a:cubicBezTo>
                  <a:cubicBezTo>
                    <a:pt x="13184" y="5015"/>
                    <a:pt x="13184" y="5015"/>
                    <a:pt x="13184" y="5015"/>
                  </a:cubicBezTo>
                  <a:cubicBezTo>
                    <a:pt x="13184" y="5082"/>
                    <a:pt x="13184" y="5082"/>
                    <a:pt x="13184" y="5082"/>
                  </a:cubicBezTo>
                  <a:cubicBezTo>
                    <a:pt x="13240" y="5082"/>
                    <a:pt x="13240" y="5082"/>
                    <a:pt x="13240" y="5082"/>
                  </a:cubicBezTo>
                  <a:cubicBezTo>
                    <a:pt x="13240" y="5149"/>
                    <a:pt x="13240" y="5149"/>
                    <a:pt x="13240" y="5149"/>
                  </a:cubicBezTo>
                  <a:cubicBezTo>
                    <a:pt x="13184" y="5216"/>
                    <a:pt x="13184" y="5216"/>
                    <a:pt x="13184" y="5216"/>
                  </a:cubicBezTo>
                  <a:cubicBezTo>
                    <a:pt x="13128" y="5216"/>
                    <a:pt x="13128" y="5216"/>
                    <a:pt x="13128" y="5216"/>
                  </a:cubicBezTo>
                  <a:cubicBezTo>
                    <a:pt x="13128" y="5216"/>
                    <a:pt x="13128" y="5216"/>
                    <a:pt x="13128" y="5216"/>
                  </a:cubicBezTo>
                  <a:cubicBezTo>
                    <a:pt x="13128" y="5149"/>
                    <a:pt x="13128" y="5149"/>
                    <a:pt x="13128" y="5149"/>
                  </a:cubicBezTo>
                  <a:cubicBezTo>
                    <a:pt x="13128" y="5149"/>
                    <a:pt x="13128" y="5149"/>
                    <a:pt x="13128" y="5149"/>
                  </a:cubicBezTo>
                  <a:cubicBezTo>
                    <a:pt x="13072" y="5149"/>
                    <a:pt x="13072" y="5149"/>
                    <a:pt x="13072" y="5149"/>
                  </a:cubicBezTo>
                  <a:cubicBezTo>
                    <a:pt x="13072" y="5216"/>
                    <a:pt x="13072" y="5216"/>
                    <a:pt x="13072" y="5216"/>
                  </a:cubicBezTo>
                  <a:cubicBezTo>
                    <a:pt x="13072" y="5216"/>
                    <a:pt x="13072" y="5216"/>
                    <a:pt x="13072" y="5216"/>
                  </a:cubicBezTo>
                  <a:cubicBezTo>
                    <a:pt x="13016" y="5282"/>
                    <a:pt x="13016" y="5282"/>
                    <a:pt x="13016" y="5282"/>
                  </a:cubicBezTo>
                  <a:cubicBezTo>
                    <a:pt x="12960" y="5282"/>
                    <a:pt x="12960" y="5282"/>
                    <a:pt x="12960" y="5282"/>
                  </a:cubicBezTo>
                  <a:cubicBezTo>
                    <a:pt x="12960" y="5349"/>
                    <a:pt x="12960" y="5349"/>
                    <a:pt x="12960" y="5349"/>
                  </a:cubicBezTo>
                  <a:cubicBezTo>
                    <a:pt x="13016" y="5349"/>
                    <a:pt x="13016" y="5349"/>
                    <a:pt x="13016" y="5349"/>
                  </a:cubicBezTo>
                  <a:cubicBezTo>
                    <a:pt x="13016" y="5349"/>
                    <a:pt x="13016" y="5349"/>
                    <a:pt x="13016" y="5349"/>
                  </a:cubicBezTo>
                  <a:cubicBezTo>
                    <a:pt x="13016" y="5349"/>
                    <a:pt x="13016" y="5349"/>
                    <a:pt x="13016" y="5349"/>
                  </a:cubicBezTo>
                  <a:cubicBezTo>
                    <a:pt x="13016" y="5416"/>
                    <a:pt x="13016" y="5416"/>
                    <a:pt x="13016" y="5416"/>
                  </a:cubicBezTo>
                  <a:cubicBezTo>
                    <a:pt x="13016" y="5416"/>
                    <a:pt x="13016" y="5416"/>
                    <a:pt x="13016" y="5416"/>
                  </a:cubicBezTo>
                  <a:cubicBezTo>
                    <a:pt x="13016" y="5483"/>
                    <a:pt x="13016" y="5483"/>
                    <a:pt x="13016" y="5483"/>
                  </a:cubicBezTo>
                  <a:cubicBezTo>
                    <a:pt x="13016" y="5483"/>
                    <a:pt x="13016" y="5483"/>
                    <a:pt x="13016" y="5483"/>
                  </a:cubicBezTo>
                  <a:cubicBezTo>
                    <a:pt x="12960" y="5416"/>
                    <a:pt x="12960" y="5416"/>
                    <a:pt x="12960" y="5416"/>
                  </a:cubicBezTo>
                  <a:cubicBezTo>
                    <a:pt x="12960" y="5349"/>
                    <a:pt x="12960" y="5349"/>
                    <a:pt x="12960" y="5349"/>
                  </a:cubicBezTo>
                  <a:cubicBezTo>
                    <a:pt x="12960" y="5349"/>
                    <a:pt x="12960" y="5349"/>
                    <a:pt x="12960" y="5349"/>
                  </a:cubicBezTo>
                  <a:cubicBezTo>
                    <a:pt x="12903" y="5349"/>
                    <a:pt x="12903" y="5349"/>
                    <a:pt x="12903" y="5349"/>
                  </a:cubicBezTo>
                  <a:cubicBezTo>
                    <a:pt x="12903" y="5416"/>
                    <a:pt x="12903" y="5416"/>
                    <a:pt x="12903" y="5416"/>
                  </a:cubicBezTo>
                  <a:cubicBezTo>
                    <a:pt x="12960" y="5483"/>
                    <a:pt x="12960" y="5483"/>
                    <a:pt x="12960" y="5483"/>
                  </a:cubicBezTo>
                  <a:cubicBezTo>
                    <a:pt x="12903" y="5483"/>
                    <a:pt x="12903" y="5483"/>
                    <a:pt x="12903" y="5483"/>
                  </a:cubicBezTo>
                  <a:cubicBezTo>
                    <a:pt x="12791" y="5483"/>
                    <a:pt x="12791" y="5483"/>
                    <a:pt x="12791" y="5483"/>
                  </a:cubicBezTo>
                  <a:cubicBezTo>
                    <a:pt x="12735" y="5483"/>
                    <a:pt x="12735" y="5483"/>
                    <a:pt x="12735" y="5483"/>
                  </a:cubicBezTo>
                  <a:cubicBezTo>
                    <a:pt x="12735" y="5416"/>
                    <a:pt x="12735" y="5416"/>
                    <a:pt x="12735" y="5416"/>
                  </a:cubicBezTo>
                  <a:cubicBezTo>
                    <a:pt x="12735" y="5483"/>
                    <a:pt x="12735" y="5483"/>
                    <a:pt x="12735" y="5483"/>
                  </a:cubicBezTo>
                  <a:cubicBezTo>
                    <a:pt x="12679" y="5483"/>
                    <a:pt x="12679" y="5483"/>
                    <a:pt x="12679" y="5483"/>
                  </a:cubicBezTo>
                  <a:cubicBezTo>
                    <a:pt x="12679" y="5416"/>
                    <a:pt x="12679" y="5416"/>
                    <a:pt x="12679" y="5416"/>
                  </a:cubicBezTo>
                  <a:cubicBezTo>
                    <a:pt x="12679" y="5349"/>
                    <a:pt x="12679" y="5349"/>
                    <a:pt x="12679" y="5349"/>
                  </a:cubicBezTo>
                  <a:cubicBezTo>
                    <a:pt x="12623" y="5416"/>
                    <a:pt x="12623" y="5416"/>
                    <a:pt x="12623" y="5416"/>
                  </a:cubicBezTo>
                  <a:cubicBezTo>
                    <a:pt x="12623" y="5416"/>
                    <a:pt x="12623" y="5416"/>
                    <a:pt x="12623" y="5416"/>
                  </a:cubicBezTo>
                  <a:cubicBezTo>
                    <a:pt x="12623" y="5483"/>
                    <a:pt x="12623" y="5483"/>
                    <a:pt x="12623" y="5483"/>
                  </a:cubicBezTo>
                  <a:close/>
                  <a:moveTo>
                    <a:pt x="9369" y="4012"/>
                  </a:moveTo>
                  <a:cubicBezTo>
                    <a:pt x="9369" y="3945"/>
                    <a:pt x="9369" y="3945"/>
                    <a:pt x="9369" y="3945"/>
                  </a:cubicBezTo>
                  <a:cubicBezTo>
                    <a:pt x="9369" y="3878"/>
                    <a:pt x="9369" y="3878"/>
                    <a:pt x="9369" y="3878"/>
                  </a:cubicBezTo>
                  <a:cubicBezTo>
                    <a:pt x="9481" y="3811"/>
                    <a:pt x="9481" y="3811"/>
                    <a:pt x="9481" y="3811"/>
                  </a:cubicBezTo>
                  <a:cubicBezTo>
                    <a:pt x="9537" y="3811"/>
                    <a:pt x="9537" y="3811"/>
                    <a:pt x="9537" y="3811"/>
                  </a:cubicBezTo>
                  <a:cubicBezTo>
                    <a:pt x="9593" y="3744"/>
                    <a:pt x="9593" y="3744"/>
                    <a:pt x="9593" y="3744"/>
                  </a:cubicBezTo>
                  <a:cubicBezTo>
                    <a:pt x="9593" y="3744"/>
                    <a:pt x="9593" y="3744"/>
                    <a:pt x="9593" y="3744"/>
                  </a:cubicBezTo>
                  <a:cubicBezTo>
                    <a:pt x="9705" y="3678"/>
                    <a:pt x="9705" y="3678"/>
                    <a:pt x="9705" y="3678"/>
                  </a:cubicBezTo>
                  <a:cubicBezTo>
                    <a:pt x="9762" y="3678"/>
                    <a:pt x="9762" y="3678"/>
                    <a:pt x="9762" y="3678"/>
                  </a:cubicBezTo>
                  <a:cubicBezTo>
                    <a:pt x="9818" y="3678"/>
                    <a:pt x="9818" y="3678"/>
                    <a:pt x="9818" y="3678"/>
                  </a:cubicBezTo>
                  <a:cubicBezTo>
                    <a:pt x="9818" y="3678"/>
                    <a:pt x="9818" y="3678"/>
                    <a:pt x="9818" y="3678"/>
                  </a:cubicBezTo>
                  <a:cubicBezTo>
                    <a:pt x="9930" y="3678"/>
                    <a:pt x="9930" y="3678"/>
                    <a:pt x="9930" y="3678"/>
                  </a:cubicBezTo>
                  <a:cubicBezTo>
                    <a:pt x="9930" y="3678"/>
                    <a:pt x="9930" y="3678"/>
                    <a:pt x="9930" y="3678"/>
                  </a:cubicBezTo>
                  <a:cubicBezTo>
                    <a:pt x="9930" y="3678"/>
                    <a:pt x="9930" y="3678"/>
                    <a:pt x="9930" y="3678"/>
                  </a:cubicBezTo>
                  <a:cubicBezTo>
                    <a:pt x="9818" y="3744"/>
                    <a:pt x="9818" y="3744"/>
                    <a:pt x="9818" y="3744"/>
                  </a:cubicBezTo>
                  <a:cubicBezTo>
                    <a:pt x="9762" y="3811"/>
                    <a:pt x="9762" y="3811"/>
                    <a:pt x="9762" y="3811"/>
                  </a:cubicBezTo>
                  <a:cubicBezTo>
                    <a:pt x="9593" y="3945"/>
                    <a:pt x="9593" y="3945"/>
                    <a:pt x="9593" y="3945"/>
                  </a:cubicBezTo>
                  <a:cubicBezTo>
                    <a:pt x="9537" y="4012"/>
                    <a:pt x="9537" y="4012"/>
                    <a:pt x="9537" y="4012"/>
                  </a:cubicBezTo>
                  <a:cubicBezTo>
                    <a:pt x="9537" y="4012"/>
                    <a:pt x="9537" y="4012"/>
                    <a:pt x="9537" y="4012"/>
                  </a:cubicBezTo>
                  <a:cubicBezTo>
                    <a:pt x="9481" y="4012"/>
                    <a:pt x="9481" y="4012"/>
                    <a:pt x="9481" y="4012"/>
                  </a:cubicBezTo>
                  <a:cubicBezTo>
                    <a:pt x="9481" y="4012"/>
                    <a:pt x="9481" y="4012"/>
                    <a:pt x="9481" y="4012"/>
                  </a:cubicBezTo>
                  <a:cubicBezTo>
                    <a:pt x="9425" y="4079"/>
                    <a:pt x="9425" y="4079"/>
                    <a:pt x="9425" y="4079"/>
                  </a:cubicBezTo>
                  <a:cubicBezTo>
                    <a:pt x="9425" y="4012"/>
                    <a:pt x="9425" y="4012"/>
                    <a:pt x="9425" y="4012"/>
                  </a:cubicBezTo>
                  <a:cubicBezTo>
                    <a:pt x="9425" y="4012"/>
                    <a:pt x="9425" y="4012"/>
                    <a:pt x="9425" y="4012"/>
                  </a:cubicBezTo>
                  <a:cubicBezTo>
                    <a:pt x="9369" y="4012"/>
                    <a:pt x="9369" y="4012"/>
                    <a:pt x="9369" y="4012"/>
                  </a:cubicBezTo>
                  <a:close/>
                  <a:moveTo>
                    <a:pt x="11781" y="5082"/>
                  </a:moveTo>
                  <a:cubicBezTo>
                    <a:pt x="11781" y="5082"/>
                    <a:pt x="11781" y="5082"/>
                    <a:pt x="11781" y="5082"/>
                  </a:cubicBezTo>
                  <a:cubicBezTo>
                    <a:pt x="11781" y="5015"/>
                    <a:pt x="11781" y="5015"/>
                    <a:pt x="11781" y="5015"/>
                  </a:cubicBezTo>
                  <a:cubicBezTo>
                    <a:pt x="11837" y="5015"/>
                    <a:pt x="11837" y="5015"/>
                    <a:pt x="11837" y="5015"/>
                  </a:cubicBezTo>
                  <a:cubicBezTo>
                    <a:pt x="11837" y="5015"/>
                    <a:pt x="11837" y="5015"/>
                    <a:pt x="11837" y="5015"/>
                  </a:cubicBezTo>
                  <a:cubicBezTo>
                    <a:pt x="11837" y="4948"/>
                    <a:pt x="11837" y="4948"/>
                    <a:pt x="11837" y="4948"/>
                  </a:cubicBezTo>
                  <a:cubicBezTo>
                    <a:pt x="11894" y="4948"/>
                    <a:pt x="11894" y="4948"/>
                    <a:pt x="11894" y="4948"/>
                  </a:cubicBezTo>
                  <a:cubicBezTo>
                    <a:pt x="11950" y="4881"/>
                    <a:pt x="11950" y="4881"/>
                    <a:pt x="11950" y="4881"/>
                  </a:cubicBezTo>
                  <a:cubicBezTo>
                    <a:pt x="11950" y="4881"/>
                    <a:pt x="11950" y="4881"/>
                    <a:pt x="11950" y="4881"/>
                  </a:cubicBezTo>
                  <a:cubicBezTo>
                    <a:pt x="11950" y="4948"/>
                    <a:pt x="11950" y="4948"/>
                    <a:pt x="11950" y="4948"/>
                  </a:cubicBezTo>
                  <a:cubicBezTo>
                    <a:pt x="12006" y="4948"/>
                    <a:pt x="12006" y="4948"/>
                    <a:pt x="12006" y="4948"/>
                  </a:cubicBezTo>
                  <a:cubicBezTo>
                    <a:pt x="12006" y="5015"/>
                    <a:pt x="12006" y="5015"/>
                    <a:pt x="12006" y="5015"/>
                  </a:cubicBezTo>
                  <a:cubicBezTo>
                    <a:pt x="11950" y="5082"/>
                    <a:pt x="11950" y="5082"/>
                    <a:pt x="11950" y="5082"/>
                  </a:cubicBezTo>
                  <a:cubicBezTo>
                    <a:pt x="11950" y="5149"/>
                    <a:pt x="11950" y="5149"/>
                    <a:pt x="11950" y="5149"/>
                  </a:cubicBezTo>
                  <a:cubicBezTo>
                    <a:pt x="11894" y="5149"/>
                    <a:pt x="11894" y="5149"/>
                    <a:pt x="11894" y="5149"/>
                  </a:cubicBezTo>
                  <a:cubicBezTo>
                    <a:pt x="11837" y="5149"/>
                    <a:pt x="11837" y="5149"/>
                    <a:pt x="11837" y="5149"/>
                  </a:cubicBezTo>
                  <a:cubicBezTo>
                    <a:pt x="11837" y="5149"/>
                    <a:pt x="11837" y="5149"/>
                    <a:pt x="11837" y="5149"/>
                  </a:cubicBezTo>
                  <a:cubicBezTo>
                    <a:pt x="11781" y="5082"/>
                    <a:pt x="11781" y="5082"/>
                    <a:pt x="11781" y="5082"/>
                  </a:cubicBezTo>
                  <a:cubicBezTo>
                    <a:pt x="11781" y="5082"/>
                    <a:pt x="11781" y="5082"/>
                    <a:pt x="11781" y="5082"/>
                  </a:cubicBezTo>
                  <a:close/>
                  <a:moveTo>
                    <a:pt x="9874" y="5015"/>
                  </a:moveTo>
                  <a:cubicBezTo>
                    <a:pt x="9874" y="4948"/>
                    <a:pt x="9874" y="4948"/>
                    <a:pt x="9874" y="4948"/>
                  </a:cubicBezTo>
                  <a:cubicBezTo>
                    <a:pt x="9874" y="4881"/>
                    <a:pt x="9874" y="4881"/>
                    <a:pt x="9874" y="4881"/>
                  </a:cubicBezTo>
                  <a:cubicBezTo>
                    <a:pt x="9874" y="4814"/>
                    <a:pt x="9874" y="4814"/>
                    <a:pt x="9874" y="4814"/>
                  </a:cubicBezTo>
                  <a:cubicBezTo>
                    <a:pt x="9930" y="4814"/>
                    <a:pt x="9930" y="4814"/>
                    <a:pt x="9930" y="4814"/>
                  </a:cubicBezTo>
                  <a:cubicBezTo>
                    <a:pt x="10042" y="4814"/>
                    <a:pt x="10042" y="4814"/>
                    <a:pt x="10042" y="4814"/>
                  </a:cubicBezTo>
                  <a:cubicBezTo>
                    <a:pt x="10042" y="4814"/>
                    <a:pt x="10042" y="4814"/>
                    <a:pt x="10042" y="4814"/>
                  </a:cubicBezTo>
                  <a:cubicBezTo>
                    <a:pt x="10098" y="4814"/>
                    <a:pt x="10098" y="4814"/>
                    <a:pt x="10098" y="4814"/>
                  </a:cubicBezTo>
                  <a:cubicBezTo>
                    <a:pt x="10154" y="4814"/>
                    <a:pt x="10154" y="4814"/>
                    <a:pt x="10154" y="4814"/>
                  </a:cubicBezTo>
                  <a:cubicBezTo>
                    <a:pt x="10210" y="4747"/>
                    <a:pt x="10210" y="4747"/>
                    <a:pt x="10210" y="4747"/>
                  </a:cubicBezTo>
                  <a:cubicBezTo>
                    <a:pt x="10323" y="4747"/>
                    <a:pt x="10323" y="4747"/>
                    <a:pt x="10323" y="4747"/>
                  </a:cubicBezTo>
                  <a:cubicBezTo>
                    <a:pt x="10379" y="4814"/>
                    <a:pt x="10379" y="4814"/>
                    <a:pt x="10379" y="4814"/>
                  </a:cubicBezTo>
                  <a:cubicBezTo>
                    <a:pt x="10435" y="4814"/>
                    <a:pt x="10435" y="4814"/>
                    <a:pt x="10435" y="4814"/>
                  </a:cubicBezTo>
                  <a:cubicBezTo>
                    <a:pt x="10491" y="4814"/>
                    <a:pt x="10491" y="4814"/>
                    <a:pt x="10491" y="4814"/>
                  </a:cubicBezTo>
                  <a:cubicBezTo>
                    <a:pt x="10491" y="4747"/>
                    <a:pt x="10491" y="4747"/>
                    <a:pt x="10491" y="4747"/>
                  </a:cubicBezTo>
                  <a:cubicBezTo>
                    <a:pt x="10603" y="4747"/>
                    <a:pt x="10603" y="4747"/>
                    <a:pt x="10603" y="4747"/>
                  </a:cubicBezTo>
                  <a:cubicBezTo>
                    <a:pt x="10659" y="4747"/>
                    <a:pt x="10659" y="4747"/>
                    <a:pt x="10659" y="4747"/>
                  </a:cubicBezTo>
                  <a:cubicBezTo>
                    <a:pt x="10659" y="4681"/>
                    <a:pt x="10659" y="4681"/>
                    <a:pt x="10659" y="4681"/>
                  </a:cubicBezTo>
                  <a:cubicBezTo>
                    <a:pt x="10659" y="4681"/>
                    <a:pt x="10659" y="4681"/>
                    <a:pt x="10659" y="4681"/>
                  </a:cubicBezTo>
                  <a:cubicBezTo>
                    <a:pt x="10603" y="4747"/>
                    <a:pt x="10603" y="4747"/>
                    <a:pt x="10603" y="4747"/>
                  </a:cubicBezTo>
                  <a:cubicBezTo>
                    <a:pt x="10547" y="4747"/>
                    <a:pt x="10547" y="4747"/>
                    <a:pt x="10547" y="4747"/>
                  </a:cubicBezTo>
                  <a:cubicBezTo>
                    <a:pt x="10547" y="4681"/>
                    <a:pt x="10547" y="4681"/>
                    <a:pt x="10547" y="4681"/>
                  </a:cubicBezTo>
                  <a:cubicBezTo>
                    <a:pt x="10491" y="4747"/>
                    <a:pt x="10491" y="4747"/>
                    <a:pt x="10491" y="4747"/>
                  </a:cubicBezTo>
                  <a:cubicBezTo>
                    <a:pt x="10435" y="4747"/>
                    <a:pt x="10435" y="4747"/>
                    <a:pt x="10435" y="4747"/>
                  </a:cubicBezTo>
                  <a:cubicBezTo>
                    <a:pt x="10435" y="4681"/>
                    <a:pt x="10435" y="4681"/>
                    <a:pt x="10435" y="4681"/>
                  </a:cubicBezTo>
                  <a:cubicBezTo>
                    <a:pt x="10379" y="4681"/>
                    <a:pt x="10379" y="4681"/>
                    <a:pt x="10379" y="4681"/>
                  </a:cubicBezTo>
                  <a:cubicBezTo>
                    <a:pt x="10323" y="4681"/>
                    <a:pt x="10323" y="4681"/>
                    <a:pt x="10323" y="4681"/>
                  </a:cubicBezTo>
                  <a:cubicBezTo>
                    <a:pt x="10267" y="4681"/>
                    <a:pt x="10267" y="4681"/>
                    <a:pt x="10267" y="4681"/>
                  </a:cubicBezTo>
                  <a:cubicBezTo>
                    <a:pt x="10267" y="4681"/>
                    <a:pt x="10267" y="4681"/>
                    <a:pt x="10267" y="4681"/>
                  </a:cubicBezTo>
                  <a:cubicBezTo>
                    <a:pt x="10210" y="4681"/>
                    <a:pt x="10210" y="4681"/>
                    <a:pt x="10210" y="4681"/>
                  </a:cubicBezTo>
                  <a:cubicBezTo>
                    <a:pt x="10154" y="4681"/>
                    <a:pt x="10154" y="4681"/>
                    <a:pt x="10154" y="4681"/>
                  </a:cubicBezTo>
                  <a:cubicBezTo>
                    <a:pt x="10098" y="4681"/>
                    <a:pt x="10098" y="4681"/>
                    <a:pt x="10098" y="4681"/>
                  </a:cubicBezTo>
                  <a:cubicBezTo>
                    <a:pt x="10098" y="4614"/>
                    <a:pt x="10098" y="4614"/>
                    <a:pt x="10098" y="4614"/>
                  </a:cubicBezTo>
                  <a:cubicBezTo>
                    <a:pt x="10154" y="4614"/>
                    <a:pt x="10154" y="4614"/>
                    <a:pt x="10154" y="4614"/>
                  </a:cubicBezTo>
                  <a:cubicBezTo>
                    <a:pt x="10210" y="4547"/>
                    <a:pt x="10210" y="4547"/>
                    <a:pt x="10210" y="4547"/>
                  </a:cubicBezTo>
                  <a:cubicBezTo>
                    <a:pt x="10210" y="4547"/>
                    <a:pt x="10210" y="4547"/>
                    <a:pt x="10210" y="4547"/>
                  </a:cubicBezTo>
                  <a:cubicBezTo>
                    <a:pt x="10154" y="4547"/>
                    <a:pt x="10154" y="4547"/>
                    <a:pt x="10154" y="4547"/>
                  </a:cubicBezTo>
                  <a:cubicBezTo>
                    <a:pt x="10098" y="4614"/>
                    <a:pt x="10098" y="4614"/>
                    <a:pt x="10098" y="4614"/>
                  </a:cubicBezTo>
                  <a:cubicBezTo>
                    <a:pt x="10098" y="4547"/>
                    <a:pt x="10098" y="4547"/>
                    <a:pt x="10098" y="4547"/>
                  </a:cubicBezTo>
                  <a:cubicBezTo>
                    <a:pt x="10042" y="4547"/>
                    <a:pt x="10042" y="4547"/>
                    <a:pt x="10042" y="4547"/>
                  </a:cubicBezTo>
                  <a:cubicBezTo>
                    <a:pt x="10042" y="4614"/>
                    <a:pt x="10042" y="4614"/>
                    <a:pt x="10042" y="4614"/>
                  </a:cubicBezTo>
                  <a:cubicBezTo>
                    <a:pt x="9986" y="4681"/>
                    <a:pt x="9986" y="4681"/>
                    <a:pt x="9986" y="4681"/>
                  </a:cubicBezTo>
                  <a:cubicBezTo>
                    <a:pt x="9986" y="4681"/>
                    <a:pt x="9986" y="4681"/>
                    <a:pt x="9986" y="4681"/>
                  </a:cubicBezTo>
                  <a:cubicBezTo>
                    <a:pt x="9930" y="4681"/>
                    <a:pt x="9930" y="4681"/>
                    <a:pt x="9930" y="4681"/>
                  </a:cubicBezTo>
                  <a:cubicBezTo>
                    <a:pt x="9874" y="4681"/>
                    <a:pt x="9874" y="4681"/>
                    <a:pt x="9874" y="4681"/>
                  </a:cubicBezTo>
                  <a:cubicBezTo>
                    <a:pt x="9874" y="4614"/>
                    <a:pt x="9874" y="4614"/>
                    <a:pt x="9874" y="4614"/>
                  </a:cubicBezTo>
                  <a:cubicBezTo>
                    <a:pt x="9874" y="4614"/>
                    <a:pt x="9874" y="4614"/>
                    <a:pt x="9874" y="4614"/>
                  </a:cubicBezTo>
                  <a:cubicBezTo>
                    <a:pt x="9874" y="4614"/>
                    <a:pt x="9874" y="4614"/>
                    <a:pt x="9874" y="4614"/>
                  </a:cubicBezTo>
                  <a:cubicBezTo>
                    <a:pt x="9818" y="4547"/>
                    <a:pt x="9818" y="4547"/>
                    <a:pt x="9818" y="4547"/>
                  </a:cubicBezTo>
                  <a:cubicBezTo>
                    <a:pt x="9818" y="4614"/>
                    <a:pt x="9818" y="4614"/>
                    <a:pt x="9818" y="4614"/>
                  </a:cubicBezTo>
                  <a:cubicBezTo>
                    <a:pt x="9818" y="4681"/>
                    <a:pt x="9818" y="4681"/>
                    <a:pt x="9818" y="4681"/>
                  </a:cubicBezTo>
                  <a:cubicBezTo>
                    <a:pt x="9762" y="4614"/>
                    <a:pt x="9762" y="4614"/>
                    <a:pt x="9762" y="4614"/>
                  </a:cubicBezTo>
                  <a:cubicBezTo>
                    <a:pt x="9762" y="4547"/>
                    <a:pt x="9762" y="4547"/>
                    <a:pt x="9762" y="4547"/>
                  </a:cubicBezTo>
                  <a:cubicBezTo>
                    <a:pt x="9705" y="4547"/>
                    <a:pt x="9705" y="4547"/>
                    <a:pt x="9705" y="4547"/>
                  </a:cubicBezTo>
                  <a:cubicBezTo>
                    <a:pt x="9705" y="4480"/>
                    <a:pt x="9705" y="4480"/>
                    <a:pt x="9705" y="4480"/>
                  </a:cubicBezTo>
                  <a:cubicBezTo>
                    <a:pt x="9705" y="4480"/>
                    <a:pt x="9705" y="4480"/>
                    <a:pt x="9705" y="4480"/>
                  </a:cubicBezTo>
                  <a:cubicBezTo>
                    <a:pt x="9649" y="4547"/>
                    <a:pt x="9649" y="4547"/>
                    <a:pt x="9649" y="4547"/>
                  </a:cubicBezTo>
                  <a:cubicBezTo>
                    <a:pt x="9649" y="4547"/>
                    <a:pt x="9649" y="4547"/>
                    <a:pt x="9649" y="4547"/>
                  </a:cubicBezTo>
                  <a:cubicBezTo>
                    <a:pt x="9593" y="4480"/>
                    <a:pt x="9593" y="4480"/>
                    <a:pt x="9593" y="4480"/>
                  </a:cubicBezTo>
                  <a:cubicBezTo>
                    <a:pt x="9481" y="4413"/>
                    <a:pt x="9481" y="4413"/>
                    <a:pt x="9481" y="4413"/>
                  </a:cubicBezTo>
                  <a:cubicBezTo>
                    <a:pt x="9481" y="4346"/>
                    <a:pt x="9481" y="4346"/>
                    <a:pt x="9481" y="4346"/>
                  </a:cubicBezTo>
                  <a:cubicBezTo>
                    <a:pt x="9537" y="4346"/>
                    <a:pt x="9537" y="4346"/>
                    <a:pt x="9537" y="4346"/>
                  </a:cubicBezTo>
                  <a:cubicBezTo>
                    <a:pt x="9537" y="4346"/>
                    <a:pt x="9537" y="4346"/>
                    <a:pt x="9537" y="4346"/>
                  </a:cubicBezTo>
                  <a:cubicBezTo>
                    <a:pt x="9537" y="4279"/>
                    <a:pt x="9537" y="4279"/>
                    <a:pt x="9537" y="4279"/>
                  </a:cubicBezTo>
                  <a:cubicBezTo>
                    <a:pt x="9649" y="4213"/>
                    <a:pt x="9649" y="4213"/>
                    <a:pt x="9649" y="4213"/>
                  </a:cubicBezTo>
                  <a:cubicBezTo>
                    <a:pt x="9705" y="4213"/>
                    <a:pt x="9705" y="4213"/>
                    <a:pt x="9705" y="4213"/>
                  </a:cubicBezTo>
                  <a:cubicBezTo>
                    <a:pt x="9705" y="4213"/>
                    <a:pt x="9705" y="4213"/>
                    <a:pt x="9705" y="4213"/>
                  </a:cubicBezTo>
                  <a:cubicBezTo>
                    <a:pt x="9818" y="4213"/>
                    <a:pt x="9818" y="4213"/>
                    <a:pt x="9818" y="4213"/>
                  </a:cubicBezTo>
                  <a:cubicBezTo>
                    <a:pt x="9874" y="4279"/>
                    <a:pt x="9874" y="4279"/>
                    <a:pt x="9874" y="4279"/>
                  </a:cubicBezTo>
                  <a:cubicBezTo>
                    <a:pt x="9930" y="4279"/>
                    <a:pt x="9930" y="4279"/>
                    <a:pt x="9930" y="4279"/>
                  </a:cubicBezTo>
                  <a:cubicBezTo>
                    <a:pt x="9986" y="4213"/>
                    <a:pt x="9986" y="4213"/>
                    <a:pt x="9986" y="4213"/>
                  </a:cubicBezTo>
                  <a:cubicBezTo>
                    <a:pt x="10042" y="4213"/>
                    <a:pt x="10042" y="4213"/>
                    <a:pt x="10042" y="4213"/>
                  </a:cubicBezTo>
                  <a:cubicBezTo>
                    <a:pt x="10098" y="4213"/>
                    <a:pt x="10098" y="4213"/>
                    <a:pt x="10098" y="4213"/>
                  </a:cubicBezTo>
                  <a:cubicBezTo>
                    <a:pt x="10042" y="4146"/>
                    <a:pt x="10042" y="4146"/>
                    <a:pt x="10042" y="4146"/>
                  </a:cubicBezTo>
                  <a:cubicBezTo>
                    <a:pt x="10042" y="4146"/>
                    <a:pt x="10042" y="4146"/>
                    <a:pt x="10042" y="4146"/>
                  </a:cubicBezTo>
                  <a:cubicBezTo>
                    <a:pt x="9986" y="4146"/>
                    <a:pt x="9986" y="4146"/>
                    <a:pt x="9986" y="4146"/>
                  </a:cubicBezTo>
                  <a:cubicBezTo>
                    <a:pt x="9930" y="4146"/>
                    <a:pt x="9930" y="4146"/>
                    <a:pt x="9930" y="4146"/>
                  </a:cubicBezTo>
                  <a:cubicBezTo>
                    <a:pt x="9818" y="4146"/>
                    <a:pt x="9818" y="4146"/>
                    <a:pt x="9818" y="4146"/>
                  </a:cubicBezTo>
                  <a:cubicBezTo>
                    <a:pt x="9762" y="4146"/>
                    <a:pt x="9762" y="4146"/>
                    <a:pt x="9762" y="4146"/>
                  </a:cubicBezTo>
                  <a:cubicBezTo>
                    <a:pt x="9762" y="4079"/>
                    <a:pt x="9762" y="4079"/>
                    <a:pt x="9762" y="4079"/>
                  </a:cubicBezTo>
                  <a:cubicBezTo>
                    <a:pt x="9818" y="4012"/>
                    <a:pt x="9818" y="4012"/>
                    <a:pt x="9818" y="4012"/>
                  </a:cubicBezTo>
                  <a:cubicBezTo>
                    <a:pt x="9874" y="3945"/>
                    <a:pt x="9874" y="3945"/>
                    <a:pt x="9874" y="3945"/>
                  </a:cubicBezTo>
                  <a:cubicBezTo>
                    <a:pt x="9930" y="3945"/>
                    <a:pt x="9930" y="3945"/>
                    <a:pt x="9930" y="3945"/>
                  </a:cubicBezTo>
                  <a:cubicBezTo>
                    <a:pt x="9986" y="3945"/>
                    <a:pt x="9986" y="3945"/>
                    <a:pt x="9986" y="3945"/>
                  </a:cubicBezTo>
                  <a:cubicBezTo>
                    <a:pt x="10098" y="3945"/>
                    <a:pt x="10098" y="3945"/>
                    <a:pt x="10098" y="3945"/>
                  </a:cubicBezTo>
                  <a:cubicBezTo>
                    <a:pt x="10154" y="3945"/>
                    <a:pt x="10154" y="3945"/>
                    <a:pt x="10154" y="3945"/>
                  </a:cubicBezTo>
                  <a:cubicBezTo>
                    <a:pt x="10267" y="3945"/>
                    <a:pt x="10267" y="3945"/>
                    <a:pt x="10267" y="3945"/>
                  </a:cubicBezTo>
                  <a:cubicBezTo>
                    <a:pt x="10267" y="3945"/>
                    <a:pt x="10267" y="3945"/>
                    <a:pt x="10267" y="3945"/>
                  </a:cubicBezTo>
                  <a:cubicBezTo>
                    <a:pt x="10267" y="3945"/>
                    <a:pt x="10267" y="3945"/>
                    <a:pt x="10267" y="3945"/>
                  </a:cubicBezTo>
                  <a:cubicBezTo>
                    <a:pt x="10210" y="3945"/>
                    <a:pt x="10210" y="3945"/>
                    <a:pt x="10210" y="3945"/>
                  </a:cubicBezTo>
                  <a:cubicBezTo>
                    <a:pt x="10154" y="3878"/>
                    <a:pt x="10154" y="3878"/>
                    <a:pt x="10154" y="3878"/>
                  </a:cubicBezTo>
                  <a:cubicBezTo>
                    <a:pt x="10098" y="3878"/>
                    <a:pt x="10098" y="3878"/>
                    <a:pt x="10098" y="3878"/>
                  </a:cubicBezTo>
                  <a:cubicBezTo>
                    <a:pt x="10042" y="3878"/>
                    <a:pt x="10042" y="3878"/>
                    <a:pt x="10042" y="3878"/>
                  </a:cubicBezTo>
                  <a:cubicBezTo>
                    <a:pt x="9986" y="3811"/>
                    <a:pt x="9986" y="3811"/>
                    <a:pt x="9986" y="3811"/>
                  </a:cubicBezTo>
                  <a:cubicBezTo>
                    <a:pt x="10042" y="3744"/>
                    <a:pt x="10042" y="3744"/>
                    <a:pt x="10042" y="3744"/>
                  </a:cubicBezTo>
                  <a:cubicBezTo>
                    <a:pt x="10098" y="3744"/>
                    <a:pt x="10098" y="3744"/>
                    <a:pt x="10098" y="3744"/>
                  </a:cubicBezTo>
                  <a:cubicBezTo>
                    <a:pt x="10098" y="3678"/>
                    <a:pt x="10098" y="3678"/>
                    <a:pt x="10098" y="3678"/>
                  </a:cubicBezTo>
                  <a:cubicBezTo>
                    <a:pt x="10154" y="3678"/>
                    <a:pt x="10154" y="3678"/>
                    <a:pt x="10154" y="3678"/>
                  </a:cubicBezTo>
                  <a:cubicBezTo>
                    <a:pt x="10210" y="3678"/>
                    <a:pt x="10210" y="3678"/>
                    <a:pt x="10210" y="3678"/>
                  </a:cubicBezTo>
                  <a:cubicBezTo>
                    <a:pt x="10267" y="3678"/>
                    <a:pt x="10267" y="3678"/>
                    <a:pt x="10267" y="3678"/>
                  </a:cubicBezTo>
                  <a:cubicBezTo>
                    <a:pt x="10267" y="3678"/>
                    <a:pt x="10267" y="3678"/>
                    <a:pt x="10267" y="3678"/>
                  </a:cubicBezTo>
                  <a:cubicBezTo>
                    <a:pt x="10323" y="3678"/>
                    <a:pt x="10323" y="3678"/>
                    <a:pt x="10323" y="3678"/>
                  </a:cubicBezTo>
                  <a:cubicBezTo>
                    <a:pt x="10379" y="3744"/>
                    <a:pt x="10379" y="3744"/>
                    <a:pt x="10379" y="3744"/>
                  </a:cubicBezTo>
                  <a:cubicBezTo>
                    <a:pt x="10379" y="3744"/>
                    <a:pt x="10379" y="3744"/>
                    <a:pt x="10379" y="3744"/>
                  </a:cubicBezTo>
                  <a:cubicBezTo>
                    <a:pt x="10379" y="3678"/>
                    <a:pt x="10379" y="3678"/>
                    <a:pt x="10379" y="3678"/>
                  </a:cubicBezTo>
                  <a:cubicBezTo>
                    <a:pt x="10323" y="3678"/>
                    <a:pt x="10323" y="3678"/>
                    <a:pt x="10323" y="3678"/>
                  </a:cubicBezTo>
                  <a:cubicBezTo>
                    <a:pt x="10323" y="3611"/>
                    <a:pt x="10323" y="3611"/>
                    <a:pt x="10323" y="3611"/>
                  </a:cubicBezTo>
                  <a:cubicBezTo>
                    <a:pt x="10267" y="3611"/>
                    <a:pt x="10267" y="3611"/>
                    <a:pt x="10267" y="3611"/>
                  </a:cubicBezTo>
                  <a:cubicBezTo>
                    <a:pt x="10323" y="3544"/>
                    <a:pt x="10323" y="3544"/>
                    <a:pt x="10323" y="3544"/>
                  </a:cubicBezTo>
                  <a:cubicBezTo>
                    <a:pt x="10435" y="3544"/>
                    <a:pt x="10435" y="3544"/>
                    <a:pt x="10435" y="3544"/>
                  </a:cubicBezTo>
                  <a:cubicBezTo>
                    <a:pt x="10491" y="3544"/>
                    <a:pt x="10491" y="3544"/>
                    <a:pt x="10491" y="3544"/>
                  </a:cubicBezTo>
                  <a:cubicBezTo>
                    <a:pt x="10547" y="3544"/>
                    <a:pt x="10547" y="3544"/>
                    <a:pt x="10547" y="3544"/>
                  </a:cubicBezTo>
                  <a:cubicBezTo>
                    <a:pt x="10603" y="3611"/>
                    <a:pt x="10603" y="3611"/>
                    <a:pt x="10603" y="3611"/>
                  </a:cubicBezTo>
                  <a:cubicBezTo>
                    <a:pt x="10659" y="3678"/>
                    <a:pt x="10659" y="3678"/>
                    <a:pt x="10659" y="3678"/>
                  </a:cubicBezTo>
                  <a:cubicBezTo>
                    <a:pt x="10603" y="3678"/>
                    <a:pt x="10603" y="3678"/>
                    <a:pt x="10603" y="3678"/>
                  </a:cubicBezTo>
                  <a:cubicBezTo>
                    <a:pt x="10547" y="3744"/>
                    <a:pt x="10547" y="3744"/>
                    <a:pt x="10547" y="3744"/>
                  </a:cubicBezTo>
                  <a:cubicBezTo>
                    <a:pt x="10603" y="3811"/>
                    <a:pt x="10603" y="3811"/>
                    <a:pt x="10603" y="3811"/>
                  </a:cubicBezTo>
                  <a:cubicBezTo>
                    <a:pt x="10659" y="3811"/>
                    <a:pt x="10659" y="3811"/>
                    <a:pt x="10659" y="3811"/>
                  </a:cubicBezTo>
                  <a:cubicBezTo>
                    <a:pt x="10715" y="3811"/>
                    <a:pt x="10715" y="3811"/>
                    <a:pt x="10715" y="3811"/>
                  </a:cubicBezTo>
                  <a:cubicBezTo>
                    <a:pt x="10715" y="3811"/>
                    <a:pt x="10715" y="3811"/>
                    <a:pt x="10715" y="3811"/>
                  </a:cubicBezTo>
                  <a:cubicBezTo>
                    <a:pt x="10771" y="3811"/>
                    <a:pt x="10771" y="3811"/>
                    <a:pt x="10771" y="3811"/>
                  </a:cubicBezTo>
                  <a:cubicBezTo>
                    <a:pt x="10771" y="3811"/>
                    <a:pt x="10771" y="3811"/>
                    <a:pt x="10771" y="3811"/>
                  </a:cubicBezTo>
                  <a:cubicBezTo>
                    <a:pt x="10771" y="3878"/>
                    <a:pt x="10771" y="3878"/>
                    <a:pt x="10771" y="3878"/>
                  </a:cubicBezTo>
                  <a:cubicBezTo>
                    <a:pt x="10828" y="3878"/>
                    <a:pt x="10828" y="3878"/>
                    <a:pt x="10828" y="3878"/>
                  </a:cubicBezTo>
                  <a:cubicBezTo>
                    <a:pt x="10828" y="3945"/>
                    <a:pt x="10828" y="3945"/>
                    <a:pt x="10828" y="3945"/>
                  </a:cubicBezTo>
                  <a:cubicBezTo>
                    <a:pt x="10771" y="3945"/>
                    <a:pt x="10771" y="3945"/>
                    <a:pt x="10771" y="3945"/>
                  </a:cubicBezTo>
                  <a:cubicBezTo>
                    <a:pt x="10771" y="4012"/>
                    <a:pt x="10771" y="4012"/>
                    <a:pt x="10771" y="4012"/>
                  </a:cubicBezTo>
                  <a:cubicBezTo>
                    <a:pt x="10828" y="4079"/>
                    <a:pt x="10828" y="4079"/>
                    <a:pt x="10828" y="4079"/>
                  </a:cubicBezTo>
                  <a:cubicBezTo>
                    <a:pt x="10828" y="4146"/>
                    <a:pt x="10828" y="4146"/>
                    <a:pt x="10828" y="4146"/>
                  </a:cubicBezTo>
                  <a:cubicBezTo>
                    <a:pt x="10771" y="4213"/>
                    <a:pt x="10771" y="4213"/>
                    <a:pt x="10771" y="4213"/>
                  </a:cubicBezTo>
                  <a:cubicBezTo>
                    <a:pt x="10771" y="4146"/>
                    <a:pt x="10771" y="4146"/>
                    <a:pt x="10771" y="4146"/>
                  </a:cubicBezTo>
                  <a:cubicBezTo>
                    <a:pt x="10715" y="4213"/>
                    <a:pt x="10715" y="4213"/>
                    <a:pt x="10715" y="4213"/>
                  </a:cubicBezTo>
                  <a:cubicBezTo>
                    <a:pt x="10715" y="4213"/>
                    <a:pt x="10715" y="4213"/>
                    <a:pt x="10715" y="4213"/>
                  </a:cubicBezTo>
                  <a:cubicBezTo>
                    <a:pt x="10771" y="4213"/>
                    <a:pt x="10771" y="4213"/>
                    <a:pt x="10771" y="4213"/>
                  </a:cubicBezTo>
                  <a:cubicBezTo>
                    <a:pt x="10828" y="4213"/>
                    <a:pt x="10828" y="4213"/>
                    <a:pt x="10828" y="4213"/>
                  </a:cubicBezTo>
                  <a:cubicBezTo>
                    <a:pt x="10828" y="4213"/>
                    <a:pt x="10828" y="4213"/>
                    <a:pt x="10828" y="4213"/>
                  </a:cubicBezTo>
                  <a:cubicBezTo>
                    <a:pt x="10828" y="4346"/>
                    <a:pt x="10828" y="4346"/>
                    <a:pt x="10828" y="4346"/>
                  </a:cubicBezTo>
                  <a:cubicBezTo>
                    <a:pt x="10771" y="4413"/>
                    <a:pt x="10771" y="4413"/>
                    <a:pt x="10771" y="4413"/>
                  </a:cubicBezTo>
                  <a:cubicBezTo>
                    <a:pt x="10771" y="4480"/>
                    <a:pt x="10771" y="4480"/>
                    <a:pt x="10771" y="4480"/>
                  </a:cubicBezTo>
                  <a:cubicBezTo>
                    <a:pt x="10771" y="4480"/>
                    <a:pt x="10771" y="4480"/>
                    <a:pt x="10771" y="4480"/>
                  </a:cubicBezTo>
                  <a:cubicBezTo>
                    <a:pt x="10828" y="4480"/>
                    <a:pt x="10828" y="4480"/>
                    <a:pt x="10828" y="4480"/>
                  </a:cubicBezTo>
                  <a:cubicBezTo>
                    <a:pt x="10884" y="4480"/>
                    <a:pt x="10884" y="4480"/>
                    <a:pt x="10884" y="4480"/>
                  </a:cubicBezTo>
                  <a:cubicBezTo>
                    <a:pt x="10884" y="4480"/>
                    <a:pt x="10884" y="4480"/>
                    <a:pt x="10884" y="4480"/>
                  </a:cubicBezTo>
                  <a:cubicBezTo>
                    <a:pt x="10940" y="4480"/>
                    <a:pt x="10940" y="4480"/>
                    <a:pt x="10940" y="4480"/>
                  </a:cubicBezTo>
                  <a:cubicBezTo>
                    <a:pt x="10996" y="4547"/>
                    <a:pt x="10996" y="4547"/>
                    <a:pt x="10996" y="4547"/>
                  </a:cubicBezTo>
                  <a:cubicBezTo>
                    <a:pt x="10996" y="4480"/>
                    <a:pt x="10996" y="4480"/>
                    <a:pt x="10996" y="4480"/>
                  </a:cubicBezTo>
                  <a:cubicBezTo>
                    <a:pt x="11108" y="4547"/>
                    <a:pt x="11108" y="4547"/>
                    <a:pt x="11108" y="4547"/>
                  </a:cubicBezTo>
                  <a:cubicBezTo>
                    <a:pt x="11108" y="4614"/>
                    <a:pt x="11108" y="4614"/>
                    <a:pt x="11108" y="4614"/>
                  </a:cubicBezTo>
                  <a:cubicBezTo>
                    <a:pt x="11164" y="4614"/>
                    <a:pt x="11164" y="4614"/>
                    <a:pt x="11164" y="4614"/>
                  </a:cubicBezTo>
                  <a:cubicBezTo>
                    <a:pt x="11164" y="4547"/>
                    <a:pt x="11164" y="4547"/>
                    <a:pt x="11164" y="4547"/>
                  </a:cubicBezTo>
                  <a:cubicBezTo>
                    <a:pt x="11108" y="4547"/>
                    <a:pt x="11108" y="4547"/>
                    <a:pt x="11108" y="4547"/>
                  </a:cubicBezTo>
                  <a:cubicBezTo>
                    <a:pt x="11220" y="4480"/>
                    <a:pt x="11220" y="4480"/>
                    <a:pt x="11220" y="4480"/>
                  </a:cubicBezTo>
                  <a:cubicBezTo>
                    <a:pt x="11164" y="4413"/>
                    <a:pt x="11164" y="4413"/>
                    <a:pt x="11164" y="4413"/>
                  </a:cubicBezTo>
                  <a:cubicBezTo>
                    <a:pt x="11164" y="4346"/>
                    <a:pt x="11164" y="4346"/>
                    <a:pt x="11164" y="4346"/>
                  </a:cubicBezTo>
                  <a:cubicBezTo>
                    <a:pt x="11164" y="4346"/>
                    <a:pt x="11164" y="4346"/>
                    <a:pt x="11164" y="4346"/>
                  </a:cubicBezTo>
                  <a:cubicBezTo>
                    <a:pt x="11108" y="4279"/>
                    <a:pt x="11108" y="4279"/>
                    <a:pt x="11108" y="4279"/>
                  </a:cubicBezTo>
                  <a:cubicBezTo>
                    <a:pt x="11164" y="4213"/>
                    <a:pt x="11164" y="4213"/>
                    <a:pt x="11164" y="4213"/>
                  </a:cubicBezTo>
                  <a:cubicBezTo>
                    <a:pt x="11164" y="4213"/>
                    <a:pt x="11164" y="4213"/>
                    <a:pt x="11164" y="4213"/>
                  </a:cubicBezTo>
                  <a:cubicBezTo>
                    <a:pt x="11220" y="4213"/>
                    <a:pt x="11220" y="4213"/>
                    <a:pt x="11220" y="4213"/>
                  </a:cubicBezTo>
                  <a:cubicBezTo>
                    <a:pt x="11276" y="4213"/>
                    <a:pt x="11276" y="4213"/>
                    <a:pt x="11276" y="4213"/>
                  </a:cubicBezTo>
                  <a:cubicBezTo>
                    <a:pt x="11332" y="4146"/>
                    <a:pt x="11332" y="4146"/>
                    <a:pt x="11332" y="4146"/>
                  </a:cubicBezTo>
                  <a:cubicBezTo>
                    <a:pt x="11276" y="4079"/>
                    <a:pt x="11276" y="4079"/>
                    <a:pt x="11276" y="4079"/>
                  </a:cubicBezTo>
                  <a:cubicBezTo>
                    <a:pt x="11276" y="4012"/>
                    <a:pt x="11276" y="4012"/>
                    <a:pt x="11276" y="4012"/>
                  </a:cubicBezTo>
                  <a:cubicBezTo>
                    <a:pt x="11276" y="3945"/>
                    <a:pt x="11276" y="3945"/>
                    <a:pt x="11276" y="3945"/>
                  </a:cubicBezTo>
                  <a:cubicBezTo>
                    <a:pt x="11220" y="3878"/>
                    <a:pt x="11220" y="3878"/>
                    <a:pt x="11220" y="3878"/>
                  </a:cubicBezTo>
                  <a:cubicBezTo>
                    <a:pt x="11276" y="3811"/>
                    <a:pt x="11276" y="3811"/>
                    <a:pt x="11276" y="3811"/>
                  </a:cubicBezTo>
                  <a:cubicBezTo>
                    <a:pt x="11332" y="3811"/>
                    <a:pt x="11332" y="3811"/>
                    <a:pt x="11332" y="3811"/>
                  </a:cubicBezTo>
                  <a:cubicBezTo>
                    <a:pt x="11332" y="3811"/>
                    <a:pt x="11332" y="3811"/>
                    <a:pt x="11332" y="3811"/>
                  </a:cubicBezTo>
                  <a:cubicBezTo>
                    <a:pt x="11389" y="3811"/>
                    <a:pt x="11389" y="3811"/>
                    <a:pt x="11389" y="3811"/>
                  </a:cubicBezTo>
                  <a:cubicBezTo>
                    <a:pt x="11389" y="3811"/>
                    <a:pt x="11389" y="3811"/>
                    <a:pt x="11389" y="3811"/>
                  </a:cubicBezTo>
                  <a:cubicBezTo>
                    <a:pt x="11389" y="3744"/>
                    <a:pt x="11389" y="3744"/>
                    <a:pt x="11389" y="3744"/>
                  </a:cubicBezTo>
                  <a:cubicBezTo>
                    <a:pt x="11445" y="3744"/>
                    <a:pt x="11445" y="3744"/>
                    <a:pt x="11445" y="3744"/>
                  </a:cubicBezTo>
                  <a:cubicBezTo>
                    <a:pt x="11557" y="3611"/>
                    <a:pt x="11557" y="3611"/>
                    <a:pt x="11557" y="3611"/>
                  </a:cubicBezTo>
                  <a:cubicBezTo>
                    <a:pt x="11613" y="3611"/>
                    <a:pt x="11613" y="3611"/>
                    <a:pt x="11613" y="3611"/>
                  </a:cubicBezTo>
                  <a:cubicBezTo>
                    <a:pt x="11669" y="3678"/>
                    <a:pt x="11669" y="3678"/>
                    <a:pt x="11669" y="3678"/>
                  </a:cubicBezTo>
                  <a:cubicBezTo>
                    <a:pt x="11669" y="3678"/>
                    <a:pt x="11669" y="3678"/>
                    <a:pt x="11669" y="3678"/>
                  </a:cubicBezTo>
                  <a:cubicBezTo>
                    <a:pt x="11669" y="3744"/>
                    <a:pt x="11669" y="3744"/>
                    <a:pt x="11669" y="3744"/>
                  </a:cubicBezTo>
                  <a:cubicBezTo>
                    <a:pt x="11669" y="3744"/>
                    <a:pt x="11669" y="3744"/>
                    <a:pt x="11669" y="3744"/>
                  </a:cubicBezTo>
                  <a:cubicBezTo>
                    <a:pt x="11613" y="3744"/>
                    <a:pt x="11613" y="3744"/>
                    <a:pt x="11613" y="3744"/>
                  </a:cubicBezTo>
                  <a:cubicBezTo>
                    <a:pt x="11613" y="3811"/>
                    <a:pt x="11613" y="3811"/>
                    <a:pt x="11613" y="3811"/>
                  </a:cubicBezTo>
                  <a:cubicBezTo>
                    <a:pt x="11613" y="3811"/>
                    <a:pt x="11613" y="3811"/>
                    <a:pt x="11613" y="3811"/>
                  </a:cubicBezTo>
                  <a:cubicBezTo>
                    <a:pt x="11613" y="3878"/>
                    <a:pt x="11613" y="3878"/>
                    <a:pt x="11613" y="3878"/>
                  </a:cubicBezTo>
                  <a:cubicBezTo>
                    <a:pt x="11613" y="3945"/>
                    <a:pt x="11613" y="3945"/>
                    <a:pt x="11613" y="3945"/>
                  </a:cubicBezTo>
                  <a:cubicBezTo>
                    <a:pt x="11613" y="3945"/>
                    <a:pt x="11613" y="3945"/>
                    <a:pt x="11613" y="3945"/>
                  </a:cubicBezTo>
                  <a:cubicBezTo>
                    <a:pt x="11613" y="4079"/>
                    <a:pt x="11613" y="4079"/>
                    <a:pt x="11613" y="4079"/>
                  </a:cubicBezTo>
                  <a:cubicBezTo>
                    <a:pt x="11557" y="4146"/>
                    <a:pt x="11557" y="4146"/>
                    <a:pt x="11557" y="4146"/>
                  </a:cubicBezTo>
                  <a:cubicBezTo>
                    <a:pt x="11557" y="4146"/>
                    <a:pt x="11557" y="4146"/>
                    <a:pt x="11557" y="4146"/>
                  </a:cubicBezTo>
                  <a:cubicBezTo>
                    <a:pt x="11501" y="4213"/>
                    <a:pt x="11501" y="4213"/>
                    <a:pt x="11501" y="4213"/>
                  </a:cubicBezTo>
                  <a:cubicBezTo>
                    <a:pt x="11445" y="4213"/>
                    <a:pt x="11445" y="4213"/>
                    <a:pt x="11445" y="4213"/>
                  </a:cubicBezTo>
                  <a:cubicBezTo>
                    <a:pt x="11445" y="4279"/>
                    <a:pt x="11445" y="4279"/>
                    <a:pt x="11445" y="4279"/>
                  </a:cubicBezTo>
                  <a:cubicBezTo>
                    <a:pt x="11501" y="4279"/>
                    <a:pt x="11501" y="4279"/>
                    <a:pt x="11501" y="4279"/>
                  </a:cubicBezTo>
                  <a:cubicBezTo>
                    <a:pt x="11501" y="4213"/>
                    <a:pt x="11501" y="4213"/>
                    <a:pt x="11501" y="4213"/>
                  </a:cubicBezTo>
                  <a:cubicBezTo>
                    <a:pt x="11613" y="4213"/>
                    <a:pt x="11613" y="4213"/>
                    <a:pt x="11613" y="4213"/>
                  </a:cubicBezTo>
                  <a:cubicBezTo>
                    <a:pt x="11613" y="4279"/>
                    <a:pt x="11613" y="4279"/>
                    <a:pt x="11613" y="4279"/>
                  </a:cubicBezTo>
                  <a:cubicBezTo>
                    <a:pt x="11557" y="4346"/>
                    <a:pt x="11557" y="4346"/>
                    <a:pt x="11557" y="4346"/>
                  </a:cubicBezTo>
                  <a:cubicBezTo>
                    <a:pt x="11501" y="4346"/>
                    <a:pt x="11501" y="4346"/>
                    <a:pt x="11501" y="4346"/>
                  </a:cubicBezTo>
                  <a:cubicBezTo>
                    <a:pt x="11445" y="4413"/>
                    <a:pt x="11445" y="4413"/>
                    <a:pt x="11445" y="4413"/>
                  </a:cubicBezTo>
                  <a:cubicBezTo>
                    <a:pt x="11389" y="4480"/>
                    <a:pt x="11389" y="4480"/>
                    <a:pt x="11389" y="4480"/>
                  </a:cubicBezTo>
                  <a:cubicBezTo>
                    <a:pt x="11445" y="4547"/>
                    <a:pt x="11445" y="4547"/>
                    <a:pt x="11445" y="4547"/>
                  </a:cubicBezTo>
                  <a:cubicBezTo>
                    <a:pt x="11445" y="4480"/>
                    <a:pt x="11445" y="4480"/>
                    <a:pt x="11445" y="4480"/>
                  </a:cubicBezTo>
                  <a:cubicBezTo>
                    <a:pt x="11557" y="4413"/>
                    <a:pt x="11557" y="4413"/>
                    <a:pt x="11557" y="4413"/>
                  </a:cubicBezTo>
                  <a:cubicBezTo>
                    <a:pt x="11557" y="4413"/>
                    <a:pt x="11557" y="4413"/>
                    <a:pt x="11557" y="4413"/>
                  </a:cubicBezTo>
                  <a:cubicBezTo>
                    <a:pt x="11613" y="4346"/>
                    <a:pt x="11613" y="4346"/>
                    <a:pt x="11613" y="4346"/>
                  </a:cubicBezTo>
                  <a:cubicBezTo>
                    <a:pt x="11669" y="4413"/>
                    <a:pt x="11669" y="4413"/>
                    <a:pt x="11669" y="4413"/>
                  </a:cubicBezTo>
                  <a:cubicBezTo>
                    <a:pt x="11669" y="4480"/>
                    <a:pt x="11669" y="4480"/>
                    <a:pt x="11669" y="4480"/>
                  </a:cubicBezTo>
                  <a:cubicBezTo>
                    <a:pt x="11613" y="4547"/>
                    <a:pt x="11613" y="4547"/>
                    <a:pt x="11613" y="4547"/>
                  </a:cubicBezTo>
                  <a:cubicBezTo>
                    <a:pt x="11613" y="4614"/>
                    <a:pt x="11613" y="4614"/>
                    <a:pt x="11613" y="4614"/>
                  </a:cubicBezTo>
                  <a:cubicBezTo>
                    <a:pt x="11669" y="4547"/>
                    <a:pt x="11669" y="4547"/>
                    <a:pt x="11669" y="4547"/>
                  </a:cubicBezTo>
                  <a:cubicBezTo>
                    <a:pt x="11725" y="4547"/>
                    <a:pt x="11725" y="4547"/>
                    <a:pt x="11725" y="4547"/>
                  </a:cubicBezTo>
                  <a:cubicBezTo>
                    <a:pt x="11725" y="4480"/>
                    <a:pt x="11725" y="4480"/>
                    <a:pt x="11725" y="4480"/>
                  </a:cubicBezTo>
                  <a:cubicBezTo>
                    <a:pt x="11725" y="4480"/>
                    <a:pt x="11725" y="4480"/>
                    <a:pt x="11725" y="4480"/>
                  </a:cubicBezTo>
                  <a:cubicBezTo>
                    <a:pt x="11725" y="4413"/>
                    <a:pt x="11725" y="4413"/>
                    <a:pt x="11725" y="4413"/>
                  </a:cubicBezTo>
                  <a:cubicBezTo>
                    <a:pt x="11725" y="4413"/>
                    <a:pt x="11725" y="4413"/>
                    <a:pt x="11725" y="4413"/>
                  </a:cubicBezTo>
                  <a:cubicBezTo>
                    <a:pt x="11837" y="4346"/>
                    <a:pt x="11837" y="4346"/>
                    <a:pt x="11837" y="4346"/>
                  </a:cubicBezTo>
                  <a:cubicBezTo>
                    <a:pt x="11837" y="4346"/>
                    <a:pt x="11837" y="4346"/>
                    <a:pt x="11837" y="4346"/>
                  </a:cubicBezTo>
                  <a:cubicBezTo>
                    <a:pt x="11894" y="4346"/>
                    <a:pt x="11894" y="4346"/>
                    <a:pt x="11894" y="4346"/>
                  </a:cubicBezTo>
                  <a:cubicBezTo>
                    <a:pt x="11950" y="4480"/>
                    <a:pt x="11950" y="4480"/>
                    <a:pt x="11950" y="4480"/>
                  </a:cubicBezTo>
                  <a:cubicBezTo>
                    <a:pt x="11950" y="4480"/>
                    <a:pt x="11950" y="4480"/>
                    <a:pt x="11950" y="4480"/>
                  </a:cubicBezTo>
                  <a:cubicBezTo>
                    <a:pt x="11950" y="4547"/>
                    <a:pt x="11950" y="4547"/>
                    <a:pt x="11950" y="4547"/>
                  </a:cubicBezTo>
                  <a:cubicBezTo>
                    <a:pt x="11894" y="4681"/>
                    <a:pt x="11894" y="4681"/>
                    <a:pt x="11894" y="4681"/>
                  </a:cubicBezTo>
                  <a:cubicBezTo>
                    <a:pt x="11837" y="4747"/>
                    <a:pt x="11837" y="4747"/>
                    <a:pt x="11837" y="4747"/>
                  </a:cubicBezTo>
                  <a:cubicBezTo>
                    <a:pt x="11781" y="4747"/>
                    <a:pt x="11781" y="4747"/>
                    <a:pt x="11781" y="4747"/>
                  </a:cubicBezTo>
                  <a:cubicBezTo>
                    <a:pt x="11725" y="4747"/>
                    <a:pt x="11725" y="4747"/>
                    <a:pt x="11725" y="4747"/>
                  </a:cubicBezTo>
                  <a:cubicBezTo>
                    <a:pt x="11725" y="4814"/>
                    <a:pt x="11725" y="4814"/>
                    <a:pt x="11725" y="4814"/>
                  </a:cubicBezTo>
                  <a:cubicBezTo>
                    <a:pt x="11725" y="4814"/>
                    <a:pt x="11725" y="4814"/>
                    <a:pt x="11725" y="4814"/>
                  </a:cubicBezTo>
                  <a:cubicBezTo>
                    <a:pt x="11669" y="4948"/>
                    <a:pt x="11669" y="4948"/>
                    <a:pt x="11669" y="4948"/>
                  </a:cubicBezTo>
                  <a:cubicBezTo>
                    <a:pt x="11669" y="4948"/>
                    <a:pt x="11669" y="4948"/>
                    <a:pt x="11669" y="4948"/>
                  </a:cubicBezTo>
                  <a:cubicBezTo>
                    <a:pt x="11613" y="4948"/>
                    <a:pt x="11613" y="4948"/>
                    <a:pt x="11613" y="4948"/>
                  </a:cubicBezTo>
                  <a:cubicBezTo>
                    <a:pt x="11613" y="5015"/>
                    <a:pt x="11613" y="5015"/>
                    <a:pt x="11613" y="5015"/>
                  </a:cubicBezTo>
                  <a:cubicBezTo>
                    <a:pt x="11613" y="5015"/>
                    <a:pt x="11613" y="5015"/>
                    <a:pt x="11613" y="5015"/>
                  </a:cubicBezTo>
                  <a:cubicBezTo>
                    <a:pt x="11557" y="5015"/>
                    <a:pt x="11557" y="5015"/>
                    <a:pt x="11557" y="5015"/>
                  </a:cubicBezTo>
                  <a:cubicBezTo>
                    <a:pt x="11557" y="5015"/>
                    <a:pt x="11557" y="5015"/>
                    <a:pt x="11557" y="5015"/>
                  </a:cubicBezTo>
                  <a:cubicBezTo>
                    <a:pt x="11557" y="5082"/>
                    <a:pt x="11557" y="5082"/>
                    <a:pt x="11557" y="5082"/>
                  </a:cubicBezTo>
                  <a:cubicBezTo>
                    <a:pt x="11501" y="5082"/>
                    <a:pt x="11501" y="5082"/>
                    <a:pt x="11501" y="5082"/>
                  </a:cubicBezTo>
                  <a:cubicBezTo>
                    <a:pt x="11501" y="5082"/>
                    <a:pt x="11501" y="5082"/>
                    <a:pt x="11501" y="5082"/>
                  </a:cubicBezTo>
                  <a:cubicBezTo>
                    <a:pt x="11445" y="5082"/>
                    <a:pt x="11445" y="5082"/>
                    <a:pt x="11445" y="5082"/>
                  </a:cubicBezTo>
                  <a:cubicBezTo>
                    <a:pt x="11389" y="5082"/>
                    <a:pt x="11389" y="5082"/>
                    <a:pt x="11389" y="5082"/>
                  </a:cubicBezTo>
                  <a:cubicBezTo>
                    <a:pt x="11332" y="5082"/>
                    <a:pt x="11332" y="5082"/>
                    <a:pt x="11332" y="5082"/>
                  </a:cubicBezTo>
                  <a:cubicBezTo>
                    <a:pt x="11276" y="5149"/>
                    <a:pt x="11276" y="5149"/>
                    <a:pt x="11276" y="5149"/>
                  </a:cubicBezTo>
                  <a:cubicBezTo>
                    <a:pt x="11164" y="5082"/>
                    <a:pt x="11164" y="5082"/>
                    <a:pt x="11164" y="5082"/>
                  </a:cubicBezTo>
                  <a:cubicBezTo>
                    <a:pt x="11164" y="5082"/>
                    <a:pt x="11164" y="5082"/>
                    <a:pt x="11164" y="5082"/>
                  </a:cubicBezTo>
                  <a:cubicBezTo>
                    <a:pt x="11220" y="5015"/>
                    <a:pt x="11220" y="5015"/>
                    <a:pt x="11220" y="5015"/>
                  </a:cubicBezTo>
                  <a:cubicBezTo>
                    <a:pt x="11220" y="5015"/>
                    <a:pt x="11220" y="5015"/>
                    <a:pt x="11220" y="5015"/>
                  </a:cubicBezTo>
                  <a:cubicBezTo>
                    <a:pt x="11164" y="4948"/>
                    <a:pt x="11164" y="4948"/>
                    <a:pt x="11164" y="4948"/>
                  </a:cubicBezTo>
                  <a:cubicBezTo>
                    <a:pt x="11108" y="5015"/>
                    <a:pt x="11108" y="5015"/>
                    <a:pt x="11108" y="5015"/>
                  </a:cubicBezTo>
                  <a:cubicBezTo>
                    <a:pt x="11108" y="5015"/>
                    <a:pt x="11108" y="5015"/>
                    <a:pt x="11108" y="5015"/>
                  </a:cubicBezTo>
                  <a:cubicBezTo>
                    <a:pt x="11108" y="5082"/>
                    <a:pt x="11108" y="5082"/>
                    <a:pt x="11108" y="5082"/>
                  </a:cubicBezTo>
                  <a:cubicBezTo>
                    <a:pt x="10996" y="5015"/>
                    <a:pt x="10996" y="5015"/>
                    <a:pt x="10996" y="5015"/>
                  </a:cubicBezTo>
                  <a:cubicBezTo>
                    <a:pt x="10996" y="5015"/>
                    <a:pt x="10996" y="5015"/>
                    <a:pt x="10996" y="5015"/>
                  </a:cubicBezTo>
                  <a:cubicBezTo>
                    <a:pt x="11052" y="4948"/>
                    <a:pt x="11052" y="4948"/>
                    <a:pt x="11052" y="4948"/>
                  </a:cubicBezTo>
                  <a:cubicBezTo>
                    <a:pt x="11052" y="4948"/>
                    <a:pt x="11052" y="4948"/>
                    <a:pt x="11052" y="4948"/>
                  </a:cubicBezTo>
                  <a:cubicBezTo>
                    <a:pt x="10996" y="4948"/>
                    <a:pt x="10996" y="4948"/>
                    <a:pt x="10996" y="4948"/>
                  </a:cubicBezTo>
                  <a:cubicBezTo>
                    <a:pt x="10996" y="4948"/>
                    <a:pt x="10996" y="4948"/>
                    <a:pt x="10996" y="4948"/>
                  </a:cubicBezTo>
                  <a:cubicBezTo>
                    <a:pt x="10940" y="4948"/>
                    <a:pt x="10940" y="4948"/>
                    <a:pt x="10940" y="4948"/>
                  </a:cubicBezTo>
                  <a:cubicBezTo>
                    <a:pt x="10940" y="4948"/>
                    <a:pt x="10940" y="4948"/>
                    <a:pt x="10940" y="4948"/>
                  </a:cubicBezTo>
                  <a:cubicBezTo>
                    <a:pt x="10828" y="5015"/>
                    <a:pt x="10828" y="5015"/>
                    <a:pt x="10828" y="5015"/>
                  </a:cubicBezTo>
                  <a:cubicBezTo>
                    <a:pt x="10828" y="5015"/>
                    <a:pt x="10828" y="5015"/>
                    <a:pt x="10828" y="5015"/>
                  </a:cubicBezTo>
                  <a:cubicBezTo>
                    <a:pt x="10771" y="5015"/>
                    <a:pt x="10771" y="5015"/>
                    <a:pt x="10771" y="5015"/>
                  </a:cubicBezTo>
                  <a:cubicBezTo>
                    <a:pt x="10771" y="5015"/>
                    <a:pt x="10771" y="5015"/>
                    <a:pt x="10771" y="5015"/>
                  </a:cubicBezTo>
                  <a:cubicBezTo>
                    <a:pt x="10715" y="5015"/>
                    <a:pt x="10715" y="5015"/>
                    <a:pt x="10715" y="5015"/>
                  </a:cubicBezTo>
                  <a:cubicBezTo>
                    <a:pt x="10659" y="5015"/>
                    <a:pt x="10659" y="5015"/>
                    <a:pt x="10659" y="5015"/>
                  </a:cubicBezTo>
                  <a:cubicBezTo>
                    <a:pt x="10659" y="5015"/>
                    <a:pt x="10659" y="5015"/>
                    <a:pt x="10659" y="5015"/>
                  </a:cubicBezTo>
                  <a:cubicBezTo>
                    <a:pt x="10603" y="5015"/>
                    <a:pt x="10603" y="5015"/>
                    <a:pt x="10603" y="5015"/>
                  </a:cubicBezTo>
                  <a:cubicBezTo>
                    <a:pt x="10547" y="5015"/>
                    <a:pt x="10547" y="5015"/>
                    <a:pt x="10547" y="5015"/>
                  </a:cubicBezTo>
                  <a:cubicBezTo>
                    <a:pt x="10547" y="5082"/>
                    <a:pt x="10547" y="5082"/>
                    <a:pt x="10547" y="5082"/>
                  </a:cubicBezTo>
                  <a:cubicBezTo>
                    <a:pt x="10547" y="5082"/>
                    <a:pt x="10547" y="5082"/>
                    <a:pt x="10547" y="5082"/>
                  </a:cubicBezTo>
                  <a:cubicBezTo>
                    <a:pt x="10491" y="5082"/>
                    <a:pt x="10491" y="5082"/>
                    <a:pt x="10491" y="5082"/>
                  </a:cubicBezTo>
                  <a:cubicBezTo>
                    <a:pt x="10491" y="5149"/>
                    <a:pt x="10491" y="5149"/>
                    <a:pt x="10491" y="5149"/>
                  </a:cubicBezTo>
                  <a:cubicBezTo>
                    <a:pt x="10435" y="5149"/>
                    <a:pt x="10435" y="5149"/>
                    <a:pt x="10435" y="5149"/>
                  </a:cubicBezTo>
                  <a:cubicBezTo>
                    <a:pt x="10379" y="5149"/>
                    <a:pt x="10379" y="5149"/>
                    <a:pt x="10379" y="5149"/>
                  </a:cubicBezTo>
                  <a:cubicBezTo>
                    <a:pt x="10323" y="5149"/>
                    <a:pt x="10323" y="5149"/>
                    <a:pt x="10323" y="5149"/>
                  </a:cubicBezTo>
                  <a:cubicBezTo>
                    <a:pt x="10267" y="5149"/>
                    <a:pt x="10267" y="5149"/>
                    <a:pt x="10267" y="5149"/>
                  </a:cubicBezTo>
                  <a:cubicBezTo>
                    <a:pt x="10267" y="5149"/>
                    <a:pt x="10267" y="5149"/>
                    <a:pt x="10267" y="5149"/>
                  </a:cubicBezTo>
                  <a:cubicBezTo>
                    <a:pt x="10210" y="5149"/>
                    <a:pt x="10210" y="5149"/>
                    <a:pt x="10210" y="5149"/>
                  </a:cubicBezTo>
                  <a:cubicBezTo>
                    <a:pt x="10154" y="5149"/>
                    <a:pt x="10154" y="5149"/>
                    <a:pt x="10154" y="5149"/>
                  </a:cubicBezTo>
                  <a:cubicBezTo>
                    <a:pt x="10042" y="5149"/>
                    <a:pt x="10042" y="5149"/>
                    <a:pt x="10042" y="5149"/>
                  </a:cubicBezTo>
                  <a:cubicBezTo>
                    <a:pt x="9986" y="5149"/>
                    <a:pt x="9986" y="5149"/>
                    <a:pt x="9986" y="5149"/>
                  </a:cubicBezTo>
                  <a:cubicBezTo>
                    <a:pt x="9930" y="5082"/>
                    <a:pt x="9930" y="5082"/>
                    <a:pt x="9930" y="5082"/>
                  </a:cubicBezTo>
                  <a:cubicBezTo>
                    <a:pt x="9874" y="5082"/>
                    <a:pt x="9874" y="5082"/>
                    <a:pt x="9874" y="5082"/>
                  </a:cubicBezTo>
                  <a:cubicBezTo>
                    <a:pt x="9874" y="5015"/>
                    <a:pt x="9874" y="5015"/>
                    <a:pt x="9874" y="5015"/>
                  </a:cubicBezTo>
                  <a:close/>
                  <a:moveTo>
                    <a:pt x="6900" y="6687"/>
                  </a:moveTo>
                  <a:cubicBezTo>
                    <a:pt x="6900" y="6553"/>
                    <a:pt x="6900" y="6553"/>
                    <a:pt x="6900" y="6553"/>
                  </a:cubicBezTo>
                  <a:cubicBezTo>
                    <a:pt x="6956" y="6486"/>
                    <a:pt x="6956" y="6486"/>
                    <a:pt x="6956" y="6486"/>
                  </a:cubicBezTo>
                  <a:cubicBezTo>
                    <a:pt x="6900" y="6419"/>
                    <a:pt x="6900" y="6419"/>
                    <a:pt x="6900" y="6419"/>
                  </a:cubicBezTo>
                  <a:cubicBezTo>
                    <a:pt x="6956" y="6352"/>
                    <a:pt x="6956" y="6352"/>
                    <a:pt x="6956" y="6352"/>
                  </a:cubicBezTo>
                  <a:cubicBezTo>
                    <a:pt x="6956" y="6286"/>
                    <a:pt x="6956" y="6286"/>
                    <a:pt x="6956" y="6286"/>
                  </a:cubicBezTo>
                  <a:cubicBezTo>
                    <a:pt x="6900" y="6286"/>
                    <a:pt x="6900" y="6286"/>
                    <a:pt x="6900" y="6286"/>
                  </a:cubicBezTo>
                  <a:cubicBezTo>
                    <a:pt x="6844" y="6152"/>
                    <a:pt x="6844" y="6152"/>
                    <a:pt x="6844" y="6152"/>
                  </a:cubicBezTo>
                  <a:cubicBezTo>
                    <a:pt x="6900" y="6152"/>
                    <a:pt x="6900" y="6152"/>
                    <a:pt x="6900" y="6152"/>
                  </a:cubicBezTo>
                  <a:cubicBezTo>
                    <a:pt x="6900" y="6085"/>
                    <a:pt x="6900" y="6085"/>
                    <a:pt x="6900" y="6085"/>
                  </a:cubicBezTo>
                  <a:cubicBezTo>
                    <a:pt x="6844" y="6085"/>
                    <a:pt x="6844" y="6085"/>
                    <a:pt x="6844" y="6085"/>
                  </a:cubicBezTo>
                  <a:cubicBezTo>
                    <a:pt x="6732" y="6085"/>
                    <a:pt x="6732" y="6085"/>
                    <a:pt x="6732" y="6085"/>
                  </a:cubicBezTo>
                  <a:cubicBezTo>
                    <a:pt x="6732" y="6018"/>
                    <a:pt x="6732" y="6018"/>
                    <a:pt x="6732" y="6018"/>
                  </a:cubicBezTo>
                  <a:cubicBezTo>
                    <a:pt x="6788" y="6018"/>
                    <a:pt x="6788" y="6018"/>
                    <a:pt x="6788" y="6018"/>
                  </a:cubicBezTo>
                  <a:cubicBezTo>
                    <a:pt x="6844" y="6018"/>
                    <a:pt x="6844" y="6018"/>
                    <a:pt x="6844" y="6018"/>
                  </a:cubicBezTo>
                  <a:cubicBezTo>
                    <a:pt x="6900" y="5951"/>
                    <a:pt x="6900" y="5951"/>
                    <a:pt x="6900" y="5951"/>
                  </a:cubicBezTo>
                  <a:cubicBezTo>
                    <a:pt x="6900" y="5884"/>
                    <a:pt x="6900" y="5884"/>
                    <a:pt x="6900" y="5884"/>
                  </a:cubicBezTo>
                  <a:cubicBezTo>
                    <a:pt x="6956" y="5884"/>
                    <a:pt x="6956" y="5884"/>
                    <a:pt x="6956" y="5884"/>
                  </a:cubicBezTo>
                  <a:cubicBezTo>
                    <a:pt x="6956" y="5884"/>
                    <a:pt x="6956" y="5884"/>
                    <a:pt x="6956" y="5884"/>
                  </a:cubicBezTo>
                  <a:cubicBezTo>
                    <a:pt x="7012" y="5884"/>
                    <a:pt x="7012" y="5884"/>
                    <a:pt x="7012" y="5884"/>
                  </a:cubicBezTo>
                  <a:cubicBezTo>
                    <a:pt x="7069" y="5751"/>
                    <a:pt x="7069" y="5751"/>
                    <a:pt x="7069" y="5751"/>
                  </a:cubicBezTo>
                  <a:cubicBezTo>
                    <a:pt x="7125" y="5751"/>
                    <a:pt x="7125" y="5751"/>
                    <a:pt x="7125" y="5751"/>
                  </a:cubicBezTo>
                  <a:cubicBezTo>
                    <a:pt x="7125" y="5751"/>
                    <a:pt x="7125" y="5751"/>
                    <a:pt x="7125" y="5751"/>
                  </a:cubicBezTo>
                  <a:cubicBezTo>
                    <a:pt x="7181" y="5684"/>
                    <a:pt x="7181" y="5684"/>
                    <a:pt x="7181" y="5684"/>
                  </a:cubicBezTo>
                  <a:cubicBezTo>
                    <a:pt x="7237" y="5617"/>
                    <a:pt x="7237" y="5617"/>
                    <a:pt x="7237" y="5617"/>
                  </a:cubicBezTo>
                  <a:cubicBezTo>
                    <a:pt x="7237" y="5550"/>
                    <a:pt x="7237" y="5550"/>
                    <a:pt x="7237" y="5550"/>
                  </a:cubicBezTo>
                  <a:cubicBezTo>
                    <a:pt x="7237" y="5617"/>
                    <a:pt x="7237" y="5617"/>
                    <a:pt x="7237" y="5617"/>
                  </a:cubicBezTo>
                  <a:cubicBezTo>
                    <a:pt x="7405" y="5617"/>
                    <a:pt x="7405" y="5617"/>
                    <a:pt x="7405" y="5617"/>
                  </a:cubicBezTo>
                  <a:cubicBezTo>
                    <a:pt x="7405" y="5550"/>
                    <a:pt x="7405" y="5550"/>
                    <a:pt x="7405" y="5550"/>
                  </a:cubicBezTo>
                  <a:cubicBezTo>
                    <a:pt x="7349" y="5483"/>
                    <a:pt x="7349" y="5483"/>
                    <a:pt x="7349" y="5483"/>
                  </a:cubicBezTo>
                  <a:cubicBezTo>
                    <a:pt x="7349" y="5416"/>
                    <a:pt x="7349" y="5416"/>
                    <a:pt x="7349" y="5416"/>
                  </a:cubicBezTo>
                  <a:cubicBezTo>
                    <a:pt x="7405" y="5416"/>
                    <a:pt x="7405" y="5416"/>
                    <a:pt x="7405" y="5416"/>
                  </a:cubicBezTo>
                  <a:cubicBezTo>
                    <a:pt x="7517" y="5282"/>
                    <a:pt x="7517" y="5282"/>
                    <a:pt x="7517" y="5282"/>
                  </a:cubicBezTo>
                  <a:cubicBezTo>
                    <a:pt x="7574" y="5216"/>
                    <a:pt x="7574" y="5216"/>
                    <a:pt x="7574" y="5216"/>
                  </a:cubicBezTo>
                  <a:cubicBezTo>
                    <a:pt x="7686" y="5216"/>
                    <a:pt x="7686" y="5216"/>
                    <a:pt x="7686" y="5216"/>
                  </a:cubicBezTo>
                  <a:cubicBezTo>
                    <a:pt x="7686" y="5149"/>
                    <a:pt x="7686" y="5149"/>
                    <a:pt x="7686" y="5149"/>
                  </a:cubicBezTo>
                  <a:cubicBezTo>
                    <a:pt x="7742" y="5082"/>
                    <a:pt x="7742" y="5082"/>
                    <a:pt x="7742" y="5082"/>
                  </a:cubicBezTo>
                  <a:cubicBezTo>
                    <a:pt x="7798" y="5082"/>
                    <a:pt x="7798" y="5082"/>
                    <a:pt x="7798" y="5082"/>
                  </a:cubicBezTo>
                  <a:cubicBezTo>
                    <a:pt x="7854" y="5015"/>
                    <a:pt x="7854" y="5015"/>
                    <a:pt x="7854" y="5015"/>
                  </a:cubicBezTo>
                  <a:cubicBezTo>
                    <a:pt x="7798" y="5015"/>
                    <a:pt x="7798" y="5015"/>
                    <a:pt x="7798" y="5015"/>
                  </a:cubicBezTo>
                  <a:cubicBezTo>
                    <a:pt x="7798" y="4881"/>
                    <a:pt x="7798" y="4881"/>
                    <a:pt x="7798" y="4881"/>
                  </a:cubicBezTo>
                  <a:cubicBezTo>
                    <a:pt x="7798" y="4814"/>
                    <a:pt x="7798" y="4814"/>
                    <a:pt x="7798" y="4814"/>
                  </a:cubicBezTo>
                  <a:cubicBezTo>
                    <a:pt x="7854" y="4747"/>
                    <a:pt x="7854" y="4747"/>
                    <a:pt x="7854" y="4747"/>
                  </a:cubicBezTo>
                  <a:cubicBezTo>
                    <a:pt x="7854" y="4747"/>
                    <a:pt x="7854" y="4747"/>
                    <a:pt x="7854" y="4747"/>
                  </a:cubicBezTo>
                  <a:cubicBezTo>
                    <a:pt x="7854" y="4681"/>
                    <a:pt x="7854" y="4681"/>
                    <a:pt x="7854" y="4681"/>
                  </a:cubicBezTo>
                  <a:cubicBezTo>
                    <a:pt x="7910" y="4681"/>
                    <a:pt x="7910" y="4681"/>
                    <a:pt x="7910" y="4681"/>
                  </a:cubicBezTo>
                  <a:cubicBezTo>
                    <a:pt x="7966" y="4681"/>
                    <a:pt x="7966" y="4681"/>
                    <a:pt x="7966" y="4681"/>
                  </a:cubicBezTo>
                  <a:cubicBezTo>
                    <a:pt x="8135" y="4681"/>
                    <a:pt x="8135" y="4681"/>
                    <a:pt x="8135" y="4681"/>
                  </a:cubicBezTo>
                  <a:cubicBezTo>
                    <a:pt x="8135" y="4681"/>
                    <a:pt x="8135" y="4681"/>
                    <a:pt x="8135" y="4681"/>
                  </a:cubicBezTo>
                  <a:cubicBezTo>
                    <a:pt x="8303" y="4681"/>
                    <a:pt x="8303" y="4681"/>
                    <a:pt x="8303" y="4681"/>
                  </a:cubicBezTo>
                  <a:cubicBezTo>
                    <a:pt x="8415" y="4614"/>
                    <a:pt x="8415" y="4614"/>
                    <a:pt x="8415" y="4614"/>
                  </a:cubicBezTo>
                  <a:cubicBezTo>
                    <a:pt x="8583" y="4681"/>
                    <a:pt x="8583" y="4681"/>
                    <a:pt x="8583" y="4681"/>
                  </a:cubicBezTo>
                  <a:cubicBezTo>
                    <a:pt x="8527" y="4747"/>
                    <a:pt x="8527" y="4747"/>
                    <a:pt x="8527" y="4747"/>
                  </a:cubicBezTo>
                  <a:cubicBezTo>
                    <a:pt x="8583" y="4747"/>
                    <a:pt x="8583" y="4747"/>
                    <a:pt x="8583" y="4747"/>
                  </a:cubicBezTo>
                  <a:cubicBezTo>
                    <a:pt x="8640" y="4814"/>
                    <a:pt x="8640" y="4814"/>
                    <a:pt x="8640" y="4814"/>
                  </a:cubicBezTo>
                  <a:cubicBezTo>
                    <a:pt x="8752" y="4881"/>
                    <a:pt x="8752" y="4881"/>
                    <a:pt x="8752" y="4881"/>
                  </a:cubicBezTo>
                  <a:cubicBezTo>
                    <a:pt x="8752" y="4948"/>
                    <a:pt x="8752" y="4948"/>
                    <a:pt x="8752" y="4948"/>
                  </a:cubicBezTo>
                  <a:cubicBezTo>
                    <a:pt x="8696" y="4948"/>
                    <a:pt x="8696" y="4948"/>
                    <a:pt x="8696" y="4948"/>
                  </a:cubicBezTo>
                  <a:cubicBezTo>
                    <a:pt x="8752" y="4948"/>
                    <a:pt x="8752" y="4948"/>
                    <a:pt x="8752" y="4948"/>
                  </a:cubicBezTo>
                  <a:cubicBezTo>
                    <a:pt x="8808" y="4948"/>
                    <a:pt x="8808" y="4948"/>
                    <a:pt x="8808" y="4948"/>
                  </a:cubicBezTo>
                  <a:cubicBezTo>
                    <a:pt x="8864" y="4948"/>
                    <a:pt x="8864" y="4948"/>
                    <a:pt x="8864" y="4948"/>
                  </a:cubicBezTo>
                  <a:cubicBezTo>
                    <a:pt x="8808" y="5015"/>
                    <a:pt x="8808" y="5015"/>
                    <a:pt x="8808" y="5015"/>
                  </a:cubicBezTo>
                  <a:cubicBezTo>
                    <a:pt x="8752" y="5082"/>
                    <a:pt x="8752" y="5082"/>
                    <a:pt x="8752" y="5082"/>
                  </a:cubicBezTo>
                  <a:cubicBezTo>
                    <a:pt x="8752" y="5149"/>
                    <a:pt x="8752" y="5149"/>
                    <a:pt x="8752" y="5149"/>
                  </a:cubicBezTo>
                  <a:cubicBezTo>
                    <a:pt x="8864" y="5082"/>
                    <a:pt x="8864" y="5082"/>
                    <a:pt x="8864" y="5082"/>
                  </a:cubicBezTo>
                  <a:cubicBezTo>
                    <a:pt x="8864" y="5015"/>
                    <a:pt x="8864" y="5015"/>
                    <a:pt x="8864" y="5015"/>
                  </a:cubicBezTo>
                  <a:cubicBezTo>
                    <a:pt x="8920" y="4948"/>
                    <a:pt x="8920" y="4948"/>
                    <a:pt x="8920" y="4948"/>
                  </a:cubicBezTo>
                  <a:cubicBezTo>
                    <a:pt x="8976" y="5015"/>
                    <a:pt x="8976" y="5015"/>
                    <a:pt x="8976" y="5015"/>
                  </a:cubicBezTo>
                  <a:cubicBezTo>
                    <a:pt x="9032" y="4948"/>
                    <a:pt x="9032" y="4948"/>
                    <a:pt x="9032" y="4948"/>
                  </a:cubicBezTo>
                  <a:cubicBezTo>
                    <a:pt x="9088" y="4948"/>
                    <a:pt x="9088" y="4948"/>
                    <a:pt x="9088" y="4948"/>
                  </a:cubicBezTo>
                  <a:cubicBezTo>
                    <a:pt x="9088" y="5015"/>
                    <a:pt x="9088" y="5015"/>
                    <a:pt x="9088" y="5015"/>
                  </a:cubicBezTo>
                  <a:cubicBezTo>
                    <a:pt x="9144" y="5149"/>
                    <a:pt x="9144" y="5149"/>
                    <a:pt x="9144" y="5149"/>
                  </a:cubicBezTo>
                  <a:cubicBezTo>
                    <a:pt x="9201" y="5282"/>
                    <a:pt x="9201" y="5282"/>
                    <a:pt x="9201" y="5282"/>
                  </a:cubicBezTo>
                  <a:cubicBezTo>
                    <a:pt x="9144" y="5282"/>
                    <a:pt x="9144" y="5282"/>
                    <a:pt x="9144" y="5282"/>
                  </a:cubicBezTo>
                  <a:cubicBezTo>
                    <a:pt x="9201" y="5416"/>
                    <a:pt x="9201" y="5416"/>
                    <a:pt x="9201" y="5416"/>
                  </a:cubicBezTo>
                  <a:cubicBezTo>
                    <a:pt x="9201" y="5483"/>
                    <a:pt x="9201" y="5483"/>
                    <a:pt x="9201" y="5483"/>
                  </a:cubicBezTo>
                  <a:cubicBezTo>
                    <a:pt x="9201" y="5483"/>
                    <a:pt x="9201" y="5483"/>
                    <a:pt x="9201" y="5483"/>
                  </a:cubicBezTo>
                  <a:cubicBezTo>
                    <a:pt x="9201" y="5550"/>
                    <a:pt x="9201" y="5550"/>
                    <a:pt x="9201" y="5550"/>
                  </a:cubicBezTo>
                  <a:cubicBezTo>
                    <a:pt x="9201" y="5617"/>
                    <a:pt x="9201" y="5617"/>
                    <a:pt x="9201" y="5617"/>
                  </a:cubicBezTo>
                  <a:cubicBezTo>
                    <a:pt x="9201" y="5617"/>
                    <a:pt x="9201" y="5617"/>
                    <a:pt x="9201" y="5617"/>
                  </a:cubicBezTo>
                  <a:cubicBezTo>
                    <a:pt x="9144" y="5684"/>
                    <a:pt x="9144" y="5684"/>
                    <a:pt x="9144" y="5684"/>
                  </a:cubicBezTo>
                  <a:cubicBezTo>
                    <a:pt x="9088" y="5751"/>
                    <a:pt x="9088" y="5751"/>
                    <a:pt x="9088" y="5751"/>
                  </a:cubicBezTo>
                  <a:cubicBezTo>
                    <a:pt x="9032" y="5751"/>
                    <a:pt x="9032" y="5751"/>
                    <a:pt x="9032" y="5751"/>
                  </a:cubicBezTo>
                  <a:cubicBezTo>
                    <a:pt x="8920" y="5751"/>
                    <a:pt x="8920" y="5751"/>
                    <a:pt x="8920" y="5751"/>
                  </a:cubicBezTo>
                  <a:cubicBezTo>
                    <a:pt x="8864" y="5751"/>
                    <a:pt x="8864" y="5751"/>
                    <a:pt x="8864" y="5751"/>
                  </a:cubicBezTo>
                  <a:cubicBezTo>
                    <a:pt x="8696" y="5817"/>
                    <a:pt x="8696" y="5817"/>
                    <a:pt x="8696" y="5817"/>
                  </a:cubicBezTo>
                  <a:cubicBezTo>
                    <a:pt x="8640" y="5817"/>
                    <a:pt x="8640" y="5817"/>
                    <a:pt x="8640" y="5817"/>
                  </a:cubicBezTo>
                  <a:cubicBezTo>
                    <a:pt x="8527" y="5884"/>
                    <a:pt x="8527" y="5884"/>
                    <a:pt x="8527" y="5884"/>
                  </a:cubicBezTo>
                  <a:cubicBezTo>
                    <a:pt x="8471" y="5884"/>
                    <a:pt x="8471" y="5884"/>
                    <a:pt x="8471" y="5884"/>
                  </a:cubicBezTo>
                  <a:cubicBezTo>
                    <a:pt x="8415" y="5951"/>
                    <a:pt x="8415" y="5951"/>
                    <a:pt x="8415" y="5951"/>
                  </a:cubicBezTo>
                  <a:cubicBezTo>
                    <a:pt x="8359" y="5951"/>
                    <a:pt x="8359" y="5951"/>
                    <a:pt x="8359" y="5951"/>
                  </a:cubicBezTo>
                  <a:cubicBezTo>
                    <a:pt x="8303" y="5951"/>
                    <a:pt x="8303" y="5951"/>
                    <a:pt x="8303" y="5951"/>
                  </a:cubicBezTo>
                  <a:cubicBezTo>
                    <a:pt x="8303" y="5951"/>
                    <a:pt x="8303" y="5951"/>
                    <a:pt x="8303" y="5951"/>
                  </a:cubicBezTo>
                  <a:cubicBezTo>
                    <a:pt x="8247" y="5951"/>
                    <a:pt x="8247" y="5951"/>
                    <a:pt x="8247" y="5951"/>
                  </a:cubicBezTo>
                  <a:cubicBezTo>
                    <a:pt x="8191" y="5951"/>
                    <a:pt x="8191" y="5951"/>
                    <a:pt x="8191" y="5951"/>
                  </a:cubicBezTo>
                  <a:cubicBezTo>
                    <a:pt x="8135" y="6018"/>
                    <a:pt x="8135" y="6018"/>
                    <a:pt x="8135" y="6018"/>
                  </a:cubicBezTo>
                  <a:cubicBezTo>
                    <a:pt x="8078" y="6085"/>
                    <a:pt x="8078" y="6085"/>
                    <a:pt x="8078" y="6085"/>
                  </a:cubicBezTo>
                  <a:cubicBezTo>
                    <a:pt x="8078" y="6085"/>
                    <a:pt x="8078" y="6085"/>
                    <a:pt x="8078" y="6085"/>
                  </a:cubicBezTo>
                  <a:cubicBezTo>
                    <a:pt x="8078" y="6152"/>
                    <a:pt x="8078" y="6152"/>
                    <a:pt x="8078" y="6152"/>
                  </a:cubicBezTo>
                  <a:cubicBezTo>
                    <a:pt x="7966" y="6152"/>
                    <a:pt x="7966" y="6152"/>
                    <a:pt x="7966" y="6152"/>
                  </a:cubicBezTo>
                  <a:cubicBezTo>
                    <a:pt x="7910" y="6219"/>
                    <a:pt x="7910" y="6219"/>
                    <a:pt x="7910" y="6219"/>
                  </a:cubicBezTo>
                  <a:cubicBezTo>
                    <a:pt x="7854" y="6219"/>
                    <a:pt x="7854" y="6219"/>
                    <a:pt x="7854" y="6219"/>
                  </a:cubicBezTo>
                  <a:cubicBezTo>
                    <a:pt x="7798" y="6152"/>
                    <a:pt x="7798" y="6152"/>
                    <a:pt x="7798" y="6152"/>
                  </a:cubicBezTo>
                  <a:cubicBezTo>
                    <a:pt x="7798" y="6219"/>
                    <a:pt x="7798" y="6219"/>
                    <a:pt x="7798" y="6219"/>
                  </a:cubicBezTo>
                  <a:cubicBezTo>
                    <a:pt x="7798" y="6286"/>
                    <a:pt x="7798" y="6286"/>
                    <a:pt x="7798" y="6286"/>
                  </a:cubicBezTo>
                  <a:cubicBezTo>
                    <a:pt x="7742" y="6286"/>
                    <a:pt x="7742" y="6286"/>
                    <a:pt x="7742" y="6286"/>
                  </a:cubicBezTo>
                  <a:cubicBezTo>
                    <a:pt x="7686" y="6352"/>
                    <a:pt x="7686" y="6352"/>
                    <a:pt x="7686" y="6352"/>
                  </a:cubicBezTo>
                  <a:cubicBezTo>
                    <a:pt x="7630" y="6419"/>
                    <a:pt x="7630" y="6419"/>
                    <a:pt x="7630" y="6419"/>
                  </a:cubicBezTo>
                  <a:cubicBezTo>
                    <a:pt x="7574" y="6486"/>
                    <a:pt x="7574" y="6486"/>
                    <a:pt x="7574" y="6486"/>
                  </a:cubicBezTo>
                  <a:cubicBezTo>
                    <a:pt x="7630" y="6486"/>
                    <a:pt x="7630" y="6486"/>
                    <a:pt x="7630" y="6486"/>
                  </a:cubicBezTo>
                  <a:cubicBezTo>
                    <a:pt x="7517" y="6620"/>
                    <a:pt x="7517" y="6620"/>
                    <a:pt x="7517" y="6620"/>
                  </a:cubicBezTo>
                  <a:cubicBezTo>
                    <a:pt x="7517" y="6620"/>
                    <a:pt x="7517" y="6620"/>
                    <a:pt x="7517" y="6620"/>
                  </a:cubicBezTo>
                  <a:cubicBezTo>
                    <a:pt x="7405" y="6620"/>
                    <a:pt x="7405" y="6620"/>
                    <a:pt x="7405" y="6620"/>
                  </a:cubicBezTo>
                  <a:cubicBezTo>
                    <a:pt x="7349" y="6687"/>
                    <a:pt x="7349" y="6687"/>
                    <a:pt x="7349" y="6687"/>
                  </a:cubicBezTo>
                  <a:cubicBezTo>
                    <a:pt x="7293" y="6687"/>
                    <a:pt x="7293" y="6687"/>
                    <a:pt x="7293" y="6687"/>
                  </a:cubicBezTo>
                  <a:cubicBezTo>
                    <a:pt x="7293" y="6620"/>
                    <a:pt x="7293" y="6620"/>
                    <a:pt x="7293" y="6620"/>
                  </a:cubicBezTo>
                  <a:cubicBezTo>
                    <a:pt x="7293" y="6620"/>
                    <a:pt x="7293" y="6620"/>
                    <a:pt x="7293" y="6620"/>
                  </a:cubicBezTo>
                  <a:cubicBezTo>
                    <a:pt x="7293" y="6553"/>
                    <a:pt x="7293" y="6553"/>
                    <a:pt x="7293" y="6553"/>
                  </a:cubicBezTo>
                  <a:cubicBezTo>
                    <a:pt x="7293" y="6486"/>
                    <a:pt x="7293" y="6486"/>
                    <a:pt x="7293" y="6486"/>
                  </a:cubicBezTo>
                  <a:cubicBezTo>
                    <a:pt x="7237" y="6553"/>
                    <a:pt x="7237" y="6553"/>
                    <a:pt x="7237" y="6553"/>
                  </a:cubicBezTo>
                  <a:cubicBezTo>
                    <a:pt x="7237" y="6553"/>
                    <a:pt x="7237" y="6553"/>
                    <a:pt x="7237" y="6553"/>
                  </a:cubicBezTo>
                  <a:cubicBezTo>
                    <a:pt x="7237" y="6553"/>
                    <a:pt x="7237" y="6553"/>
                    <a:pt x="7237" y="6553"/>
                  </a:cubicBezTo>
                  <a:cubicBezTo>
                    <a:pt x="7125" y="6687"/>
                    <a:pt x="7125" y="6687"/>
                    <a:pt x="7125" y="6687"/>
                  </a:cubicBezTo>
                  <a:cubicBezTo>
                    <a:pt x="7069" y="6687"/>
                    <a:pt x="7069" y="6687"/>
                    <a:pt x="7069" y="6687"/>
                  </a:cubicBezTo>
                  <a:cubicBezTo>
                    <a:pt x="7012" y="6687"/>
                    <a:pt x="7012" y="6687"/>
                    <a:pt x="7012" y="6687"/>
                  </a:cubicBezTo>
                  <a:cubicBezTo>
                    <a:pt x="7012" y="6687"/>
                    <a:pt x="7012" y="6687"/>
                    <a:pt x="7012" y="6687"/>
                  </a:cubicBezTo>
                  <a:cubicBezTo>
                    <a:pt x="6956" y="6687"/>
                    <a:pt x="6956" y="6687"/>
                    <a:pt x="6956" y="6687"/>
                  </a:cubicBezTo>
                  <a:cubicBezTo>
                    <a:pt x="6900" y="6687"/>
                    <a:pt x="6900" y="6687"/>
                    <a:pt x="6900" y="6687"/>
                  </a:cubicBezTo>
                  <a:cubicBezTo>
                    <a:pt x="6900" y="6687"/>
                    <a:pt x="6900" y="6687"/>
                    <a:pt x="6900" y="6687"/>
                  </a:cubicBezTo>
                  <a:cubicBezTo>
                    <a:pt x="6900" y="6687"/>
                    <a:pt x="6900" y="6687"/>
                    <a:pt x="6900" y="6687"/>
                  </a:cubicBezTo>
                  <a:close/>
                  <a:moveTo>
                    <a:pt x="13240" y="5884"/>
                  </a:moveTo>
                  <a:cubicBezTo>
                    <a:pt x="13240" y="5884"/>
                    <a:pt x="13240" y="5884"/>
                    <a:pt x="13240" y="5884"/>
                  </a:cubicBezTo>
                  <a:cubicBezTo>
                    <a:pt x="13240" y="5951"/>
                    <a:pt x="13240" y="5951"/>
                    <a:pt x="13240" y="5951"/>
                  </a:cubicBezTo>
                  <a:cubicBezTo>
                    <a:pt x="13240" y="5951"/>
                    <a:pt x="13240" y="5951"/>
                    <a:pt x="13240" y="5951"/>
                  </a:cubicBezTo>
                  <a:cubicBezTo>
                    <a:pt x="13240" y="6018"/>
                    <a:pt x="13240" y="6018"/>
                    <a:pt x="13240" y="6018"/>
                  </a:cubicBezTo>
                  <a:cubicBezTo>
                    <a:pt x="13184" y="5951"/>
                    <a:pt x="13184" y="5951"/>
                    <a:pt x="13184" y="5951"/>
                  </a:cubicBezTo>
                  <a:cubicBezTo>
                    <a:pt x="13184" y="5884"/>
                    <a:pt x="13184" y="5884"/>
                    <a:pt x="13184" y="5884"/>
                  </a:cubicBezTo>
                  <a:cubicBezTo>
                    <a:pt x="13240" y="5884"/>
                    <a:pt x="13240" y="5884"/>
                    <a:pt x="13240" y="5884"/>
                  </a:cubicBezTo>
                  <a:close/>
                  <a:moveTo>
                    <a:pt x="12735" y="5884"/>
                  </a:moveTo>
                  <a:cubicBezTo>
                    <a:pt x="12735" y="5817"/>
                    <a:pt x="12735" y="5817"/>
                    <a:pt x="12735" y="5817"/>
                  </a:cubicBezTo>
                  <a:cubicBezTo>
                    <a:pt x="12847" y="5817"/>
                    <a:pt x="12847" y="5817"/>
                    <a:pt x="12847" y="5817"/>
                  </a:cubicBezTo>
                  <a:cubicBezTo>
                    <a:pt x="12847" y="5817"/>
                    <a:pt x="12847" y="5817"/>
                    <a:pt x="12847" y="5817"/>
                  </a:cubicBezTo>
                  <a:cubicBezTo>
                    <a:pt x="12847" y="5884"/>
                    <a:pt x="12847" y="5884"/>
                    <a:pt x="12847" y="5884"/>
                  </a:cubicBezTo>
                  <a:cubicBezTo>
                    <a:pt x="12791" y="5884"/>
                    <a:pt x="12791" y="5884"/>
                    <a:pt x="12791" y="5884"/>
                  </a:cubicBezTo>
                  <a:cubicBezTo>
                    <a:pt x="12791" y="5884"/>
                    <a:pt x="12791" y="5884"/>
                    <a:pt x="12791" y="5884"/>
                  </a:cubicBezTo>
                  <a:cubicBezTo>
                    <a:pt x="12735" y="5884"/>
                    <a:pt x="12735" y="5884"/>
                    <a:pt x="12735" y="5884"/>
                  </a:cubicBezTo>
                  <a:close/>
                  <a:moveTo>
                    <a:pt x="12230" y="6152"/>
                  </a:moveTo>
                  <a:cubicBezTo>
                    <a:pt x="12286" y="6219"/>
                    <a:pt x="12286" y="6219"/>
                    <a:pt x="12286" y="6219"/>
                  </a:cubicBezTo>
                  <a:cubicBezTo>
                    <a:pt x="12342" y="6219"/>
                    <a:pt x="12342" y="6219"/>
                    <a:pt x="12342" y="6219"/>
                  </a:cubicBezTo>
                  <a:cubicBezTo>
                    <a:pt x="12398" y="6286"/>
                    <a:pt x="12398" y="6286"/>
                    <a:pt x="12398" y="6286"/>
                  </a:cubicBezTo>
                  <a:cubicBezTo>
                    <a:pt x="12398" y="6286"/>
                    <a:pt x="12398" y="6286"/>
                    <a:pt x="12398" y="6286"/>
                  </a:cubicBezTo>
                  <a:cubicBezTo>
                    <a:pt x="12455" y="6286"/>
                    <a:pt x="12455" y="6286"/>
                    <a:pt x="12455" y="6286"/>
                  </a:cubicBezTo>
                  <a:cubicBezTo>
                    <a:pt x="12511" y="6219"/>
                    <a:pt x="12511" y="6219"/>
                    <a:pt x="12511" y="6219"/>
                  </a:cubicBezTo>
                  <a:cubicBezTo>
                    <a:pt x="12567" y="6286"/>
                    <a:pt x="12567" y="6286"/>
                    <a:pt x="12567" y="6286"/>
                  </a:cubicBezTo>
                  <a:cubicBezTo>
                    <a:pt x="12623" y="6219"/>
                    <a:pt x="12623" y="6219"/>
                    <a:pt x="12623" y="6219"/>
                  </a:cubicBezTo>
                  <a:cubicBezTo>
                    <a:pt x="12623" y="6219"/>
                    <a:pt x="12623" y="6219"/>
                    <a:pt x="12623" y="6219"/>
                  </a:cubicBezTo>
                  <a:cubicBezTo>
                    <a:pt x="12679" y="6219"/>
                    <a:pt x="12679" y="6219"/>
                    <a:pt x="12679" y="6219"/>
                  </a:cubicBezTo>
                  <a:cubicBezTo>
                    <a:pt x="12679" y="6152"/>
                    <a:pt x="12679" y="6152"/>
                    <a:pt x="12679" y="6152"/>
                  </a:cubicBezTo>
                  <a:cubicBezTo>
                    <a:pt x="12623" y="6152"/>
                    <a:pt x="12623" y="6152"/>
                    <a:pt x="12623" y="6152"/>
                  </a:cubicBezTo>
                  <a:cubicBezTo>
                    <a:pt x="12567" y="6152"/>
                    <a:pt x="12567" y="6152"/>
                    <a:pt x="12567" y="6152"/>
                  </a:cubicBezTo>
                  <a:cubicBezTo>
                    <a:pt x="12511" y="6152"/>
                    <a:pt x="12511" y="6152"/>
                    <a:pt x="12511" y="6152"/>
                  </a:cubicBezTo>
                  <a:cubicBezTo>
                    <a:pt x="12511" y="6152"/>
                    <a:pt x="12511" y="6152"/>
                    <a:pt x="12511" y="6152"/>
                  </a:cubicBezTo>
                  <a:cubicBezTo>
                    <a:pt x="12455" y="6152"/>
                    <a:pt x="12455" y="6152"/>
                    <a:pt x="12455" y="6152"/>
                  </a:cubicBezTo>
                  <a:cubicBezTo>
                    <a:pt x="12398" y="6152"/>
                    <a:pt x="12398" y="6152"/>
                    <a:pt x="12398" y="6152"/>
                  </a:cubicBezTo>
                  <a:cubicBezTo>
                    <a:pt x="12342" y="6152"/>
                    <a:pt x="12342" y="6152"/>
                    <a:pt x="12342" y="6152"/>
                  </a:cubicBezTo>
                  <a:cubicBezTo>
                    <a:pt x="12286" y="6152"/>
                    <a:pt x="12286" y="6152"/>
                    <a:pt x="12286" y="6152"/>
                  </a:cubicBezTo>
                  <a:cubicBezTo>
                    <a:pt x="12230" y="6152"/>
                    <a:pt x="12230" y="6152"/>
                    <a:pt x="12230" y="6152"/>
                  </a:cubicBezTo>
                  <a:close/>
                  <a:moveTo>
                    <a:pt x="12006" y="8024"/>
                  </a:moveTo>
                  <a:cubicBezTo>
                    <a:pt x="11950" y="8024"/>
                    <a:pt x="11950" y="8024"/>
                    <a:pt x="11950" y="8024"/>
                  </a:cubicBezTo>
                  <a:cubicBezTo>
                    <a:pt x="11950" y="8024"/>
                    <a:pt x="11950" y="8024"/>
                    <a:pt x="11950" y="8024"/>
                  </a:cubicBezTo>
                  <a:cubicBezTo>
                    <a:pt x="12006" y="8024"/>
                    <a:pt x="12006" y="8024"/>
                    <a:pt x="12006" y="8024"/>
                  </a:cubicBezTo>
                  <a:cubicBezTo>
                    <a:pt x="12006" y="8024"/>
                    <a:pt x="12006" y="8024"/>
                    <a:pt x="12006" y="8024"/>
                  </a:cubicBezTo>
                  <a:cubicBezTo>
                    <a:pt x="12006" y="8024"/>
                    <a:pt x="12006" y="8024"/>
                    <a:pt x="12006" y="8024"/>
                  </a:cubicBezTo>
                  <a:close/>
                  <a:moveTo>
                    <a:pt x="11669" y="8024"/>
                  </a:moveTo>
                  <a:cubicBezTo>
                    <a:pt x="11669" y="7957"/>
                    <a:pt x="11669" y="7957"/>
                    <a:pt x="11669" y="7957"/>
                  </a:cubicBezTo>
                  <a:cubicBezTo>
                    <a:pt x="11669" y="7891"/>
                    <a:pt x="11669" y="7891"/>
                    <a:pt x="11669" y="7891"/>
                  </a:cubicBezTo>
                  <a:cubicBezTo>
                    <a:pt x="11613" y="7891"/>
                    <a:pt x="11613" y="7891"/>
                    <a:pt x="11613" y="7891"/>
                  </a:cubicBezTo>
                  <a:cubicBezTo>
                    <a:pt x="11613" y="7891"/>
                    <a:pt x="11613" y="7891"/>
                    <a:pt x="11613" y="7891"/>
                  </a:cubicBezTo>
                  <a:cubicBezTo>
                    <a:pt x="11613" y="7891"/>
                    <a:pt x="11613" y="7891"/>
                    <a:pt x="11613" y="7891"/>
                  </a:cubicBezTo>
                  <a:cubicBezTo>
                    <a:pt x="11613" y="7824"/>
                    <a:pt x="11613" y="7824"/>
                    <a:pt x="11613" y="7824"/>
                  </a:cubicBezTo>
                  <a:cubicBezTo>
                    <a:pt x="11613" y="7757"/>
                    <a:pt x="11613" y="7757"/>
                    <a:pt x="11613" y="7757"/>
                  </a:cubicBezTo>
                  <a:cubicBezTo>
                    <a:pt x="11557" y="7757"/>
                    <a:pt x="11557" y="7757"/>
                    <a:pt x="11557" y="7757"/>
                  </a:cubicBezTo>
                  <a:cubicBezTo>
                    <a:pt x="11613" y="7690"/>
                    <a:pt x="11613" y="7690"/>
                    <a:pt x="11613" y="7690"/>
                  </a:cubicBezTo>
                  <a:cubicBezTo>
                    <a:pt x="11557" y="7623"/>
                    <a:pt x="11557" y="7623"/>
                    <a:pt x="11557" y="7623"/>
                  </a:cubicBezTo>
                  <a:cubicBezTo>
                    <a:pt x="11613" y="7556"/>
                    <a:pt x="11613" y="7556"/>
                    <a:pt x="11613" y="7556"/>
                  </a:cubicBezTo>
                  <a:cubicBezTo>
                    <a:pt x="11557" y="7556"/>
                    <a:pt x="11557" y="7556"/>
                    <a:pt x="11557" y="7556"/>
                  </a:cubicBezTo>
                  <a:cubicBezTo>
                    <a:pt x="11557" y="7489"/>
                    <a:pt x="11557" y="7489"/>
                    <a:pt x="11557" y="7489"/>
                  </a:cubicBezTo>
                  <a:cubicBezTo>
                    <a:pt x="11557" y="7489"/>
                    <a:pt x="11557" y="7489"/>
                    <a:pt x="11557" y="7489"/>
                  </a:cubicBezTo>
                  <a:cubicBezTo>
                    <a:pt x="11501" y="7422"/>
                    <a:pt x="11501" y="7422"/>
                    <a:pt x="11501" y="7422"/>
                  </a:cubicBezTo>
                  <a:cubicBezTo>
                    <a:pt x="11501" y="7356"/>
                    <a:pt x="11501" y="7356"/>
                    <a:pt x="11501" y="7356"/>
                  </a:cubicBezTo>
                  <a:cubicBezTo>
                    <a:pt x="11445" y="7289"/>
                    <a:pt x="11445" y="7289"/>
                    <a:pt x="11445" y="7289"/>
                  </a:cubicBezTo>
                  <a:cubicBezTo>
                    <a:pt x="11445" y="7289"/>
                    <a:pt x="11445" y="7289"/>
                    <a:pt x="11445" y="7289"/>
                  </a:cubicBezTo>
                  <a:cubicBezTo>
                    <a:pt x="11445" y="7222"/>
                    <a:pt x="11445" y="7222"/>
                    <a:pt x="11445" y="7222"/>
                  </a:cubicBezTo>
                  <a:cubicBezTo>
                    <a:pt x="11445" y="7155"/>
                    <a:pt x="11445" y="7155"/>
                    <a:pt x="11445" y="7155"/>
                  </a:cubicBezTo>
                  <a:cubicBezTo>
                    <a:pt x="11389" y="7155"/>
                    <a:pt x="11389" y="7155"/>
                    <a:pt x="11389" y="7155"/>
                  </a:cubicBezTo>
                  <a:cubicBezTo>
                    <a:pt x="11389" y="7155"/>
                    <a:pt x="11389" y="7155"/>
                    <a:pt x="11389" y="7155"/>
                  </a:cubicBezTo>
                  <a:cubicBezTo>
                    <a:pt x="11332" y="7155"/>
                    <a:pt x="11332" y="7155"/>
                    <a:pt x="11332" y="7155"/>
                  </a:cubicBezTo>
                  <a:cubicBezTo>
                    <a:pt x="11332" y="7155"/>
                    <a:pt x="11332" y="7155"/>
                    <a:pt x="11332" y="7155"/>
                  </a:cubicBezTo>
                  <a:cubicBezTo>
                    <a:pt x="11276" y="7155"/>
                    <a:pt x="11276" y="7155"/>
                    <a:pt x="11276" y="7155"/>
                  </a:cubicBezTo>
                  <a:cubicBezTo>
                    <a:pt x="11276" y="7088"/>
                    <a:pt x="11276" y="7088"/>
                    <a:pt x="11276" y="7088"/>
                  </a:cubicBezTo>
                  <a:cubicBezTo>
                    <a:pt x="11332" y="7088"/>
                    <a:pt x="11332" y="7088"/>
                    <a:pt x="11332" y="7088"/>
                  </a:cubicBezTo>
                  <a:cubicBezTo>
                    <a:pt x="11332" y="6954"/>
                    <a:pt x="11332" y="6954"/>
                    <a:pt x="11332" y="6954"/>
                  </a:cubicBezTo>
                  <a:cubicBezTo>
                    <a:pt x="11332" y="6954"/>
                    <a:pt x="11332" y="6954"/>
                    <a:pt x="11332" y="6954"/>
                  </a:cubicBezTo>
                  <a:cubicBezTo>
                    <a:pt x="11332" y="6887"/>
                    <a:pt x="11332" y="6887"/>
                    <a:pt x="11332" y="6887"/>
                  </a:cubicBezTo>
                  <a:cubicBezTo>
                    <a:pt x="11332" y="6821"/>
                    <a:pt x="11332" y="6821"/>
                    <a:pt x="11332" y="6821"/>
                  </a:cubicBezTo>
                  <a:cubicBezTo>
                    <a:pt x="11332" y="6821"/>
                    <a:pt x="11332" y="6821"/>
                    <a:pt x="11332" y="6821"/>
                  </a:cubicBezTo>
                  <a:cubicBezTo>
                    <a:pt x="11389" y="6687"/>
                    <a:pt x="11389" y="6687"/>
                    <a:pt x="11389" y="6687"/>
                  </a:cubicBezTo>
                  <a:cubicBezTo>
                    <a:pt x="11445" y="6687"/>
                    <a:pt x="11445" y="6687"/>
                    <a:pt x="11445" y="6687"/>
                  </a:cubicBezTo>
                  <a:cubicBezTo>
                    <a:pt x="11445" y="6687"/>
                    <a:pt x="11445" y="6687"/>
                    <a:pt x="11445" y="6687"/>
                  </a:cubicBezTo>
                  <a:cubicBezTo>
                    <a:pt x="11445" y="6620"/>
                    <a:pt x="11445" y="6620"/>
                    <a:pt x="11445" y="6620"/>
                  </a:cubicBezTo>
                  <a:cubicBezTo>
                    <a:pt x="11501" y="6687"/>
                    <a:pt x="11501" y="6687"/>
                    <a:pt x="11501" y="6687"/>
                  </a:cubicBezTo>
                  <a:cubicBezTo>
                    <a:pt x="11557" y="6620"/>
                    <a:pt x="11557" y="6620"/>
                    <a:pt x="11557" y="6620"/>
                  </a:cubicBezTo>
                  <a:cubicBezTo>
                    <a:pt x="11613" y="6687"/>
                    <a:pt x="11613" y="6687"/>
                    <a:pt x="11613" y="6687"/>
                  </a:cubicBezTo>
                  <a:cubicBezTo>
                    <a:pt x="11613" y="6687"/>
                    <a:pt x="11613" y="6687"/>
                    <a:pt x="11613" y="6687"/>
                  </a:cubicBezTo>
                  <a:cubicBezTo>
                    <a:pt x="11613" y="6687"/>
                    <a:pt x="11613" y="6687"/>
                    <a:pt x="11613" y="6687"/>
                  </a:cubicBezTo>
                  <a:cubicBezTo>
                    <a:pt x="11557" y="6754"/>
                    <a:pt x="11557" y="6754"/>
                    <a:pt x="11557" y="6754"/>
                  </a:cubicBezTo>
                  <a:cubicBezTo>
                    <a:pt x="11557" y="6754"/>
                    <a:pt x="11557" y="6754"/>
                    <a:pt x="11557" y="6754"/>
                  </a:cubicBezTo>
                  <a:cubicBezTo>
                    <a:pt x="11613" y="6754"/>
                    <a:pt x="11613" y="6754"/>
                    <a:pt x="11613" y="6754"/>
                  </a:cubicBezTo>
                  <a:cubicBezTo>
                    <a:pt x="11613" y="6821"/>
                    <a:pt x="11613" y="6821"/>
                    <a:pt x="11613" y="6821"/>
                  </a:cubicBezTo>
                  <a:cubicBezTo>
                    <a:pt x="11613" y="6821"/>
                    <a:pt x="11613" y="6821"/>
                    <a:pt x="11613" y="6821"/>
                  </a:cubicBezTo>
                  <a:cubicBezTo>
                    <a:pt x="11669" y="6887"/>
                    <a:pt x="11669" y="6887"/>
                    <a:pt x="11669" y="6887"/>
                  </a:cubicBezTo>
                  <a:cubicBezTo>
                    <a:pt x="11669" y="6954"/>
                    <a:pt x="11669" y="6954"/>
                    <a:pt x="11669" y="6954"/>
                  </a:cubicBezTo>
                  <a:cubicBezTo>
                    <a:pt x="11725" y="7021"/>
                    <a:pt x="11725" y="7021"/>
                    <a:pt x="11725" y="7021"/>
                  </a:cubicBezTo>
                  <a:cubicBezTo>
                    <a:pt x="11781" y="7021"/>
                    <a:pt x="11781" y="7021"/>
                    <a:pt x="11781" y="7021"/>
                  </a:cubicBezTo>
                  <a:cubicBezTo>
                    <a:pt x="11781" y="6954"/>
                    <a:pt x="11781" y="6954"/>
                    <a:pt x="11781" y="6954"/>
                  </a:cubicBezTo>
                  <a:cubicBezTo>
                    <a:pt x="11781" y="6954"/>
                    <a:pt x="11781" y="6954"/>
                    <a:pt x="11781" y="6954"/>
                  </a:cubicBezTo>
                  <a:cubicBezTo>
                    <a:pt x="11781" y="6954"/>
                    <a:pt x="11781" y="6954"/>
                    <a:pt x="11781" y="6954"/>
                  </a:cubicBezTo>
                  <a:cubicBezTo>
                    <a:pt x="11837" y="6887"/>
                    <a:pt x="11837" y="6887"/>
                    <a:pt x="11837" y="6887"/>
                  </a:cubicBezTo>
                  <a:cubicBezTo>
                    <a:pt x="11837" y="6821"/>
                    <a:pt x="11837" y="6821"/>
                    <a:pt x="11837" y="6821"/>
                  </a:cubicBezTo>
                  <a:cubicBezTo>
                    <a:pt x="11837" y="6821"/>
                    <a:pt x="11837" y="6821"/>
                    <a:pt x="11837" y="6821"/>
                  </a:cubicBezTo>
                  <a:cubicBezTo>
                    <a:pt x="11837" y="6754"/>
                    <a:pt x="11837" y="6754"/>
                    <a:pt x="11837" y="6754"/>
                  </a:cubicBezTo>
                  <a:cubicBezTo>
                    <a:pt x="11837" y="6687"/>
                    <a:pt x="11837" y="6687"/>
                    <a:pt x="11837" y="6687"/>
                  </a:cubicBezTo>
                  <a:cubicBezTo>
                    <a:pt x="11837" y="6687"/>
                    <a:pt x="11837" y="6687"/>
                    <a:pt x="11837" y="6687"/>
                  </a:cubicBezTo>
                  <a:cubicBezTo>
                    <a:pt x="11894" y="6687"/>
                    <a:pt x="11894" y="6687"/>
                    <a:pt x="11894" y="6687"/>
                  </a:cubicBezTo>
                  <a:cubicBezTo>
                    <a:pt x="11950" y="6687"/>
                    <a:pt x="11950" y="6687"/>
                    <a:pt x="11950" y="6687"/>
                  </a:cubicBezTo>
                  <a:cubicBezTo>
                    <a:pt x="11950" y="6754"/>
                    <a:pt x="11950" y="6754"/>
                    <a:pt x="11950" y="6754"/>
                  </a:cubicBezTo>
                  <a:cubicBezTo>
                    <a:pt x="12006" y="6754"/>
                    <a:pt x="12006" y="6754"/>
                    <a:pt x="12006" y="6754"/>
                  </a:cubicBezTo>
                  <a:cubicBezTo>
                    <a:pt x="12006" y="6687"/>
                    <a:pt x="12006" y="6687"/>
                    <a:pt x="12006" y="6687"/>
                  </a:cubicBezTo>
                  <a:cubicBezTo>
                    <a:pt x="11950" y="6620"/>
                    <a:pt x="11950" y="6620"/>
                    <a:pt x="11950" y="6620"/>
                  </a:cubicBezTo>
                  <a:cubicBezTo>
                    <a:pt x="11950" y="6620"/>
                    <a:pt x="11950" y="6620"/>
                    <a:pt x="11950" y="6620"/>
                  </a:cubicBezTo>
                  <a:cubicBezTo>
                    <a:pt x="11950" y="6620"/>
                    <a:pt x="11950" y="6620"/>
                    <a:pt x="11950" y="6620"/>
                  </a:cubicBezTo>
                  <a:cubicBezTo>
                    <a:pt x="11894" y="6620"/>
                    <a:pt x="11894" y="6620"/>
                    <a:pt x="11894" y="6620"/>
                  </a:cubicBezTo>
                  <a:cubicBezTo>
                    <a:pt x="11837" y="6620"/>
                    <a:pt x="11837" y="6620"/>
                    <a:pt x="11837" y="6620"/>
                  </a:cubicBezTo>
                  <a:cubicBezTo>
                    <a:pt x="11781" y="6553"/>
                    <a:pt x="11781" y="6553"/>
                    <a:pt x="11781" y="6553"/>
                  </a:cubicBezTo>
                  <a:cubicBezTo>
                    <a:pt x="11781" y="6553"/>
                    <a:pt x="11781" y="6553"/>
                    <a:pt x="11781" y="6553"/>
                  </a:cubicBezTo>
                  <a:cubicBezTo>
                    <a:pt x="11781" y="6486"/>
                    <a:pt x="11781" y="6486"/>
                    <a:pt x="11781" y="6486"/>
                  </a:cubicBezTo>
                  <a:cubicBezTo>
                    <a:pt x="11781" y="6419"/>
                    <a:pt x="11781" y="6419"/>
                    <a:pt x="11781" y="6419"/>
                  </a:cubicBezTo>
                  <a:cubicBezTo>
                    <a:pt x="11781" y="6419"/>
                    <a:pt x="11781" y="6419"/>
                    <a:pt x="11781" y="6419"/>
                  </a:cubicBezTo>
                  <a:cubicBezTo>
                    <a:pt x="11837" y="6419"/>
                    <a:pt x="11837" y="6419"/>
                    <a:pt x="11837" y="6419"/>
                  </a:cubicBezTo>
                  <a:cubicBezTo>
                    <a:pt x="11837" y="6352"/>
                    <a:pt x="11837" y="6352"/>
                    <a:pt x="11837" y="6352"/>
                  </a:cubicBezTo>
                  <a:cubicBezTo>
                    <a:pt x="11894" y="6419"/>
                    <a:pt x="11894" y="6419"/>
                    <a:pt x="11894" y="6419"/>
                  </a:cubicBezTo>
                  <a:cubicBezTo>
                    <a:pt x="11894" y="6419"/>
                    <a:pt x="11894" y="6419"/>
                    <a:pt x="11894" y="6419"/>
                  </a:cubicBezTo>
                  <a:cubicBezTo>
                    <a:pt x="11950" y="6553"/>
                    <a:pt x="11950" y="6553"/>
                    <a:pt x="11950" y="6553"/>
                  </a:cubicBezTo>
                  <a:cubicBezTo>
                    <a:pt x="11950" y="6553"/>
                    <a:pt x="11950" y="6553"/>
                    <a:pt x="11950" y="6553"/>
                  </a:cubicBezTo>
                  <a:cubicBezTo>
                    <a:pt x="11950" y="6486"/>
                    <a:pt x="11950" y="6486"/>
                    <a:pt x="11950" y="6486"/>
                  </a:cubicBezTo>
                  <a:cubicBezTo>
                    <a:pt x="11950" y="6486"/>
                    <a:pt x="11950" y="6486"/>
                    <a:pt x="11950" y="6486"/>
                  </a:cubicBezTo>
                  <a:cubicBezTo>
                    <a:pt x="11950" y="6419"/>
                    <a:pt x="11950" y="6419"/>
                    <a:pt x="11950" y="6419"/>
                  </a:cubicBezTo>
                  <a:cubicBezTo>
                    <a:pt x="11950" y="6352"/>
                    <a:pt x="11950" y="6352"/>
                    <a:pt x="11950" y="6352"/>
                  </a:cubicBezTo>
                  <a:cubicBezTo>
                    <a:pt x="11894" y="6352"/>
                    <a:pt x="11894" y="6352"/>
                    <a:pt x="11894" y="6352"/>
                  </a:cubicBezTo>
                  <a:cubicBezTo>
                    <a:pt x="11894" y="6286"/>
                    <a:pt x="11894" y="6286"/>
                    <a:pt x="11894" y="6286"/>
                  </a:cubicBezTo>
                  <a:cubicBezTo>
                    <a:pt x="11950" y="6286"/>
                    <a:pt x="11950" y="6286"/>
                    <a:pt x="11950" y="6286"/>
                  </a:cubicBezTo>
                  <a:cubicBezTo>
                    <a:pt x="11950" y="6219"/>
                    <a:pt x="11950" y="6219"/>
                    <a:pt x="11950" y="6219"/>
                  </a:cubicBezTo>
                  <a:cubicBezTo>
                    <a:pt x="12006" y="6219"/>
                    <a:pt x="12006" y="6219"/>
                    <a:pt x="12006" y="6219"/>
                  </a:cubicBezTo>
                  <a:cubicBezTo>
                    <a:pt x="12006" y="6219"/>
                    <a:pt x="12006" y="6219"/>
                    <a:pt x="12006" y="6219"/>
                  </a:cubicBezTo>
                  <a:cubicBezTo>
                    <a:pt x="12062" y="6219"/>
                    <a:pt x="12062" y="6219"/>
                    <a:pt x="12062" y="6219"/>
                  </a:cubicBezTo>
                  <a:cubicBezTo>
                    <a:pt x="12062" y="6286"/>
                    <a:pt x="12062" y="6286"/>
                    <a:pt x="12062" y="6286"/>
                  </a:cubicBezTo>
                  <a:cubicBezTo>
                    <a:pt x="12118" y="6286"/>
                    <a:pt x="12118" y="6286"/>
                    <a:pt x="12118" y="6286"/>
                  </a:cubicBezTo>
                  <a:cubicBezTo>
                    <a:pt x="12174" y="6219"/>
                    <a:pt x="12174" y="6219"/>
                    <a:pt x="12174" y="6219"/>
                  </a:cubicBezTo>
                  <a:cubicBezTo>
                    <a:pt x="12118" y="6219"/>
                    <a:pt x="12118" y="6219"/>
                    <a:pt x="12118" y="6219"/>
                  </a:cubicBezTo>
                  <a:cubicBezTo>
                    <a:pt x="12062" y="6219"/>
                    <a:pt x="12062" y="6219"/>
                    <a:pt x="12062" y="6219"/>
                  </a:cubicBezTo>
                  <a:cubicBezTo>
                    <a:pt x="12118" y="6152"/>
                    <a:pt x="12118" y="6152"/>
                    <a:pt x="12118" y="6152"/>
                  </a:cubicBezTo>
                  <a:cubicBezTo>
                    <a:pt x="12174" y="6152"/>
                    <a:pt x="12174" y="6152"/>
                    <a:pt x="12174" y="6152"/>
                  </a:cubicBezTo>
                  <a:cubicBezTo>
                    <a:pt x="12230" y="6152"/>
                    <a:pt x="12230" y="6152"/>
                    <a:pt x="12230" y="6152"/>
                  </a:cubicBezTo>
                  <a:cubicBezTo>
                    <a:pt x="12230" y="6219"/>
                    <a:pt x="12230" y="6219"/>
                    <a:pt x="12230" y="6219"/>
                  </a:cubicBezTo>
                  <a:cubicBezTo>
                    <a:pt x="12230" y="6219"/>
                    <a:pt x="12230" y="6219"/>
                    <a:pt x="12230" y="6219"/>
                  </a:cubicBezTo>
                  <a:cubicBezTo>
                    <a:pt x="12230" y="6219"/>
                    <a:pt x="12230" y="6219"/>
                    <a:pt x="12230" y="6219"/>
                  </a:cubicBezTo>
                  <a:cubicBezTo>
                    <a:pt x="12230" y="6286"/>
                    <a:pt x="12230" y="6286"/>
                    <a:pt x="12230" y="6286"/>
                  </a:cubicBezTo>
                  <a:cubicBezTo>
                    <a:pt x="12286" y="6352"/>
                    <a:pt x="12286" y="6352"/>
                    <a:pt x="12286" y="6352"/>
                  </a:cubicBezTo>
                  <a:cubicBezTo>
                    <a:pt x="12286" y="6286"/>
                    <a:pt x="12286" y="6286"/>
                    <a:pt x="12286" y="6286"/>
                  </a:cubicBezTo>
                  <a:cubicBezTo>
                    <a:pt x="12342" y="6352"/>
                    <a:pt x="12342" y="6352"/>
                    <a:pt x="12342" y="6352"/>
                  </a:cubicBezTo>
                  <a:cubicBezTo>
                    <a:pt x="12398" y="6352"/>
                    <a:pt x="12398" y="6352"/>
                    <a:pt x="12398" y="6352"/>
                  </a:cubicBezTo>
                  <a:cubicBezTo>
                    <a:pt x="12455" y="6286"/>
                    <a:pt x="12455" y="6286"/>
                    <a:pt x="12455" y="6286"/>
                  </a:cubicBezTo>
                  <a:cubicBezTo>
                    <a:pt x="12511" y="6286"/>
                    <a:pt x="12511" y="6286"/>
                    <a:pt x="12511" y="6286"/>
                  </a:cubicBezTo>
                  <a:cubicBezTo>
                    <a:pt x="12623" y="6286"/>
                    <a:pt x="12623" y="6286"/>
                    <a:pt x="12623" y="6286"/>
                  </a:cubicBezTo>
                  <a:cubicBezTo>
                    <a:pt x="12623" y="6352"/>
                    <a:pt x="12623" y="6352"/>
                    <a:pt x="12623" y="6352"/>
                  </a:cubicBezTo>
                  <a:cubicBezTo>
                    <a:pt x="12679" y="6352"/>
                    <a:pt x="12679" y="6352"/>
                    <a:pt x="12679" y="6352"/>
                  </a:cubicBezTo>
                  <a:cubicBezTo>
                    <a:pt x="12679" y="6352"/>
                    <a:pt x="12679" y="6352"/>
                    <a:pt x="12679" y="6352"/>
                  </a:cubicBezTo>
                  <a:cubicBezTo>
                    <a:pt x="12679" y="6419"/>
                    <a:pt x="12679" y="6419"/>
                    <a:pt x="12679" y="6419"/>
                  </a:cubicBezTo>
                  <a:cubicBezTo>
                    <a:pt x="12679" y="6419"/>
                    <a:pt x="12679" y="6419"/>
                    <a:pt x="12679" y="6419"/>
                  </a:cubicBezTo>
                  <a:cubicBezTo>
                    <a:pt x="12679" y="6486"/>
                    <a:pt x="12679" y="6486"/>
                    <a:pt x="12679" y="6486"/>
                  </a:cubicBezTo>
                  <a:cubicBezTo>
                    <a:pt x="12623" y="6553"/>
                    <a:pt x="12623" y="6553"/>
                    <a:pt x="12623" y="6553"/>
                  </a:cubicBezTo>
                  <a:cubicBezTo>
                    <a:pt x="12567" y="6486"/>
                    <a:pt x="12567" y="6486"/>
                    <a:pt x="12567" y="6486"/>
                  </a:cubicBezTo>
                  <a:cubicBezTo>
                    <a:pt x="12567" y="6486"/>
                    <a:pt x="12567" y="6486"/>
                    <a:pt x="12567" y="6486"/>
                  </a:cubicBezTo>
                  <a:cubicBezTo>
                    <a:pt x="12511" y="6553"/>
                    <a:pt x="12511" y="6553"/>
                    <a:pt x="12511" y="6553"/>
                  </a:cubicBezTo>
                  <a:cubicBezTo>
                    <a:pt x="12511" y="6553"/>
                    <a:pt x="12511" y="6553"/>
                    <a:pt x="12511" y="6553"/>
                  </a:cubicBezTo>
                  <a:cubicBezTo>
                    <a:pt x="12511" y="6553"/>
                    <a:pt x="12511" y="6553"/>
                    <a:pt x="12511" y="6553"/>
                  </a:cubicBezTo>
                  <a:cubicBezTo>
                    <a:pt x="12567" y="6620"/>
                    <a:pt x="12567" y="6620"/>
                    <a:pt x="12567" y="6620"/>
                  </a:cubicBezTo>
                  <a:cubicBezTo>
                    <a:pt x="12567" y="6620"/>
                    <a:pt x="12567" y="6620"/>
                    <a:pt x="12567" y="6620"/>
                  </a:cubicBezTo>
                  <a:cubicBezTo>
                    <a:pt x="12511" y="6687"/>
                    <a:pt x="12511" y="6687"/>
                    <a:pt x="12511" y="6687"/>
                  </a:cubicBezTo>
                  <a:cubicBezTo>
                    <a:pt x="12511" y="6687"/>
                    <a:pt x="12511" y="6687"/>
                    <a:pt x="12511" y="6687"/>
                  </a:cubicBezTo>
                  <a:cubicBezTo>
                    <a:pt x="12511" y="6687"/>
                    <a:pt x="12511" y="6687"/>
                    <a:pt x="12511" y="6687"/>
                  </a:cubicBezTo>
                  <a:cubicBezTo>
                    <a:pt x="12455" y="6687"/>
                    <a:pt x="12455" y="6687"/>
                    <a:pt x="12455" y="6687"/>
                  </a:cubicBezTo>
                  <a:cubicBezTo>
                    <a:pt x="12398" y="6687"/>
                    <a:pt x="12398" y="6687"/>
                    <a:pt x="12398" y="6687"/>
                  </a:cubicBezTo>
                  <a:cubicBezTo>
                    <a:pt x="12398" y="6754"/>
                    <a:pt x="12398" y="6754"/>
                    <a:pt x="12398" y="6754"/>
                  </a:cubicBezTo>
                  <a:cubicBezTo>
                    <a:pt x="12286" y="6754"/>
                    <a:pt x="12286" y="6754"/>
                    <a:pt x="12286" y="6754"/>
                  </a:cubicBezTo>
                  <a:cubicBezTo>
                    <a:pt x="12230" y="6821"/>
                    <a:pt x="12230" y="6821"/>
                    <a:pt x="12230" y="6821"/>
                  </a:cubicBezTo>
                  <a:cubicBezTo>
                    <a:pt x="12230" y="6821"/>
                    <a:pt x="12230" y="6821"/>
                    <a:pt x="12230" y="6821"/>
                  </a:cubicBezTo>
                  <a:cubicBezTo>
                    <a:pt x="12174" y="6887"/>
                    <a:pt x="12174" y="6887"/>
                    <a:pt x="12174" y="6887"/>
                  </a:cubicBezTo>
                  <a:cubicBezTo>
                    <a:pt x="12174" y="6887"/>
                    <a:pt x="12174" y="6887"/>
                    <a:pt x="12174" y="6887"/>
                  </a:cubicBezTo>
                  <a:cubicBezTo>
                    <a:pt x="12174" y="6887"/>
                    <a:pt x="12174" y="6887"/>
                    <a:pt x="12174" y="6887"/>
                  </a:cubicBezTo>
                  <a:cubicBezTo>
                    <a:pt x="12230" y="6887"/>
                    <a:pt x="12230" y="6887"/>
                    <a:pt x="12230" y="6887"/>
                  </a:cubicBezTo>
                  <a:cubicBezTo>
                    <a:pt x="12286" y="6887"/>
                    <a:pt x="12286" y="6887"/>
                    <a:pt x="12286" y="6887"/>
                  </a:cubicBezTo>
                  <a:cubicBezTo>
                    <a:pt x="12286" y="6887"/>
                    <a:pt x="12286" y="6887"/>
                    <a:pt x="12286" y="6887"/>
                  </a:cubicBezTo>
                  <a:cubicBezTo>
                    <a:pt x="12398" y="6887"/>
                    <a:pt x="12398" y="6887"/>
                    <a:pt x="12398" y="6887"/>
                  </a:cubicBezTo>
                  <a:cubicBezTo>
                    <a:pt x="12398" y="6954"/>
                    <a:pt x="12398" y="6954"/>
                    <a:pt x="12398" y="6954"/>
                  </a:cubicBezTo>
                  <a:cubicBezTo>
                    <a:pt x="12398" y="6954"/>
                    <a:pt x="12398" y="6954"/>
                    <a:pt x="12398" y="6954"/>
                  </a:cubicBezTo>
                  <a:cubicBezTo>
                    <a:pt x="12342" y="6954"/>
                    <a:pt x="12342" y="6954"/>
                    <a:pt x="12342" y="6954"/>
                  </a:cubicBezTo>
                  <a:cubicBezTo>
                    <a:pt x="12398" y="7021"/>
                    <a:pt x="12398" y="7021"/>
                    <a:pt x="12398" y="7021"/>
                  </a:cubicBezTo>
                  <a:cubicBezTo>
                    <a:pt x="12398" y="7021"/>
                    <a:pt x="12398" y="7021"/>
                    <a:pt x="12398" y="7021"/>
                  </a:cubicBezTo>
                  <a:cubicBezTo>
                    <a:pt x="12398" y="7088"/>
                    <a:pt x="12398" y="7088"/>
                    <a:pt x="12398" y="7088"/>
                  </a:cubicBezTo>
                  <a:cubicBezTo>
                    <a:pt x="12342" y="7088"/>
                    <a:pt x="12342" y="7088"/>
                    <a:pt x="12342" y="7088"/>
                  </a:cubicBezTo>
                  <a:cubicBezTo>
                    <a:pt x="12342" y="7155"/>
                    <a:pt x="12342" y="7155"/>
                    <a:pt x="12342" y="7155"/>
                  </a:cubicBezTo>
                  <a:cubicBezTo>
                    <a:pt x="12342" y="7222"/>
                    <a:pt x="12342" y="7222"/>
                    <a:pt x="12342" y="7222"/>
                  </a:cubicBezTo>
                  <a:cubicBezTo>
                    <a:pt x="12398" y="7155"/>
                    <a:pt x="12398" y="7155"/>
                    <a:pt x="12398" y="7155"/>
                  </a:cubicBezTo>
                  <a:cubicBezTo>
                    <a:pt x="12455" y="7088"/>
                    <a:pt x="12455" y="7088"/>
                    <a:pt x="12455" y="7088"/>
                  </a:cubicBezTo>
                  <a:cubicBezTo>
                    <a:pt x="12455" y="7088"/>
                    <a:pt x="12455" y="7088"/>
                    <a:pt x="12455" y="7088"/>
                  </a:cubicBezTo>
                  <a:cubicBezTo>
                    <a:pt x="12511" y="7088"/>
                    <a:pt x="12511" y="7088"/>
                    <a:pt x="12511" y="7088"/>
                  </a:cubicBezTo>
                  <a:cubicBezTo>
                    <a:pt x="12455" y="7155"/>
                    <a:pt x="12455" y="7155"/>
                    <a:pt x="12455" y="7155"/>
                  </a:cubicBezTo>
                  <a:cubicBezTo>
                    <a:pt x="12455" y="7222"/>
                    <a:pt x="12455" y="7222"/>
                    <a:pt x="12455" y="7222"/>
                  </a:cubicBezTo>
                  <a:cubicBezTo>
                    <a:pt x="12455" y="7289"/>
                    <a:pt x="12455" y="7289"/>
                    <a:pt x="12455" y="7289"/>
                  </a:cubicBezTo>
                  <a:cubicBezTo>
                    <a:pt x="12455" y="7356"/>
                    <a:pt x="12455" y="7356"/>
                    <a:pt x="12455" y="7356"/>
                  </a:cubicBezTo>
                  <a:cubicBezTo>
                    <a:pt x="12342" y="7356"/>
                    <a:pt x="12342" y="7356"/>
                    <a:pt x="12342" y="7356"/>
                  </a:cubicBezTo>
                  <a:cubicBezTo>
                    <a:pt x="12342" y="7422"/>
                    <a:pt x="12342" y="7422"/>
                    <a:pt x="12342" y="7422"/>
                  </a:cubicBezTo>
                  <a:cubicBezTo>
                    <a:pt x="12286" y="7422"/>
                    <a:pt x="12286" y="7422"/>
                    <a:pt x="12286" y="7422"/>
                  </a:cubicBezTo>
                  <a:cubicBezTo>
                    <a:pt x="12342" y="7422"/>
                    <a:pt x="12342" y="7422"/>
                    <a:pt x="12342" y="7422"/>
                  </a:cubicBezTo>
                  <a:cubicBezTo>
                    <a:pt x="12286" y="7489"/>
                    <a:pt x="12286" y="7489"/>
                    <a:pt x="12286" y="7489"/>
                  </a:cubicBezTo>
                  <a:cubicBezTo>
                    <a:pt x="12286" y="7489"/>
                    <a:pt x="12286" y="7489"/>
                    <a:pt x="12286" y="7489"/>
                  </a:cubicBezTo>
                  <a:cubicBezTo>
                    <a:pt x="12286" y="7489"/>
                    <a:pt x="12286" y="7489"/>
                    <a:pt x="12286" y="7489"/>
                  </a:cubicBezTo>
                  <a:cubicBezTo>
                    <a:pt x="12230" y="7489"/>
                    <a:pt x="12230" y="7489"/>
                    <a:pt x="12230" y="7489"/>
                  </a:cubicBezTo>
                  <a:cubicBezTo>
                    <a:pt x="12230" y="7556"/>
                    <a:pt x="12230" y="7556"/>
                    <a:pt x="12230" y="7556"/>
                  </a:cubicBezTo>
                  <a:cubicBezTo>
                    <a:pt x="12286" y="7556"/>
                    <a:pt x="12286" y="7556"/>
                    <a:pt x="12286" y="7556"/>
                  </a:cubicBezTo>
                  <a:cubicBezTo>
                    <a:pt x="12286" y="7623"/>
                    <a:pt x="12286" y="7623"/>
                    <a:pt x="12286" y="7623"/>
                  </a:cubicBezTo>
                  <a:cubicBezTo>
                    <a:pt x="12230" y="7623"/>
                    <a:pt x="12230" y="7623"/>
                    <a:pt x="12230" y="7623"/>
                  </a:cubicBezTo>
                  <a:cubicBezTo>
                    <a:pt x="12286" y="7690"/>
                    <a:pt x="12286" y="7690"/>
                    <a:pt x="12286" y="7690"/>
                  </a:cubicBezTo>
                  <a:cubicBezTo>
                    <a:pt x="12230" y="7690"/>
                    <a:pt x="12230" y="7690"/>
                    <a:pt x="12230" y="7690"/>
                  </a:cubicBezTo>
                  <a:cubicBezTo>
                    <a:pt x="12174" y="7690"/>
                    <a:pt x="12174" y="7690"/>
                    <a:pt x="12174" y="7690"/>
                  </a:cubicBezTo>
                  <a:cubicBezTo>
                    <a:pt x="12174" y="7690"/>
                    <a:pt x="12174" y="7690"/>
                    <a:pt x="12174" y="7690"/>
                  </a:cubicBezTo>
                  <a:cubicBezTo>
                    <a:pt x="12118" y="7690"/>
                    <a:pt x="12118" y="7690"/>
                    <a:pt x="12118" y="7690"/>
                  </a:cubicBezTo>
                  <a:cubicBezTo>
                    <a:pt x="12062" y="7757"/>
                    <a:pt x="12062" y="7757"/>
                    <a:pt x="12062" y="7757"/>
                  </a:cubicBezTo>
                  <a:cubicBezTo>
                    <a:pt x="12062" y="7757"/>
                    <a:pt x="12062" y="7757"/>
                    <a:pt x="12062" y="7757"/>
                  </a:cubicBezTo>
                  <a:cubicBezTo>
                    <a:pt x="12006" y="7824"/>
                    <a:pt x="12006" y="7824"/>
                    <a:pt x="12006" y="7824"/>
                  </a:cubicBezTo>
                  <a:cubicBezTo>
                    <a:pt x="11950" y="7757"/>
                    <a:pt x="11950" y="7757"/>
                    <a:pt x="11950" y="7757"/>
                  </a:cubicBezTo>
                  <a:cubicBezTo>
                    <a:pt x="11894" y="7824"/>
                    <a:pt x="11894" y="7824"/>
                    <a:pt x="11894" y="7824"/>
                  </a:cubicBezTo>
                  <a:cubicBezTo>
                    <a:pt x="11837" y="7757"/>
                    <a:pt x="11837" y="7757"/>
                    <a:pt x="11837" y="7757"/>
                  </a:cubicBezTo>
                  <a:cubicBezTo>
                    <a:pt x="11837" y="7690"/>
                    <a:pt x="11837" y="7690"/>
                    <a:pt x="11837" y="7690"/>
                  </a:cubicBezTo>
                  <a:cubicBezTo>
                    <a:pt x="11894" y="7623"/>
                    <a:pt x="11894" y="7623"/>
                    <a:pt x="11894" y="7623"/>
                  </a:cubicBezTo>
                  <a:cubicBezTo>
                    <a:pt x="11894" y="7556"/>
                    <a:pt x="11894" y="7556"/>
                    <a:pt x="11894" y="7556"/>
                  </a:cubicBezTo>
                  <a:cubicBezTo>
                    <a:pt x="11781" y="7623"/>
                    <a:pt x="11781" y="7623"/>
                    <a:pt x="11781" y="7623"/>
                  </a:cubicBezTo>
                  <a:cubicBezTo>
                    <a:pt x="11781" y="7690"/>
                    <a:pt x="11781" y="7690"/>
                    <a:pt x="11781" y="7690"/>
                  </a:cubicBezTo>
                  <a:cubicBezTo>
                    <a:pt x="11837" y="7824"/>
                    <a:pt x="11837" y="7824"/>
                    <a:pt x="11837" y="7824"/>
                  </a:cubicBezTo>
                  <a:cubicBezTo>
                    <a:pt x="11837" y="7824"/>
                    <a:pt x="11837" y="7824"/>
                    <a:pt x="11837" y="7824"/>
                  </a:cubicBezTo>
                  <a:cubicBezTo>
                    <a:pt x="11837" y="7891"/>
                    <a:pt x="11837" y="7891"/>
                    <a:pt x="11837" y="7891"/>
                  </a:cubicBezTo>
                  <a:cubicBezTo>
                    <a:pt x="11781" y="7891"/>
                    <a:pt x="11781" y="7891"/>
                    <a:pt x="11781" y="7891"/>
                  </a:cubicBezTo>
                  <a:cubicBezTo>
                    <a:pt x="11725" y="7957"/>
                    <a:pt x="11725" y="7957"/>
                    <a:pt x="11725" y="7957"/>
                  </a:cubicBezTo>
                  <a:cubicBezTo>
                    <a:pt x="11725" y="7957"/>
                    <a:pt x="11669" y="8024"/>
                    <a:pt x="11669" y="8024"/>
                  </a:cubicBezTo>
                  <a:close/>
                  <a:moveTo>
                    <a:pt x="12511" y="6754"/>
                  </a:moveTo>
                  <a:cubicBezTo>
                    <a:pt x="12511" y="6754"/>
                    <a:pt x="12511" y="6754"/>
                    <a:pt x="12511" y="6754"/>
                  </a:cubicBezTo>
                  <a:cubicBezTo>
                    <a:pt x="12511" y="6754"/>
                    <a:pt x="12511" y="6754"/>
                    <a:pt x="12511" y="6754"/>
                  </a:cubicBezTo>
                  <a:cubicBezTo>
                    <a:pt x="12567" y="6754"/>
                    <a:pt x="12567" y="6754"/>
                    <a:pt x="12567" y="6754"/>
                  </a:cubicBezTo>
                  <a:cubicBezTo>
                    <a:pt x="12511" y="6754"/>
                    <a:pt x="12511" y="6754"/>
                    <a:pt x="12511" y="6754"/>
                  </a:cubicBezTo>
                  <a:close/>
                  <a:moveTo>
                    <a:pt x="12455" y="6954"/>
                  </a:moveTo>
                  <a:cubicBezTo>
                    <a:pt x="12511" y="6954"/>
                    <a:pt x="12511" y="6954"/>
                    <a:pt x="12511" y="6954"/>
                  </a:cubicBezTo>
                  <a:cubicBezTo>
                    <a:pt x="12567" y="6887"/>
                    <a:pt x="12567" y="6887"/>
                    <a:pt x="12567" y="6887"/>
                  </a:cubicBezTo>
                  <a:cubicBezTo>
                    <a:pt x="12567" y="6887"/>
                    <a:pt x="12567" y="6887"/>
                    <a:pt x="12567" y="6887"/>
                  </a:cubicBezTo>
                  <a:cubicBezTo>
                    <a:pt x="12511" y="6821"/>
                    <a:pt x="12511" y="6821"/>
                    <a:pt x="12511" y="6821"/>
                  </a:cubicBezTo>
                  <a:cubicBezTo>
                    <a:pt x="12511" y="6821"/>
                    <a:pt x="12511" y="6821"/>
                    <a:pt x="12511" y="6821"/>
                  </a:cubicBezTo>
                  <a:cubicBezTo>
                    <a:pt x="12511" y="6821"/>
                    <a:pt x="12511" y="6821"/>
                    <a:pt x="12511" y="6821"/>
                  </a:cubicBezTo>
                  <a:cubicBezTo>
                    <a:pt x="12455" y="6887"/>
                    <a:pt x="12455" y="6887"/>
                    <a:pt x="12455" y="6887"/>
                  </a:cubicBezTo>
                  <a:cubicBezTo>
                    <a:pt x="12455" y="6887"/>
                    <a:pt x="12455" y="6887"/>
                    <a:pt x="12455" y="6887"/>
                  </a:cubicBezTo>
                  <a:cubicBezTo>
                    <a:pt x="12455" y="6954"/>
                    <a:pt x="12455" y="6954"/>
                    <a:pt x="12455" y="6954"/>
                  </a:cubicBezTo>
                  <a:cubicBezTo>
                    <a:pt x="12455" y="6954"/>
                    <a:pt x="12455" y="6954"/>
                    <a:pt x="12455" y="6954"/>
                  </a:cubicBezTo>
                  <a:close/>
                  <a:moveTo>
                    <a:pt x="12455" y="7088"/>
                  </a:moveTo>
                  <a:cubicBezTo>
                    <a:pt x="12455" y="7088"/>
                    <a:pt x="12455" y="7088"/>
                    <a:pt x="12455" y="7088"/>
                  </a:cubicBezTo>
                  <a:cubicBezTo>
                    <a:pt x="12511" y="7021"/>
                    <a:pt x="12511" y="7021"/>
                    <a:pt x="12511" y="7021"/>
                  </a:cubicBezTo>
                  <a:cubicBezTo>
                    <a:pt x="12455" y="7021"/>
                    <a:pt x="12455" y="7021"/>
                    <a:pt x="12455" y="7021"/>
                  </a:cubicBezTo>
                  <a:cubicBezTo>
                    <a:pt x="12398" y="7021"/>
                    <a:pt x="12398" y="7021"/>
                    <a:pt x="12398" y="7021"/>
                  </a:cubicBezTo>
                  <a:cubicBezTo>
                    <a:pt x="12398" y="7088"/>
                    <a:pt x="12398" y="7088"/>
                    <a:pt x="12398" y="7088"/>
                  </a:cubicBezTo>
                  <a:cubicBezTo>
                    <a:pt x="12455" y="7088"/>
                    <a:pt x="12455" y="7088"/>
                    <a:pt x="12455" y="7088"/>
                  </a:cubicBezTo>
                  <a:close/>
                  <a:moveTo>
                    <a:pt x="10547" y="5951"/>
                  </a:moveTo>
                  <a:cubicBezTo>
                    <a:pt x="10547" y="5951"/>
                    <a:pt x="10547" y="5951"/>
                    <a:pt x="10547" y="5951"/>
                  </a:cubicBezTo>
                  <a:cubicBezTo>
                    <a:pt x="10547" y="6018"/>
                    <a:pt x="10547" y="6018"/>
                    <a:pt x="10547" y="6018"/>
                  </a:cubicBezTo>
                  <a:cubicBezTo>
                    <a:pt x="10603" y="5951"/>
                    <a:pt x="10603" y="5951"/>
                    <a:pt x="10603" y="5951"/>
                  </a:cubicBezTo>
                  <a:cubicBezTo>
                    <a:pt x="10659" y="6018"/>
                    <a:pt x="10659" y="6018"/>
                    <a:pt x="10659" y="6018"/>
                  </a:cubicBezTo>
                  <a:cubicBezTo>
                    <a:pt x="10659" y="5951"/>
                    <a:pt x="10659" y="5951"/>
                    <a:pt x="10659" y="5951"/>
                  </a:cubicBezTo>
                  <a:cubicBezTo>
                    <a:pt x="10603" y="5951"/>
                    <a:pt x="10603" y="5951"/>
                    <a:pt x="10603" y="5951"/>
                  </a:cubicBezTo>
                  <a:cubicBezTo>
                    <a:pt x="10547" y="5951"/>
                    <a:pt x="10547" y="5951"/>
                    <a:pt x="10547" y="5951"/>
                  </a:cubicBezTo>
                  <a:cubicBezTo>
                    <a:pt x="10547" y="5951"/>
                    <a:pt x="10547" y="5951"/>
                    <a:pt x="10547" y="5951"/>
                  </a:cubicBezTo>
                  <a:close/>
                  <a:moveTo>
                    <a:pt x="10884" y="6620"/>
                  </a:moveTo>
                  <a:cubicBezTo>
                    <a:pt x="10828" y="6553"/>
                    <a:pt x="10828" y="6553"/>
                    <a:pt x="10828" y="6553"/>
                  </a:cubicBezTo>
                  <a:cubicBezTo>
                    <a:pt x="10828" y="6419"/>
                    <a:pt x="10828" y="6419"/>
                    <a:pt x="10828" y="6419"/>
                  </a:cubicBezTo>
                  <a:cubicBezTo>
                    <a:pt x="10828" y="6419"/>
                    <a:pt x="10828" y="6419"/>
                    <a:pt x="10828" y="6419"/>
                  </a:cubicBezTo>
                  <a:cubicBezTo>
                    <a:pt x="10828" y="6352"/>
                    <a:pt x="10828" y="6352"/>
                    <a:pt x="10828" y="6352"/>
                  </a:cubicBezTo>
                  <a:cubicBezTo>
                    <a:pt x="10828" y="6352"/>
                    <a:pt x="10828" y="6352"/>
                    <a:pt x="10828" y="6352"/>
                  </a:cubicBezTo>
                  <a:cubicBezTo>
                    <a:pt x="10771" y="6286"/>
                    <a:pt x="10771" y="6286"/>
                    <a:pt x="10771" y="6286"/>
                  </a:cubicBezTo>
                  <a:cubicBezTo>
                    <a:pt x="10771" y="6219"/>
                    <a:pt x="10771" y="6219"/>
                    <a:pt x="10771" y="6219"/>
                  </a:cubicBezTo>
                  <a:cubicBezTo>
                    <a:pt x="10771" y="6152"/>
                    <a:pt x="10771" y="6152"/>
                    <a:pt x="10771" y="6152"/>
                  </a:cubicBezTo>
                  <a:cubicBezTo>
                    <a:pt x="10715" y="6085"/>
                    <a:pt x="10715" y="6085"/>
                    <a:pt x="10715" y="6085"/>
                  </a:cubicBezTo>
                  <a:cubicBezTo>
                    <a:pt x="10715" y="6085"/>
                    <a:pt x="10715" y="6085"/>
                    <a:pt x="10715" y="6085"/>
                  </a:cubicBezTo>
                  <a:cubicBezTo>
                    <a:pt x="10771" y="6018"/>
                    <a:pt x="10771" y="6018"/>
                    <a:pt x="10771" y="6018"/>
                  </a:cubicBezTo>
                  <a:cubicBezTo>
                    <a:pt x="10828" y="6018"/>
                    <a:pt x="10828" y="6018"/>
                    <a:pt x="10828" y="6018"/>
                  </a:cubicBezTo>
                  <a:cubicBezTo>
                    <a:pt x="10884" y="5951"/>
                    <a:pt x="10884" y="5951"/>
                    <a:pt x="10884" y="5951"/>
                  </a:cubicBezTo>
                  <a:cubicBezTo>
                    <a:pt x="10940" y="5951"/>
                    <a:pt x="10940" y="5951"/>
                    <a:pt x="10940" y="5951"/>
                  </a:cubicBezTo>
                  <a:cubicBezTo>
                    <a:pt x="10996" y="5951"/>
                    <a:pt x="10996" y="5951"/>
                    <a:pt x="10996" y="5951"/>
                  </a:cubicBezTo>
                  <a:cubicBezTo>
                    <a:pt x="10996" y="5951"/>
                    <a:pt x="10996" y="5951"/>
                    <a:pt x="10996" y="5951"/>
                  </a:cubicBezTo>
                  <a:cubicBezTo>
                    <a:pt x="11052" y="6018"/>
                    <a:pt x="11052" y="6018"/>
                    <a:pt x="11052" y="6018"/>
                  </a:cubicBezTo>
                  <a:cubicBezTo>
                    <a:pt x="11108" y="6018"/>
                    <a:pt x="11108" y="6018"/>
                    <a:pt x="11108" y="6018"/>
                  </a:cubicBezTo>
                  <a:cubicBezTo>
                    <a:pt x="11108" y="6018"/>
                    <a:pt x="11108" y="6018"/>
                    <a:pt x="11108" y="6018"/>
                  </a:cubicBezTo>
                  <a:cubicBezTo>
                    <a:pt x="11164" y="6018"/>
                    <a:pt x="11164" y="6018"/>
                    <a:pt x="11164" y="6018"/>
                  </a:cubicBezTo>
                  <a:cubicBezTo>
                    <a:pt x="11220" y="6018"/>
                    <a:pt x="11220" y="6018"/>
                    <a:pt x="11220" y="6018"/>
                  </a:cubicBezTo>
                  <a:cubicBezTo>
                    <a:pt x="11220" y="6085"/>
                    <a:pt x="11220" y="6085"/>
                    <a:pt x="11220" y="6085"/>
                  </a:cubicBezTo>
                  <a:cubicBezTo>
                    <a:pt x="11220" y="6085"/>
                    <a:pt x="11220" y="6085"/>
                    <a:pt x="11220" y="6085"/>
                  </a:cubicBezTo>
                  <a:cubicBezTo>
                    <a:pt x="11220" y="6152"/>
                    <a:pt x="11220" y="6152"/>
                    <a:pt x="11220" y="6152"/>
                  </a:cubicBezTo>
                  <a:cubicBezTo>
                    <a:pt x="11276" y="6152"/>
                    <a:pt x="11276" y="6152"/>
                    <a:pt x="11276" y="6152"/>
                  </a:cubicBezTo>
                  <a:cubicBezTo>
                    <a:pt x="11276" y="6219"/>
                    <a:pt x="11276" y="6219"/>
                    <a:pt x="11276" y="6219"/>
                  </a:cubicBezTo>
                  <a:cubicBezTo>
                    <a:pt x="11220" y="6219"/>
                    <a:pt x="11220" y="6219"/>
                    <a:pt x="11220" y="6219"/>
                  </a:cubicBezTo>
                  <a:cubicBezTo>
                    <a:pt x="11220" y="6286"/>
                    <a:pt x="11220" y="6286"/>
                    <a:pt x="11220" y="6286"/>
                  </a:cubicBezTo>
                  <a:cubicBezTo>
                    <a:pt x="11164" y="6352"/>
                    <a:pt x="11164" y="6352"/>
                    <a:pt x="11164" y="6352"/>
                  </a:cubicBezTo>
                  <a:cubicBezTo>
                    <a:pt x="11164" y="6352"/>
                    <a:pt x="11164" y="6352"/>
                    <a:pt x="11164" y="6352"/>
                  </a:cubicBezTo>
                  <a:cubicBezTo>
                    <a:pt x="11108" y="6419"/>
                    <a:pt x="11108" y="6419"/>
                    <a:pt x="11108" y="6419"/>
                  </a:cubicBezTo>
                  <a:cubicBezTo>
                    <a:pt x="10996" y="6486"/>
                    <a:pt x="10996" y="6486"/>
                    <a:pt x="10996" y="6486"/>
                  </a:cubicBezTo>
                  <a:cubicBezTo>
                    <a:pt x="10940" y="6553"/>
                    <a:pt x="10940" y="6553"/>
                    <a:pt x="10940" y="6553"/>
                  </a:cubicBezTo>
                  <a:cubicBezTo>
                    <a:pt x="10940" y="6553"/>
                    <a:pt x="10940" y="6553"/>
                    <a:pt x="10940" y="6553"/>
                  </a:cubicBezTo>
                  <a:cubicBezTo>
                    <a:pt x="10884" y="6553"/>
                    <a:pt x="10884" y="6553"/>
                    <a:pt x="10884" y="6553"/>
                  </a:cubicBezTo>
                  <a:cubicBezTo>
                    <a:pt x="10884" y="6620"/>
                    <a:pt x="10884" y="6620"/>
                    <a:pt x="10884" y="6620"/>
                  </a:cubicBezTo>
                  <a:cubicBezTo>
                    <a:pt x="10884" y="6620"/>
                    <a:pt x="10884" y="6620"/>
                    <a:pt x="10884" y="6620"/>
                  </a:cubicBezTo>
                  <a:close/>
                  <a:moveTo>
                    <a:pt x="12679" y="7690"/>
                  </a:moveTo>
                  <a:cubicBezTo>
                    <a:pt x="12567" y="7623"/>
                    <a:pt x="12567" y="7623"/>
                    <a:pt x="12567" y="7623"/>
                  </a:cubicBezTo>
                  <a:cubicBezTo>
                    <a:pt x="12567" y="7623"/>
                    <a:pt x="12567" y="7623"/>
                    <a:pt x="12567" y="7623"/>
                  </a:cubicBezTo>
                  <a:cubicBezTo>
                    <a:pt x="12455" y="7623"/>
                    <a:pt x="12455" y="7623"/>
                    <a:pt x="12455" y="7623"/>
                  </a:cubicBezTo>
                  <a:cubicBezTo>
                    <a:pt x="12511" y="7556"/>
                    <a:pt x="12511" y="7556"/>
                    <a:pt x="12511" y="7556"/>
                  </a:cubicBezTo>
                  <a:cubicBezTo>
                    <a:pt x="12511" y="7556"/>
                    <a:pt x="12511" y="7556"/>
                    <a:pt x="12511" y="7556"/>
                  </a:cubicBezTo>
                  <a:cubicBezTo>
                    <a:pt x="12567" y="7556"/>
                    <a:pt x="12567" y="7556"/>
                    <a:pt x="12567" y="7556"/>
                  </a:cubicBezTo>
                  <a:cubicBezTo>
                    <a:pt x="12567" y="7556"/>
                    <a:pt x="12567" y="7556"/>
                    <a:pt x="12567" y="7556"/>
                  </a:cubicBezTo>
                  <a:cubicBezTo>
                    <a:pt x="12567" y="7556"/>
                    <a:pt x="12567" y="7556"/>
                    <a:pt x="12567" y="7556"/>
                  </a:cubicBezTo>
                  <a:cubicBezTo>
                    <a:pt x="12511" y="7556"/>
                    <a:pt x="12511" y="7556"/>
                    <a:pt x="12511" y="7556"/>
                  </a:cubicBezTo>
                  <a:cubicBezTo>
                    <a:pt x="12511" y="7489"/>
                    <a:pt x="12511" y="7489"/>
                    <a:pt x="12511" y="7489"/>
                  </a:cubicBezTo>
                  <a:cubicBezTo>
                    <a:pt x="12567" y="7422"/>
                    <a:pt x="12567" y="7422"/>
                    <a:pt x="12567" y="7422"/>
                  </a:cubicBezTo>
                  <a:cubicBezTo>
                    <a:pt x="12623" y="7356"/>
                    <a:pt x="12623" y="7356"/>
                    <a:pt x="12623" y="7356"/>
                  </a:cubicBezTo>
                  <a:cubicBezTo>
                    <a:pt x="12623" y="7289"/>
                    <a:pt x="12623" y="7289"/>
                    <a:pt x="12623" y="7289"/>
                  </a:cubicBezTo>
                  <a:cubicBezTo>
                    <a:pt x="12623" y="7289"/>
                    <a:pt x="12623" y="7289"/>
                    <a:pt x="12623" y="7289"/>
                  </a:cubicBezTo>
                  <a:cubicBezTo>
                    <a:pt x="12623" y="7222"/>
                    <a:pt x="12623" y="7222"/>
                    <a:pt x="12623" y="7222"/>
                  </a:cubicBezTo>
                  <a:cubicBezTo>
                    <a:pt x="12567" y="7222"/>
                    <a:pt x="12567" y="7222"/>
                    <a:pt x="12567" y="7222"/>
                  </a:cubicBezTo>
                  <a:cubicBezTo>
                    <a:pt x="12623" y="7155"/>
                    <a:pt x="12623" y="7155"/>
                    <a:pt x="12623" y="7155"/>
                  </a:cubicBezTo>
                  <a:cubicBezTo>
                    <a:pt x="12623" y="7088"/>
                    <a:pt x="12623" y="7088"/>
                    <a:pt x="12623" y="7088"/>
                  </a:cubicBezTo>
                  <a:cubicBezTo>
                    <a:pt x="12679" y="7021"/>
                    <a:pt x="12679" y="7021"/>
                    <a:pt x="12679" y="7021"/>
                  </a:cubicBezTo>
                  <a:cubicBezTo>
                    <a:pt x="12679" y="6954"/>
                    <a:pt x="12679" y="6954"/>
                    <a:pt x="12679" y="6954"/>
                  </a:cubicBezTo>
                  <a:cubicBezTo>
                    <a:pt x="12679" y="6954"/>
                    <a:pt x="12679" y="6954"/>
                    <a:pt x="12679" y="6954"/>
                  </a:cubicBezTo>
                  <a:cubicBezTo>
                    <a:pt x="12735" y="6887"/>
                    <a:pt x="12735" y="6887"/>
                    <a:pt x="12735" y="6887"/>
                  </a:cubicBezTo>
                  <a:cubicBezTo>
                    <a:pt x="12735" y="6821"/>
                    <a:pt x="12735" y="6821"/>
                    <a:pt x="12735" y="6821"/>
                  </a:cubicBezTo>
                  <a:cubicBezTo>
                    <a:pt x="12791" y="6821"/>
                    <a:pt x="12791" y="6821"/>
                    <a:pt x="12791" y="6821"/>
                  </a:cubicBezTo>
                  <a:cubicBezTo>
                    <a:pt x="12791" y="6754"/>
                    <a:pt x="12791" y="6754"/>
                    <a:pt x="12791" y="6754"/>
                  </a:cubicBezTo>
                  <a:cubicBezTo>
                    <a:pt x="12847" y="6687"/>
                    <a:pt x="12847" y="6687"/>
                    <a:pt x="12847" y="6687"/>
                  </a:cubicBezTo>
                  <a:cubicBezTo>
                    <a:pt x="12847" y="6620"/>
                    <a:pt x="12847" y="6620"/>
                    <a:pt x="12847" y="6620"/>
                  </a:cubicBezTo>
                  <a:cubicBezTo>
                    <a:pt x="12903" y="6620"/>
                    <a:pt x="12903" y="6620"/>
                    <a:pt x="12903" y="6620"/>
                  </a:cubicBezTo>
                  <a:cubicBezTo>
                    <a:pt x="12903" y="6553"/>
                    <a:pt x="12903" y="6553"/>
                    <a:pt x="12903" y="6553"/>
                  </a:cubicBezTo>
                  <a:cubicBezTo>
                    <a:pt x="12903" y="6553"/>
                    <a:pt x="12903" y="6553"/>
                    <a:pt x="12903" y="6553"/>
                  </a:cubicBezTo>
                  <a:cubicBezTo>
                    <a:pt x="12903" y="6486"/>
                    <a:pt x="12903" y="6486"/>
                    <a:pt x="12903" y="6486"/>
                  </a:cubicBezTo>
                  <a:cubicBezTo>
                    <a:pt x="12960" y="6486"/>
                    <a:pt x="12960" y="6486"/>
                    <a:pt x="12960" y="6486"/>
                  </a:cubicBezTo>
                  <a:cubicBezTo>
                    <a:pt x="13016" y="6553"/>
                    <a:pt x="13016" y="6553"/>
                    <a:pt x="13016" y="6553"/>
                  </a:cubicBezTo>
                  <a:cubicBezTo>
                    <a:pt x="13016" y="6620"/>
                    <a:pt x="13016" y="6620"/>
                    <a:pt x="13016" y="6620"/>
                  </a:cubicBezTo>
                  <a:cubicBezTo>
                    <a:pt x="13072" y="6620"/>
                    <a:pt x="13072" y="6620"/>
                    <a:pt x="13072" y="6620"/>
                  </a:cubicBezTo>
                  <a:cubicBezTo>
                    <a:pt x="13072" y="6553"/>
                    <a:pt x="13072" y="6553"/>
                    <a:pt x="13072" y="6553"/>
                  </a:cubicBezTo>
                  <a:cubicBezTo>
                    <a:pt x="13016" y="6486"/>
                    <a:pt x="13016" y="6486"/>
                    <a:pt x="13016" y="6486"/>
                  </a:cubicBezTo>
                  <a:cubicBezTo>
                    <a:pt x="13016" y="6486"/>
                    <a:pt x="13016" y="6486"/>
                    <a:pt x="13016" y="6486"/>
                  </a:cubicBezTo>
                  <a:cubicBezTo>
                    <a:pt x="13072" y="6486"/>
                    <a:pt x="13072" y="6486"/>
                    <a:pt x="13072" y="6486"/>
                  </a:cubicBezTo>
                  <a:cubicBezTo>
                    <a:pt x="13016" y="6419"/>
                    <a:pt x="13016" y="6419"/>
                    <a:pt x="13016" y="6419"/>
                  </a:cubicBezTo>
                  <a:cubicBezTo>
                    <a:pt x="13072" y="6352"/>
                    <a:pt x="13072" y="6352"/>
                    <a:pt x="13072" y="6352"/>
                  </a:cubicBezTo>
                  <a:cubicBezTo>
                    <a:pt x="13184" y="6286"/>
                    <a:pt x="13184" y="6286"/>
                    <a:pt x="13184" y="6286"/>
                  </a:cubicBezTo>
                  <a:cubicBezTo>
                    <a:pt x="13240" y="6286"/>
                    <a:pt x="13240" y="6286"/>
                    <a:pt x="13240" y="6286"/>
                  </a:cubicBezTo>
                  <a:cubicBezTo>
                    <a:pt x="13296" y="6286"/>
                    <a:pt x="13296" y="6286"/>
                    <a:pt x="13296" y="6286"/>
                  </a:cubicBezTo>
                  <a:cubicBezTo>
                    <a:pt x="13296" y="6352"/>
                    <a:pt x="13296" y="6352"/>
                    <a:pt x="13296" y="6352"/>
                  </a:cubicBezTo>
                  <a:cubicBezTo>
                    <a:pt x="13352" y="6286"/>
                    <a:pt x="13352" y="6286"/>
                    <a:pt x="13352" y="6286"/>
                  </a:cubicBezTo>
                  <a:cubicBezTo>
                    <a:pt x="13352" y="6352"/>
                    <a:pt x="13352" y="6352"/>
                    <a:pt x="13352" y="6352"/>
                  </a:cubicBezTo>
                  <a:cubicBezTo>
                    <a:pt x="13408" y="6352"/>
                    <a:pt x="13408" y="6352"/>
                    <a:pt x="13408" y="6352"/>
                  </a:cubicBezTo>
                  <a:cubicBezTo>
                    <a:pt x="13464" y="6352"/>
                    <a:pt x="13464" y="6352"/>
                    <a:pt x="13464" y="6352"/>
                  </a:cubicBezTo>
                  <a:cubicBezTo>
                    <a:pt x="13521" y="6352"/>
                    <a:pt x="13521" y="6352"/>
                    <a:pt x="13521" y="6352"/>
                  </a:cubicBezTo>
                  <a:cubicBezTo>
                    <a:pt x="13521" y="6419"/>
                    <a:pt x="13521" y="6419"/>
                    <a:pt x="13521" y="6419"/>
                  </a:cubicBezTo>
                  <a:cubicBezTo>
                    <a:pt x="13577" y="6419"/>
                    <a:pt x="13577" y="6419"/>
                    <a:pt x="13577" y="6419"/>
                  </a:cubicBezTo>
                  <a:cubicBezTo>
                    <a:pt x="13577" y="6419"/>
                    <a:pt x="13577" y="6419"/>
                    <a:pt x="13577" y="6419"/>
                  </a:cubicBezTo>
                  <a:cubicBezTo>
                    <a:pt x="13633" y="6486"/>
                    <a:pt x="13633" y="6486"/>
                    <a:pt x="13633" y="6486"/>
                  </a:cubicBezTo>
                  <a:cubicBezTo>
                    <a:pt x="13577" y="6486"/>
                    <a:pt x="13577" y="6486"/>
                    <a:pt x="13577" y="6486"/>
                  </a:cubicBezTo>
                  <a:cubicBezTo>
                    <a:pt x="13633" y="6553"/>
                    <a:pt x="13633" y="6553"/>
                    <a:pt x="13633" y="6553"/>
                  </a:cubicBezTo>
                  <a:cubicBezTo>
                    <a:pt x="13633" y="6486"/>
                    <a:pt x="13633" y="6486"/>
                    <a:pt x="13633" y="6486"/>
                  </a:cubicBezTo>
                  <a:cubicBezTo>
                    <a:pt x="13745" y="6486"/>
                    <a:pt x="13745" y="6486"/>
                    <a:pt x="13745" y="6486"/>
                  </a:cubicBezTo>
                  <a:cubicBezTo>
                    <a:pt x="13857" y="6553"/>
                    <a:pt x="13857" y="6553"/>
                    <a:pt x="13857" y="6553"/>
                  </a:cubicBezTo>
                  <a:cubicBezTo>
                    <a:pt x="13913" y="6553"/>
                    <a:pt x="13913" y="6553"/>
                    <a:pt x="13913" y="6553"/>
                  </a:cubicBezTo>
                  <a:cubicBezTo>
                    <a:pt x="13913" y="6620"/>
                    <a:pt x="13913" y="6620"/>
                    <a:pt x="13913" y="6620"/>
                  </a:cubicBezTo>
                  <a:cubicBezTo>
                    <a:pt x="13913" y="6620"/>
                    <a:pt x="13913" y="6620"/>
                    <a:pt x="13913" y="6620"/>
                  </a:cubicBezTo>
                  <a:cubicBezTo>
                    <a:pt x="13969" y="6687"/>
                    <a:pt x="13969" y="6687"/>
                    <a:pt x="13969" y="6687"/>
                  </a:cubicBezTo>
                  <a:cubicBezTo>
                    <a:pt x="13913" y="6687"/>
                    <a:pt x="13913" y="6687"/>
                    <a:pt x="13913" y="6687"/>
                  </a:cubicBezTo>
                  <a:cubicBezTo>
                    <a:pt x="13913" y="6687"/>
                    <a:pt x="13913" y="6687"/>
                    <a:pt x="13913" y="6687"/>
                  </a:cubicBezTo>
                  <a:cubicBezTo>
                    <a:pt x="13857" y="6754"/>
                    <a:pt x="13857" y="6754"/>
                    <a:pt x="13857" y="6754"/>
                  </a:cubicBezTo>
                  <a:cubicBezTo>
                    <a:pt x="13801" y="6821"/>
                    <a:pt x="13801" y="6821"/>
                    <a:pt x="13801" y="6821"/>
                  </a:cubicBezTo>
                  <a:cubicBezTo>
                    <a:pt x="13801" y="6887"/>
                    <a:pt x="13801" y="6887"/>
                    <a:pt x="13801" y="6887"/>
                  </a:cubicBezTo>
                  <a:cubicBezTo>
                    <a:pt x="13745" y="6887"/>
                    <a:pt x="13745" y="6887"/>
                    <a:pt x="13745" y="6887"/>
                  </a:cubicBezTo>
                  <a:cubicBezTo>
                    <a:pt x="13745" y="6887"/>
                    <a:pt x="13745" y="6887"/>
                    <a:pt x="13745" y="6887"/>
                  </a:cubicBezTo>
                  <a:cubicBezTo>
                    <a:pt x="13633" y="6954"/>
                    <a:pt x="13633" y="6954"/>
                    <a:pt x="13633" y="6954"/>
                  </a:cubicBezTo>
                  <a:cubicBezTo>
                    <a:pt x="13577" y="7088"/>
                    <a:pt x="13577" y="7088"/>
                    <a:pt x="13577" y="7088"/>
                  </a:cubicBezTo>
                  <a:cubicBezTo>
                    <a:pt x="13521" y="7088"/>
                    <a:pt x="13521" y="7088"/>
                    <a:pt x="13521" y="7088"/>
                  </a:cubicBezTo>
                  <a:cubicBezTo>
                    <a:pt x="13521" y="7088"/>
                    <a:pt x="13521" y="7088"/>
                    <a:pt x="13521" y="7088"/>
                  </a:cubicBezTo>
                  <a:cubicBezTo>
                    <a:pt x="13521" y="7088"/>
                    <a:pt x="13521" y="7088"/>
                    <a:pt x="13521" y="7088"/>
                  </a:cubicBezTo>
                  <a:cubicBezTo>
                    <a:pt x="13521" y="7155"/>
                    <a:pt x="13521" y="7155"/>
                    <a:pt x="13521" y="7155"/>
                  </a:cubicBezTo>
                  <a:cubicBezTo>
                    <a:pt x="13408" y="7222"/>
                    <a:pt x="13408" y="7222"/>
                    <a:pt x="13408" y="7222"/>
                  </a:cubicBezTo>
                  <a:cubicBezTo>
                    <a:pt x="13352" y="7289"/>
                    <a:pt x="13352" y="7289"/>
                    <a:pt x="13352" y="7289"/>
                  </a:cubicBezTo>
                  <a:cubicBezTo>
                    <a:pt x="13296" y="7356"/>
                    <a:pt x="13296" y="7356"/>
                    <a:pt x="13296" y="7356"/>
                  </a:cubicBezTo>
                  <a:cubicBezTo>
                    <a:pt x="13240" y="7356"/>
                    <a:pt x="13240" y="7356"/>
                    <a:pt x="13240" y="7356"/>
                  </a:cubicBezTo>
                  <a:cubicBezTo>
                    <a:pt x="13184" y="7356"/>
                    <a:pt x="13184" y="7356"/>
                    <a:pt x="13184" y="7356"/>
                  </a:cubicBezTo>
                  <a:cubicBezTo>
                    <a:pt x="13184" y="7289"/>
                    <a:pt x="13184" y="7289"/>
                    <a:pt x="13184" y="7289"/>
                  </a:cubicBezTo>
                  <a:cubicBezTo>
                    <a:pt x="13128" y="7356"/>
                    <a:pt x="13128" y="7356"/>
                    <a:pt x="13128" y="7356"/>
                  </a:cubicBezTo>
                  <a:cubicBezTo>
                    <a:pt x="13072" y="7289"/>
                    <a:pt x="13072" y="7289"/>
                    <a:pt x="13072" y="7289"/>
                  </a:cubicBezTo>
                  <a:cubicBezTo>
                    <a:pt x="13072" y="7222"/>
                    <a:pt x="13072" y="7222"/>
                    <a:pt x="13072" y="7222"/>
                  </a:cubicBezTo>
                  <a:cubicBezTo>
                    <a:pt x="13072" y="7222"/>
                    <a:pt x="13072" y="7222"/>
                    <a:pt x="13072" y="7222"/>
                  </a:cubicBezTo>
                  <a:cubicBezTo>
                    <a:pt x="13016" y="7222"/>
                    <a:pt x="13016" y="7222"/>
                    <a:pt x="13016" y="7222"/>
                  </a:cubicBezTo>
                  <a:cubicBezTo>
                    <a:pt x="12960" y="7222"/>
                    <a:pt x="12960" y="7222"/>
                    <a:pt x="12960" y="7222"/>
                  </a:cubicBezTo>
                  <a:cubicBezTo>
                    <a:pt x="12903" y="7222"/>
                    <a:pt x="12903" y="7222"/>
                    <a:pt x="12903" y="7222"/>
                  </a:cubicBezTo>
                  <a:cubicBezTo>
                    <a:pt x="12903" y="7222"/>
                    <a:pt x="12903" y="7222"/>
                    <a:pt x="12903" y="7222"/>
                  </a:cubicBezTo>
                  <a:cubicBezTo>
                    <a:pt x="12847" y="7222"/>
                    <a:pt x="12847" y="7222"/>
                    <a:pt x="12847" y="7222"/>
                  </a:cubicBezTo>
                  <a:cubicBezTo>
                    <a:pt x="12847" y="7222"/>
                    <a:pt x="12847" y="7222"/>
                    <a:pt x="12847" y="7222"/>
                  </a:cubicBezTo>
                  <a:cubicBezTo>
                    <a:pt x="12847" y="7222"/>
                    <a:pt x="12847" y="7222"/>
                    <a:pt x="12847" y="7222"/>
                  </a:cubicBezTo>
                  <a:cubicBezTo>
                    <a:pt x="12960" y="7222"/>
                    <a:pt x="12960" y="7222"/>
                    <a:pt x="12960" y="7222"/>
                  </a:cubicBezTo>
                  <a:cubicBezTo>
                    <a:pt x="12960" y="7289"/>
                    <a:pt x="12960" y="7289"/>
                    <a:pt x="12960" y="7289"/>
                  </a:cubicBezTo>
                  <a:cubicBezTo>
                    <a:pt x="12903" y="7356"/>
                    <a:pt x="12903" y="7356"/>
                    <a:pt x="12903" y="7356"/>
                  </a:cubicBezTo>
                  <a:cubicBezTo>
                    <a:pt x="12960" y="7356"/>
                    <a:pt x="12960" y="7356"/>
                    <a:pt x="12960" y="7356"/>
                  </a:cubicBezTo>
                  <a:cubicBezTo>
                    <a:pt x="12960" y="7422"/>
                    <a:pt x="12960" y="7422"/>
                    <a:pt x="12960" y="7422"/>
                  </a:cubicBezTo>
                  <a:cubicBezTo>
                    <a:pt x="12903" y="7489"/>
                    <a:pt x="12903" y="7489"/>
                    <a:pt x="12903" y="7489"/>
                  </a:cubicBezTo>
                  <a:cubicBezTo>
                    <a:pt x="12903" y="7489"/>
                    <a:pt x="12903" y="7489"/>
                    <a:pt x="12903" y="7489"/>
                  </a:cubicBezTo>
                  <a:cubicBezTo>
                    <a:pt x="12847" y="7556"/>
                    <a:pt x="12847" y="7556"/>
                    <a:pt x="12847" y="7556"/>
                  </a:cubicBezTo>
                  <a:cubicBezTo>
                    <a:pt x="12791" y="7556"/>
                    <a:pt x="12791" y="7556"/>
                    <a:pt x="12791" y="7556"/>
                  </a:cubicBezTo>
                  <a:cubicBezTo>
                    <a:pt x="12791" y="7556"/>
                    <a:pt x="12791" y="7556"/>
                    <a:pt x="12791" y="7556"/>
                  </a:cubicBezTo>
                  <a:cubicBezTo>
                    <a:pt x="12735" y="7623"/>
                    <a:pt x="12735" y="7623"/>
                    <a:pt x="12735" y="7623"/>
                  </a:cubicBezTo>
                  <a:cubicBezTo>
                    <a:pt x="12735" y="7623"/>
                    <a:pt x="12735" y="7623"/>
                    <a:pt x="12735" y="7623"/>
                  </a:cubicBezTo>
                  <a:cubicBezTo>
                    <a:pt x="12679" y="7623"/>
                    <a:pt x="12679" y="7623"/>
                    <a:pt x="12679" y="7623"/>
                  </a:cubicBezTo>
                  <a:cubicBezTo>
                    <a:pt x="12679" y="7690"/>
                    <a:pt x="12679" y="7690"/>
                    <a:pt x="12679" y="7690"/>
                  </a:cubicBezTo>
                  <a:cubicBezTo>
                    <a:pt x="12679" y="7690"/>
                    <a:pt x="12679" y="7690"/>
                    <a:pt x="12679" y="7690"/>
                  </a:cubicBezTo>
                  <a:close/>
                  <a:moveTo>
                    <a:pt x="15709" y="7957"/>
                  </a:moveTo>
                  <a:cubicBezTo>
                    <a:pt x="15652" y="7891"/>
                    <a:pt x="15652" y="7891"/>
                    <a:pt x="15652" y="7891"/>
                  </a:cubicBezTo>
                  <a:cubicBezTo>
                    <a:pt x="15596" y="7891"/>
                    <a:pt x="15596" y="7891"/>
                    <a:pt x="15596" y="7891"/>
                  </a:cubicBezTo>
                  <a:cubicBezTo>
                    <a:pt x="15596" y="7824"/>
                    <a:pt x="15596" y="7824"/>
                    <a:pt x="15596" y="7824"/>
                  </a:cubicBezTo>
                  <a:cubicBezTo>
                    <a:pt x="15540" y="7824"/>
                    <a:pt x="15540" y="7824"/>
                    <a:pt x="15540" y="7824"/>
                  </a:cubicBezTo>
                  <a:cubicBezTo>
                    <a:pt x="15540" y="7757"/>
                    <a:pt x="15540" y="7757"/>
                    <a:pt x="15540" y="7757"/>
                  </a:cubicBezTo>
                  <a:cubicBezTo>
                    <a:pt x="15540" y="7690"/>
                    <a:pt x="15540" y="7690"/>
                    <a:pt x="15540" y="7690"/>
                  </a:cubicBezTo>
                  <a:cubicBezTo>
                    <a:pt x="15596" y="7623"/>
                    <a:pt x="15596" y="7623"/>
                    <a:pt x="15596" y="7623"/>
                  </a:cubicBezTo>
                  <a:cubicBezTo>
                    <a:pt x="15596" y="7623"/>
                    <a:pt x="15596" y="7623"/>
                    <a:pt x="15596" y="7623"/>
                  </a:cubicBezTo>
                  <a:cubicBezTo>
                    <a:pt x="15596" y="7556"/>
                    <a:pt x="15596" y="7556"/>
                    <a:pt x="15596" y="7556"/>
                  </a:cubicBezTo>
                  <a:cubicBezTo>
                    <a:pt x="15596" y="7556"/>
                    <a:pt x="15596" y="7556"/>
                    <a:pt x="15596" y="7556"/>
                  </a:cubicBezTo>
                  <a:cubicBezTo>
                    <a:pt x="15540" y="7489"/>
                    <a:pt x="15540" y="7489"/>
                    <a:pt x="15540" y="7489"/>
                  </a:cubicBezTo>
                  <a:cubicBezTo>
                    <a:pt x="15540" y="7489"/>
                    <a:pt x="15540" y="7489"/>
                    <a:pt x="15540" y="7489"/>
                  </a:cubicBezTo>
                  <a:cubicBezTo>
                    <a:pt x="15540" y="7356"/>
                    <a:pt x="15540" y="7356"/>
                    <a:pt x="15540" y="7356"/>
                  </a:cubicBezTo>
                  <a:cubicBezTo>
                    <a:pt x="15596" y="7356"/>
                    <a:pt x="15596" y="7356"/>
                    <a:pt x="15596" y="7356"/>
                  </a:cubicBezTo>
                  <a:cubicBezTo>
                    <a:pt x="15596" y="7356"/>
                    <a:pt x="15596" y="7356"/>
                    <a:pt x="15596" y="7356"/>
                  </a:cubicBezTo>
                  <a:cubicBezTo>
                    <a:pt x="15596" y="7289"/>
                    <a:pt x="15596" y="7289"/>
                    <a:pt x="15596" y="7289"/>
                  </a:cubicBezTo>
                  <a:cubicBezTo>
                    <a:pt x="15652" y="7222"/>
                    <a:pt x="15652" y="7222"/>
                    <a:pt x="15652" y="7222"/>
                  </a:cubicBezTo>
                  <a:cubicBezTo>
                    <a:pt x="15652" y="7155"/>
                    <a:pt x="15652" y="7155"/>
                    <a:pt x="15652" y="7155"/>
                  </a:cubicBezTo>
                  <a:cubicBezTo>
                    <a:pt x="15709" y="7155"/>
                    <a:pt x="15709" y="7155"/>
                    <a:pt x="15709" y="7155"/>
                  </a:cubicBezTo>
                  <a:cubicBezTo>
                    <a:pt x="15709" y="7222"/>
                    <a:pt x="15709" y="7222"/>
                    <a:pt x="15709" y="7222"/>
                  </a:cubicBezTo>
                  <a:cubicBezTo>
                    <a:pt x="15709" y="7222"/>
                    <a:pt x="15709" y="7222"/>
                    <a:pt x="15709" y="7222"/>
                  </a:cubicBezTo>
                  <a:cubicBezTo>
                    <a:pt x="15821" y="7289"/>
                    <a:pt x="15821" y="7289"/>
                    <a:pt x="15821" y="7289"/>
                  </a:cubicBezTo>
                  <a:cubicBezTo>
                    <a:pt x="15877" y="7289"/>
                    <a:pt x="15877" y="7289"/>
                    <a:pt x="15877" y="7289"/>
                  </a:cubicBezTo>
                  <a:cubicBezTo>
                    <a:pt x="15933" y="7356"/>
                    <a:pt x="15933" y="7356"/>
                    <a:pt x="15933" y="7356"/>
                  </a:cubicBezTo>
                  <a:cubicBezTo>
                    <a:pt x="15933" y="7289"/>
                    <a:pt x="15933" y="7289"/>
                    <a:pt x="15933" y="7289"/>
                  </a:cubicBezTo>
                  <a:cubicBezTo>
                    <a:pt x="16045" y="7356"/>
                    <a:pt x="16045" y="7356"/>
                    <a:pt x="16045" y="7356"/>
                  </a:cubicBezTo>
                  <a:cubicBezTo>
                    <a:pt x="16101" y="7356"/>
                    <a:pt x="16101" y="7356"/>
                    <a:pt x="16101" y="7356"/>
                  </a:cubicBezTo>
                  <a:cubicBezTo>
                    <a:pt x="16101" y="7356"/>
                    <a:pt x="16101" y="7356"/>
                    <a:pt x="16101" y="7356"/>
                  </a:cubicBezTo>
                  <a:cubicBezTo>
                    <a:pt x="16157" y="7422"/>
                    <a:pt x="16157" y="7422"/>
                    <a:pt x="16157" y="7422"/>
                  </a:cubicBezTo>
                  <a:cubicBezTo>
                    <a:pt x="16214" y="7489"/>
                    <a:pt x="16214" y="7489"/>
                    <a:pt x="16214" y="7489"/>
                  </a:cubicBezTo>
                  <a:cubicBezTo>
                    <a:pt x="16214" y="7489"/>
                    <a:pt x="16214" y="7489"/>
                    <a:pt x="16214" y="7489"/>
                  </a:cubicBezTo>
                  <a:cubicBezTo>
                    <a:pt x="16214" y="7556"/>
                    <a:pt x="16214" y="7556"/>
                    <a:pt x="16214" y="7556"/>
                  </a:cubicBezTo>
                  <a:cubicBezTo>
                    <a:pt x="16214" y="7623"/>
                    <a:pt x="16214" y="7623"/>
                    <a:pt x="16214" y="7623"/>
                  </a:cubicBezTo>
                  <a:cubicBezTo>
                    <a:pt x="16270" y="7623"/>
                    <a:pt x="16270" y="7623"/>
                    <a:pt x="16270" y="7623"/>
                  </a:cubicBezTo>
                  <a:cubicBezTo>
                    <a:pt x="16270" y="7690"/>
                    <a:pt x="16270" y="7690"/>
                    <a:pt x="16270" y="7690"/>
                  </a:cubicBezTo>
                  <a:cubicBezTo>
                    <a:pt x="16270" y="7690"/>
                    <a:pt x="16270" y="7690"/>
                    <a:pt x="16270" y="7690"/>
                  </a:cubicBezTo>
                  <a:cubicBezTo>
                    <a:pt x="16270" y="7757"/>
                    <a:pt x="16270" y="7757"/>
                    <a:pt x="16270" y="7757"/>
                  </a:cubicBezTo>
                  <a:cubicBezTo>
                    <a:pt x="16270" y="7824"/>
                    <a:pt x="16270" y="7824"/>
                    <a:pt x="16270" y="7824"/>
                  </a:cubicBezTo>
                  <a:cubicBezTo>
                    <a:pt x="16270" y="7824"/>
                    <a:pt x="16270" y="7824"/>
                    <a:pt x="16270" y="7824"/>
                  </a:cubicBezTo>
                  <a:cubicBezTo>
                    <a:pt x="16270" y="7891"/>
                    <a:pt x="16270" y="7891"/>
                    <a:pt x="16270" y="7891"/>
                  </a:cubicBezTo>
                  <a:cubicBezTo>
                    <a:pt x="16326" y="7891"/>
                    <a:pt x="16326" y="7891"/>
                    <a:pt x="16326" y="7891"/>
                  </a:cubicBezTo>
                  <a:cubicBezTo>
                    <a:pt x="16326" y="7957"/>
                    <a:pt x="16326" y="7957"/>
                    <a:pt x="16326" y="7957"/>
                  </a:cubicBezTo>
                  <a:cubicBezTo>
                    <a:pt x="16270" y="7957"/>
                    <a:pt x="16270" y="7957"/>
                    <a:pt x="16270" y="7957"/>
                  </a:cubicBezTo>
                  <a:cubicBezTo>
                    <a:pt x="16270" y="7957"/>
                    <a:pt x="16270" y="7957"/>
                    <a:pt x="16270" y="7957"/>
                  </a:cubicBezTo>
                  <a:cubicBezTo>
                    <a:pt x="16157" y="7957"/>
                    <a:pt x="16157" y="7957"/>
                    <a:pt x="16157" y="7957"/>
                  </a:cubicBezTo>
                  <a:cubicBezTo>
                    <a:pt x="16157" y="7957"/>
                    <a:pt x="16157" y="7957"/>
                    <a:pt x="16157" y="7957"/>
                  </a:cubicBezTo>
                  <a:cubicBezTo>
                    <a:pt x="16045" y="7891"/>
                    <a:pt x="16045" y="7891"/>
                    <a:pt x="16045" y="7891"/>
                  </a:cubicBezTo>
                  <a:cubicBezTo>
                    <a:pt x="16045" y="7891"/>
                    <a:pt x="16045" y="7891"/>
                    <a:pt x="16045" y="7891"/>
                  </a:cubicBezTo>
                  <a:cubicBezTo>
                    <a:pt x="15989" y="7891"/>
                    <a:pt x="15989" y="7891"/>
                    <a:pt x="15989" y="7891"/>
                  </a:cubicBezTo>
                  <a:cubicBezTo>
                    <a:pt x="15933" y="7891"/>
                    <a:pt x="15933" y="7891"/>
                    <a:pt x="15933" y="7891"/>
                  </a:cubicBezTo>
                  <a:cubicBezTo>
                    <a:pt x="15933" y="7824"/>
                    <a:pt x="15933" y="7824"/>
                    <a:pt x="15933" y="7824"/>
                  </a:cubicBezTo>
                  <a:cubicBezTo>
                    <a:pt x="15821" y="7891"/>
                    <a:pt x="15821" y="7891"/>
                    <a:pt x="15821" y="7891"/>
                  </a:cubicBezTo>
                  <a:cubicBezTo>
                    <a:pt x="15821" y="7891"/>
                    <a:pt x="15821" y="7891"/>
                    <a:pt x="15821" y="7891"/>
                  </a:cubicBezTo>
                  <a:cubicBezTo>
                    <a:pt x="15765" y="7957"/>
                    <a:pt x="15765" y="7957"/>
                    <a:pt x="15765" y="7957"/>
                  </a:cubicBezTo>
                  <a:cubicBezTo>
                    <a:pt x="15709" y="7957"/>
                    <a:pt x="15709" y="7957"/>
                    <a:pt x="15709" y="7957"/>
                  </a:cubicBezTo>
                  <a:close/>
                  <a:moveTo>
                    <a:pt x="15428" y="8024"/>
                  </a:moveTo>
                  <a:cubicBezTo>
                    <a:pt x="15428" y="7957"/>
                    <a:pt x="15428" y="7957"/>
                    <a:pt x="15428" y="7957"/>
                  </a:cubicBezTo>
                  <a:cubicBezTo>
                    <a:pt x="15428" y="7957"/>
                    <a:pt x="15428" y="7957"/>
                    <a:pt x="15428" y="7957"/>
                  </a:cubicBezTo>
                  <a:cubicBezTo>
                    <a:pt x="15484" y="7957"/>
                    <a:pt x="15484" y="7957"/>
                    <a:pt x="15484" y="7957"/>
                  </a:cubicBezTo>
                  <a:cubicBezTo>
                    <a:pt x="15484" y="7957"/>
                    <a:pt x="15484" y="7957"/>
                    <a:pt x="15484" y="7957"/>
                  </a:cubicBezTo>
                  <a:cubicBezTo>
                    <a:pt x="15428" y="8024"/>
                    <a:pt x="15428" y="8024"/>
                    <a:pt x="15428" y="8024"/>
                  </a:cubicBezTo>
                  <a:close/>
                  <a:moveTo>
                    <a:pt x="15484" y="8091"/>
                  </a:moveTo>
                  <a:cubicBezTo>
                    <a:pt x="15484" y="8024"/>
                    <a:pt x="15484" y="8024"/>
                    <a:pt x="15484" y="8024"/>
                  </a:cubicBezTo>
                  <a:cubicBezTo>
                    <a:pt x="15484" y="8024"/>
                    <a:pt x="15484" y="8024"/>
                    <a:pt x="15484" y="8024"/>
                  </a:cubicBezTo>
                  <a:cubicBezTo>
                    <a:pt x="15540" y="8024"/>
                    <a:pt x="15540" y="8024"/>
                    <a:pt x="15540" y="8024"/>
                  </a:cubicBezTo>
                  <a:cubicBezTo>
                    <a:pt x="15540" y="8024"/>
                    <a:pt x="15540" y="8024"/>
                    <a:pt x="15540" y="8024"/>
                  </a:cubicBezTo>
                  <a:cubicBezTo>
                    <a:pt x="15484" y="8091"/>
                    <a:pt x="15484" y="8091"/>
                    <a:pt x="15484" y="8091"/>
                  </a:cubicBezTo>
                  <a:close/>
                  <a:moveTo>
                    <a:pt x="15652" y="8091"/>
                  </a:moveTo>
                  <a:cubicBezTo>
                    <a:pt x="15596" y="8024"/>
                    <a:pt x="15596" y="8024"/>
                    <a:pt x="15596" y="8024"/>
                  </a:cubicBezTo>
                  <a:cubicBezTo>
                    <a:pt x="15596" y="8024"/>
                    <a:pt x="15596" y="8024"/>
                    <a:pt x="15596" y="8024"/>
                  </a:cubicBezTo>
                  <a:cubicBezTo>
                    <a:pt x="15596" y="8024"/>
                    <a:pt x="15596" y="8024"/>
                    <a:pt x="15596" y="8024"/>
                  </a:cubicBezTo>
                  <a:cubicBezTo>
                    <a:pt x="15652" y="8024"/>
                    <a:pt x="15652" y="8024"/>
                    <a:pt x="15652" y="8024"/>
                  </a:cubicBezTo>
                  <a:cubicBezTo>
                    <a:pt x="15652" y="8091"/>
                    <a:pt x="15652" y="8091"/>
                    <a:pt x="15652" y="8091"/>
                  </a:cubicBezTo>
                  <a:close/>
                  <a:moveTo>
                    <a:pt x="12567" y="9228"/>
                  </a:moveTo>
                  <a:cubicBezTo>
                    <a:pt x="12567" y="9161"/>
                    <a:pt x="12567" y="9161"/>
                    <a:pt x="12567" y="9161"/>
                  </a:cubicBezTo>
                  <a:cubicBezTo>
                    <a:pt x="12567" y="9161"/>
                    <a:pt x="12567" y="9161"/>
                    <a:pt x="12567" y="9161"/>
                  </a:cubicBezTo>
                  <a:cubicBezTo>
                    <a:pt x="12567" y="9161"/>
                    <a:pt x="12567" y="9161"/>
                    <a:pt x="12567" y="9161"/>
                  </a:cubicBezTo>
                  <a:cubicBezTo>
                    <a:pt x="12623" y="9161"/>
                    <a:pt x="12623" y="9161"/>
                    <a:pt x="12623" y="9161"/>
                  </a:cubicBezTo>
                  <a:cubicBezTo>
                    <a:pt x="12623" y="9161"/>
                    <a:pt x="12623" y="9161"/>
                    <a:pt x="12623" y="9161"/>
                  </a:cubicBezTo>
                  <a:cubicBezTo>
                    <a:pt x="12567" y="9161"/>
                    <a:pt x="12567" y="9161"/>
                    <a:pt x="12567" y="9161"/>
                  </a:cubicBezTo>
                  <a:cubicBezTo>
                    <a:pt x="12567" y="9228"/>
                    <a:pt x="12567" y="9228"/>
                    <a:pt x="12567" y="9228"/>
                  </a:cubicBezTo>
                  <a:close/>
                  <a:moveTo>
                    <a:pt x="12679" y="9495"/>
                  </a:moveTo>
                  <a:cubicBezTo>
                    <a:pt x="12679" y="9562"/>
                    <a:pt x="12679" y="9562"/>
                    <a:pt x="12679" y="9562"/>
                  </a:cubicBezTo>
                  <a:cubicBezTo>
                    <a:pt x="12735" y="9495"/>
                    <a:pt x="12735" y="9495"/>
                    <a:pt x="12735" y="9495"/>
                  </a:cubicBezTo>
                  <a:cubicBezTo>
                    <a:pt x="12735" y="9495"/>
                    <a:pt x="12735" y="9495"/>
                    <a:pt x="12735" y="9495"/>
                  </a:cubicBezTo>
                  <a:cubicBezTo>
                    <a:pt x="12735" y="9429"/>
                    <a:pt x="12735" y="9429"/>
                    <a:pt x="12735" y="9429"/>
                  </a:cubicBezTo>
                  <a:cubicBezTo>
                    <a:pt x="12735" y="9429"/>
                    <a:pt x="12735" y="9429"/>
                    <a:pt x="12735" y="9429"/>
                  </a:cubicBezTo>
                  <a:cubicBezTo>
                    <a:pt x="12679" y="9495"/>
                    <a:pt x="12679" y="9495"/>
                    <a:pt x="12679" y="9495"/>
                  </a:cubicBezTo>
                  <a:close/>
                  <a:moveTo>
                    <a:pt x="12679" y="9495"/>
                  </a:moveTo>
                  <a:cubicBezTo>
                    <a:pt x="12623" y="9495"/>
                    <a:pt x="12623" y="9495"/>
                    <a:pt x="12623" y="9495"/>
                  </a:cubicBezTo>
                  <a:cubicBezTo>
                    <a:pt x="12679" y="9562"/>
                    <a:pt x="12679" y="9562"/>
                    <a:pt x="12679" y="9562"/>
                  </a:cubicBezTo>
                  <a:cubicBezTo>
                    <a:pt x="12679" y="9562"/>
                    <a:pt x="12679" y="9562"/>
                    <a:pt x="12679" y="9562"/>
                  </a:cubicBezTo>
                  <a:cubicBezTo>
                    <a:pt x="12679" y="9562"/>
                    <a:pt x="12679" y="9562"/>
                    <a:pt x="12679" y="9562"/>
                  </a:cubicBezTo>
                  <a:cubicBezTo>
                    <a:pt x="12679" y="9562"/>
                    <a:pt x="12679" y="9562"/>
                    <a:pt x="12679" y="9562"/>
                  </a:cubicBezTo>
                  <a:cubicBezTo>
                    <a:pt x="12679" y="9495"/>
                    <a:pt x="12679" y="9495"/>
                    <a:pt x="12679" y="9495"/>
                  </a:cubicBezTo>
                  <a:cubicBezTo>
                    <a:pt x="12679" y="9429"/>
                    <a:pt x="12679" y="9429"/>
                    <a:pt x="12679" y="9429"/>
                  </a:cubicBezTo>
                  <a:cubicBezTo>
                    <a:pt x="12679" y="9495"/>
                    <a:pt x="12679" y="9495"/>
                    <a:pt x="12679" y="9495"/>
                  </a:cubicBezTo>
                  <a:close/>
                  <a:moveTo>
                    <a:pt x="13633" y="9295"/>
                  </a:moveTo>
                  <a:cubicBezTo>
                    <a:pt x="13577" y="9295"/>
                    <a:pt x="13577" y="9295"/>
                    <a:pt x="13577" y="9295"/>
                  </a:cubicBezTo>
                  <a:cubicBezTo>
                    <a:pt x="13577" y="9228"/>
                    <a:pt x="13577" y="9228"/>
                    <a:pt x="13577" y="9228"/>
                  </a:cubicBezTo>
                  <a:cubicBezTo>
                    <a:pt x="13521" y="9228"/>
                    <a:pt x="13521" y="9228"/>
                    <a:pt x="13521" y="9228"/>
                  </a:cubicBezTo>
                  <a:cubicBezTo>
                    <a:pt x="13521" y="9228"/>
                    <a:pt x="13521" y="9228"/>
                    <a:pt x="13521" y="9228"/>
                  </a:cubicBezTo>
                  <a:cubicBezTo>
                    <a:pt x="13521" y="9228"/>
                    <a:pt x="13521" y="9228"/>
                    <a:pt x="13521" y="9228"/>
                  </a:cubicBezTo>
                  <a:cubicBezTo>
                    <a:pt x="13464" y="9228"/>
                    <a:pt x="13464" y="9228"/>
                    <a:pt x="13464" y="9228"/>
                  </a:cubicBezTo>
                  <a:cubicBezTo>
                    <a:pt x="13464" y="9161"/>
                    <a:pt x="13464" y="9161"/>
                    <a:pt x="13464" y="9161"/>
                  </a:cubicBezTo>
                  <a:cubicBezTo>
                    <a:pt x="13521" y="9161"/>
                    <a:pt x="13521" y="9161"/>
                    <a:pt x="13521" y="9161"/>
                  </a:cubicBezTo>
                  <a:cubicBezTo>
                    <a:pt x="13521" y="9161"/>
                    <a:pt x="13521" y="9161"/>
                    <a:pt x="13521" y="9161"/>
                  </a:cubicBezTo>
                  <a:cubicBezTo>
                    <a:pt x="13577" y="9161"/>
                    <a:pt x="13577" y="9161"/>
                    <a:pt x="13577" y="9161"/>
                  </a:cubicBezTo>
                  <a:cubicBezTo>
                    <a:pt x="13577" y="9161"/>
                    <a:pt x="13577" y="9161"/>
                    <a:pt x="13577" y="9161"/>
                  </a:cubicBezTo>
                  <a:cubicBezTo>
                    <a:pt x="13633" y="9228"/>
                    <a:pt x="13633" y="9228"/>
                    <a:pt x="13633" y="9228"/>
                  </a:cubicBezTo>
                  <a:cubicBezTo>
                    <a:pt x="13633" y="9228"/>
                    <a:pt x="13633" y="9228"/>
                    <a:pt x="13633" y="9228"/>
                  </a:cubicBezTo>
                  <a:cubicBezTo>
                    <a:pt x="13633" y="9295"/>
                    <a:pt x="13633" y="9295"/>
                    <a:pt x="13633" y="9295"/>
                  </a:cubicBezTo>
                  <a:cubicBezTo>
                    <a:pt x="13633" y="9295"/>
                    <a:pt x="13633" y="9295"/>
                    <a:pt x="13633" y="9295"/>
                  </a:cubicBezTo>
                  <a:close/>
                  <a:moveTo>
                    <a:pt x="14138" y="9495"/>
                  </a:moveTo>
                  <a:cubicBezTo>
                    <a:pt x="14138" y="9495"/>
                    <a:pt x="14138" y="9495"/>
                    <a:pt x="14138" y="9495"/>
                  </a:cubicBezTo>
                  <a:cubicBezTo>
                    <a:pt x="14082" y="9495"/>
                    <a:pt x="14082" y="9495"/>
                    <a:pt x="14082" y="9495"/>
                  </a:cubicBezTo>
                  <a:cubicBezTo>
                    <a:pt x="14138" y="9495"/>
                    <a:pt x="14138" y="9495"/>
                    <a:pt x="14138" y="9495"/>
                  </a:cubicBezTo>
                  <a:cubicBezTo>
                    <a:pt x="14138" y="9495"/>
                    <a:pt x="14138" y="9495"/>
                    <a:pt x="14138" y="9495"/>
                  </a:cubicBezTo>
                  <a:cubicBezTo>
                    <a:pt x="14194" y="9495"/>
                    <a:pt x="14194" y="9495"/>
                    <a:pt x="14194" y="9495"/>
                  </a:cubicBezTo>
                  <a:cubicBezTo>
                    <a:pt x="14138" y="9495"/>
                    <a:pt x="14138" y="9495"/>
                    <a:pt x="14138" y="9495"/>
                  </a:cubicBezTo>
                  <a:close/>
                  <a:moveTo>
                    <a:pt x="14194" y="9495"/>
                  </a:moveTo>
                  <a:cubicBezTo>
                    <a:pt x="14250" y="9562"/>
                    <a:pt x="14250" y="9562"/>
                    <a:pt x="14250" y="9562"/>
                  </a:cubicBezTo>
                  <a:cubicBezTo>
                    <a:pt x="14250" y="9495"/>
                    <a:pt x="14250" y="9495"/>
                    <a:pt x="14250" y="9495"/>
                  </a:cubicBezTo>
                  <a:cubicBezTo>
                    <a:pt x="14194" y="9495"/>
                    <a:pt x="14194" y="9495"/>
                    <a:pt x="14194" y="9495"/>
                  </a:cubicBezTo>
                  <a:close/>
                  <a:moveTo>
                    <a:pt x="14306" y="9562"/>
                  </a:moveTo>
                  <a:cubicBezTo>
                    <a:pt x="14306" y="9562"/>
                    <a:pt x="14306" y="9562"/>
                    <a:pt x="14306" y="9562"/>
                  </a:cubicBezTo>
                  <a:cubicBezTo>
                    <a:pt x="14362" y="9562"/>
                    <a:pt x="14362" y="9562"/>
                    <a:pt x="14362" y="9562"/>
                  </a:cubicBezTo>
                  <a:cubicBezTo>
                    <a:pt x="14362" y="9562"/>
                    <a:pt x="14362" y="9562"/>
                    <a:pt x="14362" y="9562"/>
                  </a:cubicBezTo>
                  <a:cubicBezTo>
                    <a:pt x="14362" y="9562"/>
                    <a:pt x="14362" y="9562"/>
                    <a:pt x="14362" y="9562"/>
                  </a:cubicBezTo>
                  <a:cubicBezTo>
                    <a:pt x="14306" y="9562"/>
                    <a:pt x="14306" y="9562"/>
                    <a:pt x="14306" y="9562"/>
                  </a:cubicBezTo>
                  <a:cubicBezTo>
                    <a:pt x="14306" y="9495"/>
                    <a:pt x="14306" y="9495"/>
                    <a:pt x="14306" y="9495"/>
                  </a:cubicBezTo>
                  <a:cubicBezTo>
                    <a:pt x="14306" y="9495"/>
                    <a:pt x="14306" y="9495"/>
                    <a:pt x="14306" y="9495"/>
                  </a:cubicBezTo>
                  <a:cubicBezTo>
                    <a:pt x="14250" y="9562"/>
                    <a:pt x="14250" y="9562"/>
                    <a:pt x="14250" y="9562"/>
                  </a:cubicBezTo>
                  <a:cubicBezTo>
                    <a:pt x="14306" y="9562"/>
                    <a:pt x="14306" y="9562"/>
                    <a:pt x="14306" y="9562"/>
                  </a:cubicBezTo>
                  <a:close/>
                  <a:moveTo>
                    <a:pt x="14867" y="10365"/>
                  </a:moveTo>
                  <a:cubicBezTo>
                    <a:pt x="14867" y="10365"/>
                    <a:pt x="14867" y="10365"/>
                    <a:pt x="14867" y="10365"/>
                  </a:cubicBezTo>
                  <a:cubicBezTo>
                    <a:pt x="14867" y="10365"/>
                    <a:pt x="14867" y="10365"/>
                    <a:pt x="14867" y="10365"/>
                  </a:cubicBezTo>
                  <a:cubicBezTo>
                    <a:pt x="14867" y="10298"/>
                    <a:pt x="14867" y="10298"/>
                    <a:pt x="14867" y="10298"/>
                  </a:cubicBezTo>
                  <a:cubicBezTo>
                    <a:pt x="14867" y="10298"/>
                    <a:pt x="14867" y="10298"/>
                    <a:pt x="14867" y="10298"/>
                  </a:cubicBezTo>
                  <a:cubicBezTo>
                    <a:pt x="14923" y="10298"/>
                    <a:pt x="14923" y="10298"/>
                    <a:pt x="14923" y="10298"/>
                  </a:cubicBezTo>
                  <a:cubicBezTo>
                    <a:pt x="14923" y="10365"/>
                    <a:pt x="14923" y="10365"/>
                    <a:pt x="14923" y="10365"/>
                  </a:cubicBezTo>
                  <a:cubicBezTo>
                    <a:pt x="14923" y="10365"/>
                    <a:pt x="14923" y="10365"/>
                    <a:pt x="14923" y="10365"/>
                  </a:cubicBezTo>
                  <a:cubicBezTo>
                    <a:pt x="14867" y="10365"/>
                    <a:pt x="14867" y="10365"/>
                    <a:pt x="14867" y="10365"/>
                  </a:cubicBezTo>
                  <a:close/>
                  <a:moveTo>
                    <a:pt x="14811" y="10565"/>
                  </a:moveTo>
                  <a:cubicBezTo>
                    <a:pt x="14811" y="10499"/>
                    <a:pt x="14811" y="10499"/>
                    <a:pt x="14811" y="10499"/>
                  </a:cubicBezTo>
                  <a:cubicBezTo>
                    <a:pt x="14811" y="10432"/>
                    <a:pt x="14811" y="10432"/>
                    <a:pt x="14811" y="10432"/>
                  </a:cubicBezTo>
                  <a:cubicBezTo>
                    <a:pt x="14811" y="10432"/>
                    <a:pt x="14811" y="10432"/>
                    <a:pt x="14811" y="10432"/>
                  </a:cubicBezTo>
                  <a:cubicBezTo>
                    <a:pt x="14867" y="10432"/>
                    <a:pt x="14867" y="10432"/>
                    <a:pt x="14867" y="10432"/>
                  </a:cubicBezTo>
                  <a:cubicBezTo>
                    <a:pt x="14867" y="10499"/>
                    <a:pt x="14867" y="10499"/>
                    <a:pt x="14867" y="10499"/>
                  </a:cubicBezTo>
                  <a:cubicBezTo>
                    <a:pt x="14867" y="10499"/>
                    <a:pt x="14867" y="10499"/>
                    <a:pt x="14867" y="10499"/>
                  </a:cubicBezTo>
                  <a:cubicBezTo>
                    <a:pt x="14811" y="10565"/>
                    <a:pt x="14811" y="10565"/>
                    <a:pt x="14811" y="10565"/>
                  </a:cubicBezTo>
                  <a:cubicBezTo>
                    <a:pt x="14811" y="10565"/>
                    <a:pt x="14811" y="10565"/>
                    <a:pt x="14811" y="10565"/>
                  </a:cubicBezTo>
                  <a:close/>
                  <a:moveTo>
                    <a:pt x="14474" y="9763"/>
                  </a:moveTo>
                  <a:cubicBezTo>
                    <a:pt x="14474" y="9696"/>
                    <a:pt x="14474" y="9696"/>
                    <a:pt x="14474" y="9696"/>
                  </a:cubicBezTo>
                  <a:cubicBezTo>
                    <a:pt x="14474" y="9696"/>
                    <a:pt x="14474" y="9696"/>
                    <a:pt x="14474" y="9696"/>
                  </a:cubicBezTo>
                  <a:cubicBezTo>
                    <a:pt x="14474" y="9763"/>
                    <a:pt x="14474" y="9763"/>
                    <a:pt x="14474" y="9763"/>
                  </a:cubicBezTo>
                  <a:close/>
                  <a:moveTo>
                    <a:pt x="14418" y="9763"/>
                  </a:moveTo>
                  <a:cubicBezTo>
                    <a:pt x="14362" y="9696"/>
                    <a:pt x="14362" y="9696"/>
                    <a:pt x="14362" y="9696"/>
                  </a:cubicBezTo>
                  <a:cubicBezTo>
                    <a:pt x="14418" y="9696"/>
                    <a:pt x="14418" y="9696"/>
                    <a:pt x="14418" y="9696"/>
                  </a:cubicBezTo>
                  <a:cubicBezTo>
                    <a:pt x="14418" y="9763"/>
                    <a:pt x="14418" y="9763"/>
                    <a:pt x="14418" y="9763"/>
                  </a:cubicBezTo>
                  <a:cubicBezTo>
                    <a:pt x="14418" y="9763"/>
                    <a:pt x="14418" y="9763"/>
                    <a:pt x="14418" y="9763"/>
                  </a:cubicBezTo>
                  <a:close/>
                  <a:moveTo>
                    <a:pt x="14418" y="9763"/>
                  </a:moveTo>
                  <a:cubicBezTo>
                    <a:pt x="14418" y="9830"/>
                    <a:pt x="14418" y="9830"/>
                    <a:pt x="14418" y="9830"/>
                  </a:cubicBezTo>
                  <a:cubicBezTo>
                    <a:pt x="14474" y="9830"/>
                    <a:pt x="14474" y="9830"/>
                    <a:pt x="14474" y="9830"/>
                  </a:cubicBezTo>
                  <a:cubicBezTo>
                    <a:pt x="14474" y="9830"/>
                    <a:pt x="14474" y="9830"/>
                    <a:pt x="14474" y="9830"/>
                  </a:cubicBezTo>
                  <a:cubicBezTo>
                    <a:pt x="14474" y="9763"/>
                    <a:pt x="14474" y="9763"/>
                    <a:pt x="14474" y="9763"/>
                  </a:cubicBezTo>
                  <a:cubicBezTo>
                    <a:pt x="14474" y="9763"/>
                    <a:pt x="14474" y="9763"/>
                    <a:pt x="14474" y="9763"/>
                  </a:cubicBezTo>
                  <a:cubicBezTo>
                    <a:pt x="14418" y="9763"/>
                    <a:pt x="14418" y="9763"/>
                    <a:pt x="14418" y="9763"/>
                  </a:cubicBezTo>
                  <a:cubicBezTo>
                    <a:pt x="14418" y="9763"/>
                    <a:pt x="14418" y="9763"/>
                    <a:pt x="14418" y="9763"/>
                  </a:cubicBezTo>
                  <a:close/>
                  <a:moveTo>
                    <a:pt x="14755" y="9629"/>
                  </a:moveTo>
                  <a:cubicBezTo>
                    <a:pt x="14755" y="9629"/>
                    <a:pt x="14755" y="9629"/>
                    <a:pt x="14755" y="9629"/>
                  </a:cubicBezTo>
                  <a:cubicBezTo>
                    <a:pt x="14811" y="9696"/>
                    <a:pt x="14811" y="9696"/>
                    <a:pt x="14811" y="9696"/>
                  </a:cubicBezTo>
                  <a:cubicBezTo>
                    <a:pt x="14811" y="9696"/>
                    <a:pt x="14811" y="9696"/>
                    <a:pt x="14811" y="9696"/>
                  </a:cubicBezTo>
                  <a:cubicBezTo>
                    <a:pt x="14811" y="9696"/>
                    <a:pt x="14811" y="9696"/>
                    <a:pt x="14811" y="9696"/>
                  </a:cubicBezTo>
                  <a:cubicBezTo>
                    <a:pt x="14811" y="9763"/>
                    <a:pt x="14811" y="9763"/>
                    <a:pt x="14811" y="9763"/>
                  </a:cubicBezTo>
                  <a:cubicBezTo>
                    <a:pt x="14811" y="9763"/>
                    <a:pt x="14811" y="9763"/>
                    <a:pt x="14811" y="9763"/>
                  </a:cubicBezTo>
                  <a:cubicBezTo>
                    <a:pt x="14811" y="9696"/>
                    <a:pt x="14811" y="9696"/>
                    <a:pt x="14811" y="9696"/>
                  </a:cubicBezTo>
                  <a:cubicBezTo>
                    <a:pt x="14867" y="9696"/>
                    <a:pt x="14867" y="9696"/>
                    <a:pt x="14867" y="9696"/>
                  </a:cubicBezTo>
                  <a:cubicBezTo>
                    <a:pt x="14923" y="9696"/>
                    <a:pt x="14923" y="9696"/>
                    <a:pt x="14923" y="9696"/>
                  </a:cubicBezTo>
                  <a:cubicBezTo>
                    <a:pt x="14923" y="9696"/>
                    <a:pt x="14923" y="9696"/>
                    <a:pt x="14923" y="9696"/>
                  </a:cubicBezTo>
                  <a:cubicBezTo>
                    <a:pt x="14923" y="9696"/>
                    <a:pt x="14923" y="9696"/>
                    <a:pt x="14923" y="9696"/>
                  </a:cubicBezTo>
                  <a:cubicBezTo>
                    <a:pt x="14923" y="9629"/>
                    <a:pt x="14923" y="9629"/>
                    <a:pt x="14923" y="9629"/>
                  </a:cubicBezTo>
                  <a:cubicBezTo>
                    <a:pt x="14867" y="9629"/>
                    <a:pt x="14867" y="9629"/>
                    <a:pt x="14867" y="9629"/>
                  </a:cubicBezTo>
                  <a:cubicBezTo>
                    <a:pt x="14811" y="9629"/>
                    <a:pt x="14811" y="9629"/>
                    <a:pt x="14811" y="9629"/>
                  </a:cubicBezTo>
                  <a:cubicBezTo>
                    <a:pt x="14811" y="9562"/>
                    <a:pt x="14811" y="9562"/>
                    <a:pt x="14811" y="9562"/>
                  </a:cubicBezTo>
                  <a:cubicBezTo>
                    <a:pt x="14755" y="9629"/>
                    <a:pt x="14755" y="9629"/>
                    <a:pt x="14755" y="9629"/>
                  </a:cubicBezTo>
                  <a:cubicBezTo>
                    <a:pt x="14755" y="9629"/>
                    <a:pt x="14755" y="9629"/>
                    <a:pt x="14755" y="9629"/>
                  </a:cubicBezTo>
                  <a:close/>
                  <a:moveTo>
                    <a:pt x="15316" y="9629"/>
                  </a:moveTo>
                  <a:cubicBezTo>
                    <a:pt x="15316" y="9562"/>
                    <a:pt x="15316" y="9562"/>
                    <a:pt x="15316" y="9562"/>
                  </a:cubicBezTo>
                  <a:cubicBezTo>
                    <a:pt x="15316" y="9562"/>
                    <a:pt x="15316" y="9562"/>
                    <a:pt x="15316" y="9562"/>
                  </a:cubicBezTo>
                  <a:cubicBezTo>
                    <a:pt x="15316" y="9629"/>
                    <a:pt x="15316" y="9629"/>
                    <a:pt x="15316" y="9629"/>
                  </a:cubicBezTo>
                  <a:cubicBezTo>
                    <a:pt x="15316" y="9629"/>
                    <a:pt x="15316" y="9629"/>
                    <a:pt x="15316" y="9629"/>
                  </a:cubicBezTo>
                  <a:close/>
                  <a:moveTo>
                    <a:pt x="15091" y="9830"/>
                  </a:moveTo>
                  <a:cubicBezTo>
                    <a:pt x="15148" y="9830"/>
                    <a:pt x="15148" y="9830"/>
                    <a:pt x="15148" y="9830"/>
                  </a:cubicBezTo>
                  <a:cubicBezTo>
                    <a:pt x="15148" y="9763"/>
                    <a:pt x="15148" y="9763"/>
                    <a:pt x="15148" y="9763"/>
                  </a:cubicBezTo>
                  <a:cubicBezTo>
                    <a:pt x="15204" y="9763"/>
                    <a:pt x="15204" y="9763"/>
                    <a:pt x="15204" y="9763"/>
                  </a:cubicBezTo>
                  <a:cubicBezTo>
                    <a:pt x="15204" y="9763"/>
                    <a:pt x="15204" y="9763"/>
                    <a:pt x="15204" y="9763"/>
                  </a:cubicBezTo>
                  <a:cubicBezTo>
                    <a:pt x="15260" y="9763"/>
                    <a:pt x="15260" y="9763"/>
                    <a:pt x="15260" y="9763"/>
                  </a:cubicBezTo>
                  <a:cubicBezTo>
                    <a:pt x="15260" y="9763"/>
                    <a:pt x="15260" y="9763"/>
                    <a:pt x="15260" y="9763"/>
                  </a:cubicBezTo>
                  <a:cubicBezTo>
                    <a:pt x="15260" y="9763"/>
                    <a:pt x="15260" y="9763"/>
                    <a:pt x="15260" y="9763"/>
                  </a:cubicBezTo>
                  <a:cubicBezTo>
                    <a:pt x="15204" y="9830"/>
                    <a:pt x="15204" y="9830"/>
                    <a:pt x="15204" y="9830"/>
                  </a:cubicBezTo>
                  <a:cubicBezTo>
                    <a:pt x="15148" y="9830"/>
                    <a:pt x="15148" y="9830"/>
                    <a:pt x="15148" y="9830"/>
                  </a:cubicBezTo>
                  <a:cubicBezTo>
                    <a:pt x="15148" y="9830"/>
                    <a:pt x="15148" y="9830"/>
                    <a:pt x="15148" y="9830"/>
                  </a:cubicBezTo>
                  <a:cubicBezTo>
                    <a:pt x="15091" y="9830"/>
                    <a:pt x="15091" y="9830"/>
                    <a:pt x="15091" y="9830"/>
                  </a:cubicBezTo>
                  <a:close/>
                  <a:moveTo>
                    <a:pt x="14923" y="10164"/>
                  </a:moveTo>
                  <a:cubicBezTo>
                    <a:pt x="15035" y="10097"/>
                    <a:pt x="15035" y="10097"/>
                    <a:pt x="15035" y="10097"/>
                  </a:cubicBezTo>
                  <a:cubicBezTo>
                    <a:pt x="15035" y="10030"/>
                    <a:pt x="15035" y="10030"/>
                    <a:pt x="15035" y="10030"/>
                  </a:cubicBezTo>
                  <a:cubicBezTo>
                    <a:pt x="15035" y="10030"/>
                    <a:pt x="15035" y="10030"/>
                    <a:pt x="15035" y="10030"/>
                  </a:cubicBezTo>
                  <a:cubicBezTo>
                    <a:pt x="15091" y="10030"/>
                    <a:pt x="15091" y="10030"/>
                    <a:pt x="15091" y="10030"/>
                  </a:cubicBezTo>
                  <a:cubicBezTo>
                    <a:pt x="15148" y="9964"/>
                    <a:pt x="15148" y="9964"/>
                    <a:pt x="15148" y="9964"/>
                  </a:cubicBezTo>
                  <a:cubicBezTo>
                    <a:pt x="15148" y="9897"/>
                    <a:pt x="15148" y="9897"/>
                    <a:pt x="15148" y="9897"/>
                  </a:cubicBezTo>
                  <a:cubicBezTo>
                    <a:pt x="15091" y="9897"/>
                    <a:pt x="15091" y="9897"/>
                    <a:pt x="15091" y="9897"/>
                  </a:cubicBezTo>
                  <a:cubicBezTo>
                    <a:pt x="15091" y="9897"/>
                    <a:pt x="15091" y="9897"/>
                    <a:pt x="15091" y="9897"/>
                  </a:cubicBezTo>
                  <a:cubicBezTo>
                    <a:pt x="15091" y="9964"/>
                    <a:pt x="15091" y="9964"/>
                    <a:pt x="15091" y="9964"/>
                  </a:cubicBezTo>
                  <a:cubicBezTo>
                    <a:pt x="15035" y="9964"/>
                    <a:pt x="15035" y="9964"/>
                    <a:pt x="15035" y="9964"/>
                  </a:cubicBezTo>
                  <a:cubicBezTo>
                    <a:pt x="14979" y="10030"/>
                    <a:pt x="14979" y="10030"/>
                    <a:pt x="14979" y="10030"/>
                  </a:cubicBezTo>
                  <a:cubicBezTo>
                    <a:pt x="14979" y="10030"/>
                    <a:pt x="14979" y="10030"/>
                    <a:pt x="14979" y="10030"/>
                  </a:cubicBezTo>
                  <a:cubicBezTo>
                    <a:pt x="14923" y="10030"/>
                    <a:pt x="14923" y="10030"/>
                    <a:pt x="14923" y="10030"/>
                  </a:cubicBezTo>
                  <a:cubicBezTo>
                    <a:pt x="14867" y="10030"/>
                    <a:pt x="14867" y="10030"/>
                    <a:pt x="14867" y="10030"/>
                  </a:cubicBezTo>
                  <a:cubicBezTo>
                    <a:pt x="14867" y="10097"/>
                    <a:pt x="14867" y="10097"/>
                    <a:pt x="14867" y="10097"/>
                  </a:cubicBezTo>
                  <a:cubicBezTo>
                    <a:pt x="14811" y="10097"/>
                    <a:pt x="14811" y="10097"/>
                    <a:pt x="14811" y="10097"/>
                  </a:cubicBezTo>
                  <a:cubicBezTo>
                    <a:pt x="14811" y="10164"/>
                    <a:pt x="14811" y="10164"/>
                    <a:pt x="14811" y="10164"/>
                  </a:cubicBezTo>
                  <a:cubicBezTo>
                    <a:pt x="14867" y="10164"/>
                    <a:pt x="14867" y="10164"/>
                    <a:pt x="14867" y="10164"/>
                  </a:cubicBezTo>
                  <a:cubicBezTo>
                    <a:pt x="14867" y="10164"/>
                    <a:pt x="14867" y="10164"/>
                    <a:pt x="14867" y="10164"/>
                  </a:cubicBezTo>
                  <a:cubicBezTo>
                    <a:pt x="14923" y="10164"/>
                    <a:pt x="14923" y="10164"/>
                    <a:pt x="14923" y="10164"/>
                  </a:cubicBezTo>
                  <a:close/>
                  <a:moveTo>
                    <a:pt x="15316" y="10164"/>
                  </a:moveTo>
                  <a:cubicBezTo>
                    <a:pt x="15316" y="10030"/>
                    <a:pt x="15316" y="10030"/>
                    <a:pt x="15316" y="10030"/>
                  </a:cubicBezTo>
                  <a:cubicBezTo>
                    <a:pt x="15316" y="10030"/>
                    <a:pt x="15316" y="10030"/>
                    <a:pt x="15316" y="10030"/>
                  </a:cubicBezTo>
                  <a:cubicBezTo>
                    <a:pt x="15372" y="9964"/>
                    <a:pt x="15372" y="9964"/>
                    <a:pt x="15372" y="9964"/>
                  </a:cubicBezTo>
                  <a:cubicBezTo>
                    <a:pt x="15372" y="9964"/>
                    <a:pt x="15372" y="9964"/>
                    <a:pt x="15372" y="9964"/>
                  </a:cubicBezTo>
                  <a:cubicBezTo>
                    <a:pt x="15428" y="9964"/>
                    <a:pt x="15428" y="9964"/>
                    <a:pt x="15428" y="9964"/>
                  </a:cubicBezTo>
                  <a:cubicBezTo>
                    <a:pt x="15428" y="10030"/>
                    <a:pt x="15428" y="10030"/>
                    <a:pt x="15428" y="10030"/>
                  </a:cubicBezTo>
                  <a:cubicBezTo>
                    <a:pt x="15428" y="10097"/>
                    <a:pt x="15428" y="10097"/>
                    <a:pt x="15428" y="10097"/>
                  </a:cubicBezTo>
                  <a:cubicBezTo>
                    <a:pt x="15372" y="10097"/>
                    <a:pt x="15372" y="10097"/>
                    <a:pt x="15372" y="10097"/>
                  </a:cubicBezTo>
                  <a:cubicBezTo>
                    <a:pt x="15372" y="10164"/>
                    <a:pt x="15372" y="10164"/>
                    <a:pt x="15372" y="10164"/>
                  </a:cubicBezTo>
                  <a:cubicBezTo>
                    <a:pt x="15316" y="10164"/>
                    <a:pt x="15316" y="10164"/>
                    <a:pt x="15316" y="10164"/>
                  </a:cubicBezTo>
                  <a:close/>
                  <a:moveTo>
                    <a:pt x="15652" y="10565"/>
                  </a:moveTo>
                  <a:cubicBezTo>
                    <a:pt x="15652" y="10499"/>
                    <a:pt x="15652" y="10499"/>
                    <a:pt x="15652" y="10499"/>
                  </a:cubicBezTo>
                  <a:cubicBezTo>
                    <a:pt x="15652" y="10432"/>
                    <a:pt x="15652" y="10432"/>
                    <a:pt x="15652" y="10432"/>
                  </a:cubicBezTo>
                  <a:cubicBezTo>
                    <a:pt x="15596" y="10365"/>
                    <a:pt x="15596" y="10365"/>
                    <a:pt x="15596" y="10365"/>
                  </a:cubicBezTo>
                  <a:cubicBezTo>
                    <a:pt x="15596" y="10365"/>
                    <a:pt x="15596" y="10365"/>
                    <a:pt x="15596" y="10365"/>
                  </a:cubicBezTo>
                  <a:cubicBezTo>
                    <a:pt x="15596" y="10432"/>
                    <a:pt x="15596" y="10432"/>
                    <a:pt x="15596" y="10432"/>
                  </a:cubicBezTo>
                  <a:cubicBezTo>
                    <a:pt x="15596" y="10499"/>
                    <a:pt x="15596" y="10499"/>
                    <a:pt x="15596" y="10499"/>
                  </a:cubicBezTo>
                  <a:cubicBezTo>
                    <a:pt x="15596" y="10565"/>
                    <a:pt x="15596" y="10565"/>
                    <a:pt x="15596" y="10565"/>
                  </a:cubicBezTo>
                  <a:cubicBezTo>
                    <a:pt x="15596" y="10565"/>
                    <a:pt x="15596" y="10565"/>
                    <a:pt x="15596" y="10565"/>
                  </a:cubicBezTo>
                  <a:cubicBezTo>
                    <a:pt x="15596" y="10565"/>
                    <a:pt x="15596" y="10565"/>
                    <a:pt x="15596" y="10565"/>
                  </a:cubicBezTo>
                  <a:cubicBezTo>
                    <a:pt x="15652" y="10565"/>
                    <a:pt x="15652" y="10565"/>
                    <a:pt x="15652" y="10565"/>
                  </a:cubicBezTo>
                  <a:cubicBezTo>
                    <a:pt x="15652" y="10565"/>
                    <a:pt x="15652" y="10565"/>
                    <a:pt x="15652" y="10565"/>
                  </a:cubicBezTo>
                  <a:close/>
                  <a:moveTo>
                    <a:pt x="15709" y="10499"/>
                  </a:moveTo>
                  <a:cubicBezTo>
                    <a:pt x="15652" y="10499"/>
                    <a:pt x="15652" y="10499"/>
                    <a:pt x="15652" y="10499"/>
                  </a:cubicBezTo>
                  <a:cubicBezTo>
                    <a:pt x="15709" y="10432"/>
                    <a:pt x="15709" y="10432"/>
                    <a:pt x="15709" y="10432"/>
                  </a:cubicBezTo>
                  <a:cubicBezTo>
                    <a:pt x="15709" y="10499"/>
                    <a:pt x="15709" y="10499"/>
                    <a:pt x="15709" y="10499"/>
                  </a:cubicBezTo>
                  <a:cubicBezTo>
                    <a:pt x="15709" y="10499"/>
                    <a:pt x="15709" y="10499"/>
                    <a:pt x="15709" y="10499"/>
                  </a:cubicBezTo>
                  <a:cubicBezTo>
                    <a:pt x="15709" y="10565"/>
                    <a:pt x="15709" y="10565"/>
                    <a:pt x="15709" y="10565"/>
                  </a:cubicBezTo>
                  <a:cubicBezTo>
                    <a:pt x="15709" y="10499"/>
                    <a:pt x="15709" y="10499"/>
                    <a:pt x="15709" y="10499"/>
                  </a:cubicBezTo>
                  <a:close/>
                  <a:moveTo>
                    <a:pt x="15765" y="10632"/>
                  </a:moveTo>
                  <a:cubicBezTo>
                    <a:pt x="15709" y="10632"/>
                    <a:pt x="15709" y="10632"/>
                    <a:pt x="15709" y="10632"/>
                  </a:cubicBezTo>
                  <a:cubicBezTo>
                    <a:pt x="15765" y="10565"/>
                    <a:pt x="15765" y="10565"/>
                    <a:pt x="15765" y="10565"/>
                  </a:cubicBezTo>
                  <a:cubicBezTo>
                    <a:pt x="15765" y="10565"/>
                    <a:pt x="15765" y="10565"/>
                    <a:pt x="15765" y="10565"/>
                  </a:cubicBezTo>
                  <a:cubicBezTo>
                    <a:pt x="15765" y="10632"/>
                    <a:pt x="15765" y="10632"/>
                    <a:pt x="15765" y="10632"/>
                  </a:cubicBezTo>
                  <a:cubicBezTo>
                    <a:pt x="15765" y="10632"/>
                    <a:pt x="15765" y="10632"/>
                    <a:pt x="15765" y="10632"/>
                  </a:cubicBezTo>
                  <a:close/>
                  <a:moveTo>
                    <a:pt x="15596" y="10766"/>
                  </a:moveTo>
                  <a:cubicBezTo>
                    <a:pt x="15596" y="10766"/>
                    <a:pt x="15596" y="10766"/>
                    <a:pt x="15596" y="10766"/>
                  </a:cubicBezTo>
                  <a:cubicBezTo>
                    <a:pt x="15596" y="10833"/>
                    <a:pt x="15596" y="10833"/>
                    <a:pt x="15596" y="10833"/>
                  </a:cubicBezTo>
                  <a:cubicBezTo>
                    <a:pt x="15596" y="10900"/>
                    <a:pt x="15596" y="10900"/>
                    <a:pt x="15596" y="10900"/>
                  </a:cubicBezTo>
                  <a:cubicBezTo>
                    <a:pt x="15596" y="10900"/>
                    <a:pt x="15596" y="10900"/>
                    <a:pt x="15596" y="10900"/>
                  </a:cubicBezTo>
                  <a:cubicBezTo>
                    <a:pt x="15652" y="10900"/>
                    <a:pt x="15652" y="10900"/>
                    <a:pt x="15652" y="10900"/>
                  </a:cubicBezTo>
                  <a:cubicBezTo>
                    <a:pt x="15709" y="10900"/>
                    <a:pt x="15709" y="10900"/>
                    <a:pt x="15709" y="10900"/>
                  </a:cubicBezTo>
                  <a:cubicBezTo>
                    <a:pt x="15709" y="10900"/>
                    <a:pt x="15709" y="10900"/>
                    <a:pt x="15709" y="10900"/>
                  </a:cubicBezTo>
                  <a:cubicBezTo>
                    <a:pt x="15765" y="10900"/>
                    <a:pt x="15765" y="10900"/>
                    <a:pt x="15765" y="10900"/>
                  </a:cubicBezTo>
                  <a:cubicBezTo>
                    <a:pt x="15821" y="10900"/>
                    <a:pt x="15821" y="10900"/>
                    <a:pt x="15821" y="10900"/>
                  </a:cubicBezTo>
                  <a:cubicBezTo>
                    <a:pt x="15821" y="10900"/>
                    <a:pt x="15821" y="10900"/>
                    <a:pt x="15821" y="10900"/>
                  </a:cubicBezTo>
                  <a:cubicBezTo>
                    <a:pt x="15821" y="10833"/>
                    <a:pt x="15821" y="10833"/>
                    <a:pt x="15821" y="10833"/>
                  </a:cubicBezTo>
                  <a:cubicBezTo>
                    <a:pt x="15821" y="10833"/>
                    <a:pt x="15821" y="10833"/>
                    <a:pt x="15821" y="10833"/>
                  </a:cubicBezTo>
                  <a:cubicBezTo>
                    <a:pt x="15765" y="10766"/>
                    <a:pt x="15765" y="10766"/>
                    <a:pt x="15765" y="10766"/>
                  </a:cubicBezTo>
                  <a:cubicBezTo>
                    <a:pt x="15765" y="10766"/>
                    <a:pt x="15765" y="10766"/>
                    <a:pt x="15765" y="10766"/>
                  </a:cubicBezTo>
                  <a:cubicBezTo>
                    <a:pt x="15709" y="10766"/>
                    <a:pt x="15709" y="10766"/>
                    <a:pt x="15709" y="10766"/>
                  </a:cubicBezTo>
                  <a:cubicBezTo>
                    <a:pt x="15709" y="10766"/>
                    <a:pt x="15709" y="10766"/>
                    <a:pt x="15709" y="10766"/>
                  </a:cubicBezTo>
                  <a:cubicBezTo>
                    <a:pt x="15709" y="10766"/>
                    <a:pt x="15709" y="10766"/>
                    <a:pt x="15709" y="10766"/>
                  </a:cubicBezTo>
                  <a:cubicBezTo>
                    <a:pt x="15709" y="10699"/>
                    <a:pt x="15709" y="10699"/>
                    <a:pt x="15709" y="10699"/>
                  </a:cubicBezTo>
                  <a:cubicBezTo>
                    <a:pt x="15652" y="10699"/>
                    <a:pt x="15652" y="10699"/>
                    <a:pt x="15652" y="10699"/>
                  </a:cubicBezTo>
                  <a:cubicBezTo>
                    <a:pt x="15652" y="10766"/>
                    <a:pt x="15652" y="10766"/>
                    <a:pt x="15652" y="10766"/>
                  </a:cubicBezTo>
                  <a:cubicBezTo>
                    <a:pt x="15596" y="10766"/>
                    <a:pt x="15596" y="10766"/>
                    <a:pt x="15596" y="10766"/>
                  </a:cubicBezTo>
                  <a:cubicBezTo>
                    <a:pt x="15596" y="10766"/>
                    <a:pt x="15596" y="10766"/>
                    <a:pt x="15596" y="10766"/>
                  </a:cubicBezTo>
                  <a:close/>
                  <a:moveTo>
                    <a:pt x="14306" y="12705"/>
                  </a:moveTo>
                  <a:cubicBezTo>
                    <a:pt x="14362" y="12705"/>
                    <a:pt x="14362" y="12705"/>
                    <a:pt x="14362" y="12705"/>
                  </a:cubicBezTo>
                  <a:cubicBezTo>
                    <a:pt x="14362" y="12705"/>
                    <a:pt x="14362" y="12705"/>
                    <a:pt x="14362" y="12705"/>
                  </a:cubicBezTo>
                  <a:cubicBezTo>
                    <a:pt x="14362" y="12705"/>
                    <a:pt x="14362" y="12705"/>
                    <a:pt x="14362" y="12705"/>
                  </a:cubicBezTo>
                  <a:cubicBezTo>
                    <a:pt x="14306" y="12705"/>
                    <a:pt x="14306" y="12705"/>
                    <a:pt x="14306" y="12705"/>
                  </a:cubicBezTo>
                  <a:cubicBezTo>
                    <a:pt x="14306" y="12705"/>
                    <a:pt x="14306" y="12705"/>
                    <a:pt x="14306" y="12705"/>
                  </a:cubicBezTo>
                  <a:close/>
                  <a:moveTo>
                    <a:pt x="13577" y="11435"/>
                  </a:moveTo>
                  <a:cubicBezTo>
                    <a:pt x="13577" y="11435"/>
                    <a:pt x="13577" y="11435"/>
                    <a:pt x="13577" y="11435"/>
                  </a:cubicBezTo>
                  <a:cubicBezTo>
                    <a:pt x="13633" y="11435"/>
                    <a:pt x="13633" y="11435"/>
                    <a:pt x="13633" y="11435"/>
                  </a:cubicBezTo>
                  <a:cubicBezTo>
                    <a:pt x="13633" y="11435"/>
                    <a:pt x="13633" y="11435"/>
                    <a:pt x="13633" y="11435"/>
                  </a:cubicBezTo>
                  <a:cubicBezTo>
                    <a:pt x="13577" y="11435"/>
                    <a:pt x="13577" y="11435"/>
                    <a:pt x="13577" y="11435"/>
                  </a:cubicBezTo>
                  <a:cubicBezTo>
                    <a:pt x="13577" y="11435"/>
                    <a:pt x="13577" y="11435"/>
                    <a:pt x="13577" y="11435"/>
                  </a:cubicBezTo>
                  <a:cubicBezTo>
                    <a:pt x="13577" y="11435"/>
                    <a:pt x="13577" y="11435"/>
                    <a:pt x="13577" y="11435"/>
                  </a:cubicBezTo>
                  <a:close/>
                  <a:moveTo>
                    <a:pt x="13408" y="11702"/>
                  </a:moveTo>
                  <a:cubicBezTo>
                    <a:pt x="13408" y="11702"/>
                    <a:pt x="13408" y="11702"/>
                    <a:pt x="13408" y="11702"/>
                  </a:cubicBezTo>
                  <a:cubicBezTo>
                    <a:pt x="13352" y="11635"/>
                    <a:pt x="13352" y="11635"/>
                    <a:pt x="13352" y="11635"/>
                  </a:cubicBezTo>
                  <a:cubicBezTo>
                    <a:pt x="13296" y="11635"/>
                    <a:pt x="13296" y="11635"/>
                    <a:pt x="13296" y="11635"/>
                  </a:cubicBezTo>
                  <a:cubicBezTo>
                    <a:pt x="13352" y="11569"/>
                    <a:pt x="13352" y="11569"/>
                    <a:pt x="13352" y="11569"/>
                  </a:cubicBezTo>
                  <a:cubicBezTo>
                    <a:pt x="13296" y="11569"/>
                    <a:pt x="13296" y="11569"/>
                    <a:pt x="13296" y="11569"/>
                  </a:cubicBezTo>
                  <a:cubicBezTo>
                    <a:pt x="13296" y="11502"/>
                    <a:pt x="13296" y="11502"/>
                    <a:pt x="13296" y="11502"/>
                  </a:cubicBezTo>
                  <a:cubicBezTo>
                    <a:pt x="13296" y="11435"/>
                    <a:pt x="13296" y="11435"/>
                    <a:pt x="13296" y="11435"/>
                  </a:cubicBezTo>
                  <a:cubicBezTo>
                    <a:pt x="13296" y="11435"/>
                    <a:pt x="13296" y="11435"/>
                    <a:pt x="13296" y="11435"/>
                  </a:cubicBezTo>
                  <a:cubicBezTo>
                    <a:pt x="13296" y="11502"/>
                    <a:pt x="13296" y="11502"/>
                    <a:pt x="13296" y="11502"/>
                  </a:cubicBezTo>
                  <a:cubicBezTo>
                    <a:pt x="13352" y="11502"/>
                    <a:pt x="13352" y="11502"/>
                    <a:pt x="13352" y="11502"/>
                  </a:cubicBezTo>
                  <a:cubicBezTo>
                    <a:pt x="13352" y="11502"/>
                    <a:pt x="13352" y="11502"/>
                    <a:pt x="13352" y="11502"/>
                  </a:cubicBezTo>
                  <a:cubicBezTo>
                    <a:pt x="13408" y="11569"/>
                    <a:pt x="13408" y="11569"/>
                    <a:pt x="13408" y="11569"/>
                  </a:cubicBezTo>
                  <a:cubicBezTo>
                    <a:pt x="13408" y="11635"/>
                    <a:pt x="13408" y="11635"/>
                    <a:pt x="13408" y="11635"/>
                  </a:cubicBezTo>
                  <a:cubicBezTo>
                    <a:pt x="13464" y="11635"/>
                    <a:pt x="13464" y="11635"/>
                    <a:pt x="13464" y="11635"/>
                  </a:cubicBezTo>
                  <a:cubicBezTo>
                    <a:pt x="13464" y="11635"/>
                    <a:pt x="13464" y="11635"/>
                    <a:pt x="13464" y="11635"/>
                  </a:cubicBezTo>
                  <a:cubicBezTo>
                    <a:pt x="13464" y="11702"/>
                    <a:pt x="13464" y="11702"/>
                    <a:pt x="13464" y="11702"/>
                  </a:cubicBezTo>
                  <a:cubicBezTo>
                    <a:pt x="13408" y="11702"/>
                    <a:pt x="13408" y="11702"/>
                    <a:pt x="13408" y="11702"/>
                  </a:cubicBezTo>
                  <a:cubicBezTo>
                    <a:pt x="13408" y="11702"/>
                    <a:pt x="13408" y="11702"/>
                    <a:pt x="13408" y="11702"/>
                  </a:cubicBezTo>
                  <a:close/>
                  <a:moveTo>
                    <a:pt x="13128" y="11702"/>
                  </a:moveTo>
                  <a:cubicBezTo>
                    <a:pt x="13128" y="11635"/>
                    <a:pt x="13128" y="11635"/>
                    <a:pt x="13128" y="11635"/>
                  </a:cubicBezTo>
                  <a:cubicBezTo>
                    <a:pt x="13128" y="11635"/>
                    <a:pt x="13128" y="11635"/>
                    <a:pt x="13128" y="11635"/>
                  </a:cubicBezTo>
                  <a:cubicBezTo>
                    <a:pt x="13128" y="11569"/>
                    <a:pt x="13128" y="11569"/>
                    <a:pt x="13128" y="11569"/>
                  </a:cubicBezTo>
                  <a:cubicBezTo>
                    <a:pt x="13128" y="11502"/>
                    <a:pt x="13128" y="11502"/>
                    <a:pt x="13128" y="11502"/>
                  </a:cubicBezTo>
                  <a:cubicBezTo>
                    <a:pt x="13128" y="11435"/>
                    <a:pt x="13128" y="11435"/>
                    <a:pt x="13128" y="11435"/>
                  </a:cubicBezTo>
                  <a:cubicBezTo>
                    <a:pt x="13128" y="11435"/>
                    <a:pt x="13128" y="11435"/>
                    <a:pt x="13128" y="11435"/>
                  </a:cubicBezTo>
                  <a:cubicBezTo>
                    <a:pt x="13184" y="11502"/>
                    <a:pt x="13184" y="11502"/>
                    <a:pt x="13184" y="11502"/>
                  </a:cubicBezTo>
                  <a:cubicBezTo>
                    <a:pt x="13128" y="11502"/>
                    <a:pt x="13128" y="11502"/>
                    <a:pt x="13128" y="11502"/>
                  </a:cubicBezTo>
                  <a:cubicBezTo>
                    <a:pt x="13128" y="11569"/>
                    <a:pt x="13128" y="11569"/>
                    <a:pt x="13128" y="11569"/>
                  </a:cubicBezTo>
                  <a:cubicBezTo>
                    <a:pt x="13184" y="11569"/>
                    <a:pt x="13184" y="11569"/>
                    <a:pt x="13184" y="11569"/>
                  </a:cubicBezTo>
                  <a:cubicBezTo>
                    <a:pt x="13128" y="11702"/>
                    <a:pt x="13128" y="11702"/>
                    <a:pt x="13128" y="11702"/>
                  </a:cubicBezTo>
                  <a:cubicBezTo>
                    <a:pt x="13128" y="11702"/>
                    <a:pt x="13128" y="11702"/>
                    <a:pt x="13128" y="11702"/>
                  </a:cubicBezTo>
                  <a:close/>
                  <a:moveTo>
                    <a:pt x="13072" y="10432"/>
                  </a:moveTo>
                  <a:cubicBezTo>
                    <a:pt x="13072" y="10499"/>
                    <a:pt x="13072" y="10499"/>
                    <a:pt x="13072" y="10499"/>
                  </a:cubicBezTo>
                  <a:cubicBezTo>
                    <a:pt x="13072" y="10499"/>
                    <a:pt x="13072" y="10499"/>
                    <a:pt x="13072" y="10499"/>
                  </a:cubicBezTo>
                  <a:cubicBezTo>
                    <a:pt x="13128" y="10499"/>
                    <a:pt x="13128" y="10499"/>
                    <a:pt x="13128" y="10499"/>
                  </a:cubicBezTo>
                  <a:cubicBezTo>
                    <a:pt x="13184" y="10432"/>
                    <a:pt x="13184" y="10432"/>
                    <a:pt x="13184" y="10432"/>
                  </a:cubicBezTo>
                  <a:cubicBezTo>
                    <a:pt x="13184" y="10432"/>
                    <a:pt x="13184" y="10432"/>
                    <a:pt x="13184" y="10432"/>
                  </a:cubicBezTo>
                  <a:cubicBezTo>
                    <a:pt x="13128" y="10432"/>
                    <a:pt x="13128" y="10432"/>
                    <a:pt x="13128" y="10432"/>
                  </a:cubicBezTo>
                  <a:cubicBezTo>
                    <a:pt x="13072" y="10432"/>
                    <a:pt x="13072" y="10432"/>
                    <a:pt x="13072" y="10432"/>
                  </a:cubicBezTo>
                  <a:close/>
                  <a:moveTo>
                    <a:pt x="13072" y="10432"/>
                  </a:moveTo>
                  <a:cubicBezTo>
                    <a:pt x="13128" y="10365"/>
                    <a:pt x="13128" y="10365"/>
                    <a:pt x="13128" y="10365"/>
                  </a:cubicBezTo>
                  <a:cubicBezTo>
                    <a:pt x="13128" y="10298"/>
                    <a:pt x="13128" y="10298"/>
                    <a:pt x="13128" y="10298"/>
                  </a:cubicBezTo>
                  <a:cubicBezTo>
                    <a:pt x="13184" y="10231"/>
                    <a:pt x="13184" y="10231"/>
                    <a:pt x="13184" y="10231"/>
                  </a:cubicBezTo>
                  <a:cubicBezTo>
                    <a:pt x="13184" y="10231"/>
                    <a:pt x="13184" y="10231"/>
                    <a:pt x="13184" y="10231"/>
                  </a:cubicBezTo>
                  <a:cubicBezTo>
                    <a:pt x="13240" y="10231"/>
                    <a:pt x="13240" y="10231"/>
                    <a:pt x="13240" y="10231"/>
                  </a:cubicBezTo>
                  <a:cubicBezTo>
                    <a:pt x="13240" y="10298"/>
                    <a:pt x="13240" y="10298"/>
                    <a:pt x="13240" y="10298"/>
                  </a:cubicBezTo>
                  <a:cubicBezTo>
                    <a:pt x="13184" y="10365"/>
                    <a:pt x="13184" y="10365"/>
                    <a:pt x="13184" y="10365"/>
                  </a:cubicBezTo>
                  <a:cubicBezTo>
                    <a:pt x="13184" y="10365"/>
                    <a:pt x="13184" y="10365"/>
                    <a:pt x="13184" y="10365"/>
                  </a:cubicBezTo>
                  <a:cubicBezTo>
                    <a:pt x="13184" y="10432"/>
                    <a:pt x="13184" y="10432"/>
                    <a:pt x="13184" y="10432"/>
                  </a:cubicBezTo>
                  <a:cubicBezTo>
                    <a:pt x="13072" y="10432"/>
                    <a:pt x="13072" y="10432"/>
                    <a:pt x="13072" y="10432"/>
                  </a:cubicBezTo>
                  <a:close/>
                  <a:moveTo>
                    <a:pt x="10715" y="9897"/>
                  </a:moveTo>
                  <a:cubicBezTo>
                    <a:pt x="10715" y="9830"/>
                    <a:pt x="10715" y="9830"/>
                    <a:pt x="10715" y="9830"/>
                  </a:cubicBezTo>
                  <a:cubicBezTo>
                    <a:pt x="10715" y="9830"/>
                    <a:pt x="10715" y="9830"/>
                    <a:pt x="10715" y="9830"/>
                  </a:cubicBezTo>
                  <a:cubicBezTo>
                    <a:pt x="10715" y="9830"/>
                    <a:pt x="10715" y="9830"/>
                    <a:pt x="10715" y="9830"/>
                  </a:cubicBezTo>
                  <a:cubicBezTo>
                    <a:pt x="10715" y="9830"/>
                    <a:pt x="10715" y="9830"/>
                    <a:pt x="10715" y="9830"/>
                  </a:cubicBezTo>
                  <a:cubicBezTo>
                    <a:pt x="10715" y="9897"/>
                    <a:pt x="10715" y="9897"/>
                    <a:pt x="10715" y="9897"/>
                  </a:cubicBezTo>
                  <a:close/>
                  <a:moveTo>
                    <a:pt x="8696" y="9228"/>
                  </a:moveTo>
                  <a:cubicBezTo>
                    <a:pt x="8696" y="9228"/>
                    <a:pt x="8696" y="9228"/>
                    <a:pt x="8696" y="9228"/>
                  </a:cubicBezTo>
                  <a:cubicBezTo>
                    <a:pt x="8752" y="9228"/>
                    <a:pt x="8752" y="9228"/>
                    <a:pt x="8752" y="9228"/>
                  </a:cubicBezTo>
                  <a:cubicBezTo>
                    <a:pt x="8696" y="9228"/>
                    <a:pt x="8696" y="9228"/>
                    <a:pt x="8696" y="9228"/>
                  </a:cubicBezTo>
                  <a:cubicBezTo>
                    <a:pt x="8696" y="9228"/>
                    <a:pt x="8696" y="9228"/>
                    <a:pt x="8696" y="9228"/>
                  </a:cubicBezTo>
                  <a:close/>
                  <a:moveTo>
                    <a:pt x="8527" y="9362"/>
                  </a:moveTo>
                  <a:cubicBezTo>
                    <a:pt x="8583" y="9362"/>
                    <a:pt x="8583" y="9362"/>
                    <a:pt x="8583" y="9362"/>
                  </a:cubicBezTo>
                  <a:cubicBezTo>
                    <a:pt x="8527" y="9295"/>
                    <a:pt x="8527" y="9295"/>
                    <a:pt x="8527" y="9295"/>
                  </a:cubicBezTo>
                  <a:cubicBezTo>
                    <a:pt x="8527" y="9295"/>
                    <a:pt x="8527" y="9295"/>
                    <a:pt x="8527" y="9295"/>
                  </a:cubicBezTo>
                  <a:cubicBezTo>
                    <a:pt x="8527" y="9362"/>
                    <a:pt x="8527" y="9362"/>
                    <a:pt x="8527" y="9362"/>
                  </a:cubicBezTo>
                  <a:close/>
                  <a:moveTo>
                    <a:pt x="8583" y="9495"/>
                  </a:moveTo>
                  <a:cubicBezTo>
                    <a:pt x="8583" y="9495"/>
                    <a:pt x="8583" y="9495"/>
                    <a:pt x="8583" y="9495"/>
                  </a:cubicBezTo>
                  <a:cubicBezTo>
                    <a:pt x="8583" y="9495"/>
                    <a:pt x="8583" y="9495"/>
                    <a:pt x="8583" y="9495"/>
                  </a:cubicBezTo>
                  <a:cubicBezTo>
                    <a:pt x="8583" y="9495"/>
                    <a:pt x="8583" y="9495"/>
                    <a:pt x="8583" y="9495"/>
                  </a:cubicBezTo>
                  <a:cubicBezTo>
                    <a:pt x="8583" y="9495"/>
                    <a:pt x="8583" y="9495"/>
                    <a:pt x="8583" y="9495"/>
                  </a:cubicBezTo>
                  <a:close/>
                  <a:moveTo>
                    <a:pt x="8583" y="9562"/>
                  </a:moveTo>
                  <a:cubicBezTo>
                    <a:pt x="8527" y="9495"/>
                    <a:pt x="8527" y="9495"/>
                    <a:pt x="8527" y="9495"/>
                  </a:cubicBezTo>
                  <a:cubicBezTo>
                    <a:pt x="8527" y="9495"/>
                    <a:pt x="8527" y="9495"/>
                    <a:pt x="8527" y="9495"/>
                  </a:cubicBezTo>
                  <a:cubicBezTo>
                    <a:pt x="8527" y="9562"/>
                    <a:pt x="8527" y="9562"/>
                    <a:pt x="8527" y="9562"/>
                  </a:cubicBezTo>
                  <a:cubicBezTo>
                    <a:pt x="8583" y="9562"/>
                    <a:pt x="8583" y="9562"/>
                    <a:pt x="8583" y="9562"/>
                  </a:cubicBezTo>
                  <a:close/>
                  <a:moveTo>
                    <a:pt x="8640" y="9696"/>
                  </a:moveTo>
                  <a:cubicBezTo>
                    <a:pt x="8696" y="9763"/>
                    <a:pt x="8696" y="9763"/>
                    <a:pt x="8696" y="9763"/>
                  </a:cubicBezTo>
                  <a:cubicBezTo>
                    <a:pt x="8696" y="9763"/>
                    <a:pt x="8696" y="9763"/>
                    <a:pt x="8696" y="9763"/>
                  </a:cubicBezTo>
                  <a:cubicBezTo>
                    <a:pt x="8752" y="9696"/>
                    <a:pt x="8752" y="9696"/>
                    <a:pt x="8752" y="9696"/>
                  </a:cubicBezTo>
                  <a:cubicBezTo>
                    <a:pt x="8696" y="9696"/>
                    <a:pt x="8696" y="9696"/>
                    <a:pt x="8696" y="9696"/>
                  </a:cubicBezTo>
                  <a:cubicBezTo>
                    <a:pt x="8752" y="9629"/>
                    <a:pt x="8752" y="9629"/>
                    <a:pt x="8752" y="9629"/>
                  </a:cubicBezTo>
                  <a:cubicBezTo>
                    <a:pt x="8696" y="9629"/>
                    <a:pt x="8696" y="9629"/>
                    <a:pt x="8696" y="9629"/>
                  </a:cubicBezTo>
                  <a:cubicBezTo>
                    <a:pt x="8696" y="9696"/>
                    <a:pt x="8696" y="9696"/>
                    <a:pt x="8696" y="9696"/>
                  </a:cubicBezTo>
                  <a:cubicBezTo>
                    <a:pt x="8696" y="9696"/>
                    <a:pt x="8696" y="9696"/>
                    <a:pt x="8696" y="9696"/>
                  </a:cubicBezTo>
                  <a:cubicBezTo>
                    <a:pt x="8640" y="9696"/>
                    <a:pt x="8640" y="9696"/>
                    <a:pt x="8640" y="9696"/>
                  </a:cubicBezTo>
                  <a:close/>
                  <a:moveTo>
                    <a:pt x="8583" y="9964"/>
                  </a:moveTo>
                  <a:cubicBezTo>
                    <a:pt x="8583" y="9897"/>
                    <a:pt x="8583" y="9897"/>
                    <a:pt x="8583" y="9897"/>
                  </a:cubicBezTo>
                  <a:cubicBezTo>
                    <a:pt x="8583" y="9897"/>
                    <a:pt x="8583" y="9897"/>
                    <a:pt x="8583" y="9897"/>
                  </a:cubicBezTo>
                  <a:cubicBezTo>
                    <a:pt x="8583" y="9830"/>
                    <a:pt x="8583" y="9830"/>
                    <a:pt x="8583" y="9830"/>
                  </a:cubicBezTo>
                  <a:cubicBezTo>
                    <a:pt x="8640" y="9763"/>
                    <a:pt x="8640" y="9763"/>
                    <a:pt x="8640" y="9763"/>
                  </a:cubicBezTo>
                  <a:cubicBezTo>
                    <a:pt x="8640" y="9830"/>
                    <a:pt x="8640" y="9830"/>
                    <a:pt x="8640" y="9830"/>
                  </a:cubicBezTo>
                  <a:cubicBezTo>
                    <a:pt x="8640" y="9830"/>
                    <a:pt x="8640" y="9830"/>
                    <a:pt x="8640" y="9830"/>
                  </a:cubicBezTo>
                  <a:cubicBezTo>
                    <a:pt x="8640" y="9897"/>
                    <a:pt x="8640" y="9897"/>
                    <a:pt x="8640" y="9897"/>
                  </a:cubicBezTo>
                  <a:cubicBezTo>
                    <a:pt x="8640" y="9897"/>
                    <a:pt x="8640" y="9897"/>
                    <a:pt x="8640" y="9897"/>
                  </a:cubicBezTo>
                  <a:cubicBezTo>
                    <a:pt x="8640" y="9964"/>
                    <a:pt x="8640" y="9964"/>
                    <a:pt x="8640" y="9964"/>
                  </a:cubicBezTo>
                  <a:cubicBezTo>
                    <a:pt x="8640" y="9964"/>
                    <a:pt x="8640" y="9964"/>
                    <a:pt x="8640" y="9964"/>
                  </a:cubicBezTo>
                  <a:cubicBezTo>
                    <a:pt x="8640" y="9964"/>
                    <a:pt x="8640" y="9964"/>
                    <a:pt x="8640" y="9964"/>
                  </a:cubicBezTo>
                  <a:cubicBezTo>
                    <a:pt x="8583" y="9964"/>
                    <a:pt x="8583" y="9964"/>
                    <a:pt x="8583" y="9964"/>
                  </a:cubicBezTo>
                  <a:close/>
                  <a:moveTo>
                    <a:pt x="10435" y="8760"/>
                  </a:moveTo>
                  <a:cubicBezTo>
                    <a:pt x="10435" y="8760"/>
                    <a:pt x="10435" y="8760"/>
                    <a:pt x="10435" y="8760"/>
                  </a:cubicBezTo>
                  <a:cubicBezTo>
                    <a:pt x="10435" y="8760"/>
                    <a:pt x="10435" y="8760"/>
                    <a:pt x="10435" y="8760"/>
                  </a:cubicBezTo>
                  <a:cubicBezTo>
                    <a:pt x="10491" y="8760"/>
                    <a:pt x="10491" y="8760"/>
                    <a:pt x="10491" y="8760"/>
                  </a:cubicBezTo>
                  <a:cubicBezTo>
                    <a:pt x="10435" y="8760"/>
                    <a:pt x="10435" y="8760"/>
                    <a:pt x="10435" y="8760"/>
                  </a:cubicBezTo>
                  <a:cubicBezTo>
                    <a:pt x="10435" y="8760"/>
                    <a:pt x="10435" y="8760"/>
                    <a:pt x="10435" y="8760"/>
                  </a:cubicBezTo>
                  <a:close/>
                  <a:moveTo>
                    <a:pt x="11052" y="8359"/>
                  </a:moveTo>
                  <a:cubicBezTo>
                    <a:pt x="11052" y="8292"/>
                    <a:pt x="11052" y="8292"/>
                    <a:pt x="11052" y="8292"/>
                  </a:cubicBezTo>
                  <a:cubicBezTo>
                    <a:pt x="11052" y="8292"/>
                    <a:pt x="11052" y="8292"/>
                    <a:pt x="11052" y="8292"/>
                  </a:cubicBezTo>
                  <a:cubicBezTo>
                    <a:pt x="11052" y="8225"/>
                    <a:pt x="11052" y="8225"/>
                    <a:pt x="11052" y="8225"/>
                  </a:cubicBezTo>
                  <a:cubicBezTo>
                    <a:pt x="11052" y="8225"/>
                    <a:pt x="11052" y="8225"/>
                    <a:pt x="11052" y="8225"/>
                  </a:cubicBezTo>
                  <a:cubicBezTo>
                    <a:pt x="11108" y="8225"/>
                    <a:pt x="11108" y="8225"/>
                    <a:pt x="11108" y="8225"/>
                  </a:cubicBezTo>
                  <a:cubicBezTo>
                    <a:pt x="11108" y="8225"/>
                    <a:pt x="11108" y="8225"/>
                    <a:pt x="11108" y="8225"/>
                  </a:cubicBezTo>
                  <a:cubicBezTo>
                    <a:pt x="11108" y="8292"/>
                    <a:pt x="11108" y="8292"/>
                    <a:pt x="11108" y="8292"/>
                  </a:cubicBezTo>
                  <a:cubicBezTo>
                    <a:pt x="11108" y="8292"/>
                    <a:pt x="11108" y="8292"/>
                    <a:pt x="11108" y="8292"/>
                  </a:cubicBezTo>
                  <a:cubicBezTo>
                    <a:pt x="11052" y="8359"/>
                    <a:pt x="11052" y="8359"/>
                    <a:pt x="11052" y="8359"/>
                  </a:cubicBezTo>
                  <a:cubicBezTo>
                    <a:pt x="11052" y="8359"/>
                    <a:pt x="11052" y="8359"/>
                    <a:pt x="11052" y="8359"/>
                  </a:cubicBezTo>
                  <a:close/>
                  <a:moveTo>
                    <a:pt x="10379" y="9161"/>
                  </a:moveTo>
                  <a:cubicBezTo>
                    <a:pt x="10379" y="9161"/>
                    <a:pt x="10379" y="9161"/>
                    <a:pt x="10379" y="9161"/>
                  </a:cubicBezTo>
                  <a:cubicBezTo>
                    <a:pt x="10379" y="9094"/>
                    <a:pt x="10379" y="9094"/>
                    <a:pt x="10379" y="9094"/>
                  </a:cubicBezTo>
                  <a:cubicBezTo>
                    <a:pt x="10379" y="9094"/>
                    <a:pt x="10379" y="9094"/>
                    <a:pt x="10379" y="9094"/>
                  </a:cubicBezTo>
                  <a:cubicBezTo>
                    <a:pt x="10379" y="9094"/>
                    <a:pt x="10379" y="9094"/>
                    <a:pt x="10379" y="9094"/>
                  </a:cubicBezTo>
                  <a:cubicBezTo>
                    <a:pt x="10435" y="9027"/>
                    <a:pt x="10435" y="9027"/>
                    <a:pt x="10435" y="9027"/>
                  </a:cubicBezTo>
                  <a:cubicBezTo>
                    <a:pt x="10435" y="9027"/>
                    <a:pt x="10435" y="9027"/>
                    <a:pt x="10435" y="9027"/>
                  </a:cubicBezTo>
                  <a:cubicBezTo>
                    <a:pt x="10379" y="9027"/>
                    <a:pt x="10379" y="9027"/>
                    <a:pt x="10379" y="9027"/>
                  </a:cubicBezTo>
                  <a:cubicBezTo>
                    <a:pt x="10379" y="8960"/>
                    <a:pt x="10379" y="8960"/>
                    <a:pt x="10379" y="8960"/>
                  </a:cubicBezTo>
                  <a:cubicBezTo>
                    <a:pt x="10379" y="8894"/>
                    <a:pt x="10379" y="8894"/>
                    <a:pt x="10379" y="8894"/>
                  </a:cubicBezTo>
                  <a:cubicBezTo>
                    <a:pt x="10435" y="8894"/>
                    <a:pt x="10435" y="8894"/>
                    <a:pt x="10435" y="8894"/>
                  </a:cubicBezTo>
                  <a:cubicBezTo>
                    <a:pt x="10435" y="8894"/>
                    <a:pt x="10435" y="8894"/>
                    <a:pt x="10435" y="8894"/>
                  </a:cubicBezTo>
                  <a:cubicBezTo>
                    <a:pt x="10379" y="8827"/>
                    <a:pt x="10379" y="8827"/>
                    <a:pt x="10379" y="8827"/>
                  </a:cubicBezTo>
                  <a:cubicBezTo>
                    <a:pt x="10323" y="8827"/>
                    <a:pt x="10323" y="8827"/>
                    <a:pt x="10323" y="8827"/>
                  </a:cubicBezTo>
                  <a:cubicBezTo>
                    <a:pt x="10323" y="8894"/>
                    <a:pt x="10323" y="8894"/>
                    <a:pt x="10323" y="8894"/>
                  </a:cubicBezTo>
                  <a:cubicBezTo>
                    <a:pt x="10323" y="8894"/>
                    <a:pt x="10323" y="8894"/>
                    <a:pt x="10323" y="8894"/>
                  </a:cubicBezTo>
                  <a:cubicBezTo>
                    <a:pt x="10267" y="8894"/>
                    <a:pt x="10267" y="8894"/>
                    <a:pt x="10267" y="8894"/>
                  </a:cubicBezTo>
                  <a:cubicBezTo>
                    <a:pt x="10210" y="8894"/>
                    <a:pt x="10210" y="8894"/>
                    <a:pt x="10210" y="8894"/>
                  </a:cubicBezTo>
                  <a:cubicBezTo>
                    <a:pt x="10154" y="8960"/>
                    <a:pt x="10154" y="8960"/>
                    <a:pt x="10154" y="8960"/>
                  </a:cubicBezTo>
                  <a:cubicBezTo>
                    <a:pt x="10098" y="8960"/>
                    <a:pt x="10098" y="8960"/>
                    <a:pt x="10098" y="8960"/>
                  </a:cubicBezTo>
                  <a:cubicBezTo>
                    <a:pt x="10098" y="8960"/>
                    <a:pt x="10098" y="8960"/>
                    <a:pt x="10098" y="8960"/>
                  </a:cubicBezTo>
                  <a:cubicBezTo>
                    <a:pt x="10154" y="8894"/>
                    <a:pt x="10154" y="8894"/>
                    <a:pt x="10154" y="8894"/>
                  </a:cubicBezTo>
                  <a:cubicBezTo>
                    <a:pt x="10210" y="8894"/>
                    <a:pt x="10210" y="8894"/>
                    <a:pt x="10210" y="8894"/>
                  </a:cubicBezTo>
                  <a:cubicBezTo>
                    <a:pt x="10210" y="8827"/>
                    <a:pt x="10210" y="8827"/>
                    <a:pt x="10210" y="8827"/>
                  </a:cubicBezTo>
                  <a:cubicBezTo>
                    <a:pt x="10210" y="8827"/>
                    <a:pt x="10210" y="8827"/>
                    <a:pt x="10210" y="8827"/>
                  </a:cubicBezTo>
                  <a:cubicBezTo>
                    <a:pt x="10154" y="8827"/>
                    <a:pt x="10154" y="8827"/>
                    <a:pt x="10154" y="8827"/>
                  </a:cubicBezTo>
                  <a:cubicBezTo>
                    <a:pt x="10154" y="8827"/>
                    <a:pt x="10154" y="8827"/>
                    <a:pt x="10154" y="8827"/>
                  </a:cubicBezTo>
                  <a:cubicBezTo>
                    <a:pt x="10210" y="8760"/>
                    <a:pt x="10210" y="8760"/>
                    <a:pt x="10210" y="8760"/>
                  </a:cubicBezTo>
                  <a:cubicBezTo>
                    <a:pt x="10154" y="8693"/>
                    <a:pt x="10154" y="8693"/>
                    <a:pt x="10154" y="8693"/>
                  </a:cubicBezTo>
                  <a:cubicBezTo>
                    <a:pt x="10210" y="8693"/>
                    <a:pt x="10210" y="8693"/>
                    <a:pt x="10210" y="8693"/>
                  </a:cubicBezTo>
                  <a:cubicBezTo>
                    <a:pt x="10210" y="8693"/>
                    <a:pt x="10210" y="8693"/>
                    <a:pt x="10210" y="8693"/>
                  </a:cubicBezTo>
                  <a:cubicBezTo>
                    <a:pt x="10210" y="8693"/>
                    <a:pt x="10210" y="8693"/>
                    <a:pt x="10210" y="8693"/>
                  </a:cubicBezTo>
                  <a:cubicBezTo>
                    <a:pt x="10267" y="8760"/>
                    <a:pt x="10267" y="8760"/>
                    <a:pt x="10267" y="8760"/>
                  </a:cubicBezTo>
                  <a:cubicBezTo>
                    <a:pt x="10267" y="8827"/>
                    <a:pt x="10267" y="8827"/>
                    <a:pt x="10267" y="8827"/>
                  </a:cubicBezTo>
                  <a:cubicBezTo>
                    <a:pt x="10323" y="8760"/>
                    <a:pt x="10323" y="8760"/>
                    <a:pt x="10323" y="8760"/>
                  </a:cubicBezTo>
                  <a:cubicBezTo>
                    <a:pt x="10379" y="8760"/>
                    <a:pt x="10379" y="8760"/>
                    <a:pt x="10379" y="8760"/>
                  </a:cubicBezTo>
                  <a:cubicBezTo>
                    <a:pt x="10379" y="8760"/>
                    <a:pt x="10379" y="8760"/>
                    <a:pt x="10379" y="8760"/>
                  </a:cubicBezTo>
                  <a:cubicBezTo>
                    <a:pt x="10323" y="8693"/>
                    <a:pt x="10323" y="8693"/>
                    <a:pt x="10323" y="8693"/>
                  </a:cubicBezTo>
                  <a:cubicBezTo>
                    <a:pt x="10379" y="8693"/>
                    <a:pt x="10379" y="8693"/>
                    <a:pt x="10379" y="8693"/>
                  </a:cubicBezTo>
                  <a:cubicBezTo>
                    <a:pt x="10379" y="8693"/>
                    <a:pt x="10379" y="8693"/>
                    <a:pt x="10379" y="8693"/>
                  </a:cubicBezTo>
                  <a:cubicBezTo>
                    <a:pt x="10379" y="8693"/>
                    <a:pt x="10379" y="8693"/>
                    <a:pt x="10379" y="8693"/>
                  </a:cubicBezTo>
                  <a:cubicBezTo>
                    <a:pt x="10435" y="8693"/>
                    <a:pt x="10435" y="8693"/>
                    <a:pt x="10435" y="8693"/>
                  </a:cubicBezTo>
                  <a:cubicBezTo>
                    <a:pt x="10491" y="8626"/>
                    <a:pt x="10491" y="8626"/>
                    <a:pt x="10491" y="8626"/>
                  </a:cubicBezTo>
                  <a:cubicBezTo>
                    <a:pt x="10491" y="8626"/>
                    <a:pt x="10491" y="8626"/>
                    <a:pt x="10491" y="8626"/>
                  </a:cubicBezTo>
                  <a:cubicBezTo>
                    <a:pt x="10491" y="8626"/>
                    <a:pt x="10491" y="8626"/>
                    <a:pt x="10491" y="8626"/>
                  </a:cubicBezTo>
                  <a:cubicBezTo>
                    <a:pt x="10491" y="8626"/>
                    <a:pt x="10491" y="8626"/>
                    <a:pt x="10491" y="8626"/>
                  </a:cubicBezTo>
                  <a:cubicBezTo>
                    <a:pt x="10547" y="8626"/>
                    <a:pt x="10547" y="8626"/>
                    <a:pt x="10547" y="8626"/>
                  </a:cubicBezTo>
                  <a:cubicBezTo>
                    <a:pt x="10491" y="8693"/>
                    <a:pt x="10491" y="8693"/>
                    <a:pt x="10491" y="8693"/>
                  </a:cubicBezTo>
                  <a:cubicBezTo>
                    <a:pt x="10491" y="8760"/>
                    <a:pt x="10491" y="8760"/>
                    <a:pt x="10491" y="8760"/>
                  </a:cubicBezTo>
                  <a:cubicBezTo>
                    <a:pt x="10547" y="8760"/>
                    <a:pt x="10547" y="8760"/>
                    <a:pt x="10547" y="8760"/>
                  </a:cubicBezTo>
                  <a:cubicBezTo>
                    <a:pt x="10547" y="8760"/>
                    <a:pt x="10547" y="8760"/>
                    <a:pt x="10547" y="8760"/>
                  </a:cubicBezTo>
                  <a:cubicBezTo>
                    <a:pt x="10547" y="8827"/>
                    <a:pt x="10547" y="8827"/>
                    <a:pt x="10547" y="8827"/>
                  </a:cubicBezTo>
                  <a:cubicBezTo>
                    <a:pt x="10547" y="8827"/>
                    <a:pt x="10547" y="8827"/>
                    <a:pt x="10547" y="8827"/>
                  </a:cubicBezTo>
                  <a:cubicBezTo>
                    <a:pt x="10603" y="8760"/>
                    <a:pt x="10603" y="8760"/>
                    <a:pt x="10603" y="8760"/>
                  </a:cubicBezTo>
                  <a:cubicBezTo>
                    <a:pt x="10603" y="8693"/>
                    <a:pt x="10603" y="8693"/>
                    <a:pt x="10603" y="8693"/>
                  </a:cubicBezTo>
                  <a:cubicBezTo>
                    <a:pt x="10659" y="8626"/>
                    <a:pt x="10659" y="8626"/>
                    <a:pt x="10659" y="8626"/>
                  </a:cubicBezTo>
                  <a:cubicBezTo>
                    <a:pt x="10659" y="8626"/>
                    <a:pt x="10659" y="8626"/>
                    <a:pt x="10659" y="8626"/>
                  </a:cubicBezTo>
                  <a:cubicBezTo>
                    <a:pt x="10659" y="8693"/>
                    <a:pt x="10659" y="8693"/>
                    <a:pt x="10659" y="8693"/>
                  </a:cubicBezTo>
                  <a:cubicBezTo>
                    <a:pt x="10659" y="8760"/>
                    <a:pt x="10659" y="8760"/>
                    <a:pt x="10659" y="8760"/>
                  </a:cubicBezTo>
                  <a:cubicBezTo>
                    <a:pt x="10659" y="8827"/>
                    <a:pt x="10659" y="8827"/>
                    <a:pt x="10659" y="8827"/>
                  </a:cubicBezTo>
                  <a:cubicBezTo>
                    <a:pt x="10659" y="8827"/>
                    <a:pt x="10659" y="8827"/>
                    <a:pt x="10659" y="8827"/>
                  </a:cubicBezTo>
                  <a:cubicBezTo>
                    <a:pt x="10715" y="8827"/>
                    <a:pt x="10715" y="8827"/>
                    <a:pt x="10715" y="8827"/>
                  </a:cubicBezTo>
                  <a:cubicBezTo>
                    <a:pt x="10715" y="8827"/>
                    <a:pt x="10715" y="8827"/>
                    <a:pt x="10715" y="8827"/>
                  </a:cubicBezTo>
                  <a:cubicBezTo>
                    <a:pt x="10771" y="8760"/>
                    <a:pt x="10771" y="8760"/>
                    <a:pt x="10771" y="8760"/>
                  </a:cubicBezTo>
                  <a:cubicBezTo>
                    <a:pt x="10828" y="8693"/>
                    <a:pt x="10828" y="8693"/>
                    <a:pt x="10828" y="8693"/>
                  </a:cubicBezTo>
                  <a:cubicBezTo>
                    <a:pt x="10828" y="8626"/>
                    <a:pt x="10828" y="8626"/>
                    <a:pt x="10828" y="8626"/>
                  </a:cubicBezTo>
                  <a:cubicBezTo>
                    <a:pt x="10828" y="8559"/>
                    <a:pt x="10828" y="8559"/>
                    <a:pt x="10828" y="8559"/>
                  </a:cubicBezTo>
                  <a:cubicBezTo>
                    <a:pt x="10828" y="8559"/>
                    <a:pt x="10828" y="8559"/>
                    <a:pt x="10828" y="8559"/>
                  </a:cubicBezTo>
                  <a:cubicBezTo>
                    <a:pt x="10828" y="8492"/>
                    <a:pt x="10828" y="8492"/>
                    <a:pt x="10828" y="8492"/>
                  </a:cubicBezTo>
                  <a:cubicBezTo>
                    <a:pt x="10771" y="8492"/>
                    <a:pt x="10771" y="8492"/>
                    <a:pt x="10771" y="8492"/>
                  </a:cubicBezTo>
                  <a:cubicBezTo>
                    <a:pt x="10771" y="8492"/>
                    <a:pt x="10771" y="8492"/>
                    <a:pt x="10771" y="8492"/>
                  </a:cubicBezTo>
                  <a:cubicBezTo>
                    <a:pt x="10715" y="8492"/>
                    <a:pt x="10715" y="8492"/>
                    <a:pt x="10715" y="8492"/>
                  </a:cubicBezTo>
                  <a:cubicBezTo>
                    <a:pt x="10715" y="8492"/>
                    <a:pt x="10715" y="8492"/>
                    <a:pt x="10715" y="8492"/>
                  </a:cubicBezTo>
                  <a:cubicBezTo>
                    <a:pt x="10771" y="8426"/>
                    <a:pt x="10771" y="8426"/>
                    <a:pt x="10771" y="8426"/>
                  </a:cubicBezTo>
                  <a:cubicBezTo>
                    <a:pt x="10771" y="8426"/>
                    <a:pt x="10771" y="8426"/>
                    <a:pt x="10771" y="8426"/>
                  </a:cubicBezTo>
                  <a:cubicBezTo>
                    <a:pt x="10715" y="8426"/>
                    <a:pt x="10715" y="8426"/>
                    <a:pt x="10715" y="8426"/>
                  </a:cubicBezTo>
                  <a:cubicBezTo>
                    <a:pt x="10715" y="8426"/>
                    <a:pt x="10715" y="8426"/>
                    <a:pt x="10715" y="8426"/>
                  </a:cubicBezTo>
                  <a:cubicBezTo>
                    <a:pt x="10659" y="8359"/>
                    <a:pt x="10659" y="8359"/>
                    <a:pt x="10659" y="8359"/>
                  </a:cubicBezTo>
                  <a:cubicBezTo>
                    <a:pt x="10659" y="8359"/>
                    <a:pt x="10659" y="8359"/>
                    <a:pt x="10659" y="8359"/>
                  </a:cubicBezTo>
                  <a:cubicBezTo>
                    <a:pt x="10603" y="8225"/>
                    <a:pt x="10603" y="8225"/>
                    <a:pt x="10603" y="8225"/>
                  </a:cubicBezTo>
                  <a:cubicBezTo>
                    <a:pt x="10603" y="8158"/>
                    <a:pt x="10603" y="8158"/>
                    <a:pt x="10603" y="8158"/>
                  </a:cubicBezTo>
                  <a:cubicBezTo>
                    <a:pt x="10659" y="8091"/>
                    <a:pt x="10659" y="8091"/>
                    <a:pt x="10659" y="8091"/>
                  </a:cubicBezTo>
                  <a:cubicBezTo>
                    <a:pt x="10603" y="8024"/>
                    <a:pt x="10603" y="8024"/>
                    <a:pt x="10603" y="8024"/>
                  </a:cubicBezTo>
                  <a:cubicBezTo>
                    <a:pt x="10603" y="8091"/>
                    <a:pt x="10603" y="8091"/>
                    <a:pt x="10603" y="8091"/>
                  </a:cubicBezTo>
                  <a:cubicBezTo>
                    <a:pt x="10603" y="8158"/>
                    <a:pt x="10603" y="8158"/>
                    <a:pt x="10603" y="8158"/>
                  </a:cubicBezTo>
                  <a:cubicBezTo>
                    <a:pt x="10547" y="8091"/>
                    <a:pt x="10547" y="8091"/>
                    <a:pt x="10547" y="8091"/>
                  </a:cubicBezTo>
                  <a:cubicBezTo>
                    <a:pt x="10491" y="8091"/>
                    <a:pt x="10491" y="8091"/>
                    <a:pt x="10491" y="8091"/>
                  </a:cubicBezTo>
                  <a:cubicBezTo>
                    <a:pt x="10491" y="7957"/>
                    <a:pt x="10491" y="7957"/>
                    <a:pt x="10491" y="7957"/>
                  </a:cubicBezTo>
                  <a:cubicBezTo>
                    <a:pt x="10435" y="7957"/>
                    <a:pt x="10435" y="7957"/>
                    <a:pt x="10435" y="7957"/>
                  </a:cubicBezTo>
                  <a:cubicBezTo>
                    <a:pt x="10435" y="7824"/>
                    <a:pt x="10435" y="7824"/>
                    <a:pt x="10435" y="7824"/>
                  </a:cubicBezTo>
                  <a:cubicBezTo>
                    <a:pt x="10379" y="7824"/>
                    <a:pt x="10379" y="7824"/>
                    <a:pt x="10379" y="7824"/>
                  </a:cubicBezTo>
                  <a:cubicBezTo>
                    <a:pt x="10379" y="7757"/>
                    <a:pt x="10379" y="7757"/>
                    <a:pt x="10379" y="7757"/>
                  </a:cubicBezTo>
                  <a:cubicBezTo>
                    <a:pt x="10379" y="7690"/>
                    <a:pt x="10379" y="7690"/>
                    <a:pt x="10379" y="7690"/>
                  </a:cubicBezTo>
                  <a:cubicBezTo>
                    <a:pt x="10379" y="7690"/>
                    <a:pt x="10379" y="7690"/>
                    <a:pt x="10379" y="7690"/>
                  </a:cubicBezTo>
                  <a:cubicBezTo>
                    <a:pt x="10435" y="7690"/>
                    <a:pt x="10435" y="7690"/>
                    <a:pt x="10435" y="7690"/>
                  </a:cubicBezTo>
                  <a:cubicBezTo>
                    <a:pt x="10435" y="7623"/>
                    <a:pt x="10435" y="7623"/>
                    <a:pt x="10435" y="7623"/>
                  </a:cubicBezTo>
                  <a:cubicBezTo>
                    <a:pt x="10491" y="7623"/>
                    <a:pt x="10491" y="7623"/>
                    <a:pt x="10491" y="7623"/>
                  </a:cubicBezTo>
                  <a:cubicBezTo>
                    <a:pt x="10491" y="7623"/>
                    <a:pt x="10491" y="7623"/>
                    <a:pt x="10491" y="7623"/>
                  </a:cubicBezTo>
                  <a:cubicBezTo>
                    <a:pt x="10547" y="7623"/>
                    <a:pt x="10547" y="7623"/>
                    <a:pt x="10547" y="7623"/>
                  </a:cubicBezTo>
                  <a:cubicBezTo>
                    <a:pt x="10547" y="7556"/>
                    <a:pt x="10547" y="7556"/>
                    <a:pt x="10547" y="7556"/>
                  </a:cubicBezTo>
                  <a:cubicBezTo>
                    <a:pt x="10547" y="7489"/>
                    <a:pt x="10547" y="7489"/>
                    <a:pt x="10547" y="7489"/>
                  </a:cubicBezTo>
                  <a:cubicBezTo>
                    <a:pt x="10547" y="7422"/>
                    <a:pt x="10547" y="7422"/>
                    <a:pt x="10547" y="7422"/>
                  </a:cubicBezTo>
                  <a:cubicBezTo>
                    <a:pt x="10603" y="7356"/>
                    <a:pt x="10603" y="7356"/>
                    <a:pt x="10603" y="7356"/>
                  </a:cubicBezTo>
                  <a:cubicBezTo>
                    <a:pt x="10547" y="7289"/>
                    <a:pt x="10547" y="7289"/>
                    <a:pt x="10547" y="7289"/>
                  </a:cubicBezTo>
                  <a:cubicBezTo>
                    <a:pt x="10547" y="7222"/>
                    <a:pt x="10547" y="7222"/>
                    <a:pt x="10547" y="7222"/>
                  </a:cubicBezTo>
                  <a:cubicBezTo>
                    <a:pt x="10603" y="7222"/>
                    <a:pt x="10603" y="7222"/>
                    <a:pt x="10603" y="7222"/>
                  </a:cubicBezTo>
                  <a:cubicBezTo>
                    <a:pt x="10603" y="7155"/>
                    <a:pt x="10603" y="7155"/>
                    <a:pt x="10603" y="7155"/>
                  </a:cubicBezTo>
                  <a:cubicBezTo>
                    <a:pt x="10659" y="7088"/>
                    <a:pt x="10659" y="7088"/>
                    <a:pt x="10659" y="7088"/>
                  </a:cubicBezTo>
                  <a:cubicBezTo>
                    <a:pt x="10659" y="7021"/>
                    <a:pt x="10659" y="7021"/>
                    <a:pt x="10659" y="7021"/>
                  </a:cubicBezTo>
                  <a:cubicBezTo>
                    <a:pt x="10659" y="6954"/>
                    <a:pt x="10659" y="6954"/>
                    <a:pt x="10659" y="6954"/>
                  </a:cubicBezTo>
                  <a:cubicBezTo>
                    <a:pt x="10659" y="6887"/>
                    <a:pt x="10659" y="6887"/>
                    <a:pt x="10659" y="6887"/>
                  </a:cubicBezTo>
                  <a:cubicBezTo>
                    <a:pt x="10715" y="6887"/>
                    <a:pt x="10715" y="6887"/>
                    <a:pt x="10715" y="6887"/>
                  </a:cubicBezTo>
                  <a:cubicBezTo>
                    <a:pt x="10715" y="6821"/>
                    <a:pt x="10715" y="6821"/>
                    <a:pt x="10715" y="6821"/>
                  </a:cubicBezTo>
                  <a:cubicBezTo>
                    <a:pt x="10771" y="6754"/>
                    <a:pt x="10771" y="6754"/>
                    <a:pt x="10771" y="6754"/>
                  </a:cubicBezTo>
                  <a:cubicBezTo>
                    <a:pt x="10771" y="6687"/>
                    <a:pt x="10771" y="6687"/>
                    <a:pt x="10771" y="6687"/>
                  </a:cubicBezTo>
                  <a:cubicBezTo>
                    <a:pt x="10771" y="6687"/>
                    <a:pt x="10771" y="6687"/>
                    <a:pt x="10771" y="6687"/>
                  </a:cubicBezTo>
                  <a:cubicBezTo>
                    <a:pt x="10771" y="6620"/>
                    <a:pt x="10771" y="6620"/>
                    <a:pt x="10771" y="6620"/>
                  </a:cubicBezTo>
                  <a:cubicBezTo>
                    <a:pt x="10828" y="6620"/>
                    <a:pt x="10828" y="6620"/>
                    <a:pt x="10828" y="6620"/>
                  </a:cubicBezTo>
                  <a:cubicBezTo>
                    <a:pt x="10771" y="6553"/>
                    <a:pt x="10771" y="6553"/>
                    <a:pt x="10771" y="6553"/>
                  </a:cubicBezTo>
                  <a:cubicBezTo>
                    <a:pt x="10771" y="6486"/>
                    <a:pt x="10771" y="6486"/>
                    <a:pt x="10771" y="6486"/>
                  </a:cubicBezTo>
                  <a:cubicBezTo>
                    <a:pt x="10771" y="6486"/>
                    <a:pt x="10771" y="6486"/>
                    <a:pt x="10771" y="6486"/>
                  </a:cubicBezTo>
                  <a:cubicBezTo>
                    <a:pt x="10715" y="6419"/>
                    <a:pt x="10715" y="6419"/>
                    <a:pt x="10715" y="6419"/>
                  </a:cubicBezTo>
                  <a:cubicBezTo>
                    <a:pt x="10715" y="6352"/>
                    <a:pt x="10715" y="6352"/>
                    <a:pt x="10715" y="6352"/>
                  </a:cubicBezTo>
                  <a:cubicBezTo>
                    <a:pt x="10715" y="6352"/>
                    <a:pt x="10715" y="6352"/>
                    <a:pt x="10715" y="6352"/>
                  </a:cubicBezTo>
                  <a:cubicBezTo>
                    <a:pt x="10715" y="6219"/>
                    <a:pt x="10715" y="6219"/>
                    <a:pt x="10715" y="6219"/>
                  </a:cubicBezTo>
                  <a:cubicBezTo>
                    <a:pt x="10659" y="6219"/>
                    <a:pt x="10659" y="6219"/>
                    <a:pt x="10659" y="6219"/>
                  </a:cubicBezTo>
                  <a:cubicBezTo>
                    <a:pt x="10659" y="6219"/>
                    <a:pt x="10659" y="6219"/>
                    <a:pt x="10659" y="6219"/>
                  </a:cubicBezTo>
                  <a:cubicBezTo>
                    <a:pt x="10603" y="6219"/>
                    <a:pt x="10603" y="6219"/>
                    <a:pt x="10603" y="6219"/>
                  </a:cubicBezTo>
                  <a:cubicBezTo>
                    <a:pt x="10603" y="6286"/>
                    <a:pt x="10603" y="6286"/>
                    <a:pt x="10603" y="6286"/>
                  </a:cubicBezTo>
                  <a:cubicBezTo>
                    <a:pt x="10603" y="6286"/>
                    <a:pt x="10603" y="6286"/>
                    <a:pt x="10603" y="6286"/>
                  </a:cubicBezTo>
                  <a:cubicBezTo>
                    <a:pt x="10547" y="6152"/>
                    <a:pt x="10547" y="6152"/>
                    <a:pt x="10547" y="6152"/>
                  </a:cubicBezTo>
                  <a:cubicBezTo>
                    <a:pt x="10491" y="6152"/>
                    <a:pt x="10491" y="6152"/>
                    <a:pt x="10491" y="6152"/>
                  </a:cubicBezTo>
                  <a:cubicBezTo>
                    <a:pt x="10491" y="6152"/>
                    <a:pt x="10491" y="6152"/>
                    <a:pt x="10491" y="6152"/>
                  </a:cubicBezTo>
                  <a:cubicBezTo>
                    <a:pt x="10435" y="6152"/>
                    <a:pt x="10435" y="6152"/>
                    <a:pt x="10435" y="6152"/>
                  </a:cubicBezTo>
                  <a:cubicBezTo>
                    <a:pt x="10435" y="6219"/>
                    <a:pt x="10435" y="6219"/>
                    <a:pt x="10435" y="6219"/>
                  </a:cubicBezTo>
                  <a:cubicBezTo>
                    <a:pt x="10435" y="6219"/>
                    <a:pt x="10435" y="6219"/>
                    <a:pt x="10435" y="6219"/>
                  </a:cubicBezTo>
                  <a:cubicBezTo>
                    <a:pt x="10379" y="6219"/>
                    <a:pt x="10379" y="6219"/>
                    <a:pt x="10379" y="6219"/>
                  </a:cubicBezTo>
                  <a:cubicBezTo>
                    <a:pt x="10379" y="6286"/>
                    <a:pt x="10379" y="6286"/>
                    <a:pt x="10379" y="6286"/>
                  </a:cubicBezTo>
                  <a:cubicBezTo>
                    <a:pt x="10379" y="6352"/>
                    <a:pt x="10379" y="6352"/>
                    <a:pt x="10379" y="6352"/>
                  </a:cubicBezTo>
                  <a:cubicBezTo>
                    <a:pt x="10323" y="6352"/>
                    <a:pt x="10323" y="6352"/>
                    <a:pt x="10323" y="6352"/>
                  </a:cubicBezTo>
                  <a:cubicBezTo>
                    <a:pt x="10323" y="6486"/>
                    <a:pt x="10323" y="6486"/>
                    <a:pt x="10323" y="6486"/>
                  </a:cubicBezTo>
                  <a:cubicBezTo>
                    <a:pt x="10323" y="6553"/>
                    <a:pt x="10323" y="6553"/>
                    <a:pt x="10323" y="6553"/>
                  </a:cubicBezTo>
                  <a:cubicBezTo>
                    <a:pt x="10267" y="6553"/>
                    <a:pt x="10267" y="6553"/>
                    <a:pt x="10267" y="6553"/>
                  </a:cubicBezTo>
                  <a:cubicBezTo>
                    <a:pt x="10267" y="6620"/>
                    <a:pt x="10267" y="6620"/>
                    <a:pt x="10267" y="6620"/>
                  </a:cubicBezTo>
                  <a:cubicBezTo>
                    <a:pt x="10267" y="6620"/>
                    <a:pt x="10267" y="6620"/>
                    <a:pt x="10267" y="6620"/>
                  </a:cubicBezTo>
                  <a:cubicBezTo>
                    <a:pt x="10267" y="6687"/>
                    <a:pt x="10267" y="6687"/>
                    <a:pt x="10267" y="6687"/>
                  </a:cubicBezTo>
                  <a:cubicBezTo>
                    <a:pt x="10210" y="6687"/>
                    <a:pt x="10210" y="6687"/>
                    <a:pt x="10210" y="6687"/>
                  </a:cubicBezTo>
                  <a:cubicBezTo>
                    <a:pt x="10210" y="6821"/>
                    <a:pt x="10210" y="6821"/>
                    <a:pt x="10210" y="6821"/>
                  </a:cubicBezTo>
                  <a:cubicBezTo>
                    <a:pt x="10154" y="6821"/>
                    <a:pt x="10154" y="6821"/>
                    <a:pt x="10154" y="6821"/>
                  </a:cubicBezTo>
                  <a:cubicBezTo>
                    <a:pt x="10154" y="6821"/>
                    <a:pt x="10154" y="6821"/>
                    <a:pt x="10154" y="6821"/>
                  </a:cubicBezTo>
                  <a:cubicBezTo>
                    <a:pt x="10098" y="6954"/>
                    <a:pt x="10098" y="6954"/>
                    <a:pt x="10098" y="6954"/>
                  </a:cubicBezTo>
                  <a:cubicBezTo>
                    <a:pt x="10154" y="6954"/>
                    <a:pt x="10154" y="6954"/>
                    <a:pt x="10154" y="6954"/>
                  </a:cubicBezTo>
                  <a:cubicBezTo>
                    <a:pt x="10098" y="7021"/>
                    <a:pt x="10098" y="7021"/>
                    <a:pt x="10098" y="7021"/>
                  </a:cubicBezTo>
                  <a:cubicBezTo>
                    <a:pt x="10098" y="7088"/>
                    <a:pt x="10098" y="7088"/>
                    <a:pt x="10098" y="7088"/>
                  </a:cubicBezTo>
                  <a:cubicBezTo>
                    <a:pt x="10098" y="7088"/>
                    <a:pt x="10098" y="7088"/>
                    <a:pt x="10098" y="7088"/>
                  </a:cubicBezTo>
                  <a:cubicBezTo>
                    <a:pt x="10098" y="7155"/>
                    <a:pt x="10098" y="7155"/>
                    <a:pt x="10098" y="7155"/>
                  </a:cubicBezTo>
                  <a:cubicBezTo>
                    <a:pt x="10098" y="7222"/>
                    <a:pt x="10098" y="7222"/>
                    <a:pt x="10098" y="7222"/>
                  </a:cubicBezTo>
                  <a:cubicBezTo>
                    <a:pt x="10042" y="7222"/>
                    <a:pt x="10042" y="7222"/>
                    <a:pt x="10042" y="7222"/>
                  </a:cubicBezTo>
                  <a:cubicBezTo>
                    <a:pt x="10042" y="7222"/>
                    <a:pt x="10042" y="7222"/>
                    <a:pt x="10042" y="7222"/>
                  </a:cubicBezTo>
                  <a:cubicBezTo>
                    <a:pt x="10098" y="7222"/>
                    <a:pt x="10098" y="7222"/>
                    <a:pt x="10098" y="7222"/>
                  </a:cubicBezTo>
                  <a:cubicBezTo>
                    <a:pt x="10098" y="7289"/>
                    <a:pt x="10098" y="7289"/>
                    <a:pt x="10098" y="7289"/>
                  </a:cubicBezTo>
                  <a:cubicBezTo>
                    <a:pt x="10098" y="7289"/>
                    <a:pt x="10098" y="7289"/>
                    <a:pt x="10098" y="7289"/>
                  </a:cubicBezTo>
                  <a:cubicBezTo>
                    <a:pt x="10042" y="7289"/>
                    <a:pt x="10042" y="7289"/>
                    <a:pt x="10042" y="7289"/>
                  </a:cubicBezTo>
                  <a:cubicBezTo>
                    <a:pt x="9986" y="7289"/>
                    <a:pt x="9986" y="7289"/>
                    <a:pt x="9986" y="7289"/>
                  </a:cubicBezTo>
                  <a:cubicBezTo>
                    <a:pt x="9986" y="7289"/>
                    <a:pt x="9986" y="7289"/>
                    <a:pt x="9986" y="7289"/>
                  </a:cubicBezTo>
                  <a:cubicBezTo>
                    <a:pt x="9930" y="7289"/>
                    <a:pt x="9930" y="7289"/>
                    <a:pt x="9930" y="7289"/>
                  </a:cubicBezTo>
                  <a:cubicBezTo>
                    <a:pt x="9930" y="7356"/>
                    <a:pt x="9930" y="7356"/>
                    <a:pt x="9930" y="7356"/>
                  </a:cubicBezTo>
                  <a:cubicBezTo>
                    <a:pt x="9930" y="7422"/>
                    <a:pt x="9930" y="7422"/>
                    <a:pt x="9930" y="7422"/>
                  </a:cubicBezTo>
                  <a:cubicBezTo>
                    <a:pt x="9874" y="7356"/>
                    <a:pt x="9874" y="7356"/>
                    <a:pt x="9874" y="7356"/>
                  </a:cubicBezTo>
                  <a:cubicBezTo>
                    <a:pt x="9874" y="7289"/>
                    <a:pt x="9874" y="7289"/>
                    <a:pt x="9874" y="7289"/>
                  </a:cubicBezTo>
                  <a:cubicBezTo>
                    <a:pt x="9930" y="7289"/>
                    <a:pt x="9930" y="7289"/>
                    <a:pt x="9930" y="7289"/>
                  </a:cubicBezTo>
                  <a:cubicBezTo>
                    <a:pt x="9874" y="7222"/>
                    <a:pt x="9874" y="7222"/>
                    <a:pt x="9874" y="7222"/>
                  </a:cubicBezTo>
                  <a:cubicBezTo>
                    <a:pt x="9874" y="7155"/>
                    <a:pt x="9874" y="7155"/>
                    <a:pt x="9874" y="7155"/>
                  </a:cubicBezTo>
                  <a:cubicBezTo>
                    <a:pt x="9930" y="7088"/>
                    <a:pt x="9930" y="7088"/>
                    <a:pt x="9930" y="7088"/>
                  </a:cubicBezTo>
                  <a:cubicBezTo>
                    <a:pt x="9930" y="7021"/>
                    <a:pt x="9930" y="7021"/>
                    <a:pt x="9930" y="7021"/>
                  </a:cubicBezTo>
                  <a:cubicBezTo>
                    <a:pt x="9930" y="7021"/>
                    <a:pt x="9930" y="7021"/>
                    <a:pt x="9930" y="7021"/>
                  </a:cubicBezTo>
                  <a:cubicBezTo>
                    <a:pt x="9986" y="6954"/>
                    <a:pt x="9986" y="6954"/>
                    <a:pt x="9986" y="6954"/>
                  </a:cubicBezTo>
                  <a:cubicBezTo>
                    <a:pt x="9986" y="6887"/>
                    <a:pt x="9986" y="6887"/>
                    <a:pt x="9986" y="6887"/>
                  </a:cubicBezTo>
                  <a:cubicBezTo>
                    <a:pt x="9986" y="6821"/>
                    <a:pt x="9986" y="6821"/>
                    <a:pt x="9986" y="6821"/>
                  </a:cubicBezTo>
                  <a:cubicBezTo>
                    <a:pt x="10042" y="6754"/>
                    <a:pt x="10042" y="6754"/>
                    <a:pt x="10042" y="6754"/>
                  </a:cubicBezTo>
                  <a:cubicBezTo>
                    <a:pt x="10042" y="6687"/>
                    <a:pt x="10042" y="6687"/>
                    <a:pt x="10042" y="6687"/>
                  </a:cubicBezTo>
                  <a:cubicBezTo>
                    <a:pt x="10042" y="6687"/>
                    <a:pt x="10042" y="6687"/>
                    <a:pt x="10042" y="6687"/>
                  </a:cubicBezTo>
                  <a:cubicBezTo>
                    <a:pt x="9986" y="6687"/>
                    <a:pt x="9986" y="6687"/>
                    <a:pt x="9986" y="6687"/>
                  </a:cubicBezTo>
                  <a:cubicBezTo>
                    <a:pt x="9986" y="6687"/>
                    <a:pt x="9986" y="6687"/>
                    <a:pt x="9986" y="6687"/>
                  </a:cubicBezTo>
                  <a:cubicBezTo>
                    <a:pt x="10042" y="6620"/>
                    <a:pt x="10042" y="6620"/>
                    <a:pt x="10042" y="6620"/>
                  </a:cubicBezTo>
                  <a:cubicBezTo>
                    <a:pt x="10042" y="6486"/>
                    <a:pt x="10042" y="6486"/>
                    <a:pt x="10042" y="6486"/>
                  </a:cubicBezTo>
                  <a:cubicBezTo>
                    <a:pt x="10042" y="6486"/>
                    <a:pt x="10042" y="6486"/>
                    <a:pt x="10042" y="6486"/>
                  </a:cubicBezTo>
                  <a:cubicBezTo>
                    <a:pt x="9986" y="6419"/>
                    <a:pt x="9986" y="6419"/>
                    <a:pt x="9986" y="6419"/>
                  </a:cubicBezTo>
                  <a:cubicBezTo>
                    <a:pt x="10042" y="6419"/>
                    <a:pt x="10042" y="6419"/>
                    <a:pt x="10042" y="6419"/>
                  </a:cubicBezTo>
                  <a:cubicBezTo>
                    <a:pt x="10042" y="6352"/>
                    <a:pt x="10042" y="6352"/>
                    <a:pt x="10042" y="6352"/>
                  </a:cubicBezTo>
                  <a:cubicBezTo>
                    <a:pt x="9986" y="6352"/>
                    <a:pt x="9986" y="6352"/>
                    <a:pt x="9986" y="6352"/>
                  </a:cubicBezTo>
                  <a:cubicBezTo>
                    <a:pt x="9930" y="6286"/>
                    <a:pt x="9930" y="6286"/>
                    <a:pt x="9930" y="6286"/>
                  </a:cubicBezTo>
                  <a:cubicBezTo>
                    <a:pt x="9874" y="6286"/>
                    <a:pt x="9874" y="6286"/>
                    <a:pt x="9874" y="6286"/>
                  </a:cubicBezTo>
                  <a:cubicBezTo>
                    <a:pt x="9874" y="6352"/>
                    <a:pt x="9874" y="6352"/>
                    <a:pt x="9874" y="6352"/>
                  </a:cubicBezTo>
                  <a:cubicBezTo>
                    <a:pt x="9930" y="6419"/>
                    <a:pt x="9930" y="6419"/>
                    <a:pt x="9930" y="6419"/>
                  </a:cubicBezTo>
                  <a:cubicBezTo>
                    <a:pt x="9930" y="6419"/>
                    <a:pt x="9930" y="6419"/>
                    <a:pt x="9930" y="6419"/>
                  </a:cubicBezTo>
                  <a:cubicBezTo>
                    <a:pt x="9930" y="6486"/>
                    <a:pt x="9930" y="6486"/>
                    <a:pt x="9930" y="6486"/>
                  </a:cubicBezTo>
                  <a:cubicBezTo>
                    <a:pt x="9930" y="6486"/>
                    <a:pt x="9930" y="6486"/>
                    <a:pt x="9930" y="6486"/>
                  </a:cubicBezTo>
                  <a:cubicBezTo>
                    <a:pt x="9874" y="6486"/>
                    <a:pt x="9874" y="6486"/>
                    <a:pt x="9874" y="6486"/>
                  </a:cubicBezTo>
                  <a:cubicBezTo>
                    <a:pt x="9874" y="6486"/>
                    <a:pt x="9874" y="6486"/>
                    <a:pt x="9874" y="6486"/>
                  </a:cubicBezTo>
                  <a:cubicBezTo>
                    <a:pt x="9818" y="6486"/>
                    <a:pt x="9818" y="6486"/>
                    <a:pt x="9818" y="6486"/>
                  </a:cubicBezTo>
                  <a:cubicBezTo>
                    <a:pt x="9818" y="6553"/>
                    <a:pt x="9818" y="6553"/>
                    <a:pt x="9818" y="6553"/>
                  </a:cubicBezTo>
                  <a:cubicBezTo>
                    <a:pt x="9874" y="6553"/>
                    <a:pt x="9874" y="6553"/>
                    <a:pt x="9874" y="6553"/>
                  </a:cubicBezTo>
                  <a:cubicBezTo>
                    <a:pt x="9874" y="6553"/>
                    <a:pt x="9874" y="6553"/>
                    <a:pt x="9874" y="6553"/>
                  </a:cubicBezTo>
                  <a:cubicBezTo>
                    <a:pt x="9874" y="6620"/>
                    <a:pt x="9874" y="6620"/>
                    <a:pt x="9874" y="6620"/>
                  </a:cubicBezTo>
                  <a:cubicBezTo>
                    <a:pt x="9874" y="6687"/>
                    <a:pt x="9874" y="6687"/>
                    <a:pt x="9874" y="6687"/>
                  </a:cubicBezTo>
                  <a:cubicBezTo>
                    <a:pt x="9874" y="6620"/>
                    <a:pt x="9874" y="6620"/>
                    <a:pt x="9874" y="6620"/>
                  </a:cubicBezTo>
                  <a:cubicBezTo>
                    <a:pt x="9818" y="6620"/>
                    <a:pt x="9818" y="6620"/>
                    <a:pt x="9818" y="6620"/>
                  </a:cubicBezTo>
                  <a:cubicBezTo>
                    <a:pt x="9818" y="6687"/>
                    <a:pt x="9818" y="6687"/>
                    <a:pt x="9818" y="6687"/>
                  </a:cubicBezTo>
                  <a:cubicBezTo>
                    <a:pt x="9762" y="6620"/>
                    <a:pt x="9762" y="6620"/>
                    <a:pt x="9762" y="6620"/>
                  </a:cubicBezTo>
                  <a:cubicBezTo>
                    <a:pt x="9762" y="6620"/>
                    <a:pt x="9762" y="6620"/>
                    <a:pt x="9762" y="6620"/>
                  </a:cubicBezTo>
                  <a:cubicBezTo>
                    <a:pt x="9762" y="6620"/>
                    <a:pt x="9762" y="6620"/>
                    <a:pt x="9762" y="6620"/>
                  </a:cubicBezTo>
                  <a:cubicBezTo>
                    <a:pt x="9705" y="6687"/>
                    <a:pt x="9705" y="6687"/>
                    <a:pt x="9705" y="6687"/>
                  </a:cubicBezTo>
                  <a:cubicBezTo>
                    <a:pt x="9705" y="6620"/>
                    <a:pt x="9705" y="6620"/>
                    <a:pt x="9705" y="6620"/>
                  </a:cubicBezTo>
                  <a:cubicBezTo>
                    <a:pt x="9705" y="6620"/>
                    <a:pt x="9705" y="6620"/>
                    <a:pt x="9705" y="6620"/>
                  </a:cubicBezTo>
                  <a:cubicBezTo>
                    <a:pt x="9705" y="6553"/>
                    <a:pt x="9705" y="6553"/>
                    <a:pt x="9705" y="6553"/>
                  </a:cubicBezTo>
                  <a:cubicBezTo>
                    <a:pt x="9705" y="6553"/>
                    <a:pt x="9705" y="6553"/>
                    <a:pt x="9705" y="6553"/>
                  </a:cubicBezTo>
                  <a:cubicBezTo>
                    <a:pt x="9649" y="6553"/>
                    <a:pt x="9649" y="6553"/>
                    <a:pt x="9649" y="6553"/>
                  </a:cubicBezTo>
                  <a:cubicBezTo>
                    <a:pt x="9593" y="6620"/>
                    <a:pt x="9593" y="6620"/>
                    <a:pt x="9593" y="6620"/>
                  </a:cubicBezTo>
                  <a:cubicBezTo>
                    <a:pt x="9537" y="6553"/>
                    <a:pt x="9537" y="6553"/>
                    <a:pt x="9537" y="6553"/>
                  </a:cubicBezTo>
                  <a:cubicBezTo>
                    <a:pt x="9537" y="6553"/>
                    <a:pt x="9537" y="6553"/>
                    <a:pt x="9537" y="6553"/>
                  </a:cubicBezTo>
                  <a:cubicBezTo>
                    <a:pt x="9481" y="6620"/>
                    <a:pt x="9481" y="6620"/>
                    <a:pt x="9481" y="6620"/>
                  </a:cubicBezTo>
                  <a:cubicBezTo>
                    <a:pt x="9425" y="6620"/>
                    <a:pt x="9425" y="6620"/>
                    <a:pt x="9425" y="6620"/>
                  </a:cubicBezTo>
                  <a:cubicBezTo>
                    <a:pt x="9425" y="6553"/>
                    <a:pt x="9425" y="6553"/>
                    <a:pt x="9425" y="6553"/>
                  </a:cubicBezTo>
                  <a:cubicBezTo>
                    <a:pt x="9369" y="6620"/>
                    <a:pt x="9369" y="6620"/>
                    <a:pt x="9369" y="6620"/>
                  </a:cubicBezTo>
                  <a:cubicBezTo>
                    <a:pt x="9369" y="6553"/>
                    <a:pt x="9369" y="6553"/>
                    <a:pt x="9369" y="6553"/>
                  </a:cubicBezTo>
                  <a:cubicBezTo>
                    <a:pt x="9369" y="6553"/>
                    <a:pt x="9369" y="6553"/>
                    <a:pt x="9369" y="6553"/>
                  </a:cubicBezTo>
                  <a:cubicBezTo>
                    <a:pt x="9425" y="6553"/>
                    <a:pt x="9425" y="6553"/>
                    <a:pt x="9425" y="6553"/>
                  </a:cubicBezTo>
                  <a:cubicBezTo>
                    <a:pt x="9481" y="6553"/>
                    <a:pt x="9481" y="6553"/>
                    <a:pt x="9481" y="6553"/>
                  </a:cubicBezTo>
                  <a:cubicBezTo>
                    <a:pt x="9537" y="6486"/>
                    <a:pt x="9537" y="6486"/>
                    <a:pt x="9537" y="6486"/>
                  </a:cubicBezTo>
                  <a:cubicBezTo>
                    <a:pt x="9537" y="6486"/>
                    <a:pt x="9537" y="6486"/>
                    <a:pt x="9537" y="6486"/>
                  </a:cubicBezTo>
                  <a:cubicBezTo>
                    <a:pt x="9593" y="6486"/>
                    <a:pt x="9593" y="6486"/>
                    <a:pt x="9593" y="6486"/>
                  </a:cubicBezTo>
                  <a:cubicBezTo>
                    <a:pt x="9593" y="6486"/>
                    <a:pt x="9593" y="6486"/>
                    <a:pt x="9593" y="6486"/>
                  </a:cubicBezTo>
                  <a:cubicBezTo>
                    <a:pt x="9649" y="6419"/>
                    <a:pt x="9649" y="6419"/>
                    <a:pt x="9649" y="6419"/>
                  </a:cubicBezTo>
                  <a:cubicBezTo>
                    <a:pt x="9649" y="6419"/>
                    <a:pt x="9649" y="6419"/>
                    <a:pt x="9649" y="6419"/>
                  </a:cubicBezTo>
                  <a:cubicBezTo>
                    <a:pt x="9649" y="6352"/>
                    <a:pt x="9649" y="6352"/>
                    <a:pt x="9649" y="6352"/>
                  </a:cubicBezTo>
                  <a:cubicBezTo>
                    <a:pt x="9649" y="6352"/>
                    <a:pt x="9649" y="6352"/>
                    <a:pt x="9649" y="6352"/>
                  </a:cubicBezTo>
                  <a:cubicBezTo>
                    <a:pt x="9593" y="6219"/>
                    <a:pt x="9593" y="6219"/>
                    <a:pt x="9593" y="6219"/>
                  </a:cubicBezTo>
                  <a:cubicBezTo>
                    <a:pt x="9537" y="6219"/>
                    <a:pt x="9537" y="6219"/>
                    <a:pt x="9537" y="6219"/>
                  </a:cubicBezTo>
                  <a:cubicBezTo>
                    <a:pt x="9537" y="6219"/>
                    <a:pt x="9537" y="6219"/>
                    <a:pt x="9537" y="6219"/>
                  </a:cubicBezTo>
                  <a:cubicBezTo>
                    <a:pt x="9481" y="6085"/>
                    <a:pt x="9481" y="6085"/>
                    <a:pt x="9481" y="6085"/>
                  </a:cubicBezTo>
                  <a:cubicBezTo>
                    <a:pt x="9425" y="6085"/>
                    <a:pt x="9425" y="6085"/>
                    <a:pt x="9425" y="6085"/>
                  </a:cubicBezTo>
                  <a:cubicBezTo>
                    <a:pt x="9425" y="6085"/>
                    <a:pt x="9425" y="6085"/>
                    <a:pt x="9425" y="6085"/>
                  </a:cubicBezTo>
                  <a:cubicBezTo>
                    <a:pt x="9369" y="6152"/>
                    <a:pt x="9369" y="6152"/>
                    <a:pt x="9369" y="6152"/>
                  </a:cubicBezTo>
                  <a:cubicBezTo>
                    <a:pt x="9313" y="6152"/>
                    <a:pt x="9313" y="6152"/>
                    <a:pt x="9313" y="6152"/>
                  </a:cubicBezTo>
                  <a:cubicBezTo>
                    <a:pt x="9257" y="6219"/>
                    <a:pt x="9257" y="6219"/>
                    <a:pt x="9257" y="6219"/>
                  </a:cubicBezTo>
                  <a:cubicBezTo>
                    <a:pt x="9257" y="6219"/>
                    <a:pt x="9257" y="6219"/>
                    <a:pt x="9257" y="6219"/>
                  </a:cubicBezTo>
                  <a:cubicBezTo>
                    <a:pt x="9257" y="6286"/>
                    <a:pt x="9257" y="6286"/>
                    <a:pt x="9257" y="6286"/>
                  </a:cubicBezTo>
                  <a:cubicBezTo>
                    <a:pt x="9201" y="6286"/>
                    <a:pt x="9201" y="6286"/>
                    <a:pt x="9201" y="6286"/>
                  </a:cubicBezTo>
                  <a:cubicBezTo>
                    <a:pt x="9201" y="6286"/>
                    <a:pt x="9201" y="6286"/>
                    <a:pt x="9201" y="6286"/>
                  </a:cubicBezTo>
                  <a:cubicBezTo>
                    <a:pt x="9201" y="6286"/>
                    <a:pt x="9201" y="6286"/>
                    <a:pt x="9201" y="6286"/>
                  </a:cubicBezTo>
                  <a:cubicBezTo>
                    <a:pt x="9144" y="6286"/>
                    <a:pt x="9144" y="6286"/>
                    <a:pt x="9144" y="6286"/>
                  </a:cubicBezTo>
                  <a:cubicBezTo>
                    <a:pt x="9088" y="6286"/>
                    <a:pt x="9088" y="6286"/>
                    <a:pt x="9088" y="6286"/>
                  </a:cubicBezTo>
                  <a:cubicBezTo>
                    <a:pt x="9088" y="6286"/>
                    <a:pt x="9088" y="6286"/>
                    <a:pt x="9088" y="6286"/>
                  </a:cubicBezTo>
                  <a:cubicBezTo>
                    <a:pt x="9032" y="6286"/>
                    <a:pt x="9032" y="6286"/>
                    <a:pt x="9032" y="6286"/>
                  </a:cubicBezTo>
                  <a:cubicBezTo>
                    <a:pt x="8976" y="6286"/>
                    <a:pt x="8976" y="6286"/>
                    <a:pt x="8976" y="6286"/>
                  </a:cubicBezTo>
                  <a:cubicBezTo>
                    <a:pt x="8976" y="6286"/>
                    <a:pt x="8976" y="6286"/>
                    <a:pt x="8976" y="6286"/>
                  </a:cubicBezTo>
                  <a:cubicBezTo>
                    <a:pt x="8976" y="6219"/>
                    <a:pt x="8976" y="6219"/>
                    <a:pt x="8976" y="6219"/>
                  </a:cubicBezTo>
                  <a:cubicBezTo>
                    <a:pt x="9088" y="6219"/>
                    <a:pt x="9088" y="6219"/>
                    <a:pt x="9088" y="6219"/>
                  </a:cubicBezTo>
                  <a:cubicBezTo>
                    <a:pt x="9088" y="6152"/>
                    <a:pt x="9088" y="6152"/>
                    <a:pt x="9088" y="6152"/>
                  </a:cubicBezTo>
                  <a:cubicBezTo>
                    <a:pt x="9144" y="6152"/>
                    <a:pt x="9144" y="6152"/>
                    <a:pt x="9144" y="6152"/>
                  </a:cubicBezTo>
                  <a:cubicBezTo>
                    <a:pt x="9144" y="6152"/>
                    <a:pt x="9144" y="6152"/>
                    <a:pt x="9144" y="6152"/>
                  </a:cubicBezTo>
                  <a:cubicBezTo>
                    <a:pt x="9201" y="6085"/>
                    <a:pt x="9201" y="6085"/>
                    <a:pt x="9201" y="6085"/>
                  </a:cubicBezTo>
                  <a:cubicBezTo>
                    <a:pt x="9201" y="6085"/>
                    <a:pt x="9201" y="6085"/>
                    <a:pt x="9201" y="6085"/>
                  </a:cubicBezTo>
                  <a:cubicBezTo>
                    <a:pt x="9201" y="6018"/>
                    <a:pt x="9201" y="6018"/>
                    <a:pt x="9201" y="6018"/>
                  </a:cubicBezTo>
                  <a:cubicBezTo>
                    <a:pt x="9257" y="6018"/>
                    <a:pt x="9257" y="6018"/>
                    <a:pt x="9257" y="6018"/>
                  </a:cubicBezTo>
                  <a:cubicBezTo>
                    <a:pt x="9313" y="5951"/>
                    <a:pt x="9313" y="5951"/>
                    <a:pt x="9313" y="5951"/>
                  </a:cubicBezTo>
                  <a:cubicBezTo>
                    <a:pt x="9313" y="5884"/>
                    <a:pt x="9313" y="5884"/>
                    <a:pt x="9313" y="5884"/>
                  </a:cubicBezTo>
                  <a:cubicBezTo>
                    <a:pt x="9313" y="5817"/>
                    <a:pt x="9313" y="5817"/>
                    <a:pt x="9313" y="5817"/>
                  </a:cubicBezTo>
                  <a:cubicBezTo>
                    <a:pt x="9257" y="5751"/>
                    <a:pt x="9257" y="5751"/>
                    <a:pt x="9257" y="5751"/>
                  </a:cubicBezTo>
                  <a:cubicBezTo>
                    <a:pt x="9257" y="5751"/>
                    <a:pt x="9257" y="5751"/>
                    <a:pt x="9257" y="5751"/>
                  </a:cubicBezTo>
                  <a:cubicBezTo>
                    <a:pt x="9144" y="5817"/>
                    <a:pt x="9144" y="5817"/>
                    <a:pt x="9144" y="5817"/>
                  </a:cubicBezTo>
                  <a:cubicBezTo>
                    <a:pt x="9088" y="5817"/>
                    <a:pt x="9088" y="5817"/>
                    <a:pt x="9088" y="5817"/>
                  </a:cubicBezTo>
                  <a:cubicBezTo>
                    <a:pt x="8976" y="5884"/>
                    <a:pt x="8976" y="5884"/>
                    <a:pt x="8976" y="5884"/>
                  </a:cubicBezTo>
                  <a:cubicBezTo>
                    <a:pt x="8808" y="5884"/>
                    <a:pt x="8808" y="5884"/>
                    <a:pt x="8808" y="5884"/>
                  </a:cubicBezTo>
                  <a:cubicBezTo>
                    <a:pt x="8583" y="6018"/>
                    <a:pt x="8583" y="6018"/>
                    <a:pt x="8583" y="6018"/>
                  </a:cubicBezTo>
                  <a:cubicBezTo>
                    <a:pt x="8527" y="6018"/>
                    <a:pt x="8527" y="6018"/>
                    <a:pt x="8527" y="6018"/>
                  </a:cubicBezTo>
                  <a:cubicBezTo>
                    <a:pt x="8359" y="6085"/>
                    <a:pt x="8359" y="6085"/>
                    <a:pt x="8359" y="6085"/>
                  </a:cubicBezTo>
                  <a:cubicBezTo>
                    <a:pt x="8191" y="6152"/>
                    <a:pt x="8191" y="6152"/>
                    <a:pt x="8191" y="6152"/>
                  </a:cubicBezTo>
                  <a:cubicBezTo>
                    <a:pt x="8135" y="6219"/>
                    <a:pt x="8135" y="6219"/>
                    <a:pt x="8135" y="6219"/>
                  </a:cubicBezTo>
                  <a:cubicBezTo>
                    <a:pt x="8135" y="6286"/>
                    <a:pt x="8135" y="6286"/>
                    <a:pt x="8135" y="6286"/>
                  </a:cubicBezTo>
                  <a:cubicBezTo>
                    <a:pt x="8191" y="6286"/>
                    <a:pt x="8191" y="6286"/>
                    <a:pt x="8191" y="6286"/>
                  </a:cubicBezTo>
                  <a:cubicBezTo>
                    <a:pt x="8191" y="6286"/>
                    <a:pt x="8191" y="6286"/>
                    <a:pt x="8191" y="6286"/>
                  </a:cubicBezTo>
                  <a:cubicBezTo>
                    <a:pt x="8135" y="6352"/>
                    <a:pt x="8135" y="6352"/>
                    <a:pt x="8135" y="6352"/>
                  </a:cubicBezTo>
                  <a:cubicBezTo>
                    <a:pt x="8078" y="6352"/>
                    <a:pt x="8078" y="6352"/>
                    <a:pt x="8078" y="6352"/>
                  </a:cubicBezTo>
                  <a:cubicBezTo>
                    <a:pt x="8022" y="6419"/>
                    <a:pt x="8022" y="6419"/>
                    <a:pt x="8022" y="6419"/>
                  </a:cubicBezTo>
                  <a:cubicBezTo>
                    <a:pt x="7966" y="6419"/>
                    <a:pt x="7966" y="6419"/>
                    <a:pt x="7966" y="6419"/>
                  </a:cubicBezTo>
                  <a:cubicBezTo>
                    <a:pt x="7910" y="6419"/>
                    <a:pt x="7910" y="6419"/>
                    <a:pt x="7910" y="6419"/>
                  </a:cubicBezTo>
                  <a:cubicBezTo>
                    <a:pt x="7910" y="6486"/>
                    <a:pt x="7910" y="6486"/>
                    <a:pt x="7910" y="6486"/>
                  </a:cubicBezTo>
                  <a:cubicBezTo>
                    <a:pt x="7854" y="6553"/>
                    <a:pt x="7854" y="6553"/>
                    <a:pt x="7854" y="6553"/>
                  </a:cubicBezTo>
                  <a:cubicBezTo>
                    <a:pt x="7798" y="6620"/>
                    <a:pt x="7798" y="6620"/>
                    <a:pt x="7798" y="6620"/>
                  </a:cubicBezTo>
                  <a:cubicBezTo>
                    <a:pt x="7798" y="6687"/>
                    <a:pt x="7798" y="6687"/>
                    <a:pt x="7798" y="6687"/>
                  </a:cubicBezTo>
                  <a:cubicBezTo>
                    <a:pt x="7854" y="6620"/>
                    <a:pt x="7854" y="6620"/>
                    <a:pt x="7854" y="6620"/>
                  </a:cubicBezTo>
                  <a:cubicBezTo>
                    <a:pt x="7854" y="6687"/>
                    <a:pt x="7854" y="6687"/>
                    <a:pt x="7854" y="6687"/>
                  </a:cubicBezTo>
                  <a:cubicBezTo>
                    <a:pt x="7854" y="6687"/>
                    <a:pt x="7854" y="6687"/>
                    <a:pt x="7854" y="6687"/>
                  </a:cubicBezTo>
                  <a:cubicBezTo>
                    <a:pt x="7854" y="6687"/>
                    <a:pt x="7854" y="6687"/>
                    <a:pt x="7854" y="6687"/>
                  </a:cubicBezTo>
                  <a:cubicBezTo>
                    <a:pt x="7910" y="6687"/>
                    <a:pt x="7910" y="6687"/>
                    <a:pt x="7910" y="6687"/>
                  </a:cubicBezTo>
                  <a:cubicBezTo>
                    <a:pt x="7966" y="6687"/>
                    <a:pt x="7966" y="6687"/>
                    <a:pt x="7966" y="6687"/>
                  </a:cubicBezTo>
                  <a:cubicBezTo>
                    <a:pt x="8022" y="6687"/>
                    <a:pt x="8022" y="6687"/>
                    <a:pt x="8022" y="6687"/>
                  </a:cubicBezTo>
                  <a:cubicBezTo>
                    <a:pt x="8022" y="6687"/>
                    <a:pt x="8022" y="6687"/>
                    <a:pt x="8022" y="6687"/>
                  </a:cubicBezTo>
                  <a:cubicBezTo>
                    <a:pt x="8022" y="6754"/>
                    <a:pt x="8022" y="6754"/>
                    <a:pt x="8022" y="6754"/>
                  </a:cubicBezTo>
                  <a:cubicBezTo>
                    <a:pt x="7966" y="6754"/>
                    <a:pt x="7966" y="6754"/>
                    <a:pt x="7966" y="6754"/>
                  </a:cubicBezTo>
                  <a:cubicBezTo>
                    <a:pt x="7910" y="6754"/>
                    <a:pt x="7910" y="6754"/>
                    <a:pt x="7910" y="6754"/>
                  </a:cubicBezTo>
                  <a:cubicBezTo>
                    <a:pt x="7854" y="6754"/>
                    <a:pt x="7854" y="6754"/>
                    <a:pt x="7854" y="6754"/>
                  </a:cubicBezTo>
                  <a:cubicBezTo>
                    <a:pt x="7854" y="6821"/>
                    <a:pt x="7854" y="6821"/>
                    <a:pt x="7854" y="6821"/>
                  </a:cubicBezTo>
                  <a:cubicBezTo>
                    <a:pt x="7966" y="6887"/>
                    <a:pt x="7966" y="6887"/>
                    <a:pt x="7966" y="6887"/>
                  </a:cubicBezTo>
                  <a:cubicBezTo>
                    <a:pt x="8022" y="6821"/>
                    <a:pt x="8022" y="6821"/>
                    <a:pt x="8022" y="6821"/>
                  </a:cubicBezTo>
                  <a:cubicBezTo>
                    <a:pt x="8022" y="6821"/>
                    <a:pt x="8022" y="6821"/>
                    <a:pt x="8022" y="6821"/>
                  </a:cubicBezTo>
                  <a:cubicBezTo>
                    <a:pt x="8022" y="6821"/>
                    <a:pt x="8022" y="6821"/>
                    <a:pt x="8022" y="6821"/>
                  </a:cubicBezTo>
                  <a:cubicBezTo>
                    <a:pt x="8022" y="6821"/>
                    <a:pt x="8022" y="6821"/>
                    <a:pt x="8022" y="6821"/>
                  </a:cubicBezTo>
                  <a:cubicBezTo>
                    <a:pt x="8022" y="6887"/>
                    <a:pt x="8022" y="6887"/>
                    <a:pt x="8022" y="6887"/>
                  </a:cubicBezTo>
                  <a:cubicBezTo>
                    <a:pt x="8078" y="6887"/>
                    <a:pt x="8078" y="6887"/>
                    <a:pt x="8078" y="6887"/>
                  </a:cubicBezTo>
                  <a:cubicBezTo>
                    <a:pt x="8135" y="6887"/>
                    <a:pt x="8135" y="6887"/>
                    <a:pt x="8135" y="6887"/>
                  </a:cubicBezTo>
                  <a:cubicBezTo>
                    <a:pt x="8247" y="6821"/>
                    <a:pt x="8247" y="6821"/>
                    <a:pt x="8247" y="6821"/>
                  </a:cubicBezTo>
                  <a:cubicBezTo>
                    <a:pt x="8303" y="6821"/>
                    <a:pt x="8303" y="6821"/>
                    <a:pt x="8303" y="6821"/>
                  </a:cubicBezTo>
                  <a:cubicBezTo>
                    <a:pt x="8359" y="6887"/>
                    <a:pt x="8359" y="6887"/>
                    <a:pt x="8359" y="6887"/>
                  </a:cubicBezTo>
                  <a:cubicBezTo>
                    <a:pt x="8415" y="6887"/>
                    <a:pt x="8415" y="6887"/>
                    <a:pt x="8415" y="6887"/>
                  </a:cubicBezTo>
                  <a:cubicBezTo>
                    <a:pt x="8471" y="6887"/>
                    <a:pt x="8471" y="6887"/>
                    <a:pt x="8471" y="6887"/>
                  </a:cubicBezTo>
                  <a:cubicBezTo>
                    <a:pt x="8471" y="6954"/>
                    <a:pt x="8471" y="6954"/>
                    <a:pt x="8471" y="6954"/>
                  </a:cubicBezTo>
                  <a:cubicBezTo>
                    <a:pt x="8527" y="6954"/>
                    <a:pt x="8527" y="6954"/>
                    <a:pt x="8527" y="6954"/>
                  </a:cubicBezTo>
                  <a:cubicBezTo>
                    <a:pt x="8471" y="6954"/>
                    <a:pt x="8471" y="6954"/>
                    <a:pt x="8471" y="6954"/>
                  </a:cubicBezTo>
                  <a:cubicBezTo>
                    <a:pt x="8471" y="6954"/>
                    <a:pt x="8471" y="6954"/>
                    <a:pt x="8471" y="6954"/>
                  </a:cubicBezTo>
                  <a:cubicBezTo>
                    <a:pt x="8415" y="6954"/>
                    <a:pt x="8415" y="6954"/>
                    <a:pt x="8415" y="6954"/>
                  </a:cubicBezTo>
                  <a:cubicBezTo>
                    <a:pt x="8303" y="6954"/>
                    <a:pt x="8303" y="6954"/>
                    <a:pt x="8303" y="6954"/>
                  </a:cubicBezTo>
                  <a:cubicBezTo>
                    <a:pt x="8303" y="6954"/>
                    <a:pt x="8303" y="6954"/>
                    <a:pt x="8303" y="6954"/>
                  </a:cubicBezTo>
                  <a:cubicBezTo>
                    <a:pt x="8359" y="6954"/>
                    <a:pt x="8359" y="6954"/>
                    <a:pt x="8359" y="6954"/>
                  </a:cubicBezTo>
                  <a:cubicBezTo>
                    <a:pt x="8359" y="7021"/>
                    <a:pt x="8359" y="7021"/>
                    <a:pt x="8359" y="7021"/>
                  </a:cubicBezTo>
                  <a:cubicBezTo>
                    <a:pt x="8303" y="7021"/>
                    <a:pt x="8303" y="7021"/>
                    <a:pt x="8303" y="7021"/>
                  </a:cubicBezTo>
                  <a:cubicBezTo>
                    <a:pt x="8247" y="6954"/>
                    <a:pt x="8247" y="6954"/>
                    <a:pt x="8247" y="6954"/>
                  </a:cubicBezTo>
                  <a:cubicBezTo>
                    <a:pt x="8135" y="6954"/>
                    <a:pt x="8135" y="6954"/>
                    <a:pt x="8135" y="6954"/>
                  </a:cubicBezTo>
                  <a:cubicBezTo>
                    <a:pt x="8078" y="7021"/>
                    <a:pt x="8078" y="7021"/>
                    <a:pt x="8078" y="7021"/>
                  </a:cubicBezTo>
                  <a:cubicBezTo>
                    <a:pt x="8078" y="6954"/>
                    <a:pt x="8078" y="6954"/>
                    <a:pt x="8078" y="6954"/>
                  </a:cubicBezTo>
                  <a:cubicBezTo>
                    <a:pt x="8022" y="6954"/>
                    <a:pt x="8022" y="6954"/>
                    <a:pt x="8022" y="6954"/>
                  </a:cubicBezTo>
                  <a:cubicBezTo>
                    <a:pt x="8022" y="7021"/>
                    <a:pt x="8022" y="7021"/>
                    <a:pt x="8022" y="7021"/>
                  </a:cubicBezTo>
                  <a:cubicBezTo>
                    <a:pt x="7966" y="7021"/>
                    <a:pt x="7966" y="7021"/>
                    <a:pt x="7966" y="7021"/>
                  </a:cubicBezTo>
                  <a:cubicBezTo>
                    <a:pt x="7854" y="7021"/>
                    <a:pt x="7854" y="7021"/>
                    <a:pt x="7854" y="7021"/>
                  </a:cubicBezTo>
                  <a:cubicBezTo>
                    <a:pt x="7854" y="7021"/>
                    <a:pt x="7854" y="7021"/>
                    <a:pt x="7854" y="7021"/>
                  </a:cubicBezTo>
                  <a:cubicBezTo>
                    <a:pt x="7742" y="7021"/>
                    <a:pt x="7742" y="7021"/>
                    <a:pt x="7742" y="7021"/>
                  </a:cubicBezTo>
                  <a:cubicBezTo>
                    <a:pt x="7742" y="7088"/>
                    <a:pt x="7742" y="7088"/>
                    <a:pt x="7742" y="7088"/>
                  </a:cubicBezTo>
                  <a:cubicBezTo>
                    <a:pt x="7742" y="7222"/>
                    <a:pt x="7742" y="7222"/>
                    <a:pt x="7742" y="7222"/>
                  </a:cubicBezTo>
                  <a:cubicBezTo>
                    <a:pt x="7742" y="7289"/>
                    <a:pt x="7742" y="7289"/>
                    <a:pt x="7742" y="7289"/>
                  </a:cubicBezTo>
                  <a:cubicBezTo>
                    <a:pt x="7742" y="7356"/>
                    <a:pt x="7742" y="7356"/>
                    <a:pt x="7742" y="7356"/>
                  </a:cubicBezTo>
                  <a:cubicBezTo>
                    <a:pt x="7742" y="7356"/>
                    <a:pt x="7742" y="7356"/>
                    <a:pt x="7742" y="7356"/>
                  </a:cubicBezTo>
                  <a:cubicBezTo>
                    <a:pt x="7742" y="7356"/>
                    <a:pt x="7742" y="7356"/>
                    <a:pt x="7742" y="7356"/>
                  </a:cubicBezTo>
                  <a:cubicBezTo>
                    <a:pt x="7742" y="7422"/>
                    <a:pt x="7742" y="7422"/>
                    <a:pt x="7742" y="7422"/>
                  </a:cubicBezTo>
                  <a:cubicBezTo>
                    <a:pt x="7798" y="7422"/>
                    <a:pt x="7798" y="7422"/>
                    <a:pt x="7798" y="7422"/>
                  </a:cubicBezTo>
                  <a:cubicBezTo>
                    <a:pt x="7798" y="7422"/>
                    <a:pt x="7798" y="7422"/>
                    <a:pt x="7798" y="7422"/>
                  </a:cubicBezTo>
                  <a:cubicBezTo>
                    <a:pt x="7854" y="7422"/>
                    <a:pt x="7854" y="7422"/>
                    <a:pt x="7854" y="7422"/>
                  </a:cubicBezTo>
                  <a:cubicBezTo>
                    <a:pt x="7910" y="7422"/>
                    <a:pt x="7910" y="7422"/>
                    <a:pt x="7910" y="7422"/>
                  </a:cubicBezTo>
                  <a:cubicBezTo>
                    <a:pt x="7910" y="7422"/>
                    <a:pt x="7910" y="7422"/>
                    <a:pt x="7910" y="7422"/>
                  </a:cubicBezTo>
                  <a:cubicBezTo>
                    <a:pt x="7910" y="7356"/>
                    <a:pt x="7910" y="7356"/>
                    <a:pt x="7910" y="7356"/>
                  </a:cubicBezTo>
                  <a:cubicBezTo>
                    <a:pt x="7966" y="7422"/>
                    <a:pt x="7966" y="7422"/>
                    <a:pt x="7966" y="7422"/>
                  </a:cubicBezTo>
                  <a:cubicBezTo>
                    <a:pt x="7966" y="7422"/>
                    <a:pt x="7966" y="7422"/>
                    <a:pt x="7966" y="7422"/>
                  </a:cubicBezTo>
                  <a:cubicBezTo>
                    <a:pt x="7966" y="7422"/>
                    <a:pt x="7966" y="7422"/>
                    <a:pt x="7966" y="7422"/>
                  </a:cubicBezTo>
                  <a:cubicBezTo>
                    <a:pt x="8022" y="7422"/>
                    <a:pt x="8022" y="7422"/>
                    <a:pt x="8022" y="7422"/>
                  </a:cubicBezTo>
                  <a:cubicBezTo>
                    <a:pt x="8022" y="7489"/>
                    <a:pt x="8022" y="7489"/>
                    <a:pt x="8022" y="7489"/>
                  </a:cubicBezTo>
                  <a:cubicBezTo>
                    <a:pt x="8078" y="7489"/>
                    <a:pt x="8078" y="7489"/>
                    <a:pt x="8078" y="7489"/>
                  </a:cubicBezTo>
                  <a:cubicBezTo>
                    <a:pt x="8078" y="7489"/>
                    <a:pt x="8078" y="7489"/>
                    <a:pt x="8078" y="7489"/>
                  </a:cubicBezTo>
                  <a:cubicBezTo>
                    <a:pt x="8135" y="7489"/>
                    <a:pt x="8135" y="7489"/>
                    <a:pt x="8135" y="7489"/>
                  </a:cubicBezTo>
                  <a:cubicBezTo>
                    <a:pt x="8135" y="7489"/>
                    <a:pt x="8135" y="7489"/>
                    <a:pt x="8135" y="7489"/>
                  </a:cubicBezTo>
                  <a:cubicBezTo>
                    <a:pt x="8191" y="7489"/>
                    <a:pt x="8191" y="7489"/>
                    <a:pt x="8191" y="7489"/>
                  </a:cubicBezTo>
                  <a:cubicBezTo>
                    <a:pt x="8247" y="7489"/>
                    <a:pt x="8247" y="7489"/>
                    <a:pt x="8247" y="7489"/>
                  </a:cubicBezTo>
                  <a:cubicBezTo>
                    <a:pt x="8303" y="7489"/>
                    <a:pt x="8303" y="7489"/>
                    <a:pt x="8303" y="7489"/>
                  </a:cubicBezTo>
                  <a:cubicBezTo>
                    <a:pt x="8303" y="7489"/>
                    <a:pt x="8303" y="7489"/>
                    <a:pt x="8303" y="7489"/>
                  </a:cubicBezTo>
                  <a:cubicBezTo>
                    <a:pt x="8359" y="7489"/>
                    <a:pt x="8359" y="7489"/>
                    <a:pt x="8359" y="7489"/>
                  </a:cubicBezTo>
                  <a:cubicBezTo>
                    <a:pt x="8415" y="7489"/>
                    <a:pt x="8415" y="7489"/>
                    <a:pt x="8415" y="7489"/>
                  </a:cubicBezTo>
                  <a:cubicBezTo>
                    <a:pt x="8471" y="7489"/>
                    <a:pt x="8471" y="7489"/>
                    <a:pt x="8471" y="7489"/>
                  </a:cubicBezTo>
                  <a:cubicBezTo>
                    <a:pt x="8471" y="7489"/>
                    <a:pt x="8471" y="7489"/>
                    <a:pt x="8471" y="7489"/>
                  </a:cubicBezTo>
                  <a:cubicBezTo>
                    <a:pt x="8527" y="7556"/>
                    <a:pt x="8527" y="7556"/>
                    <a:pt x="8527" y="7556"/>
                  </a:cubicBezTo>
                  <a:cubicBezTo>
                    <a:pt x="8527" y="7556"/>
                    <a:pt x="8527" y="7556"/>
                    <a:pt x="8527" y="7556"/>
                  </a:cubicBezTo>
                  <a:cubicBezTo>
                    <a:pt x="8527" y="7556"/>
                    <a:pt x="8527" y="7556"/>
                    <a:pt x="8527" y="7556"/>
                  </a:cubicBezTo>
                  <a:cubicBezTo>
                    <a:pt x="8583" y="7623"/>
                    <a:pt x="8583" y="7623"/>
                    <a:pt x="8583" y="7623"/>
                  </a:cubicBezTo>
                  <a:cubicBezTo>
                    <a:pt x="8583" y="7623"/>
                    <a:pt x="8583" y="7623"/>
                    <a:pt x="8583" y="7623"/>
                  </a:cubicBezTo>
                  <a:cubicBezTo>
                    <a:pt x="8583" y="7623"/>
                    <a:pt x="8583" y="7623"/>
                    <a:pt x="8583" y="7623"/>
                  </a:cubicBezTo>
                  <a:cubicBezTo>
                    <a:pt x="8640" y="7623"/>
                    <a:pt x="8640" y="7623"/>
                    <a:pt x="8640" y="7623"/>
                  </a:cubicBezTo>
                  <a:cubicBezTo>
                    <a:pt x="8696" y="7690"/>
                    <a:pt x="8696" y="7690"/>
                    <a:pt x="8696" y="7690"/>
                  </a:cubicBezTo>
                  <a:cubicBezTo>
                    <a:pt x="8696" y="7690"/>
                    <a:pt x="8696" y="7690"/>
                    <a:pt x="8696" y="7690"/>
                  </a:cubicBezTo>
                  <a:cubicBezTo>
                    <a:pt x="8696" y="7690"/>
                    <a:pt x="8696" y="7690"/>
                    <a:pt x="8696" y="7690"/>
                  </a:cubicBezTo>
                  <a:cubicBezTo>
                    <a:pt x="8752" y="7757"/>
                    <a:pt x="8752" y="7757"/>
                    <a:pt x="8752" y="7757"/>
                  </a:cubicBezTo>
                  <a:cubicBezTo>
                    <a:pt x="8752" y="7757"/>
                    <a:pt x="8752" y="7757"/>
                    <a:pt x="8752" y="7757"/>
                  </a:cubicBezTo>
                  <a:cubicBezTo>
                    <a:pt x="8752" y="7824"/>
                    <a:pt x="8752" y="7824"/>
                    <a:pt x="8752" y="7824"/>
                  </a:cubicBezTo>
                  <a:cubicBezTo>
                    <a:pt x="8808" y="7824"/>
                    <a:pt x="8808" y="7824"/>
                    <a:pt x="8808" y="7824"/>
                  </a:cubicBezTo>
                  <a:cubicBezTo>
                    <a:pt x="8864" y="7891"/>
                    <a:pt x="8864" y="7891"/>
                    <a:pt x="8864" y="7891"/>
                  </a:cubicBezTo>
                  <a:cubicBezTo>
                    <a:pt x="8864" y="7957"/>
                    <a:pt x="8864" y="7957"/>
                    <a:pt x="8864" y="7957"/>
                  </a:cubicBezTo>
                  <a:cubicBezTo>
                    <a:pt x="8864" y="7957"/>
                    <a:pt x="8864" y="7957"/>
                    <a:pt x="8864" y="7957"/>
                  </a:cubicBezTo>
                  <a:cubicBezTo>
                    <a:pt x="8864" y="7957"/>
                    <a:pt x="8864" y="7957"/>
                    <a:pt x="8864" y="7957"/>
                  </a:cubicBezTo>
                  <a:cubicBezTo>
                    <a:pt x="8808" y="7957"/>
                    <a:pt x="8808" y="7957"/>
                    <a:pt x="8808" y="7957"/>
                  </a:cubicBezTo>
                  <a:cubicBezTo>
                    <a:pt x="8752" y="7957"/>
                    <a:pt x="8752" y="7957"/>
                    <a:pt x="8752" y="7957"/>
                  </a:cubicBezTo>
                  <a:cubicBezTo>
                    <a:pt x="8640" y="7891"/>
                    <a:pt x="8640" y="7891"/>
                    <a:pt x="8640" y="7891"/>
                  </a:cubicBezTo>
                  <a:cubicBezTo>
                    <a:pt x="8640" y="7957"/>
                    <a:pt x="8640" y="7957"/>
                    <a:pt x="8640" y="7957"/>
                  </a:cubicBezTo>
                  <a:cubicBezTo>
                    <a:pt x="8583" y="7891"/>
                    <a:pt x="8583" y="7891"/>
                    <a:pt x="8583" y="7891"/>
                  </a:cubicBezTo>
                  <a:cubicBezTo>
                    <a:pt x="8583" y="7957"/>
                    <a:pt x="8583" y="7957"/>
                    <a:pt x="8583" y="7957"/>
                  </a:cubicBezTo>
                  <a:cubicBezTo>
                    <a:pt x="8527" y="7957"/>
                    <a:pt x="8527" y="7957"/>
                    <a:pt x="8527" y="7957"/>
                  </a:cubicBezTo>
                  <a:cubicBezTo>
                    <a:pt x="8527" y="7891"/>
                    <a:pt x="8527" y="7891"/>
                    <a:pt x="8527" y="7891"/>
                  </a:cubicBezTo>
                  <a:cubicBezTo>
                    <a:pt x="8471" y="7891"/>
                    <a:pt x="8471" y="7891"/>
                    <a:pt x="8471" y="7891"/>
                  </a:cubicBezTo>
                  <a:cubicBezTo>
                    <a:pt x="8471" y="7824"/>
                    <a:pt x="8471" y="7824"/>
                    <a:pt x="8471" y="7824"/>
                  </a:cubicBezTo>
                  <a:cubicBezTo>
                    <a:pt x="8415" y="7824"/>
                    <a:pt x="8415" y="7824"/>
                    <a:pt x="8415" y="7824"/>
                  </a:cubicBezTo>
                  <a:cubicBezTo>
                    <a:pt x="8359" y="7824"/>
                    <a:pt x="8359" y="7824"/>
                    <a:pt x="8359" y="7824"/>
                  </a:cubicBezTo>
                  <a:cubicBezTo>
                    <a:pt x="8359" y="7824"/>
                    <a:pt x="8359" y="7824"/>
                    <a:pt x="8359" y="7824"/>
                  </a:cubicBezTo>
                  <a:cubicBezTo>
                    <a:pt x="8303" y="7824"/>
                    <a:pt x="8303" y="7824"/>
                    <a:pt x="8303" y="7824"/>
                  </a:cubicBezTo>
                  <a:cubicBezTo>
                    <a:pt x="8247" y="7757"/>
                    <a:pt x="8247" y="7757"/>
                    <a:pt x="8247" y="7757"/>
                  </a:cubicBezTo>
                  <a:cubicBezTo>
                    <a:pt x="8247" y="7757"/>
                    <a:pt x="8247" y="7757"/>
                    <a:pt x="8247" y="7757"/>
                  </a:cubicBezTo>
                  <a:cubicBezTo>
                    <a:pt x="8247" y="7757"/>
                    <a:pt x="8247" y="7757"/>
                    <a:pt x="8247" y="7757"/>
                  </a:cubicBezTo>
                  <a:cubicBezTo>
                    <a:pt x="8191" y="7757"/>
                    <a:pt x="8191" y="7757"/>
                    <a:pt x="8191" y="7757"/>
                  </a:cubicBezTo>
                  <a:cubicBezTo>
                    <a:pt x="8191" y="7757"/>
                    <a:pt x="8191" y="7757"/>
                    <a:pt x="8191" y="7757"/>
                  </a:cubicBezTo>
                  <a:cubicBezTo>
                    <a:pt x="8135" y="7690"/>
                    <a:pt x="8135" y="7690"/>
                    <a:pt x="8135" y="7690"/>
                  </a:cubicBezTo>
                  <a:cubicBezTo>
                    <a:pt x="8022" y="7690"/>
                    <a:pt x="8022" y="7690"/>
                    <a:pt x="8022" y="7690"/>
                  </a:cubicBezTo>
                  <a:cubicBezTo>
                    <a:pt x="7966" y="7690"/>
                    <a:pt x="7966" y="7690"/>
                    <a:pt x="7966" y="7690"/>
                  </a:cubicBezTo>
                  <a:cubicBezTo>
                    <a:pt x="7910" y="7690"/>
                    <a:pt x="7910" y="7690"/>
                    <a:pt x="7910" y="7690"/>
                  </a:cubicBezTo>
                  <a:cubicBezTo>
                    <a:pt x="7742" y="7690"/>
                    <a:pt x="7742" y="7690"/>
                    <a:pt x="7742" y="7690"/>
                  </a:cubicBezTo>
                  <a:cubicBezTo>
                    <a:pt x="7686" y="7690"/>
                    <a:pt x="7686" y="7690"/>
                    <a:pt x="7686" y="7690"/>
                  </a:cubicBezTo>
                  <a:cubicBezTo>
                    <a:pt x="7630" y="7757"/>
                    <a:pt x="7630" y="7757"/>
                    <a:pt x="7630" y="7757"/>
                  </a:cubicBezTo>
                  <a:cubicBezTo>
                    <a:pt x="7630" y="7757"/>
                    <a:pt x="7630" y="7757"/>
                    <a:pt x="7630" y="7757"/>
                  </a:cubicBezTo>
                  <a:cubicBezTo>
                    <a:pt x="7574" y="7824"/>
                    <a:pt x="7574" y="7824"/>
                    <a:pt x="7574" y="7824"/>
                  </a:cubicBezTo>
                  <a:cubicBezTo>
                    <a:pt x="7574" y="7891"/>
                    <a:pt x="7574" y="7891"/>
                    <a:pt x="7574" y="7891"/>
                  </a:cubicBezTo>
                  <a:cubicBezTo>
                    <a:pt x="7574" y="8024"/>
                    <a:pt x="7574" y="8024"/>
                    <a:pt x="7574" y="8024"/>
                  </a:cubicBezTo>
                  <a:cubicBezTo>
                    <a:pt x="7574" y="8024"/>
                    <a:pt x="7574" y="8024"/>
                    <a:pt x="7574" y="8024"/>
                  </a:cubicBezTo>
                  <a:cubicBezTo>
                    <a:pt x="7574" y="8091"/>
                    <a:pt x="7574" y="8091"/>
                    <a:pt x="7574" y="8091"/>
                  </a:cubicBezTo>
                  <a:cubicBezTo>
                    <a:pt x="7574" y="8091"/>
                    <a:pt x="7574" y="8091"/>
                    <a:pt x="7574" y="8091"/>
                  </a:cubicBezTo>
                  <a:cubicBezTo>
                    <a:pt x="7574" y="8091"/>
                    <a:pt x="7574" y="8091"/>
                    <a:pt x="7574" y="8091"/>
                  </a:cubicBezTo>
                  <a:cubicBezTo>
                    <a:pt x="7574" y="8091"/>
                    <a:pt x="7574" y="8091"/>
                    <a:pt x="7574" y="8091"/>
                  </a:cubicBezTo>
                  <a:cubicBezTo>
                    <a:pt x="7630" y="8225"/>
                    <a:pt x="7630" y="8225"/>
                    <a:pt x="7630" y="8225"/>
                  </a:cubicBezTo>
                  <a:cubicBezTo>
                    <a:pt x="7630" y="8292"/>
                    <a:pt x="7630" y="8292"/>
                    <a:pt x="7630" y="8292"/>
                  </a:cubicBezTo>
                  <a:cubicBezTo>
                    <a:pt x="7630" y="8292"/>
                    <a:pt x="7630" y="8292"/>
                    <a:pt x="7630" y="8292"/>
                  </a:cubicBezTo>
                  <a:cubicBezTo>
                    <a:pt x="7742" y="8359"/>
                    <a:pt x="7742" y="8359"/>
                    <a:pt x="7742" y="8359"/>
                  </a:cubicBezTo>
                  <a:cubicBezTo>
                    <a:pt x="7742" y="8359"/>
                    <a:pt x="7742" y="8359"/>
                    <a:pt x="7742" y="8359"/>
                  </a:cubicBezTo>
                  <a:cubicBezTo>
                    <a:pt x="7798" y="8359"/>
                    <a:pt x="7798" y="8359"/>
                    <a:pt x="7798" y="8359"/>
                  </a:cubicBezTo>
                  <a:cubicBezTo>
                    <a:pt x="7798" y="8359"/>
                    <a:pt x="7798" y="8359"/>
                    <a:pt x="7798" y="8359"/>
                  </a:cubicBezTo>
                  <a:cubicBezTo>
                    <a:pt x="7854" y="8359"/>
                    <a:pt x="7854" y="8359"/>
                    <a:pt x="7854" y="8359"/>
                  </a:cubicBezTo>
                  <a:cubicBezTo>
                    <a:pt x="7910" y="8359"/>
                    <a:pt x="7910" y="8359"/>
                    <a:pt x="7910" y="8359"/>
                  </a:cubicBezTo>
                  <a:cubicBezTo>
                    <a:pt x="7910" y="8359"/>
                    <a:pt x="7910" y="8359"/>
                    <a:pt x="7910" y="8359"/>
                  </a:cubicBezTo>
                  <a:cubicBezTo>
                    <a:pt x="7966" y="8426"/>
                    <a:pt x="7966" y="8426"/>
                    <a:pt x="7966" y="8426"/>
                  </a:cubicBezTo>
                  <a:cubicBezTo>
                    <a:pt x="8022" y="8426"/>
                    <a:pt x="8022" y="8426"/>
                    <a:pt x="8022" y="8426"/>
                  </a:cubicBezTo>
                  <a:cubicBezTo>
                    <a:pt x="8022" y="8492"/>
                    <a:pt x="8022" y="8492"/>
                    <a:pt x="8022" y="8492"/>
                  </a:cubicBezTo>
                  <a:cubicBezTo>
                    <a:pt x="8078" y="8492"/>
                    <a:pt x="8078" y="8492"/>
                    <a:pt x="8078" y="8492"/>
                  </a:cubicBezTo>
                  <a:cubicBezTo>
                    <a:pt x="8078" y="8492"/>
                    <a:pt x="8078" y="8492"/>
                    <a:pt x="8078" y="8492"/>
                  </a:cubicBezTo>
                  <a:cubicBezTo>
                    <a:pt x="8022" y="8492"/>
                    <a:pt x="8022" y="8492"/>
                    <a:pt x="8022" y="8492"/>
                  </a:cubicBezTo>
                  <a:cubicBezTo>
                    <a:pt x="8022" y="8559"/>
                    <a:pt x="8022" y="8559"/>
                    <a:pt x="8022" y="8559"/>
                  </a:cubicBezTo>
                  <a:cubicBezTo>
                    <a:pt x="8022" y="8559"/>
                    <a:pt x="8022" y="8559"/>
                    <a:pt x="8022" y="8559"/>
                  </a:cubicBezTo>
                  <a:cubicBezTo>
                    <a:pt x="8022" y="8626"/>
                    <a:pt x="8022" y="8626"/>
                    <a:pt x="8022" y="8626"/>
                  </a:cubicBezTo>
                  <a:cubicBezTo>
                    <a:pt x="8022" y="8626"/>
                    <a:pt x="8022" y="8626"/>
                    <a:pt x="8022" y="8626"/>
                  </a:cubicBezTo>
                  <a:cubicBezTo>
                    <a:pt x="7966" y="8693"/>
                    <a:pt x="7966" y="8693"/>
                    <a:pt x="7966" y="8693"/>
                  </a:cubicBezTo>
                  <a:cubicBezTo>
                    <a:pt x="7966" y="8693"/>
                    <a:pt x="7966" y="8693"/>
                    <a:pt x="7966" y="8693"/>
                  </a:cubicBezTo>
                  <a:cubicBezTo>
                    <a:pt x="7910" y="8760"/>
                    <a:pt x="7910" y="8760"/>
                    <a:pt x="7910" y="8760"/>
                  </a:cubicBezTo>
                  <a:cubicBezTo>
                    <a:pt x="7966" y="8760"/>
                    <a:pt x="7966" y="8760"/>
                    <a:pt x="7966" y="8760"/>
                  </a:cubicBezTo>
                  <a:cubicBezTo>
                    <a:pt x="7966" y="8827"/>
                    <a:pt x="7966" y="8827"/>
                    <a:pt x="7966" y="8827"/>
                  </a:cubicBezTo>
                  <a:cubicBezTo>
                    <a:pt x="7966" y="8894"/>
                    <a:pt x="7966" y="8894"/>
                    <a:pt x="7966" y="8894"/>
                  </a:cubicBezTo>
                  <a:cubicBezTo>
                    <a:pt x="7966" y="8894"/>
                    <a:pt x="7966" y="8894"/>
                    <a:pt x="7966" y="8894"/>
                  </a:cubicBezTo>
                  <a:cubicBezTo>
                    <a:pt x="7910" y="8960"/>
                    <a:pt x="7910" y="8960"/>
                    <a:pt x="7910" y="8960"/>
                  </a:cubicBezTo>
                  <a:cubicBezTo>
                    <a:pt x="7966" y="8960"/>
                    <a:pt x="7966" y="8960"/>
                    <a:pt x="7966" y="8960"/>
                  </a:cubicBezTo>
                  <a:cubicBezTo>
                    <a:pt x="8022" y="8960"/>
                    <a:pt x="8022" y="8960"/>
                    <a:pt x="8022" y="8960"/>
                  </a:cubicBezTo>
                  <a:cubicBezTo>
                    <a:pt x="8078" y="8960"/>
                    <a:pt x="8078" y="8960"/>
                    <a:pt x="8078" y="8960"/>
                  </a:cubicBezTo>
                  <a:cubicBezTo>
                    <a:pt x="8078" y="8960"/>
                    <a:pt x="8078" y="8960"/>
                    <a:pt x="8078" y="8960"/>
                  </a:cubicBezTo>
                  <a:cubicBezTo>
                    <a:pt x="8078" y="8960"/>
                    <a:pt x="8078" y="8960"/>
                    <a:pt x="8078" y="8960"/>
                  </a:cubicBezTo>
                  <a:cubicBezTo>
                    <a:pt x="8135" y="8960"/>
                    <a:pt x="8135" y="8960"/>
                    <a:pt x="8135" y="8960"/>
                  </a:cubicBezTo>
                  <a:cubicBezTo>
                    <a:pt x="8135" y="8960"/>
                    <a:pt x="8135" y="8960"/>
                    <a:pt x="8135" y="8960"/>
                  </a:cubicBezTo>
                  <a:cubicBezTo>
                    <a:pt x="8191" y="8960"/>
                    <a:pt x="8191" y="8960"/>
                    <a:pt x="8191" y="8960"/>
                  </a:cubicBezTo>
                  <a:cubicBezTo>
                    <a:pt x="8247" y="8960"/>
                    <a:pt x="8247" y="8960"/>
                    <a:pt x="8247" y="8960"/>
                  </a:cubicBezTo>
                  <a:cubicBezTo>
                    <a:pt x="8303" y="9027"/>
                    <a:pt x="8303" y="9027"/>
                    <a:pt x="8303" y="9027"/>
                  </a:cubicBezTo>
                  <a:cubicBezTo>
                    <a:pt x="8359" y="8960"/>
                    <a:pt x="8359" y="8960"/>
                    <a:pt x="8359" y="8960"/>
                  </a:cubicBezTo>
                  <a:cubicBezTo>
                    <a:pt x="8415" y="8960"/>
                    <a:pt x="8415" y="8960"/>
                    <a:pt x="8415" y="8960"/>
                  </a:cubicBezTo>
                  <a:cubicBezTo>
                    <a:pt x="8415" y="9027"/>
                    <a:pt x="8415" y="9027"/>
                    <a:pt x="8415" y="9027"/>
                  </a:cubicBezTo>
                  <a:cubicBezTo>
                    <a:pt x="8415" y="9027"/>
                    <a:pt x="8415" y="9027"/>
                    <a:pt x="8415" y="9027"/>
                  </a:cubicBezTo>
                  <a:cubicBezTo>
                    <a:pt x="8471" y="8960"/>
                    <a:pt x="8471" y="8960"/>
                    <a:pt x="8471" y="8960"/>
                  </a:cubicBezTo>
                  <a:cubicBezTo>
                    <a:pt x="8471" y="8960"/>
                    <a:pt x="8471" y="8960"/>
                    <a:pt x="8471" y="8960"/>
                  </a:cubicBezTo>
                  <a:cubicBezTo>
                    <a:pt x="8527" y="8960"/>
                    <a:pt x="8527" y="8960"/>
                    <a:pt x="8527" y="8960"/>
                  </a:cubicBezTo>
                  <a:cubicBezTo>
                    <a:pt x="8527" y="9027"/>
                    <a:pt x="8527" y="9027"/>
                    <a:pt x="8527" y="9027"/>
                  </a:cubicBezTo>
                  <a:cubicBezTo>
                    <a:pt x="8527" y="9027"/>
                    <a:pt x="8527" y="9027"/>
                    <a:pt x="8527" y="9027"/>
                  </a:cubicBezTo>
                  <a:cubicBezTo>
                    <a:pt x="8527" y="9027"/>
                    <a:pt x="8527" y="9027"/>
                    <a:pt x="8527" y="9027"/>
                  </a:cubicBezTo>
                  <a:cubicBezTo>
                    <a:pt x="8583" y="9027"/>
                    <a:pt x="8583" y="9027"/>
                    <a:pt x="8583" y="9027"/>
                  </a:cubicBezTo>
                  <a:cubicBezTo>
                    <a:pt x="8583" y="9027"/>
                    <a:pt x="8583" y="9027"/>
                    <a:pt x="8583" y="9027"/>
                  </a:cubicBezTo>
                  <a:cubicBezTo>
                    <a:pt x="8640" y="9027"/>
                    <a:pt x="8640" y="9027"/>
                    <a:pt x="8640" y="9027"/>
                  </a:cubicBezTo>
                  <a:cubicBezTo>
                    <a:pt x="8640" y="9027"/>
                    <a:pt x="8640" y="9027"/>
                    <a:pt x="8640" y="9027"/>
                  </a:cubicBezTo>
                  <a:cubicBezTo>
                    <a:pt x="8696" y="9027"/>
                    <a:pt x="8696" y="9027"/>
                    <a:pt x="8696" y="9027"/>
                  </a:cubicBezTo>
                  <a:cubicBezTo>
                    <a:pt x="8696" y="8960"/>
                    <a:pt x="8696" y="8960"/>
                    <a:pt x="8696" y="8960"/>
                  </a:cubicBezTo>
                  <a:cubicBezTo>
                    <a:pt x="8752" y="8960"/>
                    <a:pt x="8752" y="8960"/>
                    <a:pt x="8752" y="8960"/>
                  </a:cubicBezTo>
                  <a:cubicBezTo>
                    <a:pt x="8808" y="8960"/>
                    <a:pt x="8808" y="8960"/>
                    <a:pt x="8808" y="8960"/>
                  </a:cubicBezTo>
                  <a:cubicBezTo>
                    <a:pt x="8864" y="8894"/>
                    <a:pt x="8864" y="8894"/>
                    <a:pt x="8864" y="8894"/>
                  </a:cubicBezTo>
                  <a:cubicBezTo>
                    <a:pt x="8920" y="8894"/>
                    <a:pt x="8920" y="8894"/>
                    <a:pt x="8920" y="8894"/>
                  </a:cubicBezTo>
                  <a:cubicBezTo>
                    <a:pt x="8976" y="8894"/>
                    <a:pt x="8976" y="8894"/>
                    <a:pt x="8976" y="8894"/>
                  </a:cubicBezTo>
                  <a:cubicBezTo>
                    <a:pt x="8976" y="8894"/>
                    <a:pt x="8976" y="8894"/>
                    <a:pt x="8976" y="8894"/>
                  </a:cubicBezTo>
                  <a:cubicBezTo>
                    <a:pt x="8976" y="8894"/>
                    <a:pt x="8976" y="8894"/>
                    <a:pt x="8976" y="8894"/>
                  </a:cubicBezTo>
                  <a:cubicBezTo>
                    <a:pt x="9032" y="8894"/>
                    <a:pt x="9032" y="8894"/>
                    <a:pt x="9032" y="8894"/>
                  </a:cubicBezTo>
                  <a:cubicBezTo>
                    <a:pt x="9088" y="8894"/>
                    <a:pt x="9088" y="8894"/>
                    <a:pt x="9088" y="8894"/>
                  </a:cubicBezTo>
                  <a:cubicBezTo>
                    <a:pt x="9088" y="8894"/>
                    <a:pt x="9088" y="8894"/>
                    <a:pt x="9088" y="8894"/>
                  </a:cubicBezTo>
                  <a:cubicBezTo>
                    <a:pt x="9201" y="8894"/>
                    <a:pt x="9201" y="8894"/>
                    <a:pt x="9201" y="8894"/>
                  </a:cubicBezTo>
                  <a:cubicBezTo>
                    <a:pt x="9313" y="8827"/>
                    <a:pt x="9313" y="8827"/>
                    <a:pt x="9313" y="8827"/>
                  </a:cubicBezTo>
                  <a:cubicBezTo>
                    <a:pt x="9313" y="8760"/>
                    <a:pt x="9313" y="8760"/>
                    <a:pt x="9313" y="8760"/>
                  </a:cubicBezTo>
                  <a:cubicBezTo>
                    <a:pt x="9313" y="8760"/>
                    <a:pt x="9313" y="8760"/>
                    <a:pt x="9313" y="8760"/>
                  </a:cubicBezTo>
                  <a:cubicBezTo>
                    <a:pt x="9369" y="8827"/>
                    <a:pt x="9369" y="8827"/>
                    <a:pt x="9369" y="8827"/>
                  </a:cubicBezTo>
                  <a:cubicBezTo>
                    <a:pt x="9369" y="8760"/>
                    <a:pt x="9369" y="8760"/>
                    <a:pt x="9369" y="8760"/>
                  </a:cubicBezTo>
                  <a:cubicBezTo>
                    <a:pt x="9425" y="8760"/>
                    <a:pt x="9425" y="8760"/>
                    <a:pt x="9425" y="8760"/>
                  </a:cubicBezTo>
                  <a:cubicBezTo>
                    <a:pt x="9425" y="8693"/>
                    <a:pt x="9425" y="8693"/>
                    <a:pt x="9425" y="8693"/>
                  </a:cubicBezTo>
                  <a:cubicBezTo>
                    <a:pt x="9425" y="8693"/>
                    <a:pt x="9425" y="8693"/>
                    <a:pt x="9425" y="8693"/>
                  </a:cubicBezTo>
                  <a:cubicBezTo>
                    <a:pt x="9425" y="8693"/>
                    <a:pt x="9425" y="8693"/>
                    <a:pt x="9425" y="8693"/>
                  </a:cubicBezTo>
                  <a:cubicBezTo>
                    <a:pt x="9481" y="8693"/>
                    <a:pt x="9481" y="8693"/>
                    <a:pt x="9481" y="8693"/>
                  </a:cubicBezTo>
                  <a:cubicBezTo>
                    <a:pt x="9481" y="8693"/>
                    <a:pt x="9481" y="8693"/>
                    <a:pt x="9481" y="8693"/>
                  </a:cubicBezTo>
                  <a:cubicBezTo>
                    <a:pt x="9481" y="8626"/>
                    <a:pt x="9481" y="8626"/>
                    <a:pt x="9481" y="8626"/>
                  </a:cubicBezTo>
                  <a:cubicBezTo>
                    <a:pt x="9481" y="8626"/>
                    <a:pt x="9481" y="8626"/>
                    <a:pt x="9481" y="8626"/>
                  </a:cubicBezTo>
                  <a:cubicBezTo>
                    <a:pt x="9537" y="8626"/>
                    <a:pt x="9537" y="8626"/>
                    <a:pt x="9537" y="8626"/>
                  </a:cubicBezTo>
                  <a:cubicBezTo>
                    <a:pt x="9537" y="8693"/>
                    <a:pt x="9537" y="8693"/>
                    <a:pt x="9537" y="8693"/>
                  </a:cubicBezTo>
                  <a:cubicBezTo>
                    <a:pt x="9537" y="8693"/>
                    <a:pt x="9537" y="8693"/>
                    <a:pt x="9537" y="8693"/>
                  </a:cubicBezTo>
                  <a:cubicBezTo>
                    <a:pt x="9537" y="8760"/>
                    <a:pt x="9537" y="8760"/>
                    <a:pt x="9537" y="8760"/>
                  </a:cubicBezTo>
                  <a:cubicBezTo>
                    <a:pt x="9537" y="8760"/>
                    <a:pt x="9537" y="8760"/>
                    <a:pt x="9537" y="8760"/>
                  </a:cubicBezTo>
                  <a:cubicBezTo>
                    <a:pt x="9537" y="8760"/>
                    <a:pt x="9537" y="8760"/>
                    <a:pt x="9537" y="8760"/>
                  </a:cubicBezTo>
                  <a:cubicBezTo>
                    <a:pt x="9481" y="8827"/>
                    <a:pt x="9481" y="8827"/>
                    <a:pt x="9481" y="8827"/>
                  </a:cubicBezTo>
                  <a:cubicBezTo>
                    <a:pt x="9481" y="8827"/>
                    <a:pt x="9481" y="8827"/>
                    <a:pt x="9481" y="8827"/>
                  </a:cubicBezTo>
                  <a:cubicBezTo>
                    <a:pt x="9481" y="8827"/>
                    <a:pt x="9481" y="8827"/>
                    <a:pt x="9481" y="8827"/>
                  </a:cubicBezTo>
                  <a:cubicBezTo>
                    <a:pt x="9537" y="8894"/>
                    <a:pt x="9537" y="8894"/>
                    <a:pt x="9537" y="8894"/>
                  </a:cubicBezTo>
                  <a:cubicBezTo>
                    <a:pt x="9537" y="8894"/>
                    <a:pt x="9537" y="8894"/>
                    <a:pt x="9537" y="8894"/>
                  </a:cubicBezTo>
                  <a:cubicBezTo>
                    <a:pt x="9593" y="8894"/>
                    <a:pt x="9593" y="8894"/>
                    <a:pt x="9593" y="8894"/>
                  </a:cubicBezTo>
                  <a:cubicBezTo>
                    <a:pt x="9593" y="8894"/>
                    <a:pt x="9593" y="8894"/>
                    <a:pt x="9593" y="8894"/>
                  </a:cubicBezTo>
                  <a:cubicBezTo>
                    <a:pt x="9649" y="8894"/>
                    <a:pt x="9649" y="8894"/>
                    <a:pt x="9649" y="8894"/>
                  </a:cubicBezTo>
                  <a:cubicBezTo>
                    <a:pt x="9649" y="8960"/>
                    <a:pt x="9649" y="8960"/>
                    <a:pt x="9649" y="8960"/>
                  </a:cubicBezTo>
                  <a:cubicBezTo>
                    <a:pt x="9649" y="8960"/>
                    <a:pt x="9649" y="8960"/>
                    <a:pt x="9649" y="8960"/>
                  </a:cubicBezTo>
                  <a:cubicBezTo>
                    <a:pt x="9649" y="8960"/>
                    <a:pt x="9649" y="8960"/>
                    <a:pt x="9649" y="8960"/>
                  </a:cubicBezTo>
                  <a:cubicBezTo>
                    <a:pt x="9705" y="8960"/>
                    <a:pt x="9705" y="8960"/>
                    <a:pt x="9705" y="8960"/>
                  </a:cubicBezTo>
                  <a:cubicBezTo>
                    <a:pt x="9705" y="8960"/>
                    <a:pt x="9705" y="8960"/>
                    <a:pt x="9705" y="8960"/>
                  </a:cubicBezTo>
                  <a:cubicBezTo>
                    <a:pt x="9705" y="8960"/>
                    <a:pt x="9705" y="8960"/>
                    <a:pt x="9705" y="8960"/>
                  </a:cubicBezTo>
                  <a:cubicBezTo>
                    <a:pt x="9705" y="9027"/>
                    <a:pt x="9705" y="9027"/>
                    <a:pt x="9705" y="9027"/>
                  </a:cubicBezTo>
                  <a:cubicBezTo>
                    <a:pt x="9649" y="9027"/>
                    <a:pt x="9649" y="9027"/>
                    <a:pt x="9649" y="9027"/>
                  </a:cubicBezTo>
                  <a:cubicBezTo>
                    <a:pt x="9649" y="9027"/>
                    <a:pt x="9649" y="9027"/>
                    <a:pt x="9649" y="9027"/>
                  </a:cubicBezTo>
                  <a:cubicBezTo>
                    <a:pt x="9649" y="9094"/>
                    <a:pt x="9649" y="9094"/>
                    <a:pt x="9649" y="9094"/>
                  </a:cubicBezTo>
                  <a:cubicBezTo>
                    <a:pt x="9649" y="9094"/>
                    <a:pt x="9649" y="9094"/>
                    <a:pt x="9649" y="9094"/>
                  </a:cubicBezTo>
                  <a:cubicBezTo>
                    <a:pt x="9705" y="9094"/>
                    <a:pt x="9705" y="9094"/>
                    <a:pt x="9705" y="9094"/>
                  </a:cubicBezTo>
                  <a:cubicBezTo>
                    <a:pt x="9705" y="9094"/>
                    <a:pt x="9705" y="9094"/>
                    <a:pt x="9705" y="9094"/>
                  </a:cubicBezTo>
                  <a:cubicBezTo>
                    <a:pt x="9762" y="9094"/>
                    <a:pt x="9762" y="9094"/>
                    <a:pt x="9762" y="9094"/>
                  </a:cubicBezTo>
                  <a:cubicBezTo>
                    <a:pt x="9818" y="9027"/>
                    <a:pt x="9818" y="9027"/>
                    <a:pt x="9818" y="9027"/>
                  </a:cubicBezTo>
                  <a:cubicBezTo>
                    <a:pt x="9818" y="9027"/>
                    <a:pt x="9818" y="9027"/>
                    <a:pt x="9818" y="9027"/>
                  </a:cubicBezTo>
                  <a:cubicBezTo>
                    <a:pt x="9818" y="9094"/>
                    <a:pt x="9818" y="9094"/>
                    <a:pt x="9818" y="9094"/>
                  </a:cubicBezTo>
                  <a:cubicBezTo>
                    <a:pt x="9818" y="9161"/>
                    <a:pt x="9818" y="9161"/>
                    <a:pt x="9818" y="9161"/>
                  </a:cubicBezTo>
                  <a:cubicBezTo>
                    <a:pt x="9874" y="9161"/>
                    <a:pt x="9874" y="9161"/>
                    <a:pt x="9874" y="9161"/>
                  </a:cubicBezTo>
                  <a:cubicBezTo>
                    <a:pt x="9874" y="9161"/>
                    <a:pt x="9874" y="9161"/>
                    <a:pt x="9874" y="9161"/>
                  </a:cubicBezTo>
                  <a:cubicBezTo>
                    <a:pt x="9930" y="9161"/>
                    <a:pt x="9930" y="9161"/>
                    <a:pt x="9930" y="9161"/>
                  </a:cubicBezTo>
                  <a:cubicBezTo>
                    <a:pt x="9930" y="9161"/>
                    <a:pt x="9930" y="9161"/>
                    <a:pt x="9930" y="9161"/>
                  </a:cubicBezTo>
                  <a:cubicBezTo>
                    <a:pt x="9986" y="9161"/>
                    <a:pt x="9986" y="9161"/>
                    <a:pt x="9986" y="9161"/>
                  </a:cubicBezTo>
                  <a:cubicBezTo>
                    <a:pt x="9986" y="9228"/>
                    <a:pt x="9986" y="9228"/>
                    <a:pt x="9986" y="9228"/>
                  </a:cubicBezTo>
                  <a:cubicBezTo>
                    <a:pt x="10042" y="9228"/>
                    <a:pt x="10042" y="9228"/>
                    <a:pt x="10042" y="9228"/>
                  </a:cubicBezTo>
                  <a:cubicBezTo>
                    <a:pt x="10042" y="9161"/>
                    <a:pt x="10042" y="9161"/>
                    <a:pt x="10042" y="9161"/>
                  </a:cubicBezTo>
                  <a:cubicBezTo>
                    <a:pt x="10042" y="9161"/>
                    <a:pt x="10042" y="9161"/>
                    <a:pt x="10042" y="9161"/>
                  </a:cubicBezTo>
                  <a:cubicBezTo>
                    <a:pt x="10098" y="9161"/>
                    <a:pt x="10098" y="9161"/>
                    <a:pt x="10098" y="9161"/>
                  </a:cubicBezTo>
                  <a:cubicBezTo>
                    <a:pt x="10098" y="9161"/>
                    <a:pt x="10098" y="9161"/>
                    <a:pt x="10098" y="9161"/>
                  </a:cubicBezTo>
                  <a:cubicBezTo>
                    <a:pt x="10098" y="9228"/>
                    <a:pt x="10098" y="9228"/>
                    <a:pt x="10098" y="9228"/>
                  </a:cubicBezTo>
                  <a:cubicBezTo>
                    <a:pt x="10098" y="9228"/>
                    <a:pt x="10098" y="9228"/>
                    <a:pt x="10098" y="9228"/>
                  </a:cubicBezTo>
                  <a:cubicBezTo>
                    <a:pt x="10154" y="9228"/>
                    <a:pt x="10154" y="9228"/>
                    <a:pt x="10154" y="9228"/>
                  </a:cubicBezTo>
                  <a:cubicBezTo>
                    <a:pt x="10154" y="9161"/>
                    <a:pt x="10154" y="9161"/>
                    <a:pt x="10154" y="9161"/>
                  </a:cubicBezTo>
                  <a:cubicBezTo>
                    <a:pt x="10210" y="9161"/>
                    <a:pt x="10210" y="9161"/>
                    <a:pt x="10210" y="9161"/>
                  </a:cubicBezTo>
                  <a:cubicBezTo>
                    <a:pt x="10210" y="9228"/>
                    <a:pt x="10210" y="9228"/>
                    <a:pt x="10210" y="9228"/>
                  </a:cubicBezTo>
                  <a:cubicBezTo>
                    <a:pt x="10210" y="9228"/>
                    <a:pt x="10210" y="9228"/>
                    <a:pt x="10210" y="9228"/>
                  </a:cubicBezTo>
                  <a:cubicBezTo>
                    <a:pt x="10267" y="9161"/>
                    <a:pt x="10267" y="9161"/>
                    <a:pt x="10267" y="9161"/>
                  </a:cubicBezTo>
                  <a:cubicBezTo>
                    <a:pt x="10267" y="9161"/>
                    <a:pt x="10267" y="9161"/>
                    <a:pt x="10267" y="9161"/>
                  </a:cubicBezTo>
                  <a:cubicBezTo>
                    <a:pt x="10267" y="9161"/>
                    <a:pt x="10267" y="9161"/>
                    <a:pt x="10267" y="9161"/>
                  </a:cubicBezTo>
                  <a:cubicBezTo>
                    <a:pt x="10323" y="9161"/>
                    <a:pt x="10323" y="9161"/>
                    <a:pt x="10323" y="9161"/>
                  </a:cubicBezTo>
                  <a:cubicBezTo>
                    <a:pt x="10323" y="9161"/>
                    <a:pt x="10323" y="9161"/>
                    <a:pt x="10323" y="9161"/>
                  </a:cubicBezTo>
                  <a:cubicBezTo>
                    <a:pt x="10323" y="9161"/>
                    <a:pt x="10323" y="9161"/>
                    <a:pt x="10323" y="9161"/>
                  </a:cubicBezTo>
                  <a:cubicBezTo>
                    <a:pt x="10379" y="9161"/>
                    <a:pt x="10379" y="9161"/>
                    <a:pt x="10379" y="9161"/>
                  </a:cubicBezTo>
                  <a:close/>
                  <a:moveTo>
                    <a:pt x="14979" y="11034"/>
                  </a:moveTo>
                  <a:cubicBezTo>
                    <a:pt x="15035" y="11034"/>
                    <a:pt x="15035" y="11034"/>
                    <a:pt x="15035" y="11034"/>
                  </a:cubicBezTo>
                  <a:cubicBezTo>
                    <a:pt x="15035" y="10967"/>
                    <a:pt x="15035" y="10967"/>
                    <a:pt x="15035" y="10967"/>
                  </a:cubicBezTo>
                  <a:cubicBezTo>
                    <a:pt x="15035" y="10900"/>
                    <a:pt x="15035" y="10900"/>
                    <a:pt x="15035" y="10900"/>
                  </a:cubicBezTo>
                  <a:cubicBezTo>
                    <a:pt x="15035" y="10833"/>
                    <a:pt x="15035" y="10833"/>
                    <a:pt x="15035" y="10833"/>
                  </a:cubicBezTo>
                  <a:cubicBezTo>
                    <a:pt x="15091" y="10766"/>
                    <a:pt x="15091" y="10766"/>
                    <a:pt x="15091" y="10766"/>
                  </a:cubicBezTo>
                  <a:cubicBezTo>
                    <a:pt x="15091" y="10766"/>
                    <a:pt x="15091" y="10766"/>
                    <a:pt x="15091" y="10766"/>
                  </a:cubicBezTo>
                  <a:cubicBezTo>
                    <a:pt x="15148" y="10699"/>
                    <a:pt x="15148" y="10699"/>
                    <a:pt x="15148" y="10699"/>
                  </a:cubicBezTo>
                  <a:cubicBezTo>
                    <a:pt x="15204" y="10565"/>
                    <a:pt x="15204" y="10565"/>
                    <a:pt x="15204" y="10565"/>
                  </a:cubicBezTo>
                  <a:cubicBezTo>
                    <a:pt x="15260" y="10565"/>
                    <a:pt x="15260" y="10565"/>
                    <a:pt x="15260" y="10565"/>
                  </a:cubicBezTo>
                  <a:cubicBezTo>
                    <a:pt x="15316" y="10565"/>
                    <a:pt x="15316" y="10565"/>
                    <a:pt x="15316" y="10565"/>
                  </a:cubicBezTo>
                  <a:cubicBezTo>
                    <a:pt x="15316" y="10565"/>
                    <a:pt x="15316" y="10565"/>
                    <a:pt x="15316" y="10565"/>
                  </a:cubicBezTo>
                  <a:cubicBezTo>
                    <a:pt x="15316" y="10565"/>
                    <a:pt x="15316" y="10565"/>
                    <a:pt x="15316" y="10565"/>
                  </a:cubicBezTo>
                  <a:cubicBezTo>
                    <a:pt x="15372" y="10499"/>
                    <a:pt x="15372" y="10499"/>
                    <a:pt x="15372" y="10499"/>
                  </a:cubicBezTo>
                  <a:cubicBezTo>
                    <a:pt x="15428" y="10565"/>
                    <a:pt x="15428" y="10565"/>
                    <a:pt x="15428" y="10565"/>
                  </a:cubicBezTo>
                  <a:cubicBezTo>
                    <a:pt x="15484" y="10565"/>
                    <a:pt x="15484" y="10565"/>
                    <a:pt x="15484" y="10565"/>
                  </a:cubicBezTo>
                  <a:cubicBezTo>
                    <a:pt x="15484" y="10565"/>
                    <a:pt x="15484" y="10565"/>
                    <a:pt x="15484" y="10565"/>
                  </a:cubicBezTo>
                  <a:cubicBezTo>
                    <a:pt x="15540" y="10632"/>
                    <a:pt x="15540" y="10632"/>
                    <a:pt x="15540" y="10632"/>
                  </a:cubicBezTo>
                  <a:cubicBezTo>
                    <a:pt x="15540" y="10699"/>
                    <a:pt x="15540" y="10699"/>
                    <a:pt x="15540" y="10699"/>
                  </a:cubicBezTo>
                  <a:cubicBezTo>
                    <a:pt x="15540" y="10699"/>
                    <a:pt x="15540" y="10699"/>
                    <a:pt x="15540" y="10699"/>
                  </a:cubicBezTo>
                  <a:cubicBezTo>
                    <a:pt x="15484" y="10766"/>
                    <a:pt x="15484" y="10766"/>
                    <a:pt x="15484" y="10766"/>
                  </a:cubicBezTo>
                  <a:cubicBezTo>
                    <a:pt x="15484" y="10833"/>
                    <a:pt x="15484" y="10833"/>
                    <a:pt x="15484" y="10833"/>
                  </a:cubicBezTo>
                  <a:cubicBezTo>
                    <a:pt x="15484" y="10833"/>
                    <a:pt x="15484" y="10833"/>
                    <a:pt x="15484" y="10833"/>
                  </a:cubicBezTo>
                  <a:cubicBezTo>
                    <a:pt x="15428" y="10967"/>
                    <a:pt x="15428" y="10967"/>
                    <a:pt x="15428" y="10967"/>
                  </a:cubicBezTo>
                  <a:cubicBezTo>
                    <a:pt x="15372" y="11034"/>
                    <a:pt x="15372" y="11034"/>
                    <a:pt x="15372" y="11034"/>
                  </a:cubicBezTo>
                  <a:cubicBezTo>
                    <a:pt x="15372" y="11034"/>
                    <a:pt x="15372" y="11034"/>
                    <a:pt x="15372" y="11034"/>
                  </a:cubicBezTo>
                  <a:cubicBezTo>
                    <a:pt x="15260" y="11034"/>
                    <a:pt x="15260" y="11034"/>
                    <a:pt x="15260" y="11034"/>
                  </a:cubicBezTo>
                  <a:cubicBezTo>
                    <a:pt x="15260" y="11100"/>
                    <a:pt x="15260" y="11100"/>
                    <a:pt x="15260" y="11100"/>
                  </a:cubicBezTo>
                  <a:cubicBezTo>
                    <a:pt x="15260" y="11100"/>
                    <a:pt x="15260" y="11100"/>
                    <a:pt x="15260" y="11100"/>
                  </a:cubicBezTo>
                  <a:cubicBezTo>
                    <a:pt x="15204" y="11100"/>
                    <a:pt x="15204" y="11100"/>
                    <a:pt x="15204" y="11100"/>
                  </a:cubicBezTo>
                  <a:cubicBezTo>
                    <a:pt x="15148" y="11100"/>
                    <a:pt x="15148" y="11100"/>
                    <a:pt x="15148" y="11100"/>
                  </a:cubicBezTo>
                  <a:cubicBezTo>
                    <a:pt x="15091" y="11100"/>
                    <a:pt x="15091" y="11100"/>
                    <a:pt x="15091" y="11100"/>
                  </a:cubicBezTo>
                  <a:cubicBezTo>
                    <a:pt x="15035" y="11100"/>
                    <a:pt x="15035" y="11100"/>
                    <a:pt x="15035" y="11100"/>
                  </a:cubicBezTo>
                  <a:cubicBezTo>
                    <a:pt x="15035" y="11100"/>
                    <a:pt x="15035" y="11100"/>
                    <a:pt x="15035" y="11100"/>
                  </a:cubicBezTo>
                  <a:cubicBezTo>
                    <a:pt x="14979" y="11034"/>
                    <a:pt x="14979" y="11034"/>
                    <a:pt x="14979" y="11034"/>
                  </a:cubicBezTo>
                  <a:close/>
                  <a:moveTo>
                    <a:pt x="10603" y="9027"/>
                  </a:moveTo>
                  <a:cubicBezTo>
                    <a:pt x="10603" y="8960"/>
                    <a:pt x="10603" y="8960"/>
                    <a:pt x="10603" y="8960"/>
                  </a:cubicBezTo>
                  <a:cubicBezTo>
                    <a:pt x="10603" y="8960"/>
                    <a:pt x="10603" y="8960"/>
                    <a:pt x="10603" y="8960"/>
                  </a:cubicBezTo>
                  <a:cubicBezTo>
                    <a:pt x="10603" y="8960"/>
                    <a:pt x="10603" y="8960"/>
                    <a:pt x="10603" y="8960"/>
                  </a:cubicBezTo>
                  <a:cubicBezTo>
                    <a:pt x="10603" y="8894"/>
                    <a:pt x="10603" y="8894"/>
                    <a:pt x="10603" y="8894"/>
                  </a:cubicBezTo>
                  <a:cubicBezTo>
                    <a:pt x="10603" y="8894"/>
                    <a:pt x="10603" y="8894"/>
                    <a:pt x="10603" y="8894"/>
                  </a:cubicBezTo>
                  <a:cubicBezTo>
                    <a:pt x="10659" y="8894"/>
                    <a:pt x="10659" y="8894"/>
                    <a:pt x="10659" y="8894"/>
                  </a:cubicBezTo>
                  <a:cubicBezTo>
                    <a:pt x="10659" y="8894"/>
                    <a:pt x="10659" y="8894"/>
                    <a:pt x="10659" y="8894"/>
                  </a:cubicBezTo>
                  <a:cubicBezTo>
                    <a:pt x="10659" y="8894"/>
                    <a:pt x="10659" y="8894"/>
                    <a:pt x="10659" y="8894"/>
                  </a:cubicBezTo>
                  <a:cubicBezTo>
                    <a:pt x="10659" y="8960"/>
                    <a:pt x="10659" y="8960"/>
                    <a:pt x="10659" y="8960"/>
                  </a:cubicBezTo>
                  <a:cubicBezTo>
                    <a:pt x="10659" y="8960"/>
                    <a:pt x="10659" y="8960"/>
                    <a:pt x="10659" y="8960"/>
                  </a:cubicBezTo>
                  <a:cubicBezTo>
                    <a:pt x="10603" y="8960"/>
                    <a:pt x="10603" y="8960"/>
                    <a:pt x="10603" y="8960"/>
                  </a:cubicBezTo>
                  <a:cubicBezTo>
                    <a:pt x="10603" y="9027"/>
                    <a:pt x="10603" y="9027"/>
                    <a:pt x="10603" y="9027"/>
                  </a:cubicBezTo>
                  <a:cubicBezTo>
                    <a:pt x="10603" y="9027"/>
                    <a:pt x="10603" y="9027"/>
                    <a:pt x="10603" y="9027"/>
                  </a:cubicBezTo>
                  <a:close/>
                  <a:moveTo>
                    <a:pt x="10154" y="9429"/>
                  </a:moveTo>
                  <a:cubicBezTo>
                    <a:pt x="10210" y="9429"/>
                    <a:pt x="10210" y="9429"/>
                    <a:pt x="10210" y="9429"/>
                  </a:cubicBezTo>
                  <a:cubicBezTo>
                    <a:pt x="10210" y="9362"/>
                    <a:pt x="10210" y="9362"/>
                    <a:pt x="10210" y="9362"/>
                  </a:cubicBezTo>
                  <a:cubicBezTo>
                    <a:pt x="10210" y="9362"/>
                    <a:pt x="10210" y="9362"/>
                    <a:pt x="10210" y="9362"/>
                  </a:cubicBezTo>
                  <a:cubicBezTo>
                    <a:pt x="10210" y="9295"/>
                    <a:pt x="10210" y="9295"/>
                    <a:pt x="10210" y="9295"/>
                  </a:cubicBezTo>
                  <a:cubicBezTo>
                    <a:pt x="10210" y="9295"/>
                    <a:pt x="10210" y="9295"/>
                    <a:pt x="10210" y="9295"/>
                  </a:cubicBezTo>
                  <a:cubicBezTo>
                    <a:pt x="10210" y="9295"/>
                    <a:pt x="10210" y="9295"/>
                    <a:pt x="10210" y="9295"/>
                  </a:cubicBezTo>
                  <a:cubicBezTo>
                    <a:pt x="10154" y="9362"/>
                    <a:pt x="10154" y="9362"/>
                    <a:pt x="10154" y="9362"/>
                  </a:cubicBezTo>
                  <a:cubicBezTo>
                    <a:pt x="10154" y="9362"/>
                    <a:pt x="10154" y="9362"/>
                    <a:pt x="10154" y="9362"/>
                  </a:cubicBezTo>
                  <a:cubicBezTo>
                    <a:pt x="10098" y="9362"/>
                    <a:pt x="10098" y="9362"/>
                    <a:pt x="10098" y="9362"/>
                  </a:cubicBezTo>
                  <a:cubicBezTo>
                    <a:pt x="10154" y="9429"/>
                    <a:pt x="10154" y="9429"/>
                    <a:pt x="10154" y="9429"/>
                  </a:cubicBezTo>
                  <a:cubicBezTo>
                    <a:pt x="10154" y="9429"/>
                    <a:pt x="10154" y="9429"/>
                    <a:pt x="10154" y="9429"/>
                  </a:cubicBezTo>
                  <a:close/>
                  <a:moveTo>
                    <a:pt x="10659" y="9362"/>
                  </a:moveTo>
                  <a:cubicBezTo>
                    <a:pt x="10603" y="9362"/>
                    <a:pt x="10603" y="9362"/>
                    <a:pt x="10603" y="9362"/>
                  </a:cubicBezTo>
                  <a:cubicBezTo>
                    <a:pt x="10603" y="9362"/>
                    <a:pt x="10603" y="9362"/>
                    <a:pt x="10603" y="9362"/>
                  </a:cubicBezTo>
                  <a:cubicBezTo>
                    <a:pt x="10603" y="9429"/>
                    <a:pt x="10603" y="9429"/>
                    <a:pt x="10603" y="9429"/>
                  </a:cubicBezTo>
                  <a:cubicBezTo>
                    <a:pt x="10547" y="9362"/>
                    <a:pt x="10547" y="9362"/>
                    <a:pt x="10547" y="9362"/>
                  </a:cubicBezTo>
                  <a:cubicBezTo>
                    <a:pt x="10547" y="9362"/>
                    <a:pt x="10547" y="9362"/>
                    <a:pt x="10547" y="9362"/>
                  </a:cubicBezTo>
                  <a:cubicBezTo>
                    <a:pt x="10603" y="9295"/>
                    <a:pt x="10603" y="9295"/>
                    <a:pt x="10603" y="9295"/>
                  </a:cubicBezTo>
                  <a:cubicBezTo>
                    <a:pt x="10603" y="9228"/>
                    <a:pt x="10603" y="9228"/>
                    <a:pt x="10603" y="9228"/>
                  </a:cubicBezTo>
                  <a:cubicBezTo>
                    <a:pt x="10659" y="9228"/>
                    <a:pt x="10659" y="9228"/>
                    <a:pt x="10659" y="9228"/>
                  </a:cubicBezTo>
                  <a:cubicBezTo>
                    <a:pt x="10659" y="9228"/>
                    <a:pt x="10659" y="9228"/>
                    <a:pt x="10659" y="9228"/>
                  </a:cubicBezTo>
                  <a:cubicBezTo>
                    <a:pt x="10659" y="9228"/>
                    <a:pt x="10659" y="9228"/>
                    <a:pt x="10659" y="9228"/>
                  </a:cubicBezTo>
                  <a:cubicBezTo>
                    <a:pt x="10715" y="9295"/>
                    <a:pt x="10715" y="9295"/>
                    <a:pt x="10715" y="9295"/>
                  </a:cubicBezTo>
                  <a:cubicBezTo>
                    <a:pt x="10659" y="9362"/>
                    <a:pt x="10659" y="9362"/>
                    <a:pt x="10659" y="9362"/>
                  </a:cubicBezTo>
                  <a:close/>
                  <a:moveTo>
                    <a:pt x="10715" y="9295"/>
                  </a:moveTo>
                  <a:cubicBezTo>
                    <a:pt x="10715" y="9228"/>
                    <a:pt x="10715" y="9228"/>
                    <a:pt x="10715" y="9228"/>
                  </a:cubicBezTo>
                  <a:cubicBezTo>
                    <a:pt x="10715" y="9228"/>
                    <a:pt x="10715" y="9228"/>
                    <a:pt x="10715" y="9228"/>
                  </a:cubicBezTo>
                  <a:cubicBezTo>
                    <a:pt x="10715" y="9161"/>
                    <a:pt x="10715" y="9161"/>
                    <a:pt x="10715" y="9161"/>
                  </a:cubicBezTo>
                  <a:cubicBezTo>
                    <a:pt x="10771" y="9161"/>
                    <a:pt x="10771" y="9161"/>
                    <a:pt x="10771" y="9161"/>
                  </a:cubicBezTo>
                  <a:cubicBezTo>
                    <a:pt x="10771" y="9161"/>
                    <a:pt x="10771" y="9161"/>
                    <a:pt x="10771" y="9161"/>
                  </a:cubicBezTo>
                  <a:cubicBezTo>
                    <a:pt x="10771" y="9228"/>
                    <a:pt x="10771" y="9228"/>
                    <a:pt x="10771" y="9228"/>
                  </a:cubicBezTo>
                  <a:cubicBezTo>
                    <a:pt x="10771" y="9228"/>
                    <a:pt x="10771" y="9228"/>
                    <a:pt x="10771" y="9228"/>
                  </a:cubicBezTo>
                  <a:cubicBezTo>
                    <a:pt x="10771" y="9228"/>
                    <a:pt x="10715" y="9295"/>
                    <a:pt x="10715" y="9295"/>
                  </a:cubicBezTo>
                  <a:close/>
                  <a:moveTo>
                    <a:pt x="11669" y="9295"/>
                  </a:moveTo>
                  <a:cubicBezTo>
                    <a:pt x="11669" y="9161"/>
                    <a:pt x="11669" y="9161"/>
                    <a:pt x="11669" y="9161"/>
                  </a:cubicBezTo>
                  <a:cubicBezTo>
                    <a:pt x="11725" y="9161"/>
                    <a:pt x="11725" y="9161"/>
                    <a:pt x="11725" y="9161"/>
                  </a:cubicBezTo>
                  <a:cubicBezTo>
                    <a:pt x="11781" y="9161"/>
                    <a:pt x="11781" y="9161"/>
                    <a:pt x="11781" y="9161"/>
                  </a:cubicBezTo>
                  <a:cubicBezTo>
                    <a:pt x="11781" y="9228"/>
                    <a:pt x="11781" y="9228"/>
                    <a:pt x="11781" y="9228"/>
                  </a:cubicBezTo>
                  <a:cubicBezTo>
                    <a:pt x="11725" y="9295"/>
                    <a:pt x="11725" y="9295"/>
                    <a:pt x="11725" y="9295"/>
                  </a:cubicBezTo>
                  <a:cubicBezTo>
                    <a:pt x="11725" y="9295"/>
                    <a:pt x="11725" y="9295"/>
                    <a:pt x="11725" y="9295"/>
                  </a:cubicBezTo>
                  <a:cubicBezTo>
                    <a:pt x="11725" y="9295"/>
                    <a:pt x="11725" y="9295"/>
                    <a:pt x="11725" y="9295"/>
                  </a:cubicBezTo>
                  <a:cubicBezTo>
                    <a:pt x="11725" y="9228"/>
                    <a:pt x="11725" y="9228"/>
                    <a:pt x="11725" y="9228"/>
                  </a:cubicBezTo>
                  <a:cubicBezTo>
                    <a:pt x="11669" y="9228"/>
                    <a:pt x="11669" y="9228"/>
                    <a:pt x="11669" y="9228"/>
                  </a:cubicBezTo>
                  <a:cubicBezTo>
                    <a:pt x="11669" y="9295"/>
                    <a:pt x="11669" y="9295"/>
                    <a:pt x="11669" y="9295"/>
                  </a:cubicBezTo>
                  <a:cubicBezTo>
                    <a:pt x="11669" y="9295"/>
                    <a:pt x="11669" y="9295"/>
                    <a:pt x="11669" y="9295"/>
                  </a:cubicBezTo>
                  <a:close/>
                  <a:moveTo>
                    <a:pt x="11613" y="9228"/>
                  </a:moveTo>
                  <a:cubicBezTo>
                    <a:pt x="11613" y="9228"/>
                    <a:pt x="11613" y="9228"/>
                    <a:pt x="11613" y="9228"/>
                  </a:cubicBezTo>
                  <a:cubicBezTo>
                    <a:pt x="11669" y="9161"/>
                    <a:pt x="11669" y="9161"/>
                    <a:pt x="11669" y="9161"/>
                  </a:cubicBezTo>
                  <a:cubicBezTo>
                    <a:pt x="11613" y="9094"/>
                    <a:pt x="11613" y="9094"/>
                    <a:pt x="11613" y="9094"/>
                  </a:cubicBezTo>
                  <a:cubicBezTo>
                    <a:pt x="11613" y="9161"/>
                    <a:pt x="11613" y="9161"/>
                    <a:pt x="11613" y="9161"/>
                  </a:cubicBezTo>
                  <a:cubicBezTo>
                    <a:pt x="11613" y="9228"/>
                    <a:pt x="11613" y="9228"/>
                    <a:pt x="11613" y="9228"/>
                  </a:cubicBezTo>
                  <a:close/>
                  <a:moveTo>
                    <a:pt x="11557" y="9696"/>
                  </a:moveTo>
                  <a:cubicBezTo>
                    <a:pt x="11613" y="9629"/>
                    <a:pt x="11613" y="9629"/>
                    <a:pt x="11613" y="9629"/>
                  </a:cubicBezTo>
                  <a:cubicBezTo>
                    <a:pt x="11669" y="9629"/>
                    <a:pt x="11669" y="9629"/>
                    <a:pt x="11669" y="9629"/>
                  </a:cubicBezTo>
                  <a:cubicBezTo>
                    <a:pt x="11669" y="9562"/>
                    <a:pt x="11669" y="9562"/>
                    <a:pt x="11669" y="9562"/>
                  </a:cubicBezTo>
                  <a:cubicBezTo>
                    <a:pt x="11613" y="9562"/>
                    <a:pt x="11613" y="9562"/>
                    <a:pt x="11613" y="9562"/>
                  </a:cubicBezTo>
                  <a:cubicBezTo>
                    <a:pt x="11613" y="9562"/>
                    <a:pt x="11613" y="9562"/>
                    <a:pt x="11613" y="9562"/>
                  </a:cubicBezTo>
                  <a:cubicBezTo>
                    <a:pt x="11613" y="9429"/>
                    <a:pt x="11613" y="9429"/>
                    <a:pt x="11613" y="9429"/>
                  </a:cubicBezTo>
                  <a:cubicBezTo>
                    <a:pt x="11669" y="9362"/>
                    <a:pt x="11669" y="9362"/>
                    <a:pt x="11669" y="9362"/>
                  </a:cubicBezTo>
                  <a:cubicBezTo>
                    <a:pt x="11613" y="9429"/>
                    <a:pt x="11613" y="9429"/>
                    <a:pt x="11613" y="9429"/>
                  </a:cubicBezTo>
                  <a:cubicBezTo>
                    <a:pt x="11557" y="9495"/>
                    <a:pt x="11557" y="9495"/>
                    <a:pt x="11557" y="9495"/>
                  </a:cubicBezTo>
                  <a:cubicBezTo>
                    <a:pt x="11557" y="9429"/>
                    <a:pt x="11557" y="9429"/>
                    <a:pt x="11557" y="9429"/>
                  </a:cubicBezTo>
                  <a:cubicBezTo>
                    <a:pt x="11613" y="9295"/>
                    <a:pt x="11613" y="9295"/>
                    <a:pt x="11613" y="9295"/>
                  </a:cubicBezTo>
                  <a:cubicBezTo>
                    <a:pt x="11557" y="9161"/>
                    <a:pt x="11557" y="9161"/>
                    <a:pt x="11557" y="9161"/>
                  </a:cubicBezTo>
                  <a:cubicBezTo>
                    <a:pt x="11501" y="9094"/>
                    <a:pt x="11501" y="9094"/>
                    <a:pt x="11501" y="9094"/>
                  </a:cubicBezTo>
                  <a:cubicBezTo>
                    <a:pt x="11501" y="9027"/>
                    <a:pt x="11501" y="9027"/>
                    <a:pt x="11501" y="9027"/>
                  </a:cubicBezTo>
                  <a:cubicBezTo>
                    <a:pt x="11445" y="9027"/>
                    <a:pt x="11445" y="9027"/>
                    <a:pt x="11445" y="9027"/>
                  </a:cubicBezTo>
                  <a:cubicBezTo>
                    <a:pt x="11445" y="9094"/>
                    <a:pt x="11445" y="9094"/>
                    <a:pt x="11445" y="9094"/>
                  </a:cubicBezTo>
                  <a:cubicBezTo>
                    <a:pt x="11445" y="9027"/>
                    <a:pt x="11445" y="9027"/>
                    <a:pt x="11445" y="9027"/>
                  </a:cubicBezTo>
                  <a:cubicBezTo>
                    <a:pt x="11445" y="8960"/>
                    <a:pt x="11445" y="8960"/>
                    <a:pt x="11445" y="8960"/>
                  </a:cubicBezTo>
                  <a:cubicBezTo>
                    <a:pt x="11445" y="8960"/>
                    <a:pt x="11445" y="8960"/>
                    <a:pt x="11445" y="8960"/>
                  </a:cubicBezTo>
                  <a:cubicBezTo>
                    <a:pt x="11445" y="8894"/>
                    <a:pt x="11445" y="8894"/>
                    <a:pt x="11445" y="8894"/>
                  </a:cubicBezTo>
                  <a:cubicBezTo>
                    <a:pt x="11445" y="8827"/>
                    <a:pt x="11445" y="8827"/>
                    <a:pt x="11445" y="8827"/>
                  </a:cubicBezTo>
                  <a:cubicBezTo>
                    <a:pt x="11389" y="8827"/>
                    <a:pt x="11389" y="8827"/>
                    <a:pt x="11389" y="8827"/>
                  </a:cubicBezTo>
                  <a:cubicBezTo>
                    <a:pt x="11332" y="8894"/>
                    <a:pt x="11332" y="8894"/>
                    <a:pt x="11332" y="8894"/>
                  </a:cubicBezTo>
                  <a:cubicBezTo>
                    <a:pt x="11276" y="9027"/>
                    <a:pt x="11276" y="9027"/>
                    <a:pt x="11276" y="9027"/>
                  </a:cubicBezTo>
                  <a:cubicBezTo>
                    <a:pt x="11276" y="9094"/>
                    <a:pt x="11276" y="9094"/>
                    <a:pt x="11276" y="9094"/>
                  </a:cubicBezTo>
                  <a:cubicBezTo>
                    <a:pt x="11276" y="9094"/>
                    <a:pt x="11276" y="9094"/>
                    <a:pt x="11276" y="9094"/>
                  </a:cubicBezTo>
                  <a:cubicBezTo>
                    <a:pt x="11220" y="9027"/>
                    <a:pt x="11220" y="9027"/>
                    <a:pt x="11220" y="9027"/>
                  </a:cubicBezTo>
                  <a:cubicBezTo>
                    <a:pt x="11220" y="9027"/>
                    <a:pt x="11220" y="9027"/>
                    <a:pt x="11220" y="9027"/>
                  </a:cubicBezTo>
                  <a:cubicBezTo>
                    <a:pt x="11220" y="9094"/>
                    <a:pt x="11220" y="9094"/>
                    <a:pt x="11220" y="9094"/>
                  </a:cubicBezTo>
                  <a:cubicBezTo>
                    <a:pt x="11164" y="9094"/>
                    <a:pt x="11164" y="9094"/>
                    <a:pt x="11164" y="9094"/>
                  </a:cubicBezTo>
                  <a:cubicBezTo>
                    <a:pt x="11220" y="9094"/>
                    <a:pt x="11220" y="9094"/>
                    <a:pt x="11220" y="9094"/>
                  </a:cubicBezTo>
                  <a:cubicBezTo>
                    <a:pt x="11164" y="9161"/>
                    <a:pt x="11164" y="9161"/>
                    <a:pt x="11164" y="9161"/>
                  </a:cubicBezTo>
                  <a:cubicBezTo>
                    <a:pt x="11108" y="9161"/>
                    <a:pt x="11108" y="9161"/>
                    <a:pt x="11108" y="9161"/>
                  </a:cubicBezTo>
                  <a:cubicBezTo>
                    <a:pt x="11108" y="9228"/>
                    <a:pt x="11108" y="9228"/>
                    <a:pt x="11108" y="9228"/>
                  </a:cubicBezTo>
                  <a:cubicBezTo>
                    <a:pt x="10996" y="9228"/>
                    <a:pt x="10996" y="9228"/>
                    <a:pt x="10996" y="9228"/>
                  </a:cubicBezTo>
                  <a:cubicBezTo>
                    <a:pt x="10996" y="9228"/>
                    <a:pt x="10996" y="9228"/>
                    <a:pt x="10996" y="9228"/>
                  </a:cubicBezTo>
                  <a:cubicBezTo>
                    <a:pt x="10940" y="9228"/>
                    <a:pt x="10940" y="9228"/>
                    <a:pt x="10940" y="9228"/>
                  </a:cubicBezTo>
                  <a:cubicBezTo>
                    <a:pt x="10828" y="9295"/>
                    <a:pt x="10828" y="9295"/>
                    <a:pt x="10828" y="9295"/>
                  </a:cubicBezTo>
                  <a:cubicBezTo>
                    <a:pt x="10828" y="9362"/>
                    <a:pt x="10828" y="9362"/>
                    <a:pt x="10828" y="9362"/>
                  </a:cubicBezTo>
                  <a:cubicBezTo>
                    <a:pt x="10884" y="9429"/>
                    <a:pt x="10884" y="9429"/>
                    <a:pt x="10884" y="9429"/>
                  </a:cubicBezTo>
                  <a:cubicBezTo>
                    <a:pt x="10940" y="9362"/>
                    <a:pt x="10940" y="9362"/>
                    <a:pt x="10940" y="9362"/>
                  </a:cubicBezTo>
                  <a:cubicBezTo>
                    <a:pt x="10940" y="9362"/>
                    <a:pt x="10940" y="9362"/>
                    <a:pt x="10940" y="9362"/>
                  </a:cubicBezTo>
                  <a:cubicBezTo>
                    <a:pt x="10940" y="9295"/>
                    <a:pt x="10940" y="9295"/>
                    <a:pt x="10940" y="9295"/>
                  </a:cubicBezTo>
                  <a:cubicBezTo>
                    <a:pt x="10996" y="9362"/>
                    <a:pt x="10996" y="9362"/>
                    <a:pt x="10996" y="9362"/>
                  </a:cubicBezTo>
                  <a:cubicBezTo>
                    <a:pt x="10996" y="9429"/>
                    <a:pt x="10996" y="9429"/>
                    <a:pt x="10996" y="9429"/>
                  </a:cubicBezTo>
                  <a:cubicBezTo>
                    <a:pt x="11052" y="9495"/>
                    <a:pt x="11052" y="9495"/>
                    <a:pt x="11052" y="9495"/>
                  </a:cubicBezTo>
                  <a:cubicBezTo>
                    <a:pt x="11052" y="9429"/>
                    <a:pt x="11052" y="9429"/>
                    <a:pt x="11052" y="9429"/>
                  </a:cubicBezTo>
                  <a:cubicBezTo>
                    <a:pt x="11052" y="9429"/>
                    <a:pt x="11052" y="9429"/>
                    <a:pt x="11052" y="9429"/>
                  </a:cubicBezTo>
                  <a:cubicBezTo>
                    <a:pt x="11052" y="9495"/>
                    <a:pt x="11052" y="9495"/>
                    <a:pt x="11052" y="9495"/>
                  </a:cubicBezTo>
                  <a:cubicBezTo>
                    <a:pt x="11108" y="9562"/>
                    <a:pt x="11108" y="9562"/>
                    <a:pt x="11108" y="9562"/>
                  </a:cubicBezTo>
                  <a:cubicBezTo>
                    <a:pt x="11164" y="9562"/>
                    <a:pt x="11164" y="9562"/>
                    <a:pt x="11164" y="9562"/>
                  </a:cubicBezTo>
                  <a:cubicBezTo>
                    <a:pt x="11164" y="9696"/>
                    <a:pt x="11164" y="9696"/>
                    <a:pt x="11164" y="9696"/>
                  </a:cubicBezTo>
                  <a:cubicBezTo>
                    <a:pt x="11220" y="9696"/>
                    <a:pt x="11220" y="9696"/>
                    <a:pt x="11220" y="9696"/>
                  </a:cubicBezTo>
                  <a:cubicBezTo>
                    <a:pt x="11276" y="9629"/>
                    <a:pt x="11276" y="9629"/>
                    <a:pt x="11276" y="9629"/>
                  </a:cubicBezTo>
                  <a:cubicBezTo>
                    <a:pt x="11276" y="9696"/>
                    <a:pt x="11276" y="9696"/>
                    <a:pt x="11276" y="9696"/>
                  </a:cubicBezTo>
                  <a:cubicBezTo>
                    <a:pt x="11332" y="9763"/>
                    <a:pt x="11332" y="9763"/>
                    <a:pt x="11332" y="9763"/>
                  </a:cubicBezTo>
                  <a:cubicBezTo>
                    <a:pt x="11389" y="9763"/>
                    <a:pt x="11389" y="9763"/>
                    <a:pt x="11389" y="9763"/>
                  </a:cubicBezTo>
                  <a:cubicBezTo>
                    <a:pt x="11389" y="9763"/>
                    <a:pt x="11389" y="9763"/>
                    <a:pt x="11389" y="9763"/>
                  </a:cubicBezTo>
                  <a:cubicBezTo>
                    <a:pt x="11445" y="9696"/>
                    <a:pt x="11445" y="9696"/>
                    <a:pt x="11445" y="9696"/>
                  </a:cubicBezTo>
                  <a:cubicBezTo>
                    <a:pt x="11501" y="9696"/>
                    <a:pt x="11501" y="9696"/>
                    <a:pt x="11501" y="9696"/>
                  </a:cubicBezTo>
                  <a:cubicBezTo>
                    <a:pt x="11557" y="9629"/>
                    <a:pt x="11557" y="9629"/>
                    <a:pt x="11557" y="9629"/>
                  </a:cubicBezTo>
                  <a:cubicBezTo>
                    <a:pt x="11557" y="9696"/>
                    <a:pt x="11557" y="9696"/>
                    <a:pt x="11557" y="9696"/>
                  </a:cubicBezTo>
                  <a:close/>
                  <a:moveTo>
                    <a:pt x="16662" y="9295"/>
                  </a:moveTo>
                  <a:cubicBezTo>
                    <a:pt x="16662" y="9295"/>
                    <a:pt x="16662" y="9295"/>
                    <a:pt x="16662" y="9295"/>
                  </a:cubicBezTo>
                  <a:cubicBezTo>
                    <a:pt x="16662" y="9228"/>
                    <a:pt x="16662" y="9228"/>
                    <a:pt x="16662" y="9228"/>
                  </a:cubicBezTo>
                  <a:cubicBezTo>
                    <a:pt x="16662" y="9161"/>
                    <a:pt x="16662" y="9161"/>
                    <a:pt x="16662" y="9161"/>
                  </a:cubicBezTo>
                  <a:cubicBezTo>
                    <a:pt x="16718" y="9161"/>
                    <a:pt x="16718" y="9161"/>
                    <a:pt x="16718" y="9161"/>
                  </a:cubicBezTo>
                  <a:cubicBezTo>
                    <a:pt x="16775" y="9161"/>
                    <a:pt x="16775" y="9161"/>
                    <a:pt x="16775" y="9161"/>
                  </a:cubicBezTo>
                  <a:cubicBezTo>
                    <a:pt x="16775" y="9228"/>
                    <a:pt x="16775" y="9228"/>
                    <a:pt x="16775" y="9228"/>
                  </a:cubicBezTo>
                  <a:cubicBezTo>
                    <a:pt x="16775" y="9228"/>
                    <a:pt x="16775" y="9228"/>
                    <a:pt x="16775" y="9228"/>
                  </a:cubicBezTo>
                  <a:cubicBezTo>
                    <a:pt x="16831" y="9228"/>
                    <a:pt x="16831" y="9228"/>
                    <a:pt x="16831" y="9228"/>
                  </a:cubicBezTo>
                  <a:cubicBezTo>
                    <a:pt x="16775" y="9295"/>
                    <a:pt x="16775" y="9295"/>
                    <a:pt x="16775" y="9295"/>
                  </a:cubicBezTo>
                  <a:cubicBezTo>
                    <a:pt x="16718" y="9295"/>
                    <a:pt x="16718" y="9295"/>
                    <a:pt x="16718" y="9295"/>
                  </a:cubicBezTo>
                  <a:cubicBezTo>
                    <a:pt x="16718" y="9295"/>
                    <a:pt x="16718" y="9295"/>
                    <a:pt x="16718" y="9295"/>
                  </a:cubicBezTo>
                  <a:cubicBezTo>
                    <a:pt x="16718" y="9295"/>
                    <a:pt x="16718" y="9295"/>
                    <a:pt x="16718" y="9295"/>
                  </a:cubicBezTo>
                  <a:cubicBezTo>
                    <a:pt x="16662" y="9295"/>
                    <a:pt x="16662" y="9295"/>
                    <a:pt x="16662" y="9295"/>
                  </a:cubicBezTo>
                  <a:cubicBezTo>
                    <a:pt x="16662" y="9295"/>
                    <a:pt x="16662" y="9295"/>
                    <a:pt x="16662" y="9295"/>
                  </a:cubicBezTo>
                  <a:close/>
                  <a:moveTo>
                    <a:pt x="16550" y="13976"/>
                  </a:moveTo>
                  <a:cubicBezTo>
                    <a:pt x="16494" y="13976"/>
                    <a:pt x="16494" y="13976"/>
                    <a:pt x="16494" y="13976"/>
                  </a:cubicBezTo>
                  <a:cubicBezTo>
                    <a:pt x="16438" y="13976"/>
                    <a:pt x="16438" y="13976"/>
                    <a:pt x="16438" y="13976"/>
                  </a:cubicBezTo>
                  <a:cubicBezTo>
                    <a:pt x="16382" y="13976"/>
                    <a:pt x="16382" y="13976"/>
                    <a:pt x="16382" y="13976"/>
                  </a:cubicBezTo>
                  <a:cubicBezTo>
                    <a:pt x="16326" y="13909"/>
                    <a:pt x="16326" y="13909"/>
                    <a:pt x="16326" y="13909"/>
                  </a:cubicBezTo>
                  <a:cubicBezTo>
                    <a:pt x="16326" y="13909"/>
                    <a:pt x="16326" y="13909"/>
                    <a:pt x="16326" y="13909"/>
                  </a:cubicBezTo>
                  <a:cubicBezTo>
                    <a:pt x="16270" y="13842"/>
                    <a:pt x="16270" y="13842"/>
                    <a:pt x="16270" y="13842"/>
                  </a:cubicBezTo>
                  <a:cubicBezTo>
                    <a:pt x="16214" y="13842"/>
                    <a:pt x="16214" y="13842"/>
                    <a:pt x="16214" y="13842"/>
                  </a:cubicBezTo>
                  <a:cubicBezTo>
                    <a:pt x="16214" y="13775"/>
                    <a:pt x="16214" y="13775"/>
                    <a:pt x="16214" y="13775"/>
                  </a:cubicBezTo>
                  <a:cubicBezTo>
                    <a:pt x="16157" y="13775"/>
                    <a:pt x="16157" y="13775"/>
                    <a:pt x="16157" y="13775"/>
                  </a:cubicBezTo>
                  <a:cubicBezTo>
                    <a:pt x="16157" y="13775"/>
                    <a:pt x="16157" y="13775"/>
                    <a:pt x="16157" y="13775"/>
                  </a:cubicBezTo>
                  <a:cubicBezTo>
                    <a:pt x="16101" y="13775"/>
                    <a:pt x="16101" y="13775"/>
                    <a:pt x="16101" y="13775"/>
                  </a:cubicBezTo>
                  <a:cubicBezTo>
                    <a:pt x="16045" y="13775"/>
                    <a:pt x="16045" y="13775"/>
                    <a:pt x="16045" y="13775"/>
                  </a:cubicBezTo>
                  <a:cubicBezTo>
                    <a:pt x="16045" y="13708"/>
                    <a:pt x="16045" y="13708"/>
                    <a:pt x="16045" y="13708"/>
                  </a:cubicBezTo>
                  <a:cubicBezTo>
                    <a:pt x="15989" y="13708"/>
                    <a:pt x="15989" y="13708"/>
                    <a:pt x="15989" y="13708"/>
                  </a:cubicBezTo>
                  <a:cubicBezTo>
                    <a:pt x="15989" y="13708"/>
                    <a:pt x="15989" y="13708"/>
                    <a:pt x="15989" y="13708"/>
                  </a:cubicBezTo>
                  <a:cubicBezTo>
                    <a:pt x="15933" y="13642"/>
                    <a:pt x="15933" y="13642"/>
                    <a:pt x="15933" y="13642"/>
                  </a:cubicBezTo>
                  <a:cubicBezTo>
                    <a:pt x="15933" y="13642"/>
                    <a:pt x="15933" y="13642"/>
                    <a:pt x="15933" y="13642"/>
                  </a:cubicBezTo>
                  <a:cubicBezTo>
                    <a:pt x="15933" y="13642"/>
                    <a:pt x="15933" y="13642"/>
                    <a:pt x="15933" y="13642"/>
                  </a:cubicBezTo>
                  <a:cubicBezTo>
                    <a:pt x="15877" y="13575"/>
                    <a:pt x="15877" y="13575"/>
                    <a:pt x="15877" y="13575"/>
                  </a:cubicBezTo>
                  <a:cubicBezTo>
                    <a:pt x="15877" y="13575"/>
                    <a:pt x="15877" y="13575"/>
                    <a:pt x="15877" y="13575"/>
                  </a:cubicBezTo>
                  <a:cubicBezTo>
                    <a:pt x="15877" y="13508"/>
                    <a:pt x="15877" y="13508"/>
                    <a:pt x="15877" y="13508"/>
                  </a:cubicBezTo>
                  <a:cubicBezTo>
                    <a:pt x="15877" y="13508"/>
                    <a:pt x="15877" y="13508"/>
                    <a:pt x="15877" y="13508"/>
                  </a:cubicBezTo>
                  <a:cubicBezTo>
                    <a:pt x="15877" y="13508"/>
                    <a:pt x="15877" y="13508"/>
                    <a:pt x="15877" y="13508"/>
                  </a:cubicBezTo>
                  <a:cubicBezTo>
                    <a:pt x="15821" y="13508"/>
                    <a:pt x="15821" y="13508"/>
                    <a:pt x="15821" y="13508"/>
                  </a:cubicBezTo>
                  <a:cubicBezTo>
                    <a:pt x="15821" y="13508"/>
                    <a:pt x="15821" y="13508"/>
                    <a:pt x="15821" y="13508"/>
                  </a:cubicBezTo>
                  <a:cubicBezTo>
                    <a:pt x="15821" y="13508"/>
                    <a:pt x="15821" y="13508"/>
                    <a:pt x="15821" y="13508"/>
                  </a:cubicBezTo>
                  <a:cubicBezTo>
                    <a:pt x="15821" y="13508"/>
                    <a:pt x="15821" y="13508"/>
                    <a:pt x="15821" y="13508"/>
                  </a:cubicBezTo>
                  <a:cubicBezTo>
                    <a:pt x="15765" y="13508"/>
                    <a:pt x="15765" y="13508"/>
                    <a:pt x="15765" y="13508"/>
                  </a:cubicBezTo>
                  <a:cubicBezTo>
                    <a:pt x="15709" y="13441"/>
                    <a:pt x="15709" y="13441"/>
                    <a:pt x="15709" y="13441"/>
                  </a:cubicBezTo>
                  <a:cubicBezTo>
                    <a:pt x="15652" y="13441"/>
                    <a:pt x="15652" y="13441"/>
                    <a:pt x="15652" y="13441"/>
                  </a:cubicBezTo>
                  <a:cubicBezTo>
                    <a:pt x="15652" y="13374"/>
                    <a:pt x="15652" y="13374"/>
                    <a:pt x="15652" y="13374"/>
                  </a:cubicBezTo>
                  <a:cubicBezTo>
                    <a:pt x="15596" y="13374"/>
                    <a:pt x="15596" y="13374"/>
                    <a:pt x="15596" y="13374"/>
                  </a:cubicBezTo>
                  <a:cubicBezTo>
                    <a:pt x="15596" y="13307"/>
                    <a:pt x="15596" y="13307"/>
                    <a:pt x="15596" y="13307"/>
                  </a:cubicBezTo>
                  <a:cubicBezTo>
                    <a:pt x="15540" y="13307"/>
                    <a:pt x="15540" y="13307"/>
                    <a:pt x="15540" y="13307"/>
                  </a:cubicBezTo>
                  <a:cubicBezTo>
                    <a:pt x="15540" y="13307"/>
                    <a:pt x="15540" y="13307"/>
                    <a:pt x="15540" y="13307"/>
                  </a:cubicBezTo>
                  <a:cubicBezTo>
                    <a:pt x="15484" y="13240"/>
                    <a:pt x="15484" y="13240"/>
                    <a:pt x="15484" y="13240"/>
                  </a:cubicBezTo>
                  <a:cubicBezTo>
                    <a:pt x="15484" y="13173"/>
                    <a:pt x="15484" y="13173"/>
                    <a:pt x="15484" y="13173"/>
                  </a:cubicBezTo>
                  <a:cubicBezTo>
                    <a:pt x="15428" y="13173"/>
                    <a:pt x="15428" y="13173"/>
                    <a:pt x="15428" y="13173"/>
                  </a:cubicBezTo>
                  <a:cubicBezTo>
                    <a:pt x="15484" y="13107"/>
                    <a:pt x="15484" y="13107"/>
                    <a:pt x="15484" y="13107"/>
                  </a:cubicBezTo>
                  <a:cubicBezTo>
                    <a:pt x="15540" y="13173"/>
                    <a:pt x="15540" y="13173"/>
                    <a:pt x="15540" y="13173"/>
                  </a:cubicBezTo>
                  <a:cubicBezTo>
                    <a:pt x="15596" y="13107"/>
                    <a:pt x="15596" y="13107"/>
                    <a:pt x="15596" y="13107"/>
                  </a:cubicBezTo>
                  <a:cubicBezTo>
                    <a:pt x="15652" y="13040"/>
                    <a:pt x="15652" y="13040"/>
                    <a:pt x="15652" y="13040"/>
                  </a:cubicBezTo>
                  <a:cubicBezTo>
                    <a:pt x="15540" y="13040"/>
                    <a:pt x="15540" y="13040"/>
                    <a:pt x="15540" y="13040"/>
                  </a:cubicBezTo>
                  <a:cubicBezTo>
                    <a:pt x="15540" y="12973"/>
                    <a:pt x="15540" y="12973"/>
                    <a:pt x="15540" y="12973"/>
                  </a:cubicBezTo>
                  <a:cubicBezTo>
                    <a:pt x="15540" y="12973"/>
                    <a:pt x="15540" y="12973"/>
                    <a:pt x="15540" y="12973"/>
                  </a:cubicBezTo>
                  <a:cubicBezTo>
                    <a:pt x="15540" y="12906"/>
                    <a:pt x="15540" y="12906"/>
                    <a:pt x="15540" y="12906"/>
                  </a:cubicBezTo>
                  <a:cubicBezTo>
                    <a:pt x="15484" y="12906"/>
                    <a:pt x="15484" y="12906"/>
                    <a:pt x="15484" y="12906"/>
                  </a:cubicBezTo>
                  <a:cubicBezTo>
                    <a:pt x="15484" y="12973"/>
                    <a:pt x="15484" y="12973"/>
                    <a:pt x="15484" y="12973"/>
                  </a:cubicBezTo>
                  <a:cubicBezTo>
                    <a:pt x="15484" y="13040"/>
                    <a:pt x="15484" y="13040"/>
                    <a:pt x="15484" y="13040"/>
                  </a:cubicBezTo>
                  <a:cubicBezTo>
                    <a:pt x="15428" y="12973"/>
                    <a:pt x="15428" y="12973"/>
                    <a:pt x="15428" y="12973"/>
                  </a:cubicBezTo>
                  <a:cubicBezTo>
                    <a:pt x="15484" y="12906"/>
                    <a:pt x="15484" y="12906"/>
                    <a:pt x="15484" y="12906"/>
                  </a:cubicBezTo>
                  <a:cubicBezTo>
                    <a:pt x="15484" y="12839"/>
                    <a:pt x="15484" y="12839"/>
                    <a:pt x="15484" y="12839"/>
                  </a:cubicBezTo>
                  <a:cubicBezTo>
                    <a:pt x="15428" y="12906"/>
                    <a:pt x="15428" y="12906"/>
                    <a:pt x="15428" y="12906"/>
                  </a:cubicBezTo>
                  <a:cubicBezTo>
                    <a:pt x="15428" y="12906"/>
                    <a:pt x="15428" y="12906"/>
                    <a:pt x="15428" y="12906"/>
                  </a:cubicBezTo>
                  <a:cubicBezTo>
                    <a:pt x="15428" y="12839"/>
                    <a:pt x="15428" y="12839"/>
                    <a:pt x="15428" y="12839"/>
                  </a:cubicBezTo>
                  <a:cubicBezTo>
                    <a:pt x="15372" y="12839"/>
                    <a:pt x="15372" y="12839"/>
                    <a:pt x="15372" y="12839"/>
                  </a:cubicBezTo>
                  <a:cubicBezTo>
                    <a:pt x="15372" y="12772"/>
                    <a:pt x="15372" y="12772"/>
                    <a:pt x="15372" y="12772"/>
                  </a:cubicBezTo>
                  <a:cubicBezTo>
                    <a:pt x="15372" y="12772"/>
                    <a:pt x="15372" y="12772"/>
                    <a:pt x="15372" y="12772"/>
                  </a:cubicBezTo>
                  <a:cubicBezTo>
                    <a:pt x="15372" y="12705"/>
                    <a:pt x="15372" y="12705"/>
                    <a:pt x="15372" y="12705"/>
                  </a:cubicBezTo>
                  <a:cubicBezTo>
                    <a:pt x="15316" y="12639"/>
                    <a:pt x="15316" y="12639"/>
                    <a:pt x="15316" y="12639"/>
                  </a:cubicBezTo>
                  <a:cubicBezTo>
                    <a:pt x="15316" y="12639"/>
                    <a:pt x="15316" y="12639"/>
                    <a:pt x="15316" y="12639"/>
                  </a:cubicBezTo>
                  <a:cubicBezTo>
                    <a:pt x="15372" y="12572"/>
                    <a:pt x="15372" y="12572"/>
                    <a:pt x="15372" y="12572"/>
                  </a:cubicBezTo>
                  <a:cubicBezTo>
                    <a:pt x="15372" y="12505"/>
                    <a:pt x="15372" y="12505"/>
                    <a:pt x="15372" y="12505"/>
                  </a:cubicBezTo>
                  <a:cubicBezTo>
                    <a:pt x="15260" y="12639"/>
                    <a:pt x="15260" y="12639"/>
                    <a:pt x="15260" y="12639"/>
                  </a:cubicBezTo>
                  <a:cubicBezTo>
                    <a:pt x="15260" y="12639"/>
                    <a:pt x="15260" y="12639"/>
                    <a:pt x="15260" y="12639"/>
                  </a:cubicBezTo>
                  <a:cubicBezTo>
                    <a:pt x="15260" y="12639"/>
                    <a:pt x="15260" y="12639"/>
                    <a:pt x="15260" y="12639"/>
                  </a:cubicBezTo>
                  <a:cubicBezTo>
                    <a:pt x="15260" y="12572"/>
                    <a:pt x="15260" y="12572"/>
                    <a:pt x="15260" y="12572"/>
                  </a:cubicBezTo>
                  <a:cubicBezTo>
                    <a:pt x="15260" y="12572"/>
                    <a:pt x="15260" y="12572"/>
                    <a:pt x="15260" y="12572"/>
                  </a:cubicBezTo>
                  <a:cubicBezTo>
                    <a:pt x="15204" y="12572"/>
                    <a:pt x="15204" y="12572"/>
                    <a:pt x="15204" y="12572"/>
                  </a:cubicBezTo>
                  <a:cubicBezTo>
                    <a:pt x="15204" y="12572"/>
                    <a:pt x="15204" y="12572"/>
                    <a:pt x="15204" y="12572"/>
                  </a:cubicBezTo>
                  <a:cubicBezTo>
                    <a:pt x="15148" y="12639"/>
                    <a:pt x="15148" y="12639"/>
                    <a:pt x="15148" y="12639"/>
                  </a:cubicBezTo>
                  <a:cubicBezTo>
                    <a:pt x="15148" y="12639"/>
                    <a:pt x="15148" y="12639"/>
                    <a:pt x="15148" y="12639"/>
                  </a:cubicBezTo>
                  <a:cubicBezTo>
                    <a:pt x="15148" y="12639"/>
                    <a:pt x="15148" y="12639"/>
                    <a:pt x="15148" y="12639"/>
                  </a:cubicBezTo>
                  <a:cubicBezTo>
                    <a:pt x="15148" y="12572"/>
                    <a:pt x="15148" y="12572"/>
                    <a:pt x="15148" y="12572"/>
                  </a:cubicBezTo>
                  <a:cubicBezTo>
                    <a:pt x="15148" y="12505"/>
                    <a:pt x="15148" y="12505"/>
                    <a:pt x="15148" y="12505"/>
                  </a:cubicBezTo>
                  <a:cubicBezTo>
                    <a:pt x="15148" y="12505"/>
                    <a:pt x="15148" y="12505"/>
                    <a:pt x="15148" y="12505"/>
                  </a:cubicBezTo>
                  <a:cubicBezTo>
                    <a:pt x="15148" y="12505"/>
                    <a:pt x="15148" y="12505"/>
                    <a:pt x="15148" y="12505"/>
                  </a:cubicBezTo>
                  <a:cubicBezTo>
                    <a:pt x="15091" y="12505"/>
                    <a:pt x="15091" y="12505"/>
                    <a:pt x="15091" y="12505"/>
                  </a:cubicBezTo>
                  <a:cubicBezTo>
                    <a:pt x="15091" y="12505"/>
                    <a:pt x="15091" y="12505"/>
                    <a:pt x="15091" y="12505"/>
                  </a:cubicBezTo>
                  <a:cubicBezTo>
                    <a:pt x="15035" y="12572"/>
                    <a:pt x="15035" y="12572"/>
                    <a:pt x="15035" y="12572"/>
                  </a:cubicBezTo>
                  <a:cubicBezTo>
                    <a:pt x="15035" y="12639"/>
                    <a:pt x="15035" y="12639"/>
                    <a:pt x="15035" y="12639"/>
                  </a:cubicBezTo>
                  <a:cubicBezTo>
                    <a:pt x="14979" y="12572"/>
                    <a:pt x="14979" y="12572"/>
                    <a:pt x="14979" y="12572"/>
                  </a:cubicBezTo>
                  <a:cubicBezTo>
                    <a:pt x="14923" y="12572"/>
                    <a:pt x="14923" y="12572"/>
                    <a:pt x="14923" y="12572"/>
                  </a:cubicBezTo>
                  <a:cubicBezTo>
                    <a:pt x="14923" y="12572"/>
                    <a:pt x="14923" y="12572"/>
                    <a:pt x="14923" y="12572"/>
                  </a:cubicBezTo>
                  <a:cubicBezTo>
                    <a:pt x="14867" y="12505"/>
                    <a:pt x="14867" y="12505"/>
                    <a:pt x="14867" y="12505"/>
                  </a:cubicBezTo>
                  <a:cubicBezTo>
                    <a:pt x="14811" y="12438"/>
                    <a:pt x="14811" y="12438"/>
                    <a:pt x="14811" y="12438"/>
                  </a:cubicBezTo>
                  <a:cubicBezTo>
                    <a:pt x="14811" y="12505"/>
                    <a:pt x="14811" y="12505"/>
                    <a:pt x="14811" y="12505"/>
                  </a:cubicBezTo>
                  <a:cubicBezTo>
                    <a:pt x="14811" y="12572"/>
                    <a:pt x="14811" y="12572"/>
                    <a:pt x="14811" y="12572"/>
                  </a:cubicBezTo>
                  <a:cubicBezTo>
                    <a:pt x="14811" y="12572"/>
                    <a:pt x="14811" y="12572"/>
                    <a:pt x="14811" y="12572"/>
                  </a:cubicBezTo>
                  <a:cubicBezTo>
                    <a:pt x="14755" y="12572"/>
                    <a:pt x="14755" y="12572"/>
                    <a:pt x="14755" y="12572"/>
                  </a:cubicBezTo>
                  <a:cubicBezTo>
                    <a:pt x="14699" y="12572"/>
                    <a:pt x="14699" y="12572"/>
                    <a:pt x="14699" y="12572"/>
                  </a:cubicBezTo>
                  <a:cubicBezTo>
                    <a:pt x="14643" y="12572"/>
                    <a:pt x="14643" y="12572"/>
                    <a:pt x="14643" y="12572"/>
                  </a:cubicBezTo>
                  <a:cubicBezTo>
                    <a:pt x="14643" y="12639"/>
                    <a:pt x="14643" y="12639"/>
                    <a:pt x="14643" y="12639"/>
                  </a:cubicBezTo>
                  <a:cubicBezTo>
                    <a:pt x="14587" y="12639"/>
                    <a:pt x="14587" y="12639"/>
                    <a:pt x="14587" y="12639"/>
                  </a:cubicBezTo>
                  <a:cubicBezTo>
                    <a:pt x="14587" y="12639"/>
                    <a:pt x="14587" y="12639"/>
                    <a:pt x="14587" y="12639"/>
                  </a:cubicBezTo>
                  <a:cubicBezTo>
                    <a:pt x="14530" y="12639"/>
                    <a:pt x="14530" y="12639"/>
                    <a:pt x="14530" y="12639"/>
                  </a:cubicBezTo>
                  <a:cubicBezTo>
                    <a:pt x="14474" y="12639"/>
                    <a:pt x="14474" y="12639"/>
                    <a:pt x="14474" y="12639"/>
                  </a:cubicBezTo>
                  <a:cubicBezTo>
                    <a:pt x="14474" y="12572"/>
                    <a:pt x="14474" y="12572"/>
                    <a:pt x="14474" y="12572"/>
                  </a:cubicBezTo>
                  <a:cubicBezTo>
                    <a:pt x="14418" y="12505"/>
                    <a:pt x="14418" y="12505"/>
                    <a:pt x="14418" y="12505"/>
                  </a:cubicBezTo>
                  <a:cubicBezTo>
                    <a:pt x="14418" y="12505"/>
                    <a:pt x="14418" y="12505"/>
                    <a:pt x="14418" y="12505"/>
                  </a:cubicBezTo>
                  <a:cubicBezTo>
                    <a:pt x="14362" y="12505"/>
                    <a:pt x="14362" y="12505"/>
                    <a:pt x="14362" y="12505"/>
                  </a:cubicBezTo>
                  <a:cubicBezTo>
                    <a:pt x="14306" y="12371"/>
                    <a:pt x="14306" y="12371"/>
                    <a:pt x="14306" y="12371"/>
                  </a:cubicBezTo>
                  <a:cubicBezTo>
                    <a:pt x="14362" y="12304"/>
                    <a:pt x="14362" y="12304"/>
                    <a:pt x="14362" y="12304"/>
                  </a:cubicBezTo>
                  <a:cubicBezTo>
                    <a:pt x="14362" y="12304"/>
                    <a:pt x="14362" y="12304"/>
                    <a:pt x="14362" y="12304"/>
                  </a:cubicBezTo>
                  <a:cubicBezTo>
                    <a:pt x="14362" y="12237"/>
                    <a:pt x="14362" y="12237"/>
                    <a:pt x="14362" y="12237"/>
                  </a:cubicBezTo>
                  <a:cubicBezTo>
                    <a:pt x="14418" y="12237"/>
                    <a:pt x="14418" y="12237"/>
                    <a:pt x="14418" y="12237"/>
                  </a:cubicBezTo>
                  <a:cubicBezTo>
                    <a:pt x="14474" y="12170"/>
                    <a:pt x="14474" y="12170"/>
                    <a:pt x="14474" y="12170"/>
                  </a:cubicBezTo>
                  <a:cubicBezTo>
                    <a:pt x="14474" y="12170"/>
                    <a:pt x="14474" y="12170"/>
                    <a:pt x="14474" y="12170"/>
                  </a:cubicBezTo>
                  <a:cubicBezTo>
                    <a:pt x="14530" y="12170"/>
                    <a:pt x="14530" y="12170"/>
                    <a:pt x="14530" y="12170"/>
                  </a:cubicBezTo>
                  <a:cubicBezTo>
                    <a:pt x="14587" y="12170"/>
                    <a:pt x="14587" y="12170"/>
                    <a:pt x="14587" y="12170"/>
                  </a:cubicBezTo>
                  <a:cubicBezTo>
                    <a:pt x="14587" y="12104"/>
                    <a:pt x="14587" y="12104"/>
                    <a:pt x="14587" y="12104"/>
                  </a:cubicBezTo>
                  <a:cubicBezTo>
                    <a:pt x="14530" y="12104"/>
                    <a:pt x="14530" y="12104"/>
                    <a:pt x="14530" y="12104"/>
                  </a:cubicBezTo>
                  <a:cubicBezTo>
                    <a:pt x="14530" y="12037"/>
                    <a:pt x="14530" y="12037"/>
                    <a:pt x="14530" y="12037"/>
                  </a:cubicBezTo>
                  <a:cubicBezTo>
                    <a:pt x="14587" y="12037"/>
                    <a:pt x="14587" y="12037"/>
                    <a:pt x="14587" y="12037"/>
                  </a:cubicBezTo>
                  <a:cubicBezTo>
                    <a:pt x="14587" y="12037"/>
                    <a:pt x="14587" y="12037"/>
                    <a:pt x="14587" y="12037"/>
                  </a:cubicBezTo>
                  <a:cubicBezTo>
                    <a:pt x="14587" y="12037"/>
                    <a:pt x="14587" y="12037"/>
                    <a:pt x="14587" y="12037"/>
                  </a:cubicBezTo>
                  <a:cubicBezTo>
                    <a:pt x="14587" y="11970"/>
                    <a:pt x="14587" y="11970"/>
                    <a:pt x="14587" y="11970"/>
                  </a:cubicBezTo>
                  <a:cubicBezTo>
                    <a:pt x="14587" y="11970"/>
                    <a:pt x="14587" y="11970"/>
                    <a:pt x="14587" y="11970"/>
                  </a:cubicBezTo>
                  <a:cubicBezTo>
                    <a:pt x="14643" y="12037"/>
                    <a:pt x="14643" y="12037"/>
                    <a:pt x="14643" y="12037"/>
                  </a:cubicBezTo>
                  <a:cubicBezTo>
                    <a:pt x="14699" y="12037"/>
                    <a:pt x="14699" y="12037"/>
                    <a:pt x="14699" y="12037"/>
                  </a:cubicBezTo>
                  <a:cubicBezTo>
                    <a:pt x="14755" y="12104"/>
                    <a:pt x="14755" y="12104"/>
                    <a:pt x="14755" y="12104"/>
                  </a:cubicBezTo>
                  <a:cubicBezTo>
                    <a:pt x="14811" y="12170"/>
                    <a:pt x="14811" y="12170"/>
                    <a:pt x="14811" y="12170"/>
                  </a:cubicBezTo>
                  <a:cubicBezTo>
                    <a:pt x="14811" y="12170"/>
                    <a:pt x="14811" y="12170"/>
                    <a:pt x="14811" y="12170"/>
                  </a:cubicBezTo>
                  <a:cubicBezTo>
                    <a:pt x="14867" y="12170"/>
                    <a:pt x="14867" y="12170"/>
                    <a:pt x="14867" y="12170"/>
                  </a:cubicBezTo>
                  <a:cubicBezTo>
                    <a:pt x="14923" y="12170"/>
                    <a:pt x="14923" y="12170"/>
                    <a:pt x="14923" y="12170"/>
                  </a:cubicBezTo>
                  <a:cubicBezTo>
                    <a:pt x="14923" y="12170"/>
                    <a:pt x="14923" y="12170"/>
                    <a:pt x="14923" y="12170"/>
                  </a:cubicBezTo>
                  <a:cubicBezTo>
                    <a:pt x="14979" y="12170"/>
                    <a:pt x="14979" y="12170"/>
                    <a:pt x="14979" y="12170"/>
                  </a:cubicBezTo>
                  <a:cubicBezTo>
                    <a:pt x="14979" y="12170"/>
                    <a:pt x="14979" y="12170"/>
                    <a:pt x="14979" y="12170"/>
                  </a:cubicBezTo>
                  <a:cubicBezTo>
                    <a:pt x="15035" y="12170"/>
                    <a:pt x="15035" y="12170"/>
                    <a:pt x="15035" y="12170"/>
                  </a:cubicBezTo>
                  <a:cubicBezTo>
                    <a:pt x="15091" y="12170"/>
                    <a:pt x="15091" y="12170"/>
                    <a:pt x="15091" y="12170"/>
                  </a:cubicBezTo>
                  <a:cubicBezTo>
                    <a:pt x="15091" y="12104"/>
                    <a:pt x="15091" y="12104"/>
                    <a:pt x="15091" y="12104"/>
                  </a:cubicBezTo>
                  <a:cubicBezTo>
                    <a:pt x="15148" y="12104"/>
                    <a:pt x="15148" y="12104"/>
                    <a:pt x="15148" y="12104"/>
                  </a:cubicBezTo>
                  <a:cubicBezTo>
                    <a:pt x="15148" y="12104"/>
                    <a:pt x="15148" y="12104"/>
                    <a:pt x="15148" y="12104"/>
                  </a:cubicBezTo>
                  <a:cubicBezTo>
                    <a:pt x="15148" y="12170"/>
                    <a:pt x="15148" y="12170"/>
                    <a:pt x="15148" y="12170"/>
                  </a:cubicBezTo>
                  <a:cubicBezTo>
                    <a:pt x="15204" y="12170"/>
                    <a:pt x="15204" y="12170"/>
                    <a:pt x="15204" y="12170"/>
                  </a:cubicBezTo>
                  <a:cubicBezTo>
                    <a:pt x="15260" y="12104"/>
                    <a:pt x="15260" y="12104"/>
                    <a:pt x="15260" y="12104"/>
                  </a:cubicBezTo>
                  <a:cubicBezTo>
                    <a:pt x="15260" y="12104"/>
                    <a:pt x="15260" y="12104"/>
                    <a:pt x="15260" y="12104"/>
                  </a:cubicBezTo>
                  <a:cubicBezTo>
                    <a:pt x="15316" y="12037"/>
                    <a:pt x="15316" y="12037"/>
                    <a:pt x="15316" y="12037"/>
                  </a:cubicBezTo>
                  <a:cubicBezTo>
                    <a:pt x="15316" y="12104"/>
                    <a:pt x="15316" y="12104"/>
                    <a:pt x="15316" y="12104"/>
                  </a:cubicBezTo>
                  <a:cubicBezTo>
                    <a:pt x="15316" y="12170"/>
                    <a:pt x="15316" y="12170"/>
                    <a:pt x="15316" y="12170"/>
                  </a:cubicBezTo>
                  <a:cubicBezTo>
                    <a:pt x="15316" y="12170"/>
                    <a:pt x="15316" y="12170"/>
                    <a:pt x="15316" y="12170"/>
                  </a:cubicBezTo>
                  <a:cubicBezTo>
                    <a:pt x="15372" y="12170"/>
                    <a:pt x="15372" y="12170"/>
                    <a:pt x="15372" y="12170"/>
                  </a:cubicBezTo>
                  <a:cubicBezTo>
                    <a:pt x="15372" y="12104"/>
                    <a:pt x="15372" y="12104"/>
                    <a:pt x="15372" y="12104"/>
                  </a:cubicBezTo>
                  <a:cubicBezTo>
                    <a:pt x="15428" y="12170"/>
                    <a:pt x="15428" y="12170"/>
                    <a:pt x="15428" y="12170"/>
                  </a:cubicBezTo>
                  <a:cubicBezTo>
                    <a:pt x="15428" y="12104"/>
                    <a:pt x="15428" y="12104"/>
                    <a:pt x="15428" y="12104"/>
                  </a:cubicBezTo>
                  <a:cubicBezTo>
                    <a:pt x="15428" y="11970"/>
                    <a:pt x="15428" y="11970"/>
                    <a:pt x="15428" y="11970"/>
                  </a:cubicBezTo>
                  <a:cubicBezTo>
                    <a:pt x="15372" y="11903"/>
                    <a:pt x="15372" y="11903"/>
                    <a:pt x="15372" y="11903"/>
                  </a:cubicBezTo>
                  <a:cubicBezTo>
                    <a:pt x="15372" y="11836"/>
                    <a:pt x="15372" y="11836"/>
                    <a:pt x="15372" y="11836"/>
                  </a:cubicBezTo>
                  <a:cubicBezTo>
                    <a:pt x="15316" y="11836"/>
                    <a:pt x="15316" y="11836"/>
                    <a:pt x="15316" y="11836"/>
                  </a:cubicBezTo>
                  <a:cubicBezTo>
                    <a:pt x="15372" y="11769"/>
                    <a:pt x="15372" y="11769"/>
                    <a:pt x="15372" y="11769"/>
                  </a:cubicBezTo>
                  <a:cubicBezTo>
                    <a:pt x="15372" y="11702"/>
                    <a:pt x="15372" y="11702"/>
                    <a:pt x="15372" y="11702"/>
                  </a:cubicBezTo>
                  <a:cubicBezTo>
                    <a:pt x="15372" y="11702"/>
                    <a:pt x="15372" y="11702"/>
                    <a:pt x="15372" y="11702"/>
                  </a:cubicBezTo>
                  <a:cubicBezTo>
                    <a:pt x="15484" y="11702"/>
                    <a:pt x="15484" y="11702"/>
                    <a:pt x="15484" y="11702"/>
                  </a:cubicBezTo>
                  <a:cubicBezTo>
                    <a:pt x="15540" y="11635"/>
                    <a:pt x="15540" y="11635"/>
                    <a:pt x="15540" y="11635"/>
                  </a:cubicBezTo>
                  <a:cubicBezTo>
                    <a:pt x="15596" y="11569"/>
                    <a:pt x="15596" y="11569"/>
                    <a:pt x="15596" y="11569"/>
                  </a:cubicBezTo>
                  <a:cubicBezTo>
                    <a:pt x="15652" y="11502"/>
                    <a:pt x="15652" y="11502"/>
                    <a:pt x="15652" y="11502"/>
                  </a:cubicBezTo>
                  <a:cubicBezTo>
                    <a:pt x="15652" y="11502"/>
                    <a:pt x="15652" y="11502"/>
                    <a:pt x="15652" y="11502"/>
                  </a:cubicBezTo>
                  <a:cubicBezTo>
                    <a:pt x="15709" y="11569"/>
                    <a:pt x="15709" y="11569"/>
                    <a:pt x="15709" y="11569"/>
                  </a:cubicBezTo>
                  <a:cubicBezTo>
                    <a:pt x="15765" y="11569"/>
                    <a:pt x="15765" y="11569"/>
                    <a:pt x="15765" y="11569"/>
                  </a:cubicBezTo>
                  <a:cubicBezTo>
                    <a:pt x="15765" y="11569"/>
                    <a:pt x="15765" y="11569"/>
                    <a:pt x="15765" y="11569"/>
                  </a:cubicBezTo>
                  <a:cubicBezTo>
                    <a:pt x="15709" y="11502"/>
                    <a:pt x="15709" y="11502"/>
                    <a:pt x="15709" y="11502"/>
                  </a:cubicBezTo>
                  <a:cubicBezTo>
                    <a:pt x="15709" y="11435"/>
                    <a:pt x="15709" y="11435"/>
                    <a:pt x="15709" y="11435"/>
                  </a:cubicBezTo>
                  <a:cubicBezTo>
                    <a:pt x="15765" y="11368"/>
                    <a:pt x="15765" y="11368"/>
                    <a:pt x="15765" y="11368"/>
                  </a:cubicBezTo>
                  <a:cubicBezTo>
                    <a:pt x="15821" y="11368"/>
                    <a:pt x="15821" y="11368"/>
                    <a:pt x="15821" y="11368"/>
                  </a:cubicBezTo>
                  <a:cubicBezTo>
                    <a:pt x="15821" y="11301"/>
                    <a:pt x="15821" y="11301"/>
                    <a:pt x="15821" y="11301"/>
                  </a:cubicBezTo>
                  <a:cubicBezTo>
                    <a:pt x="15877" y="11368"/>
                    <a:pt x="15877" y="11368"/>
                    <a:pt x="15877" y="11368"/>
                  </a:cubicBezTo>
                  <a:cubicBezTo>
                    <a:pt x="15989" y="11301"/>
                    <a:pt x="15989" y="11301"/>
                    <a:pt x="15989" y="11301"/>
                  </a:cubicBezTo>
                  <a:cubicBezTo>
                    <a:pt x="15989" y="11301"/>
                    <a:pt x="15989" y="11301"/>
                    <a:pt x="15989" y="11301"/>
                  </a:cubicBezTo>
                  <a:cubicBezTo>
                    <a:pt x="15933" y="11234"/>
                    <a:pt x="15933" y="11234"/>
                    <a:pt x="15933" y="11234"/>
                  </a:cubicBezTo>
                  <a:cubicBezTo>
                    <a:pt x="15989" y="11167"/>
                    <a:pt x="15989" y="11167"/>
                    <a:pt x="15989" y="11167"/>
                  </a:cubicBezTo>
                  <a:cubicBezTo>
                    <a:pt x="15989" y="11100"/>
                    <a:pt x="15989" y="11100"/>
                    <a:pt x="15989" y="11100"/>
                  </a:cubicBezTo>
                  <a:cubicBezTo>
                    <a:pt x="15989" y="11100"/>
                    <a:pt x="15989" y="11100"/>
                    <a:pt x="15989" y="11100"/>
                  </a:cubicBezTo>
                  <a:cubicBezTo>
                    <a:pt x="15989" y="11034"/>
                    <a:pt x="15989" y="11034"/>
                    <a:pt x="15989" y="11034"/>
                  </a:cubicBezTo>
                  <a:cubicBezTo>
                    <a:pt x="15989" y="11034"/>
                    <a:pt x="15989" y="11034"/>
                    <a:pt x="15989" y="11034"/>
                  </a:cubicBezTo>
                  <a:cubicBezTo>
                    <a:pt x="15989" y="10967"/>
                    <a:pt x="15989" y="10967"/>
                    <a:pt x="15989" y="10967"/>
                  </a:cubicBezTo>
                  <a:cubicBezTo>
                    <a:pt x="15989" y="10900"/>
                    <a:pt x="15989" y="10900"/>
                    <a:pt x="15989" y="10900"/>
                  </a:cubicBezTo>
                  <a:cubicBezTo>
                    <a:pt x="15989" y="10900"/>
                    <a:pt x="15989" y="10900"/>
                    <a:pt x="15989" y="10900"/>
                  </a:cubicBezTo>
                  <a:cubicBezTo>
                    <a:pt x="15989" y="10900"/>
                    <a:pt x="15989" y="10900"/>
                    <a:pt x="15989" y="10900"/>
                  </a:cubicBezTo>
                  <a:cubicBezTo>
                    <a:pt x="15989" y="10833"/>
                    <a:pt x="15989" y="10833"/>
                    <a:pt x="15989" y="10833"/>
                  </a:cubicBezTo>
                  <a:cubicBezTo>
                    <a:pt x="16045" y="10833"/>
                    <a:pt x="16045" y="10833"/>
                    <a:pt x="16045" y="10833"/>
                  </a:cubicBezTo>
                  <a:cubicBezTo>
                    <a:pt x="16045" y="10766"/>
                    <a:pt x="16045" y="10766"/>
                    <a:pt x="16045" y="10766"/>
                  </a:cubicBezTo>
                  <a:cubicBezTo>
                    <a:pt x="16045" y="10699"/>
                    <a:pt x="16045" y="10699"/>
                    <a:pt x="16045" y="10699"/>
                  </a:cubicBezTo>
                  <a:cubicBezTo>
                    <a:pt x="16045" y="10699"/>
                    <a:pt x="16045" y="10699"/>
                    <a:pt x="16045" y="10699"/>
                  </a:cubicBezTo>
                  <a:cubicBezTo>
                    <a:pt x="16045" y="10699"/>
                    <a:pt x="16045" y="10699"/>
                    <a:pt x="16045" y="10699"/>
                  </a:cubicBezTo>
                  <a:cubicBezTo>
                    <a:pt x="15989" y="10699"/>
                    <a:pt x="15989" y="10699"/>
                    <a:pt x="15989" y="10699"/>
                  </a:cubicBezTo>
                  <a:cubicBezTo>
                    <a:pt x="15989" y="10766"/>
                    <a:pt x="15989" y="10766"/>
                    <a:pt x="15989" y="10766"/>
                  </a:cubicBezTo>
                  <a:cubicBezTo>
                    <a:pt x="15989" y="10766"/>
                    <a:pt x="15989" y="10766"/>
                    <a:pt x="15989" y="10766"/>
                  </a:cubicBezTo>
                  <a:cubicBezTo>
                    <a:pt x="15989" y="10766"/>
                    <a:pt x="15989" y="10766"/>
                    <a:pt x="15989" y="10766"/>
                  </a:cubicBezTo>
                  <a:cubicBezTo>
                    <a:pt x="15989" y="10699"/>
                    <a:pt x="15989" y="10699"/>
                    <a:pt x="15989" y="10699"/>
                  </a:cubicBezTo>
                  <a:cubicBezTo>
                    <a:pt x="15933" y="10699"/>
                    <a:pt x="15933" y="10699"/>
                    <a:pt x="15933" y="10699"/>
                  </a:cubicBezTo>
                  <a:cubicBezTo>
                    <a:pt x="15877" y="10699"/>
                    <a:pt x="15877" y="10699"/>
                    <a:pt x="15877" y="10699"/>
                  </a:cubicBezTo>
                  <a:cubicBezTo>
                    <a:pt x="15821" y="10632"/>
                    <a:pt x="15821" y="10632"/>
                    <a:pt x="15821" y="10632"/>
                  </a:cubicBezTo>
                  <a:cubicBezTo>
                    <a:pt x="15821" y="10632"/>
                    <a:pt x="15821" y="10632"/>
                    <a:pt x="15821" y="10632"/>
                  </a:cubicBezTo>
                  <a:cubicBezTo>
                    <a:pt x="15933" y="10565"/>
                    <a:pt x="15933" y="10565"/>
                    <a:pt x="15933" y="10565"/>
                  </a:cubicBezTo>
                  <a:cubicBezTo>
                    <a:pt x="15877" y="10565"/>
                    <a:pt x="15877" y="10565"/>
                    <a:pt x="15877" y="10565"/>
                  </a:cubicBezTo>
                  <a:cubicBezTo>
                    <a:pt x="15877" y="10565"/>
                    <a:pt x="15877" y="10565"/>
                    <a:pt x="15877" y="10565"/>
                  </a:cubicBezTo>
                  <a:cubicBezTo>
                    <a:pt x="15877" y="10499"/>
                    <a:pt x="15877" y="10499"/>
                    <a:pt x="15877" y="10499"/>
                  </a:cubicBezTo>
                  <a:cubicBezTo>
                    <a:pt x="15877" y="10432"/>
                    <a:pt x="15877" y="10432"/>
                    <a:pt x="15877" y="10432"/>
                  </a:cubicBezTo>
                  <a:cubicBezTo>
                    <a:pt x="15821" y="10432"/>
                    <a:pt x="15821" y="10432"/>
                    <a:pt x="15821" y="10432"/>
                  </a:cubicBezTo>
                  <a:cubicBezTo>
                    <a:pt x="15821" y="10432"/>
                    <a:pt x="15821" y="10432"/>
                    <a:pt x="15821" y="10432"/>
                  </a:cubicBezTo>
                  <a:cubicBezTo>
                    <a:pt x="15821" y="10432"/>
                    <a:pt x="15821" y="10432"/>
                    <a:pt x="15821" y="10432"/>
                  </a:cubicBezTo>
                  <a:cubicBezTo>
                    <a:pt x="15821" y="10499"/>
                    <a:pt x="15821" y="10499"/>
                    <a:pt x="15821" y="10499"/>
                  </a:cubicBezTo>
                  <a:cubicBezTo>
                    <a:pt x="15821" y="10499"/>
                    <a:pt x="15821" y="10499"/>
                    <a:pt x="15821" y="10499"/>
                  </a:cubicBezTo>
                  <a:cubicBezTo>
                    <a:pt x="15765" y="10499"/>
                    <a:pt x="15765" y="10499"/>
                    <a:pt x="15765" y="10499"/>
                  </a:cubicBezTo>
                  <a:cubicBezTo>
                    <a:pt x="15765" y="10499"/>
                    <a:pt x="15765" y="10499"/>
                    <a:pt x="15765" y="10499"/>
                  </a:cubicBezTo>
                  <a:cubicBezTo>
                    <a:pt x="15709" y="10499"/>
                    <a:pt x="15709" y="10499"/>
                    <a:pt x="15709" y="10499"/>
                  </a:cubicBezTo>
                  <a:cubicBezTo>
                    <a:pt x="15709" y="10432"/>
                    <a:pt x="15709" y="10432"/>
                    <a:pt x="15709" y="10432"/>
                  </a:cubicBezTo>
                  <a:cubicBezTo>
                    <a:pt x="15765" y="10365"/>
                    <a:pt x="15765" y="10365"/>
                    <a:pt x="15765" y="10365"/>
                  </a:cubicBezTo>
                  <a:cubicBezTo>
                    <a:pt x="15765" y="10365"/>
                    <a:pt x="15765" y="10365"/>
                    <a:pt x="15765" y="10365"/>
                  </a:cubicBezTo>
                  <a:cubicBezTo>
                    <a:pt x="15652" y="10365"/>
                    <a:pt x="15652" y="10365"/>
                    <a:pt x="15652" y="10365"/>
                  </a:cubicBezTo>
                  <a:cubicBezTo>
                    <a:pt x="15652" y="10298"/>
                    <a:pt x="15652" y="10298"/>
                    <a:pt x="15652" y="10298"/>
                  </a:cubicBezTo>
                  <a:cubicBezTo>
                    <a:pt x="15709" y="10298"/>
                    <a:pt x="15709" y="10298"/>
                    <a:pt x="15709" y="10298"/>
                  </a:cubicBezTo>
                  <a:cubicBezTo>
                    <a:pt x="15709" y="10298"/>
                    <a:pt x="15709" y="10298"/>
                    <a:pt x="15709" y="10298"/>
                  </a:cubicBezTo>
                  <a:cubicBezTo>
                    <a:pt x="15709" y="10298"/>
                    <a:pt x="15709" y="10298"/>
                    <a:pt x="15709" y="10298"/>
                  </a:cubicBezTo>
                  <a:cubicBezTo>
                    <a:pt x="15709" y="10231"/>
                    <a:pt x="15709" y="10231"/>
                    <a:pt x="15709" y="10231"/>
                  </a:cubicBezTo>
                  <a:cubicBezTo>
                    <a:pt x="15765" y="10231"/>
                    <a:pt x="15765" y="10231"/>
                    <a:pt x="15765" y="10231"/>
                  </a:cubicBezTo>
                  <a:cubicBezTo>
                    <a:pt x="15765" y="10231"/>
                    <a:pt x="15765" y="10231"/>
                    <a:pt x="15765" y="10231"/>
                  </a:cubicBezTo>
                  <a:cubicBezTo>
                    <a:pt x="15765" y="10164"/>
                    <a:pt x="15765" y="10164"/>
                    <a:pt x="15765" y="10164"/>
                  </a:cubicBezTo>
                  <a:cubicBezTo>
                    <a:pt x="15709" y="10231"/>
                    <a:pt x="15709" y="10231"/>
                    <a:pt x="15709" y="10231"/>
                  </a:cubicBezTo>
                  <a:cubicBezTo>
                    <a:pt x="15652" y="10298"/>
                    <a:pt x="15652" y="10298"/>
                    <a:pt x="15652" y="10298"/>
                  </a:cubicBezTo>
                  <a:cubicBezTo>
                    <a:pt x="15652" y="10298"/>
                    <a:pt x="15652" y="10298"/>
                    <a:pt x="15652" y="10298"/>
                  </a:cubicBezTo>
                  <a:cubicBezTo>
                    <a:pt x="15596" y="10298"/>
                    <a:pt x="15596" y="10298"/>
                    <a:pt x="15596" y="10298"/>
                  </a:cubicBezTo>
                  <a:cubicBezTo>
                    <a:pt x="15596" y="10231"/>
                    <a:pt x="15596" y="10231"/>
                    <a:pt x="15596" y="10231"/>
                  </a:cubicBezTo>
                  <a:cubicBezTo>
                    <a:pt x="15596" y="10231"/>
                    <a:pt x="15596" y="10231"/>
                    <a:pt x="15596" y="10231"/>
                  </a:cubicBezTo>
                  <a:cubicBezTo>
                    <a:pt x="15540" y="10298"/>
                    <a:pt x="15540" y="10298"/>
                    <a:pt x="15540" y="10298"/>
                  </a:cubicBezTo>
                  <a:cubicBezTo>
                    <a:pt x="15540" y="10298"/>
                    <a:pt x="15540" y="10298"/>
                    <a:pt x="15540" y="10298"/>
                  </a:cubicBezTo>
                  <a:cubicBezTo>
                    <a:pt x="15484" y="10298"/>
                    <a:pt x="15484" y="10298"/>
                    <a:pt x="15484" y="10298"/>
                  </a:cubicBezTo>
                  <a:cubicBezTo>
                    <a:pt x="15428" y="10298"/>
                    <a:pt x="15428" y="10298"/>
                    <a:pt x="15428" y="10298"/>
                  </a:cubicBezTo>
                  <a:cubicBezTo>
                    <a:pt x="15428" y="10298"/>
                    <a:pt x="15428" y="10298"/>
                    <a:pt x="15428" y="10298"/>
                  </a:cubicBezTo>
                  <a:cubicBezTo>
                    <a:pt x="15428" y="10365"/>
                    <a:pt x="15428" y="10365"/>
                    <a:pt x="15428" y="10365"/>
                  </a:cubicBezTo>
                  <a:cubicBezTo>
                    <a:pt x="15372" y="10365"/>
                    <a:pt x="15372" y="10365"/>
                    <a:pt x="15372" y="10365"/>
                  </a:cubicBezTo>
                  <a:cubicBezTo>
                    <a:pt x="15372" y="10298"/>
                    <a:pt x="15372" y="10298"/>
                    <a:pt x="15372" y="10298"/>
                  </a:cubicBezTo>
                  <a:cubicBezTo>
                    <a:pt x="15428" y="10298"/>
                    <a:pt x="15428" y="10298"/>
                    <a:pt x="15428" y="10298"/>
                  </a:cubicBezTo>
                  <a:cubicBezTo>
                    <a:pt x="15428" y="10231"/>
                    <a:pt x="15428" y="10231"/>
                    <a:pt x="15428" y="10231"/>
                  </a:cubicBezTo>
                  <a:cubicBezTo>
                    <a:pt x="15372" y="10231"/>
                    <a:pt x="15372" y="10231"/>
                    <a:pt x="15372" y="10231"/>
                  </a:cubicBezTo>
                  <a:cubicBezTo>
                    <a:pt x="15428" y="10164"/>
                    <a:pt x="15428" y="10164"/>
                    <a:pt x="15428" y="10164"/>
                  </a:cubicBezTo>
                  <a:cubicBezTo>
                    <a:pt x="15428" y="10164"/>
                    <a:pt x="15428" y="10164"/>
                    <a:pt x="15428" y="10164"/>
                  </a:cubicBezTo>
                  <a:cubicBezTo>
                    <a:pt x="15484" y="10164"/>
                    <a:pt x="15484" y="10164"/>
                    <a:pt x="15484" y="10164"/>
                  </a:cubicBezTo>
                  <a:cubicBezTo>
                    <a:pt x="15484" y="10231"/>
                    <a:pt x="15484" y="10231"/>
                    <a:pt x="15484" y="10231"/>
                  </a:cubicBezTo>
                  <a:cubicBezTo>
                    <a:pt x="15540" y="10231"/>
                    <a:pt x="15540" y="10231"/>
                    <a:pt x="15540" y="10231"/>
                  </a:cubicBezTo>
                  <a:cubicBezTo>
                    <a:pt x="15540" y="10164"/>
                    <a:pt x="15540" y="10164"/>
                    <a:pt x="15540" y="10164"/>
                  </a:cubicBezTo>
                  <a:cubicBezTo>
                    <a:pt x="15596" y="10164"/>
                    <a:pt x="15596" y="10164"/>
                    <a:pt x="15596" y="10164"/>
                  </a:cubicBezTo>
                  <a:cubicBezTo>
                    <a:pt x="15596" y="10097"/>
                    <a:pt x="15596" y="10097"/>
                    <a:pt x="15596" y="10097"/>
                  </a:cubicBezTo>
                  <a:cubicBezTo>
                    <a:pt x="15596" y="10097"/>
                    <a:pt x="15596" y="10097"/>
                    <a:pt x="15596" y="10097"/>
                  </a:cubicBezTo>
                  <a:cubicBezTo>
                    <a:pt x="15540" y="10030"/>
                    <a:pt x="15540" y="10030"/>
                    <a:pt x="15540" y="10030"/>
                  </a:cubicBezTo>
                  <a:cubicBezTo>
                    <a:pt x="15540" y="10030"/>
                    <a:pt x="15540" y="10030"/>
                    <a:pt x="15540" y="10030"/>
                  </a:cubicBezTo>
                  <a:cubicBezTo>
                    <a:pt x="15484" y="9964"/>
                    <a:pt x="15484" y="9964"/>
                    <a:pt x="15484" y="9964"/>
                  </a:cubicBezTo>
                  <a:cubicBezTo>
                    <a:pt x="15484" y="9964"/>
                    <a:pt x="15484" y="9964"/>
                    <a:pt x="15484" y="9964"/>
                  </a:cubicBezTo>
                  <a:cubicBezTo>
                    <a:pt x="15484" y="9964"/>
                    <a:pt x="15484" y="9964"/>
                    <a:pt x="15484" y="9964"/>
                  </a:cubicBezTo>
                  <a:cubicBezTo>
                    <a:pt x="15484" y="9897"/>
                    <a:pt x="15484" y="9897"/>
                    <a:pt x="15484" y="9897"/>
                  </a:cubicBezTo>
                  <a:cubicBezTo>
                    <a:pt x="15428" y="9897"/>
                    <a:pt x="15428" y="9897"/>
                    <a:pt x="15428" y="9897"/>
                  </a:cubicBezTo>
                  <a:cubicBezTo>
                    <a:pt x="15428" y="9897"/>
                    <a:pt x="15428" y="9897"/>
                    <a:pt x="15428" y="9897"/>
                  </a:cubicBezTo>
                  <a:cubicBezTo>
                    <a:pt x="15372" y="9897"/>
                    <a:pt x="15372" y="9897"/>
                    <a:pt x="15372" y="9897"/>
                  </a:cubicBezTo>
                  <a:cubicBezTo>
                    <a:pt x="15372" y="9830"/>
                    <a:pt x="15372" y="9830"/>
                    <a:pt x="15372" y="9830"/>
                  </a:cubicBezTo>
                  <a:cubicBezTo>
                    <a:pt x="15428" y="9830"/>
                    <a:pt x="15428" y="9830"/>
                    <a:pt x="15428" y="9830"/>
                  </a:cubicBezTo>
                  <a:cubicBezTo>
                    <a:pt x="15428" y="9830"/>
                    <a:pt x="15428" y="9830"/>
                    <a:pt x="15428" y="9830"/>
                  </a:cubicBezTo>
                  <a:cubicBezTo>
                    <a:pt x="15484" y="9830"/>
                    <a:pt x="15484" y="9830"/>
                    <a:pt x="15484" y="9830"/>
                  </a:cubicBezTo>
                  <a:cubicBezTo>
                    <a:pt x="15484" y="9830"/>
                    <a:pt x="15484" y="9830"/>
                    <a:pt x="15484" y="9830"/>
                  </a:cubicBezTo>
                  <a:cubicBezTo>
                    <a:pt x="15484" y="9763"/>
                    <a:pt x="15484" y="9763"/>
                    <a:pt x="15484" y="9763"/>
                  </a:cubicBezTo>
                  <a:cubicBezTo>
                    <a:pt x="15428" y="9763"/>
                    <a:pt x="15428" y="9763"/>
                    <a:pt x="15428" y="9763"/>
                  </a:cubicBezTo>
                  <a:cubicBezTo>
                    <a:pt x="15428" y="9696"/>
                    <a:pt x="15428" y="9696"/>
                    <a:pt x="15428" y="9696"/>
                  </a:cubicBezTo>
                  <a:cubicBezTo>
                    <a:pt x="15372" y="9696"/>
                    <a:pt x="15372" y="9696"/>
                    <a:pt x="15372" y="9696"/>
                  </a:cubicBezTo>
                  <a:cubicBezTo>
                    <a:pt x="15372" y="9696"/>
                    <a:pt x="15372" y="9696"/>
                    <a:pt x="15372" y="9696"/>
                  </a:cubicBezTo>
                  <a:cubicBezTo>
                    <a:pt x="15372" y="9696"/>
                    <a:pt x="15372" y="9696"/>
                    <a:pt x="15372" y="9696"/>
                  </a:cubicBezTo>
                  <a:cubicBezTo>
                    <a:pt x="15316" y="9763"/>
                    <a:pt x="15316" y="9763"/>
                    <a:pt x="15316" y="9763"/>
                  </a:cubicBezTo>
                  <a:cubicBezTo>
                    <a:pt x="15316" y="9763"/>
                    <a:pt x="15316" y="9763"/>
                    <a:pt x="15316" y="9763"/>
                  </a:cubicBezTo>
                  <a:cubicBezTo>
                    <a:pt x="15316" y="9696"/>
                    <a:pt x="15316" y="9696"/>
                    <a:pt x="15316" y="9696"/>
                  </a:cubicBezTo>
                  <a:cubicBezTo>
                    <a:pt x="15372" y="9629"/>
                    <a:pt x="15372" y="9629"/>
                    <a:pt x="15372" y="9629"/>
                  </a:cubicBezTo>
                  <a:cubicBezTo>
                    <a:pt x="15372" y="9562"/>
                    <a:pt x="15372" y="9562"/>
                    <a:pt x="15372" y="9562"/>
                  </a:cubicBezTo>
                  <a:cubicBezTo>
                    <a:pt x="15372" y="9562"/>
                    <a:pt x="15372" y="9562"/>
                    <a:pt x="15372" y="9562"/>
                  </a:cubicBezTo>
                  <a:cubicBezTo>
                    <a:pt x="15428" y="9495"/>
                    <a:pt x="15428" y="9495"/>
                    <a:pt x="15428" y="9495"/>
                  </a:cubicBezTo>
                  <a:cubicBezTo>
                    <a:pt x="15428" y="9429"/>
                    <a:pt x="15428" y="9429"/>
                    <a:pt x="15428" y="9429"/>
                  </a:cubicBezTo>
                  <a:cubicBezTo>
                    <a:pt x="15428" y="9362"/>
                    <a:pt x="15428" y="9362"/>
                    <a:pt x="15428" y="9362"/>
                  </a:cubicBezTo>
                  <a:cubicBezTo>
                    <a:pt x="15428" y="9362"/>
                    <a:pt x="15428" y="9362"/>
                    <a:pt x="15428" y="9362"/>
                  </a:cubicBezTo>
                  <a:cubicBezTo>
                    <a:pt x="15372" y="9362"/>
                    <a:pt x="15372" y="9362"/>
                    <a:pt x="15372" y="9362"/>
                  </a:cubicBezTo>
                  <a:cubicBezTo>
                    <a:pt x="15372" y="9362"/>
                    <a:pt x="15372" y="9362"/>
                    <a:pt x="15372" y="9362"/>
                  </a:cubicBezTo>
                  <a:cubicBezTo>
                    <a:pt x="15316" y="9362"/>
                    <a:pt x="15316" y="9362"/>
                    <a:pt x="15316" y="9362"/>
                  </a:cubicBezTo>
                  <a:cubicBezTo>
                    <a:pt x="15316" y="9429"/>
                    <a:pt x="15316" y="9429"/>
                    <a:pt x="15316" y="9429"/>
                  </a:cubicBezTo>
                  <a:cubicBezTo>
                    <a:pt x="15316" y="9429"/>
                    <a:pt x="15316" y="9429"/>
                    <a:pt x="15316" y="9429"/>
                  </a:cubicBezTo>
                  <a:cubicBezTo>
                    <a:pt x="15260" y="9362"/>
                    <a:pt x="15260" y="9362"/>
                    <a:pt x="15260" y="9362"/>
                  </a:cubicBezTo>
                  <a:cubicBezTo>
                    <a:pt x="15260" y="9295"/>
                    <a:pt x="15260" y="9295"/>
                    <a:pt x="15260" y="9295"/>
                  </a:cubicBezTo>
                  <a:cubicBezTo>
                    <a:pt x="15204" y="9295"/>
                    <a:pt x="15204" y="9295"/>
                    <a:pt x="15204" y="9295"/>
                  </a:cubicBezTo>
                  <a:cubicBezTo>
                    <a:pt x="15204" y="9228"/>
                    <a:pt x="15204" y="9228"/>
                    <a:pt x="15204" y="9228"/>
                  </a:cubicBezTo>
                  <a:cubicBezTo>
                    <a:pt x="15204" y="9161"/>
                    <a:pt x="15204" y="9161"/>
                    <a:pt x="15204" y="9161"/>
                  </a:cubicBezTo>
                  <a:cubicBezTo>
                    <a:pt x="15260" y="9161"/>
                    <a:pt x="15260" y="9161"/>
                    <a:pt x="15260" y="9161"/>
                  </a:cubicBezTo>
                  <a:cubicBezTo>
                    <a:pt x="15260" y="9161"/>
                    <a:pt x="15260" y="9161"/>
                    <a:pt x="15260" y="9161"/>
                  </a:cubicBezTo>
                  <a:cubicBezTo>
                    <a:pt x="15260" y="9094"/>
                    <a:pt x="15260" y="9094"/>
                    <a:pt x="15260" y="9094"/>
                  </a:cubicBezTo>
                  <a:cubicBezTo>
                    <a:pt x="15260" y="9094"/>
                    <a:pt x="15260" y="9094"/>
                    <a:pt x="15260" y="9094"/>
                  </a:cubicBezTo>
                  <a:cubicBezTo>
                    <a:pt x="15204" y="9094"/>
                    <a:pt x="15204" y="9094"/>
                    <a:pt x="15204" y="9094"/>
                  </a:cubicBezTo>
                  <a:cubicBezTo>
                    <a:pt x="15204" y="9094"/>
                    <a:pt x="15204" y="9094"/>
                    <a:pt x="15204" y="9094"/>
                  </a:cubicBezTo>
                  <a:cubicBezTo>
                    <a:pt x="15204" y="9161"/>
                    <a:pt x="15204" y="9161"/>
                    <a:pt x="15204" y="9161"/>
                  </a:cubicBezTo>
                  <a:cubicBezTo>
                    <a:pt x="15148" y="9228"/>
                    <a:pt x="15148" y="9228"/>
                    <a:pt x="15148" y="9228"/>
                  </a:cubicBezTo>
                  <a:cubicBezTo>
                    <a:pt x="15148" y="9161"/>
                    <a:pt x="15148" y="9161"/>
                    <a:pt x="15148" y="9161"/>
                  </a:cubicBezTo>
                  <a:cubicBezTo>
                    <a:pt x="15091" y="9161"/>
                    <a:pt x="15091" y="9161"/>
                    <a:pt x="15091" y="9161"/>
                  </a:cubicBezTo>
                  <a:cubicBezTo>
                    <a:pt x="15091" y="9161"/>
                    <a:pt x="15091" y="9161"/>
                    <a:pt x="15091" y="9161"/>
                  </a:cubicBezTo>
                  <a:cubicBezTo>
                    <a:pt x="15091" y="9228"/>
                    <a:pt x="15091" y="9228"/>
                    <a:pt x="15091" y="9228"/>
                  </a:cubicBezTo>
                  <a:cubicBezTo>
                    <a:pt x="15091" y="9228"/>
                    <a:pt x="15091" y="9228"/>
                    <a:pt x="15091" y="9228"/>
                  </a:cubicBezTo>
                  <a:cubicBezTo>
                    <a:pt x="15091" y="9295"/>
                    <a:pt x="15091" y="9295"/>
                    <a:pt x="15091" y="9295"/>
                  </a:cubicBezTo>
                  <a:cubicBezTo>
                    <a:pt x="15091" y="9295"/>
                    <a:pt x="15091" y="9295"/>
                    <a:pt x="15091" y="9295"/>
                  </a:cubicBezTo>
                  <a:cubicBezTo>
                    <a:pt x="15148" y="9295"/>
                    <a:pt x="15148" y="9295"/>
                    <a:pt x="15148" y="9295"/>
                  </a:cubicBezTo>
                  <a:cubicBezTo>
                    <a:pt x="15148" y="9429"/>
                    <a:pt x="15148" y="9429"/>
                    <a:pt x="15148" y="9429"/>
                  </a:cubicBezTo>
                  <a:cubicBezTo>
                    <a:pt x="15204" y="9429"/>
                    <a:pt x="15204" y="9429"/>
                    <a:pt x="15204" y="9429"/>
                  </a:cubicBezTo>
                  <a:cubicBezTo>
                    <a:pt x="15204" y="9495"/>
                    <a:pt x="15204" y="9495"/>
                    <a:pt x="15204" y="9495"/>
                  </a:cubicBezTo>
                  <a:cubicBezTo>
                    <a:pt x="15204" y="9562"/>
                    <a:pt x="15204" y="9562"/>
                    <a:pt x="15204" y="9562"/>
                  </a:cubicBezTo>
                  <a:cubicBezTo>
                    <a:pt x="15148" y="9562"/>
                    <a:pt x="15148" y="9562"/>
                    <a:pt x="15148" y="9562"/>
                  </a:cubicBezTo>
                  <a:cubicBezTo>
                    <a:pt x="15091" y="9629"/>
                    <a:pt x="15091" y="9629"/>
                    <a:pt x="15091" y="9629"/>
                  </a:cubicBezTo>
                  <a:cubicBezTo>
                    <a:pt x="14979" y="9629"/>
                    <a:pt x="14979" y="9629"/>
                    <a:pt x="14979" y="9629"/>
                  </a:cubicBezTo>
                  <a:cubicBezTo>
                    <a:pt x="14979" y="9629"/>
                    <a:pt x="14979" y="9629"/>
                    <a:pt x="14979" y="9629"/>
                  </a:cubicBezTo>
                  <a:cubicBezTo>
                    <a:pt x="14923" y="9629"/>
                    <a:pt x="14923" y="9629"/>
                    <a:pt x="14923" y="9629"/>
                  </a:cubicBezTo>
                  <a:cubicBezTo>
                    <a:pt x="14923" y="9562"/>
                    <a:pt x="14923" y="9562"/>
                    <a:pt x="14923" y="9562"/>
                  </a:cubicBezTo>
                  <a:cubicBezTo>
                    <a:pt x="14923" y="9562"/>
                    <a:pt x="14923" y="9562"/>
                    <a:pt x="14923" y="9562"/>
                  </a:cubicBezTo>
                  <a:cubicBezTo>
                    <a:pt x="14923" y="9495"/>
                    <a:pt x="14923" y="9495"/>
                    <a:pt x="14923" y="9495"/>
                  </a:cubicBezTo>
                  <a:cubicBezTo>
                    <a:pt x="14811" y="9495"/>
                    <a:pt x="14811" y="9495"/>
                    <a:pt x="14811" y="9495"/>
                  </a:cubicBezTo>
                  <a:cubicBezTo>
                    <a:pt x="14755" y="9429"/>
                    <a:pt x="14755" y="9429"/>
                    <a:pt x="14755" y="9429"/>
                  </a:cubicBezTo>
                  <a:cubicBezTo>
                    <a:pt x="14699" y="9429"/>
                    <a:pt x="14699" y="9429"/>
                    <a:pt x="14699" y="9429"/>
                  </a:cubicBezTo>
                  <a:cubicBezTo>
                    <a:pt x="14699" y="9562"/>
                    <a:pt x="14699" y="9562"/>
                    <a:pt x="14699" y="9562"/>
                  </a:cubicBezTo>
                  <a:cubicBezTo>
                    <a:pt x="14755" y="9629"/>
                    <a:pt x="14755" y="9629"/>
                    <a:pt x="14755" y="9629"/>
                  </a:cubicBezTo>
                  <a:cubicBezTo>
                    <a:pt x="14699" y="9629"/>
                    <a:pt x="14699" y="9629"/>
                    <a:pt x="14699" y="9629"/>
                  </a:cubicBezTo>
                  <a:cubicBezTo>
                    <a:pt x="14699" y="9629"/>
                    <a:pt x="14699" y="9629"/>
                    <a:pt x="14699" y="9629"/>
                  </a:cubicBezTo>
                  <a:cubicBezTo>
                    <a:pt x="14643" y="9562"/>
                    <a:pt x="14643" y="9562"/>
                    <a:pt x="14643" y="9562"/>
                  </a:cubicBezTo>
                  <a:cubicBezTo>
                    <a:pt x="14643" y="9495"/>
                    <a:pt x="14643" y="9495"/>
                    <a:pt x="14643" y="9495"/>
                  </a:cubicBezTo>
                  <a:cubicBezTo>
                    <a:pt x="14587" y="9495"/>
                    <a:pt x="14587" y="9495"/>
                    <a:pt x="14587" y="9495"/>
                  </a:cubicBezTo>
                  <a:cubicBezTo>
                    <a:pt x="14587" y="9495"/>
                    <a:pt x="14587" y="9495"/>
                    <a:pt x="14587" y="9495"/>
                  </a:cubicBezTo>
                  <a:cubicBezTo>
                    <a:pt x="14530" y="9429"/>
                    <a:pt x="14530" y="9429"/>
                    <a:pt x="14530" y="9429"/>
                  </a:cubicBezTo>
                  <a:cubicBezTo>
                    <a:pt x="14530" y="9362"/>
                    <a:pt x="14530" y="9362"/>
                    <a:pt x="14530" y="9362"/>
                  </a:cubicBezTo>
                  <a:cubicBezTo>
                    <a:pt x="14530" y="9362"/>
                    <a:pt x="14530" y="9362"/>
                    <a:pt x="14530" y="9362"/>
                  </a:cubicBezTo>
                  <a:cubicBezTo>
                    <a:pt x="14474" y="9362"/>
                    <a:pt x="14474" y="9362"/>
                    <a:pt x="14474" y="9362"/>
                  </a:cubicBezTo>
                  <a:cubicBezTo>
                    <a:pt x="14418" y="9295"/>
                    <a:pt x="14418" y="9295"/>
                    <a:pt x="14418" y="9295"/>
                  </a:cubicBezTo>
                  <a:cubicBezTo>
                    <a:pt x="14418" y="9295"/>
                    <a:pt x="14418" y="9295"/>
                    <a:pt x="14418" y="9295"/>
                  </a:cubicBezTo>
                  <a:cubicBezTo>
                    <a:pt x="14362" y="9228"/>
                    <a:pt x="14362" y="9228"/>
                    <a:pt x="14362" y="9228"/>
                  </a:cubicBezTo>
                  <a:cubicBezTo>
                    <a:pt x="14362" y="9228"/>
                    <a:pt x="14362" y="9228"/>
                    <a:pt x="14362" y="9228"/>
                  </a:cubicBezTo>
                  <a:cubicBezTo>
                    <a:pt x="14362" y="9228"/>
                    <a:pt x="14362" y="9228"/>
                    <a:pt x="14362" y="9228"/>
                  </a:cubicBezTo>
                  <a:cubicBezTo>
                    <a:pt x="14474" y="9362"/>
                    <a:pt x="14474" y="9362"/>
                    <a:pt x="14474" y="9362"/>
                  </a:cubicBezTo>
                  <a:cubicBezTo>
                    <a:pt x="14474" y="9362"/>
                    <a:pt x="14474" y="9362"/>
                    <a:pt x="14474" y="9362"/>
                  </a:cubicBezTo>
                  <a:cubicBezTo>
                    <a:pt x="14530" y="9429"/>
                    <a:pt x="14530" y="9429"/>
                    <a:pt x="14530" y="9429"/>
                  </a:cubicBezTo>
                  <a:cubicBezTo>
                    <a:pt x="14530" y="9429"/>
                    <a:pt x="14530" y="9429"/>
                    <a:pt x="14530" y="9429"/>
                  </a:cubicBezTo>
                  <a:cubicBezTo>
                    <a:pt x="14530" y="9495"/>
                    <a:pt x="14530" y="9495"/>
                    <a:pt x="14530" y="9495"/>
                  </a:cubicBezTo>
                  <a:cubicBezTo>
                    <a:pt x="14530" y="9495"/>
                    <a:pt x="14530" y="9495"/>
                    <a:pt x="14530" y="9495"/>
                  </a:cubicBezTo>
                  <a:cubicBezTo>
                    <a:pt x="14530" y="9495"/>
                    <a:pt x="14530" y="9495"/>
                    <a:pt x="14530" y="9495"/>
                  </a:cubicBezTo>
                  <a:cubicBezTo>
                    <a:pt x="14474" y="9562"/>
                    <a:pt x="14474" y="9562"/>
                    <a:pt x="14474" y="9562"/>
                  </a:cubicBezTo>
                  <a:cubicBezTo>
                    <a:pt x="14418" y="9495"/>
                    <a:pt x="14418" y="9495"/>
                    <a:pt x="14418" y="9495"/>
                  </a:cubicBezTo>
                  <a:cubicBezTo>
                    <a:pt x="14362" y="9495"/>
                    <a:pt x="14362" y="9495"/>
                    <a:pt x="14362" y="9495"/>
                  </a:cubicBezTo>
                  <a:cubicBezTo>
                    <a:pt x="14362" y="9429"/>
                    <a:pt x="14362" y="9429"/>
                    <a:pt x="14362" y="9429"/>
                  </a:cubicBezTo>
                  <a:cubicBezTo>
                    <a:pt x="14306" y="9429"/>
                    <a:pt x="14306" y="9429"/>
                    <a:pt x="14306" y="9429"/>
                  </a:cubicBezTo>
                  <a:cubicBezTo>
                    <a:pt x="14306" y="9362"/>
                    <a:pt x="14306" y="9362"/>
                    <a:pt x="14306" y="9362"/>
                  </a:cubicBezTo>
                  <a:cubicBezTo>
                    <a:pt x="14250" y="9429"/>
                    <a:pt x="14250" y="9429"/>
                    <a:pt x="14250" y="9429"/>
                  </a:cubicBezTo>
                  <a:cubicBezTo>
                    <a:pt x="14194" y="9429"/>
                    <a:pt x="14194" y="9429"/>
                    <a:pt x="14194" y="9429"/>
                  </a:cubicBezTo>
                  <a:cubicBezTo>
                    <a:pt x="14138" y="9429"/>
                    <a:pt x="14138" y="9429"/>
                    <a:pt x="14138" y="9429"/>
                  </a:cubicBezTo>
                  <a:cubicBezTo>
                    <a:pt x="14082" y="9362"/>
                    <a:pt x="14082" y="9362"/>
                    <a:pt x="14082" y="9362"/>
                  </a:cubicBezTo>
                  <a:cubicBezTo>
                    <a:pt x="14025" y="9362"/>
                    <a:pt x="14025" y="9362"/>
                    <a:pt x="14025" y="9362"/>
                  </a:cubicBezTo>
                  <a:cubicBezTo>
                    <a:pt x="14025" y="9362"/>
                    <a:pt x="14025" y="9362"/>
                    <a:pt x="14025" y="9362"/>
                  </a:cubicBezTo>
                  <a:cubicBezTo>
                    <a:pt x="13969" y="9295"/>
                    <a:pt x="13969" y="9295"/>
                    <a:pt x="13969" y="9295"/>
                  </a:cubicBezTo>
                  <a:cubicBezTo>
                    <a:pt x="13969" y="9295"/>
                    <a:pt x="13969" y="9295"/>
                    <a:pt x="13969" y="9295"/>
                  </a:cubicBezTo>
                  <a:cubicBezTo>
                    <a:pt x="14025" y="9228"/>
                    <a:pt x="14025" y="9228"/>
                    <a:pt x="14025" y="9228"/>
                  </a:cubicBezTo>
                  <a:cubicBezTo>
                    <a:pt x="14082" y="9161"/>
                    <a:pt x="14082" y="9161"/>
                    <a:pt x="14082" y="9161"/>
                  </a:cubicBezTo>
                  <a:cubicBezTo>
                    <a:pt x="14082" y="9161"/>
                    <a:pt x="14082" y="9161"/>
                    <a:pt x="14082" y="9161"/>
                  </a:cubicBezTo>
                  <a:cubicBezTo>
                    <a:pt x="14025" y="9161"/>
                    <a:pt x="14025" y="9161"/>
                    <a:pt x="14025" y="9161"/>
                  </a:cubicBezTo>
                  <a:cubicBezTo>
                    <a:pt x="13969" y="9228"/>
                    <a:pt x="13969" y="9228"/>
                    <a:pt x="13969" y="9228"/>
                  </a:cubicBezTo>
                  <a:cubicBezTo>
                    <a:pt x="13969" y="9295"/>
                    <a:pt x="13969" y="9295"/>
                    <a:pt x="13969" y="9295"/>
                  </a:cubicBezTo>
                  <a:cubicBezTo>
                    <a:pt x="13913" y="9295"/>
                    <a:pt x="13913" y="9295"/>
                    <a:pt x="13913" y="9295"/>
                  </a:cubicBezTo>
                  <a:cubicBezTo>
                    <a:pt x="13913" y="9228"/>
                    <a:pt x="13913" y="9228"/>
                    <a:pt x="13913" y="9228"/>
                  </a:cubicBezTo>
                  <a:cubicBezTo>
                    <a:pt x="13857" y="9228"/>
                    <a:pt x="13857" y="9228"/>
                    <a:pt x="13857" y="9228"/>
                  </a:cubicBezTo>
                  <a:cubicBezTo>
                    <a:pt x="13801" y="9228"/>
                    <a:pt x="13801" y="9228"/>
                    <a:pt x="13801" y="9228"/>
                  </a:cubicBezTo>
                  <a:cubicBezTo>
                    <a:pt x="13857" y="9295"/>
                    <a:pt x="13857" y="9295"/>
                    <a:pt x="13857" y="9295"/>
                  </a:cubicBezTo>
                  <a:cubicBezTo>
                    <a:pt x="13857" y="9295"/>
                    <a:pt x="13857" y="9295"/>
                    <a:pt x="13857" y="9295"/>
                  </a:cubicBezTo>
                  <a:cubicBezTo>
                    <a:pt x="13801" y="9295"/>
                    <a:pt x="13801" y="9295"/>
                    <a:pt x="13801" y="9295"/>
                  </a:cubicBezTo>
                  <a:cubicBezTo>
                    <a:pt x="13689" y="9228"/>
                    <a:pt x="13689" y="9228"/>
                    <a:pt x="13689" y="9228"/>
                  </a:cubicBezTo>
                  <a:cubicBezTo>
                    <a:pt x="13689" y="9161"/>
                    <a:pt x="13689" y="9161"/>
                    <a:pt x="13689" y="9161"/>
                  </a:cubicBezTo>
                  <a:cubicBezTo>
                    <a:pt x="13633" y="9094"/>
                    <a:pt x="13633" y="9094"/>
                    <a:pt x="13633" y="9094"/>
                  </a:cubicBezTo>
                  <a:cubicBezTo>
                    <a:pt x="13689" y="9094"/>
                    <a:pt x="13689" y="9094"/>
                    <a:pt x="13689" y="9094"/>
                  </a:cubicBezTo>
                  <a:cubicBezTo>
                    <a:pt x="13745" y="9027"/>
                    <a:pt x="13745" y="9027"/>
                    <a:pt x="13745" y="9027"/>
                  </a:cubicBezTo>
                  <a:cubicBezTo>
                    <a:pt x="13745" y="9027"/>
                    <a:pt x="13745" y="9027"/>
                    <a:pt x="13745" y="9027"/>
                  </a:cubicBezTo>
                  <a:cubicBezTo>
                    <a:pt x="13745" y="8960"/>
                    <a:pt x="13745" y="8960"/>
                    <a:pt x="13745" y="8960"/>
                  </a:cubicBezTo>
                  <a:cubicBezTo>
                    <a:pt x="13745" y="9027"/>
                    <a:pt x="13745" y="9027"/>
                    <a:pt x="13745" y="9027"/>
                  </a:cubicBezTo>
                  <a:cubicBezTo>
                    <a:pt x="13633" y="9027"/>
                    <a:pt x="13633" y="9027"/>
                    <a:pt x="13633" y="9027"/>
                  </a:cubicBezTo>
                  <a:cubicBezTo>
                    <a:pt x="13633" y="9094"/>
                    <a:pt x="13633" y="9094"/>
                    <a:pt x="13633" y="9094"/>
                  </a:cubicBezTo>
                  <a:cubicBezTo>
                    <a:pt x="13633" y="9094"/>
                    <a:pt x="13633" y="9094"/>
                    <a:pt x="13633" y="9094"/>
                  </a:cubicBezTo>
                  <a:cubicBezTo>
                    <a:pt x="13577" y="9027"/>
                    <a:pt x="13577" y="9027"/>
                    <a:pt x="13577" y="9027"/>
                  </a:cubicBezTo>
                  <a:cubicBezTo>
                    <a:pt x="13633" y="9027"/>
                    <a:pt x="13633" y="9027"/>
                    <a:pt x="13633" y="9027"/>
                  </a:cubicBezTo>
                  <a:cubicBezTo>
                    <a:pt x="13577" y="8960"/>
                    <a:pt x="13577" y="8960"/>
                    <a:pt x="13577" y="8960"/>
                  </a:cubicBezTo>
                  <a:cubicBezTo>
                    <a:pt x="13577" y="8960"/>
                    <a:pt x="13577" y="8960"/>
                    <a:pt x="13577" y="8960"/>
                  </a:cubicBezTo>
                  <a:cubicBezTo>
                    <a:pt x="13577" y="9027"/>
                    <a:pt x="13577" y="9027"/>
                    <a:pt x="13577" y="9027"/>
                  </a:cubicBezTo>
                  <a:cubicBezTo>
                    <a:pt x="13577" y="9027"/>
                    <a:pt x="13577" y="9027"/>
                    <a:pt x="13577" y="9027"/>
                  </a:cubicBezTo>
                  <a:cubicBezTo>
                    <a:pt x="13577" y="9094"/>
                    <a:pt x="13577" y="9094"/>
                    <a:pt x="13577" y="9094"/>
                  </a:cubicBezTo>
                  <a:cubicBezTo>
                    <a:pt x="13521" y="9094"/>
                    <a:pt x="13521" y="9094"/>
                    <a:pt x="13521" y="9094"/>
                  </a:cubicBezTo>
                  <a:cubicBezTo>
                    <a:pt x="13464" y="9027"/>
                    <a:pt x="13464" y="9027"/>
                    <a:pt x="13464" y="9027"/>
                  </a:cubicBezTo>
                  <a:cubicBezTo>
                    <a:pt x="13464" y="9027"/>
                    <a:pt x="13464" y="9027"/>
                    <a:pt x="13464" y="9027"/>
                  </a:cubicBezTo>
                  <a:cubicBezTo>
                    <a:pt x="13408" y="9027"/>
                    <a:pt x="13408" y="9027"/>
                    <a:pt x="13408" y="9027"/>
                  </a:cubicBezTo>
                  <a:cubicBezTo>
                    <a:pt x="13408" y="9094"/>
                    <a:pt x="13408" y="9094"/>
                    <a:pt x="13408" y="9094"/>
                  </a:cubicBezTo>
                  <a:cubicBezTo>
                    <a:pt x="13408" y="9094"/>
                    <a:pt x="13408" y="9094"/>
                    <a:pt x="13408" y="9094"/>
                  </a:cubicBezTo>
                  <a:cubicBezTo>
                    <a:pt x="13352" y="9027"/>
                    <a:pt x="13352" y="9027"/>
                    <a:pt x="13352" y="9027"/>
                  </a:cubicBezTo>
                  <a:cubicBezTo>
                    <a:pt x="13352" y="8960"/>
                    <a:pt x="13352" y="8960"/>
                    <a:pt x="13352" y="8960"/>
                  </a:cubicBezTo>
                  <a:cubicBezTo>
                    <a:pt x="13352" y="8960"/>
                    <a:pt x="13352" y="8960"/>
                    <a:pt x="13352" y="8960"/>
                  </a:cubicBezTo>
                  <a:cubicBezTo>
                    <a:pt x="13408" y="9027"/>
                    <a:pt x="13408" y="9027"/>
                    <a:pt x="13408" y="9027"/>
                  </a:cubicBezTo>
                  <a:cubicBezTo>
                    <a:pt x="13352" y="8960"/>
                    <a:pt x="13352" y="8960"/>
                    <a:pt x="13352" y="8960"/>
                  </a:cubicBezTo>
                  <a:cubicBezTo>
                    <a:pt x="13352" y="8960"/>
                    <a:pt x="13352" y="8960"/>
                    <a:pt x="13352" y="8960"/>
                  </a:cubicBezTo>
                  <a:cubicBezTo>
                    <a:pt x="13296" y="8894"/>
                    <a:pt x="13296" y="8894"/>
                    <a:pt x="13296" y="8894"/>
                  </a:cubicBezTo>
                  <a:cubicBezTo>
                    <a:pt x="13240" y="8827"/>
                    <a:pt x="13240" y="8827"/>
                    <a:pt x="13240" y="8827"/>
                  </a:cubicBezTo>
                  <a:cubicBezTo>
                    <a:pt x="13296" y="8827"/>
                    <a:pt x="13296" y="8827"/>
                    <a:pt x="13296" y="8827"/>
                  </a:cubicBezTo>
                  <a:cubicBezTo>
                    <a:pt x="13296" y="8760"/>
                    <a:pt x="13296" y="8760"/>
                    <a:pt x="13296" y="8760"/>
                  </a:cubicBezTo>
                  <a:cubicBezTo>
                    <a:pt x="13240" y="8626"/>
                    <a:pt x="13240" y="8626"/>
                    <a:pt x="13240" y="8626"/>
                  </a:cubicBezTo>
                  <a:cubicBezTo>
                    <a:pt x="13240" y="8626"/>
                    <a:pt x="13240" y="8626"/>
                    <a:pt x="13240" y="8626"/>
                  </a:cubicBezTo>
                  <a:cubicBezTo>
                    <a:pt x="13296" y="8626"/>
                    <a:pt x="13296" y="8626"/>
                    <a:pt x="13296" y="8626"/>
                  </a:cubicBezTo>
                  <a:cubicBezTo>
                    <a:pt x="13296" y="8559"/>
                    <a:pt x="13296" y="8559"/>
                    <a:pt x="13296" y="8559"/>
                  </a:cubicBezTo>
                  <a:cubicBezTo>
                    <a:pt x="13296" y="8492"/>
                    <a:pt x="13296" y="8492"/>
                    <a:pt x="13296" y="8492"/>
                  </a:cubicBezTo>
                  <a:cubicBezTo>
                    <a:pt x="13296" y="8492"/>
                    <a:pt x="13296" y="8492"/>
                    <a:pt x="13296" y="8492"/>
                  </a:cubicBezTo>
                  <a:cubicBezTo>
                    <a:pt x="13352" y="8492"/>
                    <a:pt x="13352" y="8492"/>
                    <a:pt x="13352" y="8492"/>
                  </a:cubicBezTo>
                  <a:cubicBezTo>
                    <a:pt x="13352" y="8559"/>
                    <a:pt x="13352" y="8559"/>
                    <a:pt x="13352" y="8559"/>
                  </a:cubicBezTo>
                  <a:cubicBezTo>
                    <a:pt x="13408" y="8559"/>
                    <a:pt x="13408" y="8559"/>
                    <a:pt x="13408" y="8559"/>
                  </a:cubicBezTo>
                  <a:cubicBezTo>
                    <a:pt x="13464" y="8559"/>
                    <a:pt x="13464" y="8559"/>
                    <a:pt x="13464" y="8559"/>
                  </a:cubicBezTo>
                  <a:cubicBezTo>
                    <a:pt x="13464" y="8626"/>
                    <a:pt x="13464" y="8626"/>
                    <a:pt x="13464" y="8626"/>
                  </a:cubicBezTo>
                  <a:cubicBezTo>
                    <a:pt x="13577" y="8693"/>
                    <a:pt x="13577" y="8693"/>
                    <a:pt x="13577" y="8693"/>
                  </a:cubicBezTo>
                  <a:cubicBezTo>
                    <a:pt x="13633" y="8693"/>
                    <a:pt x="13633" y="8693"/>
                    <a:pt x="13633" y="8693"/>
                  </a:cubicBezTo>
                  <a:cubicBezTo>
                    <a:pt x="13689" y="8626"/>
                    <a:pt x="13689" y="8626"/>
                    <a:pt x="13689" y="8626"/>
                  </a:cubicBezTo>
                  <a:cubicBezTo>
                    <a:pt x="13745" y="8626"/>
                    <a:pt x="13745" y="8626"/>
                    <a:pt x="13745" y="8626"/>
                  </a:cubicBezTo>
                  <a:cubicBezTo>
                    <a:pt x="13689" y="8626"/>
                    <a:pt x="13689" y="8626"/>
                    <a:pt x="13689" y="8626"/>
                  </a:cubicBezTo>
                  <a:cubicBezTo>
                    <a:pt x="13689" y="8559"/>
                    <a:pt x="13689" y="8559"/>
                    <a:pt x="13689" y="8559"/>
                  </a:cubicBezTo>
                  <a:cubicBezTo>
                    <a:pt x="13633" y="8559"/>
                    <a:pt x="13633" y="8559"/>
                    <a:pt x="13633" y="8559"/>
                  </a:cubicBezTo>
                  <a:cubicBezTo>
                    <a:pt x="13633" y="8492"/>
                    <a:pt x="13633" y="8492"/>
                    <a:pt x="13633" y="8492"/>
                  </a:cubicBezTo>
                  <a:cubicBezTo>
                    <a:pt x="13577" y="8492"/>
                    <a:pt x="13577" y="8492"/>
                    <a:pt x="13577" y="8492"/>
                  </a:cubicBezTo>
                  <a:cubicBezTo>
                    <a:pt x="13521" y="8426"/>
                    <a:pt x="13521" y="8426"/>
                    <a:pt x="13521" y="8426"/>
                  </a:cubicBezTo>
                  <a:cubicBezTo>
                    <a:pt x="13464" y="8426"/>
                    <a:pt x="13464" y="8426"/>
                    <a:pt x="13464" y="8426"/>
                  </a:cubicBezTo>
                  <a:cubicBezTo>
                    <a:pt x="13408" y="8426"/>
                    <a:pt x="13408" y="8426"/>
                    <a:pt x="13408" y="8426"/>
                  </a:cubicBezTo>
                  <a:cubicBezTo>
                    <a:pt x="13352" y="8426"/>
                    <a:pt x="13352" y="8426"/>
                    <a:pt x="13352" y="8426"/>
                  </a:cubicBezTo>
                  <a:cubicBezTo>
                    <a:pt x="13296" y="8359"/>
                    <a:pt x="13296" y="8359"/>
                    <a:pt x="13296" y="8359"/>
                  </a:cubicBezTo>
                  <a:cubicBezTo>
                    <a:pt x="13240" y="8292"/>
                    <a:pt x="13240" y="8292"/>
                    <a:pt x="13240" y="8292"/>
                  </a:cubicBezTo>
                  <a:cubicBezTo>
                    <a:pt x="13296" y="8225"/>
                    <a:pt x="13296" y="8225"/>
                    <a:pt x="13296" y="8225"/>
                  </a:cubicBezTo>
                  <a:cubicBezTo>
                    <a:pt x="13296" y="8158"/>
                    <a:pt x="13296" y="8158"/>
                    <a:pt x="13296" y="8158"/>
                  </a:cubicBezTo>
                  <a:cubicBezTo>
                    <a:pt x="13296" y="8158"/>
                    <a:pt x="13296" y="8158"/>
                    <a:pt x="13296" y="8158"/>
                  </a:cubicBezTo>
                  <a:cubicBezTo>
                    <a:pt x="13352" y="8091"/>
                    <a:pt x="13352" y="8091"/>
                    <a:pt x="13352" y="8091"/>
                  </a:cubicBezTo>
                  <a:cubicBezTo>
                    <a:pt x="13352" y="8091"/>
                    <a:pt x="13352" y="8091"/>
                    <a:pt x="13352" y="8091"/>
                  </a:cubicBezTo>
                  <a:cubicBezTo>
                    <a:pt x="13408" y="8024"/>
                    <a:pt x="13408" y="8024"/>
                    <a:pt x="13408" y="8024"/>
                  </a:cubicBezTo>
                  <a:cubicBezTo>
                    <a:pt x="13408" y="7957"/>
                    <a:pt x="13408" y="7957"/>
                    <a:pt x="13408" y="7957"/>
                  </a:cubicBezTo>
                  <a:cubicBezTo>
                    <a:pt x="13408" y="7891"/>
                    <a:pt x="13408" y="7891"/>
                    <a:pt x="13408" y="7891"/>
                  </a:cubicBezTo>
                  <a:cubicBezTo>
                    <a:pt x="13464" y="7891"/>
                    <a:pt x="13464" y="7891"/>
                    <a:pt x="13464" y="7891"/>
                  </a:cubicBezTo>
                  <a:cubicBezTo>
                    <a:pt x="13464" y="7824"/>
                    <a:pt x="13464" y="7824"/>
                    <a:pt x="13464" y="7824"/>
                  </a:cubicBezTo>
                  <a:cubicBezTo>
                    <a:pt x="13521" y="7824"/>
                    <a:pt x="13521" y="7824"/>
                    <a:pt x="13521" y="7824"/>
                  </a:cubicBezTo>
                  <a:cubicBezTo>
                    <a:pt x="13577" y="7824"/>
                    <a:pt x="13577" y="7824"/>
                    <a:pt x="13577" y="7824"/>
                  </a:cubicBezTo>
                  <a:cubicBezTo>
                    <a:pt x="13577" y="7757"/>
                    <a:pt x="13577" y="7757"/>
                    <a:pt x="13577" y="7757"/>
                  </a:cubicBezTo>
                  <a:cubicBezTo>
                    <a:pt x="13577" y="7757"/>
                    <a:pt x="13577" y="7757"/>
                    <a:pt x="13577" y="7757"/>
                  </a:cubicBezTo>
                  <a:cubicBezTo>
                    <a:pt x="13521" y="7757"/>
                    <a:pt x="13521" y="7757"/>
                    <a:pt x="13521" y="7757"/>
                  </a:cubicBezTo>
                  <a:cubicBezTo>
                    <a:pt x="13521" y="7757"/>
                    <a:pt x="13521" y="7757"/>
                    <a:pt x="13521" y="7757"/>
                  </a:cubicBezTo>
                  <a:cubicBezTo>
                    <a:pt x="13577" y="7623"/>
                    <a:pt x="13577" y="7623"/>
                    <a:pt x="13577" y="7623"/>
                  </a:cubicBezTo>
                  <a:cubicBezTo>
                    <a:pt x="13633" y="7556"/>
                    <a:pt x="13633" y="7556"/>
                    <a:pt x="13633" y="7556"/>
                  </a:cubicBezTo>
                  <a:cubicBezTo>
                    <a:pt x="13633" y="7556"/>
                    <a:pt x="13633" y="7556"/>
                    <a:pt x="13633" y="7556"/>
                  </a:cubicBezTo>
                  <a:cubicBezTo>
                    <a:pt x="13689" y="7489"/>
                    <a:pt x="13689" y="7489"/>
                    <a:pt x="13689" y="7489"/>
                  </a:cubicBezTo>
                  <a:cubicBezTo>
                    <a:pt x="13689" y="7489"/>
                    <a:pt x="13689" y="7489"/>
                    <a:pt x="13689" y="7489"/>
                  </a:cubicBezTo>
                  <a:cubicBezTo>
                    <a:pt x="13745" y="7489"/>
                    <a:pt x="13745" y="7489"/>
                    <a:pt x="13745" y="7489"/>
                  </a:cubicBezTo>
                  <a:cubicBezTo>
                    <a:pt x="13745" y="7422"/>
                    <a:pt x="13745" y="7422"/>
                    <a:pt x="13745" y="7422"/>
                  </a:cubicBezTo>
                  <a:cubicBezTo>
                    <a:pt x="13801" y="7422"/>
                    <a:pt x="13801" y="7422"/>
                    <a:pt x="13801" y="7422"/>
                  </a:cubicBezTo>
                  <a:cubicBezTo>
                    <a:pt x="13801" y="7489"/>
                    <a:pt x="13801" y="7489"/>
                    <a:pt x="13801" y="7489"/>
                  </a:cubicBezTo>
                  <a:cubicBezTo>
                    <a:pt x="13801" y="7422"/>
                    <a:pt x="13801" y="7422"/>
                    <a:pt x="13801" y="7422"/>
                  </a:cubicBezTo>
                  <a:cubicBezTo>
                    <a:pt x="13801" y="7422"/>
                    <a:pt x="13801" y="7422"/>
                    <a:pt x="13801" y="7422"/>
                  </a:cubicBezTo>
                  <a:cubicBezTo>
                    <a:pt x="13857" y="7289"/>
                    <a:pt x="13857" y="7289"/>
                    <a:pt x="13857" y="7289"/>
                  </a:cubicBezTo>
                  <a:cubicBezTo>
                    <a:pt x="13913" y="7289"/>
                    <a:pt x="13913" y="7289"/>
                    <a:pt x="13913" y="7289"/>
                  </a:cubicBezTo>
                  <a:cubicBezTo>
                    <a:pt x="13913" y="7289"/>
                    <a:pt x="13913" y="7289"/>
                    <a:pt x="13913" y="7289"/>
                  </a:cubicBezTo>
                  <a:cubicBezTo>
                    <a:pt x="13913" y="7222"/>
                    <a:pt x="13913" y="7222"/>
                    <a:pt x="13913" y="7222"/>
                  </a:cubicBezTo>
                  <a:cubicBezTo>
                    <a:pt x="13969" y="7222"/>
                    <a:pt x="13969" y="7222"/>
                    <a:pt x="13969" y="7222"/>
                  </a:cubicBezTo>
                  <a:cubicBezTo>
                    <a:pt x="14025" y="7155"/>
                    <a:pt x="14025" y="7155"/>
                    <a:pt x="14025" y="7155"/>
                  </a:cubicBezTo>
                  <a:cubicBezTo>
                    <a:pt x="14025" y="7155"/>
                    <a:pt x="14025" y="7155"/>
                    <a:pt x="14025" y="7155"/>
                  </a:cubicBezTo>
                  <a:cubicBezTo>
                    <a:pt x="14082" y="7155"/>
                    <a:pt x="14082" y="7155"/>
                    <a:pt x="14082" y="7155"/>
                  </a:cubicBezTo>
                  <a:cubicBezTo>
                    <a:pt x="14082" y="7088"/>
                    <a:pt x="14082" y="7088"/>
                    <a:pt x="14082" y="7088"/>
                  </a:cubicBezTo>
                  <a:cubicBezTo>
                    <a:pt x="14082" y="7088"/>
                    <a:pt x="14082" y="7088"/>
                    <a:pt x="14082" y="7088"/>
                  </a:cubicBezTo>
                  <a:cubicBezTo>
                    <a:pt x="14194" y="7021"/>
                    <a:pt x="14194" y="7021"/>
                    <a:pt x="14194" y="7021"/>
                  </a:cubicBezTo>
                  <a:cubicBezTo>
                    <a:pt x="14250" y="6954"/>
                    <a:pt x="14250" y="6954"/>
                    <a:pt x="14250" y="6954"/>
                  </a:cubicBezTo>
                  <a:cubicBezTo>
                    <a:pt x="14362" y="6887"/>
                    <a:pt x="14362" y="6887"/>
                    <a:pt x="14362" y="6887"/>
                  </a:cubicBezTo>
                  <a:cubicBezTo>
                    <a:pt x="14474" y="6887"/>
                    <a:pt x="14474" y="6887"/>
                    <a:pt x="14474" y="6887"/>
                  </a:cubicBezTo>
                  <a:cubicBezTo>
                    <a:pt x="14530" y="6887"/>
                    <a:pt x="14530" y="6887"/>
                    <a:pt x="14530" y="6887"/>
                  </a:cubicBezTo>
                  <a:cubicBezTo>
                    <a:pt x="14587" y="6887"/>
                    <a:pt x="14587" y="6887"/>
                    <a:pt x="14587" y="6887"/>
                  </a:cubicBezTo>
                  <a:cubicBezTo>
                    <a:pt x="14643" y="6887"/>
                    <a:pt x="14643" y="6887"/>
                    <a:pt x="14643" y="6887"/>
                  </a:cubicBezTo>
                  <a:cubicBezTo>
                    <a:pt x="14643" y="6887"/>
                    <a:pt x="14643" y="6887"/>
                    <a:pt x="14643" y="6887"/>
                  </a:cubicBezTo>
                  <a:cubicBezTo>
                    <a:pt x="14699" y="6887"/>
                    <a:pt x="14699" y="6887"/>
                    <a:pt x="14699" y="6887"/>
                  </a:cubicBezTo>
                  <a:cubicBezTo>
                    <a:pt x="14755" y="6954"/>
                    <a:pt x="14755" y="6954"/>
                    <a:pt x="14755" y="6954"/>
                  </a:cubicBezTo>
                  <a:cubicBezTo>
                    <a:pt x="14867" y="6954"/>
                    <a:pt x="14867" y="6954"/>
                    <a:pt x="14867" y="6954"/>
                  </a:cubicBezTo>
                  <a:cubicBezTo>
                    <a:pt x="14867" y="7021"/>
                    <a:pt x="14867" y="7021"/>
                    <a:pt x="14867" y="7021"/>
                  </a:cubicBezTo>
                  <a:cubicBezTo>
                    <a:pt x="14867" y="7088"/>
                    <a:pt x="14867" y="7088"/>
                    <a:pt x="14867" y="7088"/>
                  </a:cubicBezTo>
                  <a:cubicBezTo>
                    <a:pt x="14811" y="7088"/>
                    <a:pt x="14811" y="7088"/>
                    <a:pt x="14811" y="7088"/>
                  </a:cubicBezTo>
                  <a:cubicBezTo>
                    <a:pt x="14755" y="7088"/>
                    <a:pt x="14755" y="7088"/>
                    <a:pt x="14755" y="7088"/>
                  </a:cubicBezTo>
                  <a:cubicBezTo>
                    <a:pt x="14699" y="7088"/>
                    <a:pt x="14699" y="7088"/>
                    <a:pt x="14699" y="7088"/>
                  </a:cubicBezTo>
                  <a:cubicBezTo>
                    <a:pt x="14643" y="7155"/>
                    <a:pt x="14643" y="7155"/>
                    <a:pt x="14643" y="7155"/>
                  </a:cubicBezTo>
                  <a:cubicBezTo>
                    <a:pt x="14643" y="7222"/>
                    <a:pt x="14643" y="7222"/>
                    <a:pt x="14643" y="7222"/>
                  </a:cubicBezTo>
                  <a:cubicBezTo>
                    <a:pt x="14587" y="7222"/>
                    <a:pt x="14587" y="7222"/>
                    <a:pt x="14587" y="7222"/>
                  </a:cubicBezTo>
                  <a:cubicBezTo>
                    <a:pt x="14474" y="7356"/>
                    <a:pt x="14474" y="7356"/>
                    <a:pt x="14474" y="7356"/>
                  </a:cubicBezTo>
                  <a:cubicBezTo>
                    <a:pt x="14362" y="7422"/>
                    <a:pt x="14362" y="7422"/>
                    <a:pt x="14362" y="7422"/>
                  </a:cubicBezTo>
                  <a:cubicBezTo>
                    <a:pt x="14306" y="7489"/>
                    <a:pt x="14306" y="7489"/>
                    <a:pt x="14306" y="7489"/>
                  </a:cubicBezTo>
                  <a:cubicBezTo>
                    <a:pt x="14306" y="7489"/>
                    <a:pt x="14306" y="7489"/>
                    <a:pt x="14306" y="7489"/>
                  </a:cubicBezTo>
                  <a:cubicBezTo>
                    <a:pt x="14250" y="7623"/>
                    <a:pt x="14250" y="7623"/>
                    <a:pt x="14250" y="7623"/>
                  </a:cubicBezTo>
                  <a:cubicBezTo>
                    <a:pt x="14250" y="7690"/>
                    <a:pt x="14250" y="7690"/>
                    <a:pt x="14250" y="7690"/>
                  </a:cubicBezTo>
                  <a:cubicBezTo>
                    <a:pt x="14250" y="7757"/>
                    <a:pt x="14250" y="7757"/>
                    <a:pt x="14250" y="7757"/>
                  </a:cubicBezTo>
                  <a:cubicBezTo>
                    <a:pt x="14250" y="7757"/>
                    <a:pt x="14250" y="7757"/>
                    <a:pt x="14250" y="7757"/>
                  </a:cubicBezTo>
                  <a:cubicBezTo>
                    <a:pt x="14250" y="7824"/>
                    <a:pt x="14250" y="7824"/>
                    <a:pt x="14250" y="7824"/>
                  </a:cubicBezTo>
                  <a:cubicBezTo>
                    <a:pt x="14250" y="7824"/>
                    <a:pt x="14250" y="7824"/>
                    <a:pt x="14250" y="7824"/>
                  </a:cubicBezTo>
                  <a:cubicBezTo>
                    <a:pt x="14194" y="7891"/>
                    <a:pt x="14194" y="7891"/>
                    <a:pt x="14194" y="7891"/>
                  </a:cubicBezTo>
                  <a:cubicBezTo>
                    <a:pt x="14138" y="7957"/>
                    <a:pt x="14138" y="7957"/>
                    <a:pt x="14138" y="7957"/>
                  </a:cubicBezTo>
                  <a:cubicBezTo>
                    <a:pt x="14138" y="8024"/>
                    <a:pt x="14138" y="8024"/>
                    <a:pt x="14138" y="8024"/>
                  </a:cubicBezTo>
                  <a:cubicBezTo>
                    <a:pt x="14138" y="8091"/>
                    <a:pt x="14138" y="8091"/>
                    <a:pt x="14138" y="8091"/>
                  </a:cubicBezTo>
                  <a:cubicBezTo>
                    <a:pt x="14082" y="8091"/>
                    <a:pt x="14082" y="8091"/>
                    <a:pt x="14082" y="8091"/>
                  </a:cubicBezTo>
                  <a:cubicBezTo>
                    <a:pt x="14082" y="8091"/>
                    <a:pt x="14082" y="8091"/>
                    <a:pt x="14082" y="8091"/>
                  </a:cubicBezTo>
                  <a:cubicBezTo>
                    <a:pt x="14138" y="8158"/>
                    <a:pt x="14138" y="8158"/>
                    <a:pt x="14138" y="8158"/>
                  </a:cubicBezTo>
                  <a:cubicBezTo>
                    <a:pt x="14138" y="8225"/>
                    <a:pt x="14138" y="8225"/>
                    <a:pt x="14138" y="8225"/>
                  </a:cubicBezTo>
                  <a:cubicBezTo>
                    <a:pt x="14138" y="8292"/>
                    <a:pt x="14138" y="8292"/>
                    <a:pt x="14138" y="8292"/>
                  </a:cubicBezTo>
                  <a:cubicBezTo>
                    <a:pt x="14138" y="8359"/>
                    <a:pt x="14138" y="8359"/>
                    <a:pt x="14138" y="8359"/>
                  </a:cubicBezTo>
                  <a:cubicBezTo>
                    <a:pt x="14194" y="8426"/>
                    <a:pt x="14194" y="8426"/>
                    <a:pt x="14194" y="8426"/>
                  </a:cubicBezTo>
                  <a:cubicBezTo>
                    <a:pt x="14194" y="8426"/>
                    <a:pt x="14194" y="8426"/>
                    <a:pt x="14194" y="8426"/>
                  </a:cubicBezTo>
                  <a:cubicBezTo>
                    <a:pt x="14250" y="8492"/>
                    <a:pt x="14250" y="8492"/>
                    <a:pt x="14250" y="8492"/>
                  </a:cubicBezTo>
                  <a:cubicBezTo>
                    <a:pt x="14250" y="8492"/>
                    <a:pt x="14250" y="8492"/>
                    <a:pt x="14250" y="8492"/>
                  </a:cubicBezTo>
                  <a:cubicBezTo>
                    <a:pt x="14194" y="8559"/>
                    <a:pt x="14194" y="8559"/>
                    <a:pt x="14194" y="8559"/>
                  </a:cubicBezTo>
                  <a:cubicBezTo>
                    <a:pt x="14194" y="8492"/>
                    <a:pt x="14194" y="8492"/>
                    <a:pt x="14194" y="8492"/>
                  </a:cubicBezTo>
                  <a:cubicBezTo>
                    <a:pt x="14194" y="8492"/>
                    <a:pt x="14194" y="8492"/>
                    <a:pt x="14194" y="8492"/>
                  </a:cubicBezTo>
                  <a:cubicBezTo>
                    <a:pt x="14194" y="8559"/>
                    <a:pt x="14194" y="8559"/>
                    <a:pt x="14194" y="8559"/>
                  </a:cubicBezTo>
                  <a:cubicBezTo>
                    <a:pt x="14138" y="8559"/>
                    <a:pt x="14138" y="8559"/>
                    <a:pt x="14138" y="8559"/>
                  </a:cubicBezTo>
                  <a:cubicBezTo>
                    <a:pt x="14138" y="8559"/>
                    <a:pt x="14138" y="8559"/>
                    <a:pt x="14138" y="8559"/>
                  </a:cubicBezTo>
                  <a:cubicBezTo>
                    <a:pt x="14082" y="8559"/>
                    <a:pt x="14082" y="8559"/>
                    <a:pt x="14082" y="8559"/>
                  </a:cubicBezTo>
                  <a:cubicBezTo>
                    <a:pt x="14082" y="8559"/>
                    <a:pt x="14082" y="8559"/>
                    <a:pt x="14082" y="8559"/>
                  </a:cubicBezTo>
                  <a:cubicBezTo>
                    <a:pt x="14138" y="8626"/>
                    <a:pt x="14138" y="8626"/>
                    <a:pt x="14138" y="8626"/>
                  </a:cubicBezTo>
                  <a:cubicBezTo>
                    <a:pt x="14194" y="8626"/>
                    <a:pt x="14194" y="8626"/>
                    <a:pt x="14194" y="8626"/>
                  </a:cubicBezTo>
                  <a:cubicBezTo>
                    <a:pt x="14194" y="8626"/>
                    <a:pt x="14194" y="8626"/>
                    <a:pt x="14194" y="8626"/>
                  </a:cubicBezTo>
                  <a:cubicBezTo>
                    <a:pt x="14194" y="8626"/>
                    <a:pt x="14194" y="8626"/>
                    <a:pt x="14194" y="8626"/>
                  </a:cubicBezTo>
                  <a:cubicBezTo>
                    <a:pt x="14138" y="8693"/>
                    <a:pt x="14138" y="8693"/>
                    <a:pt x="14138" y="8693"/>
                  </a:cubicBezTo>
                  <a:cubicBezTo>
                    <a:pt x="14138" y="8760"/>
                    <a:pt x="14138" y="8760"/>
                    <a:pt x="14138" y="8760"/>
                  </a:cubicBezTo>
                  <a:cubicBezTo>
                    <a:pt x="14138" y="8827"/>
                    <a:pt x="14138" y="8827"/>
                    <a:pt x="14138" y="8827"/>
                  </a:cubicBezTo>
                  <a:cubicBezTo>
                    <a:pt x="14138" y="8827"/>
                    <a:pt x="14138" y="8827"/>
                    <a:pt x="14138" y="8827"/>
                  </a:cubicBezTo>
                  <a:cubicBezTo>
                    <a:pt x="14194" y="8760"/>
                    <a:pt x="14194" y="8760"/>
                    <a:pt x="14194" y="8760"/>
                  </a:cubicBezTo>
                  <a:cubicBezTo>
                    <a:pt x="14194" y="8760"/>
                    <a:pt x="14194" y="8760"/>
                    <a:pt x="14194" y="8760"/>
                  </a:cubicBezTo>
                  <a:cubicBezTo>
                    <a:pt x="14250" y="8626"/>
                    <a:pt x="14250" y="8626"/>
                    <a:pt x="14250" y="8626"/>
                  </a:cubicBezTo>
                  <a:cubicBezTo>
                    <a:pt x="14250" y="8626"/>
                    <a:pt x="14250" y="8626"/>
                    <a:pt x="14250" y="8626"/>
                  </a:cubicBezTo>
                  <a:cubicBezTo>
                    <a:pt x="14306" y="8492"/>
                    <a:pt x="14306" y="8492"/>
                    <a:pt x="14306" y="8492"/>
                  </a:cubicBezTo>
                  <a:cubicBezTo>
                    <a:pt x="14306" y="8492"/>
                    <a:pt x="14306" y="8492"/>
                    <a:pt x="14306" y="8492"/>
                  </a:cubicBezTo>
                  <a:cubicBezTo>
                    <a:pt x="14362" y="8426"/>
                    <a:pt x="14362" y="8426"/>
                    <a:pt x="14362" y="8426"/>
                  </a:cubicBezTo>
                  <a:cubicBezTo>
                    <a:pt x="14362" y="8426"/>
                    <a:pt x="14362" y="8426"/>
                    <a:pt x="14362" y="8426"/>
                  </a:cubicBezTo>
                  <a:cubicBezTo>
                    <a:pt x="14306" y="8359"/>
                    <a:pt x="14306" y="8359"/>
                    <a:pt x="14306" y="8359"/>
                  </a:cubicBezTo>
                  <a:cubicBezTo>
                    <a:pt x="14362" y="8359"/>
                    <a:pt x="14362" y="8359"/>
                    <a:pt x="14362" y="8359"/>
                  </a:cubicBezTo>
                  <a:cubicBezTo>
                    <a:pt x="14306" y="8292"/>
                    <a:pt x="14306" y="8292"/>
                    <a:pt x="14306" y="8292"/>
                  </a:cubicBezTo>
                  <a:cubicBezTo>
                    <a:pt x="14250" y="8292"/>
                    <a:pt x="14250" y="8292"/>
                    <a:pt x="14250" y="8292"/>
                  </a:cubicBezTo>
                  <a:cubicBezTo>
                    <a:pt x="14250" y="8225"/>
                    <a:pt x="14250" y="8225"/>
                    <a:pt x="14250" y="8225"/>
                  </a:cubicBezTo>
                  <a:cubicBezTo>
                    <a:pt x="14250" y="8225"/>
                    <a:pt x="14250" y="8225"/>
                    <a:pt x="14250" y="8225"/>
                  </a:cubicBezTo>
                  <a:cubicBezTo>
                    <a:pt x="14250" y="8158"/>
                    <a:pt x="14250" y="8158"/>
                    <a:pt x="14250" y="8158"/>
                  </a:cubicBezTo>
                  <a:cubicBezTo>
                    <a:pt x="14250" y="8091"/>
                    <a:pt x="14250" y="8091"/>
                    <a:pt x="14250" y="8091"/>
                  </a:cubicBezTo>
                  <a:cubicBezTo>
                    <a:pt x="14250" y="8024"/>
                    <a:pt x="14250" y="8024"/>
                    <a:pt x="14250" y="8024"/>
                  </a:cubicBezTo>
                  <a:cubicBezTo>
                    <a:pt x="14250" y="8024"/>
                    <a:pt x="14250" y="8024"/>
                    <a:pt x="14250" y="8024"/>
                  </a:cubicBezTo>
                  <a:cubicBezTo>
                    <a:pt x="14250" y="8091"/>
                    <a:pt x="14250" y="8091"/>
                    <a:pt x="14250" y="8091"/>
                  </a:cubicBezTo>
                  <a:cubicBezTo>
                    <a:pt x="14306" y="8024"/>
                    <a:pt x="14306" y="8024"/>
                    <a:pt x="14306" y="8024"/>
                  </a:cubicBezTo>
                  <a:cubicBezTo>
                    <a:pt x="14362" y="8024"/>
                    <a:pt x="14362" y="8024"/>
                    <a:pt x="14362" y="8024"/>
                  </a:cubicBezTo>
                  <a:cubicBezTo>
                    <a:pt x="14362" y="7957"/>
                    <a:pt x="14362" y="7957"/>
                    <a:pt x="14362" y="7957"/>
                  </a:cubicBezTo>
                  <a:cubicBezTo>
                    <a:pt x="14362" y="7957"/>
                    <a:pt x="14362" y="7957"/>
                    <a:pt x="14362" y="7957"/>
                  </a:cubicBezTo>
                  <a:cubicBezTo>
                    <a:pt x="14362" y="7891"/>
                    <a:pt x="14362" y="7891"/>
                    <a:pt x="14362" y="7891"/>
                  </a:cubicBezTo>
                  <a:cubicBezTo>
                    <a:pt x="14418" y="7957"/>
                    <a:pt x="14418" y="7957"/>
                    <a:pt x="14418" y="7957"/>
                  </a:cubicBezTo>
                  <a:cubicBezTo>
                    <a:pt x="14474" y="8024"/>
                    <a:pt x="14474" y="8024"/>
                    <a:pt x="14474" y="8024"/>
                  </a:cubicBezTo>
                  <a:cubicBezTo>
                    <a:pt x="14418" y="8024"/>
                    <a:pt x="14418" y="8024"/>
                    <a:pt x="14418" y="8024"/>
                  </a:cubicBezTo>
                  <a:cubicBezTo>
                    <a:pt x="14474" y="8024"/>
                    <a:pt x="14474" y="8024"/>
                    <a:pt x="14474" y="8024"/>
                  </a:cubicBezTo>
                  <a:cubicBezTo>
                    <a:pt x="14474" y="8024"/>
                    <a:pt x="14474" y="8024"/>
                    <a:pt x="14474" y="8024"/>
                  </a:cubicBezTo>
                  <a:cubicBezTo>
                    <a:pt x="14474" y="7957"/>
                    <a:pt x="14474" y="7957"/>
                    <a:pt x="14474" y="7957"/>
                  </a:cubicBezTo>
                  <a:cubicBezTo>
                    <a:pt x="14530" y="7891"/>
                    <a:pt x="14530" y="7891"/>
                    <a:pt x="14530" y="7891"/>
                  </a:cubicBezTo>
                  <a:cubicBezTo>
                    <a:pt x="14530" y="7891"/>
                    <a:pt x="14530" y="7891"/>
                    <a:pt x="14530" y="7891"/>
                  </a:cubicBezTo>
                  <a:cubicBezTo>
                    <a:pt x="14530" y="7891"/>
                    <a:pt x="14530" y="7891"/>
                    <a:pt x="14530" y="7891"/>
                  </a:cubicBezTo>
                  <a:cubicBezTo>
                    <a:pt x="14587" y="7891"/>
                    <a:pt x="14587" y="7891"/>
                    <a:pt x="14587" y="7891"/>
                  </a:cubicBezTo>
                  <a:cubicBezTo>
                    <a:pt x="14643" y="7824"/>
                    <a:pt x="14643" y="7824"/>
                    <a:pt x="14643" y="7824"/>
                  </a:cubicBezTo>
                  <a:cubicBezTo>
                    <a:pt x="14587" y="7824"/>
                    <a:pt x="14587" y="7824"/>
                    <a:pt x="14587" y="7824"/>
                  </a:cubicBezTo>
                  <a:cubicBezTo>
                    <a:pt x="14587" y="7824"/>
                    <a:pt x="14587" y="7824"/>
                    <a:pt x="14587" y="7824"/>
                  </a:cubicBezTo>
                  <a:cubicBezTo>
                    <a:pt x="14474" y="7891"/>
                    <a:pt x="14474" y="7891"/>
                    <a:pt x="14474" y="7891"/>
                  </a:cubicBezTo>
                  <a:cubicBezTo>
                    <a:pt x="14474" y="7891"/>
                    <a:pt x="14474" y="7891"/>
                    <a:pt x="14474" y="7891"/>
                  </a:cubicBezTo>
                  <a:cubicBezTo>
                    <a:pt x="14418" y="7824"/>
                    <a:pt x="14418" y="7824"/>
                    <a:pt x="14418" y="7824"/>
                  </a:cubicBezTo>
                  <a:cubicBezTo>
                    <a:pt x="14418" y="7824"/>
                    <a:pt x="14418" y="7824"/>
                    <a:pt x="14418" y="7824"/>
                  </a:cubicBezTo>
                  <a:cubicBezTo>
                    <a:pt x="14418" y="7757"/>
                    <a:pt x="14418" y="7757"/>
                    <a:pt x="14418" y="7757"/>
                  </a:cubicBezTo>
                  <a:cubicBezTo>
                    <a:pt x="14474" y="7757"/>
                    <a:pt x="14474" y="7757"/>
                    <a:pt x="14474" y="7757"/>
                  </a:cubicBezTo>
                  <a:cubicBezTo>
                    <a:pt x="14418" y="7690"/>
                    <a:pt x="14418" y="7690"/>
                    <a:pt x="14418" y="7690"/>
                  </a:cubicBezTo>
                  <a:cubicBezTo>
                    <a:pt x="14474" y="7623"/>
                    <a:pt x="14474" y="7623"/>
                    <a:pt x="14474" y="7623"/>
                  </a:cubicBezTo>
                  <a:cubicBezTo>
                    <a:pt x="14474" y="7556"/>
                    <a:pt x="14474" y="7556"/>
                    <a:pt x="14474" y="7556"/>
                  </a:cubicBezTo>
                  <a:cubicBezTo>
                    <a:pt x="14474" y="7489"/>
                    <a:pt x="14474" y="7489"/>
                    <a:pt x="14474" y="7489"/>
                  </a:cubicBezTo>
                  <a:cubicBezTo>
                    <a:pt x="14530" y="7489"/>
                    <a:pt x="14530" y="7489"/>
                    <a:pt x="14530" y="7489"/>
                  </a:cubicBezTo>
                  <a:cubicBezTo>
                    <a:pt x="14587" y="7489"/>
                    <a:pt x="14587" y="7489"/>
                    <a:pt x="14587" y="7489"/>
                  </a:cubicBezTo>
                  <a:cubicBezTo>
                    <a:pt x="14643" y="7556"/>
                    <a:pt x="14643" y="7556"/>
                    <a:pt x="14643" y="7556"/>
                  </a:cubicBezTo>
                  <a:cubicBezTo>
                    <a:pt x="14643" y="7556"/>
                    <a:pt x="14643" y="7556"/>
                    <a:pt x="14643" y="7556"/>
                  </a:cubicBezTo>
                  <a:cubicBezTo>
                    <a:pt x="14699" y="7623"/>
                    <a:pt x="14699" y="7623"/>
                    <a:pt x="14699" y="7623"/>
                  </a:cubicBezTo>
                  <a:cubicBezTo>
                    <a:pt x="14755" y="7623"/>
                    <a:pt x="14755" y="7623"/>
                    <a:pt x="14755" y="7623"/>
                  </a:cubicBezTo>
                  <a:cubicBezTo>
                    <a:pt x="14755" y="7623"/>
                    <a:pt x="14755" y="7623"/>
                    <a:pt x="14755" y="7623"/>
                  </a:cubicBezTo>
                  <a:cubicBezTo>
                    <a:pt x="14755" y="7623"/>
                    <a:pt x="14755" y="7623"/>
                    <a:pt x="14755" y="7623"/>
                  </a:cubicBezTo>
                  <a:cubicBezTo>
                    <a:pt x="14755" y="7556"/>
                    <a:pt x="14755" y="7556"/>
                    <a:pt x="14755" y="7556"/>
                  </a:cubicBezTo>
                  <a:cubicBezTo>
                    <a:pt x="14643" y="7556"/>
                    <a:pt x="14643" y="7556"/>
                    <a:pt x="14643" y="7556"/>
                  </a:cubicBezTo>
                  <a:cubicBezTo>
                    <a:pt x="14643" y="7489"/>
                    <a:pt x="14643" y="7489"/>
                    <a:pt x="14643" y="7489"/>
                  </a:cubicBezTo>
                  <a:cubicBezTo>
                    <a:pt x="14643" y="7422"/>
                    <a:pt x="14643" y="7422"/>
                    <a:pt x="14643" y="7422"/>
                  </a:cubicBezTo>
                  <a:cubicBezTo>
                    <a:pt x="14587" y="7422"/>
                    <a:pt x="14587" y="7422"/>
                    <a:pt x="14587" y="7422"/>
                  </a:cubicBezTo>
                  <a:cubicBezTo>
                    <a:pt x="14587" y="7422"/>
                    <a:pt x="14587" y="7422"/>
                    <a:pt x="14587" y="7422"/>
                  </a:cubicBezTo>
                  <a:cubicBezTo>
                    <a:pt x="14587" y="7422"/>
                    <a:pt x="14587" y="7422"/>
                    <a:pt x="14587" y="7422"/>
                  </a:cubicBezTo>
                  <a:cubicBezTo>
                    <a:pt x="14643" y="7422"/>
                    <a:pt x="14643" y="7422"/>
                    <a:pt x="14643" y="7422"/>
                  </a:cubicBezTo>
                  <a:cubicBezTo>
                    <a:pt x="14699" y="7356"/>
                    <a:pt x="14699" y="7356"/>
                    <a:pt x="14699" y="7356"/>
                  </a:cubicBezTo>
                  <a:cubicBezTo>
                    <a:pt x="14699" y="7356"/>
                    <a:pt x="14699" y="7356"/>
                    <a:pt x="14699" y="7356"/>
                  </a:cubicBezTo>
                  <a:cubicBezTo>
                    <a:pt x="14755" y="7489"/>
                    <a:pt x="14755" y="7489"/>
                    <a:pt x="14755" y="7489"/>
                  </a:cubicBezTo>
                  <a:cubicBezTo>
                    <a:pt x="14867" y="7489"/>
                    <a:pt x="14867" y="7489"/>
                    <a:pt x="14867" y="7489"/>
                  </a:cubicBezTo>
                  <a:cubicBezTo>
                    <a:pt x="14867" y="7489"/>
                    <a:pt x="14867" y="7489"/>
                    <a:pt x="14867" y="7489"/>
                  </a:cubicBezTo>
                  <a:cubicBezTo>
                    <a:pt x="14811" y="7489"/>
                    <a:pt x="14811" y="7489"/>
                    <a:pt x="14811" y="7489"/>
                  </a:cubicBezTo>
                  <a:cubicBezTo>
                    <a:pt x="14755" y="7422"/>
                    <a:pt x="14755" y="7422"/>
                    <a:pt x="14755" y="7422"/>
                  </a:cubicBezTo>
                  <a:cubicBezTo>
                    <a:pt x="14699" y="7356"/>
                    <a:pt x="14699" y="7356"/>
                    <a:pt x="14699" y="7356"/>
                  </a:cubicBezTo>
                  <a:cubicBezTo>
                    <a:pt x="14699" y="7289"/>
                    <a:pt x="14699" y="7289"/>
                    <a:pt x="14699" y="7289"/>
                  </a:cubicBezTo>
                  <a:cubicBezTo>
                    <a:pt x="14755" y="7289"/>
                    <a:pt x="14755" y="7289"/>
                    <a:pt x="14755" y="7289"/>
                  </a:cubicBezTo>
                  <a:cubicBezTo>
                    <a:pt x="14811" y="7289"/>
                    <a:pt x="14811" y="7289"/>
                    <a:pt x="14811" y="7289"/>
                  </a:cubicBezTo>
                  <a:cubicBezTo>
                    <a:pt x="14811" y="7289"/>
                    <a:pt x="14811" y="7289"/>
                    <a:pt x="14811" y="7289"/>
                  </a:cubicBezTo>
                  <a:cubicBezTo>
                    <a:pt x="14811" y="7289"/>
                    <a:pt x="14811" y="7289"/>
                    <a:pt x="14811" y="7289"/>
                  </a:cubicBezTo>
                  <a:cubicBezTo>
                    <a:pt x="14811" y="7356"/>
                    <a:pt x="14811" y="7356"/>
                    <a:pt x="14811" y="7356"/>
                  </a:cubicBezTo>
                  <a:cubicBezTo>
                    <a:pt x="14867" y="7356"/>
                    <a:pt x="14867" y="7356"/>
                    <a:pt x="14867" y="7356"/>
                  </a:cubicBezTo>
                  <a:cubicBezTo>
                    <a:pt x="14867" y="7289"/>
                    <a:pt x="14867" y="7289"/>
                    <a:pt x="14867" y="7289"/>
                  </a:cubicBezTo>
                  <a:cubicBezTo>
                    <a:pt x="14867" y="7222"/>
                    <a:pt x="14867" y="7222"/>
                    <a:pt x="14867" y="7222"/>
                  </a:cubicBezTo>
                  <a:cubicBezTo>
                    <a:pt x="14923" y="7222"/>
                    <a:pt x="14923" y="7222"/>
                    <a:pt x="14923" y="7222"/>
                  </a:cubicBezTo>
                  <a:cubicBezTo>
                    <a:pt x="14979" y="7289"/>
                    <a:pt x="14979" y="7289"/>
                    <a:pt x="14979" y="7289"/>
                  </a:cubicBezTo>
                  <a:cubicBezTo>
                    <a:pt x="14979" y="7356"/>
                    <a:pt x="14979" y="7356"/>
                    <a:pt x="14979" y="7356"/>
                  </a:cubicBezTo>
                  <a:cubicBezTo>
                    <a:pt x="14979" y="7422"/>
                    <a:pt x="14979" y="7422"/>
                    <a:pt x="14979" y="7422"/>
                  </a:cubicBezTo>
                  <a:cubicBezTo>
                    <a:pt x="15035" y="7356"/>
                    <a:pt x="15035" y="7356"/>
                    <a:pt x="15035" y="7356"/>
                  </a:cubicBezTo>
                  <a:cubicBezTo>
                    <a:pt x="15035" y="7356"/>
                    <a:pt x="15035" y="7356"/>
                    <a:pt x="15035" y="7356"/>
                  </a:cubicBezTo>
                  <a:cubicBezTo>
                    <a:pt x="14979" y="7289"/>
                    <a:pt x="14979" y="7289"/>
                    <a:pt x="14979" y="7289"/>
                  </a:cubicBezTo>
                  <a:cubicBezTo>
                    <a:pt x="14979" y="7222"/>
                    <a:pt x="14979" y="7222"/>
                    <a:pt x="14979" y="7222"/>
                  </a:cubicBezTo>
                  <a:cubicBezTo>
                    <a:pt x="15091" y="7222"/>
                    <a:pt x="15091" y="7222"/>
                    <a:pt x="15091" y="7222"/>
                  </a:cubicBezTo>
                  <a:cubicBezTo>
                    <a:pt x="15204" y="7155"/>
                    <a:pt x="15204" y="7155"/>
                    <a:pt x="15204" y="7155"/>
                  </a:cubicBezTo>
                  <a:cubicBezTo>
                    <a:pt x="15260" y="7155"/>
                    <a:pt x="15260" y="7155"/>
                    <a:pt x="15260" y="7155"/>
                  </a:cubicBezTo>
                  <a:cubicBezTo>
                    <a:pt x="15316" y="7155"/>
                    <a:pt x="15316" y="7155"/>
                    <a:pt x="15316" y="7155"/>
                  </a:cubicBezTo>
                  <a:cubicBezTo>
                    <a:pt x="15372" y="7155"/>
                    <a:pt x="15372" y="7155"/>
                    <a:pt x="15372" y="7155"/>
                  </a:cubicBezTo>
                  <a:cubicBezTo>
                    <a:pt x="15428" y="7155"/>
                    <a:pt x="15428" y="7155"/>
                    <a:pt x="15428" y="7155"/>
                  </a:cubicBezTo>
                  <a:cubicBezTo>
                    <a:pt x="15540" y="7155"/>
                    <a:pt x="15540" y="7155"/>
                    <a:pt x="15540" y="7155"/>
                  </a:cubicBezTo>
                  <a:cubicBezTo>
                    <a:pt x="15540" y="7222"/>
                    <a:pt x="15540" y="7222"/>
                    <a:pt x="15540" y="7222"/>
                  </a:cubicBezTo>
                  <a:cubicBezTo>
                    <a:pt x="15540" y="7222"/>
                    <a:pt x="15540" y="7222"/>
                    <a:pt x="15540" y="7222"/>
                  </a:cubicBezTo>
                  <a:cubicBezTo>
                    <a:pt x="15484" y="7356"/>
                    <a:pt x="15484" y="7356"/>
                    <a:pt x="15484" y="7356"/>
                  </a:cubicBezTo>
                  <a:cubicBezTo>
                    <a:pt x="15484" y="7356"/>
                    <a:pt x="15484" y="7356"/>
                    <a:pt x="15484" y="7356"/>
                  </a:cubicBezTo>
                  <a:cubicBezTo>
                    <a:pt x="15484" y="7422"/>
                    <a:pt x="15484" y="7422"/>
                    <a:pt x="15484" y="7422"/>
                  </a:cubicBezTo>
                  <a:cubicBezTo>
                    <a:pt x="15428" y="7489"/>
                    <a:pt x="15428" y="7489"/>
                    <a:pt x="15428" y="7489"/>
                  </a:cubicBezTo>
                  <a:cubicBezTo>
                    <a:pt x="15428" y="7489"/>
                    <a:pt x="15428" y="7489"/>
                    <a:pt x="15428" y="7489"/>
                  </a:cubicBezTo>
                  <a:cubicBezTo>
                    <a:pt x="15484" y="7556"/>
                    <a:pt x="15484" y="7556"/>
                    <a:pt x="15484" y="7556"/>
                  </a:cubicBezTo>
                  <a:cubicBezTo>
                    <a:pt x="15484" y="7556"/>
                    <a:pt x="15484" y="7556"/>
                    <a:pt x="15484" y="7556"/>
                  </a:cubicBezTo>
                  <a:cubicBezTo>
                    <a:pt x="15484" y="7623"/>
                    <a:pt x="15484" y="7623"/>
                    <a:pt x="15484" y="7623"/>
                  </a:cubicBezTo>
                  <a:cubicBezTo>
                    <a:pt x="15428" y="7690"/>
                    <a:pt x="15428" y="7690"/>
                    <a:pt x="15428" y="7690"/>
                  </a:cubicBezTo>
                  <a:cubicBezTo>
                    <a:pt x="15428" y="7690"/>
                    <a:pt x="15428" y="7690"/>
                    <a:pt x="15428" y="7690"/>
                  </a:cubicBezTo>
                  <a:cubicBezTo>
                    <a:pt x="15428" y="7757"/>
                    <a:pt x="15428" y="7757"/>
                    <a:pt x="15428" y="7757"/>
                  </a:cubicBezTo>
                  <a:cubicBezTo>
                    <a:pt x="15428" y="7824"/>
                    <a:pt x="15428" y="7824"/>
                    <a:pt x="15428" y="7824"/>
                  </a:cubicBezTo>
                  <a:cubicBezTo>
                    <a:pt x="15428" y="7824"/>
                    <a:pt x="15428" y="7824"/>
                    <a:pt x="15428" y="7824"/>
                  </a:cubicBezTo>
                  <a:cubicBezTo>
                    <a:pt x="15428" y="7891"/>
                    <a:pt x="15428" y="7891"/>
                    <a:pt x="15428" y="7891"/>
                  </a:cubicBezTo>
                  <a:cubicBezTo>
                    <a:pt x="15372" y="7891"/>
                    <a:pt x="15372" y="7891"/>
                    <a:pt x="15372" y="7891"/>
                  </a:cubicBezTo>
                  <a:cubicBezTo>
                    <a:pt x="15316" y="7957"/>
                    <a:pt x="15316" y="7957"/>
                    <a:pt x="15316" y="7957"/>
                  </a:cubicBezTo>
                  <a:cubicBezTo>
                    <a:pt x="15316" y="7957"/>
                    <a:pt x="15316" y="7957"/>
                    <a:pt x="15316" y="7957"/>
                  </a:cubicBezTo>
                  <a:cubicBezTo>
                    <a:pt x="15260" y="7957"/>
                    <a:pt x="15260" y="7957"/>
                    <a:pt x="15260" y="7957"/>
                  </a:cubicBezTo>
                  <a:cubicBezTo>
                    <a:pt x="15260" y="8024"/>
                    <a:pt x="15260" y="8024"/>
                    <a:pt x="15260" y="8024"/>
                  </a:cubicBezTo>
                  <a:cubicBezTo>
                    <a:pt x="15204" y="8091"/>
                    <a:pt x="15204" y="8091"/>
                    <a:pt x="15204" y="8091"/>
                  </a:cubicBezTo>
                  <a:cubicBezTo>
                    <a:pt x="15260" y="8091"/>
                    <a:pt x="15260" y="8091"/>
                    <a:pt x="15260" y="8091"/>
                  </a:cubicBezTo>
                  <a:cubicBezTo>
                    <a:pt x="15316" y="8024"/>
                    <a:pt x="15316" y="8024"/>
                    <a:pt x="15316" y="8024"/>
                  </a:cubicBezTo>
                  <a:cubicBezTo>
                    <a:pt x="15372" y="7957"/>
                    <a:pt x="15372" y="7957"/>
                    <a:pt x="15372" y="7957"/>
                  </a:cubicBezTo>
                  <a:cubicBezTo>
                    <a:pt x="15372" y="7957"/>
                    <a:pt x="15372" y="7957"/>
                    <a:pt x="15372" y="7957"/>
                  </a:cubicBezTo>
                  <a:cubicBezTo>
                    <a:pt x="15372" y="7957"/>
                    <a:pt x="15372" y="7957"/>
                    <a:pt x="15372" y="7957"/>
                  </a:cubicBezTo>
                  <a:cubicBezTo>
                    <a:pt x="15372" y="8024"/>
                    <a:pt x="15372" y="8024"/>
                    <a:pt x="15372" y="8024"/>
                  </a:cubicBezTo>
                  <a:cubicBezTo>
                    <a:pt x="15372" y="8024"/>
                    <a:pt x="15372" y="8024"/>
                    <a:pt x="15372" y="8024"/>
                  </a:cubicBezTo>
                  <a:cubicBezTo>
                    <a:pt x="15260" y="8091"/>
                    <a:pt x="15260" y="8091"/>
                    <a:pt x="15260" y="8091"/>
                  </a:cubicBezTo>
                  <a:cubicBezTo>
                    <a:pt x="15260" y="8158"/>
                    <a:pt x="15260" y="8158"/>
                    <a:pt x="15260" y="8158"/>
                  </a:cubicBezTo>
                  <a:cubicBezTo>
                    <a:pt x="15260" y="8158"/>
                    <a:pt x="15260" y="8158"/>
                    <a:pt x="15260" y="8158"/>
                  </a:cubicBezTo>
                  <a:cubicBezTo>
                    <a:pt x="15260" y="8158"/>
                    <a:pt x="15260" y="8158"/>
                    <a:pt x="15260" y="8158"/>
                  </a:cubicBezTo>
                  <a:cubicBezTo>
                    <a:pt x="15204" y="8225"/>
                    <a:pt x="15204" y="8225"/>
                    <a:pt x="15204" y="8225"/>
                  </a:cubicBezTo>
                  <a:cubicBezTo>
                    <a:pt x="15204" y="8158"/>
                    <a:pt x="15204" y="8158"/>
                    <a:pt x="15204" y="8158"/>
                  </a:cubicBezTo>
                  <a:cubicBezTo>
                    <a:pt x="15148" y="8158"/>
                    <a:pt x="15148" y="8158"/>
                    <a:pt x="15148" y="8158"/>
                  </a:cubicBezTo>
                  <a:cubicBezTo>
                    <a:pt x="15148" y="8225"/>
                    <a:pt x="15148" y="8225"/>
                    <a:pt x="15148" y="8225"/>
                  </a:cubicBezTo>
                  <a:cubicBezTo>
                    <a:pt x="15204" y="8225"/>
                    <a:pt x="15204" y="8225"/>
                    <a:pt x="15204" y="8225"/>
                  </a:cubicBezTo>
                  <a:cubicBezTo>
                    <a:pt x="15204" y="8225"/>
                    <a:pt x="15204" y="8225"/>
                    <a:pt x="15204" y="8225"/>
                  </a:cubicBezTo>
                  <a:cubicBezTo>
                    <a:pt x="15204" y="8292"/>
                    <a:pt x="15204" y="8292"/>
                    <a:pt x="15204" y="8292"/>
                  </a:cubicBezTo>
                  <a:cubicBezTo>
                    <a:pt x="15148" y="8292"/>
                    <a:pt x="15148" y="8292"/>
                    <a:pt x="15148" y="8292"/>
                  </a:cubicBezTo>
                  <a:cubicBezTo>
                    <a:pt x="15204" y="8292"/>
                    <a:pt x="15204" y="8292"/>
                    <a:pt x="15204" y="8292"/>
                  </a:cubicBezTo>
                  <a:cubicBezTo>
                    <a:pt x="15260" y="8292"/>
                    <a:pt x="15260" y="8292"/>
                    <a:pt x="15260" y="8292"/>
                  </a:cubicBezTo>
                  <a:cubicBezTo>
                    <a:pt x="15260" y="8292"/>
                    <a:pt x="15260" y="8292"/>
                    <a:pt x="15260" y="8292"/>
                  </a:cubicBezTo>
                  <a:cubicBezTo>
                    <a:pt x="15316" y="8225"/>
                    <a:pt x="15316" y="8225"/>
                    <a:pt x="15316" y="8225"/>
                  </a:cubicBezTo>
                  <a:cubicBezTo>
                    <a:pt x="15316" y="8158"/>
                    <a:pt x="15316" y="8158"/>
                    <a:pt x="15316" y="8158"/>
                  </a:cubicBezTo>
                  <a:cubicBezTo>
                    <a:pt x="15372" y="8158"/>
                    <a:pt x="15372" y="8158"/>
                    <a:pt x="15372" y="8158"/>
                  </a:cubicBezTo>
                  <a:cubicBezTo>
                    <a:pt x="15372" y="8091"/>
                    <a:pt x="15372" y="8091"/>
                    <a:pt x="15372" y="8091"/>
                  </a:cubicBezTo>
                  <a:cubicBezTo>
                    <a:pt x="15372" y="8158"/>
                    <a:pt x="15372" y="8158"/>
                    <a:pt x="15372" y="8158"/>
                  </a:cubicBezTo>
                  <a:cubicBezTo>
                    <a:pt x="15372" y="8225"/>
                    <a:pt x="15372" y="8225"/>
                    <a:pt x="15372" y="8225"/>
                  </a:cubicBezTo>
                  <a:cubicBezTo>
                    <a:pt x="15428" y="8225"/>
                    <a:pt x="15428" y="8225"/>
                    <a:pt x="15428" y="8225"/>
                  </a:cubicBezTo>
                  <a:cubicBezTo>
                    <a:pt x="15428" y="8158"/>
                    <a:pt x="15428" y="8158"/>
                    <a:pt x="15428" y="8158"/>
                  </a:cubicBezTo>
                  <a:cubicBezTo>
                    <a:pt x="15372" y="8091"/>
                    <a:pt x="15372" y="8091"/>
                    <a:pt x="15372" y="8091"/>
                  </a:cubicBezTo>
                  <a:cubicBezTo>
                    <a:pt x="15428" y="8091"/>
                    <a:pt x="15428" y="8091"/>
                    <a:pt x="15428" y="8091"/>
                  </a:cubicBezTo>
                  <a:cubicBezTo>
                    <a:pt x="15428" y="8024"/>
                    <a:pt x="15428" y="8024"/>
                    <a:pt x="15428" y="8024"/>
                  </a:cubicBezTo>
                  <a:cubicBezTo>
                    <a:pt x="15484" y="8091"/>
                    <a:pt x="15484" y="8091"/>
                    <a:pt x="15484" y="8091"/>
                  </a:cubicBezTo>
                  <a:cubicBezTo>
                    <a:pt x="15484" y="8091"/>
                    <a:pt x="15484" y="8091"/>
                    <a:pt x="15484" y="8091"/>
                  </a:cubicBezTo>
                  <a:cubicBezTo>
                    <a:pt x="15484" y="8158"/>
                    <a:pt x="15484" y="8158"/>
                    <a:pt x="15484" y="8158"/>
                  </a:cubicBezTo>
                  <a:cubicBezTo>
                    <a:pt x="15484" y="8091"/>
                    <a:pt x="15484" y="8091"/>
                    <a:pt x="15484" y="8091"/>
                  </a:cubicBezTo>
                  <a:cubicBezTo>
                    <a:pt x="15540" y="8091"/>
                    <a:pt x="15540" y="8091"/>
                    <a:pt x="15540" y="8091"/>
                  </a:cubicBezTo>
                  <a:cubicBezTo>
                    <a:pt x="15596" y="8091"/>
                    <a:pt x="15596" y="8091"/>
                    <a:pt x="15596" y="8091"/>
                  </a:cubicBezTo>
                  <a:cubicBezTo>
                    <a:pt x="15596" y="8158"/>
                    <a:pt x="15596" y="8158"/>
                    <a:pt x="15596" y="8158"/>
                  </a:cubicBezTo>
                  <a:cubicBezTo>
                    <a:pt x="15596" y="8225"/>
                    <a:pt x="15596" y="8225"/>
                    <a:pt x="15596" y="8225"/>
                  </a:cubicBezTo>
                  <a:cubicBezTo>
                    <a:pt x="15540" y="8292"/>
                    <a:pt x="15540" y="8292"/>
                    <a:pt x="15540" y="8292"/>
                  </a:cubicBezTo>
                  <a:cubicBezTo>
                    <a:pt x="15484" y="8359"/>
                    <a:pt x="15484" y="8359"/>
                    <a:pt x="15484" y="8359"/>
                  </a:cubicBezTo>
                  <a:cubicBezTo>
                    <a:pt x="15484" y="8359"/>
                    <a:pt x="15484" y="8359"/>
                    <a:pt x="15484" y="8359"/>
                  </a:cubicBezTo>
                  <a:cubicBezTo>
                    <a:pt x="15484" y="8359"/>
                    <a:pt x="15484" y="8359"/>
                    <a:pt x="15484" y="8359"/>
                  </a:cubicBezTo>
                  <a:cubicBezTo>
                    <a:pt x="15540" y="8426"/>
                    <a:pt x="15540" y="8426"/>
                    <a:pt x="15540" y="8426"/>
                  </a:cubicBezTo>
                  <a:cubicBezTo>
                    <a:pt x="15596" y="8359"/>
                    <a:pt x="15596" y="8359"/>
                    <a:pt x="15596" y="8359"/>
                  </a:cubicBezTo>
                  <a:cubicBezTo>
                    <a:pt x="15540" y="8359"/>
                    <a:pt x="15540" y="8359"/>
                    <a:pt x="15540" y="8359"/>
                  </a:cubicBezTo>
                  <a:cubicBezTo>
                    <a:pt x="15596" y="8292"/>
                    <a:pt x="15596" y="8292"/>
                    <a:pt x="15596" y="8292"/>
                  </a:cubicBezTo>
                  <a:cubicBezTo>
                    <a:pt x="15596" y="8225"/>
                    <a:pt x="15596" y="8225"/>
                    <a:pt x="15596" y="8225"/>
                  </a:cubicBezTo>
                  <a:cubicBezTo>
                    <a:pt x="15652" y="8292"/>
                    <a:pt x="15652" y="8292"/>
                    <a:pt x="15652" y="8292"/>
                  </a:cubicBezTo>
                  <a:cubicBezTo>
                    <a:pt x="15652" y="8359"/>
                    <a:pt x="15652" y="8359"/>
                    <a:pt x="15652" y="8359"/>
                  </a:cubicBezTo>
                  <a:cubicBezTo>
                    <a:pt x="15652" y="8292"/>
                    <a:pt x="15652" y="8292"/>
                    <a:pt x="15652" y="8292"/>
                  </a:cubicBezTo>
                  <a:cubicBezTo>
                    <a:pt x="15652" y="8225"/>
                    <a:pt x="15652" y="8225"/>
                    <a:pt x="15652" y="8225"/>
                  </a:cubicBezTo>
                  <a:cubicBezTo>
                    <a:pt x="15652" y="8225"/>
                    <a:pt x="15652" y="8225"/>
                    <a:pt x="15652" y="8225"/>
                  </a:cubicBezTo>
                  <a:cubicBezTo>
                    <a:pt x="15652" y="8091"/>
                    <a:pt x="15652" y="8091"/>
                    <a:pt x="15652" y="8091"/>
                  </a:cubicBezTo>
                  <a:cubicBezTo>
                    <a:pt x="15652" y="8091"/>
                    <a:pt x="15652" y="8091"/>
                    <a:pt x="15652" y="8091"/>
                  </a:cubicBezTo>
                  <a:cubicBezTo>
                    <a:pt x="15709" y="8091"/>
                    <a:pt x="15709" y="8091"/>
                    <a:pt x="15709" y="8091"/>
                  </a:cubicBezTo>
                  <a:cubicBezTo>
                    <a:pt x="15709" y="8158"/>
                    <a:pt x="15709" y="8158"/>
                    <a:pt x="15709" y="8158"/>
                  </a:cubicBezTo>
                  <a:cubicBezTo>
                    <a:pt x="15652" y="8225"/>
                    <a:pt x="15652" y="8225"/>
                    <a:pt x="15652" y="8225"/>
                  </a:cubicBezTo>
                  <a:cubicBezTo>
                    <a:pt x="15709" y="8225"/>
                    <a:pt x="15709" y="8225"/>
                    <a:pt x="15709" y="8225"/>
                  </a:cubicBezTo>
                  <a:cubicBezTo>
                    <a:pt x="15765" y="8158"/>
                    <a:pt x="15765" y="8158"/>
                    <a:pt x="15765" y="8158"/>
                  </a:cubicBezTo>
                  <a:cubicBezTo>
                    <a:pt x="15821" y="8292"/>
                    <a:pt x="15821" y="8292"/>
                    <a:pt x="15821" y="8292"/>
                  </a:cubicBezTo>
                  <a:cubicBezTo>
                    <a:pt x="15821" y="8292"/>
                    <a:pt x="15821" y="8292"/>
                    <a:pt x="15821" y="8292"/>
                  </a:cubicBezTo>
                  <a:cubicBezTo>
                    <a:pt x="15877" y="8292"/>
                    <a:pt x="15877" y="8292"/>
                    <a:pt x="15877" y="8292"/>
                  </a:cubicBezTo>
                  <a:cubicBezTo>
                    <a:pt x="15933" y="8359"/>
                    <a:pt x="15933" y="8359"/>
                    <a:pt x="15933" y="8359"/>
                  </a:cubicBezTo>
                  <a:cubicBezTo>
                    <a:pt x="15933" y="8359"/>
                    <a:pt x="15933" y="8359"/>
                    <a:pt x="15933" y="8359"/>
                  </a:cubicBezTo>
                  <a:cubicBezTo>
                    <a:pt x="15933" y="8292"/>
                    <a:pt x="15933" y="8292"/>
                    <a:pt x="15933" y="8292"/>
                  </a:cubicBezTo>
                  <a:cubicBezTo>
                    <a:pt x="15877" y="8292"/>
                    <a:pt x="15877" y="8292"/>
                    <a:pt x="15877" y="8292"/>
                  </a:cubicBezTo>
                  <a:cubicBezTo>
                    <a:pt x="15877" y="8225"/>
                    <a:pt x="15877" y="8225"/>
                    <a:pt x="15877" y="8225"/>
                  </a:cubicBezTo>
                  <a:cubicBezTo>
                    <a:pt x="15765" y="8158"/>
                    <a:pt x="15765" y="8158"/>
                    <a:pt x="15765" y="8158"/>
                  </a:cubicBezTo>
                  <a:cubicBezTo>
                    <a:pt x="15765" y="8158"/>
                    <a:pt x="15765" y="8158"/>
                    <a:pt x="15765" y="8158"/>
                  </a:cubicBezTo>
                  <a:cubicBezTo>
                    <a:pt x="15709" y="8091"/>
                    <a:pt x="15709" y="8091"/>
                    <a:pt x="15709" y="8091"/>
                  </a:cubicBezTo>
                  <a:cubicBezTo>
                    <a:pt x="15765" y="8024"/>
                    <a:pt x="15765" y="8024"/>
                    <a:pt x="15765" y="8024"/>
                  </a:cubicBezTo>
                  <a:cubicBezTo>
                    <a:pt x="15821" y="8024"/>
                    <a:pt x="15821" y="8024"/>
                    <a:pt x="15821" y="8024"/>
                  </a:cubicBezTo>
                  <a:cubicBezTo>
                    <a:pt x="15877" y="7957"/>
                    <a:pt x="15877" y="7957"/>
                    <a:pt x="15877" y="7957"/>
                  </a:cubicBezTo>
                  <a:cubicBezTo>
                    <a:pt x="15933" y="7957"/>
                    <a:pt x="15933" y="7957"/>
                    <a:pt x="15933" y="7957"/>
                  </a:cubicBezTo>
                  <a:cubicBezTo>
                    <a:pt x="15989" y="7957"/>
                    <a:pt x="15989" y="7957"/>
                    <a:pt x="15989" y="7957"/>
                  </a:cubicBezTo>
                  <a:cubicBezTo>
                    <a:pt x="16045" y="8024"/>
                    <a:pt x="16045" y="8024"/>
                    <a:pt x="16045" y="8024"/>
                  </a:cubicBezTo>
                  <a:cubicBezTo>
                    <a:pt x="16045" y="8024"/>
                    <a:pt x="16045" y="8024"/>
                    <a:pt x="16045" y="8024"/>
                  </a:cubicBezTo>
                  <a:cubicBezTo>
                    <a:pt x="16101" y="8024"/>
                    <a:pt x="16101" y="8024"/>
                    <a:pt x="16101" y="8024"/>
                  </a:cubicBezTo>
                  <a:cubicBezTo>
                    <a:pt x="16101" y="8091"/>
                    <a:pt x="16101" y="8091"/>
                    <a:pt x="16101" y="8091"/>
                  </a:cubicBezTo>
                  <a:cubicBezTo>
                    <a:pt x="16157" y="8091"/>
                    <a:pt x="16157" y="8091"/>
                    <a:pt x="16157" y="8091"/>
                  </a:cubicBezTo>
                  <a:cubicBezTo>
                    <a:pt x="16214" y="8091"/>
                    <a:pt x="16214" y="8091"/>
                    <a:pt x="16214" y="8091"/>
                  </a:cubicBezTo>
                  <a:cubicBezTo>
                    <a:pt x="16214" y="8158"/>
                    <a:pt x="16214" y="8158"/>
                    <a:pt x="16214" y="8158"/>
                  </a:cubicBezTo>
                  <a:cubicBezTo>
                    <a:pt x="16214" y="8158"/>
                    <a:pt x="16214" y="8158"/>
                    <a:pt x="16214" y="8158"/>
                  </a:cubicBezTo>
                  <a:cubicBezTo>
                    <a:pt x="16214" y="8158"/>
                    <a:pt x="16214" y="8158"/>
                    <a:pt x="16214" y="8158"/>
                  </a:cubicBezTo>
                  <a:cubicBezTo>
                    <a:pt x="16270" y="8158"/>
                    <a:pt x="16270" y="8158"/>
                    <a:pt x="16270" y="8158"/>
                  </a:cubicBezTo>
                  <a:cubicBezTo>
                    <a:pt x="16270" y="8158"/>
                    <a:pt x="16270" y="8158"/>
                    <a:pt x="16270" y="8158"/>
                  </a:cubicBezTo>
                  <a:cubicBezTo>
                    <a:pt x="16326" y="8225"/>
                    <a:pt x="16326" y="8225"/>
                    <a:pt x="16326" y="8225"/>
                  </a:cubicBezTo>
                  <a:cubicBezTo>
                    <a:pt x="16326" y="8225"/>
                    <a:pt x="16326" y="8225"/>
                    <a:pt x="16326" y="8225"/>
                  </a:cubicBezTo>
                  <a:cubicBezTo>
                    <a:pt x="16326" y="8292"/>
                    <a:pt x="16326" y="8292"/>
                    <a:pt x="16326" y="8292"/>
                  </a:cubicBezTo>
                  <a:cubicBezTo>
                    <a:pt x="16382" y="8292"/>
                    <a:pt x="16382" y="8292"/>
                    <a:pt x="16382" y="8292"/>
                  </a:cubicBezTo>
                  <a:cubicBezTo>
                    <a:pt x="16382" y="8359"/>
                    <a:pt x="16382" y="8359"/>
                    <a:pt x="16382" y="8359"/>
                  </a:cubicBezTo>
                  <a:cubicBezTo>
                    <a:pt x="16326" y="8426"/>
                    <a:pt x="16326" y="8426"/>
                    <a:pt x="16326" y="8426"/>
                  </a:cubicBezTo>
                  <a:cubicBezTo>
                    <a:pt x="16270" y="8426"/>
                    <a:pt x="16270" y="8426"/>
                    <a:pt x="16270" y="8426"/>
                  </a:cubicBezTo>
                  <a:cubicBezTo>
                    <a:pt x="16214" y="8359"/>
                    <a:pt x="16214" y="8359"/>
                    <a:pt x="16214" y="8359"/>
                  </a:cubicBezTo>
                  <a:cubicBezTo>
                    <a:pt x="16157" y="8426"/>
                    <a:pt x="16157" y="8426"/>
                    <a:pt x="16157" y="8426"/>
                  </a:cubicBezTo>
                  <a:cubicBezTo>
                    <a:pt x="16101" y="8492"/>
                    <a:pt x="16101" y="8492"/>
                    <a:pt x="16101" y="8492"/>
                  </a:cubicBezTo>
                  <a:cubicBezTo>
                    <a:pt x="16157" y="8426"/>
                    <a:pt x="16157" y="8426"/>
                    <a:pt x="16157" y="8426"/>
                  </a:cubicBezTo>
                  <a:cubicBezTo>
                    <a:pt x="16270" y="8426"/>
                    <a:pt x="16270" y="8426"/>
                    <a:pt x="16270" y="8426"/>
                  </a:cubicBezTo>
                  <a:cubicBezTo>
                    <a:pt x="16270" y="8426"/>
                    <a:pt x="16270" y="8426"/>
                    <a:pt x="16270" y="8426"/>
                  </a:cubicBezTo>
                  <a:cubicBezTo>
                    <a:pt x="16214" y="8492"/>
                    <a:pt x="16214" y="8492"/>
                    <a:pt x="16214" y="8492"/>
                  </a:cubicBezTo>
                  <a:cubicBezTo>
                    <a:pt x="16214" y="8492"/>
                    <a:pt x="16214" y="8492"/>
                    <a:pt x="16214" y="8492"/>
                  </a:cubicBezTo>
                  <a:cubicBezTo>
                    <a:pt x="16157" y="8626"/>
                    <a:pt x="16157" y="8626"/>
                    <a:pt x="16157" y="8626"/>
                  </a:cubicBezTo>
                  <a:cubicBezTo>
                    <a:pt x="16101" y="8626"/>
                    <a:pt x="16101" y="8626"/>
                    <a:pt x="16101" y="8626"/>
                  </a:cubicBezTo>
                  <a:cubicBezTo>
                    <a:pt x="16045" y="8626"/>
                    <a:pt x="16045" y="8626"/>
                    <a:pt x="16045" y="8626"/>
                  </a:cubicBezTo>
                  <a:cubicBezTo>
                    <a:pt x="16045" y="8693"/>
                    <a:pt x="16045" y="8693"/>
                    <a:pt x="16045" y="8693"/>
                  </a:cubicBezTo>
                  <a:cubicBezTo>
                    <a:pt x="16101" y="8693"/>
                    <a:pt x="16101" y="8693"/>
                    <a:pt x="16101" y="8693"/>
                  </a:cubicBezTo>
                  <a:cubicBezTo>
                    <a:pt x="16157" y="8559"/>
                    <a:pt x="16157" y="8559"/>
                    <a:pt x="16157" y="8559"/>
                  </a:cubicBezTo>
                  <a:cubicBezTo>
                    <a:pt x="16214" y="8492"/>
                    <a:pt x="16214" y="8492"/>
                    <a:pt x="16214" y="8492"/>
                  </a:cubicBezTo>
                  <a:cubicBezTo>
                    <a:pt x="16270" y="8492"/>
                    <a:pt x="16270" y="8492"/>
                    <a:pt x="16270" y="8492"/>
                  </a:cubicBezTo>
                  <a:cubicBezTo>
                    <a:pt x="16326" y="8426"/>
                    <a:pt x="16326" y="8426"/>
                    <a:pt x="16326" y="8426"/>
                  </a:cubicBezTo>
                  <a:cubicBezTo>
                    <a:pt x="16382" y="8492"/>
                    <a:pt x="16382" y="8492"/>
                    <a:pt x="16382" y="8492"/>
                  </a:cubicBezTo>
                  <a:cubicBezTo>
                    <a:pt x="16382" y="8492"/>
                    <a:pt x="16382" y="8492"/>
                    <a:pt x="16382" y="8492"/>
                  </a:cubicBezTo>
                  <a:cubicBezTo>
                    <a:pt x="16438" y="8492"/>
                    <a:pt x="16438" y="8492"/>
                    <a:pt x="16438" y="8492"/>
                  </a:cubicBezTo>
                  <a:cubicBezTo>
                    <a:pt x="16438" y="8559"/>
                    <a:pt x="16438" y="8559"/>
                    <a:pt x="16438" y="8559"/>
                  </a:cubicBezTo>
                  <a:cubicBezTo>
                    <a:pt x="16438" y="8559"/>
                    <a:pt x="16438" y="8559"/>
                    <a:pt x="16438" y="8559"/>
                  </a:cubicBezTo>
                  <a:cubicBezTo>
                    <a:pt x="16438" y="8626"/>
                    <a:pt x="16438" y="8626"/>
                    <a:pt x="16438" y="8626"/>
                  </a:cubicBezTo>
                  <a:cubicBezTo>
                    <a:pt x="16382" y="8626"/>
                    <a:pt x="16382" y="8626"/>
                    <a:pt x="16382" y="8626"/>
                  </a:cubicBezTo>
                  <a:cubicBezTo>
                    <a:pt x="16326" y="8693"/>
                    <a:pt x="16326" y="8693"/>
                    <a:pt x="16326" y="8693"/>
                  </a:cubicBezTo>
                  <a:cubicBezTo>
                    <a:pt x="16270" y="8693"/>
                    <a:pt x="16270" y="8693"/>
                    <a:pt x="16270" y="8693"/>
                  </a:cubicBezTo>
                  <a:cubicBezTo>
                    <a:pt x="16270" y="8693"/>
                    <a:pt x="16270" y="8693"/>
                    <a:pt x="16270" y="8693"/>
                  </a:cubicBezTo>
                  <a:cubicBezTo>
                    <a:pt x="16214" y="8693"/>
                    <a:pt x="16214" y="8693"/>
                    <a:pt x="16214" y="8693"/>
                  </a:cubicBezTo>
                  <a:cubicBezTo>
                    <a:pt x="16214" y="8693"/>
                    <a:pt x="16214" y="8693"/>
                    <a:pt x="16214" y="8693"/>
                  </a:cubicBezTo>
                  <a:cubicBezTo>
                    <a:pt x="16270" y="8693"/>
                    <a:pt x="16270" y="8693"/>
                    <a:pt x="16270" y="8693"/>
                  </a:cubicBezTo>
                  <a:cubicBezTo>
                    <a:pt x="16270" y="8760"/>
                    <a:pt x="16270" y="8760"/>
                    <a:pt x="16270" y="8760"/>
                  </a:cubicBezTo>
                  <a:cubicBezTo>
                    <a:pt x="16157" y="8760"/>
                    <a:pt x="16157" y="8760"/>
                    <a:pt x="16157" y="8760"/>
                  </a:cubicBezTo>
                  <a:cubicBezTo>
                    <a:pt x="16214" y="8760"/>
                    <a:pt x="16214" y="8760"/>
                    <a:pt x="16214" y="8760"/>
                  </a:cubicBezTo>
                  <a:cubicBezTo>
                    <a:pt x="16214" y="8760"/>
                    <a:pt x="16214" y="8760"/>
                    <a:pt x="16214" y="8760"/>
                  </a:cubicBezTo>
                  <a:cubicBezTo>
                    <a:pt x="16270" y="8760"/>
                    <a:pt x="16270" y="8760"/>
                    <a:pt x="16270" y="8760"/>
                  </a:cubicBezTo>
                  <a:cubicBezTo>
                    <a:pt x="16326" y="8693"/>
                    <a:pt x="16326" y="8693"/>
                    <a:pt x="16326" y="8693"/>
                  </a:cubicBezTo>
                  <a:cubicBezTo>
                    <a:pt x="16326" y="8760"/>
                    <a:pt x="16326" y="8760"/>
                    <a:pt x="16326" y="8760"/>
                  </a:cubicBezTo>
                  <a:cubicBezTo>
                    <a:pt x="16326" y="8760"/>
                    <a:pt x="16326" y="8760"/>
                    <a:pt x="16326" y="8760"/>
                  </a:cubicBezTo>
                  <a:cubicBezTo>
                    <a:pt x="16270" y="8760"/>
                    <a:pt x="16270" y="8760"/>
                    <a:pt x="16270" y="8760"/>
                  </a:cubicBezTo>
                  <a:cubicBezTo>
                    <a:pt x="16214" y="8827"/>
                    <a:pt x="16214" y="8827"/>
                    <a:pt x="16214" y="8827"/>
                  </a:cubicBezTo>
                  <a:cubicBezTo>
                    <a:pt x="16214" y="8827"/>
                    <a:pt x="16214" y="8827"/>
                    <a:pt x="16214" y="8827"/>
                  </a:cubicBezTo>
                  <a:cubicBezTo>
                    <a:pt x="16270" y="8827"/>
                    <a:pt x="16270" y="8827"/>
                    <a:pt x="16270" y="8827"/>
                  </a:cubicBezTo>
                  <a:cubicBezTo>
                    <a:pt x="16214" y="8894"/>
                    <a:pt x="16214" y="8894"/>
                    <a:pt x="16214" y="8894"/>
                  </a:cubicBezTo>
                  <a:cubicBezTo>
                    <a:pt x="16157" y="8960"/>
                    <a:pt x="16157" y="8960"/>
                    <a:pt x="16157" y="8960"/>
                  </a:cubicBezTo>
                  <a:cubicBezTo>
                    <a:pt x="16157" y="8960"/>
                    <a:pt x="16157" y="8960"/>
                    <a:pt x="16157" y="8960"/>
                  </a:cubicBezTo>
                  <a:cubicBezTo>
                    <a:pt x="16157" y="8960"/>
                    <a:pt x="16157" y="8960"/>
                    <a:pt x="16157" y="8960"/>
                  </a:cubicBezTo>
                  <a:cubicBezTo>
                    <a:pt x="16214" y="8894"/>
                    <a:pt x="16214" y="8894"/>
                    <a:pt x="16214" y="8894"/>
                  </a:cubicBezTo>
                  <a:cubicBezTo>
                    <a:pt x="16270" y="8827"/>
                    <a:pt x="16270" y="8827"/>
                    <a:pt x="16270" y="8827"/>
                  </a:cubicBezTo>
                  <a:cubicBezTo>
                    <a:pt x="16270" y="8827"/>
                    <a:pt x="16270" y="8827"/>
                    <a:pt x="16270" y="8827"/>
                  </a:cubicBezTo>
                  <a:cubicBezTo>
                    <a:pt x="16382" y="8760"/>
                    <a:pt x="16382" y="8760"/>
                    <a:pt x="16382" y="8760"/>
                  </a:cubicBezTo>
                  <a:cubicBezTo>
                    <a:pt x="16382" y="8760"/>
                    <a:pt x="16382" y="8760"/>
                    <a:pt x="16382" y="8760"/>
                  </a:cubicBezTo>
                  <a:cubicBezTo>
                    <a:pt x="16382" y="8760"/>
                    <a:pt x="16382" y="8760"/>
                    <a:pt x="16382" y="8760"/>
                  </a:cubicBezTo>
                  <a:cubicBezTo>
                    <a:pt x="16438" y="8760"/>
                    <a:pt x="16438" y="8760"/>
                    <a:pt x="16438" y="8760"/>
                  </a:cubicBezTo>
                  <a:cubicBezTo>
                    <a:pt x="16438" y="8760"/>
                    <a:pt x="16438" y="8760"/>
                    <a:pt x="16438" y="8760"/>
                  </a:cubicBezTo>
                  <a:cubicBezTo>
                    <a:pt x="16494" y="8693"/>
                    <a:pt x="16494" y="8693"/>
                    <a:pt x="16494" y="8693"/>
                  </a:cubicBezTo>
                  <a:cubicBezTo>
                    <a:pt x="16550" y="8693"/>
                    <a:pt x="16550" y="8693"/>
                    <a:pt x="16550" y="8693"/>
                  </a:cubicBezTo>
                  <a:cubicBezTo>
                    <a:pt x="16550" y="8693"/>
                    <a:pt x="16550" y="8693"/>
                    <a:pt x="16550" y="8693"/>
                  </a:cubicBezTo>
                  <a:cubicBezTo>
                    <a:pt x="16438" y="8827"/>
                    <a:pt x="16438" y="8827"/>
                    <a:pt x="16438" y="8827"/>
                  </a:cubicBezTo>
                  <a:cubicBezTo>
                    <a:pt x="16382" y="8827"/>
                    <a:pt x="16382" y="8827"/>
                    <a:pt x="16382" y="8827"/>
                  </a:cubicBezTo>
                  <a:cubicBezTo>
                    <a:pt x="16326" y="8894"/>
                    <a:pt x="16326" y="8894"/>
                    <a:pt x="16326" y="8894"/>
                  </a:cubicBezTo>
                  <a:cubicBezTo>
                    <a:pt x="16326" y="8894"/>
                    <a:pt x="16326" y="8894"/>
                    <a:pt x="16326" y="8894"/>
                  </a:cubicBezTo>
                  <a:cubicBezTo>
                    <a:pt x="16326" y="8894"/>
                    <a:pt x="16326" y="8894"/>
                    <a:pt x="16326" y="8894"/>
                  </a:cubicBezTo>
                  <a:cubicBezTo>
                    <a:pt x="16326" y="8960"/>
                    <a:pt x="16326" y="8960"/>
                    <a:pt x="16326" y="8960"/>
                  </a:cubicBezTo>
                  <a:cubicBezTo>
                    <a:pt x="16326" y="8960"/>
                    <a:pt x="16326" y="8960"/>
                    <a:pt x="16326" y="8960"/>
                  </a:cubicBezTo>
                  <a:cubicBezTo>
                    <a:pt x="16326" y="9027"/>
                    <a:pt x="16326" y="9027"/>
                    <a:pt x="16326" y="9027"/>
                  </a:cubicBezTo>
                  <a:cubicBezTo>
                    <a:pt x="16382" y="8960"/>
                    <a:pt x="16382" y="8960"/>
                    <a:pt x="16382" y="8960"/>
                  </a:cubicBezTo>
                  <a:cubicBezTo>
                    <a:pt x="16382" y="8894"/>
                    <a:pt x="16382" y="8894"/>
                    <a:pt x="16382" y="8894"/>
                  </a:cubicBezTo>
                  <a:cubicBezTo>
                    <a:pt x="16438" y="8827"/>
                    <a:pt x="16438" y="8827"/>
                    <a:pt x="16438" y="8827"/>
                  </a:cubicBezTo>
                  <a:cubicBezTo>
                    <a:pt x="16494" y="8827"/>
                    <a:pt x="16494" y="8827"/>
                    <a:pt x="16494" y="8827"/>
                  </a:cubicBezTo>
                  <a:cubicBezTo>
                    <a:pt x="16494" y="8827"/>
                    <a:pt x="16494" y="8827"/>
                    <a:pt x="16494" y="8827"/>
                  </a:cubicBezTo>
                  <a:cubicBezTo>
                    <a:pt x="16494" y="8894"/>
                    <a:pt x="16494" y="8894"/>
                    <a:pt x="16494" y="8894"/>
                  </a:cubicBezTo>
                  <a:cubicBezTo>
                    <a:pt x="16494" y="8894"/>
                    <a:pt x="16494" y="8894"/>
                    <a:pt x="16494" y="8894"/>
                  </a:cubicBezTo>
                  <a:cubicBezTo>
                    <a:pt x="16382" y="8960"/>
                    <a:pt x="16382" y="8960"/>
                    <a:pt x="16382" y="8960"/>
                  </a:cubicBezTo>
                  <a:cubicBezTo>
                    <a:pt x="16382" y="9027"/>
                    <a:pt x="16382" y="9027"/>
                    <a:pt x="16382" y="9027"/>
                  </a:cubicBezTo>
                  <a:cubicBezTo>
                    <a:pt x="16382" y="9094"/>
                    <a:pt x="16382" y="9094"/>
                    <a:pt x="16382" y="9094"/>
                  </a:cubicBezTo>
                  <a:cubicBezTo>
                    <a:pt x="16326" y="9094"/>
                    <a:pt x="16326" y="9094"/>
                    <a:pt x="16326" y="9094"/>
                  </a:cubicBezTo>
                  <a:cubicBezTo>
                    <a:pt x="16326" y="9094"/>
                    <a:pt x="16326" y="9094"/>
                    <a:pt x="16326" y="9094"/>
                  </a:cubicBezTo>
                  <a:cubicBezTo>
                    <a:pt x="16382" y="9094"/>
                    <a:pt x="16382" y="9094"/>
                    <a:pt x="16382" y="9094"/>
                  </a:cubicBezTo>
                  <a:cubicBezTo>
                    <a:pt x="16382" y="9094"/>
                    <a:pt x="16382" y="9094"/>
                    <a:pt x="16382" y="9094"/>
                  </a:cubicBezTo>
                  <a:cubicBezTo>
                    <a:pt x="16438" y="8960"/>
                    <a:pt x="16438" y="8960"/>
                    <a:pt x="16438" y="8960"/>
                  </a:cubicBezTo>
                  <a:cubicBezTo>
                    <a:pt x="16494" y="8960"/>
                    <a:pt x="16494" y="8960"/>
                    <a:pt x="16494" y="8960"/>
                  </a:cubicBezTo>
                  <a:cubicBezTo>
                    <a:pt x="16550" y="8960"/>
                    <a:pt x="16550" y="8960"/>
                    <a:pt x="16550" y="8960"/>
                  </a:cubicBezTo>
                  <a:cubicBezTo>
                    <a:pt x="16550" y="9027"/>
                    <a:pt x="16550" y="9027"/>
                    <a:pt x="16550" y="9027"/>
                  </a:cubicBezTo>
                  <a:cubicBezTo>
                    <a:pt x="16550" y="9027"/>
                    <a:pt x="16550" y="9027"/>
                    <a:pt x="16550" y="9027"/>
                  </a:cubicBezTo>
                  <a:cubicBezTo>
                    <a:pt x="16494" y="9027"/>
                    <a:pt x="16494" y="9027"/>
                    <a:pt x="16494" y="9027"/>
                  </a:cubicBezTo>
                  <a:cubicBezTo>
                    <a:pt x="16438" y="9094"/>
                    <a:pt x="16438" y="9094"/>
                    <a:pt x="16438" y="9094"/>
                  </a:cubicBezTo>
                  <a:cubicBezTo>
                    <a:pt x="16438" y="9161"/>
                    <a:pt x="16438" y="9161"/>
                    <a:pt x="16438" y="9161"/>
                  </a:cubicBezTo>
                  <a:cubicBezTo>
                    <a:pt x="16438" y="9161"/>
                    <a:pt x="16438" y="9161"/>
                    <a:pt x="16438" y="9161"/>
                  </a:cubicBezTo>
                  <a:cubicBezTo>
                    <a:pt x="16494" y="9161"/>
                    <a:pt x="16494" y="9161"/>
                    <a:pt x="16494" y="9161"/>
                  </a:cubicBezTo>
                  <a:cubicBezTo>
                    <a:pt x="16494" y="9094"/>
                    <a:pt x="16494" y="9094"/>
                    <a:pt x="16494" y="9094"/>
                  </a:cubicBezTo>
                  <a:cubicBezTo>
                    <a:pt x="16550" y="9027"/>
                    <a:pt x="16550" y="9027"/>
                    <a:pt x="16550" y="9027"/>
                  </a:cubicBezTo>
                  <a:cubicBezTo>
                    <a:pt x="16550" y="9027"/>
                    <a:pt x="16550" y="9027"/>
                    <a:pt x="16550" y="9027"/>
                  </a:cubicBezTo>
                  <a:cubicBezTo>
                    <a:pt x="16550" y="8960"/>
                    <a:pt x="16550" y="8960"/>
                    <a:pt x="16550" y="8960"/>
                  </a:cubicBezTo>
                  <a:cubicBezTo>
                    <a:pt x="16606" y="8960"/>
                    <a:pt x="16606" y="8960"/>
                    <a:pt x="16606" y="8960"/>
                  </a:cubicBezTo>
                  <a:cubicBezTo>
                    <a:pt x="16606" y="8894"/>
                    <a:pt x="16606" y="8894"/>
                    <a:pt x="16606" y="8894"/>
                  </a:cubicBezTo>
                  <a:cubicBezTo>
                    <a:pt x="16662" y="8894"/>
                    <a:pt x="16662" y="8894"/>
                    <a:pt x="16662" y="8894"/>
                  </a:cubicBezTo>
                  <a:cubicBezTo>
                    <a:pt x="16662" y="8827"/>
                    <a:pt x="16662" y="8827"/>
                    <a:pt x="16662" y="8827"/>
                  </a:cubicBezTo>
                  <a:cubicBezTo>
                    <a:pt x="16662" y="8827"/>
                    <a:pt x="16662" y="8827"/>
                    <a:pt x="16662" y="8827"/>
                  </a:cubicBezTo>
                  <a:cubicBezTo>
                    <a:pt x="16718" y="8827"/>
                    <a:pt x="16718" y="8827"/>
                    <a:pt x="16718" y="8827"/>
                  </a:cubicBezTo>
                  <a:cubicBezTo>
                    <a:pt x="16718" y="8760"/>
                    <a:pt x="16718" y="8760"/>
                    <a:pt x="16718" y="8760"/>
                  </a:cubicBezTo>
                  <a:cubicBezTo>
                    <a:pt x="16718" y="8760"/>
                    <a:pt x="16718" y="8760"/>
                    <a:pt x="16718" y="8760"/>
                  </a:cubicBezTo>
                  <a:cubicBezTo>
                    <a:pt x="16775" y="8827"/>
                    <a:pt x="16775" y="8827"/>
                    <a:pt x="16775" y="8827"/>
                  </a:cubicBezTo>
                  <a:cubicBezTo>
                    <a:pt x="16775" y="8894"/>
                    <a:pt x="16775" y="8894"/>
                    <a:pt x="16775" y="8894"/>
                  </a:cubicBezTo>
                  <a:cubicBezTo>
                    <a:pt x="16831" y="8894"/>
                    <a:pt x="16831" y="8894"/>
                    <a:pt x="16831" y="8894"/>
                  </a:cubicBezTo>
                  <a:cubicBezTo>
                    <a:pt x="16831" y="8960"/>
                    <a:pt x="16831" y="8960"/>
                    <a:pt x="16831" y="8960"/>
                  </a:cubicBezTo>
                  <a:cubicBezTo>
                    <a:pt x="16831" y="9027"/>
                    <a:pt x="16831" y="9027"/>
                    <a:pt x="16831" y="9027"/>
                  </a:cubicBezTo>
                  <a:cubicBezTo>
                    <a:pt x="16887" y="9094"/>
                    <a:pt x="16887" y="9094"/>
                    <a:pt x="16887" y="9094"/>
                  </a:cubicBezTo>
                  <a:cubicBezTo>
                    <a:pt x="16887" y="9094"/>
                    <a:pt x="16887" y="9094"/>
                    <a:pt x="16887" y="9094"/>
                  </a:cubicBezTo>
                  <a:cubicBezTo>
                    <a:pt x="16887" y="9094"/>
                    <a:pt x="16887" y="9094"/>
                    <a:pt x="16887" y="9094"/>
                  </a:cubicBezTo>
                  <a:cubicBezTo>
                    <a:pt x="16831" y="9161"/>
                    <a:pt x="16831" y="9161"/>
                    <a:pt x="16831" y="9161"/>
                  </a:cubicBezTo>
                  <a:cubicBezTo>
                    <a:pt x="16775" y="9161"/>
                    <a:pt x="16775" y="9161"/>
                    <a:pt x="16775" y="9161"/>
                  </a:cubicBezTo>
                  <a:cubicBezTo>
                    <a:pt x="16775" y="9161"/>
                    <a:pt x="16775" y="9161"/>
                    <a:pt x="16775" y="9161"/>
                  </a:cubicBezTo>
                  <a:cubicBezTo>
                    <a:pt x="16718" y="9094"/>
                    <a:pt x="16718" y="9094"/>
                    <a:pt x="16718" y="9094"/>
                  </a:cubicBezTo>
                  <a:cubicBezTo>
                    <a:pt x="16718" y="9094"/>
                    <a:pt x="16718" y="9094"/>
                    <a:pt x="16718" y="9094"/>
                  </a:cubicBezTo>
                  <a:cubicBezTo>
                    <a:pt x="16662" y="9161"/>
                    <a:pt x="16662" y="9161"/>
                    <a:pt x="16662" y="9161"/>
                  </a:cubicBezTo>
                  <a:cubicBezTo>
                    <a:pt x="16662" y="9161"/>
                    <a:pt x="16662" y="9161"/>
                    <a:pt x="16662" y="9161"/>
                  </a:cubicBezTo>
                  <a:cubicBezTo>
                    <a:pt x="16606" y="9228"/>
                    <a:pt x="16606" y="9228"/>
                    <a:pt x="16606" y="9228"/>
                  </a:cubicBezTo>
                  <a:cubicBezTo>
                    <a:pt x="16606" y="9228"/>
                    <a:pt x="16606" y="9228"/>
                    <a:pt x="16606" y="9228"/>
                  </a:cubicBezTo>
                  <a:cubicBezTo>
                    <a:pt x="16550" y="9228"/>
                    <a:pt x="16550" y="9228"/>
                    <a:pt x="16550" y="9228"/>
                  </a:cubicBezTo>
                  <a:cubicBezTo>
                    <a:pt x="16550" y="9228"/>
                    <a:pt x="16550" y="9228"/>
                    <a:pt x="16550" y="9228"/>
                  </a:cubicBezTo>
                  <a:cubicBezTo>
                    <a:pt x="16606" y="9228"/>
                    <a:pt x="16606" y="9228"/>
                    <a:pt x="16606" y="9228"/>
                  </a:cubicBezTo>
                  <a:cubicBezTo>
                    <a:pt x="16606" y="9228"/>
                    <a:pt x="16606" y="9228"/>
                    <a:pt x="16606" y="9228"/>
                  </a:cubicBezTo>
                  <a:cubicBezTo>
                    <a:pt x="16606" y="9295"/>
                    <a:pt x="16606" y="9295"/>
                    <a:pt x="16606" y="9295"/>
                  </a:cubicBezTo>
                  <a:cubicBezTo>
                    <a:pt x="16606" y="9295"/>
                    <a:pt x="16606" y="9295"/>
                    <a:pt x="16606" y="9295"/>
                  </a:cubicBezTo>
                  <a:cubicBezTo>
                    <a:pt x="16550" y="9362"/>
                    <a:pt x="16550" y="9362"/>
                    <a:pt x="16550" y="9362"/>
                  </a:cubicBezTo>
                  <a:cubicBezTo>
                    <a:pt x="16494" y="9362"/>
                    <a:pt x="16494" y="9362"/>
                    <a:pt x="16494" y="9362"/>
                  </a:cubicBezTo>
                  <a:cubicBezTo>
                    <a:pt x="16550" y="9362"/>
                    <a:pt x="16550" y="9362"/>
                    <a:pt x="16550" y="9362"/>
                  </a:cubicBezTo>
                  <a:cubicBezTo>
                    <a:pt x="16606" y="9362"/>
                    <a:pt x="16606" y="9362"/>
                    <a:pt x="16606" y="9362"/>
                  </a:cubicBezTo>
                  <a:cubicBezTo>
                    <a:pt x="16662" y="9362"/>
                    <a:pt x="16662" y="9362"/>
                    <a:pt x="16662" y="9362"/>
                  </a:cubicBezTo>
                  <a:cubicBezTo>
                    <a:pt x="16718" y="9362"/>
                    <a:pt x="16718" y="9362"/>
                    <a:pt x="16718" y="9362"/>
                  </a:cubicBezTo>
                  <a:cubicBezTo>
                    <a:pt x="16718" y="9295"/>
                    <a:pt x="16718" y="9295"/>
                    <a:pt x="16718" y="9295"/>
                  </a:cubicBezTo>
                  <a:cubicBezTo>
                    <a:pt x="16775" y="9295"/>
                    <a:pt x="16775" y="9295"/>
                    <a:pt x="16775" y="9295"/>
                  </a:cubicBezTo>
                  <a:cubicBezTo>
                    <a:pt x="16831" y="9362"/>
                    <a:pt x="16831" y="9362"/>
                    <a:pt x="16831" y="9362"/>
                  </a:cubicBezTo>
                  <a:cubicBezTo>
                    <a:pt x="16831" y="9362"/>
                    <a:pt x="16831" y="9362"/>
                    <a:pt x="16831" y="9362"/>
                  </a:cubicBezTo>
                  <a:cubicBezTo>
                    <a:pt x="16831" y="9362"/>
                    <a:pt x="16831" y="9362"/>
                    <a:pt x="16831" y="9362"/>
                  </a:cubicBezTo>
                  <a:cubicBezTo>
                    <a:pt x="16831" y="9362"/>
                    <a:pt x="16831" y="9362"/>
                    <a:pt x="16831" y="9362"/>
                  </a:cubicBezTo>
                  <a:cubicBezTo>
                    <a:pt x="16831" y="9295"/>
                    <a:pt x="16831" y="9295"/>
                    <a:pt x="16831" y="9295"/>
                  </a:cubicBezTo>
                  <a:cubicBezTo>
                    <a:pt x="16831" y="9228"/>
                    <a:pt x="16831" y="9228"/>
                    <a:pt x="16831" y="9228"/>
                  </a:cubicBezTo>
                  <a:cubicBezTo>
                    <a:pt x="16887" y="9228"/>
                    <a:pt x="16887" y="9228"/>
                    <a:pt x="16887" y="9228"/>
                  </a:cubicBezTo>
                  <a:cubicBezTo>
                    <a:pt x="16943" y="9161"/>
                    <a:pt x="16943" y="9161"/>
                    <a:pt x="16943" y="9161"/>
                  </a:cubicBezTo>
                  <a:cubicBezTo>
                    <a:pt x="16943" y="9228"/>
                    <a:pt x="16943" y="9228"/>
                    <a:pt x="16943" y="9228"/>
                  </a:cubicBezTo>
                  <a:cubicBezTo>
                    <a:pt x="16943" y="9228"/>
                    <a:pt x="16943" y="9228"/>
                    <a:pt x="16943" y="9228"/>
                  </a:cubicBezTo>
                  <a:cubicBezTo>
                    <a:pt x="16943" y="9295"/>
                    <a:pt x="16943" y="9295"/>
                    <a:pt x="16943" y="9295"/>
                  </a:cubicBezTo>
                  <a:cubicBezTo>
                    <a:pt x="16943" y="9295"/>
                    <a:pt x="16943" y="9295"/>
                    <a:pt x="16943" y="9295"/>
                  </a:cubicBezTo>
                  <a:cubicBezTo>
                    <a:pt x="16887" y="9362"/>
                    <a:pt x="16887" y="9362"/>
                    <a:pt x="16887" y="9362"/>
                  </a:cubicBezTo>
                  <a:cubicBezTo>
                    <a:pt x="16831" y="9429"/>
                    <a:pt x="16831" y="9429"/>
                    <a:pt x="16831" y="9429"/>
                  </a:cubicBezTo>
                  <a:cubicBezTo>
                    <a:pt x="16831" y="9429"/>
                    <a:pt x="16831" y="9429"/>
                    <a:pt x="16831" y="9429"/>
                  </a:cubicBezTo>
                  <a:cubicBezTo>
                    <a:pt x="16775" y="9429"/>
                    <a:pt x="16775" y="9429"/>
                    <a:pt x="16775" y="9429"/>
                  </a:cubicBezTo>
                  <a:cubicBezTo>
                    <a:pt x="16775" y="9429"/>
                    <a:pt x="16775" y="9429"/>
                    <a:pt x="16775" y="9429"/>
                  </a:cubicBezTo>
                  <a:cubicBezTo>
                    <a:pt x="16718" y="9429"/>
                    <a:pt x="16718" y="9429"/>
                    <a:pt x="16718" y="9429"/>
                  </a:cubicBezTo>
                  <a:cubicBezTo>
                    <a:pt x="16718" y="9429"/>
                    <a:pt x="16718" y="9429"/>
                    <a:pt x="16718" y="9429"/>
                  </a:cubicBezTo>
                  <a:cubicBezTo>
                    <a:pt x="16662" y="9495"/>
                    <a:pt x="16662" y="9495"/>
                    <a:pt x="16662" y="9495"/>
                  </a:cubicBezTo>
                  <a:cubicBezTo>
                    <a:pt x="16662" y="9495"/>
                    <a:pt x="16662" y="9495"/>
                    <a:pt x="16662" y="9495"/>
                  </a:cubicBezTo>
                  <a:cubicBezTo>
                    <a:pt x="16606" y="9562"/>
                    <a:pt x="16606" y="9562"/>
                    <a:pt x="16606" y="9562"/>
                  </a:cubicBezTo>
                  <a:cubicBezTo>
                    <a:pt x="16606" y="9629"/>
                    <a:pt x="16606" y="9629"/>
                    <a:pt x="16606" y="9629"/>
                  </a:cubicBezTo>
                  <a:cubicBezTo>
                    <a:pt x="16606" y="9629"/>
                    <a:pt x="16606" y="9629"/>
                    <a:pt x="16606" y="9629"/>
                  </a:cubicBezTo>
                  <a:cubicBezTo>
                    <a:pt x="16606" y="9629"/>
                    <a:pt x="16606" y="9629"/>
                    <a:pt x="16606" y="9629"/>
                  </a:cubicBezTo>
                  <a:cubicBezTo>
                    <a:pt x="16662" y="9562"/>
                    <a:pt x="16662" y="9562"/>
                    <a:pt x="16662" y="9562"/>
                  </a:cubicBezTo>
                  <a:cubicBezTo>
                    <a:pt x="16718" y="9495"/>
                    <a:pt x="16718" y="9495"/>
                    <a:pt x="16718" y="9495"/>
                  </a:cubicBezTo>
                  <a:cubicBezTo>
                    <a:pt x="16718" y="9495"/>
                    <a:pt x="16718" y="9495"/>
                    <a:pt x="16718" y="9495"/>
                  </a:cubicBezTo>
                  <a:cubicBezTo>
                    <a:pt x="16775" y="9495"/>
                    <a:pt x="16775" y="9495"/>
                    <a:pt x="16775" y="9495"/>
                  </a:cubicBezTo>
                  <a:cubicBezTo>
                    <a:pt x="16775" y="9495"/>
                    <a:pt x="16775" y="9495"/>
                    <a:pt x="16775" y="9495"/>
                  </a:cubicBezTo>
                  <a:cubicBezTo>
                    <a:pt x="16775" y="9495"/>
                    <a:pt x="16775" y="9495"/>
                    <a:pt x="16775" y="9495"/>
                  </a:cubicBezTo>
                  <a:cubicBezTo>
                    <a:pt x="16775" y="9562"/>
                    <a:pt x="16775" y="9562"/>
                    <a:pt x="16775" y="9562"/>
                  </a:cubicBezTo>
                  <a:cubicBezTo>
                    <a:pt x="16718" y="9629"/>
                    <a:pt x="16718" y="9629"/>
                    <a:pt x="16718" y="9629"/>
                  </a:cubicBezTo>
                  <a:cubicBezTo>
                    <a:pt x="16662" y="9696"/>
                    <a:pt x="16662" y="9696"/>
                    <a:pt x="16662" y="9696"/>
                  </a:cubicBezTo>
                  <a:cubicBezTo>
                    <a:pt x="16606" y="9696"/>
                    <a:pt x="16606" y="9696"/>
                    <a:pt x="16606" y="9696"/>
                  </a:cubicBezTo>
                  <a:cubicBezTo>
                    <a:pt x="16606" y="9696"/>
                    <a:pt x="16606" y="9696"/>
                    <a:pt x="16606" y="9696"/>
                  </a:cubicBezTo>
                  <a:cubicBezTo>
                    <a:pt x="16718" y="9696"/>
                    <a:pt x="16718" y="9696"/>
                    <a:pt x="16718" y="9696"/>
                  </a:cubicBezTo>
                  <a:cubicBezTo>
                    <a:pt x="16775" y="9562"/>
                    <a:pt x="16775" y="9562"/>
                    <a:pt x="16775" y="9562"/>
                  </a:cubicBezTo>
                  <a:cubicBezTo>
                    <a:pt x="16831" y="9495"/>
                    <a:pt x="16831" y="9495"/>
                    <a:pt x="16831" y="9495"/>
                  </a:cubicBezTo>
                  <a:cubicBezTo>
                    <a:pt x="16831" y="9429"/>
                    <a:pt x="16831" y="9429"/>
                    <a:pt x="16831" y="9429"/>
                  </a:cubicBezTo>
                  <a:cubicBezTo>
                    <a:pt x="16831" y="9429"/>
                    <a:pt x="16831" y="9429"/>
                    <a:pt x="16831" y="9429"/>
                  </a:cubicBezTo>
                  <a:cubicBezTo>
                    <a:pt x="16887" y="9429"/>
                    <a:pt x="16887" y="9429"/>
                    <a:pt x="16887" y="9429"/>
                  </a:cubicBezTo>
                  <a:cubicBezTo>
                    <a:pt x="16943" y="9362"/>
                    <a:pt x="16943" y="9362"/>
                    <a:pt x="16943" y="9362"/>
                  </a:cubicBezTo>
                  <a:cubicBezTo>
                    <a:pt x="16999" y="9362"/>
                    <a:pt x="16999" y="9362"/>
                    <a:pt x="16999" y="9362"/>
                  </a:cubicBezTo>
                  <a:cubicBezTo>
                    <a:pt x="17055" y="9362"/>
                    <a:pt x="17055" y="9362"/>
                    <a:pt x="17055" y="9362"/>
                  </a:cubicBezTo>
                  <a:cubicBezTo>
                    <a:pt x="17055" y="9362"/>
                    <a:pt x="17055" y="9362"/>
                    <a:pt x="17055" y="9362"/>
                  </a:cubicBezTo>
                  <a:cubicBezTo>
                    <a:pt x="17055" y="9362"/>
                    <a:pt x="17055" y="9362"/>
                    <a:pt x="17055" y="9362"/>
                  </a:cubicBezTo>
                  <a:cubicBezTo>
                    <a:pt x="16999" y="9429"/>
                    <a:pt x="16999" y="9429"/>
                    <a:pt x="16999" y="9429"/>
                  </a:cubicBezTo>
                  <a:cubicBezTo>
                    <a:pt x="16943" y="9429"/>
                    <a:pt x="16943" y="9429"/>
                    <a:pt x="16943" y="9429"/>
                  </a:cubicBezTo>
                  <a:cubicBezTo>
                    <a:pt x="16887" y="9495"/>
                    <a:pt x="16887" y="9495"/>
                    <a:pt x="16887" y="9495"/>
                  </a:cubicBezTo>
                  <a:cubicBezTo>
                    <a:pt x="16887" y="9495"/>
                    <a:pt x="16887" y="9495"/>
                    <a:pt x="16887" y="9495"/>
                  </a:cubicBezTo>
                  <a:cubicBezTo>
                    <a:pt x="16887" y="9495"/>
                    <a:pt x="16887" y="9495"/>
                    <a:pt x="16887" y="9495"/>
                  </a:cubicBezTo>
                  <a:cubicBezTo>
                    <a:pt x="16943" y="9495"/>
                    <a:pt x="16943" y="9495"/>
                    <a:pt x="16943" y="9495"/>
                  </a:cubicBezTo>
                  <a:cubicBezTo>
                    <a:pt x="16999" y="9495"/>
                    <a:pt x="16999" y="9495"/>
                    <a:pt x="16999" y="9495"/>
                  </a:cubicBezTo>
                  <a:cubicBezTo>
                    <a:pt x="17055" y="9429"/>
                    <a:pt x="17055" y="9429"/>
                    <a:pt x="17055" y="9429"/>
                  </a:cubicBezTo>
                  <a:cubicBezTo>
                    <a:pt x="17055" y="9429"/>
                    <a:pt x="17055" y="9429"/>
                    <a:pt x="17055" y="9429"/>
                  </a:cubicBezTo>
                  <a:cubicBezTo>
                    <a:pt x="17111" y="9429"/>
                    <a:pt x="17111" y="9429"/>
                    <a:pt x="17111" y="9429"/>
                  </a:cubicBezTo>
                  <a:cubicBezTo>
                    <a:pt x="17111" y="9362"/>
                    <a:pt x="17111" y="9362"/>
                    <a:pt x="17111" y="9362"/>
                  </a:cubicBezTo>
                  <a:cubicBezTo>
                    <a:pt x="17167" y="9362"/>
                    <a:pt x="17167" y="9362"/>
                    <a:pt x="17167" y="9362"/>
                  </a:cubicBezTo>
                  <a:cubicBezTo>
                    <a:pt x="17167" y="9429"/>
                    <a:pt x="17167" y="9429"/>
                    <a:pt x="17167" y="9429"/>
                  </a:cubicBezTo>
                  <a:cubicBezTo>
                    <a:pt x="17223" y="9495"/>
                    <a:pt x="17223" y="9495"/>
                    <a:pt x="17223" y="9495"/>
                  </a:cubicBezTo>
                  <a:cubicBezTo>
                    <a:pt x="17280" y="9562"/>
                    <a:pt x="17280" y="9562"/>
                    <a:pt x="17280" y="9562"/>
                  </a:cubicBezTo>
                  <a:cubicBezTo>
                    <a:pt x="17280" y="9562"/>
                    <a:pt x="17280" y="9562"/>
                    <a:pt x="17280" y="9562"/>
                  </a:cubicBezTo>
                  <a:cubicBezTo>
                    <a:pt x="17336" y="9629"/>
                    <a:pt x="17336" y="9629"/>
                    <a:pt x="17336" y="9629"/>
                  </a:cubicBezTo>
                  <a:cubicBezTo>
                    <a:pt x="17280" y="9629"/>
                    <a:pt x="17280" y="9629"/>
                    <a:pt x="17280" y="9629"/>
                  </a:cubicBezTo>
                  <a:cubicBezTo>
                    <a:pt x="17280" y="9696"/>
                    <a:pt x="17280" y="9696"/>
                    <a:pt x="17280" y="9696"/>
                  </a:cubicBezTo>
                  <a:cubicBezTo>
                    <a:pt x="17223" y="9696"/>
                    <a:pt x="17223" y="9696"/>
                    <a:pt x="17223" y="9696"/>
                  </a:cubicBezTo>
                  <a:cubicBezTo>
                    <a:pt x="17223" y="9629"/>
                    <a:pt x="17223" y="9629"/>
                    <a:pt x="17223" y="9629"/>
                  </a:cubicBezTo>
                  <a:cubicBezTo>
                    <a:pt x="17223" y="9629"/>
                    <a:pt x="17223" y="9629"/>
                    <a:pt x="17223" y="9629"/>
                  </a:cubicBezTo>
                  <a:cubicBezTo>
                    <a:pt x="17223" y="9629"/>
                    <a:pt x="17223" y="9629"/>
                    <a:pt x="17223" y="9629"/>
                  </a:cubicBezTo>
                  <a:cubicBezTo>
                    <a:pt x="17167" y="9696"/>
                    <a:pt x="17167" y="9696"/>
                    <a:pt x="17167" y="9696"/>
                  </a:cubicBezTo>
                  <a:cubicBezTo>
                    <a:pt x="17167" y="9696"/>
                    <a:pt x="17167" y="9696"/>
                    <a:pt x="17167" y="9696"/>
                  </a:cubicBezTo>
                  <a:cubicBezTo>
                    <a:pt x="17055" y="9696"/>
                    <a:pt x="17055" y="9696"/>
                    <a:pt x="17055" y="9696"/>
                  </a:cubicBezTo>
                  <a:cubicBezTo>
                    <a:pt x="17055" y="9763"/>
                    <a:pt x="17055" y="9763"/>
                    <a:pt x="17055" y="9763"/>
                  </a:cubicBezTo>
                  <a:cubicBezTo>
                    <a:pt x="16999" y="9763"/>
                    <a:pt x="16999" y="9763"/>
                    <a:pt x="16999" y="9763"/>
                  </a:cubicBezTo>
                  <a:cubicBezTo>
                    <a:pt x="16943" y="9763"/>
                    <a:pt x="16943" y="9763"/>
                    <a:pt x="16943" y="9763"/>
                  </a:cubicBezTo>
                  <a:cubicBezTo>
                    <a:pt x="16887" y="9763"/>
                    <a:pt x="16887" y="9763"/>
                    <a:pt x="16887" y="9763"/>
                  </a:cubicBezTo>
                  <a:cubicBezTo>
                    <a:pt x="16831" y="9830"/>
                    <a:pt x="16831" y="9830"/>
                    <a:pt x="16831" y="9830"/>
                  </a:cubicBezTo>
                  <a:cubicBezTo>
                    <a:pt x="16831" y="9830"/>
                    <a:pt x="16831" y="9830"/>
                    <a:pt x="16831" y="9830"/>
                  </a:cubicBezTo>
                  <a:cubicBezTo>
                    <a:pt x="16887" y="9830"/>
                    <a:pt x="16887" y="9830"/>
                    <a:pt x="16887" y="9830"/>
                  </a:cubicBezTo>
                  <a:cubicBezTo>
                    <a:pt x="16887" y="9897"/>
                    <a:pt x="16887" y="9897"/>
                    <a:pt x="16887" y="9897"/>
                  </a:cubicBezTo>
                  <a:cubicBezTo>
                    <a:pt x="16775" y="9897"/>
                    <a:pt x="16775" y="9897"/>
                    <a:pt x="16775" y="9897"/>
                  </a:cubicBezTo>
                  <a:cubicBezTo>
                    <a:pt x="16775" y="9897"/>
                    <a:pt x="16775" y="9897"/>
                    <a:pt x="16775" y="9897"/>
                  </a:cubicBezTo>
                  <a:cubicBezTo>
                    <a:pt x="16887" y="9897"/>
                    <a:pt x="16887" y="9897"/>
                    <a:pt x="16887" y="9897"/>
                  </a:cubicBezTo>
                  <a:cubicBezTo>
                    <a:pt x="16887" y="9830"/>
                    <a:pt x="16887" y="9830"/>
                    <a:pt x="16887" y="9830"/>
                  </a:cubicBezTo>
                  <a:cubicBezTo>
                    <a:pt x="16999" y="9763"/>
                    <a:pt x="16999" y="9763"/>
                    <a:pt x="16999" y="9763"/>
                  </a:cubicBezTo>
                  <a:cubicBezTo>
                    <a:pt x="17055" y="9763"/>
                    <a:pt x="17055" y="9763"/>
                    <a:pt x="17055" y="9763"/>
                  </a:cubicBezTo>
                  <a:cubicBezTo>
                    <a:pt x="17055" y="9763"/>
                    <a:pt x="17055" y="9763"/>
                    <a:pt x="17055" y="9763"/>
                  </a:cubicBezTo>
                  <a:cubicBezTo>
                    <a:pt x="17111" y="9763"/>
                    <a:pt x="17111" y="9763"/>
                    <a:pt x="17111" y="9763"/>
                  </a:cubicBezTo>
                  <a:cubicBezTo>
                    <a:pt x="17167" y="9763"/>
                    <a:pt x="17167" y="9763"/>
                    <a:pt x="17167" y="9763"/>
                  </a:cubicBezTo>
                  <a:cubicBezTo>
                    <a:pt x="17167" y="9763"/>
                    <a:pt x="17167" y="9763"/>
                    <a:pt x="17167" y="9763"/>
                  </a:cubicBezTo>
                  <a:cubicBezTo>
                    <a:pt x="17111" y="9830"/>
                    <a:pt x="17111" y="9830"/>
                    <a:pt x="17111" y="9830"/>
                  </a:cubicBezTo>
                  <a:cubicBezTo>
                    <a:pt x="17111" y="9897"/>
                    <a:pt x="17111" y="9897"/>
                    <a:pt x="17111" y="9897"/>
                  </a:cubicBezTo>
                  <a:cubicBezTo>
                    <a:pt x="17055" y="9897"/>
                    <a:pt x="17055" y="9897"/>
                    <a:pt x="17055" y="9897"/>
                  </a:cubicBezTo>
                  <a:cubicBezTo>
                    <a:pt x="17055" y="9897"/>
                    <a:pt x="17055" y="9897"/>
                    <a:pt x="17055" y="9897"/>
                  </a:cubicBezTo>
                  <a:cubicBezTo>
                    <a:pt x="16999" y="9897"/>
                    <a:pt x="16999" y="9897"/>
                    <a:pt x="16999" y="9897"/>
                  </a:cubicBezTo>
                  <a:cubicBezTo>
                    <a:pt x="16943" y="9964"/>
                    <a:pt x="16943" y="9964"/>
                    <a:pt x="16943" y="9964"/>
                  </a:cubicBezTo>
                  <a:cubicBezTo>
                    <a:pt x="16943" y="9964"/>
                    <a:pt x="16943" y="9964"/>
                    <a:pt x="16943" y="9964"/>
                  </a:cubicBezTo>
                  <a:cubicBezTo>
                    <a:pt x="16887" y="9964"/>
                    <a:pt x="16887" y="9964"/>
                    <a:pt x="16887" y="9964"/>
                  </a:cubicBezTo>
                  <a:cubicBezTo>
                    <a:pt x="16887" y="9964"/>
                    <a:pt x="16887" y="9964"/>
                    <a:pt x="16887" y="9964"/>
                  </a:cubicBezTo>
                  <a:cubicBezTo>
                    <a:pt x="16831" y="10030"/>
                    <a:pt x="16831" y="10030"/>
                    <a:pt x="16831" y="10030"/>
                  </a:cubicBezTo>
                  <a:cubicBezTo>
                    <a:pt x="16831" y="10030"/>
                    <a:pt x="16831" y="10030"/>
                    <a:pt x="16831" y="10030"/>
                  </a:cubicBezTo>
                  <a:cubicBezTo>
                    <a:pt x="16887" y="9964"/>
                    <a:pt x="16887" y="9964"/>
                    <a:pt x="16887" y="9964"/>
                  </a:cubicBezTo>
                  <a:cubicBezTo>
                    <a:pt x="16943" y="10030"/>
                    <a:pt x="16943" y="10030"/>
                    <a:pt x="16943" y="10030"/>
                  </a:cubicBezTo>
                  <a:cubicBezTo>
                    <a:pt x="16943" y="10030"/>
                    <a:pt x="16943" y="10030"/>
                    <a:pt x="16943" y="10030"/>
                  </a:cubicBezTo>
                  <a:cubicBezTo>
                    <a:pt x="16999" y="9964"/>
                    <a:pt x="16999" y="9964"/>
                    <a:pt x="16999" y="9964"/>
                  </a:cubicBezTo>
                  <a:cubicBezTo>
                    <a:pt x="17055" y="9897"/>
                    <a:pt x="17055" y="9897"/>
                    <a:pt x="17055" y="9897"/>
                  </a:cubicBezTo>
                  <a:cubicBezTo>
                    <a:pt x="17055" y="9897"/>
                    <a:pt x="17055" y="9897"/>
                    <a:pt x="17055" y="9897"/>
                  </a:cubicBezTo>
                  <a:cubicBezTo>
                    <a:pt x="17111" y="9897"/>
                    <a:pt x="17111" y="9897"/>
                    <a:pt x="17111" y="9897"/>
                  </a:cubicBezTo>
                  <a:cubicBezTo>
                    <a:pt x="17167" y="9964"/>
                    <a:pt x="17167" y="9964"/>
                    <a:pt x="17167" y="9964"/>
                  </a:cubicBezTo>
                  <a:cubicBezTo>
                    <a:pt x="17167" y="9897"/>
                    <a:pt x="17167" y="9897"/>
                    <a:pt x="17167" y="9897"/>
                  </a:cubicBezTo>
                  <a:cubicBezTo>
                    <a:pt x="17223" y="9897"/>
                    <a:pt x="17223" y="9897"/>
                    <a:pt x="17223" y="9897"/>
                  </a:cubicBezTo>
                  <a:cubicBezTo>
                    <a:pt x="17223" y="9830"/>
                    <a:pt x="17223" y="9830"/>
                    <a:pt x="17223" y="9830"/>
                  </a:cubicBezTo>
                  <a:cubicBezTo>
                    <a:pt x="17223" y="9830"/>
                    <a:pt x="17223" y="9830"/>
                    <a:pt x="17223" y="9830"/>
                  </a:cubicBezTo>
                  <a:cubicBezTo>
                    <a:pt x="17223" y="9830"/>
                    <a:pt x="17223" y="9830"/>
                    <a:pt x="17223" y="9830"/>
                  </a:cubicBezTo>
                  <a:cubicBezTo>
                    <a:pt x="17280" y="9763"/>
                    <a:pt x="17280" y="9763"/>
                    <a:pt x="17280" y="9763"/>
                  </a:cubicBezTo>
                  <a:cubicBezTo>
                    <a:pt x="17280" y="9763"/>
                    <a:pt x="17280" y="9763"/>
                    <a:pt x="17280" y="9763"/>
                  </a:cubicBezTo>
                  <a:cubicBezTo>
                    <a:pt x="17280" y="9696"/>
                    <a:pt x="17280" y="9696"/>
                    <a:pt x="17280" y="9696"/>
                  </a:cubicBezTo>
                  <a:cubicBezTo>
                    <a:pt x="17280" y="9763"/>
                    <a:pt x="17280" y="9763"/>
                    <a:pt x="17280" y="9763"/>
                  </a:cubicBezTo>
                  <a:cubicBezTo>
                    <a:pt x="17336" y="9763"/>
                    <a:pt x="17336" y="9763"/>
                    <a:pt x="17336" y="9763"/>
                  </a:cubicBezTo>
                  <a:cubicBezTo>
                    <a:pt x="17336" y="9763"/>
                    <a:pt x="17336" y="9763"/>
                    <a:pt x="17336" y="9763"/>
                  </a:cubicBezTo>
                  <a:cubicBezTo>
                    <a:pt x="17392" y="9897"/>
                    <a:pt x="17392" y="9897"/>
                    <a:pt x="17392" y="9897"/>
                  </a:cubicBezTo>
                  <a:cubicBezTo>
                    <a:pt x="17392" y="9964"/>
                    <a:pt x="17392" y="9964"/>
                    <a:pt x="17392" y="9964"/>
                  </a:cubicBezTo>
                  <a:cubicBezTo>
                    <a:pt x="17392" y="10030"/>
                    <a:pt x="17392" y="10030"/>
                    <a:pt x="17392" y="10030"/>
                  </a:cubicBezTo>
                  <a:cubicBezTo>
                    <a:pt x="17392" y="10030"/>
                    <a:pt x="17392" y="10030"/>
                    <a:pt x="17392" y="10030"/>
                  </a:cubicBezTo>
                  <a:cubicBezTo>
                    <a:pt x="17392" y="10097"/>
                    <a:pt x="17392" y="10097"/>
                    <a:pt x="17392" y="10097"/>
                  </a:cubicBezTo>
                  <a:cubicBezTo>
                    <a:pt x="17336" y="10097"/>
                    <a:pt x="17336" y="10097"/>
                    <a:pt x="17336" y="10097"/>
                  </a:cubicBezTo>
                  <a:cubicBezTo>
                    <a:pt x="17280" y="10030"/>
                    <a:pt x="17280" y="10030"/>
                    <a:pt x="17280" y="10030"/>
                  </a:cubicBezTo>
                  <a:cubicBezTo>
                    <a:pt x="17223" y="10030"/>
                    <a:pt x="17223" y="10030"/>
                    <a:pt x="17223" y="10030"/>
                  </a:cubicBezTo>
                  <a:cubicBezTo>
                    <a:pt x="17223" y="10030"/>
                    <a:pt x="17223" y="10030"/>
                    <a:pt x="17223" y="10030"/>
                  </a:cubicBezTo>
                  <a:cubicBezTo>
                    <a:pt x="17167" y="10097"/>
                    <a:pt x="17167" y="10097"/>
                    <a:pt x="17167" y="10097"/>
                  </a:cubicBezTo>
                  <a:cubicBezTo>
                    <a:pt x="17111" y="10097"/>
                    <a:pt x="17111" y="10097"/>
                    <a:pt x="17111" y="10097"/>
                  </a:cubicBezTo>
                  <a:cubicBezTo>
                    <a:pt x="17111" y="10097"/>
                    <a:pt x="17111" y="10097"/>
                    <a:pt x="17111" y="10097"/>
                  </a:cubicBezTo>
                  <a:cubicBezTo>
                    <a:pt x="17055" y="10097"/>
                    <a:pt x="17055" y="10097"/>
                    <a:pt x="17055" y="10097"/>
                  </a:cubicBezTo>
                  <a:cubicBezTo>
                    <a:pt x="17055" y="10097"/>
                    <a:pt x="17055" y="10097"/>
                    <a:pt x="17055" y="10097"/>
                  </a:cubicBezTo>
                  <a:cubicBezTo>
                    <a:pt x="16999" y="10097"/>
                    <a:pt x="16999" y="10097"/>
                    <a:pt x="16999" y="10097"/>
                  </a:cubicBezTo>
                  <a:cubicBezTo>
                    <a:pt x="16999" y="10164"/>
                    <a:pt x="16999" y="10164"/>
                    <a:pt x="16999" y="10164"/>
                  </a:cubicBezTo>
                  <a:cubicBezTo>
                    <a:pt x="17111" y="10097"/>
                    <a:pt x="17111" y="10097"/>
                    <a:pt x="17111" y="10097"/>
                  </a:cubicBezTo>
                  <a:cubicBezTo>
                    <a:pt x="17111" y="10164"/>
                    <a:pt x="17111" y="10164"/>
                    <a:pt x="17111" y="10164"/>
                  </a:cubicBezTo>
                  <a:cubicBezTo>
                    <a:pt x="17223" y="10231"/>
                    <a:pt x="17223" y="10231"/>
                    <a:pt x="17223" y="10231"/>
                  </a:cubicBezTo>
                  <a:cubicBezTo>
                    <a:pt x="17223" y="10231"/>
                    <a:pt x="17223" y="10231"/>
                    <a:pt x="17223" y="10231"/>
                  </a:cubicBezTo>
                  <a:cubicBezTo>
                    <a:pt x="17280" y="10231"/>
                    <a:pt x="17280" y="10231"/>
                    <a:pt x="17280" y="10231"/>
                  </a:cubicBezTo>
                  <a:cubicBezTo>
                    <a:pt x="17280" y="10231"/>
                    <a:pt x="17280" y="10231"/>
                    <a:pt x="17280" y="10231"/>
                  </a:cubicBezTo>
                  <a:cubicBezTo>
                    <a:pt x="17336" y="10231"/>
                    <a:pt x="17336" y="10231"/>
                    <a:pt x="17336" y="10231"/>
                  </a:cubicBezTo>
                  <a:cubicBezTo>
                    <a:pt x="17336" y="10231"/>
                    <a:pt x="17336" y="10231"/>
                    <a:pt x="17336" y="10231"/>
                  </a:cubicBezTo>
                  <a:cubicBezTo>
                    <a:pt x="17392" y="10298"/>
                    <a:pt x="17392" y="10298"/>
                    <a:pt x="17392" y="10298"/>
                  </a:cubicBezTo>
                  <a:cubicBezTo>
                    <a:pt x="17392" y="10298"/>
                    <a:pt x="17392" y="10298"/>
                    <a:pt x="17392" y="10298"/>
                  </a:cubicBezTo>
                  <a:cubicBezTo>
                    <a:pt x="17448" y="10365"/>
                    <a:pt x="17448" y="10365"/>
                    <a:pt x="17448" y="10365"/>
                  </a:cubicBezTo>
                  <a:cubicBezTo>
                    <a:pt x="17448" y="10432"/>
                    <a:pt x="17448" y="10432"/>
                    <a:pt x="17448" y="10432"/>
                  </a:cubicBezTo>
                  <a:cubicBezTo>
                    <a:pt x="17392" y="10432"/>
                    <a:pt x="17392" y="10432"/>
                    <a:pt x="17392" y="10432"/>
                  </a:cubicBezTo>
                  <a:cubicBezTo>
                    <a:pt x="17392" y="10432"/>
                    <a:pt x="17392" y="10432"/>
                    <a:pt x="17392" y="10432"/>
                  </a:cubicBezTo>
                  <a:cubicBezTo>
                    <a:pt x="17336" y="10365"/>
                    <a:pt x="17336" y="10365"/>
                    <a:pt x="17336" y="10365"/>
                  </a:cubicBezTo>
                  <a:cubicBezTo>
                    <a:pt x="17336" y="10365"/>
                    <a:pt x="17336" y="10365"/>
                    <a:pt x="17336" y="10365"/>
                  </a:cubicBezTo>
                  <a:cubicBezTo>
                    <a:pt x="17336" y="10432"/>
                    <a:pt x="17336" y="10432"/>
                    <a:pt x="17336" y="10432"/>
                  </a:cubicBezTo>
                  <a:cubicBezTo>
                    <a:pt x="17280" y="10432"/>
                    <a:pt x="17280" y="10432"/>
                    <a:pt x="17280" y="10432"/>
                  </a:cubicBezTo>
                  <a:cubicBezTo>
                    <a:pt x="17280" y="10365"/>
                    <a:pt x="17280" y="10365"/>
                    <a:pt x="17280" y="10365"/>
                  </a:cubicBezTo>
                  <a:cubicBezTo>
                    <a:pt x="17280" y="10365"/>
                    <a:pt x="17280" y="10365"/>
                    <a:pt x="17280" y="10365"/>
                  </a:cubicBezTo>
                  <a:cubicBezTo>
                    <a:pt x="17223" y="10365"/>
                    <a:pt x="17223" y="10365"/>
                    <a:pt x="17223" y="10365"/>
                  </a:cubicBezTo>
                  <a:cubicBezTo>
                    <a:pt x="17167" y="10298"/>
                    <a:pt x="17167" y="10298"/>
                    <a:pt x="17167" y="10298"/>
                  </a:cubicBezTo>
                  <a:cubicBezTo>
                    <a:pt x="17167" y="10298"/>
                    <a:pt x="17167" y="10298"/>
                    <a:pt x="17167" y="10298"/>
                  </a:cubicBezTo>
                  <a:cubicBezTo>
                    <a:pt x="17111" y="10298"/>
                    <a:pt x="17111" y="10298"/>
                    <a:pt x="17111" y="10298"/>
                  </a:cubicBezTo>
                  <a:cubicBezTo>
                    <a:pt x="17055" y="10298"/>
                    <a:pt x="17055" y="10298"/>
                    <a:pt x="17055" y="10298"/>
                  </a:cubicBezTo>
                  <a:cubicBezTo>
                    <a:pt x="17055" y="10298"/>
                    <a:pt x="17055" y="10298"/>
                    <a:pt x="17055" y="10298"/>
                  </a:cubicBezTo>
                  <a:cubicBezTo>
                    <a:pt x="17055" y="10298"/>
                    <a:pt x="17055" y="10298"/>
                    <a:pt x="17055" y="10298"/>
                  </a:cubicBezTo>
                  <a:cubicBezTo>
                    <a:pt x="17111" y="10298"/>
                    <a:pt x="17111" y="10298"/>
                    <a:pt x="17111" y="10298"/>
                  </a:cubicBezTo>
                  <a:cubicBezTo>
                    <a:pt x="17111" y="10365"/>
                    <a:pt x="17111" y="10365"/>
                    <a:pt x="17111" y="10365"/>
                  </a:cubicBezTo>
                  <a:cubicBezTo>
                    <a:pt x="17111" y="10365"/>
                    <a:pt x="17111" y="10365"/>
                    <a:pt x="17111" y="10365"/>
                  </a:cubicBezTo>
                  <a:cubicBezTo>
                    <a:pt x="17055" y="10365"/>
                    <a:pt x="17055" y="10365"/>
                    <a:pt x="17055" y="10365"/>
                  </a:cubicBezTo>
                  <a:cubicBezTo>
                    <a:pt x="17055" y="10365"/>
                    <a:pt x="17055" y="10365"/>
                    <a:pt x="17055" y="10365"/>
                  </a:cubicBezTo>
                  <a:cubicBezTo>
                    <a:pt x="16999" y="10365"/>
                    <a:pt x="16999" y="10365"/>
                    <a:pt x="16999" y="10365"/>
                  </a:cubicBezTo>
                  <a:cubicBezTo>
                    <a:pt x="16943" y="10432"/>
                    <a:pt x="16943" y="10432"/>
                    <a:pt x="16943" y="10432"/>
                  </a:cubicBezTo>
                  <a:cubicBezTo>
                    <a:pt x="16943" y="10432"/>
                    <a:pt x="16943" y="10432"/>
                    <a:pt x="16943" y="10432"/>
                  </a:cubicBezTo>
                  <a:cubicBezTo>
                    <a:pt x="16999" y="10432"/>
                    <a:pt x="16999" y="10432"/>
                    <a:pt x="16999" y="10432"/>
                  </a:cubicBezTo>
                  <a:cubicBezTo>
                    <a:pt x="16999" y="10432"/>
                    <a:pt x="16999" y="10432"/>
                    <a:pt x="16999" y="10432"/>
                  </a:cubicBezTo>
                  <a:cubicBezTo>
                    <a:pt x="17055" y="10432"/>
                    <a:pt x="17055" y="10432"/>
                    <a:pt x="17055" y="10432"/>
                  </a:cubicBezTo>
                  <a:cubicBezTo>
                    <a:pt x="17055" y="10365"/>
                    <a:pt x="17055" y="10365"/>
                    <a:pt x="17055" y="10365"/>
                  </a:cubicBezTo>
                  <a:cubicBezTo>
                    <a:pt x="17111" y="10365"/>
                    <a:pt x="17111" y="10365"/>
                    <a:pt x="17111" y="10365"/>
                  </a:cubicBezTo>
                  <a:cubicBezTo>
                    <a:pt x="17167" y="10432"/>
                    <a:pt x="17167" y="10432"/>
                    <a:pt x="17167" y="10432"/>
                  </a:cubicBezTo>
                  <a:cubicBezTo>
                    <a:pt x="17167" y="10432"/>
                    <a:pt x="17167" y="10432"/>
                    <a:pt x="17167" y="10432"/>
                  </a:cubicBezTo>
                  <a:cubicBezTo>
                    <a:pt x="17167" y="10432"/>
                    <a:pt x="17167" y="10432"/>
                    <a:pt x="17167" y="10432"/>
                  </a:cubicBezTo>
                  <a:cubicBezTo>
                    <a:pt x="17167" y="10499"/>
                    <a:pt x="17167" y="10499"/>
                    <a:pt x="17167" y="10499"/>
                  </a:cubicBezTo>
                  <a:cubicBezTo>
                    <a:pt x="17167" y="10499"/>
                    <a:pt x="17167" y="10499"/>
                    <a:pt x="17167" y="10499"/>
                  </a:cubicBezTo>
                  <a:cubicBezTo>
                    <a:pt x="17111" y="10499"/>
                    <a:pt x="17111" y="10499"/>
                    <a:pt x="17111" y="10499"/>
                  </a:cubicBezTo>
                  <a:cubicBezTo>
                    <a:pt x="17111" y="10499"/>
                    <a:pt x="17111" y="10499"/>
                    <a:pt x="17111" y="10499"/>
                  </a:cubicBezTo>
                  <a:cubicBezTo>
                    <a:pt x="17055" y="10499"/>
                    <a:pt x="17055" y="10499"/>
                    <a:pt x="17055" y="10499"/>
                  </a:cubicBezTo>
                  <a:cubicBezTo>
                    <a:pt x="17055" y="10432"/>
                    <a:pt x="17055" y="10432"/>
                    <a:pt x="17055" y="10432"/>
                  </a:cubicBezTo>
                  <a:cubicBezTo>
                    <a:pt x="17055" y="10499"/>
                    <a:pt x="17055" y="10499"/>
                    <a:pt x="17055" y="10499"/>
                  </a:cubicBezTo>
                  <a:cubicBezTo>
                    <a:pt x="17055" y="10499"/>
                    <a:pt x="17055" y="10499"/>
                    <a:pt x="17055" y="10499"/>
                  </a:cubicBezTo>
                  <a:cubicBezTo>
                    <a:pt x="17055" y="10499"/>
                    <a:pt x="17055" y="10499"/>
                    <a:pt x="17055" y="10499"/>
                  </a:cubicBezTo>
                  <a:cubicBezTo>
                    <a:pt x="17111" y="10499"/>
                    <a:pt x="17111" y="10499"/>
                    <a:pt x="17111" y="10499"/>
                  </a:cubicBezTo>
                  <a:cubicBezTo>
                    <a:pt x="17111" y="10565"/>
                    <a:pt x="17111" y="10565"/>
                    <a:pt x="17111" y="10565"/>
                  </a:cubicBezTo>
                  <a:cubicBezTo>
                    <a:pt x="17111" y="10565"/>
                    <a:pt x="17111" y="10565"/>
                    <a:pt x="17111" y="10565"/>
                  </a:cubicBezTo>
                  <a:cubicBezTo>
                    <a:pt x="17111" y="10632"/>
                    <a:pt x="17111" y="10632"/>
                    <a:pt x="17111" y="10632"/>
                  </a:cubicBezTo>
                  <a:cubicBezTo>
                    <a:pt x="17111" y="10632"/>
                    <a:pt x="17111" y="10632"/>
                    <a:pt x="17111" y="10632"/>
                  </a:cubicBezTo>
                  <a:cubicBezTo>
                    <a:pt x="16999" y="10565"/>
                    <a:pt x="16999" y="10565"/>
                    <a:pt x="16999" y="10565"/>
                  </a:cubicBezTo>
                  <a:cubicBezTo>
                    <a:pt x="16943" y="10565"/>
                    <a:pt x="16943" y="10565"/>
                    <a:pt x="16943" y="10565"/>
                  </a:cubicBezTo>
                  <a:cubicBezTo>
                    <a:pt x="16887" y="10565"/>
                    <a:pt x="16887" y="10565"/>
                    <a:pt x="16887" y="10565"/>
                  </a:cubicBezTo>
                  <a:cubicBezTo>
                    <a:pt x="16831" y="10565"/>
                    <a:pt x="16831" y="10565"/>
                    <a:pt x="16831" y="10565"/>
                  </a:cubicBezTo>
                  <a:cubicBezTo>
                    <a:pt x="16831" y="10565"/>
                    <a:pt x="16831" y="10565"/>
                    <a:pt x="16831" y="10565"/>
                  </a:cubicBezTo>
                  <a:cubicBezTo>
                    <a:pt x="16887" y="10565"/>
                    <a:pt x="16887" y="10565"/>
                    <a:pt x="16887" y="10565"/>
                  </a:cubicBezTo>
                  <a:cubicBezTo>
                    <a:pt x="16999" y="10632"/>
                    <a:pt x="16999" y="10632"/>
                    <a:pt x="16999" y="10632"/>
                  </a:cubicBezTo>
                  <a:cubicBezTo>
                    <a:pt x="16999" y="10699"/>
                    <a:pt x="16999" y="10699"/>
                    <a:pt x="16999" y="10699"/>
                  </a:cubicBezTo>
                  <a:cubicBezTo>
                    <a:pt x="16999" y="10699"/>
                    <a:pt x="16999" y="10699"/>
                    <a:pt x="16999" y="10699"/>
                  </a:cubicBezTo>
                  <a:cubicBezTo>
                    <a:pt x="16943" y="10632"/>
                    <a:pt x="16943" y="10632"/>
                    <a:pt x="16943" y="10632"/>
                  </a:cubicBezTo>
                  <a:cubicBezTo>
                    <a:pt x="16887" y="10632"/>
                    <a:pt x="16887" y="10632"/>
                    <a:pt x="16887" y="10632"/>
                  </a:cubicBezTo>
                  <a:cubicBezTo>
                    <a:pt x="16887" y="10699"/>
                    <a:pt x="16887" y="10699"/>
                    <a:pt x="16887" y="10699"/>
                  </a:cubicBezTo>
                  <a:cubicBezTo>
                    <a:pt x="16887" y="10699"/>
                    <a:pt x="16887" y="10699"/>
                    <a:pt x="16887" y="10699"/>
                  </a:cubicBezTo>
                  <a:cubicBezTo>
                    <a:pt x="16943" y="10699"/>
                    <a:pt x="16943" y="10699"/>
                    <a:pt x="16943" y="10699"/>
                  </a:cubicBezTo>
                  <a:cubicBezTo>
                    <a:pt x="16943" y="10699"/>
                    <a:pt x="16943" y="10699"/>
                    <a:pt x="16943" y="10699"/>
                  </a:cubicBezTo>
                  <a:cubicBezTo>
                    <a:pt x="16999" y="10699"/>
                    <a:pt x="16999" y="10699"/>
                    <a:pt x="16999" y="10699"/>
                  </a:cubicBezTo>
                  <a:cubicBezTo>
                    <a:pt x="16999" y="10699"/>
                    <a:pt x="16999" y="10699"/>
                    <a:pt x="16999" y="10699"/>
                  </a:cubicBezTo>
                  <a:cubicBezTo>
                    <a:pt x="16999" y="10766"/>
                    <a:pt x="16999" y="10766"/>
                    <a:pt x="16999" y="10766"/>
                  </a:cubicBezTo>
                  <a:cubicBezTo>
                    <a:pt x="16999" y="10766"/>
                    <a:pt x="16999" y="10766"/>
                    <a:pt x="16999"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833"/>
                    <a:pt x="17055" y="10833"/>
                    <a:pt x="17055" y="10833"/>
                  </a:cubicBezTo>
                  <a:cubicBezTo>
                    <a:pt x="17111" y="10833"/>
                    <a:pt x="17111" y="10833"/>
                    <a:pt x="17111" y="10833"/>
                  </a:cubicBezTo>
                  <a:cubicBezTo>
                    <a:pt x="17111" y="10766"/>
                    <a:pt x="17111" y="10766"/>
                    <a:pt x="17111" y="10766"/>
                  </a:cubicBezTo>
                  <a:cubicBezTo>
                    <a:pt x="17111" y="10766"/>
                    <a:pt x="17111" y="10766"/>
                    <a:pt x="17111" y="10766"/>
                  </a:cubicBezTo>
                  <a:cubicBezTo>
                    <a:pt x="17167" y="10766"/>
                    <a:pt x="17167" y="10766"/>
                    <a:pt x="17167" y="10766"/>
                  </a:cubicBezTo>
                  <a:cubicBezTo>
                    <a:pt x="17223" y="10766"/>
                    <a:pt x="17223" y="10766"/>
                    <a:pt x="17223" y="10766"/>
                  </a:cubicBezTo>
                  <a:cubicBezTo>
                    <a:pt x="17280" y="10766"/>
                    <a:pt x="17280" y="10766"/>
                    <a:pt x="17280" y="10766"/>
                  </a:cubicBezTo>
                  <a:cubicBezTo>
                    <a:pt x="17223" y="10833"/>
                    <a:pt x="17223" y="10833"/>
                    <a:pt x="17223" y="10833"/>
                  </a:cubicBezTo>
                  <a:cubicBezTo>
                    <a:pt x="17223" y="10833"/>
                    <a:pt x="17223" y="10833"/>
                    <a:pt x="17223" y="10833"/>
                  </a:cubicBezTo>
                  <a:cubicBezTo>
                    <a:pt x="17167" y="10833"/>
                    <a:pt x="17167" y="10833"/>
                    <a:pt x="17167" y="10833"/>
                  </a:cubicBezTo>
                  <a:cubicBezTo>
                    <a:pt x="17167" y="10833"/>
                    <a:pt x="17167" y="10833"/>
                    <a:pt x="17167" y="10833"/>
                  </a:cubicBezTo>
                  <a:cubicBezTo>
                    <a:pt x="17111" y="10833"/>
                    <a:pt x="17111" y="10833"/>
                    <a:pt x="17111" y="10833"/>
                  </a:cubicBezTo>
                  <a:cubicBezTo>
                    <a:pt x="17055" y="10900"/>
                    <a:pt x="17055" y="10900"/>
                    <a:pt x="17055" y="10900"/>
                  </a:cubicBezTo>
                  <a:cubicBezTo>
                    <a:pt x="17055" y="10900"/>
                    <a:pt x="17055" y="10900"/>
                    <a:pt x="17055" y="10900"/>
                  </a:cubicBezTo>
                  <a:cubicBezTo>
                    <a:pt x="17055" y="10900"/>
                    <a:pt x="17055" y="10900"/>
                    <a:pt x="17055" y="10900"/>
                  </a:cubicBezTo>
                  <a:cubicBezTo>
                    <a:pt x="17111" y="10900"/>
                    <a:pt x="17111" y="10900"/>
                    <a:pt x="17111" y="10900"/>
                  </a:cubicBezTo>
                  <a:cubicBezTo>
                    <a:pt x="17167" y="10900"/>
                    <a:pt x="17167" y="10900"/>
                    <a:pt x="17167" y="10900"/>
                  </a:cubicBezTo>
                  <a:cubicBezTo>
                    <a:pt x="17111" y="10900"/>
                    <a:pt x="17111" y="10900"/>
                    <a:pt x="17111" y="10900"/>
                  </a:cubicBezTo>
                  <a:cubicBezTo>
                    <a:pt x="17111" y="10900"/>
                    <a:pt x="17111" y="10900"/>
                    <a:pt x="17111" y="10900"/>
                  </a:cubicBezTo>
                  <a:cubicBezTo>
                    <a:pt x="17111" y="10900"/>
                    <a:pt x="17111" y="10900"/>
                    <a:pt x="17111" y="10900"/>
                  </a:cubicBezTo>
                  <a:cubicBezTo>
                    <a:pt x="17223" y="10900"/>
                    <a:pt x="17223" y="10900"/>
                    <a:pt x="17223" y="10900"/>
                  </a:cubicBezTo>
                  <a:cubicBezTo>
                    <a:pt x="17223" y="10967"/>
                    <a:pt x="17223" y="10967"/>
                    <a:pt x="17223" y="10967"/>
                  </a:cubicBezTo>
                  <a:cubicBezTo>
                    <a:pt x="17223" y="10967"/>
                    <a:pt x="17223" y="10967"/>
                    <a:pt x="17223" y="10967"/>
                  </a:cubicBezTo>
                  <a:cubicBezTo>
                    <a:pt x="17223" y="10967"/>
                    <a:pt x="17223" y="10967"/>
                    <a:pt x="17223" y="10967"/>
                  </a:cubicBezTo>
                  <a:cubicBezTo>
                    <a:pt x="17280" y="11034"/>
                    <a:pt x="17280" y="11034"/>
                    <a:pt x="17280" y="11034"/>
                  </a:cubicBezTo>
                  <a:cubicBezTo>
                    <a:pt x="17280" y="11034"/>
                    <a:pt x="17280" y="11034"/>
                    <a:pt x="17280" y="11034"/>
                  </a:cubicBezTo>
                  <a:cubicBezTo>
                    <a:pt x="17223" y="11100"/>
                    <a:pt x="17223" y="11100"/>
                    <a:pt x="17223" y="11100"/>
                  </a:cubicBezTo>
                  <a:cubicBezTo>
                    <a:pt x="17223" y="11100"/>
                    <a:pt x="17223" y="11100"/>
                    <a:pt x="17223" y="11100"/>
                  </a:cubicBezTo>
                  <a:cubicBezTo>
                    <a:pt x="17280" y="11100"/>
                    <a:pt x="17280" y="11100"/>
                    <a:pt x="17280" y="11100"/>
                  </a:cubicBezTo>
                  <a:cubicBezTo>
                    <a:pt x="17280" y="11100"/>
                    <a:pt x="17280" y="11100"/>
                    <a:pt x="17280" y="11100"/>
                  </a:cubicBezTo>
                  <a:cubicBezTo>
                    <a:pt x="17280" y="11034"/>
                    <a:pt x="17280" y="11034"/>
                    <a:pt x="17280" y="11034"/>
                  </a:cubicBezTo>
                  <a:cubicBezTo>
                    <a:pt x="17336" y="11034"/>
                    <a:pt x="17336" y="11034"/>
                    <a:pt x="17336" y="11034"/>
                  </a:cubicBezTo>
                  <a:cubicBezTo>
                    <a:pt x="17336" y="11100"/>
                    <a:pt x="17336" y="11100"/>
                    <a:pt x="17336" y="11100"/>
                  </a:cubicBezTo>
                  <a:cubicBezTo>
                    <a:pt x="17336" y="11100"/>
                    <a:pt x="17336" y="11100"/>
                    <a:pt x="17336" y="11100"/>
                  </a:cubicBezTo>
                  <a:cubicBezTo>
                    <a:pt x="17280" y="11167"/>
                    <a:pt x="17280" y="11167"/>
                    <a:pt x="17280" y="11167"/>
                  </a:cubicBezTo>
                  <a:cubicBezTo>
                    <a:pt x="17223" y="11234"/>
                    <a:pt x="17223" y="11234"/>
                    <a:pt x="17223" y="11234"/>
                  </a:cubicBezTo>
                  <a:cubicBezTo>
                    <a:pt x="17223" y="11301"/>
                    <a:pt x="17223" y="11301"/>
                    <a:pt x="17223" y="11301"/>
                  </a:cubicBezTo>
                  <a:cubicBezTo>
                    <a:pt x="17280" y="11234"/>
                    <a:pt x="17280" y="11234"/>
                    <a:pt x="17280" y="11234"/>
                  </a:cubicBezTo>
                  <a:cubicBezTo>
                    <a:pt x="17280" y="11167"/>
                    <a:pt x="17280" y="11167"/>
                    <a:pt x="17280" y="11167"/>
                  </a:cubicBezTo>
                  <a:cubicBezTo>
                    <a:pt x="17280" y="11167"/>
                    <a:pt x="17280" y="11167"/>
                    <a:pt x="17280" y="11167"/>
                  </a:cubicBezTo>
                  <a:cubicBezTo>
                    <a:pt x="17336" y="11100"/>
                    <a:pt x="17336" y="11100"/>
                    <a:pt x="17336" y="11100"/>
                  </a:cubicBezTo>
                  <a:cubicBezTo>
                    <a:pt x="17392" y="11100"/>
                    <a:pt x="17392" y="11100"/>
                    <a:pt x="17392" y="11100"/>
                  </a:cubicBezTo>
                  <a:cubicBezTo>
                    <a:pt x="17392" y="11100"/>
                    <a:pt x="17392" y="11100"/>
                    <a:pt x="17392" y="11100"/>
                  </a:cubicBezTo>
                  <a:cubicBezTo>
                    <a:pt x="17392" y="11034"/>
                    <a:pt x="17392" y="11034"/>
                    <a:pt x="17392" y="11034"/>
                  </a:cubicBezTo>
                  <a:cubicBezTo>
                    <a:pt x="17448" y="11034"/>
                    <a:pt x="17448" y="11034"/>
                    <a:pt x="17448" y="11034"/>
                  </a:cubicBezTo>
                  <a:cubicBezTo>
                    <a:pt x="17448" y="11034"/>
                    <a:pt x="17448" y="11034"/>
                    <a:pt x="17448" y="11034"/>
                  </a:cubicBezTo>
                  <a:cubicBezTo>
                    <a:pt x="17448" y="11100"/>
                    <a:pt x="17448" y="11100"/>
                    <a:pt x="17448" y="11100"/>
                  </a:cubicBezTo>
                  <a:cubicBezTo>
                    <a:pt x="17392" y="11167"/>
                    <a:pt x="17392" y="11167"/>
                    <a:pt x="17392" y="11167"/>
                  </a:cubicBezTo>
                  <a:cubicBezTo>
                    <a:pt x="17336" y="11167"/>
                    <a:pt x="17336" y="11167"/>
                    <a:pt x="17336" y="11167"/>
                  </a:cubicBezTo>
                  <a:cubicBezTo>
                    <a:pt x="17336" y="11234"/>
                    <a:pt x="17336" y="11234"/>
                    <a:pt x="17336" y="11234"/>
                  </a:cubicBezTo>
                  <a:cubicBezTo>
                    <a:pt x="17336" y="11301"/>
                    <a:pt x="17336" y="11301"/>
                    <a:pt x="17336" y="11301"/>
                  </a:cubicBezTo>
                  <a:cubicBezTo>
                    <a:pt x="17392" y="11234"/>
                    <a:pt x="17392" y="11234"/>
                    <a:pt x="17392" y="11234"/>
                  </a:cubicBezTo>
                  <a:cubicBezTo>
                    <a:pt x="17392" y="11234"/>
                    <a:pt x="17392" y="11234"/>
                    <a:pt x="17392" y="11234"/>
                  </a:cubicBezTo>
                  <a:cubicBezTo>
                    <a:pt x="17392" y="11167"/>
                    <a:pt x="17392" y="11167"/>
                    <a:pt x="17392" y="11167"/>
                  </a:cubicBezTo>
                  <a:cubicBezTo>
                    <a:pt x="17392" y="11167"/>
                    <a:pt x="17392" y="11167"/>
                    <a:pt x="17392" y="11167"/>
                  </a:cubicBezTo>
                  <a:cubicBezTo>
                    <a:pt x="17448" y="11100"/>
                    <a:pt x="17448" y="11100"/>
                    <a:pt x="17448" y="11100"/>
                  </a:cubicBezTo>
                  <a:cubicBezTo>
                    <a:pt x="17504" y="11100"/>
                    <a:pt x="17504" y="11100"/>
                    <a:pt x="17504" y="11100"/>
                  </a:cubicBezTo>
                  <a:cubicBezTo>
                    <a:pt x="17560" y="11034"/>
                    <a:pt x="17560" y="11034"/>
                    <a:pt x="17560" y="11034"/>
                  </a:cubicBezTo>
                  <a:cubicBezTo>
                    <a:pt x="17560" y="11034"/>
                    <a:pt x="17560" y="11034"/>
                    <a:pt x="17560" y="11034"/>
                  </a:cubicBezTo>
                  <a:cubicBezTo>
                    <a:pt x="17560" y="11100"/>
                    <a:pt x="17560" y="11100"/>
                    <a:pt x="17560" y="11100"/>
                  </a:cubicBezTo>
                  <a:cubicBezTo>
                    <a:pt x="17504" y="11167"/>
                    <a:pt x="17504" y="11167"/>
                    <a:pt x="17504" y="11167"/>
                  </a:cubicBezTo>
                  <a:cubicBezTo>
                    <a:pt x="17448" y="11167"/>
                    <a:pt x="17448" y="11167"/>
                    <a:pt x="17448" y="11167"/>
                  </a:cubicBezTo>
                  <a:cubicBezTo>
                    <a:pt x="17448" y="11167"/>
                    <a:pt x="17448" y="11167"/>
                    <a:pt x="17448" y="11167"/>
                  </a:cubicBezTo>
                  <a:cubicBezTo>
                    <a:pt x="17448" y="11234"/>
                    <a:pt x="17448" y="11234"/>
                    <a:pt x="17448" y="11234"/>
                  </a:cubicBezTo>
                  <a:cubicBezTo>
                    <a:pt x="17448" y="11234"/>
                    <a:pt x="17448" y="11234"/>
                    <a:pt x="17448" y="11234"/>
                  </a:cubicBezTo>
                  <a:cubicBezTo>
                    <a:pt x="17448" y="11234"/>
                    <a:pt x="17448" y="11234"/>
                    <a:pt x="17448" y="11234"/>
                  </a:cubicBezTo>
                  <a:cubicBezTo>
                    <a:pt x="17504" y="11234"/>
                    <a:pt x="17504" y="11234"/>
                    <a:pt x="17504" y="11234"/>
                  </a:cubicBezTo>
                  <a:cubicBezTo>
                    <a:pt x="17504" y="11234"/>
                    <a:pt x="17504" y="11234"/>
                    <a:pt x="17504" y="11234"/>
                  </a:cubicBezTo>
                  <a:cubicBezTo>
                    <a:pt x="17560" y="11234"/>
                    <a:pt x="17560" y="11234"/>
                    <a:pt x="17560" y="11234"/>
                  </a:cubicBezTo>
                  <a:cubicBezTo>
                    <a:pt x="17616" y="11234"/>
                    <a:pt x="17616" y="11234"/>
                    <a:pt x="17616" y="11234"/>
                  </a:cubicBezTo>
                  <a:cubicBezTo>
                    <a:pt x="17616" y="11301"/>
                    <a:pt x="17616" y="11301"/>
                    <a:pt x="17616" y="11301"/>
                  </a:cubicBezTo>
                  <a:cubicBezTo>
                    <a:pt x="17616" y="11301"/>
                    <a:pt x="17616" y="11301"/>
                    <a:pt x="17616" y="11301"/>
                  </a:cubicBezTo>
                  <a:cubicBezTo>
                    <a:pt x="17560" y="11368"/>
                    <a:pt x="17560" y="11368"/>
                    <a:pt x="17560" y="11368"/>
                  </a:cubicBezTo>
                  <a:cubicBezTo>
                    <a:pt x="17560" y="11368"/>
                    <a:pt x="17560" y="11368"/>
                    <a:pt x="17560" y="11368"/>
                  </a:cubicBezTo>
                  <a:cubicBezTo>
                    <a:pt x="17616" y="11368"/>
                    <a:pt x="17616" y="11368"/>
                    <a:pt x="17616" y="11368"/>
                  </a:cubicBezTo>
                  <a:cubicBezTo>
                    <a:pt x="17616" y="11435"/>
                    <a:pt x="17616" y="11435"/>
                    <a:pt x="17616" y="11435"/>
                  </a:cubicBezTo>
                  <a:cubicBezTo>
                    <a:pt x="17560" y="11435"/>
                    <a:pt x="17560" y="11435"/>
                    <a:pt x="17560" y="11435"/>
                  </a:cubicBezTo>
                  <a:cubicBezTo>
                    <a:pt x="17560" y="11435"/>
                    <a:pt x="17560" y="11435"/>
                    <a:pt x="17560" y="11435"/>
                  </a:cubicBezTo>
                  <a:cubicBezTo>
                    <a:pt x="17560" y="11435"/>
                    <a:pt x="17560" y="11435"/>
                    <a:pt x="17560" y="11435"/>
                  </a:cubicBezTo>
                  <a:cubicBezTo>
                    <a:pt x="17616" y="11435"/>
                    <a:pt x="17616" y="11435"/>
                    <a:pt x="17616" y="11435"/>
                  </a:cubicBezTo>
                  <a:cubicBezTo>
                    <a:pt x="17504" y="11502"/>
                    <a:pt x="17504" y="11502"/>
                    <a:pt x="17504" y="11502"/>
                  </a:cubicBezTo>
                  <a:cubicBezTo>
                    <a:pt x="17504" y="11502"/>
                    <a:pt x="17504" y="11502"/>
                    <a:pt x="17504" y="11502"/>
                  </a:cubicBezTo>
                  <a:cubicBezTo>
                    <a:pt x="17504" y="11502"/>
                    <a:pt x="17504" y="11502"/>
                    <a:pt x="17504" y="11502"/>
                  </a:cubicBezTo>
                  <a:cubicBezTo>
                    <a:pt x="17560" y="11502"/>
                    <a:pt x="17560" y="11502"/>
                    <a:pt x="17560" y="11502"/>
                  </a:cubicBezTo>
                  <a:cubicBezTo>
                    <a:pt x="17616" y="11502"/>
                    <a:pt x="17616" y="11502"/>
                    <a:pt x="17616" y="11502"/>
                  </a:cubicBezTo>
                  <a:cubicBezTo>
                    <a:pt x="17616" y="11502"/>
                    <a:pt x="17616" y="11502"/>
                    <a:pt x="17616" y="11502"/>
                  </a:cubicBezTo>
                  <a:cubicBezTo>
                    <a:pt x="17672" y="11502"/>
                    <a:pt x="17672" y="11502"/>
                    <a:pt x="17672" y="11502"/>
                  </a:cubicBezTo>
                  <a:cubicBezTo>
                    <a:pt x="17672" y="11502"/>
                    <a:pt x="17672" y="11502"/>
                    <a:pt x="17672" y="11502"/>
                  </a:cubicBezTo>
                  <a:cubicBezTo>
                    <a:pt x="17672" y="11569"/>
                    <a:pt x="17672" y="11569"/>
                    <a:pt x="17672" y="11569"/>
                  </a:cubicBezTo>
                  <a:cubicBezTo>
                    <a:pt x="17616" y="11569"/>
                    <a:pt x="17616" y="11569"/>
                    <a:pt x="17616" y="11569"/>
                  </a:cubicBezTo>
                  <a:cubicBezTo>
                    <a:pt x="17672" y="11569"/>
                    <a:pt x="17672" y="11569"/>
                    <a:pt x="17672" y="11569"/>
                  </a:cubicBezTo>
                  <a:cubicBezTo>
                    <a:pt x="17728" y="11502"/>
                    <a:pt x="17728" y="11502"/>
                    <a:pt x="17728" y="11502"/>
                  </a:cubicBezTo>
                  <a:cubicBezTo>
                    <a:pt x="17728" y="11502"/>
                    <a:pt x="17728" y="11502"/>
                    <a:pt x="17728" y="11502"/>
                  </a:cubicBezTo>
                  <a:cubicBezTo>
                    <a:pt x="17784" y="11435"/>
                    <a:pt x="17784" y="11435"/>
                    <a:pt x="17784" y="11435"/>
                  </a:cubicBezTo>
                  <a:cubicBezTo>
                    <a:pt x="17841" y="11502"/>
                    <a:pt x="17841" y="11502"/>
                    <a:pt x="17841" y="11502"/>
                  </a:cubicBezTo>
                  <a:cubicBezTo>
                    <a:pt x="17841" y="11502"/>
                    <a:pt x="17841" y="11502"/>
                    <a:pt x="17841" y="11502"/>
                  </a:cubicBezTo>
                  <a:cubicBezTo>
                    <a:pt x="17784" y="11502"/>
                    <a:pt x="17784" y="11502"/>
                    <a:pt x="17784" y="11502"/>
                  </a:cubicBezTo>
                  <a:cubicBezTo>
                    <a:pt x="17784" y="11502"/>
                    <a:pt x="17784" y="11502"/>
                    <a:pt x="17784" y="11502"/>
                  </a:cubicBezTo>
                  <a:cubicBezTo>
                    <a:pt x="17728" y="11569"/>
                    <a:pt x="17728" y="11569"/>
                    <a:pt x="17728" y="11569"/>
                  </a:cubicBezTo>
                  <a:cubicBezTo>
                    <a:pt x="17728" y="11635"/>
                    <a:pt x="17728" y="11635"/>
                    <a:pt x="17728" y="11635"/>
                  </a:cubicBezTo>
                  <a:cubicBezTo>
                    <a:pt x="17672" y="11635"/>
                    <a:pt x="17672" y="11635"/>
                    <a:pt x="17672" y="11635"/>
                  </a:cubicBezTo>
                  <a:cubicBezTo>
                    <a:pt x="17672" y="11702"/>
                    <a:pt x="17672" y="11702"/>
                    <a:pt x="17672" y="11702"/>
                  </a:cubicBezTo>
                  <a:cubicBezTo>
                    <a:pt x="17672" y="11702"/>
                    <a:pt x="17672" y="11702"/>
                    <a:pt x="17672" y="11702"/>
                  </a:cubicBezTo>
                  <a:cubicBezTo>
                    <a:pt x="17672" y="11702"/>
                    <a:pt x="17672" y="11702"/>
                    <a:pt x="17672" y="11702"/>
                  </a:cubicBezTo>
                  <a:cubicBezTo>
                    <a:pt x="17728" y="11702"/>
                    <a:pt x="17728" y="11702"/>
                    <a:pt x="17728" y="11702"/>
                  </a:cubicBezTo>
                  <a:cubicBezTo>
                    <a:pt x="17728" y="11702"/>
                    <a:pt x="17728" y="11702"/>
                    <a:pt x="17728" y="11702"/>
                  </a:cubicBezTo>
                  <a:cubicBezTo>
                    <a:pt x="17784" y="11635"/>
                    <a:pt x="17784" y="11635"/>
                    <a:pt x="17784" y="11635"/>
                  </a:cubicBezTo>
                  <a:cubicBezTo>
                    <a:pt x="17784" y="11569"/>
                    <a:pt x="17784" y="11569"/>
                    <a:pt x="17784" y="11569"/>
                  </a:cubicBezTo>
                  <a:cubicBezTo>
                    <a:pt x="17784" y="11635"/>
                    <a:pt x="17784" y="11635"/>
                    <a:pt x="17784" y="11635"/>
                  </a:cubicBezTo>
                  <a:cubicBezTo>
                    <a:pt x="17784" y="11702"/>
                    <a:pt x="17784" y="11702"/>
                    <a:pt x="17784" y="11702"/>
                  </a:cubicBezTo>
                  <a:cubicBezTo>
                    <a:pt x="17784" y="11769"/>
                    <a:pt x="17784" y="11769"/>
                    <a:pt x="17784" y="11769"/>
                  </a:cubicBezTo>
                  <a:cubicBezTo>
                    <a:pt x="17728" y="11769"/>
                    <a:pt x="17728" y="11769"/>
                    <a:pt x="17728" y="11769"/>
                  </a:cubicBezTo>
                  <a:cubicBezTo>
                    <a:pt x="17784" y="11769"/>
                    <a:pt x="17784" y="11769"/>
                    <a:pt x="17784" y="11769"/>
                  </a:cubicBezTo>
                  <a:cubicBezTo>
                    <a:pt x="17784" y="11702"/>
                    <a:pt x="17784" y="11702"/>
                    <a:pt x="17784" y="11702"/>
                  </a:cubicBezTo>
                  <a:cubicBezTo>
                    <a:pt x="17784" y="11635"/>
                    <a:pt x="17784" y="11635"/>
                    <a:pt x="17784" y="11635"/>
                  </a:cubicBezTo>
                  <a:cubicBezTo>
                    <a:pt x="17841" y="11635"/>
                    <a:pt x="17841" y="11635"/>
                    <a:pt x="17841" y="11635"/>
                  </a:cubicBezTo>
                  <a:cubicBezTo>
                    <a:pt x="17841" y="11635"/>
                    <a:pt x="17841" y="11635"/>
                    <a:pt x="17841" y="11635"/>
                  </a:cubicBezTo>
                  <a:cubicBezTo>
                    <a:pt x="17841" y="11702"/>
                    <a:pt x="17841" y="11702"/>
                    <a:pt x="17841" y="11702"/>
                  </a:cubicBezTo>
                  <a:cubicBezTo>
                    <a:pt x="17897" y="11769"/>
                    <a:pt x="17897" y="11769"/>
                    <a:pt x="17897" y="11769"/>
                  </a:cubicBezTo>
                  <a:cubicBezTo>
                    <a:pt x="17897" y="11769"/>
                    <a:pt x="17897" y="11769"/>
                    <a:pt x="17897" y="11769"/>
                  </a:cubicBezTo>
                  <a:cubicBezTo>
                    <a:pt x="17897" y="11702"/>
                    <a:pt x="17897" y="11702"/>
                    <a:pt x="17897" y="11702"/>
                  </a:cubicBezTo>
                  <a:cubicBezTo>
                    <a:pt x="17897" y="11635"/>
                    <a:pt x="17897" y="11635"/>
                    <a:pt x="17897" y="11635"/>
                  </a:cubicBezTo>
                  <a:cubicBezTo>
                    <a:pt x="17953" y="11635"/>
                    <a:pt x="17953" y="11635"/>
                    <a:pt x="17953" y="11635"/>
                  </a:cubicBezTo>
                  <a:cubicBezTo>
                    <a:pt x="17953" y="11635"/>
                    <a:pt x="17953" y="11635"/>
                    <a:pt x="17953" y="11635"/>
                  </a:cubicBezTo>
                  <a:cubicBezTo>
                    <a:pt x="17953" y="11702"/>
                    <a:pt x="17953" y="11702"/>
                    <a:pt x="17953" y="11702"/>
                  </a:cubicBezTo>
                  <a:cubicBezTo>
                    <a:pt x="17953" y="11702"/>
                    <a:pt x="17953" y="11702"/>
                    <a:pt x="17953" y="11702"/>
                  </a:cubicBezTo>
                  <a:cubicBezTo>
                    <a:pt x="18009" y="11702"/>
                    <a:pt x="18009" y="11702"/>
                    <a:pt x="18009" y="11702"/>
                  </a:cubicBezTo>
                  <a:cubicBezTo>
                    <a:pt x="18009" y="11702"/>
                    <a:pt x="18009" y="11702"/>
                    <a:pt x="18009" y="11702"/>
                  </a:cubicBezTo>
                  <a:cubicBezTo>
                    <a:pt x="18009" y="11769"/>
                    <a:pt x="18009" y="11769"/>
                    <a:pt x="18009" y="11769"/>
                  </a:cubicBezTo>
                  <a:cubicBezTo>
                    <a:pt x="18065" y="11769"/>
                    <a:pt x="18065" y="11769"/>
                    <a:pt x="18065" y="11769"/>
                  </a:cubicBezTo>
                  <a:cubicBezTo>
                    <a:pt x="18065" y="11769"/>
                    <a:pt x="18065" y="11769"/>
                    <a:pt x="18065" y="11769"/>
                  </a:cubicBezTo>
                  <a:cubicBezTo>
                    <a:pt x="18065" y="11836"/>
                    <a:pt x="18065" y="11836"/>
                    <a:pt x="18065" y="11836"/>
                  </a:cubicBezTo>
                  <a:cubicBezTo>
                    <a:pt x="18121" y="11836"/>
                    <a:pt x="18121" y="11836"/>
                    <a:pt x="18121" y="11836"/>
                  </a:cubicBezTo>
                  <a:cubicBezTo>
                    <a:pt x="18121" y="11903"/>
                    <a:pt x="18121" y="11903"/>
                    <a:pt x="18121" y="11903"/>
                  </a:cubicBezTo>
                  <a:cubicBezTo>
                    <a:pt x="18121" y="11903"/>
                    <a:pt x="18121" y="11903"/>
                    <a:pt x="18121" y="11903"/>
                  </a:cubicBezTo>
                  <a:cubicBezTo>
                    <a:pt x="18065" y="11903"/>
                    <a:pt x="18065" y="11903"/>
                    <a:pt x="18065" y="11903"/>
                  </a:cubicBezTo>
                  <a:cubicBezTo>
                    <a:pt x="18009" y="11903"/>
                    <a:pt x="18009" y="11903"/>
                    <a:pt x="18009" y="11903"/>
                  </a:cubicBezTo>
                  <a:cubicBezTo>
                    <a:pt x="18009" y="11903"/>
                    <a:pt x="18009" y="11903"/>
                    <a:pt x="18009" y="11903"/>
                  </a:cubicBezTo>
                  <a:cubicBezTo>
                    <a:pt x="18009" y="11836"/>
                    <a:pt x="18009" y="11836"/>
                    <a:pt x="18009" y="11836"/>
                  </a:cubicBezTo>
                  <a:cubicBezTo>
                    <a:pt x="17953" y="11836"/>
                    <a:pt x="17953" y="11836"/>
                    <a:pt x="17953" y="11836"/>
                  </a:cubicBezTo>
                  <a:cubicBezTo>
                    <a:pt x="17953" y="11836"/>
                    <a:pt x="17953" y="11836"/>
                    <a:pt x="17953" y="11836"/>
                  </a:cubicBezTo>
                  <a:cubicBezTo>
                    <a:pt x="17953" y="11836"/>
                    <a:pt x="17953" y="11836"/>
                    <a:pt x="17953" y="11836"/>
                  </a:cubicBezTo>
                  <a:cubicBezTo>
                    <a:pt x="17897" y="11903"/>
                    <a:pt x="17897" y="11903"/>
                    <a:pt x="17897" y="11903"/>
                  </a:cubicBezTo>
                  <a:cubicBezTo>
                    <a:pt x="17953" y="11836"/>
                    <a:pt x="17953" y="11836"/>
                    <a:pt x="17953" y="11836"/>
                  </a:cubicBezTo>
                  <a:cubicBezTo>
                    <a:pt x="17953" y="11836"/>
                    <a:pt x="17953" y="11836"/>
                    <a:pt x="17953" y="11836"/>
                  </a:cubicBezTo>
                  <a:cubicBezTo>
                    <a:pt x="18009" y="11903"/>
                    <a:pt x="18009" y="11903"/>
                    <a:pt x="18009" y="11903"/>
                  </a:cubicBezTo>
                  <a:cubicBezTo>
                    <a:pt x="17953" y="11903"/>
                    <a:pt x="17953" y="11903"/>
                    <a:pt x="17953" y="11903"/>
                  </a:cubicBezTo>
                  <a:cubicBezTo>
                    <a:pt x="18009" y="11903"/>
                    <a:pt x="18009" y="11903"/>
                    <a:pt x="18009" y="11903"/>
                  </a:cubicBezTo>
                  <a:cubicBezTo>
                    <a:pt x="18009" y="11970"/>
                    <a:pt x="18009" y="11970"/>
                    <a:pt x="18009" y="11970"/>
                  </a:cubicBezTo>
                  <a:cubicBezTo>
                    <a:pt x="18009" y="11970"/>
                    <a:pt x="18009" y="11970"/>
                    <a:pt x="18009" y="11970"/>
                  </a:cubicBezTo>
                  <a:cubicBezTo>
                    <a:pt x="17953" y="11970"/>
                    <a:pt x="17953" y="11970"/>
                    <a:pt x="17953" y="11970"/>
                  </a:cubicBezTo>
                  <a:cubicBezTo>
                    <a:pt x="17897" y="11970"/>
                    <a:pt x="17897" y="11970"/>
                    <a:pt x="17897" y="11970"/>
                  </a:cubicBezTo>
                  <a:cubicBezTo>
                    <a:pt x="17953" y="11970"/>
                    <a:pt x="17953" y="11970"/>
                    <a:pt x="17953" y="11970"/>
                  </a:cubicBezTo>
                  <a:cubicBezTo>
                    <a:pt x="18009" y="11970"/>
                    <a:pt x="18009" y="11970"/>
                    <a:pt x="18009" y="11970"/>
                  </a:cubicBezTo>
                  <a:cubicBezTo>
                    <a:pt x="18009" y="11970"/>
                    <a:pt x="18009" y="11970"/>
                    <a:pt x="18009" y="11970"/>
                  </a:cubicBezTo>
                  <a:cubicBezTo>
                    <a:pt x="18009" y="11970"/>
                    <a:pt x="18009" y="11970"/>
                    <a:pt x="18009" y="11970"/>
                  </a:cubicBezTo>
                  <a:cubicBezTo>
                    <a:pt x="18009" y="12037"/>
                    <a:pt x="18009" y="12037"/>
                    <a:pt x="18009" y="12037"/>
                  </a:cubicBezTo>
                  <a:cubicBezTo>
                    <a:pt x="17953" y="12037"/>
                    <a:pt x="17953" y="12037"/>
                    <a:pt x="17953" y="12037"/>
                  </a:cubicBezTo>
                  <a:cubicBezTo>
                    <a:pt x="17953" y="12037"/>
                    <a:pt x="17953" y="12037"/>
                    <a:pt x="17953" y="12037"/>
                  </a:cubicBezTo>
                  <a:cubicBezTo>
                    <a:pt x="17897" y="12037"/>
                    <a:pt x="17897" y="12037"/>
                    <a:pt x="17897" y="12037"/>
                  </a:cubicBezTo>
                  <a:cubicBezTo>
                    <a:pt x="17841" y="12037"/>
                    <a:pt x="17841" y="12037"/>
                    <a:pt x="17841" y="12037"/>
                  </a:cubicBezTo>
                  <a:cubicBezTo>
                    <a:pt x="17841" y="11970"/>
                    <a:pt x="17841" y="11970"/>
                    <a:pt x="17841" y="11970"/>
                  </a:cubicBezTo>
                  <a:cubicBezTo>
                    <a:pt x="17841" y="11970"/>
                    <a:pt x="17841" y="11970"/>
                    <a:pt x="17841" y="11970"/>
                  </a:cubicBezTo>
                  <a:cubicBezTo>
                    <a:pt x="17841" y="11903"/>
                    <a:pt x="17841" y="11903"/>
                    <a:pt x="17841" y="11903"/>
                  </a:cubicBezTo>
                  <a:cubicBezTo>
                    <a:pt x="17784" y="11903"/>
                    <a:pt x="17784" y="11903"/>
                    <a:pt x="17784" y="11903"/>
                  </a:cubicBezTo>
                  <a:cubicBezTo>
                    <a:pt x="17784" y="11903"/>
                    <a:pt x="17784" y="11903"/>
                    <a:pt x="17784" y="11903"/>
                  </a:cubicBezTo>
                  <a:cubicBezTo>
                    <a:pt x="17784" y="11970"/>
                    <a:pt x="17784" y="11970"/>
                    <a:pt x="17784" y="11970"/>
                  </a:cubicBezTo>
                  <a:cubicBezTo>
                    <a:pt x="17784" y="11970"/>
                    <a:pt x="17784" y="11970"/>
                    <a:pt x="17784" y="11970"/>
                  </a:cubicBezTo>
                  <a:cubicBezTo>
                    <a:pt x="17841" y="12037"/>
                    <a:pt x="17841" y="12037"/>
                    <a:pt x="17841" y="12037"/>
                  </a:cubicBezTo>
                  <a:cubicBezTo>
                    <a:pt x="17841" y="12037"/>
                    <a:pt x="17841" y="12037"/>
                    <a:pt x="17841" y="12037"/>
                  </a:cubicBezTo>
                  <a:cubicBezTo>
                    <a:pt x="17784" y="12037"/>
                    <a:pt x="17784" y="12037"/>
                    <a:pt x="17784" y="12037"/>
                  </a:cubicBezTo>
                  <a:cubicBezTo>
                    <a:pt x="17728" y="12037"/>
                    <a:pt x="17728" y="12037"/>
                    <a:pt x="17728" y="12037"/>
                  </a:cubicBezTo>
                  <a:cubicBezTo>
                    <a:pt x="17728" y="11970"/>
                    <a:pt x="17728" y="11970"/>
                    <a:pt x="17728" y="11970"/>
                  </a:cubicBezTo>
                  <a:cubicBezTo>
                    <a:pt x="17728" y="12037"/>
                    <a:pt x="17728" y="12037"/>
                    <a:pt x="17728" y="12037"/>
                  </a:cubicBezTo>
                  <a:cubicBezTo>
                    <a:pt x="17728" y="12037"/>
                    <a:pt x="17728" y="12037"/>
                    <a:pt x="17728" y="12037"/>
                  </a:cubicBezTo>
                  <a:cubicBezTo>
                    <a:pt x="17784" y="12037"/>
                    <a:pt x="17784" y="12037"/>
                    <a:pt x="17784" y="12037"/>
                  </a:cubicBezTo>
                  <a:cubicBezTo>
                    <a:pt x="17841" y="12104"/>
                    <a:pt x="17841" y="12104"/>
                    <a:pt x="17841" y="12104"/>
                  </a:cubicBezTo>
                  <a:cubicBezTo>
                    <a:pt x="17841" y="12104"/>
                    <a:pt x="17841" y="12104"/>
                    <a:pt x="17841" y="12104"/>
                  </a:cubicBezTo>
                  <a:cubicBezTo>
                    <a:pt x="17841" y="12104"/>
                    <a:pt x="17841" y="12104"/>
                    <a:pt x="17841" y="12104"/>
                  </a:cubicBezTo>
                  <a:cubicBezTo>
                    <a:pt x="17841" y="12170"/>
                    <a:pt x="17841" y="12170"/>
                    <a:pt x="17841" y="12170"/>
                  </a:cubicBezTo>
                  <a:cubicBezTo>
                    <a:pt x="17784" y="12170"/>
                    <a:pt x="17784" y="12170"/>
                    <a:pt x="17784" y="12170"/>
                  </a:cubicBezTo>
                  <a:cubicBezTo>
                    <a:pt x="17784" y="12104"/>
                    <a:pt x="17784" y="12104"/>
                    <a:pt x="17784" y="12104"/>
                  </a:cubicBezTo>
                  <a:cubicBezTo>
                    <a:pt x="17728" y="12104"/>
                    <a:pt x="17728" y="12104"/>
                    <a:pt x="17728" y="12104"/>
                  </a:cubicBezTo>
                  <a:cubicBezTo>
                    <a:pt x="17672" y="12104"/>
                    <a:pt x="17672" y="12104"/>
                    <a:pt x="17672" y="12104"/>
                  </a:cubicBezTo>
                  <a:cubicBezTo>
                    <a:pt x="17672" y="12104"/>
                    <a:pt x="17672" y="12104"/>
                    <a:pt x="17672" y="12104"/>
                  </a:cubicBezTo>
                  <a:cubicBezTo>
                    <a:pt x="17672" y="12104"/>
                    <a:pt x="17672" y="12104"/>
                    <a:pt x="17672" y="12104"/>
                  </a:cubicBezTo>
                  <a:cubicBezTo>
                    <a:pt x="17728" y="12104"/>
                    <a:pt x="17728" y="12104"/>
                    <a:pt x="17728" y="12104"/>
                  </a:cubicBezTo>
                  <a:cubicBezTo>
                    <a:pt x="17784" y="12170"/>
                    <a:pt x="17784" y="12170"/>
                    <a:pt x="17784" y="12170"/>
                  </a:cubicBezTo>
                  <a:cubicBezTo>
                    <a:pt x="17784" y="12237"/>
                    <a:pt x="17784" y="12237"/>
                    <a:pt x="17784" y="12237"/>
                  </a:cubicBezTo>
                  <a:cubicBezTo>
                    <a:pt x="17728" y="12237"/>
                    <a:pt x="17728" y="12237"/>
                    <a:pt x="17728" y="12237"/>
                  </a:cubicBezTo>
                  <a:cubicBezTo>
                    <a:pt x="17728" y="12237"/>
                    <a:pt x="17728" y="12237"/>
                    <a:pt x="17728" y="12237"/>
                  </a:cubicBezTo>
                  <a:cubicBezTo>
                    <a:pt x="17728" y="12237"/>
                    <a:pt x="17728" y="12237"/>
                    <a:pt x="17728" y="12237"/>
                  </a:cubicBezTo>
                  <a:cubicBezTo>
                    <a:pt x="17672" y="12170"/>
                    <a:pt x="17672" y="12170"/>
                    <a:pt x="17672" y="12170"/>
                  </a:cubicBezTo>
                  <a:cubicBezTo>
                    <a:pt x="17672" y="12170"/>
                    <a:pt x="17672" y="12170"/>
                    <a:pt x="17672" y="12170"/>
                  </a:cubicBezTo>
                  <a:cubicBezTo>
                    <a:pt x="17672" y="12170"/>
                    <a:pt x="17672" y="12170"/>
                    <a:pt x="17672" y="12170"/>
                  </a:cubicBezTo>
                  <a:cubicBezTo>
                    <a:pt x="17672" y="12237"/>
                    <a:pt x="17672" y="12237"/>
                    <a:pt x="17672" y="12237"/>
                  </a:cubicBezTo>
                  <a:cubicBezTo>
                    <a:pt x="17672" y="12237"/>
                    <a:pt x="17672" y="12237"/>
                    <a:pt x="17672" y="12237"/>
                  </a:cubicBezTo>
                  <a:cubicBezTo>
                    <a:pt x="17672" y="12304"/>
                    <a:pt x="17672" y="12304"/>
                    <a:pt x="17672" y="12304"/>
                  </a:cubicBezTo>
                  <a:cubicBezTo>
                    <a:pt x="17672" y="12304"/>
                    <a:pt x="17672" y="12304"/>
                    <a:pt x="17672"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560" y="12304"/>
                    <a:pt x="17560" y="12304"/>
                    <a:pt x="17560" y="12304"/>
                  </a:cubicBezTo>
                  <a:cubicBezTo>
                    <a:pt x="17560" y="12304"/>
                    <a:pt x="17560" y="12304"/>
                    <a:pt x="17560" y="12304"/>
                  </a:cubicBezTo>
                  <a:cubicBezTo>
                    <a:pt x="17560" y="12304"/>
                    <a:pt x="17560" y="12304"/>
                    <a:pt x="17560" y="12304"/>
                  </a:cubicBezTo>
                  <a:cubicBezTo>
                    <a:pt x="17560" y="12237"/>
                    <a:pt x="17560" y="12237"/>
                    <a:pt x="17560" y="12237"/>
                  </a:cubicBezTo>
                  <a:cubicBezTo>
                    <a:pt x="17504" y="12170"/>
                    <a:pt x="17504" y="12170"/>
                    <a:pt x="17504" y="12170"/>
                  </a:cubicBezTo>
                  <a:cubicBezTo>
                    <a:pt x="17504" y="12170"/>
                    <a:pt x="17504" y="12170"/>
                    <a:pt x="17504" y="12170"/>
                  </a:cubicBezTo>
                  <a:cubicBezTo>
                    <a:pt x="17504" y="12170"/>
                    <a:pt x="17504" y="12170"/>
                    <a:pt x="17504" y="12170"/>
                  </a:cubicBezTo>
                  <a:cubicBezTo>
                    <a:pt x="17504" y="12304"/>
                    <a:pt x="17504" y="12304"/>
                    <a:pt x="17504" y="12304"/>
                  </a:cubicBezTo>
                  <a:cubicBezTo>
                    <a:pt x="17504" y="12304"/>
                    <a:pt x="17504" y="12304"/>
                    <a:pt x="17504" y="12304"/>
                  </a:cubicBezTo>
                  <a:cubicBezTo>
                    <a:pt x="17448" y="12304"/>
                    <a:pt x="17448" y="12304"/>
                    <a:pt x="17448" y="12304"/>
                  </a:cubicBezTo>
                  <a:cubicBezTo>
                    <a:pt x="17448" y="12304"/>
                    <a:pt x="17448" y="12304"/>
                    <a:pt x="17448" y="12304"/>
                  </a:cubicBezTo>
                  <a:cubicBezTo>
                    <a:pt x="17504" y="12304"/>
                    <a:pt x="17504" y="12304"/>
                    <a:pt x="17504" y="12304"/>
                  </a:cubicBezTo>
                  <a:cubicBezTo>
                    <a:pt x="17504" y="12304"/>
                    <a:pt x="17504" y="12304"/>
                    <a:pt x="17504" y="12304"/>
                  </a:cubicBezTo>
                  <a:cubicBezTo>
                    <a:pt x="17504" y="12371"/>
                    <a:pt x="17504" y="12371"/>
                    <a:pt x="17504" y="12371"/>
                  </a:cubicBezTo>
                  <a:cubicBezTo>
                    <a:pt x="17448" y="12371"/>
                    <a:pt x="17448" y="12371"/>
                    <a:pt x="17448" y="12371"/>
                  </a:cubicBezTo>
                  <a:cubicBezTo>
                    <a:pt x="17448" y="12371"/>
                    <a:pt x="17448" y="12371"/>
                    <a:pt x="17448" y="12371"/>
                  </a:cubicBezTo>
                  <a:cubicBezTo>
                    <a:pt x="17448" y="12371"/>
                    <a:pt x="17448" y="12371"/>
                    <a:pt x="17448" y="12371"/>
                  </a:cubicBezTo>
                  <a:cubicBezTo>
                    <a:pt x="17448" y="12371"/>
                    <a:pt x="17448" y="12371"/>
                    <a:pt x="17448" y="12371"/>
                  </a:cubicBezTo>
                  <a:cubicBezTo>
                    <a:pt x="17504" y="12371"/>
                    <a:pt x="17504" y="12371"/>
                    <a:pt x="17504" y="12371"/>
                  </a:cubicBezTo>
                  <a:cubicBezTo>
                    <a:pt x="17504" y="12438"/>
                    <a:pt x="17504" y="12438"/>
                    <a:pt x="17504" y="12438"/>
                  </a:cubicBezTo>
                  <a:cubicBezTo>
                    <a:pt x="17504" y="12438"/>
                    <a:pt x="17504" y="12438"/>
                    <a:pt x="17504" y="12438"/>
                  </a:cubicBezTo>
                  <a:cubicBezTo>
                    <a:pt x="17448" y="12438"/>
                    <a:pt x="17448" y="12438"/>
                    <a:pt x="17448" y="12438"/>
                  </a:cubicBezTo>
                  <a:cubicBezTo>
                    <a:pt x="17448" y="12438"/>
                    <a:pt x="17448" y="12438"/>
                    <a:pt x="17448" y="12438"/>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72"/>
                    <a:pt x="17448" y="12572"/>
                    <a:pt x="17448" y="12572"/>
                  </a:cubicBezTo>
                  <a:cubicBezTo>
                    <a:pt x="17448" y="12572"/>
                    <a:pt x="17448" y="12572"/>
                    <a:pt x="17448" y="12572"/>
                  </a:cubicBezTo>
                  <a:cubicBezTo>
                    <a:pt x="17448" y="12639"/>
                    <a:pt x="17448" y="12639"/>
                    <a:pt x="17448"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36" y="12572"/>
                    <a:pt x="17336" y="12572"/>
                    <a:pt x="17336" y="12572"/>
                  </a:cubicBezTo>
                  <a:cubicBezTo>
                    <a:pt x="17336" y="12572"/>
                    <a:pt x="17336" y="12572"/>
                    <a:pt x="17336" y="12572"/>
                  </a:cubicBezTo>
                  <a:cubicBezTo>
                    <a:pt x="17336" y="12572"/>
                    <a:pt x="17336" y="12572"/>
                    <a:pt x="17336" y="12572"/>
                  </a:cubicBezTo>
                  <a:cubicBezTo>
                    <a:pt x="17336" y="12505"/>
                    <a:pt x="17336" y="12505"/>
                    <a:pt x="17336" y="12505"/>
                  </a:cubicBezTo>
                  <a:cubicBezTo>
                    <a:pt x="17336" y="12505"/>
                    <a:pt x="17336" y="12505"/>
                    <a:pt x="17336" y="12505"/>
                  </a:cubicBezTo>
                  <a:cubicBezTo>
                    <a:pt x="17280" y="12572"/>
                    <a:pt x="17280" y="12572"/>
                    <a:pt x="17280" y="12572"/>
                  </a:cubicBezTo>
                  <a:cubicBezTo>
                    <a:pt x="17280" y="12572"/>
                    <a:pt x="17280" y="12572"/>
                    <a:pt x="17280" y="12572"/>
                  </a:cubicBezTo>
                  <a:cubicBezTo>
                    <a:pt x="17280" y="12572"/>
                    <a:pt x="17280" y="12572"/>
                    <a:pt x="17280" y="12572"/>
                  </a:cubicBezTo>
                  <a:cubicBezTo>
                    <a:pt x="17280" y="12572"/>
                    <a:pt x="17280" y="12572"/>
                    <a:pt x="17280" y="12572"/>
                  </a:cubicBezTo>
                  <a:cubicBezTo>
                    <a:pt x="17280" y="12505"/>
                    <a:pt x="17280" y="12505"/>
                    <a:pt x="17280" y="12505"/>
                  </a:cubicBezTo>
                  <a:cubicBezTo>
                    <a:pt x="17280" y="12505"/>
                    <a:pt x="17280" y="12505"/>
                    <a:pt x="17280" y="12505"/>
                  </a:cubicBezTo>
                  <a:cubicBezTo>
                    <a:pt x="17280" y="12505"/>
                    <a:pt x="17280" y="12505"/>
                    <a:pt x="17280" y="12505"/>
                  </a:cubicBezTo>
                  <a:cubicBezTo>
                    <a:pt x="17280" y="12438"/>
                    <a:pt x="17280" y="12438"/>
                    <a:pt x="17280" y="12438"/>
                  </a:cubicBezTo>
                  <a:cubicBezTo>
                    <a:pt x="17280" y="12438"/>
                    <a:pt x="17280" y="12438"/>
                    <a:pt x="17280" y="12438"/>
                  </a:cubicBezTo>
                  <a:cubicBezTo>
                    <a:pt x="17280" y="12438"/>
                    <a:pt x="17280" y="12438"/>
                    <a:pt x="17280" y="12438"/>
                  </a:cubicBezTo>
                  <a:cubicBezTo>
                    <a:pt x="17280" y="12438"/>
                    <a:pt x="17280" y="12438"/>
                    <a:pt x="17280" y="12438"/>
                  </a:cubicBezTo>
                  <a:cubicBezTo>
                    <a:pt x="17223" y="12438"/>
                    <a:pt x="17223" y="12438"/>
                    <a:pt x="17223" y="12438"/>
                  </a:cubicBezTo>
                  <a:cubicBezTo>
                    <a:pt x="17223" y="12505"/>
                    <a:pt x="17223" y="12505"/>
                    <a:pt x="17223" y="12505"/>
                  </a:cubicBezTo>
                  <a:cubicBezTo>
                    <a:pt x="17223" y="12505"/>
                    <a:pt x="17223" y="12505"/>
                    <a:pt x="17223" y="12505"/>
                  </a:cubicBezTo>
                  <a:cubicBezTo>
                    <a:pt x="17167" y="12505"/>
                    <a:pt x="17167" y="12505"/>
                    <a:pt x="17167" y="12505"/>
                  </a:cubicBezTo>
                  <a:cubicBezTo>
                    <a:pt x="17167" y="12505"/>
                    <a:pt x="17167" y="12505"/>
                    <a:pt x="17167" y="12505"/>
                  </a:cubicBezTo>
                  <a:cubicBezTo>
                    <a:pt x="17167" y="12438"/>
                    <a:pt x="17167" y="12438"/>
                    <a:pt x="17167" y="12438"/>
                  </a:cubicBezTo>
                  <a:cubicBezTo>
                    <a:pt x="17167" y="12438"/>
                    <a:pt x="17167" y="12438"/>
                    <a:pt x="17167" y="12438"/>
                  </a:cubicBezTo>
                  <a:cubicBezTo>
                    <a:pt x="17167" y="12371"/>
                    <a:pt x="17167" y="12371"/>
                    <a:pt x="17167"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167" y="12371"/>
                    <a:pt x="17167" y="12371"/>
                    <a:pt x="17167" y="12371"/>
                  </a:cubicBezTo>
                  <a:cubicBezTo>
                    <a:pt x="17167" y="12371"/>
                    <a:pt x="17167" y="12371"/>
                    <a:pt x="17167" y="12371"/>
                  </a:cubicBezTo>
                  <a:cubicBezTo>
                    <a:pt x="17111" y="12304"/>
                    <a:pt x="17111" y="12304"/>
                    <a:pt x="17111" y="12304"/>
                  </a:cubicBezTo>
                  <a:cubicBezTo>
                    <a:pt x="17167" y="12304"/>
                    <a:pt x="17167" y="12304"/>
                    <a:pt x="17167" y="12304"/>
                  </a:cubicBezTo>
                  <a:cubicBezTo>
                    <a:pt x="17167" y="12304"/>
                    <a:pt x="17167" y="12304"/>
                    <a:pt x="17167" y="12304"/>
                  </a:cubicBezTo>
                  <a:cubicBezTo>
                    <a:pt x="17223" y="12237"/>
                    <a:pt x="17223" y="12237"/>
                    <a:pt x="17223" y="12237"/>
                  </a:cubicBezTo>
                  <a:cubicBezTo>
                    <a:pt x="17167" y="12237"/>
                    <a:pt x="17167" y="12237"/>
                    <a:pt x="17167" y="12237"/>
                  </a:cubicBezTo>
                  <a:cubicBezTo>
                    <a:pt x="17167" y="12237"/>
                    <a:pt x="17167" y="12237"/>
                    <a:pt x="17167" y="12237"/>
                  </a:cubicBezTo>
                  <a:cubicBezTo>
                    <a:pt x="17167" y="12237"/>
                    <a:pt x="17167" y="12237"/>
                    <a:pt x="17167" y="12237"/>
                  </a:cubicBezTo>
                  <a:cubicBezTo>
                    <a:pt x="17111" y="12237"/>
                    <a:pt x="17111" y="12237"/>
                    <a:pt x="17111" y="12237"/>
                  </a:cubicBezTo>
                  <a:cubicBezTo>
                    <a:pt x="17167" y="12237"/>
                    <a:pt x="17167" y="12237"/>
                    <a:pt x="17167" y="12237"/>
                  </a:cubicBezTo>
                  <a:cubicBezTo>
                    <a:pt x="17167" y="12170"/>
                    <a:pt x="17167" y="12170"/>
                    <a:pt x="17167" y="12170"/>
                  </a:cubicBezTo>
                  <a:cubicBezTo>
                    <a:pt x="17223" y="12170"/>
                    <a:pt x="17223" y="12170"/>
                    <a:pt x="17223" y="12170"/>
                  </a:cubicBezTo>
                  <a:cubicBezTo>
                    <a:pt x="17223" y="12170"/>
                    <a:pt x="17223" y="12170"/>
                    <a:pt x="17223" y="12170"/>
                  </a:cubicBezTo>
                  <a:cubicBezTo>
                    <a:pt x="17167" y="12170"/>
                    <a:pt x="17167" y="12170"/>
                    <a:pt x="17167" y="12170"/>
                  </a:cubicBezTo>
                  <a:cubicBezTo>
                    <a:pt x="17111" y="12170"/>
                    <a:pt x="17111" y="12170"/>
                    <a:pt x="17111" y="12170"/>
                  </a:cubicBezTo>
                  <a:cubicBezTo>
                    <a:pt x="17111" y="12170"/>
                    <a:pt x="17111" y="12170"/>
                    <a:pt x="17111" y="12170"/>
                  </a:cubicBezTo>
                  <a:cubicBezTo>
                    <a:pt x="17111" y="12170"/>
                    <a:pt x="17111" y="12170"/>
                    <a:pt x="17111" y="12170"/>
                  </a:cubicBezTo>
                  <a:cubicBezTo>
                    <a:pt x="17167" y="12104"/>
                    <a:pt x="17167" y="12104"/>
                    <a:pt x="17167" y="12104"/>
                  </a:cubicBezTo>
                  <a:cubicBezTo>
                    <a:pt x="17167" y="12104"/>
                    <a:pt x="17167" y="12104"/>
                    <a:pt x="17167" y="12104"/>
                  </a:cubicBezTo>
                  <a:cubicBezTo>
                    <a:pt x="17223" y="12104"/>
                    <a:pt x="17223" y="12104"/>
                    <a:pt x="17223" y="12104"/>
                  </a:cubicBezTo>
                  <a:cubicBezTo>
                    <a:pt x="17280" y="12037"/>
                    <a:pt x="17280" y="12037"/>
                    <a:pt x="17280" y="12037"/>
                  </a:cubicBezTo>
                  <a:cubicBezTo>
                    <a:pt x="17280" y="12037"/>
                    <a:pt x="17280" y="12037"/>
                    <a:pt x="17280" y="12037"/>
                  </a:cubicBezTo>
                  <a:cubicBezTo>
                    <a:pt x="17336" y="11970"/>
                    <a:pt x="17336" y="11970"/>
                    <a:pt x="17336" y="11970"/>
                  </a:cubicBezTo>
                  <a:cubicBezTo>
                    <a:pt x="17336" y="11970"/>
                    <a:pt x="17336" y="11970"/>
                    <a:pt x="17336" y="11970"/>
                  </a:cubicBezTo>
                  <a:cubicBezTo>
                    <a:pt x="17392" y="11903"/>
                    <a:pt x="17392" y="11903"/>
                    <a:pt x="17392" y="11903"/>
                  </a:cubicBezTo>
                  <a:cubicBezTo>
                    <a:pt x="17392" y="11903"/>
                    <a:pt x="17392" y="11903"/>
                    <a:pt x="17392" y="11903"/>
                  </a:cubicBezTo>
                  <a:cubicBezTo>
                    <a:pt x="17336" y="11903"/>
                    <a:pt x="17336" y="11903"/>
                    <a:pt x="17336" y="11903"/>
                  </a:cubicBezTo>
                  <a:cubicBezTo>
                    <a:pt x="17336" y="11970"/>
                    <a:pt x="17336" y="11970"/>
                    <a:pt x="17336" y="11970"/>
                  </a:cubicBezTo>
                  <a:cubicBezTo>
                    <a:pt x="17280" y="11970"/>
                    <a:pt x="17280" y="11970"/>
                    <a:pt x="17280" y="11970"/>
                  </a:cubicBezTo>
                  <a:cubicBezTo>
                    <a:pt x="17280" y="12037"/>
                    <a:pt x="17280" y="12037"/>
                    <a:pt x="17280" y="12037"/>
                  </a:cubicBezTo>
                  <a:cubicBezTo>
                    <a:pt x="17223" y="12037"/>
                    <a:pt x="17223" y="12037"/>
                    <a:pt x="17223" y="12037"/>
                  </a:cubicBezTo>
                  <a:cubicBezTo>
                    <a:pt x="17167" y="12037"/>
                    <a:pt x="17167" y="12037"/>
                    <a:pt x="17167" y="12037"/>
                  </a:cubicBezTo>
                  <a:cubicBezTo>
                    <a:pt x="17111" y="12104"/>
                    <a:pt x="17111" y="12104"/>
                    <a:pt x="17111" y="12104"/>
                  </a:cubicBezTo>
                  <a:cubicBezTo>
                    <a:pt x="17055" y="12104"/>
                    <a:pt x="17055" y="12104"/>
                    <a:pt x="17055" y="12104"/>
                  </a:cubicBezTo>
                  <a:cubicBezTo>
                    <a:pt x="17055" y="12104"/>
                    <a:pt x="17055" y="12104"/>
                    <a:pt x="17055" y="12104"/>
                  </a:cubicBezTo>
                  <a:cubicBezTo>
                    <a:pt x="17055" y="12037"/>
                    <a:pt x="17055" y="12037"/>
                    <a:pt x="17055" y="12037"/>
                  </a:cubicBezTo>
                  <a:cubicBezTo>
                    <a:pt x="17111" y="11970"/>
                    <a:pt x="17111" y="11970"/>
                    <a:pt x="17111" y="11970"/>
                  </a:cubicBezTo>
                  <a:cubicBezTo>
                    <a:pt x="17167" y="11970"/>
                    <a:pt x="17167" y="11970"/>
                    <a:pt x="17167" y="11970"/>
                  </a:cubicBezTo>
                  <a:cubicBezTo>
                    <a:pt x="17167" y="11903"/>
                    <a:pt x="17167" y="11903"/>
                    <a:pt x="17167" y="11903"/>
                  </a:cubicBezTo>
                  <a:cubicBezTo>
                    <a:pt x="17167" y="11903"/>
                    <a:pt x="17167" y="11903"/>
                    <a:pt x="17167" y="11903"/>
                  </a:cubicBezTo>
                  <a:cubicBezTo>
                    <a:pt x="17167" y="11903"/>
                    <a:pt x="17167" y="11903"/>
                    <a:pt x="17167" y="11903"/>
                  </a:cubicBezTo>
                  <a:cubicBezTo>
                    <a:pt x="17167" y="11903"/>
                    <a:pt x="17167" y="11903"/>
                    <a:pt x="17167" y="11903"/>
                  </a:cubicBezTo>
                  <a:cubicBezTo>
                    <a:pt x="17055" y="11970"/>
                    <a:pt x="17055" y="11970"/>
                    <a:pt x="17055" y="11970"/>
                  </a:cubicBezTo>
                  <a:cubicBezTo>
                    <a:pt x="16999" y="12037"/>
                    <a:pt x="16999" y="12037"/>
                    <a:pt x="16999" y="12037"/>
                  </a:cubicBezTo>
                  <a:cubicBezTo>
                    <a:pt x="16999" y="11970"/>
                    <a:pt x="16999" y="11970"/>
                    <a:pt x="16999" y="11970"/>
                  </a:cubicBezTo>
                  <a:cubicBezTo>
                    <a:pt x="16999" y="11970"/>
                    <a:pt x="16999" y="11970"/>
                    <a:pt x="16999" y="11970"/>
                  </a:cubicBezTo>
                  <a:cubicBezTo>
                    <a:pt x="16999" y="11970"/>
                    <a:pt x="16999" y="11970"/>
                    <a:pt x="16999" y="11970"/>
                  </a:cubicBezTo>
                  <a:cubicBezTo>
                    <a:pt x="16999" y="11903"/>
                    <a:pt x="16999" y="11903"/>
                    <a:pt x="16999"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836"/>
                    <a:pt x="16943" y="11836"/>
                    <a:pt x="16943" y="11836"/>
                  </a:cubicBezTo>
                  <a:cubicBezTo>
                    <a:pt x="16943" y="11836"/>
                    <a:pt x="16943" y="11836"/>
                    <a:pt x="16943" y="11836"/>
                  </a:cubicBezTo>
                  <a:cubicBezTo>
                    <a:pt x="16943" y="11836"/>
                    <a:pt x="16943" y="11836"/>
                    <a:pt x="16943" y="11836"/>
                  </a:cubicBezTo>
                  <a:cubicBezTo>
                    <a:pt x="16943" y="11836"/>
                    <a:pt x="16943" y="11836"/>
                    <a:pt x="16943" y="11836"/>
                  </a:cubicBezTo>
                  <a:cubicBezTo>
                    <a:pt x="16943" y="11769"/>
                    <a:pt x="16943" y="11769"/>
                    <a:pt x="16943" y="11769"/>
                  </a:cubicBezTo>
                  <a:cubicBezTo>
                    <a:pt x="16943" y="11769"/>
                    <a:pt x="16943" y="11769"/>
                    <a:pt x="16943" y="11769"/>
                  </a:cubicBezTo>
                  <a:cubicBezTo>
                    <a:pt x="16943" y="11769"/>
                    <a:pt x="16943" y="11769"/>
                    <a:pt x="16943" y="11769"/>
                  </a:cubicBezTo>
                  <a:cubicBezTo>
                    <a:pt x="16943" y="11702"/>
                    <a:pt x="16943" y="11702"/>
                    <a:pt x="16943" y="11702"/>
                  </a:cubicBezTo>
                  <a:cubicBezTo>
                    <a:pt x="16887" y="11702"/>
                    <a:pt x="16887" y="11702"/>
                    <a:pt x="16887" y="11702"/>
                  </a:cubicBezTo>
                  <a:cubicBezTo>
                    <a:pt x="16887" y="11702"/>
                    <a:pt x="16887" y="11702"/>
                    <a:pt x="16887" y="11702"/>
                  </a:cubicBezTo>
                  <a:cubicBezTo>
                    <a:pt x="16887" y="11769"/>
                    <a:pt x="16887" y="11769"/>
                    <a:pt x="16887" y="11769"/>
                  </a:cubicBezTo>
                  <a:cubicBezTo>
                    <a:pt x="16887" y="11769"/>
                    <a:pt x="16887" y="11769"/>
                    <a:pt x="16887" y="11769"/>
                  </a:cubicBezTo>
                  <a:cubicBezTo>
                    <a:pt x="16887" y="11769"/>
                    <a:pt x="16887" y="11769"/>
                    <a:pt x="16887" y="11769"/>
                  </a:cubicBezTo>
                  <a:cubicBezTo>
                    <a:pt x="16831" y="11769"/>
                    <a:pt x="16831" y="11769"/>
                    <a:pt x="16831" y="11769"/>
                  </a:cubicBezTo>
                  <a:cubicBezTo>
                    <a:pt x="16831" y="11702"/>
                    <a:pt x="16831" y="11702"/>
                    <a:pt x="16831" y="11702"/>
                  </a:cubicBezTo>
                  <a:cubicBezTo>
                    <a:pt x="16775" y="11702"/>
                    <a:pt x="16775" y="11702"/>
                    <a:pt x="16775" y="11702"/>
                  </a:cubicBezTo>
                  <a:cubicBezTo>
                    <a:pt x="16831" y="11769"/>
                    <a:pt x="16831" y="11769"/>
                    <a:pt x="16831" y="11769"/>
                  </a:cubicBezTo>
                  <a:cubicBezTo>
                    <a:pt x="16831" y="11836"/>
                    <a:pt x="16831" y="11836"/>
                    <a:pt x="16831" y="11836"/>
                  </a:cubicBezTo>
                  <a:cubicBezTo>
                    <a:pt x="16831" y="11836"/>
                    <a:pt x="16831" y="11836"/>
                    <a:pt x="16831" y="11836"/>
                  </a:cubicBezTo>
                  <a:cubicBezTo>
                    <a:pt x="16831" y="11836"/>
                    <a:pt x="16831" y="11836"/>
                    <a:pt x="16831" y="11836"/>
                  </a:cubicBezTo>
                  <a:cubicBezTo>
                    <a:pt x="16831" y="11836"/>
                    <a:pt x="16831" y="11836"/>
                    <a:pt x="16831" y="11836"/>
                  </a:cubicBezTo>
                  <a:cubicBezTo>
                    <a:pt x="16831" y="11903"/>
                    <a:pt x="16831" y="11903"/>
                    <a:pt x="16831" y="11903"/>
                  </a:cubicBezTo>
                  <a:cubicBezTo>
                    <a:pt x="16775" y="11903"/>
                    <a:pt x="16775" y="11903"/>
                    <a:pt x="16775" y="11903"/>
                  </a:cubicBezTo>
                  <a:cubicBezTo>
                    <a:pt x="16775" y="11836"/>
                    <a:pt x="16775" y="11836"/>
                    <a:pt x="16775" y="11836"/>
                  </a:cubicBezTo>
                  <a:cubicBezTo>
                    <a:pt x="16775" y="11836"/>
                    <a:pt x="16775" y="11836"/>
                    <a:pt x="16775" y="11836"/>
                  </a:cubicBezTo>
                  <a:cubicBezTo>
                    <a:pt x="16718" y="11769"/>
                    <a:pt x="16718" y="11769"/>
                    <a:pt x="16718" y="11769"/>
                  </a:cubicBezTo>
                  <a:cubicBezTo>
                    <a:pt x="16718" y="11836"/>
                    <a:pt x="16718" y="11836"/>
                    <a:pt x="16718" y="11836"/>
                  </a:cubicBezTo>
                  <a:cubicBezTo>
                    <a:pt x="16718" y="11836"/>
                    <a:pt x="16718" y="11836"/>
                    <a:pt x="16718" y="11836"/>
                  </a:cubicBezTo>
                  <a:cubicBezTo>
                    <a:pt x="16718" y="11836"/>
                    <a:pt x="16718" y="11836"/>
                    <a:pt x="16718" y="11836"/>
                  </a:cubicBezTo>
                  <a:cubicBezTo>
                    <a:pt x="16718" y="11903"/>
                    <a:pt x="16718" y="11903"/>
                    <a:pt x="16718" y="11903"/>
                  </a:cubicBezTo>
                  <a:cubicBezTo>
                    <a:pt x="16775" y="11903"/>
                    <a:pt x="16775" y="11903"/>
                    <a:pt x="16775" y="11903"/>
                  </a:cubicBezTo>
                  <a:cubicBezTo>
                    <a:pt x="16775" y="11970"/>
                    <a:pt x="16775" y="11970"/>
                    <a:pt x="16775" y="11970"/>
                  </a:cubicBezTo>
                  <a:cubicBezTo>
                    <a:pt x="16831" y="11970"/>
                    <a:pt x="16831" y="11970"/>
                    <a:pt x="16831" y="11970"/>
                  </a:cubicBezTo>
                  <a:cubicBezTo>
                    <a:pt x="16775" y="12037"/>
                    <a:pt x="16775" y="12037"/>
                    <a:pt x="16775" y="12037"/>
                  </a:cubicBezTo>
                  <a:cubicBezTo>
                    <a:pt x="16831" y="12037"/>
                    <a:pt x="16831" y="12037"/>
                    <a:pt x="16831" y="12037"/>
                  </a:cubicBezTo>
                  <a:cubicBezTo>
                    <a:pt x="16831" y="12037"/>
                    <a:pt x="16831" y="12037"/>
                    <a:pt x="16831" y="12037"/>
                  </a:cubicBezTo>
                  <a:cubicBezTo>
                    <a:pt x="16775" y="12104"/>
                    <a:pt x="16775" y="12104"/>
                    <a:pt x="16775" y="12104"/>
                  </a:cubicBezTo>
                  <a:cubicBezTo>
                    <a:pt x="16718" y="12037"/>
                    <a:pt x="16718" y="12037"/>
                    <a:pt x="16718" y="12037"/>
                  </a:cubicBezTo>
                  <a:cubicBezTo>
                    <a:pt x="16718" y="12037"/>
                    <a:pt x="16718" y="12037"/>
                    <a:pt x="16718" y="12037"/>
                  </a:cubicBezTo>
                  <a:cubicBezTo>
                    <a:pt x="16718" y="12104"/>
                    <a:pt x="16718" y="12104"/>
                    <a:pt x="16718" y="12104"/>
                  </a:cubicBezTo>
                  <a:cubicBezTo>
                    <a:pt x="16662" y="12104"/>
                    <a:pt x="16662" y="12104"/>
                    <a:pt x="16662" y="12104"/>
                  </a:cubicBezTo>
                  <a:cubicBezTo>
                    <a:pt x="16662" y="12037"/>
                    <a:pt x="16662" y="12037"/>
                    <a:pt x="16662" y="12037"/>
                  </a:cubicBezTo>
                  <a:cubicBezTo>
                    <a:pt x="16662" y="11970"/>
                    <a:pt x="16662" y="11970"/>
                    <a:pt x="16662" y="11970"/>
                  </a:cubicBezTo>
                  <a:cubicBezTo>
                    <a:pt x="16662" y="11970"/>
                    <a:pt x="16662" y="11970"/>
                    <a:pt x="16662" y="11970"/>
                  </a:cubicBezTo>
                  <a:cubicBezTo>
                    <a:pt x="16662" y="11903"/>
                    <a:pt x="16662" y="11903"/>
                    <a:pt x="16662" y="11903"/>
                  </a:cubicBezTo>
                  <a:cubicBezTo>
                    <a:pt x="16606" y="11903"/>
                    <a:pt x="16606" y="11903"/>
                    <a:pt x="16606" y="11903"/>
                  </a:cubicBezTo>
                  <a:cubicBezTo>
                    <a:pt x="16550" y="11903"/>
                    <a:pt x="16550" y="11903"/>
                    <a:pt x="16550" y="11903"/>
                  </a:cubicBezTo>
                  <a:cubicBezTo>
                    <a:pt x="16550" y="11903"/>
                    <a:pt x="16550" y="11903"/>
                    <a:pt x="16550" y="11903"/>
                  </a:cubicBezTo>
                  <a:cubicBezTo>
                    <a:pt x="16550" y="11836"/>
                    <a:pt x="16550" y="11836"/>
                    <a:pt x="16550" y="11836"/>
                  </a:cubicBezTo>
                  <a:cubicBezTo>
                    <a:pt x="16494" y="11836"/>
                    <a:pt x="16494" y="11836"/>
                    <a:pt x="16494" y="11836"/>
                  </a:cubicBezTo>
                  <a:cubicBezTo>
                    <a:pt x="16494" y="11836"/>
                    <a:pt x="16494" y="11836"/>
                    <a:pt x="16494" y="11836"/>
                  </a:cubicBezTo>
                  <a:cubicBezTo>
                    <a:pt x="16438" y="11836"/>
                    <a:pt x="16438" y="11836"/>
                    <a:pt x="16438" y="11836"/>
                  </a:cubicBezTo>
                  <a:cubicBezTo>
                    <a:pt x="16438" y="11903"/>
                    <a:pt x="16438" y="11903"/>
                    <a:pt x="16438" y="11903"/>
                  </a:cubicBezTo>
                  <a:cubicBezTo>
                    <a:pt x="16494" y="11903"/>
                    <a:pt x="16494" y="11903"/>
                    <a:pt x="16494" y="11903"/>
                  </a:cubicBezTo>
                  <a:cubicBezTo>
                    <a:pt x="16550" y="11903"/>
                    <a:pt x="16550" y="11903"/>
                    <a:pt x="16550" y="11903"/>
                  </a:cubicBezTo>
                  <a:cubicBezTo>
                    <a:pt x="16606" y="11903"/>
                    <a:pt x="16606" y="11903"/>
                    <a:pt x="16606" y="11903"/>
                  </a:cubicBezTo>
                  <a:cubicBezTo>
                    <a:pt x="16606" y="11970"/>
                    <a:pt x="16606" y="11970"/>
                    <a:pt x="16606" y="11970"/>
                  </a:cubicBezTo>
                  <a:cubicBezTo>
                    <a:pt x="16550" y="12037"/>
                    <a:pt x="16550" y="12037"/>
                    <a:pt x="16550" y="12037"/>
                  </a:cubicBezTo>
                  <a:cubicBezTo>
                    <a:pt x="16550" y="12037"/>
                    <a:pt x="16550" y="12037"/>
                    <a:pt x="16550" y="12037"/>
                  </a:cubicBezTo>
                  <a:cubicBezTo>
                    <a:pt x="16606" y="12037"/>
                    <a:pt x="16606" y="12037"/>
                    <a:pt x="16606" y="12037"/>
                  </a:cubicBezTo>
                  <a:cubicBezTo>
                    <a:pt x="16606" y="12037"/>
                    <a:pt x="16606" y="12037"/>
                    <a:pt x="16606" y="12037"/>
                  </a:cubicBezTo>
                  <a:cubicBezTo>
                    <a:pt x="16606" y="12104"/>
                    <a:pt x="16606" y="12104"/>
                    <a:pt x="16606" y="12104"/>
                  </a:cubicBezTo>
                  <a:cubicBezTo>
                    <a:pt x="16606" y="12104"/>
                    <a:pt x="16606" y="12104"/>
                    <a:pt x="16606" y="12104"/>
                  </a:cubicBezTo>
                  <a:cubicBezTo>
                    <a:pt x="16662" y="12104"/>
                    <a:pt x="16662" y="12104"/>
                    <a:pt x="16662" y="12104"/>
                  </a:cubicBezTo>
                  <a:cubicBezTo>
                    <a:pt x="16662" y="12104"/>
                    <a:pt x="16662" y="12104"/>
                    <a:pt x="16662" y="12104"/>
                  </a:cubicBezTo>
                  <a:cubicBezTo>
                    <a:pt x="16606" y="12170"/>
                    <a:pt x="16606" y="12170"/>
                    <a:pt x="16606" y="12170"/>
                  </a:cubicBezTo>
                  <a:cubicBezTo>
                    <a:pt x="16550" y="12237"/>
                    <a:pt x="16550" y="12237"/>
                    <a:pt x="16550" y="12237"/>
                  </a:cubicBezTo>
                  <a:cubicBezTo>
                    <a:pt x="16494" y="12304"/>
                    <a:pt x="16494" y="12304"/>
                    <a:pt x="16494" y="12304"/>
                  </a:cubicBezTo>
                  <a:cubicBezTo>
                    <a:pt x="16606" y="12237"/>
                    <a:pt x="16606" y="12237"/>
                    <a:pt x="16606" y="12237"/>
                  </a:cubicBezTo>
                  <a:cubicBezTo>
                    <a:pt x="16606" y="12237"/>
                    <a:pt x="16606" y="12237"/>
                    <a:pt x="16606" y="12237"/>
                  </a:cubicBezTo>
                  <a:cubicBezTo>
                    <a:pt x="16662" y="12170"/>
                    <a:pt x="16662" y="12170"/>
                    <a:pt x="16662" y="12170"/>
                  </a:cubicBezTo>
                  <a:cubicBezTo>
                    <a:pt x="16718" y="12170"/>
                    <a:pt x="16718" y="12170"/>
                    <a:pt x="16718" y="12170"/>
                  </a:cubicBezTo>
                  <a:cubicBezTo>
                    <a:pt x="16718" y="12237"/>
                    <a:pt x="16718" y="12237"/>
                    <a:pt x="16718" y="12237"/>
                  </a:cubicBezTo>
                  <a:cubicBezTo>
                    <a:pt x="16718" y="12237"/>
                    <a:pt x="16718" y="12237"/>
                    <a:pt x="16718" y="12237"/>
                  </a:cubicBezTo>
                  <a:cubicBezTo>
                    <a:pt x="16662" y="12237"/>
                    <a:pt x="16662" y="12237"/>
                    <a:pt x="16662" y="12237"/>
                  </a:cubicBezTo>
                  <a:cubicBezTo>
                    <a:pt x="16662" y="12304"/>
                    <a:pt x="16662" y="12304"/>
                    <a:pt x="16662" y="12304"/>
                  </a:cubicBezTo>
                  <a:cubicBezTo>
                    <a:pt x="16662" y="12304"/>
                    <a:pt x="16662" y="12304"/>
                    <a:pt x="16662" y="12304"/>
                  </a:cubicBezTo>
                  <a:cubicBezTo>
                    <a:pt x="16718" y="12304"/>
                    <a:pt x="16718" y="12304"/>
                    <a:pt x="16718" y="12304"/>
                  </a:cubicBezTo>
                  <a:cubicBezTo>
                    <a:pt x="16775" y="12371"/>
                    <a:pt x="16775" y="12371"/>
                    <a:pt x="16775" y="12371"/>
                  </a:cubicBezTo>
                  <a:cubicBezTo>
                    <a:pt x="16718" y="12371"/>
                    <a:pt x="16718" y="12371"/>
                    <a:pt x="16718" y="12371"/>
                  </a:cubicBezTo>
                  <a:cubicBezTo>
                    <a:pt x="16662" y="12371"/>
                    <a:pt x="16662" y="12371"/>
                    <a:pt x="16662" y="12371"/>
                  </a:cubicBezTo>
                  <a:cubicBezTo>
                    <a:pt x="16662" y="12371"/>
                    <a:pt x="16662" y="12371"/>
                    <a:pt x="16662" y="12371"/>
                  </a:cubicBezTo>
                  <a:cubicBezTo>
                    <a:pt x="16718" y="12371"/>
                    <a:pt x="16718" y="12371"/>
                    <a:pt x="16718" y="12371"/>
                  </a:cubicBezTo>
                  <a:cubicBezTo>
                    <a:pt x="16718" y="12438"/>
                    <a:pt x="16718" y="12438"/>
                    <a:pt x="16718" y="12438"/>
                  </a:cubicBezTo>
                  <a:cubicBezTo>
                    <a:pt x="16718" y="12438"/>
                    <a:pt x="16718" y="12438"/>
                    <a:pt x="16718" y="12438"/>
                  </a:cubicBezTo>
                  <a:cubicBezTo>
                    <a:pt x="16718" y="12438"/>
                    <a:pt x="16718" y="12438"/>
                    <a:pt x="16718" y="12438"/>
                  </a:cubicBezTo>
                  <a:cubicBezTo>
                    <a:pt x="16718" y="12438"/>
                    <a:pt x="16718" y="12438"/>
                    <a:pt x="16718" y="12438"/>
                  </a:cubicBezTo>
                  <a:cubicBezTo>
                    <a:pt x="16718" y="12505"/>
                    <a:pt x="16718" y="12505"/>
                    <a:pt x="16718" y="12505"/>
                  </a:cubicBezTo>
                  <a:cubicBezTo>
                    <a:pt x="16718" y="12505"/>
                    <a:pt x="16718" y="12505"/>
                    <a:pt x="16718" y="12505"/>
                  </a:cubicBezTo>
                  <a:cubicBezTo>
                    <a:pt x="16718" y="12505"/>
                    <a:pt x="16718" y="12505"/>
                    <a:pt x="16718" y="12505"/>
                  </a:cubicBezTo>
                  <a:cubicBezTo>
                    <a:pt x="16718" y="12572"/>
                    <a:pt x="16718" y="12572"/>
                    <a:pt x="16718" y="12572"/>
                  </a:cubicBezTo>
                  <a:cubicBezTo>
                    <a:pt x="16775" y="12639"/>
                    <a:pt x="16775" y="12639"/>
                    <a:pt x="16775" y="12639"/>
                  </a:cubicBezTo>
                  <a:cubicBezTo>
                    <a:pt x="16775" y="12572"/>
                    <a:pt x="16775" y="12572"/>
                    <a:pt x="16775" y="12572"/>
                  </a:cubicBezTo>
                  <a:cubicBezTo>
                    <a:pt x="16775" y="12505"/>
                    <a:pt x="16775" y="12505"/>
                    <a:pt x="16775" y="12505"/>
                  </a:cubicBezTo>
                  <a:cubicBezTo>
                    <a:pt x="16775" y="12505"/>
                    <a:pt x="16775" y="12505"/>
                    <a:pt x="16775" y="12505"/>
                  </a:cubicBezTo>
                  <a:cubicBezTo>
                    <a:pt x="16831" y="12572"/>
                    <a:pt x="16831" y="12572"/>
                    <a:pt x="16831" y="12572"/>
                  </a:cubicBezTo>
                  <a:cubicBezTo>
                    <a:pt x="16831" y="12572"/>
                    <a:pt x="16831" y="12572"/>
                    <a:pt x="16831" y="12572"/>
                  </a:cubicBezTo>
                  <a:cubicBezTo>
                    <a:pt x="16831" y="12639"/>
                    <a:pt x="16831" y="12639"/>
                    <a:pt x="16831" y="12639"/>
                  </a:cubicBezTo>
                  <a:cubicBezTo>
                    <a:pt x="16831" y="12639"/>
                    <a:pt x="16831" y="12639"/>
                    <a:pt x="16831" y="12639"/>
                  </a:cubicBezTo>
                  <a:cubicBezTo>
                    <a:pt x="16831" y="12639"/>
                    <a:pt x="16831" y="12639"/>
                    <a:pt x="16831" y="12639"/>
                  </a:cubicBezTo>
                  <a:cubicBezTo>
                    <a:pt x="16831" y="12705"/>
                    <a:pt x="16831" y="12705"/>
                    <a:pt x="16831" y="12705"/>
                  </a:cubicBezTo>
                  <a:cubicBezTo>
                    <a:pt x="16887" y="12705"/>
                    <a:pt x="16887" y="12705"/>
                    <a:pt x="16887" y="12705"/>
                  </a:cubicBezTo>
                  <a:cubicBezTo>
                    <a:pt x="16887" y="12639"/>
                    <a:pt x="16887" y="12639"/>
                    <a:pt x="16887" y="12639"/>
                  </a:cubicBezTo>
                  <a:cubicBezTo>
                    <a:pt x="16887" y="12705"/>
                    <a:pt x="16887" y="12705"/>
                    <a:pt x="16887" y="12705"/>
                  </a:cubicBezTo>
                  <a:cubicBezTo>
                    <a:pt x="16887" y="12639"/>
                    <a:pt x="16887" y="12639"/>
                    <a:pt x="16887" y="12639"/>
                  </a:cubicBezTo>
                  <a:cubicBezTo>
                    <a:pt x="16887" y="12639"/>
                    <a:pt x="16887" y="12639"/>
                    <a:pt x="16887" y="12639"/>
                  </a:cubicBezTo>
                  <a:cubicBezTo>
                    <a:pt x="16943" y="12639"/>
                    <a:pt x="16943" y="12639"/>
                    <a:pt x="16943" y="12639"/>
                  </a:cubicBezTo>
                  <a:cubicBezTo>
                    <a:pt x="16943" y="12705"/>
                    <a:pt x="16943" y="12705"/>
                    <a:pt x="16943" y="12705"/>
                  </a:cubicBezTo>
                  <a:cubicBezTo>
                    <a:pt x="16943" y="12705"/>
                    <a:pt x="16943" y="12705"/>
                    <a:pt x="16943" y="12705"/>
                  </a:cubicBezTo>
                  <a:cubicBezTo>
                    <a:pt x="16943" y="12772"/>
                    <a:pt x="16943" y="12772"/>
                    <a:pt x="16943" y="12772"/>
                  </a:cubicBezTo>
                  <a:cubicBezTo>
                    <a:pt x="16887" y="12772"/>
                    <a:pt x="16887" y="12772"/>
                    <a:pt x="16887" y="12772"/>
                  </a:cubicBezTo>
                  <a:cubicBezTo>
                    <a:pt x="16887" y="12772"/>
                    <a:pt x="16887" y="12772"/>
                    <a:pt x="16887" y="12772"/>
                  </a:cubicBezTo>
                  <a:cubicBezTo>
                    <a:pt x="16943" y="12839"/>
                    <a:pt x="16943" y="12839"/>
                    <a:pt x="16943" y="12839"/>
                  </a:cubicBezTo>
                  <a:cubicBezTo>
                    <a:pt x="16999" y="12839"/>
                    <a:pt x="16999" y="12839"/>
                    <a:pt x="16999" y="12839"/>
                  </a:cubicBezTo>
                  <a:cubicBezTo>
                    <a:pt x="16999" y="12772"/>
                    <a:pt x="16999" y="12772"/>
                    <a:pt x="16999" y="12772"/>
                  </a:cubicBezTo>
                  <a:cubicBezTo>
                    <a:pt x="17055" y="12839"/>
                    <a:pt x="17055" y="12839"/>
                    <a:pt x="17055" y="12839"/>
                  </a:cubicBezTo>
                  <a:cubicBezTo>
                    <a:pt x="16999" y="12839"/>
                    <a:pt x="16999" y="12839"/>
                    <a:pt x="16999" y="12839"/>
                  </a:cubicBezTo>
                  <a:cubicBezTo>
                    <a:pt x="16999" y="12839"/>
                    <a:pt x="16999" y="12839"/>
                    <a:pt x="16999" y="12839"/>
                  </a:cubicBezTo>
                  <a:cubicBezTo>
                    <a:pt x="16943" y="12906"/>
                    <a:pt x="16943" y="12906"/>
                    <a:pt x="16943" y="12906"/>
                  </a:cubicBezTo>
                  <a:cubicBezTo>
                    <a:pt x="16943" y="12906"/>
                    <a:pt x="16943" y="12906"/>
                    <a:pt x="16943" y="12906"/>
                  </a:cubicBezTo>
                  <a:cubicBezTo>
                    <a:pt x="16999" y="12973"/>
                    <a:pt x="16999" y="12973"/>
                    <a:pt x="16999" y="12973"/>
                  </a:cubicBezTo>
                  <a:cubicBezTo>
                    <a:pt x="16999" y="13040"/>
                    <a:pt x="16999" y="13040"/>
                    <a:pt x="16999" y="13040"/>
                  </a:cubicBezTo>
                  <a:cubicBezTo>
                    <a:pt x="16999" y="13040"/>
                    <a:pt x="16999" y="13040"/>
                    <a:pt x="16999" y="13040"/>
                  </a:cubicBezTo>
                  <a:cubicBezTo>
                    <a:pt x="16999" y="13107"/>
                    <a:pt x="16999" y="13107"/>
                    <a:pt x="16999" y="13107"/>
                  </a:cubicBezTo>
                  <a:cubicBezTo>
                    <a:pt x="17055" y="13173"/>
                    <a:pt x="17055" y="13173"/>
                    <a:pt x="17055" y="13173"/>
                  </a:cubicBezTo>
                  <a:cubicBezTo>
                    <a:pt x="17055" y="13173"/>
                    <a:pt x="17055" y="13173"/>
                    <a:pt x="17055" y="13173"/>
                  </a:cubicBezTo>
                  <a:cubicBezTo>
                    <a:pt x="17055" y="13240"/>
                    <a:pt x="17055" y="13240"/>
                    <a:pt x="17055" y="13240"/>
                  </a:cubicBezTo>
                  <a:cubicBezTo>
                    <a:pt x="17055" y="13307"/>
                    <a:pt x="17055" y="13307"/>
                    <a:pt x="17055" y="13307"/>
                  </a:cubicBezTo>
                  <a:cubicBezTo>
                    <a:pt x="16999" y="13307"/>
                    <a:pt x="16999" y="13307"/>
                    <a:pt x="16999" y="13307"/>
                  </a:cubicBezTo>
                  <a:cubicBezTo>
                    <a:pt x="17055" y="13374"/>
                    <a:pt x="17055" y="13374"/>
                    <a:pt x="17055" y="13374"/>
                  </a:cubicBezTo>
                  <a:cubicBezTo>
                    <a:pt x="16999" y="13441"/>
                    <a:pt x="16999" y="13441"/>
                    <a:pt x="16999" y="13441"/>
                  </a:cubicBezTo>
                  <a:cubicBezTo>
                    <a:pt x="16943" y="13307"/>
                    <a:pt x="16943" y="13307"/>
                    <a:pt x="16943" y="13307"/>
                  </a:cubicBezTo>
                  <a:cubicBezTo>
                    <a:pt x="16943" y="13307"/>
                    <a:pt x="16943" y="13307"/>
                    <a:pt x="16943" y="13307"/>
                  </a:cubicBezTo>
                  <a:cubicBezTo>
                    <a:pt x="16943" y="13240"/>
                    <a:pt x="16943" y="13240"/>
                    <a:pt x="16943" y="13240"/>
                  </a:cubicBezTo>
                  <a:cubicBezTo>
                    <a:pt x="16943" y="13173"/>
                    <a:pt x="16943" y="13173"/>
                    <a:pt x="16943" y="13173"/>
                  </a:cubicBezTo>
                  <a:cubicBezTo>
                    <a:pt x="16943" y="13240"/>
                    <a:pt x="16943" y="13240"/>
                    <a:pt x="16943" y="13240"/>
                  </a:cubicBezTo>
                  <a:cubicBezTo>
                    <a:pt x="16943" y="13307"/>
                    <a:pt x="16943" y="13307"/>
                    <a:pt x="16943" y="13307"/>
                  </a:cubicBezTo>
                  <a:cubicBezTo>
                    <a:pt x="16943" y="13374"/>
                    <a:pt x="16943" y="13374"/>
                    <a:pt x="16943" y="13374"/>
                  </a:cubicBezTo>
                  <a:cubicBezTo>
                    <a:pt x="16943" y="13441"/>
                    <a:pt x="16943" y="13441"/>
                    <a:pt x="16943" y="13441"/>
                  </a:cubicBezTo>
                  <a:cubicBezTo>
                    <a:pt x="16943" y="13508"/>
                    <a:pt x="16943" y="13508"/>
                    <a:pt x="16943" y="13508"/>
                  </a:cubicBezTo>
                  <a:cubicBezTo>
                    <a:pt x="16943" y="13575"/>
                    <a:pt x="16943" y="13575"/>
                    <a:pt x="16943" y="13575"/>
                  </a:cubicBezTo>
                  <a:cubicBezTo>
                    <a:pt x="16943" y="13575"/>
                    <a:pt x="16943" y="13575"/>
                    <a:pt x="16943" y="13575"/>
                  </a:cubicBezTo>
                  <a:cubicBezTo>
                    <a:pt x="16887" y="13575"/>
                    <a:pt x="16887" y="13575"/>
                    <a:pt x="16887" y="13575"/>
                  </a:cubicBezTo>
                  <a:cubicBezTo>
                    <a:pt x="16887" y="13508"/>
                    <a:pt x="16887" y="13508"/>
                    <a:pt x="16887" y="13508"/>
                  </a:cubicBezTo>
                  <a:cubicBezTo>
                    <a:pt x="16831" y="13508"/>
                    <a:pt x="16831" y="13508"/>
                    <a:pt x="16831" y="13508"/>
                  </a:cubicBezTo>
                  <a:cubicBezTo>
                    <a:pt x="16887" y="13642"/>
                    <a:pt x="16887" y="13642"/>
                    <a:pt x="16887" y="13642"/>
                  </a:cubicBezTo>
                  <a:cubicBezTo>
                    <a:pt x="16831" y="13708"/>
                    <a:pt x="16831" y="13708"/>
                    <a:pt x="16831" y="13708"/>
                  </a:cubicBezTo>
                  <a:cubicBezTo>
                    <a:pt x="16887" y="13708"/>
                    <a:pt x="16887" y="13708"/>
                    <a:pt x="16887" y="13708"/>
                  </a:cubicBezTo>
                  <a:cubicBezTo>
                    <a:pt x="16887" y="13708"/>
                    <a:pt x="16887" y="13708"/>
                    <a:pt x="16887" y="13708"/>
                  </a:cubicBezTo>
                  <a:cubicBezTo>
                    <a:pt x="16831" y="13708"/>
                    <a:pt x="16831" y="13708"/>
                    <a:pt x="16831" y="13708"/>
                  </a:cubicBezTo>
                  <a:cubicBezTo>
                    <a:pt x="16775" y="13708"/>
                    <a:pt x="16775" y="13708"/>
                    <a:pt x="16775" y="13708"/>
                  </a:cubicBezTo>
                  <a:cubicBezTo>
                    <a:pt x="16775" y="13642"/>
                    <a:pt x="16775" y="13642"/>
                    <a:pt x="16775" y="13642"/>
                  </a:cubicBezTo>
                  <a:cubicBezTo>
                    <a:pt x="16775" y="13575"/>
                    <a:pt x="16775" y="13575"/>
                    <a:pt x="16775" y="13575"/>
                  </a:cubicBezTo>
                  <a:cubicBezTo>
                    <a:pt x="16775" y="13508"/>
                    <a:pt x="16775" y="13508"/>
                    <a:pt x="16775" y="13508"/>
                  </a:cubicBezTo>
                  <a:cubicBezTo>
                    <a:pt x="16775" y="13575"/>
                    <a:pt x="16775" y="13575"/>
                    <a:pt x="16775" y="13575"/>
                  </a:cubicBezTo>
                  <a:cubicBezTo>
                    <a:pt x="16718" y="13575"/>
                    <a:pt x="16718" y="13575"/>
                    <a:pt x="16718" y="13575"/>
                  </a:cubicBezTo>
                  <a:cubicBezTo>
                    <a:pt x="16718" y="13508"/>
                    <a:pt x="16718" y="13508"/>
                    <a:pt x="16718" y="13508"/>
                  </a:cubicBezTo>
                  <a:cubicBezTo>
                    <a:pt x="16718" y="13441"/>
                    <a:pt x="16718" y="13441"/>
                    <a:pt x="16718" y="13441"/>
                  </a:cubicBezTo>
                  <a:cubicBezTo>
                    <a:pt x="16718" y="13508"/>
                    <a:pt x="16718" y="13508"/>
                    <a:pt x="16718" y="13508"/>
                  </a:cubicBezTo>
                  <a:cubicBezTo>
                    <a:pt x="16718" y="13508"/>
                    <a:pt x="16718" y="13508"/>
                    <a:pt x="16718" y="13508"/>
                  </a:cubicBezTo>
                  <a:cubicBezTo>
                    <a:pt x="16662" y="13508"/>
                    <a:pt x="16662" y="13508"/>
                    <a:pt x="16662" y="13508"/>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508"/>
                    <a:pt x="16662" y="13508"/>
                    <a:pt x="16662" y="13508"/>
                  </a:cubicBezTo>
                  <a:cubicBezTo>
                    <a:pt x="16606" y="13441"/>
                    <a:pt x="16606" y="13441"/>
                    <a:pt x="16606" y="13441"/>
                  </a:cubicBezTo>
                  <a:cubicBezTo>
                    <a:pt x="16606" y="13441"/>
                    <a:pt x="16606" y="13441"/>
                    <a:pt x="16606" y="13441"/>
                  </a:cubicBezTo>
                  <a:cubicBezTo>
                    <a:pt x="16606" y="13441"/>
                    <a:pt x="16606" y="13441"/>
                    <a:pt x="16606" y="13441"/>
                  </a:cubicBezTo>
                  <a:cubicBezTo>
                    <a:pt x="16606" y="13374"/>
                    <a:pt x="16606" y="13374"/>
                    <a:pt x="16606" y="13374"/>
                  </a:cubicBezTo>
                  <a:cubicBezTo>
                    <a:pt x="16550" y="13307"/>
                    <a:pt x="16550" y="13307"/>
                    <a:pt x="16550" y="13307"/>
                  </a:cubicBezTo>
                  <a:cubicBezTo>
                    <a:pt x="16550" y="13240"/>
                    <a:pt x="16550" y="13240"/>
                    <a:pt x="16550" y="13240"/>
                  </a:cubicBezTo>
                  <a:cubicBezTo>
                    <a:pt x="16550" y="13307"/>
                    <a:pt x="16550" y="13307"/>
                    <a:pt x="16550" y="13307"/>
                  </a:cubicBezTo>
                  <a:cubicBezTo>
                    <a:pt x="16550" y="13374"/>
                    <a:pt x="16550" y="13374"/>
                    <a:pt x="16550" y="13374"/>
                  </a:cubicBezTo>
                  <a:cubicBezTo>
                    <a:pt x="16550" y="13441"/>
                    <a:pt x="16550" y="13441"/>
                    <a:pt x="16550" y="13441"/>
                  </a:cubicBezTo>
                  <a:cubicBezTo>
                    <a:pt x="16550" y="13441"/>
                    <a:pt x="16550" y="13441"/>
                    <a:pt x="16550" y="13441"/>
                  </a:cubicBezTo>
                  <a:cubicBezTo>
                    <a:pt x="16494" y="13374"/>
                    <a:pt x="16494" y="13374"/>
                    <a:pt x="16494" y="13374"/>
                  </a:cubicBezTo>
                  <a:cubicBezTo>
                    <a:pt x="16494" y="13307"/>
                    <a:pt x="16494" y="13307"/>
                    <a:pt x="16494" y="13307"/>
                  </a:cubicBezTo>
                  <a:cubicBezTo>
                    <a:pt x="16494" y="13307"/>
                    <a:pt x="16494" y="13307"/>
                    <a:pt x="16494" y="13307"/>
                  </a:cubicBezTo>
                  <a:cubicBezTo>
                    <a:pt x="16438" y="13307"/>
                    <a:pt x="16438" y="13307"/>
                    <a:pt x="16438" y="13307"/>
                  </a:cubicBezTo>
                  <a:cubicBezTo>
                    <a:pt x="16438" y="13240"/>
                    <a:pt x="16438" y="13240"/>
                    <a:pt x="16438" y="13240"/>
                  </a:cubicBezTo>
                  <a:cubicBezTo>
                    <a:pt x="16382" y="13173"/>
                    <a:pt x="16382" y="13173"/>
                    <a:pt x="16382" y="13173"/>
                  </a:cubicBezTo>
                  <a:cubicBezTo>
                    <a:pt x="16382" y="13173"/>
                    <a:pt x="16382" y="13173"/>
                    <a:pt x="16382" y="13173"/>
                  </a:cubicBezTo>
                  <a:cubicBezTo>
                    <a:pt x="16382" y="13107"/>
                    <a:pt x="16382" y="13107"/>
                    <a:pt x="16382" y="13107"/>
                  </a:cubicBezTo>
                  <a:cubicBezTo>
                    <a:pt x="16326" y="13173"/>
                    <a:pt x="16326" y="13173"/>
                    <a:pt x="16326" y="13173"/>
                  </a:cubicBezTo>
                  <a:cubicBezTo>
                    <a:pt x="16326" y="13173"/>
                    <a:pt x="16326" y="13173"/>
                    <a:pt x="16326" y="13173"/>
                  </a:cubicBezTo>
                  <a:cubicBezTo>
                    <a:pt x="16382" y="13240"/>
                    <a:pt x="16382" y="13240"/>
                    <a:pt x="16382" y="13240"/>
                  </a:cubicBezTo>
                  <a:cubicBezTo>
                    <a:pt x="16382" y="13307"/>
                    <a:pt x="16382" y="13307"/>
                    <a:pt x="16382" y="13307"/>
                  </a:cubicBezTo>
                  <a:cubicBezTo>
                    <a:pt x="16326" y="13240"/>
                    <a:pt x="16326" y="13240"/>
                    <a:pt x="16326" y="13240"/>
                  </a:cubicBezTo>
                  <a:cubicBezTo>
                    <a:pt x="16326" y="13240"/>
                    <a:pt x="16326" y="13240"/>
                    <a:pt x="16326" y="13240"/>
                  </a:cubicBezTo>
                  <a:cubicBezTo>
                    <a:pt x="16326" y="13173"/>
                    <a:pt x="16326" y="13173"/>
                    <a:pt x="16326" y="13173"/>
                  </a:cubicBezTo>
                  <a:cubicBezTo>
                    <a:pt x="16270" y="13173"/>
                    <a:pt x="16270" y="13173"/>
                    <a:pt x="16270" y="13173"/>
                  </a:cubicBezTo>
                  <a:cubicBezTo>
                    <a:pt x="16214" y="13107"/>
                    <a:pt x="16214" y="13107"/>
                    <a:pt x="16214" y="13107"/>
                  </a:cubicBezTo>
                  <a:cubicBezTo>
                    <a:pt x="16214" y="13040"/>
                    <a:pt x="16214" y="13040"/>
                    <a:pt x="16214" y="13040"/>
                  </a:cubicBezTo>
                  <a:cubicBezTo>
                    <a:pt x="16157" y="13040"/>
                    <a:pt x="16157" y="13040"/>
                    <a:pt x="16157" y="13040"/>
                  </a:cubicBezTo>
                  <a:cubicBezTo>
                    <a:pt x="16157" y="13107"/>
                    <a:pt x="16157" y="13107"/>
                    <a:pt x="16157" y="13107"/>
                  </a:cubicBezTo>
                  <a:cubicBezTo>
                    <a:pt x="16101" y="13040"/>
                    <a:pt x="16101" y="13040"/>
                    <a:pt x="16101" y="13040"/>
                  </a:cubicBezTo>
                  <a:cubicBezTo>
                    <a:pt x="16101" y="13107"/>
                    <a:pt x="16101" y="13107"/>
                    <a:pt x="16101" y="13107"/>
                  </a:cubicBezTo>
                  <a:cubicBezTo>
                    <a:pt x="16157" y="13173"/>
                    <a:pt x="16157" y="13173"/>
                    <a:pt x="16157" y="13173"/>
                  </a:cubicBezTo>
                  <a:cubicBezTo>
                    <a:pt x="16214" y="13240"/>
                    <a:pt x="16214" y="13240"/>
                    <a:pt x="16214" y="13240"/>
                  </a:cubicBezTo>
                  <a:cubicBezTo>
                    <a:pt x="16214" y="13240"/>
                    <a:pt x="16214" y="13240"/>
                    <a:pt x="16214" y="13240"/>
                  </a:cubicBezTo>
                  <a:cubicBezTo>
                    <a:pt x="16214" y="13307"/>
                    <a:pt x="16214" y="13307"/>
                    <a:pt x="16214" y="13307"/>
                  </a:cubicBezTo>
                  <a:cubicBezTo>
                    <a:pt x="16214" y="13374"/>
                    <a:pt x="16214" y="13374"/>
                    <a:pt x="16214" y="13374"/>
                  </a:cubicBezTo>
                  <a:cubicBezTo>
                    <a:pt x="16214" y="13374"/>
                    <a:pt x="16214" y="13374"/>
                    <a:pt x="16214" y="13374"/>
                  </a:cubicBezTo>
                  <a:cubicBezTo>
                    <a:pt x="16270" y="13374"/>
                    <a:pt x="16270" y="13374"/>
                    <a:pt x="16270" y="13374"/>
                  </a:cubicBezTo>
                  <a:cubicBezTo>
                    <a:pt x="16326" y="13374"/>
                    <a:pt x="16326" y="13374"/>
                    <a:pt x="16326" y="13374"/>
                  </a:cubicBezTo>
                  <a:cubicBezTo>
                    <a:pt x="16326" y="13441"/>
                    <a:pt x="16326" y="13441"/>
                    <a:pt x="16326" y="13441"/>
                  </a:cubicBezTo>
                  <a:cubicBezTo>
                    <a:pt x="16326" y="13441"/>
                    <a:pt x="16326" y="13441"/>
                    <a:pt x="16326" y="13441"/>
                  </a:cubicBezTo>
                  <a:cubicBezTo>
                    <a:pt x="16382" y="13441"/>
                    <a:pt x="16382" y="13441"/>
                    <a:pt x="16382" y="13441"/>
                  </a:cubicBezTo>
                  <a:cubicBezTo>
                    <a:pt x="16326" y="13508"/>
                    <a:pt x="16326" y="13508"/>
                    <a:pt x="16326" y="13508"/>
                  </a:cubicBezTo>
                  <a:cubicBezTo>
                    <a:pt x="16382" y="13508"/>
                    <a:pt x="16382" y="13508"/>
                    <a:pt x="16382" y="13508"/>
                  </a:cubicBezTo>
                  <a:cubicBezTo>
                    <a:pt x="16382" y="13508"/>
                    <a:pt x="16382" y="13508"/>
                    <a:pt x="16382" y="13508"/>
                  </a:cubicBezTo>
                  <a:cubicBezTo>
                    <a:pt x="16438" y="13575"/>
                    <a:pt x="16438" y="13575"/>
                    <a:pt x="16438" y="13575"/>
                  </a:cubicBezTo>
                  <a:cubicBezTo>
                    <a:pt x="16438" y="13575"/>
                    <a:pt x="16438" y="13575"/>
                    <a:pt x="16438" y="13575"/>
                  </a:cubicBezTo>
                  <a:cubicBezTo>
                    <a:pt x="16438" y="13575"/>
                    <a:pt x="16438" y="13575"/>
                    <a:pt x="16438" y="13575"/>
                  </a:cubicBezTo>
                  <a:cubicBezTo>
                    <a:pt x="16494" y="13642"/>
                    <a:pt x="16494" y="13642"/>
                    <a:pt x="16494" y="13642"/>
                  </a:cubicBezTo>
                  <a:cubicBezTo>
                    <a:pt x="16494" y="13642"/>
                    <a:pt x="16494" y="13642"/>
                    <a:pt x="16494" y="13642"/>
                  </a:cubicBezTo>
                  <a:cubicBezTo>
                    <a:pt x="16438" y="13708"/>
                    <a:pt x="16438" y="13708"/>
                    <a:pt x="16438" y="13708"/>
                  </a:cubicBezTo>
                  <a:cubicBezTo>
                    <a:pt x="16494" y="13708"/>
                    <a:pt x="16494" y="13708"/>
                    <a:pt x="16494" y="13708"/>
                  </a:cubicBezTo>
                  <a:cubicBezTo>
                    <a:pt x="16494" y="13775"/>
                    <a:pt x="16494" y="13775"/>
                    <a:pt x="16494" y="13775"/>
                  </a:cubicBezTo>
                  <a:cubicBezTo>
                    <a:pt x="16494" y="13775"/>
                    <a:pt x="16494" y="13775"/>
                    <a:pt x="16494" y="13775"/>
                  </a:cubicBezTo>
                  <a:cubicBezTo>
                    <a:pt x="16550" y="13708"/>
                    <a:pt x="16550" y="13708"/>
                    <a:pt x="16550" y="13708"/>
                  </a:cubicBezTo>
                  <a:cubicBezTo>
                    <a:pt x="16550" y="13775"/>
                    <a:pt x="16550" y="13775"/>
                    <a:pt x="16550" y="13775"/>
                  </a:cubicBezTo>
                  <a:cubicBezTo>
                    <a:pt x="16550" y="13775"/>
                    <a:pt x="16550" y="13775"/>
                    <a:pt x="16550" y="13775"/>
                  </a:cubicBezTo>
                  <a:cubicBezTo>
                    <a:pt x="16550" y="13842"/>
                    <a:pt x="16550" y="13842"/>
                    <a:pt x="16550" y="13842"/>
                  </a:cubicBezTo>
                  <a:cubicBezTo>
                    <a:pt x="16550" y="13842"/>
                    <a:pt x="16550" y="13842"/>
                    <a:pt x="16550" y="13842"/>
                  </a:cubicBezTo>
                  <a:cubicBezTo>
                    <a:pt x="16606" y="13842"/>
                    <a:pt x="16606" y="13842"/>
                    <a:pt x="16606" y="13842"/>
                  </a:cubicBezTo>
                  <a:cubicBezTo>
                    <a:pt x="16550" y="13909"/>
                    <a:pt x="16550" y="13909"/>
                    <a:pt x="16550" y="13909"/>
                  </a:cubicBezTo>
                  <a:cubicBezTo>
                    <a:pt x="16550" y="13842"/>
                    <a:pt x="16550" y="13842"/>
                    <a:pt x="16550" y="13842"/>
                  </a:cubicBezTo>
                  <a:cubicBezTo>
                    <a:pt x="16494" y="13909"/>
                    <a:pt x="16494" y="13909"/>
                    <a:pt x="16494" y="13909"/>
                  </a:cubicBezTo>
                  <a:cubicBezTo>
                    <a:pt x="16550" y="13909"/>
                    <a:pt x="16550" y="13909"/>
                    <a:pt x="16550" y="13909"/>
                  </a:cubicBezTo>
                  <a:cubicBezTo>
                    <a:pt x="16550" y="13976"/>
                    <a:pt x="16550" y="13976"/>
                    <a:pt x="16550" y="13976"/>
                  </a:cubicBezTo>
                  <a:cubicBezTo>
                    <a:pt x="16550" y="13976"/>
                    <a:pt x="16550" y="13976"/>
                    <a:pt x="16550" y="13976"/>
                  </a:cubicBezTo>
                  <a:cubicBezTo>
                    <a:pt x="16550" y="13976"/>
                    <a:pt x="16550" y="13976"/>
                    <a:pt x="16550" y="13976"/>
                  </a:cubicBezTo>
                  <a:close/>
                  <a:moveTo>
                    <a:pt x="12398" y="12705"/>
                  </a:moveTo>
                  <a:cubicBezTo>
                    <a:pt x="12398" y="12705"/>
                    <a:pt x="12398" y="12705"/>
                    <a:pt x="12398" y="12705"/>
                  </a:cubicBezTo>
                  <a:cubicBezTo>
                    <a:pt x="12455" y="12639"/>
                    <a:pt x="12455" y="12639"/>
                    <a:pt x="12455" y="12639"/>
                  </a:cubicBezTo>
                  <a:cubicBezTo>
                    <a:pt x="12455" y="12639"/>
                    <a:pt x="12455" y="12639"/>
                    <a:pt x="12455" y="12639"/>
                  </a:cubicBezTo>
                  <a:cubicBezTo>
                    <a:pt x="12455" y="12639"/>
                    <a:pt x="12455" y="12639"/>
                    <a:pt x="12455" y="12639"/>
                  </a:cubicBezTo>
                  <a:cubicBezTo>
                    <a:pt x="12511" y="12639"/>
                    <a:pt x="12511" y="12639"/>
                    <a:pt x="12511" y="12639"/>
                  </a:cubicBezTo>
                  <a:cubicBezTo>
                    <a:pt x="12511" y="12639"/>
                    <a:pt x="12511" y="12639"/>
                    <a:pt x="12511" y="12639"/>
                  </a:cubicBezTo>
                  <a:cubicBezTo>
                    <a:pt x="12567" y="12639"/>
                    <a:pt x="12567" y="12639"/>
                    <a:pt x="12567" y="12639"/>
                  </a:cubicBezTo>
                  <a:cubicBezTo>
                    <a:pt x="12567" y="12639"/>
                    <a:pt x="12567" y="12639"/>
                    <a:pt x="12567" y="12639"/>
                  </a:cubicBezTo>
                  <a:cubicBezTo>
                    <a:pt x="12623" y="12639"/>
                    <a:pt x="12623" y="12639"/>
                    <a:pt x="12623" y="12639"/>
                  </a:cubicBezTo>
                  <a:cubicBezTo>
                    <a:pt x="12623" y="12705"/>
                    <a:pt x="12623" y="12705"/>
                    <a:pt x="12623" y="12705"/>
                  </a:cubicBezTo>
                  <a:cubicBezTo>
                    <a:pt x="12567" y="12772"/>
                    <a:pt x="12567" y="12772"/>
                    <a:pt x="12567" y="12772"/>
                  </a:cubicBezTo>
                  <a:cubicBezTo>
                    <a:pt x="12567" y="12772"/>
                    <a:pt x="12567" y="12772"/>
                    <a:pt x="12567" y="12772"/>
                  </a:cubicBezTo>
                  <a:cubicBezTo>
                    <a:pt x="12567" y="12839"/>
                    <a:pt x="12567" y="12839"/>
                    <a:pt x="12567" y="12839"/>
                  </a:cubicBezTo>
                  <a:cubicBezTo>
                    <a:pt x="12567" y="12906"/>
                    <a:pt x="12567" y="12906"/>
                    <a:pt x="12567" y="12906"/>
                  </a:cubicBezTo>
                  <a:cubicBezTo>
                    <a:pt x="12567" y="12906"/>
                    <a:pt x="12567" y="12906"/>
                    <a:pt x="12567" y="12906"/>
                  </a:cubicBezTo>
                  <a:cubicBezTo>
                    <a:pt x="12623" y="12906"/>
                    <a:pt x="12623" y="12906"/>
                    <a:pt x="12623" y="12906"/>
                  </a:cubicBezTo>
                  <a:cubicBezTo>
                    <a:pt x="12623" y="12906"/>
                    <a:pt x="12623" y="12906"/>
                    <a:pt x="12623" y="12906"/>
                  </a:cubicBezTo>
                  <a:cubicBezTo>
                    <a:pt x="12623" y="12906"/>
                    <a:pt x="12623" y="12906"/>
                    <a:pt x="12623" y="12906"/>
                  </a:cubicBezTo>
                  <a:cubicBezTo>
                    <a:pt x="12679" y="12906"/>
                    <a:pt x="12679" y="12906"/>
                    <a:pt x="12679" y="12906"/>
                  </a:cubicBezTo>
                  <a:cubicBezTo>
                    <a:pt x="12735" y="12906"/>
                    <a:pt x="12735" y="12906"/>
                    <a:pt x="12735" y="12906"/>
                  </a:cubicBezTo>
                  <a:cubicBezTo>
                    <a:pt x="12735" y="12906"/>
                    <a:pt x="12735" y="12906"/>
                    <a:pt x="12735" y="12906"/>
                  </a:cubicBezTo>
                  <a:cubicBezTo>
                    <a:pt x="12791" y="12839"/>
                    <a:pt x="12791" y="12839"/>
                    <a:pt x="12791" y="12839"/>
                  </a:cubicBezTo>
                  <a:cubicBezTo>
                    <a:pt x="12791" y="12839"/>
                    <a:pt x="12791" y="12839"/>
                    <a:pt x="12791" y="12839"/>
                  </a:cubicBezTo>
                  <a:cubicBezTo>
                    <a:pt x="12847" y="12839"/>
                    <a:pt x="12847" y="12839"/>
                    <a:pt x="12847" y="12839"/>
                  </a:cubicBezTo>
                  <a:cubicBezTo>
                    <a:pt x="12847" y="12772"/>
                    <a:pt x="12847" y="12772"/>
                    <a:pt x="12847" y="12772"/>
                  </a:cubicBezTo>
                  <a:cubicBezTo>
                    <a:pt x="12903" y="12705"/>
                    <a:pt x="12903" y="12705"/>
                    <a:pt x="12903" y="12705"/>
                  </a:cubicBezTo>
                  <a:cubicBezTo>
                    <a:pt x="12903" y="12705"/>
                    <a:pt x="12903" y="12705"/>
                    <a:pt x="12903" y="12705"/>
                  </a:cubicBezTo>
                  <a:cubicBezTo>
                    <a:pt x="12903" y="12705"/>
                    <a:pt x="12903" y="12705"/>
                    <a:pt x="12903" y="12705"/>
                  </a:cubicBezTo>
                  <a:cubicBezTo>
                    <a:pt x="12960" y="12705"/>
                    <a:pt x="12960" y="12705"/>
                    <a:pt x="12960" y="12705"/>
                  </a:cubicBezTo>
                  <a:cubicBezTo>
                    <a:pt x="13016" y="12705"/>
                    <a:pt x="13016" y="12705"/>
                    <a:pt x="13016" y="12705"/>
                  </a:cubicBezTo>
                  <a:cubicBezTo>
                    <a:pt x="13016" y="12705"/>
                    <a:pt x="13016" y="12705"/>
                    <a:pt x="13016" y="12705"/>
                  </a:cubicBezTo>
                  <a:cubicBezTo>
                    <a:pt x="13016" y="12705"/>
                    <a:pt x="13016" y="12705"/>
                    <a:pt x="13016" y="12705"/>
                  </a:cubicBezTo>
                  <a:cubicBezTo>
                    <a:pt x="13072" y="12639"/>
                    <a:pt x="13072" y="12639"/>
                    <a:pt x="13072" y="12639"/>
                  </a:cubicBezTo>
                  <a:cubicBezTo>
                    <a:pt x="13072" y="12572"/>
                    <a:pt x="13072" y="12572"/>
                    <a:pt x="13072" y="12572"/>
                  </a:cubicBezTo>
                  <a:cubicBezTo>
                    <a:pt x="13072" y="12505"/>
                    <a:pt x="13072" y="12505"/>
                    <a:pt x="13072" y="12505"/>
                  </a:cubicBezTo>
                  <a:cubicBezTo>
                    <a:pt x="13128" y="12505"/>
                    <a:pt x="13128" y="12505"/>
                    <a:pt x="13128" y="12505"/>
                  </a:cubicBezTo>
                  <a:cubicBezTo>
                    <a:pt x="13128" y="12505"/>
                    <a:pt x="13128" y="12505"/>
                    <a:pt x="13128" y="12505"/>
                  </a:cubicBezTo>
                  <a:cubicBezTo>
                    <a:pt x="13184" y="12505"/>
                    <a:pt x="13184" y="12505"/>
                    <a:pt x="13184" y="12505"/>
                  </a:cubicBezTo>
                  <a:cubicBezTo>
                    <a:pt x="13184" y="12505"/>
                    <a:pt x="13184" y="12505"/>
                    <a:pt x="13184" y="12505"/>
                  </a:cubicBezTo>
                  <a:cubicBezTo>
                    <a:pt x="13240" y="12438"/>
                    <a:pt x="13240" y="12438"/>
                    <a:pt x="13240" y="12438"/>
                  </a:cubicBezTo>
                  <a:cubicBezTo>
                    <a:pt x="13240" y="12505"/>
                    <a:pt x="13240" y="12505"/>
                    <a:pt x="13240" y="12505"/>
                  </a:cubicBezTo>
                  <a:cubicBezTo>
                    <a:pt x="13240" y="12505"/>
                    <a:pt x="13240" y="12505"/>
                    <a:pt x="13240" y="12505"/>
                  </a:cubicBezTo>
                  <a:cubicBezTo>
                    <a:pt x="13240" y="12572"/>
                    <a:pt x="13240" y="12572"/>
                    <a:pt x="13240" y="12572"/>
                  </a:cubicBezTo>
                  <a:cubicBezTo>
                    <a:pt x="13184" y="12572"/>
                    <a:pt x="13184" y="12572"/>
                    <a:pt x="13184" y="12572"/>
                  </a:cubicBezTo>
                  <a:cubicBezTo>
                    <a:pt x="13240" y="12572"/>
                    <a:pt x="13240" y="12572"/>
                    <a:pt x="13240" y="12572"/>
                  </a:cubicBezTo>
                  <a:cubicBezTo>
                    <a:pt x="13296" y="12572"/>
                    <a:pt x="13296" y="12572"/>
                    <a:pt x="13296" y="12572"/>
                  </a:cubicBezTo>
                  <a:cubicBezTo>
                    <a:pt x="13352" y="12639"/>
                    <a:pt x="13352" y="12639"/>
                    <a:pt x="13352" y="12639"/>
                  </a:cubicBezTo>
                  <a:cubicBezTo>
                    <a:pt x="13352" y="12639"/>
                    <a:pt x="13352" y="12639"/>
                    <a:pt x="13352" y="12639"/>
                  </a:cubicBezTo>
                  <a:cubicBezTo>
                    <a:pt x="13296" y="12705"/>
                    <a:pt x="13296" y="12705"/>
                    <a:pt x="13296" y="12705"/>
                  </a:cubicBezTo>
                  <a:cubicBezTo>
                    <a:pt x="13296" y="12705"/>
                    <a:pt x="13296" y="12705"/>
                    <a:pt x="13296" y="12705"/>
                  </a:cubicBezTo>
                  <a:cubicBezTo>
                    <a:pt x="13296" y="12772"/>
                    <a:pt x="13296" y="12772"/>
                    <a:pt x="13296" y="12772"/>
                  </a:cubicBezTo>
                  <a:cubicBezTo>
                    <a:pt x="13296" y="12772"/>
                    <a:pt x="13296" y="12772"/>
                    <a:pt x="13296" y="12772"/>
                  </a:cubicBezTo>
                  <a:cubicBezTo>
                    <a:pt x="13352" y="12772"/>
                    <a:pt x="13352" y="12772"/>
                    <a:pt x="13352" y="12772"/>
                  </a:cubicBezTo>
                  <a:cubicBezTo>
                    <a:pt x="13352" y="12772"/>
                    <a:pt x="13352" y="12772"/>
                    <a:pt x="13352" y="12772"/>
                  </a:cubicBezTo>
                  <a:cubicBezTo>
                    <a:pt x="13408" y="12772"/>
                    <a:pt x="13408" y="12772"/>
                    <a:pt x="13408" y="12772"/>
                  </a:cubicBezTo>
                  <a:cubicBezTo>
                    <a:pt x="13408" y="12772"/>
                    <a:pt x="13408" y="12772"/>
                    <a:pt x="13408" y="12772"/>
                  </a:cubicBezTo>
                  <a:cubicBezTo>
                    <a:pt x="13408" y="12839"/>
                    <a:pt x="13408" y="12839"/>
                    <a:pt x="13408" y="12839"/>
                  </a:cubicBezTo>
                  <a:cubicBezTo>
                    <a:pt x="13464" y="12839"/>
                    <a:pt x="13464" y="12839"/>
                    <a:pt x="13464" y="12839"/>
                  </a:cubicBezTo>
                  <a:cubicBezTo>
                    <a:pt x="13521" y="12839"/>
                    <a:pt x="13521" y="12839"/>
                    <a:pt x="13521" y="12839"/>
                  </a:cubicBezTo>
                  <a:cubicBezTo>
                    <a:pt x="13521" y="12839"/>
                    <a:pt x="13521" y="12839"/>
                    <a:pt x="13521" y="12839"/>
                  </a:cubicBezTo>
                  <a:cubicBezTo>
                    <a:pt x="13577" y="12906"/>
                    <a:pt x="13577" y="12906"/>
                    <a:pt x="13577" y="12906"/>
                  </a:cubicBezTo>
                  <a:cubicBezTo>
                    <a:pt x="13633" y="12906"/>
                    <a:pt x="13633" y="12906"/>
                    <a:pt x="13633" y="12906"/>
                  </a:cubicBezTo>
                  <a:cubicBezTo>
                    <a:pt x="13633" y="12839"/>
                    <a:pt x="13633" y="12839"/>
                    <a:pt x="13633" y="12839"/>
                  </a:cubicBezTo>
                  <a:cubicBezTo>
                    <a:pt x="13689" y="12772"/>
                    <a:pt x="13689" y="12772"/>
                    <a:pt x="13689" y="12772"/>
                  </a:cubicBezTo>
                  <a:cubicBezTo>
                    <a:pt x="13689" y="12772"/>
                    <a:pt x="13689" y="12772"/>
                    <a:pt x="13689" y="12772"/>
                  </a:cubicBezTo>
                  <a:cubicBezTo>
                    <a:pt x="13745" y="12772"/>
                    <a:pt x="13745" y="12772"/>
                    <a:pt x="13745" y="12772"/>
                  </a:cubicBezTo>
                  <a:cubicBezTo>
                    <a:pt x="13745" y="12705"/>
                    <a:pt x="13745" y="12705"/>
                    <a:pt x="13745" y="12705"/>
                  </a:cubicBezTo>
                  <a:cubicBezTo>
                    <a:pt x="13745" y="12705"/>
                    <a:pt x="13745" y="12705"/>
                    <a:pt x="13745" y="12705"/>
                  </a:cubicBezTo>
                  <a:cubicBezTo>
                    <a:pt x="13689" y="12705"/>
                    <a:pt x="13689" y="12705"/>
                    <a:pt x="13689" y="12705"/>
                  </a:cubicBezTo>
                  <a:cubicBezTo>
                    <a:pt x="13745" y="12705"/>
                    <a:pt x="13745" y="12705"/>
                    <a:pt x="13745" y="12705"/>
                  </a:cubicBezTo>
                  <a:cubicBezTo>
                    <a:pt x="13745" y="12639"/>
                    <a:pt x="13745" y="12639"/>
                    <a:pt x="13745" y="12639"/>
                  </a:cubicBezTo>
                  <a:cubicBezTo>
                    <a:pt x="13689" y="12639"/>
                    <a:pt x="13689" y="12639"/>
                    <a:pt x="13689" y="12639"/>
                  </a:cubicBezTo>
                  <a:cubicBezTo>
                    <a:pt x="13689" y="12572"/>
                    <a:pt x="13689" y="12572"/>
                    <a:pt x="13689" y="12572"/>
                  </a:cubicBezTo>
                  <a:cubicBezTo>
                    <a:pt x="13689" y="12572"/>
                    <a:pt x="13689" y="12572"/>
                    <a:pt x="13689" y="12572"/>
                  </a:cubicBezTo>
                  <a:cubicBezTo>
                    <a:pt x="13689" y="12639"/>
                    <a:pt x="13689" y="12639"/>
                    <a:pt x="13689" y="12639"/>
                  </a:cubicBezTo>
                  <a:cubicBezTo>
                    <a:pt x="13689" y="12639"/>
                    <a:pt x="13689" y="12639"/>
                    <a:pt x="13689" y="12639"/>
                  </a:cubicBezTo>
                  <a:cubicBezTo>
                    <a:pt x="13633" y="12639"/>
                    <a:pt x="13633" y="12639"/>
                    <a:pt x="13633" y="12639"/>
                  </a:cubicBezTo>
                  <a:cubicBezTo>
                    <a:pt x="13577" y="12639"/>
                    <a:pt x="13577" y="12639"/>
                    <a:pt x="13577" y="12639"/>
                  </a:cubicBezTo>
                  <a:cubicBezTo>
                    <a:pt x="13577" y="12572"/>
                    <a:pt x="13577" y="12572"/>
                    <a:pt x="13577" y="12572"/>
                  </a:cubicBezTo>
                  <a:cubicBezTo>
                    <a:pt x="13577" y="12572"/>
                    <a:pt x="13577" y="12572"/>
                    <a:pt x="13577" y="12572"/>
                  </a:cubicBezTo>
                  <a:cubicBezTo>
                    <a:pt x="13521" y="12639"/>
                    <a:pt x="13521" y="12639"/>
                    <a:pt x="13521" y="12639"/>
                  </a:cubicBezTo>
                  <a:cubicBezTo>
                    <a:pt x="13464" y="12639"/>
                    <a:pt x="13464" y="12639"/>
                    <a:pt x="13464" y="12639"/>
                  </a:cubicBezTo>
                  <a:cubicBezTo>
                    <a:pt x="13464" y="12572"/>
                    <a:pt x="13464" y="12572"/>
                    <a:pt x="13464" y="12572"/>
                  </a:cubicBezTo>
                  <a:cubicBezTo>
                    <a:pt x="13464" y="12572"/>
                    <a:pt x="13464" y="12572"/>
                    <a:pt x="13464" y="12572"/>
                  </a:cubicBezTo>
                  <a:cubicBezTo>
                    <a:pt x="13521" y="12572"/>
                    <a:pt x="13521" y="12572"/>
                    <a:pt x="13521" y="12572"/>
                  </a:cubicBezTo>
                  <a:cubicBezTo>
                    <a:pt x="13577" y="12505"/>
                    <a:pt x="13577" y="12505"/>
                    <a:pt x="13577" y="12505"/>
                  </a:cubicBezTo>
                  <a:cubicBezTo>
                    <a:pt x="13577" y="12505"/>
                    <a:pt x="13577" y="12505"/>
                    <a:pt x="13577" y="12505"/>
                  </a:cubicBezTo>
                  <a:cubicBezTo>
                    <a:pt x="13521" y="12505"/>
                    <a:pt x="13521" y="12505"/>
                    <a:pt x="13521" y="12505"/>
                  </a:cubicBezTo>
                  <a:cubicBezTo>
                    <a:pt x="13521" y="12438"/>
                    <a:pt x="13521" y="12438"/>
                    <a:pt x="13521" y="12438"/>
                  </a:cubicBezTo>
                  <a:cubicBezTo>
                    <a:pt x="13521" y="12371"/>
                    <a:pt x="13521" y="12371"/>
                    <a:pt x="13521" y="12371"/>
                  </a:cubicBezTo>
                  <a:cubicBezTo>
                    <a:pt x="13521" y="12371"/>
                    <a:pt x="13521" y="12371"/>
                    <a:pt x="13521" y="12371"/>
                  </a:cubicBezTo>
                  <a:cubicBezTo>
                    <a:pt x="13521" y="12304"/>
                    <a:pt x="13521" y="12304"/>
                    <a:pt x="13521" y="12304"/>
                  </a:cubicBezTo>
                  <a:cubicBezTo>
                    <a:pt x="13521" y="12304"/>
                    <a:pt x="13521" y="12304"/>
                    <a:pt x="13521" y="12304"/>
                  </a:cubicBezTo>
                  <a:cubicBezTo>
                    <a:pt x="13464" y="12237"/>
                    <a:pt x="13464" y="12237"/>
                    <a:pt x="13464" y="12237"/>
                  </a:cubicBezTo>
                  <a:cubicBezTo>
                    <a:pt x="13408" y="12170"/>
                    <a:pt x="13408" y="12170"/>
                    <a:pt x="13408" y="12170"/>
                  </a:cubicBezTo>
                  <a:cubicBezTo>
                    <a:pt x="13408" y="12170"/>
                    <a:pt x="13408" y="12170"/>
                    <a:pt x="13408" y="12170"/>
                  </a:cubicBezTo>
                  <a:cubicBezTo>
                    <a:pt x="13352" y="12104"/>
                    <a:pt x="13352" y="12104"/>
                    <a:pt x="13352" y="12104"/>
                  </a:cubicBezTo>
                  <a:cubicBezTo>
                    <a:pt x="13352" y="12104"/>
                    <a:pt x="13352" y="12104"/>
                    <a:pt x="13352" y="12104"/>
                  </a:cubicBezTo>
                  <a:cubicBezTo>
                    <a:pt x="13352" y="12104"/>
                    <a:pt x="13352" y="12104"/>
                    <a:pt x="13352" y="12104"/>
                  </a:cubicBezTo>
                  <a:cubicBezTo>
                    <a:pt x="13352" y="12037"/>
                    <a:pt x="13352" y="12037"/>
                    <a:pt x="13352" y="12037"/>
                  </a:cubicBezTo>
                  <a:cubicBezTo>
                    <a:pt x="13296" y="11970"/>
                    <a:pt x="13296" y="11970"/>
                    <a:pt x="13296" y="11970"/>
                  </a:cubicBezTo>
                  <a:cubicBezTo>
                    <a:pt x="13240" y="11970"/>
                    <a:pt x="13240" y="11970"/>
                    <a:pt x="13240" y="11970"/>
                  </a:cubicBezTo>
                  <a:cubicBezTo>
                    <a:pt x="13184" y="11970"/>
                    <a:pt x="13184" y="11970"/>
                    <a:pt x="13184" y="11970"/>
                  </a:cubicBezTo>
                  <a:cubicBezTo>
                    <a:pt x="13128" y="11903"/>
                    <a:pt x="13128" y="11903"/>
                    <a:pt x="13128" y="11903"/>
                  </a:cubicBezTo>
                  <a:cubicBezTo>
                    <a:pt x="13184" y="11836"/>
                    <a:pt x="13184" y="11836"/>
                    <a:pt x="13184" y="11836"/>
                  </a:cubicBezTo>
                  <a:cubicBezTo>
                    <a:pt x="13184" y="11836"/>
                    <a:pt x="13184" y="11836"/>
                    <a:pt x="13184" y="11836"/>
                  </a:cubicBezTo>
                  <a:cubicBezTo>
                    <a:pt x="13128" y="11836"/>
                    <a:pt x="13128" y="11836"/>
                    <a:pt x="13128" y="11836"/>
                  </a:cubicBezTo>
                  <a:cubicBezTo>
                    <a:pt x="13128" y="11769"/>
                    <a:pt x="13128" y="11769"/>
                    <a:pt x="13128" y="11769"/>
                  </a:cubicBezTo>
                  <a:cubicBezTo>
                    <a:pt x="13128" y="11769"/>
                    <a:pt x="13128" y="11769"/>
                    <a:pt x="13128" y="11769"/>
                  </a:cubicBezTo>
                  <a:cubicBezTo>
                    <a:pt x="13072" y="11836"/>
                    <a:pt x="13072" y="11836"/>
                    <a:pt x="13072" y="11836"/>
                  </a:cubicBezTo>
                  <a:cubicBezTo>
                    <a:pt x="13072" y="11903"/>
                    <a:pt x="13072" y="11903"/>
                    <a:pt x="13072" y="11903"/>
                  </a:cubicBezTo>
                  <a:cubicBezTo>
                    <a:pt x="13016" y="11903"/>
                    <a:pt x="13016" y="11903"/>
                    <a:pt x="13016" y="11903"/>
                  </a:cubicBezTo>
                  <a:cubicBezTo>
                    <a:pt x="13016" y="11903"/>
                    <a:pt x="13016" y="11903"/>
                    <a:pt x="13016" y="11903"/>
                  </a:cubicBezTo>
                  <a:cubicBezTo>
                    <a:pt x="13016" y="11836"/>
                    <a:pt x="13016" y="11836"/>
                    <a:pt x="13016" y="11836"/>
                  </a:cubicBezTo>
                  <a:cubicBezTo>
                    <a:pt x="13016" y="11769"/>
                    <a:pt x="13016" y="11769"/>
                    <a:pt x="13016" y="11769"/>
                  </a:cubicBezTo>
                  <a:cubicBezTo>
                    <a:pt x="13016" y="11702"/>
                    <a:pt x="13016" y="11702"/>
                    <a:pt x="13016" y="11702"/>
                  </a:cubicBezTo>
                  <a:cubicBezTo>
                    <a:pt x="13016" y="11702"/>
                    <a:pt x="13016" y="11702"/>
                    <a:pt x="13016" y="11702"/>
                  </a:cubicBezTo>
                  <a:cubicBezTo>
                    <a:pt x="13072" y="11702"/>
                    <a:pt x="13072" y="11702"/>
                    <a:pt x="13072" y="11702"/>
                  </a:cubicBezTo>
                  <a:cubicBezTo>
                    <a:pt x="13072" y="11702"/>
                    <a:pt x="13072" y="11702"/>
                    <a:pt x="13072" y="11702"/>
                  </a:cubicBezTo>
                  <a:cubicBezTo>
                    <a:pt x="13072" y="11635"/>
                    <a:pt x="13072" y="11635"/>
                    <a:pt x="13072" y="11635"/>
                  </a:cubicBezTo>
                  <a:cubicBezTo>
                    <a:pt x="13016" y="11635"/>
                    <a:pt x="13016" y="11635"/>
                    <a:pt x="13016" y="11635"/>
                  </a:cubicBezTo>
                  <a:cubicBezTo>
                    <a:pt x="13016" y="11635"/>
                    <a:pt x="13016" y="11635"/>
                    <a:pt x="13016" y="11635"/>
                  </a:cubicBezTo>
                  <a:cubicBezTo>
                    <a:pt x="13016" y="11569"/>
                    <a:pt x="13016" y="11569"/>
                    <a:pt x="13016" y="11569"/>
                  </a:cubicBezTo>
                  <a:cubicBezTo>
                    <a:pt x="13016" y="11502"/>
                    <a:pt x="13016" y="11502"/>
                    <a:pt x="13016" y="11502"/>
                  </a:cubicBezTo>
                  <a:cubicBezTo>
                    <a:pt x="13016" y="11502"/>
                    <a:pt x="13016" y="11502"/>
                    <a:pt x="13016" y="11502"/>
                  </a:cubicBezTo>
                  <a:cubicBezTo>
                    <a:pt x="12903" y="11569"/>
                    <a:pt x="12903" y="11569"/>
                    <a:pt x="12903" y="11569"/>
                  </a:cubicBezTo>
                  <a:cubicBezTo>
                    <a:pt x="12847" y="11635"/>
                    <a:pt x="12847" y="11635"/>
                    <a:pt x="12847" y="11635"/>
                  </a:cubicBezTo>
                  <a:cubicBezTo>
                    <a:pt x="12847" y="11702"/>
                    <a:pt x="12847" y="11702"/>
                    <a:pt x="12847" y="11702"/>
                  </a:cubicBezTo>
                  <a:cubicBezTo>
                    <a:pt x="12791" y="11769"/>
                    <a:pt x="12791" y="11769"/>
                    <a:pt x="12791" y="11769"/>
                  </a:cubicBezTo>
                  <a:cubicBezTo>
                    <a:pt x="12791" y="11836"/>
                    <a:pt x="12791" y="11836"/>
                    <a:pt x="12791" y="11836"/>
                  </a:cubicBezTo>
                  <a:cubicBezTo>
                    <a:pt x="12735" y="11836"/>
                    <a:pt x="12735" y="11836"/>
                    <a:pt x="12735" y="11836"/>
                  </a:cubicBezTo>
                  <a:cubicBezTo>
                    <a:pt x="12735" y="11903"/>
                    <a:pt x="12735" y="11903"/>
                    <a:pt x="12735" y="11903"/>
                  </a:cubicBezTo>
                  <a:cubicBezTo>
                    <a:pt x="12679" y="11970"/>
                    <a:pt x="12679" y="11970"/>
                    <a:pt x="12679" y="11970"/>
                  </a:cubicBezTo>
                  <a:cubicBezTo>
                    <a:pt x="12735" y="12037"/>
                    <a:pt x="12735" y="12037"/>
                    <a:pt x="12735" y="12037"/>
                  </a:cubicBezTo>
                  <a:cubicBezTo>
                    <a:pt x="12679" y="12037"/>
                    <a:pt x="12679" y="12037"/>
                    <a:pt x="12679" y="12037"/>
                  </a:cubicBezTo>
                  <a:cubicBezTo>
                    <a:pt x="12679" y="12104"/>
                    <a:pt x="12679" y="12104"/>
                    <a:pt x="12679" y="12104"/>
                  </a:cubicBezTo>
                  <a:cubicBezTo>
                    <a:pt x="12679" y="12104"/>
                    <a:pt x="12679" y="12104"/>
                    <a:pt x="12679" y="12104"/>
                  </a:cubicBezTo>
                  <a:cubicBezTo>
                    <a:pt x="12623" y="12170"/>
                    <a:pt x="12623" y="12170"/>
                    <a:pt x="12623" y="12170"/>
                  </a:cubicBezTo>
                  <a:cubicBezTo>
                    <a:pt x="12567" y="12237"/>
                    <a:pt x="12567" y="12237"/>
                    <a:pt x="12567" y="12237"/>
                  </a:cubicBezTo>
                  <a:cubicBezTo>
                    <a:pt x="12567" y="12304"/>
                    <a:pt x="12567" y="12304"/>
                    <a:pt x="12567" y="12304"/>
                  </a:cubicBezTo>
                  <a:cubicBezTo>
                    <a:pt x="12567" y="12304"/>
                    <a:pt x="12567" y="12304"/>
                    <a:pt x="12567" y="12304"/>
                  </a:cubicBezTo>
                  <a:cubicBezTo>
                    <a:pt x="12567" y="12438"/>
                    <a:pt x="12567" y="12438"/>
                    <a:pt x="12567" y="12438"/>
                  </a:cubicBezTo>
                  <a:cubicBezTo>
                    <a:pt x="12567" y="12438"/>
                    <a:pt x="12567" y="12438"/>
                    <a:pt x="12567" y="12438"/>
                  </a:cubicBezTo>
                  <a:cubicBezTo>
                    <a:pt x="12511" y="12438"/>
                    <a:pt x="12511" y="12438"/>
                    <a:pt x="12511" y="12438"/>
                  </a:cubicBezTo>
                  <a:cubicBezTo>
                    <a:pt x="12398" y="12505"/>
                    <a:pt x="12398" y="12505"/>
                    <a:pt x="12398" y="12505"/>
                  </a:cubicBezTo>
                  <a:cubicBezTo>
                    <a:pt x="12398" y="12505"/>
                    <a:pt x="12398" y="12505"/>
                    <a:pt x="12398" y="12505"/>
                  </a:cubicBezTo>
                  <a:cubicBezTo>
                    <a:pt x="12398" y="12639"/>
                    <a:pt x="12398" y="12639"/>
                    <a:pt x="12398" y="12639"/>
                  </a:cubicBezTo>
                  <a:cubicBezTo>
                    <a:pt x="12398" y="12705"/>
                    <a:pt x="12398" y="12705"/>
                    <a:pt x="12398" y="12705"/>
                  </a:cubicBezTo>
                  <a:close/>
                  <a:moveTo>
                    <a:pt x="12791" y="13441"/>
                  </a:moveTo>
                  <a:cubicBezTo>
                    <a:pt x="12791" y="13441"/>
                    <a:pt x="12791" y="13441"/>
                    <a:pt x="12791" y="13441"/>
                  </a:cubicBezTo>
                  <a:cubicBezTo>
                    <a:pt x="12847" y="13441"/>
                    <a:pt x="12847" y="13441"/>
                    <a:pt x="12847" y="13441"/>
                  </a:cubicBezTo>
                  <a:cubicBezTo>
                    <a:pt x="12847" y="13374"/>
                    <a:pt x="12847" y="13374"/>
                    <a:pt x="12847" y="13374"/>
                  </a:cubicBezTo>
                  <a:cubicBezTo>
                    <a:pt x="12903" y="13374"/>
                    <a:pt x="12903" y="13374"/>
                    <a:pt x="12903" y="13374"/>
                  </a:cubicBezTo>
                  <a:cubicBezTo>
                    <a:pt x="12903" y="13441"/>
                    <a:pt x="12903" y="13441"/>
                    <a:pt x="12903" y="13441"/>
                  </a:cubicBezTo>
                  <a:cubicBezTo>
                    <a:pt x="12960" y="13441"/>
                    <a:pt x="12960" y="13441"/>
                    <a:pt x="12960" y="13441"/>
                  </a:cubicBezTo>
                  <a:cubicBezTo>
                    <a:pt x="12960" y="13441"/>
                    <a:pt x="12960" y="13441"/>
                    <a:pt x="12960" y="13441"/>
                  </a:cubicBezTo>
                  <a:cubicBezTo>
                    <a:pt x="13016" y="13374"/>
                    <a:pt x="13016" y="13374"/>
                    <a:pt x="13016" y="13374"/>
                  </a:cubicBezTo>
                  <a:cubicBezTo>
                    <a:pt x="13072" y="13374"/>
                    <a:pt x="13072" y="13374"/>
                    <a:pt x="13072" y="13374"/>
                  </a:cubicBezTo>
                  <a:cubicBezTo>
                    <a:pt x="13128" y="13307"/>
                    <a:pt x="13128" y="13307"/>
                    <a:pt x="13128" y="13307"/>
                  </a:cubicBezTo>
                  <a:cubicBezTo>
                    <a:pt x="13184" y="13240"/>
                    <a:pt x="13184" y="13240"/>
                    <a:pt x="13184" y="13240"/>
                  </a:cubicBezTo>
                  <a:cubicBezTo>
                    <a:pt x="13184" y="13240"/>
                    <a:pt x="13184" y="13240"/>
                    <a:pt x="13184" y="13240"/>
                  </a:cubicBezTo>
                  <a:cubicBezTo>
                    <a:pt x="13240" y="13240"/>
                    <a:pt x="13240" y="13240"/>
                    <a:pt x="13240" y="13240"/>
                  </a:cubicBezTo>
                  <a:cubicBezTo>
                    <a:pt x="13240" y="13173"/>
                    <a:pt x="13240" y="13173"/>
                    <a:pt x="13240" y="13173"/>
                  </a:cubicBezTo>
                  <a:cubicBezTo>
                    <a:pt x="13296" y="13173"/>
                    <a:pt x="13296" y="13173"/>
                    <a:pt x="13296" y="13173"/>
                  </a:cubicBezTo>
                  <a:cubicBezTo>
                    <a:pt x="13296" y="13107"/>
                    <a:pt x="13296" y="13107"/>
                    <a:pt x="13296" y="13107"/>
                  </a:cubicBezTo>
                  <a:cubicBezTo>
                    <a:pt x="13240" y="13107"/>
                    <a:pt x="13240" y="13107"/>
                    <a:pt x="13240" y="13107"/>
                  </a:cubicBezTo>
                  <a:cubicBezTo>
                    <a:pt x="13240" y="13107"/>
                    <a:pt x="13240" y="13107"/>
                    <a:pt x="13240" y="13107"/>
                  </a:cubicBezTo>
                  <a:cubicBezTo>
                    <a:pt x="13184" y="13107"/>
                    <a:pt x="13184" y="13107"/>
                    <a:pt x="13184" y="13107"/>
                  </a:cubicBezTo>
                  <a:cubicBezTo>
                    <a:pt x="13128" y="13107"/>
                    <a:pt x="13128" y="13107"/>
                    <a:pt x="13128" y="13107"/>
                  </a:cubicBezTo>
                  <a:cubicBezTo>
                    <a:pt x="13128" y="13107"/>
                    <a:pt x="13128" y="13107"/>
                    <a:pt x="13128" y="13107"/>
                  </a:cubicBezTo>
                  <a:cubicBezTo>
                    <a:pt x="13072" y="13107"/>
                    <a:pt x="13072" y="13107"/>
                    <a:pt x="13072" y="13107"/>
                  </a:cubicBezTo>
                  <a:cubicBezTo>
                    <a:pt x="13072" y="13173"/>
                    <a:pt x="13072" y="13173"/>
                    <a:pt x="13072" y="13173"/>
                  </a:cubicBezTo>
                  <a:cubicBezTo>
                    <a:pt x="13016" y="13173"/>
                    <a:pt x="13016" y="13173"/>
                    <a:pt x="13016" y="13173"/>
                  </a:cubicBezTo>
                  <a:cubicBezTo>
                    <a:pt x="13016" y="13107"/>
                    <a:pt x="13016" y="13107"/>
                    <a:pt x="13016" y="13107"/>
                  </a:cubicBezTo>
                  <a:cubicBezTo>
                    <a:pt x="13016" y="13107"/>
                    <a:pt x="13016" y="13107"/>
                    <a:pt x="13016" y="13107"/>
                  </a:cubicBezTo>
                  <a:cubicBezTo>
                    <a:pt x="12960" y="13107"/>
                    <a:pt x="12960" y="13107"/>
                    <a:pt x="12960" y="13107"/>
                  </a:cubicBezTo>
                  <a:cubicBezTo>
                    <a:pt x="12903" y="13173"/>
                    <a:pt x="12903" y="13173"/>
                    <a:pt x="12903" y="13173"/>
                  </a:cubicBezTo>
                  <a:cubicBezTo>
                    <a:pt x="12903" y="13240"/>
                    <a:pt x="12903" y="13240"/>
                    <a:pt x="12903" y="13240"/>
                  </a:cubicBezTo>
                  <a:cubicBezTo>
                    <a:pt x="12847" y="13240"/>
                    <a:pt x="12847" y="13240"/>
                    <a:pt x="12847" y="13240"/>
                  </a:cubicBezTo>
                  <a:cubicBezTo>
                    <a:pt x="12791" y="13240"/>
                    <a:pt x="12791" y="13240"/>
                    <a:pt x="12791" y="13240"/>
                  </a:cubicBezTo>
                  <a:cubicBezTo>
                    <a:pt x="12791" y="13307"/>
                    <a:pt x="12791" y="13307"/>
                    <a:pt x="12791" y="13307"/>
                  </a:cubicBezTo>
                  <a:cubicBezTo>
                    <a:pt x="12791" y="13307"/>
                    <a:pt x="12791" y="13307"/>
                    <a:pt x="12791" y="13307"/>
                  </a:cubicBezTo>
                  <a:cubicBezTo>
                    <a:pt x="12791" y="13374"/>
                    <a:pt x="12791" y="13374"/>
                    <a:pt x="12791" y="13374"/>
                  </a:cubicBezTo>
                  <a:cubicBezTo>
                    <a:pt x="12791" y="13441"/>
                    <a:pt x="12791" y="13441"/>
                    <a:pt x="12791" y="13441"/>
                  </a:cubicBezTo>
                  <a:cubicBezTo>
                    <a:pt x="12791" y="13441"/>
                    <a:pt x="12791" y="13441"/>
                    <a:pt x="12791" y="13441"/>
                  </a:cubicBezTo>
                  <a:close/>
                  <a:moveTo>
                    <a:pt x="16831" y="13775"/>
                  </a:moveTo>
                  <a:cubicBezTo>
                    <a:pt x="16831" y="13842"/>
                    <a:pt x="16831" y="13842"/>
                    <a:pt x="16831" y="13842"/>
                  </a:cubicBezTo>
                  <a:cubicBezTo>
                    <a:pt x="16887" y="13842"/>
                    <a:pt x="16887" y="13842"/>
                    <a:pt x="16887" y="13842"/>
                  </a:cubicBezTo>
                  <a:cubicBezTo>
                    <a:pt x="16887" y="13842"/>
                    <a:pt x="16887" y="13842"/>
                    <a:pt x="16887" y="13842"/>
                  </a:cubicBezTo>
                  <a:cubicBezTo>
                    <a:pt x="16943" y="13842"/>
                    <a:pt x="16943" y="13842"/>
                    <a:pt x="16943" y="13842"/>
                  </a:cubicBezTo>
                  <a:cubicBezTo>
                    <a:pt x="16943" y="13842"/>
                    <a:pt x="16943" y="13842"/>
                    <a:pt x="16943" y="13842"/>
                  </a:cubicBezTo>
                  <a:cubicBezTo>
                    <a:pt x="16943" y="13775"/>
                    <a:pt x="16943" y="13775"/>
                    <a:pt x="16943" y="13775"/>
                  </a:cubicBezTo>
                  <a:cubicBezTo>
                    <a:pt x="16943" y="13775"/>
                    <a:pt x="16943" y="13775"/>
                    <a:pt x="16943" y="13775"/>
                  </a:cubicBezTo>
                  <a:cubicBezTo>
                    <a:pt x="16943" y="13775"/>
                    <a:pt x="16943" y="13775"/>
                    <a:pt x="16943" y="13775"/>
                  </a:cubicBezTo>
                  <a:cubicBezTo>
                    <a:pt x="16887" y="13775"/>
                    <a:pt x="16887" y="13775"/>
                    <a:pt x="16887" y="13775"/>
                  </a:cubicBezTo>
                  <a:cubicBezTo>
                    <a:pt x="16831" y="13775"/>
                    <a:pt x="16831" y="13775"/>
                    <a:pt x="16831" y="13775"/>
                  </a:cubicBezTo>
                  <a:cubicBezTo>
                    <a:pt x="16831" y="13775"/>
                    <a:pt x="16831" y="13775"/>
                    <a:pt x="16831" y="13775"/>
                  </a:cubicBezTo>
                  <a:close/>
                  <a:moveTo>
                    <a:pt x="15540" y="13441"/>
                  </a:moveTo>
                  <a:cubicBezTo>
                    <a:pt x="15596" y="13441"/>
                    <a:pt x="15596" y="13441"/>
                    <a:pt x="15596" y="13441"/>
                  </a:cubicBezTo>
                  <a:cubicBezTo>
                    <a:pt x="15596" y="13508"/>
                    <a:pt x="15596" y="13508"/>
                    <a:pt x="15596" y="13508"/>
                  </a:cubicBezTo>
                  <a:cubicBezTo>
                    <a:pt x="15652" y="13508"/>
                    <a:pt x="15652" y="13508"/>
                    <a:pt x="15652" y="13508"/>
                  </a:cubicBezTo>
                  <a:cubicBezTo>
                    <a:pt x="15596" y="13508"/>
                    <a:pt x="15596" y="13508"/>
                    <a:pt x="15596" y="13508"/>
                  </a:cubicBezTo>
                  <a:cubicBezTo>
                    <a:pt x="15652" y="13575"/>
                    <a:pt x="15652" y="13575"/>
                    <a:pt x="15652" y="13575"/>
                  </a:cubicBezTo>
                  <a:cubicBezTo>
                    <a:pt x="15652" y="13575"/>
                    <a:pt x="15652" y="13575"/>
                    <a:pt x="15652" y="13575"/>
                  </a:cubicBezTo>
                  <a:cubicBezTo>
                    <a:pt x="15652" y="13575"/>
                    <a:pt x="15652" y="13575"/>
                    <a:pt x="15652" y="13575"/>
                  </a:cubicBezTo>
                  <a:cubicBezTo>
                    <a:pt x="15709" y="13575"/>
                    <a:pt x="15709" y="13575"/>
                    <a:pt x="15709" y="13575"/>
                  </a:cubicBezTo>
                  <a:cubicBezTo>
                    <a:pt x="15709" y="13575"/>
                    <a:pt x="15709" y="13575"/>
                    <a:pt x="15709" y="13575"/>
                  </a:cubicBezTo>
                  <a:cubicBezTo>
                    <a:pt x="15709" y="13575"/>
                    <a:pt x="15709" y="13575"/>
                    <a:pt x="15709" y="13575"/>
                  </a:cubicBezTo>
                  <a:cubicBezTo>
                    <a:pt x="15709" y="13508"/>
                    <a:pt x="15709" y="13508"/>
                    <a:pt x="15709" y="13508"/>
                  </a:cubicBezTo>
                  <a:cubicBezTo>
                    <a:pt x="15709" y="13508"/>
                    <a:pt x="15709" y="13508"/>
                    <a:pt x="15709" y="13508"/>
                  </a:cubicBezTo>
                  <a:cubicBezTo>
                    <a:pt x="15652" y="13508"/>
                    <a:pt x="15652" y="13508"/>
                    <a:pt x="15652" y="13508"/>
                  </a:cubicBezTo>
                  <a:cubicBezTo>
                    <a:pt x="15652" y="13441"/>
                    <a:pt x="15652" y="13441"/>
                    <a:pt x="15652" y="13441"/>
                  </a:cubicBezTo>
                  <a:cubicBezTo>
                    <a:pt x="15596" y="13441"/>
                    <a:pt x="15596" y="13441"/>
                    <a:pt x="15596" y="13441"/>
                  </a:cubicBezTo>
                  <a:cubicBezTo>
                    <a:pt x="15596" y="13441"/>
                    <a:pt x="15596" y="13441"/>
                    <a:pt x="15596" y="13441"/>
                  </a:cubicBezTo>
                  <a:cubicBezTo>
                    <a:pt x="15540" y="13441"/>
                    <a:pt x="15540" y="13441"/>
                    <a:pt x="15540" y="13441"/>
                  </a:cubicBezTo>
                  <a:close/>
                  <a:moveTo>
                    <a:pt x="16775" y="14177"/>
                  </a:moveTo>
                  <a:cubicBezTo>
                    <a:pt x="16718" y="14110"/>
                    <a:pt x="16718" y="14110"/>
                    <a:pt x="16718" y="14110"/>
                  </a:cubicBezTo>
                  <a:cubicBezTo>
                    <a:pt x="16718" y="14110"/>
                    <a:pt x="16718" y="14110"/>
                    <a:pt x="16718" y="14110"/>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75" y="14110"/>
                    <a:pt x="16775" y="14110"/>
                    <a:pt x="16775" y="14110"/>
                  </a:cubicBezTo>
                  <a:cubicBezTo>
                    <a:pt x="16775" y="14110"/>
                    <a:pt x="16775" y="14110"/>
                    <a:pt x="16775" y="14110"/>
                  </a:cubicBezTo>
                  <a:cubicBezTo>
                    <a:pt x="16775" y="14177"/>
                    <a:pt x="16775" y="14177"/>
                    <a:pt x="16775" y="14177"/>
                  </a:cubicBezTo>
                  <a:close/>
                  <a:moveTo>
                    <a:pt x="16718" y="14310"/>
                  </a:moveTo>
                  <a:cubicBezTo>
                    <a:pt x="16718" y="14310"/>
                    <a:pt x="16718" y="14310"/>
                    <a:pt x="16718" y="14310"/>
                  </a:cubicBezTo>
                  <a:cubicBezTo>
                    <a:pt x="16718" y="14243"/>
                    <a:pt x="16718" y="14243"/>
                    <a:pt x="16718" y="14243"/>
                  </a:cubicBezTo>
                  <a:cubicBezTo>
                    <a:pt x="16662" y="14243"/>
                    <a:pt x="16662" y="14243"/>
                    <a:pt x="16662" y="14243"/>
                  </a:cubicBezTo>
                  <a:cubicBezTo>
                    <a:pt x="16662" y="14243"/>
                    <a:pt x="16662" y="14243"/>
                    <a:pt x="16662" y="14243"/>
                  </a:cubicBezTo>
                  <a:cubicBezTo>
                    <a:pt x="16606" y="14177"/>
                    <a:pt x="16606" y="14177"/>
                    <a:pt x="16606" y="14177"/>
                  </a:cubicBezTo>
                  <a:cubicBezTo>
                    <a:pt x="16606" y="14177"/>
                    <a:pt x="16606" y="14177"/>
                    <a:pt x="16606" y="14177"/>
                  </a:cubicBezTo>
                  <a:cubicBezTo>
                    <a:pt x="16662" y="14177"/>
                    <a:pt x="16662" y="14177"/>
                    <a:pt x="16662" y="14177"/>
                  </a:cubicBezTo>
                  <a:cubicBezTo>
                    <a:pt x="16662" y="14177"/>
                    <a:pt x="16662" y="14177"/>
                    <a:pt x="16662" y="14177"/>
                  </a:cubicBezTo>
                  <a:cubicBezTo>
                    <a:pt x="16718" y="14177"/>
                    <a:pt x="16718" y="14177"/>
                    <a:pt x="16718" y="14177"/>
                  </a:cubicBezTo>
                  <a:cubicBezTo>
                    <a:pt x="16775" y="14177"/>
                    <a:pt x="16775" y="14177"/>
                    <a:pt x="16775" y="14177"/>
                  </a:cubicBezTo>
                  <a:cubicBezTo>
                    <a:pt x="16775" y="14243"/>
                    <a:pt x="16775" y="14243"/>
                    <a:pt x="16775" y="14243"/>
                  </a:cubicBezTo>
                  <a:cubicBezTo>
                    <a:pt x="16775" y="14243"/>
                    <a:pt x="16775" y="14243"/>
                    <a:pt x="16775" y="14243"/>
                  </a:cubicBezTo>
                  <a:cubicBezTo>
                    <a:pt x="16775" y="14243"/>
                    <a:pt x="16775" y="14243"/>
                    <a:pt x="16775" y="14243"/>
                  </a:cubicBezTo>
                  <a:cubicBezTo>
                    <a:pt x="16718" y="14310"/>
                    <a:pt x="16718" y="14310"/>
                    <a:pt x="16718" y="14310"/>
                  </a:cubicBezTo>
                  <a:cubicBezTo>
                    <a:pt x="16718" y="14310"/>
                    <a:pt x="16718" y="14310"/>
                    <a:pt x="16718" y="14310"/>
                  </a:cubicBezTo>
                  <a:cubicBezTo>
                    <a:pt x="16718" y="14310"/>
                    <a:pt x="16718" y="14310"/>
                    <a:pt x="16718" y="14310"/>
                  </a:cubicBezTo>
                  <a:close/>
                  <a:moveTo>
                    <a:pt x="15484" y="15113"/>
                  </a:moveTo>
                  <a:cubicBezTo>
                    <a:pt x="15484" y="15180"/>
                    <a:pt x="15484" y="15180"/>
                    <a:pt x="15484" y="15180"/>
                  </a:cubicBezTo>
                  <a:cubicBezTo>
                    <a:pt x="15484" y="15113"/>
                    <a:pt x="15484" y="15113"/>
                    <a:pt x="15484" y="15113"/>
                  </a:cubicBezTo>
                  <a:cubicBezTo>
                    <a:pt x="15484" y="15113"/>
                    <a:pt x="15484" y="15113"/>
                    <a:pt x="15484" y="15113"/>
                  </a:cubicBezTo>
                  <a:close/>
                  <a:moveTo>
                    <a:pt x="15484" y="15113"/>
                  </a:moveTo>
                  <a:cubicBezTo>
                    <a:pt x="15484" y="15180"/>
                    <a:pt x="15484" y="15180"/>
                    <a:pt x="15484" y="15180"/>
                  </a:cubicBezTo>
                  <a:cubicBezTo>
                    <a:pt x="15484" y="15180"/>
                    <a:pt x="15484" y="15180"/>
                    <a:pt x="15484" y="15180"/>
                  </a:cubicBezTo>
                  <a:cubicBezTo>
                    <a:pt x="15484" y="15113"/>
                    <a:pt x="15484" y="15113"/>
                    <a:pt x="15484" y="15113"/>
                  </a:cubicBezTo>
                  <a:close/>
                  <a:moveTo>
                    <a:pt x="15540" y="15113"/>
                  </a:moveTo>
                  <a:cubicBezTo>
                    <a:pt x="15540" y="15180"/>
                    <a:pt x="15540" y="15180"/>
                    <a:pt x="15540" y="15180"/>
                  </a:cubicBezTo>
                  <a:cubicBezTo>
                    <a:pt x="15540" y="15180"/>
                    <a:pt x="15540" y="15180"/>
                    <a:pt x="15540" y="15180"/>
                  </a:cubicBezTo>
                  <a:cubicBezTo>
                    <a:pt x="15540" y="15247"/>
                    <a:pt x="15540" y="15247"/>
                    <a:pt x="15540" y="15247"/>
                  </a:cubicBezTo>
                  <a:cubicBezTo>
                    <a:pt x="15540" y="15180"/>
                    <a:pt x="15540" y="15180"/>
                    <a:pt x="15540" y="15180"/>
                  </a:cubicBezTo>
                  <a:cubicBezTo>
                    <a:pt x="15540" y="15180"/>
                    <a:pt x="15540" y="15180"/>
                    <a:pt x="15540" y="15180"/>
                  </a:cubicBezTo>
                  <a:cubicBezTo>
                    <a:pt x="15540" y="15113"/>
                    <a:pt x="15540" y="15113"/>
                    <a:pt x="15540" y="15113"/>
                  </a:cubicBezTo>
                  <a:close/>
                  <a:moveTo>
                    <a:pt x="15877" y="14712"/>
                  </a:moveTo>
                  <a:cubicBezTo>
                    <a:pt x="15877" y="14712"/>
                    <a:pt x="15877" y="14712"/>
                    <a:pt x="15877" y="14712"/>
                  </a:cubicBezTo>
                  <a:cubicBezTo>
                    <a:pt x="15877" y="14645"/>
                    <a:pt x="15877" y="14645"/>
                    <a:pt x="15877" y="14645"/>
                  </a:cubicBezTo>
                  <a:cubicBezTo>
                    <a:pt x="15877" y="14645"/>
                    <a:pt x="15877" y="14645"/>
                    <a:pt x="15877" y="14645"/>
                  </a:cubicBezTo>
                  <a:cubicBezTo>
                    <a:pt x="15877" y="14578"/>
                    <a:pt x="15877" y="14578"/>
                    <a:pt x="15877" y="14578"/>
                  </a:cubicBezTo>
                  <a:cubicBezTo>
                    <a:pt x="15933" y="14578"/>
                    <a:pt x="15933" y="14578"/>
                    <a:pt x="15933" y="14578"/>
                  </a:cubicBezTo>
                  <a:cubicBezTo>
                    <a:pt x="15989" y="14511"/>
                    <a:pt x="15989" y="14511"/>
                    <a:pt x="15989" y="14511"/>
                  </a:cubicBezTo>
                  <a:cubicBezTo>
                    <a:pt x="15989" y="14578"/>
                    <a:pt x="15989" y="14578"/>
                    <a:pt x="15989" y="14578"/>
                  </a:cubicBezTo>
                  <a:cubicBezTo>
                    <a:pt x="15989" y="14578"/>
                    <a:pt x="15989" y="14578"/>
                    <a:pt x="15989" y="14578"/>
                  </a:cubicBezTo>
                  <a:cubicBezTo>
                    <a:pt x="15989" y="14578"/>
                    <a:pt x="15989" y="14578"/>
                    <a:pt x="15989" y="14578"/>
                  </a:cubicBezTo>
                  <a:cubicBezTo>
                    <a:pt x="15989" y="14645"/>
                    <a:pt x="15989" y="14645"/>
                    <a:pt x="15989" y="14645"/>
                  </a:cubicBezTo>
                  <a:cubicBezTo>
                    <a:pt x="15989" y="14645"/>
                    <a:pt x="15989" y="14645"/>
                    <a:pt x="15989" y="14645"/>
                  </a:cubicBezTo>
                  <a:cubicBezTo>
                    <a:pt x="15933" y="14712"/>
                    <a:pt x="15933" y="14712"/>
                    <a:pt x="15933" y="14712"/>
                  </a:cubicBezTo>
                  <a:cubicBezTo>
                    <a:pt x="15933" y="14712"/>
                    <a:pt x="15933" y="14712"/>
                    <a:pt x="15933" y="14712"/>
                  </a:cubicBezTo>
                  <a:cubicBezTo>
                    <a:pt x="15877" y="14712"/>
                    <a:pt x="15877" y="14712"/>
                    <a:pt x="15877" y="14712"/>
                  </a:cubicBezTo>
                  <a:cubicBezTo>
                    <a:pt x="15877" y="14712"/>
                    <a:pt x="15877" y="14712"/>
                    <a:pt x="15877" y="14712"/>
                  </a:cubicBezTo>
                  <a:close/>
                  <a:moveTo>
                    <a:pt x="14755" y="13374"/>
                  </a:moveTo>
                  <a:cubicBezTo>
                    <a:pt x="14811" y="13441"/>
                    <a:pt x="14811" y="13441"/>
                    <a:pt x="14811" y="13441"/>
                  </a:cubicBezTo>
                  <a:cubicBezTo>
                    <a:pt x="14867" y="13441"/>
                    <a:pt x="14867" y="13441"/>
                    <a:pt x="14867" y="13441"/>
                  </a:cubicBezTo>
                  <a:cubicBezTo>
                    <a:pt x="14867" y="13441"/>
                    <a:pt x="14867" y="13441"/>
                    <a:pt x="14867" y="13441"/>
                  </a:cubicBezTo>
                  <a:cubicBezTo>
                    <a:pt x="14923" y="13508"/>
                    <a:pt x="14923" y="13508"/>
                    <a:pt x="14923" y="13508"/>
                  </a:cubicBezTo>
                  <a:cubicBezTo>
                    <a:pt x="14923" y="13441"/>
                    <a:pt x="14923" y="13441"/>
                    <a:pt x="14923" y="13441"/>
                  </a:cubicBezTo>
                  <a:cubicBezTo>
                    <a:pt x="14867" y="13441"/>
                    <a:pt x="14867" y="13441"/>
                    <a:pt x="14867" y="13441"/>
                  </a:cubicBezTo>
                  <a:cubicBezTo>
                    <a:pt x="14811" y="13374"/>
                    <a:pt x="14811" y="13374"/>
                    <a:pt x="14811" y="13374"/>
                  </a:cubicBezTo>
                  <a:cubicBezTo>
                    <a:pt x="14811" y="13374"/>
                    <a:pt x="14811" y="13374"/>
                    <a:pt x="14811" y="13374"/>
                  </a:cubicBezTo>
                  <a:cubicBezTo>
                    <a:pt x="14755" y="13374"/>
                    <a:pt x="14755" y="13374"/>
                    <a:pt x="14755" y="13374"/>
                  </a:cubicBezTo>
                  <a:close/>
                  <a:moveTo>
                    <a:pt x="14418" y="13040"/>
                  </a:moveTo>
                  <a:cubicBezTo>
                    <a:pt x="14418" y="13040"/>
                    <a:pt x="14418" y="13040"/>
                    <a:pt x="14418" y="13040"/>
                  </a:cubicBezTo>
                  <a:cubicBezTo>
                    <a:pt x="14418" y="13040"/>
                    <a:pt x="14418" y="13040"/>
                    <a:pt x="14418" y="13040"/>
                  </a:cubicBezTo>
                  <a:cubicBezTo>
                    <a:pt x="14474" y="13040"/>
                    <a:pt x="14474" y="13040"/>
                    <a:pt x="14474" y="13040"/>
                  </a:cubicBezTo>
                  <a:cubicBezTo>
                    <a:pt x="14474" y="13040"/>
                    <a:pt x="14474" y="13040"/>
                    <a:pt x="14474" y="13040"/>
                  </a:cubicBezTo>
                  <a:cubicBezTo>
                    <a:pt x="14474" y="13040"/>
                    <a:pt x="14474" y="13040"/>
                    <a:pt x="14474" y="13040"/>
                  </a:cubicBezTo>
                  <a:cubicBezTo>
                    <a:pt x="14530" y="13040"/>
                    <a:pt x="14530" y="13040"/>
                    <a:pt x="14530" y="13040"/>
                  </a:cubicBezTo>
                  <a:cubicBezTo>
                    <a:pt x="14530" y="12973"/>
                    <a:pt x="14530" y="12973"/>
                    <a:pt x="14530" y="12973"/>
                  </a:cubicBezTo>
                  <a:cubicBezTo>
                    <a:pt x="14474" y="12973"/>
                    <a:pt x="14474" y="12973"/>
                    <a:pt x="14474" y="12973"/>
                  </a:cubicBezTo>
                  <a:cubicBezTo>
                    <a:pt x="14530" y="12973"/>
                    <a:pt x="14530" y="12973"/>
                    <a:pt x="14530" y="12973"/>
                  </a:cubicBezTo>
                  <a:cubicBezTo>
                    <a:pt x="14530" y="12973"/>
                    <a:pt x="14530" y="12973"/>
                    <a:pt x="14530" y="12973"/>
                  </a:cubicBezTo>
                  <a:cubicBezTo>
                    <a:pt x="14474" y="12906"/>
                    <a:pt x="14474" y="12906"/>
                    <a:pt x="14474" y="12906"/>
                  </a:cubicBezTo>
                  <a:cubicBezTo>
                    <a:pt x="14418" y="12906"/>
                    <a:pt x="14418" y="12906"/>
                    <a:pt x="14418" y="12906"/>
                  </a:cubicBezTo>
                  <a:cubicBezTo>
                    <a:pt x="14418" y="12906"/>
                    <a:pt x="14418" y="12906"/>
                    <a:pt x="14418" y="12906"/>
                  </a:cubicBezTo>
                  <a:cubicBezTo>
                    <a:pt x="14418" y="12906"/>
                    <a:pt x="14418" y="12906"/>
                    <a:pt x="14418" y="12906"/>
                  </a:cubicBezTo>
                  <a:cubicBezTo>
                    <a:pt x="14362" y="12906"/>
                    <a:pt x="14362" y="12906"/>
                    <a:pt x="14362" y="12906"/>
                  </a:cubicBezTo>
                  <a:cubicBezTo>
                    <a:pt x="14362" y="12839"/>
                    <a:pt x="14362" y="12839"/>
                    <a:pt x="14362" y="12839"/>
                  </a:cubicBezTo>
                  <a:cubicBezTo>
                    <a:pt x="14306" y="12906"/>
                    <a:pt x="14306" y="12906"/>
                    <a:pt x="14306" y="12906"/>
                  </a:cubicBezTo>
                  <a:cubicBezTo>
                    <a:pt x="14306" y="12906"/>
                    <a:pt x="14306" y="12906"/>
                    <a:pt x="14306" y="12906"/>
                  </a:cubicBezTo>
                  <a:cubicBezTo>
                    <a:pt x="14306" y="12906"/>
                    <a:pt x="14306" y="12906"/>
                    <a:pt x="14306" y="12906"/>
                  </a:cubicBezTo>
                  <a:cubicBezTo>
                    <a:pt x="14362" y="12906"/>
                    <a:pt x="14362" y="12906"/>
                    <a:pt x="14362" y="12906"/>
                  </a:cubicBezTo>
                  <a:cubicBezTo>
                    <a:pt x="14362" y="12973"/>
                    <a:pt x="14362" y="12973"/>
                    <a:pt x="14362" y="12973"/>
                  </a:cubicBezTo>
                  <a:cubicBezTo>
                    <a:pt x="14362" y="12973"/>
                    <a:pt x="14362" y="12973"/>
                    <a:pt x="14362" y="12973"/>
                  </a:cubicBezTo>
                  <a:cubicBezTo>
                    <a:pt x="14418" y="12973"/>
                    <a:pt x="14418" y="12973"/>
                    <a:pt x="14418" y="12973"/>
                  </a:cubicBezTo>
                  <a:cubicBezTo>
                    <a:pt x="14418" y="13040"/>
                    <a:pt x="14418" y="13040"/>
                    <a:pt x="14418" y="13040"/>
                  </a:cubicBezTo>
                  <a:close/>
                  <a:moveTo>
                    <a:pt x="14138" y="13173"/>
                  </a:moveTo>
                  <a:cubicBezTo>
                    <a:pt x="14194" y="13173"/>
                    <a:pt x="14194" y="13173"/>
                    <a:pt x="14194" y="13173"/>
                  </a:cubicBezTo>
                  <a:cubicBezTo>
                    <a:pt x="14194" y="13173"/>
                    <a:pt x="14194" y="13173"/>
                    <a:pt x="14194" y="13173"/>
                  </a:cubicBezTo>
                  <a:cubicBezTo>
                    <a:pt x="14250" y="13107"/>
                    <a:pt x="14250" y="13107"/>
                    <a:pt x="14250" y="13107"/>
                  </a:cubicBezTo>
                  <a:cubicBezTo>
                    <a:pt x="14250" y="13107"/>
                    <a:pt x="14250" y="13107"/>
                    <a:pt x="14250" y="13107"/>
                  </a:cubicBezTo>
                  <a:cubicBezTo>
                    <a:pt x="14250" y="13107"/>
                    <a:pt x="14250" y="13107"/>
                    <a:pt x="14250" y="13107"/>
                  </a:cubicBezTo>
                  <a:cubicBezTo>
                    <a:pt x="14250" y="13107"/>
                    <a:pt x="14250" y="13107"/>
                    <a:pt x="14250" y="13107"/>
                  </a:cubicBezTo>
                  <a:cubicBezTo>
                    <a:pt x="14250" y="12973"/>
                    <a:pt x="14250" y="12973"/>
                    <a:pt x="14250" y="12973"/>
                  </a:cubicBezTo>
                  <a:cubicBezTo>
                    <a:pt x="14250" y="12973"/>
                    <a:pt x="14250" y="12973"/>
                    <a:pt x="14250" y="12973"/>
                  </a:cubicBezTo>
                  <a:cubicBezTo>
                    <a:pt x="14194" y="12973"/>
                    <a:pt x="14194" y="12973"/>
                    <a:pt x="14194" y="12973"/>
                  </a:cubicBezTo>
                  <a:cubicBezTo>
                    <a:pt x="14138" y="12973"/>
                    <a:pt x="14138" y="12973"/>
                    <a:pt x="14138" y="12973"/>
                  </a:cubicBezTo>
                  <a:cubicBezTo>
                    <a:pt x="14138" y="12906"/>
                    <a:pt x="14138" y="12906"/>
                    <a:pt x="14138" y="12906"/>
                  </a:cubicBezTo>
                  <a:cubicBezTo>
                    <a:pt x="14138" y="12973"/>
                    <a:pt x="14138" y="12973"/>
                    <a:pt x="14138" y="12973"/>
                  </a:cubicBezTo>
                  <a:cubicBezTo>
                    <a:pt x="14082" y="12973"/>
                    <a:pt x="14082" y="12973"/>
                    <a:pt x="14082" y="12973"/>
                  </a:cubicBezTo>
                  <a:cubicBezTo>
                    <a:pt x="14025" y="12906"/>
                    <a:pt x="14025" y="12906"/>
                    <a:pt x="14025" y="12906"/>
                  </a:cubicBezTo>
                  <a:cubicBezTo>
                    <a:pt x="14025" y="12973"/>
                    <a:pt x="14025" y="12973"/>
                    <a:pt x="14025" y="12973"/>
                  </a:cubicBezTo>
                  <a:cubicBezTo>
                    <a:pt x="14025" y="12973"/>
                    <a:pt x="14025" y="12973"/>
                    <a:pt x="14025" y="12973"/>
                  </a:cubicBezTo>
                  <a:cubicBezTo>
                    <a:pt x="14082" y="13040"/>
                    <a:pt x="14082" y="13040"/>
                    <a:pt x="14082" y="13040"/>
                  </a:cubicBezTo>
                  <a:cubicBezTo>
                    <a:pt x="14082" y="13107"/>
                    <a:pt x="14082" y="13107"/>
                    <a:pt x="14082" y="13107"/>
                  </a:cubicBezTo>
                  <a:cubicBezTo>
                    <a:pt x="14138" y="13107"/>
                    <a:pt x="14138" y="13107"/>
                    <a:pt x="14138" y="13107"/>
                  </a:cubicBezTo>
                  <a:cubicBezTo>
                    <a:pt x="14138" y="13173"/>
                    <a:pt x="14138" y="13173"/>
                    <a:pt x="14138" y="13173"/>
                  </a:cubicBezTo>
                  <a:cubicBezTo>
                    <a:pt x="14138" y="13173"/>
                    <a:pt x="14138" y="13173"/>
                    <a:pt x="14138" y="13173"/>
                  </a:cubicBezTo>
                  <a:close/>
                  <a:moveTo>
                    <a:pt x="14082" y="13374"/>
                  </a:moveTo>
                  <a:cubicBezTo>
                    <a:pt x="14082" y="13374"/>
                    <a:pt x="14138" y="13374"/>
                    <a:pt x="14138" y="13374"/>
                  </a:cubicBezTo>
                  <a:cubicBezTo>
                    <a:pt x="14082" y="13374"/>
                    <a:pt x="14082" y="13374"/>
                    <a:pt x="14082" y="13374"/>
                  </a:cubicBezTo>
                  <a:cubicBezTo>
                    <a:pt x="14025" y="13374"/>
                    <a:pt x="14025" y="13374"/>
                    <a:pt x="14025" y="13374"/>
                  </a:cubicBezTo>
                  <a:cubicBezTo>
                    <a:pt x="14082" y="13374"/>
                    <a:pt x="14082" y="13374"/>
                    <a:pt x="14082" y="13374"/>
                  </a:cubicBezTo>
                  <a:cubicBezTo>
                    <a:pt x="14082" y="13374"/>
                    <a:pt x="14082" y="13374"/>
                    <a:pt x="14082" y="13374"/>
                  </a:cubicBezTo>
                  <a:close/>
                  <a:moveTo>
                    <a:pt x="13577" y="13842"/>
                  </a:moveTo>
                  <a:cubicBezTo>
                    <a:pt x="13577" y="13842"/>
                    <a:pt x="13577" y="13842"/>
                    <a:pt x="13577" y="13842"/>
                  </a:cubicBezTo>
                  <a:cubicBezTo>
                    <a:pt x="13577" y="13775"/>
                    <a:pt x="13577" y="13775"/>
                    <a:pt x="13577" y="13775"/>
                  </a:cubicBezTo>
                  <a:cubicBezTo>
                    <a:pt x="13577" y="13775"/>
                    <a:pt x="13577" y="13775"/>
                    <a:pt x="13577" y="13775"/>
                  </a:cubicBezTo>
                  <a:cubicBezTo>
                    <a:pt x="13577" y="13775"/>
                    <a:pt x="13577" y="13775"/>
                    <a:pt x="13577" y="13775"/>
                  </a:cubicBezTo>
                  <a:cubicBezTo>
                    <a:pt x="13633" y="13708"/>
                    <a:pt x="13633" y="13708"/>
                    <a:pt x="13633" y="13708"/>
                  </a:cubicBezTo>
                  <a:cubicBezTo>
                    <a:pt x="13577" y="13708"/>
                    <a:pt x="13577" y="13708"/>
                    <a:pt x="13577" y="13708"/>
                  </a:cubicBezTo>
                  <a:cubicBezTo>
                    <a:pt x="13577" y="13708"/>
                    <a:pt x="13577" y="13708"/>
                    <a:pt x="13577" y="13708"/>
                  </a:cubicBezTo>
                  <a:cubicBezTo>
                    <a:pt x="13633" y="13642"/>
                    <a:pt x="13633" y="13642"/>
                    <a:pt x="13633" y="13642"/>
                  </a:cubicBezTo>
                  <a:cubicBezTo>
                    <a:pt x="13689" y="13575"/>
                    <a:pt x="13689" y="13575"/>
                    <a:pt x="13689" y="13575"/>
                  </a:cubicBezTo>
                  <a:cubicBezTo>
                    <a:pt x="13689" y="13575"/>
                    <a:pt x="13689" y="13575"/>
                    <a:pt x="13689" y="13575"/>
                  </a:cubicBezTo>
                  <a:cubicBezTo>
                    <a:pt x="13689" y="13575"/>
                    <a:pt x="13689" y="13575"/>
                    <a:pt x="13689" y="13575"/>
                  </a:cubicBezTo>
                  <a:cubicBezTo>
                    <a:pt x="13689" y="13575"/>
                    <a:pt x="13689" y="13575"/>
                    <a:pt x="13689" y="13575"/>
                  </a:cubicBezTo>
                  <a:cubicBezTo>
                    <a:pt x="13689" y="13508"/>
                    <a:pt x="13689" y="13508"/>
                    <a:pt x="13689" y="13508"/>
                  </a:cubicBezTo>
                  <a:cubicBezTo>
                    <a:pt x="13745" y="13508"/>
                    <a:pt x="13745" y="13508"/>
                    <a:pt x="13745" y="13508"/>
                  </a:cubicBezTo>
                  <a:cubicBezTo>
                    <a:pt x="13745" y="13441"/>
                    <a:pt x="13745" y="13441"/>
                    <a:pt x="13745" y="13441"/>
                  </a:cubicBezTo>
                  <a:cubicBezTo>
                    <a:pt x="13745" y="13441"/>
                    <a:pt x="13745" y="13441"/>
                    <a:pt x="13745" y="13441"/>
                  </a:cubicBezTo>
                  <a:cubicBezTo>
                    <a:pt x="13745" y="13441"/>
                    <a:pt x="13745" y="13441"/>
                    <a:pt x="13745" y="13441"/>
                  </a:cubicBezTo>
                  <a:cubicBezTo>
                    <a:pt x="13745" y="13374"/>
                    <a:pt x="13745" y="13374"/>
                    <a:pt x="13745" y="13374"/>
                  </a:cubicBezTo>
                  <a:cubicBezTo>
                    <a:pt x="13689" y="13441"/>
                    <a:pt x="13689" y="13441"/>
                    <a:pt x="13689" y="13441"/>
                  </a:cubicBezTo>
                  <a:cubicBezTo>
                    <a:pt x="13689" y="13441"/>
                    <a:pt x="13689" y="13441"/>
                    <a:pt x="13689" y="13441"/>
                  </a:cubicBezTo>
                  <a:cubicBezTo>
                    <a:pt x="13633" y="13374"/>
                    <a:pt x="13633" y="13374"/>
                    <a:pt x="13633" y="13374"/>
                  </a:cubicBezTo>
                  <a:cubicBezTo>
                    <a:pt x="13633" y="13374"/>
                    <a:pt x="13633" y="13374"/>
                    <a:pt x="13633" y="13374"/>
                  </a:cubicBezTo>
                  <a:cubicBezTo>
                    <a:pt x="13633" y="13374"/>
                    <a:pt x="13633" y="13374"/>
                    <a:pt x="13633" y="13374"/>
                  </a:cubicBezTo>
                  <a:cubicBezTo>
                    <a:pt x="13577" y="13441"/>
                    <a:pt x="13577" y="13441"/>
                    <a:pt x="13577" y="13441"/>
                  </a:cubicBezTo>
                  <a:cubicBezTo>
                    <a:pt x="13521" y="13441"/>
                    <a:pt x="13521" y="13441"/>
                    <a:pt x="13521" y="13441"/>
                  </a:cubicBezTo>
                  <a:cubicBezTo>
                    <a:pt x="13521" y="13508"/>
                    <a:pt x="13521" y="13508"/>
                    <a:pt x="13521" y="13508"/>
                  </a:cubicBezTo>
                  <a:cubicBezTo>
                    <a:pt x="13521" y="13508"/>
                    <a:pt x="13521" y="13508"/>
                    <a:pt x="13521" y="13508"/>
                  </a:cubicBezTo>
                  <a:cubicBezTo>
                    <a:pt x="13521" y="13575"/>
                    <a:pt x="13521" y="13575"/>
                    <a:pt x="13521" y="13575"/>
                  </a:cubicBezTo>
                  <a:cubicBezTo>
                    <a:pt x="13464" y="13575"/>
                    <a:pt x="13464" y="13575"/>
                    <a:pt x="13464" y="13575"/>
                  </a:cubicBezTo>
                  <a:cubicBezTo>
                    <a:pt x="13464" y="13642"/>
                    <a:pt x="13464" y="13642"/>
                    <a:pt x="13464" y="13642"/>
                  </a:cubicBezTo>
                  <a:cubicBezTo>
                    <a:pt x="13464" y="13642"/>
                    <a:pt x="13464" y="13642"/>
                    <a:pt x="13464" y="13642"/>
                  </a:cubicBezTo>
                  <a:cubicBezTo>
                    <a:pt x="13464" y="13708"/>
                    <a:pt x="13464" y="13708"/>
                    <a:pt x="13464" y="13708"/>
                  </a:cubicBezTo>
                  <a:cubicBezTo>
                    <a:pt x="13464" y="13708"/>
                    <a:pt x="13464" y="13708"/>
                    <a:pt x="13464" y="13708"/>
                  </a:cubicBezTo>
                  <a:cubicBezTo>
                    <a:pt x="13521" y="13708"/>
                    <a:pt x="13521" y="13708"/>
                    <a:pt x="13521" y="13708"/>
                  </a:cubicBezTo>
                  <a:cubicBezTo>
                    <a:pt x="13521" y="13775"/>
                    <a:pt x="13521" y="13775"/>
                    <a:pt x="13521" y="13775"/>
                  </a:cubicBezTo>
                  <a:cubicBezTo>
                    <a:pt x="13521" y="13775"/>
                    <a:pt x="13521" y="13775"/>
                    <a:pt x="13521" y="13775"/>
                  </a:cubicBezTo>
                  <a:cubicBezTo>
                    <a:pt x="13577" y="13842"/>
                    <a:pt x="13577" y="13842"/>
                    <a:pt x="13577" y="13842"/>
                  </a:cubicBezTo>
                  <a:close/>
                  <a:moveTo>
                    <a:pt x="13072" y="16049"/>
                  </a:moveTo>
                  <a:cubicBezTo>
                    <a:pt x="13072" y="16049"/>
                    <a:pt x="13072" y="16049"/>
                    <a:pt x="13072" y="16049"/>
                  </a:cubicBezTo>
                  <a:cubicBezTo>
                    <a:pt x="13072" y="16049"/>
                    <a:pt x="13072" y="16049"/>
                    <a:pt x="13072" y="16049"/>
                  </a:cubicBezTo>
                  <a:cubicBezTo>
                    <a:pt x="13072" y="16049"/>
                    <a:pt x="13072" y="16049"/>
                    <a:pt x="13072" y="16049"/>
                  </a:cubicBezTo>
                  <a:cubicBezTo>
                    <a:pt x="13072" y="16049"/>
                    <a:pt x="13072" y="16049"/>
                    <a:pt x="13072" y="16049"/>
                  </a:cubicBezTo>
                  <a:close/>
                  <a:moveTo>
                    <a:pt x="13072" y="16250"/>
                  </a:moveTo>
                  <a:cubicBezTo>
                    <a:pt x="13128" y="16250"/>
                    <a:pt x="13128" y="16250"/>
                    <a:pt x="13128" y="16250"/>
                  </a:cubicBezTo>
                  <a:cubicBezTo>
                    <a:pt x="13128" y="16183"/>
                    <a:pt x="13128" y="16183"/>
                    <a:pt x="13128" y="16183"/>
                  </a:cubicBezTo>
                  <a:cubicBezTo>
                    <a:pt x="13128" y="16183"/>
                    <a:pt x="13128" y="16183"/>
                    <a:pt x="13128" y="16183"/>
                  </a:cubicBezTo>
                  <a:cubicBezTo>
                    <a:pt x="13128" y="16250"/>
                    <a:pt x="13128" y="16250"/>
                    <a:pt x="13128" y="16250"/>
                  </a:cubicBezTo>
                  <a:cubicBezTo>
                    <a:pt x="13128" y="16250"/>
                    <a:pt x="13128" y="16250"/>
                    <a:pt x="13128" y="16250"/>
                  </a:cubicBezTo>
                  <a:cubicBezTo>
                    <a:pt x="13128" y="16250"/>
                    <a:pt x="13072" y="16250"/>
                    <a:pt x="13072" y="16250"/>
                  </a:cubicBezTo>
                  <a:close/>
                  <a:moveTo>
                    <a:pt x="12791" y="16183"/>
                  </a:moveTo>
                  <a:cubicBezTo>
                    <a:pt x="12791" y="16183"/>
                    <a:pt x="12791" y="16183"/>
                    <a:pt x="12791" y="16183"/>
                  </a:cubicBezTo>
                  <a:cubicBezTo>
                    <a:pt x="12847" y="16183"/>
                    <a:pt x="12847" y="16183"/>
                    <a:pt x="12847" y="16183"/>
                  </a:cubicBezTo>
                  <a:cubicBezTo>
                    <a:pt x="12847" y="16116"/>
                    <a:pt x="12847" y="16116"/>
                    <a:pt x="12847" y="16116"/>
                  </a:cubicBezTo>
                  <a:cubicBezTo>
                    <a:pt x="12903" y="16116"/>
                    <a:pt x="12903" y="16116"/>
                    <a:pt x="12903" y="16116"/>
                  </a:cubicBezTo>
                  <a:cubicBezTo>
                    <a:pt x="12903" y="16116"/>
                    <a:pt x="12903" y="16116"/>
                    <a:pt x="12903" y="16116"/>
                  </a:cubicBezTo>
                  <a:cubicBezTo>
                    <a:pt x="12960" y="16116"/>
                    <a:pt x="12960" y="16116"/>
                    <a:pt x="12960" y="16116"/>
                  </a:cubicBezTo>
                  <a:cubicBezTo>
                    <a:pt x="12903" y="16183"/>
                    <a:pt x="12903" y="16183"/>
                    <a:pt x="12903" y="16183"/>
                  </a:cubicBezTo>
                  <a:cubicBezTo>
                    <a:pt x="12847" y="16183"/>
                    <a:pt x="12847" y="16183"/>
                    <a:pt x="12847" y="16183"/>
                  </a:cubicBezTo>
                  <a:cubicBezTo>
                    <a:pt x="12791" y="16250"/>
                    <a:pt x="12791" y="16250"/>
                    <a:pt x="12791" y="16250"/>
                  </a:cubicBezTo>
                  <a:cubicBezTo>
                    <a:pt x="12791" y="16183"/>
                    <a:pt x="12791" y="16183"/>
                    <a:pt x="12791" y="16183"/>
                  </a:cubicBezTo>
                  <a:close/>
                  <a:moveTo>
                    <a:pt x="13016" y="16317"/>
                  </a:moveTo>
                  <a:cubicBezTo>
                    <a:pt x="13072" y="16250"/>
                    <a:pt x="13072" y="16250"/>
                    <a:pt x="13072" y="16250"/>
                  </a:cubicBezTo>
                  <a:cubicBezTo>
                    <a:pt x="13072" y="16183"/>
                    <a:pt x="13072" y="16183"/>
                    <a:pt x="13072" y="16183"/>
                  </a:cubicBezTo>
                  <a:cubicBezTo>
                    <a:pt x="13072" y="16183"/>
                    <a:pt x="13072" y="16183"/>
                    <a:pt x="13072" y="16183"/>
                  </a:cubicBezTo>
                  <a:cubicBezTo>
                    <a:pt x="13072" y="16250"/>
                    <a:pt x="13072" y="16250"/>
                    <a:pt x="13072" y="16250"/>
                  </a:cubicBezTo>
                  <a:cubicBezTo>
                    <a:pt x="13016" y="16317"/>
                    <a:pt x="13016" y="16317"/>
                    <a:pt x="13016" y="16317"/>
                  </a:cubicBezTo>
                  <a:cubicBezTo>
                    <a:pt x="13016" y="16317"/>
                    <a:pt x="13016" y="16317"/>
                    <a:pt x="13016" y="16317"/>
                  </a:cubicBezTo>
                  <a:cubicBezTo>
                    <a:pt x="13016" y="16317"/>
                    <a:pt x="13016" y="16317"/>
                    <a:pt x="13016" y="16317"/>
                  </a:cubicBezTo>
                  <a:cubicBezTo>
                    <a:pt x="13072" y="16250"/>
                    <a:pt x="13072" y="16250"/>
                    <a:pt x="13072" y="16250"/>
                  </a:cubicBezTo>
                  <a:cubicBezTo>
                    <a:pt x="13128" y="16250"/>
                    <a:pt x="13128" y="16250"/>
                    <a:pt x="13128" y="16250"/>
                  </a:cubicBezTo>
                  <a:cubicBezTo>
                    <a:pt x="13128" y="16183"/>
                    <a:pt x="13128" y="16183"/>
                    <a:pt x="13128" y="16183"/>
                  </a:cubicBezTo>
                  <a:cubicBezTo>
                    <a:pt x="13072" y="16116"/>
                    <a:pt x="13072" y="16116"/>
                    <a:pt x="13072" y="16116"/>
                  </a:cubicBezTo>
                  <a:cubicBezTo>
                    <a:pt x="13072" y="16116"/>
                    <a:pt x="13072" y="16116"/>
                    <a:pt x="13072" y="16116"/>
                  </a:cubicBezTo>
                  <a:cubicBezTo>
                    <a:pt x="13072" y="16116"/>
                    <a:pt x="13072" y="16116"/>
                    <a:pt x="13072" y="16116"/>
                  </a:cubicBezTo>
                  <a:cubicBezTo>
                    <a:pt x="13016" y="16116"/>
                    <a:pt x="13016" y="16116"/>
                    <a:pt x="13016" y="16116"/>
                  </a:cubicBezTo>
                  <a:cubicBezTo>
                    <a:pt x="13016" y="16116"/>
                    <a:pt x="13016" y="16116"/>
                    <a:pt x="13016" y="16116"/>
                  </a:cubicBezTo>
                  <a:cubicBezTo>
                    <a:pt x="13016" y="16183"/>
                    <a:pt x="13016" y="16183"/>
                    <a:pt x="13016" y="16183"/>
                  </a:cubicBezTo>
                  <a:cubicBezTo>
                    <a:pt x="12960" y="16250"/>
                    <a:pt x="12960" y="16250"/>
                    <a:pt x="12960" y="16250"/>
                  </a:cubicBezTo>
                  <a:cubicBezTo>
                    <a:pt x="12903" y="16250"/>
                    <a:pt x="12903" y="16250"/>
                    <a:pt x="12903" y="16250"/>
                  </a:cubicBezTo>
                  <a:cubicBezTo>
                    <a:pt x="12960" y="16183"/>
                    <a:pt x="12960" y="16183"/>
                    <a:pt x="12960" y="16183"/>
                  </a:cubicBezTo>
                  <a:cubicBezTo>
                    <a:pt x="12960" y="16183"/>
                    <a:pt x="12960" y="16183"/>
                    <a:pt x="12960" y="16183"/>
                  </a:cubicBezTo>
                  <a:cubicBezTo>
                    <a:pt x="13016" y="16116"/>
                    <a:pt x="13016" y="16116"/>
                    <a:pt x="13016" y="16116"/>
                  </a:cubicBezTo>
                  <a:cubicBezTo>
                    <a:pt x="12960" y="16116"/>
                    <a:pt x="12960" y="16116"/>
                    <a:pt x="12960" y="16116"/>
                  </a:cubicBezTo>
                  <a:cubicBezTo>
                    <a:pt x="12960" y="16116"/>
                    <a:pt x="12960" y="16116"/>
                    <a:pt x="12960" y="16116"/>
                  </a:cubicBezTo>
                  <a:cubicBezTo>
                    <a:pt x="12903" y="16183"/>
                    <a:pt x="12903" y="16183"/>
                    <a:pt x="12903" y="16183"/>
                  </a:cubicBezTo>
                  <a:cubicBezTo>
                    <a:pt x="12847" y="16250"/>
                    <a:pt x="12847" y="16250"/>
                    <a:pt x="12847" y="16250"/>
                  </a:cubicBezTo>
                  <a:cubicBezTo>
                    <a:pt x="12847" y="16317"/>
                    <a:pt x="12847" y="16317"/>
                    <a:pt x="12847" y="16317"/>
                  </a:cubicBezTo>
                  <a:cubicBezTo>
                    <a:pt x="12847" y="16317"/>
                    <a:pt x="12847" y="16317"/>
                    <a:pt x="12847" y="16317"/>
                  </a:cubicBezTo>
                  <a:cubicBezTo>
                    <a:pt x="12847" y="16383"/>
                    <a:pt x="12847" y="16383"/>
                    <a:pt x="12847" y="16383"/>
                  </a:cubicBezTo>
                  <a:cubicBezTo>
                    <a:pt x="12847" y="16383"/>
                    <a:pt x="12847" y="16383"/>
                    <a:pt x="12847" y="16383"/>
                  </a:cubicBezTo>
                  <a:cubicBezTo>
                    <a:pt x="12903" y="16317"/>
                    <a:pt x="12903" y="16317"/>
                    <a:pt x="12903" y="16317"/>
                  </a:cubicBezTo>
                  <a:cubicBezTo>
                    <a:pt x="12903" y="16317"/>
                    <a:pt x="12903" y="16317"/>
                    <a:pt x="12903" y="16317"/>
                  </a:cubicBezTo>
                  <a:cubicBezTo>
                    <a:pt x="12903" y="16317"/>
                    <a:pt x="12903" y="16317"/>
                    <a:pt x="12903" y="16317"/>
                  </a:cubicBezTo>
                  <a:cubicBezTo>
                    <a:pt x="12903" y="16383"/>
                    <a:pt x="12903" y="16383"/>
                    <a:pt x="12903" y="16383"/>
                  </a:cubicBezTo>
                  <a:cubicBezTo>
                    <a:pt x="12903" y="16383"/>
                    <a:pt x="12903" y="16383"/>
                    <a:pt x="12903" y="16383"/>
                  </a:cubicBezTo>
                  <a:cubicBezTo>
                    <a:pt x="12903" y="16383"/>
                    <a:pt x="12903" y="16383"/>
                    <a:pt x="12903" y="16383"/>
                  </a:cubicBezTo>
                  <a:cubicBezTo>
                    <a:pt x="12960" y="16383"/>
                    <a:pt x="12960" y="16383"/>
                    <a:pt x="12960" y="16383"/>
                  </a:cubicBezTo>
                  <a:cubicBezTo>
                    <a:pt x="12960" y="16383"/>
                    <a:pt x="13016" y="16317"/>
                    <a:pt x="13016" y="16317"/>
                  </a:cubicBezTo>
                  <a:close/>
                  <a:moveTo>
                    <a:pt x="12960" y="16317"/>
                  </a:moveTo>
                  <a:cubicBezTo>
                    <a:pt x="12960" y="16250"/>
                    <a:pt x="12960" y="16250"/>
                    <a:pt x="12960" y="16250"/>
                  </a:cubicBezTo>
                  <a:cubicBezTo>
                    <a:pt x="13016" y="16183"/>
                    <a:pt x="13016" y="16183"/>
                    <a:pt x="13016" y="16183"/>
                  </a:cubicBezTo>
                  <a:cubicBezTo>
                    <a:pt x="13016" y="16250"/>
                    <a:pt x="13016" y="16250"/>
                    <a:pt x="13016" y="16250"/>
                  </a:cubicBezTo>
                  <a:cubicBezTo>
                    <a:pt x="12960" y="16317"/>
                    <a:pt x="12960" y="16317"/>
                    <a:pt x="12960" y="16317"/>
                  </a:cubicBezTo>
                  <a:cubicBezTo>
                    <a:pt x="12960" y="16317"/>
                    <a:pt x="12960" y="16317"/>
                    <a:pt x="12960" y="16317"/>
                  </a:cubicBezTo>
                  <a:close/>
                  <a:moveTo>
                    <a:pt x="16326" y="19995"/>
                  </a:moveTo>
                  <a:cubicBezTo>
                    <a:pt x="16270" y="19995"/>
                    <a:pt x="16270" y="19995"/>
                    <a:pt x="16270" y="19995"/>
                  </a:cubicBezTo>
                  <a:cubicBezTo>
                    <a:pt x="16270" y="19928"/>
                    <a:pt x="16270" y="19928"/>
                    <a:pt x="16270" y="19928"/>
                  </a:cubicBezTo>
                  <a:cubicBezTo>
                    <a:pt x="16270" y="19928"/>
                    <a:pt x="16270" y="19928"/>
                    <a:pt x="16270" y="19928"/>
                  </a:cubicBezTo>
                  <a:cubicBezTo>
                    <a:pt x="16326" y="19928"/>
                    <a:pt x="16326" y="19928"/>
                    <a:pt x="16326" y="19928"/>
                  </a:cubicBezTo>
                  <a:cubicBezTo>
                    <a:pt x="16326" y="19861"/>
                    <a:pt x="16326" y="19861"/>
                    <a:pt x="16326" y="19861"/>
                  </a:cubicBezTo>
                  <a:cubicBezTo>
                    <a:pt x="16326" y="19861"/>
                    <a:pt x="16326" y="19861"/>
                    <a:pt x="16326" y="19861"/>
                  </a:cubicBezTo>
                  <a:cubicBezTo>
                    <a:pt x="16326" y="19861"/>
                    <a:pt x="16326" y="19861"/>
                    <a:pt x="16326" y="19861"/>
                  </a:cubicBezTo>
                  <a:cubicBezTo>
                    <a:pt x="16326" y="19861"/>
                    <a:pt x="16326" y="19861"/>
                    <a:pt x="16326" y="19861"/>
                  </a:cubicBezTo>
                  <a:cubicBezTo>
                    <a:pt x="16270" y="19928"/>
                    <a:pt x="16270" y="19928"/>
                    <a:pt x="16270" y="19928"/>
                  </a:cubicBezTo>
                  <a:cubicBezTo>
                    <a:pt x="16270" y="19928"/>
                    <a:pt x="16270" y="19928"/>
                    <a:pt x="16270" y="19928"/>
                  </a:cubicBezTo>
                  <a:cubicBezTo>
                    <a:pt x="16270" y="19995"/>
                    <a:pt x="16270" y="19995"/>
                    <a:pt x="16270" y="19995"/>
                  </a:cubicBezTo>
                  <a:cubicBezTo>
                    <a:pt x="16270" y="19995"/>
                    <a:pt x="16270" y="19995"/>
                    <a:pt x="16270" y="19995"/>
                  </a:cubicBezTo>
                  <a:cubicBezTo>
                    <a:pt x="16326" y="19995"/>
                    <a:pt x="16326" y="19995"/>
                    <a:pt x="16326" y="19995"/>
                  </a:cubicBezTo>
                  <a:close/>
                  <a:moveTo>
                    <a:pt x="17504" y="20195"/>
                  </a:moveTo>
                  <a:cubicBezTo>
                    <a:pt x="17504" y="20195"/>
                    <a:pt x="17504" y="20195"/>
                    <a:pt x="17504" y="20195"/>
                  </a:cubicBezTo>
                  <a:cubicBezTo>
                    <a:pt x="17504" y="20128"/>
                    <a:pt x="17504" y="20128"/>
                    <a:pt x="17504" y="20128"/>
                  </a:cubicBezTo>
                  <a:cubicBezTo>
                    <a:pt x="17504" y="20128"/>
                    <a:pt x="17504" y="20128"/>
                    <a:pt x="17504" y="20128"/>
                  </a:cubicBezTo>
                  <a:cubicBezTo>
                    <a:pt x="17504" y="20061"/>
                    <a:pt x="17504" y="20061"/>
                    <a:pt x="17504" y="20061"/>
                  </a:cubicBezTo>
                  <a:cubicBezTo>
                    <a:pt x="17504" y="20061"/>
                    <a:pt x="17504" y="20061"/>
                    <a:pt x="17504" y="20061"/>
                  </a:cubicBezTo>
                  <a:cubicBezTo>
                    <a:pt x="17560" y="20061"/>
                    <a:pt x="17560" y="20061"/>
                    <a:pt x="17560" y="20061"/>
                  </a:cubicBezTo>
                  <a:cubicBezTo>
                    <a:pt x="17560" y="20061"/>
                    <a:pt x="17560" y="20061"/>
                    <a:pt x="17560" y="20061"/>
                  </a:cubicBezTo>
                  <a:cubicBezTo>
                    <a:pt x="17560" y="20061"/>
                    <a:pt x="17560" y="20061"/>
                    <a:pt x="17560" y="20061"/>
                  </a:cubicBezTo>
                  <a:cubicBezTo>
                    <a:pt x="17560" y="20128"/>
                    <a:pt x="17560" y="20128"/>
                    <a:pt x="17560" y="20128"/>
                  </a:cubicBezTo>
                  <a:cubicBezTo>
                    <a:pt x="17504" y="20128"/>
                    <a:pt x="17504" y="20128"/>
                    <a:pt x="17504" y="20128"/>
                  </a:cubicBezTo>
                  <a:cubicBezTo>
                    <a:pt x="17504" y="20128"/>
                    <a:pt x="17504" y="20128"/>
                    <a:pt x="17504" y="20128"/>
                  </a:cubicBezTo>
                  <a:cubicBezTo>
                    <a:pt x="17560" y="20195"/>
                    <a:pt x="17560" y="20195"/>
                    <a:pt x="17560" y="20195"/>
                  </a:cubicBezTo>
                  <a:cubicBezTo>
                    <a:pt x="17560" y="20195"/>
                    <a:pt x="17560" y="20195"/>
                    <a:pt x="17560" y="20195"/>
                  </a:cubicBezTo>
                  <a:cubicBezTo>
                    <a:pt x="17560" y="20195"/>
                    <a:pt x="17560" y="20195"/>
                    <a:pt x="17560" y="20195"/>
                  </a:cubicBezTo>
                  <a:cubicBezTo>
                    <a:pt x="17504" y="20195"/>
                    <a:pt x="17504" y="20195"/>
                    <a:pt x="17504" y="20195"/>
                  </a:cubicBezTo>
                  <a:close/>
                  <a:moveTo>
                    <a:pt x="17560" y="20262"/>
                  </a:moveTo>
                  <a:cubicBezTo>
                    <a:pt x="17560" y="20195"/>
                    <a:pt x="17560" y="20195"/>
                    <a:pt x="17560" y="20195"/>
                  </a:cubicBezTo>
                  <a:cubicBezTo>
                    <a:pt x="17616" y="20195"/>
                    <a:pt x="17616" y="20195"/>
                    <a:pt x="17616" y="20195"/>
                  </a:cubicBezTo>
                  <a:cubicBezTo>
                    <a:pt x="17616" y="20262"/>
                    <a:pt x="17616" y="20262"/>
                    <a:pt x="17616" y="20262"/>
                  </a:cubicBezTo>
                  <a:cubicBezTo>
                    <a:pt x="17560" y="20262"/>
                    <a:pt x="17560" y="20262"/>
                    <a:pt x="17560" y="20262"/>
                  </a:cubicBezTo>
                  <a:cubicBezTo>
                    <a:pt x="17560" y="20262"/>
                    <a:pt x="17560" y="20262"/>
                    <a:pt x="17560" y="20262"/>
                  </a:cubicBezTo>
                  <a:close/>
                  <a:moveTo>
                    <a:pt x="18065" y="18390"/>
                  </a:moveTo>
                  <a:cubicBezTo>
                    <a:pt x="18065" y="18323"/>
                    <a:pt x="18065" y="18323"/>
                    <a:pt x="18065" y="18323"/>
                  </a:cubicBezTo>
                  <a:cubicBezTo>
                    <a:pt x="18121" y="18256"/>
                    <a:pt x="18121" y="18256"/>
                    <a:pt x="18121" y="18256"/>
                  </a:cubicBezTo>
                  <a:cubicBezTo>
                    <a:pt x="18121" y="18323"/>
                    <a:pt x="18121" y="18323"/>
                    <a:pt x="18121" y="18323"/>
                  </a:cubicBezTo>
                  <a:cubicBezTo>
                    <a:pt x="18065" y="18390"/>
                    <a:pt x="18065" y="18390"/>
                    <a:pt x="18065" y="18390"/>
                  </a:cubicBezTo>
                  <a:cubicBezTo>
                    <a:pt x="18065" y="18390"/>
                    <a:pt x="18065" y="18390"/>
                    <a:pt x="18065" y="18390"/>
                  </a:cubicBezTo>
                  <a:cubicBezTo>
                    <a:pt x="18065" y="18390"/>
                    <a:pt x="18065" y="18390"/>
                    <a:pt x="18065" y="18390"/>
                  </a:cubicBezTo>
                  <a:close/>
                  <a:moveTo>
                    <a:pt x="17897" y="18724"/>
                  </a:moveTo>
                  <a:cubicBezTo>
                    <a:pt x="17897" y="18791"/>
                    <a:pt x="17897" y="18791"/>
                    <a:pt x="17897" y="18791"/>
                  </a:cubicBezTo>
                  <a:cubicBezTo>
                    <a:pt x="17897" y="18791"/>
                    <a:pt x="17897" y="18791"/>
                    <a:pt x="17897" y="18791"/>
                  </a:cubicBezTo>
                  <a:cubicBezTo>
                    <a:pt x="17953" y="18791"/>
                    <a:pt x="17953" y="18791"/>
                    <a:pt x="17953" y="18791"/>
                  </a:cubicBezTo>
                  <a:cubicBezTo>
                    <a:pt x="17953" y="18791"/>
                    <a:pt x="17953" y="18791"/>
                    <a:pt x="17953" y="18791"/>
                  </a:cubicBezTo>
                  <a:cubicBezTo>
                    <a:pt x="17953" y="18724"/>
                    <a:pt x="17953" y="18724"/>
                    <a:pt x="17953" y="18724"/>
                  </a:cubicBezTo>
                  <a:cubicBezTo>
                    <a:pt x="17953" y="18724"/>
                    <a:pt x="17953" y="18724"/>
                    <a:pt x="17953" y="18724"/>
                  </a:cubicBezTo>
                  <a:cubicBezTo>
                    <a:pt x="17897" y="18724"/>
                    <a:pt x="17897" y="18724"/>
                    <a:pt x="17897" y="18724"/>
                  </a:cubicBezTo>
                  <a:close/>
                  <a:moveTo>
                    <a:pt x="18177" y="19192"/>
                  </a:move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233" y="19192"/>
                    <a:pt x="18233" y="19192"/>
                    <a:pt x="18233" y="19192"/>
                  </a:cubicBezTo>
                  <a:cubicBezTo>
                    <a:pt x="18233" y="19192"/>
                    <a:pt x="18233" y="19192"/>
                    <a:pt x="18233" y="19192"/>
                  </a:cubicBezTo>
                  <a:cubicBezTo>
                    <a:pt x="18177" y="19192"/>
                    <a:pt x="18177" y="19192"/>
                    <a:pt x="18177" y="19192"/>
                  </a:cubicBezTo>
                  <a:cubicBezTo>
                    <a:pt x="18177" y="19192"/>
                    <a:pt x="18177" y="19192"/>
                    <a:pt x="18177" y="19192"/>
                  </a:cubicBezTo>
                  <a:close/>
                  <a:moveTo>
                    <a:pt x="18065" y="19192"/>
                  </a:moveTo>
                  <a:cubicBezTo>
                    <a:pt x="18065" y="19192"/>
                    <a:pt x="18065" y="19192"/>
                    <a:pt x="18065" y="19192"/>
                  </a:cubicBezTo>
                  <a:cubicBezTo>
                    <a:pt x="18065" y="19192"/>
                    <a:pt x="18065" y="19192"/>
                    <a:pt x="18065" y="19192"/>
                  </a:cubicBezTo>
                  <a:cubicBezTo>
                    <a:pt x="18121" y="19192"/>
                    <a:pt x="18121" y="19192"/>
                    <a:pt x="18121" y="19192"/>
                  </a:cubicBezTo>
                  <a:cubicBezTo>
                    <a:pt x="18065" y="19125"/>
                    <a:pt x="18065" y="19125"/>
                    <a:pt x="18065" y="19125"/>
                  </a:cubicBezTo>
                  <a:cubicBezTo>
                    <a:pt x="18121" y="19125"/>
                    <a:pt x="18121" y="19125"/>
                    <a:pt x="18121" y="19125"/>
                  </a:cubicBezTo>
                  <a:cubicBezTo>
                    <a:pt x="18121" y="19192"/>
                    <a:pt x="18121" y="19192"/>
                    <a:pt x="18121" y="19192"/>
                  </a:cubicBezTo>
                  <a:cubicBezTo>
                    <a:pt x="18065" y="19192"/>
                    <a:pt x="18065" y="19192"/>
                    <a:pt x="18065" y="19192"/>
                  </a:cubicBezTo>
                  <a:cubicBezTo>
                    <a:pt x="18065" y="19259"/>
                    <a:pt x="18065" y="19259"/>
                    <a:pt x="18065" y="19259"/>
                  </a:cubicBezTo>
                  <a:cubicBezTo>
                    <a:pt x="18009" y="19259"/>
                    <a:pt x="18009" y="19259"/>
                    <a:pt x="18009" y="19259"/>
                  </a:cubicBezTo>
                  <a:cubicBezTo>
                    <a:pt x="18009" y="19192"/>
                    <a:pt x="18009" y="19192"/>
                    <a:pt x="18009" y="19192"/>
                  </a:cubicBezTo>
                  <a:cubicBezTo>
                    <a:pt x="18065" y="19192"/>
                    <a:pt x="18065" y="19192"/>
                    <a:pt x="18065" y="19192"/>
                  </a:cubicBezTo>
                  <a:close/>
                  <a:moveTo>
                    <a:pt x="17672" y="19861"/>
                  </a:moveTo>
                  <a:cubicBezTo>
                    <a:pt x="17672" y="19861"/>
                    <a:pt x="17672" y="19861"/>
                    <a:pt x="17672" y="19861"/>
                  </a:cubicBezTo>
                  <a:cubicBezTo>
                    <a:pt x="17672" y="19861"/>
                    <a:pt x="17672" y="19861"/>
                    <a:pt x="17672" y="19861"/>
                  </a:cubicBezTo>
                  <a:cubicBezTo>
                    <a:pt x="17672" y="19861"/>
                    <a:pt x="17672" y="19861"/>
                    <a:pt x="17672" y="19861"/>
                  </a:cubicBezTo>
                  <a:cubicBezTo>
                    <a:pt x="17672" y="19861"/>
                    <a:pt x="17672" y="19861"/>
                    <a:pt x="17672" y="19861"/>
                  </a:cubicBezTo>
                  <a:close/>
                  <a:moveTo>
                    <a:pt x="18177" y="19727"/>
                  </a:move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177" y="19727"/>
                    <a:pt x="18177" y="19727"/>
                    <a:pt x="18177" y="19727"/>
                  </a:cubicBezTo>
                  <a:cubicBezTo>
                    <a:pt x="18177" y="19727"/>
                    <a:pt x="18177" y="19727"/>
                    <a:pt x="18177" y="19727"/>
                  </a:cubicBezTo>
                  <a:close/>
                  <a:moveTo>
                    <a:pt x="17616" y="18724"/>
                  </a:moveTo>
                  <a:cubicBezTo>
                    <a:pt x="17560" y="18724"/>
                    <a:pt x="17560" y="18724"/>
                    <a:pt x="17560" y="18724"/>
                  </a:cubicBezTo>
                  <a:cubicBezTo>
                    <a:pt x="17560" y="18791"/>
                    <a:pt x="17560" y="18791"/>
                    <a:pt x="17560"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858"/>
                    <a:pt x="17504" y="18858"/>
                    <a:pt x="17504" y="18858"/>
                  </a:cubicBezTo>
                  <a:cubicBezTo>
                    <a:pt x="17504" y="18858"/>
                    <a:pt x="17504" y="18858"/>
                    <a:pt x="17504" y="18858"/>
                  </a:cubicBezTo>
                  <a:cubicBezTo>
                    <a:pt x="17504" y="18858"/>
                    <a:pt x="17504" y="18858"/>
                    <a:pt x="17504" y="18858"/>
                  </a:cubicBezTo>
                  <a:cubicBezTo>
                    <a:pt x="17448" y="18858"/>
                    <a:pt x="17448" y="18858"/>
                    <a:pt x="17448" y="18858"/>
                  </a:cubicBezTo>
                  <a:cubicBezTo>
                    <a:pt x="17448" y="18925"/>
                    <a:pt x="17448" y="18925"/>
                    <a:pt x="17448" y="18925"/>
                  </a:cubicBezTo>
                  <a:cubicBezTo>
                    <a:pt x="17448" y="18925"/>
                    <a:pt x="17448" y="18925"/>
                    <a:pt x="17448" y="18925"/>
                  </a:cubicBezTo>
                  <a:cubicBezTo>
                    <a:pt x="17448" y="18925"/>
                    <a:pt x="17448" y="18925"/>
                    <a:pt x="17448" y="18925"/>
                  </a:cubicBezTo>
                  <a:cubicBezTo>
                    <a:pt x="17448" y="18925"/>
                    <a:pt x="17448" y="18925"/>
                    <a:pt x="17448" y="18925"/>
                  </a:cubicBezTo>
                  <a:cubicBezTo>
                    <a:pt x="17448" y="18991"/>
                    <a:pt x="17448" y="18991"/>
                    <a:pt x="17448" y="18991"/>
                  </a:cubicBezTo>
                  <a:cubicBezTo>
                    <a:pt x="17392" y="18991"/>
                    <a:pt x="17392" y="18991"/>
                    <a:pt x="17392" y="18991"/>
                  </a:cubicBezTo>
                  <a:cubicBezTo>
                    <a:pt x="17392" y="18991"/>
                    <a:pt x="17392" y="18991"/>
                    <a:pt x="17392" y="18991"/>
                  </a:cubicBezTo>
                  <a:cubicBezTo>
                    <a:pt x="17392" y="19058"/>
                    <a:pt x="17392" y="19058"/>
                    <a:pt x="17392" y="19058"/>
                  </a:cubicBezTo>
                  <a:cubicBezTo>
                    <a:pt x="17336" y="19125"/>
                    <a:pt x="17336" y="19125"/>
                    <a:pt x="17336" y="19125"/>
                  </a:cubicBezTo>
                  <a:cubicBezTo>
                    <a:pt x="17336" y="19125"/>
                    <a:pt x="17336" y="19125"/>
                    <a:pt x="17336" y="19125"/>
                  </a:cubicBezTo>
                  <a:cubicBezTo>
                    <a:pt x="17336" y="19192"/>
                    <a:pt x="17336" y="19192"/>
                    <a:pt x="17336" y="19192"/>
                  </a:cubicBezTo>
                  <a:cubicBezTo>
                    <a:pt x="17336" y="19192"/>
                    <a:pt x="17336" y="19192"/>
                    <a:pt x="17336" y="19192"/>
                  </a:cubicBezTo>
                  <a:cubicBezTo>
                    <a:pt x="17336" y="19192"/>
                    <a:pt x="17336" y="19192"/>
                    <a:pt x="17336" y="19192"/>
                  </a:cubicBezTo>
                  <a:cubicBezTo>
                    <a:pt x="17336" y="19192"/>
                    <a:pt x="17336" y="19192"/>
                    <a:pt x="17336" y="19192"/>
                  </a:cubicBezTo>
                  <a:cubicBezTo>
                    <a:pt x="17280" y="19192"/>
                    <a:pt x="17280" y="19192"/>
                    <a:pt x="17280" y="19192"/>
                  </a:cubicBezTo>
                  <a:cubicBezTo>
                    <a:pt x="17280" y="19192"/>
                    <a:pt x="17280" y="19192"/>
                    <a:pt x="17280" y="19192"/>
                  </a:cubicBezTo>
                  <a:cubicBezTo>
                    <a:pt x="17223" y="19259"/>
                    <a:pt x="17223" y="19259"/>
                    <a:pt x="17223" y="19259"/>
                  </a:cubicBezTo>
                  <a:cubicBezTo>
                    <a:pt x="17223" y="19259"/>
                    <a:pt x="17223" y="19259"/>
                    <a:pt x="17223" y="19259"/>
                  </a:cubicBezTo>
                  <a:cubicBezTo>
                    <a:pt x="17280" y="19259"/>
                    <a:pt x="17280" y="19259"/>
                    <a:pt x="17280" y="19259"/>
                  </a:cubicBezTo>
                  <a:cubicBezTo>
                    <a:pt x="17280" y="19326"/>
                    <a:pt x="17280" y="19326"/>
                    <a:pt x="17280" y="19326"/>
                  </a:cubicBezTo>
                  <a:cubicBezTo>
                    <a:pt x="17280" y="19326"/>
                    <a:pt x="17280" y="19326"/>
                    <a:pt x="17280" y="19326"/>
                  </a:cubicBezTo>
                  <a:cubicBezTo>
                    <a:pt x="17280" y="19326"/>
                    <a:pt x="17280" y="19326"/>
                    <a:pt x="17280" y="19326"/>
                  </a:cubicBezTo>
                  <a:cubicBezTo>
                    <a:pt x="17223" y="19393"/>
                    <a:pt x="17223" y="19393"/>
                    <a:pt x="17223" y="19393"/>
                  </a:cubicBezTo>
                  <a:cubicBezTo>
                    <a:pt x="17167" y="19326"/>
                    <a:pt x="17167" y="19326"/>
                    <a:pt x="17167" y="19326"/>
                  </a:cubicBezTo>
                  <a:cubicBezTo>
                    <a:pt x="17167" y="19393"/>
                    <a:pt x="17167" y="19393"/>
                    <a:pt x="17167" y="19393"/>
                  </a:cubicBezTo>
                  <a:cubicBezTo>
                    <a:pt x="17167" y="19393"/>
                    <a:pt x="17167" y="19393"/>
                    <a:pt x="17167" y="19393"/>
                  </a:cubicBezTo>
                  <a:cubicBezTo>
                    <a:pt x="17167" y="19393"/>
                    <a:pt x="17167" y="19393"/>
                    <a:pt x="17167" y="19393"/>
                  </a:cubicBezTo>
                  <a:cubicBezTo>
                    <a:pt x="17111" y="19460"/>
                    <a:pt x="17111" y="19460"/>
                    <a:pt x="17111" y="19460"/>
                  </a:cubicBezTo>
                  <a:cubicBezTo>
                    <a:pt x="17111" y="19526"/>
                    <a:pt x="17111" y="19526"/>
                    <a:pt x="17111" y="19526"/>
                  </a:cubicBezTo>
                  <a:cubicBezTo>
                    <a:pt x="17055" y="19526"/>
                    <a:pt x="17055" y="19526"/>
                    <a:pt x="17055" y="19526"/>
                  </a:cubicBezTo>
                  <a:cubicBezTo>
                    <a:pt x="17055" y="19460"/>
                    <a:pt x="17055" y="19460"/>
                    <a:pt x="17055" y="19460"/>
                  </a:cubicBezTo>
                  <a:cubicBezTo>
                    <a:pt x="17055" y="19526"/>
                    <a:pt x="17055" y="19526"/>
                    <a:pt x="17055" y="19526"/>
                  </a:cubicBezTo>
                  <a:cubicBezTo>
                    <a:pt x="17055" y="19460"/>
                    <a:pt x="17055" y="19460"/>
                    <a:pt x="17055" y="19460"/>
                  </a:cubicBezTo>
                  <a:cubicBezTo>
                    <a:pt x="17055" y="19460"/>
                    <a:pt x="17055" y="19460"/>
                    <a:pt x="17055" y="19460"/>
                  </a:cubicBezTo>
                  <a:cubicBezTo>
                    <a:pt x="17055" y="19393"/>
                    <a:pt x="17055" y="19393"/>
                    <a:pt x="17055" y="19393"/>
                  </a:cubicBezTo>
                  <a:cubicBezTo>
                    <a:pt x="17111" y="19393"/>
                    <a:pt x="17111" y="19393"/>
                    <a:pt x="17111" y="19393"/>
                  </a:cubicBezTo>
                  <a:cubicBezTo>
                    <a:pt x="17055" y="19393"/>
                    <a:pt x="17055" y="19393"/>
                    <a:pt x="17055" y="19393"/>
                  </a:cubicBezTo>
                  <a:cubicBezTo>
                    <a:pt x="17055" y="19460"/>
                    <a:pt x="17055" y="19460"/>
                    <a:pt x="17055" y="19460"/>
                  </a:cubicBezTo>
                  <a:cubicBezTo>
                    <a:pt x="16999" y="19460"/>
                    <a:pt x="16999" y="19460"/>
                    <a:pt x="16999" y="19460"/>
                  </a:cubicBezTo>
                  <a:cubicBezTo>
                    <a:pt x="16943" y="19526"/>
                    <a:pt x="16943" y="19526"/>
                    <a:pt x="16943" y="19526"/>
                  </a:cubicBezTo>
                  <a:cubicBezTo>
                    <a:pt x="16999" y="19526"/>
                    <a:pt x="16999" y="19526"/>
                    <a:pt x="16999" y="19526"/>
                  </a:cubicBezTo>
                  <a:cubicBezTo>
                    <a:pt x="16999" y="19526"/>
                    <a:pt x="16999" y="19526"/>
                    <a:pt x="16999" y="19526"/>
                  </a:cubicBezTo>
                  <a:cubicBezTo>
                    <a:pt x="17055" y="19526"/>
                    <a:pt x="17055" y="19526"/>
                    <a:pt x="17055" y="19526"/>
                  </a:cubicBezTo>
                  <a:cubicBezTo>
                    <a:pt x="17111" y="19526"/>
                    <a:pt x="17111" y="19526"/>
                    <a:pt x="17111" y="19526"/>
                  </a:cubicBezTo>
                  <a:cubicBezTo>
                    <a:pt x="17111" y="19526"/>
                    <a:pt x="17111" y="19526"/>
                    <a:pt x="17111" y="19526"/>
                  </a:cubicBezTo>
                  <a:cubicBezTo>
                    <a:pt x="17055" y="19593"/>
                    <a:pt x="17055" y="19593"/>
                    <a:pt x="17055" y="19593"/>
                  </a:cubicBezTo>
                  <a:cubicBezTo>
                    <a:pt x="16999" y="19660"/>
                    <a:pt x="16999" y="19660"/>
                    <a:pt x="16999" y="19660"/>
                  </a:cubicBezTo>
                  <a:cubicBezTo>
                    <a:pt x="16943" y="19727"/>
                    <a:pt x="16943" y="19727"/>
                    <a:pt x="16943" y="19727"/>
                  </a:cubicBezTo>
                  <a:cubicBezTo>
                    <a:pt x="16943" y="19727"/>
                    <a:pt x="16943" y="19727"/>
                    <a:pt x="16943" y="19727"/>
                  </a:cubicBezTo>
                  <a:cubicBezTo>
                    <a:pt x="16887" y="19727"/>
                    <a:pt x="16887" y="19727"/>
                    <a:pt x="16887" y="19727"/>
                  </a:cubicBezTo>
                  <a:cubicBezTo>
                    <a:pt x="16887" y="19794"/>
                    <a:pt x="16887" y="19794"/>
                    <a:pt x="16887" y="19794"/>
                  </a:cubicBezTo>
                  <a:cubicBezTo>
                    <a:pt x="16887" y="19794"/>
                    <a:pt x="16887" y="19794"/>
                    <a:pt x="16887" y="19794"/>
                  </a:cubicBezTo>
                  <a:cubicBezTo>
                    <a:pt x="16887" y="19861"/>
                    <a:pt x="16887" y="19861"/>
                    <a:pt x="16887" y="19861"/>
                  </a:cubicBezTo>
                  <a:cubicBezTo>
                    <a:pt x="16887" y="19861"/>
                    <a:pt x="16887" y="19861"/>
                    <a:pt x="16887" y="19861"/>
                  </a:cubicBezTo>
                  <a:cubicBezTo>
                    <a:pt x="16943" y="19861"/>
                    <a:pt x="16943" y="19861"/>
                    <a:pt x="16943" y="19861"/>
                  </a:cubicBezTo>
                  <a:cubicBezTo>
                    <a:pt x="16943" y="19861"/>
                    <a:pt x="16943" y="19861"/>
                    <a:pt x="16943" y="19861"/>
                  </a:cubicBezTo>
                  <a:cubicBezTo>
                    <a:pt x="16999" y="19861"/>
                    <a:pt x="16999" y="19861"/>
                    <a:pt x="16999" y="19861"/>
                  </a:cubicBezTo>
                  <a:cubicBezTo>
                    <a:pt x="17055" y="19861"/>
                    <a:pt x="17055" y="19861"/>
                    <a:pt x="17055" y="19861"/>
                  </a:cubicBezTo>
                  <a:cubicBezTo>
                    <a:pt x="17111" y="19861"/>
                    <a:pt x="17111" y="19861"/>
                    <a:pt x="17111" y="19861"/>
                  </a:cubicBezTo>
                  <a:cubicBezTo>
                    <a:pt x="17111" y="19794"/>
                    <a:pt x="17111" y="19794"/>
                    <a:pt x="17111" y="19794"/>
                  </a:cubicBezTo>
                  <a:cubicBezTo>
                    <a:pt x="17111" y="19794"/>
                    <a:pt x="17111" y="19794"/>
                    <a:pt x="17111" y="19794"/>
                  </a:cubicBezTo>
                  <a:cubicBezTo>
                    <a:pt x="17167" y="19794"/>
                    <a:pt x="17167" y="19794"/>
                    <a:pt x="17167" y="19794"/>
                  </a:cubicBezTo>
                  <a:cubicBezTo>
                    <a:pt x="17111" y="19861"/>
                    <a:pt x="17111" y="19861"/>
                    <a:pt x="17111" y="19861"/>
                  </a:cubicBezTo>
                  <a:cubicBezTo>
                    <a:pt x="17167" y="19861"/>
                    <a:pt x="17167" y="19861"/>
                    <a:pt x="17167" y="19861"/>
                  </a:cubicBezTo>
                  <a:cubicBezTo>
                    <a:pt x="17223" y="19861"/>
                    <a:pt x="17223" y="19861"/>
                    <a:pt x="17223" y="19861"/>
                  </a:cubicBezTo>
                  <a:cubicBezTo>
                    <a:pt x="17223" y="19861"/>
                    <a:pt x="17223" y="19861"/>
                    <a:pt x="17223" y="19861"/>
                  </a:cubicBezTo>
                  <a:cubicBezTo>
                    <a:pt x="17280" y="19861"/>
                    <a:pt x="17280" y="19861"/>
                    <a:pt x="17280" y="19861"/>
                  </a:cubicBezTo>
                  <a:cubicBezTo>
                    <a:pt x="17336" y="19861"/>
                    <a:pt x="17336" y="19861"/>
                    <a:pt x="17336" y="19861"/>
                  </a:cubicBezTo>
                  <a:cubicBezTo>
                    <a:pt x="17336" y="19861"/>
                    <a:pt x="17336" y="19861"/>
                    <a:pt x="17336" y="19861"/>
                  </a:cubicBezTo>
                  <a:cubicBezTo>
                    <a:pt x="17336" y="19861"/>
                    <a:pt x="17336" y="19861"/>
                    <a:pt x="17336" y="19861"/>
                  </a:cubicBezTo>
                  <a:cubicBezTo>
                    <a:pt x="17392" y="19928"/>
                    <a:pt x="17392" y="19928"/>
                    <a:pt x="17392" y="19928"/>
                  </a:cubicBezTo>
                  <a:cubicBezTo>
                    <a:pt x="17392" y="19861"/>
                    <a:pt x="17392" y="19861"/>
                    <a:pt x="17392" y="19861"/>
                  </a:cubicBezTo>
                  <a:cubicBezTo>
                    <a:pt x="17448" y="19928"/>
                    <a:pt x="17448" y="19928"/>
                    <a:pt x="17448" y="19928"/>
                  </a:cubicBezTo>
                  <a:cubicBezTo>
                    <a:pt x="17448" y="19928"/>
                    <a:pt x="17448" y="19928"/>
                    <a:pt x="17448" y="19928"/>
                  </a:cubicBezTo>
                  <a:cubicBezTo>
                    <a:pt x="17448" y="19861"/>
                    <a:pt x="17448" y="19861"/>
                    <a:pt x="17448" y="19861"/>
                  </a:cubicBezTo>
                  <a:cubicBezTo>
                    <a:pt x="17448" y="19861"/>
                    <a:pt x="17448" y="19861"/>
                    <a:pt x="17448" y="19861"/>
                  </a:cubicBezTo>
                  <a:cubicBezTo>
                    <a:pt x="17504" y="19861"/>
                    <a:pt x="17504" y="19861"/>
                    <a:pt x="17504" y="19861"/>
                  </a:cubicBezTo>
                  <a:cubicBezTo>
                    <a:pt x="17504" y="19861"/>
                    <a:pt x="17504" y="19861"/>
                    <a:pt x="17504" y="19861"/>
                  </a:cubicBezTo>
                  <a:cubicBezTo>
                    <a:pt x="17560" y="19861"/>
                    <a:pt x="17560" y="19861"/>
                    <a:pt x="17560" y="19861"/>
                  </a:cubicBezTo>
                  <a:cubicBezTo>
                    <a:pt x="17560" y="19861"/>
                    <a:pt x="17560" y="19861"/>
                    <a:pt x="17560" y="19861"/>
                  </a:cubicBezTo>
                  <a:cubicBezTo>
                    <a:pt x="17560" y="19861"/>
                    <a:pt x="17560" y="19861"/>
                    <a:pt x="17560" y="19861"/>
                  </a:cubicBezTo>
                  <a:cubicBezTo>
                    <a:pt x="17616" y="19861"/>
                    <a:pt x="17616" y="19861"/>
                    <a:pt x="17616" y="19861"/>
                  </a:cubicBezTo>
                  <a:cubicBezTo>
                    <a:pt x="17616" y="19861"/>
                    <a:pt x="17616" y="19861"/>
                    <a:pt x="17616" y="19861"/>
                  </a:cubicBezTo>
                  <a:cubicBezTo>
                    <a:pt x="17616" y="19861"/>
                    <a:pt x="17616" y="19861"/>
                    <a:pt x="17616" y="19861"/>
                  </a:cubicBezTo>
                  <a:cubicBezTo>
                    <a:pt x="17616" y="19794"/>
                    <a:pt x="17616" y="19794"/>
                    <a:pt x="17616" y="19794"/>
                  </a:cubicBezTo>
                  <a:cubicBezTo>
                    <a:pt x="17616" y="19794"/>
                    <a:pt x="17616" y="19794"/>
                    <a:pt x="17616" y="19794"/>
                  </a:cubicBezTo>
                  <a:cubicBezTo>
                    <a:pt x="17672" y="19794"/>
                    <a:pt x="17672" y="19794"/>
                    <a:pt x="17672" y="19794"/>
                  </a:cubicBezTo>
                  <a:cubicBezTo>
                    <a:pt x="17672" y="19794"/>
                    <a:pt x="17672" y="19794"/>
                    <a:pt x="17672" y="19794"/>
                  </a:cubicBezTo>
                  <a:cubicBezTo>
                    <a:pt x="17672" y="19794"/>
                    <a:pt x="17672" y="19794"/>
                    <a:pt x="17672" y="19794"/>
                  </a:cubicBezTo>
                  <a:cubicBezTo>
                    <a:pt x="17616" y="19861"/>
                    <a:pt x="17616" y="19861"/>
                    <a:pt x="17616" y="19861"/>
                  </a:cubicBezTo>
                  <a:cubicBezTo>
                    <a:pt x="17672" y="19861"/>
                    <a:pt x="17672" y="19861"/>
                    <a:pt x="17672" y="19861"/>
                  </a:cubicBezTo>
                  <a:cubicBezTo>
                    <a:pt x="17672" y="19794"/>
                    <a:pt x="17672" y="19794"/>
                    <a:pt x="17672" y="19794"/>
                  </a:cubicBezTo>
                  <a:cubicBezTo>
                    <a:pt x="17672" y="19794"/>
                    <a:pt x="17672" y="19794"/>
                    <a:pt x="17672" y="19794"/>
                  </a:cubicBezTo>
                  <a:cubicBezTo>
                    <a:pt x="17672" y="19794"/>
                    <a:pt x="17672" y="19794"/>
                    <a:pt x="17672" y="19794"/>
                  </a:cubicBezTo>
                  <a:cubicBezTo>
                    <a:pt x="17672" y="19794"/>
                    <a:pt x="17672" y="19794"/>
                    <a:pt x="17672" y="19794"/>
                  </a:cubicBezTo>
                  <a:cubicBezTo>
                    <a:pt x="17672" y="19861"/>
                    <a:pt x="17672" y="19861"/>
                    <a:pt x="17672" y="19861"/>
                  </a:cubicBezTo>
                  <a:cubicBezTo>
                    <a:pt x="17672" y="19861"/>
                    <a:pt x="17672" y="19861"/>
                    <a:pt x="17672" y="19861"/>
                  </a:cubicBezTo>
                  <a:cubicBezTo>
                    <a:pt x="17728" y="19861"/>
                    <a:pt x="17728" y="19861"/>
                    <a:pt x="17728" y="19861"/>
                  </a:cubicBezTo>
                  <a:cubicBezTo>
                    <a:pt x="17728" y="19861"/>
                    <a:pt x="17728" y="19861"/>
                    <a:pt x="17728" y="19861"/>
                  </a:cubicBezTo>
                  <a:cubicBezTo>
                    <a:pt x="17728" y="19861"/>
                    <a:pt x="17728" y="19861"/>
                    <a:pt x="17728" y="19861"/>
                  </a:cubicBezTo>
                  <a:cubicBezTo>
                    <a:pt x="17672" y="19928"/>
                    <a:pt x="17672" y="19928"/>
                    <a:pt x="17672" y="19928"/>
                  </a:cubicBezTo>
                  <a:cubicBezTo>
                    <a:pt x="17616" y="19928"/>
                    <a:pt x="17616" y="19928"/>
                    <a:pt x="17616" y="19928"/>
                  </a:cubicBezTo>
                  <a:cubicBezTo>
                    <a:pt x="17616" y="19928"/>
                    <a:pt x="17616" y="19928"/>
                    <a:pt x="17616" y="19928"/>
                  </a:cubicBezTo>
                  <a:cubicBezTo>
                    <a:pt x="17672" y="19928"/>
                    <a:pt x="17672" y="19928"/>
                    <a:pt x="17672" y="19928"/>
                  </a:cubicBezTo>
                  <a:cubicBezTo>
                    <a:pt x="17672" y="19928"/>
                    <a:pt x="17672" y="19928"/>
                    <a:pt x="17672" y="19928"/>
                  </a:cubicBezTo>
                  <a:cubicBezTo>
                    <a:pt x="17672" y="19928"/>
                    <a:pt x="17672" y="19928"/>
                    <a:pt x="17672" y="19928"/>
                  </a:cubicBezTo>
                  <a:cubicBezTo>
                    <a:pt x="17728" y="19928"/>
                    <a:pt x="17728" y="19928"/>
                    <a:pt x="17728" y="19928"/>
                  </a:cubicBezTo>
                  <a:cubicBezTo>
                    <a:pt x="17728" y="19928"/>
                    <a:pt x="17728" y="19928"/>
                    <a:pt x="17728" y="19928"/>
                  </a:cubicBezTo>
                  <a:cubicBezTo>
                    <a:pt x="17728" y="19928"/>
                    <a:pt x="17728" y="19928"/>
                    <a:pt x="17728" y="19928"/>
                  </a:cubicBezTo>
                  <a:cubicBezTo>
                    <a:pt x="17784" y="19928"/>
                    <a:pt x="17784" y="19928"/>
                    <a:pt x="17784" y="19928"/>
                  </a:cubicBezTo>
                  <a:cubicBezTo>
                    <a:pt x="17784" y="19928"/>
                    <a:pt x="17784" y="19928"/>
                    <a:pt x="17784" y="19928"/>
                  </a:cubicBezTo>
                  <a:cubicBezTo>
                    <a:pt x="17784" y="19861"/>
                    <a:pt x="17784" y="19861"/>
                    <a:pt x="17784" y="19861"/>
                  </a:cubicBezTo>
                  <a:cubicBezTo>
                    <a:pt x="17784" y="19861"/>
                    <a:pt x="17784" y="19861"/>
                    <a:pt x="17784" y="19861"/>
                  </a:cubicBezTo>
                  <a:cubicBezTo>
                    <a:pt x="17841" y="19861"/>
                    <a:pt x="17841" y="19861"/>
                    <a:pt x="17841" y="19861"/>
                  </a:cubicBezTo>
                  <a:cubicBezTo>
                    <a:pt x="17841" y="19928"/>
                    <a:pt x="17841" y="19928"/>
                    <a:pt x="17841" y="19928"/>
                  </a:cubicBezTo>
                  <a:cubicBezTo>
                    <a:pt x="17897" y="19928"/>
                    <a:pt x="17897" y="19928"/>
                    <a:pt x="17897" y="19928"/>
                  </a:cubicBezTo>
                  <a:cubicBezTo>
                    <a:pt x="17897" y="19861"/>
                    <a:pt x="17897" y="19861"/>
                    <a:pt x="17897" y="19861"/>
                  </a:cubicBezTo>
                  <a:cubicBezTo>
                    <a:pt x="17953" y="19861"/>
                    <a:pt x="17953" y="19861"/>
                    <a:pt x="17953" y="19861"/>
                  </a:cubicBezTo>
                  <a:cubicBezTo>
                    <a:pt x="17897" y="19928"/>
                    <a:pt x="17897" y="19928"/>
                    <a:pt x="17897" y="19928"/>
                  </a:cubicBezTo>
                  <a:cubicBezTo>
                    <a:pt x="17897" y="19928"/>
                    <a:pt x="17897" y="19928"/>
                    <a:pt x="17897" y="19928"/>
                  </a:cubicBezTo>
                  <a:cubicBezTo>
                    <a:pt x="17897" y="19928"/>
                    <a:pt x="17897" y="19928"/>
                    <a:pt x="17897" y="19928"/>
                  </a:cubicBezTo>
                  <a:cubicBezTo>
                    <a:pt x="17841" y="19928"/>
                    <a:pt x="17841" y="19928"/>
                    <a:pt x="17841" y="19928"/>
                  </a:cubicBezTo>
                  <a:cubicBezTo>
                    <a:pt x="17784" y="19995"/>
                    <a:pt x="17784" y="19995"/>
                    <a:pt x="17784" y="19995"/>
                  </a:cubicBezTo>
                  <a:cubicBezTo>
                    <a:pt x="17784" y="19995"/>
                    <a:pt x="17784" y="19995"/>
                    <a:pt x="17784" y="19995"/>
                  </a:cubicBezTo>
                  <a:cubicBezTo>
                    <a:pt x="17784" y="19995"/>
                    <a:pt x="17784" y="19995"/>
                    <a:pt x="17784" y="19995"/>
                  </a:cubicBezTo>
                  <a:cubicBezTo>
                    <a:pt x="17784" y="20061"/>
                    <a:pt x="17784" y="20061"/>
                    <a:pt x="17784" y="20061"/>
                  </a:cubicBezTo>
                  <a:cubicBezTo>
                    <a:pt x="17784" y="20061"/>
                    <a:pt x="17784" y="20061"/>
                    <a:pt x="17784" y="20061"/>
                  </a:cubicBezTo>
                  <a:cubicBezTo>
                    <a:pt x="17728" y="20061"/>
                    <a:pt x="17728" y="20061"/>
                    <a:pt x="17728" y="20061"/>
                  </a:cubicBezTo>
                  <a:cubicBezTo>
                    <a:pt x="17728" y="20061"/>
                    <a:pt x="17728" y="20061"/>
                    <a:pt x="17728" y="20061"/>
                  </a:cubicBezTo>
                  <a:cubicBezTo>
                    <a:pt x="17728" y="20061"/>
                    <a:pt x="17728" y="20061"/>
                    <a:pt x="17728" y="20061"/>
                  </a:cubicBezTo>
                  <a:cubicBezTo>
                    <a:pt x="17672" y="20061"/>
                    <a:pt x="17672" y="20061"/>
                    <a:pt x="17672" y="20061"/>
                  </a:cubicBezTo>
                  <a:cubicBezTo>
                    <a:pt x="17616" y="20128"/>
                    <a:pt x="17616" y="20128"/>
                    <a:pt x="17616" y="20128"/>
                  </a:cubicBezTo>
                  <a:cubicBezTo>
                    <a:pt x="17616" y="20128"/>
                    <a:pt x="17616" y="20128"/>
                    <a:pt x="17616" y="20128"/>
                  </a:cubicBezTo>
                  <a:cubicBezTo>
                    <a:pt x="17616" y="20128"/>
                    <a:pt x="17616" y="20128"/>
                    <a:pt x="17616" y="20128"/>
                  </a:cubicBezTo>
                  <a:cubicBezTo>
                    <a:pt x="17672" y="20195"/>
                    <a:pt x="17672" y="20195"/>
                    <a:pt x="17672" y="20195"/>
                  </a:cubicBezTo>
                  <a:cubicBezTo>
                    <a:pt x="17672" y="20195"/>
                    <a:pt x="17672" y="20195"/>
                    <a:pt x="17672" y="20195"/>
                  </a:cubicBezTo>
                  <a:cubicBezTo>
                    <a:pt x="17672" y="20128"/>
                    <a:pt x="17672" y="20128"/>
                    <a:pt x="17672" y="20128"/>
                  </a:cubicBezTo>
                  <a:cubicBezTo>
                    <a:pt x="17728" y="20128"/>
                    <a:pt x="17728" y="20128"/>
                    <a:pt x="17728" y="20128"/>
                  </a:cubicBezTo>
                  <a:cubicBezTo>
                    <a:pt x="17728" y="20128"/>
                    <a:pt x="17728" y="20128"/>
                    <a:pt x="17728" y="20128"/>
                  </a:cubicBezTo>
                  <a:cubicBezTo>
                    <a:pt x="17728" y="20128"/>
                    <a:pt x="17728" y="20128"/>
                    <a:pt x="17728" y="20128"/>
                  </a:cubicBezTo>
                  <a:cubicBezTo>
                    <a:pt x="17728" y="20195"/>
                    <a:pt x="17728" y="20195"/>
                    <a:pt x="17728" y="20195"/>
                  </a:cubicBezTo>
                  <a:cubicBezTo>
                    <a:pt x="17784" y="20128"/>
                    <a:pt x="17784" y="20128"/>
                    <a:pt x="17784" y="20128"/>
                  </a:cubicBezTo>
                  <a:cubicBezTo>
                    <a:pt x="17784" y="20128"/>
                    <a:pt x="17784" y="20128"/>
                    <a:pt x="17784" y="20128"/>
                  </a:cubicBezTo>
                  <a:cubicBezTo>
                    <a:pt x="17841" y="20128"/>
                    <a:pt x="17841" y="20128"/>
                    <a:pt x="17841" y="20128"/>
                  </a:cubicBezTo>
                  <a:cubicBezTo>
                    <a:pt x="17841" y="20128"/>
                    <a:pt x="17841" y="20128"/>
                    <a:pt x="17841" y="20128"/>
                  </a:cubicBezTo>
                  <a:cubicBezTo>
                    <a:pt x="17841" y="20061"/>
                    <a:pt x="17841" y="20061"/>
                    <a:pt x="17841" y="20061"/>
                  </a:cubicBezTo>
                  <a:cubicBezTo>
                    <a:pt x="17841" y="20061"/>
                    <a:pt x="17841" y="20061"/>
                    <a:pt x="17841" y="20061"/>
                  </a:cubicBezTo>
                  <a:cubicBezTo>
                    <a:pt x="17841" y="20061"/>
                    <a:pt x="17841" y="20061"/>
                    <a:pt x="17841" y="20061"/>
                  </a:cubicBezTo>
                  <a:cubicBezTo>
                    <a:pt x="17897" y="19995"/>
                    <a:pt x="17897" y="19995"/>
                    <a:pt x="17897" y="19995"/>
                  </a:cubicBezTo>
                  <a:cubicBezTo>
                    <a:pt x="17897" y="19995"/>
                    <a:pt x="17897" y="19995"/>
                    <a:pt x="17897" y="19995"/>
                  </a:cubicBezTo>
                  <a:cubicBezTo>
                    <a:pt x="17953" y="19995"/>
                    <a:pt x="17953" y="19995"/>
                    <a:pt x="17953" y="19995"/>
                  </a:cubicBezTo>
                  <a:cubicBezTo>
                    <a:pt x="17953" y="19995"/>
                    <a:pt x="17953" y="19995"/>
                    <a:pt x="17953" y="19995"/>
                  </a:cubicBezTo>
                  <a:cubicBezTo>
                    <a:pt x="17953" y="19995"/>
                    <a:pt x="17953" y="19995"/>
                    <a:pt x="17953" y="19995"/>
                  </a:cubicBezTo>
                  <a:cubicBezTo>
                    <a:pt x="17953" y="19995"/>
                    <a:pt x="17953" y="19995"/>
                    <a:pt x="17953" y="19995"/>
                  </a:cubicBezTo>
                  <a:cubicBezTo>
                    <a:pt x="18009" y="19995"/>
                    <a:pt x="18009" y="19995"/>
                    <a:pt x="18009" y="19995"/>
                  </a:cubicBezTo>
                  <a:cubicBezTo>
                    <a:pt x="18009" y="19928"/>
                    <a:pt x="18009" y="19928"/>
                    <a:pt x="18009" y="19928"/>
                  </a:cubicBezTo>
                  <a:cubicBezTo>
                    <a:pt x="18065" y="19861"/>
                    <a:pt x="18065" y="19861"/>
                    <a:pt x="18065" y="19861"/>
                  </a:cubicBezTo>
                  <a:cubicBezTo>
                    <a:pt x="18065" y="19794"/>
                    <a:pt x="18065" y="19794"/>
                    <a:pt x="18065" y="19794"/>
                  </a:cubicBezTo>
                  <a:cubicBezTo>
                    <a:pt x="18065" y="19794"/>
                    <a:pt x="18065" y="19794"/>
                    <a:pt x="18065" y="19794"/>
                  </a:cubicBezTo>
                  <a:cubicBezTo>
                    <a:pt x="18065" y="19794"/>
                    <a:pt x="18065" y="19794"/>
                    <a:pt x="18065" y="19794"/>
                  </a:cubicBezTo>
                  <a:cubicBezTo>
                    <a:pt x="18065" y="19794"/>
                    <a:pt x="18065" y="19794"/>
                    <a:pt x="18065" y="19794"/>
                  </a:cubicBezTo>
                  <a:cubicBezTo>
                    <a:pt x="18121" y="19794"/>
                    <a:pt x="18121" y="19794"/>
                    <a:pt x="18121" y="19794"/>
                  </a:cubicBezTo>
                  <a:cubicBezTo>
                    <a:pt x="18121" y="19861"/>
                    <a:pt x="18121" y="19861"/>
                    <a:pt x="18121" y="19861"/>
                  </a:cubicBezTo>
                  <a:cubicBezTo>
                    <a:pt x="18121" y="19928"/>
                    <a:pt x="18121" y="19928"/>
                    <a:pt x="18121" y="19928"/>
                  </a:cubicBezTo>
                  <a:cubicBezTo>
                    <a:pt x="18121" y="19928"/>
                    <a:pt x="18121" y="19928"/>
                    <a:pt x="18121" y="19928"/>
                  </a:cubicBezTo>
                  <a:cubicBezTo>
                    <a:pt x="18121" y="19995"/>
                    <a:pt x="18121" y="19995"/>
                    <a:pt x="18121" y="19995"/>
                  </a:cubicBezTo>
                  <a:cubicBezTo>
                    <a:pt x="18121" y="19995"/>
                    <a:pt x="18121" y="19995"/>
                    <a:pt x="18121" y="19995"/>
                  </a:cubicBezTo>
                  <a:cubicBezTo>
                    <a:pt x="18121" y="19995"/>
                    <a:pt x="18121" y="19995"/>
                    <a:pt x="18121" y="19995"/>
                  </a:cubicBezTo>
                  <a:cubicBezTo>
                    <a:pt x="18065" y="20061"/>
                    <a:pt x="18065" y="20061"/>
                    <a:pt x="18065" y="20061"/>
                  </a:cubicBezTo>
                  <a:cubicBezTo>
                    <a:pt x="18065" y="20128"/>
                    <a:pt x="18065" y="20128"/>
                    <a:pt x="18065" y="20128"/>
                  </a:cubicBezTo>
                  <a:cubicBezTo>
                    <a:pt x="18065" y="20195"/>
                    <a:pt x="18065" y="20195"/>
                    <a:pt x="18065" y="20195"/>
                  </a:cubicBezTo>
                  <a:cubicBezTo>
                    <a:pt x="18009" y="20195"/>
                    <a:pt x="18009" y="20195"/>
                    <a:pt x="18009" y="20195"/>
                  </a:cubicBezTo>
                  <a:cubicBezTo>
                    <a:pt x="18009" y="20195"/>
                    <a:pt x="18009" y="20195"/>
                    <a:pt x="18009" y="20195"/>
                  </a:cubicBezTo>
                  <a:cubicBezTo>
                    <a:pt x="18065" y="20195"/>
                    <a:pt x="18065" y="20195"/>
                    <a:pt x="18065" y="20195"/>
                  </a:cubicBezTo>
                  <a:cubicBezTo>
                    <a:pt x="18065" y="20195"/>
                    <a:pt x="18065" y="20195"/>
                    <a:pt x="18065" y="20195"/>
                  </a:cubicBezTo>
                  <a:cubicBezTo>
                    <a:pt x="18121" y="20128"/>
                    <a:pt x="18121" y="20128"/>
                    <a:pt x="18121" y="20128"/>
                  </a:cubicBezTo>
                  <a:cubicBezTo>
                    <a:pt x="18121" y="20128"/>
                    <a:pt x="18121" y="20128"/>
                    <a:pt x="18121" y="20128"/>
                  </a:cubicBezTo>
                  <a:cubicBezTo>
                    <a:pt x="18177" y="20061"/>
                    <a:pt x="18177" y="20061"/>
                    <a:pt x="18177" y="20061"/>
                  </a:cubicBezTo>
                  <a:cubicBezTo>
                    <a:pt x="18177" y="20061"/>
                    <a:pt x="18177" y="20061"/>
                    <a:pt x="18177" y="20061"/>
                  </a:cubicBezTo>
                  <a:cubicBezTo>
                    <a:pt x="18177" y="20061"/>
                    <a:pt x="18177" y="20061"/>
                    <a:pt x="18177" y="20061"/>
                  </a:cubicBezTo>
                  <a:cubicBezTo>
                    <a:pt x="18233" y="20061"/>
                    <a:pt x="18233" y="20061"/>
                    <a:pt x="18233" y="20061"/>
                  </a:cubicBezTo>
                  <a:cubicBezTo>
                    <a:pt x="18233" y="20061"/>
                    <a:pt x="18233" y="20061"/>
                    <a:pt x="18233" y="20061"/>
                  </a:cubicBezTo>
                  <a:cubicBezTo>
                    <a:pt x="18233" y="20061"/>
                    <a:pt x="18233" y="20061"/>
                    <a:pt x="18233" y="20061"/>
                  </a:cubicBezTo>
                  <a:cubicBezTo>
                    <a:pt x="18177" y="20128"/>
                    <a:pt x="18177" y="20128"/>
                    <a:pt x="18177" y="20128"/>
                  </a:cubicBezTo>
                  <a:cubicBezTo>
                    <a:pt x="18177" y="20195"/>
                    <a:pt x="18177" y="20195"/>
                    <a:pt x="18177" y="20195"/>
                  </a:cubicBezTo>
                  <a:cubicBezTo>
                    <a:pt x="18177" y="20195"/>
                    <a:pt x="18177" y="20195"/>
                    <a:pt x="18177" y="20195"/>
                  </a:cubicBezTo>
                  <a:cubicBezTo>
                    <a:pt x="18177" y="20195"/>
                    <a:pt x="18177" y="20195"/>
                    <a:pt x="18177" y="20195"/>
                  </a:cubicBezTo>
                  <a:cubicBezTo>
                    <a:pt x="18177" y="20262"/>
                    <a:pt x="18177" y="20262"/>
                    <a:pt x="18177" y="20262"/>
                  </a:cubicBezTo>
                  <a:cubicBezTo>
                    <a:pt x="18177" y="20329"/>
                    <a:pt x="18177" y="20329"/>
                    <a:pt x="18177" y="20329"/>
                  </a:cubicBezTo>
                  <a:cubicBezTo>
                    <a:pt x="18177" y="20262"/>
                    <a:pt x="18177" y="20262"/>
                    <a:pt x="18177" y="20262"/>
                  </a:cubicBezTo>
                  <a:cubicBezTo>
                    <a:pt x="18233" y="20262"/>
                    <a:pt x="18233" y="20262"/>
                    <a:pt x="18233" y="20262"/>
                  </a:cubicBezTo>
                  <a:cubicBezTo>
                    <a:pt x="18233" y="20262"/>
                    <a:pt x="18233" y="20262"/>
                    <a:pt x="18233" y="20262"/>
                  </a:cubicBezTo>
                  <a:cubicBezTo>
                    <a:pt x="18233" y="20262"/>
                    <a:pt x="18289" y="20262"/>
                    <a:pt x="18289" y="20262"/>
                  </a:cubicBezTo>
                  <a:cubicBezTo>
                    <a:pt x="18289" y="20262"/>
                    <a:pt x="18289" y="20262"/>
                    <a:pt x="18289" y="20262"/>
                  </a:cubicBezTo>
                  <a:cubicBezTo>
                    <a:pt x="18345" y="20262"/>
                    <a:pt x="18345" y="20262"/>
                    <a:pt x="18345" y="20262"/>
                  </a:cubicBezTo>
                  <a:cubicBezTo>
                    <a:pt x="18345" y="20195"/>
                    <a:pt x="18345" y="20195"/>
                    <a:pt x="18345" y="20195"/>
                  </a:cubicBezTo>
                  <a:cubicBezTo>
                    <a:pt x="18345" y="20195"/>
                    <a:pt x="18345" y="20195"/>
                    <a:pt x="18345" y="20195"/>
                  </a:cubicBezTo>
                  <a:cubicBezTo>
                    <a:pt x="18345" y="20195"/>
                    <a:pt x="18345" y="20195"/>
                    <a:pt x="18345" y="20195"/>
                  </a:cubicBezTo>
                  <a:cubicBezTo>
                    <a:pt x="18345" y="20195"/>
                    <a:pt x="18345" y="20195"/>
                    <a:pt x="18345" y="20195"/>
                  </a:cubicBezTo>
                  <a:cubicBezTo>
                    <a:pt x="18345" y="20128"/>
                    <a:pt x="18345" y="20128"/>
                    <a:pt x="18345" y="20128"/>
                  </a:cubicBezTo>
                  <a:cubicBezTo>
                    <a:pt x="18345" y="20128"/>
                    <a:pt x="18345" y="20128"/>
                    <a:pt x="18345" y="20128"/>
                  </a:cubicBezTo>
                  <a:cubicBezTo>
                    <a:pt x="18345" y="20128"/>
                    <a:pt x="18345" y="20128"/>
                    <a:pt x="18345" y="20128"/>
                  </a:cubicBezTo>
                  <a:cubicBezTo>
                    <a:pt x="18345" y="20061"/>
                    <a:pt x="18345" y="20061"/>
                    <a:pt x="18345" y="20061"/>
                  </a:cubicBezTo>
                  <a:cubicBezTo>
                    <a:pt x="18402" y="19995"/>
                    <a:pt x="18402" y="19995"/>
                    <a:pt x="18402" y="19995"/>
                  </a:cubicBezTo>
                  <a:cubicBezTo>
                    <a:pt x="18458" y="19995"/>
                    <a:pt x="18458" y="19995"/>
                    <a:pt x="18458" y="19995"/>
                  </a:cubicBezTo>
                  <a:cubicBezTo>
                    <a:pt x="18402" y="19861"/>
                    <a:pt x="18402" y="19861"/>
                    <a:pt x="18402" y="19861"/>
                  </a:cubicBezTo>
                  <a:cubicBezTo>
                    <a:pt x="18402" y="19861"/>
                    <a:pt x="18402" y="19861"/>
                    <a:pt x="18402" y="19861"/>
                  </a:cubicBezTo>
                  <a:cubicBezTo>
                    <a:pt x="18402" y="19861"/>
                    <a:pt x="18402" y="19861"/>
                    <a:pt x="18402" y="19861"/>
                  </a:cubicBezTo>
                  <a:cubicBezTo>
                    <a:pt x="18402" y="19861"/>
                    <a:pt x="18402" y="19861"/>
                    <a:pt x="18402" y="19861"/>
                  </a:cubicBezTo>
                  <a:cubicBezTo>
                    <a:pt x="18402" y="19928"/>
                    <a:pt x="18402" y="19928"/>
                    <a:pt x="18402" y="19928"/>
                  </a:cubicBezTo>
                  <a:cubicBezTo>
                    <a:pt x="18345" y="19928"/>
                    <a:pt x="18345" y="19928"/>
                    <a:pt x="18345" y="19928"/>
                  </a:cubicBezTo>
                  <a:cubicBezTo>
                    <a:pt x="18345" y="19995"/>
                    <a:pt x="18345" y="19995"/>
                    <a:pt x="18345" y="19995"/>
                  </a:cubicBezTo>
                  <a:cubicBezTo>
                    <a:pt x="18289" y="19995"/>
                    <a:pt x="18289" y="19995"/>
                    <a:pt x="18289" y="19995"/>
                  </a:cubicBezTo>
                  <a:cubicBezTo>
                    <a:pt x="18289" y="19928"/>
                    <a:pt x="18289" y="19928"/>
                    <a:pt x="18289" y="19928"/>
                  </a:cubicBezTo>
                  <a:cubicBezTo>
                    <a:pt x="18289" y="19928"/>
                    <a:pt x="18289" y="19928"/>
                    <a:pt x="18289" y="19928"/>
                  </a:cubicBezTo>
                  <a:cubicBezTo>
                    <a:pt x="18289" y="19861"/>
                    <a:pt x="18289" y="19861"/>
                    <a:pt x="18289" y="19861"/>
                  </a:cubicBezTo>
                  <a:cubicBezTo>
                    <a:pt x="18345" y="19861"/>
                    <a:pt x="18345" y="19861"/>
                    <a:pt x="18345" y="19861"/>
                  </a:cubicBezTo>
                  <a:cubicBezTo>
                    <a:pt x="18345" y="19794"/>
                    <a:pt x="18345" y="19794"/>
                    <a:pt x="18345" y="19794"/>
                  </a:cubicBezTo>
                  <a:cubicBezTo>
                    <a:pt x="18402" y="19794"/>
                    <a:pt x="18402" y="19794"/>
                    <a:pt x="18402" y="19794"/>
                  </a:cubicBezTo>
                  <a:cubicBezTo>
                    <a:pt x="18402" y="19794"/>
                    <a:pt x="18402" y="19794"/>
                    <a:pt x="18402" y="19794"/>
                  </a:cubicBezTo>
                  <a:cubicBezTo>
                    <a:pt x="18402" y="19794"/>
                    <a:pt x="18402" y="19794"/>
                    <a:pt x="18402" y="19794"/>
                  </a:cubicBezTo>
                  <a:cubicBezTo>
                    <a:pt x="18402" y="19727"/>
                    <a:pt x="18402" y="19727"/>
                    <a:pt x="18402" y="19727"/>
                  </a:cubicBezTo>
                  <a:cubicBezTo>
                    <a:pt x="18402" y="19794"/>
                    <a:pt x="18402" y="19794"/>
                    <a:pt x="18402" y="19794"/>
                  </a:cubicBezTo>
                  <a:cubicBezTo>
                    <a:pt x="18345" y="19794"/>
                    <a:pt x="18345" y="19794"/>
                    <a:pt x="18345" y="19794"/>
                  </a:cubicBezTo>
                  <a:cubicBezTo>
                    <a:pt x="18345" y="19794"/>
                    <a:pt x="18345" y="19794"/>
                    <a:pt x="18345" y="19794"/>
                  </a:cubicBezTo>
                  <a:cubicBezTo>
                    <a:pt x="18289" y="19794"/>
                    <a:pt x="18289" y="19794"/>
                    <a:pt x="18289" y="19794"/>
                  </a:cubicBezTo>
                  <a:cubicBezTo>
                    <a:pt x="18289" y="19794"/>
                    <a:pt x="18289" y="19794"/>
                    <a:pt x="18289" y="19794"/>
                  </a:cubicBezTo>
                  <a:cubicBezTo>
                    <a:pt x="18289" y="19861"/>
                    <a:pt x="18289" y="19861"/>
                    <a:pt x="18289" y="19861"/>
                  </a:cubicBezTo>
                  <a:cubicBezTo>
                    <a:pt x="18233" y="19861"/>
                    <a:pt x="18233" y="19861"/>
                    <a:pt x="18233" y="19861"/>
                  </a:cubicBezTo>
                  <a:cubicBezTo>
                    <a:pt x="18233" y="19928"/>
                    <a:pt x="18233" y="19928"/>
                    <a:pt x="18233" y="19928"/>
                  </a:cubicBezTo>
                  <a:cubicBezTo>
                    <a:pt x="18177" y="19928"/>
                    <a:pt x="18177" y="19928"/>
                    <a:pt x="18177" y="19928"/>
                  </a:cubicBezTo>
                  <a:cubicBezTo>
                    <a:pt x="18177" y="19928"/>
                    <a:pt x="18177" y="19928"/>
                    <a:pt x="18177" y="19928"/>
                  </a:cubicBezTo>
                  <a:cubicBezTo>
                    <a:pt x="18177" y="19861"/>
                    <a:pt x="18177" y="19861"/>
                    <a:pt x="18177" y="19861"/>
                  </a:cubicBezTo>
                  <a:cubicBezTo>
                    <a:pt x="18121" y="19861"/>
                    <a:pt x="18121" y="19861"/>
                    <a:pt x="18121" y="19861"/>
                  </a:cubicBezTo>
                  <a:cubicBezTo>
                    <a:pt x="18121" y="19794"/>
                    <a:pt x="18121" y="19794"/>
                    <a:pt x="18121" y="19794"/>
                  </a:cubicBezTo>
                  <a:cubicBezTo>
                    <a:pt x="18177" y="19861"/>
                    <a:pt x="18177" y="19861"/>
                    <a:pt x="18177" y="19861"/>
                  </a:cubicBezTo>
                  <a:cubicBezTo>
                    <a:pt x="18177" y="19861"/>
                    <a:pt x="18177" y="19861"/>
                    <a:pt x="18177" y="19861"/>
                  </a:cubicBezTo>
                  <a:cubicBezTo>
                    <a:pt x="18177" y="19794"/>
                    <a:pt x="18177" y="19794"/>
                    <a:pt x="18177" y="19794"/>
                  </a:cubicBezTo>
                  <a:cubicBezTo>
                    <a:pt x="18177" y="19794"/>
                    <a:pt x="18177" y="19794"/>
                    <a:pt x="18177" y="19794"/>
                  </a:cubicBezTo>
                  <a:cubicBezTo>
                    <a:pt x="18177" y="19794"/>
                    <a:pt x="18177" y="19794"/>
                    <a:pt x="18177" y="19794"/>
                  </a:cubicBezTo>
                  <a:cubicBezTo>
                    <a:pt x="18177" y="19794"/>
                    <a:pt x="18177" y="19794"/>
                    <a:pt x="18177" y="19794"/>
                  </a:cubicBezTo>
                  <a:cubicBezTo>
                    <a:pt x="18233" y="19794"/>
                    <a:pt x="18233" y="19794"/>
                    <a:pt x="18233" y="19794"/>
                  </a:cubicBezTo>
                  <a:cubicBezTo>
                    <a:pt x="18177" y="19794"/>
                    <a:pt x="18177" y="19794"/>
                    <a:pt x="18177" y="19794"/>
                  </a:cubicBezTo>
                  <a:cubicBezTo>
                    <a:pt x="18177" y="19727"/>
                    <a:pt x="18177" y="19727"/>
                    <a:pt x="18177" y="19727"/>
                  </a:cubicBez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233" y="19660"/>
                    <a:pt x="18233" y="19660"/>
                    <a:pt x="18233" y="19660"/>
                  </a:cubicBezTo>
                  <a:cubicBezTo>
                    <a:pt x="18289" y="19593"/>
                    <a:pt x="18289" y="19593"/>
                    <a:pt x="18289" y="19593"/>
                  </a:cubicBezTo>
                  <a:cubicBezTo>
                    <a:pt x="18289" y="19593"/>
                    <a:pt x="18289" y="19593"/>
                    <a:pt x="18289" y="19593"/>
                  </a:cubicBezTo>
                  <a:cubicBezTo>
                    <a:pt x="18345" y="19660"/>
                    <a:pt x="18345" y="19660"/>
                    <a:pt x="18345" y="19660"/>
                  </a:cubicBezTo>
                  <a:cubicBezTo>
                    <a:pt x="18345" y="19593"/>
                    <a:pt x="18345" y="19593"/>
                    <a:pt x="18345" y="19593"/>
                  </a:cubicBezTo>
                  <a:cubicBezTo>
                    <a:pt x="18402" y="19593"/>
                    <a:pt x="18402" y="19593"/>
                    <a:pt x="18402" y="19593"/>
                  </a:cubicBezTo>
                  <a:cubicBezTo>
                    <a:pt x="18402" y="19526"/>
                    <a:pt x="18402" y="19526"/>
                    <a:pt x="18402" y="19526"/>
                  </a:cubicBezTo>
                  <a:cubicBezTo>
                    <a:pt x="18345" y="19526"/>
                    <a:pt x="18345" y="19526"/>
                    <a:pt x="18345" y="19526"/>
                  </a:cubicBezTo>
                  <a:cubicBezTo>
                    <a:pt x="18345" y="19526"/>
                    <a:pt x="18345" y="19526"/>
                    <a:pt x="18345" y="19526"/>
                  </a:cubicBezTo>
                  <a:cubicBezTo>
                    <a:pt x="18289" y="19593"/>
                    <a:pt x="18289" y="19593"/>
                    <a:pt x="18289" y="19593"/>
                  </a:cubicBezTo>
                  <a:cubicBezTo>
                    <a:pt x="18289" y="19526"/>
                    <a:pt x="18289" y="19526"/>
                    <a:pt x="18289" y="19526"/>
                  </a:cubicBezTo>
                  <a:cubicBezTo>
                    <a:pt x="18289" y="19526"/>
                    <a:pt x="18289" y="19526"/>
                    <a:pt x="18289" y="19526"/>
                  </a:cubicBezTo>
                  <a:cubicBezTo>
                    <a:pt x="18289" y="19593"/>
                    <a:pt x="18289" y="19593"/>
                    <a:pt x="18289" y="19593"/>
                  </a:cubicBezTo>
                  <a:cubicBezTo>
                    <a:pt x="18289" y="19593"/>
                    <a:pt x="18289" y="19593"/>
                    <a:pt x="18289" y="19593"/>
                  </a:cubicBezTo>
                  <a:cubicBezTo>
                    <a:pt x="18233" y="19593"/>
                    <a:pt x="18233" y="19593"/>
                    <a:pt x="18233" y="19593"/>
                  </a:cubicBezTo>
                  <a:cubicBezTo>
                    <a:pt x="18233" y="19593"/>
                    <a:pt x="18233" y="19593"/>
                    <a:pt x="18233" y="19593"/>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21" y="19660"/>
                    <a:pt x="18121" y="19660"/>
                    <a:pt x="18121" y="19660"/>
                  </a:cubicBezTo>
                  <a:cubicBezTo>
                    <a:pt x="18177" y="19660"/>
                    <a:pt x="18177" y="19660"/>
                    <a:pt x="18177" y="19660"/>
                  </a:cubicBezTo>
                  <a:cubicBezTo>
                    <a:pt x="18177" y="19593"/>
                    <a:pt x="18177" y="19593"/>
                    <a:pt x="18177" y="19593"/>
                  </a:cubicBezTo>
                  <a:cubicBezTo>
                    <a:pt x="18177" y="19593"/>
                    <a:pt x="18177" y="19593"/>
                    <a:pt x="18177" y="19593"/>
                  </a:cubicBezTo>
                  <a:cubicBezTo>
                    <a:pt x="18177" y="19593"/>
                    <a:pt x="18177" y="19593"/>
                    <a:pt x="18177" y="19593"/>
                  </a:cubicBezTo>
                  <a:cubicBezTo>
                    <a:pt x="18177" y="19526"/>
                    <a:pt x="18177" y="19526"/>
                    <a:pt x="18177" y="19526"/>
                  </a:cubicBezTo>
                  <a:cubicBezTo>
                    <a:pt x="18233" y="19526"/>
                    <a:pt x="18233" y="19526"/>
                    <a:pt x="18233" y="19526"/>
                  </a:cubicBezTo>
                  <a:cubicBezTo>
                    <a:pt x="18177" y="19526"/>
                    <a:pt x="18177" y="19526"/>
                    <a:pt x="18177" y="19526"/>
                  </a:cubicBezTo>
                  <a:cubicBezTo>
                    <a:pt x="18177" y="19526"/>
                    <a:pt x="18177" y="19526"/>
                    <a:pt x="18177" y="19526"/>
                  </a:cubicBezTo>
                  <a:cubicBezTo>
                    <a:pt x="18177" y="19526"/>
                    <a:pt x="18177" y="19526"/>
                    <a:pt x="18177" y="19526"/>
                  </a:cubicBezTo>
                  <a:cubicBezTo>
                    <a:pt x="18177" y="19460"/>
                    <a:pt x="18177" y="19460"/>
                    <a:pt x="18177" y="19460"/>
                  </a:cubicBezTo>
                  <a:cubicBezTo>
                    <a:pt x="18177" y="19460"/>
                    <a:pt x="18177" y="19460"/>
                    <a:pt x="18177" y="19460"/>
                  </a:cubicBezTo>
                  <a:cubicBezTo>
                    <a:pt x="18121" y="19460"/>
                    <a:pt x="18121" y="19460"/>
                    <a:pt x="18121" y="19460"/>
                  </a:cubicBezTo>
                  <a:cubicBezTo>
                    <a:pt x="18121" y="19460"/>
                    <a:pt x="18121" y="19460"/>
                    <a:pt x="18121" y="19460"/>
                  </a:cubicBezTo>
                  <a:cubicBezTo>
                    <a:pt x="18121" y="19460"/>
                    <a:pt x="18121" y="19460"/>
                    <a:pt x="18121" y="19460"/>
                  </a:cubicBezTo>
                  <a:cubicBezTo>
                    <a:pt x="18177" y="19460"/>
                    <a:pt x="18177" y="19460"/>
                    <a:pt x="18177" y="19460"/>
                  </a:cubicBezTo>
                  <a:cubicBezTo>
                    <a:pt x="18177" y="19460"/>
                    <a:pt x="18177" y="19460"/>
                    <a:pt x="18177" y="19460"/>
                  </a:cubicBezTo>
                  <a:cubicBezTo>
                    <a:pt x="18233" y="19460"/>
                    <a:pt x="18233" y="19460"/>
                    <a:pt x="18233" y="19460"/>
                  </a:cubicBezTo>
                  <a:cubicBezTo>
                    <a:pt x="18233" y="19393"/>
                    <a:pt x="18233" y="19393"/>
                    <a:pt x="18233" y="19393"/>
                  </a:cubicBezTo>
                  <a:cubicBezTo>
                    <a:pt x="18289" y="19393"/>
                    <a:pt x="18289" y="19393"/>
                    <a:pt x="18289" y="19393"/>
                  </a:cubicBezTo>
                  <a:cubicBezTo>
                    <a:pt x="18289" y="19393"/>
                    <a:pt x="18289" y="19393"/>
                    <a:pt x="18289" y="19393"/>
                  </a:cubicBezTo>
                  <a:cubicBezTo>
                    <a:pt x="18289" y="19326"/>
                    <a:pt x="18289" y="19326"/>
                    <a:pt x="18289" y="19326"/>
                  </a:cubicBezTo>
                  <a:cubicBezTo>
                    <a:pt x="18289" y="19326"/>
                    <a:pt x="18289" y="19326"/>
                    <a:pt x="18289" y="19326"/>
                  </a:cubicBezTo>
                  <a:cubicBezTo>
                    <a:pt x="18289" y="19326"/>
                    <a:pt x="18289" y="19326"/>
                    <a:pt x="18289" y="19326"/>
                  </a:cubicBezTo>
                  <a:cubicBezTo>
                    <a:pt x="18289" y="19326"/>
                    <a:pt x="18289" y="19326"/>
                    <a:pt x="18289" y="19326"/>
                  </a:cubicBezTo>
                  <a:cubicBezTo>
                    <a:pt x="18233" y="19259"/>
                    <a:pt x="18233" y="19259"/>
                    <a:pt x="18233" y="19259"/>
                  </a:cubicBezTo>
                  <a:cubicBezTo>
                    <a:pt x="18177" y="19259"/>
                    <a:pt x="18177" y="19259"/>
                    <a:pt x="18177" y="19259"/>
                  </a:cubicBezTo>
                  <a:cubicBezTo>
                    <a:pt x="18177" y="19259"/>
                    <a:pt x="18177" y="19259"/>
                    <a:pt x="18177" y="19259"/>
                  </a:cubicBezTo>
                  <a:cubicBezTo>
                    <a:pt x="18121" y="19259"/>
                    <a:pt x="18121" y="19259"/>
                    <a:pt x="18121" y="19259"/>
                  </a:cubicBezTo>
                  <a:cubicBezTo>
                    <a:pt x="18121" y="19259"/>
                    <a:pt x="18121" y="19259"/>
                    <a:pt x="18121" y="19259"/>
                  </a:cubicBezTo>
                  <a:cubicBezTo>
                    <a:pt x="18121" y="19326"/>
                    <a:pt x="18121" y="19326"/>
                    <a:pt x="18121" y="19326"/>
                  </a:cubicBezTo>
                  <a:cubicBezTo>
                    <a:pt x="18121" y="19393"/>
                    <a:pt x="18121" y="19393"/>
                    <a:pt x="18121" y="19393"/>
                  </a:cubicBezTo>
                  <a:cubicBezTo>
                    <a:pt x="18065" y="19393"/>
                    <a:pt x="18065" y="19393"/>
                    <a:pt x="18065" y="19393"/>
                  </a:cubicBezTo>
                  <a:cubicBezTo>
                    <a:pt x="18121" y="19393"/>
                    <a:pt x="18121" y="19393"/>
                    <a:pt x="18121" y="19393"/>
                  </a:cubicBezTo>
                  <a:cubicBezTo>
                    <a:pt x="18121" y="19326"/>
                    <a:pt x="18121" y="19326"/>
                    <a:pt x="18121" y="19326"/>
                  </a:cubicBezTo>
                  <a:cubicBezTo>
                    <a:pt x="18121" y="19326"/>
                    <a:pt x="18121" y="19326"/>
                    <a:pt x="18121" y="19326"/>
                  </a:cubicBezTo>
                  <a:cubicBezTo>
                    <a:pt x="18121" y="19259"/>
                    <a:pt x="18121" y="19259"/>
                    <a:pt x="18121" y="19259"/>
                  </a:cubicBezTo>
                  <a:cubicBezTo>
                    <a:pt x="18121" y="19259"/>
                    <a:pt x="18121" y="19259"/>
                    <a:pt x="18121" y="19259"/>
                  </a:cubicBezTo>
                  <a:cubicBezTo>
                    <a:pt x="18121" y="19259"/>
                    <a:pt x="18121" y="19259"/>
                    <a:pt x="18121" y="19259"/>
                  </a:cubicBezTo>
                  <a:cubicBezTo>
                    <a:pt x="18065" y="19259"/>
                    <a:pt x="18065" y="19259"/>
                    <a:pt x="18065" y="19259"/>
                  </a:cubicBezTo>
                  <a:cubicBezTo>
                    <a:pt x="18065" y="19259"/>
                    <a:pt x="18065" y="19259"/>
                    <a:pt x="18065" y="19259"/>
                  </a:cubicBezTo>
                  <a:cubicBezTo>
                    <a:pt x="18009" y="19326"/>
                    <a:pt x="18009" y="19326"/>
                    <a:pt x="18009" y="19326"/>
                  </a:cubicBezTo>
                  <a:cubicBezTo>
                    <a:pt x="18009" y="19326"/>
                    <a:pt x="18009" y="19326"/>
                    <a:pt x="18009" y="19326"/>
                  </a:cubicBezTo>
                  <a:cubicBezTo>
                    <a:pt x="18009" y="19326"/>
                    <a:pt x="18009" y="19326"/>
                    <a:pt x="18009" y="19326"/>
                  </a:cubicBezTo>
                  <a:cubicBezTo>
                    <a:pt x="18009" y="19326"/>
                    <a:pt x="18009" y="19326"/>
                    <a:pt x="18009" y="19326"/>
                  </a:cubicBezTo>
                  <a:cubicBezTo>
                    <a:pt x="17953" y="19326"/>
                    <a:pt x="17953" y="19326"/>
                    <a:pt x="17953" y="19326"/>
                  </a:cubicBezTo>
                  <a:cubicBezTo>
                    <a:pt x="17953" y="19326"/>
                    <a:pt x="17953" y="19326"/>
                    <a:pt x="17953" y="19326"/>
                  </a:cubicBezTo>
                  <a:cubicBezTo>
                    <a:pt x="17953" y="19393"/>
                    <a:pt x="17953" y="19393"/>
                    <a:pt x="17953" y="19393"/>
                  </a:cubicBezTo>
                  <a:cubicBezTo>
                    <a:pt x="17897" y="19393"/>
                    <a:pt x="17897" y="19393"/>
                    <a:pt x="17897" y="19393"/>
                  </a:cubicBezTo>
                  <a:cubicBezTo>
                    <a:pt x="17897" y="19393"/>
                    <a:pt x="17897" y="19393"/>
                    <a:pt x="17897" y="19393"/>
                  </a:cubicBezTo>
                  <a:cubicBezTo>
                    <a:pt x="17953" y="19326"/>
                    <a:pt x="17953" y="19326"/>
                    <a:pt x="17953" y="19326"/>
                  </a:cubicBezTo>
                  <a:cubicBezTo>
                    <a:pt x="17953" y="19259"/>
                    <a:pt x="17953" y="19259"/>
                    <a:pt x="17953" y="19259"/>
                  </a:cubicBezTo>
                  <a:cubicBezTo>
                    <a:pt x="17953" y="19259"/>
                    <a:pt x="17953" y="19259"/>
                    <a:pt x="17953" y="19259"/>
                  </a:cubicBezTo>
                  <a:cubicBezTo>
                    <a:pt x="17897" y="19259"/>
                    <a:pt x="17897" y="19259"/>
                    <a:pt x="17897" y="19259"/>
                  </a:cubicBezTo>
                  <a:cubicBezTo>
                    <a:pt x="17897" y="19326"/>
                    <a:pt x="17897" y="19326"/>
                    <a:pt x="17897" y="19326"/>
                  </a:cubicBezTo>
                  <a:cubicBezTo>
                    <a:pt x="17897" y="19326"/>
                    <a:pt x="17897" y="19326"/>
                    <a:pt x="17897" y="19326"/>
                  </a:cubicBezTo>
                  <a:cubicBezTo>
                    <a:pt x="17897" y="19326"/>
                    <a:pt x="17897" y="19326"/>
                    <a:pt x="17897" y="19326"/>
                  </a:cubicBezTo>
                  <a:cubicBezTo>
                    <a:pt x="17897" y="19259"/>
                    <a:pt x="17897" y="19259"/>
                    <a:pt x="17897" y="19259"/>
                  </a:cubicBezTo>
                  <a:cubicBezTo>
                    <a:pt x="17897" y="19259"/>
                    <a:pt x="17897" y="19259"/>
                    <a:pt x="17897" y="19259"/>
                  </a:cubicBezTo>
                  <a:cubicBezTo>
                    <a:pt x="17897" y="19259"/>
                    <a:pt x="17897" y="19259"/>
                    <a:pt x="17897" y="19259"/>
                  </a:cubicBezTo>
                  <a:cubicBezTo>
                    <a:pt x="17841" y="19259"/>
                    <a:pt x="17841" y="19259"/>
                    <a:pt x="17841" y="19259"/>
                  </a:cubicBezTo>
                  <a:cubicBezTo>
                    <a:pt x="17841" y="19326"/>
                    <a:pt x="17841" y="19326"/>
                    <a:pt x="17841" y="19326"/>
                  </a:cubicBezTo>
                  <a:cubicBezTo>
                    <a:pt x="17784" y="19259"/>
                    <a:pt x="17784" y="19259"/>
                    <a:pt x="17784" y="19259"/>
                  </a:cubicBezTo>
                  <a:cubicBezTo>
                    <a:pt x="17784" y="19259"/>
                    <a:pt x="17784" y="19259"/>
                    <a:pt x="17784" y="19259"/>
                  </a:cubicBezTo>
                  <a:cubicBezTo>
                    <a:pt x="17784" y="19259"/>
                    <a:pt x="17784" y="19259"/>
                    <a:pt x="17784" y="19259"/>
                  </a:cubicBezTo>
                  <a:cubicBezTo>
                    <a:pt x="17728" y="19259"/>
                    <a:pt x="17728" y="19259"/>
                    <a:pt x="17728" y="19259"/>
                  </a:cubicBezTo>
                  <a:cubicBezTo>
                    <a:pt x="17728" y="19259"/>
                    <a:pt x="17728" y="19259"/>
                    <a:pt x="17728" y="19259"/>
                  </a:cubicBezTo>
                  <a:cubicBezTo>
                    <a:pt x="17728" y="19259"/>
                    <a:pt x="17728" y="19259"/>
                    <a:pt x="17728" y="19259"/>
                  </a:cubicBezTo>
                  <a:cubicBezTo>
                    <a:pt x="17728" y="19259"/>
                    <a:pt x="17728" y="19259"/>
                    <a:pt x="17728" y="19259"/>
                  </a:cubicBezTo>
                  <a:cubicBezTo>
                    <a:pt x="17784" y="19192"/>
                    <a:pt x="17784" y="19192"/>
                    <a:pt x="17784" y="19192"/>
                  </a:cubicBezTo>
                  <a:cubicBezTo>
                    <a:pt x="17784" y="19125"/>
                    <a:pt x="17784" y="19125"/>
                    <a:pt x="17784" y="19125"/>
                  </a:cubicBezTo>
                  <a:cubicBezTo>
                    <a:pt x="17784" y="19125"/>
                    <a:pt x="17784" y="19125"/>
                    <a:pt x="17784" y="19125"/>
                  </a:cubicBezTo>
                  <a:cubicBezTo>
                    <a:pt x="17784" y="19125"/>
                    <a:pt x="17784" y="19125"/>
                    <a:pt x="17784" y="19125"/>
                  </a:cubicBezTo>
                  <a:cubicBezTo>
                    <a:pt x="17728" y="19192"/>
                    <a:pt x="17728" y="19192"/>
                    <a:pt x="17728" y="19192"/>
                  </a:cubicBezTo>
                  <a:cubicBezTo>
                    <a:pt x="17728" y="19125"/>
                    <a:pt x="17728" y="19125"/>
                    <a:pt x="17728" y="19125"/>
                  </a:cubicBezTo>
                  <a:cubicBezTo>
                    <a:pt x="17784" y="19125"/>
                    <a:pt x="17784" y="19125"/>
                    <a:pt x="17784" y="19125"/>
                  </a:cubicBezTo>
                  <a:cubicBezTo>
                    <a:pt x="17841" y="19125"/>
                    <a:pt x="17841" y="19125"/>
                    <a:pt x="17841" y="19125"/>
                  </a:cubicBezTo>
                  <a:cubicBezTo>
                    <a:pt x="17841" y="19125"/>
                    <a:pt x="17841" y="19125"/>
                    <a:pt x="17841" y="19125"/>
                  </a:cubicBezTo>
                  <a:cubicBezTo>
                    <a:pt x="17897" y="19125"/>
                    <a:pt x="17897" y="19125"/>
                    <a:pt x="17897" y="19125"/>
                  </a:cubicBezTo>
                  <a:cubicBezTo>
                    <a:pt x="17897" y="19058"/>
                    <a:pt x="17897" y="19058"/>
                    <a:pt x="17897" y="19058"/>
                  </a:cubicBezTo>
                  <a:cubicBezTo>
                    <a:pt x="17897" y="19058"/>
                    <a:pt x="17897" y="19058"/>
                    <a:pt x="17897" y="19058"/>
                  </a:cubicBezTo>
                  <a:cubicBezTo>
                    <a:pt x="17897" y="19058"/>
                    <a:pt x="17897" y="19058"/>
                    <a:pt x="17897" y="19058"/>
                  </a:cubicBezTo>
                  <a:cubicBezTo>
                    <a:pt x="17841" y="19058"/>
                    <a:pt x="17841" y="19058"/>
                    <a:pt x="17841" y="19058"/>
                  </a:cubicBezTo>
                  <a:cubicBezTo>
                    <a:pt x="17841" y="19058"/>
                    <a:pt x="17841" y="19058"/>
                    <a:pt x="17841" y="19058"/>
                  </a:cubicBezTo>
                  <a:cubicBezTo>
                    <a:pt x="17784" y="19058"/>
                    <a:pt x="17784" y="19058"/>
                    <a:pt x="17784" y="19058"/>
                  </a:cubicBezTo>
                  <a:cubicBezTo>
                    <a:pt x="17784" y="19058"/>
                    <a:pt x="17784" y="19058"/>
                    <a:pt x="17784" y="19058"/>
                  </a:cubicBezTo>
                  <a:cubicBezTo>
                    <a:pt x="17728" y="19058"/>
                    <a:pt x="17728" y="19058"/>
                    <a:pt x="17728" y="19058"/>
                  </a:cubicBezTo>
                  <a:cubicBezTo>
                    <a:pt x="17784" y="18991"/>
                    <a:pt x="17784" y="18991"/>
                    <a:pt x="17784" y="18991"/>
                  </a:cubicBezTo>
                  <a:cubicBezTo>
                    <a:pt x="17784" y="18991"/>
                    <a:pt x="17784" y="18991"/>
                    <a:pt x="17784" y="18991"/>
                  </a:cubicBezTo>
                  <a:cubicBezTo>
                    <a:pt x="17784" y="18991"/>
                    <a:pt x="17784" y="18991"/>
                    <a:pt x="17784" y="18991"/>
                  </a:cubicBezTo>
                  <a:cubicBezTo>
                    <a:pt x="17728" y="18991"/>
                    <a:pt x="17728" y="18991"/>
                    <a:pt x="17728" y="18991"/>
                  </a:cubicBezTo>
                  <a:cubicBezTo>
                    <a:pt x="17728" y="18991"/>
                    <a:pt x="17728" y="18991"/>
                    <a:pt x="17728" y="18991"/>
                  </a:cubicBezTo>
                  <a:cubicBezTo>
                    <a:pt x="17672" y="19058"/>
                    <a:pt x="17672" y="19058"/>
                    <a:pt x="17672" y="19058"/>
                  </a:cubicBezTo>
                  <a:cubicBezTo>
                    <a:pt x="17672" y="19058"/>
                    <a:pt x="17672" y="19058"/>
                    <a:pt x="17672" y="19058"/>
                  </a:cubicBezTo>
                  <a:cubicBezTo>
                    <a:pt x="17616" y="19125"/>
                    <a:pt x="17616" y="19125"/>
                    <a:pt x="17616" y="19125"/>
                  </a:cubicBezTo>
                  <a:cubicBezTo>
                    <a:pt x="17616" y="19125"/>
                    <a:pt x="17616" y="19125"/>
                    <a:pt x="17616" y="19125"/>
                  </a:cubicBezTo>
                  <a:cubicBezTo>
                    <a:pt x="17616" y="19125"/>
                    <a:pt x="17616" y="19125"/>
                    <a:pt x="17616" y="19125"/>
                  </a:cubicBezTo>
                  <a:cubicBezTo>
                    <a:pt x="17560" y="19192"/>
                    <a:pt x="17560" y="19192"/>
                    <a:pt x="17560" y="19192"/>
                  </a:cubicBezTo>
                  <a:cubicBezTo>
                    <a:pt x="17560" y="19125"/>
                    <a:pt x="17560" y="19125"/>
                    <a:pt x="17560" y="19125"/>
                  </a:cubicBezTo>
                  <a:cubicBezTo>
                    <a:pt x="17560" y="19125"/>
                    <a:pt x="17560" y="19125"/>
                    <a:pt x="17560" y="19125"/>
                  </a:cubicBezTo>
                  <a:cubicBezTo>
                    <a:pt x="17616" y="19058"/>
                    <a:pt x="17616" y="19058"/>
                    <a:pt x="17616" y="19058"/>
                  </a:cubicBezTo>
                  <a:cubicBezTo>
                    <a:pt x="17616" y="19058"/>
                    <a:pt x="17616" y="19058"/>
                    <a:pt x="17616" y="19058"/>
                  </a:cubicBezTo>
                  <a:cubicBezTo>
                    <a:pt x="17616" y="18991"/>
                    <a:pt x="17616" y="18991"/>
                    <a:pt x="17616" y="18991"/>
                  </a:cubicBezTo>
                  <a:cubicBezTo>
                    <a:pt x="17672" y="18991"/>
                    <a:pt x="17672" y="18991"/>
                    <a:pt x="17672" y="18991"/>
                  </a:cubicBezTo>
                  <a:cubicBezTo>
                    <a:pt x="17672" y="18925"/>
                    <a:pt x="17672" y="18925"/>
                    <a:pt x="17672" y="18925"/>
                  </a:cubicBezTo>
                  <a:cubicBezTo>
                    <a:pt x="17672" y="18925"/>
                    <a:pt x="17672" y="18925"/>
                    <a:pt x="17672" y="18925"/>
                  </a:cubicBezTo>
                  <a:cubicBezTo>
                    <a:pt x="17672" y="18925"/>
                    <a:pt x="17672" y="18925"/>
                    <a:pt x="17672" y="18925"/>
                  </a:cubicBezTo>
                  <a:cubicBezTo>
                    <a:pt x="17728" y="18858"/>
                    <a:pt x="17728" y="18858"/>
                    <a:pt x="17728" y="18858"/>
                  </a:cubicBezTo>
                  <a:cubicBezTo>
                    <a:pt x="17728" y="18858"/>
                    <a:pt x="17728" y="18858"/>
                    <a:pt x="17728" y="18858"/>
                  </a:cubicBezTo>
                  <a:cubicBezTo>
                    <a:pt x="17784" y="18791"/>
                    <a:pt x="17784" y="18791"/>
                    <a:pt x="17784" y="18791"/>
                  </a:cubicBezTo>
                  <a:cubicBezTo>
                    <a:pt x="17784" y="18791"/>
                    <a:pt x="17784" y="18791"/>
                    <a:pt x="17784" y="18791"/>
                  </a:cubicBezTo>
                  <a:cubicBezTo>
                    <a:pt x="17784" y="18791"/>
                    <a:pt x="17784" y="18791"/>
                    <a:pt x="17784" y="18791"/>
                  </a:cubicBezTo>
                  <a:cubicBezTo>
                    <a:pt x="17784" y="18724"/>
                    <a:pt x="17784" y="18724"/>
                    <a:pt x="17784" y="18724"/>
                  </a:cubicBezTo>
                  <a:cubicBezTo>
                    <a:pt x="17784" y="18724"/>
                    <a:pt x="17784" y="18724"/>
                    <a:pt x="17784" y="18724"/>
                  </a:cubicBezTo>
                  <a:cubicBezTo>
                    <a:pt x="17841" y="18724"/>
                    <a:pt x="17841" y="18724"/>
                    <a:pt x="17841" y="18724"/>
                  </a:cubicBezTo>
                  <a:cubicBezTo>
                    <a:pt x="17841" y="18724"/>
                    <a:pt x="17841" y="18724"/>
                    <a:pt x="17841" y="18724"/>
                  </a:cubicBezTo>
                  <a:cubicBezTo>
                    <a:pt x="17784" y="18724"/>
                    <a:pt x="17784" y="18724"/>
                    <a:pt x="17784" y="18724"/>
                  </a:cubicBezTo>
                  <a:cubicBezTo>
                    <a:pt x="17841" y="18791"/>
                    <a:pt x="17841" y="18791"/>
                    <a:pt x="17841" y="18791"/>
                  </a:cubicBezTo>
                  <a:cubicBezTo>
                    <a:pt x="17841" y="18724"/>
                    <a:pt x="17841" y="18724"/>
                    <a:pt x="17841" y="18724"/>
                  </a:cubicBezTo>
                  <a:cubicBezTo>
                    <a:pt x="17897" y="18657"/>
                    <a:pt x="17897" y="18657"/>
                    <a:pt x="17897" y="18657"/>
                  </a:cubicBezTo>
                  <a:cubicBezTo>
                    <a:pt x="17897" y="18657"/>
                    <a:pt x="17897" y="18657"/>
                    <a:pt x="17897" y="18657"/>
                  </a:cubicBezTo>
                  <a:cubicBezTo>
                    <a:pt x="17897" y="18590"/>
                    <a:pt x="17897" y="18590"/>
                    <a:pt x="17897" y="18590"/>
                  </a:cubicBezTo>
                  <a:cubicBezTo>
                    <a:pt x="17897" y="18590"/>
                    <a:pt x="17897" y="18590"/>
                    <a:pt x="17897" y="18590"/>
                  </a:cubicBezTo>
                  <a:cubicBezTo>
                    <a:pt x="17841" y="18657"/>
                    <a:pt x="17841" y="18657"/>
                    <a:pt x="17841" y="18657"/>
                  </a:cubicBezTo>
                  <a:cubicBezTo>
                    <a:pt x="17841" y="18590"/>
                    <a:pt x="17841" y="18590"/>
                    <a:pt x="17841" y="18590"/>
                  </a:cubicBezTo>
                  <a:cubicBezTo>
                    <a:pt x="17841" y="18590"/>
                    <a:pt x="17841" y="18590"/>
                    <a:pt x="17841" y="18590"/>
                  </a:cubicBezTo>
                  <a:cubicBezTo>
                    <a:pt x="17841" y="18523"/>
                    <a:pt x="17841" y="18523"/>
                    <a:pt x="17841" y="18523"/>
                  </a:cubicBezTo>
                  <a:cubicBezTo>
                    <a:pt x="17897" y="18523"/>
                    <a:pt x="17897" y="18523"/>
                    <a:pt x="17897" y="18523"/>
                  </a:cubicBezTo>
                  <a:cubicBezTo>
                    <a:pt x="17897" y="18590"/>
                    <a:pt x="17897" y="18590"/>
                    <a:pt x="17897" y="18590"/>
                  </a:cubicBezTo>
                  <a:cubicBezTo>
                    <a:pt x="17953" y="18590"/>
                    <a:pt x="17953" y="18590"/>
                    <a:pt x="17953" y="18590"/>
                  </a:cubicBezTo>
                  <a:cubicBezTo>
                    <a:pt x="17953" y="18590"/>
                    <a:pt x="17953" y="18590"/>
                    <a:pt x="17953" y="18590"/>
                  </a:cubicBezTo>
                  <a:cubicBezTo>
                    <a:pt x="17953" y="18523"/>
                    <a:pt x="17953" y="18523"/>
                    <a:pt x="17953" y="18523"/>
                  </a:cubicBezTo>
                  <a:cubicBezTo>
                    <a:pt x="17953" y="18456"/>
                    <a:pt x="17953" y="18456"/>
                    <a:pt x="17953" y="18456"/>
                  </a:cubicBezTo>
                  <a:cubicBezTo>
                    <a:pt x="17953" y="18456"/>
                    <a:pt x="17953" y="18456"/>
                    <a:pt x="17953" y="18456"/>
                  </a:cubicBezTo>
                  <a:cubicBezTo>
                    <a:pt x="17897" y="18456"/>
                    <a:pt x="17897" y="18456"/>
                    <a:pt x="17897" y="18456"/>
                  </a:cubicBezTo>
                  <a:cubicBezTo>
                    <a:pt x="17897" y="18523"/>
                    <a:pt x="17897" y="18523"/>
                    <a:pt x="17897" y="18523"/>
                  </a:cubicBezTo>
                  <a:cubicBezTo>
                    <a:pt x="17897" y="18523"/>
                    <a:pt x="17897" y="18523"/>
                    <a:pt x="17897" y="18523"/>
                  </a:cubicBezTo>
                  <a:cubicBezTo>
                    <a:pt x="17897" y="18456"/>
                    <a:pt x="17897" y="18456"/>
                    <a:pt x="17897" y="18456"/>
                  </a:cubicBezTo>
                  <a:cubicBezTo>
                    <a:pt x="17897" y="18456"/>
                    <a:pt x="17897" y="18456"/>
                    <a:pt x="17897" y="18456"/>
                  </a:cubicBezTo>
                  <a:cubicBezTo>
                    <a:pt x="17897" y="18456"/>
                    <a:pt x="17897" y="18456"/>
                    <a:pt x="17897" y="18456"/>
                  </a:cubicBezTo>
                  <a:cubicBezTo>
                    <a:pt x="17841" y="18523"/>
                    <a:pt x="17841" y="18523"/>
                    <a:pt x="17841" y="18523"/>
                  </a:cubicBezTo>
                  <a:cubicBezTo>
                    <a:pt x="17841" y="18523"/>
                    <a:pt x="17841" y="18523"/>
                    <a:pt x="17841" y="18523"/>
                  </a:cubicBezTo>
                  <a:cubicBezTo>
                    <a:pt x="17784" y="18523"/>
                    <a:pt x="17784" y="18523"/>
                    <a:pt x="17784" y="18523"/>
                  </a:cubicBezTo>
                  <a:cubicBezTo>
                    <a:pt x="17784" y="18523"/>
                    <a:pt x="17784" y="18523"/>
                    <a:pt x="17784" y="18523"/>
                  </a:cubicBezTo>
                  <a:cubicBezTo>
                    <a:pt x="17728" y="18523"/>
                    <a:pt x="17728" y="18523"/>
                    <a:pt x="17728" y="18523"/>
                  </a:cubicBezTo>
                  <a:cubicBezTo>
                    <a:pt x="17672" y="18590"/>
                    <a:pt x="17672" y="18590"/>
                    <a:pt x="17672" y="18590"/>
                  </a:cubicBezTo>
                  <a:cubicBezTo>
                    <a:pt x="17672" y="18590"/>
                    <a:pt x="17672" y="18590"/>
                    <a:pt x="17672" y="18590"/>
                  </a:cubicBezTo>
                  <a:cubicBezTo>
                    <a:pt x="17672" y="18657"/>
                    <a:pt x="17672" y="18657"/>
                    <a:pt x="17672"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724"/>
                    <a:pt x="17616" y="18724"/>
                    <a:pt x="17616" y="18724"/>
                  </a:cubicBezTo>
                  <a:close/>
                  <a:moveTo>
                    <a:pt x="15989" y="19192"/>
                  </a:moveTo>
                  <a:cubicBezTo>
                    <a:pt x="16045" y="19192"/>
                    <a:pt x="16045" y="19192"/>
                    <a:pt x="16045" y="19192"/>
                  </a:cubicBezTo>
                  <a:cubicBezTo>
                    <a:pt x="16157" y="19259"/>
                    <a:pt x="16157" y="19259"/>
                    <a:pt x="16157" y="19259"/>
                  </a:cubicBezTo>
                  <a:cubicBezTo>
                    <a:pt x="16214" y="19259"/>
                    <a:pt x="16214" y="19259"/>
                    <a:pt x="16214" y="19259"/>
                  </a:cubicBezTo>
                  <a:cubicBezTo>
                    <a:pt x="16270" y="19259"/>
                    <a:pt x="16270" y="19259"/>
                    <a:pt x="16270" y="19259"/>
                  </a:cubicBezTo>
                  <a:cubicBezTo>
                    <a:pt x="16270" y="19326"/>
                    <a:pt x="16270" y="19326"/>
                    <a:pt x="16270" y="19326"/>
                  </a:cubicBezTo>
                  <a:cubicBezTo>
                    <a:pt x="16326" y="19326"/>
                    <a:pt x="16326" y="19326"/>
                    <a:pt x="16326" y="19326"/>
                  </a:cubicBezTo>
                  <a:cubicBezTo>
                    <a:pt x="16382" y="19326"/>
                    <a:pt x="16382" y="19326"/>
                    <a:pt x="16382" y="19326"/>
                  </a:cubicBezTo>
                  <a:cubicBezTo>
                    <a:pt x="16438" y="19326"/>
                    <a:pt x="16438" y="19326"/>
                    <a:pt x="16438" y="19326"/>
                  </a:cubicBezTo>
                  <a:cubicBezTo>
                    <a:pt x="16438" y="19326"/>
                    <a:pt x="16438" y="19326"/>
                    <a:pt x="16438" y="19326"/>
                  </a:cubicBezTo>
                  <a:cubicBezTo>
                    <a:pt x="16382" y="19259"/>
                    <a:pt x="16382" y="19259"/>
                    <a:pt x="16382" y="19259"/>
                  </a:cubicBezTo>
                  <a:cubicBezTo>
                    <a:pt x="16382" y="19259"/>
                    <a:pt x="16382" y="19259"/>
                    <a:pt x="16382" y="19259"/>
                  </a:cubicBezTo>
                  <a:cubicBezTo>
                    <a:pt x="16382" y="19192"/>
                    <a:pt x="16382" y="19192"/>
                    <a:pt x="16382" y="19192"/>
                  </a:cubicBezTo>
                  <a:cubicBezTo>
                    <a:pt x="16326" y="19192"/>
                    <a:pt x="16326" y="19192"/>
                    <a:pt x="16326" y="19192"/>
                  </a:cubicBezTo>
                  <a:cubicBezTo>
                    <a:pt x="16270" y="19125"/>
                    <a:pt x="16270" y="19125"/>
                    <a:pt x="16270" y="19125"/>
                  </a:cubicBezTo>
                  <a:cubicBezTo>
                    <a:pt x="16214" y="19125"/>
                    <a:pt x="16214" y="19125"/>
                    <a:pt x="16214" y="19125"/>
                  </a:cubicBezTo>
                  <a:cubicBezTo>
                    <a:pt x="16214" y="19125"/>
                    <a:pt x="16214" y="19125"/>
                    <a:pt x="16214" y="19125"/>
                  </a:cubicBezTo>
                  <a:cubicBezTo>
                    <a:pt x="16157" y="19058"/>
                    <a:pt x="16157" y="19058"/>
                    <a:pt x="16157" y="19058"/>
                  </a:cubicBezTo>
                  <a:cubicBezTo>
                    <a:pt x="16101" y="19058"/>
                    <a:pt x="16101" y="19058"/>
                    <a:pt x="16101" y="19058"/>
                  </a:cubicBezTo>
                  <a:cubicBezTo>
                    <a:pt x="16045" y="18991"/>
                    <a:pt x="16045" y="18991"/>
                    <a:pt x="16045" y="18991"/>
                  </a:cubicBezTo>
                  <a:cubicBezTo>
                    <a:pt x="15933" y="18991"/>
                    <a:pt x="15933" y="18991"/>
                    <a:pt x="15933" y="18991"/>
                  </a:cubicBezTo>
                  <a:cubicBezTo>
                    <a:pt x="15877" y="18991"/>
                    <a:pt x="15877" y="18991"/>
                    <a:pt x="15877" y="18991"/>
                  </a:cubicBezTo>
                  <a:cubicBezTo>
                    <a:pt x="15821" y="18991"/>
                    <a:pt x="15821" y="18991"/>
                    <a:pt x="15821" y="18991"/>
                  </a:cubicBezTo>
                  <a:cubicBezTo>
                    <a:pt x="15877" y="19058"/>
                    <a:pt x="15877" y="19058"/>
                    <a:pt x="15877" y="19058"/>
                  </a:cubicBezTo>
                  <a:cubicBezTo>
                    <a:pt x="15933" y="19058"/>
                    <a:pt x="15933" y="19058"/>
                    <a:pt x="15933" y="19058"/>
                  </a:cubicBezTo>
                  <a:cubicBezTo>
                    <a:pt x="15989" y="19125"/>
                    <a:pt x="15989" y="19125"/>
                    <a:pt x="15989" y="19125"/>
                  </a:cubicBezTo>
                  <a:cubicBezTo>
                    <a:pt x="15989" y="19192"/>
                    <a:pt x="15989" y="19192"/>
                    <a:pt x="15989" y="19192"/>
                  </a:cubicBezTo>
                  <a:cubicBezTo>
                    <a:pt x="15989" y="19192"/>
                    <a:pt x="15989" y="19192"/>
                    <a:pt x="15989" y="19192"/>
                  </a:cubicBezTo>
                  <a:close/>
                  <a:moveTo>
                    <a:pt x="16045" y="20396"/>
                  </a:moveTo>
                  <a:cubicBezTo>
                    <a:pt x="15989" y="20396"/>
                    <a:pt x="15989" y="20396"/>
                    <a:pt x="15989" y="20396"/>
                  </a:cubicBezTo>
                  <a:cubicBezTo>
                    <a:pt x="15933" y="20329"/>
                    <a:pt x="15933" y="20329"/>
                    <a:pt x="15933" y="20329"/>
                  </a:cubicBezTo>
                  <a:cubicBezTo>
                    <a:pt x="15821" y="20329"/>
                    <a:pt x="15821" y="20329"/>
                    <a:pt x="15821" y="20329"/>
                  </a:cubicBezTo>
                  <a:cubicBezTo>
                    <a:pt x="15821" y="20329"/>
                    <a:pt x="15821" y="20329"/>
                    <a:pt x="15821" y="20329"/>
                  </a:cubicBezTo>
                  <a:cubicBezTo>
                    <a:pt x="15821" y="20262"/>
                    <a:pt x="15821" y="20262"/>
                    <a:pt x="15821" y="20262"/>
                  </a:cubicBezTo>
                  <a:cubicBezTo>
                    <a:pt x="15765" y="20262"/>
                    <a:pt x="15765" y="20262"/>
                    <a:pt x="15765" y="20262"/>
                  </a:cubicBezTo>
                  <a:cubicBezTo>
                    <a:pt x="15765" y="20262"/>
                    <a:pt x="15765" y="20262"/>
                    <a:pt x="15765" y="20262"/>
                  </a:cubicBezTo>
                  <a:cubicBezTo>
                    <a:pt x="15765" y="20195"/>
                    <a:pt x="15765" y="20195"/>
                    <a:pt x="15765" y="20195"/>
                  </a:cubicBezTo>
                  <a:cubicBezTo>
                    <a:pt x="15709" y="20195"/>
                    <a:pt x="15709" y="20195"/>
                    <a:pt x="15709" y="20195"/>
                  </a:cubicBezTo>
                  <a:cubicBezTo>
                    <a:pt x="15709" y="20195"/>
                    <a:pt x="15709" y="20195"/>
                    <a:pt x="15709" y="20195"/>
                  </a:cubicBezTo>
                  <a:cubicBezTo>
                    <a:pt x="15709" y="20128"/>
                    <a:pt x="15709" y="20128"/>
                    <a:pt x="15709" y="20128"/>
                  </a:cubicBezTo>
                  <a:cubicBezTo>
                    <a:pt x="15652" y="20128"/>
                    <a:pt x="15652" y="20128"/>
                    <a:pt x="15652" y="20128"/>
                  </a:cubicBezTo>
                  <a:cubicBezTo>
                    <a:pt x="15652" y="20128"/>
                    <a:pt x="15652" y="20128"/>
                    <a:pt x="15652" y="20128"/>
                  </a:cubicBezTo>
                  <a:cubicBezTo>
                    <a:pt x="15652" y="20061"/>
                    <a:pt x="15652" y="20061"/>
                    <a:pt x="15652" y="20061"/>
                  </a:cubicBezTo>
                  <a:cubicBezTo>
                    <a:pt x="15765" y="19995"/>
                    <a:pt x="15765" y="19995"/>
                    <a:pt x="15765" y="19995"/>
                  </a:cubicBezTo>
                  <a:cubicBezTo>
                    <a:pt x="15765" y="20061"/>
                    <a:pt x="15765" y="20061"/>
                    <a:pt x="15765" y="20061"/>
                  </a:cubicBezTo>
                  <a:cubicBezTo>
                    <a:pt x="15765" y="20128"/>
                    <a:pt x="15765" y="20128"/>
                    <a:pt x="15765" y="20128"/>
                  </a:cubicBezTo>
                  <a:cubicBezTo>
                    <a:pt x="15765" y="20128"/>
                    <a:pt x="15765" y="20128"/>
                    <a:pt x="15765" y="20128"/>
                  </a:cubicBezTo>
                  <a:cubicBezTo>
                    <a:pt x="15765" y="20128"/>
                    <a:pt x="15765" y="20128"/>
                    <a:pt x="15765" y="20128"/>
                  </a:cubicBezTo>
                  <a:cubicBezTo>
                    <a:pt x="15765" y="20195"/>
                    <a:pt x="15765" y="20195"/>
                    <a:pt x="15765" y="20195"/>
                  </a:cubicBezTo>
                  <a:cubicBezTo>
                    <a:pt x="15821" y="20195"/>
                    <a:pt x="15821" y="20195"/>
                    <a:pt x="15821" y="20195"/>
                  </a:cubicBezTo>
                  <a:cubicBezTo>
                    <a:pt x="15821" y="20195"/>
                    <a:pt x="15821" y="20195"/>
                    <a:pt x="15821" y="20195"/>
                  </a:cubicBezTo>
                  <a:cubicBezTo>
                    <a:pt x="15877" y="20195"/>
                    <a:pt x="15877" y="20195"/>
                    <a:pt x="15877" y="20195"/>
                  </a:cubicBezTo>
                  <a:cubicBezTo>
                    <a:pt x="15933" y="20262"/>
                    <a:pt x="15933" y="20262"/>
                    <a:pt x="15933" y="20262"/>
                  </a:cubicBezTo>
                  <a:cubicBezTo>
                    <a:pt x="15933" y="20262"/>
                    <a:pt x="15933" y="20262"/>
                    <a:pt x="15933" y="20262"/>
                  </a:cubicBezTo>
                  <a:cubicBezTo>
                    <a:pt x="15989" y="20262"/>
                    <a:pt x="15989" y="20262"/>
                    <a:pt x="15989" y="20262"/>
                  </a:cubicBezTo>
                  <a:cubicBezTo>
                    <a:pt x="16045" y="20262"/>
                    <a:pt x="16045" y="20262"/>
                    <a:pt x="16045" y="20262"/>
                  </a:cubicBezTo>
                  <a:cubicBezTo>
                    <a:pt x="16045" y="20195"/>
                    <a:pt x="16045" y="20195"/>
                    <a:pt x="16045" y="20195"/>
                  </a:cubicBezTo>
                  <a:cubicBezTo>
                    <a:pt x="16101" y="20262"/>
                    <a:pt x="16101" y="20262"/>
                    <a:pt x="16101" y="20262"/>
                  </a:cubicBezTo>
                  <a:cubicBezTo>
                    <a:pt x="16157" y="20262"/>
                    <a:pt x="16157" y="20262"/>
                    <a:pt x="16157" y="20262"/>
                  </a:cubicBezTo>
                  <a:cubicBezTo>
                    <a:pt x="16157" y="20262"/>
                    <a:pt x="16157" y="20262"/>
                    <a:pt x="16157" y="20262"/>
                  </a:cubicBezTo>
                  <a:cubicBezTo>
                    <a:pt x="16101" y="20262"/>
                    <a:pt x="16101" y="20262"/>
                    <a:pt x="16101" y="20262"/>
                  </a:cubicBezTo>
                  <a:cubicBezTo>
                    <a:pt x="16101" y="20329"/>
                    <a:pt x="16101" y="20329"/>
                    <a:pt x="16101" y="20329"/>
                  </a:cubicBezTo>
                  <a:cubicBezTo>
                    <a:pt x="16101" y="20329"/>
                    <a:pt x="16101" y="20329"/>
                    <a:pt x="16101" y="20329"/>
                  </a:cubicBezTo>
                  <a:cubicBezTo>
                    <a:pt x="16045" y="20396"/>
                    <a:pt x="16045" y="20396"/>
                    <a:pt x="16045" y="20396"/>
                  </a:cubicBezTo>
                  <a:cubicBezTo>
                    <a:pt x="16045" y="20396"/>
                    <a:pt x="16045" y="20396"/>
                    <a:pt x="16045" y="20396"/>
                  </a:cubicBezTo>
                  <a:close/>
                  <a:moveTo>
                    <a:pt x="16382" y="20596"/>
                  </a:moveTo>
                  <a:cubicBezTo>
                    <a:pt x="16382" y="20596"/>
                    <a:pt x="16382" y="20596"/>
                    <a:pt x="16382" y="20596"/>
                  </a:cubicBezTo>
                  <a:cubicBezTo>
                    <a:pt x="16270" y="20530"/>
                    <a:pt x="16270" y="20530"/>
                    <a:pt x="16270" y="20530"/>
                  </a:cubicBezTo>
                  <a:cubicBezTo>
                    <a:pt x="16270" y="20463"/>
                    <a:pt x="16270" y="20463"/>
                    <a:pt x="16270" y="20463"/>
                  </a:cubicBezTo>
                  <a:cubicBezTo>
                    <a:pt x="16270" y="20396"/>
                    <a:pt x="16270" y="20396"/>
                    <a:pt x="16270" y="20396"/>
                  </a:cubicBezTo>
                  <a:cubicBezTo>
                    <a:pt x="16270" y="20396"/>
                    <a:pt x="16270" y="20396"/>
                    <a:pt x="16270" y="20396"/>
                  </a:cubicBezTo>
                  <a:cubicBezTo>
                    <a:pt x="16382" y="20329"/>
                    <a:pt x="16382" y="20329"/>
                    <a:pt x="16382" y="20329"/>
                  </a:cubicBezTo>
                  <a:cubicBezTo>
                    <a:pt x="16438" y="20262"/>
                    <a:pt x="16438" y="20262"/>
                    <a:pt x="16438" y="20262"/>
                  </a:cubicBezTo>
                  <a:cubicBezTo>
                    <a:pt x="16438" y="20195"/>
                    <a:pt x="16438" y="20195"/>
                    <a:pt x="16438" y="20195"/>
                  </a:cubicBezTo>
                  <a:cubicBezTo>
                    <a:pt x="16438" y="20195"/>
                    <a:pt x="16438" y="20195"/>
                    <a:pt x="16438" y="20195"/>
                  </a:cubicBezTo>
                  <a:cubicBezTo>
                    <a:pt x="16494" y="20128"/>
                    <a:pt x="16494" y="20128"/>
                    <a:pt x="16494" y="20128"/>
                  </a:cubicBezTo>
                  <a:cubicBezTo>
                    <a:pt x="16550" y="20061"/>
                    <a:pt x="16550" y="20061"/>
                    <a:pt x="16550" y="20061"/>
                  </a:cubicBezTo>
                  <a:cubicBezTo>
                    <a:pt x="16606" y="20061"/>
                    <a:pt x="16606" y="20061"/>
                    <a:pt x="16606" y="20061"/>
                  </a:cubicBezTo>
                  <a:cubicBezTo>
                    <a:pt x="16606" y="20128"/>
                    <a:pt x="16606" y="20128"/>
                    <a:pt x="16606" y="20128"/>
                  </a:cubicBezTo>
                  <a:cubicBezTo>
                    <a:pt x="16550" y="20128"/>
                    <a:pt x="16550" y="20128"/>
                    <a:pt x="16550" y="20128"/>
                  </a:cubicBezTo>
                  <a:cubicBezTo>
                    <a:pt x="16606" y="20128"/>
                    <a:pt x="16606" y="20128"/>
                    <a:pt x="16606" y="20128"/>
                  </a:cubicBezTo>
                  <a:cubicBezTo>
                    <a:pt x="16606" y="20195"/>
                    <a:pt x="16606" y="20195"/>
                    <a:pt x="16606" y="20195"/>
                  </a:cubicBezTo>
                  <a:cubicBezTo>
                    <a:pt x="16550" y="20262"/>
                    <a:pt x="16550" y="20262"/>
                    <a:pt x="16550" y="20262"/>
                  </a:cubicBezTo>
                  <a:cubicBezTo>
                    <a:pt x="16494" y="20329"/>
                    <a:pt x="16494" y="20329"/>
                    <a:pt x="16494" y="20329"/>
                  </a:cubicBezTo>
                  <a:cubicBezTo>
                    <a:pt x="16550" y="20329"/>
                    <a:pt x="16550" y="20329"/>
                    <a:pt x="16550" y="20329"/>
                  </a:cubicBezTo>
                  <a:cubicBezTo>
                    <a:pt x="16606" y="20396"/>
                    <a:pt x="16606" y="20396"/>
                    <a:pt x="16606" y="20396"/>
                  </a:cubicBezTo>
                  <a:cubicBezTo>
                    <a:pt x="16550" y="20396"/>
                    <a:pt x="16550" y="20396"/>
                    <a:pt x="16550" y="20396"/>
                  </a:cubicBezTo>
                  <a:cubicBezTo>
                    <a:pt x="16606" y="20396"/>
                    <a:pt x="16606" y="20396"/>
                    <a:pt x="16606" y="20396"/>
                  </a:cubicBezTo>
                  <a:cubicBezTo>
                    <a:pt x="16606" y="20396"/>
                    <a:pt x="16606" y="20396"/>
                    <a:pt x="16606" y="20396"/>
                  </a:cubicBezTo>
                  <a:cubicBezTo>
                    <a:pt x="16606" y="20329"/>
                    <a:pt x="16606" y="20329"/>
                    <a:pt x="16606" y="20329"/>
                  </a:cubicBezTo>
                  <a:cubicBezTo>
                    <a:pt x="16662" y="20329"/>
                    <a:pt x="16662" y="20329"/>
                    <a:pt x="16662" y="20329"/>
                  </a:cubicBezTo>
                  <a:cubicBezTo>
                    <a:pt x="16718" y="20396"/>
                    <a:pt x="16718" y="20396"/>
                    <a:pt x="16718" y="20396"/>
                  </a:cubicBezTo>
                  <a:cubicBezTo>
                    <a:pt x="16718" y="20463"/>
                    <a:pt x="16718" y="20463"/>
                    <a:pt x="16718" y="20463"/>
                  </a:cubicBezTo>
                  <a:cubicBezTo>
                    <a:pt x="16718" y="20463"/>
                    <a:pt x="16718" y="20463"/>
                    <a:pt x="16718" y="20463"/>
                  </a:cubicBezTo>
                  <a:cubicBezTo>
                    <a:pt x="16662" y="20463"/>
                    <a:pt x="16662" y="20463"/>
                    <a:pt x="16662" y="20463"/>
                  </a:cubicBezTo>
                  <a:cubicBezTo>
                    <a:pt x="16662" y="20463"/>
                    <a:pt x="16662" y="20463"/>
                    <a:pt x="16662" y="20463"/>
                  </a:cubicBezTo>
                  <a:cubicBezTo>
                    <a:pt x="16550" y="20530"/>
                    <a:pt x="16550" y="20530"/>
                    <a:pt x="16550" y="20530"/>
                  </a:cubicBezTo>
                  <a:cubicBezTo>
                    <a:pt x="16494" y="20530"/>
                    <a:pt x="16494" y="20530"/>
                    <a:pt x="16494" y="20530"/>
                  </a:cubicBezTo>
                  <a:cubicBezTo>
                    <a:pt x="16438" y="20530"/>
                    <a:pt x="16438" y="20530"/>
                    <a:pt x="16438" y="20530"/>
                  </a:cubicBezTo>
                  <a:cubicBezTo>
                    <a:pt x="16438" y="20530"/>
                    <a:pt x="16438" y="20530"/>
                    <a:pt x="16438" y="20530"/>
                  </a:cubicBezTo>
                  <a:cubicBezTo>
                    <a:pt x="16438" y="20530"/>
                    <a:pt x="16438" y="20530"/>
                    <a:pt x="16438" y="20530"/>
                  </a:cubicBezTo>
                  <a:cubicBezTo>
                    <a:pt x="16382" y="20596"/>
                    <a:pt x="16382" y="20596"/>
                    <a:pt x="16382" y="20596"/>
                  </a:cubicBezTo>
                  <a:cubicBezTo>
                    <a:pt x="16382" y="20596"/>
                    <a:pt x="16382" y="20596"/>
                    <a:pt x="16382" y="20596"/>
                  </a:cubicBezTo>
                  <a:close/>
                  <a:moveTo>
                    <a:pt x="12567" y="17386"/>
                  </a:moveTo>
                  <a:cubicBezTo>
                    <a:pt x="12567" y="17453"/>
                    <a:pt x="12567" y="17453"/>
                    <a:pt x="12567" y="17453"/>
                  </a:cubicBezTo>
                  <a:cubicBezTo>
                    <a:pt x="12567" y="17453"/>
                    <a:pt x="12567" y="17453"/>
                    <a:pt x="12567" y="17453"/>
                  </a:cubicBezTo>
                  <a:cubicBezTo>
                    <a:pt x="12567" y="17386"/>
                    <a:pt x="12567" y="17386"/>
                    <a:pt x="12567" y="17386"/>
                  </a:cubicBezTo>
                  <a:cubicBezTo>
                    <a:pt x="12567" y="17320"/>
                    <a:pt x="12567" y="17320"/>
                    <a:pt x="12567" y="17320"/>
                  </a:cubicBezTo>
                  <a:cubicBezTo>
                    <a:pt x="12567" y="17386"/>
                    <a:pt x="12567" y="17386"/>
                    <a:pt x="12567" y="17386"/>
                  </a:cubicBezTo>
                  <a:cubicBezTo>
                    <a:pt x="12567" y="17386"/>
                    <a:pt x="12567" y="17386"/>
                    <a:pt x="12567" y="17386"/>
                  </a:cubicBezTo>
                  <a:close/>
                  <a:moveTo>
                    <a:pt x="12511" y="17988"/>
                  </a:moveTo>
                  <a:cubicBezTo>
                    <a:pt x="12567" y="17921"/>
                    <a:pt x="12567" y="17921"/>
                    <a:pt x="12567" y="17921"/>
                  </a:cubicBezTo>
                  <a:cubicBezTo>
                    <a:pt x="12567" y="17921"/>
                    <a:pt x="12567" y="17921"/>
                    <a:pt x="12567" y="17921"/>
                  </a:cubicBezTo>
                  <a:cubicBezTo>
                    <a:pt x="12623" y="17921"/>
                    <a:pt x="12623" y="17921"/>
                    <a:pt x="12623" y="17921"/>
                  </a:cubicBezTo>
                  <a:cubicBezTo>
                    <a:pt x="12623" y="17921"/>
                    <a:pt x="12623" y="17921"/>
                    <a:pt x="12623" y="17921"/>
                  </a:cubicBezTo>
                  <a:cubicBezTo>
                    <a:pt x="12567" y="17988"/>
                    <a:pt x="12567" y="17988"/>
                    <a:pt x="12567" y="17988"/>
                  </a:cubicBezTo>
                  <a:cubicBezTo>
                    <a:pt x="12511" y="17988"/>
                    <a:pt x="12511" y="17988"/>
                    <a:pt x="12511" y="17988"/>
                  </a:cubicBezTo>
                  <a:close/>
                  <a:moveTo>
                    <a:pt x="12062" y="17520"/>
                  </a:moveTo>
                  <a:cubicBezTo>
                    <a:pt x="12118" y="17453"/>
                    <a:pt x="12118" y="17453"/>
                    <a:pt x="12118" y="17453"/>
                  </a:cubicBezTo>
                  <a:cubicBezTo>
                    <a:pt x="12174" y="17453"/>
                    <a:pt x="12174" y="17453"/>
                    <a:pt x="12174" y="17453"/>
                  </a:cubicBezTo>
                  <a:cubicBezTo>
                    <a:pt x="12174" y="17453"/>
                    <a:pt x="12174" y="17453"/>
                    <a:pt x="12174" y="17453"/>
                  </a:cubicBezTo>
                  <a:cubicBezTo>
                    <a:pt x="12174" y="17453"/>
                    <a:pt x="12174" y="17453"/>
                    <a:pt x="12174" y="17453"/>
                  </a:cubicBezTo>
                  <a:cubicBezTo>
                    <a:pt x="12230" y="17453"/>
                    <a:pt x="12230" y="17453"/>
                    <a:pt x="12230" y="17453"/>
                  </a:cubicBezTo>
                  <a:cubicBezTo>
                    <a:pt x="12230" y="17453"/>
                    <a:pt x="12230" y="17453"/>
                    <a:pt x="12230" y="17453"/>
                  </a:cubicBezTo>
                  <a:cubicBezTo>
                    <a:pt x="12286" y="17453"/>
                    <a:pt x="12286" y="17453"/>
                    <a:pt x="12286" y="17453"/>
                  </a:cubicBezTo>
                  <a:cubicBezTo>
                    <a:pt x="12342" y="17520"/>
                    <a:pt x="12342" y="17520"/>
                    <a:pt x="12342" y="17520"/>
                  </a:cubicBezTo>
                  <a:cubicBezTo>
                    <a:pt x="12342" y="17520"/>
                    <a:pt x="12342" y="17520"/>
                    <a:pt x="12342" y="17520"/>
                  </a:cubicBezTo>
                  <a:cubicBezTo>
                    <a:pt x="12342" y="17587"/>
                    <a:pt x="12342" y="17587"/>
                    <a:pt x="12342" y="17587"/>
                  </a:cubicBezTo>
                  <a:cubicBezTo>
                    <a:pt x="12342" y="17587"/>
                    <a:pt x="12342" y="17587"/>
                    <a:pt x="12342" y="17587"/>
                  </a:cubicBezTo>
                  <a:cubicBezTo>
                    <a:pt x="12230" y="17587"/>
                    <a:pt x="12230" y="17587"/>
                    <a:pt x="12230" y="17587"/>
                  </a:cubicBezTo>
                  <a:cubicBezTo>
                    <a:pt x="12174" y="17587"/>
                    <a:pt x="12174" y="17587"/>
                    <a:pt x="12174" y="17587"/>
                  </a:cubicBezTo>
                  <a:cubicBezTo>
                    <a:pt x="12174" y="17587"/>
                    <a:pt x="12174" y="17587"/>
                    <a:pt x="12174" y="17587"/>
                  </a:cubicBezTo>
                  <a:cubicBezTo>
                    <a:pt x="12174" y="17587"/>
                    <a:pt x="12174" y="17587"/>
                    <a:pt x="12174" y="17587"/>
                  </a:cubicBezTo>
                  <a:cubicBezTo>
                    <a:pt x="12174" y="17587"/>
                    <a:pt x="12174" y="17587"/>
                    <a:pt x="12174" y="17587"/>
                  </a:cubicBezTo>
                  <a:cubicBezTo>
                    <a:pt x="12118" y="17587"/>
                    <a:pt x="12118" y="17587"/>
                    <a:pt x="12118" y="17587"/>
                  </a:cubicBezTo>
                  <a:cubicBezTo>
                    <a:pt x="12118" y="17587"/>
                    <a:pt x="12118" y="17587"/>
                    <a:pt x="12118" y="17587"/>
                  </a:cubicBezTo>
                  <a:cubicBezTo>
                    <a:pt x="12062" y="17587"/>
                    <a:pt x="12062" y="17587"/>
                    <a:pt x="12062" y="17587"/>
                  </a:cubicBezTo>
                  <a:cubicBezTo>
                    <a:pt x="12062" y="17520"/>
                    <a:pt x="12062" y="17520"/>
                    <a:pt x="12062" y="17520"/>
                  </a:cubicBezTo>
                  <a:close/>
                  <a:moveTo>
                    <a:pt x="1907" y="17788"/>
                  </a:moveTo>
                  <a:cubicBezTo>
                    <a:pt x="1963" y="17788"/>
                    <a:pt x="1963" y="17788"/>
                    <a:pt x="1963" y="17788"/>
                  </a:cubicBezTo>
                  <a:cubicBezTo>
                    <a:pt x="1963" y="17855"/>
                    <a:pt x="1963" y="17855"/>
                    <a:pt x="1963" y="17855"/>
                  </a:cubicBezTo>
                  <a:cubicBezTo>
                    <a:pt x="1963" y="17921"/>
                    <a:pt x="1963" y="17921"/>
                    <a:pt x="1963" y="17921"/>
                  </a:cubicBezTo>
                  <a:cubicBezTo>
                    <a:pt x="1907" y="17855"/>
                    <a:pt x="1907" y="17855"/>
                    <a:pt x="1907" y="17855"/>
                  </a:cubicBezTo>
                  <a:cubicBezTo>
                    <a:pt x="1907" y="17788"/>
                    <a:pt x="1907" y="17788"/>
                    <a:pt x="1907" y="17788"/>
                  </a:cubicBezTo>
                  <a:close/>
                  <a:moveTo>
                    <a:pt x="1795" y="17654"/>
                  </a:moveTo>
                  <a:cubicBezTo>
                    <a:pt x="1795" y="17587"/>
                    <a:pt x="1795" y="17587"/>
                    <a:pt x="1795" y="17587"/>
                  </a:cubicBezTo>
                  <a:cubicBezTo>
                    <a:pt x="1851" y="17520"/>
                    <a:pt x="1851" y="17520"/>
                    <a:pt x="1851" y="17520"/>
                  </a:cubicBezTo>
                  <a:cubicBezTo>
                    <a:pt x="1795" y="17654"/>
                    <a:pt x="1795" y="17654"/>
                    <a:pt x="1795" y="17654"/>
                  </a:cubicBezTo>
                  <a:close/>
                  <a:moveTo>
                    <a:pt x="1514" y="17386"/>
                  </a:moveTo>
                  <a:cubicBezTo>
                    <a:pt x="1570" y="17386"/>
                    <a:pt x="1570" y="17386"/>
                    <a:pt x="1570" y="17386"/>
                  </a:cubicBezTo>
                  <a:cubicBezTo>
                    <a:pt x="1570" y="17386"/>
                    <a:pt x="1570" y="17386"/>
                    <a:pt x="1570" y="17386"/>
                  </a:cubicBezTo>
                  <a:cubicBezTo>
                    <a:pt x="1514" y="17386"/>
                    <a:pt x="1514" y="17386"/>
                    <a:pt x="1514" y="17386"/>
                  </a:cubicBezTo>
                  <a:close/>
                  <a:moveTo>
                    <a:pt x="1122" y="17186"/>
                  </a:moveTo>
                  <a:cubicBezTo>
                    <a:pt x="1122" y="17253"/>
                    <a:pt x="1122" y="17253"/>
                    <a:pt x="1122" y="17253"/>
                  </a:cubicBezTo>
                  <a:cubicBezTo>
                    <a:pt x="1178" y="17253"/>
                    <a:pt x="1178" y="17253"/>
                    <a:pt x="1178" y="17253"/>
                  </a:cubicBezTo>
                  <a:cubicBezTo>
                    <a:pt x="1178" y="17320"/>
                    <a:pt x="1178" y="17320"/>
                    <a:pt x="1178" y="17320"/>
                  </a:cubicBezTo>
                  <a:cubicBezTo>
                    <a:pt x="1290" y="17320"/>
                    <a:pt x="1290" y="17320"/>
                    <a:pt x="1290" y="17320"/>
                  </a:cubicBezTo>
                  <a:cubicBezTo>
                    <a:pt x="1234" y="17386"/>
                    <a:pt x="1234" y="17386"/>
                    <a:pt x="1234" y="17386"/>
                  </a:cubicBezTo>
                  <a:cubicBezTo>
                    <a:pt x="1178" y="17386"/>
                    <a:pt x="1178" y="17386"/>
                    <a:pt x="1178" y="17386"/>
                  </a:cubicBezTo>
                  <a:cubicBezTo>
                    <a:pt x="1178" y="17453"/>
                    <a:pt x="1178" y="17453"/>
                    <a:pt x="1178" y="17453"/>
                  </a:cubicBezTo>
                  <a:cubicBezTo>
                    <a:pt x="1178" y="17453"/>
                    <a:pt x="1178" y="17453"/>
                    <a:pt x="1178" y="17453"/>
                  </a:cubicBezTo>
                  <a:cubicBezTo>
                    <a:pt x="1178" y="17520"/>
                    <a:pt x="1178" y="17520"/>
                    <a:pt x="1178" y="17520"/>
                  </a:cubicBezTo>
                  <a:cubicBezTo>
                    <a:pt x="1178" y="17520"/>
                    <a:pt x="1178" y="17520"/>
                    <a:pt x="1178" y="17520"/>
                  </a:cubicBezTo>
                  <a:cubicBezTo>
                    <a:pt x="1234" y="17520"/>
                    <a:pt x="1234" y="17520"/>
                    <a:pt x="1234" y="17520"/>
                  </a:cubicBezTo>
                  <a:cubicBezTo>
                    <a:pt x="1234" y="17587"/>
                    <a:pt x="1234" y="17587"/>
                    <a:pt x="1234" y="17587"/>
                  </a:cubicBezTo>
                  <a:cubicBezTo>
                    <a:pt x="1290" y="17587"/>
                    <a:pt x="1290" y="17587"/>
                    <a:pt x="1290" y="17587"/>
                  </a:cubicBezTo>
                  <a:cubicBezTo>
                    <a:pt x="1290" y="17587"/>
                    <a:pt x="1290" y="17587"/>
                    <a:pt x="1290" y="17587"/>
                  </a:cubicBezTo>
                  <a:cubicBezTo>
                    <a:pt x="1346" y="17654"/>
                    <a:pt x="1346" y="17654"/>
                    <a:pt x="1346" y="17654"/>
                  </a:cubicBezTo>
                  <a:cubicBezTo>
                    <a:pt x="1402" y="17587"/>
                    <a:pt x="1402" y="17587"/>
                    <a:pt x="1402" y="17587"/>
                  </a:cubicBezTo>
                  <a:cubicBezTo>
                    <a:pt x="1346" y="17721"/>
                    <a:pt x="1346" y="17721"/>
                    <a:pt x="1346" y="17721"/>
                  </a:cubicBezTo>
                  <a:cubicBezTo>
                    <a:pt x="1346" y="17788"/>
                    <a:pt x="1346" y="17788"/>
                    <a:pt x="1346" y="17788"/>
                  </a:cubicBezTo>
                  <a:cubicBezTo>
                    <a:pt x="1402" y="17721"/>
                    <a:pt x="1402" y="17721"/>
                    <a:pt x="1402" y="17721"/>
                  </a:cubicBezTo>
                  <a:cubicBezTo>
                    <a:pt x="1402" y="17721"/>
                    <a:pt x="1402" y="17721"/>
                    <a:pt x="1402" y="17721"/>
                  </a:cubicBezTo>
                  <a:cubicBezTo>
                    <a:pt x="1458" y="17654"/>
                    <a:pt x="1458" y="17654"/>
                    <a:pt x="1458" y="17654"/>
                  </a:cubicBezTo>
                  <a:cubicBezTo>
                    <a:pt x="1458" y="17721"/>
                    <a:pt x="1458" y="17721"/>
                    <a:pt x="1458" y="17721"/>
                  </a:cubicBezTo>
                  <a:cubicBezTo>
                    <a:pt x="1402" y="17788"/>
                    <a:pt x="1402" y="17788"/>
                    <a:pt x="1402" y="17788"/>
                  </a:cubicBezTo>
                  <a:cubicBezTo>
                    <a:pt x="1402" y="17855"/>
                    <a:pt x="1402" y="17855"/>
                    <a:pt x="1402" y="17855"/>
                  </a:cubicBezTo>
                  <a:cubicBezTo>
                    <a:pt x="1402" y="17788"/>
                    <a:pt x="1402" y="17788"/>
                    <a:pt x="1402" y="17788"/>
                  </a:cubicBezTo>
                  <a:cubicBezTo>
                    <a:pt x="1458" y="17855"/>
                    <a:pt x="1458" y="17855"/>
                    <a:pt x="1458" y="17855"/>
                  </a:cubicBezTo>
                  <a:cubicBezTo>
                    <a:pt x="1514" y="17855"/>
                    <a:pt x="1514" y="17855"/>
                    <a:pt x="1514" y="17855"/>
                  </a:cubicBezTo>
                  <a:cubicBezTo>
                    <a:pt x="1514" y="17921"/>
                    <a:pt x="1514" y="17921"/>
                    <a:pt x="1514" y="17921"/>
                  </a:cubicBezTo>
                  <a:cubicBezTo>
                    <a:pt x="1570" y="17921"/>
                    <a:pt x="1570" y="17921"/>
                    <a:pt x="1570" y="17921"/>
                  </a:cubicBezTo>
                  <a:cubicBezTo>
                    <a:pt x="1570" y="17988"/>
                    <a:pt x="1570" y="17988"/>
                    <a:pt x="1570" y="17988"/>
                  </a:cubicBezTo>
                  <a:cubicBezTo>
                    <a:pt x="1570" y="18055"/>
                    <a:pt x="1570" y="18055"/>
                    <a:pt x="1570" y="18055"/>
                  </a:cubicBezTo>
                  <a:cubicBezTo>
                    <a:pt x="1627" y="18055"/>
                    <a:pt x="1627" y="18055"/>
                    <a:pt x="1627" y="18055"/>
                  </a:cubicBezTo>
                  <a:cubicBezTo>
                    <a:pt x="1627" y="18055"/>
                    <a:pt x="1627" y="18055"/>
                    <a:pt x="1627" y="18055"/>
                  </a:cubicBezTo>
                  <a:cubicBezTo>
                    <a:pt x="1683" y="18055"/>
                    <a:pt x="1683" y="18055"/>
                    <a:pt x="1683" y="18055"/>
                  </a:cubicBezTo>
                  <a:cubicBezTo>
                    <a:pt x="1739" y="18055"/>
                    <a:pt x="1739" y="18055"/>
                    <a:pt x="1739" y="18055"/>
                  </a:cubicBezTo>
                  <a:cubicBezTo>
                    <a:pt x="1627" y="18122"/>
                    <a:pt x="1627" y="18122"/>
                    <a:pt x="1627" y="18122"/>
                  </a:cubicBezTo>
                  <a:cubicBezTo>
                    <a:pt x="1739" y="18256"/>
                    <a:pt x="1739" y="18256"/>
                    <a:pt x="1739" y="18256"/>
                  </a:cubicBezTo>
                  <a:cubicBezTo>
                    <a:pt x="1795" y="18256"/>
                    <a:pt x="1795" y="18256"/>
                    <a:pt x="1795" y="18256"/>
                  </a:cubicBezTo>
                  <a:cubicBezTo>
                    <a:pt x="1795" y="18323"/>
                    <a:pt x="1795" y="18323"/>
                    <a:pt x="1795" y="18323"/>
                  </a:cubicBezTo>
                  <a:cubicBezTo>
                    <a:pt x="1963" y="18390"/>
                    <a:pt x="1963" y="18390"/>
                    <a:pt x="1963" y="18390"/>
                  </a:cubicBezTo>
                  <a:cubicBezTo>
                    <a:pt x="1963" y="18390"/>
                    <a:pt x="1963" y="18390"/>
                    <a:pt x="1963" y="18390"/>
                  </a:cubicBezTo>
                  <a:cubicBezTo>
                    <a:pt x="2019" y="18390"/>
                    <a:pt x="2019" y="18390"/>
                    <a:pt x="2019" y="18390"/>
                  </a:cubicBezTo>
                  <a:cubicBezTo>
                    <a:pt x="1963" y="18256"/>
                    <a:pt x="1963" y="18256"/>
                    <a:pt x="1963" y="18256"/>
                  </a:cubicBezTo>
                  <a:cubicBezTo>
                    <a:pt x="2019" y="18189"/>
                    <a:pt x="2019" y="18189"/>
                    <a:pt x="2019" y="18189"/>
                  </a:cubicBezTo>
                  <a:cubicBezTo>
                    <a:pt x="1963" y="18122"/>
                    <a:pt x="1963" y="18122"/>
                    <a:pt x="1963" y="18122"/>
                  </a:cubicBezTo>
                  <a:cubicBezTo>
                    <a:pt x="1963" y="18055"/>
                    <a:pt x="1963" y="18055"/>
                    <a:pt x="1963" y="18055"/>
                  </a:cubicBezTo>
                  <a:cubicBezTo>
                    <a:pt x="1963" y="17988"/>
                    <a:pt x="1963" y="17988"/>
                    <a:pt x="1963" y="17988"/>
                  </a:cubicBezTo>
                  <a:cubicBezTo>
                    <a:pt x="1851" y="17855"/>
                    <a:pt x="1851" y="17855"/>
                    <a:pt x="1851" y="17855"/>
                  </a:cubicBezTo>
                  <a:cubicBezTo>
                    <a:pt x="1795" y="17721"/>
                    <a:pt x="1795" y="17721"/>
                    <a:pt x="1795" y="17721"/>
                  </a:cubicBezTo>
                  <a:cubicBezTo>
                    <a:pt x="1739" y="17654"/>
                    <a:pt x="1739" y="17654"/>
                    <a:pt x="1739" y="17654"/>
                  </a:cubicBezTo>
                  <a:cubicBezTo>
                    <a:pt x="1739" y="17520"/>
                    <a:pt x="1739" y="17520"/>
                    <a:pt x="1739" y="17520"/>
                  </a:cubicBezTo>
                  <a:cubicBezTo>
                    <a:pt x="1739" y="17520"/>
                    <a:pt x="1739" y="17520"/>
                    <a:pt x="1739" y="17520"/>
                  </a:cubicBezTo>
                  <a:cubicBezTo>
                    <a:pt x="1683" y="17520"/>
                    <a:pt x="1683" y="17520"/>
                    <a:pt x="1683" y="17520"/>
                  </a:cubicBezTo>
                  <a:cubicBezTo>
                    <a:pt x="1570" y="17453"/>
                    <a:pt x="1570" y="17453"/>
                    <a:pt x="1570" y="17453"/>
                  </a:cubicBezTo>
                  <a:cubicBezTo>
                    <a:pt x="1514" y="17453"/>
                    <a:pt x="1514" y="17453"/>
                    <a:pt x="1514" y="17453"/>
                  </a:cubicBezTo>
                  <a:cubicBezTo>
                    <a:pt x="1514" y="17453"/>
                    <a:pt x="1514" y="17453"/>
                    <a:pt x="1514" y="17453"/>
                  </a:cubicBezTo>
                  <a:cubicBezTo>
                    <a:pt x="1458" y="17386"/>
                    <a:pt x="1458" y="17386"/>
                    <a:pt x="1458" y="17386"/>
                  </a:cubicBezTo>
                  <a:cubicBezTo>
                    <a:pt x="1402" y="17320"/>
                    <a:pt x="1402" y="17320"/>
                    <a:pt x="1402" y="17320"/>
                  </a:cubicBezTo>
                  <a:cubicBezTo>
                    <a:pt x="1346" y="17320"/>
                    <a:pt x="1346" y="17320"/>
                    <a:pt x="1346" y="17320"/>
                  </a:cubicBezTo>
                  <a:cubicBezTo>
                    <a:pt x="1346" y="17253"/>
                    <a:pt x="1346" y="17253"/>
                    <a:pt x="1346" y="17253"/>
                  </a:cubicBezTo>
                  <a:cubicBezTo>
                    <a:pt x="1290" y="17253"/>
                    <a:pt x="1290" y="17253"/>
                    <a:pt x="1290" y="17253"/>
                  </a:cubicBezTo>
                  <a:cubicBezTo>
                    <a:pt x="1234" y="17186"/>
                    <a:pt x="1234" y="17186"/>
                    <a:pt x="1234" y="17186"/>
                  </a:cubicBezTo>
                  <a:cubicBezTo>
                    <a:pt x="1178" y="17186"/>
                    <a:pt x="1178" y="17186"/>
                    <a:pt x="1178" y="17186"/>
                  </a:cubicBezTo>
                  <a:cubicBezTo>
                    <a:pt x="1178" y="17186"/>
                    <a:pt x="1178" y="17186"/>
                    <a:pt x="1178" y="17186"/>
                  </a:cubicBezTo>
                  <a:cubicBezTo>
                    <a:pt x="1122" y="17186"/>
                    <a:pt x="1122" y="17186"/>
                    <a:pt x="1122" y="17186"/>
                  </a:cubicBezTo>
                  <a:close/>
                  <a:moveTo>
                    <a:pt x="1570" y="17320"/>
                  </a:moveTo>
                  <a:cubicBezTo>
                    <a:pt x="1570" y="17320"/>
                    <a:pt x="1570" y="17320"/>
                    <a:pt x="1570" y="17320"/>
                  </a:cubicBezTo>
                  <a:cubicBezTo>
                    <a:pt x="1627" y="17253"/>
                    <a:pt x="1627" y="17253"/>
                    <a:pt x="1627" y="17253"/>
                  </a:cubicBezTo>
                  <a:cubicBezTo>
                    <a:pt x="1627" y="17320"/>
                    <a:pt x="1627" y="17320"/>
                    <a:pt x="1627" y="17320"/>
                  </a:cubicBezTo>
                  <a:cubicBezTo>
                    <a:pt x="1627" y="17320"/>
                    <a:pt x="1627" y="17320"/>
                    <a:pt x="1627" y="17320"/>
                  </a:cubicBezTo>
                  <a:cubicBezTo>
                    <a:pt x="1570" y="17320"/>
                    <a:pt x="1570" y="17320"/>
                    <a:pt x="1570" y="17320"/>
                  </a:cubicBezTo>
                  <a:cubicBezTo>
                    <a:pt x="1570" y="17320"/>
                    <a:pt x="1570" y="17320"/>
                    <a:pt x="1570" y="17320"/>
                  </a:cubicBezTo>
                  <a:close/>
                  <a:moveTo>
                    <a:pt x="1514" y="17253"/>
                  </a:moveTo>
                  <a:cubicBezTo>
                    <a:pt x="1570" y="17253"/>
                    <a:pt x="1570" y="17253"/>
                    <a:pt x="1570" y="17253"/>
                  </a:cubicBezTo>
                  <a:cubicBezTo>
                    <a:pt x="1570" y="17253"/>
                    <a:pt x="1570" y="17253"/>
                    <a:pt x="1570" y="17253"/>
                  </a:cubicBezTo>
                  <a:cubicBezTo>
                    <a:pt x="1514" y="17253"/>
                    <a:pt x="1514" y="17253"/>
                    <a:pt x="1514" y="17253"/>
                  </a:cubicBezTo>
                  <a:close/>
                  <a:moveTo>
                    <a:pt x="1234" y="16049"/>
                  </a:moveTo>
                  <a:cubicBezTo>
                    <a:pt x="1234" y="16116"/>
                    <a:pt x="1234" y="16116"/>
                    <a:pt x="1234" y="16116"/>
                  </a:cubicBezTo>
                  <a:cubicBezTo>
                    <a:pt x="1234" y="16116"/>
                    <a:pt x="1234" y="16116"/>
                    <a:pt x="1234" y="16116"/>
                  </a:cubicBezTo>
                  <a:cubicBezTo>
                    <a:pt x="1234" y="16049"/>
                    <a:pt x="1234" y="16049"/>
                    <a:pt x="1234" y="16049"/>
                  </a:cubicBezTo>
                  <a:close/>
                  <a:moveTo>
                    <a:pt x="1346" y="16651"/>
                  </a:moveTo>
                  <a:cubicBezTo>
                    <a:pt x="1346" y="16584"/>
                    <a:pt x="1346" y="16584"/>
                    <a:pt x="1346" y="16584"/>
                  </a:cubicBezTo>
                  <a:cubicBezTo>
                    <a:pt x="1402" y="16584"/>
                    <a:pt x="1402" y="16584"/>
                    <a:pt x="1402" y="16584"/>
                  </a:cubicBezTo>
                  <a:cubicBezTo>
                    <a:pt x="1402" y="16584"/>
                    <a:pt x="1402" y="16584"/>
                    <a:pt x="1402" y="16584"/>
                  </a:cubicBezTo>
                  <a:cubicBezTo>
                    <a:pt x="1402" y="16651"/>
                    <a:pt x="1402" y="16651"/>
                    <a:pt x="1402" y="16651"/>
                  </a:cubicBezTo>
                  <a:cubicBezTo>
                    <a:pt x="1346" y="16651"/>
                    <a:pt x="1346" y="16651"/>
                    <a:pt x="1346" y="16651"/>
                  </a:cubicBezTo>
                  <a:close/>
                  <a:moveTo>
                    <a:pt x="1346" y="16785"/>
                  </a:moveTo>
                  <a:cubicBezTo>
                    <a:pt x="1290" y="16852"/>
                    <a:pt x="1290" y="16852"/>
                    <a:pt x="1290" y="16852"/>
                  </a:cubicBezTo>
                  <a:cubicBezTo>
                    <a:pt x="1346" y="16918"/>
                    <a:pt x="1346" y="16918"/>
                    <a:pt x="1346" y="16918"/>
                  </a:cubicBezTo>
                  <a:cubicBezTo>
                    <a:pt x="1346" y="16918"/>
                    <a:pt x="1346" y="16918"/>
                    <a:pt x="1346" y="16918"/>
                  </a:cubicBezTo>
                  <a:cubicBezTo>
                    <a:pt x="1346" y="16852"/>
                    <a:pt x="1346" y="16852"/>
                    <a:pt x="1346" y="16852"/>
                  </a:cubicBezTo>
                  <a:cubicBezTo>
                    <a:pt x="1346" y="16785"/>
                    <a:pt x="1346" y="16785"/>
                    <a:pt x="1346" y="16785"/>
                  </a:cubicBezTo>
                  <a:close/>
                  <a:moveTo>
                    <a:pt x="1402" y="16718"/>
                  </a:moveTo>
                  <a:cubicBezTo>
                    <a:pt x="1402" y="16651"/>
                    <a:pt x="1402" y="16651"/>
                    <a:pt x="1402" y="16651"/>
                  </a:cubicBezTo>
                  <a:cubicBezTo>
                    <a:pt x="1402" y="16651"/>
                    <a:pt x="1402" y="16651"/>
                    <a:pt x="1402" y="16651"/>
                  </a:cubicBezTo>
                  <a:cubicBezTo>
                    <a:pt x="1346" y="16718"/>
                    <a:pt x="1346" y="16718"/>
                    <a:pt x="1346" y="16718"/>
                  </a:cubicBezTo>
                  <a:cubicBezTo>
                    <a:pt x="1346" y="16718"/>
                    <a:pt x="1346" y="16718"/>
                    <a:pt x="1346" y="16718"/>
                  </a:cubicBezTo>
                  <a:cubicBezTo>
                    <a:pt x="1346" y="16718"/>
                    <a:pt x="1346" y="16718"/>
                    <a:pt x="1346" y="16718"/>
                  </a:cubicBezTo>
                  <a:cubicBezTo>
                    <a:pt x="1346" y="16718"/>
                    <a:pt x="1402" y="16718"/>
                    <a:pt x="1402" y="16718"/>
                  </a:cubicBezTo>
                  <a:close/>
                  <a:moveTo>
                    <a:pt x="1458" y="16651"/>
                  </a:moveTo>
                  <a:cubicBezTo>
                    <a:pt x="1514" y="16584"/>
                    <a:pt x="1514" y="16584"/>
                    <a:pt x="1514" y="16584"/>
                  </a:cubicBezTo>
                  <a:cubicBezTo>
                    <a:pt x="1514" y="16584"/>
                    <a:pt x="1514" y="16584"/>
                    <a:pt x="1514" y="16584"/>
                  </a:cubicBezTo>
                  <a:cubicBezTo>
                    <a:pt x="1570" y="16517"/>
                    <a:pt x="1570" y="16517"/>
                    <a:pt x="1570" y="16517"/>
                  </a:cubicBezTo>
                  <a:cubicBezTo>
                    <a:pt x="1627" y="16517"/>
                    <a:pt x="1627" y="16517"/>
                    <a:pt x="1627" y="16517"/>
                  </a:cubicBezTo>
                  <a:cubicBezTo>
                    <a:pt x="1627" y="16517"/>
                    <a:pt x="1627" y="16517"/>
                    <a:pt x="1627" y="16517"/>
                  </a:cubicBezTo>
                  <a:cubicBezTo>
                    <a:pt x="1570" y="16651"/>
                    <a:pt x="1570" y="16651"/>
                    <a:pt x="1570" y="16651"/>
                  </a:cubicBezTo>
                  <a:cubicBezTo>
                    <a:pt x="1514" y="16651"/>
                    <a:pt x="1514" y="16651"/>
                    <a:pt x="1514" y="16651"/>
                  </a:cubicBezTo>
                  <a:cubicBezTo>
                    <a:pt x="1458" y="16651"/>
                    <a:pt x="1458" y="16651"/>
                    <a:pt x="1458" y="16651"/>
                  </a:cubicBezTo>
                  <a:cubicBezTo>
                    <a:pt x="1458" y="16651"/>
                    <a:pt x="1458" y="16651"/>
                    <a:pt x="1458" y="16651"/>
                  </a:cubicBezTo>
                  <a:close/>
                  <a:moveTo>
                    <a:pt x="1402" y="16383"/>
                  </a:moveTo>
                  <a:cubicBezTo>
                    <a:pt x="1402" y="16317"/>
                    <a:pt x="1402" y="16317"/>
                    <a:pt x="1402" y="16317"/>
                  </a:cubicBezTo>
                  <a:cubicBezTo>
                    <a:pt x="1458" y="16317"/>
                    <a:pt x="1458" y="16317"/>
                    <a:pt x="1458" y="16317"/>
                  </a:cubicBezTo>
                  <a:cubicBezTo>
                    <a:pt x="1458" y="16317"/>
                    <a:pt x="1458" y="16317"/>
                    <a:pt x="1458" y="16317"/>
                  </a:cubicBezTo>
                  <a:cubicBezTo>
                    <a:pt x="1402" y="16383"/>
                    <a:pt x="1402" y="16383"/>
                    <a:pt x="1402" y="16383"/>
                  </a:cubicBezTo>
                  <a:cubicBezTo>
                    <a:pt x="1402" y="16383"/>
                    <a:pt x="1402" y="16383"/>
                    <a:pt x="1402" y="16383"/>
                  </a:cubicBezTo>
                  <a:cubicBezTo>
                    <a:pt x="1402" y="16383"/>
                    <a:pt x="1402" y="16383"/>
                    <a:pt x="1402" y="16383"/>
                  </a:cubicBezTo>
                  <a:close/>
                  <a:moveTo>
                    <a:pt x="1290" y="16383"/>
                  </a:moveTo>
                  <a:cubicBezTo>
                    <a:pt x="1346" y="16383"/>
                    <a:pt x="1346" y="16383"/>
                    <a:pt x="1346" y="16383"/>
                  </a:cubicBezTo>
                  <a:cubicBezTo>
                    <a:pt x="1346" y="16383"/>
                    <a:pt x="1346" y="16383"/>
                    <a:pt x="1346" y="16383"/>
                  </a:cubicBezTo>
                  <a:cubicBezTo>
                    <a:pt x="1346" y="16317"/>
                    <a:pt x="1346" y="16317"/>
                    <a:pt x="1346" y="16317"/>
                  </a:cubicBezTo>
                  <a:cubicBezTo>
                    <a:pt x="1290" y="16383"/>
                    <a:pt x="1290" y="16383"/>
                    <a:pt x="1290" y="16383"/>
                  </a:cubicBezTo>
                  <a:close/>
                  <a:moveTo>
                    <a:pt x="1234" y="16250"/>
                  </a:moveTo>
                  <a:cubicBezTo>
                    <a:pt x="1234" y="16317"/>
                    <a:pt x="1234" y="16317"/>
                    <a:pt x="1234" y="16317"/>
                  </a:cubicBezTo>
                  <a:cubicBezTo>
                    <a:pt x="1234" y="16317"/>
                    <a:pt x="1234" y="16317"/>
                    <a:pt x="1234" y="16317"/>
                  </a:cubicBezTo>
                  <a:cubicBezTo>
                    <a:pt x="1234" y="16383"/>
                    <a:pt x="1234" y="16383"/>
                    <a:pt x="1234" y="16383"/>
                  </a:cubicBezTo>
                  <a:cubicBezTo>
                    <a:pt x="1290" y="16317"/>
                    <a:pt x="1290" y="16317"/>
                    <a:pt x="1290" y="16317"/>
                  </a:cubicBezTo>
                  <a:cubicBezTo>
                    <a:pt x="1234" y="16250"/>
                    <a:pt x="1234" y="16250"/>
                    <a:pt x="1234" y="16250"/>
                  </a:cubicBezTo>
                  <a:cubicBezTo>
                    <a:pt x="1234" y="16250"/>
                    <a:pt x="1234" y="16250"/>
                    <a:pt x="1234" y="16250"/>
                  </a:cubicBezTo>
                  <a:close/>
                  <a:moveTo>
                    <a:pt x="1290" y="16183"/>
                  </a:moveTo>
                  <a:cubicBezTo>
                    <a:pt x="1290" y="16183"/>
                    <a:pt x="1290" y="16183"/>
                    <a:pt x="1290" y="16183"/>
                  </a:cubicBezTo>
                  <a:cubicBezTo>
                    <a:pt x="1290" y="16183"/>
                    <a:pt x="1290" y="16183"/>
                    <a:pt x="1290" y="16183"/>
                  </a:cubicBezTo>
                  <a:cubicBezTo>
                    <a:pt x="1290" y="16250"/>
                    <a:pt x="1290" y="16250"/>
                    <a:pt x="1290" y="16250"/>
                  </a:cubicBezTo>
                  <a:cubicBezTo>
                    <a:pt x="1346" y="16250"/>
                    <a:pt x="1346" y="16250"/>
                    <a:pt x="1346" y="16250"/>
                  </a:cubicBezTo>
                  <a:cubicBezTo>
                    <a:pt x="1402" y="16183"/>
                    <a:pt x="1402" y="16183"/>
                    <a:pt x="1402" y="16183"/>
                  </a:cubicBezTo>
                  <a:cubicBezTo>
                    <a:pt x="1346" y="16250"/>
                    <a:pt x="1346" y="16250"/>
                    <a:pt x="1346" y="16250"/>
                  </a:cubicBezTo>
                  <a:cubicBezTo>
                    <a:pt x="1346" y="16317"/>
                    <a:pt x="1346" y="16317"/>
                    <a:pt x="1346" y="16317"/>
                  </a:cubicBezTo>
                  <a:cubicBezTo>
                    <a:pt x="1402" y="16250"/>
                    <a:pt x="1402" y="16250"/>
                    <a:pt x="1402" y="16250"/>
                  </a:cubicBezTo>
                  <a:cubicBezTo>
                    <a:pt x="1402" y="16116"/>
                    <a:pt x="1402" y="16116"/>
                    <a:pt x="1402" y="16116"/>
                  </a:cubicBezTo>
                  <a:cubicBezTo>
                    <a:pt x="1346" y="16116"/>
                    <a:pt x="1346" y="16116"/>
                    <a:pt x="1346" y="16116"/>
                  </a:cubicBezTo>
                  <a:cubicBezTo>
                    <a:pt x="1290" y="16116"/>
                    <a:pt x="1290" y="16116"/>
                    <a:pt x="1290" y="16116"/>
                  </a:cubicBezTo>
                  <a:cubicBezTo>
                    <a:pt x="1290" y="16183"/>
                    <a:pt x="1290" y="16183"/>
                    <a:pt x="1290" y="16183"/>
                  </a:cubicBezTo>
                  <a:close/>
                  <a:moveTo>
                    <a:pt x="1290" y="16049"/>
                  </a:moveTo>
                  <a:cubicBezTo>
                    <a:pt x="1290" y="16116"/>
                    <a:pt x="1290" y="16116"/>
                    <a:pt x="1290" y="16116"/>
                  </a:cubicBezTo>
                  <a:cubicBezTo>
                    <a:pt x="1290" y="16049"/>
                    <a:pt x="1290" y="16049"/>
                    <a:pt x="1290" y="16049"/>
                  </a:cubicBezTo>
                  <a:cubicBezTo>
                    <a:pt x="1290" y="16049"/>
                    <a:pt x="1290" y="16049"/>
                    <a:pt x="1290" y="16049"/>
                  </a:cubicBezTo>
                  <a:cubicBezTo>
                    <a:pt x="1290" y="16049"/>
                    <a:pt x="1290" y="16049"/>
                    <a:pt x="1290" y="16049"/>
                  </a:cubicBezTo>
                  <a:close/>
                  <a:moveTo>
                    <a:pt x="1346" y="15982"/>
                  </a:moveTo>
                  <a:cubicBezTo>
                    <a:pt x="1402" y="15915"/>
                    <a:pt x="1402" y="15915"/>
                    <a:pt x="1402" y="15915"/>
                  </a:cubicBezTo>
                  <a:cubicBezTo>
                    <a:pt x="1402" y="15848"/>
                    <a:pt x="1402" y="15848"/>
                    <a:pt x="1402" y="15848"/>
                  </a:cubicBezTo>
                  <a:cubicBezTo>
                    <a:pt x="1458" y="15848"/>
                    <a:pt x="1458" y="15848"/>
                    <a:pt x="1458" y="15848"/>
                  </a:cubicBezTo>
                  <a:cubicBezTo>
                    <a:pt x="1458" y="15915"/>
                    <a:pt x="1458" y="15915"/>
                    <a:pt x="1458" y="15915"/>
                  </a:cubicBezTo>
                  <a:cubicBezTo>
                    <a:pt x="1402" y="15915"/>
                    <a:pt x="1402" y="15915"/>
                    <a:pt x="1402" y="15915"/>
                  </a:cubicBezTo>
                  <a:cubicBezTo>
                    <a:pt x="1346" y="15982"/>
                    <a:pt x="1346" y="15982"/>
                    <a:pt x="1346" y="15982"/>
                  </a:cubicBezTo>
                  <a:close/>
                  <a:moveTo>
                    <a:pt x="1065" y="15782"/>
                  </a:moveTo>
                  <a:cubicBezTo>
                    <a:pt x="1178" y="15915"/>
                    <a:pt x="1178" y="15915"/>
                    <a:pt x="1178" y="15915"/>
                  </a:cubicBezTo>
                  <a:cubicBezTo>
                    <a:pt x="1178" y="16049"/>
                    <a:pt x="1178" y="16049"/>
                    <a:pt x="1178" y="16049"/>
                  </a:cubicBezTo>
                  <a:cubicBezTo>
                    <a:pt x="1178" y="16049"/>
                    <a:pt x="1178" y="16049"/>
                    <a:pt x="1178" y="16049"/>
                  </a:cubicBezTo>
                  <a:cubicBezTo>
                    <a:pt x="1122" y="16049"/>
                    <a:pt x="1122" y="16049"/>
                    <a:pt x="1122" y="16049"/>
                  </a:cubicBezTo>
                  <a:cubicBezTo>
                    <a:pt x="1122" y="15982"/>
                    <a:pt x="1122" y="15982"/>
                    <a:pt x="1122" y="15982"/>
                  </a:cubicBezTo>
                  <a:cubicBezTo>
                    <a:pt x="1065" y="15915"/>
                    <a:pt x="1065" y="15915"/>
                    <a:pt x="1065" y="15915"/>
                  </a:cubicBezTo>
                  <a:cubicBezTo>
                    <a:pt x="1065" y="15848"/>
                    <a:pt x="1065" y="15848"/>
                    <a:pt x="1065" y="15848"/>
                  </a:cubicBezTo>
                  <a:cubicBezTo>
                    <a:pt x="1065" y="15848"/>
                    <a:pt x="1065" y="15782"/>
                    <a:pt x="1065" y="15782"/>
                  </a:cubicBezTo>
                  <a:close/>
                  <a:moveTo>
                    <a:pt x="1178" y="15782"/>
                  </a:moveTo>
                  <a:cubicBezTo>
                    <a:pt x="1178" y="15848"/>
                    <a:pt x="1178" y="15848"/>
                    <a:pt x="1178" y="15848"/>
                  </a:cubicBezTo>
                  <a:cubicBezTo>
                    <a:pt x="1178" y="15915"/>
                    <a:pt x="1178" y="15915"/>
                    <a:pt x="1178" y="15915"/>
                  </a:cubicBezTo>
                  <a:cubicBezTo>
                    <a:pt x="1178" y="15982"/>
                    <a:pt x="1178" y="15982"/>
                    <a:pt x="1178" y="15982"/>
                  </a:cubicBezTo>
                  <a:cubicBezTo>
                    <a:pt x="1234" y="15982"/>
                    <a:pt x="1234" y="15982"/>
                    <a:pt x="1234" y="15982"/>
                  </a:cubicBezTo>
                  <a:cubicBezTo>
                    <a:pt x="1234" y="15915"/>
                    <a:pt x="1234" y="15915"/>
                    <a:pt x="1234" y="15915"/>
                  </a:cubicBezTo>
                  <a:cubicBezTo>
                    <a:pt x="1234" y="15848"/>
                    <a:pt x="1234" y="15848"/>
                    <a:pt x="1234" y="15848"/>
                  </a:cubicBezTo>
                  <a:cubicBezTo>
                    <a:pt x="1178" y="15782"/>
                    <a:pt x="1178" y="15782"/>
                    <a:pt x="1178" y="15782"/>
                  </a:cubicBezTo>
                  <a:cubicBezTo>
                    <a:pt x="1178" y="15715"/>
                    <a:pt x="1178" y="15715"/>
                    <a:pt x="1178" y="15715"/>
                  </a:cubicBezTo>
                  <a:cubicBezTo>
                    <a:pt x="1178" y="15782"/>
                    <a:pt x="1178" y="15782"/>
                    <a:pt x="1178" y="15782"/>
                  </a:cubicBezTo>
                  <a:close/>
                  <a:moveTo>
                    <a:pt x="1065" y="15715"/>
                  </a:moveTo>
                  <a:cubicBezTo>
                    <a:pt x="1122" y="15715"/>
                    <a:pt x="1122" y="15715"/>
                    <a:pt x="1122" y="15715"/>
                  </a:cubicBezTo>
                  <a:cubicBezTo>
                    <a:pt x="1122" y="15715"/>
                    <a:pt x="1122" y="15715"/>
                    <a:pt x="1122" y="15715"/>
                  </a:cubicBezTo>
                  <a:cubicBezTo>
                    <a:pt x="1178" y="15715"/>
                    <a:pt x="1178" y="15715"/>
                    <a:pt x="1178" y="15715"/>
                  </a:cubicBezTo>
                  <a:cubicBezTo>
                    <a:pt x="1178" y="15648"/>
                    <a:pt x="1178" y="15648"/>
                    <a:pt x="1178" y="15648"/>
                  </a:cubicBezTo>
                  <a:cubicBezTo>
                    <a:pt x="1178" y="15648"/>
                    <a:pt x="1178" y="15648"/>
                    <a:pt x="1178" y="15648"/>
                  </a:cubicBezTo>
                  <a:cubicBezTo>
                    <a:pt x="1065" y="15648"/>
                    <a:pt x="1065" y="15648"/>
                    <a:pt x="1065" y="15648"/>
                  </a:cubicBezTo>
                  <a:cubicBezTo>
                    <a:pt x="1065" y="15715"/>
                    <a:pt x="1065" y="15715"/>
                    <a:pt x="1065" y="15715"/>
                  </a:cubicBezTo>
                  <a:close/>
                  <a:moveTo>
                    <a:pt x="561" y="15715"/>
                  </a:moveTo>
                  <a:cubicBezTo>
                    <a:pt x="504" y="15648"/>
                    <a:pt x="504" y="15648"/>
                    <a:pt x="504" y="15648"/>
                  </a:cubicBezTo>
                  <a:cubicBezTo>
                    <a:pt x="617" y="15514"/>
                    <a:pt x="617" y="15514"/>
                    <a:pt x="617" y="15514"/>
                  </a:cubicBezTo>
                  <a:cubicBezTo>
                    <a:pt x="673" y="15514"/>
                    <a:pt x="673" y="15514"/>
                    <a:pt x="673" y="15514"/>
                  </a:cubicBezTo>
                  <a:cubicBezTo>
                    <a:pt x="673" y="15581"/>
                    <a:pt x="673" y="15581"/>
                    <a:pt x="673" y="15581"/>
                  </a:cubicBezTo>
                  <a:cubicBezTo>
                    <a:pt x="673" y="15581"/>
                    <a:pt x="673" y="15581"/>
                    <a:pt x="673" y="15581"/>
                  </a:cubicBezTo>
                  <a:cubicBezTo>
                    <a:pt x="729" y="15514"/>
                    <a:pt x="729" y="15514"/>
                    <a:pt x="729" y="15514"/>
                  </a:cubicBezTo>
                  <a:cubicBezTo>
                    <a:pt x="785" y="15581"/>
                    <a:pt x="785" y="15581"/>
                    <a:pt x="785" y="15581"/>
                  </a:cubicBezTo>
                  <a:cubicBezTo>
                    <a:pt x="785" y="15581"/>
                    <a:pt x="785" y="15581"/>
                    <a:pt x="785" y="15581"/>
                  </a:cubicBezTo>
                  <a:cubicBezTo>
                    <a:pt x="785" y="15648"/>
                    <a:pt x="785" y="15648"/>
                    <a:pt x="785" y="15648"/>
                  </a:cubicBezTo>
                  <a:cubicBezTo>
                    <a:pt x="729" y="15715"/>
                    <a:pt x="729" y="15715"/>
                    <a:pt x="729" y="15715"/>
                  </a:cubicBezTo>
                  <a:cubicBezTo>
                    <a:pt x="617" y="15715"/>
                    <a:pt x="617" y="15715"/>
                    <a:pt x="617" y="15715"/>
                  </a:cubicBezTo>
                  <a:cubicBezTo>
                    <a:pt x="673" y="15782"/>
                    <a:pt x="673" y="15782"/>
                    <a:pt x="673" y="15782"/>
                  </a:cubicBezTo>
                  <a:cubicBezTo>
                    <a:pt x="673" y="15782"/>
                    <a:pt x="673" y="15782"/>
                    <a:pt x="673" y="15782"/>
                  </a:cubicBezTo>
                  <a:cubicBezTo>
                    <a:pt x="729" y="15782"/>
                    <a:pt x="729" y="15782"/>
                    <a:pt x="729" y="15782"/>
                  </a:cubicBezTo>
                  <a:cubicBezTo>
                    <a:pt x="729" y="15715"/>
                    <a:pt x="729" y="15715"/>
                    <a:pt x="729" y="15715"/>
                  </a:cubicBezTo>
                  <a:cubicBezTo>
                    <a:pt x="785" y="15581"/>
                    <a:pt x="785" y="15581"/>
                    <a:pt x="785" y="15581"/>
                  </a:cubicBezTo>
                  <a:cubicBezTo>
                    <a:pt x="897" y="15581"/>
                    <a:pt x="897" y="15581"/>
                    <a:pt x="897" y="15581"/>
                  </a:cubicBezTo>
                  <a:cubicBezTo>
                    <a:pt x="897" y="15581"/>
                    <a:pt x="897" y="15581"/>
                    <a:pt x="897" y="15581"/>
                  </a:cubicBezTo>
                  <a:cubicBezTo>
                    <a:pt x="841" y="15648"/>
                    <a:pt x="841" y="15648"/>
                    <a:pt x="841" y="15648"/>
                  </a:cubicBezTo>
                  <a:cubicBezTo>
                    <a:pt x="785" y="15782"/>
                    <a:pt x="785" y="15782"/>
                    <a:pt x="785" y="15782"/>
                  </a:cubicBezTo>
                  <a:cubicBezTo>
                    <a:pt x="785" y="15848"/>
                    <a:pt x="785" y="15848"/>
                    <a:pt x="785" y="15848"/>
                  </a:cubicBezTo>
                  <a:cubicBezTo>
                    <a:pt x="729" y="15915"/>
                    <a:pt x="729" y="15915"/>
                    <a:pt x="729" y="15915"/>
                  </a:cubicBezTo>
                  <a:cubicBezTo>
                    <a:pt x="673" y="15982"/>
                    <a:pt x="673" y="15982"/>
                    <a:pt x="673" y="15982"/>
                  </a:cubicBezTo>
                  <a:cubicBezTo>
                    <a:pt x="673" y="15982"/>
                    <a:pt x="673" y="15982"/>
                    <a:pt x="673" y="15982"/>
                  </a:cubicBezTo>
                  <a:cubicBezTo>
                    <a:pt x="617" y="15982"/>
                    <a:pt x="617" y="15982"/>
                    <a:pt x="617" y="15982"/>
                  </a:cubicBezTo>
                  <a:cubicBezTo>
                    <a:pt x="673" y="15982"/>
                    <a:pt x="673" y="15982"/>
                    <a:pt x="673" y="15982"/>
                  </a:cubicBezTo>
                  <a:cubicBezTo>
                    <a:pt x="673" y="15982"/>
                    <a:pt x="673" y="15982"/>
                    <a:pt x="673" y="15982"/>
                  </a:cubicBezTo>
                  <a:cubicBezTo>
                    <a:pt x="729" y="15982"/>
                    <a:pt x="729" y="15982"/>
                    <a:pt x="729" y="15982"/>
                  </a:cubicBezTo>
                  <a:cubicBezTo>
                    <a:pt x="729" y="16049"/>
                    <a:pt x="729" y="16049"/>
                    <a:pt x="729" y="16049"/>
                  </a:cubicBezTo>
                  <a:cubicBezTo>
                    <a:pt x="673" y="16049"/>
                    <a:pt x="673" y="16049"/>
                    <a:pt x="673" y="16049"/>
                  </a:cubicBezTo>
                  <a:cubicBezTo>
                    <a:pt x="673" y="16116"/>
                    <a:pt x="673" y="16116"/>
                    <a:pt x="673" y="16116"/>
                  </a:cubicBezTo>
                  <a:cubicBezTo>
                    <a:pt x="673" y="16183"/>
                    <a:pt x="673" y="16183"/>
                    <a:pt x="673" y="16183"/>
                  </a:cubicBezTo>
                  <a:cubicBezTo>
                    <a:pt x="673" y="16250"/>
                    <a:pt x="673" y="16250"/>
                    <a:pt x="673" y="16250"/>
                  </a:cubicBezTo>
                  <a:cubicBezTo>
                    <a:pt x="673" y="16317"/>
                    <a:pt x="673" y="16317"/>
                    <a:pt x="673" y="16317"/>
                  </a:cubicBezTo>
                  <a:cubicBezTo>
                    <a:pt x="673" y="16383"/>
                    <a:pt x="673" y="16383"/>
                    <a:pt x="673" y="16383"/>
                  </a:cubicBezTo>
                  <a:cubicBezTo>
                    <a:pt x="729" y="16383"/>
                    <a:pt x="729" y="16383"/>
                    <a:pt x="729" y="16383"/>
                  </a:cubicBezTo>
                  <a:cubicBezTo>
                    <a:pt x="785" y="16450"/>
                    <a:pt x="785" y="16450"/>
                    <a:pt x="785" y="16450"/>
                  </a:cubicBezTo>
                  <a:cubicBezTo>
                    <a:pt x="729" y="16517"/>
                    <a:pt x="729" y="16517"/>
                    <a:pt x="729" y="16517"/>
                  </a:cubicBezTo>
                  <a:cubicBezTo>
                    <a:pt x="673" y="16450"/>
                    <a:pt x="673" y="16450"/>
                    <a:pt x="673" y="16450"/>
                  </a:cubicBezTo>
                  <a:cubicBezTo>
                    <a:pt x="617" y="16317"/>
                    <a:pt x="617" y="16317"/>
                    <a:pt x="617" y="16317"/>
                  </a:cubicBezTo>
                  <a:cubicBezTo>
                    <a:pt x="561" y="16250"/>
                    <a:pt x="561" y="16250"/>
                    <a:pt x="561" y="16250"/>
                  </a:cubicBezTo>
                  <a:cubicBezTo>
                    <a:pt x="617" y="16183"/>
                    <a:pt x="617" y="16183"/>
                    <a:pt x="617" y="16183"/>
                  </a:cubicBezTo>
                  <a:cubicBezTo>
                    <a:pt x="561" y="16183"/>
                    <a:pt x="561" y="16183"/>
                    <a:pt x="561" y="16183"/>
                  </a:cubicBezTo>
                  <a:cubicBezTo>
                    <a:pt x="504" y="16116"/>
                    <a:pt x="504" y="16116"/>
                    <a:pt x="504" y="16116"/>
                  </a:cubicBezTo>
                  <a:cubicBezTo>
                    <a:pt x="561" y="16116"/>
                    <a:pt x="561" y="16116"/>
                    <a:pt x="561" y="16116"/>
                  </a:cubicBezTo>
                  <a:cubicBezTo>
                    <a:pt x="617" y="16116"/>
                    <a:pt x="617" y="16116"/>
                    <a:pt x="617" y="16116"/>
                  </a:cubicBezTo>
                  <a:cubicBezTo>
                    <a:pt x="561" y="16049"/>
                    <a:pt x="561" y="16049"/>
                    <a:pt x="561" y="16049"/>
                  </a:cubicBezTo>
                  <a:cubicBezTo>
                    <a:pt x="504" y="16049"/>
                    <a:pt x="504" y="16049"/>
                    <a:pt x="504" y="16049"/>
                  </a:cubicBezTo>
                  <a:cubicBezTo>
                    <a:pt x="561" y="15982"/>
                    <a:pt x="561" y="15982"/>
                    <a:pt x="561" y="15982"/>
                  </a:cubicBezTo>
                  <a:cubicBezTo>
                    <a:pt x="504" y="15915"/>
                    <a:pt x="504" y="15915"/>
                    <a:pt x="504" y="15915"/>
                  </a:cubicBezTo>
                  <a:cubicBezTo>
                    <a:pt x="504" y="15915"/>
                    <a:pt x="504" y="15915"/>
                    <a:pt x="504" y="15915"/>
                  </a:cubicBezTo>
                  <a:cubicBezTo>
                    <a:pt x="561" y="15915"/>
                    <a:pt x="561" y="15915"/>
                    <a:pt x="561" y="15915"/>
                  </a:cubicBezTo>
                  <a:cubicBezTo>
                    <a:pt x="617" y="15915"/>
                    <a:pt x="617" y="15915"/>
                    <a:pt x="617" y="15915"/>
                  </a:cubicBezTo>
                  <a:cubicBezTo>
                    <a:pt x="617" y="15848"/>
                    <a:pt x="617" y="15848"/>
                    <a:pt x="617" y="15848"/>
                  </a:cubicBezTo>
                  <a:cubicBezTo>
                    <a:pt x="561" y="15848"/>
                    <a:pt x="561" y="15848"/>
                    <a:pt x="561" y="15848"/>
                  </a:cubicBezTo>
                  <a:cubicBezTo>
                    <a:pt x="504" y="15848"/>
                    <a:pt x="504" y="15848"/>
                    <a:pt x="504" y="15848"/>
                  </a:cubicBezTo>
                  <a:cubicBezTo>
                    <a:pt x="504" y="15782"/>
                    <a:pt x="504" y="15782"/>
                    <a:pt x="504" y="15782"/>
                  </a:cubicBezTo>
                  <a:cubicBezTo>
                    <a:pt x="561" y="15715"/>
                    <a:pt x="561" y="15715"/>
                    <a:pt x="561" y="15715"/>
                  </a:cubicBezTo>
                  <a:close/>
                  <a:moveTo>
                    <a:pt x="1122" y="15447"/>
                  </a:moveTo>
                  <a:cubicBezTo>
                    <a:pt x="1122" y="15380"/>
                    <a:pt x="1122" y="15380"/>
                    <a:pt x="1122" y="15380"/>
                  </a:cubicBezTo>
                  <a:cubicBezTo>
                    <a:pt x="1178" y="15380"/>
                    <a:pt x="1178" y="15380"/>
                    <a:pt x="1178" y="15380"/>
                  </a:cubicBezTo>
                  <a:cubicBezTo>
                    <a:pt x="1178" y="15380"/>
                    <a:pt x="1178" y="15380"/>
                    <a:pt x="1178" y="15380"/>
                  </a:cubicBezTo>
                  <a:cubicBezTo>
                    <a:pt x="1122" y="15447"/>
                    <a:pt x="1122" y="15447"/>
                    <a:pt x="1122" y="15447"/>
                  </a:cubicBezTo>
                  <a:close/>
                  <a:moveTo>
                    <a:pt x="6227" y="7289"/>
                  </a:moveTo>
                  <a:cubicBezTo>
                    <a:pt x="6227" y="7289"/>
                    <a:pt x="6227" y="7289"/>
                    <a:pt x="6227" y="7289"/>
                  </a:cubicBezTo>
                  <a:cubicBezTo>
                    <a:pt x="6283" y="7289"/>
                    <a:pt x="6283" y="7289"/>
                    <a:pt x="6283" y="7289"/>
                  </a:cubicBezTo>
                  <a:cubicBezTo>
                    <a:pt x="6283" y="7289"/>
                    <a:pt x="6283" y="7289"/>
                    <a:pt x="6283" y="7289"/>
                  </a:cubicBezTo>
                  <a:cubicBezTo>
                    <a:pt x="6283" y="7222"/>
                    <a:pt x="6283" y="7222"/>
                    <a:pt x="6283" y="7222"/>
                  </a:cubicBezTo>
                  <a:cubicBezTo>
                    <a:pt x="6227" y="7222"/>
                    <a:pt x="6227" y="7222"/>
                    <a:pt x="6227" y="7222"/>
                  </a:cubicBezTo>
                  <a:cubicBezTo>
                    <a:pt x="6227" y="7289"/>
                    <a:pt x="6227" y="7289"/>
                    <a:pt x="6227" y="7289"/>
                  </a:cubicBezTo>
                  <a:close/>
                  <a:moveTo>
                    <a:pt x="5722" y="6754"/>
                  </a:moveTo>
                  <a:cubicBezTo>
                    <a:pt x="5778" y="6754"/>
                    <a:pt x="5778" y="6754"/>
                    <a:pt x="5778" y="6754"/>
                  </a:cubicBezTo>
                  <a:cubicBezTo>
                    <a:pt x="5778" y="6754"/>
                    <a:pt x="5778" y="6754"/>
                    <a:pt x="5778" y="6754"/>
                  </a:cubicBezTo>
                  <a:cubicBezTo>
                    <a:pt x="5778" y="6687"/>
                    <a:pt x="5778" y="6687"/>
                    <a:pt x="5778" y="6687"/>
                  </a:cubicBezTo>
                  <a:cubicBezTo>
                    <a:pt x="5778" y="6687"/>
                    <a:pt x="5778" y="6687"/>
                    <a:pt x="5778" y="6687"/>
                  </a:cubicBezTo>
                  <a:cubicBezTo>
                    <a:pt x="5722" y="6754"/>
                    <a:pt x="5722" y="6754"/>
                    <a:pt x="5722" y="6754"/>
                  </a:cubicBezTo>
                  <a:close/>
                  <a:moveTo>
                    <a:pt x="3983" y="6887"/>
                  </a:moveTo>
                  <a:cubicBezTo>
                    <a:pt x="3983" y="6954"/>
                    <a:pt x="3983" y="6954"/>
                    <a:pt x="3983" y="6954"/>
                  </a:cubicBezTo>
                  <a:cubicBezTo>
                    <a:pt x="4039" y="6887"/>
                    <a:pt x="4039" y="6887"/>
                    <a:pt x="4039" y="6887"/>
                  </a:cubicBezTo>
                  <a:cubicBezTo>
                    <a:pt x="3983" y="6887"/>
                    <a:pt x="3983" y="6887"/>
                    <a:pt x="3983" y="6887"/>
                  </a:cubicBezTo>
                  <a:cubicBezTo>
                    <a:pt x="3983" y="6887"/>
                    <a:pt x="3983" y="6887"/>
                    <a:pt x="3983" y="6887"/>
                  </a:cubicBezTo>
                  <a:close/>
                  <a:moveTo>
                    <a:pt x="3983" y="7021"/>
                  </a:moveTo>
                  <a:cubicBezTo>
                    <a:pt x="3983" y="6954"/>
                    <a:pt x="3983" y="6954"/>
                    <a:pt x="3983" y="6954"/>
                  </a:cubicBezTo>
                  <a:cubicBezTo>
                    <a:pt x="3983" y="6954"/>
                    <a:pt x="3983" y="6954"/>
                    <a:pt x="3983" y="6954"/>
                  </a:cubicBezTo>
                  <a:cubicBezTo>
                    <a:pt x="3983" y="7021"/>
                    <a:pt x="3983" y="7021"/>
                    <a:pt x="3983" y="7021"/>
                  </a:cubicBezTo>
                  <a:cubicBezTo>
                    <a:pt x="3983" y="7021"/>
                    <a:pt x="3983" y="7021"/>
                    <a:pt x="3983" y="7021"/>
                  </a:cubicBezTo>
                  <a:close/>
                  <a:moveTo>
                    <a:pt x="3871" y="7155"/>
                  </a:moveTo>
                  <a:cubicBezTo>
                    <a:pt x="3871" y="7222"/>
                    <a:pt x="3871" y="7222"/>
                    <a:pt x="3871" y="7222"/>
                  </a:cubicBezTo>
                  <a:cubicBezTo>
                    <a:pt x="3871" y="7289"/>
                    <a:pt x="3871" y="7289"/>
                    <a:pt x="3871" y="7289"/>
                  </a:cubicBezTo>
                  <a:cubicBezTo>
                    <a:pt x="3871" y="7356"/>
                    <a:pt x="3871" y="7356"/>
                    <a:pt x="3871" y="7356"/>
                  </a:cubicBezTo>
                  <a:cubicBezTo>
                    <a:pt x="3927" y="7356"/>
                    <a:pt x="3927" y="7356"/>
                    <a:pt x="3927" y="7356"/>
                  </a:cubicBezTo>
                  <a:cubicBezTo>
                    <a:pt x="3927" y="7289"/>
                    <a:pt x="3927" y="7289"/>
                    <a:pt x="3927" y="7289"/>
                  </a:cubicBezTo>
                  <a:cubicBezTo>
                    <a:pt x="3983" y="7289"/>
                    <a:pt x="3983" y="7289"/>
                    <a:pt x="3983" y="7289"/>
                  </a:cubicBezTo>
                  <a:cubicBezTo>
                    <a:pt x="4151" y="7155"/>
                    <a:pt x="4151" y="7155"/>
                    <a:pt x="4151" y="7155"/>
                  </a:cubicBezTo>
                  <a:cubicBezTo>
                    <a:pt x="4207" y="7088"/>
                    <a:pt x="4207" y="7088"/>
                    <a:pt x="4207" y="7088"/>
                  </a:cubicBezTo>
                  <a:cubicBezTo>
                    <a:pt x="4263" y="7021"/>
                    <a:pt x="4263" y="7021"/>
                    <a:pt x="4263" y="7021"/>
                  </a:cubicBezTo>
                  <a:cubicBezTo>
                    <a:pt x="4207" y="7088"/>
                    <a:pt x="4207" y="7088"/>
                    <a:pt x="4207" y="7088"/>
                  </a:cubicBezTo>
                  <a:cubicBezTo>
                    <a:pt x="4207" y="7021"/>
                    <a:pt x="4207" y="7021"/>
                    <a:pt x="4207" y="7021"/>
                  </a:cubicBezTo>
                  <a:cubicBezTo>
                    <a:pt x="4207" y="6954"/>
                    <a:pt x="4207" y="6954"/>
                    <a:pt x="4207" y="6954"/>
                  </a:cubicBezTo>
                  <a:cubicBezTo>
                    <a:pt x="4151" y="6954"/>
                    <a:pt x="4151" y="6954"/>
                    <a:pt x="4151" y="6954"/>
                  </a:cubicBezTo>
                  <a:cubicBezTo>
                    <a:pt x="4151" y="7021"/>
                    <a:pt x="4151" y="7021"/>
                    <a:pt x="4151" y="7021"/>
                  </a:cubicBezTo>
                  <a:cubicBezTo>
                    <a:pt x="4095" y="7021"/>
                    <a:pt x="4095" y="7021"/>
                    <a:pt x="4095" y="7021"/>
                  </a:cubicBezTo>
                  <a:cubicBezTo>
                    <a:pt x="4095" y="7088"/>
                    <a:pt x="4095" y="7088"/>
                    <a:pt x="4095" y="7088"/>
                  </a:cubicBezTo>
                  <a:cubicBezTo>
                    <a:pt x="4039" y="7088"/>
                    <a:pt x="4039" y="7088"/>
                    <a:pt x="4039" y="7088"/>
                  </a:cubicBezTo>
                  <a:cubicBezTo>
                    <a:pt x="4039" y="7088"/>
                    <a:pt x="4039" y="7088"/>
                    <a:pt x="4039" y="7088"/>
                  </a:cubicBezTo>
                  <a:cubicBezTo>
                    <a:pt x="4039" y="7155"/>
                    <a:pt x="4039" y="7155"/>
                    <a:pt x="4039" y="7155"/>
                  </a:cubicBezTo>
                  <a:cubicBezTo>
                    <a:pt x="3983" y="7088"/>
                    <a:pt x="3983" y="7088"/>
                    <a:pt x="3983" y="7088"/>
                  </a:cubicBezTo>
                  <a:cubicBezTo>
                    <a:pt x="3983" y="7088"/>
                    <a:pt x="3983" y="7088"/>
                    <a:pt x="3983" y="7088"/>
                  </a:cubicBezTo>
                  <a:cubicBezTo>
                    <a:pt x="3983" y="7021"/>
                    <a:pt x="3983" y="7021"/>
                    <a:pt x="3983" y="7021"/>
                  </a:cubicBezTo>
                  <a:cubicBezTo>
                    <a:pt x="3927" y="7088"/>
                    <a:pt x="3927" y="7088"/>
                    <a:pt x="3927" y="7088"/>
                  </a:cubicBezTo>
                  <a:cubicBezTo>
                    <a:pt x="3927" y="7088"/>
                    <a:pt x="3927" y="7088"/>
                    <a:pt x="3927" y="7088"/>
                  </a:cubicBezTo>
                  <a:cubicBezTo>
                    <a:pt x="3927" y="7155"/>
                    <a:pt x="3927" y="7155"/>
                    <a:pt x="3927" y="7155"/>
                  </a:cubicBezTo>
                  <a:cubicBezTo>
                    <a:pt x="3871" y="7155"/>
                    <a:pt x="3871" y="7155"/>
                    <a:pt x="3871" y="7155"/>
                  </a:cubicBezTo>
                  <a:close/>
                  <a:moveTo>
                    <a:pt x="3702" y="7356"/>
                  </a:moveTo>
                  <a:cubicBezTo>
                    <a:pt x="3702" y="7289"/>
                    <a:pt x="3702" y="7289"/>
                    <a:pt x="3702" y="7289"/>
                  </a:cubicBezTo>
                  <a:cubicBezTo>
                    <a:pt x="3702" y="7155"/>
                    <a:pt x="3702" y="7155"/>
                    <a:pt x="3702" y="7155"/>
                  </a:cubicBezTo>
                  <a:cubicBezTo>
                    <a:pt x="3646" y="7222"/>
                    <a:pt x="3646" y="7222"/>
                    <a:pt x="3646" y="7222"/>
                  </a:cubicBezTo>
                  <a:cubicBezTo>
                    <a:pt x="3646" y="7289"/>
                    <a:pt x="3646" y="7289"/>
                    <a:pt x="3646" y="7289"/>
                  </a:cubicBezTo>
                  <a:cubicBezTo>
                    <a:pt x="3646" y="7289"/>
                    <a:pt x="3646" y="7289"/>
                    <a:pt x="3646" y="7289"/>
                  </a:cubicBezTo>
                  <a:cubicBezTo>
                    <a:pt x="3646" y="7289"/>
                    <a:pt x="3646" y="7289"/>
                    <a:pt x="3646" y="7289"/>
                  </a:cubicBezTo>
                  <a:cubicBezTo>
                    <a:pt x="3646" y="7289"/>
                    <a:pt x="3702" y="7356"/>
                    <a:pt x="3702" y="7356"/>
                  </a:cubicBezTo>
                  <a:close/>
                  <a:moveTo>
                    <a:pt x="3702" y="7356"/>
                  </a:moveTo>
                  <a:cubicBezTo>
                    <a:pt x="3758" y="7356"/>
                    <a:pt x="3758" y="7356"/>
                    <a:pt x="3758" y="7356"/>
                  </a:cubicBezTo>
                  <a:cubicBezTo>
                    <a:pt x="3758" y="7289"/>
                    <a:pt x="3758" y="7289"/>
                    <a:pt x="3758" y="7289"/>
                  </a:cubicBezTo>
                  <a:cubicBezTo>
                    <a:pt x="3758" y="7289"/>
                    <a:pt x="3758" y="7289"/>
                    <a:pt x="3758" y="7289"/>
                  </a:cubicBezTo>
                  <a:cubicBezTo>
                    <a:pt x="3758" y="7155"/>
                    <a:pt x="3758" y="7155"/>
                    <a:pt x="3758" y="7155"/>
                  </a:cubicBezTo>
                  <a:cubicBezTo>
                    <a:pt x="3758" y="7155"/>
                    <a:pt x="3758" y="7155"/>
                    <a:pt x="3758" y="7155"/>
                  </a:cubicBezTo>
                  <a:cubicBezTo>
                    <a:pt x="3815" y="7155"/>
                    <a:pt x="3815" y="7155"/>
                    <a:pt x="3815" y="7155"/>
                  </a:cubicBezTo>
                  <a:cubicBezTo>
                    <a:pt x="3815" y="7088"/>
                    <a:pt x="3815" y="7088"/>
                    <a:pt x="3815" y="7088"/>
                  </a:cubicBezTo>
                  <a:cubicBezTo>
                    <a:pt x="3815" y="7088"/>
                    <a:pt x="3815" y="7088"/>
                    <a:pt x="3815" y="7088"/>
                  </a:cubicBezTo>
                  <a:cubicBezTo>
                    <a:pt x="3871" y="7155"/>
                    <a:pt x="3871" y="7155"/>
                    <a:pt x="3871" y="7155"/>
                  </a:cubicBezTo>
                  <a:cubicBezTo>
                    <a:pt x="3815" y="7289"/>
                    <a:pt x="3815" y="7289"/>
                    <a:pt x="3815" y="7289"/>
                  </a:cubicBezTo>
                  <a:cubicBezTo>
                    <a:pt x="3815" y="7356"/>
                    <a:pt x="3815" y="7356"/>
                    <a:pt x="3815" y="7356"/>
                  </a:cubicBezTo>
                  <a:cubicBezTo>
                    <a:pt x="3815" y="7356"/>
                    <a:pt x="3815" y="7356"/>
                    <a:pt x="3815" y="7356"/>
                  </a:cubicBezTo>
                  <a:cubicBezTo>
                    <a:pt x="3758" y="7422"/>
                    <a:pt x="3758" y="7422"/>
                    <a:pt x="3758" y="7422"/>
                  </a:cubicBezTo>
                  <a:cubicBezTo>
                    <a:pt x="3702" y="7356"/>
                    <a:pt x="3702" y="7356"/>
                    <a:pt x="3702" y="7356"/>
                  </a:cubicBezTo>
                  <a:close/>
                  <a:moveTo>
                    <a:pt x="3815" y="7623"/>
                  </a:moveTo>
                  <a:cubicBezTo>
                    <a:pt x="3815" y="7623"/>
                    <a:pt x="3815" y="7623"/>
                    <a:pt x="3815" y="7623"/>
                  </a:cubicBezTo>
                  <a:cubicBezTo>
                    <a:pt x="3758" y="7489"/>
                    <a:pt x="3758" y="7489"/>
                    <a:pt x="3758" y="7489"/>
                  </a:cubicBezTo>
                  <a:cubicBezTo>
                    <a:pt x="3758" y="7422"/>
                    <a:pt x="3758" y="7422"/>
                    <a:pt x="3758" y="7422"/>
                  </a:cubicBezTo>
                  <a:cubicBezTo>
                    <a:pt x="3758" y="7422"/>
                    <a:pt x="3758" y="7422"/>
                    <a:pt x="3758" y="7422"/>
                  </a:cubicBezTo>
                  <a:cubicBezTo>
                    <a:pt x="3646" y="7356"/>
                    <a:pt x="3646" y="7356"/>
                    <a:pt x="3646" y="7356"/>
                  </a:cubicBezTo>
                  <a:cubicBezTo>
                    <a:pt x="3646" y="7356"/>
                    <a:pt x="3646" y="7356"/>
                    <a:pt x="3646" y="7356"/>
                  </a:cubicBezTo>
                  <a:cubicBezTo>
                    <a:pt x="3646" y="7422"/>
                    <a:pt x="3646" y="7422"/>
                    <a:pt x="3646" y="7422"/>
                  </a:cubicBezTo>
                  <a:cubicBezTo>
                    <a:pt x="3702" y="7489"/>
                    <a:pt x="3702" y="7489"/>
                    <a:pt x="3702" y="7489"/>
                  </a:cubicBezTo>
                  <a:cubicBezTo>
                    <a:pt x="3646" y="7489"/>
                    <a:pt x="3646" y="7489"/>
                    <a:pt x="3646" y="7489"/>
                  </a:cubicBezTo>
                  <a:cubicBezTo>
                    <a:pt x="3646" y="7489"/>
                    <a:pt x="3646" y="7489"/>
                    <a:pt x="3646" y="7489"/>
                  </a:cubicBezTo>
                  <a:cubicBezTo>
                    <a:pt x="3702" y="7556"/>
                    <a:pt x="3702" y="7556"/>
                    <a:pt x="3702" y="7556"/>
                  </a:cubicBezTo>
                  <a:cubicBezTo>
                    <a:pt x="3815" y="7623"/>
                    <a:pt x="3815" y="7623"/>
                    <a:pt x="3815" y="7623"/>
                  </a:cubicBezTo>
                  <a:close/>
                  <a:moveTo>
                    <a:pt x="3254" y="6687"/>
                  </a:moveTo>
                  <a:cubicBezTo>
                    <a:pt x="3254" y="6754"/>
                    <a:pt x="3254" y="6754"/>
                    <a:pt x="3254" y="6754"/>
                  </a:cubicBezTo>
                  <a:cubicBezTo>
                    <a:pt x="3310" y="6754"/>
                    <a:pt x="3310" y="6754"/>
                    <a:pt x="3310" y="6754"/>
                  </a:cubicBezTo>
                  <a:cubicBezTo>
                    <a:pt x="3366" y="6754"/>
                    <a:pt x="3366" y="6754"/>
                    <a:pt x="3366" y="6754"/>
                  </a:cubicBezTo>
                  <a:cubicBezTo>
                    <a:pt x="3366" y="6754"/>
                    <a:pt x="3366" y="6754"/>
                    <a:pt x="3366" y="6754"/>
                  </a:cubicBezTo>
                  <a:cubicBezTo>
                    <a:pt x="3310" y="6687"/>
                    <a:pt x="3310" y="6687"/>
                    <a:pt x="3310" y="6687"/>
                  </a:cubicBezTo>
                  <a:cubicBezTo>
                    <a:pt x="3254" y="6620"/>
                    <a:pt x="3254" y="6620"/>
                    <a:pt x="3254" y="6620"/>
                  </a:cubicBezTo>
                  <a:cubicBezTo>
                    <a:pt x="3254" y="6687"/>
                    <a:pt x="3254" y="6687"/>
                    <a:pt x="3254" y="6687"/>
                  </a:cubicBezTo>
                  <a:close/>
                  <a:moveTo>
                    <a:pt x="2188" y="18122"/>
                  </a:moveTo>
                  <a:cubicBezTo>
                    <a:pt x="2188" y="18122"/>
                    <a:pt x="2188" y="18122"/>
                    <a:pt x="2188" y="18122"/>
                  </a:cubicBezTo>
                  <a:cubicBezTo>
                    <a:pt x="2131" y="18122"/>
                    <a:pt x="2131" y="18122"/>
                    <a:pt x="2131" y="18122"/>
                  </a:cubicBezTo>
                  <a:cubicBezTo>
                    <a:pt x="2131" y="17988"/>
                    <a:pt x="2131" y="17988"/>
                    <a:pt x="2131" y="17988"/>
                  </a:cubicBezTo>
                  <a:cubicBezTo>
                    <a:pt x="2188" y="17921"/>
                    <a:pt x="2188" y="17921"/>
                    <a:pt x="2188" y="17921"/>
                  </a:cubicBezTo>
                  <a:cubicBezTo>
                    <a:pt x="2188" y="17855"/>
                    <a:pt x="2188" y="17855"/>
                    <a:pt x="2188" y="17855"/>
                  </a:cubicBezTo>
                  <a:cubicBezTo>
                    <a:pt x="2188" y="17855"/>
                    <a:pt x="2188" y="17855"/>
                    <a:pt x="2188" y="17855"/>
                  </a:cubicBezTo>
                  <a:cubicBezTo>
                    <a:pt x="2131" y="17921"/>
                    <a:pt x="2131" y="17921"/>
                    <a:pt x="2131" y="17921"/>
                  </a:cubicBezTo>
                  <a:cubicBezTo>
                    <a:pt x="2075" y="17921"/>
                    <a:pt x="2075" y="17921"/>
                    <a:pt x="2075" y="17921"/>
                  </a:cubicBezTo>
                  <a:cubicBezTo>
                    <a:pt x="2019" y="17855"/>
                    <a:pt x="2019" y="17855"/>
                    <a:pt x="2019" y="17855"/>
                  </a:cubicBezTo>
                  <a:cubicBezTo>
                    <a:pt x="2019" y="17788"/>
                    <a:pt x="2019" y="17788"/>
                    <a:pt x="2019" y="17788"/>
                  </a:cubicBezTo>
                  <a:cubicBezTo>
                    <a:pt x="2019" y="17788"/>
                    <a:pt x="2019" y="17788"/>
                    <a:pt x="2019" y="17788"/>
                  </a:cubicBezTo>
                  <a:cubicBezTo>
                    <a:pt x="2075" y="17855"/>
                    <a:pt x="2075" y="17855"/>
                    <a:pt x="2075" y="17855"/>
                  </a:cubicBezTo>
                  <a:cubicBezTo>
                    <a:pt x="2075" y="17855"/>
                    <a:pt x="2075" y="17855"/>
                    <a:pt x="2075" y="17855"/>
                  </a:cubicBezTo>
                  <a:cubicBezTo>
                    <a:pt x="2075" y="17855"/>
                    <a:pt x="2075" y="17855"/>
                    <a:pt x="2075" y="17855"/>
                  </a:cubicBezTo>
                  <a:cubicBezTo>
                    <a:pt x="2075" y="17788"/>
                    <a:pt x="2075" y="17788"/>
                    <a:pt x="2075" y="17788"/>
                  </a:cubicBezTo>
                  <a:cubicBezTo>
                    <a:pt x="2019" y="17721"/>
                    <a:pt x="2019" y="17721"/>
                    <a:pt x="2019" y="17721"/>
                  </a:cubicBezTo>
                  <a:cubicBezTo>
                    <a:pt x="2019" y="17721"/>
                    <a:pt x="2019" y="17721"/>
                    <a:pt x="2019" y="17721"/>
                  </a:cubicBezTo>
                  <a:cubicBezTo>
                    <a:pt x="1963" y="17788"/>
                    <a:pt x="1963" y="17788"/>
                    <a:pt x="1963" y="17788"/>
                  </a:cubicBezTo>
                  <a:cubicBezTo>
                    <a:pt x="1907" y="17721"/>
                    <a:pt x="1907" y="17721"/>
                    <a:pt x="1907" y="17721"/>
                  </a:cubicBezTo>
                  <a:cubicBezTo>
                    <a:pt x="1907" y="17654"/>
                    <a:pt x="1907" y="17654"/>
                    <a:pt x="1907" y="17654"/>
                  </a:cubicBezTo>
                  <a:cubicBezTo>
                    <a:pt x="1907" y="17654"/>
                    <a:pt x="1907" y="17654"/>
                    <a:pt x="1907" y="17654"/>
                  </a:cubicBezTo>
                  <a:cubicBezTo>
                    <a:pt x="1963" y="17587"/>
                    <a:pt x="1963" y="17587"/>
                    <a:pt x="1963" y="17587"/>
                  </a:cubicBezTo>
                  <a:cubicBezTo>
                    <a:pt x="1963" y="17520"/>
                    <a:pt x="1963" y="17520"/>
                    <a:pt x="1963" y="17520"/>
                  </a:cubicBezTo>
                  <a:cubicBezTo>
                    <a:pt x="2019" y="17520"/>
                    <a:pt x="2019" y="17520"/>
                    <a:pt x="2019" y="17520"/>
                  </a:cubicBezTo>
                  <a:cubicBezTo>
                    <a:pt x="2019" y="17453"/>
                    <a:pt x="2019" y="17453"/>
                    <a:pt x="2019" y="17453"/>
                  </a:cubicBezTo>
                  <a:cubicBezTo>
                    <a:pt x="1963" y="17520"/>
                    <a:pt x="1963" y="17520"/>
                    <a:pt x="1963" y="17520"/>
                  </a:cubicBezTo>
                  <a:cubicBezTo>
                    <a:pt x="1907" y="17520"/>
                    <a:pt x="1907" y="17520"/>
                    <a:pt x="1907" y="17520"/>
                  </a:cubicBezTo>
                  <a:cubicBezTo>
                    <a:pt x="1907" y="17453"/>
                    <a:pt x="1907" y="17453"/>
                    <a:pt x="1907" y="17453"/>
                  </a:cubicBezTo>
                  <a:cubicBezTo>
                    <a:pt x="1907" y="17453"/>
                    <a:pt x="1907" y="17453"/>
                    <a:pt x="1907" y="17453"/>
                  </a:cubicBezTo>
                  <a:cubicBezTo>
                    <a:pt x="1963" y="17386"/>
                    <a:pt x="1963" y="17386"/>
                    <a:pt x="1963" y="17386"/>
                  </a:cubicBezTo>
                  <a:cubicBezTo>
                    <a:pt x="1963" y="17320"/>
                    <a:pt x="1963" y="17320"/>
                    <a:pt x="1963" y="17320"/>
                  </a:cubicBezTo>
                  <a:cubicBezTo>
                    <a:pt x="1963" y="17253"/>
                    <a:pt x="1963" y="17253"/>
                    <a:pt x="1963" y="17253"/>
                  </a:cubicBezTo>
                  <a:cubicBezTo>
                    <a:pt x="1963" y="17253"/>
                    <a:pt x="1963" y="17253"/>
                    <a:pt x="1963" y="17253"/>
                  </a:cubicBezTo>
                  <a:cubicBezTo>
                    <a:pt x="1963" y="17253"/>
                    <a:pt x="1963" y="17253"/>
                    <a:pt x="1963" y="17253"/>
                  </a:cubicBezTo>
                  <a:cubicBezTo>
                    <a:pt x="1963" y="17320"/>
                    <a:pt x="1963" y="17320"/>
                    <a:pt x="1963" y="17320"/>
                  </a:cubicBezTo>
                  <a:cubicBezTo>
                    <a:pt x="1907" y="17386"/>
                    <a:pt x="1907" y="17386"/>
                    <a:pt x="1907" y="17386"/>
                  </a:cubicBezTo>
                  <a:cubicBezTo>
                    <a:pt x="1851" y="17453"/>
                    <a:pt x="1851" y="17453"/>
                    <a:pt x="1851" y="17453"/>
                  </a:cubicBezTo>
                  <a:cubicBezTo>
                    <a:pt x="1851" y="17453"/>
                    <a:pt x="1851" y="17453"/>
                    <a:pt x="1851" y="17453"/>
                  </a:cubicBezTo>
                  <a:cubicBezTo>
                    <a:pt x="1795" y="17453"/>
                    <a:pt x="1795" y="17453"/>
                    <a:pt x="1795" y="17453"/>
                  </a:cubicBezTo>
                  <a:cubicBezTo>
                    <a:pt x="1795" y="17453"/>
                    <a:pt x="1795" y="17453"/>
                    <a:pt x="1795" y="17453"/>
                  </a:cubicBezTo>
                  <a:cubicBezTo>
                    <a:pt x="1795" y="17386"/>
                    <a:pt x="1795" y="17386"/>
                    <a:pt x="1795" y="17386"/>
                  </a:cubicBezTo>
                  <a:cubicBezTo>
                    <a:pt x="1795" y="17386"/>
                    <a:pt x="1795" y="17386"/>
                    <a:pt x="1795" y="17386"/>
                  </a:cubicBezTo>
                  <a:cubicBezTo>
                    <a:pt x="1795" y="17386"/>
                    <a:pt x="1795" y="17386"/>
                    <a:pt x="1795" y="17386"/>
                  </a:cubicBezTo>
                  <a:cubicBezTo>
                    <a:pt x="1739" y="17386"/>
                    <a:pt x="1739" y="17386"/>
                    <a:pt x="1739" y="17386"/>
                  </a:cubicBezTo>
                  <a:cubicBezTo>
                    <a:pt x="1739" y="17453"/>
                    <a:pt x="1739" y="17453"/>
                    <a:pt x="1739" y="17453"/>
                  </a:cubicBezTo>
                  <a:cubicBezTo>
                    <a:pt x="1739" y="17453"/>
                    <a:pt x="1739" y="17453"/>
                    <a:pt x="1739" y="17453"/>
                  </a:cubicBezTo>
                  <a:cubicBezTo>
                    <a:pt x="1739" y="17386"/>
                    <a:pt x="1739" y="17386"/>
                    <a:pt x="1739" y="17386"/>
                  </a:cubicBezTo>
                  <a:cubicBezTo>
                    <a:pt x="1683" y="17386"/>
                    <a:pt x="1683" y="17386"/>
                    <a:pt x="1683" y="17386"/>
                  </a:cubicBezTo>
                  <a:cubicBezTo>
                    <a:pt x="1683" y="17453"/>
                    <a:pt x="1683" y="17453"/>
                    <a:pt x="1683" y="17453"/>
                  </a:cubicBezTo>
                  <a:cubicBezTo>
                    <a:pt x="1627" y="17386"/>
                    <a:pt x="1627" y="17386"/>
                    <a:pt x="1627" y="17386"/>
                  </a:cubicBezTo>
                  <a:cubicBezTo>
                    <a:pt x="1627" y="17386"/>
                    <a:pt x="1627" y="17386"/>
                    <a:pt x="1627" y="17386"/>
                  </a:cubicBezTo>
                  <a:cubicBezTo>
                    <a:pt x="1683" y="17320"/>
                    <a:pt x="1683" y="17320"/>
                    <a:pt x="1683" y="17320"/>
                  </a:cubicBezTo>
                  <a:cubicBezTo>
                    <a:pt x="1683" y="17320"/>
                    <a:pt x="1683" y="17320"/>
                    <a:pt x="1683" y="17320"/>
                  </a:cubicBezTo>
                  <a:cubicBezTo>
                    <a:pt x="1739" y="17320"/>
                    <a:pt x="1739" y="17320"/>
                    <a:pt x="1739" y="17320"/>
                  </a:cubicBezTo>
                  <a:cubicBezTo>
                    <a:pt x="1851" y="17253"/>
                    <a:pt x="1851" y="17253"/>
                    <a:pt x="1851" y="17253"/>
                  </a:cubicBezTo>
                  <a:cubicBezTo>
                    <a:pt x="1851" y="17253"/>
                    <a:pt x="1851" y="17253"/>
                    <a:pt x="1851" y="17253"/>
                  </a:cubicBezTo>
                  <a:cubicBezTo>
                    <a:pt x="1851" y="17186"/>
                    <a:pt x="1851" y="17186"/>
                    <a:pt x="1851" y="17186"/>
                  </a:cubicBezTo>
                  <a:cubicBezTo>
                    <a:pt x="1851" y="17186"/>
                    <a:pt x="1851" y="17186"/>
                    <a:pt x="1851" y="17186"/>
                  </a:cubicBezTo>
                  <a:cubicBezTo>
                    <a:pt x="1795" y="17253"/>
                    <a:pt x="1795" y="17253"/>
                    <a:pt x="1795" y="17253"/>
                  </a:cubicBezTo>
                  <a:cubicBezTo>
                    <a:pt x="1739" y="17320"/>
                    <a:pt x="1739" y="17320"/>
                    <a:pt x="1739" y="17320"/>
                  </a:cubicBezTo>
                  <a:cubicBezTo>
                    <a:pt x="1739" y="17320"/>
                    <a:pt x="1739" y="17320"/>
                    <a:pt x="1739" y="17320"/>
                  </a:cubicBezTo>
                  <a:cubicBezTo>
                    <a:pt x="1683" y="17320"/>
                    <a:pt x="1683" y="17320"/>
                    <a:pt x="1683" y="17320"/>
                  </a:cubicBezTo>
                  <a:cubicBezTo>
                    <a:pt x="1683" y="17253"/>
                    <a:pt x="1683" y="17253"/>
                    <a:pt x="1683" y="17253"/>
                  </a:cubicBezTo>
                  <a:cubicBezTo>
                    <a:pt x="1627" y="17253"/>
                    <a:pt x="1627" y="17253"/>
                    <a:pt x="1627" y="17253"/>
                  </a:cubicBezTo>
                  <a:cubicBezTo>
                    <a:pt x="1627" y="17253"/>
                    <a:pt x="1627" y="17253"/>
                    <a:pt x="1627" y="17253"/>
                  </a:cubicBezTo>
                  <a:cubicBezTo>
                    <a:pt x="1627" y="17186"/>
                    <a:pt x="1627" y="17186"/>
                    <a:pt x="1627" y="17186"/>
                  </a:cubicBezTo>
                  <a:cubicBezTo>
                    <a:pt x="1627" y="17186"/>
                    <a:pt x="1627" y="17186"/>
                    <a:pt x="1627" y="17186"/>
                  </a:cubicBezTo>
                  <a:cubicBezTo>
                    <a:pt x="1570" y="17186"/>
                    <a:pt x="1570" y="17186"/>
                    <a:pt x="1570" y="17186"/>
                  </a:cubicBezTo>
                  <a:cubicBezTo>
                    <a:pt x="1514" y="17186"/>
                    <a:pt x="1514" y="17186"/>
                    <a:pt x="1514" y="17186"/>
                  </a:cubicBezTo>
                  <a:cubicBezTo>
                    <a:pt x="1514" y="17186"/>
                    <a:pt x="1514" y="17186"/>
                    <a:pt x="1514" y="17186"/>
                  </a:cubicBezTo>
                  <a:cubicBezTo>
                    <a:pt x="1458" y="17253"/>
                    <a:pt x="1458" y="17253"/>
                    <a:pt x="1458" y="17253"/>
                  </a:cubicBezTo>
                  <a:cubicBezTo>
                    <a:pt x="1402" y="17186"/>
                    <a:pt x="1402" y="17186"/>
                    <a:pt x="1402" y="17186"/>
                  </a:cubicBezTo>
                  <a:cubicBezTo>
                    <a:pt x="1402" y="17119"/>
                    <a:pt x="1402" y="17119"/>
                    <a:pt x="1402" y="17119"/>
                  </a:cubicBezTo>
                  <a:cubicBezTo>
                    <a:pt x="1402" y="17119"/>
                    <a:pt x="1402" y="17119"/>
                    <a:pt x="1402" y="17119"/>
                  </a:cubicBezTo>
                  <a:cubicBezTo>
                    <a:pt x="1458" y="17119"/>
                    <a:pt x="1458" y="17119"/>
                    <a:pt x="1458" y="17119"/>
                  </a:cubicBezTo>
                  <a:cubicBezTo>
                    <a:pt x="1514" y="17186"/>
                    <a:pt x="1514" y="17186"/>
                    <a:pt x="1514" y="17186"/>
                  </a:cubicBezTo>
                  <a:cubicBezTo>
                    <a:pt x="1570" y="17119"/>
                    <a:pt x="1570" y="17119"/>
                    <a:pt x="1570" y="17119"/>
                  </a:cubicBezTo>
                  <a:cubicBezTo>
                    <a:pt x="1570" y="17119"/>
                    <a:pt x="1570" y="17119"/>
                    <a:pt x="1570" y="17119"/>
                  </a:cubicBezTo>
                  <a:cubicBezTo>
                    <a:pt x="1570" y="17119"/>
                    <a:pt x="1570" y="17119"/>
                    <a:pt x="1570" y="17119"/>
                  </a:cubicBezTo>
                  <a:cubicBezTo>
                    <a:pt x="1458" y="17119"/>
                    <a:pt x="1458" y="17119"/>
                    <a:pt x="1458" y="17119"/>
                  </a:cubicBezTo>
                  <a:cubicBezTo>
                    <a:pt x="1458" y="17119"/>
                    <a:pt x="1458" y="17119"/>
                    <a:pt x="1458" y="17119"/>
                  </a:cubicBezTo>
                  <a:cubicBezTo>
                    <a:pt x="1458" y="17119"/>
                    <a:pt x="1458" y="17119"/>
                    <a:pt x="1458" y="17119"/>
                  </a:cubicBezTo>
                  <a:cubicBezTo>
                    <a:pt x="1514" y="17119"/>
                    <a:pt x="1514" y="17119"/>
                    <a:pt x="1514" y="17119"/>
                  </a:cubicBezTo>
                  <a:cubicBezTo>
                    <a:pt x="1570" y="17119"/>
                    <a:pt x="1570" y="17119"/>
                    <a:pt x="1570" y="17119"/>
                  </a:cubicBezTo>
                  <a:cubicBezTo>
                    <a:pt x="1570" y="17052"/>
                    <a:pt x="1570" y="17052"/>
                    <a:pt x="1570" y="17052"/>
                  </a:cubicBezTo>
                  <a:cubicBezTo>
                    <a:pt x="1514" y="17052"/>
                    <a:pt x="1514" y="17052"/>
                    <a:pt x="1514" y="17052"/>
                  </a:cubicBezTo>
                  <a:cubicBezTo>
                    <a:pt x="1458" y="17052"/>
                    <a:pt x="1458" y="17052"/>
                    <a:pt x="1458" y="17052"/>
                  </a:cubicBezTo>
                  <a:cubicBezTo>
                    <a:pt x="1402" y="17052"/>
                    <a:pt x="1402" y="17052"/>
                    <a:pt x="1402" y="17052"/>
                  </a:cubicBezTo>
                  <a:cubicBezTo>
                    <a:pt x="1402" y="17052"/>
                    <a:pt x="1402" y="17052"/>
                    <a:pt x="1402" y="17052"/>
                  </a:cubicBezTo>
                  <a:cubicBezTo>
                    <a:pt x="1346" y="17052"/>
                    <a:pt x="1346" y="17052"/>
                    <a:pt x="1346" y="17052"/>
                  </a:cubicBezTo>
                  <a:cubicBezTo>
                    <a:pt x="1346" y="16985"/>
                    <a:pt x="1346" y="16985"/>
                    <a:pt x="1346" y="16985"/>
                  </a:cubicBezTo>
                  <a:cubicBezTo>
                    <a:pt x="1402" y="16985"/>
                    <a:pt x="1402" y="16985"/>
                    <a:pt x="1402" y="16985"/>
                  </a:cubicBezTo>
                  <a:cubicBezTo>
                    <a:pt x="1458" y="16985"/>
                    <a:pt x="1458" y="16985"/>
                    <a:pt x="1458" y="16985"/>
                  </a:cubicBezTo>
                  <a:cubicBezTo>
                    <a:pt x="1514" y="16985"/>
                    <a:pt x="1514" y="16985"/>
                    <a:pt x="1514" y="16985"/>
                  </a:cubicBezTo>
                  <a:cubicBezTo>
                    <a:pt x="1514" y="16985"/>
                    <a:pt x="1514" y="16985"/>
                    <a:pt x="1514" y="16985"/>
                  </a:cubicBezTo>
                  <a:cubicBezTo>
                    <a:pt x="1458" y="16985"/>
                    <a:pt x="1458" y="16985"/>
                    <a:pt x="1458" y="16985"/>
                  </a:cubicBezTo>
                  <a:cubicBezTo>
                    <a:pt x="1458" y="16985"/>
                    <a:pt x="1458" y="16985"/>
                    <a:pt x="1458" y="16985"/>
                  </a:cubicBezTo>
                  <a:cubicBezTo>
                    <a:pt x="1402" y="16985"/>
                    <a:pt x="1402" y="16985"/>
                    <a:pt x="1402" y="16985"/>
                  </a:cubicBezTo>
                  <a:cubicBezTo>
                    <a:pt x="1402" y="16918"/>
                    <a:pt x="1402" y="16918"/>
                    <a:pt x="1402" y="16918"/>
                  </a:cubicBezTo>
                  <a:cubicBezTo>
                    <a:pt x="1458" y="16918"/>
                    <a:pt x="1458" y="16918"/>
                    <a:pt x="1458" y="16918"/>
                  </a:cubicBezTo>
                  <a:cubicBezTo>
                    <a:pt x="1458" y="16918"/>
                    <a:pt x="1458" y="16918"/>
                    <a:pt x="1458" y="16918"/>
                  </a:cubicBezTo>
                  <a:cubicBezTo>
                    <a:pt x="1514" y="16918"/>
                    <a:pt x="1514" y="16918"/>
                    <a:pt x="1514" y="16918"/>
                  </a:cubicBezTo>
                  <a:cubicBezTo>
                    <a:pt x="1514" y="16918"/>
                    <a:pt x="1514" y="16918"/>
                    <a:pt x="1514" y="16918"/>
                  </a:cubicBezTo>
                  <a:cubicBezTo>
                    <a:pt x="1514" y="16852"/>
                    <a:pt x="1514" y="16852"/>
                    <a:pt x="1514" y="16852"/>
                  </a:cubicBezTo>
                  <a:cubicBezTo>
                    <a:pt x="1514" y="16852"/>
                    <a:pt x="1514" y="16852"/>
                    <a:pt x="1514" y="16852"/>
                  </a:cubicBezTo>
                  <a:cubicBezTo>
                    <a:pt x="1570" y="16852"/>
                    <a:pt x="1570" y="16852"/>
                    <a:pt x="1570" y="16852"/>
                  </a:cubicBezTo>
                  <a:cubicBezTo>
                    <a:pt x="1627" y="16852"/>
                    <a:pt x="1627" y="16852"/>
                    <a:pt x="1627" y="16852"/>
                  </a:cubicBezTo>
                  <a:cubicBezTo>
                    <a:pt x="1683" y="16852"/>
                    <a:pt x="1683" y="16852"/>
                    <a:pt x="1683" y="16852"/>
                  </a:cubicBezTo>
                  <a:cubicBezTo>
                    <a:pt x="1570" y="16852"/>
                    <a:pt x="1570" y="16852"/>
                    <a:pt x="1570" y="16852"/>
                  </a:cubicBezTo>
                  <a:cubicBezTo>
                    <a:pt x="1570" y="16785"/>
                    <a:pt x="1570" y="16785"/>
                    <a:pt x="1570" y="16785"/>
                  </a:cubicBezTo>
                  <a:cubicBezTo>
                    <a:pt x="1514" y="16785"/>
                    <a:pt x="1514" y="16785"/>
                    <a:pt x="1514" y="16785"/>
                  </a:cubicBezTo>
                  <a:cubicBezTo>
                    <a:pt x="1514" y="16852"/>
                    <a:pt x="1514" y="16852"/>
                    <a:pt x="1514" y="16852"/>
                  </a:cubicBezTo>
                  <a:cubicBezTo>
                    <a:pt x="1458" y="16852"/>
                    <a:pt x="1458" y="16852"/>
                    <a:pt x="1458" y="16852"/>
                  </a:cubicBezTo>
                  <a:cubicBezTo>
                    <a:pt x="1402" y="16918"/>
                    <a:pt x="1402" y="16918"/>
                    <a:pt x="1402" y="16918"/>
                  </a:cubicBezTo>
                  <a:cubicBezTo>
                    <a:pt x="1402" y="16852"/>
                    <a:pt x="1402" y="16852"/>
                    <a:pt x="1402" y="16852"/>
                  </a:cubicBezTo>
                  <a:cubicBezTo>
                    <a:pt x="1402" y="16852"/>
                    <a:pt x="1402" y="16852"/>
                    <a:pt x="1402" y="16852"/>
                  </a:cubicBezTo>
                  <a:cubicBezTo>
                    <a:pt x="1402" y="16785"/>
                    <a:pt x="1402" y="16785"/>
                    <a:pt x="1402" y="16785"/>
                  </a:cubicBezTo>
                  <a:cubicBezTo>
                    <a:pt x="1402" y="16718"/>
                    <a:pt x="1402" y="16718"/>
                    <a:pt x="1402" y="16718"/>
                  </a:cubicBezTo>
                  <a:cubicBezTo>
                    <a:pt x="1514" y="16718"/>
                    <a:pt x="1514" y="16718"/>
                    <a:pt x="1514" y="16718"/>
                  </a:cubicBezTo>
                  <a:cubicBezTo>
                    <a:pt x="1514" y="16651"/>
                    <a:pt x="1514" y="16651"/>
                    <a:pt x="1514" y="16651"/>
                  </a:cubicBezTo>
                  <a:cubicBezTo>
                    <a:pt x="1627" y="16584"/>
                    <a:pt x="1627" y="16584"/>
                    <a:pt x="1627" y="16584"/>
                  </a:cubicBezTo>
                  <a:cubicBezTo>
                    <a:pt x="1683" y="16584"/>
                    <a:pt x="1683" y="16584"/>
                    <a:pt x="1683" y="16584"/>
                  </a:cubicBezTo>
                  <a:cubicBezTo>
                    <a:pt x="1683" y="16584"/>
                    <a:pt x="1683" y="16584"/>
                    <a:pt x="1683" y="16584"/>
                  </a:cubicBezTo>
                  <a:cubicBezTo>
                    <a:pt x="1683" y="16651"/>
                    <a:pt x="1683" y="16651"/>
                    <a:pt x="1683" y="16651"/>
                  </a:cubicBezTo>
                  <a:cubicBezTo>
                    <a:pt x="1739" y="16718"/>
                    <a:pt x="1739" y="16718"/>
                    <a:pt x="1739" y="16718"/>
                  </a:cubicBezTo>
                  <a:cubicBezTo>
                    <a:pt x="1739" y="16718"/>
                    <a:pt x="1739" y="16718"/>
                    <a:pt x="1739" y="16718"/>
                  </a:cubicBezTo>
                  <a:cubicBezTo>
                    <a:pt x="1739" y="16651"/>
                    <a:pt x="1739" y="16651"/>
                    <a:pt x="1739" y="16651"/>
                  </a:cubicBezTo>
                  <a:cubicBezTo>
                    <a:pt x="1739" y="16584"/>
                    <a:pt x="1739" y="16584"/>
                    <a:pt x="1739" y="16584"/>
                  </a:cubicBezTo>
                  <a:cubicBezTo>
                    <a:pt x="1739" y="16517"/>
                    <a:pt x="1739" y="16517"/>
                    <a:pt x="1739" y="16517"/>
                  </a:cubicBezTo>
                  <a:cubicBezTo>
                    <a:pt x="1795" y="16517"/>
                    <a:pt x="1795" y="16517"/>
                    <a:pt x="1795" y="16517"/>
                  </a:cubicBezTo>
                  <a:cubicBezTo>
                    <a:pt x="1795" y="16517"/>
                    <a:pt x="1795" y="16517"/>
                    <a:pt x="1795" y="16517"/>
                  </a:cubicBezTo>
                  <a:cubicBezTo>
                    <a:pt x="1739" y="16517"/>
                    <a:pt x="1739" y="16517"/>
                    <a:pt x="1739" y="16517"/>
                  </a:cubicBezTo>
                  <a:cubicBezTo>
                    <a:pt x="1683" y="16517"/>
                    <a:pt x="1683" y="16517"/>
                    <a:pt x="1683" y="16517"/>
                  </a:cubicBezTo>
                  <a:cubicBezTo>
                    <a:pt x="1683" y="16517"/>
                    <a:pt x="1683" y="16517"/>
                    <a:pt x="1683" y="16517"/>
                  </a:cubicBezTo>
                  <a:cubicBezTo>
                    <a:pt x="1683" y="16450"/>
                    <a:pt x="1683" y="16450"/>
                    <a:pt x="1683" y="16450"/>
                  </a:cubicBezTo>
                  <a:cubicBezTo>
                    <a:pt x="1739" y="16450"/>
                    <a:pt x="1739" y="16450"/>
                    <a:pt x="1739" y="16450"/>
                  </a:cubicBezTo>
                  <a:cubicBezTo>
                    <a:pt x="1795" y="16383"/>
                    <a:pt x="1795" y="16383"/>
                    <a:pt x="1795" y="16383"/>
                  </a:cubicBezTo>
                  <a:cubicBezTo>
                    <a:pt x="1795" y="16317"/>
                    <a:pt x="1795" y="16317"/>
                    <a:pt x="1795" y="16317"/>
                  </a:cubicBezTo>
                  <a:cubicBezTo>
                    <a:pt x="1795" y="16317"/>
                    <a:pt x="1795" y="16317"/>
                    <a:pt x="1795" y="16317"/>
                  </a:cubicBezTo>
                  <a:cubicBezTo>
                    <a:pt x="1795" y="16317"/>
                    <a:pt x="1795" y="16317"/>
                    <a:pt x="1795" y="16317"/>
                  </a:cubicBezTo>
                  <a:cubicBezTo>
                    <a:pt x="1795" y="16383"/>
                    <a:pt x="1795" y="16383"/>
                    <a:pt x="1795" y="16383"/>
                  </a:cubicBezTo>
                  <a:cubicBezTo>
                    <a:pt x="1739" y="16383"/>
                    <a:pt x="1739" y="16383"/>
                    <a:pt x="1739" y="16383"/>
                  </a:cubicBezTo>
                  <a:cubicBezTo>
                    <a:pt x="1683" y="16383"/>
                    <a:pt x="1683" y="16383"/>
                    <a:pt x="1683" y="16383"/>
                  </a:cubicBezTo>
                  <a:cubicBezTo>
                    <a:pt x="1627" y="16450"/>
                    <a:pt x="1627" y="16450"/>
                    <a:pt x="1627" y="16450"/>
                  </a:cubicBezTo>
                  <a:cubicBezTo>
                    <a:pt x="1570" y="16517"/>
                    <a:pt x="1570" y="16517"/>
                    <a:pt x="1570" y="16517"/>
                  </a:cubicBezTo>
                  <a:cubicBezTo>
                    <a:pt x="1514" y="16584"/>
                    <a:pt x="1514" y="16584"/>
                    <a:pt x="1514" y="16584"/>
                  </a:cubicBezTo>
                  <a:cubicBezTo>
                    <a:pt x="1458" y="16517"/>
                    <a:pt x="1458" y="16517"/>
                    <a:pt x="1458" y="16517"/>
                  </a:cubicBezTo>
                  <a:cubicBezTo>
                    <a:pt x="1458" y="16517"/>
                    <a:pt x="1458" y="16517"/>
                    <a:pt x="1458" y="16517"/>
                  </a:cubicBezTo>
                  <a:cubicBezTo>
                    <a:pt x="1514" y="16450"/>
                    <a:pt x="1514" y="16450"/>
                    <a:pt x="1514" y="16450"/>
                  </a:cubicBezTo>
                  <a:cubicBezTo>
                    <a:pt x="1458" y="16450"/>
                    <a:pt x="1458" y="16450"/>
                    <a:pt x="1458" y="16450"/>
                  </a:cubicBezTo>
                  <a:cubicBezTo>
                    <a:pt x="1402" y="16517"/>
                    <a:pt x="1402" y="16517"/>
                    <a:pt x="1402" y="16517"/>
                  </a:cubicBezTo>
                  <a:cubicBezTo>
                    <a:pt x="1346" y="16450"/>
                    <a:pt x="1346" y="16450"/>
                    <a:pt x="1346" y="16450"/>
                  </a:cubicBezTo>
                  <a:cubicBezTo>
                    <a:pt x="1402" y="16450"/>
                    <a:pt x="1402" y="16450"/>
                    <a:pt x="1402" y="16450"/>
                  </a:cubicBezTo>
                  <a:cubicBezTo>
                    <a:pt x="1458" y="16383"/>
                    <a:pt x="1458" y="16383"/>
                    <a:pt x="1458" y="16383"/>
                  </a:cubicBezTo>
                  <a:cubicBezTo>
                    <a:pt x="1514" y="16383"/>
                    <a:pt x="1514" y="16383"/>
                    <a:pt x="1514" y="16383"/>
                  </a:cubicBezTo>
                  <a:cubicBezTo>
                    <a:pt x="1514" y="16383"/>
                    <a:pt x="1514" y="16383"/>
                    <a:pt x="1514" y="16383"/>
                  </a:cubicBezTo>
                  <a:cubicBezTo>
                    <a:pt x="1570" y="16383"/>
                    <a:pt x="1570" y="16383"/>
                    <a:pt x="1570" y="16383"/>
                  </a:cubicBezTo>
                  <a:cubicBezTo>
                    <a:pt x="1570" y="16317"/>
                    <a:pt x="1570" y="16317"/>
                    <a:pt x="1570" y="16317"/>
                  </a:cubicBezTo>
                  <a:cubicBezTo>
                    <a:pt x="1514" y="16317"/>
                    <a:pt x="1514" y="16317"/>
                    <a:pt x="1514" y="16317"/>
                  </a:cubicBezTo>
                  <a:cubicBezTo>
                    <a:pt x="1514" y="16317"/>
                    <a:pt x="1514" y="16317"/>
                    <a:pt x="1514" y="16317"/>
                  </a:cubicBezTo>
                  <a:cubicBezTo>
                    <a:pt x="1570" y="16250"/>
                    <a:pt x="1570" y="16250"/>
                    <a:pt x="1570" y="16250"/>
                  </a:cubicBezTo>
                  <a:cubicBezTo>
                    <a:pt x="1514" y="16250"/>
                    <a:pt x="1514" y="16250"/>
                    <a:pt x="1514" y="16250"/>
                  </a:cubicBezTo>
                  <a:cubicBezTo>
                    <a:pt x="1514" y="16250"/>
                    <a:pt x="1514" y="16250"/>
                    <a:pt x="1514" y="16250"/>
                  </a:cubicBezTo>
                  <a:cubicBezTo>
                    <a:pt x="1458" y="16250"/>
                    <a:pt x="1458" y="16250"/>
                    <a:pt x="1458" y="16250"/>
                  </a:cubicBezTo>
                  <a:cubicBezTo>
                    <a:pt x="1458" y="16250"/>
                    <a:pt x="1458" y="16250"/>
                    <a:pt x="1458" y="16250"/>
                  </a:cubicBezTo>
                  <a:cubicBezTo>
                    <a:pt x="1458" y="16116"/>
                    <a:pt x="1458" y="16116"/>
                    <a:pt x="1458" y="16116"/>
                  </a:cubicBezTo>
                  <a:cubicBezTo>
                    <a:pt x="1402" y="16049"/>
                    <a:pt x="1402" y="16049"/>
                    <a:pt x="1402" y="16049"/>
                  </a:cubicBezTo>
                  <a:cubicBezTo>
                    <a:pt x="1402" y="16049"/>
                    <a:pt x="1402" y="16049"/>
                    <a:pt x="1402" y="16049"/>
                  </a:cubicBezTo>
                  <a:cubicBezTo>
                    <a:pt x="1458" y="15982"/>
                    <a:pt x="1458" y="15982"/>
                    <a:pt x="1458" y="15982"/>
                  </a:cubicBezTo>
                  <a:cubicBezTo>
                    <a:pt x="1514" y="15982"/>
                    <a:pt x="1514" y="15982"/>
                    <a:pt x="1514" y="15982"/>
                  </a:cubicBezTo>
                  <a:cubicBezTo>
                    <a:pt x="1514" y="16049"/>
                    <a:pt x="1514" y="16049"/>
                    <a:pt x="1514" y="16049"/>
                  </a:cubicBezTo>
                  <a:cubicBezTo>
                    <a:pt x="1627" y="16049"/>
                    <a:pt x="1627" y="16049"/>
                    <a:pt x="1627" y="16049"/>
                  </a:cubicBezTo>
                  <a:cubicBezTo>
                    <a:pt x="1683" y="16049"/>
                    <a:pt x="1683" y="16049"/>
                    <a:pt x="1683" y="16049"/>
                  </a:cubicBezTo>
                  <a:cubicBezTo>
                    <a:pt x="1627" y="16049"/>
                    <a:pt x="1627" y="16049"/>
                    <a:pt x="1627" y="16049"/>
                  </a:cubicBezTo>
                  <a:cubicBezTo>
                    <a:pt x="1627" y="15982"/>
                    <a:pt x="1627" y="15982"/>
                    <a:pt x="1627" y="15982"/>
                  </a:cubicBezTo>
                  <a:cubicBezTo>
                    <a:pt x="1570" y="15982"/>
                    <a:pt x="1570" y="15982"/>
                    <a:pt x="1570" y="15982"/>
                  </a:cubicBezTo>
                  <a:cubicBezTo>
                    <a:pt x="1514" y="15982"/>
                    <a:pt x="1514" y="15982"/>
                    <a:pt x="1514" y="15982"/>
                  </a:cubicBezTo>
                  <a:cubicBezTo>
                    <a:pt x="1458" y="15915"/>
                    <a:pt x="1458" y="15915"/>
                    <a:pt x="1458" y="15915"/>
                  </a:cubicBezTo>
                  <a:cubicBezTo>
                    <a:pt x="1458" y="15915"/>
                    <a:pt x="1458" y="15915"/>
                    <a:pt x="1458" y="15915"/>
                  </a:cubicBezTo>
                  <a:cubicBezTo>
                    <a:pt x="1514" y="15848"/>
                    <a:pt x="1514" y="15848"/>
                    <a:pt x="1514" y="15848"/>
                  </a:cubicBezTo>
                  <a:cubicBezTo>
                    <a:pt x="1514" y="15848"/>
                    <a:pt x="1514" y="15848"/>
                    <a:pt x="1514" y="15848"/>
                  </a:cubicBezTo>
                  <a:cubicBezTo>
                    <a:pt x="1570" y="15782"/>
                    <a:pt x="1570" y="15782"/>
                    <a:pt x="1570" y="15782"/>
                  </a:cubicBezTo>
                  <a:cubicBezTo>
                    <a:pt x="1570" y="15715"/>
                    <a:pt x="1570" y="15715"/>
                    <a:pt x="1570" y="15715"/>
                  </a:cubicBezTo>
                  <a:cubicBezTo>
                    <a:pt x="1514" y="15782"/>
                    <a:pt x="1514" y="15782"/>
                    <a:pt x="1514" y="15782"/>
                  </a:cubicBezTo>
                  <a:cubicBezTo>
                    <a:pt x="1514" y="15782"/>
                    <a:pt x="1514" y="15782"/>
                    <a:pt x="1514" y="15782"/>
                  </a:cubicBezTo>
                  <a:cubicBezTo>
                    <a:pt x="1458" y="15848"/>
                    <a:pt x="1458" y="15848"/>
                    <a:pt x="1458" y="15848"/>
                  </a:cubicBezTo>
                  <a:cubicBezTo>
                    <a:pt x="1346" y="15848"/>
                    <a:pt x="1346" y="15848"/>
                    <a:pt x="1346" y="15848"/>
                  </a:cubicBezTo>
                  <a:cubicBezTo>
                    <a:pt x="1346" y="15915"/>
                    <a:pt x="1346" y="15915"/>
                    <a:pt x="1346" y="15915"/>
                  </a:cubicBezTo>
                  <a:cubicBezTo>
                    <a:pt x="1346" y="15915"/>
                    <a:pt x="1346" y="15915"/>
                    <a:pt x="1346" y="15915"/>
                  </a:cubicBezTo>
                  <a:cubicBezTo>
                    <a:pt x="1290" y="15915"/>
                    <a:pt x="1290" y="15915"/>
                    <a:pt x="1290" y="15915"/>
                  </a:cubicBezTo>
                  <a:cubicBezTo>
                    <a:pt x="1234" y="15848"/>
                    <a:pt x="1234" y="15848"/>
                    <a:pt x="1234" y="15848"/>
                  </a:cubicBezTo>
                  <a:cubicBezTo>
                    <a:pt x="1234" y="15782"/>
                    <a:pt x="1234" y="15782"/>
                    <a:pt x="1234" y="15782"/>
                  </a:cubicBezTo>
                  <a:cubicBezTo>
                    <a:pt x="1234" y="15648"/>
                    <a:pt x="1234" y="15648"/>
                    <a:pt x="1234" y="15648"/>
                  </a:cubicBezTo>
                  <a:cubicBezTo>
                    <a:pt x="1290" y="15581"/>
                    <a:pt x="1290" y="15581"/>
                    <a:pt x="1290" y="15581"/>
                  </a:cubicBezTo>
                  <a:cubicBezTo>
                    <a:pt x="1234" y="15514"/>
                    <a:pt x="1234" y="15514"/>
                    <a:pt x="1234" y="15514"/>
                  </a:cubicBezTo>
                  <a:cubicBezTo>
                    <a:pt x="1234" y="15514"/>
                    <a:pt x="1234" y="15514"/>
                    <a:pt x="1234" y="15514"/>
                  </a:cubicBezTo>
                  <a:cubicBezTo>
                    <a:pt x="1234" y="15447"/>
                    <a:pt x="1234" y="15447"/>
                    <a:pt x="1234" y="15447"/>
                  </a:cubicBezTo>
                  <a:cubicBezTo>
                    <a:pt x="1234" y="15447"/>
                    <a:pt x="1234" y="15447"/>
                    <a:pt x="1234" y="15447"/>
                  </a:cubicBezTo>
                  <a:cubicBezTo>
                    <a:pt x="1290" y="15447"/>
                    <a:pt x="1290" y="15447"/>
                    <a:pt x="1290" y="15447"/>
                  </a:cubicBezTo>
                  <a:cubicBezTo>
                    <a:pt x="1290" y="15447"/>
                    <a:pt x="1290" y="15447"/>
                    <a:pt x="1290" y="15447"/>
                  </a:cubicBezTo>
                  <a:cubicBezTo>
                    <a:pt x="1290" y="15380"/>
                    <a:pt x="1290" y="15380"/>
                    <a:pt x="1290" y="15380"/>
                  </a:cubicBezTo>
                  <a:cubicBezTo>
                    <a:pt x="1346" y="15380"/>
                    <a:pt x="1346" y="15380"/>
                    <a:pt x="1346" y="15380"/>
                  </a:cubicBezTo>
                  <a:cubicBezTo>
                    <a:pt x="1346" y="15313"/>
                    <a:pt x="1346" y="15313"/>
                    <a:pt x="1346" y="15313"/>
                  </a:cubicBezTo>
                  <a:cubicBezTo>
                    <a:pt x="1402" y="15247"/>
                    <a:pt x="1402" y="15247"/>
                    <a:pt x="1402" y="15247"/>
                  </a:cubicBezTo>
                  <a:cubicBezTo>
                    <a:pt x="1458" y="15313"/>
                    <a:pt x="1458" y="15313"/>
                    <a:pt x="1458" y="15313"/>
                  </a:cubicBezTo>
                  <a:cubicBezTo>
                    <a:pt x="1458" y="15247"/>
                    <a:pt x="1458" y="15247"/>
                    <a:pt x="1458" y="15247"/>
                  </a:cubicBezTo>
                  <a:cubicBezTo>
                    <a:pt x="1458" y="15247"/>
                    <a:pt x="1458" y="15247"/>
                    <a:pt x="1458" y="15247"/>
                  </a:cubicBezTo>
                  <a:cubicBezTo>
                    <a:pt x="1458" y="15247"/>
                    <a:pt x="1458" y="15247"/>
                    <a:pt x="1458" y="15247"/>
                  </a:cubicBezTo>
                  <a:cubicBezTo>
                    <a:pt x="1514" y="15180"/>
                    <a:pt x="1514" y="15180"/>
                    <a:pt x="1514" y="15180"/>
                  </a:cubicBezTo>
                  <a:cubicBezTo>
                    <a:pt x="1514" y="15113"/>
                    <a:pt x="1514" y="15113"/>
                    <a:pt x="1514" y="15113"/>
                  </a:cubicBezTo>
                  <a:cubicBezTo>
                    <a:pt x="1627" y="15046"/>
                    <a:pt x="1627" y="15046"/>
                    <a:pt x="1627" y="15046"/>
                  </a:cubicBezTo>
                  <a:cubicBezTo>
                    <a:pt x="1627" y="15046"/>
                    <a:pt x="1627" y="15046"/>
                    <a:pt x="1627" y="15046"/>
                  </a:cubicBezTo>
                  <a:cubicBezTo>
                    <a:pt x="1570" y="15046"/>
                    <a:pt x="1570" y="15046"/>
                    <a:pt x="1570" y="15046"/>
                  </a:cubicBezTo>
                  <a:cubicBezTo>
                    <a:pt x="1570" y="14979"/>
                    <a:pt x="1570" y="14979"/>
                    <a:pt x="1570" y="14979"/>
                  </a:cubicBezTo>
                  <a:cubicBezTo>
                    <a:pt x="1514" y="15046"/>
                    <a:pt x="1514" y="15046"/>
                    <a:pt x="1514" y="15046"/>
                  </a:cubicBezTo>
                  <a:cubicBezTo>
                    <a:pt x="1514" y="15113"/>
                    <a:pt x="1514" y="15113"/>
                    <a:pt x="1514" y="15113"/>
                  </a:cubicBezTo>
                  <a:cubicBezTo>
                    <a:pt x="1402" y="15247"/>
                    <a:pt x="1402" y="15247"/>
                    <a:pt x="1402" y="15247"/>
                  </a:cubicBezTo>
                  <a:cubicBezTo>
                    <a:pt x="1402" y="15247"/>
                    <a:pt x="1402" y="15247"/>
                    <a:pt x="1402" y="15247"/>
                  </a:cubicBezTo>
                  <a:cubicBezTo>
                    <a:pt x="1402" y="15180"/>
                    <a:pt x="1402" y="15180"/>
                    <a:pt x="1402" y="15180"/>
                  </a:cubicBezTo>
                  <a:cubicBezTo>
                    <a:pt x="1458" y="15113"/>
                    <a:pt x="1458" y="15113"/>
                    <a:pt x="1458" y="15113"/>
                  </a:cubicBezTo>
                  <a:cubicBezTo>
                    <a:pt x="1458" y="15046"/>
                    <a:pt x="1458" y="15046"/>
                    <a:pt x="1458" y="15046"/>
                  </a:cubicBezTo>
                  <a:cubicBezTo>
                    <a:pt x="1514" y="14912"/>
                    <a:pt x="1514" y="14912"/>
                    <a:pt x="1514" y="14912"/>
                  </a:cubicBezTo>
                  <a:cubicBezTo>
                    <a:pt x="1570" y="14845"/>
                    <a:pt x="1570" y="14845"/>
                    <a:pt x="1570" y="14845"/>
                  </a:cubicBezTo>
                  <a:cubicBezTo>
                    <a:pt x="1570" y="14845"/>
                    <a:pt x="1570" y="14845"/>
                    <a:pt x="1570" y="14845"/>
                  </a:cubicBezTo>
                  <a:cubicBezTo>
                    <a:pt x="1570" y="14778"/>
                    <a:pt x="1570" y="14778"/>
                    <a:pt x="1570" y="14778"/>
                  </a:cubicBezTo>
                  <a:cubicBezTo>
                    <a:pt x="1570" y="14778"/>
                    <a:pt x="1570" y="14778"/>
                    <a:pt x="1570" y="14778"/>
                  </a:cubicBezTo>
                  <a:cubicBezTo>
                    <a:pt x="1570" y="14778"/>
                    <a:pt x="1570" y="14778"/>
                    <a:pt x="1570" y="14778"/>
                  </a:cubicBezTo>
                  <a:cubicBezTo>
                    <a:pt x="1570" y="14712"/>
                    <a:pt x="1570" y="14712"/>
                    <a:pt x="1570" y="14712"/>
                  </a:cubicBezTo>
                  <a:cubicBezTo>
                    <a:pt x="1570" y="14712"/>
                    <a:pt x="1570" y="14712"/>
                    <a:pt x="1570" y="14712"/>
                  </a:cubicBezTo>
                  <a:cubicBezTo>
                    <a:pt x="1570" y="14712"/>
                    <a:pt x="1570" y="14712"/>
                    <a:pt x="1570" y="14712"/>
                  </a:cubicBezTo>
                  <a:cubicBezTo>
                    <a:pt x="1514" y="14645"/>
                    <a:pt x="1514" y="14645"/>
                    <a:pt x="1514" y="14645"/>
                  </a:cubicBezTo>
                  <a:cubicBezTo>
                    <a:pt x="1514" y="14645"/>
                    <a:pt x="1514" y="14645"/>
                    <a:pt x="1514" y="14645"/>
                  </a:cubicBezTo>
                  <a:cubicBezTo>
                    <a:pt x="1514" y="14578"/>
                    <a:pt x="1514" y="14578"/>
                    <a:pt x="1514" y="14578"/>
                  </a:cubicBezTo>
                  <a:cubicBezTo>
                    <a:pt x="1458" y="14511"/>
                    <a:pt x="1458" y="14511"/>
                    <a:pt x="1458" y="14511"/>
                  </a:cubicBezTo>
                  <a:cubicBezTo>
                    <a:pt x="1402" y="14511"/>
                    <a:pt x="1402" y="14511"/>
                    <a:pt x="1402" y="14511"/>
                  </a:cubicBezTo>
                  <a:cubicBezTo>
                    <a:pt x="1402" y="14444"/>
                    <a:pt x="1402" y="14444"/>
                    <a:pt x="1402" y="14444"/>
                  </a:cubicBezTo>
                  <a:cubicBezTo>
                    <a:pt x="1346" y="14377"/>
                    <a:pt x="1346" y="14377"/>
                    <a:pt x="1346" y="14377"/>
                  </a:cubicBezTo>
                  <a:cubicBezTo>
                    <a:pt x="1346" y="14377"/>
                    <a:pt x="1346" y="14377"/>
                    <a:pt x="1346" y="14377"/>
                  </a:cubicBezTo>
                  <a:cubicBezTo>
                    <a:pt x="1290" y="14377"/>
                    <a:pt x="1290" y="14377"/>
                    <a:pt x="1290" y="14377"/>
                  </a:cubicBezTo>
                  <a:cubicBezTo>
                    <a:pt x="1290" y="14377"/>
                    <a:pt x="1290" y="14377"/>
                    <a:pt x="1290" y="14377"/>
                  </a:cubicBezTo>
                  <a:cubicBezTo>
                    <a:pt x="1290" y="14310"/>
                    <a:pt x="1290" y="14310"/>
                    <a:pt x="1290" y="14310"/>
                  </a:cubicBezTo>
                  <a:cubicBezTo>
                    <a:pt x="1290" y="14310"/>
                    <a:pt x="1290" y="14310"/>
                    <a:pt x="1290" y="14310"/>
                  </a:cubicBezTo>
                  <a:cubicBezTo>
                    <a:pt x="1290" y="14243"/>
                    <a:pt x="1290" y="14243"/>
                    <a:pt x="1290" y="14243"/>
                  </a:cubicBezTo>
                  <a:cubicBezTo>
                    <a:pt x="1290" y="14243"/>
                    <a:pt x="1290" y="14243"/>
                    <a:pt x="1290" y="14243"/>
                  </a:cubicBezTo>
                  <a:cubicBezTo>
                    <a:pt x="1290" y="14243"/>
                    <a:pt x="1290" y="14243"/>
                    <a:pt x="1290" y="14243"/>
                  </a:cubicBezTo>
                  <a:cubicBezTo>
                    <a:pt x="1290" y="14177"/>
                    <a:pt x="1290" y="14177"/>
                    <a:pt x="1290" y="14177"/>
                  </a:cubicBezTo>
                  <a:cubicBezTo>
                    <a:pt x="1290" y="14177"/>
                    <a:pt x="1290" y="14177"/>
                    <a:pt x="1290" y="14177"/>
                  </a:cubicBezTo>
                  <a:cubicBezTo>
                    <a:pt x="1290" y="14177"/>
                    <a:pt x="1290" y="14177"/>
                    <a:pt x="1290" y="14177"/>
                  </a:cubicBezTo>
                  <a:cubicBezTo>
                    <a:pt x="1234" y="14177"/>
                    <a:pt x="1234" y="14177"/>
                    <a:pt x="1234" y="14177"/>
                  </a:cubicBezTo>
                  <a:cubicBezTo>
                    <a:pt x="1234" y="14110"/>
                    <a:pt x="1234" y="14110"/>
                    <a:pt x="1234" y="14110"/>
                  </a:cubicBezTo>
                  <a:cubicBezTo>
                    <a:pt x="1290" y="14110"/>
                    <a:pt x="1290" y="14110"/>
                    <a:pt x="1290" y="14110"/>
                  </a:cubicBezTo>
                  <a:cubicBezTo>
                    <a:pt x="1290" y="13909"/>
                    <a:pt x="1290" y="13909"/>
                    <a:pt x="1290" y="13909"/>
                  </a:cubicBezTo>
                  <a:cubicBezTo>
                    <a:pt x="1290" y="13708"/>
                    <a:pt x="1290" y="13708"/>
                    <a:pt x="1290" y="13708"/>
                  </a:cubicBezTo>
                  <a:cubicBezTo>
                    <a:pt x="1290" y="13575"/>
                    <a:pt x="1290" y="13575"/>
                    <a:pt x="1290" y="13575"/>
                  </a:cubicBezTo>
                  <a:cubicBezTo>
                    <a:pt x="1290" y="13508"/>
                    <a:pt x="1290" y="13508"/>
                    <a:pt x="1290" y="13508"/>
                  </a:cubicBezTo>
                  <a:cubicBezTo>
                    <a:pt x="1290" y="13441"/>
                    <a:pt x="1290" y="13441"/>
                    <a:pt x="1290" y="13441"/>
                  </a:cubicBezTo>
                  <a:cubicBezTo>
                    <a:pt x="1290" y="13441"/>
                    <a:pt x="1290" y="13441"/>
                    <a:pt x="1290" y="13441"/>
                  </a:cubicBezTo>
                  <a:cubicBezTo>
                    <a:pt x="1290" y="13374"/>
                    <a:pt x="1290" y="13374"/>
                    <a:pt x="1290" y="13374"/>
                  </a:cubicBezTo>
                  <a:cubicBezTo>
                    <a:pt x="1290" y="13307"/>
                    <a:pt x="1290" y="13307"/>
                    <a:pt x="1290" y="13307"/>
                  </a:cubicBezTo>
                  <a:cubicBezTo>
                    <a:pt x="1290" y="13240"/>
                    <a:pt x="1290" y="13240"/>
                    <a:pt x="1290" y="13240"/>
                  </a:cubicBezTo>
                  <a:cubicBezTo>
                    <a:pt x="1234" y="13173"/>
                    <a:pt x="1234" y="13173"/>
                    <a:pt x="1234" y="13173"/>
                  </a:cubicBezTo>
                  <a:cubicBezTo>
                    <a:pt x="1178" y="13040"/>
                    <a:pt x="1178" y="13040"/>
                    <a:pt x="1178" y="13040"/>
                  </a:cubicBezTo>
                  <a:cubicBezTo>
                    <a:pt x="1178" y="13040"/>
                    <a:pt x="1178" y="13040"/>
                    <a:pt x="1178" y="13040"/>
                  </a:cubicBezTo>
                  <a:cubicBezTo>
                    <a:pt x="1178" y="12839"/>
                    <a:pt x="1178" y="12839"/>
                    <a:pt x="1178" y="12839"/>
                  </a:cubicBezTo>
                  <a:cubicBezTo>
                    <a:pt x="1178" y="12839"/>
                    <a:pt x="1178" y="12839"/>
                    <a:pt x="1178" y="12839"/>
                  </a:cubicBezTo>
                  <a:cubicBezTo>
                    <a:pt x="1178" y="12772"/>
                    <a:pt x="1178" y="12772"/>
                    <a:pt x="1178" y="12772"/>
                  </a:cubicBezTo>
                  <a:cubicBezTo>
                    <a:pt x="1178" y="12705"/>
                    <a:pt x="1178" y="12705"/>
                    <a:pt x="1178" y="12705"/>
                  </a:cubicBezTo>
                  <a:cubicBezTo>
                    <a:pt x="1178" y="12639"/>
                    <a:pt x="1178" y="12639"/>
                    <a:pt x="1178" y="12639"/>
                  </a:cubicBezTo>
                  <a:cubicBezTo>
                    <a:pt x="1122" y="12639"/>
                    <a:pt x="1122" y="12639"/>
                    <a:pt x="1122" y="12639"/>
                  </a:cubicBezTo>
                  <a:cubicBezTo>
                    <a:pt x="1065" y="12639"/>
                    <a:pt x="1065" y="12639"/>
                    <a:pt x="1065" y="12639"/>
                  </a:cubicBezTo>
                  <a:cubicBezTo>
                    <a:pt x="953" y="12639"/>
                    <a:pt x="953" y="12639"/>
                    <a:pt x="953" y="12639"/>
                  </a:cubicBezTo>
                  <a:cubicBezTo>
                    <a:pt x="953" y="12639"/>
                    <a:pt x="953" y="12639"/>
                    <a:pt x="953" y="12639"/>
                  </a:cubicBezTo>
                  <a:cubicBezTo>
                    <a:pt x="841" y="12705"/>
                    <a:pt x="841" y="12705"/>
                    <a:pt x="841" y="12705"/>
                  </a:cubicBezTo>
                  <a:cubicBezTo>
                    <a:pt x="785" y="12772"/>
                    <a:pt x="785" y="12772"/>
                    <a:pt x="785" y="12772"/>
                  </a:cubicBezTo>
                  <a:cubicBezTo>
                    <a:pt x="729" y="12839"/>
                    <a:pt x="729" y="12839"/>
                    <a:pt x="729" y="12839"/>
                  </a:cubicBezTo>
                  <a:cubicBezTo>
                    <a:pt x="673" y="12906"/>
                    <a:pt x="673" y="12906"/>
                    <a:pt x="673" y="12906"/>
                  </a:cubicBezTo>
                  <a:cubicBezTo>
                    <a:pt x="617" y="12906"/>
                    <a:pt x="617" y="12906"/>
                    <a:pt x="617" y="12906"/>
                  </a:cubicBezTo>
                  <a:cubicBezTo>
                    <a:pt x="504" y="12906"/>
                    <a:pt x="504" y="12906"/>
                    <a:pt x="504" y="12906"/>
                  </a:cubicBezTo>
                  <a:cubicBezTo>
                    <a:pt x="504" y="12906"/>
                    <a:pt x="504" y="12906"/>
                    <a:pt x="504" y="12906"/>
                  </a:cubicBezTo>
                  <a:cubicBezTo>
                    <a:pt x="504" y="12906"/>
                    <a:pt x="504" y="12906"/>
                    <a:pt x="504" y="12906"/>
                  </a:cubicBezTo>
                  <a:cubicBezTo>
                    <a:pt x="504" y="12839"/>
                    <a:pt x="504" y="12839"/>
                    <a:pt x="504" y="12839"/>
                  </a:cubicBezTo>
                  <a:cubicBezTo>
                    <a:pt x="504" y="12772"/>
                    <a:pt x="504" y="12772"/>
                    <a:pt x="504" y="12772"/>
                  </a:cubicBezTo>
                  <a:cubicBezTo>
                    <a:pt x="448" y="12438"/>
                    <a:pt x="448" y="12438"/>
                    <a:pt x="448" y="12438"/>
                  </a:cubicBezTo>
                  <a:cubicBezTo>
                    <a:pt x="392" y="12304"/>
                    <a:pt x="392" y="12304"/>
                    <a:pt x="392" y="12304"/>
                  </a:cubicBezTo>
                  <a:cubicBezTo>
                    <a:pt x="392" y="12237"/>
                    <a:pt x="392" y="12237"/>
                    <a:pt x="392" y="12237"/>
                  </a:cubicBezTo>
                  <a:cubicBezTo>
                    <a:pt x="448" y="12104"/>
                    <a:pt x="448" y="12104"/>
                    <a:pt x="448" y="12104"/>
                  </a:cubicBezTo>
                  <a:cubicBezTo>
                    <a:pt x="280" y="12104"/>
                    <a:pt x="280" y="12104"/>
                    <a:pt x="280" y="12104"/>
                  </a:cubicBezTo>
                  <a:cubicBezTo>
                    <a:pt x="224" y="12170"/>
                    <a:pt x="224" y="12170"/>
                    <a:pt x="224" y="12170"/>
                  </a:cubicBezTo>
                  <a:cubicBezTo>
                    <a:pt x="168" y="12104"/>
                    <a:pt x="168" y="12104"/>
                    <a:pt x="168" y="12104"/>
                  </a:cubicBezTo>
                  <a:cubicBezTo>
                    <a:pt x="0" y="12104"/>
                    <a:pt x="0" y="12104"/>
                    <a:pt x="0" y="12104"/>
                  </a:cubicBezTo>
                  <a:cubicBezTo>
                    <a:pt x="2861" y="6486"/>
                    <a:pt x="2861" y="6486"/>
                    <a:pt x="2861" y="6486"/>
                  </a:cubicBezTo>
                  <a:cubicBezTo>
                    <a:pt x="2861" y="6486"/>
                    <a:pt x="2861" y="6486"/>
                    <a:pt x="2861" y="6486"/>
                  </a:cubicBezTo>
                  <a:cubicBezTo>
                    <a:pt x="2917" y="6486"/>
                    <a:pt x="2917" y="6486"/>
                    <a:pt x="2917" y="6486"/>
                  </a:cubicBezTo>
                  <a:cubicBezTo>
                    <a:pt x="3029" y="6620"/>
                    <a:pt x="3029" y="6620"/>
                    <a:pt x="3029" y="6620"/>
                  </a:cubicBezTo>
                  <a:cubicBezTo>
                    <a:pt x="3085" y="6620"/>
                    <a:pt x="3085" y="6620"/>
                    <a:pt x="3085" y="6620"/>
                  </a:cubicBezTo>
                  <a:cubicBezTo>
                    <a:pt x="3141" y="6620"/>
                    <a:pt x="3141" y="6620"/>
                    <a:pt x="3141" y="6620"/>
                  </a:cubicBezTo>
                  <a:cubicBezTo>
                    <a:pt x="3141" y="6687"/>
                    <a:pt x="3141" y="6687"/>
                    <a:pt x="3141" y="6687"/>
                  </a:cubicBezTo>
                  <a:cubicBezTo>
                    <a:pt x="3197" y="6687"/>
                    <a:pt x="3197" y="6687"/>
                    <a:pt x="3197" y="6687"/>
                  </a:cubicBezTo>
                  <a:cubicBezTo>
                    <a:pt x="3197" y="6754"/>
                    <a:pt x="3197" y="6754"/>
                    <a:pt x="3197" y="6754"/>
                  </a:cubicBezTo>
                  <a:cubicBezTo>
                    <a:pt x="3197" y="6754"/>
                    <a:pt x="3197" y="6754"/>
                    <a:pt x="3197" y="6754"/>
                  </a:cubicBezTo>
                  <a:cubicBezTo>
                    <a:pt x="3254" y="6821"/>
                    <a:pt x="3254" y="6821"/>
                    <a:pt x="3254" y="6821"/>
                  </a:cubicBezTo>
                  <a:cubicBezTo>
                    <a:pt x="3254" y="6887"/>
                    <a:pt x="3254" y="6887"/>
                    <a:pt x="3254" y="6887"/>
                  </a:cubicBezTo>
                  <a:cubicBezTo>
                    <a:pt x="3254" y="6887"/>
                    <a:pt x="3254" y="6887"/>
                    <a:pt x="3254" y="6887"/>
                  </a:cubicBezTo>
                  <a:cubicBezTo>
                    <a:pt x="3254" y="6954"/>
                    <a:pt x="3254" y="6954"/>
                    <a:pt x="3254" y="6954"/>
                  </a:cubicBezTo>
                  <a:cubicBezTo>
                    <a:pt x="3254" y="7021"/>
                    <a:pt x="3254" y="7021"/>
                    <a:pt x="3254" y="7021"/>
                  </a:cubicBezTo>
                  <a:cubicBezTo>
                    <a:pt x="3310" y="7021"/>
                    <a:pt x="3310" y="7021"/>
                    <a:pt x="3310" y="7021"/>
                  </a:cubicBezTo>
                  <a:cubicBezTo>
                    <a:pt x="3310" y="7021"/>
                    <a:pt x="3310" y="7021"/>
                    <a:pt x="3310" y="7021"/>
                  </a:cubicBezTo>
                  <a:cubicBezTo>
                    <a:pt x="3310" y="7021"/>
                    <a:pt x="3310" y="7021"/>
                    <a:pt x="3310" y="7021"/>
                  </a:cubicBezTo>
                  <a:cubicBezTo>
                    <a:pt x="3310" y="7088"/>
                    <a:pt x="3310" y="7088"/>
                    <a:pt x="3310" y="7088"/>
                  </a:cubicBezTo>
                  <a:cubicBezTo>
                    <a:pt x="3366" y="7155"/>
                    <a:pt x="3366" y="7155"/>
                    <a:pt x="3366" y="7155"/>
                  </a:cubicBezTo>
                  <a:cubicBezTo>
                    <a:pt x="3422" y="7222"/>
                    <a:pt x="3422" y="7222"/>
                    <a:pt x="3422" y="7222"/>
                  </a:cubicBezTo>
                  <a:cubicBezTo>
                    <a:pt x="3478" y="7289"/>
                    <a:pt x="3478" y="7289"/>
                    <a:pt x="3478" y="7289"/>
                  </a:cubicBezTo>
                  <a:cubicBezTo>
                    <a:pt x="3478" y="7289"/>
                    <a:pt x="3478" y="7289"/>
                    <a:pt x="3478" y="7289"/>
                  </a:cubicBezTo>
                  <a:cubicBezTo>
                    <a:pt x="3534" y="7289"/>
                    <a:pt x="3534" y="7289"/>
                    <a:pt x="3534" y="7289"/>
                  </a:cubicBezTo>
                  <a:cubicBezTo>
                    <a:pt x="3534" y="7356"/>
                    <a:pt x="3534" y="7356"/>
                    <a:pt x="3534" y="7356"/>
                  </a:cubicBezTo>
                  <a:cubicBezTo>
                    <a:pt x="3534" y="7356"/>
                    <a:pt x="3534" y="7356"/>
                    <a:pt x="3534" y="7356"/>
                  </a:cubicBezTo>
                  <a:cubicBezTo>
                    <a:pt x="3590" y="7356"/>
                    <a:pt x="3590" y="7356"/>
                    <a:pt x="3590" y="7356"/>
                  </a:cubicBezTo>
                  <a:cubicBezTo>
                    <a:pt x="3646" y="7422"/>
                    <a:pt x="3646" y="7422"/>
                    <a:pt x="3646" y="7422"/>
                  </a:cubicBezTo>
                  <a:cubicBezTo>
                    <a:pt x="3646" y="7489"/>
                    <a:pt x="3646" y="7489"/>
                    <a:pt x="3646" y="7489"/>
                  </a:cubicBezTo>
                  <a:cubicBezTo>
                    <a:pt x="3646" y="7489"/>
                    <a:pt x="3646" y="7489"/>
                    <a:pt x="3646" y="7489"/>
                  </a:cubicBezTo>
                  <a:cubicBezTo>
                    <a:pt x="3702" y="7556"/>
                    <a:pt x="3702" y="7556"/>
                    <a:pt x="3702" y="7556"/>
                  </a:cubicBezTo>
                  <a:cubicBezTo>
                    <a:pt x="3702" y="7556"/>
                    <a:pt x="3702" y="7556"/>
                    <a:pt x="3702" y="7556"/>
                  </a:cubicBezTo>
                  <a:cubicBezTo>
                    <a:pt x="3758" y="7623"/>
                    <a:pt x="3758" y="7623"/>
                    <a:pt x="3758" y="7623"/>
                  </a:cubicBezTo>
                  <a:cubicBezTo>
                    <a:pt x="3758" y="7690"/>
                    <a:pt x="3758" y="7690"/>
                    <a:pt x="3758" y="7690"/>
                  </a:cubicBezTo>
                  <a:cubicBezTo>
                    <a:pt x="3815" y="7690"/>
                    <a:pt x="3815" y="7690"/>
                    <a:pt x="3815" y="7690"/>
                  </a:cubicBezTo>
                  <a:cubicBezTo>
                    <a:pt x="3815" y="7757"/>
                    <a:pt x="3815" y="7757"/>
                    <a:pt x="3815" y="7757"/>
                  </a:cubicBezTo>
                  <a:cubicBezTo>
                    <a:pt x="3758" y="7824"/>
                    <a:pt x="3758" y="7824"/>
                    <a:pt x="3758" y="7824"/>
                  </a:cubicBezTo>
                  <a:cubicBezTo>
                    <a:pt x="3702" y="7824"/>
                    <a:pt x="3702" y="7824"/>
                    <a:pt x="3702" y="7824"/>
                  </a:cubicBezTo>
                  <a:cubicBezTo>
                    <a:pt x="3815" y="7757"/>
                    <a:pt x="3815" y="7757"/>
                    <a:pt x="3815" y="7757"/>
                  </a:cubicBezTo>
                  <a:cubicBezTo>
                    <a:pt x="3871" y="7757"/>
                    <a:pt x="3871" y="7757"/>
                    <a:pt x="3871" y="7757"/>
                  </a:cubicBezTo>
                  <a:cubicBezTo>
                    <a:pt x="3871" y="7757"/>
                    <a:pt x="3871" y="7757"/>
                    <a:pt x="3871" y="7757"/>
                  </a:cubicBezTo>
                  <a:cubicBezTo>
                    <a:pt x="3871" y="7690"/>
                    <a:pt x="3871" y="7690"/>
                    <a:pt x="3871" y="7690"/>
                  </a:cubicBezTo>
                  <a:cubicBezTo>
                    <a:pt x="3871" y="7489"/>
                    <a:pt x="3871" y="7489"/>
                    <a:pt x="3871" y="7489"/>
                  </a:cubicBezTo>
                  <a:cubicBezTo>
                    <a:pt x="3871" y="7422"/>
                    <a:pt x="3871" y="7422"/>
                    <a:pt x="3871" y="7422"/>
                  </a:cubicBezTo>
                  <a:cubicBezTo>
                    <a:pt x="3927" y="7356"/>
                    <a:pt x="3927" y="7356"/>
                    <a:pt x="3927" y="7356"/>
                  </a:cubicBezTo>
                  <a:cubicBezTo>
                    <a:pt x="3983" y="7356"/>
                    <a:pt x="3983" y="7356"/>
                    <a:pt x="3983" y="7356"/>
                  </a:cubicBezTo>
                  <a:cubicBezTo>
                    <a:pt x="4039" y="7289"/>
                    <a:pt x="4039" y="7289"/>
                    <a:pt x="4039" y="7289"/>
                  </a:cubicBezTo>
                  <a:cubicBezTo>
                    <a:pt x="4095" y="7289"/>
                    <a:pt x="4095" y="7289"/>
                    <a:pt x="4095" y="7289"/>
                  </a:cubicBezTo>
                  <a:cubicBezTo>
                    <a:pt x="4151" y="7289"/>
                    <a:pt x="4151" y="7289"/>
                    <a:pt x="4151" y="7289"/>
                  </a:cubicBezTo>
                  <a:cubicBezTo>
                    <a:pt x="4151" y="7222"/>
                    <a:pt x="4151" y="7222"/>
                    <a:pt x="4151" y="7222"/>
                  </a:cubicBezTo>
                  <a:cubicBezTo>
                    <a:pt x="4207" y="7222"/>
                    <a:pt x="4207" y="7222"/>
                    <a:pt x="4207" y="7222"/>
                  </a:cubicBezTo>
                  <a:cubicBezTo>
                    <a:pt x="4263" y="7222"/>
                    <a:pt x="4263" y="7222"/>
                    <a:pt x="4263" y="7222"/>
                  </a:cubicBezTo>
                  <a:cubicBezTo>
                    <a:pt x="4320" y="7222"/>
                    <a:pt x="4320" y="7222"/>
                    <a:pt x="4320" y="7222"/>
                  </a:cubicBezTo>
                  <a:cubicBezTo>
                    <a:pt x="4320" y="7222"/>
                    <a:pt x="4320" y="7222"/>
                    <a:pt x="4320" y="7222"/>
                  </a:cubicBezTo>
                  <a:cubicBezTo>
                    <a:pt x="4376" y="7222"/>
                    <a:pt x="4376" y="7222"/>
                    <a:pt x="4376" y="7222"/>
                  </a:cubicBezTo>
                  <a:cubicBezTo>
                    <a:pt x="4376" y="7222"/>
                    <a:pt x="4376" y="7222"/>
                    <a:pt x="4376" y="7222"/>
                  </a:cubicBezTo>
                  <a:cubicBezTo>
                    <a:pt x="4432" y="7155"/>
                    <a:pt x="4432" y="7155"/>
                    <a:pt x="4432" y="7155"/>
                  </a:cubicBezTo>
                  <a:cubicBezTo>
                    <a:pt x="4488" y="7088"/>
                    <a:pt x="4488" y="7088"/>
                    <a:pt x="4488" y="7088"/>
                  </a:cubicBezTo>
                  <a:cubicBezTo>
                    <a:pt x="4488" y="7088"/>
                    <a:pt x="4488" y="7088"/>
                    <a:pt x="4488" y="7088"/>
                  </a:cubicBezTo>
                  <a:cubicBezTo>
                    <a:pt x="4544" y="7088"/>
                    <a:pt x="4544" y="7088"/>
                    <a:pt x="4544" y="7088"/>
                  </a:cubicBezTo>
                  <a:cubicBezTo>
                    <a:pt x="4544" y="7088"/>
                    <a:pt x="4544" y="7088"/>
                    <a:pt x="4544" y="7088"/>
                  </a:cubicBezTo>
                  <a:cubicBezTo>
                    <a:pt x="4544" y="7088"/>
                    <a:pt x="4544" y="7088"/>
                    <a:pt x="4544" y="7088"/>
                  </a:cubicBezTo>
                  <a:cubicBezTo>
                    <a:pt x="4600" y="7021"/>
                    <a:pt x="4600" y="7021"/>
                    <a:pt x="4600" y="7021"/>
                  </a:cubicBezTo>
                  <a:cubicBezTo>
                    <a:pt x="4600" y="7088"/>
                    <a:pt x="4600" y="7088"/>
                    <a:pt x="4600" y="7088"/>
                  </a:cubicBezTo>
                  <a:cubicBezTo>
                    <a:pt x="4768" y="7088"/>
                    <a:pt x="4768" y="7088"/>
                    <a:pt x="4768" y="7088"/>
                  </a:cubicBezTo>
                  <a:cubicBezTo>
                    <a:pt x="4881" y="7021"/>
                    <a:pt x="4881" y="7021"/>
                    <a:pt x="4881" y="7021"/>
                  </a:cubicBezTo>
                  <a:cubicBezTo>
                    <a:pt x="4937" y="7021"/>
                    <a:pt x="4937" y="7021"/>
                    <a:pt x="4937" y="7021"/>
                  </a:cubicBezTo>
                  <a:cubicBezTo>
                    <a:pt x="4937" y="7021"/>
                    <a:pt x="4937" y="7021"/>
                    <a:pt x="4937" y="7021"/>
                  </a:cubicBezTo>
                  <a:cubicBezTo>
                    <a:pt x="4993" y="7021"/>
                    <a:pt x="4993" y="7021"/>
                    <a:pt x="4993" y="7021"/>
                  </a:cubicBezTo>
                  <a:cubicBezTo>
                    <a:pt x="4993" y="7021"/>
                    <a:pt x="4993" y="7021"/>
                    <a:pt x="4993" y="7021"/>
                  </a:cubicBezTo>
                  <a:cubicBezTo>
                    <a:pt x="4993" y="6954"/>
                    <a:pt x="4993" y="6954"/>
                    <a:pt x="4993" y="6954"/>
                  </a:cubicBezTo>
                  <a:cubicBezTo>
                    <a:pt x="5105" y="6954"/>
                    <a:pt x="5105" y="6954"/>
                    <a:pt x="5105" y="6954"/>
                  </a:cubicBezTo>
                  <a:cubicBezTo>
                    <a:pt x="5161" y="6954"/>
                    <a:pt x="5161" y="6954"/>
                    <a:pt x="5161" y="6954"/>
                  </a:cubicBezTo>
                  <a:cubicBezTo>
                    <a:pt x="5161" y="6954"/>
                    <a:pt x="5161" y="6954"/>
                    <a:pt x="5161" y="6954"/>
                  </a:cubicBezTo>
                  <a:cubicBezTo>
                    <a:pt x="5217" y="6954"/>
                    <a:pt x="5217" y="6954"/>
                    <a:pt x="5217" y="6954"/>
                  </a:cubicBezTo>
                  <a:cubicBezTo>
                    <a:pt x="5217" y="6954"/>
                    <a:pt x="5217" y="6954"/>
                    <a:pt x="5217" y="6954"/>
                  </a:cubicBezTo>
                  <a:cubicBezTo>
                    <a:pt x="5273" y="6954"/>
                    <a:pt x="5273" y="6954"/>
                    <a:pt x="5273" y="6954"/>
                  </a:cubicBezTo>
                  <a:cubicBezTo>
                    <a:pt x="5273" y="6954"/>
                    <a:pt x="5273" y="6954"/>
                    <a:pt x="5273" y="6954"/>
                  </a:cubicBezTo>
                  <a:cubicBezTo>
                    <a:pt x="5273" y="6887"/>
                    <a:pt x="5273" y="6887"/>
                    <a:pt x="5273" y="6887"/>
                  </a:cubicBezTo>
                  <a:cubicBezTo>
                    <a:pt x="5273" y="6954"/>
                    <a:pt x="5273" y="6954"/>
                    <a:pt x="5273" y="6954"/>
                  </a:cubicBezTo>
                  <a:cubicBezTo>
                    <a:pt x="5273" y="6954"/>
                    <a:pt x="5273" y="6954"/>
                    <a:pt x="5273" y="6954"/>
                  </a:cubicBezTo>
                  <a:cubicBezTo>
                    <a:pt x="5329" y="7021"/>
                    <a:pt x="5329" y="7021"/>
                    <a:pt x="5329" y="7021"/>
                  </a:cubicBezTo>
                  <a:cubicBezTo>
                    <a:pt x="5329" y="7021"/>
                    <a:pt x="5329" y="7021"/>
                    <a:pt x="5329" y="7021"/>
                  </a:cubicBezTo>
                  <a:cubicBezTo>
                    <a:pt x="5273" y="7021"/>
                    <a:pt x="5273" y="7021"/>
                    <a:pt x="5273" y="7021"/>
                  </a:cubicBezTo>
                  <a:cubicBezTo>
                    <a:pt x="5273" y="7088"/>
                    <a:pt x="5273" y="7088"/>
                    <a:pt x="5273" y="7088"/>
                  </a:cubicBezTo>
                  <a:cubicBezTo>
                    <a:pt x="5161" y="7088"/>
                    <a:pt x="5161" y="7088"/>
                    <a:pt x="5161" y="7088"/>
                  </a:cubicBezTo>
                  <a:cubicBezTo>
                    <a:pt x="5049" y="7155"/>
                    <a:pt x="5049" y="7155"/>
                    <a:pt x="5049" y="7155"/>
                  </a:cubicBezTo>
                  <a:cubicBezTo>
                    <a:pt x="5049" y="7155"/>
                    <a:pt x="5049" y="7155"/>
                    <a:pt x="5049" y="7155"/>
                  </a:cubicBezTo>
                  <a:cubicBezTo>
                    <a:pt x="4993" y="7222"/>
                    <a:pt x="4993" y="7222"/>
                    <a:pt x="4993" y="7222"/>
                  </a:cubicBezTo>
                  <a:cubicBezTo>
                    <a:pt x="4937" y="7222"/>
                    <a:pt x="4937" y="7222"/>
                    <a:pt x="4937" y="7222"/>
                  </a:cubicBezTo>
                  <a:cubicBezTo>
                    <a:pt x="4881" y="7222"/>
                    <a:pt x="4881" y="7222"/>
                    <a:pt x="4881" y="7222"/>
                  </a:cubicBezTo>
                  <a:cubicBezTo>
                    <a:pt x="4881" y="7222"/>
                    <a:pt x="4881" y="7222"/>
                    <a:pt x="4881" y="7222"/>
                  </a:cubicBezTo>
                  <a:cubicBezTo>
                    <a:pt x="4881" y="7222"/>
                    <a:pt x="4881" y="7222"/>
                    <a:pt x="4881" y="7222"/>
                  </a:cubicBezTo>
                  <a:cubicBezTo>
                    <a:pt x="4768" y="7222"/>
                    <a:pt x="4768" y="7222"/>
                    <a:pt x="4768" y="7222"/>
                  </a:cubicBezTo>
                  <a:cubicBezTo>
                    <a:pt x="4712" y="7222"/>
                    <a:pt x="4712" y="7222"/>
                    <a:pt x="4712" y="7222"/>
                  </a:cubicBezTo>
                  <a:cubicBezTo>
                    <a:pt x="4712" y="7222"/>
                    <a:pt x="4712" y="7222"/>
                    <a:pt x="4712" y="7222"/>
                  </a:cubicBezTo>
                  <a:cubicBezTo>
                    <a:pt x="4600" y="7222"/>
                    <a:pt x="4600" y="7222"/>
                    <a:pt x="4600" y="7222"/>
                  </a:cubicBezTo>
                  <a:cubicBezTo>
                    <a:pt x="4544" y="7289"/>
                    <a:pt x="4544" y="7289"/>
                    <a:pt x="4544" y="7289"/>
                  </a:cubicBezTo>
                  <a:cubicBezTo>
                    <a:pt x="4488" y="7356"/>
                    <a:pt x="4488" y="7356"/>
                    <a:pt x="4488" y="7356"/>
                  </a:cubicBezTo>
                  <a:cubicBezTo>
                    <a:pt x="4376" y="7356"/>
                    <a:pt x="4376" y="7356"/>
                    <a:pt x="4376" y="7356"/>
                  </a:cubicBezTo>
                  <a:cubicBezTo>
                    <a:pt x="4376" y="7356"/>
                    <a:pt x="4376" y="7356"/>
                    <a:pt x="4376" y="7356"/>
                  </a:cubicBezTo>
                  <a:cubicBezTo>
                    <a:pt x="4320" y="7422"/>
                    <a:pt x="4320" y="7422"/>
                    <a:pt x="4320" y="7422"/>
                  </a:cubicBezTo>
                  <a:cubicBezTo>
                    <a:pt x="4320" y="7422"/>
                    <a:pt x="4320" y="7422"/>
                    <a:pt x="4320" y="7422"/>
                  </a:cubicBezTo>
                  <a:cubicBezTo>
                    <a:pt x="4263" y="7489"/>
                    <a:pt x="4263" y="7489"/>
                    <a:pt x="4263" y="7489"/>
                  </a:cubicBezTo>
                  <a:cubicBezTo>
                    <a:pt x="4263" y="7422"/>
                    <a:pt x="4263" y="7422"/>
                    <a:pt x="4263" y="7422"/>
                  </a:cubicBezTo>
                  <a:cubicBezTo>
                    <a:pt x="4207" y="7489"/>
                    <a:pt x="4207" y="7489"/>
                    <a:pt x="4207" y="7489"/>
                  </a:cubicBezTo>
                  <a:cubicBezTo>
                    <a:pt x="4151" y="7556"/>
                    <a:pt x="4151" y="7556"/>
                    <a:pt x="4151" y="7556"/>
                  </a:cubicBezTo>
                  <a:cubicBezTo>
                    <a:pt x="4151" y="7556"/>
                    <a:pt x="4151" y="7556"/>
                    <a:pt x="4151" y="7556"/>
                  </a:cubicBezTo>
                  <a:cubicBezTo>
                    <a:pt x="4095" y="7556"/>
                    <a:pt x="4095" y="7556"/>
                    <a:pt x="4095" y="7556"/>
                  </a:cubicBezTo>
                  <a:cubicBezTo>
                    <a:pt x="4151" y="7623"/>
                    <a:pt x="4151" y="7623"/>
                    <a:pt x="4151" y="7623"/>
                  </a:cubicBezTo>
                  <a:cubicBezTo>
                    <a:pt x="4207" y="7690"/>
                    <a:pt x="4207" y="7690"/>
                    <a:pt x="4207" y="7690"/>
                  </a:cubicBezTo>
                  <a:cubicBezTo>
                    <a:pt x="4151" y="7623"/>
                    <a:pt x="4151" y="7623"/>
                    <a:pt x="4151" y="7623"/>
                  </a:cubicBezTo>
                  <a:cubicBezTo>
                    <a:pt x="4151" y="7556"/>
                    <a:pt x="4151" y="7556"/>
                    <a:pt x="4151" y="7556"/>
                  </a:cubicBezTo>
                  <a:cubicBezTo>
                    <a:pt x="4207" y="7623"/>
                    <a:pt x="4207" y="7623"/>
                    <a:pt x="4207" y="7623"/>
                  </a:cubicBezTo>
                  <a:cubicBezTo>
                    <a:pt x="4263" y="7556"/>
                    <a:pt x="4263" y="7556"/>
                    <a:pt x="4263" y="7556"/>
                  </a:cubicBezTo>
                  <a:cubicBezTo>
                    <a:pt x="4263" y="7556"/>
                    <a:pt x="4263" y="7556"/>
                    <a:pt x="4263" y="7556"/>
                  </a:cubicBezTo>
                  <a:cubicBezTo>
                    <a:pt x="4263" y="7556"/>
                    <a:pt x="4263" y="7556"/>
                    <a:pt x="4263" y="7556"/>
                  </a:cubicBezTo>
                  <a:cubicBezTo>
                    <a:pt x="4320" y="7489"/>
                    <a:pt x="4320" y="7489"/>
                    <a:pt x="4320" y="7489"/>
                  </a:cubicBezTo>
                  <a:cubicBezTo>
                    <a:pt x="4432" y="7422"/>
                    <a:pt x="4432" y="7422"/>
                    <a:pt x="4432" y="7422"/>
                  </a:cubicBezTo>
                  <a:cubicBezTo>
                    <a:pt x="4432" y="7422"/>
                    <a:pt x="4432" y="7422"/>
                    <a:pt x="4432" y="7422"/>
                  </a:cubicBezTo>
                  <a:cubicBezTo>
                    <a:pt x="4600" y="7356"/>
                    <a:pt x="4600" y="7356"/>
                    <a:pt x="4600" y="7356"/>
                  </a:cubicBezTo>
                  <a:cubicBezTo>
                    <a:pt x="4600" y="7289"/>
                    <a:pt x="4600" y="7289"/>
                    <a:pt x="4600" y="7289"/>
                  </a:cubicBezTo>
                  <a:cubicBezTo>
                    <a:pt x="4656" y="7289"/>
                    <a:pt x="4656" y="7289"/>
                    <a:pt x="4656" y="7289"/>
                  </a:cubicBezTo>
                  <a:cubicBezTo>
                    <a:pt x="4656" y="7356"/>
                    <a:pt x="4656" y="7356"/>
                    <a:pt x="4656" y="7356"/>
                  </a:cubicBezTo>
                  <a:cubicBezTo>
                    <a:pt x="4712" y="7289"/>
                    <a:pt x="4712" y="7289"/>
                    <a:pt x="4712" y="7289"/>
                  </a:cubicBezTo>
                  <a:cubicBezTo>
                    <a:pt x="4712" y="7289"/>
                    <a:pt x="4712" y="7289"/>
                    <a:pt x="4712" y="7289"/>
                  </a:cubicBezTo>
                  <a:cubicBezTo>
                    <a:pt x="4768" y="7356"/>
                    <a:pt x="4768" y="7356"/>
                    <a:pt x="4768" y="7356"/>
                  </a:cubicBezTo>
                  <a:cubicBezTo>
                    <a:pt x="4824" y="7289"/>
                    <a:pt x="4824" y="7289"/>
                    <a:pt x="4824" y="7289"/>
                  </a:cubicBezTo>
                  <a:cubicBezTo>
                    <a:pt x="4824" y="7289"/>
                    <a:pt x="4824" y="7289"/>
                    <a:pt x="4824" y="7289"/>
                  </a:cubicBezTo>
                  <a:cubicBezTo>
                    <a:pt x="4768" y="7422"/>
                    <a:pt x="4768" y="7422"/>
                    <a:pt x="4768" y="7422"/>
                  </a:cubicBezTo>
                  <a:cubicBezTo>
                    <a:pt x="4768" y="7422"/>
                    <a:pt x="4768" y="7422"/>
                    <a:pt x="4768" y="7422"/>
                  </a:cubicBezTo>
                  <a:cubicBezTo>
                    <a:pt x="4824" y="7356"/>
                    <a:pt x="4824" y="7356"/>
                    <a:pt x="4824" y="7356"/>
                  </a:cubicBezTo>
                  <a:cubicBezTo>
                    <a:pt x="4937" y="7356"/>
                    <a:pt x="4937" y="7356"/>
                    <a:pt x="4937" y="7356"/>
                  </a:cubicBezTo>
                  <a:cubicBezTo>
                    <a:pt x="5049" y="7222"/>
                    <a:pt x="5049" y="7222"/>
                    <a:pt x="5049" y="7222"/>
                  </a:cubicBezTo>
                  <a:cubicBezTo>
                    <a:pt x="5105" y="7222"/>
                    <a:pt x="5105" y="7222"/>
                    <a:pt x="5105" y="7222"/>
                  </a:cubicBezTo>
                  <a:cubicBezTo>
                    <a:pt x="5217" y="7155"/>
                    <a:pt x="5217" y="7155"/>
                    <a:pt x="5217" y="7155"/>
                  </a:cubicBezTo>
                  <a:cubicBezTo>
                    <a:pt x="5273" y="7155"/>
                    <a:pt x="5273" y="7155"/>
                    <a:pt x="5273" y="7155"/>
                  </a:cubicBezTo>
                  <a:cubicBezTo>
                    <a:pt x="5329" y="7155"/>
                    <a:pt x="5329" y="7155"/>
                    <a:pt x="5329" y="7155"/>
                  </a:cubicBezTo>
                  <a:cubicBezTo>
                    <a:pt x="5385" y="7155"/>
                    <a:pt x="5385" y="7155"/>
                    <a:pt x="5385" y="7155"/>
                  </a:cubicBezTo>
                  <a:cubicBezTo>
                    <a:pt x="5329" y="7222"/>
                    <a:pt x="5329" y="7222"/>
                    <a:pt x="5329" y="7222"/>
                  </a:cubicBezTo>
                  <a:cubicBezTo>
                    <a:pt x="5273" y="7222"/>
                    <a:pt x="5273" y="7222"/>
                    <a:pt x="5273" y="7222"/>
                  </a:cubicBezTo>
                  <a:cubicBezTo>
                    <a:pt x="5273" y="7289"/>
                    <a:pt x="5273" y="7289"/>
                    <a:pt x="5273" y="7289"/>
                  </a:cubicBezTo>
                  <a:cubicBezTo>
                    <a:pt x="5329" y="7289"/>
                    <a:pt x="5329" y="7289"/>
                    <a:pt x="5329" y="7289"/>
                  </a:cubicBezTo>
                  <a:cubicBezTo>
                    <a:pt x="5385" y="7222"/>
                    <a:pt x="5385" y="7222"/>
                    <a:pt x="5385" y="7222"/>
                  </a:cubicBezTo>
                  <a:cubicBezTo>
                    <a:pt x="5498" y="7155"/>
                    <a:pt x="5498" y="7155"/>
                    <a:pt x="5498" y="7155"/>
                  </a:cubicBezTo>
                  <a:cubicBezTo>
                    <a:pt x="5554" y="7155"/>
                    <a:pt x="5554" y="7155"/>
                    <a:pt x="5554" y="7155"/>
                  </a:cubicBezTo>
                  <a:cubicBezTo>
                    <a:pt x="5498" y="7155"/>
                    <a:pt x="5498" y="7155"/>
                    <a:pt x="5498" y="7155"/>
                  </a:cubicBezTo>
                  <a:cubicBezTo>
                    <a:pt x="5554" y="7088"/>
                    <a:pt x="5554" y="7088"/>
                    <a:pt x="5554" y="7088"/>
                  </a:cubicBezTo>
                  <a:cubicBezTo>
                    <a:pt x="5610" y="7088"/>
                    <a:pt x="5610" y="7088"/>
                    <a:pt x="5610" y="7088"/>
                  </a:cubicBezTo>
                  <a:cubicBezTo>
                    <a:pt x="5610" y="7088"/>
                    <a:pt x="5610" y="7088"/>
                    <a:pt x="5610" y="7088"/>
                  </a:cubicBezTo>
                  <a:cubicBezTo>
                    <a:pt x="5610" y="7021"/>
                    <a:pt x="5610" y="7021"/>
                    <a:pt x="5610" y="7021"/>
                  </a:cubicBezTo>
                  <a:cubicBezTo>
                    <a:pt x="5666" y="7088"/>
                    <a:pt x="5666" y="7088"/>
                    <a:pt x="5666" y="7088"/>
                  </a:cubicBezTo>
                  <a:cubicBezTo>
                    <a:pt x="5722" y="7088"/>
                    <a:pt x="5722" y="7088"/>
                    <a:pt x="5722" y="7088"/>
                  </a:cubicBezTo>
                  <a:cubicBezTo>
                    <a:pt x="5722" y="7021"/>
                    <a:pt x="5722" y="7021"/>
                    <a:pt x="5722" y="7021"/>
                  </a:cubicBezTo>
                  <a:cubicBezTo>
                    <a:pt x="5666" y="6954"/>
                    <a:pt x="5666" y="6954"/>
                    <a:pt x="5666" y="6954"/>
                  </a:cubicBezTo>
                  <a:cubicBezTo>
                    <a:pt x="5722" y="6887"/>
                    <a:pt x="5722" y="6887"/>
                    <a:pt x="5722" y="6887"/>
                  </a:cubicBezTo>
                  <a:cubicBezTo>
                    <a:pt x="5666" y="6887"/>
                    <a:pt x="5666" y="6887"/>
                    <a:pt x="5666" y="6887"/>
                  </a:cubicBezTo>
                  <a:cubicBezTo>
                    <a:pt x="5722" y="6821"/>
                    <a:pt x="5722" y="6821"/>
                    <a:pt x="5722" y="6821"/>
                  </a:cubicBezTo>
                  <a:cubicBezTo>
                    <a:pt x="5778" y="6754"/>
                    <a:pt x="5778" y="6754"/>
                    <a:pt x="5778" y="6754"/>
                  </a:cubicBezTo>
                  <a:cubicBezTo>
                    <a:pt x="5778" y="6821"/>
                    <a:pt x="5778" y="6821"/>
                    <a:pt x="5778" y="6821"/>
                  </a:cubicBezTo>
                  <a:cubicBezTo>
                    <a:pt x="5834" y="7021"/>
                    <a:pt x="5834" y="7021"/>
                    <a:pt x="5834" y="7021"/>
                  </a:cubicBezTo>
                  <a:cubicBezTo>
                    <a:pt x="5778" y="7088"/>
                    <a:pt x="5778" y="7088"/>
                    <a:pt x="5778" y="7088"/>
                  </a:cubicBezTo>
                  <a:cubicBezTo>
                    <a:pt x="5778" y="7289"/>
                    <a:pt x="5778" y="7289"/>
                    <a:pt x="5778" y="7289"/>
                  </a:cubicBezTo>
                  <a:cubicBezTo>
                    <a:pt x="5722" y="7356"/>
                    <a:pt x="5722" y="7356"/>
                    <a:pt x="5722" y="7356"/>
                  </a:cubicBezTo>
                  <a:cubicBezTo>
                    <a:pt x="5722" y="7623"/>
                    <a:pt x="5722" y="7623"/>
                    <a:pt x="5722" y="7623"/>
                  </a:cubicBezTo>
                  <a:cubicBezTo>
                    <a:pt x="5778" y="7690"/>
                    <a:pt x="5778" y="7690"/>
                    <a:pt x="5778" y="7690"/>
                  </a:cubicBezTo>
                  <a:cubicBezTo>
                    <a:pt x="5834" y="7690"/>
                    <a:pt x="5834" y="7690"/>
                    <a:pt x="5834" y="7690"/>
                  </a:cubicBezTo>
                  <a:cubicBezTo>
                    <a:pt x="5834" y="7757"/>
                    <a:pt x="5834" y="7757"/>
                    <a:pt x="5834" y="7757"/>
                  </a:cubicBezTo>
                  <a:cubicBezTo>
                    <a:pt x="5947" y="7757"/>
                    <a:pt x="5947" y="7757"/>
                    <a:pt x="5947" y="7757"/>
                  </a:cubicBezTo>
                  <a:cubicBezTo>
                    <a:pt x="5890" y="7690"/>
                    <a:pt x="5890" y="7690"/>
                    <a:pt x="5890" y="7690"/>
                  </a:cubicBezTo>
                  <a:cubicBezTo>
                    <a:pt x="5834" y="7690"/>
                    <a:pt x="5834" y="7690"/>
                    <a:pt x="5834" y="7690"/>
                  </a:cubicBezTo>
                  <a:cubicBezTo>
                    <a:pt x="5834" y="7623"/>
                    <a:pt x="5834" y="7623"/>
                    <a:pt x="5834" y="7623"/>
                  </a:cubicBezTo>
                  <a:cubicBezTo>
                    <a:pt x="5890" y="7623"/>
                    <a:pt x="5890" y="7623"/>
                    <a:pt x="5890" y="7623"/>
                  </a:cubicBezTo>
                  <a:cubicBezTo>
                    <a:pt x="5947" y="7623"/>
                    <a:pt x="5947" y="7623"/>
                    <a:pt x="5947" y="7623"/>
                  </a:cubicBezTo>
                  <a:cubicBezTo>
                    <a:pt x="5947" y="7556"/>
                    <a:pt x="5947" y="7556"/>
                    <a:pt x="5947" y="7556"/>
                  </a:cubicBezTo>
                  <a:cubicBezTo>
                    <a:pt x="5947" y="7556"/>
                    <a:pt x="5947" y="7556"/>
                    <a:pt x="5947" y="7556"/>
                  </a:cubicBezTo>
                  <a:cubicBezTo>
                    <a:pt x="6003" y="7556"/>
                    <a:pt x="6003" y="7556"/>
                    <a:pt x="6003" y="7556"/>
                  </a:cubicBezTo>
                  <a:cubicBezTo>
                    <a:pt x="6059" y="7556"/>
                    <a:pt x="6059" y="7556"/>
                    <a:pt x="6059" y="7556"/>
                  </a:cubicBezTo>
                  <a:cubicBezTo>
                    <a:pt x="6059" y="7556"/>
                    <a:pt x="6059" y="7556"/>
                    <a:pt x="6059" y="7556"/>
                  </a:cubicBezTo>
                  <a:cubicBezTo>
                    <a:pt x="6059" y="7556"/>
                    <a:pt x="6059" y="7556"/>
                    <a:pt x="6059" y="7556"/>
                  </a:cubicBezTo>
                  <a:cubicBezTo>
                    <a:pt x="6059" y="7422"/>
                    <a:pt x="6059" y="7422"/>
                    <a:pt x="6059" y="7422"/>
                  </a:cubicBezTo>
                  <a:cubicBezTo>
                    <a:pt x="6059" y="7422"/>
                    <a:pt x="6059" y="7422"/>
                    <a:pt x="6059" y="7422"/>
                  </a:cubicBezTo>
                  <a:cubicBezTo>
                    <a:pt x="6171" y="7356"/>
                    <a:pt x="6171" y="7356"/>
                    <a:pt x="6171" y="7356"/>
                  </a:cubicBezTo>
                  <a:cubicBezTo>
                    <a:pt x="6171" y="7356"/>
                    <a:pt x="6171" y="7356"/>
                    <a:pt x="6171" y="7356"/>
                  </a:cubicBezTo>
                  <a:cubicBezTo>
                    <a:pt x="6227" y="7356"/>
                    <a:pt x="6227" y="7356"/>
                    <a:pt x="6227" y="7356"/>
                  </a:cubicBezTo>
                  <a:cubicBezTo>
                    <a:pt x="6227" y="7356"/>
                    <a:pt x="6227" y="7356"/>
                    <a:pt x="6227" y="7356"/>
                  </a:cubicBezTo>
                  <a:cubicBezTo>
                    <a:pt x="6227" y="7422"/>
                    <a:pt x="6227" y="7422"/>
                    <a:pt x="6227" y="7422"/>
                  </a:cubicBezTo>
                  <a:cubicBezTo>
                    <a:pt x="6171" y="7489"/>
                    <a:pt x="6171" y="7489"/>
                    <a:pt x="6171" y="7489"/>
                  </a:cubicBezTo>
                  <a:cubicBezTo>
                    <a:pt x="6227" y="7489"/>
                    <a:pt x="6227" y="7489"/>
                    <a:pt x="6227" y="7489"/>
                  </a:cubicBezTo>
                  <a:cubicBezTo>
                    <a:pt x="6171" y="7556"/>
                    <a:pt x="6171" y="7556"/>
                    <a:pt x="6171" y="7556"/>
                  </a:cubicBezTo>
                  <a:cubicBezTo>
                    <a:pt x="6171" y="7556"/>
                    <a:pt x="6171" y="7556"/>
                    <a:pt x="6171" y="7556"/>
                  </a:cubicBezTo>
                  <a:cubicBezTo>
                    <a:pt x="6171" y="7623"/>
                    <a:pt x="6171" y="7623"/>
                    <a:pt x="6171" y="7623"/>
                  </a:cubicBezTo>
                  <a:cubicBezTo>
                    <a:pt x="6227" y="7556"/>
                    <a:pt x="6227" y="7556"/>
                    <a:pt x="6227" y="7556"/>
                  </a:cubicBezTo>
                  <a:cubicBezTo>
                    <a:pt x="6227" y="7623"/>
                    <a:pt x="6227" y="7623"/>
                    <a:pt x="6227" y="7623"/>
                  </a:cubicBezTo>
                  <a:cubicBezTo>
                    <a:pt x="6227" y="7623"/>
                    <a:pt x="6227" y="7623"/>
                    <a:pt x="6227" y="7623"/>
                  </a:cubicBezTo>
                  <a:cubicBezTo>
                    <a:pt x="6171" y="7623"/>
                    <a:pt x="6171" y="7623"/>
                    <a:pt x="6171" y="7623"/>
                  </a:cubicBezTo>
                  <a:cubicBezTo>
                    <a:pt x="6115" y="7690"/>
                    <a:pt x="6115" y="7690"/>
                    <a:pt x="6115" y="7690"/>
                  </a:cubicBezTo>
                  <a:cubicBezTo>
                    <a:pt x="6115" y="7690"/>
                    <a:pt x="6115" y="7690"/>
                    <a:pt x="6115" y="7690"/>
                  </a:cubicBezTo>
                  <a:cubicBezTo>
                    <a:pt x="6059" y="7757"/>
                    <a:pt x="6059" y="7757"/>
                    <a:pt x="6059" y="7757"/>
                  </a:cubicBezTo>
                  <a:cubicBezTo>
                    <a:pt x="6059" y="7757"/>
                    <a:pt x="6059" y="7757"/>
                    <a:pt x="6059" y="7757"/>
                  </a:cubicBezTo>
                  <a:cubicBezTo>
                    <a:pt x="6059" y="7824"/>
                    <a:pt x="6059" y="7824"/>
                    <a:pt x="6059" y="7824"/>
                  </a:cubicBezTo>
                  <a:cubicBezTo>
                    <a:pt x="6115" y="7824"/>
                    <a:pt x="6115" y="7824"/>
                    <a:pt x="6115" y="7824"/>
                  </a:cubicBezTo>
                  <a:cubicBezTo>
                    <a:pt x="6171" y="7824"/>
                    <a:pt x="6171" y="7824"/>
                    <a:pt x="6171" y="7824"/>
                  </a:cubicBezTo>
                  <a:cubicBezTo>
                    <a:pt x="6227" y="7824"/>
                    <a:pt x="6227" y="7824"/>
                    <a:pt x="6227" y="7824"/>
                  </a:cubicBezTo>
                  <a:cubicBezTo>
                    <a:pt x="6283" y="7824"/>
                    <a:pt x="6283" y="7824"/>
                    <a:pt x="6283" y="7824"/>
                  </a:cubicBezTo>
                  <a:cubicBezTo>
                    <a:pt x="6339" y="7824"/>
                    <a:pt x="6339" y="7824"/>
                    <a:pt x="6339" y="7824"/>
                  </a:cubicBezTo>
                  <a:cubicBezTo>
                    <a:pt x="6395" y="7690"/>
                    <a:pt x="6395" y="7690"/>
                    <a:pt x="6395" y="7690"/>
                  </a:cubicBezTo>
                  <a:cubicBezTo>
                    <a:pt x="6451" y="7623"/>
                    <a:pt x="6451" y="7623"/>
                    <a:pt x="6451" y="7623"/>
                  </a:cubicBezTo>
                  <a:cubicBezTo>
                    <a:pt x="6508" y="7623"/>
                    <a:pt x="6508" y="7623"/>
                    <a:pt x="6508" y="7623"/>
                  </a:cubicBezTo>
                  <a:cubicBezTo>
                    <a:pt x="6508" y="7623"/>
                    <a:pt x="6508" y="7623"/>
                    <a:pt x="6508" y="7623"/>
                  </a:cubicBezTo>
                  <a:cubicBezTo>
                    <a:pt x="6564" y="7623"/>
                    <a:pt x="6564" y="7623"/>
                    <a:pt x="6564" y="7623"/>
                  </a:cubicBezTo>
                  <a:cubicBezTo>
                    <a:pt x="6620" y="7690"/>
                    <a:pt x="6620" y="7690"/>
                    <a:pt x="6620" y="7690"/>
                  </a:cubicBezTo>
                  <a:cubicBezTo>
                    <a:pt x="6620" y="7690"/>
                    <a:pt x="6620" y="7690"/>
                    <a:pt x="6620" y="7690"/>
                  </a:cubicBezTo>
                  <a:cubicBezTo>
                    <a:pt x="6732" y="7757"/>
                    <a:pt x="6732" y="7757"/>
                    <a:pt x="6732" y="7757"/>
                  </a:cubicBezTo>
                  <a:cubicBezTo>
                    <a:pt x="6732" y="7757"/>
                    <a:pt x="6732" y="7757"/>
                    <a:pt x="6732" y="7757"/>
                  </a:cubicBezTo>
                  <a:cubicBezTo>
                    <a:pt x="6732" y="7824"/>
                    <a:pt x="6732" y="7824"/>
                    <a:pt x="6732" y="7824"/>
                  </a:cubicBezTo>
                  <a:cubicBezTo>
                    <a:pt x="6788" y="7891"/>
                    <a:pt x="6788" y="7891"/>
                    <a:pt x="6788" y="7891"/>
                  </a:cubicBezTo>
                  <a:cubicBezTo>
                    <a:pt x="6788" y="7957"/>
                    <a:pt x="6788" y="7957"/>
                    <a:pt x="6788" y="7957"/>
                  </a:cubicBezTo>
                  <a:cubicBezTo>
                    <a:pt x="6844" y="8091"/>
                    <a:pt x="6844" y="8091"/>
                    <a:pt x="6844" y="8091"/>
                  </a:cubicBezTo>
                  <a:cubicBezTo>
                    <a:pt x="7069" y="8225"/>
                    <a:pt x="7069" y="8225"/>
                    <a:pt x="7069" y="8225"/>
                  </a:cubicBezTo>
                  <a:cubicBezTo>
                    <a:pt x="7069" y="8292"/>
                    <a:pt x="7069" y="8292"/>
                    <a:pt x="7069" y="8292"/>
                  </a:cubicBezTo>
                  <a:cubicBezTo>
                    <a:pt x="7125" y="8292"/>
                    <a:pt x="7125" y="8292"/>
                    <a:pt x="7125" y="8292"/>
                  </a:cubicBezTo>
                  <a:cubicBezTo>
                    <a:pt x="7181" y="8359"/>
                    <a:pt x="7181" y="8359"/>
                    <a:pt x="7181" y="8359"/>
                  </a:cubicBezTo>
                  <a:cubicBezTo>
                    <a:pt x="7237" y="8359"/>
                    <a:pt x="7237" y="8359"/>
                    <a:pt x="7237" y="8359"/>
                  </a:cubicBezTo>
                  <a:cubicBezTo>
                    <a:pt x="7293" y="8426"/>
                    <a:pt x="7293" y="8426"/>
                    <a:pt x="7293" y="8426"/>
                  </a:cubicBezTo>
                  <a:cubicBezTo>
                    <a:pt x="7293" y="8492"/>
                    <a:pt x="7293" y="8492"/>
                    <a:pt x="7293" y="8492"/>
                  </a:cubicBezTo>
                  <a:cubicBezTo>
                    <a:pt x="7349" y="8492"/>
                    <a:pt x="7349" y="8492"/>
                    <a:pt x="7349" y="8492"/>
                  </a:cubicBezTo>
                  <a:cubicBezTo>
                    <a:pt x="7349" y="8492"/>
                    <a:pt x="7349" y="8492"/>
                    <a:pt x="7349" y="8492"/>
                  </a:cubicBezTo>
                  <a:cubicBezTo>
                    <a:pt x="7349" y="8492"/>
                    <a:pt x="7349" y="8492"/>
                    <a:pt x="7349" y="8492"/>
                  </a:cubicBezTo>
                  <a:cubicBezTo>
                    <a:pt x="7461" y="8559"/>
                    <a:pt x="7461" y="8559"/>
                    <a:pt x="7461" y="8559"/>
                  </a:cubicBezTo>
                  <a:cubicBezTo>
                    <a:pt x="7461" y="8559"/>
                    <a:pt x="7461" y="8559"/>
                    <a:pt x="7461" y="8559"/>
                  </a:cubicBezTo>
                  <a:cubicBezTo>
                    <a:pt x="7461" y="8626"/>
                    <a:pt x="7461" y="8626"/>
                    <a:pt x="7461" y="8626"/>
                  </a:cubicBezTo>
                  <a:cubicBezTo>
                    <a:pt x="7517" y="8626"/>
                    <a:pt x="7517" y="8626"/>
                    <a:pt x="7517" y="8626"/>
                  </a:cubicBezTo>
                  <a:cubicBezTo>
                    <a:pt x="7517" y="8626"/>
                    <a:pt x="7517" y="8626"/>
                    <a:pt x="7517" y="8626"/>
                  </a:cubicBezTo>
                  <a:cubicBezTo>
                    <a:pt x="7517" y="8559"/>
                    <a:pt x="7517" y="8559"/>
                    <a:pt x="7517" y="8559"/>
                  </a:cubicBezTo>
                  <a:cubicBezTo>
                    <a:pt x="7517" y="8559"/>
                    <a:pt x="7517" y="8559"/>
                    <a:pt x="7517" y="8559"/>
                  </a:cubicBezTo>
                  <a:cubicBezTo>
                    <a:pt x="7461" y="8492"/>
                    <a:pt x="7461" y="8492"/>
                    <a:pt x="7461" y="8492"/>
                  </a:cubicBezTo>
                  <a:cubicBezTo>
                    <a:pt x="7461" y="8492"/>
                    <a:pt x="7461" y="8492"/>
                    <a:pt x="7461" y="8492"/>
                  </a:cubicBezTo>
                  <a:cubicBezTo>
                    <a:pt x="7574" y="8492"/>
                    <a:pt x="7574" y="8492"/>
                    <a:pt x="7574" y="8492"/>
                  </a:cubicBezTo>
                  <a:cubicBezTo>
                    <a:pt x="7574" y="8559"/>
                    <a:pt x="7574" y="8559"/>
                    <a:pt x="7574" y="8559"/>
                  </a:cubicBezTo>
                  <a:cubicBezTo>
                    <a:pt x="7574" y="8559"/>
                    <a:pt x="7574" y="8559"/>
                    <a:pt x="7574" y="8559"/>
                  </a:cubicBezTo>
                  <a:cubicBezTo>
                    <a:pt x="7630" y="8492"/>
                    <a:pt x="7630" y="8492"/>
                    <a:pt x="7630" y="8492"/>
                  </a:cubicBezTo>
                  <a:cubicBezTo>
                    <a:pt x="7630" y="8492"/>
                    <a:pt x="7630" y="8492"/>
                    <a:pt x="7630" y="8492"/>
                  </a:cubicBezTo>
                  <a:cubicBezTo>
                    <a:pt x="7686" y="8559"/>
                    <a:pt x="7686" y="8559"/>
                    <a:pt x="7686" y="8559"/>
                  </a:cubicBezTo>
                  <a:cubicBezTo>
                    <a:pt x="7686" y="8626"/>
                    <a:pt x="7686" y="8626"/>
                    <a:pt x="7686" y="8626"/>
                  </a:cubicBezTo>
                  <a:cubicBezTo>
                    <a:pt x="7742" y="8626"/>
                    <a:pt x="7742" y="8626"/>
                    <a:pt x="7742" y="8626"/>
                  </a:cubicBezTo>
                  <a:cubicBezTo>
                    <a:pt x="7742" y="8693"/>
                    <a:pt x="7742" y="8693"/>
                    <a:pt x="7742" y="8693"/>
                  </a:cubicBezTo>
                  <a:cubicBezTo>
                    <a:pt x="7798" y="8760"/>
                    <a:pt x="7798" y="8760"/>
                    <a:pt x="7798" y="8760"/>
                  </a:cubicBezTo>
                  <a:cubicBezTo>
                    <a:pt x="7798" y="8827"/>
                    <a:pt x="7798" y="8827"/>
                    <a:pt x="7798" y="8827"/>
                  </a:cubicBezTo>
                  <a:cubicBezTo>
                    <a:pt x="7798" y="8894"/>
                    <a:pt x="7798" y="8894"/>
                    <a:pt x="7798" y="8894"/>
                  </a:cubicBezTo>
                  <a:cubicBezTo>
                    <a:pt x="7798" y="8894"/>
                    <a:pt x="7798" y="8894"/>
                    <a:pt x="7798" y="8894"/>
                  </a:cubicBezTo>
                  <a:cubicBezTo>
                    <a:pt x="7798" y="8960"/>
                    <a:pt x="7798" y="8960"/>
                    <a:pt x="7798" y="8960"/>
                  </a:cubicBezTo>
                  <a:cubicBezTo>
                    <a:pt x="7742" y="9027"/>
                    <a:pt x="7742" y="9027"/>
                    <a:pt x="7742" y="9027"/>
                  </a:cubicBezTo>
                  <a:cubicBezTo>
                    <a:pt x="7630" y="8960"/>
                    <a:pt x="7630" y="8960"/>
                    <a:pt x="7630" y="8960"/>
                  </a:cubicBezTo>
                  <a:cubicBezTo>
                    <a:pt x="7574" y="8960"/>
                    <a:pt x="7574" y="8960"/>
                    <a:pt x="7574" y="8960"/>
                  </a:cubicBezTo>
                  <a:cubicBezTo>
                    <a:pt x="7574" y="9027"/>
                    <a:pt x="7574" y="9027"/>
                    <a:pt x="7574" y="9027"/>
                  </a:cubicBezTo>
                  <a:cubicBezTo>
                    <a:pt x="7574" y="9027"/>
                    <a:pt x="7574" y="9027"/>
                    <a:pt x="7574" y="9027"/>
                  </a:cubicBezTo>
                  <a:cubicBezTo>
                    <a:pt x="7517" y="9027"/>
                    <a:pt x="7517" y="9027"/>
                    <a:pt x="7517" y="9027"/>
                  </a:cubicBezTo>
                  <a:cubicBezTo>
                    <a:pt x="7461" y="9027"/>
                    <a:pt x="7461" y="9027"/>
                    <a:pt x="7461" y="9027"/>
                  </a:cubicBezTo>
                  <a:cubicBezTo>
                    <a:pt x="7461" y="9027"/>
                    <a:pt x="7461" y="9027"/>
                    <a:pt x="7461" y="9027"/>
                  </a:cubicBezTo>
                  <a:cubicBezTo>
                    <a:pt x="7405" y="9094"/>
                    <a:pt x="7405" y="9094"/>
                    <a:pt x="7405" y="9094"/>
                  </a:cubicBezTo>
                  <a:cubicBezTo>
                    <a:pt x="7405" y="9094"/>
                    <a:pt x="7405" y="9094"/>
                    <a:pt x="7405" y="9094"/>
                  </a:cubicBezTo>
                  <a:cubicBezTo>
                    <a:pt x="7349" y="9094"/>
                    <a:pt x="7349" y="9094"/>
                    <a:pt x="7349" y="9094"/>
                  </a:cubicBezTo>
                  <a:cubicBezTo>
                    <a:pt x="7293" y="9161"/>
                    <a:pt x="7293" y="9161"/>
                    <a:pt x="7293" y="9161"/>
                  </a:cubicBezTo>
                  <a:cubicBezTo>
                    <a:pt x="7349" y="9161"/>
                    <a:pt x="7349" y="9161"/>
                    <a:pt x="7349" y="9161"/>
                  </a:cubicBezTo>
                  <a:cubicBezTo>
                    <a:pt x="7405" y="9161"/>
                    <a:pt x="7405" y="9161"/>
                    <a:pt x="7405" y="9161"/>
                  </a:cubicBezTo>
                  <a:cubicBezTo>
                    <a:pt x="7405" y="9228"/>
                    <a:pt x="7405" y="9228"/>
                    <a:pt x="7405" y="9228"/>
                  </a:cubicBezTo>
                  <a:cubicBezTo>
                    <a:pt x="7461" y="9295"/>
                    <a:pt x="7461" y="9295"/>
                    <a:pt x="7461" y="9295"/>
                  </a:cubicBezTo>
                  <a:cubicBezTo>
                    <a:pt x="7461" y="9228"/>
                    <a:pt x="7461" y="9228"/>
                    <a:pt x="7461" y="9228"/>
                  </a:cubicBezTo>
                  <a:cubicBezTo>
                    <a:pt x="7517" y="9295"/>
                    <a:pt x="7517" y="9295"/>
                    <a:pt x="7517" y="9295"/>
                  </a:cubicBezTo>
                  <a:cubicBezTo>
                    <a:pt x="7517" y="9362"/>
                    <a:pt x="7517" y="9362"/>
                    <a:pt x="7517" y="9362"/>
                  </a:cubicBezTo>
                  <a:cubicBezTo>
                    <a:pt x="7574" y="9362"/>
                    <a:pt x="7574" y="9362"/>
                    <a:pt x="7574" y="9362"/>
                  </a:cubicBezTo>
                  <a:cubicBezTo>
                    <a:pt x="7686" y="9429"/>
                    <a:pt x="7686" y="9429"/>
                    <a:pt x="7686" y="9429"/>
                  </a:cubicBezTo>
                  <a:cubicBezTo>
                    <a:pt x="7742" y="9429"/>
                    <a:pt x="7742" y="9429"/>
                    <a:pt x="7742" y="9429"/>
                  </a:cubicBezTo>
                  <a:cubicBezTo>
                    <a:pt x="7854" y="9495"/>
                    <a:pt x="7854" y="9495"/>
                    <a:pt x="7854" y="9495"/>
                  </a:cubicBezTo>
                  <a:cubicBezTo>
                    <a:pt x="7910" y="9495"/>
                    <a:pt x="7910" y="9495"/>
                    <a:pt x="7910" y="9495"/>
                  </a:cubicBezTo>
                  <a:cubicBezTo>
                    <a:pt x="7910" y="9429"/>
                    <a:pt x="7910" y="9429"/>
                    <a:pt x="7910" y="9429"/>
                  </a:cubicBezTo>
                  <a:cubicBezTo>
                    <a:pt x="7966" y="9429"/>
                    <a:pt x="7966" y="9429"/>
                    <a:pt x="7966" y="9429"/>
                  </a:cubicBezTo>
                  <a:cubicBezTo>
                    <a:pt x="8022" y="9429"/>
                    <a:pt x="8022" y="9429"/>
                    <a:pt x="8022" y="9429"/>
                  </a:cubicBezTo>
                  <a:cubicBezTo>
                    <a:pt x="7966" y="9495"/>
                    <a:pt x="7966" y="9495"/>
                    <a:pt x="7966" y="9495"/>
                  </a:cubicBezTo>
                  <a:cubicBezTo>
                    <a:pt x="8078" y="9429"/>
                    <a:pt x="8078" y="9429"/>
                    <a:pt x="8078" y="9429"/>
                  </a:cubicBezTo>
                  <a:cubicBezTo>
                    <a:pt x="8078" y="9495"/>
                    <a:pt x="8078" y="9495"/>
                    <a:pt x="8078" y="9495"/>
                  </a:cubicBezTo>
                  <a:cubicBezTo>
                    <a:pt x="8135" y="9495"/>
                    <a:pt x="8135" y="9495"/>
                    <a:pt x="8135" y="9495"/>
                  </a:cubicBezTo>
                  <a:cubicBezTo>
                    <a:pt x="8135" y="9429"/>
                    <a:pt x="8135" y="9429"/>
                    <a:pt x="8135" y="9429"/>
                  </a:cubicBezTo>
                  <a:cubicBezTo>
                    <a:pt x="8191" y="9429"/>
                    <a:pt x="8191" y="9429"/>
                    <a:pt x="8191" y="9429"/>
                  </a:cubicBezTo>
                  <a:cubicBezTo>
                    <a:pt x="8191" y="9429"/>
                    <a:pt x="8191" y="9429"/>
                    <a:pt x="8191" y="9429"/>
                  </a:cubicBezTo>
                  <a:cubicBezTo>
                    <a:pt x="8191" y="9495"/>
                    <a:pt x="8191" y="9495"/>
                    <a:pt x="8191" y="9495"/>
                  </a:cubicBezTo>
                  <a:cubicBezTo>
                    <a:pt x="8303" y="9429"/>
                    <a:pt x="8303" y="9429"/>
                    <a:pt x="8303" y="9429"/>
                  </a:cubicBezTo>
                  <a:cubicBezTo>
                    <a:pt x="8415" y="9362"/>
                    <a:pt x="8415" y="9362"/>
                    <a:pt x="8415" y="9362"/>
                  </a:cubicBezTo>
                  <a:cubicBezTo>
                    <a:pt x="8471" y="9362"/>
                    <a:pt x="8471" y="9362"/>
                    <a:pt x="8471" y="9362"/>
                  </a:cubicBezTo>
                  <a:cubicBezTo>
                    <a:pt x="8471" y="9429"/>
                    <a:pt x="8471" y="9429"/>
                    <a:pt x="8471" y="9429"/>
                  </a:cubicBezTo>
                  <a:cubicBezTo>
                    <a:pt x="8471" y="9429"/>
                    <a:pt x="8471" y="9429"/>
                    <a:pt x="8471" y="9429"/>
                  </a:cubicBezTo>
                  <a:cubicBezTo>
                    <a:pt x="8471" y="9429"/>
                    <a:pt x="8471" y="9429"/>
                    <a:pt x="8471" y="9429"/>
                  </a:cubicBezTo>
                  <a:cubicBezTo>
                    <a:pt x="8471" y="9429"/>
                    <a:pt x="8471" y="9429"/>
                    <a:pt x="8471" y="9429"/>
                  </a:cubicBezTo>
                  <a:cubicBezTo>
                    <a:pt x="8471" y="9495"/>
                    <a:pt x="8471" y="9495"/>
                    <a:pt x="8471" y="9495"/>
                  </a:cubicBezTo>
                  <a:cubicBezTo>
                    <a:pt x="8471" y="9562"/>
                    <a:pt x="8471" y="9562"/>
                    <a:pt x="8471" y="9562"/>
                  </a:cubicBezTo>
                  <a:cubicBezTo>
                    <a:pt x="8471" y="9562"/>
                    <a:pt x="8471" y="9562"/>
                    <a:pt x="8471" y="9562"/>
                  </a:cubicBezTo>
                  <a:cubicBezTo>
                    <a:pt x="8471" y="9562"/>
                    <a:pt x="8471" y="9562"/>
                    <a:pt x="8471" y="9562"/>
                  </a:cubicBezTo>
                  <a:cubicBezTo>
                    <a:pt x="8527" y="9562"/>
                    <a:pt x="8527" y="9562"/>
                    <a:pt x="8527" y="9562"/>
                  </a:cubicBezTo>
                  <a:cubicBezTo>
                    <a:pt x="8527" y="9562"/>
                    <a:pt x="8527" y="9562"/>
                    <a:pt x="8527" y="9562"/>
                  </a:cubicBezTo>
                  <a:cubicBezTo>
                    <a:pt x="8527" y="9629"/>
                    <a:pt x="8527" y="9629"/>
                    <a:pt x="8527" y="9629"/>
                  </a:cubicBezTo>
                  <a:cubicBezTo>
                    <a:pt x="8527" y="9696"/>
                    <a:pt x="8527" y="9696"/>
                    <a:pt x="8527" y="9696"/>
                  </a:cubicBezTo>
                  <a:cubicBezTo>
                    <a:pt x="8527" y="9763"/>
                    <a:pt x="8527" y="9763"/>
                    <a:pt x="8527" y="9763"/>
                  </a:cubicBezTo>
                  <a:cubicBezTo>
                    <a:pt x="8527" y="9763"/>
                    <a:pt x="8527" y="9763"/>
                    <a:pt x="8527" y="9763"/>
                  </a:cubicBezTo>
                  <a:cubicBezTo>
                    <a:pt x="8583" y="9763"/>
                    <a:pt x="8583" y="9763"/>
                    <a:pt x="8583" y="9763"/>
                  </a:cubicBezTo>
                  <a:cubicBezTo>
                    <a:pt x="8583" y="9696"/>
                    <a:pt x="8583" y="9696"/>
                    <a:pt x="8583" y="9696"/>
                  </a:cubicBezTo>
                  <a:cubicBezTo>
                    <a:pt x="8583" y="9629"/>
                    <a:pt x="8583" y="9629"/>
                    <a:pt x="8583" y="9629"/>
                  </a:cubicBezTo>
                  <a:cubicBezTo>
                    <a:pt x="8640" y="9629"/>
                    <a:pt x="8640" y="9629"/>
                    <a:pt x="8640" y="9629"/>
                  </a:cubicBezTo>
                  <a:cubicBezTo>
                    <a:pt x="8583" y="9696"/>
                    <a:pt x="8583" y="9696"/>
                    <a:pt x="8583" y="9696"/>
                  </a:cubicBezTo>
                  <a:cubicBezTo>
                    <a:pt x="8583" y="9830"/>
                    <a:pt x="8583" y="9830"/>
                    <a:pt x="8583" y="9830"/>
                  </a:cubicBezTo>
                  <a:cubicBezTo>
                    <a:pt x="8527" y="9897"/>
                    <a:pt x="8527" y="9897"/>
                    <a:pt x="8527" y="9897"/>
                  </a:cubicBezTo>
                  <a:cubicBezTo>
                    <a:pt x="8527" y="9964"/>
                    <a:pt x="8527" y="9964"/>
                    <a:pt x="8527" y="9964"/>
                  </a:cubicBezTo>
                  <a:cubicBezTo>
                    <a:pt x="8583" y="10030"/>
                    <a:pt x="8583" y="10030"/>
                    <a:pt x="8583" y="10030"/>
                  </a:cubicBezTo>
                  <a:cubicBezTo>
                    <a:pt x="8583" y="10097"/>
                    <a:pt x="8583" y="10097"/>
                    <a:pt x="8583" y="10097"/>
                  </a:cubicBezTo>
                  <a:cubicBezTo>
                    <a:pt x="8527" y="10164"/>
                    <a:pt x="8527" y="10164"/>
                    <a:pt x="8527" y="10164"/>
                  </a:cubicBezTo>
                  <a:cubicBezTo>
                    <a:pt x="8583" y="10231"/>
                    <a:pt x="8583" y="10231"/>
                    <a:pt x="8583" y="10231"/>
                  </a:cubicBezTo>
                  <a:cubicBezTo>
                    <a:pt x="8583" y="10231"/>
                    <a:pt x="8583" y="10231"/>
                    <a:pt x="8583" y="10231"/>
                  </a:cubicBezTo>
                  <a:cubicBezTo>
                    <a:pt x="8583" y="10298"/>
                    <a:pt x="8583" y="10298"/>
                    <a:pt x="8583" y="10298"/>
                  </a:cubicBezTo>
                  <a:cubicBezTo>
                    <a:pt x="8583" y="10298"/>
                    <a:pt x="8583" y="10298"/>
                    <a:pt x="8583" y="10298"/>
                  </a:cubicBezTo>
                  <a:cubicBezTo>
                    <a:pt x="8640" y="10432"/>
                    <a:pt x="8640" y="10432"/>
                    <a:pt x="8640" y="10432"/>
                  </a:cubicBezTo>
                  <a:cubicBezTo>
                    <a:pt x="8640" y="10565"/>
                    <a:pt x="8640" y="10565"/>
                    <a:pt x="8640" y="10565"/>
                  </a:cubicBezTo>
                  <a:cubicBezTo>
                    <a:pt x="8640" y="10432"/>
                    <a:pt x="8640" y="10432"/>
                    <a:pt x="8640" y="10432"/>
                  </a:cubicBezTo>
                  <a:cubicBezTo>
                    <a:pt x="8640" y="10298"/>
                    <a:pt x="8640" y="10298"/>
                    <a:pt x="8640" y="10298"/>
                  </a:cubicBezTo>
                  <a:cubicBezTo>
                    <a:pt x="8640" y="10164"/>
                    <a:pt x="8640" y="10164"/>
                    <a:pt x="8640" y="10164"/>
                  </a:cubicBezTo>
                  <a:cubicBezTo>
                    <a:pt x="8696" y="10030"/>
                    <a:pt x="8696" y="10030"/>
                    <a:pt x="8696" y="10030"/>
                  </a:cubicBezTo>
                  <a:cubicBezTo>
                    <a:pt x="8696" y="10030"/>
                    <a:pt x="8696" y="10030"/>
                    <a:pt x="8696" y="10030"/>
                  </a:cubicBezTo>
                  <a:cubicBezTo>
                    <a:pt x="8696" y="10097"/>
                    <a:pt x="8696" y="10097"/>
                    <a:pt x="8696" y="10097"/>
                  </a:cubicBezTo>
                  <a:cubicBezTo>
                    <a:pt x="8696" y="10097"/>
                    <a:pt x="8696" y="10097"/>
                    <a:pt x="8696" y="10097"/>
                  </a:cubicBezTo>
                  <a:cubicBezTo>
                    <a:pt x="8696" y="10164"/>
                    <a:pt x="8696" y="10164"/>
                    <a:pt x="8696" y="10164"/>
                  </a:cubicBezTo>
                  <a:cubicBezTo>
                    <a:pt x="8696" y="10164"/>
                    <a:pt x="8696" y="10164"/>
                    <a:pt x="8696" y="10164"/>
                  </a:cubicBezTo>
                  <a:cubicBezTo>
                    <a:pt x="8752" y="10164"/>
                    <a:pt x="8752" y="10164"/>
                    <a:pt x="8752" y="10164"/>
                  </a:cubicBezTo>
                  <a:cubicBezTo>
                    <a:pt x="8752" y="10164"/>
                    <a:pt x="8752" y="10164"/>
                    <a:pt x="8752" y="10164"/>
                  </a:cubicBezTo>
                  <a:cubicBezTo>
                    <a:pt x="8808" y="10097"/>
                    <a:pt x="8808" y="10097"/>
                    <a:pt x="8808" y="10097"/>
                  </a:cubicBezTo>
                  <a:cubicBezTo>
                    <a:pt x="8808" y="10097"/>
                    <a:pt x="8808" y="10097"/>
                    <a:pt x="8808" y="10097"/>
                  </a:cubicBezTo>
                  <a:cubicBezTo>
                    <a:pt x="8752" y="10030"/>
                    <a:pt x="8752" y="10030"/>
                    <a:pt x="8752" y="10030"/>
                  </a:cubicBezTo>
                  <a:cubicBezTo>
                    <a:pt x="8752" y="9964"/>
                    <a:pt x="8752" y="9964"/>
                    <a:pt x="8752" y="9964"/>
                  </a:cubicBezTo>
                  <a:cubicBezTo>
                    <a:pt x="8808" y="9964"/>
                    <a:pt x="8808" y="9964"/>
                    <a:pt x="8808" y="9964"/>
                  </a:cubicBezTo>
                  <a:cubicBezTo>
                    <a:pt x="8808" y="9964"/>
                    <a:pt x="8808" y="9964"/>
                    <a:pt x="8808" y="9964"/>
                  </a:cubicBezTo>
                  <a:cubicBezTo>
                    <a:pt x="8752" y="9897"/>
                    <a:pt x="8752" y="9897"/>
                    <a:pt x="8752" y="9897"/>
                  </a:cubicBezTo>
                  <a:cubicBezTo>
                    <a:pt x="8752" y="9897"/>
                    <a:pt x="8752" y="9897"/>
                    <a:pt x="8752" y="9897"/>
                  </a:cubicBezTo>
                  <a:cubicBezTo>
                    <a:pt x="8808" y="9763"/>
                    <a:pt x="8808" y="9763"/>
                    <a:pt x="8808" y="9763"/>
                  </a:cubicBezTo>
                  <a:cubicBezTo>
                    <a:pt x="8808" y="9629"/>
                    <a:pt x="8808" y="9629"/>
                    <a:pt x="8808" y="9629"/>
                  </a:cubicBezTo>
                  <a:cubicBezTo>
                    <a:pt x="8808" y="9629"/>
                    <a:pt x="8808" y="9629"/>
                    <a:pt x="8808" y="9629"/>
                  </a:cubicBezTo>
                  <a:cubicBezTo>
                    <a:pt x="8808" y="9562"/>
                    <a:pt x="8808" y="9562"/>
                    <a:pt x="8808" y="9562"/>
                  </a:cubicBezTo>
                  <a:cubicBezTo>
                    <a:pt x="8864" y="9562"/>
                    <a:pt x="8864" y="9562"/>
                    <a:pt x="8864" y="9562"/>
                  </a:cubicBezTo>
                  <a:cubicBezTo>
                    <a:pt x="8920" y="9495"/>
                    <a:pt x="8920" y="9495"/>
                    <a:pt x="8920" y="9495"/>
                  </a:cubicBezTo>
                  <a:cubicBezTo>
                    <a:pt x="8920" y="9495"/>
                    <a:pt x="8920" y="9495"/>
                    <a:pt x="8920" y="9495"/>
                  </a:cubicBezTo>
                  <a:cubicBezTo>
                    <a:pt x="8976" y="9495"/>
                    <a:pt x="8976" y="9495"/>
                    <a:pt x="8976" y="9495"/>
                  </a:cubicBezTo>
                  <a:cubicBezTo>
                    <a:pt x="8976" y="9495"/>
                    <a:pt x="8976" y="9495"/>
                    <a:pt x="8976" y="9495"/>
                  </a:cubicBezTo>
                  <a:cubicBezTo>
                    <a:pt x="9032" y="9495"/>
                    <a:pt x="9032" y="9495"/>
                    <a:pt x="9032" y="9495"/>
                  </a:cubicBezTo>
                  <a:cubicBezTo>
                    <a:pt x="9032" y="9495"/>
                    <a:pt x="9032" y="9495"/>
                    <a:pt x="9032" y="9495"/>
                  </a:cubicBezTo>
                  <a:cubicBezTo>
                    <a:pt x="9088" y="9429"/>
                    <a:pt x="9088" y="9429"/>
                    <a:pt x="9088" y="9429"/>
                  </a:cubicBezTo>
                  <a:cubicBezTo>
                    <a:pt x="9088" y="9429"/>
                    <a:pt x="9088" y="9429"/>
                    <a:pt x="9088" y="9429"/>
                  </a:cubicBezTo>
                  <a:cubicBezTo>
                    <a:pt x="9088" y="9495"/>
                    <a:pt x="9088" y="9495"/>
                    <a:pt x="9088" y="9495"/>
                  </a:cubicBezTo>
                  <a:cubicBezTo>
                    <a:pt x="9144" y="9429"/>
                    <a:pt x="9144" y="9429"/>
                    <a:pt x="9144" y="9429"/>
                  </a:cubicBezTo>
                  <a:cubicBezTo>
                    <a:pt x="9201" y="9429"/>
                    <a:pt x="9201" y="9429"/>
                    <a:pt x="9201" y="9429"/>
                  </a:cubicBezTo>
                  <a:cubicBezTo>
                    <a:pt x="9201" y="9362"/>
                    <a:pt x="9201" y="9362"/>
                    <a:pt x="9201" y="9362"/>
                  </a:cubicBezTo>
                  <a:cubicBezTo>
                    <a:pt x="9201" y="9362"/>
                    <a:pt x="9201" y="9362"/>
                    <a:pt x="9201" y="9362"/>
                  </a:cubicBezTo>
                  <a:cubicBezTo>
                    <a:pt x="9257" y="9429"/>
                    <a:pt x="9257" y="9429"/>
                    <a:pt x="9257" y="9429"/>
                  </a:cubicBezTo>
                  <a:cubicBezTo>
                    <a:pt x="9257" y="9429"/>
                    <a:pt x="9257" y="9429"/>
                    <a:pt x="9257" y="9429"/>
                  </a:cubicBezTo>
                  <a:cubicBezTo>
                    <a:pt x="9257" y="9495"/>
                    <a:pt x="9257" y="9495"/>
                    <a:pt x="9257" y="9495"/>
                  </a:cubicBezTo>
                  <a:cubicBezTo>
                    <a:pt x="9257" y="9429"/>
                    <a:pt x="9257" y="9429"/>
                    <a:pt x="9257" y="9429"/>
                  </a:cubicBezTo>
                  <a:cubicBezTo>
                    <a:pt x="9257" y="9362"/>
                    <a:pt x="9257" y="9362"/>
                    <a:pt x="9257" y="9362"/>
                  </a:cubicBezTo>
                  <a:cubicBezTo>
                    <a:pt x="9313" y="9295"/>
                    <a:pt x="9313" y="9295"/>
                    <a:pt x="9313" y="9295"/>
                  </a:cubicBezTo>
                  <a:cubicBezTo>
                    <a:pt x="9313" y="9295"/>
                    <a:pt x="9313" y="9295"/>
                    <a:pt x="9313" y="9295"/>
                  </a:cubicBezTo>
                  <a:cubicBezTo>
                    <a:pt x="9369" y="9295"/>
                    <a:pt x="9369" y="9295"/>
                    <a:pt x="9369" y="9295"/>
                  </a:cubicBezTo>
                  <a:cubicBezTo>
                    <a:pt x="9425" y="9295"/>
                    <a:pt x="9425" y="9295"/>
                    <a:pt x="9425" y="9295"/>
                  </a:cubicBezTo>
                  <a:cubicBezTo>
                    <a:pt x="9425" y="9295"/>
                    <a:pt x="9425" y="9295"/>
                    <a:pt x="9425" y="9295"/>
                  </a:cubicBezTo>
                  <a:cubicBezTo>
                    <a:pt x="9481" y="9295"/>
                    <a:pt x="9481" y="9295"/>
                    <a:pt x="9481" y="9295"/>
                  </a:cubicBezTo>
                  <a:cubicBezTo>
                    <a:pt x="9537" y="9228"/>
                    <a:pt x="9537" y="9228"/>
                    <a:pt x="9537" y="9228"/>
                  </a:cubicBezTo>
                  <a:cubicBezTo>
                    <a:pt x="9481" y="9228"/>
                    <a:pt x="9481" y="9228"/>
                    <a:pt x="9481" y="9228"/>
                  </a:cubicBezTo>
                  <a:cubicBezTo>
                    <a:pt x="9537" y="9161"/>
                    <a:pt x="9537" y="9161"/>
                    <a:pt x="9537" y="9161"/>
                  </a:cubicBezTo>
                  <a:cubicBezTo>
                    <a:pt x="9481" y="9161"/>
                    <a:pt x="9481" y="9161"/>
                    <a:pt x="9481" y="9161"/>
                  </a:cubicBezTo>
                  <a:cubicBezTo>
                    <a:pt x="9481" y="9161"/>
                    <a:pt x="9481" y="9161"/>
                    <a:pt x="9481" y="9161"/>
                  </a:cubicBezTo>
                  <a:cubicBezTo>
                    <a:pt x="9425" y="9161"/>
                    <a:pt x="9425" y="9161"/>
                    <a:pt x="9425" y="9161"/>
                  </a:cubicBezTo>
                  <a:cubicBezTo>
                    <a:pt x="9313" y="9228"/>
                    <a:pt x="9313" y="9228"/>
                    <a:pt x="9313" y="9228"/>
                  </a:cubicBezTo>
                  <a:cubicBezTo>
                    <a:pt x="9313" y="9228"/>
                    <a:pt x="9313" y="9228"/>
                    <a:pt x="9313" y="9228"/>
                  </a:cubicBezTo>
                  <a:cubicBezTo>
                    <a:pt x="9313" y="9228"/>
                    <a:pt x="9313" y="9228"/>
                    <a:pt x="9313" y="9228"/>
                  </a:cubicBezTo>
                  <a:cubicBezTo>
                    <a:pt x="9257" y="9228"/>
                    <a:pt x="9257" y="9228"/>
                    <a:pt x="9257" y="9228"/>
                  </a:cubicBezTo>
                  <a:cubicBezTo>
                    <a:pt x="9257" y="9295"/>
                    <a:pt x="9257" y="9295"/>
                    <a:pt x="9257" y="9295"/>
                  </a:cubicBezTo>
                  <a:cubicBezTo>
                    <a:pt x="9257" y="9295"/>
                    <a:pt x="9257" y="9295"/>
                    <a:pt x="9257" y="9295"/>
                  </a:cubicBezTo>
                  <a:cubicBezTo>
                    <a:pt x="9201" y="9228"/>
                    <a:pt x="9201" y="9228"/>
                    <a:pt x="9201" y="9228"/>
                  </a:cubicBezTo>
                  <a:cubicBezTo>
                    <a:pt x="9201" y="9228"/>
                    <a:pt x="9201" y="9228"/>
                    <a:pt x="9201" y="9228"/>
                  </a:cubicBezTo>
                  <a:cubicBezTo>
                    <a:pt x="9201" y="9228"/>
                    <a:pt x="9201" y="9228"/>
                    <a:pt x="9201" y="9228"/>
                  </a:cubicBezTo>
                  <a:cubicBezTo>
                    <a:pt x="9144" y="9295"/>
                    <a:pt x="9144" y="9295"/>
                    <a:pt x="9144" y="9295"/>
                  </a:cubicBezTo>
                  <a:cubicBezTo>
                    <a:pt x="9144" y="9295"/>
                    <a:pt x="9144" y="9295"/>
                    <a:pt x="9144" y="9295"/>
                  </a:cubicBezTo>
                  <a:cubicBezTo>
                    <a:pt x="9088" y="9228"/>
                    <a:pt x="9088" y="9228"/>
                    <a:pt x="9088" y="9228"/>
                  </a:cubicBezTo>
                  <a:cubicBezTo>
                    <a:pt x="9032" y="9228"/>
                    <a:pt x="9032" y="9228"/>
                    <a:pt x="9032" y="9228"/>
                  </a:cubicBezTo>
                  <a:cubicBezTo>
                    <a:pt x="9032" y="9228"/>
                    <a:pt x="9032" y="9228"/>
                    <a:pt x="9032" y="9228"/>
                  </a:cubicBezTo>
                  <a:cubicBezTo>
                    <a:pt x="9032" y="9228"/>
                    <a:pt x="9032" y="9228"/>
                    <a:pt x="9032" y="9228"/>
                  </a:cubicBezTo>
                  <a:cubicBezTo>
                    <a:pt x="9032" y="9295"/>
                    <a:pt x="9032" y="9295"/>
                    <a:pt x="9032" y="9295"/>
                  </a:cubicBezTo>
                  <a:cubicBezTo>
                    <a:pt x="9032" y="9295"/>
                    <a:pt x="9032" y="9295"/>
                    <a:pt x="9032" y="9295"/>
                  </a:cubicBezTo>
                  <a:cubicBezTo>
                    <a:pt x="9032" y="9362"/>
                    <a:pt x="9032" y="9362"/>
                    <a:pt x="9032" y="9362"/>
                  </a:cubicBezTo>
                  <a:cubicBezTo>
                    <a:pt x="8976" y="9362"/>
                    <a:pt x="8976" y="9362"/>
                    <a:pt x="8976" y="9362"/>
                  </a:cubicBezTo>
                  <a:cubicBezTo>
                    <a:pt x="8976" y="9362"/>
                    <a:pt x="8976" y="9362"/>
                    <a:pt x="8976" y="9362"/>
                  </a:cubicBezTo>
                  <a:cubicBezTo>
                    <a:pt x="8920" y="9295"/>
                    <a:pt x="8920" y="9295"/>
                    <a:pt x="8920" y="9295"/>
                  </a:cubicBezTo>
                  <a:cubicBezTo>
                    <a:pt x="8920" y="9295"/>
                    <a:pt x="8920" y="9295"/>
                    <a:pt x="8920" y="9295"/>
                  </a:cubicBezTo>
                  <a:cubicBezTo>
                    <a:pt x="8920" y="9295"/>
                    <a:pt x="8920" y="9295"/>
                    <a:pt x="8920" y="9295"/>
                  </a:cubicBezTo>
                  <a:cubicBezTo>
                    <a:pt x="8920" y="9228"/>
                    <a:pt x="8920" y="9228"/>
                    <a:pt x="8920" y="9228"/>
                  </a:cubicBezTo>
                  <a:cubicBezTo>
                    <a:pt x="8920" y="9228"/>
                    <a:pt x="8920" y="9228"/>
                    <a:pt x="8920" y="9228"/>
                  </a:cubicBezTo>
                  <a:cubicBezTo>
                    <a:pt x="8920" y="9228"/>
                    <a:pt x="8920" y="9228"/>
                    <a:pt x="8920" y="9228"/>
                  </a:cubicBezTo>
                  <a:cubicBezTo>
                    <a:pt x="8864" y="9228"/>
                    <a:pt x="8864" y="9228"/>
                    <a:pt x="8864" y="9228"/>
                  </a:cubicBezTo>
                  <a:cubicBezTo>
                    <a:pt x="8864" y="9161"/>
                    <a:pt x="8864" y="9161"/>
                    <a:pt x="8864" y="9161"/>
                  </a:cubicBezTo>
                  <a:cubicBezTo>
                    <a:pt x="8920" y="9161"/>
                    <a:pt x="8920" y="9161"/>
                    <a:pt x="8920" y="9161"/>
                  </a:cubicBezTo>
                  <a:cubicBezTo>
                    <a:pt x="8976" y="9027"/>
                    <a:pt x="8976" y="9027"/>
                    <a:pt x="8976" y="9027"/>
                  </a:cubicBezTo>
                  <a:cubicBezTo>
                    <a:pt x="9032" y="9027"/>
                    <a:pt x="9032" y="9027"/>
                    <a:pt x="9032" y="9027"/>
                  </a:cubicBezTo>
                  <a:cubicBezTo>
                    <a:pt x="9088" y="9094"/>
                    <a:pt x="9088" y="9094"/>
                    <a:pt x="9088" y="9094"/>
                  </a:cubicBezTo>
                  <a:cubicBezTo>
                    <a:pt x="9257" y="9027"/>
                    <a:pt x="9257" y="9027"/>
                    <a:pt x="9257" y="9027"/>
                  </a:cubicBezTo>
                  <a:cubicBezTo>
                    <a:pt x="9369" y="9027"/>
                    <a:pt x="9369" y="9027"/>
                    <a:pt x="9369" y="9027"/>
                  </a:cubicBezTo>
                  <a:cubicBezTo>
                    <a:pt x="9425" y="9027"/>
                    <a:pt x="9425" y="9027"/>
                    <a:pt x="9425" y="9027"/>
                  </a:cubicBezTo>
                  <a:cubicBezTo>
                    <a:pt x="9481" y="9027"/>
                    <a:pt x="9481" y="9027"/>
                    <a:pt x="9481" y="9027"/>
                  </a:cubicBezTo>
                  <a:cubicBezTo>
                    <a:pt x="9537" y="9027"/>
                    <a:pt x="9537" y="9027"/>
                    <a:pt x="9537" y="9027"/>
                  </a:cubicBezTo>
                  <a:cubicBezTo>
                    <a:pt x="9537" y="9094"/>
                    <a:pt x="9537" y="9094"/>
                    <a:pt x="9537" y="9094"/>
                  </a:cubicBezTo>
                  <a:cubicBezTo>
                    <a:pt x="9537" y="9094"/>
                    <a:pt x="9537" y="9094"/>
                    <a:pt x="9537" y="9094"/>
                  </a:cubicBezTo>
                  <a:cubicBezTo>
                    <a:pt x="9593" y="9094"/>
                    <a:pt x="9593" y="9094"/>
                    <a:pt x="9593" y="9094"/>
                  </a:cubicBezTo>
                  <a:cubicBezTo>
                    <a:pt x="9593" y="9228"/>
                    <a:pt x="9593" y="9228"/>
                    <a:pt x="9593" y="9228"/>
                  </a:cubicBezTo>
                  <a:cubicBezTo>
                    <a:pt x="9537" y="9228"/>
                    <a:pt x="9537" y="9228"/>
                    <a:pt x="9537" y="9228"/>
                  </a:cubicBezTo>
                  <a:cubicBezTo>
                    <a:pt x="9593" y="9295"/>
                    <a:pt x="9593" y="9295"/>
                    <a:pt x="9593" y="9295"/>
                  </a:cubicBezTo>
                  <a:cubicBezTo>
                    <a:pt x="9593" y="9295"/>
                    <a:pt x="9593" y="9295"/>
                    <a:pt x="9593" y="9295"/>
                  </a:cubicBezTo>
                  <a:cubicBezTo>
                    <a:pt x="9537" y="9295"/>
                    <a:pt x="9537" y="9295"/>
                    <a:pt x="9537" y="9295"/>
                  </a:cubicBezTo>
                  <a:cubicBezTo>
                    <a:pt x="9537" y="9362"/>
                    <a:pt x="9537" y="9362"/>
                    <a:pt x="9537" y="9362"/>
                  </a:cubicBezTo>
                  <a:cubicBezTo>
                    <a:pt x="9537" y="9362"/>
                    <a:pt x="9537" y="9362"/>
                    <a:pt x="9537" y="9362"/>
                  </a:cubicBezTo>
                  <a:cubicBezTo>
                    <a:pt x="9593" y="9429"/>
                    <a:pt x="9593" y="9429"/>
                    <a:pt x="9593" y="9429"/>
                  </a:cubicBezTo>
                  <a:cubicBezTo>
                    <a:pt x="9593" y="9429"/>
                    <a:pt x="9593" y="9429"/>
                    <a:pt x="9593" y="9429"/>
                  </a:cubicBezTo>
                  <a:cubicBezTo>
                    <a:pt x="9649" y="9495"/>
                    <a:pt x="9649" y="9495"/>
                    <a:pt x="9649" y="9495"/>
                  </a:cubicBezTo>
                  <a:cubicBezTo>
                    <a:pt x="9649" y="9495"/>
                    <a:pt x="9649" y="9495"/>
                    <a:pt x="9649" y="9495"/>
                  </a:cubicBezTo>
                  <a:cubicBezTo>
                    <a:pt x="9593" y="9562"/>
                    <a:pt x="9593" y="9562"/>
                    <a:pt x="9593" y="9562"/>
                  </a:cubicBezTo>
                  <a:cubicBezTo>
                    <a:pt x="9593" y="9562"/>
                    <a:pt x="9593" y="9562"/>
                    <a:pt x="9593" y="9562"/>
                  </a:cubicBezTo>
                  <a:cubicBezTo>
                    <a:pt x="9593" y="9629"/>
                    <a:pt x="9593" y="9629"/>
                    <a:pt x="9593" y="9629"/>
                  </a:cubicBezTo>
                  <a:cubicBezTo>
                    <a:pt x="9649" y="9629"/>
                    <a:pt x="9649" y="9629"/>
                    <a:pt x="9649" y="9629"/>
                  </a:cubicBezTo>
                  <a:cubicBezTo>
                    <a:pt x="9649" y="9629"/>
                    <a:pt x="9649" y="9629"/>
                    <a:pt x="9649" y="9629"/>
                  </a:cubicBezTo>
                  <a:cubicBezTo>
                    <a:pt x="9649" y="9629"/>
                    <a:pt x="9649" y="9629"/>
                    <a:pt x="9649" y="9629"/>
                  </a:cubicBezTo>
                  <a:cubicBezTo>
                    <a:pt x="9705" y="9629"/>
                    <a:pt x="9705" y="9629"/>
                    <a:pt x="9705" y="9629"/>
                  </a:cubicBezTo>
                  <a:cubicBezTo>
                    <a:pt x="9705" y="9696"/>
                    <a:pt x="9705" y="9696"/>
                    <a:pt x="9705" y="9696"/>
                  </a:cubicBezTo>
                  <a:cubicBezTo>
                    <a:pt x="9762" y="9696"/>
                    <a:pt x="9762" y="9696"/>
                    <a:pt x="9762" y="9696"/>
                  </a:cubicBezTo>
                  <a:cubicBezTo>
                    <a:pt x="9818" y="9629"/>
                    <a:pt x="9818" y="9629"/>
                    <a:pt x="9818" y="9629"/>
                  </a:cubicBezTo>
                  <a:cubicBezTo>
                    <a:pt x="9818" y="9696"/>
                    <a:pt x="9818" y="9696"/>
                    <a:pt x="9818" y="9696"/>
                  </a:cubicBezTo>
                  <a:cubicBezTo>
                    <a:pt x="9818" y="9696"/>
                    <a:pt x="9818" y="9696"/>
                    <a:pt x="9818" y="9696"/>
                  </a:cubicBezTo>
                  <a:cubicBezTo>
                    <a:pt x="9874" y="9696"/>
                    <a:pt x="9874" y="9696"/>
                    <a:pt x="9874" y="9696"/>
                  </a:cubicBezTo>
                  <a:cubicBezTo>
                    <a:pt x="9874" y="9696"/>
                    <a:pt x="9874" y="9696"/>
                    <a:pt x="9874" y="9696"/>
                  </a:cubicBezTo>
                  <a:cubicBezTo>
                    <a:pt x="9874" y="9763"/>
                    <a:pt x="9874" y="9763"/>
                    <a:pt x="9874" y="9763"/>
                  </a:cubicBezTo>
                  <a:cubicBezTo>
                    <a:pt x="9874" y="9763"/>
                    <a:pt x="9874" y="9763"/>
                    <a:pt x="9874" y="9763"/>
                  </a:cubicBezTo>
                  <a:cubicBezTo>
                    <a:pt x="9874" y="9830"/>
                    <a:pt x="9874" y="9830"/>
                    <a:pt x="9874" y="9830"/>
                  </a:cubicBezTo>
                  <a:cubicBezTo>
                    <a:pt x="9930" y="9830"/>
                    <a:pt x="9930" y="9830"/>
                    <a:pt x="9930" y="9830"/>
                  </a:cubicBezTo>
                  <a:cubicBezTo>
                    <a:pt x="9930" y="9830"/>
                    <a:pt x="9930" y="9830"/>
                    <a:pt x="9930" y="9830"/>
                  </a:cubicBezTo>
                  <a:cubicBezTo>
                    <a:pt x="9986" y="9897"/>
                    <a:pt x="9986" y="9897"/>
                    <a:pt x="9986" y="9897"/>
                  </a:cubicBezTo>
                  <a:cubicBezTo>
                    <a:pt x="9986" y="9964"/>
                    <a:pt x="9986" y="9964"/>
                    <a:pt x="9986" y="9964"/>
                  </a:cubicBezTo>
                  <a:cubicBezTo>
                    <a:pt x="10042" y="9897"/>
                    <a:pt x="10042" y="9897"/>
                    <a:pt x="10042" y="9897"/>
                  </a:cubicBezTo>
                  <a:cubicBezTo>
                    <a:pt x="10042" y="9897"/>
                    <a:pt x="10042" y="9897"/>
                    <a:pt x="10042" y="9897"/>
                  </a:cubicBezTo>
                  <a:cubicBezTo>
                    <a:pt x="10042" y="9964"/>
                    <a:pt x="10042" y="9964"/>
                    <a:pt x="10042" y="9964"/>
                  </a:cubicBezTo>
                  <a:cubicBezTo>
                    <a:pt x="10098" y="9964"/>
                    <a:pt x="10098" y="9964"/>
                    <a:pt x="10098" y="9964"/>
                  </a:cubicBezTo>
                  <a:cubicBezTo>
                    <a:pt x="10154" y="10030"/>
                    <a:pt x="10154" y="10030"/>
                    <a:pt x="10154" y="10030"/>
                  </a:cubicBezTo>
                  <a:cubicBezTo>
                    <a:pt x="10210" y="9964"/>
                    <a:pt x="10210" y="9964"/>
                    <a:pt x="10210" y="9964"/>
                  </a:cubicBezTo>
                  <a:cubicBezTo>
                    <a:pt x="10267" y="10030"/>
                    <a:pt x="10267" y="10030"/>
                    <a:pt x="10267" y="10030"/>
                  </a:cubicBezTo>
                  <a:cubicBezTo>
                    <a:pt x="10267" y="9964"/>
                    <a:pt x="10267" y="9964"/>
                    <a:pt x="10267" y="9964"/>
                  </a:cubicBezTo>
                  <a:cubicBezTo>
                    <a:pt x="10379" y="9897"/>
                    <a:pt x="10379" y="9897"/>
                    <a:pt x="10379" y="9897"/>
                  </a:cubicBezTo>
                  <a:cubicBezTo>
                    <a:pt x="10379" y="9897"/>
                    <a:pt x="10379" y="9897"/>
                    <a:pt x="10379" y="9897"/>
                  </a:cubicBezTo>
                  <a:cubicBezTo>
                    <a:pt x="10379" y="9964"/>
                    <a:pt x="10379" y="9964"/>
                    <a:pt x="10379" y="9964"/>
                  </a:cubicBezTo>
                  <a:cubicBezTo>
                    <a:pt x="10491" y="9964"/>
                    <a:pt x="10491" y="9964"/>
                    <a:pt x="10491" y="9964"/>
                  </a:cubicBezTo>
                  <a:cubicBezTo>
                    <a:pt x="10547" y="10030"/>
                    <a:pt x="10547" y="10030"/>
                    <a:pt x="10547" y="10030"/>
                  </a:cubicBezTo>
                  <a:cubicBezTo>
                    <a:pt x="10603" y="10030"/>
                    <a:pt x="10603" y="10030"/>
                    <a:pt x="10603" y="10030"/>
                  </a:cubicBezTo>
                  <a:cubicBezTo>
                    <a:pt x="10659" y="10030"/>
                    <a:pt x="10659" y="10030"/>
                    <a:pt x="10659" y="10030"/>
                  </a:cubicBezTo>
                  <a:cubicBezTo>
                    <a:pt x="10659" y="10030"/>
                    <a:pt x="10659" y="10030"/>
                    <a:pt x="10659" y="10030"/>
                  </a:cubicBezTo>
                  <a:cubicBezTo>
                    <a:pt x="10771" y="10030"/>
                    <a:pt x="10771" y="10030"/>
                    <a:pt x="10771" y="10030"/>
                  </a:cubicBezTo>
                  <a:cubicBezTo>
                    <a:pt x="10771" y="10097"/>
                    <a:pt x="10771" y="10097"/>
                    <a:pt x="10771" y="10097"/>
                  </a:cubicBezTo>
                  <a:cubicBezTo>
                    <a:pt x="10828" y="10030"/>
                    <a:pt x="10828" y="10030"/>
                    <a:pt x="10828" y="10030"/>
                  </a:cubicBezTo>
                  <a:cubicBezTo>
                    <a:pt x="10828" y="9964"/>
                    <a:pt x="10828" y="9964"/>
                    <a:pt x="10828" y="9964"/>
                  </a:cubicBezTo>
                  <a:cubicBezTo>
                    <a:pt x="10771" y="9964"/>
                    <a:pt x="10771" y="9964"/>
                    <a:pt x="10771" y="9964"/>
                  </a:cubicBezTo>
                  <a:cubicBezTo>
                    <a:pt x="10771" y="9897"/>
                    <a:pt x="10771" y="9897"/>
                    <a:pt x="10771" y="9897"/>
                  </a:cubicBezTo>
                  <a:cubicBezTo>
                    <a:pt x="10771" y="9830"/>
                    <a:pt x="10771" y="9830"/>
                    <a:pt x="10771" y="9830"/>
                  </a:cubicBezTo>
                  <a:cubicBezTo>
                    <a:pt x="10771" y="9830"/>
                    <a:pt x="10771" y="9830"/>
                    <a:pt x="10771" y="9830"/>
                  </a:cubicBezTo>
                  <a:cubicBezTo>
                    <a:pt x="10828" y="9964"/>
                    <a:pt x="10828" y="9964"/>
                    <a:pt x="10828" y="9964"/>
                  </a:cubicBezTo>
                  <a:cubicBezTo>
                    <a:pt x="10828" y="10030"/>
                    <a:pt x="10828" y="10030"/>
                    <a:pt x="10828" y="10030"/>
                  </a:cubicBezTo>
                  <a:cubicBezTo>
                    <a:pt x="10884" y="10097"/>
                    <a:pt x="10884" y="10097"/>
                    <a:pt x="10884" y="10097"/>
                  </a:cubicBezTo>
                  <a:cubicBezTo>
                    <a:pt x="10940" y="10097"/>
                    <a:pt x="10940" y="10097"/>
                    <a:pt x="10940" y="10097"/>
                  </a:cubicBezTo>
                  <a:cubicBezTo>
                    <a:pt x="10940" y="10164"/>
                    <a:pt x="10940" y="10164"/>
                    <a:pt x="10940" y="10164"/>
                  </a:cubicBezTo>
                  <a:cubicBezTo>
                    <a:pt x="10940" y="10097"/>
                    <a:pt x="10940" y="10097"/>
                    <a:pt x="10940" y="10097"/>
                  </a:cubicBezTo>
                  <a:cubicBezTo>
                    <a:pt x="10940" y="10030"/>
                    <a:pt x="10940" y="10030"/>
                    <a:pt x="10940" y="10030"/>
                  </a:cubicBezTo>
                  <a:cubicBezTo>
                    <a:pt x="10884" y="10030"/>
                    <a:pt x="10884" y="10030"/>
                    <a:pt x="10884" y="10030"/>
                  </a:cubicBezTo>
                  <a:cubicBezTo>
                    <a:pt x="10828" y="9964"/>
                    <a:pt x="10828" y="9964"/>
                    <a:pt x="10828" y="9964"/>
                  </a:cubicBezTo>
                  <a:cubicBezTo>
                    <a:pt x="10828" y="9830"/>
                    <a:pt x="10828" y="9830"/>
                    <a:pt x="10828" y="9830"/>
                  </a:cubicBezTo>
                  <a:cubicBezTo>
                    <a:pt x="10828" y="9763"/>
                    <a:pt x="10828" y="9763"/>
                    <a:pt x="10828" y="9763"/>
                  </a:cubicBezTo>
                  <a:cubicBezTo>
                    <a:pt x="10884" y="9830"/>
                    <a:pt x="10884" y="9830"/>
                    <a:pt x="10884" y="9830"/>
                  </a:cubicBezTo>
                  <a:cubicBezTo>
                    <a:pt x="10884" y="9830"/>
                    <a:pt x="10884" y="9830"/>
                    <a:pt x="10884" y="9830"/>
                  </a:cubicBezTo>
                  <a:cubicBezTo>
                    <a:pt x="10884" y="9830"/>
                    <a:pt x="10884" y="9830"/>
                    <a:pt x="10884" y="9830"/>
                  </a:cubicBezTo>
                  <a:cubicBezTo>
                    <a:pt x="10884" y="9830"/>
                    <a:pt x="10884" y="9830"/>
                    <a:pt x="10884" y="9830"/>
                  </a:cubicBezTo>
                  <a:cubicBezTo>
                    <a:pt x="10884" y="9763"/>
                    <a:pt x="10884" y="9763"/>
                    <a:pt x="10884" y="9763"/>
                  </a:cubicBezTo>
                  <a:cubicBezTo>
                    <a:pt x="10884" y="9763"/>
                    <a:pt x="10884" y="9763"/>
                    <a:pt x="10884" y="9763"/>
                  </a:cubicBezTo>
                  <a:cubicBezTo>
                    <a:pt x="10884" y="9696"/>
                    <a:pt x="10884" y="9696"/>
                    <a:pt x="10884" y="9696"/>
                  </a:cubicBezTo>
                  <a:cubicBezTo>
                    <a:pt x="10884" y="9696"/>
                    <a:pt x="10884" y="9696"/>
                    <a:pt x="10884" y="9696"/>
                  </a:cubicBezTo>
                  <a:cubicBezTo>
                    <a:pt x="10884" y="9629"/>
                    <a:pt x="10884" y="9629"/>
                    <a:pt x="10884" y="9629"/>
                  </a:cubicBezTo>
                  <a:cubicBezTo>
                    <a:pt x="10940" y="9629"/>
                    <a:pt x="10940" y="9629"/>
                    <a:pt x="10940" y="9629"/>
                  </a:cubicBezTo>
                  <a:cubicBezTo>
                    <a:pt x="10940" y="9696"/>
                    <a:pt x="10940" y="9696"/>
                    <a:pt x="10940" y="9696"/>
                  </a:cubicBezTo>
                  <a:cubicBezTo>
                    <a:pt x="10940" y="9763"/>
                    <a:pt x="10940" y="9763"/>
                    <a:pt x="10940" y="9763"/>
                  </a:cubicBezTo>
                  <a:cubicBezTo>
                    <a:pt x="10996" y="9763"/>
                    <a:pt x="10996" y="9763"/>
                    <a:pt x="10996" y="9763"/>
                  </a:cubicBezTo>
                  <a:cubicBezTo>
                    <a:pt x="10996" y="9696"/>
                    <a:pt x="10996" y="9696"/>
                    <a:pt x="10996" y="9696"/>
                  </a:cubicBezTo>
                  <a:cubicBezTo>
                    <a:pt x="11052" y="9696"/>
                    <a:pt x="11052" y="9696"/>
                    <a:pt x="11052" y="9696"/>
                  </a:cubicBezTo>
                  <a:cubicBezTo>
                    <a:pt x="11052" y="9629"/>
                    <a:pt x="11052" y="9629"/>
                    <a:pt x="11052" y="9629"/>
                  </a:cubicBezTo>
                  <a:cubicBezTo>
                    <a:pt x="11108" y="9629"/>
                    <a:pt x="11108" y="9629"/>
                    <a:pt x="11108" y="9629"/>
                  </a:cubicBezTo>
                  <a:cubicBezTo>
                    <a:pt x="11108" y="9696"/>
                    <a:pt x="11108" y="9696"/>
                    <a:pt x="11108" y="9696"/>
                  </a:cubicBezTo>
                  <a:cubicBezTo>
                    <a:pt x="11108" y="9696"/>
                    <a:pt x="11108" y="9696"/>
                    <a:pt x="11108" y="9696"/>
                  </a:cubicBezTo>
                  <a:cubicBezTo>
                    <a:pt x="11108" y="9763"/>
                    <a:pt x="11108" y="9763"/>
                    <a:pt x="11108" y="9763"/>
                  </a:cubicBezTo>
                  <a:cubicBezTo>
                    <a:pt x="11108" y="9696"/>
                    <a:pt x="11108" y="9696"/>
                    <a:pt x="11108" y="9696"/>
                  </a:cubicBezTo>
                  <a:cubicBezTo>
                    <a:pt x="11164" y="9696"/>
                    <a:pt x="11164" y="9696"/>
                    <a:pt x="11164" y="9696"/>
                  </a:cubicBezTo>
                  <a:cubicBezTo>
                    <a:pt x="11164" y="9763"/>
                    <a:pt x="11164" y="9763"/>
                    <a:pt x="11164" y="9763"/>
                  </a:cubicBezTo>
                  <a:cubicBezTo>
                    <a:pt x="11164" y="9830"/>
                    <a:pt x="11164" y="9830"/>
                    <a:pt x="11164" y="9830"/>
                  </a:cubicBezTo>
                  <a:cubicBezTo>
                    <a:pt x="11164" y="9830"/>
                    <a:pt x="11164" y="9830"/>
                    <a:pt x="11164" y="9830"/>
                  </a:cubicBezTo>
                  <a:cubicBezTo>
                    <a:pt x="11164" y="9897"/>
                    <a:pt x="11164" y="9897"/>
                    <a:pt x="11164" y="9897"/>
                  </a:cubicBezTo>
                  <a:cubicBezTo>
                    <a:pt x="11220" y="9830"/>
                    <a:pt x="11220" y="9830"/>
                    <a:pt x="11220" y="9830"/>
                  </a:cubicBezTo>
                  <a:cubicBezTo>
                    <a:pt x="11276" y="9897"/>
                    <a:pt x="11276" y="9897"/>
                    <a:pt x="11276" y="9897"/>
                  </a:cubicBezTo>
                  <a:cubicBezTo>
                    <a:pt x="11220" y="9897"/>
                    <a:pt x="11220" y="9897"/>
                    <a:pt x="11220" y="9897"/>
                  </a:cubicBezTo>
                  <a:cubicBezTo>
                    <a:pt x="11164" y="9964"/>
                    <a:pt x="11164" y="9964"/>
                    <a:pt x="11164" y="9964"/>
                  </a:cubicBezTo>
                  <a:cubicBezTo>
                    <a:pt x="11164" y="9964"/>
                    <a:pt x="11164" y="9964"/>
                    <a:pt x="11164" y="9964"/>
                  </a:cubicBezTo>
                  <a:cubicBezTo>
                    <a:pt x="11220" y="9964"/>
                    <a:pt x="11220" y="9964"/>
                    <a:pt x="11220" y="9964"/>
                  </a:cubicBezTo>
                  <a:cubicBezTo>
                    <a:pt x="11276" y="9964"/>
                    <a:pt x="11276" y="9964"/>
                    <a:pt x="11276" y="9964"/>
                  </a:cubicBezTo>
                  <a:cubicBezTo>
                    <a:pt x="11276" y="9897"/>
                    <a:pt x="11276" y="9897"/>
                    <a:pt x="11276" y="9897"/>
                  </a:cubicBezTo>
                  <a:cubicBezTo>
                    <a:pt x="11389" y="9897"/>
                    <a:pt x="11389" y="9897"/>
                    <a:pt x="11389" y="9897"/>
                  </a:cubicBezTo>
                  <a:cubicBezTo>
                    <a:pt x="11389" y="9897"/>
                    <a:pt x="11389" y="9897"/>
                    <a:pt x="11389" y="9897"/>
                  </a:cubicBezTo>
                  <a:cubicBezTo>
                    <a:pt x="11389" y="9897"/>
                    <a:pt x="11389" y="9897"/>
                    <a:pt x="11389" y="9897"/>
                  </a:cubicBezTo>
                  <a:cubicBezTo>
                    <a:pt x="11389" y="9897"/>
                    <a:pt x="11389" y="9897"/>
                    <a:pt x="11389" y="9897"/>
                  </a:cubicBezTo>
                  <a:cubicBezTo>
                    <a:pt x="11332" y="9964"/>
                    <a:pt x="11332" y="9964"/>
                    <a:pt x="11332" y="9964"/>
                  </a:cubicBezTo>
                  <a:cubicBezTo>
                    <a:pt x="11332" y="10030"/>
                    <a:pt x="11332" y="10030"/>
                    <a:pt x="11332" y="10030"/>
                  </a:cubicBezTo>
                  <a:cubicBezTo>
                    <a:pt x="11276" y="10030"/>
                    <a:pt x="11276" y="10030"/>
                    <a:pt x="11276" y="10030"/>
                  </a:cubicBezTo>
                  <a:cubicBezTo>
                    <a:pt x="11276" y="10097"/>
                    <a:pt x="11276" y="10097"/>
                    <a:pt x="11276" y="10097"/>
                  </a:cubicBezTo>
                  <a:cubicBezTo>
                    <a:pt x="11164" y="10164"/>
                    <a:pt x="11164" y="10164"/>
                    <a:pt x="11164" y="10164"/>
                  </a:cubicBezTo>
                  <a:cubicBezTo>
                    <a:pt x="11164" y="10164"/>
                    <a:pt x="11164" y="10164"/>
                    <a:pt x="11164" y="10164"/>
                  </a:cubicBezTo>
                  <a:cubicBezTo>
                    <a:pt x="11164" y="10231"/>
                    <a:pt x="11164" y="10231"/>
                    <a:pt x="11164" y="10231"/>
                  </a:cubicBezTo>
                  <a:cubicBezTo>
                    <a:pt x="11164" y="10164"/>
                    <a:pt x="11164" y="10164"/>
                    <a:pt x="11164" y="10164"/>
                  </a:cubicBezTo>
                  <a:cubicBezTo>
                    <a:pt x="11108" y="10231"/>
                    <a:pt x="11108" y="10231"/>
                    <a:pt x="11108" y="10231"/>
                  </a:cubicBezTo>
                  <a:cubicBezTo>
                    <a:pt x="11108" y="10298"/>
                    <a:pt x="11108" y="10298"/>
                    <a:pt x="11108" y="10298"/>
                  </a:cubicBezTo>
                  <a:cubicBezTo>
                    <a:pt x="11108" y="10365"/>
                    <a:pt x="11108" y="10365"/>
                    <a:pt x="11108" y="10365"/>
                  </a:cubicBezTo>
                  <a:cubicBezTo>
                    <a:pt x="11164" y="10298"/>
                    <a:pt x="11164" y="10298"/>
                    <a:pt x="11164" y="10298"/>
                  </a:cubicBezTo>
                  <a:cubicBezTo>
                    <a:pt x="11164" y="10298"/>
                    <a:pt x="11164" y="10298"/>
                    <a:pt x="11164" y="10298"/>
                  </a:cubicBezTo>
                  <a:cubicBezTo>
                    <a:pt x="11164" y="10365"/>
                    <a:pt x="11164" y="10365"/>
                    <a:pt x="11164" y="10365"/>
                  </a:cubicBezTo>
                  <a:cubicBezTo>
                    <a:pt x="11108" y="10432"/>
                    <a:pt x="11108" y="10432"/>
                    <a:pt x="11108" y="10432"/>
                  </a:cubicBezTo>
                  <a:cubicBezTo>
                    <a:pt x="11108" y="10432"/>
                    <a:pt x="11108" y="10432"/>
                    <a:pt x="11108" y="10432"/>
                  </a:cubicBezTo>
                  <a:cubicBezTo>
                    <a:pt x="11164" y="10432"/>
                    <a:pt x="11164" y="10432"/>
                    <a:pt x="11164" y="10432"/>
                  </a:cubicBezTo>
                  <a:cubicBezTo>
                    <a:pt x="11220" y="10365"/>
                    <a:pt x="11220" y="10365"/>
                    <a:pt x="11220" y="10365"/>
                  </a:cubicBezTo>
                  <a:cubicBezTo>
                    <a:pt x="11276" y="10365"/>
                    <a:pt x="11276" y="10365"/>
                    <a:pt x="11276" y="10365"/>
                  </a:cubicBezTo>
                  <a:cubicBezTo>
                    <a:pt x="11220" y="10432"/>
                    <a:pt x="11220" y="10432"/>
                    <a:pt x="11220" y="10432"/>
                  </a:cubicBezTo>
                  <a:cubicBezTo>
                    <a:pt x="11220" y="10499"/>
                    <a:pt x="11220" y="10499"/>
                    <a:pt x="11220" y="10499"/>
                  </a:cubicBezTo>
                  <a:cubicBezTo>
                    <a:pt x="11220" y="10499"/>
                    <a:pt x="11220" y="10499"/>
                    <a:pt x="11220" y="10499"/>
                  </a:cubicBezTo>
                  <a:cubicBezTo>
                    <a:pt x="11276" y="10432"/>
                    <a:pt x="11276" y="10432"/>
                    <a:pt x="11276" y="10432"/>
                  </a:cubicBezTo>
                  <a:cubicBezTo>
                    <a:pt x="11220" y="10499"/>
                    <a:pt x="11220" y="10499"/>
                    <a:pt x="11220" y="10499"/>
                  </a:cubicBezTo>
                  <a:cubicBezTo>
                    <a:pt x="11220" y="10565"/>
                    <a:pt x="11220" y="10565"/>
                    <a:pt x="11220" y="10565"/>
                  </a:cubicBezTo>
                  <a:cubicBezTo>
                    <a:pt x="11220" y="10632"/>
                    <a:pt x="11220" y="10632"/>
                    <a:pt x="11220" y="10632"/>
                  </a:cubicBezTo>
                  <a:cubicBezTo>
                    <a:pt x="11164" y="10565"/>
                    <a:pt x="11164" y="10565"/>
                    <a:pt x="11164" y="10565"/>
                  </a:cubicBezTo>
                  <a:cubicBezTo>
                    <a:pt x="11108" y="10499"/>
                    <a:pt x="11108" y="10499"/>
                    <a:pt x="11108" y="10499"/>
                  </a:cubicBezTo>
                  <a:cubicBezTo>
                    <a:pt x="11052" y="10565"/>
                    <a:pt x="11052" y="10565"/>
                    <a:pt x="11052" y="10565"/>
                  </a:cubicBezTo>
                  <a:cubicBezTo>
                    <a:pt x="11052" y="10499"/>
                    <a:pt x="11052" y="10499"/>
                    <a:pt x="11052" y="10499"/>
                  </a:cubicBezTo>
                  <a:cubicBezTo>
                    <a:pt x="11052" y="10499"/>
                    <a:pt x="11052" y="10499"/>
                    <a:pt x="11052" y="10499"/>
                  </a:cubicBezTo>
                  <a:cubicBezTo>
                    <a:pt x="10996" y="10565"/>
                    <a:pt x="10996" y="10565"/>
                    <a:pt x="10996" y="10565"/>
                  </a:cubicBezTo>
                  <a:cubicBezTo>
                    <a:pt x="11052" y="10632"/>
                    <a:pt x="11052" y="10632"/>
                    <a:pt x="11052" y="10632"/>
                  </a:cubicBezTo>
                  <a:cubicBezTo>
                    <a:pt x="11052" y="10699"/>
                    <a:pt x="11052" y="10699"/>
                    <a:pt x="11052" y="10699"/>
                  </a:cubicBezTo>
                  <a:cubicBezTo>
                    <a:pt x="11052" y="10833"/>
                    <a:pt x="11052" y="10833"/>
                    <a:pt x="11052" y="10833"/>
                  </a:cubicBezTo>
                  <a:cubicBezTo>
                    <a:pt x="11108" y="10699"/>
                    <a:pt x="11108" y="10699"/>
                    <a:pt x="11108" y="10699"/>
                  </a:cubicBezTo>
                  <a:cubicBezTo>
                    <a:pt x="11052" y="10632"/>
                    <a:pt x="11052" y="10632"/>
                    <a:pt x="11052" y="10632"/>
                  </a:cubicBezTo>
                  <a:cubicBezTo>
                    <a:pt x="11108" y="10565"/>
                    <a:pt x="11108" y="10565"/>
                    <a:pt x="11108" y="10565"/>
                  </a:cubicBezTo>
                  <a:cubicBezTo>
                    <a:pt x="11108" y="10632"/>
                    <a:pt x="11108" y="10632"/>
                    <a:pt x="11108" y="10632"/>
                  </a:cubicBezTo>
                  <a:cubicBezTo>
                    <a:pt x="11164" y="10632"/>
                    <a:pt x="11164" y="10632"/>
                    <a:pt x="11164" y="10632"/>
                  </a:cubicBezTo>
                  <a:cubicBezTo>
                    <a:pt x="11220" y="10632"/>
                    <a:pt x="11220" y="10632"/>
                    <a:pt x="11220" y="10632"/>
                  </a:cubicBezTo>
                  <a:cubicBezTo>
                    <a:pt x="11276" y="10632"/>
                    <a:pt x="11276" y="10632"/>
                    <a:pt x="11276" y="10632"/>
                  </a:cubicBezTo>
                  <a:cubicBezTo>
                    <a:pt x="11276" y="10565"/>
                    <a:pt x="11276" y="10565"/>
                    <a:pt x="11276" y="10565"/>
                  </a:cubicBezTo>
                  <a:cubicBezTo>
                    <a:pt x="11332" y="10565"/>
                    <a:pt x="11332" y="10565"/>
                    <a:pt x="11332" y="10565"/>
                  </a:cubicBezTo>
                  <a:cubicBezTo>
                    <a:pt x="11389" y="10499"/>
                    <a:pt x="11389" y="10499"/>
                    <a:pt x="11389" y="10499"/>
                  </a:cubicBezTo>
                  <a:cubicBezTo>
                    <a:pt x="11445" y="10499"/>
                    <a:pt x="11445" y="10499"/>
                    <a:pt x="11445" y="10499"/>
                  </a:cubicBezTo>
                  <a:cubicBezTo>
                    <a:pt x="11445" y="10432"/>
                    <a:pt x="11445" y="10432"/>
                    <a:pt x="11445" y="10432"/>
                  </a:cubicBezTo>
                  <a:cubicBezTo>
                    <a:pt x="11389" y="10499"/>
                    <a:pt x="11389" y="10499"/>
                    <a:pt x="11389" y="10499"/>
                  </a:cubicBezTo>
                  <a:cubicBezTo>
                    <a:pt x="11389" y="10432"/>
                    <a:pt x="11389" y="10432"/>
                    <a:pt x="11389" y="10432"/>
                  </a:cubicBezTo>
                  <a:cubicBezTo>
                    <a:pt x="11332" y="10499"/>
                    <a:pt x="11332" y="10499"/>
                    <a:pt x="11332" y="10499"/>
                  </a:cubicBezTo>
                  <a:cubicBezTo>
                    <a:pt x="11332" y="10499"/>
                    <a:pt x="11332" y="10499"/>
                    <a:pt x="11332" y="10499"/>
                  </a:cubicBezTo>
                  <a:cubicBezTo>
                    <a:pt x="11276" y="10499"/>
                    <a:pt x="11276" y="10499"/>
                    <a:pt x="11276" y="10499"/>
                  </a:cubicBezTo>
                  <a:cubicBezTo>
                    <a:pt x="11332" y="10432"/>
                    <a:pt x="11332" y="10432"/>
                    <a:pt x="11332" y="10432"/>
                  </a:cubicBezTo>
                  <a:cubicBezTo>
                    <a:pt x="11332" y="10432"/>
                    <a:pt x="11332" y="10432"/>
                    <a:pt x="11332" y="10432"/>
                  </a:cubicBezTo>
                  <a:cubicBezTo>
                    <a:pt x="11332" y="10365"/>
                    <a:pt x="11332" y="10365"/>
                    <a:pt x="11332" y="10365"/>
                  </a:cubicBezTo>
                  <a:cubicBezTo>
                    <a:pt x="11332" y="10365"/>
                    <a:pt x="11332" y="10365"/>
                    <a:pt x="11332" y="10365"/>
                  </a:cubicBezTo>
                  <a:cubicBezTo>
                    <a:pt x="11389" y="10298"/>
                    <a:pt x="11389" y="10298"/>
                    <a:pt x="11389" y="10298"/>
                  </a:cubicBezTo>
                  <a:cubicBezTo>
                    <a:pt x="11332" y="10231"/>
                    <a:pt x="11332" y="10231"/>
                    <a:pt x="11332" y="10231"/>
                  </a:cubicBezTo>
                  <a:cubicBezTo>
                    <a:pt x="11332" y="10231"/>
                    <a:pt x="11332" y="10231"/>
                    <a:pt x="11332" y="10231"/>
                  </a:cubicBezTo>
                  <a:cubicBezTo>
                    <a:pt x="11332" y="10164"/>
                    <a:pt x="11332" y="10164"/>
                    <a:pt x="11332" y="10164"/>
                  </a:cubicBezTo>
                  <a:cubicBezTo>
                    <a:pt x="11389" y="10097"/>
                    <a:pt x="11389" y="10097"/>
                    <a:pt x="11389" y="10097"/>
                  </a:cubicBezTo>
                  <a:cubicBezTo>
                    <a:pt x="11389" y="10030"/>
                    <a:pt x="11389" y="10030"/>
                    <a:pt x="11389" y="10030"/>
                  </a:cubicBezTo>
                  <a:cubicBezTo>
                    <a:pt x="11445" y="10030"/>
                    <a:pt x="11445" y="10030"/>
                    <a:pt x="11445" y="10030"/>
                  </a:cubicBezTo>
                  <a:cubicBezTo>
                    <a:pt x="11501" y="10030"/>
                    <a:pt x="11501" y="10030"/>
                    <a:pt x="11501" y="10030"/>
                  </a:cubicBezTo>
                  <a:cubicBezTo>
                    <a:pt x="11445" y="10030"/>
                    <a:pt x="11445" y="10030"/>
                    <a:pt x="11445" y="10030"/>
                  </a:cubicBezTo>
                  <a:cubicBezTo>
                    <a:pt x="11501" y="10030"/>
                    <a:pt x="11501" y="10030"/>
                    <a:pt x="11501" y="10030"/>
                  </a:cubicBezTo>
                  <a:cubicBezTo>
                    <a:pt x="11501" y="10030"/>
                    <a:pt x="11501" y="10030"/>
                    <a:pt x="11501" y="10030"/>
                  </a:cubicBezTo>
                  <a:cubicBezTo>
                    <a:pt x="11557" y="10030"/>
                    <a:pt x="11557" y="10030"/>
                    <a:pt x="11557" y="10030"/>
                  </a:cubicBezTo>
                  <a:cubicBezTo>
                    <a:pt x="11557" y="10030"/>
                    <a:pt x="11557" y="10030"/>
                    <a:pt x="11557" y="10030"/>
                  </a:cubicBezTo>
                  <a:cubicBezTo>
                    <a:pt x="11557" y="10030"/>
                    <a:pt x="11557" y="10030"/>
                    <a:pt x="11557" y="10030"/>
                  </a:cubicBezTo>
                  <a:cubicBezTo>
                    <a:pt x="11613" y="10030"/>
                    <a:pt x="11613" y="10030"/>
                    <a:pt x="11613" y="10030"/>
                  </a:cubicBezTo>
                  <a:cubicBezTo>
                    <a:pt x="11613" y="10030"/>
                    <a:pt x="11613" y="10030"/>
                    <a:pt x="11613" y="10030"/>
                  </a:cubicBezTo>
                  <a:cubicBezTo>
                    <a:pt x="11725" y="9964"/>
                    <a:pt x="11725" y="9964"/>
                    <a:pt x="11725" y="9964"/>
                  </a:cubicBezTo>
                  <a:cubicBezTo>
                    <a:pt x="11781" y="9897"/>
                    <a:pt x="11781" y="9897"/>
                    <a:pt x="11781" y="9897"/>
                  </a:cubicBezTo>
                  <a:cubicBezTo>
                    <a:pt x="11781" y="9897"/>
                    <a:pt x="11781" y="9897"/>
                    <a:pt x="11781" y="9897"/>
                  </a:cubicBezTo>
                  <a:cubicBezTo>
                    <a:pt x="11781" y="9897"/>
                    <a:pt x="11781" y="9897"/>
                    <a:pt x="11781" y="9897"/>
                  </a:cubicBezTo>
                  <a:cubicBezTo>
                    <a:pt x="11837" y="9830"/>
                    <a:pt x="11837" y="9830"/>
                    <a:pt x="11837" y="9830"/>
                  </a:cubicBezTo>
                  <a:cubicBezTo>
                    <a:pt x="11894" y="9830"/>
                    <a:pt x="11894" y="9830"/>
                    <a:pt x="11894" y="9830"/>
                  </a:cubicBezTo>
                  <a:cubicBezTo>
                    <a:pt x="11950" y="9763"/>
                    <a:pt x="11950" y="9763"/>
                    <a:pt x="11950" y="9763"/>
                  </a:cubicBezTo>
                  <a:cubicBezTo>
                    <a:pt x="11950" y="9763"/>
                    <a:pt x="11950" y="9763"/>
                    <a:pt x="11950" y="9763"/>
                  </a:cubicBezTo>
                  <a:cubicBezTo>
                    <a:pt x="11950" y="9629"/>
                    <a:pt x="11950" y="9629"/>
                    <a:pt x="11950" y="9629"/>
                  </a:cubicBezTo>
                  <a:cubicBezTo>
                    <a:pt x="12006" y="9629"/>
                    <a:pt x="12006" y="9629"/>
                    <a:pt x="12006" y="9629"/>
                  </a:cubicBezTo>
                  <a:cubicBezTo>
                    <a:pt x="12006" y="9562"/>
                    <a:pt x="12006" y="9562"/>
                    <a:pt x="12006" y="9562"/>
                  </a:cubicBezTo>
                  <a:cubicBezTo>
                    <a:pt x="12006" y="9495"/>
                    <a:pt x="12006" y="9495"/>
                    <a:pt x="12006" y="9495"/>
                  </a:cubicBezTo>
                  <a:cubicBezTo>
                    <a:pt x="11950" y="9562"/>
                    <a:pt x="11950" y="9562"/>
                    <a:pt x="11950" y="9562"/>
                  </a:cubicBezTo>
                  <a:cubicBezTo>
                    <a:pt x="11894" y="9562"/>
                    <a:pt x="11894" y="9562"/>
                    <a:pt x="11894" y="9562"/>
                  </a:cubicBezTo>
                  <a:cubicBezTo>
                    <a:pt x="11950" y="9562"/>
                    <a:pt x="11950" y="9562"/>
                    <a:pt x="11950" y="9562"/>
                  </a:cubicBezTo>
                  <a:cubicBezTo>
                    <a:pt x="11894" y="9629"/>
                    <a:pt x="11894" y="9629"/>
                    <a:pt x="11894" y="9629"/>
                  </a:cubicBezTo>
                  <a:cubicBezTo>
                    <a:pt x="11837" y="9629"/>
                    <a:pt x="11837" y="9629"/>
                    <a:pt x="11837" y="9629"/>
                  </a:cubicBezTo>
                  <a:cubicBezTo>
                    <a:pt x="11837" y="9629"/>
                    <a:pt x="11837" y="9629"/>
                    <a:pt x="11837" y="9629"/>
                  </a:cubicBezTo>
                  <a:cubicBezTo>
                    <a:pt x="11781" y="9629"/>
                    <a:pt x="11781" y="9629"/>
                    <a:pt x="11781" y="9629"/>
                  </a:cubicBezTo>
                  <a:cubicBezTo>
                    <a:pt x="11781" y="9562"/>
                    <a:pt x="11781" y="9562"/>
                    <a:pt x="11781" y="9562"/>
                  </a:cubicBezTo>
                  <a:cubicBezTo>
                    <a:pt x="11837" y="9495"/>
                    <a:pt x="11837" y="9495"/>
                    <a:pt x="11837" y="9495"/>
                  </a:cubicBezTo>
                  <a:cubicBezTo>
                    <a:pt x="11837" y="9495"/>
                    <a:pt x="11837" y="9495"/>
                    <a:pt x="11837" y="9495"/>
                  </a:cubicBezTo>
                  <a:cubicBezTo>
                    <a:pt x="11894" y="9495"/>
                    <a:pt x="11894" y="9495"/>
                    <a:pt x="11894" y="9495"/>
                  </a:cubicBezTo>
                  <a:cubicBezTo>
                    <a:pt x="11950" y="9429"/>
                    <a:pt x="11950" y="9429"/>
                    <a:pt x="11950" y="9429"/>
                  </a:cubicBezTo>
                  <a:cubicBezTo>
                    <a:pt x="11950" y="9429"/>
                    <a:pt x="11950" y="9429"/>
                    <a:pt x="11950" y="9429"/>
                  </a:cubicBezTo>
                  <a:cubicBezTo>
                    <a:pt x="11950" y="9362"/>
                    <a:pt x="11950" y="9362"/>
                    <a:pt x="11950" y="9362"/>
                  </a:cubicBezTo>
                  <a:cubicBezTo>
                    <a:pt x="11950" y="9362"/>
                    <a:pt x="11950" y="9362"/>
                    <a:pt x="11950" y="9362"/>
                  </a:cubicBezTo>
                  <a:cubicBezTo>
                    <a:pt x="12006" y="9295"/>
                    <a:pt x="12006" y="9295"/>
                    <a:pt x="12006" y="9295"/>
                  </a:cubicBezTo>
                  <a:cubicBezTo>
                    <a:pt x="12062" y="9362"/>
                    <a:pt x="12062" y="9362"/>
                    <a:pt x="12062" y="9362"/>
                  </a:cubicBezTo>
                  <a:cubicBezTo>
                    <a:pt x="12062" y="9362"/>
                    <a:pt x="12062" y="9362"/>
                    <a:pt x="12062" y="9362"/>
                  </a:cubicBezTo>
                  <a:cubicBezTo>
                    <a:pt x="12006" y="9429"/>
                    <a:pt x="12006" y="9429"/>
                    <a:pt x="12006" y="9429"/>
                  </a:cubicBezTo>
                  <a:cubicBezTo>
                    <a:pt x="12062" y="9429"/>
                    <a:pt x="12062" y="9429"/>
                    <a:pt x="12062" y="9429"/>
                  </a:cubicBezTo>
                  <a:cubicBezTo>
                    <a:pt x="12118" y="9429"/>
                    <a:pt x="12118" y="9429"/>
                    <a:pt x="12118" y="9429"/>
                  </a:cubicBezTo>
                  <a:cubicBezTo>
                    <a:pt x="12118" y="9295"/>
                    <a:pt x="12118" y="9295"/>
                    <a:pt x="12118" y="9295"/>
                  </a:cubicBezTo>
                  <a:cubicBezTo>
                    <a:pt x="12118" y="9295"/>
                    <a:pt x="12118" y="9295"/>
                    <a:pt x="12118" y="9295"/>
                  </a:cubicBezTo>
                  <a:cubicBezTo>
                    <a:pt x="12062" y="9228"/>
                    <a:pt x="12062" y="9228"/>
                    <a:pt x="12062" y="9228"/>
                  </a:cubicBezTo>
                  <a:cubicBezTo>
                    <a:pt x="12062" y="9228"/>
                    <a:pt x="12062" y="9228"/>
                    <a:pt x="12062" y="9228"/>
                  </a:cubicBezTo>
                  <a:cubicBezTo>
                    <a:pt x="12006" y="9228"/>
                    <a:pt x="12006" y="9228"/>
                    <a:pt x="12006" y="9228"/>
                  </a:cubicBezTo>
                  <a:cubicBezTo>
                    <a:pt x="11950" y="9228"/>
                    <a:pt x="11950" y="9228"/>
                    <a:pt x="11950" y="9228"/>
                  </a:cubicBezTo>
                  <a:cubicBezTo>
                    <a:pt x="11894" y="9161"/>
                    <a:pt x="11894" y="9161"/>
                    <a:pt x="11894" y="9161"/>
                  </a:cubicBezTo>
                  <a:cubicBezTo>
                    <a:pt x="11950" y="9094"/>
                    <a:pt x="11950" y="9094"/>
                    <a:pt x="11950" y="9094"/>
                  </a:cubicBezTo>
                  <a:cubicBezTo>
                    <a:pt x="11894" y="9161"/>
                    <a:pt x="11894" y="9161"/>
                    <a:pt x="11894" y="9161"/>
                  </a:cubicBezTo>
                  <a:cubicBezTo>
                    <a:pt x="11894" y="9161"/>
                    <a:pt x="11894" y="9161"/>
                    <a:pt x="11894" y="9161"/>
                  </a:cubicBezTo>
                  <a:cubicBezTo>
                    <a:pt x="11837" y="9094"/>
                    <a:pt x="11837" y="9094"/>
                    <a:pt x="11837" y="9094"/>
                  </a:cubicBezTo>
                  <a:cubicBezTo>
                    <a:pt x="11781" y="9027"/>
                    <a:pt x="11781" y="9027"/>
                    <a:pt x="11781" y="9027"/>
                  </a:cubicBezTo>
                  <a:cubicBezTo>
                    <a:pt x="11781" y="8960"/>
                    <a:pt x="11781" y="8960"/>
                    <a:pt x="11781" y="8960"/>
                  </a:cubicBezTo>
                  <a:cubicBezTo>
                    <a:pt x="11781" y="8960"/>
                    <a:pt x="11781" y="8960"/>
                    <a:pt x="11781" y="8960"/>
                  </a:cubicBezTo>
                  <a:cubicBezTo>
                    <a:pt x="11725" y="8960"/>
                    <a:pt x="11725" y="8960"/>
                    <a:pt x="11725" y="8960"/>
                  </a:cubicBezTo>
                  <a:cubicBezTo>
                    <a:pt x="11725" y="8960"/>
                    <a:pt x="11725" y="8960"/>
                    <a:pt x="11725" y="8960"/>
                  </a:cubicBezTo>
                  <a:cubicBezTo>
                    <a:pt x="11725" y="8894"/>
                    <a:pt x="11725" y="8894"/>
                    <a:pt x="11725" y="8894"/>
                  </a:cubicBezTo>
                  <a:cubicBezTo>
                    <a:pt x="11725" y="8894"/>
                    <a:pt x="11725" y="8894"/>
                    <a:pt x="11725" y="8894"/>
                  </a:cubicBezTo>
                  <a:cubicBezTo>
                    <a:pt x="11725" y="8827"/>
                    <a:pt x="11725" y="8827"/>
                    <a:pt x="11725" y="8827"/>
                  </a:cubicBezTo>
                  <a:cubicBezTo>
                    <a:pt x="11725" y="8760"/>
                    <a:pt x="11725" y="8760"/>
                    <a:pt x="11725" y="8760"/>
                  </a:cubicBezTo>
                  <a:cubicBezTo>
                    <a:pt x="11725" y="8626"/>
                    <a:pt x="11725" y="8626"/>
                    <a:pt x="11725" y="8626"/>
                  </a:cubicBezTo>
                  <a:cubicBezTo>
                    <a:pt x="11725" y="8626"/>
                    <a:pt x="11725" y="8626"/>
                    <a:pt x="11725" y="8626"/>
                  </a:cubicBezTo>
                  <a:cubicBezTo>
                    <a:pt x="11837" y="8559"/>
                    <a:pt x="11837" y="8559"/>
                    <a:pt x="11837" y="8559"/>
                  </a:cubicBezTo>
                  <a:cubicBezTo>
                    <a:pt x="11894" y="8492"/>
                    <a:pt x="11894" y="8492"/>
                    <a:pt x="11894" y="8492"/>
                  </a:cubicBezTo>
                  <a:cubicBezTo>
                    <a:pt x="11894" y="8492"/>
                    <a:pt x="11894" y="8492"/>
                    <a:pt x="11894" y="8492"/>
                  </a:cubicBezTo>
                  <a:cubicBezTo>
                    <a:pt x="11894" y="8492"/>
                    <a:pt x="11894" y="8492"/>
                    <a:pt x="11894" y="8492"/>
                  </a:cubicBezTo>
                  <a:cubicBezTo>
                    <a:pt x="11950" y="8492"/>
                    <a:pt x="11950" y="8492"/>
                    <a:pt x="11950" y="8492"/>
                  </a:cubicBezTo>
                  <a:cubicBezTo>
                    <a:pt x="11950" y="8426"/>
                    <a:pt x="11950" y="8426"/>
                    <a:pt x="11950" y="8426"/>
                  </a:cubicBezTo>
                  <a:cubicBezTo>
                    <a:pt x="11950" y="8426"/>
                    <a:pt x="11950" y="8426"/>
                    <a:pt x="11950" y="8426"/>
                  </a:cubicBezTo>
                  <a:cubicBezTo>
                    <a:pt x="11894" y="8426"/>
                    <a:pt x="11894" y="8426"/>
                    <a:pt x="11894" y="8426"/>
                  </a:cubicBezTo>
                  <a:cubicBezTo>
                    <a:pt x="11894" y="8426"/>
                    <a:pt x="11894" y="8426"/>
                    <a:pt x="11894" y="8426"/>
                  </a:cubicBezTo>
                  <a:cubicBezTo>
                    <a:pt x="11894" y="8426"/>
                    <a:pt x="11894" y="8426"/>
                    <a:pt x="11894" y="8426"/>
                  </a:cubicBezTo>
                  <a:cubicBezTo>
                    <a:pt x="11837" y="8359"/>
                    <a:pt x="11837" y="8359"/>
                    <a:pt x="11837" y="8359"/>
                  </a:cubicBezTo>
                  <a:cubicBezTo>
                    <a:pt x="11837" y="8292"/>
                    <a:pt x="11837" y="8292"/>
                    <a:pt x="11837" y="8292"/>
                  </a:cubicBezTo>
                  <a:cubicBezTo>
                    <a:pt x="11950" y="8225"/>
                    <a:pt x="11950" y="8225"/>
                    <a:pt x="11950" y="8225"/>
                  </a:cubicBezTo>
                  <a:cubicBezTo>
                    <a:pt x="11950" y="8158"/>
                    <a:pt x="11950" y="8158"/>
                    <a:pt x="11950" y="8158"/>
                  </a:cubicBezTo>
                  <a:cubicBezTo>
                    <a:pt x="12006" y="8091"/>
                    <a:pt x="12006" y="8091"/>
                    <a:pt x="12006" y="8091"/>
                  </a:cubicBezTo>
                  <a:cubicBezTo>
                    <a:pt x="12006" y="8024"/>
                    <a:pt x="12006" y="8024"/>
                    <a:pt x="12006" y="8024"/>
                  </a:cubicBezTo>
                  <a:cubicBezTo>
                    <a:pt x="12062" y="8024"/>
                    <a:pt x="12062" y="8024"/>
                    <a:pt x="12062" y="8024"/>
                  </a:cubicBezTo>
                  <a:cubicBezTo>
                    <a:pt x="12118" y="7957"/>
                    <a:pt x="12118" y="7957"/>
                    <a:pt x="12118" y="7957"/>
                  </a:cubicBezTo>
                  <a:cubicBezTo>
                    <a:pt x="12174" y="7957"/>
                    <a:pt x="12174" y="7957"/>
                    <a:pt x="12174" y="7957"/>
                  </a:cubicBezTo>
                  <a:cubicBezTo>
                    <a:pt x="12174" y="7957"/>
                    <a:pt x="12174" y="7957"/>
                    <a:pt x="12174" y="7957"/>
                  </a:cubicBezTo>
                  <a:cubicBezTo>
                    <a:pt x="12174" y="8024"/>
                    <a:pt x="12174" y="8024"/>
                    <a:pt x="12174" y="8024"/>
                  </a:cubicBezTo>
                  <a:cubicBezTo>
                    <a:pt x="12174" y="8091"/>
                    <a:pt x="12174" y="8091"/>
                    <a:pt x="12174" y="8091"/>
                  </a:cubicBezTo>
                  <a:cubicBezTo>
                    <a:pt x="12174" y="8091"/>
                    <a:pt x="12174" y="8091"/>
                    <a:pt x="12174" y="8091"/>
                  </a:cubicBezTo>
                  <a:cubicBezTo>
                    <a:pt x="12230" y="8091"/>
                    <a:pt x="12230" y="8091"/>
                    <a:pt x="12230" y="8091"/>
                  </a:cubicBezTo>
                  <a:cubicBezTo>
                    <a:pt x="12230" y="8024"/>
                    <a:pt x="12230" y="8024"/>
                    <a:pt x="12230" y="8024"/>
                  </a:cubicBezTo>
                  <a:cubicBezTo>
                    <a:pt x="12286" y="7957"/>
                    <a:pt x="12286" y="7957"/>
                    <a:pt x="12286" y="7957"/>
                  </a:cubicBezTo>
                  <a:cubicBezTo>
                    <a:pt x="12286" y="7957"/>
                    <a:pt x="12286" y="7957"/>
                    <a:pt x="12286" y="7957"/>
                  </a:cubicBezTo>
                  <a:cubicBezTo>
                    <a:pt x="12286" y="7957"/>
                    <a:pt x="12286" y="7957"/>
                    <a:pt x="12286" y="7957"/>
                  </a:cubicBezTo>
                  <a:cubicBezTo>
                    <a:pt x="12230" y="7891"/>
                    <a:pt x="12230" y="7891"/>
                    <a:pt x="12230" y="7891"/>
                  </a:cubicBezTo>
                  <a:cubicBezTo>
                    <a:pt x="12174" y="7891"/>
                    <a:pt x="12174" y="7891"/>
                    <a:pt x="12174" y="7891"/>
                  </a:cubicBezTo>
                  <a:cubicBezTo>
                    <a:pt x="12230" y="7824"/>
                    <a:pt x="12230" y="7824"/>
                    <a:pt x="12230" y="7824"/>
                  </a:cubicBezTo>
                  <a:cubicBezTo>
                    <a:pt x="12286" y="7824"/>
                    <a:pt x="12286" y="7824"/>
                    <a:pt x="12286" y="7824"/>
                  </a:cubicBezTo>
                  <a:cubicBezTo>
                    <a:pt x="12342" y="7757"/>
                    <a:pt x="12342" y="7757"/>
                    <a:pt x="12342" y="7757"/>
                  </a:cubicBezTo>
                  <a:cubicBezTo>
                    <a:pt x="12398" y="7757"/>
                    <a:pt x="12398" y="7757"/>
                    <a:pt x="12398" y="7757"/>
                  </a:cubicBezTo>
                  <a:cubicBezTo>
                    <a:pt x="12398" y="7690"/>
                    <a:pt x="12398" y="7690"/>
                    <a:pt x="12398" y="7690"/>
                  </a:cubicBezTo>
                  <a:cubicBezTo>
                    <a:pt x="12398" y="7690"/>
                    <a:pt x="12398" y="7690"/>
                    <a:pt x="12398" y="7690"/>
                  </a:cubicBezTo>
                  <a:cubicBezTo>
                    <a:pt x="12455" y="7690"/>
                    <a:pt x="12455" y="7690"/>
                    <a:pt x="12455" y="7690"/>
                  </a:cubicBezTo>
                  <a:cubicBezTo>
                    <a:pt x="12567" y="7690"/>
                    <a:pt x="12567" y="7690"/>
                    <a:pt x="12567" y="7690"/>
                  </a:cubicBezTo>
                  <a:cubicBezTo>
                    <a:pt x="12567" y="7757"/>
                    <a:pt x="12567" y="7757"/>
                    <a:pt x="12567" y="7757"/>
                  </a:cubicBezTo>
                  <a:cubicBezTo>
                    <a:pt x="12567" y="7757"/>
                    <a:pt x="12567" y="7757"/>
                    <a:pt x="12567" y="7757"/>
                  </a:cubicBezTo>
                  <a:cubicBezTo>
                    <a:pt x="12567" y="7824"/>
                    <a:pt x="12567" y="7824"/>
                    <a:pt x="12567" y="7824"/>
                  </a:cubicBezTo>
                  <a:cubicBezTo>
                    <a:pt x="12623" y="7824"/>
                    <a:pt x="12623" y="7824"/>
                    <a:pt x="12623" y="7824"/>
                  </a:cubicBezTo>
                  <a:cubicBezTo>
                    <a:pt x="12679" y="7891"/>
                    <a:pt x="12679" y="7891"/>
                    <a:pt x="12679" y="7891"/>
                  </a:cubicBezTo>
                  <a:cubicBezTo>
                    <a:pt x="12623" y="7891"/>
                    <a:pt x="12623" y="7891"/>
                    <a:pt x="12623" y="7891"/>
                  </a:cubicBezTo>
                  <a:cubicBezTo>
                    <a:pt x="12623" y="7957"/>
                    <a:pt x="12623" y="7957"/>
                    <a:pt x="12623" y="7957"/>
                  </a:cubicBezTo>
                  <a:cubicBezTo>
                    <a:pt x="12623" y="7957"/>
                    <a:pt x="12623" y="7957"/>
                    <a:pt x="12623" y="7957"/>
                  </a:cubicBezTo>
                  <a:cubicBezTo>
                    <a:pt x="12623" y="8024"/>
                    <a:pt x="12623" y="8024"/>
                    <a:pt x="12623" y="8024"/>
                  </a:cubicBezTo>
                  <a:cubicBezTo>
                    <a:pt x="12679" y="8091"/>
                    <a:pt x="12679" y="8091"/>
                    <a:pt x="12679" y="8091"/>
                  </a:cubicBezTo>
                  <a:cubicBezTo>
                    <a:pt x="12679" y="8091"/>
                    <a:pt x="12679" y="8091"/>
                    <a:pt x="12679" y="8091"/>
                  </a:cubicBezTo>
                  <a:cubicBezTo>
                    <a:pt x="12679" y="8225"/>
                    <a:pt x="12679" y="8225"/>
                    <a:pt x="12679" y="8225"/>
                  </a:cubicBezTo>
                  <a:cubicBezTo>
                    <a:pt x="12679" y="8225"/>
                    <a:pt x="12679" y="8225"/>
                    <a:pt x="12679" y="8225"/>
                  </a:cubicBezTo>
                  <a:cubicBezTo>
                    <a:pt x="12679" y="8225"/>
                    <a:pt x="12679" y="8225"/>
                    <a:pt x="12679" y="8225"/>
                  </a:cubicBezTo>
                  <a:cubicBezTo>
                    <a:pt x="12679" y="8292"/>
                    <a:pt x="12679" y="8292"/>
                    <a:pt x="12679" y="8292"/>
                  </a:cubicBezTo>
                  <a:cubicBezTo>
                    <a:pt x="12679" y="8359"/>
                    <a:pt x="12679" y="8359"/>
                    <a:pt x="12679" y="8359"/>
                  </a:cubicBezTo>
                  <a:cubicBezTo>
                    <a:pt x="12623" y="8426"/>
                    <a:pt x="12623" y="8426"/>
                    <a:pt x="12623" y="8426"/>
                  </a:cubicBezTo>
                  <a:cubicBezTo>
                    <a:pt x="12623" y="8492"/>
                    <a:pt x="12623" y="8492"/>
                    <a:pt x="12623" y="8492"/>
                  </a:cubicBezTo>
                  <a:cubicBezTo>
                    <a:pt x="12567" y="8492"/>
                    <a:pt x="12567" y="8492"/>
                    <a:pt x="12567" y="8492"/>
                  </a:cubicBezTo>
                  <a:cubicBezTo>
                    <a:pt x="12623" y="8559"/>
                    <a:pt x="12623" y="8559"/>
                    <a:pt x="12623" y="8559"/>
                  </a:cubicBezTo>
                  <a:cubicBezTo>
                    <a:pt x="12623" y="8559"/>
                    <a:pt x="12623" y="8559"/>
                    <a:pt x="12623" y="8559"/>
                  </a:cubicBezTo>
                  <a:cubicBezTo>
                    <a:pt x="12623" y="8626"/>
                    <a:pt x="12623" y="8626"/>
                    <a:pt x="12623" y="8626"/>
                  </a:cubicBezTo>
                  <a:cubicBezTo>
                    <a:pt x="12623" y="8693"/>
                    <a:pt x="12623" y="8693"/>
                    <a:pt x="12623" y="8693"/>
                  </a:cubicBezTo>
                  <a:cubicBezTo>
                    <a:pt x="12623" y="8693"/>
                    <a:pt x="12623" y="8693"/>
                    <a:pt x="12623" y="8693"/>
                  </a:cubicBezTo>
                  <a:cubicBezTo>
                    <a:pt x="12623" y="8760"/>
                    <a:pt x="12623" y="8760"/>
                    <a:pt x="12623" y="8760"/>
                  </a:cubicBezTo>
                  <a:cubicBezTo>
                    <a:pt x="12623" y="8827"/>
                    <a:pt x="12623" y="8827"/>
                    <a:pt x="12623" y="8827"/>
                  </a:cubicBezTo>
                  <a:cubicBezTo>
                    <a:pt x="12623" y="8827"/>
                    <a:pt x="12623" y="8827"/>
                    <a:pt x="12623" y="8827"/>
                  </a:cubicBezTo>
                  <a:cubicBezTo>
                    <a:pt x="12679" y="8827"/>
                    <a:pt x="12679" y="8827"/>
                    <a:pt x="12679" y="8827"/>
                  </a:cubicBezTo>
                  <a:cubicBezTo>
                    <a:pt x="12679" y="8894"/>
                    <a:pt x="12679" y="8894"/>
                    <a:pt x="12679" y="8894"/>
                  </a:cubicBezTo>
                  <a:cubicBezTo>
                    <a:pt x="12679" y="8960"/>
                    <a:pt x="12679" y="8960"/>
                    <a:pt x="12679" y="8960"/>
                  </a:cubicBezTo>
                  <a:cubicBezTo>
                    <a:pt x="12679" y="8960"/>
                    <a:pt x="12679" y="8960"/>
                    <a:pt x="12679" y="8960"/>
                  </a:cubicBezTo>
                  <a:cubicBezTo>
                    <a:pt x="12623" y="8960"/>
                    <a:pt x="12623" y="8960"/>
                    <a:pt x="12623" y="8960"/>
                  </a:cubicBezTo>
                  <a:cubicBezTo>
                    <a:pt x="12567" y="8960"/>
                    <a:pt x="12567" y="8960"/>
                    <a:pt x="12567" y="8960"/>
                  </a:cubicBezTo>
                  <a:cubicBezTo>
                    <a:pt x="12567" y="8894"/>
                    <a:pt x="12567" y="8894"/>
                    <a:pt x="12567" y="8894"/>
                  </a:cubicBezTo>
                  <a:cubicBezTo>
                    <a:pt x="12567" y="8894"/>
                    <a:pt x="12567" y="8894"/>
                    <a:pt x="12567" y="8894"/>
                  </a:cubicBezTo>
                  <a:cubicBezTo>
                    <a:pt x="12511" y="8894"/>
                    <a:pt x="12511" y="8894"/>
                    <a:pt x="12511" y="8894"/>
                  </a:cubicBezTo>
                  <a:cubicBezTo>
                    <a:pt x="12511" y="8960"/>
                    <a:pt x="12511" y="8960"/>
                    <a:pt x="12511" y="8960"/>
                  </a:cubicBezTo>
                  <a:cubicBezTo>
                    <a:pt x="12455" y="8960"/>
                    <a:pt x="12455" y="8960"/>
                    <a:pt x="12455" y="8960"/>
                  </a:cubicBezTo>
                  <a:cubicBezTo>
                    <a:pt x="12455" y="8960"/>
                    <a:pt x="12455" y="8960"/>
                    <a:pt x="12455" y="8960"/>
                  </a:cubicBezTo>
                  <a:cubicBezTo>
                    <a:pt x="12511" y="8960"/>
                    <a:pt x="12511" y="8960"/>
                    <a:pt x="12511" y="8960"/>
                  </a:cubicBezTo>
                  <a:cubicBezTo>
                    <a:pt x="12567" y="9027"/>
                    <a:pt x="12567" y="9027"/>
                    <a:pt x="12567" y="9027"/>
                  </a:cubicBezTo>
                  <a:cubicBezTo>
                    <a:pt x="12567" y="9027"/>
                    <a:pt x="12567" y="9027"/>
                    <a:pt x="12567" y="9027"/>
                  </a:cubicBezTo>
                  <a:cubicBezTo>
                    <a:pt x="12398" y="9161"/>
                    <a:pt x="12398" y="9161"/>
                    <a:pt x="12398" y="9161"/>
                  </a:cubicBezTo>
                  <a:cubicBezTo>
                    <a:pt x="12398" y="9161"/>
                    <a:pt x="12398" y="9161"/>
                    <a:pt x="12398" y="9161"/>
                  </a:cubicBezTo>
                  <a:cubicBezTo>
                    <a:pt x="12342" y="9161"/>
                    <a:pt x="12342" y="9161"/>
                    <a:pt x="12342" y="9161"/>
                  </a:cubicBezTo>
                  <a:cubicBezTo>
                    <a:pt x="12342" y="9161"/>
                    <a:pt x="12342" y="9161"/>
                    <a:pt x="12342" y="9161"/>
                  </a:cubicBezTo>
                  <a:cubicBezTo>
                    <a:pt x="12342" y="9228"/>
                    <a:pt x="12342" y="9228"/>
                    <a:pt x="12342" y="9228"/>
                  </a:cubicBezTo>
                  <a:cubicBezTo>
                    <a:pt x="12342" y="9295"/>
                    <a:pt x="12342" y="9295"/>
                    <a:pt x="12342" y="9295"/>
                  </a:cubicBezTo>
                  <a:cubicBezTo>
                    <a:pt x="12398" y="9228"/>
                    <a:pt x="12398" y="9228"/>
                    <a:pt x="12398" y="9228"/>
                  </a:cubicBezTo>
                  <a:cubicBezTo>
                    <a:pt x="12455" y="9295"/>
                    <a:pt x="12455" y="9295"/>
                    <a:pt x="12455" y="9295"/>
                  </a:cubicBezTo>
                  <a:cubicBezTo>
                    <a:pt x="12455" y="9295"/>
                    <a:pt x="12455" y="9295"/>
                    <a:pt x="12455" y="9295"/>
                  </a:cubicBezTo>
                  <a:cubicBezTo>
                    <a:pt x="12455" y="9362"/>
                    <a:pt x="12455" y="9362"/>
                    <a:pt x="12455" y="9362"/>
                  </a:cubicBezTo>
                  <a:cubicBezTo>
                    <a:pt x="12567" y="9362"/>
                    <a:pt x="12567" y="9362"/>
                    <a:pt x="12567" y="9362"/>
                  </a:cubicBezTo>
                  <a:cubicBezTo>
                    <a:pt x="12567" y="9295"/>
                    <a:pt x="12567" y="9295"/>
                    <a:pt x="12567" y="9295"/>
                  </a:cubicBezTo>
                  <a:cubicBezTo>
                    <a:pt x="12567" y="9295"/>
                    <a:pt x="12567" y="9295"/>
                    <a:pt x="12567" y="9295"/>
                  </a:cubicBezTo>
                  <a:cubicBezTo>
                    <a:pt x="12623" y="9295"/>
                    <a:pt x="12623" y="9295"/>
                    <a:pt x="12623" y="9295"/>
                  </a:cubicBezTo>
                  <a:cubicBezTo>
                    <a:pt x="12567" y="9362"/>
                    <a:pt x="12567" y="9362"/>
                    <a:pt x="12567" y="9362"/>
                  </a:cubicBezTo>
                  <a:cubicBezTo>
                    <a:pt x="12567" y="9362"/>
                    <a:pt x="12567" y="9362"/>
                    <a:pt x="12567" y="9362"/>
                  </a:cubicBezTo>
                  <a:cubicBezTo>
                    <a:pt x="12623" y="9362"/>
                    <a:pt x="12623" y="9362"/>
                    <a:pt x="12623" y="9362"/>
                  </a:cubicBezTo>
                  <a:cubicBezTo>
                    <a:pt x="12679" y="9429"/>
                    <a:pt x="12679" y="9429"/>
                    <a:pt x="12679" y="9429"/>
                  </a:cubicBezTo>
                  <a:cubicBezTo>
                    <a:pt x="12679" y="9362"/>
                    <a:pt x="12679" y="9362"/>
                    <a:pt x="12679" y="9362"/>
                  </a:cubicBezTo>
                  <a:cubicBezTo>
                    <a:pt x="12735" y="9362"/>
                    <a:pt x="12735" y="9362"/>
                    <a:pt x="12735" y="9362"/>
                  </a:cubicBezTo>
                  <a:cubicBezTo>
                    <a:pt x="12679" y="9429"/>
                    <a:pt x="12679" y="9429"/>
                    <a:pt x="12679" y="9429"/>
                  </a:cubicBezTo>
                  <a:cubicBezTo>
                    <a:pt x="12679" y="9429"/>
                    <a:pt x="12679" y="9429"/>
                    <a:pt x="12679" y="9429"/>
                  </a:cubicBezTo>
                  <a:cubicBezTo>
                    <a:pt x="12623" y="9495"/>
                    <a:pt x="12623" y="9495"/>
                    <a:pt x="12623" y="9495"/>
                  </a:cubicBezTo>
                  <a:cubicBezTo>
                    <a:pt x="12567" y="9495"/>
                    <a:pt x="12567" y="9495"/>
                    <a:pt x="12567" y="9495"/>
                  </a:cubicBezTo>
                  <a:cubicBezTo>
                    <a:pt x="12567" y="9429"/>
                    <a:pt x="12567" y="9429"/>
                    <a:pt x="12567" y="9429"/>
                  </a:cubicBezTo>
                  <a:cubicBezTo>
                    <a:pt x="12567" y="9429"/>
                    <a:pt x="12567" y="9429"/>
                    <a:pt x="12567" y="9429"/>
                  </a:cubicBezTo>
                  <a:cubicBezTo>
                    <a:pt x="12511" y="9429"/>
                    <a:pt x="12511" y="9429"/>
                    <a:pt x="12511" y="9429"/>
                  </a:cubicBezTo>
                  <a:cubicBezTo>
                    <a:pt x="12511" y="9429"/>
                    <a:pt x="12511" y="9429"/>
                    <a:pt x="12511" y="9429"/>
                  </a:cubicBezTo>
                  <a:cubicBezTo>
                    <a:pt x="12567" y="9495"/>
                    <a:pt x="12567" y="9495"/>
                    <a:pt x="12567" y="9495"/>
                  </a:cubicBezTo>
                  <a:cubicBezTo>
                    <a:pt x="12567" y="9562"/>
                    <a:pt x="12567" y="9562"/>
                    <a:pt x="12567" y="9562"/>
                  </a:cubicBezTo>
                  <a:cubicBezTo>
                    <a:pt x="12623" y="9629"/>
                    <a:pt x="12623" y="9629"/>
                    <a:pt x="12623" y="9629"/>
                  </a:cubicBezTo>
                  <a:cubicBezTo>
                    <a:pt x="12623" y="9696"/>
                    <a:pt x="12623" y="9696"/>
                    <a:pt x="12623" y="9696"/>
                  </a:cubicBezTo>
                  <a:cubicBezTo>
                    <a:pt x="12623" y="9696"/>
                    <a:pt x="12623" y="9696"/>
                    <a:pt x="12623" y="9696"/>
                  </a:cubicBezTo>
                  <a:cubicBezTo>
                    <a:pt x="12623" y="9763"/>
                    <a:pt x="12623" y="9763"/>
                    <a:pt x="12623" y="9763"/>
                  </a:cubicBezTo>
                  <a:cubicBezTo>
                    <a:pt x="12567" y="9763"/>
                    <a:pt x="12567" y="9763"/>
                    <a:pt x="12567" y="9763"/>
                  </a:cubicBezTo>
                  <a:cubicBezTo>
                    <a:pt x="12567" y="9830"/>
                    <a:pt x="12567" y="9830"/>
                    <a:pt x="12567" y="9830"/>
                  </a:cubicBezTo>
                  <a:cubicBezTo>
                    <a:pt x="12567" y="9897"/>
                    <a:pt x="12567" y="9897"/>
                    <a:pt x="12567" y="9897"/>
                  </a:cubicBezTo>
                  <a:cubicBezTo>
                    <a:pt x="12511" y="9964"/>
                    <a:pt x="12511" y="9964"/>
                    <a:pt x="12511" y="9964"/>
                  </a:cubicBezTo>
                  <a:cubicBezTo>
                    <a:pt x="12511" y="9964"/>
                    <a:pt x="12511" y="9964"/>
                    <a:pt x="12511" y="9964"/>
                  </a:cubicBezTo>
                  <a:cubicBezTo>
                    <a:pt x="12511" y="10030"/>
                    <a:pt x="12511" y="10030"/>
                    <a:pt x="12511" y="10030"/>
                  </a:cubicBezTo>
                  <a:cubicBezTo>
                    <a:pt x="12511" y="10030"/>
                    <a:pt x="12511" y="10030"/>
                    <a:pt x="12511" y="10030"/>
                  </a:cubicBezTo>
                  <a:cubicBezTo>
                    <a:pt x="12511" y="10097"/>
                    <a:pt x="12511" y="10097"/>
                    <a:pt x="12511" y="10097"/>
                  </a:cubicBezTo>
                  <a:cubicBezTo>
                    <a:pt x="12511" y="10097"/>
                    <a:pt x="12511" y="10097"/>
                    <a:pt x="12511" y="10097"/>
                  </a:cubicBezTo>
                  <a:cubicBezTo>
                    <a:pt x="12567" y="10030"/>
                    <a:pt x="12567" y="10030"/>
                    <a:pt x="12567" y="10030"/>
                  </a:cubicBezTo>
                  <a:cubicBezTo>
                    <a:pt x="12567" y="10030"/>
                    <a:pt x="12567" y="10030"/>
                    <a:pt x="12567" y="10030"/>
                  </a:cubicBezTo>
                  <a:cubicBezTo>
                    <a:pt x="12623" y="9964"/>
                    <a:pt x="12623" y="9964"/>
                    <a:pt x="12623" y="9964"/>
                  </a:cubicBezTo>
                  <a:cubicBezTo>
                    <a:pt x="12679" y="9964"/>
                    <a:pt x="12679" y="9964"/>
                    <a:pt x="12679" y="9964"/>
                  </a:cubicBezTo>
                  <a:cubicBezTo>
                    <a:pt x="12623" y="9897"/>
                    <a:pt x="12623" y="9897"/>
                    <a:pt x="12623" y="9897"/>
                  </a:cubicBezTo>
                  <a:cubicBezTo>
                    <a:pt x="12679" y="9897"/>
                    <a:pt x="12679" y="9897"/>
                    <a:pt x="12679" y="9897"/>
                  </a:cubicBezTo>
                  <a:cubicBezTo>
                    <a:pt x="12679" y="9897"/>
                    <a:pt x="12679" y="9897"/>
                    <a:pt x="12679" y="9897"/>
                  </a:cubicBezTo>
                  <a:cubicBezTo>
                    <a:pt x="12735" y="9897"/>
                    <a:pt x="12735" y="9897"/>
                    <a:pt x="12735" y="9897"/>
                  </a:cubicBezTo>
                  <a:cubicBezTo>
                    <a:pt x="12735" y="9830"/>
                    <a:pt x="12735" y="9830"/>
                    <a:pt x="12735" y="9830"/>
                  </a:cubicBezTo>
                  <a:cubicBezTo>
                    <a:pt x="12735" y="9763"/>
                    <a:pt x="12735" y="9763"/>
                    <a:pt x="12735" y="9763"/>
                  </a:cubicBezTo>
                  <a:cubicBezTo>
                    <a:pt x="12791" y="9696"/>
                    <a:pt x="12791" y="9696"/>
                    <a:pt x="12791" y="9696"/>
                  </a:cubicBezTo>
                  <a:cubicBezTo>
                    <a:pt x="12847" y="9562"/>
                    <a:pt x="12847" y="9562"/>
                    <a:pt x="12847" y="9562"/>
                  </a:cubicBezTo>
                  <a:cubicBezTo>
                    <a:pt x="12903" y="9562"/>
                    <a:pt x="12903" y="9562"/>
                    <a:pt x="12903" y="9562"/>
                  </a:cubicBezTo>
                  <a:cubicBezTo>
                    <a:pt x="12903" y="9562"/>
                    <a:pt x="12903" y="9562"/>
                    <a:pt x="12903" y="9562"/>
                  </a:cubicBezTo>
                  <a:cubicBezTo>
                    <a:pt x="12903" y="9562"/>
                    <a:pt x="12903" y="9562"/>
                    <a:pt x="12903" y="9562"/>
                  </a:cubicBezTo>
                  <a:cubicBezTo>
                    <a:pt x="12903" y="9629"/>
                    <a:pt x="12903" y="9629"/>
                    <a:pt x="12903" y="9629"/>
                  </a:cubicBezTo>
                  <a:cubicBezTo>
                    <a:pt x="12960" y="9696"/>
                    <a:pt x="12960" y="9696"/>
                    <a:pt x="12960" y="9696"/>
                  </a:cubicBezTo>
                  <a:cubicBezTo>
                    <a:pt x="12960" y="9763"/>
                    <a:pt x="12960" y="9763"/>
                    <a:pt x="12960" y="9763"/>
                  </a:cubicBezTo>
                  <a:cubicBezTo>
                    <a:pt x="13016" y="9830"/>
                    <a:pt x="13016" y="9830"/>
                    <a:pt x="13016" y="9830"/>
                  </a:cubicBezTo>
                  <a:cubicBezTo>
                    <a:pt x="13016" y="9897"/>
                    <a:pt x="13016" y="9897"/>
                    <a:pt x="13016" y="9897"/>
                  </a:cubicBezTo>
                  <a:cubicBezTo>
                    <a:pt x="13016" y="9964"/>
                    <a:pt x="13016" y="9964"/>
                    <a:pt x="13016" y="9964"/>
                  </a:cubicBezTo>
                  <a:cubicBezTo>
                    <a:pt x="13016" y="10030"/>
                    <a:pt x="13016" y="10030"/>
                    <a:pt x="13016" y="10030"/>
                  </a:cubicBezTo>
                  <a:cubicBezTo>
                    <a:pt x="13016" y="10097"/>
                    <a:pt x="13016" y="10097"/>
                    <a:pt x="13016" y="10097"/>
                  </a:cubicBezTo>
                  <a:cubicBezTo>
                    <a:pt x="12960" y="10097"/>
                    <a:pt x="12960" y="10097"/>
                    <a:pt x="12960" y="10097"/>
                  </a:cubicBezTo>
                  <a:cubicBezTo>
                    <a:pt x="12903" y="10097"/>
                    <a:pt x="12903" y="10097"/>
                    <a:pt x="12903" y="10097"/>
                  </a:cubicBezTo>
                  <a:cubicBezTo>
                    <a:pt x="12903" y="10097"/>
                    <a:pt x="12903" y="10097"/>
                    <a:pt x="12903" y="10097"/>
                  </a:cubicBezTo>
                  <a:cubicBezTo>
                    <a:pt x="12903" y="10164"/>
                    <a:pt x="12903" y="10164"/>
                    <a:pt x="12903" y="10164"/>
                  </a:cubicBezTo>
                  <a:cubicBezTo>
                    <a:pt x="12903" y="10231"/>
                    <a:pt x="12903" y="10231"/>
                    <a:pt x="12903" y="10231"/>
                  </a:cubicBezTo>
                  <a:cubicBezTo>
                    <a:pt x="12847" y="10298"/>
                    <a:pt x="12847" y="10298"/>
                    <a:pt x="12847" y="10298"/>
                  </a:cubicBezTo>
                  <a:cubicBezTo>
                    <a:pt x="12847" y="10365"/>
                    <a:pt x="12847" y="10365"/>
                    <a:pt x="12847" y="10365"/>
                  </a:cubicBezTo>
                  <a:cubicBezTo>
                    <a:pt x="12847" y="10365"/>
                    <a:pt x="12847" y="10365"/>
                    <a:pt x="12847" y="10365"/>
                  </a:cubicBezTo>
                  <a:cubicBezTo>
                    <a:pt x="12847" y="10432"/>
                    <a:pt x="12847" y="10432"/>
                    <a:pt x="12847" y="10432"/>
                  </a:cubicBezTo>
                  <a:cubicBezTo>
                    <a:pt x="12903" y="10632"/>
                    <a:pt x="12903" y="10632"/>
                    <a:pt x="12903" y="10632"/>
                  </a:cubicBezTo>
                  <a:cubicBezTo>
                    <a:pt x="12903" y="10699"/>
                    <a:pt x="12903" y="10699"/>
                    <a:pt x="12903" y="10699"/>
                  </a:cubicBezTo>
                  <a:cubicBezTo>
                    <a:pt x="12903" y="10766"/>
                    <a:pt x="12903" y="10766"/>
                    <a:pt x="12903" y="10766"/>
                  </a:cubicBezTo>
                  <a:cubicBezTo>
                    <a:pt x="12960" y="10833"/>
                    <a:pt x="12960" y="10833"/>
                    <a:pt x="12960" y="10833"/>
                  </a:cubicBezTo>
                  <a:cubicBezTo>
                    <a:pt x="12960" y="10833"/>
                    <a:pt x="12960" y="10833"/>
                    <a:pt x="12960" y="10833"/>
                  </a:cubicBezTo>
                  <a:cubicBezTo>
                    <a:pt x="12960" y="10766"/>
                    <a:pt x="12960" y="10766"/>
                    <a:pt x="12960" y="10766"/>
                  </a:cubicBezTo>
                  <a:cubicBezTo>
                    <a:pt x="12960" y="10699"/>
                    <a:pt x="12960" y="10699"/>
                    <a:pt x="12960" y="10699"/>
                  </a:cubicBezTo>
                  <a:cubicBezTo>
                    <a:pt x="13016" y="10699"/>
                    <a:pt x="13016" y="10699"/>
                    <a:pt x="13016" y="10699"/>
                  </a:cubicBezTo>
                  <a:cubicBezTo>
                    <a:pt x="13016" y="10699"/>
                    <a:pt x="13016" y="10699"/>
                    <a:pt x="13016" y="10699"/>
                  </a:cubicBezTo>
                  <a:cubicBezTo>
                    <a:pt x="13072" y="10766"/>
                    <a:pt x="13072" y="10766"/>
                    <a:pt x="13072" y="10766"/>
                  </a:cubicBezTo>
                  <a:cubicBezTo>
                    <a:pt x="13072" y="10766"/>
                    <a:pt x="13072" y="10766"/>
                    <a:pt x="13072" y="10766"/>
                  </a:cubicBezTo>
                  <a:cubicBezTo>
                    <a:pt x="13072" y="10699"/>
                    <a:pt x="13072" y="10699"/>
                    <a:pt x="13072" y="10699"/>
                  </a:cubicBezTo>
                  <a:cubicBezTo>
                    <a:pt x="13128" y="10632"/>
                    <a:pt x="13128" y="10632"/>
                    <a:pt x="13128" y="10632"/>
                  </a:cubicBezTo>
                  <a:cubicBezTo>
                    <a:pt x="13128" y="10565"/>
                    <a:pt x="13128" y="10565"/>
                    <a:pt x="13128" y="10565"/>
                  </a:cubicBezTo>
                  <a:cubicBezTo>
                    <a:pt x="13184" y="10565"/>
                    <a:pt x="13184" y="10565"/>
                    <a:pt x="13184" y="10565"/>
                  </a:cubicBezTo>
                  <a:cubicBezTo>
                    <a:pt x="13240" y="10499"/>
                    <a:pt x="13240" y="10499"/>
                    <a:pt x="13240" y="10499"/>
                  </a:cubicBezTo>
                  <a:cubicBezTo>
                    <a:pt x="13240" y="10432"/>
                    <a:pt x="13240" y="10432"/>
                    <a:pt x="13240" y="10432"/>
                  </a:cubicBezTo>
                  <a:cubicBezTo>
                    <a:pt x="13240" y="10432"/>
                    <a:pt x="13240" y="10432"/>
                    <a:pt x="13240" y="10432"/>
                  </a:cubicBezTo>
                  <a:cubicBezTo>
                    <a:pt x="13352" y="10365"/>
                    <a:pt x="13352" y="10365"/>
                    <a:pt x="13352" y="10365"/>
                  </a:cubicBezTo>
                  <a:cubicBezTo>
                    <a:pt x="13408" y="10231"/>
                    <a:pt x="13408" y="10231"/>
                    <a:pt x="13408" y="10231"/>
                  </a:cubicBezTo>
                  <a:cubicBezTo>
                    <a:pt x="13464" y="10097"/>
                    <a:pt x="13464" y="10097"/>
                    <a:pt x="13464" y="10097"/>
                  </a:cubicBezTo>
                  <a:cubicBezTo>
                    <a:pt x="13464" y="10030"/>
                    <a:pt x="13464" y="10030"/>
                    <a:pt x="13464" y="10030"/>
                  </a:cubicBezTo>
                  <a:cubicBezTo>
                    <a:pt x="13521" y="9964"/>
                    <a:pt x="13521" y="9964"/>
                    <a:pt x="13521" y="9964"/>
                  </a:cubicBezTo>
                  <a:cubicBezTo>
                    <a:pt x="13577" y="10030"/>
                    <a:pt x="13577" y="10030"/>
                    <a:pt x="13577" y="10030"/>
                  </a:cubicBezTo>
                  <a:cubicBezTo>
                    <a:pt x="13633" y="10030"/>
                    <a:pt x="13633" y="10030"/>
                    <a:pt x="13633" y="10030"/>
                  </a:cubicBezTo>
                  <a:cubicBezTo>
                    <a:pt x="13633" y="10030"/>
                    <a:pt x="13633" y="10030"/>
                    <a:pt x="13633" y="10030"/>
                  </a:cubicBezTo>
                  <a:cubicBezTo>
                    <a:pt x="13689" y="10030"/>
                    <a:pt x="13689" y="10030"/>
                    <a:pt x="13689" y="10030"/>
                  </a:cubicBezTo>
                  <a:cubicBezTo>
                    <a:pt x="13689" y="10030"/>
                    <a:pt x="13689" y="10030"/>
                    <a:pt x="13689" y="10030"/>
                  </a:cubicBezTo>
                  <a:cubicBezTo>
                    <a:pt x="13633" y="10030"/>
                    <a:pt x="13633" y="10030"/>
                    <a:pt x="13633" y="10030"/>
                  </a:cubicBezTo>
                  <a:cubicBezTo>
                    <a:pt x="13633" y="9964"/>
                    <a:pt x="13633" y="9964"/>
                    <a:pt x="13633" y="9964"/>
                  </a:cubicBezTo>
                  <a:cubicBezTo>
                    <a:pt x="13633" y="9897"/>
                    <a:pt x="13633" y="9897"/>
                    <a:pt x="13633" y="9897"/>
                  </a:cubicBezTo>
                  <a:cubicBezTo>
                    <a:pt x="13689" y="9897"/>
                    <a:pt x="13689" y="9897"/>
                    <a:pt x="13689" y="9897"/>
                  </a:cubicBezTo>
                  <a:cubicBezTo>
                    <a:pt x="13689" y="9964"/>
                    <a:pt x="13689" y="9964"/>
                    <a:pt x="13689" y="9964"/>
                  </a:cubicBezTo>
                  <a:cubicBezTo>
                    <a:pt x="13745" y="9897"/>
                    <a:pt x="13745" y="9897"/>
                    <a:pt x="13745" y="9897"/>
                  </a:cubicBezTo>
                  <a:cubicBezTo>
                    <a:pt x="13745" y="9897"/>
                    <a:pt x="13745" y="9897"/>
                    <a:pt x="13745" y="9897"/>
                  </a:cubicBezTo>
                  <a:cubicBezTo>
                    <a:pt x="13801" y="9897"/>
                    <a:pt x="13801" y="9897"/>
                    <a:pt x="13801" y="9897"/>
                  </a:cubicBezTo>
                  <a:cubicBezTo>
                    <a:pt x="13745" y="9830"/>
                    <a:pt x="13745" y="9830"/>
                    <a:pt x="13745" y="9830"/>
                  </a:cubicBezTo>
                  <a:cubicBezTo>
                    <a:pt x="13745" y="9830"/>
                    <a:pt x="13745" y="9830"/>
                    <a:pt x="13745" y="9830"/>
                  </a:cubicBezTo>
                  <a:cubicBezTo>
                    <a:pt x="13745" y="9830"/>
                    <a:pt x="13745" y="9830"/>
                    <a:pt x="13745" y="9830"/>
                  </a:cubicBezTo>
                  <a:cubicBezTo>
                    <a:pt x="13689" y="9830"/>
                    <a:pt x="13689" y="9830"/>
                    <a:pt x="13689" y="9830"/>
                  </a:cubicBezTo>
                  <a:cubicBezTo>
                    <a:pt x="13689" y="9696"/>
                    <a:pt x="13689" y="9696"/>
                    <a:pt x="13689" y="9696"/>
                  </a:cubicBezTo>
                  <a:cubicBezTo>
                    <a:pt x="13745" y="9696"/>
                    <a:pt x="13745" y="9696"/>
                    <a:pt x="13745" y="9696"/>
                  </a:cubicBezTo>
                  <a:cubicBezTo>
                    <a:pt x="13745" y="9629"/>
                    <a:pt x="13745" y="9629"/>
                    <a:pt x="13745" y="9629"/>
                  </a:cubicBezTo>
                  <a:cubicBezTo>
                    <a:pt x="13745" y="9629"/>
                    <a:pt x="13745" y="9629"/>
                    <a:pt x="13745" y="9629"/>
                  </a:cubicBezTo>
                  <a:cubicBezTo>
                    <a:pt x="13745" y="9629"/>
                    <a:pt x="13745" y="9629"/>
                    <a:pt x="13745" y="9629"/>
                  </a:cubicBezTo>
                  <a:cubicBezTo>
                    <a:pt x="13745" y="9562"/>
                    <a:pt x="13745" y="9562"/>
                    <a:pt x="13745" y="9562"/>
                  </a:cubicBezTo>
                  <a:cubicBezTo>
                    <a:pt x="13801" y="9495"/>
                    <a:pt x="13801" y="9495"/>
                    <a:pt x="13801" y="9495"/>
                  </a:cubicBezTo>
                  <a:cubicBezTo>
                    <a:pt x="13745" y="9495"/>
                    <a:pt x="13745" y="9495"/>
                    <a:pt x="13745" y="9495"/>
                  </a:cubicBezTo>
                  <a:cubicBezTo>
                    <a:pt x="13745" y="9495"/>
                    <a:pt x="13745" y="9495"/>
                    <a:pt x="13745" y="9495"/>
                  </a:cubicBezTo>
                  <a:cubicBezTo>
                    <a:pt x="13801" y="9495"/>
                    <a:pt x="13801" y="9495"/>
                    <a:pt x="13801" y="9495"/>
                  </a:cubicBezTo>
                  <a:cubicBezTo>
                    <a:pt x="13801" y="9429"/>
                    <a:pt x="13801" y="9429"/>
                    <a:pt x="13801" y="9429"/>
                  </a:cubicBezTo>
                  <a:cubicBezTo>
                    <a:pt x="13801" y="9429"/>
                    <a:pt x="13801" y="9429"/>
                    <a:pt x="13801" y="9429"/>
                  </a:cubicBezTo>
                  <a:cubicBezTo>
                    <a:pt x="13801" y="9362"/>
                    <a:pt x="13801" y="9362"/>
                    <a:pt x="13801" y="9362"/>
                  </a:cubicBezTo>
                  <a:cubicBezTo>
                    <a:pt x="13801" y="9429"/>
                    <a:pt x="13801" y="9429"/>
                    <a:pt x="13801" y="9429"/>
                  </a:cubicBezTo>
                  <a:cubicBezTo>
                    <a:pt x="13857" y="9429"/>
                    <a:pt x="13857" y="9429"/>
                    <a:pt x="13857" y="9429"/>
                  </a:cubicBezTo>
                  <a:cubicBezTo>
                    <a:pt x="13857" y="9429"/>
                    <a:pt x="13857" y="9429"/>
                    <a:pt x="13857" y="9429"/>
                  </a:cubicBezTo>
                  <a:cubicBezTo>
                    <a:pt x="13913" y="9429"/>
                    <a:pt x="13913" y="9429"/>
                    <a:pt x="13913" y="9429"/>
                  </a:cubicBezTo>
                  <a:cubicBezTo>
                    <a:pt x="13969" y="9429"/>
                    <a:pt x="13969" y="9429"/>
                    <a:pt x="13969" y="9429"/>
                  </a:cubicBezTo>
                  <a:cubicBezTo>
                    <a:pt x="14082" y="9495"/>
                    <a:pt x="14082" y="9495"/>
                    <a:pt x="14082" y="9495"/>
                  </a:cubicBezTo>
                  <a:cubicBezTo>
                    <a:pt x="14082" y="9495"/>
                    <a:pt x="14082" y="9495"/>
                    <a:pt x="14082" y="9495"/>
                  </a:cubicBezTo>
                  <a:cubicBezTo>
                    <a:pt x="14082" y="9562"/>
                    <a:pt x="14082" y="9562"/>
                    <a:pt x="14082" y="9562"/>
                  </a:cubicBezTo>
                  <a:cubicBezTo>
                    <a:pt x="14194" y="9562"/>
                    <a:pt x="14194" y="9562"/>
                    <a:pt x="14194" y="9562"/>
                  </a:cubicBezTo>
                  <a:cubicBezTo>
                    <a:pt x="14250" y="9562"/>
                    <a:pt x="14250" y="9562"/>
                    <a:pt x="14250" y="9562"/>
                  </a:cubicBezTo>
                  <a:cubicBezTo>
                    <a:pt x="14250" y="9562"/>
                    <a:pt x="14250" y="9562"/>
                    <a:pt x="14250" y="9562"/>
                  </a:cubicBezTo>
                  <a:cubicBezTo>
                    <a:pt x="14306" y="9629"/>
                    <a:pt x="14306" y="9629"/>
                    <a:pt x="14306" y="9629"/>
                  </a:cubicBezTo>
                  <a:cubicBezTo>
                    <a:pt x="14306" y="9629"/>
                    <a:pt x="14306" y="9629"/>
                    <a:pt x="14306" y="9629"/>
                  </a:cubicBezTo>
                  <a:cubicBezTo>
                    <a:pt x="14306" y="9696"/>
                    <a:pt x="14306" y="9696"/>
                    <a:pt x="14306" y="9696"/>
                  </a:cubicBezTo>
                  <a:cubicBezTo>
                    <a:pt x="14362" y="9696"/>
                    <a:pt x="14362" y="9696"/>
                    <a:pt x="14362" y="9696"/>
                  </a:cubicBezTo>
                  <a:cubicBezTo>
                    <a:pt x="14306" y="9696"/>
                    <a:pt x="14306" y="9696"/>
                    <a:pt x="14306" y="9696"/>
                  </a:cubicBezTo>
                  <a:cubicBezTo>
                    <a:pt x="14250" y="9696"/>
                    <a:pt x="14250" y="9696"/>
                    <a:pt x="14250" y="9696"/>
                  </a:cubicBezTo>
                  <a:cubicBezTo>
                    <a:pt x="14250" y="9696"/>
                    <a:pt x="14250" y="9696"/>
                    <a:pt x="14250" y="9696"/>
                  </a:cubicBezTo>
                  <a:cubicBezTo>
                    <a:pt x="14250" y="9696"/>
                    <a:pt x="14250" y="9696"/>
                    <a:pt x="14250" y="9696"/>
                  </a:cubicBezTo>
                  <a:cubicBezTo>
                    <a:pt x="14362" y="9763"/>
                    <a:pt x="14362" y="9763"/>
                    <a:pt x="14362" y="9763"/>
                  </a:cubicBezTo>
                  <a:cubicBezTo>
                    <a:pt x="14362" y="9830"/>
                    <a:pt x="14362" y="9830"/>
                    <a:pt x="14362" y="9830"/>
                  </a:cubicBezTo>
                  <a:cubicBezTo>
                    <a:pt x="14306" y="9830"/>
                    <a:pt x="14306" y="9830"/>
                    <a:pt x="14306" y="9830"/>
                  </a:cubicBezTo>
                  <a:cubicBezTo>
                    <a:pt x="14362" y="9897"/>
                    <a:pt x="14362" y="9897"/>
                    <a:pt x="14362" y="9897"/>
                  </a:cubicBezTo>
                  <a:cubicBezTo>
                    <a:pt x="14362" y="9830"/>
                    <a:pt x="14362" y="9830"/>
                    <a:pt x="14362" y="9830"/>
                  </a:cubicBezTo>
                  <a:cubicBezTo>
                    <a:pt x="14474" y="9897"/>
                    <a:pt x="14474" y="9897"/>
                    <a:pt x="14474" y="9897"/>
                  </a:cubicBezTo>
                  <a:cubicBezTo>
                    <a:pt x="14474" y="9897"/>
                    <a:pt x="14474" y="9897"/>
                    <a:pt x="14474" y="9897"/>
                  </a:cubicBezTo>
                  <a:cubicBezTo>
                    <a:pt x="14474" y="9897"/>
                    <a:pt x="14474" y="9897"/>
                    <a:pt x="14474" y="9897"/>
                  </a:cubicBezTo>
                  <a:cubicBezTo>
                    <a:pt x="14530" y="9964"/>
                    <a:pt x="14530" y="9964"/>
                    <a:pt x="14530" y="9964"/>
                  </a:cubicBezTo>
                  <a:cubicBezTo>
                    <a:pt x="14474" y="9964"/>
                    <a:pt x="14474" y="9964"/>
                    <a:pt x="14474" y="9964"/>
                  </a:cubicBezTo>
                  <a:cubicBezTo>
                    <a:pt x="14418" y="10030"/>
                    <a:pt x="14418" y="10030"/>
                    <a:pt x="14418" y="10030"/>
                  </a:cubicBezTo>
                  <a:cubicBezTo>
                    <a:pt x="14362" y="10097"/>
                    <a:pt x="14362" y="10097"/>
                    <a:pt x="14362" y="10097"/>
                  </a:cubicBezTo>
                  <a:cubicBezTo>
                    <a:pt x="14306" y="10097"/>
                    <a:pt x="14306" y="10097"/>
                    <a:pt x="14306" y="10097"/>
                  </a:cubicBezTo>
                  <a:cubicBezTo>
                    <a:pt x="14362" y="10097"/>
                    <a:pt x="14362" y="10097"/>
                    <a:pt x="14362" y="10097"/>
                  </a:cubicBezTo>
                  <a:cubicBezTo>
                    <a:pt x="14418" y="10097"/>
                    <a:pt x="14418" y="10097"/>
                    <a:pt x="14418" y="10097"/>
                  </a:cubicBezTo>
                  <a:cubicBezTo>
                    <a:pt x="14418" y="10164"/>
                    <a:pt x="14418" y="10164"/>
                    <a:pt x="14418" y="10164"/>
                  </a:cubicBezTo>
                  <a:cubicBezTo>
                    <a:pt x="14418" y="10164"/>
                    <a:pt x="14418" y="10164"/>
                    <a:pt x="14418" y="10164"/>
                  </a:cubicBezTo>
                  <a:cubicBezTo>
                    <a:pt x="14474" y="10164"/>
                    <a:pt x="14474" y="10164"/>
                    <a:pt x="14474" y="10164"/>
                  </a:cubicBezTo>
                  <a:cubicBezTo>
                    <a:pt x="14418" y="10231"/>
                    <a:pt x="14418" y="10231"/>
                    <a:pt x="14418" y="10231"/>
                  </a:cubicBezTo>
                  <a:cubicBezTo>
                    <a:pt x="14418" y="10231"/>
                    <a:pt x="14418" y="10231"/>
                    <a:pt x="14418" y="10231"/>
                  </a:cubicBezTo>
                  <a:cubicBezTo>
                    <a:pt x="14362" y="10298"/>
                    <a:pt x="14362" y="10298"/>
                    <a:pt x="14362" y="10298"/>
                  </a:cubicBezTo>
                  <a:cubicBezTo>
                    <a:pt x="14306" y="10298"/>
                    <a:pt x="14306" y="10298"/>
                    <a:pt x="14306" y="10298"/>
                  </a:cubicBezTo>
                  <a:cubicBezTo>
                    <a:pt x="14250" y="10298"/>
                    <a:pt x="14250" y="10298"/>
                    <a:pt x="14250" y="10298"/>
                  </a:cubicBezTo>
                  <a:cubicBezTo>
                    <a:pt x="14250" y="10298"/>
                    <a:pt x="14250" y="10298"/>
                    <a:pt x="14250" y="10298"/>
                  </a:cubicBezTo>
                  <a:cubicBezTo>
                    <a:pt x="14194" y="10298"/>
                    <a:pt x="14194" y="10298"/>
                    <a:pt x="14194" y="10298"/>
                  </a:cubicBezTo>
                  <a:cubicBezTo>
                    <a:pt x="14194" y="10231"/>
                    <a:pt x="14194" y="10231"/>
                    <a:pt x="14194" y="10231"/>
                  </a:cubicBezTo>
                  <a:cubicBezTo>
                    <a:pt x="14138" y="10231"/>
                    <a:pt x="14138" y="10231"/>
                    <a:pt x="14138" y="10231"/>
                  </a:cubicBezTo>
                  <a:cubicBezTo>
                    <a:pt x="14138" y="10231"/>
                    <a:pt x="14138" y="10231"/>
                    <a:pt x="14138" y="10231"/>
                  </a:cubicBezTo>
                  <a:cubicBezTo>
                    <a:pt x="14082" y="10231"/>
                    <a:pt x="14082" y="10231"/>
                    <a:pt x="14082" y="10231"/>
                  </a:cubicBezTo>
                  <a:cubicBezTo>
                    <a:pt x="14082" y="10298"/>
                    <a:pt x="14082" y="10298"/>
                    <a:pt x="14082" y="10298"/>
                  </a:cubicBezTo>
                  <a:cubicBezTo>
                    <a:pt x="14082" y="10298"/>
                    <a:pt x="14082" y="10298"/>
                    <a:pt x="14082" y="10298"/>
                  </a:cubicBezTo>
                  <a:cubicBezTo>
                    <a:pt x="14082" y="10298"/>
                    <a:pt x="14082" y="10298"/>
                    <a:pt x="14082" y="10298"/>
                  </a:cubicBezTo>
                  <a:cubicBezTo>
                    <a:pt x="14138" y="10298"/>
                    <a:pt x="14138" y="10298"/>
                    <a:pt x="14138" y="10298"/>
                  </a:cubicBezTo>
                  <a:cubicBezTo>
                    <a:pt x="14138" y="10365"/>
                    <a:pt x="14138" y="10365"/>
                    <a:pt x="14138" y="10365"/>
                  </a:cubicBezTo>
                  <a:cubicBezTo>
                    <a:pt x="14082" y="10365"/>
                    <a:pt x="14082" y="10365"/>
                    <a:pt x="14082" y="10365"/>
                  </a:cubicBezTo>
                  <a:cubicBezTo>
                    <a:pt x="14138" y="10432"/>
                    <a:pt x="14138" y="10432"/>
                    <a:pt x="14138" y="10432"/>
                  </a:cubicBezTo>
                  <a:cubicBezTo>
                    <a:pt x="14082" y="10432"/>
                    <a:pt x="14082" y="10432"/>
                    <a:pt x="14082" y="10432"/>
                  </a:cubicBezTo>
                  <a:cubicBezTo>
                    <a:pt x="14082" y="10499"/>
                    <a:pt x="14082" y="10499"/>
                    <a:pt x="14082" y="10499"/>
                  </a:cubicBezTo>
                  <a:cubicBezTo>
                    <a:pt x="14138" y="10499"/>
                    <a:pt x="14138" y="10499"/>
                    <a:pt x="14138" y="10499"/>
                  </a:cubicBezTo>
                  <a:cubicBezTo>
                    <a:pt x="14138" y="10432"/>
                    <a:pt x="14138" y="10432"/>
                    <a:pt x="14138" y="10432"/>
                  </a:cubicBezTo>
                  <a:cubicBezTo>
                    <a:pt x="14138" y="10432"/>
                    <a:pt x="14138" y="10432"/>
                    <a:pt x="14138" y="10432"/>
                  </a:cubicBezTo>
                  <a:cubicBezTo>
                    <a:pt x="14138" y="10499"/>
                    <a:pt x="14138" y="10499"/>
                    <a:pt x="14138" y="10499"/>
                  </a:cubicBezTo>
                  <a:cubicBezTo>
                    <a:pt x="14082" y="10499"/>
                    <a:pt x="14082" y="10499"/>
                    <a:pt x="14082" y="10499"/>
                  </a:cubicBezTo>
                  <a:cubicBezTo>
                    <a:pt x="14082" y="10565"/>
                    <a:pt x="14082" y="10565"/>
                    <a:pt x="14082" y="10565"/>
                  </a:cubicBezTo>
                  <a:cubicBezTo>
                    <a:pt x="14082" y="10632"/>
                    <a:pt x="14082" y="10632"/>
                    <a:pt x="14082" y="10632"/>
                  </a:cubicBezTo>
                  <a:cubicBezTo>
                    <a:pt x="14138" y="10699"/>
                    <a:pt x="14138" y="10699"/>
                    <a:pt x="14138" y="10699"/>
                  </a:cubicBezTo>
                  <a:cubicBezTo>
                    <a:pt x="14138" y="10699"/>
                    <a:pt x="14138" y="10699"/>
                    <a:pt x="14138" y="10699"/>
                  </a:cubicBezTo>
                  <a:cubicBezTo>
                    <a:pt x="14194" y="10833"/>
                    <a:pt x="14194" y="10833"/>
                    <a:pt x="14194" y="10833"/>
                  </a:cubicBezTo>
                  <a:cubicBezTo>
                    <a:pt x="14194" y="10900"/>
                    <a:pt x="14194" y="10900"/>
                    <a:pt x="14194" y="10900"/>
                  </a:cubicBezTo>
                  <a:cubicBezTo>
                    <a:pt x="14138" y="10900"/>
                    <a:pt x="14138" y="10900"/>
                    <a:pt x="14138" y="10900"/>
                  </a:cubicBezTo>
                  <a:cubicBezTo>
                    <a:pt x="14138" y="10967"/>
                    <a:pt x="14138" y="10967"/>
                    <a:pt x="14138" y="10967"/>
                  </a:cubicBezTo>
                  <a:cubicBezTo>
                    <a:pt x="14082" y="10967"/>
                    <a:pt x="14082" y="10967"/>
                    <a:pt x="14082" y="10967"/>
                  </a:cubicBezTo>
                  <a:cubicBezTo>
                    <a:pt x="14082" y="11034"/>
                    <a:pt x="14082" y="11034"/>
                    <a:pt x="14082" y="11034"/>
                  </a:cubicBezTo>
                  <a:cubicBezTo>
                    <a:pt x="14082" y="11100"/>
                    <a:pt x="14082" y="11100"/>
                    <a:pt x="14082" y="11100"/>
                  </a:cubicBezTo>
                  <a:cubicBezTo>
                    <a:pt x="14025" y="11034"/>
                    <a:pt x="14025" y="11034"/>
                    <a:pt x="14025" y="11034"/>
                  </a:cubicBezTo>
                  <a:cubicBezTo>
                    <a:pt x="13969" y="11034"/>
                    <a:pt x="13969" y="11034"/>
                    <a:pt x="13969" y="11034"/>
                  </a:cubicBezTo>
                  <a:cubicBezTo>
                    <a:pt x="13913" y="11100"/>
                    <a:pt x="13913" y="11100"/>
                    <a:pt x="13913" y="11100"/>
                  </a:cubicBezTo>
                  <a:cubicBezTo>
                    <a:pt x="13913" y="11167"/>
                    <a:pt x="13913" y="11167"/>
                    <a:pt x="13913" y="11167"/>
                  </a:cubicBezTo>
                  <a:cubicBezTo>
                    <a:pt x="13857" y="11167"/>
                    <a:pt x="13857" y="11167"/>
                    <a:pt x="13857" y="11167"/>
                  </a:cubicBezTo>
                  <a:cubicBezTo>
                    <a:pt x="13857" y="11234"/>
                    <a:pt x="13857" y="11234"/>
                    <a:pt x="13857" y="11234"/>
                  </a:cubicBezTo>
                  <a:cubicBezTo>
                    <a:pt x="13801" y="11234"/>
                    <a:pt x="13801" y="11234"/>
                    <a:pt x="13801" y="11234"/>
                  </a:cubicBezTo>
                  <a:cubicBezTo>
                    <a:pt x="13745" y="11301"/>
                    <a:pt x="13745" y="11301"/>
                    <a:pt x="13745" y="11301"/>
                  </a:cubicBezTo>
                  <a:cubicBezTo>
                    <a:pt x="13689" y="11301"/>
                    <a:pt x="13689" y="11301"/>
                    <a:pt x="13689" y="11301"/>
                  </a:cubicBezTo>
                  <a:cubicBezTo>
                    <a:pt x="13633" y="11301"/>
                    <a:pt x="13633" y="11301"/>
                    <a:pt x="13633" y="11301"/>
                  </a:cubicBezTo>
                  <a:cubicBezTo>
                    <a:pt x="13633" y="11368"/>
                    <a:pt x="13633" y="11368"/>
                    <a:pt x="13633" y="11368"/>
                  </a:cubicBezTo>
                  <a:cubicBezTo>
                    <a:pt x="13521" y="11368"/>
                    <a:pt x="13521" y="11368"/>
                    <a:pt x="13521" y="11368"/>
                  </a:cubicBezTo>
                  <a:cubicBezTo>
                    <a:pt x="13464" y="11368"/>
                    <a:pt x="13464" y="11368"/>
                    <a:pt x="13464" y="11368"/>
                  </a:cubicBezTo>
                  <a:cubicBezTo>
                    <a:pt x="13521" y="11301"/>
                    <a:pt x="13521" y="11301"/>
                    <a:pt x="13521" y="11301"/>
                  </a:cubicBezTo>
                  <a:cubicBezTo>
                    <a:pt x="13521" y="11234"/>
                    <a:pt x="13521" y="11234"/>
                    <a:pt x="13521" y="11234"/>
                  </a:cubicBezTo>
                  <a:cubicBezTo>
                    <a:pt x="13464" y="11234"/>
                    <a:pt x="13464" y="11234"/>
                    <a:pt x="13464" y="11234"/>
                  </a:cubicBezTo>
                  <a:cubicBezTo>
                    <a:pt x="13464" y="11167"/>
                    <a:pt x="13464" y="11167"/>
                    <a:pt x="13464" y="11167"/>
                  </a:cubicBezTo>
                  <a:cubicBezTo>
                    <a:pt x="13464" y="11167"/>
                    <a:pt x="13464" y="11167"/>
                    <a:pt x="13464" y="11167"/>
                  </a:cubicBezTo>
                  <a:cubicBezTo>
                    <a:pt x="13464" y="11167"/>
                    <a:pt x="13464" y="11167"/>
                    <a:pt x="13464" y="11167"/>
                  </a:cubicBezTo>
                  <a:cubicBezTo>
                    <a:pt x="13521" y="11034"/>
                    <a:pt x="13521" y="11034"/>
                    <a:pt x="13521" y="11034"/>
                  </a:cubicBezTo>
                  <a:cubicBezTo>
                    <a:pt x="13464" y="11100"/>
                    <a:pt x="13464" y="11100"/>
                    <a:pt x="13464" y="11100"/>
                  </a:cubicBezTo>
                  <a:cubicBezTo>
                    <a:pt x="13464" y="11100"/>
                    <a:pt x="13464" y="11100"/>
                    <a:pt x="13464" y="11100"/>
                  </a:cubicBezTo>
                  <a:cubicBezTo>
                    <a:pt x="13464" y="11034"/>
                    <a:pt x="13464" y="11034"/>
                    <a:pt x="13464" y="11034"/>
                  </a:cubicBezTo>
                  <a:cubicBezTo>
                    <a:pt x="13408" y="11034"/>
                    <a:pt x="13408" y="11034"/>
                    <a:pt x="13408" y="11034"/>
                  </a:cubicBezTo>
                  <a:cubicBezTo>
                    <a:pt x="13408" y="10967"/>
                    <a:pt x="13408" y="10967"/>
                    <a:pt x="13408" y="10967"/>
                  </a:cubicBezTo>
                  <a:cubicBezTo>
                    <a:pt x="13352" y="10967"/>
                    <a:pt x="13352" y="10967"/>
                    <a:pt x="13352" y="10967"/>
                  </a:cubicBezTo>
                  <a:cubicBezTo>
                    <a:pt x="13352" y="10967"/>
                    <a:pt x="13352" y="10967"/>
                    <a:pt x="13352" y="10967"/>
                  </a:cubicBezTo>
                  <a:cubicBezTo>
                    <a:pt x="13296" y="10967"/>
                    <a:pt x="13296" y="10967"/>
                    <a:pt x="13296" y="10967"/>
                  </a:cubicBezTo>
                  <a:cubicBezTo>
                    <a:pt x="13240" y="11034"/>
                    <a:pt x="13240" y="11034"/>
                    <a:pt x="13240" y="11034"/>
                  </a:cubicBezTo>
                  <a:cubicBezTo>
                    <a:pt x="13296" y="11034"/>
                    <a:pt x="13296" y="11034"/>
                    <a:pt x="13296" y="11034"/>
                  </a:cubicBezTo>
                  <a:cubicBezTo>
                    <a:pt x="13352" y="11034"/>
                    <a:pt x="13352" y="11034"/>
                    <a:pt x="13352" y="11034"/>
                  </a:cubicBezTo>
                  <a:cubicBezTo>
                    <a:pt x="13352" y="11034"/>
                    <a:pt x="13352" y="11034"/>
                    <a:pt x="13352" y="11034"/>
                  </a:cubicBezTo>
                  <a:cubicBezTo>
                    <a:pt x="13352" y="11034"/>
                    <a:pt x="13352" y="11034"/>
                    <a:pt x="13352" y="11034"/>
                  </a:cubicBezTo>
                  <a:cubicBezTo>
                    <a:pt x="13408" y="11100"/>
                    <a:pt x="13408" y="11100"/>
                    <a:pt x="13408" y="11100"/>
                  </a:cubicBezTo>
                  <a:cubicBezTo>
                    <a:pt x="13408" y="11167"/>
                    <a:pt x="13408" y="11167"/>
                    <a:pt x="13408" y="11167"/>
                  </a:cubicBezTo>
                  <a:cubicBezTo>
                    <a:pt x="13408" y="11234"/>
                    <a:pt x="13408" y="11234"/>
                    <a:pt x="13408" y="11234"/>
                  </a:cubicBezTo>
                  <a:cubicBezTo>
                    <a:pt x="13464" y="11234"/>
                    <a:pt x="13464" y="11234"/>
                    <a:pt x="13464" y="11234"/>
                  </a:cubicBezTo>
                  <a:cubicBezTo>
                    <a:pt x="13464" y="11301"/>
                    <a:pt x="13464" y="11301"/>
                    <a:pt x="13464" y="11301"/>
                  </a:cubicBezTo>
                  <a:cubicBezTo>
                    <a:pt x="13408" y="11368"/>
                    <a:pt x="13408" y="11368"/>
                    <a:pt x="13408" y="11368"/>
                  </a:cubicBezTo>
                  <a:cubicBezTo>
                    <a:pt x="13464" y="11368"/>
                    <a:pt x="13464" y="11368"/>
                    <a:pt x="13464" y="11368"/>
                  </a:cubicBezTo>
                  <a:cubicBezTo>
                    <a:pt x="13464" y="11435"/>
                    <a:pt x="13464" y="11435"/>
                    <a:pt x="13464" y="11435"/>
                  </a:cubicBezTo>
                  <a:cubicBezTo>
                    <a:pt x="13408" y="11435"/>
                    <a:pt x="13408" y="11435"/>
                    <a:pt x="13408" y="11435"/>
                  </a:cubicBezTo>
                  <a:cubicBezTo>
                    <a:pt x="13352" y="11368"/>
                    <a:pt x="13352" y="11368"/>
                    <a:pt x="13352" y="11368"/>
                  </a:cubicBezTo>
                  <a:cubicBezTo>
                    <a:pt x="13352" y="11301"/>
                    <a:pt x="13352" y="11301"/>
                    <a:pt x="13352" y="11301"/>
                  </a:cubicBezTo>
                  <a:cubicBezTo>
                    <a:pt x="13296" y="11301"/>
                    <a:pt x="13296" y="11301"/>
                    <a:pt x="13296" y="11301"/>
                  </a:cubicBezTo>
                  <a:cubicBezTo>
                    <a:pt x="13296" y="11234"/>
                    <a:pt x="13296" y="11234"/>
                    <a:pt x="13296" y="11234"/>
                  </a:cubicBezTo>
                  <a:cubicBezTo>
                    <a:pt x="13240" y="11301"/>
                    <a:pt x="13240" y="11301"/>
                    <a:pt x="13240" y="11301"/>
                  </a:cubicBezTo>
                  <a:cubicBezTo>
                    <a:pt x="13296" y="11368"/>
                    <a:pt x="13296" y="11368"/>
                    <a:pt x="13296" y="11368"/>
                  </a:cubicBezTo>
                  <a:cubicBezTo>
                    <a:pt x="13296" y="11368"/>
                    <a:pt x="13296" y="11368"/>
                    <a:pt x="13296" y="11368"/>
                  </a:cubicBezTo>
                  <a:cubicBezTo>
                    <a:pt x="13240" y="11368"/>
                    <a:pt x="13240" y="11368"/>
                    <a:pt x="13240" y="11368"/>
                  </a:cubicBezTo>
                  <a:cubicBezTo>
                    <a:pt x="13184" y="11368"/>
                    <a:pt x="13184" y="11368"/>
                    <a:pt x="13184" y="11368"/>
                  </a:cubicBezTo>
                  <a:cubicBezTo>
                    <a:pt x="13184" y="11301"/>
                    <a:pt x="13184" y="11301"/>
                    <a:pt x="13184" y="11301"/>
                  </a:cubicBezTo>
                  <a:cubicBezTo>
                    <a:pt x="13184" y="11368"/>
                    <a:pt x="13184" y="11368"/>
                    <a:pt x="13184" y="11368"/>
                  </a:cubicBezTo>
                  <a:cubicBezTo>
                    <a:pt x="13184" y="11301"/>
                    <a:pt x="13184" y="11301"/>
                    <a:pt x="13184" y="11301"/>
                  </a:cubicBezTo>
                  <a:cubicBezTo>
                    <a:pt x="13184" y="11234"/>
                    <a:pt x="13184" y="11234"/>
                    <a:pt x="13184" y="11234"/>
                  </a:cubicBezTo>
                  <a:cubicBezTo>
                    <a:pt x="13184" y="11234"/>
                    <a:pt x="13184" y="11234"/>
                    <a:pt x="13184" y="11234"/>
                  </a:cubicBezTo>
                  <a:cubicBezTo>
                    <a:pt x="13184" y="11167"/>
                    <a:pt x="13184" y="11167"/>
                    <a:pt x="13184" y="11167"/>
                  </a:cubicBezTo>
                  <a:cubicBezTo>
                    <a:pt x="13184" y="11167"/>
                    <a:pt x="13184" y="11167"/>
                    <a:pt x="13184" y="11167"/>
                  </a:cubicBezTo>
                  <a:cubicBezTo>
                    <a:pt x="13072" y="11167"/>
                    <a:pt x="13072" y="11167"/>
                    <a:pt x="13072" y="11167"/>
                  </a:cubicBezTo>
                  <a:cubicBezTo>
                    <a:pt x="13016" y="11167"/>
                    <a:pt x="13016" y="11167"/>
                    <a:pt x="13016" y="11167"/>
                  </a:cubicBezTo>
                  <a:cubicBezTo>
                    <a:pt x="13016" y="11167"/>
                    <a:pt x="13016" y="11167"/>
                    <a:pt x="13016" y="11167"/>
                  </a:cubicBezTo>
                  <a:cubicBezTo>
                    <a:pt x="12960" y="11167"/>
                    <a:pt x="12960" y="11167"/>
                    <a:pt x="12960" y="11167"/>
                  </a:cubicBezTo>
                  <a:cubicBezTo>
                    <a:pt x="12903" y="11167"/>
                    <a:pt x="12903" y="11167"/>
                    <a:pt x="12903" y="11167"/>
                  </a:cubicBezTo>
                  <a:cubicBezTo>
                    <a:pt x="12903" y="11167"/>
                    <a:pt x="12903" y="11167"/>
                    <a:pt x="12903" y="11167"/>
                  </a:cubicBezTo>
                  <a:cubicBezTo>
                    <a:pt x="12903" y="11234"/>
                    <a:pt x="12903" y="11234"/>
                    <a:pt x="12903" y="11234"/>
                  </a:cubicBezTo>
                  <a:cubicBezTo>
                    <a:pt x="12903" y="11234"/>
                    <a:pt x="12903" y="11234"/>
                    <a:pt x="12903" y="11234"/>
                  </a:cubicBezTo>
                  <a:cubicBezTo>
                    <a:pt x="12903" y="11301"/>
                    <a:pt x="12903" y="11301"/>
                    <a:pt x="12903" y="11301"/>
                  </a:cubicBezTo>
                  <a:cubicBezTo>
                    <a:pt x="12903" y="11301"/>
                    <a:pt x="12903" y="11301"/>
                    <a:pt x="12903" y="11301"/>
                  </a:cubicBezTo>
                  <a:cubicBezTo>
                    <a:pt x="12960" y="11301"/>
                    <a:pt x="12960" y="11301"/>
                    <a:pt x="12960" y="11301"/>
                  </a:cubicBezTo>
                  <a:cubicBezTo>
                    <a:pt x="13016" y="11368"/>
                    <a:pt x="13016" y="11368"/>
                    <a:pt x="13016" y="11368"/>
                  </a:cubicBezTo>
                  <a:cubicBezTo>
                    <a:pt x="12960" y="11435"/>
                    <a:pt x="12960" y="11435"/>
                    <a:pt x="12960" y="11435"/>
                  </a:cubicBezTo>
                  <a:cubicBezTo>
                    <a:pt x="12903" y="11435"/>
                    <a:pt x="12903" y="11435"/>
                    <a:pt x="12903" y="11435"/>
                  </a:cubicBezTo>
                  <a:cubicBezTo>
                    <a:pt x="12791" y="11569"/>
                    <a:pt x="12791" y="11569"/>
                    <a:pt x="12791" y="11569"/>
                  </a:cubicBezTo>
                  <a:cubicBezTo>
                    <a:pt x="12735" y="11635"/>
                    <a:pt x="12735" y="11635"/>
                    <a:pt x="12735" y="11635"/>
                  </a:cubicBezTo>
                  <a:cubicBezTo>
                    <a:pt x="12679" y="11702"/>
                    <a:pt x="12679" y="11702"/>
                    <a:pt x="12679" y="11702"/>
                  </a:cubicBezTo>
                  <a:cubicBezTo>
                    <a:pt x="12679" y="11702"/>
                    <a:pt x="12679" y="11702"/>
                    <a:pt x="12679" y="11702"/>
                  </a:cubicBezTo>
                  <a:cubicBezTo>
                    <a:pt x="12623" y="11702"/>
                    <a:pt x="12623" y="11702"/>
                    <a:pt x="12623" y="11702"/>
                  </a:cubicBezTo>
                  <a:cubicBezTo>
                    <a:pt x="12623" y="11769"/>
                    <a:pt x="12623" y="11769"/>
                    <a:pt x="12623" y="11769"/>
                  </a:cubicBezTo>
                  <a:cubicBezTo>
                    <a:pt x="12567" y="11769"/>
                    <a:pt x="12567" y="11769"/>
                    <a:pt x="12567" y="11769"/>
                  </a:cubicBezTo>
                  <a:cubicBezTo>
                    <a:pt x="12398" y="11769"/>
                    <a:pt x="12398" y="11769"/>
                    <a:pt x="12398" y="11769"/>
                  </a:cubicBezTo>
                  <a:cubicBezTo>
                    <a:pt x="12398" y="11702"/>
                    <a:pt x="12398" y="11702"/>
                    <a:pt x="12398" y="11702"/>
                  </a:cubicBezTo>
                  <a:cubicBezTo>
                    <a:pt x="12342" y="11635"/>
                    <a:pt x="12342" y="11635"/>
                    <a:pt x="12342" y="11635"/>
                  </a:cubicBezTo>
                  <a:cubicBezTo>
                    <a:pt x="12286" y="11635"/>
                    <a:pt x="12286" y="11635"/>
                    <a:pt x="12286" y="11635"/>
                  </a:cubicBezTo>
                  <a:cubicBezTo>
                    <a:pt x="12286" y="11569"/>
                    <a:pt x="12286" y="11569"/>
                    <a:pt x="12286" y="11569"/>
                  </a:cubicBezTo>
                  <a:cubicBezTo>
                    <a:pt x="12286" y="11569"/>
                    <a:pt x="12286" y="11569"/>
                    <a:pt x="12286" y="11569"/>
                  </a:cubicBezTo>
                  <a:cubicBezTo>
                    <a:pt x="12342" y="11569"/>
                    <a:pt x="12342" y="11569"/>
                    <a:pt x="12342" y="11569"/>
                  </a:cubicBezTo>
                  <a:cubicBezTo>
                    <a:pt x="12286" y="11569"/>
                    <a:pt x="12286" y="11569"/>
                    <a:pt x="12286" y="11569"/>
                  </a:cubicBezTo>
                  <a:cubicBezTo>
                    <a:pt x="12230" y="11502"/>
                    <a:pt x="12230" y="11502"/>
                    <a:pt x="12230" y="11502"/>
                  </a:cubicBezTo>
                  <a:cubicBezTo>
                    <a:pt x="12174" y="11435"/>
                    <a:pt x="12174" y="11435"/>
                    <a:pt x="12174" y="11435"/>
                  </a:cubicBezTo>
                  <a:cubicBezTo>
                    <a:pt x="12118" y="11368"/>
                    <a:pt x="12118" y="11368"/>
                    <a:pt x="12118" y="11368"/>
                  </a:cubicBezTo>
                  <a:cubicBezTo>
                    <a:pt x="12062" y="11368"/>
                    <a:pt x="12062" y="11368"/>
                    <a:pt x="12062" y="11368"/>
                  </a:cubicBezTo>
                  <a:cubicBezTo>
                    <a:pt x="11950" y="11301"/>
                    <a:pt x="11950" y="11301"/>
                    <a:pt x="11950" y="11301"/>
                  </a:cubicBezTo>
                  <a:cubicBezTo>
                    <a:pt x="11837" y="11301"/>
                    <a:pt x="11837" y="11301"/>
                    <a:pt x="11837" y="11301"/>
                  </a:cubicBezTo>
                  <a:cubicBezTo>
                    <a:pt x="11781" y="11301"/>
                    <a:pt x="11781" y="11301"/>
                    <a:pt x="11781" y="11301"/>
                  </a:cubicBezTo>
                  <a:cubicBezTo>
                    <a:pt x="11781" y="11301"/>
                    <a:pt x="11781" y="11301"/>
                    <a:pt x="11781" y="11301"/>
                  </a:cubicBezTo>
                  <a:cubicBezTo>
                    <a:pt x="11837" y="11368"/>
                    <a:pt x="11837" y="11368"/>
                    <a:pt x="11837" y="11368"/>
                  </a:cubicBezTo>
                  <a:cubicBezTo>
                    <a:pt x="11837" y="11368"/>
                    <a:pt x="11837" y="11368"/>
                    <a:pt x="11837" y="11368"/>
                  </a:cubicBezTo>
                  <a:cubicBezTo>
                    <a:pt x="11894" y="11368"/>
                    <a:pt x="11894" y="11368"/>
                    <a:pt x="11894" y="11368"/>
                  </a:cubicBezTo>
                  <a:cubicBezTo>
                    <a:pt x="12006" y="11368"/>
                    <a:pt x="12006" y="11368"/>
                    <a:pt x="12006" y="11368"/>
                  </a:cubicBezTo>
                  <a:cubicBezTo>
                    <a:pt x="12118" y="11368"/>
                    <a:pt x="12118" y="11368"/>
                    <a:pt x="12118" y="11368"/>
                  </a:cubicBezTo>
                  <a:cubicBezTo>
                    <a:pt x="12118" y="11435"/>
                    <a:pt x="12118" y="11435"/>
                    <a:pt x="12118" y="11435"/>
                  </a:cubicBezTo>
                  <a:cubicBezTo>
                    <a:pt x="12118" y="11435"/>
                    <a:pt x="12118" y="11435"/>
                    <a:pt x="12118" y="11435"/>
                  </a:cubicBezTo>
                  <a:cubicBezTo>
                    <a:pt x="12118" y="11435"/>
                    <a:pt x="12118" y="11435"/>
                    <a:pt x="12118" y="11435"/>
                  </a:cubicBezTo>
                  <a:cubicBezTo>
                    <a:pt x="12062" y="11435"/>
                    <a:pt x="12062" y="11435"/>
                    <a:pt x="12062" y="11435"/>
                  </a:cubicBezTo>
                  <a:cubicBezTo>
                    <a:pt x="12118" y="11502"/>
                    <a:pt x="12118" y="11502"/>
                    <a:pt x="12118" y="11502"/>
                  </a:cubicBezTo>
                  <a:cubicBezTo>
                    <a:pt x="12118" y="11569"/>
                    <a:pt x="12118" y="11569"/>
                    <a:pt x="12118" y="11569"/>
                  </a:cubicBezTo>
                  <a:cubicBezTo>
                    <a:pt x="12118" y="11569"/>
                    <a:pt x="12118" y="11569"/>
                    <a:pt x="12118" y="11569"/>
                  </a:cubicBezTo>
                  <a:cubicBezTo>
                    <a:pt x="12174" y="11702"/>
                    <a:pt x="12174" y="11702"/>
                    <a:pt x="12174" y="11702"/>
                  </a:cubicBezTo>
                  <a:cubicBezTo>
                    <a:pt x="12230" y="11769"/>
                    <a:pt x="12230" y="11769"/>
                    <a:pt x="12230" y="11769"/>
                  </a:cubicBezTo>
                  <a:cubicBezTo>
                    <a:pt x="12286" y="11769"/>
                    <a:pt x="12286" y="11769"/>
                    <a:pt x="12286" y="11769"/>
                  </a:cubicBezTo>
                  <a:cubicBezTo>
                    <a:pt x="12398" y="11836"/>
                    <a:pt x="12398" y="11836"/>
                    <a:pt x="12398" y="11836"/>
                  </a:cubicBezTo>
                  <a:cubicBezTo>
                    <a:pt x="12567" y="11836"/>
                    <a:pt x="12567" y="11836"/>
                    <a:pt x="12567" y="11836"/>
                  </a:cubicBezTo>
                  <a:cubicBezTo>
                    <a:pt x="12567" y="11903"/>
                    <a:pt x="12567" y="11903"/>
                    <a:pt x="12567" y="11903"/>
                  </a:cubicBezTo>
                  <a:cubicBezTo>
                    <a:pt x="12567" y="11970"/>
                    <a:pt x="12567" y="11970"/>
                    <a:pt x="12567" y="11970"/>
                  </a:cubicBezTo>
                  <a:cubicBezTo>
                    <a:pt x="12511" y="11970"/>
                    <a:pt x="12511" y="11970"/>
                    <a:pt x="12511" y="11970"/>
                  </a:cubicBezTo>
                  <a:cubicBezTo>
                    <a:pt x="12455" y="12037"/>
                    <a:pt x="12455" y="12037"/>
                    <a:pt x="12455" y="12037"/>
                  </a:cubicBezTo>
                  <a:cubicBezTo>
                    <a:pt x="12398" y="12104"/>
                    <a:pt x="12398" y="12104"/>
                    <a:pt x="12398" y="12104"/>
                  </a:cubicBezTo>
                  <a:cubicBezTo>
                    <a:pt x="12398" y="12104"/>
                    <a:pt x="12398" y="12104"/>
                    <a:pt x="12398" y="12104"/>
                  </a:cubicBezTo>
                  <a:cubicBezTo>
                    <a:pt x="12342" y="12104"/>
                    <a:pt x="12342" y="12104"/>
                    <a:pt x="12342" y="12104"/>
                  </a:cubicBezTo>
                  <a:cubicBezTo>
                    <a:pt x="12342" y="12170"/>
                    <a:pt x="12342" y="12170"/>
                    <a:pt x="12342" y="12170"/>
                  </a:cubicBezTo>
                  <a:cubicBezTo>
                    <a:pt x="12174" y="12304"/>
                    <a:pt x="12174" y="12304"/>
                    <a:pt x="12174" y="12304"/>
                  </a:cubicBezTo>
                  <a:cubicBezTo>
                    <a:pt x="12118" y="12371"/>
                    <a:pt x="12118" y="12371"/>
                    <a:pt x="12118" y="12371"/>
                  </a:cubicBezTo>
                  <a:cubicBezTo>
                    <a:pt x="12062" y="12438"/>
                    <a:pt x="12062" y="12438"/>
                    <a:pt x="12062" y="12438"/>
                  </a:cubicBezTo>
                  <a:cubicBezTo>
                    <a:pt x="12062" y="12438"/>
                    <a:pt x="12062" y="12438"/>
                    <a:pt x="12062" y="12438"/>
                  </a:cubicBezTo>
                  <a:cubicBezTo>
                    <a:pt x="12006" y="12438"/>
                    <a:pt x="12006" y="12438"/>
                    <a:pt x="12006" y="12438"/>
                  </a:cubicBezTo>
                  <a:cubicBezTo>
                    <a:pt x="12006" y="12438"/>
                    <a:pt x="12006" y="12438"/>
                    <a:pt x="12006" y="12438"/>
                  </a:cubicBezTo>
                  <a:cubicBezTo>
                    <a:pt x="12006" y="12438"/>
                    <a:pt x="12006" y="12438"/>
                    <a:pt x="12006" y="12438"/>
                  </a:cubicBezTo>
                  <a:cubicBezTo>
                    <a:pt x="11894" y="12371"/>
                    <a:pt x="11894" y="12371"/>
                    <a:pt x="11894" y="12371"/>
                  </a:cubicBezTo>
                  <a:cubicBezTo>
                    <a:pt x="11894" y="12371"/>
                    <a:pt x="11894" y="12371"/>
                    <a:pt x="11894" y="12371"/>
                  </a:cubicBezTo>
                  <a:cubicBezTo>
                    <a:pt x="11837" y="12371"/>
                    <a:pt x="11837" y="12371"/>
                    <a:pt x="11837" y="12371"/>
                  </a:cubicBezTo>
                  <a:cubicBezTo>
                    <a:pt x="11837" y="12371"/>
                    <a:pt x="11837" y="12371"/>
                    <a:pt x="11837" y="12371"/>
                  </a:cubicBezTo>
                  <a:cubicBezTo>
                    <a:pt x="11837" y="12371"/>
                    <a:pt x="11837" y="12371"/>
                    <a:pt x="11837" y="12371"/>
                  </a:cubicBezTo>
                  <a:cubicBezTo>
                    <a:pt x="11837" y="12304"/>
                    <a:pt x="11837" y="12304"/>
                    <a:pt x="11837" y="12304"/>
                  </a:cubicBezTo>
                  <a:cubicBezTo>
                    <a:pt x="11837" y="12304"/>
                    <a:pt x="11837" y="12304"/>
                    <a:pt x="11837" y="12304"/>
                  </a:cubicBezTo>
                  <a:cubicBezTo>
                    <a:pt x="11837" y="12237"/>
                    <a:pt x="11837" y="12237"/>
                    <a:pt x="11837" y="12237"/>
                  </a:cubicBezTo>
                  <a:cubicBezTo>
                    <a:pt x="11781" y="12304"/>
                    <a:pt x="11781" y="12304"/>
                    <a:pt x="11781" y="12304"/>
                  </a:cubicBezTo>
                  <a:cubicBezTo>
                    <a:pt x="11725" y="12371"/>
                    <a:pt x="11725" y="12371"/>
                    <a:pt x="11725" y="12371"/>
                  </a:cubicBezTo>
                  <a:cubicBezTo>
                    <a:pt x="11725" y="12371"/>
                    <a:pt x="11725" y="12371"/>
                    <a:pt x="11725" y="12371"/>
                  </a:cubicBezTo>
                  <a:cubicBezTo>
                    <a:pt x="11725" y="12237"/>
                    <a:pt x="11725" y="12237"/>
                    <a:pt x="11725" y="12237"/>
                  </a:cubicBezTo>
                  <a:cubicBezTo>
                    <a:pt x="11669" y="12304"/>
                    <a:pt x="11669" y="12304"/>
                    <a:pt x="11669" y="12304"/>
                  </a:cubicBezTo>
                  <a:cubicBezTo>
                    <a:pt x="11725" y="12371"/>
                    <a:pt x="11725" y="12371"/>
                    <a:pt x="11725" y="12371"/>
                  </a:cubicBezTo>
                  <a:cubicBezTo>
                    <a:pt x="11725" y="12438"/>
                    <a:pt x="11725" y="12438"/>
                    <a:pt x="11725" y="12438"/>
                  </a:cubicBezTo>
                  <a:cubicBezTo>
                    <a:pt x="11669" y="12572"/>
                    <a:pt x="11669" y="12572"/>
                    <a:pt x="11669" y="12572"/>
                  </a:cubicBezTo>
                  <a:cubicBezTo>
                    <a:pt x="11613" y="12572"/>
                    <a:pt x="11613" y="12572"/>
                    <a:pt x="11613" y="12572"/>
                  </a:cubicBezTo>
                  <a:cubicBezTo>
                    <a:pt x="11613" y="12505"/>
                    <a:pt x="11613" y="12505"/>
                    <a:pt x="11613" y="12505"/>
                  </a:cubicBezTo>
                  <a:cubicBezTo>
                    <a:pt x="11557" y="12438"/>
                    <a:pt x="11557" y="12438"/>
                    <a:pt x="11557" y="12438"/>
                  </a:cubicBezTo>
                  <a:cubicBezTo>
                    <a:pt x="11557" y="12505"/>
                    <a:pt x="11557" y="12505"/>
                    <a:pt x="11557" y="12505"/>
                  </a:cubicBezTo>
                  <a:cubicBezTo>
                    <a:pt x="11613" y="12505"/>
                    <a:pt x="11613" y="12505"/>
                    <a:pt x="11613" y="12505"/>
                  </a:cubicBezTo>
                  <a:cubicBezTo>
                    <a:pt x="11557" y="12572"/>
                    <a:pt x="11557" y="12572"/>
                    <a:pt x="11557" y="12572"/>
                  </a:cubicBezTo>
                  <a:cubicBezTo>
                    <a:pt x="11557" y="12639"/>
                    <a:pt x="11557" y="12639"/>
                    <a:pt x="11557" y="12639"/>
                  </a:cubicBezTo>
                  <a:cubicBezTo>
                    <a:pt x="11501" y="12572"/>
                    <a:pt x="11501" y="12572"/>
                    <a:pt x="11501" y="12572"/>
                  </a:cubicBezTo>
                  <a:cubicBezTo>
                    <a:pt x="11445" y="12572"/>
                    <a:pt x="11445" y="12572"/>
                    <a:pt x="11445" y="12572"/>
                  </a:cubicBezTo>
                  <a:cubicBezTo>
                    <a:pt x="11445" y="12505"/>
                    <a:pt x="11445" y="12505"/>
                    <a:pt x="11445" y="12505"/>
                  </a:cubicBezTo>
                  <a:cubicBezTo>
                    <a:pt x="11445" y="12505"/>
                    <a:pt x="11445" y="12505"/>
                    <a:pt x="11445" y="12505"/>
                  </a:cubicBezTo>
                  <a:cubicBezTo>
                    <a:pt x="11389" y="12438"/>
                    <a:pt x="11389" y="12438"/>
                    <a:pt x="11389" y="12438"/>
                  </a:cubicBezTo>
                  <a:cubicBezTo>
                    <a:pt x="11276" y="12371"/>
                    <a:pt x="11276" y="12371"/>
                    <a:pt x="11276" y="12371"/>
                  </a:cubicBezTo>
                  <a:cubicBezTo>
                    <a:pt x="11164" y="12304"/>
                    <a:pt x="11164" y="12304"/>
                    <a:pt x="11164" y="12304"/>
                  </a:cubicBezTo>
                  <a:cubicBezTo>
                    <a:pt x="11164" y="12237"/>
                    <a:pt x="11164" y="12237"/>
                    <a:pt x="11164" y="12237"/>
                  </a:cubicBezTo>
                  <a:cubicBezTo>
                    <a:pt x="11108" y="12237"/>
                    <a:pt x="11108" y="12237"/>
                    <a:pt x="11108" y="12237"/>
                  </a:cubicBezTo>
                  <a:cubicBezTo>
                    <a:pt x="11052" y="12170"/>
                    <a:pt x="11052" y="12170"/>
                    <a:pt x="11052" y="12170"/>
                  </a:cubicBezTo>
                  <a:cubicBezTo>
                    <a:pt x="10996" y="12170"/>
                    <a:pt x="10996" y="12170"/>
                    <a:pt x="10996" y="12170"/>
                  </a:cubicBezTo>
                  <a:cubicBezTo>
                    <a:pt x="10996" y="12237"/>
                    <a:pt x="10996" y="12237"/>
                    <a:pt x="10996" y="12237"/>
                  </a:cubicBezTo>
                  <a:cubicBezTo>
                    <a:pt x="10996" y="12237"/>
                    <a:pt x="10996" y="12237"/>
                    <a:pt x="10996" y="12237"/>
                  </a:cubicBezTo>
                  <a:cubicBezTo>
                    <a:pt x="10996" y="12304"/>
                    <a:pt x="10996" y="12304"/>
                    <a:pt x="10996" y="12304"/>
                  </a:cubicBezTo>
                  <a:cubicBezTo>
                    <a:pt x="11052" y="12304"/>
                    <a:pt x="11052" y="12304"/>
                    <a:pt x="11052" y="12304"/>
                  </a:cubicBezTo>
                  <a:cubicBezTo>
                    <a:pt x="11052" y="12304"/>
                    <a:pt x="11052" y="12304"/>
                    <a:pt x="11052" y="12304"/>
                  </a:cubicBezTo>
                  <a:cubicBezTo>
                    <a:pt x="11052" y="12237"/>
                    <a:pt x="11052" y="12237"/>
                    <a:pt x="11052" y="12237"/>
                  </a:cubicBezTo>
                  <a:cubicBezTo>
                    <a:pt x="11052" y="12237"/>
                    <a:pt x="11052" y="12237"/>
                    <a:pt x="11052" y="12237"/>
                  </a:cubicBezTo>
                  <a:cubicBezTo>
                    <a:pt x="11052" y="12237"/>
                    <a:pt x="11052" y="12237"/>
                    <a:pt x="11052" y="12237"/>
                  </a:cubicBezTo>
                  <a:cubicBezTo>
                    <a:pt x="11164" y="12371"/>
                    <a:pt x="11164" y="12371"/>
                    <a:pt x="11164" y="12371"/>
                  </a:cubicBezTo>
                  <a:cubicBezTo>
                    <a:pt x="11276" y="12438"/>
                    <a:pt x="11276" y="12438"/>
                    <a:pt x="11276" y="12438"/>
                  </a:cubicBezTo>
                  <a:cubicBezTo>
                    <a:pt x="11276" y="12438"/>
                    <a:pt x="11276" y="12438"/>
                    <a:pt x="11276" y="12438"/>
                  </a:cubicBezTo>
                  <a:cubicBezTo>
                    <a:pt x="11220" y="12505"/>
                    <a:pt x="11220" y="12505"/>
                    <a:pt x="11220" y="12505"/>
                  </a:cubicBezTo>
                  <a:cubicBezTo>
                    <a:pt x="11164" y="12505"/>
                    <a:pt x="11164" y="12505"/>
                    <a:pt x="11164" y="12505"/>
                  </a:cubicBezTo>
                  <a:cubicBezTo>
                    <a:pt x="11108" y="12505"/>
                    <a:pt x="11108" y="12505"/>
                    <a:pt x="11108" y="12505"/>
                  </a:cubicBezTo>
                  <a:cubicBezTo>
                    <a:pt x="11108" y="12505"/>
                    <a:pt x="11108" y="12505"/>
                    <a:pt x="11108" y="12505"/>
                  </a:cubicBezTo>
                  <a:cubicBezTo>
                    <a:pt x="11108" y="12505"/>
                    <a:pt x="11108" y="12505"/>
                    <a:pt x="11108" y="12505"/>
                  </a:cubicBezTo>
                  <a:cubicBezTo>
                    <a:pt x="11164" y="12505"/>
                    <a:pt x="11164" y="12505"/>
                    <a:pt x="11164" y="12505"/>
                  </a:cubicBezTo>
                  <a:cubicBezTo>
                    <a:pt x="11220" y="12505"/>
                    <a:pt x="11220" y="12505"/>
                    <a:pt x="11220" y="12505"/>
                  </a:cubicBezTo>
                  <a:cubicBezTo>
                    <a:pt x="11276" y="12438"/>
                    <a:pt x="11276" y="12438"/>
                    <a:pt x="11276" y="12438"/>
                  </a:cubicBezTo>
                  <a:cubicBezTo>
                    <a:pt x="11332" y="12438"/>
                    <a:pt x="11332" y="12438"/>
                    <a:pt x="11332" y="12438"/>
                  </a:cubicBezTo>
                  <a:cubicBezTo>
                    <a:pt x="11332" y="12505"/>
                    <a:pt x="11332" y="12505"/>
                    <a:pt x="11332" y="12505"/>
                  </a:cubicBezTo>
                  <a:cubicBezTo>
                    <a:pt x="11389" y="12572"/>
                    <a:pt x="11389" y="12572"/>
                    <a:pt x="11389" y="12572"/>
                  </a:cubicBezTo>
                  <a:cubicBezTo>
                    <a:pt x="11445" y="12705"/>
                    <a:pt x="11445" y="12705"/>
                    <a:pt x="11445" y="12705"/>
                  </a:cubicBezTo>
                  <a:cubicBezTo>
                    <a:pt x="11445" y="12772"/>
                    <a:pt x="11445" y="12772"/>
                    <a:pt x="11445" y="12772"/>
                  </a:cubicBezTo>
                  <a:cubicBezTo>
                    <a:pt x="11389" y="12839"/>
                    <a:pt x="11389" y="12839"/>
                    <a:pt x="11389" y="12839"/>
                  </a:cubicBezTo>
                  <a:cubicBezTo>
                    <a:pt x="11332" y="12906"/>
                    <a:pt x="11332" y="12906"/>
                    <a:pt x="11332" y="12906"/>
                  </a:cubicBezTo>
                  <a:cubicBezTo>
                    <a:pt x="11332" y="12906"/>
                    <a:pt x="11332" y="12906"/>
                    <a:pt x="11332" y="12906"/>
                  </a:cubicBezTo>
                  <a:cubicBezTo>
                    <a:pt x="11276" y="12906"/>
                    <a:pt x="11276" y="12906"/>
                    <a:pt x="11276" y="12906"/>
                  </a:cubicBezTo>
                  <a:cubicBezTo>
                    <a:pt x="11220" y="12839"/>
                    <a:pt x="11220" y="12839"/>
                    <a:pt x="11220" y="12839"/>
                  </a:cubicBezTo>
                  <a:cubicBezTo>
                    <a:pt x="11108" y="12839"/>
                    <a:pt x="11108" y="12839"/>
                    <a:pt x="11108" y="12839"/>
                  </a:cubicBezTo>
                  <a:cubicBezTo>
                    <a:pt x="11052" y="12772"/>
                    <a:pt x="11052" y="12772"/>
                    <a:pt x="11052" y="12772"/>
                  </a:cubicBezTo>
                  <a:cubicBezTo>
                    <a:pt x="10996" y="12639"/>
                    <a:pt x="10996" y="12639"/>
                    <a:pt x="10996" y="12639"/>
                  </a:cubicBezTo>
                  <a:cubicBezTo>
                    <a:pt x="10996" y="12639"/>
                    <a:pt x="10996" y="12639"/>
                    <a:pt x="10996" y="12639"/>
                  </a:cubicBezTo>
                  <a:cubicBezTo>
                    <a:pt x="10940" y="12639"/>
                    <a:pt x="10940" y="12639"/>
                    <a:pt x="10940" y="12639"/>
                  </a:cubicBezTo>
                  <a:cubicBezTo>
                    <a:pt x="10996" y="12705"/>
                    <a:pt x="10996" y="12705"/>
                    <a:pt x="10996" y="12705"/>
                  </a:cubicBezTo>
                  <a:cubicBezTo>
                    <a:pt x="10996" y="12705"/>
                    <a:pt x="10996" y="12705"/>
                    <a:pt x="10996" y="12705"/>
                  </a:cubicBezTo>
                  <a:cubicBezTo>
                    <a:pt x="10996" y="12772"/>
                    <a:pt x="10996" y="12772"/>
                    <a:pt x="10996" y="12772"/>
                  </a:cubicBezTo>
                  <a:cubicBezTo>
                    <a:pt x="11052" y="12906"/>
                    <a:pt x="11052" y="12906"/>
                    <a:pt x="11052" y="12906"/>
                  </a:cubicBezTo>
                  <a:cubicBezTo>
                    <a:pt x="11108" y="12973"/>
                    <a:pt x="11108" y="12973"/>
                    <a:pt x="11108" y="12973"/>
                  </a:cubicBezTo>
                  <a:cubicBezTo>
                    <a:pt x="11052" y="13040"/>
                    <a:pt x="11052" y="13040"/>
                    <a:pt x="11052" y="13040"/>
                  </a:cubicBezTo>
                  <a:cubicBezTo>
                    <a:pt x="11052" y="13040"/>
                    <a:pt x="11052" y="13040"/>
                    <a:pt x="11052" y="13040"/>
                  </a:cubicBezTo>
                  <a:cubicBezTo>
                    <a:pt x="10996" y="13040"/>
                    <a:pt x="10996" y="13040"/>
                    <a:pt x="10996" y="13040"/>
                  </a:cubicBezTo>
                  <a:cubicBezTo>
                    <a:pt x="10996" y="12973"/>
                    <a:pt x="10996" y="12973"/>
                    <a:pt x="10996" y="12973"/>
                  </a:cubicBezTo>
                  <a:cubicBezTo>
                    <a:pt x="10996" y="12973"/>
                    <a:pt x="10996" y="12973"/>
                    <a:pt x="10996" y="12973"/>
                  </a:cubicBezTo>
                  <a:cubicBezTo>
                    <a:pt x="10940" y="12973"/>
                    <a:pt x="10940" y="12973"/>
                    <a:pt x="10940" y="12973"/>
                  </a:cubicBezTo>
                  <a:cubicBezTo>
                    <a:pt x="10996" y="13040"/>
                    <a:pt x="10996" y="13040"/>
                    <a:pt x="10996" y="13040"/>
                  </a:cubicBezTo>
                  <a:cubicBezTo>
                    <a:pt x="10996" y="13040"/>
                    <a:pt x="10996" y="13040"/>
                    <a:pt x="10996" y="13040"/>
                  </a:cubicBezTo>
                  <a:cubicBezTo>
                    <a:pt x="10996" y="13107"/>
                    <a:pt x="10996" y="13107"/>
                    <a:pt x="10996" y="13107"/>
                  </a:cubicBezTo>
                  <a:cubicBezTo>
                    <a:pt x="10940" y="13040"/>
                    <a:pt x="10940" y="13040"/>
                    <a:pt x="10940" y="13040"/>
                  </a:cubicBezTo>
                  <a:cubicBezTo>
                    <a:pt x="10940" y="13040"/>
                    <a:pt x="10940" y="13040"/>
                    <a:pt x="10940" y="13040"/>
                  </a:cubicBezTo>
                  <a:cubicBezTo>
                    <a:pt x="10884" y="13107"/>
                    <a:pt x="10884" y="13107"/>
                    <a:pt x="10884" y="13107"/>
                  </a:cubicBezTo>
                  <a:cubicBezTo>
                    <a:pt x="10940" y="13107"/>
                    <a:pt x="10940" y="13107"/>
                    <a:pt x="10940" y="13107"/>
                  </a:cubicBezTo>
                  <a:cubicBezTo>
                    <a:pt x="10940" y="13173"/>
                    <a:pt x="10940" y="13173"/>
                    <a:pt x="10940" y="13173"/>
                  </a:cubicBezTo>
                  <a:cubicBezTo>
                    <a:pt x="10884" y="13173"/>
                    <a:pt x="10884" y="13173"/>
                    <a:pt x="10884" y="13173"/>
                  </a:cubicBezTo>
                  <a:cubicBezTo>
                    <a:pt x="10884" y="13173"/>
                    <a:pt x="10884" y="13173"/>
                    <a:pt x="10884" y="13173"/>
                  </a:cubicBezTo>
                  <a:cubicBezTo>
                    <a:pt x="10884" y="13107"/>
                    <a:pt x="10884" y="13107"/>
                    <a:pt x="10884" y="13107"/>
                  </a:cubicBezTo>
                  <a:cubicBezTo>
                    <a:pt x="10884" y="13173"/>
                    <a:pt x="10884" y="13173"/>
                    <a:pt x="10884" y="13173"/>
                  </a:cubicBezTo>
                  <a:cubicBezTo>
                    <a:pt x="10884" y="13173"/>
                    <a:pt x="10884" y="13173"/>
                    <a:pt x="10884" y="13173"/>
                  </a:cubicBezTo>
                  <a:cubicBezTo>
                    <a:pt x="10828" y="13173"/>
                    <a:pt x="10828" y="13173"/>
                    <a:pt x="10828" y="13173"/>
                  </a:cubicBezTo>
                  <a:cubicBezTo>
                    <a:pt x="10771" y="13173"/>
                    <a:pt x="10771" y="13173"/>
                    <a:pt x="10771" y="13173"/>
                  </a:cubicBezTo>
                  <a:cubicBezTo>
                    <a:pt x="10771" y="13240"/>
                    <a:pt x="10771" y="13240"/>
                    <a:pt x="10771" y="13240"/>
                  </a:cubicBezTo>
                  <a:cubicBezTo>
                    <a:pt x="10715" y="13240"/>
                    <a:pt x="10715" y="13240"/>
                    <a:pt x="10715" y="13240"/>
                  </a:cubicBezTo>
                  <a:cubicBezTo>
                    <a:pt x="10715" y="13307"/>
                    <a:pt x="10715" y="13307"/>
                    <a:pt x="10715" y="13307"/>
                  </a:cubicBezTo>
                  <a:cubicBezTo>
                    <a:pt x="10771" y="13307"/>
                    <a:pt x="10771" y="13307"/>
                    <a:pt x="10771" y="13307"/>
                  </a:cubicBezTo>
                  <a:cubicBezTo>
                    <a:pt x="10715" y="13307"/>
                    <a:pt x="10715" y="13307"/>
                    <a:pt x="10715" y="13307"/>
                  </a:cubicBezTo>
                  <a:cubicBezTo>
                    <a:pt x="10715" y="13307"/>
                    <a:pt x="10715" y="13307"/>
                    <a:pt x="10715" y="13307"/>
                  </a:cubicBezTo>
                  <a:cubicBezTo>
                    <a:pt x="10659" y="13240"/>
                    <a:pt x="10659" y="13240"/>
                    <a:pt x="10659" y="13240"/>
                  </a:cubicBezTo>
                  <a:cubicBezTo>
                    <a:pt x="10603" y="13240"/>
                    <a:pt x="10603" y="13240"/>
                    <a:pt x="10603" y="13240"/>
                  </a:cubicBezTo>
                  <a:cubicBezTo>
                    <a:pt x="10603" y="13307"/>
                    <a:pt x="10603" y="13307"/>
                    <a:pt x="10603" y="13307"/>
                  </a:cubicBezTo>
                  <a:cubicBezTo>
                    <a:pt x="10603" y="13307"/>
                    <a:pt x="10603" y="13307"/>
                    <a:pt x="10603" y="13307"/>
                  </a:cubicBezTo>
                  <a:cubicBezTo>
                    <a:pt x="10659" y="13374"/>
                    <a:pt x="10659" y="13374"/>
                    <a:pt x="10659" y="13374"/>
                  </a:cubicBezTo>
                  <a:cubicBezTo>
                    <a:pt x="10603" y="13374"/>
                    <a:pt x="10603" y="13374"/>
                    <a:pt x="10603" y="13374"/>
                  </a:cubicBezTo>
                  <a:cubicBezTo>
                    <a:pt x="10603" y="13374"/>
                    <a:pt x="10603" y="13374"/>
                    <a:pt x="10603" y="13374"/>
                  </a:cubicBezTo>
                  <a:cubicBezTo>
                    <a:pt x="10603" y="13374"/>
                    <a:pt x="10603" y="13374"/>
                    <a:pt x="10603" y="13374"/>
                  </a:cubicBezTo>
                  <a:cubicBezTo>
                    <a:pt x="10547" y="13441"/>
                    <a:pt x="10547" y="13441"/>
                    <a:pt x="10547" y="13441"/>
                  </a:cubicBezTo>
                  <a:cubicBezTo>
                    <a:pt x="10491" y="13508"/>
                    <a:pt x="10491" y="13508"/>
                    <a:pt x="10491" y="13508"/>
                  </a:cubicBezTo>
                  <a:cubicBezTo>
                    <a:pt x="10491" y="13508"/>
                    <a:pt x="10491" y="13508"/>
                    <a:pt x="10491" y="13508"/>
                  </a:cubicBezTo>
                  <a:cubicBezTo>
                    <a:pt x="10491" y="13575"/>
                    <a:pt x="10491" y="13575"/>
                    <a:pt x="10491" y="13575"/>
                  </a:cubicBezTo>
                  <a:cubicBezTo>
                    <a:pt x="10435" y="13575"/>
                    <a:pt x="10435" y="13575"/>
                    <a:pt x="10435" y="13575"/>
                  </a:cubicBezTo>
                  <a:cubicBezTo>
                    <a:pt x="10435" y="13642"/>
                    <a:pt x="10435" y="13642"/>
                    <a:pt x="10435" y="13642"/>
                  </a:cubicBezTo>
                  <a:cubicBezTo>
                    <a:pt x="10435" y="13642"/>
                    <a:pt x="10435" y="13642"/>
                    <a:pt x="10435" y="13642"/>
                  </a:cubicBezTo>
                  <a:cubicBezTo>
                    <a:pt x="10379" y="13642"/>
                    <a:pt x="10379" y="13642"/>
                    <a:pt x="10379" y="13642"/>
                  </a:cubicBezTo>
                  <a:cubicBezTo>
                    <a:pt x="10323" y="13775"/>
                    <a:pt x="10323" y="13775"/>
                    <a:pt x="10323" y="13775"/>
                  </a:cubicBezTo>
                  <a:cubicBezTo>
                    <a:pt x="10267" y="13775"/>
                    <a:pt x="10267" y="13775"/>
                    <a:pt x="10267" y="13775"/>
                  </a:cubicBezTo>
                  <a:cubicBezTo>
                    <a:pt x="10267" y="13842"/>
                    <a:pt x="10267" y="13842"/>
                    <a:pt x="10267" y="13842"/>
                  </a:cubicBezTo>
                  <a:cubicBezTo>
                    <a:pt x="10210" y="13842"/>
                    <a:pt x="10210" y="13842"/>
                    <a:pt x="10210" y="13842"/>
                  </a:cubicBezTo>
                  <a:cubicBezTo>
                    <a:pt x="10154" y="13842"/>
                    <a:pt x="10154" y="13842"/>
                    <a:pt x="10154" y="13842"/>
                  </a:cubicBezTo>
                  <a:cubicBezTo>
                    <a:pt x="10154" y="13842"/>
                    <a:pt x="10154" y="13842"/>
                    <a:pt x="10154" y="13842"/>
                  </a:cubicBezTo>
                  <a:cubicBezTo>
                    <a:pt x="10210" y="13909"/>
                    <a:pt x="10210" y="13909"/>
                    <a:pt x="10210" y="13909"/>
                  </a:cubicBezTo>
                  <a:cubicBezTo>
                    <a:pt x="10154" y="13976"/>
                    <a:pt x="10154" y="13976"/>
                    <a:pt x="10154" y="13976"/>
                  </a:cubicBezTo>
                  <a:cubicBezTo>
                    <a:pt x="10098" y="14043"/>
                    <a:pt x="10098" y="14043"/>
                    <a:pt x="10098" y="14043"/>
                  </a:cubicBezTo>
                  <a:cubicBezTo>
                    <a:pt x="10098" y="14110"/>
                    <a:pt x="10098" y="14110"/>
                    <a:pt x="10098" y="14110"/>
                  </a:cubicBezTo>
                  <a:cubicBezTo>
                    <a:pt x="10098" y="14177"/>
                    <a:pt x="10098" y="14177"/>
                    <a:pt x="10098" y="14177"/>
                  </a:cubicBezTo>
                  <a:cubicBezTo>
                    <a:pt x="10042" y="14243"/>
                    <a:pt x="10042" y="14243"/>
                    <a:pt x="10042" y="14243"/>
                  </a:cubicBezTo>
                  <a:cubicBezTo>
                    <a:pt x="9986" y="14310"/>
                    <a:pt x="9986" y="14310"/>
                    <a:pt x="9986" y="14310"/>
                  </a:cubicBezTo>
                  <a:cubicBezTo>
                    <a:pt x="10042" y="14377"/>
                    <a:pt x="10042" y="14377"/>
                    <a:pt x="10042" y="14377"/>
                  </a:cubicBezTo>
                  <a:cubicBezTo>
                    <a:pt x="10042" y="14444"/>
                    <a:pt x="10042" y="14444"/>
                    <a:pt x="10042" y="14444"/>
                  </a:cubicBezTo>
                  <a:cubicBezTo>
                    <a:pt x="9986" y="14511"/>
                    <a:pt x="9986" y="14511"/>
                    <a:pt x="9986" y="14511"/>
                  </a:cubicBezTo>
                  <a:cubicBezTo>
                    <a:pt x="9930" y="14578"/>
                    <a:pt x="9930" y="14578"/>
                    <a:pt x="9930" y="14578"/>
                  </a:cubicBezTo>
                  <a:cubicBezTo>
                    <a:pt x="9930" y="14578"/>
                    <a:pt x="9930" y="14578"/>
                    <a:pt x="9930" y="14578"/>
                  </a:cubicBezTo>
                  <a:cubicBezTo>
                    <a:pt x="9874" y="14578"/>
                    <a:pt x="9874" y="14578"/>
                    <a:pt x="9874" y="14578"/>
                  </a:cubicBezTo>
                  <a:cubicBezTo>
                    <a:pt x="9930" y="14578"/>
                    <a:pt x="9930" y="14578"/>
                    <a:pt x="9930" y="14578"/>
                  </a:cubicBezTo>
                  <a:cubicBezTo>
                    <a:pt x="9930" y="14645"/>
                    <a:pt x="9930" y="14645"/>
                    <a:pt x="9930" y="14645"/>
                  </a:cubicBezTo>
                  <a:cubicBezTo>
                    <a:pt x="9930" y="14712"/>
                    <a:pt x="9930" y="14712"/>
                    <a:pt x="9930" y="14712"/>
                  </a:cubicBezTo>
                  <a:cubicBezTo>
                    <a:pt x="9986" y="14712"/>
                    <a:pt x="9986" y="14712"/>
                    <a:pt x="9986" y="14712"/>
                  </a:cubicBezTo>
                  <a:cubicBezTo>
                    <a:pt x="9986" y="14778"/>
                    <a:pt x="9986" y="14778"/>
                    <a:pt x="9986" y="14778"/>
                  </a:cubicBezTo>
                  <a:cubicBezTo>
                    <a:pt x="9986" y="14845"/>
                    <a:pt x="9986" y="14845"/>
                    <a:pt x="9986" y="14845"/>
                  </a:cubicBezTo>
                  <a:cubicBezTo>
                    <a:pt x="9930" y="14912"/>
                    <a:pt x="9930" y="14912"/>
                    <a:pt x="9930" y="14912"/>
                  </a:cubicBezTo>
                  <a:cubicBezTo>
                    <a:pt x="9874" y="14979"/>
                    <a:pt x="9874" y="14979"/>
                    <a:pt x="9874" y="14979"/>
                  </a:cubicBezTo>
                  <a:cubicBezTo>
                    <a:pt x="9762" y="15046"/>
                    <a:pt x="9762" y="15046"/>
                    <a:pt x="9762" y="15046"/>
                  </a:cubicBezTo>
                  <a:cubicBezTo>
                    <a:pt x="9705" y="15113"/>
                    <a:pt x="9705" y="15113"/>
                    <a:pt x="9705" y="15113"/>
                  </a:cubicBezTo>
                  <a:cubicBezTo>
                    <a:pt x="9762" y="15046"/>
                    <a:pt x="9762" y="15046"/>
                    <a:pt x="9762" y="15046"/>
                  </a:cubicBezTo>
                  <a:cubicBezTo>
                    <a:pt x="9874" y="15046"/>
                    <a:pt x="9874" y="15046"/>
                    <a:pt x="9874" y="15046"/>
                  </a:cubicBezTo>
                  <a:cubicBezTo>
                    <a:pt x="9986" y="14912"/>
                    <a:pt x="9986" y="14912"/>
                    <a:pt x="9986" y="14912"/>
                  </a:cubicBezTo>
                  <a:cubicBezTo>
                    <a:pt x="10042" y="14778"/>
                    <a:pt x="10042" y="14778"/>
                    <a:pt x="10042" y="14778"/>
                  </a:cubicBezTo>
                  <a:cubicBezTo>
                    <a:pt x="10210" y="14778"/>
                    <a:pt x="10210" y="14778"/>
                    <a:pt x="10210" y="14778"/>
                  </a:cubicBezTo>
                  <a:cubicBezTo>
                    <a:pt x="10210" y="14778"/>
                    <a:pt x="10210" y="14778"/>
                    <a:pt x="10210" y="14778"/>
                  </a:cubicBezTo>
                  <a:cubicBezTo>
                    <a:pt x="10210" y="14845"/>
                    <a:pt x="10210" y="14845"/>
                    <a:pt x="10210" y="14845"/>
                  </a:cubicBezTo>
                  <a:cubicBezTo>
                    <a:pt x="10210" y="14912"/>
                    <a:pt x="10210" y="14912"/>
                    <a:pt x="10210" y="14912"/>
                  </a:cubicBezTo>
                  <a:cubicBezTo>
                    <a:pt x="10210" y="14979"/>
                    <a:pt x="10210" y="14979"/>
                    <a:pt x="10210" y="14979"/>
                  </a:cubicBezTo>
                  <a:cubicBezTo>
                    <a:pt x="10267" y="15046"/>
                    <a:pt x="10267" y="15046"/>
                    <a:pt x="10267" y="15046"/>
                  </a:cubicBezTo>
                  <a:cubicBezTo>
                    <a:pt x="10267" y="15113"/>
                    <a:pt x="10267" y="15113"/>
                    <a:pt x="10267" y="15113"/>
                  </a:cubicBezTo>
                  <a:cubicBezTo>
                    <a:pt x="10210" y="15247"/>
                    <a:pt x="10210" y="15247"/>
                    <a:pt x="10210" y="15247"/>
                  </a:cubicBezTo>
                  <a:cubicBezTo>
                    <a:pt x="10210" y="15313"/>
                    <a:pt x="10210" y="15313"/>
                    <a:pt x="10210" y="15313"/>
                  </a:cubicBezTo>
                  <a:cubicBezTo>
                    <a:pt x="10267" y="15380"/>
                    <a:pt x="10267" y="15380"/>
                    <a:pt x="10267" y="15380"/>
                  </a:cubicBezTo>
                  <a:cubicBezTo>
                    <a:pt x="10210" y="15447"/>
                    <a:pt x="10210" y="15447"/>
                    <a:pt x="10210" y="15447"/>
                  </a:cubicBezTo>
                  <a:cubicBezTo>
                    <a:pt x="10098" y="15581"/>
                    <a:pt x="10098" y="15581"/>
                    <a:pt x="10098" y="15581"/>
                  </a:cubicBezTo>
                  <a:cubicBezTo>
                    <a:pt x="9986" y="15648"/>
                    <a:pt x="9986" y="15648"/>
                    <a:pt x="9986" y="15648"/>
                  </a:cubicBezTo>
                  <a:cubicBezTo>
                    <a:pt x="9930" y="15648"/>
                    <a:pt x="9930" y="15648"/>
                    <a:pt x="9930" y="15648"/>
                  </a:cubicBezTo>
                  <a:cubicBezTo>
                    <a:pt x="9986" y="15648"/>
                    <a:pt x="9986" y="15648"/>
                    <a:pt x="9986" y="15648"/>
                  </a:cubicBezTo>
                  <a:cubicBezTo>
                    <a:pt x="10098" y="15648"/>
                    <a:pt x="10098" y="15648"/>
                    <a:pt x="10098" y="15648"/>
                  </a:cubicBezTo>
                  <a:cubicBezTo>
                    <a:pt x="10267" y="15581"/>
                    <a:pt x="10267" y="15581"/>
                    <a:pt x="10267" y="15581"/>
                  </a:cubicBezTo>
                  <a:cubicBezTo>
                    <a:pt x="10435" y="15514"/>
                    <a:pt x="10435" y="15514"/>
                    <a:pt x="10435" y="15514"/>
                  </a:cubicBezTo>
                  <a:cubicBezTo>
                    <a:pt x="10547" y="15514"/>
                    <a:pt x="10547" y="15514"/>
                    <a:pt x="10547" y="15514"/>
                  </a:cubicBezTo>
                  <a:cubicBezTo>
                    <a:pt x="10659" y="15581"/>
                    <a:pt x="10659" y="15581"/>
                    <a:pt x="10659" y="15581"/>
                  </a:cubicBezTo>
                  <a:cubicBezTo>
                    <a:pt x="10715" y="15648"/>
                    <a:pt x="10715" y="15648"/>
                    <a:pt x="10715" y="15648"/>
                  </a:cubicBezTo>
                  <a:cubicBezTo>
                    <a:pt x="10828" y="15715"/>
                    <a:pt x="10828" y="15715"/>
                    <a:pt x="10828" y="15715"/>
                  </a:cubicBezTo>
                  <a:cubicBezTo>
                    <a:pt x="10828" y="15715"/>
                    <a:pt x="10828" y="15715"/>
                    <a:pt x="10828" y="15715"/>
                  </a:cubicBezTo>
                  <a:cubicBezTo>
                    <a:pt x="10884" y="15715"/>
                    <a:pt x="10884" y="15715"/>
                    <a:pt x="10884" y="15715"/>
                  </a:cubicBezTo>
                  <a:cubicBezTo>
                    <a:pt x="10996" y="15848"/>
                    <a:pt x="10996" y="15848"/>
                    <a:pt x="10996" y="15848"/>
                  </a:cubicBezTo>
                  <a:cubicBezTo>
                    <a:pt x="10996" y="15848"/>
                    <a:pt x="10996" y="15848"/>
                    <a:pt x="10996" y="15848"/>
                  </a:cubicBezTo>
                  <a:cubicBezTo>
                    <a:pt x="11052" y="15915"/>
                    <a:pt x="11052" y="15915"/>
                    <a:pt x="11052" y="15915"/>
                  </a:cubicBezTo>
                  <a:cubicBezTo>
                    <a:pt x="11108" y="15982"/>
                    <a:pt x="11108" y="15982"/>
                    <a:pt x="11108" y="15982"/>
                  </a:cubicBezTo>
                  <a:cubicBezTo>
                    <a:pt x="11108" y="15982"/>
                    <a:pt x="11108" y="15982"/>
                    <a:pt x="11108" y="15982"/>
                  </a:cubicBezTo>
                  <a:cubicBezTo>
                    <a:pt x="11108" y="16049"/>
                    <a:pt x="11108" y="16049"/>
                    <a:pt x="11108" y="16049"/>
                  </a:cubicBezTo>
                  <a:cubicBezTo>
                    <a:pt x="11164" y="16116"/>
                    <a:pt x="11164" y="16116"/>
                    <a:pt x="11164" y="16116"/>
                  </a:cubicBezTo>
                  <a:cubicBezTo>
                    <a:pt x="11164" y="16183"/>
                    <a:pt x="11164" y="16183"/>
                    <a:pt x="11164" y="16183"/>
                  </a:cubicBezTo>
                  <a:cubicBezTo>
                    <a:pt x="11220" y="16116"/>
                    <a:pt x="11220" y="16116"/>
                    <a:pt x="11220" y="16116"/>
                  </a:cubicBezTo>
                  <a:cubicBezTo>
                    <a:pt x="11220" y="16183"/>
                    <a:pt x="11220" y="16183"/>
                    <a:pt x="11220" y="16183"/>
                  </a:cubicBezTo>
                  <a:cubicBezTo>
                    <a:pt x="11332" y="16250"/>
                    <a:pt x="11332" y="16250"/>
                    <a:pt x="11332" y="16250"/>
                  </a:cubicBezTo>
                  <a:cubicBezTo>
                    <a:pt x="11332" y="16250"/>
                    <a:pt x="11332" y="16250"/>
                    <a:pt x="11332" y="16250"/>
                  </a:cubicBezTo>
                  <a:cubicBezTo>
                    <a:pt x="11445" y="16317"/>
                    <a:pt x="11445" y="16317"/>
                    <a:pt x="11445" y="16317"/>
                  </a:cubicBezTo>
                  <a:cubicBezTo>
                    <a:pt x="11445" y="16317"/>
                    <a:pt x="11445" y="16317"/>
                    <a:pt x="11445" y="16317"/>
                  </a:cubicBezTo>
                  <a:cubicBezTo>
                    <a:pt x="11557" y="16383"/>
                    <a:pt x="11557" y="16383"/>
                    <a:pt x="11557" y="16383"/>
                  </a:cubicBezTo>
                  <a:cubicBezTo>
                    <a:pt x="11557" y="16450"/>
                    <a:pt x="11557" y="16450"/>
                    <a:pt x="11557" y="16450"/>
                  </a:cubicBezTo>
                  <a:cubicBezTo>
                    <a:pt x="11613" y="16517"/>
                    <a:pt x="11613" y="16517"/>
                    <a:pt x="11613" y="16517"/>
                  </a:cubicBezTo>
                  <a:cubicBezTo>
                    <a:pt x="11613" y="16517"/>
                    <a:pt x="11613" y="16517"/>
                    <a:pt x="11613" y="16517"/>
                  </a:cubicBezTo>
                  <a:cubicBezTo>
                    <a:pt x="11613" y="16517"/>
                    <a:pt x="11613" y="16517"/>
                    <a:pt x="11613" y="16517"/>
                  </a:cubicBezTo>
                  <a:cubicBezTo>
                    <a:pt x="11725" y="16517"/>
                    <a:pt x="11725" y="16517"/>
                    <a:pt x="11725" y="16517"/>
                  </a:cubicBezTo>
                  <a:cubicBezTo>
                    <a:pt x="11725" y="16584"/>
                    <a:pt x="11725" y="16584"/>
                    <a:pt x="11725" y="16584"/>
                  </a:cubicBezTo>
                  <a:cubicBezTo>
                    <a:pt x="11781" y="16517"/>
                    <a:pt x="11781" y="16517"/>
                    <a:pt x="11781" y="16517"/>
                  </a:cubicBezTo>
                  <a:cubicBezTo>
                    <a:pt x="11894" y="16517"/>
                    <a:pt x="11894" y="16517"/>
                    <a:pt x="11894" y="16517"/>
                  </a:cubicBezTo>
                  <a:cubicBezTo>
                    <a:pt x="11894" y="16584"/>
                    <a:pt x="11894" y="16584"/>
                    <a:pt x="11894" y="16584"/>
                  </a:cubicBezTo>
                  <a:cubicBezTo>
                    <a:pt x="11950" y="16584"/>
                    <a:pt x="11950" y="16584"/>
                    <a:pt x="11950" y="16584"/>
                  </a:cubicBezTo>
                  <a:cubicBezTo>
                    <a:pt x="12006" y="16584"/>
                    <a:pt x="12006" y="16584"/>
                    <a:pt x="12006" y="16584"/>
                  </a:cubicBezTo>
                  <a:cubicBezTo>
                    <a:pt x="12118" y="16584"/>
                    <a:pt x="12118" y="16584"/>
                    <a:pt x="12118" y="16584"/>
                  </a:cubicBezTo>
                  <a:cubicBezTo>
                    <a:pt x="12174" y="16584"/>
                    <a:pt x="12174" y="16584"/>
                    <a:pt x="12174" y="16584"/>
                  </a:cubicBezTo>
                  <a:cubicBezTo>
                    <a:pt x="12174" y="16584"/>
                    <a:pt x="12174" y="16584"/>
                    <a:pt x="12174" y="16584"/>
                  </a:cubicBezTo>
                  <a:cubicBezTo>
                    <a:pt x="12174" y="16584"/>
                    <a:pt x="12174" y="16584"/>
                    <a:pt x="12174" y="16584"/>
                  </a:cubicBezTo>
                  <a:cubicBezTo>
                    <a:pt x="12230" y="16584"/>
                    <a:pt x="12230" y="16584"/>
                    <a:pt x="12230" y="16584"/>
                  </a:cubicBezTo>
                  <a:cubicBezTo>
                    <a:pt x="12230" y="16584"/>
                    <a:pt x="12230" y="16584"/>
                    <a:pt x="12230" y="16584"/>
                  </a:cubicBezTo>
                  <a:cubicBezTo>
                    <a:pt x="12230" y="16651"/>
                    <a:pt x="12230" y="16651"/>
                    <a:pt x="12230" y="16651"/>
                  </a:cubicBezTo>
                  <a:cubicBezTo>
                    <a:pt x="12174" y="16785"/>
                    <a:pt x="12174" y="16785"/>
                    <a:pt x="12174" y="16785"/>
                  </a:cubicBezTo>
                  <a:cubicBezTo>
                    <a:pt x="12174" y="16852"/>
                    <a:pt x="12174" y="16852"/>
                    <a:pt x="12174" y="16852"/>
                  </a:cubicBezTo>
                  <a:cubicBezTo>
                    <a:pt x="12118" y="16918"/>
                    <a:pt x="12118" y="16918"/>
                    <a:pt x="12118" y="16918"/>
                  </a:cubicBezTo>
                  <a:cubicBezTo>
                    <a:pt x="12118" y="16985"/>
                    <a:pt x="12118" y="16985"/>
                    <a:pt x="12118" y="16985"/>
                  </a:cubicBezTo>
                  <a:cubicBezTo>
                    <a:pt x="12118" y="17052"/>
                    <a:pt x="12118" y="17052"/>
                    <a:pt x="12118" y="17052"/>
                  </a:cubicBezTo>
                  <a:cubicBezTo>
                    <a:pt x="12118" y="17052"/>
                    <a:pt x="12118" y="17052"/>
                    <a:pt x="12118" y="17052"/>
                  </a:cubicBezTo>
                  <a:cubicBezTo>
                    <a:pt x="12118" y="17186"/>
                    <a:pt x="12118" y="17186"/>
                    <a:pt x="12118" y="17186"/>
                  </a:cubicBezTo>
                  <a:cubicBezTo>
                    <a:pt x="12062" y="17253"/>
                    <a:pt x="12062" y="17253"/>
                    <a:pt x="12062" y="17253"/>
                  </a:cubicBezTo>
                  <a:cubicBezTo>
                    <a:pt x="12062" y="17320"/>
                    <a:pt x="12062" y="17320"/>
                    <a:pt x="12062" y="17320"/>
                  </a:cubicBezTo>
                  <a:cubicBezTo>
                    <a:pt x="12062" y="17386"/>
                    <a:pt x="12062" y="17386"/>
                    <a:pt x="12062" y="17386"/>
                  </a:cubicBezTo>
                  <a:cubicBezTo>
                    <a:pt x="12006" y="17453"/>
                    <a:pt x="12006" y="17453"/>
                    <a:pt x="12006" y="17453"/>
                  </a:cubicBezTo>
                  <a:cubicBezTo>
                    <a:pt x="11950" y="17520"/>
                    <a:pt x="11950" y="17520"/>
                    <a:pt x="11950" y="17520"/>
                  </a:cubicBezTo>
                  <a:cubicBezTo>
                    <a:pt x="12006" y="17587"/>
                    <a:pt x="12006" y="17587"/>
                    <a:pt x="12006" y="17587"/>
                  </a:cubicBezTo>
                  <a:cubicBezTo>
                    <a:pt x="12062" y="17654"/>
                    <a:pt x="12062" y="17654"/>
                    <a:pt x="12062" y="17654"/>
                  </a:cubicBezTo>
                  <a:cubicBezTo>
                    <a:pt x="12062" y="17721"/>
                    <a:pt x="12062" y="17721"/>
                    <a:pt x="12062" y="17721"/>
                  </a:cubicBezTo>
                  <a:cubicBezTo>
                    <a:pt x="12062" y="17721"/>
                    <a:pt x="12062" y="17721"/>
                    <a:pt x="12062" y="17721"/>
                  </a:cubicBezTo>
                  <a:cubicBezTo>
                    <a:pt x="12118" y="17788"/>
                    <a:pt x="12118" y="17788"/>
                    <a:pt x="12118" y="17788"/>
                  </a:cubicBezTo>
                  <a:cubicBezTo>
                    <a:pt x="12118" y="17788"/>
                    <a:pt x="12118" y="17788"/>
                    <a:pt x="12118" y="17788"/>
                  </a:cubicBezTo>
                  <a:cubicBezTo>
                    <a:pt x="12118" y="17855"/>
                    <a:pt x="12118" y="17855"/>
                    <a:pt x="12118" y="17855"/>
                  </a:cubicBezTo>
                  <a:cubicBezTo>
                    <a:pt x="12118" y="17855"/>
                    <a:pt x="12118" y="17855"/>
                    <a:pt x="12118" y="17855"/>
                  </a:cubicBezTo>
                  <a:cubicBezTo>
                    <a:pt x="12174" y="17921"/>
                    <a:pt x="12174" y="17921"/>
                    <a:pt x="12174" y="17921"/>
                  </a:cubicBezTo>
                  <a:cubicBezTo>
                    <a:pt x="12230" y="17921"/>
                    <a:pt x="12230" y="17921"/>
                    <a:pt x="12230" y="17921"/>
                  </a:cubicBezTo>
                  <a:cubicBezTo>
                    <a:pt x="12230" y="17921"/>
                    <a:pt x="12230" y="17921"/>
                    <a:pt x="12230" y="17921"/>
                  </a:cubicBezTo>
                  <a:cubicBezTo>
                    <a:pt x="12230" y="17988"/>
                    <a:pt x="12230" y="17988"/>
                    <a:pt x="12230" y="17988"/>
                  </a:cubicBezTo>
                  <a:cubicBezTo>
                    <a:pt x="12286" y="17988"/>
                    <a:pt x="12286" y="17988"/>
                    <a:pt x="12286" y="17988"/>
                  </a:cubicBezTo>
                  <a:cubicBezTo>
                    <a:pt x="12286" y="18122"/>
                    <a:pt x="12286" y="18122"/>
                    <a:pt x="12286" y="18122"/>
                  </a:cubicBezTo>
                  <a:cubicBezTo>
                    <a:pt x="12286" y="18122"/>
                    <a:pt x="12286" y="18122"/>
                    <a:pt x="12286" y="18122"/>
                  </a:cubicBezTo>
                  <a:cubicBezTo>
                    <a:pt x="12286" y="18189"/>
                    <a:pt x="12286" y="18189"/>
                    <a:pt x="12286" y="18189"/>
                  </a:cubicBezTo>
                  <a:cubicBezTo>
                    <a:pt x="12174" y="18323"/>
                    <a:pt x="12174" y="18323"/>
                    <a:pt x="12174" y="18323"/>
                  </a:cubicBezTo>
                  <a:cubicBezTo>
                    <a:pt x="12230" y="18256"/>
                    <a:pt x="12230" y="18256"/>
                    <a:pt x="12230" y="18256"/>
                  </a:cubicBezTo>
                  <a:cubicBezTo>
                    <a:pt x="12286" y="18189"/>
                    <a:pt x="12286" y="18189"/>
                    <a:pt x="12286" y="18189"/>
                  </a:cubicBezTo>
                  <a:cubicBezTo>
                    <a:pt x="12342" y="18256"/>
                    <a:pt x="12342" y="18256"/>
                    <a:pt x="12342" y="18256"/>
                  </a:cubicBezTo>
                  <a:cubicBezTo>
                    <a:pt x="12398" y="18256"/>
                    <a:pt x="12398" y="18256"/>
                    <a:pt x="12398" y="18256"/>
                  </a:cubicBezTo>
                  <a:cubicBezTo>
                    <a:pt x="12455" y="18256"/>
                    <a:pt x="12455" y="18256"/>
                    <a:pt x="12455" y="18256"/>
                  </a:cubicBezTo>
                  <a:cubicBezTo>
                    <a:pt x="12455" y="18256"/>
                    <a:pt x="12455" y="18256"/>
                    <a:pt x="12455" y="18256"/>
                  </a:cubicBezTo>
                  <a:cubicBezTo>
                    <a:pt x="12455" y="18189"/>
                    <a:pt x="12455" y="18189"/>
                    <a:pt x="12455" y="18189"/>
                  </a:cubicBezTo>
                  <a:cubicBezTo>
                    <a:pt x="12567" y="18055"/>
                    <a:pt x="12567" y="18055"/>
                    <a:pt x="12567" y="18055"/>
                  </a:cubicBezTo>
                  <a:cubicBezTo>
                    <a:pt x="12567" y="18055"/>
                    <a:pt x="12567" y="18055"/>
                    <a:pt x="12567" y="18055"/>
                  </a:cubicBezTo>
                  <a:cubicBezTo>
                    <a:pt x="12567" y="18122"/>
                    <a:pt x="12567" y="18122"/>
                    <a:pt x="12567" y="18122"/>
                  </a:cubicBezTo>
                  <a:cubicBezTo>
                    <a:pt x="12567" y="18122"/>
                    <a:pt x="12567" y="18122"/>
                    <a:pt x="12567" y="18122"/>
                  </a:cubicBezTo>
                  <a:cubicBezTo>
                    <a:pt x="12623" y="18122"/>
                    <a:pt x="12623" y="18122"/>
                    <a:pt x="12623" y="18122"/>
                  </a:cubicBezTo>
                  <a:cubicBezTo>
                    <a:pt x="12623" y="18256"/>
                    <a:pt x="12623" y="18256"/>
                    <a:pt x="12623" y="18256"/>
                  </a:cubicBezTo>
                  <a:cubicBezTo>
                    <a:pt x="12623" y="18323"/>
                    <a:pt x="12623" y="18323"/>
                    <a:pt x="12623" y="18323"/>
                  </a:cubicBezTo>
                  <a:cubicBezTo>
                    <a:pt x="12679" y="18390"/>
                    <a:pt x="12679" y="18390"/>
                    <a:pt x="12679" y="18390"/>
                  </a:cubicBezTo>
                  <a:cubicBezTo>
                    <a:pt x="12735" y="18390"/>
                    <a:pt x="12735" y="18390"/>
                    <a:pt x="12735" y="18390"/>
                  </a:cubicBezTo>
                  <a:cubicBezTo>
                    <a:pt x="12679" y="18323"/>
                    <a:pt x="12679" y="18323"/>
                    <a:pt x="12679" y="18323"/>
                  </a:cubicBezTo>
                  <a:cubicBezTo>
                    <a:pt x="12679" y="18323"/>
                    <a:pt x="12679" y="18323"/>
                    <a:pt x="12679" y="18323"/>
                  </a:cubicBezTo>
                  <a:cubicBezTo>
                    <a:pt x="12623" y="18256"/>
                    <a:pt x="12623" y="18256"/>
                    <a:pt x="12623" y="18256"/>
                  </a:cubicBezTo>
                  <a:cubicBezTo>
                    <a:pt x="12679" y="18122"/>
                    <a:pt x="12679" y="18122"/>
                    <a:pt x="12679" y="18122"/>
                  </a:cubicBezTo>
                  <a:cubicBezTo>
                    <a:pt x="12679" y="18122"/>
                    <a:pt x="12679" y="18122"/>
                    <a:pt x="12679" y="18122"/>
                  </a:cubicBezTo>
                  <a:cubicBezTo>
                    <a:pt x="12679" y="18055"/>
                    <a:pt x="12679" y="18055"/>
                    <a:pt x="12679" y="18055"/>
                  </a:cubicBezTo>
                  <a:cubicBezTo>
                    <a:pt x="12623" y="18055"/>
                    <a:pt x="12623" y="18055"/>
                    <a:pt x="12623" y="18055"/>
                  </a:cubicBezTo>
                  <a:cubicBezTo>
                    <a:pt x="12679" y="18055"/>
                    <a:pt x="12679" y="18055"/>
                    <a:pt x="12679" y="18055"/>
                  </a:cubicBezTo>
                  <a:cubicBezTo>
                    <a:pt x="12679" y="18055"/>
                    <a:pt x="12679" y="18055"/>
                    <a:pt x="12679" y="18055"/>
                  </a:cubicBezTo>
                  <a:cubicBezTo>
                    <a:pt x="12735" y="17921"/>
                    <a:pt x="12735" y="17921"/>
                    <a:pt x="12735" y="17921"/>
                  </a:cubicBezTo>
                  <a:cubicBezTo>
                    <a:pt x="12791" y="17921"/>
                    <a:pt x="12791" y="17921"/>
                    <a:pt x="12791" y="17921"/>
                  </a:cubicBezTo>
                  <a:cubicBezTo>
                    <a:pt x="12735" y="17855"/>
                    <a:pt x="12735" y="17855"/>
                    <a:pt x="12735" y="17855"/>
                  </a:cubicBezTo>
                  <a:cubicBezTo>
                    <a:pt x="12735" y="17788"/>
                    <a:pt x="12735" y="17788"/>
                    <a:pt x="12735" y="17788"/>
                  </a:cubicBezTo>
                  <a:cubicBezTo>
                    <a:pt x="12735" y="17788"/>
                    <a:pt x="12735" y="17788"/>
                    <a:pt x="12735" y="17788"/>
                  </a:cubicBezTo>
                  <a:cubicBezTo>
                    <a:pt x="12735" y="17721"/>
                    <a:pt x="12735" y="17721"/>
                    <a:pt x="12735" y="17721"/>
                  </a:cubicBezTo>
                  <a:cubicBezTo>
                    <a:pt x="12791" y="17654"/>
                    <a:pt x="12791" y="17654"/>
                    <a:pt x="12791" y="17654"/>
                  </a:cubicBezTo>
                  <a:cubicBezTo>
                    <a:pt x="12735" y="17654"/>
                    <a:pt x="12735" y="17654"/>
                    <a:pt x="12735" y="17654"/>
                  </a:cubicBezTo>
                  <a:cubicBezTo>
                    <a:pt x="12735" y="17587"/>
                    <a:pt x="12735" y="17587"/>
                    <a:pt x="12735" y="17587"/>
                  </a:cubicBezTo>
                  <a:cubicBezTo>
                    <a:pt x="12735" y="17587"/>
                    <a:pt x="12735" y="17587"/>
                    <a:pt x="12735" y="17587"/>
                  </a:cubicBezTo>
                  <a:cubicBezTo>
                    <a:pt x="12735" y="17520"/>
                    <a:pt x="12735" y="17520"/>
                    <a:pt x="12735" y="17520"/>
                  </a:cubicBezTo>
                  <a:cubicBezTo>
                    <a:pt x="12735" y="17453"/>
                    <a:pt x="12735" y="17453"/>
                    <a:pt x="12735" y="17453"/>
                  </a:cubicBezTo>
                  <a:cubicBezTo>
                    <a:pt x="12735" y="17386"/>
                    <a:pt x="12735" y="17386"/>
                    <a:pt x="12735" y="17386"/>
                  </a:cubicBezTo>
                  <a:cubicBezTo>
                    <a:pt x="12735" y="17253"/>
                    <a:pt x="12735" y="17253"/>
                    <a:pt x="12735" y="17253"/>
                  </a:cubicBezTo>
                  <a:cubicBezTo>
                    <a:pt x="12791" y="17253"/>
                    <a:pt x="12791" y="17253"/>
                    <a:pt x="12791" y="17253"/>
                  </a:cubicBezTo>
                  <a:cubicBezTo>
                    <a:pt x="12791" y="17186"/>
                    <a:pt x="12791" y="17186"/>
                    <a:pt x="12791" y="17186"/>
                  </a:cubicBezTo>
                  <a:cubicBezTo>
                    <a:pt x="12791" y="17186"/>
                    <a:pt x="12791" y="17186"/>
                    <a:pt x="12791" y="17186"/>
                  </a:cubicBezTo>
                  <a:cubicBezTo>
                    <a:pt x="12791" y="17119"/>
                    <a:pt x="12791" y="17119"/>
                    <a:pt x="12791" y="17119"/>
                  </a:cubicBezTo>
                  <a:cubicBezTo>
                    <a:pt x="12791" y="17119"/>
                    <a:pt x="12791" y="17119"/>
                    <a:pt x="12791" y="17119"/>
                  </a:cubicBezTo>
                  <a:cubicBezTo>
                    <a:pt x="12791" y="17119"/>
                    <a:pt x="12791" y="17119"/>
                    <a:pt x="12791" y="17119"/>
                  </a:cubicBezTo>
                  <a:cubicBezTo>
                    <a:pt x="12791" y="17052"/>
                    <a:pt x="12791" y="17052"/>
                    <a:pt x="12791" y="17052"/>
                  </a:cubicBezTo>
                  <a:cubicBezTo>
                    <a:pt x="12791" y="17052"/>
                    <a:pt x="12791" y="17052"/>
                    <a:pt x="12791" y="17052"/>
                  </a:cubicBezTo>
                  <a:cubicBezTo>
                    <a:pt x="12791" y="16985"/>
                    <a:pt x="12791" y="16985"/>
                    <a:pt x="12791" y="16985"/>
                  </a:cubicBezTo>
                  <a:cubicBezTo>
                    <a:pt x="12791" y="16985"/>
                    <a:pt x="12791" y="16985"/>
                    <a:pt x="12791" y="16985"/>
                  </a:cubicBezTo>
                  <a:cubicBezTo>
                    <a:pt x="12735" y="16918"/>
                    <a:pt x="12735" y="16918"/>
                    <a:pt x="12735" y="16918"/>
                  </a:cubicBezTo>
                  <a:cubicBezTo>
                    <a:pt x="12735" y="16852"/>
                    <a:pt x="12735" y="16852"/>
                    <a:pt x="12735" y="16852"/>
                  </a:cubicBezTo>
                  <a:cubicBezTo>
                    <a:pt x="12735" y="16852"/>
                    <a:pt x="12735" y="16852"/>
                    <a:pt x="12735" y="16852"/>
                  </a:cubicBezTo>
                  <a:cubicBezTo>
                    <a:pt x="12791" y="16785"/>
                    <a:pt x="12791" y="16785"/>
                    <a:pt x="12791" y="16785"/>
                  </a:cubicBezTo>
                  <a:cubicBezTo>
                    <a:pt x="12903" y="16785"/>
                    <a:pt x="12903" y="16785"/>
                    <a:pt x="12903" y="16785"/>
                  </a:cubicBezTo>
                  <a:cubicBezTo>
                    <a:pt x="12960" y="16785"/>
                    <a:pt x="12960" y="16785"/>
                    <a:pt x="12960" y="16785"/>
                  </a:cubicBezTo>
                  <a:cubicBezTo>
                    <a:pt x="13016" y="16785"/>
                    <a:pt x="13016" y="16785"/>
                    <a:pt x="13016" y="16785"/>
                  </a:cubicBezTo>
                  <a:cubicBezTo>
                    <a:pt x="13016" y="16718"/>
                    <a:pt x="13016" y="16718"/>
                    <a:pt x="13016" y="16718"/>
                  </a:cubicBezTo>
                  <a:cubicBezTo>
                    <a:pt x="13128" y="16651"/>
                    <a:pt x="13128" y="16651"/>
                    <a:pt x="13128" y="16651"/>
                  </a:cubicBezTo>
                  <a:cubicBezTo>
                    <a:pt x="13296" y="16651"/>
                    <a:pt x="13296" y="16651"/>
                    <a:pt x="13296" y="16651"/>
                  </a:cubicBezTo>
                  <a:cubicBezTo>
                    <a:pt x="13296" y="16584"/>
                    <a:pt x="13296" y="16584"/>
                    <a:pt x="13296" y="16584"/>
                  </a:cubicBezTo>
                  <a:cubicBezTo>
                    <a:pt x="13296" y="16584"/>
                    <a:pt x="13296" y="16584"/>
                    <a:pt x="13296" y="16584"/>
                  </a:cubicBezTo>
                  <a:cubicBezTo>
                    <a:pt x="13408" y="16517"/>
                    <a:pt x="13408" y="16517"/>
                    <a:pt x="13408" y="16517"/>
                  </a:cubicBezTo>
                  <a:cubicBezTo>
                    <a:pt x="13464" y="16450"/>
                    <a:pt x="13464" y="16450"/>
                    <a:pt x="13464" y="16450"/>
                  </a:cubicBezTo>
                  <a:cubicBezTo>
                    <a:pt x="13521" y="16450"/>
                    <a:pt x="13521" y="16450"/>
                    <a:pt x="13521" y="16450"/>
                  </a:cubicBezTo>
                  <a:cubicBezTo>
                    <a:pt x="13577" y="16317"/>
                    <a:pt x="13577" y="16317"/>
                    <a:pt x="13577" y="16317"/>
                  </a:cubicBezTo>
                  <a:cubicBezTo>
                    <a:pt x="13577" y="16317"/>
                    <a:pt x="13577" y="16317"/>
                    <a:pt x="13577" y="16317"/>
                  </a:cubicBezTo>
                  <a:cubicBezTo>
                    <a:pt x="13633" y="16317"/>
                    <a:pt x="13633" y="16317"/>
                    <a:pt x="13633" y="16317"/>
                  </a:cubicBezTo>
                  <a:cubicBezTo>
                    <a:pt x="13689" y="16317"/>
                    <a:pt x="13689" y="16317"/>
                    <a:pt x="13689" y="16317"/>
                  </a:cubicBezTo>
                  <a:cubicBezTo>
                    <a:pt x="13689" y="16317"/>
                    <a:pt x="13689" y="16317"/>
                    <a:pt x="13689" y="16317"/>
                  </a:cubicBezTo>
                  <a:cubicBezTo>
                    <a:pt x="13689" y="16250"/>
                    <a:pt x="13689" y="16250"/>
                    <a:pt x="13689" y="16250"/>
                  </a:cubicBezTo>
                  <a:cubicBezTo>
                    <a:pt x="13633" y="16183"/>
                    <a:pt x="13633" y="16183"/>
                    <a:pt x="13633" y="16183"/>
                  </a:cubicBezTo>
                  <a:cubicBezTo>
                    <a:pt x="13633" y="16183"/>
                    <a:pt x="13633" y="16183"/>
                    <a:pt x="13633" y="16183"/>
                  </a:cubicBezTo>
                  <a:cubicBezTo>
                    <a:pt x="13633" y="16250"/>
                    <a:pt x="13633" y="16250"/>
                    <a:pt x="13633" y="16250"/>
                  </a:cubicBezTo>
                  <a:cubicBezTo>
                    <a:pt x="13577" y="16250"/>
                    <a:pt x="13577" y="16250"/>
                    <a:pt x="13577" y="16250"/>
                  </a:cubicBezTo>
                  <a:cubicBezTo>
                    <a:pt x="13633" y="16183"/>
                    <a:pt x="13633" y="16183"/>
                    <a:pt x="13633" y="16183"/>
                  </a:cubicBezTo>
                  <a:cubicBezTo>
                    <a:pt x="13633" y="16049"/>
                    <a:pt x="13633" y="16049"/>
                    <a:pt x="13633" y="16049"/>
                  </a:cubicBezTo>
                  <a:cubicBezTo>
                    <a:pt x="13689" y="16049"/>
                    <a:pt x="13689" y="16049"/>
                    <a:pt x="13689" y="16049"/>
                  </a:cubicBezTo>
                  <a:cubicBezTo>
                    <a:pt x="13689" y="15915"/>
                    <a:pt x="13689" y="15915"/>
                    <a:pt x="13689" y="15915"/>
                  </a:cubicBezTo>
                  <a:cubicBezTo>
                    <a:pt x="13689" y="15848"/>
                    <a:pt x="13689" y="15848"/>
                    <a:pt x="13689" y="15848"/>
                  </a:cubicBezTo>
                  <a:cubicBezTo>
                    <a:pt x="13633" y="15782"/>
                    <a:pt x="13633" y="15782"/>
                    <a:pt x="13633" y="15782"/>
                  </a:cubicBezTo>
                  <a:cubicBezTo>
                    <a:pt x="13633" y="15648"/>
                    <a:pt x="13633" y="15648"/>
                    <a:pt x="13633" y="15648"/>
                  </a:cubicBezTo>
                  <a:cubicBezTo>
                    <a:pt x="13633" y="15514"/>
                    <a:pt x="13633" y="15514"/>
                    <a:pt x="13633" y="15514"/>
                  </a:cubicBezTo>
                  <a:cubicBezTo>
                    <a:pt x="13577" y="15380"/>
                    <a:pt x="13577" y="15380"/>
                    <a:pt x="13577" y="15380"/>
                  </a:cubicBezTo>
                  <a:cubicBezTo>
                    <a:pt x="13521" y="15313"/>
                    <a:pt x="13521" y="15313"/>
                    <a:pt x="13521" y="15313"/>
                  </a:cubicBezTo>
                  <a:cubicBezTo>
                    <a:pt x="13464" y="15247"/>
                    <a:pt x="13464" y="15247"/>
                    <a:pt x="13464" y="15247"/>
                  </a:cubicBezTo>
                  <a:cubicBezTo>
                    <a:pt x="13464" y="15247"/>
                    <a:pt x="13464" y="15247"/>
                    <a:pt x="13464" y="15247"/>
                  </a:cubicBezTo>
                  <a:cubicBezTo>
                    <a:pt x="13408" y="15247"/>
                    <a:pt x="13408" y="15247"/>
                    <a:pt x="13408" y="15247"/>
                  </a:cubicBezTo>
                  <a:cubicBezTo>
                    <a:pt x="13464" y="15113"/>
                    <a:pt x="13464" y="15113"/>
                    <a:pt x="13464" y="15113"/>
                  </a:cubicBezTo>
                  <a:cubicBezTo>
                    <a:pt x="13521" y="15113"/>
                    <a:pt x="13521" y="15113"/>
                    <a:pt x="13521" y="15113"/>
                  </a:cubicBezTo>
                  <a:cubicBezTo>
                    <a:pt x="13633" y="14912"/>
                    <a:pt x="13633" y="14912"/>
                    <a:pt x="13633" y="14912"/>
                  </a:cubicBezTo>
                  <a:cubicBezTo>
                    <a:pt x="13689" y="14912"/>
                    <a:pt x="13689" y="14912"/>
                    <a:pt x="13689" y="14912"/>
                  </a:cubicBezTo>
                  <a:cubicBezTo>
                    <a:pt x="13689" y="14912"/>
                    <a:pt x="13689" y="14912"/>
                    <a:pt x="13689" y="14912"/>
                  </a:cubicBezTo>
                  <a:cubicBezTo>
                    <a:pt x="13689" y="14845"/>
                    <a:pt x="13689" y="14845"/>
                    <a:pt x="13689" y="14845"/>
                  </a:cubicBezTo>
                  <a:cubicBezTo>
                    <a:pt x="13689" y="14845"/>
                    <a:pt x="13689" y="14845"/>
                    <a:pt x="13689" y="14845"/>
                  </a:cubicBezTo>
                  <a:cubicBezTo>
                    <a:pt x="13689" y="14845"/>
                    <a:pt x="13689" y="14845"/>
                    <a:pt x="13689" y="14845"/>
                  </a:cubicBezTo>
                  <a:cubicBezTo>
                    <a:pt x="13745" y="14778"/>
                    <a:pt x="13745" y="14778"/>
                    <a:pt x="13745" y="14778"/>
                  </a:cubicBezTo>
                  <a:cubicBezTo>
                    <a:pt x="13745" y="14778"/>
                    <a:pt x="13745" y="14778"/>
                    <a:pt x="13745" y="14778"/>
                  </a:cubicBezTo>
                  <a:cubicBezTo>
                    <a:pt x="13801" y="14845"/>
                    <a:pt x="13801" y="14845"/>
                    <a:pt x="13801" y="14845"/>
                  </a:cubicBezTo>
                  <a:cubicBezTo>
                    <a:pt x="13801" y="14845"/>
                    <a:pt x="13801" y="14845"/>
                    <a:pt x="13801" y="14845"/>
                  </a:cubicBezTo>
                  <a:cubicBezTo>
                    <a:pt x="13801" y="14778"/>
                    <a:pt x="13801" y="14778"/>
                    <a:pt x="13801" y="14778"/>
                  </a:cubicBezTo>
                  <a:cubicBezTo>
                    <a:pt x="13801" y="14712"/>
                    <a:pt x="13801" y="14712"/>
                    <a:pt x="13801" y="14712"/>
                  </a:cubicBezTo>
                  <a:cubicBezTo>
                    <a:pt x="13857" y="14712"/>
                    <a:pt x="13857" y="14712"/>
                    <a:pt x="13857" y="14712"/>
                  </a:cubicBezTo>
                  <a:cubicBezTo>
                    <a:pt x="13913" y="14645"/>
                    <a:pt x="13913" y="14645"/>
                    <a:pt x="13913" y="14645"/>
                  </a:cubicBezTo>
                  <a:cubicBezTo>
                    <a:pt x="13913" y="14578"/>
                    <a:pt x="13913" y="14578"/>
                    <a:pt x="13913" y="14578"/>
                  </a:cubicBezTo>
                  <a:cubicBezTo>
                    <a:pt x="13857" y="14578"/>
                    <a:pt x="13857" y="14578"/>
                    <a:pt x="13857" y="14578"/>
                  </a:cubicBezTo>
                  <a:cubicBezTo>
                    <a:pt x="13857" y="14578"/>
                    <a:pt x="13857" y="14578"/>
                    <a:pt x="13857" y="14578"/>
                  </a:cubicBezTo>
                  <a:cubicBezTo>
                    <a:pt x="13857" y="14511"/>
                    <a:pt x="13857" y="14511"/>
                    <a:pt x="13857" y="14511"/>
                  </a:cubicBezTo>
                  <a:cubicBezTo>
                    <a:pt x="13857" y="14444"/>
                    <a:pt x="13857" y="14444"/>
                    <a:pt x="13857" y="14444"/>
                  </a:cubicBezTo>
                  <a:cubicBezTo>
                    <a:pt x="13857" y="14444"/>
                    <a:pt x="13857" y="14444"/>
                    <a:pt x="13857" y="14444"/>
                  </a:cubicBezTo>
                  <a:cubicBezTo>
                    <a:pt x="13857" y="14377"/>
                    <a:pt x="13857" y="14377"/>
                    <a:pt x="13857" y="14377"/>
                  </a:cubicBezTo>
                  <a:cubicBezTo>
                    <a:pt x="13913" y="14377"/>
                    <a:pt x="13913" y="14377"/>
                    <a:pt x="13913" y="14377"/>
                  </a:cubicBezTo>
                  <a:cubicBezTo>
                    <a:pt x="13857" y="14377"/>
                    <a:pt x="13857" y="14377"/>
                    <a:pt x="13857" y="14377"/>
                  </a:cubicBezTo>
                  <a:cubicBezTo>
                    <a:pt x="13857" y="14310"/>
                    <a:pt x="13857" y="14310"/>
                    <a:pt x="13857" y="14310"/>
                  </a:cubicBezTo>
                  <a:cubicBezTo>
                    <a:pt x="13913" y="14243"/>
                    <a:pt x="13913" y="14243"/>
                    <a:pt x="13913" y="14243"/>
                  </a:cubicBezTo>
                  <a:cubicBezTo>
                    <a:pt x="13913" y="14243"/>
                    <a:pt x="13913" y="14243"/>
                    <a:pt x="13913" y="14243"/>
                  </a:cubicBezTo>
                  <a:cubicBezTo>
                    <a:pt x="13913" y="14243"/>
                    <a:pt x="13913" y="14243"/>
                    <a:pt x="13913" y="14243"/>
                  </a:cubicBezTo>
                  <a:cubicBezTo>
                    <a:pt x="13801" y="14243"/>
                    <a:pt x="13801" y="14243"/>
                    <a:pt x="13801" y="14243"/>
                  </a:cubicBezTo>
                  <a:cubicBezTo>
                    <a:pt x="13801" y="14243"/>
                    <a:pt x="13801" y="14243"/>
                    <a:pt x="13801" y="14243"/>
                  </a:cubicBezTo>
                  <a:cubicBezTo>
                    <a:pt x="13801" y="14177"/>
                    <a:pt x="13801" y="14177"/>
                    <a:pt x="13801" y="14177"/>
                  </a:cubicBezTo>
                  <a:cubicBezTo>
                    <a:pt x="13913" y="14110"/>
                    <a:pt x="13913" y="14110"/>
                    <a:pt x="13913" y="14110"/>
                  </a:cubicBezTo>
                  <a:cubicBezTo>
                    <a:pt x="13969" y="13976"/>
                    <a:pt x="13969" y="13976"/>
                    <a:pt x="13969" y="13976"/>
                  </a:cubicBezTo>
                  <a:cubicBezTo>
                    <a:pt x="13969" y="13909"/>
                    <a:pt x="13969" y="13909"/>
                    <a:pt x="13969" y="13909"/>
                  </a:cubicBezTo>
                  <a:cubicBezTo>
                    <a:pt x="14025" y="13909"/>
                    <a:pt x="14025" y="13909"/>
                    <a:pt x="14025" y="13909"/>
                  </a:cubicBezTo>
                  <a:cubicBezTo>
                    <a:pt x="14025" y="13909"/>
                    <a:pt x="14025" y="13909"/>
                    <a:pt x="14025" y="13909"/>
                  </a:cubicBezTo>
                  <a:cubicBezTo>
                    <a:pt x="14025" y="13842"/>
                    <a:pt x="14025" y="13842"/>
                    <a:pt x="14025" y="13842"/>
                  </a:cubicBezTo>
                  <a:cubicBezTo>
                    <a:pt x="14025" y="13842"/>
                    <a:pt x="14025" y="13842"/>
                    <a:pt x="14025" y="13842"/>
                  </a:cubicBezTo>
                  <a:cubicBezTo>
                    <a:pt x="14025" y="13842"/>
                    <a:pt x="14025" y="13842"/>
                    <a:pt x="14025" y="13842"/>
                  </a:cubicBezTo>
                  <a:cubicBezTo>
                    <a:pt x="13969" y="13775"/>
                    <a:pt x="13969" y="13775"/>
                    <a:pt x="13969" y="13775"/>
                  </a:cubicBezTo>
                  <a:cubicBezTo>
                    <a:pt x="13969" y="13775"/>
                    <a:pt x="13969" y="13775"/>
                    <a:pt x="13969" y="13775"/>
                  </a:cubicBezTo>
                  <a:cubicBezTo>
                    <a:pt x="13969" y="13642"/>
                    <a:pt x="13969" y="13642"/>
                    <a:pt x="13969" y="13642"/>
                  </a:cubicBezTo>
                  <a:cubicBezTo>
                    <a:pt x="13969" y="13575"/>
                    <a:pt x="13969" y="13575"/>
                    <a:pt x="13969" y="13575"/>
                  </a:cubicBezTo>
                  <a:cubicBezTo>
                    <a:pt x="13969" y="13508"/>
                    <a:pt x="13969" y="13508"/>
                    <a:pt x="13969" y="13508"/>
                  </a:cubicBezTo>
                  <a:cubicBezTo>
                    <a:pt x="14025" y="13508"/>
                    <a:pt x="14025" y="13508"/>
                    <a:pt x="14025" y="13508"/>
                  </a:cubicBezTo>
                  <a:cubicBezTo>
                    <a:pt x="14025" y="13508"/>
                    <a:pt x="14025" y="13508"/>
                    <a:pt x="14025" y="13508"/>
                  </a:cubicBezTo>
                  <a:cubicBezTo>
                    <a:pt x="14082" y="13508"/>
                    <a:pt x="14082" y="13508"/>
                    <a:pt x="14082" y="13508"/>
                  </a:cubicBezTo>
                  <a:cubicBezTo>
                    <a:pt x="14082" y="13441"/>
                    <a:pt x="14082" y="13441"/>
                    <a:pt x="14082" y="13441"/>
                  </a:cubicBezTo>
                  <a:cubicBezTo>
                    <a:pt x="14082" y="13441"/>
                    <a:pt x="14082" y="13441"/>
                    <a:pt x="14082" y="13441"/>
                  </a:cubicBezTo>
                  <a:cubicBezTo>
                    <a:pt x="14138" y="13441"/>
                    <a:pt x="14138" y="13441"/>
                    <a:pt x="14138" y="13441"/>
                  </a:cubicBezTo>
                  <a:cubicBezTo>
                    <a:pt x="14138" y="13441"/>
                    <a:pt x="14138" y="13441"/>
                    <a:pt x="14138" y="13441"/>
                  </a:cubicBezTo>
                  <a:cubicBezTo>
                    <a:pt x="14194" y="13441"/>
                    <a:pt x="14194" y="13441"/>
                    <a:pt x="14194" y="13441"/>
                  </a:cubicBezTo>
                  <a:cubicBezTo>
                    <a:pt x="14250" y="13441"/>
                    <a:pt x="14250" y="13441"/>
                    <a:pt x="14250" y="13441"/>
                  </a:cubicBezTo>
                  <a:cubicBezTo>
                    <a:pt x="14362" y="13508"/>
                    <a:pt x="14362" y="13508"/>
                    <a:pt x="14362" y="13508"/>
                  </a:cubicBezTo>
                  <a:cubicBezTo>
                    <a:pt x="14474" y="13575"/>
                    <a:pt x="14474" y="13575"/>
                    <a:pt x="14474" y="13575"/>
                  </a:cubicBezTo>
                  <a:cubicBezTo>
                    <a:pt x="14530" y="13575"/>
                    <a:pt x="14530" y="13575"/>
                    <a:pt x="14530" y="13575"/>
                  </a:cubicBezTo>
                  <a:cubicBezTo>
                    <a:pt x="14530" y="13575"/>
                    <a:pt x="14530" y="13575"/>
                    <a:pt x="14530" y="13575"/>
                  </a:cubicBezTo>
                  <a:cubicBezTo>
                    <a:pt x="14474" y="13642"/>
                    <a:pt x="14474" y="13642"/>
                    <a:pt x="14474" y="13642"/>
                  </a:cubicBezTo>
                  <a:cubicBezTo>
                    <a:pt x="14530" y="13642"/>
                    <a:pt x="14530" y="13642"/>
                    <a:pt x="14530" y="13642"/>
                  </a:cubicBezTo>
                  <a:cubicBezTo>
                    <a:pt x="14587" y="13575"/>
                    <a:pt x="14587" y="13575"/>
                    <a:pt x="14587" y="13575"/>
                  </a:cubicBezTo>
                  <a:cubicBezTo>
                    <a:pt x="14643" y="13575"/>
                    <a:pt x="14643" y="13575"/>
                    <a:pt x="14643" y="13575"/>
                  </a:cubicBezTo>
                  <a:cubicBezTo>
                    <a:pt x="14699" y="13575"/>
                    <a:pt x="14699" y="13575"/>
                    <a:pt x="14699" y="13575"/>
                  </a:cubicBezTo>
                  <a:cubicBezTo>
                    <a:pt x="14699" y="13575"/>
                    <a:pt x="14699" y="13575"/>
                    <a:pt x="14699" y="13575"/>
                  </a:cubicBezTo>
                  <a:cubicBezTo>
                    <a:pt x="14755" y="13642"/>
                    <a:pt x="14755" y="13642"/>
                    <a:pt x="14755" y="13642"/>
                  </a:cubicBezTo>
                  <a:cubicBezTo>
                    <a:pt x="14755" y="13575"/>
                    <a:pt x="14755" y="13575"/>
                    <a:pt x="14755" y="13575"/>
                  </a:cubicBezTo>
                  <a:cubicBezTo>
                    <a:pt x="14811" y="13642"/>
                    <a:pt x="14811" y="13642"/>
                    <a:pt x="14811" y="13642"/>
                  </a:cubicBezTo>
                  <a:cubicBezTo>
                    <a:pt x="14811" y="13575"/>
                    <a:pt x="14811" y="13575"/>
                    <a:pt x="14811" y="13575"/>
                  </a:cubicBezTo>
                  <a:cubicBezTo>
                    <a:pt x="14867" y="13575"/>
                    <a:pt x="14867" y="13575"/>
                    <a:pt x="14867" y="13575"/>
                  </a:cubicBezTo>
                  <a:cubicBezTo>
                    <a:pt x="14923" y="13575"/>
                    <a:pt x="14923" y="13575"/>
                    <a:pt x="14923" y="13575"/>
                  </a:cubicBezTo>
                  <a:cubicBezTo>
                    <a:pt x="15035" y="13642"/>
                    <a:pt x="15035" y="13642"/>
                    <a:pt x="15035" y="13642"/>
                  </a:cubicBezTo>
                  <a:cubicBezTo>
                    <a:pt x="15035" y="13708"/>
                    <a:pt x="15035" y="13708"/>
                    <a:pt x="15035" y="13708"/>
                  </a:cubicBezTo>
                  <a:cubicBezTo>
                    <a:pt x="15091" y="13708"/>
                    <a:pt x="15091" y="13708"/>
                    <a:pt x="15091" y="13708"/>
                  </a:cubicBezTo>
                  <a:cubicBezTo>
                    <a:pt x="15148" y="13708"/>
                    <a:pt x="15148" y="13708"/>
                    <a:pt x="15148" y="13708"/>
                  </a:cubicBezTo>
                  <a:cubicBezTo>
                    <a:pt x="15148" y="13842"/>
                    <a:pt x="15148" y="13842"/>
                    <a:pt x="15148" y="13842"/>
                  </a:cubicBezTo>
                  <a:cubicBezTo>
                    <a:pt x="15091" y="13842"/>
                    <a:pt x="15091" y="13842"/>
                    <a:pt x="15091" y="13842"/>
                  </a:cubicBezTo>
                  <a:cubicBezTo>
                    <a:pt x="15091" y="13909"/>
                    <a:pt x="15091" y="13909"/>
                    <a:pt x="15091" y="13909"/>
                  </a:cubicBezTo>
                  <a:cubicBezTo>
                    <a:pt x="15148" y="13842"/>
                    <a:pt x="15148" y="13842"/>
                    <a:pt x="15148" y="13842"/>
                  </a:cubicBezTo>
                  <a:cubicBezTo>
                    <a:pt x="15204" y="13909"/>
                    <a:pt x="15204" y="13909"/>
                    <a:pt x="15204" y="13909"/>
                  </a:cubicBezTo>
                  <a:cubicBezTo>
                    <a:pt x="15204" y="13976"/>
                    <a:pt x="15204" y="13976"/>
                    <a:pt x="15204" y="13976"/>
                  </a:cubicBezTo>
                  <a:cubicBezTo>
                    <a:pt x="15148" y="13976"/>
                    <a:pt x="15148" y="13976"/>
                    <a:pt x="15148" y="13976"/>
                  </a:cubicBezTo>
                  <a:cubicBezTo>
                    <a:pt x="15204" y="14043"/>
                    <a:pt x="15204" y="14043"/>
                    <a:pt x="15204" y="14043"/>
                  </a:cubicBezTo>
                  <a:cubicBezTo>
                    <a:pt x="15260" y="13976"/>
                    <a:pt x="15260" y="13976"/>
                    <a:pt x="15260" y="13976"/>
                  </a:cubicBezTo>
                  <a:cubicBezTo>
                    <a:pt x="15260" y="14043"/>
                    <a:pt x="15260" y="14043"/>
                    <a:pt x="15260" y="14043"/>
                  </a:cubicBezTo>
                  <a:cubicBezTo>
                    <a:pt x="15260" y="14110"/>
                    <a:pt x="15260" y="14110"/>
                    <a:pt x="15260" y="14110"/>
                  </a:cubicBezTo>
                  <a:cubicBezTo>
                    <a:pt x="15260" y="14043"/>
                    <a:pt x="15260" y="14043"/>
                    <a:pt x="15260" y="14043"/>
                  </a:cubicBezTo>
                  <a:cubicBezTo>
                    <a:pt x="15204" y="14110"/>
                    <a:pt x="15204" y="14110"/>
                    <a:pt x="15204" y="14110"/>
                  </a:cubicBezTo>
                  <a:cubicBezTo>
                    <a:pt x="15148" y="14110"/>
                    <a:pt x="15148" y="14110"/>
                    <a:pt x="15148" y="14110"/>
                  </a:cubicBezTo>
                  <a:cubicBezTo>
                    <a:pt x="15260" y="14177"/>
                    <a:pt x="15260" y="14177"/>
                    <a:pt x="15260" y="14177"/>
                  </a:cubicBezTo>
                  <a:cubicBezTo>
                    <a:pt x="15260" y="14243"/>
                    <a:pt x="15260" y="14243"/>
                    <a:pt x="15260" y="14243"/>
                  </a:cubicBezTo>
                  <a:cubicBezTo>
                    <a:pt x="15260" y="14177"/>
                    <a:pt x="15260" y="14177"/>
                    <a:pt x="15260" y="14177"/>
                  </a:cubicBezTo>
                  <a:cubicBezTo>
                    <a:pt x="15260" y="14243"/>
                    <a:pt x="15260" y="14243"/>
                    <a:pt x="15260" y="14243"/>
                  </a:cubicBezTo>
                  <a:cubicBezTo>
                    <a:pt x="15316" y="14177"/>
                    <a:pt x="15316" y="14177"/>
                    <a:pt x="15316" y="14177"/>
                  </a:cubicBezTo>
                  <a:cubicBezTo>
                    <a:pt x="15372" y="14243"/>
                    <a:pt x="15372" y="14243"/>
                    <a:pt x="15372" y="14243"/>
                  </a:cubicBezTo>
                  <a:cubicBezTo>
                    <a:pt x="15428" y="14243"/>
                    <a:pt x="15428" y="14243"/>
                    <a:pt x="15428" y="14243"/>
                  </a:cubicBezTo>
                  <a:cubicBezTo>
                    <a:pt x="15428" y="14310"/>
                    <a:pt x="15428" y="14310"/>
                    <a:pt x="15428" y="14310"/>
                  </a:cubicBezTo>
                  <a:cubicBezTo>
                    <a:pt x="15484" y="14243"/>
                    <a:pt x="15484" y="14243"/>
                    <a:pt x="15484" y="14243"/>
                  </a:cubicBezTo>
                  <a:cubicBezTo>
                    <a:pt x="15540" y="14310"/>
                    <a:pt x="15540" y="14310"/>
                    <a:pt x="15540" y="14310"/>
                  </a:cubicBezTo>
                  <a:cubicBezTo>
                    <a:pt x="15540" y="14377"/>
                    <a:pt x="15540" y="14377"/>
                    <a:pt x="15540" y="14377"/>
                  </a:cubicBezTo>
                  <a:cubicBezTo>
                    <a:pt x="15596" y="14444"/>
                    <a:pt x="15596" y="14444"/>
                    <a:pt x="15596" y="14444"/>
                  </a:cubicBezTo>
                  <a:cubicBezTo>
                    <a:pt x="15652" y="14377"/>
                    <a:pt x="15652" y="14377"/>
                    <a:pt x="15652" y="14377"/>
                  </a:cubicBezTo>
                  <a:cubicBezTo>
                    <a:pt x="15652" y="14310"/>
                    <a:pt x="15652" y="14310"/>
                    <a:pt x="15652" y="14310"/>
                  </a:cubicBezTo>
                  <a:cubicBezTo>
                    <a:pt x="15709" y="14310"/>
                    <a:pt x="15709" y="14310"/>
                    <a:pt x="15709" y="14310"/>
                  </a:cubicBezTo>
                  <a:cubicBezTo>
                    <a:pt x="15709" y="14377"/>
                    <a:pt x="15709" y="14377"/>
                    <a:pt x="15709" y="14377"/>
                  </a:cubicBezTo>
                  <a:cubicBezTo>
                    <a:pt x="15652" y="14444"/>
                    <a:pt x="15652" y="14444"/>
                    <a:pt x="15652" y="14444"/>
                  </a:cubicBezTo>
                  <a:cubicBezTo>
                    <a:pt x="15596" y="14511"/>
                    <a:pt x="15596" y="14511"/>
                    <a:pt x="15596" y="14511"/>
                  </a:cubicBezTo>
                  <a:cubicBezTo>
                    <a:pt x="15540" y="14578"/>
                    <a:pt x="15540" y="14578"/>
                    <a:pt x="15540" y="14578"/>
                  </a:cubicBezTo>
                  <a:cubicBezTo>
                    <a:pt x="15596" y="14712"/>
                    <a:pt x="15596" y="14712"/>
                    <a:pt x="15596" y="14712"/>
                  </a:cubicBezTo>
                  <a:cubicBezTo>
                    <a:pt x="15540" y="14712"/>
                    <a:pt x="15540" y="14712"/>
                    <a:pt x="15540" y="14712"/>
                  </a:cubicBezTo>
                  <a:cubicBezTo>
                    <a:pt x="15540" y="14645"/>
                    <a:pt x="15540" y="14645"/>
                    <a:pt x="15540" y="14645"/>
                  </a:cubicBezTo>
                  <a:cubicBezTo>
                    <a:pt x="15540" y="14712"/>
                    <a:pt x="15540" y="14712"/>
                    <a:pt x="15540" y="14712"/>
                  </a:cubicBezTo>
                  <a:cubicBezTo>
                    <a:pt x="15484" y="14778"/>
                    <a:pt x="15484" y="14778"/>
                    <a:pt x="15484" y="14778"/>
                  </a:cubicBezTo>
                  <a:cubicBezTo>
                    <a:pt x="15372" y="14778"/>
                    <a:pt x="15372" y="14778"/>
                    <a:pt x="15372" y="14778"/>
                  </a:cubicBezTo>
                  <a:cubicBezTo>
                    <a:pt x="15260" y="14712"/>
                    <a:pt x="15260" y="14712"/>
                    <a:pt x="15260" y="14712"/>
                  </a:cubicBezTo>
                  <a:cubicBezTo>
                    <a:pt x="15372" y="14778"/>
                    <a:pt x="15372" y="14778"/>
                    <a:pt x="15372" y="14778"/>
                  </a:cubicBezTo>
                  <a:cubicBezTo>
                    <a:pt x="15484" y="14778"/>
                    <a:pt x="15484" y="14778"/>
                    <a:pt x="15484" y="14778"/>
                  </a:cubicBezTo>
                  <a:cubicBezTo>
                    <a:pt x="15540" y="14845"/>
                    <a:pt x="15540" y="14845"/>
                    <a:pt x="15540" y="14845"/>
                  </a:cubicBezTo>
                  <a:cubicBezTo>
                    <a:pt x="15540" y="14979"/>
                    <a:pt x="15540" y="14979"/>
                    <a:pt x="15540" y="14979"/>
                  </a:cubicBezTo>
                  <a:cubicBezTo>
                    <a:pt x="15484" y="15046"/>
                    <a:pt x="15484" y="15046"/>
                    <a:pt x="15484" y="15046"/>
                  </a:cubicBezTo>
                  <a:cubicBezTo>
                    <a:pt x="15484" y="15046"/>
                    <a:pt x="15484" y="15046"/>
                    <a:pt x="15484" y="15046"/>
                  </a:cubicBezTo>
                  <a:cubicBezTo>
                    <a:pt x="15428" y="15113"/>
                    <a:pt x="15428" y="15113"/>
                    <a:pt x="15428" y="15113"/>
                  </a:cubicBezTo>
                  <a:cubicBezTo>
                    <a:pt x="15428" y="15113"/>
                    <a:pt x="15428" y="15113"/>
                    <a:pt x="15428" y="15113"/>
                  </a:cubicBezTo>
                  <a:cubicBezTo>
                    <a:pt x="15484" y="15247"/>
                    <a:pt x="15484" y="15247"/>
                    <a:pt x="15484" y="15247"/>
                  </a:cubicBezTo>
                  <a:cubicBezTo>
                    <a:pt x="15540" y="15247"/>
                    <a:pt x="15540" y="15247"/>
                    <a:pt x="15540" y="15247"/>
                  </a:cubicBezTo>
                  <a:cubicBezTo>
                    <a:pt x="15540" y="15247"/>
                    <a:pt x="15540" y="15247"/>
                    <a:pt x="15540" y="15247"/>
                  </a:cubicBezTo>
                  <a:cubicBezTo>
                    <a:pt x="15428" y="15247"/>
                    <a:pt x="15428" y="15247"/>
                    <a:pt x="15428" y="15247"/>
                  </a:cubicBezTo>
                  <a:cubicBezTo>
                    <a:pt x="15484" y="15313"/>
                    <a:pt x="15484" y="15313"/>
                    <a:pt x="15484" y="15313"/>
                  </a:cubicBezTo>
                  <a:cubicBezTo>
                    <a:pt x="15540" y="15380"/>
                    <a:pt x="15540" y="15380"/>
                    <a:pt x="15540" y="15380"/>
                  </a:cubicBezTo>
                  <a:cubicBezTo>
                    <a:pt x="15540" y="15380"/>
                    <a:pt x="15540" y="15380"/>
                    <a:pt x="15540" y="15380"/>
                  </a:cubicBezTo>
                  <a:cubicBezTo>
                    <a:pt x="15540" y="15313"/>
                    <a:pt x="15540" y="15313"/>
                    <a:pt x="15540" y="15313"/>
                  </a:cubicBezTo>
                  <a:cubicBezTo>
                    <a:pt x="15596" y="15313"/>
                    <a:pt x="15596" y="15313"/>
                    <a:pt x="15596" y="15313"/>
                  </a:cubicBezTo>
                  <a:cubicBezTo>
                    <a:pt x="15652" y="15313"/>
                    <a:pt x="15652" y="15313"/>
                    <a:pt x="15652" y="15313"/>
                  </a:cubicBezTo>
                  <a:cubicBezTo>
                    <a:pt x="15652" y="15380"/>
                    <a:pt x="15652" y="15380"/>
                    <a:pt x="15652" y="15380"/>
                  </a:cubicBezTo>
                  <a:cubicBezTo>
                    <a:pt x="15652" y="15447"/>
                    <a:pt x="15652" y="15447"/>
                    <a:pt x="15652" y="15447"/>
                  </a:cubicBezTo>
                  <a:cubicBezTo>
                    <a:pt x="15652" y="15514"/>
                    <a:pt x="15652" y="15514"/>
                    <a:pt x="15652" y="15514"/>
                  </a:cubicBezTo>
                  <a:cubicBezTo>
                    <a:pt x="15596" y="15581"/>
                    <a:pt x="15596" y="15581"/>
                    <a:pt x="15596" y="15581"/>
                  </a:cubicBezTo>
                  <a:cubicBezTo>
                    <a:pt x="15596" y="15648"/>
                    <a:pt x="15596" y="15648"/>
                    <a:pt x="15596" y="15648"/>
                  </a:cubicBezTo>
                  <a:cubicBezTo>
                    <a:pt x="15540" y="15715"/>
                    <a:pt x="15540" y="15715"/>
                    <a:pt x="15540" y="15715"/>
                  </a:cubicBezTo>
                  <a:cubicBezTo>
                    <a:pt x="15596" y="15715"/>
                    <a:pt x="15596" y="15715"/>
                    <a:pt x="15596" y="15715"/>
                  </a:cubicBezTo>
                  <a:cubicBezTo>
                    <a:pt x="15652" y="15514"/>
                    <a:pt x="15652" y="15514"/>
                    <a:pt x="15652" y="15514"/>
                  </a:cubicBezTo>
                  <a:cubicBezTo>
                    <a:pt x="15709" y="15447"/>
                    <a:pt x="15709" y="15447"/>
                    <a:pt x="15709" y="15447"/>
                  </a:cubicBezTo>
                  <a:cubicBezTo>
                    <a:pt x="15765" y="15447"/>
                    <a:pt x="15765" y="15447"/>
                    <a:pt x="15765" y="15447"/>
                  </a:cubicBezTo>
                  <a:cubicBezTo>
                    <a:pt x="15765" y="15514"/>
                    <a:pt x="15765" y="15514"/>
                    <a:pt x="15765" y="15514"/>
                  </a:cubicBezTo>
                  <a:cubicBezTo>
                    <a:pt x="15765" y="15648"/>
                    <a:pt x="15765" y="15648"/>
                    <a:pt x="15765" y="15648"/>
                  </a:cubicBezTo>
                  <a:cubicBezTo>
                    <a:pt x="15709" y="15648"/>
                    <a:pt x="15709" y="15648"/>
                    <a:pt x="15709" y="15648"/>
                  </a:cubicBezTo>
                  <a:cubicBezTo>
                    <a:pt x="15765" y="15715"/>
                    <a:pt x="15765" y="15715"/>
                    <a:pt x="15765" y="15715"/>
                  </a:cubicBezTo>
                  <a:cubicBezTo>
                    <a:pt x="15709" y="15782"/>
                    <a:pt x="15709" y="15782"/>
                    <a:pt x="15709" y="15782"/>
                  </a:cubicBezTo>
                  <a:cubicBezTo>
                    <a:pt x="15765" y="15715"/>
                    <a:pt x="15765" y="15715"/>
                    <a:pt x="15765" y="15715"/>
                  </a:cubicBezTo>
                  <a:cubicBezTo>
                    <a:pt x="15765" y="15648"/>
                    <a:pt x="15765" y="15648"/>
                    <a:pt x="15765" y="15648"/>
                  </a:cubicBezTo>
                  <a:cubicBezTo>
                    <a:pt x="15821" y="15581"/>
                    <a:pt x="15821" y="15581"/>
                    <a:pt x="15821" y="15581"/>
                  </a:cubicBezTo>
                  <a:cubicBezTo>
                    <a:pt x="15877" y="15581"/>
                    <a:pt x="15877" y="15581"/>
                    <a:pt x="15877" y="15581"/>
                  </a:cubicBezTo>
                  <a:cubicBezTo>
                    <a:pt x="15933" y="15514"/>
                    <a:pt x="15933" y="15514"/>
                    <a:pt x="15933" y="15514"/>
                  </a:cubicBezTo>
                  <a:cubicBezTo>
                    <a:pt x="15933" y="15514"/>
                    <a:pt x="15933" y="15514"/>
                    <a:pt x="15933" y="15514"/>
                  </a:cubicBezTo>
                  <a:cubicBezTo>
                    <a:pt x="15989" y="15581"/>
                    <a:pt x="15989" y="15581"/>
                    <a:pt x="15989" y="15581"/>
                  </a:cubicBezTo>
                  <a:cubicBezTo>
                    <a:pt x="15989" y="15514"/>
                    <a:pt x="15989" y="15514"/>
                    <a:pt x="15989" y="15514"/>
                  </a:cubicBezTo>
                  <a:cubicBezTo>
                    <a:pt x="16045" y="15514"/>
                    <a:pt x="16045" y="15514"/>
                    <a:pt x="16045" y="15514"/>
                  </a:cubicBezTo>
                  <a:cubicBezTo>
                    <a:pt x="16045" y="15447"/>
                    <a:pt x="16045" y="15447"/>
                    <a:pt x="16045" y="15447"/>
                  </a:cubicBezTo>
                  <a:cubicBezTo>
                    <a:pt x="16045" y="15447"/>
                    <a:pt x="16045" y="15447"/>
                    <a:pt x="16045" y="15447"/>
                  </a:cubicBezTo>
                  <a:cubicBezTo>
                    <a:pt x="16157" y="15380"/>
                    <a:pt x="16157" y="15380"/>
                    <a:pt x="16157" y="15380"/>
                  </a:cubicBezTo>
                  <a:cubicBezTo>
                    <a:pt x="16157" y="15380"/>
                    <a:pt x="16157" y="15380"/>
                    <a:pt x="16157" y="15380"/>
                  </a:cubicBezTo>
                  <a:cubicBezTo>
                    <a:pt x="16157" y="15514"/>
                    <a:pt x="16157" y="15514"/>
                    <a:pt x="16157" y="15514"/>
                  </a:cubicBezTo>
                  <a:cubicBezTo>
                    <a:pt x="16157" y="15581"/>
                    <a:pt x="16157" y="15581"/>
                    <a:pt x="16157" y="15581"/>
                  </a:cubicBezTo>
                  <a:cubicBezTo>
                    <a:pt x="16214" y="15447"/>
                    <a:pt x="16214" y="15447"/>
                    <a:pt x="16214" y="15447"/>
                  </a:cubicBezTo>
                  <a:cubicBezTo>
                    <a:pt x="16214" y="15380"/>
                    <a:pt x="16214" y="15380"/>
                    <a:pt x="16214" y="15380"/>
                  </a:cubicBezTo>
                  <a:cubicBezTo>
                    <a:pt x="16214" y="15380"/>
                    <a:pt x="16214" y="15380"/>
                    <a:pt x="16214" y="15380"/>
                  </a:cubicBezTo>
                  <a:cubicBezTo>
                    <a:pt x="16214" y="15380"/>
                    <a:pt x="16214" y="15380"/>
                    <a:pt x="16214" y="15380"/>
                  </a:cubicBezTo>
                  <a:cubicBezTo>
                    <a:pt x="16270" y="15313"/>
                    <a:pt x="16270" y="15313"/>
                    <a:pt x="16270" y="15313"/>
                  </a:cubicBezTo>
                  <a:cubicBezTo>
                    <a:pt x="16270" y="15313"/>
                    <a:pt x="16270" y="15313"/>
                    <a:pt x="16270" y="15313"/>
                  </a:cubicBezTo>
                  <a:cubicBezTo>
                    <a:pt x="16326" y="15247"/>
                    <a:pt x="16326" y="15247"/>
                    <a:pt x="16326" y="15247"/>
                  </a:cubicBezTo>
                  <a:cubicBezTo>
                    <a:pt x="16326" y="15180"/>
                    <a:pt x="16326" y="15180"/>
                    <a:pt x="16326" y="15180"/>
                  </a:cubicBezTo>
                  <a:cubicBezTo>
                    <a:pt x="16382" y="15180"/>
                    <a:pt x="16382" y="15180"/>
                    <a:pt x="16382" y="15180"/>
                  </a:cubicBezTo>
                  <a:cubicBezTo>
                    <a:pt x="16382" y="15113"/>
                    <a:pt x="16382" y="15113"/>
                    <a:pt x="16382" y="15113"/>
                  </a:cubicBezTo>
                  <a:cubicBezTo>
                    <a:pt x="16438" y="15113"/>
                    <a:pt x="16438" y="15113"/>
                    <a:pt x="16438" y="15113"/>
                  </a:cubicBezTo>
                  <a:cubicBezTo>
                    <a:pt x="16438" y="15180"/>
                    <a:pt x="16438" y="15180"/>
                    <a:pt x="16438" y="15180"/>
                  </a:cubicBezTo>
                  <a:cubicBezTo>
                    <a:pt x="16438" y="15113"/>
                    <a:pt x="16438" y="15113"/>
                    <a:pt x="16438" y="15113"/>
                  </a:cubicBezTo>
                  <a:cubicBezTo>
                    <a:pt x="16438" y="15113"/>
                    <a:pt x="16438" y="15113"/>
                    <a:pt x="16438" y="15113"/>
                  </a:cubicBezTo>
                  <a:cubicBezTo>
                    <a:pt x="16382" y="15113"/>
                    <a:pt x="16382" y="15113"/>
                    <a:pt x="16382" y="15113"/>
                  </a:cubicBezTo>
                  <a:cubicBezTo>
                    <a:pt x="16382" y="15046"/>
                    <a:pt x="16382" y="15046"/>
                    <a:pt x="16382" y="15046"/>
                  </a:cubicBezTo>
                  <a:cubicBezTo>
                    <a:pt x="16438" y="14979"/>
                    <a:pt x="16438" y="14979"/>
                    <a:pt x="16438" y="14979"/>
                  </a:cubicBezTo>
                  <a:cubicBezTo>
                    <a:pt x="16438" y="14979"/>
                    <a:pt x="16438" y="14979"/>
                    <a:pt x="16438" y="14979"/>
                  </a:cubicBezTo>
                  <a:cubicBezTo>
                    <a:pt x="16494" y="14979"/>
                    <a:pt x="16494" y="14979"/>
                    <a:pt x="16494" y="14979"/>
                  </a:cubicBezTo>
                  <a:cubicBezTo>
                    <a:pt x="16494" y="14912"/>
                    <a:pt x="16494" y="14912"/>
                    <a:pt x="16494" y="14912"/>
                  </a:cubicBezTo>
                  <a:cubicBezTo>
                    <a:pt x="16494" y="14912"/>
                    <a:pt x="16494" y="14912"/>
                    <a:pt x="16494" y="14912"/>
                  </a:cubicBezTo>
                  <a:cubicBezTo>
                    <a:pt x="16494" y="14845"/>
                    <a:pt x="16494" y="14845"/>
                    <a:pt x="16494" y="14845"/>
                  </a:cubicBezTo>
                  <a:cubicBezTo>
                    <a:pt x="16550" y="14845"/>
                    <a:pt x="16550" y="14845"/>
                    <a:pt x="16550" y="14845"/>
                  </a:cubicBezTo>
                  <a:cubicBezTo>
                    <a:pt x="16606" y="14778"/>
                    <a:pt x="16606" y="14778"/>
                    <a:pt x="16606" y="14778"/>
                  </a:cubicBezTo>
                  <a:cubicBezTo>
                    <a:pt x="16550" y="14712"/>
                    <a:pt x="16550" y="14712"/>
                    <a:pt x="16550" y="14712"/>
                  </a:cubicBezTo>
                  <a:cubicBezTo>
                    <a:pt x="16606" y="14645"/>
                    <a:pt x="16606" y="14645"/>
                    <a:pt x="16606" y="14645"/>
                  </a:cubicBezTo>
                  <a:cubicBezTo>
                    <a:pt x="16662" y="14645"/>
                    <a:pt x="16662" y="14645"/>
                    <a:pt x="16662" y="14645"/>
                  </a:cubicBezTo>
                  <a:cubicBezTo>
                    <a:pt x="16718" y="14645"/>
                    <a:pt x="16718" y="14645"/>
                    <a:pt x="16718" y="14645"/>
                  </a:cubicBezTo>
                  <a:cubicBezTo>
                    <a:pt x="16662" y="14712"/>
                    <a:pt x="16662" y="14712"/>
                    <a:pt x="16662" y="14712"/>
                  </a:cubicBezTo>
                  <a:cubicBezTo>
                    <a:pt x="16718" y="14712"/>
                    <a:pt x="16718" y="14712"/>
                    <a:pt x="16718" y="14712"/>
                  </a:cubicBezTo>
                  <a:cubicBezTo>
                    <a:pt x="16718" y="14712"/>
                    <a:pt x="16718" y="14712"/>
                    <a:pt x="16718" y="14712"/>
                  </a:cubicBezTo>
                  <a:cubicBezTo>
                    <a:pt x="16662" y="14712"/>
                    <a:pt x="16662" y="14712"/>
                    <a:pt x="16662" y="14712"/>
                  </a:cubicBezTo>
                  <a:cubicBezTo>
                    <a:pt x="16662" y="14778"/>
                    <a:pt x="16662" y="14778"/>
                    <a:pt x="16662" y="14778"/>
                  </a:cubicBezTo>
                  <a:cubicBezTo>
                    <a:pt x="16718" y="14778"/>
                    <a:pt x="16718" y="14778"/>
                    <a:pt x="16718" y="14778"/>
                  </a:cubicBezTo>
                  <a:cubicBezTo>
                    <a:pt x="16662" y="14845"/>
                    <a:pt x="16662" y="14845"/>
                    <a:pt x="16662" y="14845"/>
                  </a:cubicBezTo>
                  <a:cubicBezTo>
                    <a:pt x="16662" y="14845"/>
                    <a:pt x="16662" y="14845"/>
                    <a:pt x="16662" y="14845"/>
                  </a:cubicBezTo>
                  <a:cubicBezTo>
                    <a:pt x="16662" y="14845"/>
                    <a:pt x="16662" y="14845"/>
                    <a:pt x="16662" y="14845"/>
                  </a:cubicBezTo>
                  <a:cubicBezTo>
                    <a:pt x="16662" y="14845"/>
                    <a:pt x="16662" y="14845"/>
                    <a:pt x="16662" y="14845"/>
                  </a:cubicBezTo>
                  <a:cubicBezTo>
                    <a:pt x="16718" y="14845"/>
                    <a:pt x="16718" y="14845"/>
                    <a:pt x="16718" y="14845"/>
                  </a:cubicBezTo>
                  <a:cubicBezTo>
                    <a:pt x="16718" y="14912"/>
                    <a:pt x="16718" y="14912"/>
                    <a:pt x="16718" y="14912"/>
                  </a:cubicBezTo>
                  <a:cubicBezTo>
                    <a:pt x="16662" y="14912"/>
                    <a:pt x="16662" y="14912"/>
                    <a:pt x="16662" y="14912"/>
                  </a:cubicBezTo>
                  <a:cubicBezTo>
                    <a:pt x="16718" y="14912"/>
                    <a:pt x="16718" y="14912"/>
                    <a:pt x="16718" y="14912"/>
                  </a:cubicBezTo>
                  <a:cubicBezTo>
                    <a:pt x="16718" y="14979"/>
                    <a:pt x="16718" y="14979"/>
                    <a:pt x="16718" y="14979"/>
                  </a:cubicBezTo>
                  <a:cubicBezTo>
                    <a:pt x="16662" y="14979"/>
                    <a:pt x="16662" y="14979"/>
                    <a:pt x="16662" y="14979"/>
                  </a:cubicBezTo>
                  <a:cubicBezTo>
                    <a:pt x="16718" y="15046"/>
                    <a:pt x="16718" y="15046"/>
                    <a:pt x="16718" y="15046"/>
                  </a:cubicBezTo>
                  <a:cubicBezTo>
                    <a:pt x="16718" y="15113"/>
                    <a:pt x="16718" y="15113"/>
                    <a:pt x="16718" y="15113"/>
                  </a:cubicBezTo>
                  <a:cubicBezTo>
                    <a:pt x="16775" y="15180"/>
                    <a:pt x="16775" y="15180"/>
                    <a:pt x="16775" y="15180"/>
                  </a:cubicBezTo>
                  <a:cubicBezTo>
                    <a:pt x="16718" y="15180"/>
                    <a:pt x="16718" y="15180"/>
                    <a:pt x="16718" y="15180"/>
                  </a:cubicBezTo>
                  <a:cubicBezTo>
                    <a:pt x="16718" y="15180"/>
                    <a:pt x="16718" y="15180"/>
                    <a:pt x="16718" y="15180"/>
                  </a:cubicBezTo>
                  <a:cubicBezTo>
                    <a:pt x="16662" y="15180"/>
                    <a:pt x="16662" y="15180"/>
                    <a:pt x="16662" y="15180"/>
                  </a:cubicBezTo>
                  <a:cubicBezTo>
                    <a:pt x="16718" y="15247"/>
                    <a:pt x="16718" y="15247"/>
                    <a:pt x="16718" y="15247"/>
                  </a:cubicBezTo>
                  <a:cubicBezTo>
                    <a:pt x="16718" y="15247"/>
                    <a:pt x="16718" y="15247"/>
                    <a:pt x="16718" y="15247"/>
                  </a:cubicBezTo>
                  <a:cubicBezTo>
                    <a:pt x="16718" y="15247"/>
                    <a:pt x="16718" y="15247"/>
                    <a:pt x="16718" y="15247"/>
                  </a:cubicBezTo>
                  <a:cubicBezTo>
                    <a:pt x="16775" y="15180"/>
                    <a:pt x="16775" y="15180"/>
                    <a:pt x="16775" y="15180"/>
                  </a:cubicBezTo>
                  <a:cubicBezTo>
                    <a:pt x="16775" y="15247"/>
                    <a:pt x="16775" y="15247"/>
                    <a:pt x="16775" y="15247"/>
                  </a:cubicBezTo>
                  <a:cubicBezTo>
                    <a:pt x="16831" y="15247"/>
                    <a:pt x="16831" y="15247"/>
                    <a:pt x="16831" y="15247"/>
                  </a:cubicBezTo>
                  <a:cubicBezTo>
                    <a:pt x="16775" y="15313"/>
                    <a:pt x="16775" y="15313"/>
                    <a:pt x="16775" y="15313"/>
                  </a:cubicBezTo>
                  <a:cubicBezTo>
                    <a:pt x="16718" y="15380"/>
                    <a:pt x="16718" y="15380"/>
                    <a:pt x="16718" y="15380"/>
                  </a:cubicBezTo>
                  <a:cubicBezTo>
                    <a:pt x="16662" y="15313"/>
                    <a:pt x="16662" y="15313"/>
                    <a:pt x="16662" y="15313"/>
                  </a:cubicBezTo>
                  <a:cubicBezTo>
                    <a:pt x="16662" y="15380"/>
                    <a:pt x="16662" y="15380"/>
                    <a:pt x="16662" y="15380"/>
                  </a:cubicBezTo>
                  <a:cubicBezTo>
                    <a:pt x="16662" y="15380"/>
                    <a:pt x="16662" y="15380"/>
                    <a:pt x="16662" y="15380"/>
                  </a:cubicBezTo>
                  <a:cubicBezTo>
                    <a:pt x="16775" y="15380"/>
                    <a:pt x="16775" y="15380"/>
                    <a:pt x="16775" y="15380"/>
                  </a:cubicBezTo>
                  <a:cubicBezTo>
                    <a:pt x="16831" y="15380"/>
                    <a:pt x="16831" y="15380"/>
                    <a:pt x="16831" y="15380"/>
                  </a:cubicBezTo>
                  <a:cubicBezTo>
                    <a:pt x="16831" y="15447"/>
                    <a:pt x="16831" y="15447"/>
                    <a:pt x="16831" y="15447"/>
                  </a:cubicBezTo>
                  <a:cubicBezTo>
                    <a:pt x="16775" y="15447"/>
                    <a:pt x="16775" y="15447"/>
                    <a:pt x="16775" y="15447"/>
                  </a:cubicBezTo>
                  <a:cubicBezTo>
                    <a:pt x="16831" y="15514"/>
                    <a:pt x="16831" y="15514"/>
                    <a:pt x="16831" y="15514"/>
                  </a:cubicBezTo>
                  <a:cubicBezTo>
                    <a:pt x="16887" y="15447"/>
                    <a:pt x="16887" y="15447"/>
                    <a:pt x="16887" y="15447"/>
                  </a:cubicBezTo>
                  <a:cubicBezTo>
                    <a:pt x="16887" y="15514"/>
                    <a:pt x="16887" y="15514"/>
                    <a:pt x="16887" y="15514"/>
                  </a:cubicBezTo>
                  <a:cubicBezTo>
                    <a:pt x="16831" y="15581"/>
                    <a:pt x="16831" y="15581"/>
                    <a:pt x="16831" y="15581"/>
                  </a:cubicBezTo>
                  <a:cubicBezTo>
                    <a:pt x="16718" y="15581"/>
                    <a:pt x="16718" y="15581"/>
                    <a:pt x="16718" y="15581"/>
                  </a:cubicBezTo>
                  <a:cubicBezTo>
                    <a:pt x="16718" y="15581"/>
                    <a:pt x="16718" y="15581"/>
                    <a:pt x="16718" y="15581"/>
                  </a:cubicBezTo>
                  <a:cubicBezTo>
                    <a:pt x="16662" y="15581"/>
                    <a:pt x="16662" y="15581"/>
                    <a:pt x="16662" y="15581"/>
                  </a:cubicBezTo>
                  <a:cubicBezTo>
                    <a:pt x="16718" y="15648"/>
                    <a:pt x="16718" y="15648"/>
                    <a:pt x="16718" y="15648"/>
                  </a:cubicBezTo>
                  <a:cubicBezTo>
                    <a:pt x="16662" y="15648"/>
                    <a:pt x="16662" y="15648"/>
                    <a:pt x="16662" y="15648"/>
                  </a:cubicBezTo>
                  <a:cubicBezTo>
                    <a:pt x="16718" y="15648"/>
                    <a:pt x="16718" y="15648"/>
                    <a:pt x="16718" y="15648"/>
                  </a:cubicBezTo>
                  <a:cubicBezTo>
                    <a:pt x="16831" y="15648"/>
                    <a:pt x="16831" y="15648"/>
                    <a:pt x="16831" y="15648"/>
                  </a:cubicBezTo>
                  <a:cubicBezTo>
                    <a:pt x="16887" y="15648"/>
                    <a:pt x="16887" y="15648"/>
                    <a:pt x="16887" y="15648"/>
                  </a:cubicBezTo>
                  <a:cubicBezTo>
                    <a:pt x="16887" y="15648"/>
                    <a:pt x="16887" y="15648"/>
                    <a:pt x="16887" y="15648"/>
                  </a:cubicBezTo>
                  <a:cubicBezTo>
                    <a:pt x="16887" y="15648"/>
                    <a:pt x="16887" y="15648"/>
                    <a:pt x="16887" y="15648"/>
                  </a:cubicBezTo>
                  <a:cubicBezTo>
                    <a:pt x="16887" y="15715"/>
                    <a:pt x="16887" y="15715"/>
                    <a:pt x="16887" y="15715"/>
                  </a:cubicBezTo>
                  <a:cubicBezTo>
                    <a:pt x="16831" y="15715"/>
                    <a:pt x="16831" y="15715"/>
                    <a:pt x="16831" y="15715"/>
                  </a:cubicBezTo>
                  <a:cubicBezTo>
                    <a:pt x="16775" y="15715"/>
                    <a:pt x="16775" y="15715"/>
                    <a:pt x="16775" y="15715"/>
                  </a:cubicBezTo>
                  <a:cubicBezTo>
                    <a:pt x="16718" y="15848"/>
                    <a:pt x="16718" y="15848"/>
                    <a:pt x="16718" y="15848"/>
                  </a:cubicBezTo>
                  <a:cubicBezTo>
                    <a:pt x="16775" y="15782"/>
                    <a:pt x="16775" y="15782"/>
                    <a:pt x="16775" y="15782"/>
                  </a:cubicBezTo>
                  <a:cubicBezTo>
                    <a:pt x="16831" y="15782"/>
                    <a:pt x="16831" y="15782"/>
                    <a:pt x="16831" y="15782"/>
                  </a:cubicBezTo>
                  <a:cubicBezTo>
                    <a:pt x="16887" y="15782"/>
                    <a:pt x="16887" y="15782"/>
                    <a:pt x="16887" y="15782"/>
                  </a:cubicBezTo>
                  <a:cubicBezTo>
                    <a:pt x="16887" y="15782"/>
                    <a:pt x="16887" y="15782"/>
                    <a:pt x="16887" y="15782"/>
                  </a:cubicBezTo>
                  <a:cubicBezTo>
                    <a:pt x="16887" y="15848"/>
                    <a:pt x="16887" y="15848"/>
                    <a:pt x="16887" y="15848"/>
                  </a:cubicBezTo>
                  <a:cubicBezTo>
                    <a:pt x="16887" y="15848"/>
                    <a:pt x="16887" y="15848"/>
                    <a:pt x="16887" y="15848"/>
                  </a:cubicBezTo>
                  <a:cubicBezTo>
                    <a:pt x="16831" y="15848"/>
                    <a:pt x="16831" y="15848"/>
                    <a:pt x="16831" y="15848"/>
                  </a:cubicBezTo>
                  <a:cubicBezTo>
                    <a:pt x="16831" y="15915"/>
                    <a:pt x="16831" y="15915"/>
                    <a:pt x="16831" y="15915"/>
                  </a:cubicBezTo>
                  <a:cubicBezTo>
                    <a:pt x="16831" y="15915"/>
                    <a:pt x="16831" y="15915"/>
                    <a:pt x="16831" y="15915"/>
                  </a:cubicBezTo>
                  <a:cubicBezTo>
                    <a:pt x="16887" y="15915"/>
                    <a:pt x="16887" y="15915"/>
                    <a:pt x="16887" y="15915"/>
                  </a:cubicBezTo>
                  <a:cubicBezTo>
                    <a:pt x="16887" y="15848"/>
                    <a:pt x="16887" y="15848"/>
                    <a:pt x="16887" y="15848"/>
                  </a:cubicBezTo>
                  <a:cubicBezTo>
                    <a:pt x="16943" y="15915"/>
                    <a:pt x="16943" y="15915"/>
                    <a:pt x="16943" y="15915"/>
                  </a:cubicBezTo>
                  <a:cubicBezTo>
                    <a:pt x="16999" y="15982"/>
                    <a:pt x="16999" y="15982"/>
                    <a:pt x="16999" y="15982"/>
                  </a:cubicBezTo>
                  <a:cubicBezTo>
                    <a:pt x="16943" y="16049"/>
                    <a:pt x="16943" y="16049"/>
                    <a:pt x="16943" y="16049"/>
                  </a:cubicBezTo>
                  <a:cubicBezTo>
                    <a:pt x="16887" y="16049"/>
                    <a:pt x="16887" y="16049"/>
                    <a:pt x="16887" y="16049"/>
                  </a:cubicBezTo>
                  <a:cubicBezTo>
                    <a:pt x="16887" y="16049"/>
                    <a:pt x="16887" y="16049"/>
                    <a:pt x="16887" y="16049"/>
                  </a:cubicBezTo>
                  <a:cubicBezTo>
                    <a:pt x="16831" y="16049"/>
                    <a:pt x="16831" y="16049"/>
                    <a:pt x="16831" y="16049"/>
                  </a:cubicBezTo>
                  <a:cubicBezTo>
                    <a:pt x="16887" y="16116"/>
                    <a:pt x="16887" y="16116"/>
                    <a:pt x="16887" y="16116"/>
                  </a:cubicBezTo>
                  <a:cubicBezTo>
                    <a:pt x="16887" y="16116"/>
                    <a:pt x="16887" y="16116"/>
                    <a:pt x="16887" y="16116"/>
                  </a:cubicBezTo>
                  <a:cubicBezTo>
                    <a:pt x="16943" y="16116"/>
                    <a:pt x="16943" y="16116"/>
                    <a:pt x="16943" y="16116"/>
                  </a:cubicBezTo>
                  <a:cubicBezTo>
                    <a:pt x="16943" y="16116"/>
                    <a:pt x="16943" y="16116"/>
                    <a:pt x="16943" y="16116"/>
                  </a:cubicBezTo>
                  <a:cubicBezTo>
                    <a:pt x="16999" y="16116"/>
                    <a:pt x="16999" y="16116"/>
                    <a:pt x="16999" y="16116"/>
                  </a:cubicBezTo>
                  <a:cubicBezTo>
                    <a:pt x="16999" y="16183"/>
                    <a:pt x="16999" y="16183"/>
                    <a:pt x="16999" y="16183"/>
                  </a:cubicBezTo>
                  <a:cubicBezTo>
                    <a:pt x="16943" y="16183"/>
                    <a:pt x="16943" y="16183"/>
                    <a:pt x="16943" y="16183"/>
                  </a:cubicBezTo>
                  <a:cubicBezTo>
                    <a:pt x="16999" y="16183"/>
                    <a:pt x="16999" y="16183"/>
                    <a:pt x="16999" y="16183"/>
                  </a:cubicBezTo>
                  <a:cubicBezTo>
                    <a:pt x="16999" y="16183"/>
                    <a:pt x="16999" y="16183"/>
                    <a:pt x="16999" y="16183"/>
                  </a:cubicBezTo>
                  <a:cubicBezTo>
                    <a:pt x="17055" y="16250"/>
                    <a:pt x="17055" y="16250"/>
                    <a:pt x="17055" y="16250"/>
                  </a:cubicBezTo>
                  <a:cubicBezTo>
                    <a:pt x="17055" y="16317"/>
                    <a:pt x="17055" y="16317"/>
                    <a:pt x="17055" y="16317"/>
                  </a:cubicBezTo>
                  <a:cubicBezTo>
                    <a:pt x="16999" y="16317"/>
                    <a:pt x="16999" y="16317"/>
                    <a:pt x="16999" y="16317"/>
                  </a:cubicBezTo>
                  <a:cubicBezTo>
                    <a:pt x="16943" y="16383"/>
                    <a:pt x="16943" y="16383"/>
                    <a:pt x="16943" y="16383"/>
                  </a:cubicBezTo>
                  <a:cubicBezTo>
                    <a:pt x="16943" y="16383"/>
                    <a:pt x="16943" y="16383"/>
                    <a:pt x="16943" y="16383"/>
                  </a:cubicBezTo>
                  <a:cubicBezTo>
                    <a:pt x="16887" y="16383"/>
                    <a:pt x="16887" y="16383"/>
                    <a:pt x="16887" y="16383"/>
                  </a:cubicBezTo>
                  <a:cubicBezTo>
                    <a:pt x="16943" y="16383"/>
                    <a:pt x="16943" y="16383"/>
                    <a:pt x="16943" y="16383"/>
                  </a:cubicBezTo>
                  <a:cubicBezTo>
                    <a:pt x="16943" y="16450"/>
                    <a:pt x="16943" y="16450"/>
                    <a:pt x="16943" y="16450"/>
                  </a:cubicBezTo>
                  <a:cubicBezTo>
                    <a:pt x="16887" y="16450"/>
                    <a:pt x="16887" y="16450"/>
                    <a:pt x="16887" y="16450"/>
                  </a:cubicBezTo>
                  <a:cubicBezTo>
                    <a:pt x="16831" y="16383"/>
                    <a:pt x="16831" y="16383"/>
                    <a:pt x="16831" y="16383"/>
                  </a:cubicBezTo>
                  <a:cubicBezTo>
                    <a:pt x="16775" y="16383"/>
                    <a:pt x="16775" y="16383"/>
                    <a:pt x="16775" y="16383"/>
                  </a:cubicBezTo>
                  <a:cubicBezTo>
                    <a:pt x="16831" y="16450"/>
                    <a:pt x="16831" y="16450"/>
                    <a:pt x="16831" y="16450"/>
                  </a:cubicBezTo>
                  <a:cubicBezTo>
                    <a:pt x="16831" y="16517"/>
                    <a:pt x="16831" y="16517"/>
                    <a:pt x="16831" y="16517"/>
                  </a:cubicBezTo>
                  <a:cubicBezTo>
                    <a:pt x="16887" y="16517"/>
                    <a:pt x="16887" y="16517"/>
                    <a:pt x="16887" y="16517"/>
                  </a:cubicBezTo>
                  <a:cubicBezTo>
                    <a:pt x="16887" y="16584"/>
                    <a:pt x="16887" y="16584"/>
                    <a:pt x="16887" y="16584"/>
                  </a:cubicBezTo>
                  <a:cubicBezTo>
                    <a:pt x="16887" y="16584"/>
                    <a:pt x="16887" y="16584"/>
                    <a:pt x="16887" y="16584"/>
                  </a:cubicBezTo>
                  <a:cubicBezTo>
                    <a:pt x="16831" y="16584"/>
                    <a:pt x="16831" y="16584"/>
                    <a:pt x="16831" y="16584"/>
                  </a:cubicBezTo>
                  <a:cubicBezTo>
                    <a:pt x="16831" y="16651"/>
                    <a:pt x="16831" y="16651"/>
                    <a:pt x="16831" y="16651"/>
                  </a:cubicBezTo>
                  <a:cubicBezTo>
                    <a:pt x="16775" y="16651"/>
                    <a:pt x="16775" y="16651"/>
                    <a:pt x="16775" y="16651"/>
                  </a:cubicBezTo>
                  <a:cubicBezTo>
                    <a:pt x="16831" y="16651"/>
                    <a:pt x="16831" y="16651"/>
                    <a:pt x="16831" y="16651"/>
                  </a:cubicBezTo>
                  <a:cubicBezTo>
                    <a:pt x="16887" y="16651"/>
                    <a:pt x="16887" y="16651"/>
                    <a:pt x="16887" y="16651"/>
                  </a:cubicBezTo>
                  <a:cubicBezTo>
                    <a:pt x="16887" y="16651"/>
                    <a:pt x="16887" y="16651"/>
                    <a:pt x="16887" y="16651"/>
                  </a:cubicBezTo>
                  <a:cubicBezTo>
                    <a:pt x="16943" y="16584"/>
                    <a:pt x="16943" y="16584"/>
                    <a:pt x="16943" y="16584"/>
                  </a:cubicBezTo>
                  <a:cubicBezTo>
                    <a:pt x="16999" y="16584"/>
                    <a:pt x="16999" y="16584"/>
                    <a:pt x="16999" y="16584"/>
                  </a:cubicBezTo>
                  <a:cubicBezTo>
                    <a:pt x="16999" y="16651"/>
                    <a:pt x="16999" y="16651"/>
                    <a:pt x="16999" y="16651"/>
                  </a:cubicBezTo>
                  <a:cubicBezTo>
                    <a:pt x="16999" y="16651"/>
                    <a:pt x="16999" y="16651"/>
                    <a:pt x="16999" y="16651"/>
                  </a:cubicBezTo>
                  <a:cubicBezTo>
                    <a:pt x="16999" y="16718"/>
                    <a:pt x="16999" y="16718"/>
                    <a:pt x="16999" y="16718"/>
                  </a:cubicBezTo>
                  <a:cubicBezTo>
                    <a:pt x="16999" y="16718"/>
                    <a:pt x="16999" y="16718"/>
                    <a:pt x="16999" y="16718"/>
                  </a:cubicBezTo>
                  <a:cubicBezTo>
                    <a:pt x="16999" y="16718"/>
                    <a:pt x="16999" y="16718"/>
                    <a:pt x="16999" y="16718"/>
                  </a:cubicBezTo>
                  <a:cubicBezTo>
                    <a:pt x="16999" y="16785"/>
                    <a:pt x="16999" y="16785"/>
                    <a:pt x="16999" y="16785"/>
                  </a:cubicBezTo>
                  <a:cubicBezTo>
                    <a:pt x="16999" y="16785"/>
                    <a:pt x="16999" y="16785"/>
                    <a:pt x="16999" y="16785"/>
                  </a:cubicBezTo>
                  <a:cubicBezTo>
                    <a:pt x="17055" y="16718"/>
                    <a:pt x="17055" y="16718"/>
                    <a:pt x="17055" y="16718"/>
                  </a:cubicBezTo>
                  <a:cubicBezTo>
                    <a:pt x="17055" y="16785"/>
                    <a:pt x="17055" y="16785"/>
                    <a:pt x="17055" y="16785"/>
                  </a:cubicBezTo>
                  <a:cubicBezTo>
                    <a:pt x="17111" y="16785"/>
                    <a:pt x="17111" y="16785"/>
                    <a:pt x="17111" y="16785"/>
                  </a:cubicBezTo>
                  <a:cubicBezTo>
                    <a:pt x="17111" y="16852"/>
                    <a:pt x="17111" y="16852"/>
                    <a:pt x="17111" y="16852"/>
                  </a:cubicBezTo>
                  <a:cubicBezTo>
                    <a:pt x="17111" y="16852"/>
                    <a:pt x="17111" y="16852"/>
                    <a:pt x="17111" y="16852"/>
                  </a:cubicBezTo>
                  <a:cubicBezTo>
                    <a:pt x="17111" y="16918"/>
                    <a:pt x="17111" y="16918"/>
                    <a:pt x="17111" y="16918"/>
                  </a:cubicBezTo>
                  <a:cubicBezTo>
                    <a:pt x="17111" y="16918"/>
                    <a:pt x="17111" y="16918"/>
                    <a:pt x="17111" y="16918"/>
                  </a:cubicBezTo>
                  <a:cubicBezTo>
                    <a:pt x="17167" y="16785"/>
                    <a:pt x="17167" y="16785"/>
                    <a:pt x="17167" y="16785"/>
                  </a:cubicBezTo>
                  <a:cubicBezTo>
                    <a:pt x="17167" y="16852"/>
                    <a:pt x="17167" y="16852"/>
                    <a:pt x="17167" y="16852"/>
                  </a:cubicBezTo>
                  <a:cubicBezTo>
                    <a:pt x="17167" y="16852"/>
                    <a:pt x="17167" y="16852"/>
                    <a:pt x="17167" y="16852"/>
                  </a:cubicBezTo>
                  <a:cubicBezTo>
                    <a:pt x="17223" y="16918"/>
                    <a:pt x="17223" y="16918"/>
                    <a:pt x="17223" y="16918"/>
                  </a:cubicBezTo>
                  <a:cubicBezTo>
                    <a:pt x="17111" y="16918"/>
                    <a:pt x="17111" y="16918"/>
                    <a:pt x="17111" y="16918"/>
                  </a:cubicBezTo>
                  <a:cubicBezTo>
                    <a:pt x="17055" y="17052"/>
                    <a:pt x="17055" y="17052"/>
                    <a:pt x="17055" y="17052"/>
                  </a:cubicBezTo>
                  <a:cubicBezTo>
                    <a:pt x="16999" y="17052"/>
                    <a:pt x="16999" y="17052"/>
                    <a:pt x="16999" y="17052"/>
                  </a:cubicBezTo>
                  <a:cubicBezTo>
                    <a:pt x="16943" y="17052"/>
                    <a:pt x="16943" y="17052"/>
                    <a:pt x="16943" y="17052"/>
                  </a:cubicBezTo>
                  <a:cubicBezTo>
                    <a:pt x="16999" y="17119"/>
                    <a:pt x="16999" y="17119"/>
                    <a:pt x="16999" y="17119"/>
                  </a:cubicBezTo>
                  <a:cubicBezTo>
                    <a:pt x="17055" y="17119"/>
                    <a:pt x="17055" y="17119"/>
                    <a:pt x="17055" y="17119"/>
                  </a:cubicBezTo>
                  <a:cubicBezTo>
                    <a:pt x="17167" y="16985"/>
                    <a:pt x="17167" y="16985"/>
                    <a:pt x="17167" y="16985"/>
                  </a:cubicBezTo>
                  <a:cubicBezTo>
                    <a:pt x="17167" y="16985"/>
                    <a:pt x="17167" y="16985"/>
                    <a:pt x="17167" y="16985"/>
                  </a:cubicBezTo>
                  <a:cubicBezTo>
                    <a:pt x="17167" y="17052"/>
                    <a:pt x="17167" y="17052"/>
                    <a:pt x="17167" y="17052"/>
                  </a:cubicBezTo>
                  <a:cubicBezTo>
                    <a:pt x="17167" y="17052"/>
                    <a:pt x="17167" y="17052"/>
                    <a:pt x="17167" y="17052"/>
                  </a:cubicBezTo>
                  <a:cubicBezTo>
                    <a:pt x="17111" y="17119"/>
                    <a:pt x="17111" y="17119"/>
                    <a:pt x="17111" y="17119"/>
                  </a:cubicBezTo>
                  <a:cubicBezTo>
                    <a:pt x="17167" y="17119"/>
                    <a:pt x="17167" y="17119"/>
                    <a:pt x="17167" y="17119"/>
                  </a:cubicBezTo>
                  <a:cubicBezTo>
                    <a:pt x="17223" y="17052"/>
                    <a:pt x="17223" y="17052"/>
                    <a:pt x="17223" y="17052"/>
                  </a:cubicBezTo>
                  <a:cubicBezTo>
                    <a:pt x="17223" y="16985"/>
                    <a:pt x="17223" y="16985"/>
                    <a:pt x="17223" y="16985"/>
                  </a:cubicBezTo>
                  <a:cubicBezTo>
                    <a:pt x="17280" y="16985"/>
                    <a:pt x="17280" y="16985"/>
                    <a:pt x="17280" y="16985"/>
                  </a:cubicBezTo>
                  <a:cubicBezTo>
                    <a:pt x="17280" y="16985"/>
                    <a:pt x="17280" y="16985"/>
                    <a:pt x="17280" y="16985"/>
                  </a:cubicBezTo>
                  <a:cubicBezTo>
                    <a:pt x="17280" y="17052"/>
                    <a:pt x="17280" y="17052"/>
                    <a:pt x="17280" y="17052"/>
                  </a:cubicBezTo>
                  <a:cubicBezTo>
                    <a:pt x="17223" y="17052"/>
                    <a:pt x="17223" y="17052"/>
                    <a:pt x="17223" y="17052"/>
                  </a:cubicBezTo>
                  <a:cubicBezTo>
                    <a:pt x="17280" y="17052"/>
                    <a:pt x="17280" y="17052"/>
                    <a:pt x="17280" y="17052"/>
                  </a:cubicBezTo>
                  <a:cubicBezTo>
                    <a:pt x="17336" y="17052"/>
                    <a:pt x="17336" y="17052"/>
                    <a:pt x="17336" y="17052"/>
                  </a:cubicBezTo>
                  <a:cubicBezTo>
                    <a:pt x="17336" y="17052"/>
                    <a:pt x="17336" y="17052"/>
                    <a:pt x="17336" y="17052"/>
                  </a:cubicBezTo>
                  <a:cubicBezTo>
                    <a:pt x="17280" y="17119"/>
                    <a:pt x="17280" y="17119"/>
                    <a:pt x="17280" y="17119"/>
                  </a:cubicBezTo>
                  <a:cubicBezTo>
                    <a:pt x="17223" y="17186"/>
                    <a:pt x="17223" y="17186"/>
                    <a:pt x="17223" y="17186"/>
                  </a:cubicBezTo>
                  <a:cubicBezTo>
                    <a:pt x="17280" y="17186"/>
                    <a:pt x="17280" y="17186"/>
                    <a:pt x="17280" y="17186"/>
                  </a:cubicBezTo>
                  <a:cubicBezTo>
                    <a:pt x="17280" y="17119"/>
                    <a:pt x="17280" y="17119"/>
                    <a:pt x="17280" y="17119"/>
                  </a:cubicBezTo>
                  <a:cubicBezTo>
                    <a:pt x="17392" y="17052"/>
                    <a:pt x="17392" y="17052"/>
                    <a:pt x="17392" y="17052"/>
                  </a:cubicBezTo>
                  <a:cubicBezTo>
                    <a:pt x="17392" y="17052"/>
                    <a:pt x="17392" y="17052"/>
                    <a:pt x="17392" y="17052"/>
                  </a:cubicBezTo>
                  <a:cubicBezTo>
                    <a:pt x="17392" y="17052"/>
                    <a:pt x="17392" y="17052"/>
                    <a:pt x="17392" y="17052"/>
                  </a:cubicBezTo>
                  <a:cubicBezTo>
                    <a:pt x="17392" y="17119"/>
                    <a:pt x="17392" y="17119"/>
                    <a:pt x="17392" y="17119"/>
                  </a:cubicBezTo>
                  <a:cubicBezTo>
                    <a:pt x="17448" y="17052"/>
                    <a:pt x="17448" y="17052"/>
                    <a:pt x="17448" y="17052"/>
                  </a:cubicBezTo>
                  <a:cubicBezTo>
                    <a:pt x="17448" y="17052"/>
                    <a:pt x="17448" y="17052"/>
                    <a:pt x="17448" y="17052"/>
                  </a:cubicBezTo>
                  <a:cubicBezTo>
                    <a:pt x="17448" y="17186"/>
                    <a:pt x="17448" y="17186"/>
                    <a:pt x="17448" y="17186"/>
                  </a:cubicBezTo>
                  <a:cubicBezTo>
                    <a:pt x="17392" y="17186"/>
                    <a:pt x="17392" y="17186"/>
                    <a:pt x="17392" y="17186"/>
                  </a:cubicBezTo>
                  <a:cubicBezTo>
                    <a:pt x="17448" y="17186"/>
                    <a:pt x="17448" y="17186"/>
                    <a:pt x="17448" y="17186"/>
                  </a:cubicBezTo>
                  <a:cubicBezTo>
                    <a:pt x="17448" y="17186"/>
                    <a:pt x="17448" y="17186"/>
                    <a:pt x="17448" y="17186"/>
                  </a:cubicBezTo>
                  <a:cubicBezTo>
                    <a:pt x="17504" y="17253"/>
                    <a:pt x="17504" y="17253"/>
                    <a:pt x="17504" y="17253"/>
                  </a:cubicBezTo>
                  <a:cubicBezTo>
                    <a:pt x="17560" y="17186"/>
                    <a:pt x="17560" y="17186"/>
                    <a:pt x="17560" y="17186"/>
                  </a:cubicBezTo>
                  <a:cubicBezTo>
                    <a:pt x="17616" y="17186"/>
                    <a:pt x="17616" y="17186"/>
                    <a:pt x="17616" y="17186"/>
                  </a:cubicBezTo>
                  <a:cubicBezTo>
                    <a:pt x="17672" y="17186"/>
                    <a:pt x="17672" y="17186"/>
                    <a:pt x="17672" y="17186"/>
                  </a:cubicBezTo>
                  <a:cubicBezTo>
                    <a:pt x="17672" y="17253"/>
                    <a:pt x="17672" y="17253"/>
                    <a:pt x="17672" y="17253"/>
                  </a:cubicBezTo>
                  <a:cubicBezTo>
                    <a:pt x="17616" y="17253"/>
                    <a:pt x="17616" y="17253"/>
                    <a:pt x="17616" y="17253"/>
                  </a:cubicBezTo>
                  <a:cubicBezTo>
                    <a:pt x="17616" y="17253"/>
                    <a:pt x="17616" y="17253"/>
                    <a:pt x="17616" y="17253"/>
                  </a:cubicBezTo>
                  <a:cubicBezTo>
                    <a:pt x="17728" y="17253"/>
                    <a:pt x="17728" y="17253"/>
                    <a:pt x="17728" y="17253"/>
                  </a:cubicBezTo>
                  <a:cubicBezTo>
                    <a:pt x="17784" y="17320"/>
                    <a:pt x="17784" y="17320"/>
                    <a:pt x="17784" y="17320"/>
                  </a:cubicBezTo>
                  <a:cubicBezTo>
                    <a:pt x="17672" y="17320"/>
                    <a:pt x="17672" y="17320"/>
                    <a:pt x="17672" y="17320"/>
                  </a:cubicBezTo>
                  <a:cubicBezTo>
                    <a:pt x="17672" y="17386"/>
                    <a:pt x="17672" y="17386"/>
                    <a:pt x="17672" y="17386"/>
                  </a:cubicBezTo>
                  <a:cubicBezTo>
                    <a:pt x="17560" y="17386"/>
                    <a:pt x="17560" y="17386"/>
                    <a:pt x="17560" y="17386"/>
                  </a:cubicBezTo>
                  <a:cubicBezTo>
                    <a:pt x="17560" y="17386"/>
                    <a:pt x="17560" y="17386"/>
                    <a:pt x="17560" y="17386"/>
                  </a:cubicBezTo>
                  <a:cubicBezTo>
                    <a:pt x="17504" y="17386"/>
                    <a:pt x="17504" y="17386"/>
                    <a:pt x="17504" y="17386"/>
                  </a:cubicBezTo>
                  <a:cubicBezTo>
                    <a:pt x="17448" y="17453"/>
                    <a:pt x="17448" y="17453"/>
                    <a:pt x="17448" y="17453"/>
                  </a:cubicBezTo>
                  <a:cubicBezTo>
                    <a:pt x="17336" y="17453"/>
                    <a:pt x="17336" y="17453"/>
                    <a:pt x="17336" y="17453"/>
                  </a:cubicBezTo>
                  <a:cubicBezTo>
                    <a:pt x="17223" y="17453"/>
                    <a:pt x="17223" y="17453"/>
                    <a:pt x="17223" y="17453"/>
                  </a:cubicBezTo>
                  <a:cubicBezTo>
                    <a:pt x="17223" y="17520"/>
                    <a:pt x="17223" y="17520"/>
                    <a:pt x="17223" y="17520"/>
                  </a:cubicBezTo>
                  <a:cubicBezTo>
                    <a:pt x="17336" y="17453"/>
                    <a:pt x="17336" y="17453"/>
                    <a:pt x="17336" y="17453"/>
                  </a:cubicBezTo>
                  <a:cubicBezTo>
                    <a:pt x="17392" y="17453"/>
                    <a:pt x="17392" y="17453"/>
                    <a:pt x="17392" y="17453"/>
                  </a:cubicBezTo>
                  <a:cubicBezTo>
                    <a:pt x="17448" y="17453"/>
                    <a:pt x="17448" y="17453"/>
                    <a:pt x="17448" y="17453"/>
                  </a:cubicBezTo>
                  <a:cubicBezTo>
                    <a:pt x="17448" y="17453"/>
                    <a:pt x="17448" y="17453"/>
                    <a:pt x="17448" y="17453"/>
                  </a:cubicBezTo>
                  <a:cubicBezTo>
                    <a:pt x="17336" y="17520"/>
                    <a:pt x="17336" y="17520"/>
                    <a:pt x="17336" y="17520"/>
                  </a:cubicBezTo>
                  <a:cubicBezTo>
                    <a:pt x="17280" y="17520"/>
                    <a:pt x="17280" y="17520"/>
                    <a:pt x="17280" y="17520"/>
                  </a:cubicBezTo>
                  <a:cubicBezTo>
                    <a:pt x="17167" y="17587"/>
                    <a:pt x="17167" y="17587"/>
                    <a:pt x="17167" y="17587"/>
                  </a:cubicBezTo>
                  <a:cubicBezTo>
                    <a:pt x="17167" y="17587"/>
                    <a:pt x="17167" y="17587"/>
                    <a:pt x="17167" y="17587"/>
                  </a:cubicBezTo>
                  <a:cubicBezTo>
                    <a:pt x="17111" y="17587"/>
                    <a:pt x="17111" y="17587"/>
                    <a:pt x="17111" y="17587"/>
                  </a:cubicBezTo>
                  <a:cubicBezTo>
                    <a:pt x="17055" y="17654"/>
                    <a:pt x="17055" y="17654"/>
                    <a:pt x="17055" y="17654"/>
                  </a:cubicBezTo>
                  <a:cubicBezTo>
                    <a:pt x="17055" y="17654"/>
                    <a:pt x="17055" y="17654"/>
                    <a:pt x="17055" y="17654"/>
                  </a:cubicBezTo>
                  <a:cubicBezTo>
                    <a:pt x="16999" y="17587"/>
                    <a:pt x="16999" y="17587"/>
                    <a:pt x="16999" y="17587"/>
                  </a:cubicBezTo>
                  <a:cubicBezTo>
                    <a:pt x="16943" y="17520"/>
                    <a:pt x="16943" y="17520"/>
                    <a:pt x="16943" y="17520"/>
                  </a:cubicBezTo>
                  <a:cubicBezTo>
                    <a:pt x="16943" y="17587"/>
                    <a:pt x="16943" y="17587"/>
                    <a:pt x="16943" y="17587"/>
                  </a:cubicBezTo>
                  <a:cubicBezTo>
                    <a:pt x="16887" y="17587"/>
                    <a:pt x="16887" y="17587"/>
                    <a:pt x="16887" y="17587"/>
                  </a:cubicBezTo>
                  <a:cubicBezTo>
                    <a:pt x="16943" y="17587"/>
                    <a:pt x="16943" y="17587"/>
                    <a:pt x="16943" y="17587"/>
                  </a:cubicBezTo>
                  <a:cubicBezTo>
                    <a:pt x="16943" y="17654"/>
                    <a:pt x="16943" y="17654"/>
                    <a:pt x="16943" y="17654"/>
                  </a:cubicBezTo>
                  <a:cubicBezTo>
                    <a:pt x="17055" y="17721"/>
                    <a:pt x="17055" y="17721"/>
                    <a:pt x="17055" y="17721"/>
                  </a:cubicBezTo>
                  <a:cubicBezTo>
                    <a:pt x="17055" y="17721"/>
                    <a:pt x="17055" y="17721"/>
                    <a:pt x="17055" y="17721"/>
                  </a:cubicBezTo>
                  <a:cubicBezTo>
                    <a:pt x="16999" y="17721"/>
                    <a:pt x="16999" y="17721"/>
                    <a:pt x="16999" y="17721"/>
                  </a:cubicBezTo>
                  <a:cubicBezTo>
                    <a:pt x="16999" y="17788"/>
                    <a:pt x="16999" y="17788"/>
                    <a:pt x="16999" y="17788"/>
                  </a:cubicBezTo>
                  <a:cubicBezTo>
                    <a:pt x="16999" y="17788"/>
                    <a:pt x="16999" y="17788"/>
                    <a:pt x="16999" y="17788"/>
                  </a:cubicBezTo>
                  <a:cubicBezTo>
                    <a:pt x="17055" y="17788"/>
                    <a:pt x="17055" y="17788"/>
                    <a:pt x="17055" y="17788"/>
                  </a:cubicBezTo>
                  <a:cubicBezTo>
                    <a:pt x="17055" y="17788"/>
                    <a:pt x="17055" y="17788"/>
                    <a:pt x="17055" y="17788"/>
                  </a:cubicBezTo>
                  <a:cubicBezTo>
                    <a:pt x="17055" y="17788"/>
                    <a:pt x="17055" y="17788"/>
                    <a:pt x="17055" y="17788"/>
                  </a:cubicBezTo>
                  <a:cubicBezTo>
                    <a:pt x="17111" y="17721"/>
                    <a:pt x="17111" y="17721"/>
                    <a:pt x="17111" y="17721"/>
                  </a:cubicBezTo>
                  <a:cubicBezTo>
                    <a:pt x="17167" y="17721"/>
                    <a:pt x="17167" y="17721"/>
                    <a:pt x="17167" y="17721"/>
                  </a:cubicBezTo>
                  <a:cubicBezTo>
                    <a:pt x="17223" y="17654"/>
                    <a:pt x="17223" y="17654"/>
                    <a:pt x="17223" y="17654"/>
                  </a:cubicBezTo>
                  <a:cubicBezTo>
                    <a:pt x="17280" y="17654"/>
                    <a:pt x="17280" y="17654"/>
                    <a:pt x="17280" y="17654"/>
                  </a:cubicBezTo>
                  <a:cubicBezTo>
                    <a:pt x="17280" y="17587"/>
                    <a:pt x="17280" y="17587"/>
                    <a:pt x="17280" y="17587"/>
                  </a:cubicBezTo>
                  <a:cubicBezTo>
                    <a:pt x="17336" y="17520"/>
                    <a:pt x="17336" y="17520"/>
                    <a:pt x="17336" y="17520"/>
                  </a:cubicBezTo>
                  <a:cubicBezTo>
                    <a:pt x="17392" y="17520"/>
                    <a:pt x="17392" y="17520"/>
                    <a:pt x="17392" y="17520"/>
                  </a:cubicBezTo>
                  <a:cubicBezTo>
                    <a:pt x="17504" y="17520"/>
                    <a:pt x="17504" y="17520"/>
                    <a:pt x="17504" y="17520"/>
                  </a:cubicBezTo>
                  <a:cubicBezTo>
                    <a:pt x="17560" y="17520"/>
                    <a:pt x="17560" y="17520"/>
                    <a:pt x="17560" y="17520"/>
                  </a:cubicBezTo>
                  <a:cubicBezTo>
                    <a:pt x="17616" y="17520"/>
                    <a:pt x="17616" y="17520"/>
                    <a:pt x="17616" y="17520"/>
                  </a:cubicBezTo>
                  <a:cubicBezTo>
                    <a:pt x="17560" y="17520"/>
                    <a:pt x="17560" y="17520"/>
                    <a:pt x="17560" y="17520"/>
                  </a:cubicBezTo>
                  <a:cubicBezTo>
                    <a:pt x="17504" y="17520"/>
                    <a:pt x="17504" y="17520"/>
                    <a:pt x="17504" y="17520"/>
                  </a:cubicBezTo>
                  <a:cubicBezTo>
                    <a:pt x="17504" y="17453"/>
                    <a:pt x="17504" y="17453"/>
                    <a:pt x="17504" y="17453"/>
                  </a:cubicBezTo>
                  <a:cubicBezTo>
                    <a:pt x="17560" y="17453"/>
                    <a:pt x="17560" y="17453"/>
                    <a:pt x="17560" y="17453"/>
                  </a:cubicBezTo>
                  <a:cubicBezTo>
                    <a:pt x="17672" y="17453"/>
                    <a:pt x="17672" y="17453"/>
                    <a:pt x="17672" y="17453"/>
                  </a:cubicBezTo>
                  <a:cubicBezTo>
                    <a:pt x="17728" y="17453"/>
                    <a:pt x="17728" y="17453"/>
                    <a:pt x="17728" y="17453"/>
                  </a:cubicBezTo>
                  <a:cubicBezTo>
                    <a:pt x="17784" y="17587"/>
                    <a:pt x="17784" y="17587"/>
                    <a:pt x="17784" y="17587"/>
                  </a:cubicBezTo>
                  <a:cubicBezTo>
                    <a:pt x="17784" y="17587"/>
                    <a:pt x="17784" y="17587"/>
                    <a:pt x="17784" y="17587"/>
                  </a:cubicBezTo>
                  <a:cubicBezTo>
                    <a:pt x="17728" y="17654"/>
                    <a:pt x="17728" y="17654"/>
                    <a:pt x="17728" y="17654"/>
                  </a:cubicBezTo>
                  <a:cubicBezTo>
                    <a:pt x="17672" y="17654"/>
                    <a:pt x="17672" y="17654"/>
                    <a:pt x="17672" y="17654"/>
                  </a:cubicBezTo>
                  <a:cubicBezTo>
                    <a:pt x="17616" y="17721"/>
                    <a:pt x="17616" y="17721"/>
                    <a:pt x="17616" y="17721"/>
                  </a:cubicBezTo>
                  <a:cubicBezTo>
                    <a:pt x="17728" y="17721"/>
                    <a:pt x="17728" y="17721"/>
                    <a:pt x="17728" y="17721"/>
                  </a:cubicBezTo>
                  <a:cubicBezTo>
                    <a:pt x="17728" y="17721"/>
                    <a:pt x="17728" y="17721"/>
                    <a:pt x="17728" y="17721"/>
                  </a:cubicBezTo>
                  <a:cubicBezTo>
                    <a:pt x="17728" y="17721"/>
                    <a:pt x="17728" y="17721"/>
                    <a:pt x="17728" y="17721"/>
                  </a:cubicBezTo>
                  <a:cubicBezTo>
                    <a:pt x="17784" y="17654"/>
                    <a:pt x="17784" y="17654"/>
                    <a:pt x="17784" y="17654"/>
                  </a:cubicBezTo>
                  <a:cubicBezTo>
                    <a:pt x="17841" y="17654"/>
                    <a:pt x="17841" y="17654"/>
                    <a:pt x="17841" y="17654"/>
                  </a:cubicBezTo>
                  <a:cubicBezTo>
                    <a:pt x="17897" y="17654"/>
                    <a:pt x="17897" y="17654"/>
                    <a:pt x="17897" y="17654"/>
                  </a:cubicBezTo>
                  <a:cubicBezTo>
                    <a:pt x="17897" y="17654"/>
                    <a:pt x="17897" y="17654"/>
                    <a:pt x="17897" y="17654"/>
                  </a:cubicBezTo>
                  <a:cubicBezTo>
                    <a:pt x="17897" y="17654"/>
                    <a:pt x="17897" y="17654"/>
                    <a:pt x="17897" y="17654"/>
                  </a:cubicBezTo>
                  <a:cubicBezTo>
                    <a:pt x="17897" y="17721"/>
                    <a:pt x="17897" y="17721"/>
                    <a:pt x="17897" y="17721"/>
                  </a:cubicBezTo>
                  <a:cubicBezTo>
                    <a:pt x="17953" y="17721"/>
                    <a:pt x="17953" y="17721"/>
                    <a:pt x="17953" y="17721"/>
                  </a:cubicBezTo>
                  <a:cubicBezTo>
                    <a:pt x="18009" y="17721"/>
                    <a:pt x="18009" y="17721"/>
                    <a:pt x="18009" y="17721"/>
                  </a:cubicBezTo>
                  <a:cubicBezTo>
                    <a:pt x="18009" y="17788"/>
                    <a:pt x="18009" y="17788"/>
                    <a:pt x="18009" y="17788"/>
                  </a:cubicBezTo>
                  <a:cubicBezTo>
                    <a:pt x="17953" y="17721"/>
                    <a:pt x="17953" y="17721"/>
                    <a:pt x="17953" y="17721"/>
                  </a:cubicBezTo>
                  <a:cubicBezTo>
                    <a:pt x="17953" y="17721"/>
                    <a:pt x="17953" y="17721"/>
                    <a:pt x="17953" y="17721"/>
                  </a:cubicBezTo>
                  <a:cubicBezTo>
                    <a:pt x="17953" y="17788"/>
                    <a:pt x="17953" y="17788"/>
                    <a:pt x="17953" y="17788"/>
                  </a:cubicBezTo>
                  <a:cubicBezTo>
                    <a:pt x="18009" y="17855"/>
                    <a:pt x="18009" y="17855"/>
                    <a:pt x="18009" y="17855"/>
                  </a:cubicBezTo>
                  <a:cubicBezTo>
                    <a:pt x="18065" y="17855"/>
                    <a:pt x="18065" y="17855"/>
                    <a:pt x="18065" y="17855"/>
                  </a:cubicBezTo>
                  <a:cubicBezTo>
                    <a:pt x="18009" y="17921"/>
                    <a:pt x="18009" y="17921"/>
                    <a:pt x="18009" y="17921"/>
                  </a:cubicBezTo>
                  <a:cubicBezTo>
                    <a:pt x="17953" y="17921"/>
                    <a:pt x="17953" y="17921"/>
                    <a:pt x="17953" y="17921"/>
                  </a:cubicBezTo>
                  <a:cubicBezTo>
                    <a:pt x="17897" y="17921"/>
                    <a:pt x="17897" y="17921"/>
                    <a:pt x="17897" y="17921"/>
                  </a:cubicBezTo>
                  <a:cubicBezTo>
                    <a:pt x="18009" y="17921"/>
                    <a:pt x="18009" y="17921"/>
                    <a:pt x="18009" y="17921"/>
                  </a:cubicBezTo>
                  <a:cubicBezTo>
                    <a:pt x="17953" y="17988"/>
                    <a:pt x="17953" y="17988"/>
                    <a:pt x="17953" y="17988"/>
                  </a:cubicBezTo>
                  <a:cubicBezTo>
                    <a:pt x="17953" y="17988"/>
                    <a:pt x="17953" y="17988"/>
                    <a:pt x="17953" y="17988"/>
                  </a:cubicBezTo>
                  <a:cubicBezTo>
                    <a:pt x="17953" y="18055"/>
                    <a:pt x="17953" y="18055"/>
                    <a:pt x="17953" y="18055"/>
                  </a:cubicBezTo>
                  <a:cubicBezTo>
                    <a:pt x="17897" y="18055"/>
                    <a:pt x="17897" y="18055"/>
                    <a:pt x="17897" y="18055"/>
                  </a:cubicBezTo>
                  <a:cubicBezTo>
                    <a:pt x="17841" y="18055"/>
                    <a:pt x="17841" y="18055"/>
                    <a:pt x="17841" y="18055"/>
                  </a:cubicBezTo>
                  <a:cubicBezTo>
                    <a:pt x="17841" y="18055"/>
                    <a:pt x="17841" y="18055"/>
                    <a:pt x="17841" y="18055"/>
                  </a:cubicBezTo>
                  <a:cubicBezTo>
                    <a:pt x="17897" y="18122"/>
                    <a:pt x="17897" y="18122"/>
                    <a:pt x="17897" y="18122"/>
                  </a:cubicBezTo>
                  <a:cubicBezTo>
                    <a:pt x="17953" y="18122"/>
                    <a:pt x="17953" y="18122"/>
                    <a:pt x="17953" y="18122"/>
                  </a:cubicBezTo>
                  <a:cubicBezTo>
                    <a:pt x="18009" y="18122"/>
                    <a:pt x="18009" y="18122"/>
                    <a:pt x="18009" y="18122"/>
                  </a:cubicBezTo>
                  <a:cubicBezTo>
                    <a:pt x="17953" y="18189"/>
                    <a:pt x="17953" y="18189"/>
                    <a:pt x="17953" y="18189"/>
                  </a:cubicBezTo>
                  <a:cubicBezTo>
                    <a:pt x="17897" y="18189"/>
                    <a:pt x="17897" y="18189"/>
                    <a:pt x="17897" y="18189"/>
                  </a:cubicBezTo>
                  <a:cubicBezTo>
                    <a:pt x="17897" y="18189"/>
                    <a:pt x="17897" y="18189"/>
                    <a:pt x="17897" y="18189"/>
                  </a:cubicBezTo>
                  <a:cubicBezTo>
                    <a:pt x="17953" y="18189"/>
                    <a:pt x="17953" y="18189"/>
                    <a:pt x="17953" y="18189"/>
                  </a:cubicBezTo>
                  <a:cubicBezTo>
                    <a:pt x="17953" y="18189"/>
                    <a:pt x="17953" y="18189"/>
                    <a:pt x="17953" y="18189"/>
                  </a:cubicBezTo>
                  <a:cubicBezTo>
                    <a:pt x="18009" y="18189"/>
                    <a:pt x="18009" y="18189"/>
                    <a:pt x="18009" y="18189"/>
                  </a:cubicBezTo>
                  <a:cubicBezTo>
                    <a:pt x="17953" y="18256"/>
                    <a:pt x="17953" y="18256"/>
                    <a:pt x="17953" y="18256"/>
                  </a:cubicBezTo>
                  <a:cubicBezTo>
                    <a:pt x="17953" y="18323"/>
                    <a:pt x="17953" y="18323"/>
                    <a:pt x="17953" y="18323"/>
                  </a:cubicBezTo>
                  <a:cubicBezTo>
                    <a:pt x="17953" y="18323"/>
                    <a:pt x="17953" y="18323"/>
                    <a:pt x="17953" y="18323"/>
                  </a:cubicBezTo>
                  <a:cubicBezTo>
                    <a:pt x="17897" y="18323"/>
                    <a:pt x="17897" y="18323"/>
                    <a:pt x="17897" y="18323"/>
                  </a:cubicBezTo>
                  <a:cubicBezTo>
                    <a:pt x="17841" y="18390"/>
                    <a:pt x="17841" y="18390"/>
                    <a:pt x="17841" y="18390"/>
                  </a:cubicBezTo>
                  <a:cubicBezTo>
                    <a:pt x="17784" y="18390"/>
                    <a:pt x="17784" y="18390"/>
                    <a:pt x="17784" y="18390"/>
                  </a:cubicBezTo>
                  <a:cubicBezTo>
                    <a:pt x="17728" y="18456"/>
                    <a:pt x="17728" y="18456"/>
                    <a:pt x="17728" y="18456"/>
                  </a:cubicBezTo>
                  <a:cubicBezTo>
                    <a:pt x="17728" y="18456"/>
                    <a:pt x="17728" y="18456"/>
                    <a:pt x="17728" y="18456"/>
                  </a:cubicBezTo>
                  <a:cubicBezTo>
                    <a:pt x="17672" y="18456"/>
                    <a:pt x="17672" y="18456"/>
                    <a:pt x="17672" y="18456"/>
                  </a:cubicBezTo>
                  <a:cubicBezTo>
                    <a:pt x="17672" y="18456"/>
                    <a:pt x="17672" y="18456"/>
                    <a:pt x="17672" y="18456"/>
                  </a:cubicBezTo>
                  <a:cubicBezTo>
                    <a:pt x="17616" y="18523"/>
                    <a:pt x="17616" y="18523"/>
                    <a:pt x="17616" y="18523"/>
                  </a:cubicBezTo>
                  <a:cubicBezTo>
                    <a:pt x="17616" y="18523"/>
                    <a:pt x="17616" y="18523"/>
                    <a:pt x="17616" y="18523"/>
                  </a:cubicBezTo>
                  <a:cubicBezTo>
                    <a:pt x="17560" y="18523"/>
                    <a:pt x="17560" y="18523"/>
                    <a:pt x="17560" y="18523"/>
                  </a:cubicBezTo>
                  <a:cubicBezTo>
                    <a:pt x="17560" y="18523"/>
                    <a:pt x="17560" y="18523"/>
                    <a:pt x="17560" y="18523"/>
                  </a:cubicBezTo>
                  <a:cubicBezTo>
                    <a:pt x="17504" y="18523"/>
                    <a:pt x="17504" y="18523"/>
                    <a:pt x="17504" y="18523"/>
                  </a:cubicBezTo>
                  <a:cubicBezTo>
                    <a:pt x="17504" y="18523"/>
                    <a:pt x="17504" y="18523"/>
                    <a:pt x="17504" y="18523"/>
                  </a:cubicBezTo>
                  <a:cubicBezTo>
                    <a:pt x="17448" y="18523"/>
                    <a:pt x="17448" y="18523"/>
                    <a:pt x="17448" y="18523"/>
                  </a:cubicBezTo>
                  <a:cubicBezTo>
                    <a:pt x="17392" y="18523"/>
                    <a:pt x="17392" y="18523"/>
                    <a:pt x="17392" y="18523"/>
                  </a:cubicBezTo>
                  <a:cubicBezTo>
                    <a:pt x="17336" y="18456"/>
                    <a:pt x="17336" y="18456"/>
                    <a:pt x="17336" y="18456"/>
                  </a:cubicBezTo>
                  <a:cubicBezTo>
                    <a:pt x="17336" y="18523"/>
                    <a:pt x="17336" y="18523"/>
                    <a:pt x="17336" y="18523"/>
                  </a:cubicBezTo>
                  <a:cubicBezTo>
                    <a:pt x="17336" y="18523"/>
                    <a:pt x="17336" y="18523"/>
                    <a:pt x="17336" y="18523"/>
                  </a:cubicBezTo>
                  <a:cubicBezTo>
                    <a:pt x="17280" y="18523"/>
                    <a:pt x="17280" y="18523"/>
                    <a:pt x="17280" y="18523"/>
                  </a:cubicBezTo>
                  <a:cubicBezTo>
                    <a:pt x="17223" y="18523"/>
                    <a:pt x="17223" y="18523"/>
                    <a:pt x="17223" y="18523"/>
                  </a:cubicBezTo>
                  <a:cubicBezTo>
                    <a:pt x="17223" y="18590"/>
                    <a:pt x="17223" y="18590"/>
                    <a:pt x="17223" y="18590"/>
                  </a:cubicBezTo>
                  <a:cubicBezTo>
                    <a:pt x="17223" y="18590"/>
                    <a:pt x="17223" y="18590"/>
                    <a:pt x="17223" y="18590"/>
                  </a:cubicBezTo>
                  <a:cubicBezTo>
                    <a:pt x="17223" y="18590"/>
                    <a:pt x="17223" y="18590"/>
                    <a:pt x="17223" y="18590"/>
                  </a:cubicBezTo>
                  <a:cubicBezTo>
                    <a:pt x="17223" y="18657"/>
                    <a:pt x="17223" y="18657"/>
                    <a:pt x="17223" y="18657"/>
                  </a:cubicBezTo>
                  <a:cubicBezTo>
                    <a:pt x="17167" y="18657"/>
                    <a:pt x="17167" y="18657"/>
                    <a:pt x="17167" y="18657"/>
                  </a:cubicBezTo>
                  <a:cubicBezTo>
                    <a:pt x="17167" y="18657"/>
                    <a:pt x="17167" y="18657"/>
                    <a:pt x="17167" y="18657"/>
                  </a:cubicBezTo>
                  <a:cubicBezTo>
                    <a:pt x="17167" y="18724"/>
                    <a:pt x="17167" y="18724"/>
                    <a:pt x="17167" y="18724"/>
                  </a:cubicBezTo>
                  <a:cubicBezTo>
                    <a:pt x="17111" y="18724"/>
                    <a:pt x="17111" y="18724"/>
                    <a:pt x="17111" y="18724"/>
                  </a:cubicBezTo>
                  <a:cubicBezTo>
                    <a:pt x="17111" y="18791"/>
                    <a:pt x="17111" y="18791"/>
                    <a:pt x="17111" y="18791"/>
                  </a:cubicBezTo>
                  <a:cubicBezTo>
                    <a:pt x="17055" y="18791"/>
                    <a:pt x="17055" y="18791"/>
                    <a:pt x="17055" y="18791"/>
                  </a:cubicBezTo>
                  <a:cubicBezTo>
                    <a:pt x="16999" y="18858"/>
                    <a:pt x="16999" y="18858"/>
                    <a:pt x="16999" y="18858"/>
                  </a:cubicBezTo>
                  <a:cubicBezTo>
                    <a:pt x="16999" y="18858"/>
                    <a:pt x="16999" y="18858"/>
                    <a:pt x="16999" y="18858"/>
                  </a:cubicBezTo>
                  <a:cubicBezTo>
                    <a:pt x="16943" y="18858"/>
                    <a:pt x="16943" y="18858"/>
                    <a:pt x="16943" y="18858"/>
                  </a:cubicBezTo>
                  <a:cubicBezTo>
                    <a:pt x="16887" y="18858"/>
                    <a:pt x="16887" y="18858"/>
                    <a:pt x="16887" y="18858"/>
                  </a:cubicBezTo>
                  <a:cubicBezTo>
                    <a:pt x="16887" y="18925"/>
                    <a:pt x="16887" y="18925"/>
                    <a:pt x="16887" y="18925"/>
                  </a:cubicBezTo>
                  <a:cubicBezTo>
                    <a:pt x="16831" y="18925"/>
                    <a:pt x="16831" y="18925"/>
                    <a:pt x="16831" y="18925"/>
                  </a:cubicBezTo>
                  <a:cubicBezTo>
                    <a:pt x="16831" y="18925"/>
                    <a:pt x="16831" y="18925"/>
                    <a:pt x="16831" y="18925"/>
                  </a:cubicBezTo>
                  <a:cubicBezTo>
                    <a:pt x="16718" y="18858"/>
                    <a:pt x="16718" y="18858"/>
                    <a:pt x="16718" y="18858"/>
                  </a:cubicBezTo>
                  <a:cubicBezTo>
                    <a:pt x="16718" y="18858"/>
                    <a:pt x="16718" y="18858"/>
                    <a:pt x="16718" y="18858"/>
                  </a:cubicBezTo>
                  <a:cubicBezTo>
                    <a:pt x="16662" y="18925"/>
                    <a:pt x="16662" y="18925"/>
                    <a:pt x="16662" y="18925"/>
                  </a:cubicBezTo>
                  <a:cubicBezTo>
                    <a:pt x="16662" y="18858"/>
                    <a:pt x="16662" y="18858"/>
                    <a:pt x="16662" y="18858"/>
                  </a:cubicBezTo>
                  <a:cubicBezTo>
                    <a:pt x="16550" y="18925"/>
                    <a:pt x="16550" y="18925"/>
                    <a:pt x="16550" y="18925"/>
                  </a:cubicBezTo>
                  <a:cubicBezTo>
                    <a:pt x="16494" y="18925"/>
                    <a:pt x="16494" y="18925"/>
                    <a:pt x="16494" y="18925"/>
                  </a:cubicBezTo>
                  <a:cubicBezTo>
                    <a:pt x="16494" y="18858"/>
                    <a:pt x="16494" y="18858"/>
                    <a:pt x="16494" y="18858"/>
                  </a:cubicBezTo>
                  <a:cubicBezTo>
                    <a:pt x="16438" y="18858"/>
                    <a:pt x="16438" y="18858"/>
                    <a:pt x="16438" y="18858"/>
                  </a:cubicBezTo>
                  <a:cubicBezTo>
                    <a:pt x="16438" y="18925"/>
                    <a:pt x="16438" y="18925"/>
                    <a:pt x="16438" y="18925"/>
                  </a:cubicBezTo>
                  <a:cubicBezTo>
                    <a:pt x="16382" y="18925"/>
                    <a:pt x="16382" y="18925"/>
                    <a:pt x="16382" y="18925"/>
                  </a:cubicBezTo>
                  <a:cubicBezTo>
                    <a:pt x="16326" y="18858"/>
                    <a:pt x="16326" y="18858"/>
                    <a:pt x="16326" y="18858"/>
                  </a:cubicBezTo>
                  <a:cubicBezTo>
                    <a:pt x="16270" y="18858"/>
                    <a:pt x="16270" y="18858"/>
                    <a:pt x="16270" y="18858"/>
                  </a:cubicBezTo>
                  <a:cubicBezTo>
                    <a:pt x="16214" y="18858"/>
                    <a:pt x="16214" y="18858"/>
                    <a:pt x="16214" y="18858"/>
                  </a:cubicBezTo>
                  <a:cubicBezTo>
                    <a:pt x="16157" y="18858"/>
                    <a:pt x="16157" y="18858"/>
                    <a:pt x="16157" y="18858"/>
                  </a:cubicBezTo>
                  <a:cubicBezTo>
                    <a:pt x="16157" y="18858"/>
                    <a:pt x="16157" y="18858"/>
                    <a:pt x="16157" y="18858"/>
                  </a:cubicBezTo>
                  <a:cubicBezTo>
                    <a:pt x="16101" y="18858"/>
                    <a:pt x="16101" y="18858"/>
                    <a:pt x="16101" y="18858"/>
                  </a:cubicBezTo>
                  <a:cubicBezTo>
                    <a:pt x="16045" y="18858"/>
                    <a:pt x="16045" y="18858"/>
                    <a:pt x="16045" y="18858"/>
                  </a:cubicBezTo>
                  <a:cubicBezTo>
                    <a:pt x="15989" y="18791"/>
                    <a:pt x="15989" y="18791"/>
                    <a:pt x="15989" y="18791"/>
                  </a:cubicBezTo>
                  <a:cubicBezTo>
                    <a:pt x="15933" y="18858"/>
                    <a:pt x="15933" y="18858"/>
                    <a:pt x="15933" y="18858"/>
                  </a:cubicBezTo>
                  <a:cubicBezTo>
                    <a:pt x="15933" y="18858"/>
                    <a:pt x="15933" y="18858"/>
                    <a:pt x="15933" y="18858"/>
                  </a:cubicBezTo>
                  <a:cubicBezTo>
                    <a:pt x="15877" y="18791"/>
                    <a:pt x="15877" y="18791"/>
                    <a:pt x="15877" y="18791"/>
                  </a:cubicBezTo>
                  <a:cubicBezTo>
                    <a:pt x="15821" y="18858"/>
                    <a:pt x="15821" y="18858"/>
                    <a:pt x="15821" y="18858"/>
                  </a:cubicBezTo>
                  <a:cubicBezTo>
                    <a:pt x="15765" y="18858"/>
                    <a:pt x="15765" y="18858"/>
                    <a:pt x="15765" y="18858"/>
                  </a:cubicBezTo>
                  <a:cubicBezTo>
                    <a:pt x="15765" y="18858"/>
                    <a:pt x="15765" y="18858"/>
                    <a:pt x="15765" y="18858"/>
                  </a:cubicBezTo>
                  <a:cubicBezTo>
                    <a:pt x="15652" y="18791"/>
                    <a:pt x="15652" y="18791"/>
                    <a:pt x="15652" y="18791"/>
                  </a:cubicBezTo>
                  <a:cubicBezTo>
                    <a:pt x="15596" y="18791"/>
                    <a:pt x="15596" y="18791"/>
                    <a:pt x="15596" y="18791"/>
                  </a:cubicBezTo>
                  <a:cubicBezTo>
                    <a:pt x="15540" y="18791"/>
                    <a:pt x="15540" y="18791"/>
                    <a:pt x="15540" y="18791"/>
                  </a:cubicBezTo>
                  <a:cubicBezTo>
                    <a:pt x="15484" y="18724"/>
                    <a:pt x="15484" y="18724"/>
                    <a:pt x="15484" y="18724"/>
                  </a:cubicBezTo>
                  <a:cubicBezTo>
                    <a:pt x="15428" y="18791"/>
                    <a:pt x="15428" y="18791"/>
                    <a:pt x="15428" y="18791"/>
                  </a:cubicBezTo>
                  <a:cubicBezTo>
                    <a:pt x="15428" y="18791"/>
                    <a:pt x="15428" y="18791"/>
                    <a:pt x="15428" y="18791"/>
                  </a:cubicBezTo>
                  <a:cubicBezTo>
                    <a:pt x="15428" y="18858"/>
                    <a:pt x="15428" y="18858"/>
                    <a:pt x="15428" y="18858"/>
                  </a:cubicBezTo>
                  <a:cubicBezTo>
                    <a:pt x="15428" y="18858"/>
                    <a:pt x="15428" y="18858"/>
                    <a:pt x="15428" y="18858"/>
                  </a:cubicBezTo>
                  <a:cubicBezTo>
                    <a:pt x="15372" y="18858"/>
                    <a:pt x="15372" y="18858"/>
                    <a:pt x="15372" y="18858"/>
                  </a:cubicBezTo>
                  <a:cubicBezTo>
                    <a:pt x="15260" y="18925"/>
                    <a:pt x="15260" y="18925"/>
                    <a:pt x="15260" y="18925"/>
                  </a:cubicBezTo>
                  <a:cubicBezTo>
                    <a:pt x="15204" y="18991"/>
                    <a:pt x="15204" y="18991"/>
                    <a:pt x="15204" y="18991"/>
                  </a:cubicBezTo>
                  <a:cubicBezTo>
                    <a:pt x="15204" y="18991"/>
                    <a:pt x="15204" y="18991"/>
                    <a:pt x="15204" y="18991"/>
                  </a:cubicBezTo>
                  <a:cubicBezTo>
                    <a:pt x="15204" y="19058"/>
                    <a:pt x="15204" y="19058"/>
                    <a:pt x="15204" y="19058"/>
                  </a:cubicBezTo>
                  <a:cubicBezTo>
                    <a:pt x="15204" y="19125"/>
                    <a:pt x="15204" y="19125"/>
                    <a:pt x="15204" y="19125"/>
                  </a:cubicBezTo>
                  <a:cubicBezTo>
                    <a:pt x="15148" y="19192"/>
                    <a:pt x="15148" y="19192"/>
                    <a:pt x="15148" y="19192"/>
                  </a:cubicBezTo>
                  <a:cubicBezTo>
                    <a:pt x="15091" y="19192"/>
                    <a:pt x="15091" y="19192"/>
                    <a:pt x="15091" y="19192"/>
                  </a:cubicBezTo>
                  <a:cubicBezTo>
                    <a:pt x="15035" y="19192"/>
                    <a:pt x="15035" y="19192"/>
                    <a:pt x="15035" y="19192"/>
                  </a:cubicBezTo>
                  <a:cubicBezTo>
                    <a:pt x="14979" y="19192"/>
                    <a:pt x="14979" y="19192"/>
                    <a:pt x="14979" y="19192"/>
                  </a:cubicBezTo>
                  <a:cubicBezTo>
                    <a:pt x="14923" y="19259"/>
                    <a:pt x="14923" y="19259"/>
                    <a:pt x="14923" y="19259"/>
                  </a:cubicBezTo>
                  <a:cubicBezTo>
                    <a:pt x="14867" y="19259"/>
                    <a:pt x="14867" y="19259"/>
                    <a:pt x="14867" y="19259"/>
                  </a:cubicBezTo>
                  <a:cubicBezTo>
                    <a:pt x="14867" y="19259"/>
                    <a:pt x="14867" y="19259"/>
                    <a:pt x="14867" y="19259"/>
                  </a:cubicBezTo>
                  <a:cubicBezTo>
                    <a:pt x="14811" y="19259"/>
                    <a:pt x="14811" y="19259"/>
                    <a:pt x="14811" y="19259"/>
                  </a:cubicBezTo>
                  <a:cubicBezTo>
                    <a:pt x="14811" y="19326"/>
                    <a:pt x="14811" y="19326"/>
                    <a:pt x="14811" y="19326"/>
                  </a:cubicBezTo>
                  <a:cubicBezTo>
                    <a:pt x="14755" y="19326"/>
                    <a:pt x="14755" y="19326"/>
                    <a:pt x="14755" y="19326"/>
                  </a:cubicBezTo>
                  <a:cubicBezTo>
                    <a:pt x="14699" y="19393"/>
                    <a:pt x="14699" y="19393"/>
                    <a:pt x="14699" y="19393"/>
                  </a:cubicBezTo>
                  <a:cubicBezTo>
                    <a:pt x="14699" y="19393"/>
                    <a:pt x="14699" y="19393"/>
                    <a:pt x="14699" y="19393"/>
                  </a:cubicBezTo>
                  <a:cubicBezTo>
                    <a:pt x="14643" y="19393"/>
                    <a:pt x="14643" y="19393"/>
                    <a:pt x="14643" y="19393"/>
                  </a:cubicBezTo>
                  <a:cubicBezTo>
                    <a:pt x="14587" y="19526"/>
                    <a:pt x="14587" y="19526"/>
                    <a:pt x="14587" y="19526"/>
                  </a:cubicBezTo>
                  <a:cubicBezTo>
                    <a:pt x="14530" y="19526"/>
                    <a:pt x="14530" y="19526"/>
                    <a:pt x="14530" y="19526"/>
                  </a:cubicBezTo>
                  <a:cubicBezTo>
                    <a:pt x="14474" y="19660"/>
                    <a:pt x="14474" y="19660"/>
                    <a:pt x="14474" y="19660"/>
                  </a:cubicBezTo>
                  <a:cubicBezTo>
                    <a:pt x="14418" y="19660"/>
                    <a:pt x="14418" y="19660"/>
                    <a:pt x="14418" y="19660"/>
                  </a:cubicBezTo>
                  <a:cubicBezTo>
                    <a:pt x="14362" y="19727"/>
                    <a:pt x="14362" y="19727"/>
                    <a:pt x="14362" y="19727"/>
                  </a:cubicBezTo>
                  <a:cubicBezTo>
                    <a:pt x="14306" y="19794"/>
                    <a:pt x="14306" y="19794"/>
                    <a:pt x="14306" y="19794"/>
                  </a:cubicBezTo>
                  <a:cubicBezTo>
                    <a:pt x="14306" y="19861"/>
                    <a:pt x="14306" y="19861"/>
                    <a:pt x="14306" y="19861"/>
                  </a:cubicBezTo>
                  <a:cubicBezTo>
                    <a:pt x="14250" y="19861"/>
                    <a:pt x="14250" y="19861"/>
                    <a:pt x="14250" y="19861"/>
                  </a:cubicBezTo>
                  <a:cubicBezTo>
                    <a:pt x="14138" y="19928"/>
                    <a:pt x="14138" y="19928"/>
                    <a:pt x="14138" y="19928"/>
                  </a:cubicBezTo>
                  <a:cubicBezTo>
                    <a:pt x="14138" y="19995"/>
                    <a:pt x="14138" y="19995"/>
                    <a:pt x="14138" y="19995"/>
                  </a:cubicBezTo>
                  <a:cubicBezTo>
                    <a:pt x="14025" y="20061"/>
                    <a:pt x="14025" y="20061"/>
                    <a:pt x="14025" y="20061"/>
                  </a:cubicBezTo>
                  <a:cubicBezTo>
                    <a:pt x="13913" y="20061"/>
                    <a:pt x="13913" y="20061"/>
                    <a:pt x="13913" y="20061"/>
                  </a:cubicBezTo>
                  <a:cubicBezTo>
                    <a:pt x="13969" y="20061"/>
                    <a:pt x="13969" y="20061"/>
                    <a:pt x="13969" y="20061"/>
                  </a:cubicBezTo>
                  <a:cubicBezTo>
                    <a:pt x="14138" y="19995"/>
                    <a:pt x="14138" y="19995"/>
                    <a:pt x="14138" y="19995"/>
                  </a:cubicBezTo>
                  <a:cubicBezTo>
                    <a:pt x="14250" y="19995"/>
                    <a:pt x="14250" y="19995"/>
                    <a:pt x="14250" y="19995"/>
                  </a:cubicBezTo>
                  <a:cubicBezTo>
                    <a:pt x="14306" y="19928"/>
                    <a:pt x="14306" y="19928"/>
                    <a:pt x="14306" y="19928"/>
                  </a:cubicBezTo>
                  <a:cubicBezTo>
                    <a:pt x="14362" y="19794"/>
                    <a:pt x="14362" y="19794"/>
                    <a:pt x="14362" y="19794"/>
                  </a:cubicBezTo>
                  <a:cubicBezTo>
                    <a:pt x="14418" y="19727"/>
                    <a:pt x="14418" y="19727"/>
                    <a:pt x="14418" y="19727"/>
                  </a:cubicBezTo>
                  <a:cubicBezTo>
                    <a:pt x="14474" y="19727"/>
                    <a:pt x="14474" y="19727"/>
                    <a:pt x="14474" y="19727"/>
                  </a:cubicBezTo>
                  <a:cubicBezTo>
                    <a:pt x="14587" y="19593"/>
                    <a:pt x="14587" y="19593"/>
                    <a:pt x="14587" y="19593"/>
                  </a:cubicBezTo>
                  <a:cubicBezTo>
                    <a:pt x="14755" y="19460"/>
                    <a:pt x="14755" y="19460"/>
                    <a:pt x="14755" y="19460"/>
                  </a:cubicBezTo>
                  <a:cubicBezTo>
                    <a:pt x="14867" y="19393"/>
                    <a:pt x="14867" y="19393"/>
                    <a:pt x="14867" y="19393"/>
                  </a:cubicBezTo>
                  <a:cubicBezTo>
                    <a:pt x="14923" y="19393"/>
                    <a:pt x="14923" y="19393"/>
                    <a:pt x="14923" y="19393"/>
                  </a:cubicBezTo>
                  <a:cubicBezTo>
                    <a:pt x="15035" y="19326"/>
                    <a:pt x="15035" y="19326"/>
                    <a:pt x="15035" y="19326"/>
                  </a:cubicBezTo>
                  <a:cubicBezTo>
                    <a:pt x="15148" y="19326"/>
                    <a:pt x="15148" y="19326"/>
                    <a:pt x="15148" y="19326"/>
                  </a:cubicBezTo>
                  <a:cubicBezTo>
                    <a:pt x="15316" y="19259"/>
                    <a:pt x="15316" y="19259"/>
                    <a:pt x="15316" y="19259"/>
                  </a:cubicBezTo>
                  <a:cubicBezTo>
                    <a:pt x="15372" y="19259"/>
                    <a:pt x="15372" y="19259"/>
                    <a:pt x="15372" y="19259"/>
                  </a:cubicBezTo>
                  <a:cubicBezTo>
                    <a:pt x="15372" y="19259"/>
                    <a:pt x="15372" y="19259"/>
                    <a:pt x="15372" y="19259"/>
                  </a:cubicBezTo>
                  <a:cubicBezTo>
                    <a:pt x="15540" y="19259"/>
                    <a:pt x="15540" y="19259"/>
                    <a:pt x="15540" y="19259"/>
                  </a:cubicBezTo>
                  <a:cubicBezTo>
                    <a:pt x="15652" y="19259"/>
                    <a:pt x="15652" y="19259"/>
                    <a:pt x="15652" y="19259"/>
                  </a:cubicBezTo>
                  <a:cubicBezTo>
                    <a:pt x="15765" y="19326"/>
                    <a:pt x="15765" y="19326"/>
                    <a:pt x="15765" y="19326"/>
                  </a:cubicBezTo>
                  <a:cubicBezTo>
                    <a:pt x="15765" y="19393"/>
                    <a:pt x="15765" y="19393"/>
                    <a:pt x="15765" y="19393"/>
                  </a:cubicBezTo>
                  <a:cubicBezTo>
                    <a:pt x="15652" y="19326"/>
                    <a:pt x="15652" y="19326"/>
                    <a:pt x="15652" y="19326"/>
                  </a:cubicBezTo>
                  <a:cubicBezTo>
                    <a:pt x="15709" y="19393"/>
                    <a:pt x="15709" y="19393"/>
                    <a:pt x="15709" y="19393"/>
                  </a:cubicBezTo>
                  <a:cubicBezTo>
                    <a:pt x="15652" y="19393"/>
                    <a:pt x="15652" y="19393"/>
                    <a:pt x="15652" y="19393"/>
                  </a:cubicBezTo>
                  <a:cubicBezTo>
                    <a:pt x="15709" y="19393"/>
                    <a:pt x="15709" y="19393"/>
                    <a:pt x="15709" y="19393"/>
                  </a:cubicBezTo>
                  <a:cubicBezTo>
                    <a:pt x="15765" y="19393"/>
                    <a:pt x="15765" y="19393"/>
                    <a:pt x="15765" y="19393"/>
                  </a:cubicBezTo>
                  <a:cubicBezTo>
                    <a:pt x="15765" y="19460"/>
                    <a:pt x="15765" y="19460"/>
                    <a:pt x="15765" y="19460"/>
                  </a:cubicBezTo>
                  <a:cubicBezTo>
                    <a:pt x="15765" y="19460"/>
                    <a:pt x="15765" y="19460"/>
                    <a:pt x="15765" y="19460"/>
                  </a:cubicBezTo>
                  <a:cubicBezTo>
                    <a:pt x="15765" y="19460"/>
                    <a:pt x="15765" y="19460"/>
                    <a:pt x="15765" y="19460"/>
                  </a:cubicBezTo>
                  <a:cubicBezTo>
                    <a:pt x="15765" y="19593"/>
                    <a:pt x="15765" y="19593"/>
                    <a:pt x="15765" y="19593"/>
                  </a:cubicBezTo>
                  <a:cubicBezTo>
                    <a:pt x="15709" y="19593"/>
                    <a:pt x="15709" y="19593"/>
                    <a:pt x="15709" y="19593"/>
                  </a:cubicBezTo>
                  <a:cubicBezTo>
                    <a:pt x="15652" y="19593"/>
                    <a:pt x="15652" y="19593"/>
                    <a:pt x="15652" y="19593"/>
                  </a:cubicBezTo>
                  <a:cubicBezTo>
                    <a:pt x="15596" y="19593"/>
                    <a:pt x="15596" y="19593"/>
                    <a:pt x="15596" y="19593"/>
                  </a:cubicBezTo>
                  <a:cubicBezTo>
                    <a:pt x="15540" y="19660"/>
                    <a:pt x="15540" y="19660"/>
                    <a:pt x="15540" y="19660"/>
                  </a:cubicBezTo>
                  <a:cubicBezTo>
                    <a:pt x="15484" y="19660"/>
                    <a:pt x="15484" y="19660"/>
                    <a:pt x="15484" y="19660"/>
                  </a:cubicBezTo>
                  <a:cubicBezTo>
                    <a:pt x="15428" y="19660"/>
                    <a:pt x="15428" y="19660"/>
                    <a:pt x="15428" y="19660"/>
                  </a:cubicBezTo>
                  <a:cubicBezTo>
                    <a:pt x="15372" y="19593"/>
                    <a:pt x="15372" y="19593"/>
                    <a:pt x="15372" y="19593"/>
                  </a:cubicBezTo>
                  <a:cubicBezTo>
                    <a:pt x="15372" y="19660"/>
                    <a:pt x="15372" y="19660"/>
                    <a:pt x="15372" y="19660"/>
                  </a:cubicBezTo>
                  <a:cubicBezTo>
                    <a:pt x="15316" y="19660"/>
                    <a:pt x="15316" y="19660"/>
                    <a:pt x="15316" y="19660"/>
                  </a:cubicBezTo>
                  <a:cubicBezTo>
                    <a:pt x="15260" y="19660"/>
                    <a:pt x="15260" y="19660"/>
                    <a:pt x="15260" y="19660"/>
                  </a:cubicBezTo>
                  <a:cubicBezTo>
                    <a:pt x="15204" y="19660"/>
                    <a:pt x="15204" y="19660"/>
                    <a:pt x="15204" y="19660"/>
                  </a:cubicBezTo>
                  <a:cubicBezTo>
                    <a:pt x="15260" y="19660"/>
                    <a:pt x="15260" y="19660"/>
                    <a:pt x="15260" y="19660"/>
                  </a:cubicBezTo>
                  <a:cubicBezTo>
                    <a:pt x="15316" y="19660"/>
                    <a:pt x="15316" y="19660"/>
                    <a:pt x="15316" y="19660"/>
                  </a:cubicBezTo>
                  <a:cubicBezTo>
                    <a:pt x="15428" y="19727"/>
                    <a:pt x="15428" y="19727"/>
                    <a:pt x="15428" y="19727"/>
                  </a:cubicBezTo>
                  <a:cubicBezTo>
                    <a:pt x="15428" y="19727"/>
                    <a:pt x="15428" y="19727"/>
                    <a:pt x="15428" y="19727"/>
                  </a:cubicBezTo>
                  <a:cubicBezTo>
                    <a:pt x="15428" y="19794"/>
                    <a:pt x="15428" y="19794"/>
                    <a:pt x="15428" y="19794"/>
                  </a:cubicBezTo>
                  <a:cubicBezTo>
                    <a:pt x="15484" y="19794"/>
                    <a:pt x="15484" y="19794"/>
                    <a:pt x="15484" y="19794"/>
                  </a:cubicBezTo>
                  <a:cubicBezTo>
                    <a:pt x="15540" y="19727"/>
                    <a:pt x="15540" y="19727"/>
                    <a:pt x="15540" y="19727"/>
                  </a:cubicBezTo>
                  <a:cubicBezTo>
                    <a:pt x="15596" y="19727"/>
                    <a:pt x="15596" y="19727"/>
                    <a:pt x="15596" y="19727"/>
                  </a:cubicBezTo>
                  <a:cubicBezTo>
                    <a:pt x="15596" y="19727"/>
                    <a:pt x="15596" y="19727"/>
                    <a:pt x="15596" y="19727"/>
                  </a:cubicBezTo>
                  <a:cubicBezTo>
                    <a:pt x="15652" y="19727"/>
                    <a:pt x="15652" y="19727"/>
                    <a:pt x="15652" y="19727"/>
                  </a:cubicBezTo>
                  <a:cubicBezTo>
                    <a:pt x="15652" y="19794"/>
                    <a:pt x="15652" y="19794"/>
                    <a:pt x="15652" y="19794"/>
                  </a:cubicBezTo>
                  <a:cubicBezTo>
                    <a:pt x="15596" y="19794"/>
                    <a:pt x="15596" y="19794"/>
                    <a:pt x="15596" y="19794"/>
                  </a:cubicBezTo>
                  <a:cubicBezTo>
                    <a:pt x="15540" y="19928"/>
                    <a:pt x="15540" y="19928"/>
                    <a:pt x="15540" y="19928"/>
                  </a:cubicBezTo>
                  <a:cubicBezTo>
                    <a:pt x="15540" y="19995"/>
                    <a:pt x="15540" y="19995"/>
                    <a:pt x="15540" y="19995"/>
                  </a:cubicBezTo>
                  <a:cubicBezTo>
                    <a:pt x="15484" y="19995"/>
                    <a:pt x="15484" y="19995"/>
                    <a:pt x="15484" y="19995"/>
                  </a:cubicBezTo>
                  <a:cubicBezTo>
                    <a:pt x="15596" y="19995"/>
                    <a:pt x="15596" y="19995"/>
                    <a:pt x="15596" y="19995"/>
                  </a:cubicBezTo>
                  <a:cubicBezTo>
                    <a:pt x="15596" y="19995"/>
                    <a:pt x="15596" y="19995"/>
                    <a:pt x="15596" y="19995"/>
                  </a:cubicBezTo>
                  <a:cubicBezTo>
                    <a:pt x="15540" y="20061"/>
                    <a:pt x="15540" y="20061"/>
                    <a:pt x="15540" y="20061"/>
                  </a:cubicBezTo>
                  <a:cubicBezTo>
                    <a:pt x="15596" y="20128"/>
                    <a:pt x="15596" y="20128"/>
                    <a:pt x="15596" y="20128"/>
                  </a:cubicBezTo>
                  <a:cubicBezTo>
                    <a:pt x="15596" y="20128"/>
                    <a:pt x="15596" y="20128"/>
                    <a:pt x="15596" y="20128"/>
                  </a:cubicBezTo>
                  <a:cubicBezTo>
                    <a:pt x="15596" y="20262"/>
                    <a:pt x="15596" y="20262"/>
                    <a:pt x="15596" y="20262"/>
                  </a:cubicBezTo>
                  <a:cubicBezTo>
                    <a:pt x="15596" y="20262"/>
                    <a:pt x="15596" y="20262"/>
                    <a:pt x="15596" y="20262"/>
                  </a:cubicBezTo>
                  <a:cubicBezTo>
                    <a:pt x="15652" y="20329"/>
                    <a:pt x="15652" y="20329"/>
                    <a:pt x="15652" y="20329"/>
                  </a:cubicBezTo>
                  <a:cubicBezTo>
                    <a:pt x="15709" y="20329"/>
                    <a:pt x="15709" y="20329"/>
                    <a:pt x="15709" y="20329"/>
                  </a:cubicBezTo>
                  <a:cubicBezTo>
                    <a:pt x="15709" y="20329"/>
                    <a:pt x="15709" y="20329"/>
                    <a:pt x="15709" y="20329"/>
                  </a:cubicBezTo>
                  <a:cubicBezTo>
                    <a:pt x="15765" y="20329"/>
                    <a:pt x="15765" y="20329"/>
                    <a:pt x="15765" y="20329"/>
                  </a:cubicBezTo>
                  <a:cubicBezTo>
                    <a:pt x="15765" y="20396"/>
                    <a:pt x="15765" y="20396"/>
                    <a:pt x="15765" y="20396"/>
                  </a:cubicBezTo>
                  <a:cubicBezTo>
                    <a:pt x="15709" y="20396"/>
                    <a:pt x="15709" y="20396"/>
                    <a:pt x="15709" y="20396"/>
                  </a:cubicBezTo>
                  <a:cubicBezTo>
                    <a:pt x="15765" y="20463"/>
                    <a:pt x="15765" y="20463"/>
                    <a:pt x="15765" y="20463"/>
                  </a:cubicBezTo>
                  <a:cubicBezTo>
                    <a:pt x="15877" y="20463"/>
                    <a:pt x="15877" y="20463"/>
                    <a:pt x="15877" y="20463"/>
                  </a:cubicBezTo>
                  <a:cubicBezTo>
                    <a:pt x="15877" y="20463"/>
                    <a:pt x="15877" y="20463"/>
                    <a:pt x="15877" y="20463"/>
                  </a:cubicBezTo>
                  <a:cubicBezTo>
                    <a:pt x="15933" y="20463"/>
                    <a:pt x="15933" y="20463"/>
                    <a:pt x="15933" y="20463"/>
                  </a:cubicBezTo>
                  <a:cubicBezTo>
                    <a:pt x="15989" y="20463"/>
                    <a:pt x="15989" y="20463"/>
                    <a:pt x="15989" y="20463"/>
                  </a:cubicBezTo>
                  <a:cubicBezTo>
                    <a:pt x="15989" y="20530"/>
                    <a:pt x="15989" y="20530"/>
                    <a:pt x="15989" y="20530"/>
                  </a:cubicBezTo>
                  <a:cubicBezTo>
                    <a:pt x="16101" y="20530"/>
                    <a:pt x="16101" y="20530"/>
                    <a:pt x="16101" y="20530"/>
                  </a:cubicBezTo>
                  <a:cubicBezTo>
                    <a:pt x="16101" y="20530"/>
                    <a:pt x="16101" y="20530"/>
                    <a:pt x="16101" y="20530"/>
                  </a:cubicBezTo>
                  <a:cubicBezTo>
                    <a:pt x="16157" y="20463"/>
                    <a:pt x="16157" y="20463"/>
                    <a:pt x="16157" y="20463"/>
                  </a:cubicBezTo>
                  <a:cubicBezTo>
                    <a:pt x="16157" y="20463"/>
                    <a:pt x="16157" y="20463"/>
                    <a:pt x="16157" y="20463"/>
                  </a:cubicBezTo>
                  <a:cubicBezTo>
                    <a:pt x="16157" y="20530"/>
                    <a:pt x="16157" y="20530"/>
                    <a:pt x="16157" y="20530"/>
                  </a:cubicBezTo>
                  <a:cubicBezTo>
                    <a:pt x="16214" y="20530"/>
                    <a:pt x="16214" y="20530"/>
                    <a:pt x="16214" y="20530"/>
                  </a:cubicBezTo>
                  <a:cubicBezTo>
                    <a:pt x="16326" y="20596"/>
                    <a:pt x="16326" y="20596"/>
                    <a:pt x="16326" y="20596"/>
                  </a:cubicBezTo>
                  <a:cubicBezTo>
                    <a:pt x="16326" y="20596"/>
                    <a:pt x="16326" y="20596"/>
                    <a:pt x="16326" y="20596"/>
                  </a:cubicBezTo>
                  <a:cubicBezTo>
                    <a:pt x="16270" y="20596"/>
                    <a:pt x="16270" y="20596"/>
                    <a:pt x="16270" y="20596"/>
                  </a:cubicBezTo>
                  <a:cubicBezTo>
                    <a:pt x="16270" y="20596"/>
                    <a:pt x="16270" y="20596"/>
                    <a:pt x="16270" y="20596"/>
                  </a:cubicBezTo>
                  <a:cubicBezTo>
                    <a:pt x="16326" y="20663"/>
                    <a:pt x="16326" y="20663"/>
                    <a:pt x="16326" y="20663"/>
                  </a:cubicBezTo>
                  <a:cubicBezTo>
                    <a:pt x="16382" y="20663"/>
                    <a:pt x="16382" y="20663"/>
                    <a:pt x="16382" y="20663"/>
                  </a:cubicBezTo>
                  <a:cubicBezTo>
                    <a:pt x="16382" y="20663"/>
                    <a:pt x="16382" y="20663"/>
                    <a:pt x="16382" y="20663"/>
                  </a:cubicBezTo>
                  <a:cubicBezTo>
                    <a:pt x="16326" y="20663"/>
                    <a:pt x="16326" y="20663"/>
                    <a:pt x="16326" y="20663"/>
                  </a:cubicBezTo>
                  <a:cubicBezTo>
                    <a:pt x="16326" y="20663"/>
                    <a:pt x="16326" y="20663"/>
                    <a:pt x="16326" y="20663"/>
                  </a:cubicBezTo>
                  <a:cubicBezTo>
                    <a:pt x="16270" y="20663"/>
                    <a:pt x="16270" y="20663"/>
                    <a:pt x="16270" y="20663"/>
                  </a:cubicBezTo>
                  <a:cubicBezTo>
                    <a:pt x="16214" y="20730"/>
                    <a:pt x="16214" y="20730"/>
                    <a:pt x="16214" y="20730"/>
                  </a:cubicBezTo>
                  <a:cubicBezTo>
                    <a:pt x="16101" y="20797"/>
                    <a:pt x="16101" y="20797"/>
                    <a:pt x="16101" y="20797"/>
                  </a:cubicBezTo>
                  <a:cubicBezTo>
                    <a:pt x="16045" y="20797"/>
                    <a:pt x="16045" y="20797"/>
                    <a:pt x="16045" y="20797"/>
                  </a:cubicBezTo>
                  <a:cubicBezTo>
                    <a:pt x="15933" y="20797"/>
                    <a:pt x="15933" y="20797"/>
                    <a:pt x="15933" y="20797"/>
                  </a:cubicBezTo>
                  <a:cubicBezTo>
                    <a:pt x="15877" y="20797"/>
                    <a:pt x="15877" y="20797"/>
                    <a:pt x="15877" y="20797"/>
                  </a:cubicBezTo>
                  <a:cubicBezTo>
                    <a:pt x="15821" y="20864"/>
                    <a:pt x="15821" y="20864"/>
                    <a:pt x="15821" y="20864"/>
                  </a:cubicBezTo>
                  <a:cubicBezTo>
                    <a:pt x="15765" y="20864"/>
                    <a:pt x="15765" y="20864"/>
                    <a:pt x="15765" y="20864"/>
                  </a:cubicBezTo>
                  <a:cubicBezTo>
                    <a:pt x="15765" y="20864"/>
                    <a:pt x="15765" y="20864"/>
                    <a:pt x="15765" y="20864"/>
                  </a:cubicBezTo>
                  <a:cubicBezTo>
                    <a:pt x="15709" y="20864"/>
                    <a:pt x="15709" y="20864"/>
                    <a:pt x="15709" y="20864"/>
                  </a:cubicBezTo>
                  <a:cubicBezTo>
                    <a:pt x="15652" y="20797"/>
                    <a:pt x="15652" y="20797"/>
                    <a:pt x="15652" y="20797"/>
                  </a:cubicBezTo>
                  <a:cubicBezTo>
                    <a:pt x="15652" y="20797"/>
                    <a:pt x="15652" y="20797"/>
                    <a:pt x="15652" y="20797"/>
                  </a:cubicBezTo>
                  <a:cubicBezTo>
                    <a:pt x="15652" y="20864"/>
                    <a:pt x="15652" y="20864"/>
                    <a:pt x="15652" y="20864"/>
                  </a:cubicBezTo>
                  <a:cubicBezTo>
                    <a:pt x="15596" y="20864"/>
                    <a:pt x="15596" y="20864"/>
                    <a:pt x="15596" y="20864"/>
                  </a:cubicBezTo>
                  <a:cubicBezTo>
                    <a:pt x="15540" y="20931"/>
                    <a:pt x="15540" y="20931"/>
                    <a:pt x="15540" y="20931"/>
                  </a:cubicBezTo>
                  <a:cubicBezTo>
                    <a:pt x="15596" y="20931"/>
                    <a:pt x="15596" y="20931"/>
                    <a:pt x="15596" y="20931"/>
                  </a:cubicBezTo>
                  <a:cubicBezTo>
                    <a:pt x="15484" y="20998"/>
                    <a:pt x="15484" y="20998"/>
                    <a:pt x="15484" y="20998"/>
                  </a:cubicBezTo>
                  <a:cubicBezTo>
                    <a:pt x="15428" y="21065"/>
                    <a:pt x="15428" y="21065"/>
                    <a:pt x="15428" y="21065"/>
                  </a:cubicBezTo>
                  <a:cubicBezTo>
                    <a:pt x="15372" y="21131"/>
                    <a:pt x="15372" y="21131"/>
                    <a:pt x="15372" y="21131"/>
                  </a:cubicBezTo>
                  <a:cubicBezTo>
                    <a:pt x="15316" y="21131"/>
                    <a:pt x="15316" y="21131"/>
                    <a:pt x="15316" y="21131"/>
                  </a:cubicBezTo>
                  <a:cubicBezTo>
                    <a:pt x="15316" y="21131"/>
                    <a:pt x="15316" y="21131"/>
                    <a:pt x="15316" y="21131"/>
                  </a:cubicBezTo>
                  <a:cubicBezTo>
                    <a:pt x="15260" y="21131"/>
                    <a:pt x="15260" y="21131"/>
                    <a:pt x="15260" y="21131"/>
                  </a:cubicBezTo>
                  <a:cubicBezTo>
                    <a:pt x="15260" y="21198"/>
                    <a:pt x="15260" y="21198"/>
                    <a:pt x="15260" y="21198"/>
                  </a:cubicBezTo>
                  <a:cubicBezTo>
                    <a:pt x="15260" y="21198"/>
                    <a:pt x="15260" y="21198"/>
                    <a:pt x="15260" y="21198"/>
                  </a:cubicBezTo>
                  <a:cubicBezTo>
                    <a:pt x="15260" y="21198"/>
                    <a:pt x="15260" y="21198"/>
                    <a:pt x="15260" y="21198"/>
                  </a:cubicBezTo>
                  <a:cubicBezTo>
                    <a:pt x="15204" y="21198"/>
                    <a:pt x="15204" y="21198"/>
                    <a:pt x="15204" y="21198"/>
                  </a:cubicBezTo>
                  <a:cubicBezTo>
                    <a:pt x="15148" y="21198"/>
                    <a:pt x="15148" y="21198"/>
                    <a:pt x="15148" y="21198"/>
                  </a:cubicBezTo>
                  <a:cubicBezTo>
                    <a:pt x="15148" y="21131"/>
                    <a:pt x="15148" y="21131"/>
                    <a:pt x="15148" y="21131"/>
                  </a:cubicBezTo>
                  <a:cubicBezTo>
                    <a:pt x="15148" y="21131"/>
                    <a:pt x="15148" y="21131"/>
                    <a:pt x="15148" y="21131"/>
                  </a:cubicBezTo>
                  <a:cubicBezTo>
                    <a:pt x="15091" y="21131"/>
                    <a:pt x="15091" y="21131"/>
                    <a:pt x="15091" y="21131"/>
                  </a:cubicBezTo>
                  <a:cubicBezTo>
                    <a:pt x="15091" y="21065"/>
                    <a:pt x="15091" y="21065"/>
                    <a:pt x="15091" y="21065"/>
                  </a:cubicBezTo>
                  <a:cubicBezTo>
                    <a:pt x="15091" y="20998"/>
                    <a:pt x="15091" y="20998"/>
                    <a:pt x="15091" y="20998"/>
                  </a:cubicBezTo>
                  <a:cubicBezTo>
                    <a:pt x="15091" y="20998"/>
                    <a:pt x="15091" y="20998"/>
                    <a:pt x="15091" y="20998"/>
                  </a:cubicBezTo>
                  <a:cubicBezTo>
                    <a:pt x="15148" y="20864"/>
                    <a:pt x="15148" y="20864"/>
                    <a:pt x="15148" y="20864"/>
                  </a:cubicBezTo>
                  <a:cubicBezTo>
                    <a:pt x="15204" y="20864"/>
                    <a:pt x="15204" y="20864"/>
                    <a:pt x="15204" y="20864"/>
                  </a:cubicBezTo>
                  <a:cubicBezTo>
                    <a:pt x="15204" y="20797"/>
                    <a:pt x="15204" y="20797"/>
                    <a:pt x="15204" y="20797"/>
                  </a:cubicBezTo>
                  <a:cubicBezTo>
                    <a:pt x="15316" y="20730"/>
                    <a:pt x="15316" y="20730"/>
                    <a:pt x="15316" y="20730"/>
                  </a:cubicBezTo>
                  <a:cubicBezTo>
                    <a:pt x="15372" y="20730"/>
                    <a:pt x="15372" y="20730"/>
                    <a:pt x="15372" y="20730"/>
                  </a:cubicBezTo>
                  <a:cubicBezTo>
                    <a:pt x="15484" y="20663"/>
                    <a:pt x="15484" y="20663"/>
                    <a:pt x="15484" y="20663"/>
                  </a:cubicBezTo>
                  <a:cubicBezTo>
                    <a:pt x="15540" y="20596"/>
                    <a:pt x="15540" y="20596"/>
                    <a:pt x="15540" y="20596"/>
                  </a:cubicBezTo>
                  <a:cubicBezTo>
                    <a:pt x="15596" y="20663"/>
                    <a:pt x="15596" y="20663"/>
                    <a:pt x="15596" y="20663"/>
                  </a:cubicBezTo>
                  <a:cubicBezTo>
                    <a:pt x="15596" y="20663"/>
                    <a:pt x="15596" y="20663"/>
                    <a:pt x="15596" y="20663"/>
                  </a:cubicBezTo>
                  <a:cubicBezTo>
                    <a:pt x="15652" y="20730"/>
                    <a:pt x="15652" y="20730"/>
                    <a:pt x="15652" y="20730"/>
                  </a:cubicBezTo>
                  <a:cubicBezTo>
                    <a:pt x="15652" y="20663"/>
                    <a:pt x="15652" y="20663"/>
                    <a:pt x="15652" y="20663"/>
                  </a:cubicBezTo>
                  <a:cubicBezTo>
                    <a:pt x="15652" y="20663"/>
                    <a:pt x="15652" y="20663"/>
                    <a:pt x="15652" y="20663"/>
                  </a:cubicBezTo>
                  <a:cubicBezTo>
                    <a:pt x="15709" y="20663"/>
                    <a:pt x="15709" y="20663"/>
                    <a:pt x="15709" y="20663"/>
                  </a:cubicBezTo>
                  <a:cubicBezTo>
                    <a:pt x="15765" y="20663"/>
                    <a:pt x="15765" y="20663"/>
                    <a:pt x="15765" y="20663"/>
                  </a:cubicBezTo>
                  <a:cubicBezTo>
                    <a:pt x="15821" y="20596"/>
                    <a:pt x="15821" y="20596"/>
                    <a:pt x="15821" y="20596"/>
                  </a:cubicBezTo>
                  <a:cubicBezTo>
                    <a:pt x="15709" y="20596"/>
                    <a:pt x="15709" y="20596"/>
                    <a:pt x="15709" y="20596"/>
                  </a:cubicBezTo>
                  <a:cubicBezTo>
                    <a:pt x="15596" y="20596"/>
                    <a:pt x="15596" y="20596"/>
                    <a:pt x="15596" y="20596"/>
                  </a:cubicBezTo>
                  <a:cubicBezTo>
                    <a:pt x="15596" y="20596"/>
                    <a:pt x="15596" y="20596"/>
                    <a:pt x="15596" y="20596"/>
                  </a:cubicBezTo>
                  <a:cubicBezTo>
                    <a:pt x="15540" y="20596"/>
                    <a:pt x="15540" y="20596"/>
                    <a:pt x="15540" y="20596"/>
                  </a:cubicBezTo>
                  <a:cubicBezTo>
                    <a:pt x="15484" y="20596"/>
                    <a:pt x="15484" y="20596"/>
                    <a:pt x="15484" y="20596"/>
                  </a:cubicBezTo>
                  <a:cubicBezTo>
                    <a:pt x="15428" y="20596"/>
                    <a:pt x="15428" y="20596"/>
                    <a:pt x="15428" y="20596"/>
                  </a:cubicBezTo>
                  <a:cubicBezTo>
                    <a:pt x="15484" y="20530"/>
                    <a:pt x="15484" y="20530"/>
                    <a:pt x="15484" y="20530"/>
                  </a:cubicBezTo>
                  <a:cubicBezTo>
                    <a:pt x="15540" y="20530"/>
                    <a:pt x="15540" y="20530"/>
                    <a:pt x="15540" y="20530"/>
                  </a:cubicBezTo>
                  <a:cubicBezTo>
                    <a:pt x="15596" y="20463"/>
                    <a:pt x="15596" y="20463"/>
                    <a:pt x="15596" y="20463"/>
                  </a:cubicBezTo>
                  <a:cubicBezTo>
                    <a:pt x="15596" y="20463"/>
                    <a:pt x="15596" y="20463"/>
                    <a:pt x="15596" y="20463"/>
                  </a:cubicBezTo>
                  <a:cubicBezTo>
                    <a:pt x="15596" y="20463"/>
                    <a:pt x="15596" y="20463"/>
                    <a:pt x="15596" y="20463"/>
                  </a:cubicBezTo>
                  <a:cubicBezTo>
                    <a:pt x="15540" y="20396"/>
                    <a:pt x="15540" y="20396"/>
                    <a:pt x="15540" y="20396"/>
                  </a:cubicBezTo>
                  <a:cubicBezTo>
                    <a:pt x="15540" y="20530"/>
                    <a:pt x="15540" y="20530"/>
                    <a:pt x="15540" y="20530"/>
                  </a:cubicBezTo>
                  <a:cubicBezTo>
                    <a:pt x="15484" y="20530"/>
                    <a:pt x="15484" y="20530"/>
                    <a:pt x="15484" y="20530"/>
                  </a:cubicBezTo>
                  <a:cubicBezTo>
                    <a:pt x="15428" y="20596"/>
                    <a:pt x="15428" y="20596"/>
                    <a:pt x="15428" y="20596"/>
                  </a:cubicBezTo>
                  <a:cubicBezTo>
                    <a:pt x="15372" y="20596"/>
                    <a:pt x="15372" y="20596"/>
                    <a:pt x="15372" y="20596"/>
                  </a:cubicBezTo>
                  <a:cubicBezTo>
                    <a:pt x="15316" y="20596"/>
                    <a:pt x="15316" y="20596"/>
                    <a:pt x="15316" y="20596"/>
                  </a:cubicBezTo>
                  <a:cubicBezTo>
                    <a:pt x="15204" y="20663"/>
                    <a:pt x="15204" y="20663"/>
                    <a:pt x="15204" y="20663"/>
                  </a:cubicBezTo>
                  <a:cubicBezTo>
                    <a:pt x="15204" y="20663"/>
                    <a:pt x="15204" y="20663"/>
                    <a:pt x="15204" y="20663"/>
                  </a:cubicBezTo>
                  <a:cubicBezTo>
                    <a:pt x="15204" y="20596"/>
                    <a:pt x="15204" y="20596"/>
                    <a:pt x="15204" y="20596"/>
                  </a:cubicBezTo>
                  <a:cubicBezTo>
                    <a:pt x="15204" y="20596"/>
                    <a:pt x="15204" y="20596"/>
                    <a:pt x="15204" y="20596"/>
                  </a:cubicBezTo>
                  <a:cubicBezTo>
                    <a:pt x="15260" y="20530"/>
                    <a:pt x="15260" y="20530"/>
                    <a:pt x="15260" y="20530"/>
                  </a:cubicBezTo>
                  <a:cubicBezTo>
                    <a:pt x="15204" y="20596"/>
                    <a:pt x="15204" y="20596"/>
                    <a:pt x="15204" y="20596"/>
                  </a:cubicBezTo>
                  <a:cubicBezTo>
                    <a:pt x="15148" y="20663"/>
                    <a:pt x="15148" y="20663"/>
                    <a:pt x="15148" y="20663"/>
                  </a:cubicBezTo>
                  <a:cubicBezTo>
                    <a:pt x="15091" y="20663"/>
                    <a:pt x="15091" y="20663"/>
                    <a:pt x="15091" y="20663"/>
                  </a:cubicBezTo>
                  <a:cubicBezTo>
                    <a:pt x="15091" y="20663"/>
                    <a:pt x="15091" y="20663"/>
                    <a:pt x="15091" y="20663"/>
                  </a:cubicBezTo>
                  <a:cubicBezTo>
                    <a:pt x="15035" y="20663"/>
                    <a:pt x="15035" y="20663"/>
                    <a:pt x="15035" y="20663"/>
                  </a:cubicBezTo>
                  <a:cubicBezTo>
                    <a:pt x="15035" y="20663"/>
                    <a:pt x="15035" y="20663"/>
                    <a:pt x="15035" y="20663"/>
                  </a:cubicBezTo>
                  <a:cubicBezTo>
                    <a:pt x="14979" y="20663"/>
                    <a:pt x="14979" y="20663"/>
                    <a:pt x="14979" y="20663"/>
                  </a:cubicBezTo>
                  <a:cubicBezTo>
                    <a:pt x="14923" y="20663"/>
                    <a:pt x="14923" y="20663"/>
                    <a:pt x="14923" y="20663"/>
                  </a:cubicBezTo>
                  <a:cubicBezTo>
                    <a:pt x="14867" y="20596"/>
                    <a:pt x="14867" y="20596"/>
                    <a:pt x="14867" y="20596"/>
                  </a:cubicBezTo>
                  <a:cubicBezTo>
                    <a:pt x="14867" y="20596"/>
                    <a:pt x="14867" y="20596"/>
                    <a:pt x="14867" y="20596"/>
                  </a:cubicBezTo>
                  <a:cubicBezTo>
                    <a:pt x="14867" y="20596"/>
                    <a:pt x="14867" y="20596"/>
                    <a:pt x="14867" y="20596"/>
                  </a:cubicBezTo>
                  <a:cubicBezTo>
                    <a:pt x="14867" y="20596"/>
                    <a:pt x="14867" y="20596"/>
                    <a:pt x="14867" y="20596"/>
                  </a:cubicBezTo>
                  <a:cubicBezTo>
                    <a:pt x="14867" y="20530"/>
                    <a:pt x="14867" y="20530"/>
                    <a:pt x="14867" y="20530"/>
                  </a:cubicBezTo>
                  <a:cubicBezTo>
                    <a:pt x="14867" y="20530"/>
                    <a:pt x="14867" y="20530"/>
                    <a:pt x="14867" y="20530"/>
                  </a:cubicBezTo>
                  <a:cubicBezTo>
                    <a:pt x="14867" y="20463"/>
                    <a:pt x="14867" y="20463"/>
                    <a:pt x="14867" y="20463"/>
                  </a:cubicBezTo>
                  <a:cubicBezTo>
                    <a:pt x="14867" y="20463"/>
                    <a:pt x="14867" y="20463"/>
                    <a:pt x="14867" y="20463"/>
                  </a:cubicBezTo>
                  <a:cubicBezTo>
                    <a:pt x="14811" y="20396"/>
                    <a:pt x="14811" y="20396"/>
                    <a:pt x="14811" y="20396"/>
                  </a:cubicBezTo>
                  <a:cubicBezTo>
                    <a:pt x="14811" y="20396"/>
                    <a:pt x="14811" y="20396"/>
                    <a:pt x="14811" y="20396"/>
                  </a:cubicBezTo>
                  <a:cubicBezTo>
                    <a:pt x="14811" y="20396"/>
                    <a:pt x="14811" y="20396"/>
                    <a:pt x="14811" y="20396"/>
                  </a:cubicBezTo>
                  <a:cubicBezTo>
                    <a:pt x="14867" y="20061"/>
                    <a:pt x="14867" y="20061"/>
                    <a:pt x="14867" y="20061"/>
                  </a:cubicBezTo>
                  <a:cubicBezTo>
                    <a:pt x="14867" y="19928"/>
                    <a:pt x="14867" y="19928"/>
                    <a:pt x="14867" y="19928"/>
                  </a:cubicBezTo>
                  <a:cubicBezTo>
                    <a:pt x="14811" y="19861"/>
                    <a:pt x="14811" y="19861"/>
                    <a:pt x="14811" y="19861"/>
                  </a:cubicBezTo>
                  <a:cubicBezTo>
                    <a:pt x="14755" y="19861"/>
                    <a:pt x="14755" y="19861"/>
                    <a:pt x="14755" y="19861"/>
                  </a:cubicBezTo>
                  <a:cubicBezTo>
                    <a:pt x="14699" y="19861"/>
                    <a:pt x="14699" y="19861"/>
                    <a:pt x="14699" y="19861"/>
                  </a:cubicBezTo>
                  <a:cubicBezTo>
                    <a:pt x="14643" y="19861"/>
                    <a:pt x="14643" y="19861"/>
                    <a:pt x="14643" y="19861"/>
                  </a:cubicBezTo>
                  <a:cubicBezTo>
                    <a:pt x="14587" y="19861"/>
                    <a:pt x="14587" y="19861"/>
                    <a:pt x="14587" y="19861"/>
                  </a:cubicBezTo>
                  <a:cubicBezTo>
                    <a:pt x="14587" y="19794"/>
                    <a:pt x="14587" y="19794"/>
                    <a:pt x="14587" y="19794"/>
                  </a:cubicBezTo>
                  <a:cubicBezTo>
                    <a:pt x="14587" y="19794"/>
                    <a:pt x="14587" y="19794"/>
                    <a:pt x="14587" y="19794"/>
                  </a:cubicBezTo>
                  <a:cubicBezTo>
                    <a:pt x="14530" y="19861"/>
                    <a:pt x="14530" y="19861"/>
                    <a:pt x="14530" y="19861"/>
                  </a:cubicBezTo>
                  <a:cubicBezTo>
                    <a:pt x="14474" y="19928"/>
                    <a:pt x="14474" y="19928"/>
                    <a:pt x="14474" y="19928"/>
                  </a:cubicBezTo>
                  <a:cubicBezTo>
                    <a:pt x="14418" y="19995"/>
                    <a:pt x="14418" y="19995"/>
                    <a:pt x="14418" y="19995"/>
                  </a:cubicBezTo>
                  <a:cubicBezTo>
                    <a:pt x="14362" y="20061"/>
                    <a:pt x="14362" y="20061"/>
                    <a:pt x="14362" y="20061"/>
                  </a:cubicBezTo>
                  <a:cubicBezTo>
                    <a:pt x="14362" y="20128"/>
                    <a:pt x="14362" y="20128"/>
                    <a:pt x="14362" y="20128"/>
                  </a:cubicBezTo>
                  <a:cubicBezTo>
                    <a:pt x="14306" y="20128"/>
                    <a:pt x="14306" y="20128"/>
                    <a:pt x="14306" y="20128"/>
                  </a:cubicBezTo>
                  <a:cubicBezTo>
                    <a:pt x="14306" y="20195"/>
                    <a:pt x="14306" y="20195"/>
                    <a:pt x="14306" y="20195"/>
                  </a:cubicBezTo>
                  <a:cubicBezTo>
                    <a:pt x="14306" y="20262"/>
                    <a:pt x="14306" y="20262"/>
                    <a:pt x="14306" y="20262"/>
                  </a:cubicBezTo>
                  <a:cubicBezTo>
                    <a:pt x="14194" y="20329"/>
                    <a:pt x="14194" y="20329"/>
                    <a:pt x="14194" y="20329"/>
                  </a:cubicBezTo>
                  <a:cubicBezTo>
                    <a:pt x="14194" y="20396"/>
                    <a:pt x="14194" y="20396"/>
                    <a:pt x="14194" y="20396"/>
                  </a:cubicBezTo>
                  <a:cubicBezTo>
                    <a:pt x="14082" y="20463"/>
                    <a:pt x="14082" y="20463"/>
                    <a:pt x="14082" y="20463"/>
                  </a:cubicBezTo>
                  <a:cubicBezTo>
                    <a:pt x="14082" y="20530"/>
                    <a:pt x="14082" y="20530"/>
                    <a:pt x="14082" y="20530"/>
                  </a:cubicBezTo>
                  <a:cubicBezTo>
                    <a:pt x="14082" y="20530"/>
                    <a:pt x="14082" y="20530"/>
                    <a:pt x="14082" y="20530"/>
                  </a:cubicBezTo>
                  <a:cubicBezTo>
                    <a:pt x="14025" y="20530"/>
                    <a:pt x="14025" y="20530"/>
                    <a:pt x="14025" y="20530"/>
                  </a:cubicBezTo>
                  <a:cubicBezTo>
                    <a:pt x="13969" y="20530"/>
                    <a:pt x="13969" y="20530"/>
                    <a:pt x="13969" y="20530"/>
                  </a:cubicBezTo>
                  <a:cubicBezTo>
                    <a:pt x="13969" y="20530"/>
                    <a:pt x="13969" y="20530"/>
                    <a:pt x="13969" y="20530"/>
                  </a:cubicBezTo>
                  <a:cubicBezTo>
                    <a:pt x="13969" y="20530"/>
                    <a:pt x="13969" y="20530"/>
                    <a:pt x="13969" y="20530"/>
                  </a:cubicBezTo>
                  <a:cubicBezTo>
                    <a:pt x="13913" y="20596"/>
                    <a:pt x="13913" y="20596"/>
                    <a:pt x="13913" y="20596"/>
                  </a:cubicBezTo>
                  <a:cubicBezTo>
                    <a:pt x="13184" y="20596"/>
                    <a:pt x="13184" y="20596"/>
                    <a:pt x="13184" y="20596"/>
                  </a:cubicBezTo>
                  <a:cubicBezTo>
                    <a:pt x="13072" y="20596"/>
                    <a:pt x="13072" y="20596"/>
                    <a:pt x="13072" y="20596"/>
                  </a:cubicBezTo>
                  <a:cubicBezTo>
                    <a:pt x="13016" y="20663"/>
                    <a:pt x="13016" y="20663"/>
                    <a:pt x="13016" y="20663"/>
                  </a:cubicBezTo>
                  <a:cubicBezTo>
                    <a:pt x="12960" y="20663"/>
                    <a:pt x="12960" y="20663"/>
                    <a:pt x="12960" y="20663"/>
                  </a:cubicBezTo>
                  <a:cubicBezTo>
                    <a:pt x="12903" y="20730"/>
                    <a:pt x="12903" y="20730"/>
                    <a:pt x="12903" y="20730"/>
                  </a:cubicBezTo>
                  <a:cubicBezTo>
                    <a:pt x="12791" y="20797"/>
                    <a:pt x="12791" y="20797"/>
                    <a:pt x="12791" y="20797"/>
                  </a:cubicBezTo>
                  <a:cubicBezTo>
                    <a:pt x="12735" y="20864"/>
                    <a:pt x="12735" y="20864"/>
                    <a:pt x="12735" y="20864"/>
                  </a:cubicBezTo>
                  <a:cubicBezTo>
                    <a:pt x="12679" y="20864"/>
                    <a:pt x="12679" y="20864"/>
                    <a:pt x="12679" y="20864"/>
                  </a:cubicBezTo>
                  <a:cubicBezTo>
                    <a:pt x="12511" y="21065"/>
                    <a:pt x="12511" y="21065"/>
                    <a:pt x="12511" y="21065"/>
                  </a:cubicBezTo>
                  <a:cubicBezTo>
                    <a:pt x="12006" y="21198"/>
                    <a:pt x="12006" y="21198"/>
                    <a:pt x="12006" y="21198"/>
                  </a:cubicBezTo>
                  <a:cubicBezTo>
                    <a:pt x="12006" y="21332"/>
                    <a:pt x="12006" y="21332"/>
                    <a:pt x="12006" y="21332"/>
                  </a:cubicBezTo>
                  <a:cubicBezTo>
                    <a:pt x="11894" y="21332"/>
                    <a:pt x="11894" y="21332"/>
                    <a:pt x="11894" y="21332"/>
                  </a:cubicBezTo>
                  <a:cubicBezTo>
                    <a:pt x="11052" y="21600"/>
                    <a:pt x="11052" y="21600"/>
                    <a:pt x="11052" y="21600"/>
                  </a:cubicBezTo>
                  <a:cubicBezTo>
                    <a:pt x="10996" y="21533"/>
                    <a:pt x="10996" y="21533"/>
                    <a:pt x="10996" y="21533"/>
                  </a:cubicBezTo>
                  <a:cubicBezTo>
                    <a:pt x="11052" y="21466"/>
                    <a:pt x="11052" y="21466"/>
                    <a:pt x="11052" y="21466"/>
                  </a:cubicBezTo>
                  <a:cubicBezTo>
                    <a:pt x="11164" y="21399"/>
                    <a:pt x="11164" y="21399"/>
                    <a:pt x="11164" y="21399"/>
                  </a:cubicBezTo>
                  <a:cubicBezTo>
                    <a:pt x="11164" y="21332"/>
                    <a:pt x="11164" y="21332"/>
                    <a:pt x="11164" y="21332"/>
                  </a:cubicBezTo>
                  <a:cubicBezTo>
                    <a:pt x="11220" y="21265"/>
                    <a:pt x="11220" y="21265"/>
                    <a:pt x="11220" y="21265"/>
                  </a:cubicBezTo>
                  <a:cubicBezTo>
                    <a:pt x="11220" y="21265"/>
                    <a:pt x="11220" y="21265"/>
                    <a:pt x="11220" y="21265"/>
                  </a:cubicBezTo>
                  <a:cubicBezTo>
                    <a:pt x="11276" y="20864"/>
                    <a:pt x="11276" y="20864"/>
                    <a:pt x="11276" y="20864"/>
                  </a:cubicBezTo>
                  <a:cubicBezTo>
                    <a:pt x="11108" y="20061"/>
                    <a:pt x="11108" y="20061"/>
                    <a:pt x="11108" y="20061"/>
                  </a:cubicBezTo>
                  <a:cubicBezTo>
                    <a:pt x="10940" y="19928"/>
                    <a:pt x="10940" y="19928"/>
                    <a:pt x="10940" y="19928"/>
                  </a:cubicBezTo>
                  <a:cubicBezTo>
                    <a:pt x="10884" y="19861"/>
                    <a:pt x="10884" y="19861"/>
                    <a:pt x="10884" y="19861"/>
                  </a:cubicBezTo>
                  <a:cubicBezTo>
                    <a:pt x="9874" y="19326"/>
                    <a:pt x="9874" y="19326"/>
                    <a:pt x="9874" y="19326"/>
                  </a:cubicBezTo>
                  <a:cubicBezTo>
                    <a:pt x="9818" y="19326"/>
                    <a:pt x="9818" y="19326"/>
                    <a:pt x="9818" y="19326"/>
                  </a:cubicBezTo>
                  <a:cubicBezTo>
                    <a:pt x="9762" y="19259"/>
                    <a:pt x="9762" y="19259"/>
                    <a:pt x="9762" y="19259"/>
                  </a:cubicBezTo>
                  <a:cubicBezTo>
                    <a:pt x="9762" y="19259"/>
                    <a:pt x="9762" y="19259"/>
                    <a:pt x="9762" y="19259"/>
                  </a:cubicBezTo>
                  <a:cubicBezTo>
                    <a:pt x="9649" y="19259"/>
                    <a:pt x="9649" y="19259"/>
                    <a:pt x="9649" y="19259"/>
                  </a:cubicBezTo>
                  <a:cubicBezTo>
                    <a:pt x="9593" y="19192"/>
                    <a:pt x="9593" y="19192"/>
                    <a:pt x="9593" y="19192"/>
                  </a:cubicBezTo>
                  <a:cubicBezTo>
                    <a:pt x="9593" y="19192"/>
                    <a:pt x="9593" y="19192"/>
                    <a:pt x="9593" y="19192"/>
                  </a:cubicBezTo>
                  <a:cubicBezTo>
                    <a:pt x="9537" y="19192"/>
                    <a:pt x="9537" y="19192"/>
                    <a:pt x="9537" y="19192"/>
                  </a:cubicBezTo>
                  <a:cubicBezTo>
                    <a:pt x="9481" y="19192"/>
                    <a:pt x="9481" y="19192"/>
                    <a:pt x="9481" y="19192"/>
                  </a:cubicBezTo>
                  <a:cubicBezTo>
                    <a:pt x="9425" y="19192"/>
                    <a:pt x="9425" y="19192"/>
                    <a:pt x="9425" y="19192"/>
                  </a:cubicBezTo>
                  <a:cubicBezTo>
                    <a:pt x="9425" y="19125"/>
                    <a:pt x="9425" y="19125"/>
                    <a:pt x="9425" y="19125"/>
                  </a:cubicBezTo>
                  <a:cubicBezTo>
                    <a:pt x="9369" y="19125"/>
                    <a:pt x="9369" y="19125"/>
                    <a:pt x="9369" y="19125"/>
                  </a:cubicBezTo>
                  <a:cubicBezTo>
                    <a:pt x="9257" y="19125"/>
                    <a:pt x="9257" y="19125"/>
                    <a:pt x="9257" y="19125"/>
                  </a:cubicBezTo>
                  <a:cubicBezTo>
                    <a:pt x="9257" y="19058"/>
                    <a:pt x="9257" y="19058"/>
                    <a:pt x="9257" y="19058"/>
                  </a:cubicBezTo>
                  <a:cubicBezTo>
                    <a:pt x="9201" y="19058"/>
                    <a:pt x="9201" y="19058"/>
                    <a:pt x="9201" y="19058"/>
                  </a:cubicBezTo>
                  <a:cubicBezTo>
                    <a:pt x="9144" y="18991"/>
                    <a:pt x="9144" y="18991"/>
                    <a:pt x="9144" y="18991"/>
                  </a:cubicBezTo>
                  <a:cubicBezTo>
                    <a:pt x="9088" y="18991"/>
                    <a:pt x="9088" y="18991"/>
                    <a:pt x="9088" y="18991"/>
                  </a:cubicBezTo>
                  <a:cubicBezTo>
                    <a:pt x="9088" y="18991"/>
                    <a:pt x="9088" y="18991"/>
                    <a:pt x="9088" y="18991"/>
                  </a:cubicBezTo>
                  <a:cubicBezTo>
                    <a:pt x="9032" y="18991"/>
                    <a:pt x="9032" y="18991"/>
                    <a:pt x="9032" y="18991"/>
                  </a:cubicBezTo>
                  <a:cubicBezTo>
                    <a:pt x="8976" y="18991"/>
                    <a:pt x="8976" y="18991"/>
                    <a:pt x="8976" y="18991"/>
                  </a:cubicBezTo>
                  <a:cubicBezTo>
                    <a:pt x="8976" y="18991"/>
                    <a:pt x="8976" y="18991"/>
                    <a:pt x="8976" y="18991"/>
                  </a:cubicBezTo>
                  <a:cubicBezTo>
                    <a:pt x="8920" y="18991"/>
                    <a:pt x="8920" y="18991"/>
                    <a:pt x="8920" y="18991"/>
                  </a:cubicBezTo>
                  <a:cubicBezTo>
                    <a:pt x="8920" y="18925"/>
                    <a:pt x="8920" y="18925"/>
                    <a:pt x="8920" y="18925"/>
                  </a:cubicBezTo>
                  <a:cubicBezTo>
                    <a:pt x="8864" y="18925"/>
                    <a:pt x="8864" y="18925"/>
                    <a:pt x="8864" y="18925"/>
                  </a:cubicBezTo>
                  <a:cubicBezTo>
                    <a:pt x="8864" y="18925"/>
                    <a:pt x="8864" y="18925"/>
                    <a:pt x="8864" y="18925"/>
                  </a:cubicBezTo>
                  <a:cubicBezTo>
                    <a:pt x="8808" y="18858"/>
                    <a:pt x="8808" y="18858"/>
                    <a:pt x="8808" y="18858"/>
                  </a:cubicBezTo>
                  <a:cubicBezTo>
                    <a:pt x="8808" y="18858"/>
                    <a:pt x="8808" y="18858"/>
                    <a:pt x="8808" y="18858"/>
                  </a:cubicBezTo>
                  <a:cubicBezTo>
                    <a:pt x="8752" y="18791"/>
                    <a:pt x="8752" y="18791"/>
                    <a:pt x="8752" y="18791"/>
                  </a:cubicBezTo>
                  <a:cubicBezTo>
                    <a:pt x="8696" y="18791"/>
                    <a:pt x="8696" y="18791"/>
                    <a:pt x="8696" y="18791"/>
                  </a:cubicBezTo>
                  <a:cubicBezTo>
                    <a:pt x="8640" y="18791"/>
                    <a:pt x="8640" y="18791"/>
                    <a:pt x="8640" y="18791"/>
                  </a:cubicBezTo>
                  <a:lnTo>
                    <a:pt x="2188" y="1812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6" name="AutoShape 160"/>
            <p:cNvSpPr>
              <a:spLocks/>
            </p:cNvSpPr>
            <p:nvPr/>
          </p:nvSpPr>
          <p:spPr bwMode="auto">
            <a:xfrm>
              <a:off x="0" y="930159"/>
              <a:ext cx="3548368" cy="2401935"/>
            </a:xfrm>
            <a:custGeom>
              <a:avLst/>
              <a:gdLst>
                <a:gd name="T0" fmla="*/ 1774184 w 21600"/>
                <a:gd name="T1" fmla="*/ 1200968 h 21600"/>
                <a:gd name="T2" fmla="*/ 1774184 w 21600"/>
                <a:gd name="T3" fmla="*/ 1200968 h 21600"/>
                <a:gd name="T4" fmla="*/ 1774184 w 21600"/>
                <a:gd name="T5" fmla="*/ 1200968 h 21600"/>
                <a:gd name="T6" fmla="*/ 1774184 w 21600"/>
                <a:gd name="T7" fmla="*/ 1200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12" y="20683"/>
                  </a:moveTo>
                  <a:cubicBezTo>
                    <a:pt x="19512" y="20552"/>
                    <a:pt x="19512" y="20552"/>
                    <a:pt x="19512" y="20552"/>
                  </a:cubicBezTo>
                  <a:cubicBezTo>
                    <a:pt x="19512" y="20552"/>
                    <a:pt x="19512" y="20552"/>
                    <a:pt x="19512" y="20552"/>
                  </a:cubicBezTo>
                  <a:cubicBezTo>
                    <a:pt x="19512" y="20552"/>
                    <a:pt x="19512" y="20552"/>
                    <a:pt x="19512" y="20552"/>
                  </a:cubicBezTo>
                  <a:cubicBezTo>
                    <a:pt x="19512" y="20421"/>
                    <a:pt x="19512" y="20421"/>
                    <a:pt x="19512" y="20421"/>
                  </a:cubicBezTo>
                  <a:cubicBezTo>
                    <a:pt x="19512" y="20421"/>
                    <a:pt x="19512" y="20421"/>
                    <a:pt x="19512" y="20421"/>
                  </a:cubicBezTo>
                  <a:cubicBezTo>
                    <a:pt x="19512" y="20421"/>
                    <a:pt x="19512" y="20421"/>
                    <a:pt x="19512" y="20421"/>
                  </a:cubicBezTo>
                  <a:cubicBezTo>
                    <a:pt x="19421" y="20290"/>
                    <a:pt x="19421" y="20290"/>
                    <a:pt x="19421" y="20290"/>
                  </a:cubicBezTo>
                  <a:cubicBezTo>
                    <a:pt x="19421" y="20290"/>
                    <a:pt x="19421" y="20290"/>
                    <a:pt x="19421" y="20290"/>
                  </a:cubicBezTo>
                  <a:cubicBezTo>
                    <a:pt x="19421" y="20159"/>
                    <a:pt x="19421" y="20159"/>
                    <a:pt x="19421" y="20159"/>
                  </a:cubicBezTo>
                  <a:cubicBezTo>
                    <a:pt x="19331" y="20029"/>
                    <a:pt x="19331" y="20029"/>
                    <a:pt x="19331" y="20029"/>
                  </a:cubicBezTo>
                  <a:cubicBezTo>
                    <a:pt x="19240" y="20029"/>
                    <a:pt x="19240" y="20029"/>
                    <a:pt x="19240" y="20029"/>
                  </a:cubicBezTo>
                  <a:cubicBezTo>
                    <a:pt x="19240" y="19898"/>
                    <a:pt x="19240" y="19898"/>
                    <a:pt x="19240" y="19898"/>
                  </a:cubicBezTo>
                  <a:cubicBezTo>
                    <a:pt x="19149" y="19767"/>
                    <a:pt x="19149" y="19767"/>
                    <a:pt x="19149" y="19767"/>
                  </a:cubicBezTo>
                  <a:cubicBezTo>
                    <a:pt x="19149" y="19767"/>
                    <a:pt x="19149" y="19767"/>
                    <a:pt x="19149" y="19767"/>
                  </a:cubicBezTo>
                  <a:cubicBezTo>
                    <a:pt x="19058" y="19767"/>
                    <a:pt x="19058" y="19767"/>
                    <a:pt x="19058" y="19767"/>
                  </a:cubicBezTo>
                  <a:cubicBezTo>
                    <a:pt x="19058" y="19767"/>
                    <a:pt x="19058" y="19767"/>
                    <a:pt x="19058" y="19767"/>
                  </a:cubicBezTo>
                  <a:cubicBezTo>
                    <a:pt x="19058" y="19636"/>
                    <a:pt x="19058" y="19636"/>
                    <a:pt x="19058" y="19636"/>
                  </a:cubicBezTo>
                  <a:cubicBezTo>
                    <a:pt x="19058" y="19636"/>
                    <a:pt x="19058" y="19636"/>
                    <a:pt x="19058" y="19636"/>
                  </a:cubicBezTo>
                  <a:cubicBezTo>
                    <a:pt x="19058" y="19505"/>
                    <a:pt x="19058" y="19505"/>
                    <a:pt x="19058" y="19505"/>
                  </a:cubicBezTo>
                  <a:cubicBezTo>
                    <a:pt x="19058" y="19505"/>
                    <a:pt x="19058" y="19505"/>
                    <a:pt x="19058" y="19505"/>
                  </a:cubicBezTo>
                  <a:cubicBezTo>
                    <a:pt x="19058" y="19505"/>
                    <a:pt x="19058" y="19505"/>
                    <a:pt x="19058" y="19505"/>
                  </a:cubicBezTo>
                  <a:cubicBezTo>
                    <a:pt x="19058" y="19374"/>
                    <a:pt x="19058" y="19374"/>
                    <a:pt x="19058" y="19374"/>
                  </a:cubicBezTo>
                  <a:cubicBezTo>
                    <a:pt x="19058" y="19374"/>
                    <a:pt x="19058" y="19374"/>
                    <a:pt x="19058" y="19374"/>
                  </a:cubicBezTo>
                  <a:cubicBezTo>
                    <a:pt x="19058" y="19374"/>
                    <a:pt x="19058" y="19374"/>
                    <a:pt x="19058" y="19374"/>
                  </a:cubicBezTo>
                  <a:cubicBezTo>
                    <a:pt x="18968" y="19374"/>
                    <a:pt x="18968" y="19374"/>
                    <a:pt x="18968" y="19374"/>
                  </a:cubicBezTo>
                  <a:cubicBezTo>
                    <a:pt x="18968" y="19243"/>
                    <a:pt x="18968" y="19243"/>
                    <a:pt x="18968" y="19243"/>
                  </a:cubicBezTo>
                  <a:cubicBezTo>
                    <a:pt x="19058" y="19243"/>
                    <a:pt x="19058" y="19243"/>
                    <a:pt x="19058" y="19243"/>
                  </a:cubicBezTo>
                  <a:cubicBezTo>
                    <a:pt x="19058" y="18850"/>
                    <a:pt x="19058" y="18850"/>
                    <a:pt x="19058" y="18850"/>
                  </a:cubicBezTo>
                  <a:cubicBezTo>
                    <a:pt x="19058" y="18458"/>
                    <a:pt x="19058" y="18458"/>
                    <a:pt x="19058" y="18458"/>
                  </a:cubicBezTo>
                  <a:cubicBezTo>
                    <a:pt x="19058" y="18196"/>
                    <a:pt x="19058" y="18196"/>
                    <a:pt x="19058" y="18196"/>
                  </a:cubicBezTo>
                  <a:cubicBezTo>
                    <a:pt x="19058" y="18065"/>
                    <a:pt x="19058" y="18065"/>
                    <a:pt x="19058" y="18065"/>
                  </a:cubicBezTo>
                  <a:cubicBezTo>
                    <a:pt x="19058" y="17934"/>
                    <a:pt x="19058" y="17934"/>
                    <a:pt x="19058" y="17934"/>
                  </a:cubicBezTo>
                  <a:cubicBezTo>
                    <a:pt x="19058" y="17934"/>
                    <a:pt x="19058" y="17934"/>
                    <a:pt x="19058" y="17934"/>
                  </a:cubicBezTo>
                  <a:cubicBezTo>
                    <a:pt x="19058" y="17803"/>
                    <a:pt x="19058" y="17803"/>
                    <a:pt x="19058" y="17803"/>
                  </a:cubicBezTo>
                  <a:cubicBezTo>
                    <a:pt x="19058" y="17672"/>
                    <a:pt x="19058" y="17672"/>
                    <a:pt x="19058" y="17672"/>
                  </a:cubicBezTo>
                  <a:cubicBezTo>
                    <a:pt x="19058" y="17541"/>
                    <a:pt x="19058" y="17541"/>
                    <a:pt x="19058" y="17541"/>
                  </a:cubicBezTo>
                  <a:cubicBezTo>
                    <a:pt x="18968" y="17410"/>
                    <a:pt x="18968" y="17410"/>
                    <a:pt x="18968" y="17410"/>
                  </a:cubicBezTo>
                  <a:cubicBezTo>
                    <a:pt x="18877" y="17149"/>
                    <a:pt x="18877" y="17149"/>
                    <a:pt x="18877" y="17149"/>
                  </a:cubicBezTo>
                  <a:cubicBezTo>
                    <a:pt x="18877" y="17149"/>
                    <a:pt x="18877" y="17149"/>
                    <a:pt x="18877" y="17149"/>
                  </a:cubicBezTo>
                  <a:cubicBezTo>
                    <a:pt x="18877" y="16756"/>
                    <a:pt x="18877" y="16756"/>
                    <a:pt x="18877" y="16756"/>
                  </a:cubicBezTo>
                  <a:cubicBezTo>
                    <a:pt x="18877" y="16756"/>
                    <a:pt x="18877" y="16756"/>
                    <a:pt x="18877" y="16756"/>
                  </a:cubicBezTo>
                  <a:cubicBezTo>
                    <a:pt x="18877" y="16625"/>
                    <a:pt x="18877" y="16625"/>
                    <a:pt x="18877" y="16625"/>
                  </a:cubicBezTo>
                  <a:cubicBezTo>
                    <a:pt x="18877" y="16494"/>
                    <a:pt x="18877" y="16494"/>
                    <a:pt x="18877" y="16494"/>
                  </a:cubicBezTo>
                  <a:cubicBezTo>
                    <a:pt x="18877" y="16363"/>
                    <a:pt x="18877" y="16363"/>
                    <a:pt x="18877" y="16363"/>
                  </a:cubicBezTo>
                  <a:cubicBezTo>
                    <a:pt x="18786" y="16363"/>
                    <a:pt x="18786" y="16363"/>
                    <a:pt x="18786" y="16363"/>
                  </a:cubicBezTo>
                  <a:cubicBezTo>
                    <a:pt x="18695" y="16363"/>
                    <a:pt x="18695" y="16363"/>
                    <a:pt x="18695" y="16363"/>
                  </a:cubicBezTo>
                  <a:cubicBezTo>
                    <a:pt x="18514" y="16363"/>
                    <a:pt x="18514" y="16363"/>
                    <a:pt x="18514" y="16363"/>
                  </a:cubicBezTo>
                  <a:cubicBezTo>
                    <a:pt x="18514" y="16363"/>
                    <a:pt x="18514" y="16363"/>
                    <a:pt x="18514" y="16363"/>
                  </a:cubicBezTo>
                  <a:cubicBezTo>
                    <a:pt x="18332" y="16494"/>
                    <a:pt x="18332" y="16494"/>
                    <a:pt x="18332" y="16494"/>
                  </a:cubicBezTo>
                  <a:cubicBezTo>
                    <a:pt x="18242" y="16625"/>
                    <a:pt x="18242" y="16625"/>
                    <a:pt x="18242" y="16625"/>
                  </a:cubicBezTo>
                  <a:cubicBezTo>
                    <a:pt x="18151" y="16756"/>
                    <a:pt x="18151" y="16756"/>
                    <a:pt x="18151" y="16756"/>
                  </a:cubicBezTo>
                  <a:cubicBezTo>
                    <a:pt x="18060" y="16887"/>
                    <a:pt x="18060" y="16887"/>
                    <a:pt x="18060" y="16887"/>
                  </a:cubicBezTo>
                  <a:cubicBezTo>
                    <a:pt x="17969" y="16887"/>
                    <a:pt x="17969" y="16887"/>
                    <a:pt x="17969" y="16887"/>
                  </a:cubicBezTo>
                  <a:cubicBezTo>
                    <a:pt x="17788" y="16887"/>
                    <a:pt x="17788" y="16887"/>
                    <a:pt x="17788" y="16887"/>
                  </a:cubicBezTo>
                  <a:cubicBezTo>
                    <a:pt x="17788" y="16887"/>
                    <a:pt x="17788" y="16887"/>
                    <a:pt x="17788" y="16887"/>
                  </a:cubicBezTo>
                  <a:cubicBezTo>
                    <a:pt x="17788" y="16887"/>
                    <a:pt x="17788" y="16887"/>
                    <a:pt x="17788" y="16887"/>
                  </a:cubicBezTo>
                  <a:cubicBezTo>
                    <a:pt x="17788" y="16756"/>
                    <a:pt x="17788" y="16756"/>
                    <a:pt x="17788" y="16756"/>
                  </a:cubicBezTo>
                  <a:cubicBezTo>
                    <a:pt x="17788" y="16625"/>
                    <a:pt x="17788" y="16625"/>
                    <a:pt x="17788" y="16625"/>
                  </a:cubicBezTo>
                  <a:cubicBezTo>
                    <a:pt x="17697" y="15970"/>
                    <a:pt x="17697" y="15970"/>
                    <a:pt x="17697" y="15970"/>
                  </a:cubicBezTo>
                  <a:cubicBezTo>
                    <a:pt x="17606" y="15709"/>
                    <a:pt x="17606" y="15709"/>
                    <a:pt x="17606" y="15709"/>
                  </a:cubicBezTo>
                  <a:cubicBezTo>
                    <a:pt x="17606" y="15578"/>
                    <a:pt x="17606" y="15578"/>
                    <a:pt x="17606" y="15578"/>
                  </a:cubicBezTo>
                  <a:cubicBezTo>
                    <a:pt x="17697" y="15316"/>
                    <a:pt x="17697" y="15316"/>
                    <a:pt x="17697" y="15316"/>
                  </a:cubicBezTo>
                  <a:cubicBezTo>
                    <a:pt x="17425" y="15316"/>
                    <a:pt x="17425" y="15316"/>
                    <a:pt x="17425" y="15316"/>
                  </a:cubicBezTo>
                  <a:cubicBezTo>
                    <a:pt x="17334" y="15447"/>
                    <a:pt x="17334" y="15447"/>
                    <a:pt x="17334" y="15447"/>
                  </a:cubicBezTo>
                  <a:cubicBezTo>
                    <a:pt x="17243" y="15316"/>
                    <a:pt x="17243" y="15316"/>
                    <a:pt x="17243" y="15316"/>
                  </a:cubicBezTo>
                  <a:cubicBezTo>
                    <a:pt x="16971" y="15316"/>
                    <a:pt x="16971" y="15316"/>
                    <a:pt x="16971" y="15316"/>
                  </a:cubicBezTo>
                  <a:cubicBezTo>
                    <a:pt x="21600" y="4319"/>
                    <a:pt x="21600" y="4319"/>
                    <a:pt x="21600" y="4319"/>
                  </a:cubicBezTo>
                  <a:cubicBezTo>
                    <a:pt x="21600" y="4189"/>
                    <a:pt x="21600" y="4189"/>
                    <a:pt x="21600" y="4189"/>
                  </a:cubicBezTo>
                  <a:cubicBezTo>
                    <a:pt x="21509" y="4189"/>
                    <a:pt x="21509" y="4189"/>
                    <a:pt x="21509" y="4189"/>
                  </a:cubicBezTo>
                  <a:cubicBezTo>
                    <a:pt x="21418" y="4189"/>
                    <a:pt x="21418" y="4189"/>
                    <a:pt x="21418" y="4189"/>
                  </a:cubicBezTo>
                  <a:cubicBezTo>
                    <a:pt x="21418" y="4189"/>
                    <a:pt x="21418" y="4189"/>
                    <a:pt x="21418" y="4189"/>
                  </a:cubicBezTo>
                  <a:cubicBezTo>
                    <a:pt x="21418" y="3927"/>
                    <a:pt x="21418" y="3927"/>
                    <a:pt x="21418" y="3927"/>
                  </a:cubicBezTo>
                  <a:cubicBezTo>
                    <a:pt x="21327" y="3796"/>
                    <a:pt x="21327" y="3796"/>
                    <a:pt x="21327" y="3796"/>
                  </a:cubicBezTo>
                  <a:cubicBezTo>
                    <a:pt x="21327" y="3796"/>
                    <a:pt x="21327" y="3796"/>
                    <a:pt x="21327" y="3796"/>
                  </a:cubicBezTo>
                  <a:cubicBezTo>
                    <a:pt x="21236" y="3665"/>
                    <a:pt x="21236" y="3665"/>
                    <a:pt x="21236" y="3665"/>
                  </a:cubicBezTo>
                  <a:cubicBezTo>
                    <a:pt x="21236" y="3534"/>
                    <a:pt x="21236" y="3534"/>
                    <a:pt x="21236" y="3534"/>
                  </a:cubicBezTo>
                  <a:cubicBezTo>
                    <a:pt x="21146" y="3534"/>
                    <a:pt x="21146" y="3534"/>
                    <a:pt x="21146" y="3534"/>
                  </a:cubicBezTo>
                  <a:cubicBezTo>
                    <a:pt x="21055" y="3534"/>
                    <a:pt x="21055" y="3534"/>
                    <a:pt x="21055" y="3534"/>
                  </a:cubicBezTo>
                  <a:cubicBezTo>
                    <a:pt x="21055" y="3534"/>
                    <a:pt x="21055" y="3534"/>
                    <a:pt x="21055" y="3534"/>
                  </a:cubicBezTo>
                  <a:cubicBezTo>
                    <a:pt x="20873" y="3534"/>
                    <a:pt x="20873" y="3534"/>
                    <a:pt x="20873" y="3534"/>
                  </a:cubicBezTo>
                  <a:cubicBezTo>
                    <a:pt x="20783" y="3534"/>
                    <a:pt x="20783" y="3534"/>
                    <a:pt x="20783" y="3534"/>
                  </a:cubicBezTo>
                  <a:cubicBezTo>
                    <a:pt x="20783" y="3534"/>
                    <a:pt x="20783" y="3534"/>
                    <a:pt x="20783" y="3534"/>
                  </a:cubicBezTo>
                  <a:cubicBezTo>
                    <a:pt x="20692" y="3534"/>
                    <a:pt x="20692" y="3534"/>
                    <a:pt x="20692" y="3534"/>
                  </a:cubicBezTo>
                  <a:cubicBezTo>
                    <a:pt x="20692" y="3534"/>
                    <a:pt x="20692" y="3534"/>
                    <a:pt x="20692" y="3534"/>
                  </a:cubicBezTo>
                  <a:cubicBezTo>
                    <a:pt x="20692" y="3534"/>
                    <a:pt x="20692" y="3534"/>
                    <a:pt x="20692" y="3534"/>
                  </a:cubicBezTo>
                  <a:cubicBezTo>
                    <a:pt x="20601" y="3534"/>
                    <a:pt x="20601" y="3534"/>
                    <a:pt x="20601" y="3534"/>
                  </a:cubicBezTo>
                  <a:cubicBezTo>
                    <a:pt x="20601" y="3403"/>
                    <a:pt x="20601" y="3403"/>
                    <a:pt x="20601" y="3403"/>
                  </a:cubicBezTo>
                  <a:cubicBezTo>
                    <a:pt x="20601" y="3403"/>
                    <a:pt x="20601" y="3403"/>
                    <a:pt x="20601" y="3403"/>
                  </a:cubicBezTo>
                  <a:cubicBezTo>
                    <a:pt x="20692" y="3403"/>
                    <a:pt x="20692" y="3403"/>
                    <a:pt x="20692" y="3403"/>
                  </a:cubicBezTo>
                  <a:cubicBezTo>
                    <a:pt x="20601" y="3403"/>
                    <a:pt x="20601" y="3403"/>
                    <a:pt x="20601" y="3403"/>
                  </a:cubicBezTo>
                  <a:cubicBezTo>
                    <a:pt x="20510" y="3403"/>
                    <a:pt x="20510" y="3403"/>
                    <a:pt x="20510" y="3403"/>
                  </a:cubicBezTo>
                  <a:cubicBezTo>
                    <a:pt x="20510" y="3403"/>
                    <a:pt x="20510" y="3403"/>
                    <a:pt x="20510" y="3403"/>
                  </a:cubicBezTo>
                  <a:cubicBezTo>
                    <a:pt x="20510" y="3272"/>
                    <a:pt x="20510" y="3272"/>
                    <a:pt x="20510" y="3272"/>
                  </a:cubicBezTo>
                  <a:cubicBezTo>
                    <a:pt x="20510" y="3272"/>
                    <a:pt x="20510" y="3272"/>
                    <a:pt x="20510" y="3272"/>
                  </a:cubicBezTo>
                  <a:cubicBezTo>
                    <a:pt x="20510" y="3272"/>
                    <a:pt x="20510" y="3272"/>
                    <a:pt x="20510" y="3272"/>
                  </a:cubicBezTo>
                  <a:cubicBezTo>
                    <a:pt x="20420" y="3272"/>
                    <a:pt x="20420" y="3272"/>
                    <a:pt x="20420" y="3272"/>
                  </a:cubicBezTo>
                  <a:cubicBezTo>
                    <a:pt x="20420" y="3272"/>
                    <a:pt x="20420" y="3272"/>
                    <a:pt x="20420" y="3272"/>
                  </a:cubicBezTo>
                  <a:cubicBezTo>
                    <a:pt x="20420" y="3141"/>
                    <a:pt x="20420" y="3141"/>
                    <a:pt x="20420" y="3141"/>
                  </a:cubicBezTo>
                  <a:cubicBezTo>
                    <a:pt x="20329" y="3141"/>
                    <a:pt x="20329" y="3141"/>
                    <a:pt x="20329" y="3141"/>
                  </a:cubicBezTo>
                  <a:cubicBezTo>
                    <a:pt x="20238" y="3010"/>
                    <a:pt x="20238" y="3010"/>
                    <a:pt x="20238" y="3010"/>
                  </a:cubicBezTo>
                  <a:cubicBezTo>
                    <a:pt x="20238" y="3010"/>
                    <a:pt x="20238" y="3010"/>
                    <a:pt x="20238" y="3010"/>
                  </a:cubicBezTo>
                  <a:cubicBezTo>
                    <a:pt x="20147" y="3010"/>
                    <a:pt x="20147" y="3010"/>
                    <a:pt x="20147" y="3010"/>
                  </a:cubicBezTo>
                  <a:cubicBezTo>
                    <a:pt x="20147" y="3010"/>
                    <a:pt x="20147" y="3010"/>
                    <a:pt x="20147" y="3010"/>
                  </a:cubicBezTo>
                  <a:cubicBezTo>
                    <a:pt x="20057" y="3010"/>
                    <a:pt x="20057" y="3010"/>
                    <a:pt x="20057" y="3010"/>
                  </a:cubicBezTo>
                  <a:cubicBezTo>
                    <a:pt x="20057" y="3010"/>
                    <a:pt x="20057" y="3010"/>
                    <a:pt x="20057" y="3010"/>
                  </a:cubicBezTo>
                  <a:cubicBezTo>
                    <a:pt x="20057" y="2879"/>
                    <a:pt x="20057" y="2879"/>
                    <a:pt x="20057" y="2879"/>
                  </a:cubicBezTo>
                  <a:cubicBezTo>
                    <a:pt x="20057" y="2879"/>
                    <a:pt x="20057" y="2879"/>
                    <a:pt x="20057" y="2879"/>
                  </a:cubicBezTo>
                  <a:cubicBezTo>
                    <a:pt x="19966" y="3010"/>
                    <a:pt x="19966" y="3010"/>
                    <a:pt x="19966" y="3010"/>
                  </a:cubicBezTo>
                  <a:cubicBezTo>
                    <a:pt x="19966" y="3010"/>
                    <a:pt x="19966" y="3010"/>
                    <a:pt x="19966" y="3010"/>
                  </a:cubicBezTo>
                  <a:cubicBezTo>
                    <a:pt x="19966" y="2879"/>
                    <a:pt x="19966" y="2879"/>
                    <a:pt x="19966" y="2879"/>
                  </a:cubicBezTo>
                  <a:cubicBezTo>
                    <a:pt x="19966" y="2879"/>
                    <a:pt x="19966" y="2879"/>
                    <a:pt x="19966" y="2879"/>
                  </a:cubicBezTo>
                  <a:cubicBezTo>
                    <a:pt x="19966" y="2879"/>
                    <a:pt x="19966" y="2879"/>
                    <a:pt x="19966" y="2879"/>
                  </a:cubicBezTo>
                  <a:cubicBezTo>
                    <a:pt x="19875" y="2749"/>
                    <a:pt x="19875" y="2749"/>
                    <a:pt x="19875" y="2749"/>
                  </a:cubicBezTo>
                  <a:cubicBezTo>
                    <a:pt x="19784" y="2749"/>
                    <a:pt x="19784" y="2749"/>
                    <a:pt x="19784" y="2749"/>
                  </a:cubicBezTo>
                  <a:cubicBezTo>
                    <a:pt x="19875" y="2749"/>
                    <a:pt x="19875" y="2749"/>
                    <a:pt x="19875" y="2749"/>
                  </a:cubicBezTo>
                  <a:cubicBezTo>
                    <a:pt x="19875" y="2749"/>
                    <a:pt x="19875" y="2749"/>
                    <a:pt x="19875" y="2749"/>
                  </a:cubicBezTo>
                  <a:cubicBezTo>
                    <a:pt x="19784" y="2618"/>
                    <a:pt x="19784" y="2618"/>
                    <a:pt x="19784" y="2618"/>
                  </a:cubicBezTo>
                  <a:cubicBezTo>
                    <a:pt x="19694" y="2618"/>
                    <a:pt x="19694" y="2618"/>
                    <a:pt x="19694" y="2618"/>
                  </a:cubicBezTo>
                  <a:cubicBezTo>
                    <a:pt x="19694" y="2487"/>
                    <a:pt x="19694" y="2487"/>
                    <a:pt x="19694" y="2487"/>
                  </a:cubicBezTo>
                  <a:cubicBezTo>
                    <a:pt x="19694" y="2487"/>
                    <a:pt x="19694" y="2487"/>
                    <a:pt x="19694" y="2487"/>
                  </a:cubicBezTo>
                  <a:cubicBezTo>
                    <a:pt x="19694" y="2487"/>
                    <a:pt x="19694" y="2487"/>
                    <a:pt x="19694" y="2487"/>
                  </a:cubicBezTo>
                  <a:cubicBezTo>
                    <a:pt x="19603" y="2487"/>
                    <a:pt x="19603" y="2487"/>
                    <a:pt x="19603" y="2487"/>
                  </a:cubicBezTo>
                  <a:cubicBezTo>
                    <a:pt x="19421" y="2749"/>
                    <a:pt x="19421" y="2749"/>
                    <a:pt x="19421" y="2749"/>
                  </a:cubicBezTo>
                  <a:cubicBezTo>
                    <a:pt x="19331" y="2879"/>
                    <a:pt x="19331" y="2879"/>
                    <a:pt x="19331" y="2879"/>
                  </a:cubicBezTo>
                  <a:cubicBezTo>
                    <a:pt x="19421" y="2749"/>
                    <a:pt x="19421" y="2749"/>
                    <a:pt x="19421" y="2749"/>
                  </a:cubicBezTo>
                  <a:cubicBezTo>
                    <a:pt x="19512" y="2487"/>
                    <a:pt x="19512" y="2487"/>
                    <a:pt x="19512" y="2487"/>
                  </a:cubicBezTo>
                  <a:cubicBezTo>
                    <a:pt x="19603" y="2356"/>
                    <a:pt x="19603" y="2356"/>
                    <a:pt x="19603" y="2356"/>
                  </a:cubicBezTo>
                  <a:cubicBezTo>
                    <a:pt x="19603" y="2225"/>
                    <a:pt x="19603" y="2225"/>
                    <a:pt x="19603" y="2225"/>
                  </a:cubicBezTo>
                  <a:cubicBezTo>
                    <a:pt x="19603" y="2225"/>
                    <a:pt x="19603" y="2225"/>
                    <a:pt x="19603" y="2225"/>
                  </a:cubicBezTo>
                  <a:cubicBezTo>
                    <a:pt x="19512" y="2094"/>
                    <a:pt x="19512" y="2094"/>
                    <a:pt x="19512" y="2094"/>
                  </a:cubicBezTo>
                  <a:cubicBezTo>
                    <a:pt x="19421" y="2094"/>
                    <a:pt x="19421" y="2094"/>
                    <a:pt x="19421" y="2094"/>
                  </a:cubicBezTo>
                  <a:cubicBezTo>
                    <a:pt x="19331" y="2225"/>
                    <a:pt x="19331" y="2225"/>
                    <a:pt x="19331" y="2225"/>
                  </a:cubicBezTo>
                  <a:cubicBezTo>
                    <a:pt x="19240" y="2225"/>
                    <a:pt x="19240" y="2225"/>
                    <a:pt x="19240" y="2225"/>
                  </a:cubicBezTo>
                  <a:cubicBezTo>
                    <a:pt x="19149" y="2225"/>
                    <a:pt x="19149" y="2225"/>
                    <a:pt x="19149" y="2225"/>
                  </a:cubicBezTo>
                  <a:cubicBezTo>
                    <a:pt x="19058" y="2225"/>
                    <a:pt x="19058" y="2225"/>
                    <a:pt x="19058" y="2225"/>
                  </a:cubicBezTo>
                  <a:cubicBezTo>
                    <a:pt x="18968" y="2356"/>
                    <a:pt x="18968" y="2356"/>
                    <a:pt x="18968" y="2356"/>
                  </a:cubicBezTo>
                  <a:cubicBezTo>
                    <a:pt x="18877" y="2487"/>
                    <a:pt x="18877" y="2487"/>
                    <a:pt x="18877" y="2487"/>
                  </a:cubicBezTo>
                  <a:cubicBezTo>
                    <a:pt x="18968" y="2356"/>
                    <a:pt x="18968" y="2356"/>
                    <a:pt x="18968" y="2356"/>
                  </a:cubicBezTo>
                  <a:cubicBezTo>
                    <a:pt x="18968" y="2225"/>
                    <a:pt x="18968" y="2225"/>
                    <a:pt x="18968" y="2225"/>
                  </a:cubicBezTo>
                  <a:cubicBezTo>
                    <a:pt x="18968" y="2094"/>
                    <a:pt x="18968" y="2094"/>
                    <a:pt x="18968" y="2094"/>
                  </a:cubicBezTo>
                  <a:cubicBezTo>
                    <a:pt x="18968" y="1963"/>
                    <a:pt x="18968" y="1963"/>
                    <a:pt x="18968" y="1963"/>
                  </a:cubicBezTo>
                  <a:cubicBezTo>
                    <a:pt x="18786" y="1963"/>
                    <a:pt x="18786" y="1963"/>
                    <a:pt x="18786" y="1963"/>
                  </a:cubicBezTo>
                  <a:cubicBezTo>
                    <a:pt x="18786" y="1832"/>
                    <a:pt x="18786" y="1832"/>
                    <a:pt x="18786" y="1832"/>
                  </a:cubicBezTo>
                  <a:cubicBezTo>
                    <a:pt x="18877" y="1832"/>
                    <a:pt x="18877" y="1832"/>
                    <a:pt x="18877" y="1832"/>
                  </a:cubicBezTo>
                  <a:cubicBezTo>
                    <a:pt x="18968" y="1832"/>
                    <a:pt x="18968" y="1832"/>
                    <a:pt x="18968" y="1832"/>
                  </a:cubicBezTo>
                  <a:cubicBezTo>
                    <a:pt x="18968" y="1832"/>
                    <a:pt x="18968" y="1832"/>
                    <a:pt x="18968" y="1832"/>
                  </a:cubicBezTo>
                  <a:cubicBezTo>
                    <a:pt x="18786" y="1701"/>
                    <a:pt x="18786" y="1701"/>
                    <a:pt x="18786" y="1701"/>
                  </a:cubicBezTo>
                  <a:cubicBezTo>
                    <a:pt x="18786" y="1570"/>
                    <a:pt x="18786" y="1570"/>
                    <a:pt x="18786" y="1570"/>
                  </a:cubicBezTo>
                  <a:cubicBezTo>
                    <a:pt x="18786" y="1439"/>
                    <a:pt x="18786" y="1439"/>
                    <a:pt x="18786" y="1439"/>
                  </a:cubicBezTo>
                  <a:cubicBezTo>
                    <a:pt x="18877" y="1439"/>
                    <a:pt x="18877" y="1439"/>
                    <a:pt x="18877" y="1439"/>
                  </a:cubicBezTo>
                  <a:cubicBezTo>
                    <a:pt x="18968" y="1309"/>
                    <a:pt x="18968" y="1309"/>
                    <a:pt x="18968" y="1309"/>
                  </a:cubicBezTo>
                  <a:cubicBezTo>
                    <a:pt x="18877" y="1309"/>
                    <a:pt x="18877" y="1309"/>
                    <a:pt x="18877" y="1309"/>
                  </a:cubicBezTo>
                  <a:cubicBezTo>
                    <a:pt x="18877" y="1178"/>
                    <a:pt x="18877" y="1178"/>
                    <a:pt x="18877" y="1178"/>
                  </a:cubicBezTo>
                  <a:cubicBezTo>
                    <a:pt x="18786" y="1178"/>
                    <a:pt x="18786" y="1178"/>
                    <a:pt x="18786" y="1178"/>
                  </a:cubicBezTo>
                  <a:cubicBezTo>
                    <a:pt x="18786" y="1178"/>
                    <a:pt x="18786" y="1178"/>
                    <a:pt x="18786" y="1178"/>
                  </a:cubicBezTo>
                  <a:cubicBezTo>
                    <a:pt x="18786" y="1178"/>
                    <a:pt x="18786" y="1178"/>
                    <a:pt x="18786" y="1178"/>
                  </a:cubicBezTo>
                  <a:cubicBezTo>
                    <a:pt x="18695" y="1047"/>
                    <a:pt x="18695" y="1047"/>
                    <a:pt x="18695" y="1047"/>
                  </a:cubicBezTo>
                  <a:cubicBezTo>
                    <a:pt x="18605" y="1047"/>
                    <a:pt x="18605" y="1047"/>
                    <a:pt x="18605" y="1047"/>
                  </a:cubicBezTo>
                  <a:cubicBezTo>
                    <a:pt x="18514" y="1047"/>
                    <a:pt x="18514" y="1047"/>
                    <a:pt x="18514" y="1047"/>
                  </a:cubicBezTo>
                  <a:cubicBezTo>
                    <a:pt x="18514" y="1047"/>
                    <a:pt x="18514" y="1047"/>
                    <a:pt x="18514" y="1047"/>
                  </a:cubicBezTo>
                  <a:cubicBezTo>
                    <a:pt x="18423" y="1047"/>
                    <a:pt x="18423" y="1047"/>
                    <a:pt x="18423" y="1047"/>
                  </a:cubicBezTo>
                  <a:cubicBezTo>
                    <a:pt x="18332" y="1047"/>
                    <a:pt x="18332" y="1047"/>
                    <a:pt x="18332" y="1047"/>
                  </a:cubicBezTo>
                  <a:cubicBezTo>
                    <a:pt x="18332" y="1178"/>
                    <a:pt x="18332" y="1178"/>
                    <a:pt x="18332" y="1178"/>
                  </a:cubicBezTo>
                  <a:cubicBezTo>
                    <a:pt x="18332" y="1178"/>
                    <a:pt x="18332" y="1178"/>
                    <a:pt x="18332" y="1178"/>
                  </a:cubicBezTo>
                  <a:cubicBezTo>
                    <a:pt x="18242" y="1047"/>
                    <a:pt x="18242" y="1047"/>
                    <a:pt x="18242" y="1047"/>
                  </a:cubicBezTo>
                  <a:cubicBezTo>
                    <a:pt x="18242" y="1047"/>
                    <a:pt x="18242" y="1047"/>
                    <a:pt x="18242" y="1047"/>
                  </a:cubicBezTo>
                  <a:cubicBezTo>
                    <a:pt x="18332" y="1047"/>
                    <a:pt x="18332" y="1047"/>
                    <a:pt x="18332" y="1047"/>
                  </a:cubicBezTo>
                  <a:cubicBezTo>
                    <a:pt x="18332" y="916"/>
                    <a:pt x="18332" y="916"/>
                    <a:pt x="18332" y="916"/>
                  </a:cubicBezTo>
                  <a:cubicBezTo>
                    <a:pt x="18332" y="785"/>
                    <a:pt x="18332" y="785"/>
                    <a:pt x="18332" y="785"/>
                  </a:cubicBezTo>
                  <a:cubicBezTo>
                    <a:pt x="18332" y="785"/>
                    <a:pt x="18332" y="785"/>
                    <a:pt x="18332" y="785"/>
                  </a:cubicBezTo>
                  <a:cubicBezTo>
                    <a:pt x="18332" y="654"/>
                    <a:pt x="18332" y="654"/>
                    <a:pt x="18332" y="654"/>
                  </a:cubicBezTo>
                  <a:cubicBezTo>
                    <a:pt x="18423" y="654"/>
                    <a:pt x="18423" y="654"/>
                    <a:pt x="18423" y="654"/>
                  </a:cubicBezTo>
                  <a:cubicBezTo>
                    <a:pt x="18332" y="523"/>
                    <a:pt x="18332" y="523"/>
                    <a:pt x="18332" y="523"/>
                  </a:cubicBezTo>
                  <a:cubicBezTo>
                    <a:pt x="18332" y="523"/>
                    <a:pt x="18332" y="523"/>
                    <a:pt x="18332" y="523"/>
                  </a:cubicBezTo>
                  <a:cubicBezTo>
                    <a:pt x="18242" y="654"/>
                    <a:pt x="18242" y="654"/>
                    <a:pt x="18242" y="654"/>
                  </a:cubicBezTo>
                  <a:cubicBezTo>
                    <a:pt x="18242" y="785"/>
                    <a:pt x="18242" y="785"/>
                    <a:pt x="18242" y="785"/>
                  </a:cubicBezTo>
                  <a:cubicBezTo>
                    <a:pt x="18242" y="785"/>
                    <a:pt x="18242" y="785"/>
                    <a:pt x="18242" y="785"/>
                  </a:cubicBezTo>
                  <a:cubicBezTo>
                    <a:pt x="18151" y="654"/>
                    <a:pt x="18151" y="654"/>
                    <a:pt x="18151" y="654"/>
                  </a:cubicBezTo>
                  <a:cubicBezTo>
                    <a:pt x="18060" y="785"/>
                    <a:pt x="18060" y="785"/>
                    <a:pt x="18060" y="785"/>
                  </a:cubicBezTo>
                  <a:cubicBezTo>
                    <a:pt x="18060" y="785"/>
                    <a:pt x="18060" y="785"/>
                    <a:pt x="18060" y="785"/>
                  </a:cubicBezTo>
                  <a:cubicBezTo>
                    <a:pt x="18060" y="916"/>
                    <a:pt x="18060" y="916"/>
                    <a:pt x="18060" y="916"/>
                  </a:cubicBezTo>
                  <a:cubicBezTo>
                    <a:pt x="18060" y="916"/>
                    <a:pt x="18060" y="916"/>
                    <a:pt x="18060" y="916"/>
                  </a:cubicBezTo>
                  <a:cubicBezTo>
                    <a:pt x="17969" y="1047"/>
                    <a:pt x="17969" y="1047"/>
                    <a:pt x="17969" y="1047"/>
                  </a:cubicBezTo>
                  <a:cubicBezTo>
                    <a:pt x="17969" y="916"/>
                    <a:pt x="17969" y="916"/>
                    <a:pt x="17969" y="916"/>
                  </a:cubicBezTo>
                  <a:cubicBezTo>
                    <a:pt x="17969" y="1047"/>
                    <a:pt x="17969" y="1047"/>
                    <a:pt x="17969" y="1047"/>
                  </a:cubicBezTo>
                  <a:cubicBezTo>
                    <a:pt x="17878" y="1178"/>
                    <a:pt x="17878" y="1178"/>
                    <a:pt x="17878" y="1178"/>
                  </a:cubicBezTo>
                  <a:cubicBezTo>
                    <a:pt x="17878" y="1047"/>
                    <a:pt x="17878" y="1047"/>
                    <a:pt x="17878" y="1047"/>
                  </a:cubicBezTo>
                  <a:cubicBezTo>
                    <a:pt x="17878" y="916"/>
                    <a:pt x="17878" y="916"/>
                    <a:pt x="17878" y="916"/>
                  </a:cubicBezTo>
                  <a:cubicBezTo>
                    <a:pt x="17969" y="916"/>
                    <a:pt x="17969" y="916"/>
                    <a:pt x="17969" y="916"/>
                  </a:cubicBezTo>
                  <a:cubicBezTo>
                    <a:pt x="17878" y="916"/>
                    <a:pt x="17878" y="916"/>
                    <a:pt x="17878" y="916"/>
                  </a:cubicBezTo>
                  <a:cubicBezTo>
                    <a:pt x="17878" y="916"/>
                    <a:pt x="17878" y="916"/>
                    <a:pt x="17878" y="916"/>
                  </a:cubicBezTo>
                  <a:cubicBezTo>
                    <a:pt x="17788" y="1047"/>
                    <a:pt x="17788" y="1047"/>
                    <a:pt x="17788" y="1047"/>
                  </a:cubicBezTo>
                  <a:cubicBezTo>
                    <a:pt x="17788" y="1047"/>
                    <a:pt x="17788" y="1047"/>
                    <a:pt x="17788" y="1047"/>
                  </a:cubicBezTo>
                  <a:cubicBezTo>
                    <a:pt x="17788" y="916"/>
                    <a:pt x="17788" y="916"/>
                    <a:pt x="17788" y="916"/>
                  </a:cubicBezTo>
                  <a:cubicBezTo>
                    <a:pt x="17788" y="785"/>
                    <a:pt x="17788" y="785"/>
                    <a:pt x="17788" y="785"/>
                  </a:cubicBezTo>
                  <a:cubicBezTo>
                    <a:pt x="17697" y="785"/>
                    <a:pt x="17697" y="785"/>
                    <a:pt x="17697" y="785"/>
                  </a:cubicBezTo>
                  <a:cubicBezTo>
                    <a:pt x="17697" y="654"/>
                    <a:pt x="17697" y="654"/>
                    <a:pt x="17697" y="654"/>
                  </a:cubicBezTo>
                  <a:cubicBezTo>
                    <a:pt x="17788" y="654"/>
                    <a:pt x="17788" y="654"/>
                    <a:pt x="17788" y="654"/>
                  </a:cubicBezTo>
                  <a:cubicBezTo>
                    <a:pt x="17878" y="654"/>
                    <a:pt x="17878" y="654"/>
                    <a:pt x="17878" y="654"/>
                  </a:cubicBezTo>
                  <a:cubicBezTo>
                    <a:pt x="17969" y="654"/>
                    <a:pt x="17969" y="654"/>
                    <a:pt x="17969" y="654"/>
                  </a:cubicBezTo>
                  <a:cubicBezTo>
                    <a:pt x="18060" y="654"/>
                    <a:pt x="18060" y="654"/>
                    <a:pt x="18060" y="654"/>
                  </a:cubicBezTo>
                  <a:cubicBezTo>
                    <a:pt x="18151" y="654"/>
                    <a:pt x="18151" y="654"/>
                    <a:pt x="18151" y="654"/>
                  </a:cubicBezTo>
                  <a:cubicBezTo>
                    <a:pt x="18242" y="523"/>
                    <a:pt x="18242" y="523"/>
                    <a:pt x="18242" y="523"/>
                  </a:cubicBezTo>
                  <a:cubicBezTo>
                    <a:pt x="18242" y="392"/>
                    <a:pt x="18242" y="392"/>
                    <a:pt x="18242" y="392"/>
                  </a:cubicBezTo>
                  <a:cubicBezTo>
                    <a:pt x="18242" y="392"/>
                    <a:pt x="18242" y="392"/>
                    <a:pt x="18242" y="392"/>
                  </a:cubicBezTo>
                  <a:cubicBezTo>
                    <a:pt x="18242" y="392"/>
                    <a:pt x="18242" y="392"/>
                    <a:pt x="18242" y="392"/>
                  </a:cubicBezTo>
                  <a:cubicBezTo>
                    <a:pt x="18151" y="261"/>
                    <a:pt x="18151" y="261"/>
                    <a:pt x="18151" y="261"/>
                  </a:cubicBezTo>
                  <a:cubicBezTo>
                    <a:pt x="18151" y="261"/>
                    <a:pt x="18151" y="261"/>
                    <a:pt x="18151" y="261"/>
                  </a:cubicBezTo>
                  <a:cubicBezTo>
                    <a:pt x="18060" y="261"/>
                    <a:pt x="18060" y="261"/>
                    <a:pt x="18060" y="261"/>
                  </a:cubicBezTo>
                  <a:cubicBezTo>
                    <a:pt x="18060" y="130"/>
                    <a:pt x="18060" y="130"/>
                    <a:pt x="18060" y="130"/>
                  </a:cubicBezTo>
                  <a:cubicBezTo>
                    <a:pt x="18060" y="130"/>
                    <a:pt x="18060" y="130"/>
                    <a:pt x="18060" y="130"/>
                  </a:cubicBezTo>
                  <a:cubicBezTo>
                    <a:pt x="18060" y="130"/>
                    <a:pt x="18060" y="130"/>
                    <a:pt x="18060" y="130"/>
                  </a:cubicBezTo>
                  <a:cubicBezTo>
                    <a:pt x="18060" y="130"/>
                    <a:pt x="18060" y="130"/>
                    <a:pt x="18060" y="130"/>
                  </a:cubicBezTo>
                  <a:cubicBezTo>
                    <a:pt x="18151" y="0"/>
                    <a:pt x="18151" y="0"/>
                    <a:pt x="18151" y="0"/>
                  </a:cubicBezTo>
                  <a:cubicBezTo>
                    <a:pt x="18060" y="0"/>
                    <a:pt x="18060" y="0"/>
                    <a:pt x="18060" y="0"/>
                  </a:cubicBezTo>
                  <a:cubicBezTo>
                    <a:pt x="17969" y="130"/>
                    <a:pt x="17969" y="130"/>
                    <a:pt x="17969" y="130"/>
                  </a:cubicBezTo>
                  <a:cubicBezTo>
                    <a:pt x="17878" y="130"/>
                    <a:pt x="17878" y="130"/>
                    <a:pt x="17878" y="130"/>
                  </a:cubicBezTo>
                  <a:cubicBezTo>
                    <a:pt x="17788" y="130"/>
                    <a:pt x="17788" y="130"/>
                    <a:pt x="17788" y="130"/>
                  </a:cubicBezTo>
                  <a:cubicBezTo>
                    <a:pt x="17697" y="261"/>
                    <a:pt x="17697" y="261"/>
                    <a:pt x="17697" y="261"/>
                  </a:cubicBezTo>
                  <a:cubicBezTo>
                    <a:pt x="17515" y="392"/>
                    <a:pt x="17515" y="392"/>
                    <a:pt x="17515" y="392"/>
                  </a:cubicBezTo>
                  <a:cubicBezTo>
                    <a:pt x="17425" y="523"/>
                    <a:pt x="17425" y="523"/>
                    <a:pt x="17425" y="523"/>
                  </a:cubicBezTo>
                  <a:cubicBezTo>
                    <a:pt x="17243" y="523"/>
                    <a:pt x="17243" y="523"/>
                    <a:pt x="17243" y="523"/>
                  </a:cubicBezTo>
                  <a:cubicBezTo>
                    <a:pt x="17152" y="392"/>
                    <a:pt x="17152" y="392"/>
                    <a:pt x="17152" y="392"/>
                  </a:cubicBezTo>
                  <a:cubicBezTo>
                    <a:pt x="17062" y="392"/>
                    <a:pt x="17062" y="392"/>
                    <a:pt x="17062" y="392"/>
                  </a:cubicBezTo>
                  <a:cubicBezTo>
                    <a:pt x="17062" y="392"/>
                    <a:pt x="17062" y="392"/>
                    <a:pt x="17062" y="392"/>
                  </a:cubicBezTo>
                  <a:cubicBezTo>
                    <a:pt x="17062" y="392"/>
                    <a:pt x="17062" y="392"/>
                    <a:pt x="17062" y="392"/>
                  </a:cubicBezTo>
                  <a:cubicBezTo>
                    <a:pt x="16971" y="261"/>
                    <a:pt x="16971" y="261"/>
                    <a:pt x="16971" y="261"/>
                  </a:cubicBezTo>
                  <a:cubicBezTo>
                    <a:pt x="16880" y="392"/>
                    <a:pt x="16880" y="392"/>
                    <a:pt x="16880" y="392"/>
                  </a:cubicBezTo>
                  <a:cubicBezTo>
                    <a:pt x="16880" y="392"/>
                    <a:pt x="16880" y="392"/>
                    <a:pt x="16880" y="392"/>
                  </a:cubicBezTo>
                  <a:cubicBezTo>
                    <a:pt x="16789" y="392"/>
                    <a:pt x="16789" y="392"/>
                    <a:pt x="16789" y="392"/>
                  </a:cubicBezTo>
                  <a:cubicBezTo>
                    <a:pt x="16789" y="392"/>
                    <a:pt x="16789" y="392"/>
                    <a:pt x="16789" y="392"/>
                  </a:cubicBezTo>
                  <a:cubicBezTo>
                    <a:pt x="16789" y="261"/>
                    <a:pt x="16789" y="261"/>
                    <a:pt x="16789" y="261"/>
                  </a:cubicBezTo>
                  <a:cubicBezTo>
                    <a:pt x="16880" y="261"/>
                    <a:pt x="16880" y="261"/>
                    <a:pt x="16880" y="261"/>
                  </a:cubicBezTo>
                  <a:cubicBezTo>
                    <a:pt x="16880" y="261"/>
                    <a:pt x="16880" y="261"/>
                    <a:pt x="16880" y="261"/>
                  </a:cubicBezTo>
                  <a:cubicBezTo>
                    <a:pt x="16789" y="261"/>
                    <a:pt x="16789" y="261"/>
                    <a:pt x="16789" y="261"/>
                  </a:cubicBezTo>
                  <a:cubicBezTo>
                    <a:pt x="16608" y="392"/>
                    <a:pt x="16608" y="392"/>
                    <a:pt x="16608" y="392"/>
                  </a:cubicBezTo>
                  <a:cubicBezTo>
                    <a:pt x="16517" y="392"/>
                    <a:pt x="16517" y="392"/>
                    <a:pt x="16517" y="392"/>
                  </a:cubicBezTo>
                  <a:cubicBezTo>
                    <a:pt x="16426" y="523"/>
                    <a:pt x="16426" y="523"/>
                    <a:pt x="16426" y="523"/>
                  </a:cubicBezTo>
                  <a:cubicBezTo>
                    <a:pt x="16426" y="654"/>
                    <a:pt x="16426" y="654"/>
                    <a:pt x="16426" y="654"/>
                  </a:cubicBezTo>
                  <a:cubicBezTo>
                    <a:pt x="16517" y="654"/>
                    <a:pt x="16517" y="654"/>
                    <a:pt x="16517" y="654"/>
                  </a:cubicBezTo>
                  <a:cubicBezTo>
                    <a:pt x="16517" y="785"/>
                    <a:pt x="16517" y="785"/>
                    <a:pt x="16517" y="785"/>
                  </a:cubicBezTo>
                  <a:cubicBezTo>
                    <a:pt x="16426" y="785"/>
                    <a:pt x="16426" y="785"/>
                    <a:pt x="16426" y="785"/>
                  </a:cubicBezTo>
                  <a:cubicBezTo>
                    <a:pt x="16336" y="785"/>
                    <a:pt x="16336" y="785"/>
                    <a:pt x="16336" y="785"/>
                  </a:cubicBezTo>
                  <a:cubicBezTo>
                    <a:pt x="16245" y="1047"/>
                    <a:pt x="16245" y="1047"/>
                    <a:pt x="16245" y="1047"/>
                  </a:cubicBezTo>
                  <a:cubicBezTo>
                    <a:pt x="16154" y="1309"/>
                    <a:pt x="16154" y="1309"/>
                    <a:pt x="16154" y="1309"/>
                  </a:cubicBezTo>
                  <a:cubicBezTo>
                    <a:pt x="16154" y="1309"/>
                    <a:pt x="16154" y="1309"/>
                    <a:pt x="16154" y="1309"/>
                  </a:cubicBezTo>
                  <a:cubicBezTo>
                    <a:pt x="16154" y="1178"/>
                    <a:pt x="16154" y="1178"/>
                    <a:pt x="16154" y="1178"/>
                  </a:cubicBezTo>
                  <a:cubicBezTo>
                    <a:pt x="16154" y="1047"/>
                    <a:pt x="16154" y="1047"/>
                    <a:pt x="16154" y="1047"/>
                  </a:cubicBezTo>
                  <a:cubicBezTo>
                    <a:pt x="16245" y="785"/>
                    <a:pt x="16245" y="785"/>
                    <a:pt x="16245" y="785"/>
                  </a:cubicBezTo>
                  <a:cubicBezTo>
                    <a:pt x="16245" y="785"/>
                    <a:pt x="16245" y="785"/>
                    <a:pt x="16245" y="785"/>
                  </a:cubicBezTo>
                  <a:cubicBezTo>
                    <a:pt x="16245" y="785"/>
                    <a:pt x="16245" y="785"/>
                    <a:pt x="16245" y="785"/>
                  </a:cubicBezTo>
                  <a:cubicBezTo>
                    <a:pt x="16063" y="916"/>
                    <a:pt x="16063" y="916"/>
                    <a:pt x="16063" y="916"/>
                  </a:cubicBezTo>
                  <a:cubicBezTo>
                    <a:pt x="15973" y="916"/>
                    <a:pt x="15973" y="916"/>
                    <a:pt x="15973" y="916"/>
                  </a:cubicBezTo>
                  <a:cubicBezTo>
                    <a:pt x="15882" y="785"/>
                    <a:pt x="15882" y="785"/>
                    <a:pt x="15882" y="785"/>
                  </a:cubicBezTo>
                  <a:cubicBezTo>
                    <a:pt x="15791" y="654"/>
                    <a:pt x="15791" y="654"/>
                    <a:pt x="15791" y="654"/>
                  </a:cubicBezTo>
                  <a:cubicBezTo>
                    <a:pt x="15700" y="654"/>
                    <a:pt x="15700" y="654"/>
                    <a:pt x="15700" y="654"/>
                  </a:cubicBezTo>
                  <a:cubicBezTo>
                    <a:pt x="15700" y="654"/>
                    <a:pt x="15700" y="654"/>
                    <a:pt x="15700" y="654"/>
                  </a:cubicBezTo>
                  <a:cubicBezTo>
                    <a:pt x="15700" y="785"/>
                    <a:pt x="15700" y="785"/>
                    <a:pt x="15700" y="785"/>
                  </a:cubicBezTo>
                  <a:cubicBezTo>
                    <a:pt x="15791" y="785"/>
                    <a:pt x="15791" y="785"/>
                    <a:pt x="15791" y="785"/>
                  </a:cubicBezTo>
                  <a:cubicBezTo>
                    <a:pt x="15882" y="916"/>
                    <a:pt x="15882" y="916"/>
                    <a:pt x="15882" y="916"/>
                  </a:cubicBezTo>
                  <a:cubicBezTo>
                    <a:pt x="15791" y="916"/>
                    <a:pt x="15791" y="916"/>
                    <a:pt x="15791" y="916"/>
                  </a:cubicBezTo>
                  <a:cubicBezTo>
                    <a:pt x="15700" y="916"/>
                    <a:pt x="15700" y="916"/>
                    <a:pt x="15700" y="916"/>
                  </a:cubicBezTo>
                  <a:cubicBezTo>
                    <a:pt x="15610" y="785"/>
                    <a:pt x="15610" y="785"/>
                    <a:pt x="15610" y="785"/>
                  </a:cubicBezTo>
                  <a:cubicBezTo>
                    <a:pt x="15428" y="916"/>
                    <a:pt x="15428" y="916"/>
                    <a:pt x="15428" y="916"/>
                  </a:cubicBezTo>
                  <a:cubicBezTo>
                    <a:pt x="15156" y="1178"/>
                    <a:pt x="15156" y="1178"/>
                    <a:pt x="15156" y="1178"/>
                  </a:cubicBezTo>
                  <a:cubicBezTo>
                    <a:pt x="14974" y="1309"/>
                    <a:pt x="14974" y="1309"/>
                    <a:pt x="14974" y="1309"/>
                  </a:cubicBezTo>
                  <a:cubicBezTo>
                    <a:pt x="14793" y="1439"/>
                    <a:pt x="14793" y="1439"/>
                    <a:pt x="14793" y="1439"/>
                  </a:cubicBezTo>
                  <a:cubicBezTo>
                    <a:pt x="14611" y="1701"/>
                    <a:pt x="14611" y="1701"/>
                    <a:pt x="14611" y="1701"/>
                  </a:cubicBezTo>
                  <a:cubicBezTo>
                    <a:pt x="14430" y="1832"/>
                    <a:pt x="14430" y="1832"/>
                    <a:pt x="14430" y="1832"/>
                  </a:cubicBezTo>
                  <a:cubicBezTo>
                    <a:pt x="14339" y="1963"/>
                    <a:pt x="14339" y="1963"/>
                    <a:pt x="14339" y="1963"/>
                  </a:cubicBezTo>
                  <a:cubicBezTo>
                    <a:pt x="14248" y="1963"/>
                    <a:pt x="14248" y="1963"/>
                    <a:pt x="14248" y="1963"/>
                  </a:cubicBezTo>
                  <a:cubicBezTo>
                    <a:pt x="14157" y="2094"/>
                    <a:pt x="14157" y="2094"/>
                    <a:pt x="14157" y="2094"/>
                  </a:cubicBezTo>
                  <a:cubicBezTo>
                    <a:pt x="14067" y="2094"/>
                    <a:pt x="14067" y="2094"/>
                    <a:pt x="14067" y="2094"/>
                  </a:cubicBezTo>
                  <a:cubicBezTo>
                    <a:pt x="13885" y="2225"/>
                    <a:pt x="13885" y="2225"/>
                    <a:pt x="13885" y="2225"/>
                  </a:cubicBezTo>
                  <a:cubicBezTo>
                    <a:pt x="13794" y="2225"/>
                    <a:pt x="13794" y="2225"/>
                    <a:pt x="13794" y="2225"/>
                  </a:cubicBezTo>
                  <a:cubicBezTo>
                    <a:pt x="13704" y="2094"/>
                    <a:pt x="13704" y="2094"/>
                    <a:pt x="13704" y="2094"/>
                  </a:cubicBezTo>
                  <a:cubicBezTo>
                    <a:pt x="13613" y="2094"/>
                    <a:pt x="13613" y="2094"/>
                    <a:pt x="13613" y="2094"/>
                  </a:cubicBezTo>
                  <a:cubicBezTo>
                    <a:pt x="13522" y="1963"/>
                    <a:pt x="13522" y="1963"/>
                    <a:pt x="13522" y="1963"/>
                  </a:cubicBezTo>
                  <a:cubicBezTo>
                    <a:pt x="13431" y="1963"/>
                    <a:pt x="13431" y="1963"/>
                    <a:pt x="13431" y="1963"/>
                  </a:cubicBezTo>
                  <a:cubicBezTo>
                    <a:pt x="13250" y="1832"/>
                    <a:pt x="13250" y="1832"/>
                    <a:pt x="13250" y="1832"/>
                  </a:cubicBezTo>
                  <a:cubicBezTo>
                    <a:pt x="13250" y="1963"/>
                    <a:pt x="13250" y="1963"/>
                    <a:pt x="13250" y="1963"/>
                  </a:cubicBezTo>
                  <a:cubicBezTo>
                    <a:pt x="13159" y="1963"/>
                    <a:pt x="13159" y="1963"/>
                    <a:pt x="13159" y="1963"/>
                  </a:cubicBezTo>
                  <a:cubicBezTo>
                    <a:pt x="12978" y="2225"/>
                    <a:pt x="12978" y="2225"/>
                    <a:pt x="12978" y="2225"/>
                  </a:cubicBezTo>
                  <a:cubicBezTo>
                    <a:pt x="12978" y="2356"/>
                    <a:pt x="12978" y="2356"/>
                    <a:pt x="12978" y="2356"/>
                  </a:cubicBezTo>
                  <a:cubicBezTo>
                    <a:pt x="12887" y="2487"/>
                    <a:pt x="12887" y="2487"/>
                    <a:pt x="12887" y="2487"/>
                  </a:cubicBezTo>
                  <a:cubicBezTo>
                    <a:pt x="12796" y="2618"/>
                    <a:pt x="12796" y="2618"/>
                    <a:pt x="12796" y="2618"/>
                  </a:cubicBezTo>
                  <a:cubicBezTo>
                    <a:pt x="12796" y="2618"/>
                    <a:pt x="12796" y="2618"/>
                    <a:pt x="12796" y="2618"/>
                  </a:cubicBezTo>
                  <a:cubicBezTo>
                    <a:pt x="12705" y="2487"/>
                    <a:pt x="12705" y="2487"/>
                    <a:pt x="12705" y="2487"/>
                  </a:cubicBezTo>
                  <a:cubicBezTo>
                    <a:pt x="12705" y="2618"/>
                    <a:pt x="12705" y="2618"/>
                    <a:pt x="12705" y="2618"/>
                  </a:cubicBezTo>
                  <a:cubicBezTo>
                    <a:pt x="12705" y="2749"/>
                    <a:pt x="12705" y="2749"/>
                    <a:pt x="12705" y="2749"/>
                  </a:cubicBezTo>
                  <a:cubicBezTo>
                    <a:pt x="12887" y="3272"/>
                    <a:pt x="12887" y="3272"/>
                    <a:pt x="12887" y="3272"/>
                  </a:cubicBezTo>
                  <a:cubicBezTo>
                    <a:pt x="12978" y="3534"/>
                    <a:pt x="12978" y="3534"/>
                    <a:pt x="12978" y="3534"/>
                  </a:cubicBezTo>
                  <a:cubicBezTo>
                    <a:pt x="12978" y="3927"/>
                    <a:pt x="12978" y="3927"/>
                    <a:pt x="12978" y="3927"/>
                  </a:cubicBezTo>
                  <a:cubicBezTo>
                    <a:pt x="12978" y="4189"/>
                    <a:pt x="12978" y="4189"/>
                    <a:pt x="12978" y="4189"/>
                  </a:cubicBezTo>
                  <a:cubicBezTo>
                    <a:pt x="12887" y="4450"/>
                    <a:pt x="12887" y="4450"/>
                    <a:pt x="12887" y="4450"/>
                  </a:cubicBezTo>
                  <a:cubicBezTo>
                    <a:pt x="12796" y="4581"/>
                    <a:pt x="12796" y="4581"/>
                    <a:pt x="12796" y="4581"/>
                  </a:cubicBezTo>
                  <a:cubicBezTo>
                    <a:pt x="12796" y="4581"/>
                    <a:pt x="12796" y="4581"/>
                    <a:pt x="12796" y="4581"/>
                  </a:cubicBezTo>
                  <a:cubicBezTo>
                    <a:pt x="12978" y="4843"/>
                    <a:pt x="12978" y="4843"/>
                    <a:pt x="12978" y="4843"/>
                  </a:cubicBezTo>
                  <a:cubicBezTo>
                    <a:pt x="13068" y="4843"/>
                    <a:pt x="13068" y="4843"/>
                    <a:pt x="13068" y="4843"/>
                  </a:cubicBezTo>
                  <a:cubicBezTo>
                    <a:pt x="13068" y="4843"/>
                    <a:pt x="13068" y="4843"/>
                    <a:pt x="13068" y="4843"/>
                  </a:cubicBezTo>
                  <a:cubicBezTo>
                    <a:pt x="13068" y="4843"/>
                    <a:pt x="13068" y="4843"/>
                    <a:pt x="13068" y="4843"/>
                  </a:cubicBezTo>
                  <a:cubicBezTo>
                    <a:pt x="13159" y="4843"/>
                    <a:pt x="13159" y="4843"/>
                    <a:pt x="13159" y="4843"/>
                  </a:cubicBezTo>
                  <a:cubicBezTo>
                    <a:pt x="13159" y="4843"/>
                    <a:pt x="13159" y="4843"/>
                    <a:pt x="13159" y="4843"/>
                  </a:cubicBezTo>
                  <a:cubicBezTo>
                    <a:pt x="13159" y="4843"/>
                    <a:pt x="13159" y="4843"/>
                    <a:pt x="13159" y="4843"/>
                  </a:cubicBezTo>
                  <a:cubicBezTo>
                    <a:pt x="13159" y="4974"/>
                    <a:pt x="13159" y="4974"/>
                    <a:pt x="13159" y="4974"/>
                  </a:cubicBezTo>
                  <a:cubicBezTo>
                    <a:pt x="13341" y="5105"/>
                    <a:pt x="13341" y="5105"/>
                    <a:pt x="13341" y="5105"/>
                  </a:cubicBezTo>
                  <a:cubicBezTo>
                    <a:pt x="13250" y="5105"/>
                    <a:pt x="13250" y="5105"/>
                    <a:pt x="13250" y="5105"/>
                  </a:cubicBezTo>
                  <a:cubicBezTo>
                    <a:pt x="13159" y="5105"/>
                    <a:pt x="13159" y="5105"/>
                    <a:pt x="13159" y="5105"/>
                  </a:cubicBezTo>
                  <a:cubicBezTo>
                    <a:pt x="13159" y="5236"/>
                    <a:pt x="13159" y="5236"/>
                    <a:pt x="13159" y="5236"/>
                  </a:cubicBezTo>
                  <a:cubicBezTo>
                    <a:pt x="13159" y="5498"/>
                    <a:pt x="13159" y="5498"/>
                    <a:pt x="13159" y="5498"/>
                  </a:cubicBezTo>
                  <a:cubicBezTo>
                    <a:pt x="13159" y="5629"/>
                    <a:pt x="13159" y="5629"/>
                    <a:pt x="13159" y="5629"/>
                  </a:cubicBezTo>
                  <a:cubicBezTo>
                    <a:pt x="13250" y="5629"/>
                    <a:pt x="13250" y="5629"/>
                    <a:pt x="13250" y="5629"/>
                  </a:cubicBezTo>
                  <a:cubicBezTo>
                    <a:pt x="13250" y="5629"/>
                    <a:pt x="13250" y="5629"/>
                    <a:pt x="13250" y="5629"/>
                  </a:cubicBezTo>
                  <a:cubicBezTo>
                    <a:pt x="13341" y="5498"/>
                    <a:pt x="13341" y="5498"/>
                    <a:pt x="13341" y="5498"/>
                  </a:cubicBezTo>
                  <a:cubicBezTo>
                    <a:pt x="13431" y="5629"/>
                    <a:pt x="13431" y="5629"/>
                    <a:pt x="13431" y="5629"/>
                  </a:cubicBezTo>
                  <a:cubicBezTo>
                    <a:pt x="13431" y="5629"/>
                    <a:pt x="13431" y="5629"/>
                    <a:pt x="13431" y="5629"/>
                  </a:cubicBezTo>
                  <a:cubicBezTo>
                    <a:pt x="13522" y="5629"/>
                    <a:pt x="13522" y="5629"/>
                    <a:pt x="13522" y="5629"/>
                  </a:cubicBezTo>
                  <a:cubicBezTo>
                    <a:pt x="13704" y="5629"/>
                    <a:pt x="13704" y="5629"/>
                    <a:pt x="13704" y="5629"/>
                  </a:cubicBezTo>
                  <a:cubicBezTo>
                    <a:pt x="13794" y="5759"/>
                    <a:pt x="13794" y="5759"/>
                    <a:pt x="13794" y="5759"/>
                  </a:cubicBezTo>
                  <a:cubicBezTo>
                    <a:pt x="13704" y="5759"/>
                    <a:pt x="13704" y="5759"/>
                    <a:pt x="13704" y="5759"/>
                  </a:cubicBezTo>
                  <a:cubicBezTo>
                    <a:pt x="13704" y="5890"/>
                    <a:pt x="13704" y="5890"/>
                    <a:pt x="13704" y="5890"/>
                  </a:cubicBezTo>
                  <a:cubicBezTo>
                    <a:pt x="13704" y="6021"/>
                    <a:pt x="13704" y="6021"/>
                    <a:pt x="13704" y="6021"/>
                  </a:cubicBezTo>
                  <a:cubicBezTo>
                    <a:pt x="13522" y="6021"/>
                    <a:pt x="13522" y="6021"/>
                    <a:pt x="13522" y="6021"/>
                  </a:cubicBezTo>
                  <a:cubicBezTo>
                    <a:pt x="13522" y="6021"/>
                    <a:pt x="13522" y="6021"/>
                    <a:pt x="13522" y="6021"/>
                  </a:cubicBezTo>
                  <a:cubicBezTo>
                    <a:pt x="13522" y="5890"/>
                    <a:pt x="13522" y="5890"/>
                    <a:pt x="13522" y="5890"/>
                  </a:cubicBezTo>
                  <a:cubicBezTo>
                    <a:pt x="13431" y="6021"/>
                    <a:pt x="13431" y="6021"/>
                    <a:pt x="13431" y="6021"/>
                  </a:cubicBezTo>
                  <a:cubicBezTo>
                    <a:pt x="13341" y="5890"/>
                    <a:pt x="13341" y="5890"/>
                    <a:pt x="13341" y="5890"/>
                  </a:cubicBezTo>
                  <a:cubicBezTo>
                    <a:pt x="13250" y="5890"/>
                    <a:pt x="13250" y="5890"/>
                    <a:pt x="13250" y="5890"/>
                  </a:cubicBezTo>
                  <a:cubicBezTo>
                    <a:pt x="13250" y="5759"/>
                    <a:pt x="13250" y="5759"/>
                    <a:pt x="13250" y="5759"/>
                  </a:cubicBezTo>
                  <a:cubicBezTo>
                    <a:pt x="13159" y="5759"/>
                    <a:pt x="13159" y="5759"/>
                    <a:pt x="13159" y="5759"/>
                  </a:cubicBezTo>
                  <a:cubicBezTo>
                    <a:pt x="13159" y="5759"/>
                    <a:pt x="13159" y="5759"/>
                    <a:pt x="13159" y="5759"/>
                  </a:cubicBezTo>
                  <a:cubicBezTo>
                    <a:pt x="13068" y="5629"/>
                    <a:pt x="13068" y="5629"/>
                    <a:pt x="13068" y="5629"/>
                  </a:cubicBezTo>
                  <a:cubicBezTo>
                    <a:pt x="13068" y="5498"/>
                    <a:pt x="13068" y="5498"/>
                    <a:pt x="13068" y="5498"/>
                  </a:cubicBezTo>
                  <a:cubicBezTo>
                    <a:pt x="13159" y="5105"/>
                    <a:pt x="13159" y="5105"/>
                    <a:pt x="13159" y="5105"/>
                  </a:cubicBezTo>
                  <a:cubicBezTo>
                    <a:pt x="13159" y="5105"/>
                    <a:pt x="13159" y="5105"/>
                    <a:pt x="13159" y="5105"/>
                  </a:cubicBezTo>
                  <a:cubicBezTo>
                    <a:pt x="13068" y="5105"/>
                    <a:pt x="13068" y="5105"/>
                    <a:pt x="13068" y="5105"/>
                  </a:cubicBezTo>
                  <a:cubicBezTo>
                    <a:pt x="13068" y="5105"/>
                    <a:pt x="13068" y="5105"/>
                    <a:pt x="13068" y="5105"/>
                  </a:cubicBezTo>
                  <a:cubicBezTo>
                    <a:pt x="12978" y="5498"/>
                    <a:pt x="12978" y="5498"/>
                    <a:pt x="12978" y="5498"/>
                  </a:cubicBezTo>
                  <a:cubicBezTo>
                    <a:pt x="12978" y="5629"/>
                    <a:pt x="12978" y="5629"/>
                    <a:pt x="12978" y="5629"/>
                  </a:cubicBezTo>
                  <a:cubicBezTo>
                    <a:pt x="12887" y="5759"/>
                    <a:pt x="12887" y="5759"/>
                    <a:pt x="12887" y="5759"/>
                  </a:cubicBezTo>
                  <a:cubicBezTo>
                    <a:pt x="12887" y="5890"/>
                    <a:pt x="12887" y="5890"/>
                    <a:pt x="12887" y="5890"/>
                  </a:cubicBezTo>
                  <a:cubicBezTo>
                    <a:pt x="12978" y="5759"/>
                    <a:pt x="12978" y="5759"/>
                    <a:pt x="12978" y="5759"/>
                  </a:cubicBezTo>
                  <a:cubicBezTo>
                    <a:pt x="12978" y="5759"/>
                    <a:pt x="12978" y="5759"/>
                    <a:pt x="12978" y="5759"/>
                  </a:cubicBezTo>
                  <a:cubicBezTo>
                    <a:pt x="13068" y="5759"/>
                    <a:pt x="13068" y="5759"/>
                    <a:pt x="13068" y="5759"/>
                  </a:cubicBezTo>
                  <a:cubicBezTo>
                    <a:pt x="13159" y="5759"/>
                    <a:pt x="13159" y="5759"/>
                    <a:pt x="13159" y="5759"/>
                  </a:cubicBezTo>
                  <a:cubicBezTo>
                    <a:pt x="13159" y="5890"/>
                    <a:pt x="13159" y="5890"/>
                    <a:pt x="13159" y="5890"/>
                  </a:cubicBezTo>
                  <a:cubicBezTo>
                    <a:pt x="13159" y="6021"/>
                    <a:pt x="13159" y="6021"/>
                    <a:pt x="13159" y="6021"/>
                  </a:cubicBezTo>
                  <a:cubicBezTo>
                    <a:pt x="13068" y="6152"/>
                    <a:pt x="13068" y="6152"/>
                    <a:pt x="13068" y="6152"/>
                  </a:cubicBezTo>
                  <a:cubicBezTo>
                    <a:pt x="12978" y="6283"/>
                    <a:pt x="12978" y="6283"/>
                    <a:pt x="12978" y="6283"/>
                  </a:cubicBezTo>
                  <a:cubicBezTo>
                    <a:pt x="13068" y="6021"/>
                    <a:pt x="13068" y="6021"/>
                    <a:pt x="13068" y="6021"/>
                  </a:cubicBezTo>
                  <a:cubicBezTo>
                    <a:pt x="13068" y="6021"/>
                    <a:pt x="13068" y="6021"/>
                    <a:pt x="13068" y="6021"/>
                  </a:cubicBezTo>
                  <a:cubicBezTo>
                    <a:pt x="13068" y="6021"/>
                    <a:pt x="13068" y="6021"/>
                    <a:pt x="13068" y="6021"/>
                  </a:cubicBezTo>
                  <a:cubicBezTo>
                    <a:pt x="12978" y="5890"/>
                    <a:pt x="12978" y="5890"/>
                    <a:pt x="12978" y="5890"/>
                  </a:cubicBezTo>
                  <a:cubicBezTo>
                    <a:pt x="12978" y="6021"/>
                    <a:pt x="12978" y="6021"/>
                    <a:pt x="12978" y="6021"/>
                  </a:cubicBezTo>
                  <a:cubicBezTo>
                    <a:pt x="12796" y="6152"/>
                    <a:pt x="12796" y="6152"/>
                    <a:pt x="12796" y="6152"/>
                  </a:cubicBezTo>
                  <a:cubicBezTo>
                    <a:pt x="12796" y="6283"/>
                    <a:pt x="12796" y="6283"/>
                    <a:pt x="12796" y="6283"/>
                  </a:cubicBezTo>
                  <a:cubicBezTo>
                    <a:pt x="12796" y="6283"/>
                    <a:pt x="12796" y="6283"/>
                    <a:pt x="12796" y="6283"/>
                  </a:cubicBezTo>
                  <a:cubicBezTo>
                    <a:pt x="12705" y="6283"/>
                    <a:pt x="12705" y="6283"/>
                    <a:pt x="12705" y="6283"/>
                  </a:cubicBezTo>
                  <a:cubicBezTo>
                    <a:pt x="12705" y="6152"/>
                    <a:pt x="12705" y="6152"/>
                    <a:pt x="12705" y="6152"/>
                  </a:cubicBezTo>
                  <a:cubicBezTo>
                    <a:pt x="12615" y="6152"/>
                    <a:pt x="12615" y="6152"/>
                    <a:pt x="12615" y="6152"/>
                  </a:cubicBezTo>
                  <a:cubicBezTo>
                    <a:pt x="12524" y="6152"/>
                    <a:pt x="12524" y="6152"/>
                    <a:pt x="12524" y="6152"/>
                  </a:cubicBezTo>
                  <a:cubicBezTo>
                    <a:pt x="12433" y="6152"/>
                    <a:pt x="12433" y="6152"/>
                    <a:pt x="12433" y="6152"/>
                  </a:cubicBezTo>
                  <a:cubicBezTo>
                    <a:pt x="12433" y="6021"/>
                    <a:pt x="12433" y="6021"/>
                    <a:pt x="12433" y="6021"/>
                  </a:cubicBezTo>
                  <a:cubicBezTo>
                    <a:pt x="12433" y="6021"/>
                    <a:pt x="12433" y="6021"/>
                    <a:pt x="12433" y="6021"/>
                  </a:cubicBezTo>
                  <a:cubicBezTo>
                    <a:pt x="12342" y="6021"/>
                    <a:pt x="12342" y="6021"/>
                    <a:pt x="12342" y="6021"/>
                  </a:cubicBezTo>
                  <a:cubicBezTo>
                    <a:pt x="12342" y="6021"/>
                    <a:pt x="12342" y="6021"/>
                    <a:pt x="12342" y="6021"/>
                  </a:cubicBezTo>
                  <a:cubicBezTo>
                    <a:pt x="12252" y="6021"/>
                    <a:pt x="12252" y="6021"/>
                    <a:pt x="12252" y="6021"/>
                  </a:cubicBezTo>
                  <a:cubicBezTo>
                    <a:pt x="12252" y="5890"/>
                    <a:pt x="12252" y="5890"/>
                    <a:pt x="12252" y="5890"/>
                  </a:cubicBezTo>
                  <a:cubicBezTo>
                    <a:pt x="12161" y="6021"/>
                    <a:pt x="12161" y="6021"/>
                    <a:pt x="12161" y="6021"/>
                  </a:cubicBezTo>
                  <a:cubicBezTo>
                    <a:pt x="12161" y="5890"/>
                    <a:pt x="12161" y="5890"/>
                    <a:pt x="12161" y="5890"/>
                  </a:cubicBezTo>
                  <a:cubicBezTo>
                    <a:pt x="12161" y="5890"/>
                    <a:pt x="12161" y="5890"/>
                    <a:pt x="12161" y="5890"/>
                  </a:cubicBezTo>
                  <a:cubicBezTo>
                    <a:pt x="12070" y="5759"/>
                    <a:pt x="12070" y="5759"/>
                    <a:pt x="12070" y="5759"/>
                  </a:cubicBezTo>
                  <a:cubicBezTo>
                    <a:pt x="12070" y="5629"/>
                    <a:pt x="12070" y="5629"/>
                    <a:pt x="12070" y="5629"/>
                  </a:cubicBezTo>
                  <a:cubicBezTo>
                    <a:pt x="12161" y="5629"/>
                    <a:pt x="12161" y="5629"/>
                    <a:pt x="12161" y="5629"/>
                  </a:cubicBezTo>
                  <a:cubicBezTo>
                    <a:pt x="12252" y="5498"/>
                    <a:pt x="12252" y="5498"/>
                    <a:pt x="12252" y="5498"/>
                  </a:cubicBezTo>
                  <a:cubicBezTo>
                    <a:pt x="12342" y="5498"/>
                    <a:pt x="12342" y="5498"/>
                    <a:pt x="12342" y="5498"/>
                  </a:cubicBezTo>
                  <a:cubicBezTo>
                    <a:pt x="12342" y="5367"/>
                    <a:pt x="12342" y="5367"/>
                    <a:pt x="12342" y="5367"/>
                  </a:cubicBezTo>
                  <a:cubicBezTo>
                    <a:pt x="12342" y="5367"/>
                    <a:pt x="12342" y="5367"/>
                    <a:pt x="12342" y="5367"/>
                  </a:cubicBezTo>
                  <a:cubicBezTo>
                    <a:pt x="12252" y="5236"/>
                    <a:pt x="12252" y="5236"/>
                    <a:pt x="12252" y="5236"/>
                  </a:cubicBezTo>
                  <a:cubicBezTo>
                    <a:pt x="12161" y="5105"/>
                    <a:pt x="12161" y="5105"/>
                    <a:pt x="12161" y="5105"/>
                  </a:cubicBezTo>
                  <a:cubicBezTo>
                    <a:pt x="12070" y="5105"/>
                    <a:pt x="12070" y="5105"/>
                    <a:pt x="12070" y="5105"/>
                  </a:cubicBezTo>
                  <a:cubicBezTo>
                    <a:pt x="11979" y="5236"/>
                    <a:pt x="11979" y="5236"/>
                    <a:pt x="11979" y="5236"/>
                  </a:cubicBezTo>
                  <a:cubicBezTo>
                    <a:pt x="11889" y="5236"/>
                    <a:pt x="11889" y="5236"/>
                    <a:pt x="11889" y="5236"/>
                  </a:cubicBezTo>
                  <a:cubicBezTo>
                    <a:pt x="11889" y="5236"/>
                    <a:pt x="11889" y="5236"/>
                    <a:pt x="11889" y="5236"/>
                  </a:cubicBezTo>
                  <a:cubicBezTo>
                    <a:pt x="11798" y="5236"/>
                    <a:pt x="11798" y="5236"/>
                    <a:pt x="11798" y="5236"/>
                  </a:cubicBezTo>
                  <a:cubicBezTo>
                    <a:pt x="11526" y="5367"/>
                    <a:pt x="11526" y="5367"/>
                    <a:pt x="11526" y="5367"/>
                  </a:cubicBezTo>
                  <a:cubicBezTo>
                    <a:pt x="11526" y="5367"/>
                    <a:pt x="11526" y="5367"/>
                    <a:pt x="11526" y="5367"/>
                  </a:cubicBezTo>
                  <a:cubicBezTo>
                    <a:pt x="11526" y="5498"/>
                    <a:pt x="11526" y="5498"/>
                    <a:pt x="11526" y="5498"/>
                  </a:cubicBezTo>
                  <a:cubicBezTo>
                    <a:pt x="11616" y="5498"/>
                    <a:pt x="11616" y="5498"/>
                    <a:pt x="11616" y="5498"/>
                  </a:cubicBezTo>
                  <a:cubicBezTo>
                    <a:pt x="11616" y="5629"/>
                    <a:pt x="11616" y="5629"/>
                    <a:pt x="11616" y="5629"/>
                  </a:cubicBezTo>
                  <a:cubicBezTo>
                    <a:pt x="11526" y="5498"/>
                    <a:pt x="11526" y="5498"/>
                    <a:pt x="11526" y="5498"/>
                  </a:cubicBezTo>
                  <a:cubicBezTo>
                    <a:pt x="11526" y="5498"/>
                    <a:pt x="11526" y="5498"/>
                    <a:pt x="11526" y="5498"/>
                  </a:cubicBezTo>
                  <a:cubicBezTo>
                    <a:pt x="11435" y="5498"/>
                    <a:pt x="11435" y="5498"/>
                    <a:pt x="11435" y="5498"/>
                  </a:cubicBezTo>
                  <a:cubicBezTo>
                    <a:pt x="11344" y="5498"/>
                    <a:pt x="11344" y="5498"/>
                    <a:pt x="11344" y="5498"/>
                  </a:cubicBezTo>
                  <a:cubicBezTo>
                    <a:pt x="11253" y="5498"/>
                    <a:pt x="11253" y="5498"/>
                    <a:pt x="11253" y="5498"/>
                  </a:cubicBezTo>
                  <a:cubicBezTo>
                    <a:pt x="11072" y="5498"/>
                    <a:pt x="11072" y="5498"/>
                    <a:pt x="11072" y="5498"/>
                  </a:cubicBezTo>
                  <a:cubicBezTo>
                    <a:pt x="11072" y="5498"/>
                    <a:pt x="11072" y="5498"/>
                    <a:pt x="11072" y="5498"/>
                  </a:cubicBezTo>
                  <a:cubicBezTo>
                    <a:pt x="11072" y="5629"/>
                    <a:pt x="11072" y="5629"/>
                    <a:pt x="11072" y="5629"/>
                  </a:cubicBezTo>
                  <a:cubicBezTo>
                    <a:pt x="10981" y="5629"/>
                    <a:pt x="10981" y="5629"/>
                    <a:pt x="10981" y="5629"/>
                  </a:cubicBezTo>
                  <a:cubicBezTo>
                    <a:pt x="10890" y="5498"/>
                    <a:pt x="10890" y="5498"/>
                    <a:pt x="10890" y="5498"/>
                  </a:cubicBezTo>
                  <a:cubicBezTo>
                    <a:pt x="10890" y="5498"/>
                    <a:pt x="10890" y="5498"/>
                    <a:pt x="10890" y="5498"/>
                  </a:cubicBezTo>
                  <a:cubicBezTo>
                    <a:pt x="10800" y="5629"/>
                    <a:pt x="10800" y="5629"/>
                    <a:pt x="10800" y="5629"/>
                  </a:cubicBezTo>
                  <a:cubicBezTo>
                    <a:pt x="10800" y="5759"/>
                    <a:pt x="10800" y="5759"/>
                    <a:pt x="10800" y="5759"/>
                  </a:cubicBezTo>
                  <a:cubicBezTo>
                    <a:pt x="10709" y="5759"/>
                    <a:pt x="10709" y="5759"/>
                    <a:pt x="10709" y="5759"/>
                  </a:cubicBezTo>
                  <a:cubicBezTo>
                    <a:pt x="10618" y="5759"/>
                    <a:pt x="10618" y="5759"/>
                    <a:pt x="10618" y="5759"/>
                  </a:cubicBezTo>
                  <a:cubicBezTo>
                    <a:pt x="10527" y="5890"/>
                    <a:pt x="10527" y="5890"/>
                    <a:pt x="10527" y="5890"/>
                  </a:cubicBezTo>
                  <a:cubicBezTo>
                    <a:pt x="10436" y="5890"/>
                    <a:pt x="10436" y="5890"/>
                    <a:pt x="10436" y="5890"/>
                  </a:cubicBezTo>
                  <a:cubicBezTo>
                    <a:pt x="10436" y="5890"/>
                    <a:pt x="10436" y="5890"/>
                    <a:pt x="10436" y="5890"/>
                  </a:cubicBezTo>
                  <a:cubicBezTo>
                    <a:pt x="10527" y="5759"/>
                    <a:pt x="10527" y="5759"/>
                    <a:pt x="10527" y="5759"/>
                  </a:cubicBezTo>
                  <a:cubicBezTo>
                    <a:pt x="10436" y="5759"/>
                    <a:pt x="10436" y="5759"/>
                    <a:pt x="10436" y="5759"/>
                  </a:cubicBezTo>
                  <a:cubicBezTo>
                    <a:pt x="10346" y="5890"/>
                    <a:pt x="10346" y="5890"/>
                    <a:pt x="10346" y="5890"/>
                  </a:cubicBezTo>
                  <a:cubicBezTo>
                    <a:pt x="10346" y="6021"/>
                    <a:pt x="10346" y="6021"/>
                    <a:pt x="10346" y="6021"/>
                  </a:cubicBezTo>
                  <a:cubicBezTo>
                    <a:pt x="10436" y="6152"/>
                    <a:pt x="10436" y="6152"/>
                    <a:pt x="10436" y="6152"/>
                  </a:cubicBezTo>
                  <a:cubicBezTo>
                    <a:pt x="10527" y="6414"/>
                    <a:pt x="10527" y="6414"/>
                    <a:pt x="10527" y="6414"/>
                  </a:cubicBezTo>
                  <a:cubicBezTo>
                    <a:pt x="10709" y="6414"/>
                    <a:pt x="10709" y="6414"/>
                    <a:pt x="10709" y="6414"/>
                  </a:cubicBezTo>
                  <a:cubicBezTo>
                    <a:pt x="10800" y="6545"/>
                    <a:pt x="10800" y="6545"/>
                    <a:pt x="10800" y="6545"/>
                  </a:cubicBezTo>
                  <a:cubicBezTo>
                    <a:pt x="10890" y="6676"/>
                    <a:pt x="10890" y="6676"/>
                    <a:pt x="10890" y="6676"/>
                  </a:cubicBezTo>
                  <a:cubicBezTo>
                    <a:pt x="10890" y="6807"/>
                    <a:pt x="10890" y="6807"/>
                    <a:pt x="10890" y="6807"/>
                  </a:cubicBezTo>
                  <a:cubicBezTo>
                    <a:pt x="10981" y="6807"/>
                    <a:pt x="10981" y="6807"/>
                    <a:pt x="10981" y="6807"/>
                  </a:cubicBezTo>
                  <a:cubicBezTo>
                    <a:pt x="11072" y="6807"/>
                    <a:pt x="11072" y="6807"/>
                    <a:pt x="11072" y="6807"/>
                  </a:cubicBezTo>
                  <a:cubicBezTo>
                    <a:pt x="11072" y="6807"/>
                    <a:pt x="11072" y="6807"/>
                    <a:pt x="11072" y="6807"/>
                  </a:cubicBezTo>
                  <a:cubicBezTo>
                    <a:pt x="10890" y="6807"/>
                    <a:pt x="10890" y="6807"/>
                    <a:pt x="10890" y="6807"/>
                  </a:cubicBezTo>
                  <a:cubicBezTo>
                    <a:pt x="10890" y="6807"/>
                    <a:pt x="10890" y="6807"/>
                    <a:pt x="10890" y="6807"/>
                  </a:cubicBezTo>
                  <a:cubicBezTo>
                    <a:pt x="10800" y="6676"/>
                    <a:pt x="10800" y="6676"/>
                    <a:pt x="10800" y="6676"/>
                  </a:cubicBezTo>
                  <a:cubicBezTo>
                    <a:pt x="10709" y="6676"/>
                    <a:pt x="10709" y="6676"/>
                    <a:pt x="10709" y="6676"/>
                  </a:cubicBezTo>
                  <a:cubicBezTo>
                    <a:pt x="10709" y="6676"/>
                    <a:pt x="10709" y="6676"/>
                    <a:pt x="10709" y="6676"/>
                  </a:cubicBezTo>
                  <a:cubicBezTo>
                    <a:pt x="10618" y="6807"/>
                    <a:pt x="10618" y="6807"/>
                    <a:pt x="10618" y="6807"/>
                  </a:cubicBezTo>
                  <a:cubicBezTo>
                    <a:pt x="10527" y="6807"/>
                    <a:pt x="10527" y="6807"/>
                    <a:pt x="10527" y="6807"/>
                  </a:cubicBezTo>
                  <a:cubicBezTo>
                    <a:pt x="10527" y="6676"/>
                    <a:pt x="10527" y="6676"/>
                    <a:pt x="10527" y="6676"/>
                  </a:cubicBezTo>
                  <a:cubicBezTo>
                    <a:pt x="10527" y="6545"/>
                    <a:pt x="10527" y="6545"/>
                    <a:pt x="10527" y="6545"/>
                  </a:cubicBezTo>
                  <a:cubicBezTo>
                    <a:pt x="10527" y="6545"/>
                    <a:pt x="10527" y="6545"/>
                    <a:pt x="10527" y="6545"/>
                  </a:cubicBezTo>
                  <a:cubicBezTo>
                    <a:pt x="10527" y="6545"/>
                    <a:pt x="10527" y="6545"/>
                    <a:pt x="10527" y="6545"/>
                  </a:cubicBezTo>
                  <a:cubicBezTo>
                    <a:pt x="10436" y="6676"/>
                    <a:pt x="10436" y="6676"/>
                    <a:pt x="10436" y="6676"/>
                  </a:cubicBezTo>
                  <a:cubicBezTo>
                    <a:pt x="10436" y="6807"/>
                    <a:pt x="10436" y="6807"/>
                    <a:pt x="10436" y="6807"/>
                  </a:cubicBezTo>
                  <a:cubicBezTo>
                    <a:pt x="10527" y="6938"/>
                    <a:pt x="10527" y="6938"/>
                    <a:pt x="10527" y="6938"/>
                  </a:cubicBezTo>
                  <a:cubicBezTo>
                    <a:pt x="10527" y="6938"/>
                    <a:pt x="10527" y="6938"/>
                    <a:pt x="10527" y="6938"/>
                  </a:cubicBezTo>
                  <a:cubicBezTo>
                    <a:pt x="10436" y="7069"/>
                    <a:pt x="10436" y="7069"/>
                    <a:pt x="10436" y="7069"/>
                  </a:cubicBezTo>
                  <a:cubicBezTo>
                    <a:pt x="10346" y="7199"/>
                    <a:pt x="10346" y="7199"/>
                    <a:pt x="10346" y="7199"/>
                  </a:cubicBezTo>
                  <a:cubicBezTo>
                    <a:pt x="10346" y="7330"/>
                    <a:pt x="10346" y="7330"/>
                    <a:pt x="10346" y="7330"/>
                  </a:cubicBezTo>
                  <a:cubicBezTo>
                    <a:pt x="10346" y="7461"/>
                    <a:pt x="10346" y="7461"/>
                    <a:pt x="10346" y="7461"/>
                  </a:cubicBezTo>
                  <a:cubicBezTo>
                    <a:pt x="10436" y="7723"/>
                    <a:pt x="10436" y="7723"/>
                    <a:pt x="10436" y="7723"/>
                  </a:cubicBezTo>
                  <a:cubicBezTo>
                    <a:pt x="10618" y="7723"/>
                    <a:pt x="10618" y="7723"/>
                    <a:pt x="10618" y="7723"/>
                  </a:cubicBezTo>
                  <a:cubicBezTo>
                    <a:pt x="10709" y="7854"/>
                    <a:pt x="10709" y="7854"/>
                    <a:pt x="10709" y="7854"/>
                  </a:cubicBezTo>
                  <a:cubicBezTo>
                    <a:pt x="10709" y="7854"/>
                    <a:pt x="10709" y="7854"/>
                    <a:pt x="10709" y="7854"/>
                  </a:cubicBezTo>
                  <a:cubicBezTo>
                    <a:pt x="10890" y="7723"/>
                    <a:pt x="10890" y="7723"/>
                    <a:pt x="10890" y="7723"/>
                  </a:cubicBezTo>
                  <a:cubicBezTo>
                    <a:pt x="10981" y="7723"/>
                    <a:pt x="10981" y="7723"/>
                    <a:pt x="10981" y="7723"/>
                  </a:cubicBezTo>
                  <a:cubicBezTo>
                    <a:pt x="11072" y="7854"/>
                    <a:pt x="11072" y="7854"/>
                    <a:pt x="11072" y="7854"/>
                  </a:cubicBezTo>
                  <a:cubicBezTo>
                    <a:pt x="11253" y="7854"/>
                    <a:pt x="11253" y="7854"/>
                    <a:pt x="11253" y="7854"/>
                  </a:cubicBezTo>
                  <a:cubicBezTo>
                    <a:pt x="11253" y="7854"/>
                    <a:pt x="11253" y="7854"/>
                    <a:pt x="11253" y="7854"/>
                  </a:cubicBezTo>
                  <a:cubicBezTo>
                    <a:pt x="11344" y="7985"/>
                    <a:pt x="11344" y="7985"/>
                    <a:pt x="11344" y="7985"/>
                  </a:cubicBezTo>
                  <a:cubicBezTo>
                    <a:pt x="11344" y="7985"/>
                    <a:pt x="11344" y="7985"/>
                    <a:pt x="11344" y="7985"/>
                  </a:cubicBezTo>
                  <a:cubicBezTo>
                    <a:pt x="11435" y="7985"/>
                    <a:pt x="11435" y="7985"/>
                    <a:pt x="11435" y="7985"/>
                  </a:cubicBezTo>
                  <a:cubicBezTo>
                    <a:pt x="11435" y="7854"/>
                    <a:pt x="11435" y="7854"/>
                    <a:pt x="11435" y="7854"/>
                  </a:cubicBezTo>
                  <a:cubicBezTo>
                    <a:pt x="11435" y="7854"/>
                    <a:pt x="11435" y="7854"/>
                    <a:pt x="11435" y="7854"/>
                  </a:cubicBezTo>
                  <a:cubicBezTo>
                    <a:pt x="11526" y="7854"/>
                    <a:pt x="11526" y="7854"/>
                    <a:pt x="11526" y="7854"/>
                  </a:cubicBezTo>
                  <a:cubicBezTo>
                    <a:pt x="11526" y="7854"/>
                    <a:pt x="11526" y="7854"/>
                    <a:pt x="11526" y="7854"/>
                  </a:cubicBezTo>
                  <a:cubicBezTo>
                    <a:pt x="11435" y="7985"/>
                    <a:pt x="11435" y="7985"/>
                    <a:pt x="11435" y="7985"/>
                  </a:cubicBezTo>
                  <a:cubicBezTo>
                    <a:pt x="11435" y="8116"/>
                    <a:pt x="11435" y="8116"/>
                    <a:pt x="11435" y="8116"/>
                  </a:cubicBezTo>
                  <a:cubicBezTo>
                    <a:pt x="11435" y="8116"/>
                    <a:pt x="11435" y="8116"/>
                    <a:pt x="11435" y="8116"/>
                  </a:cubicBezTo>
                  <a:cubicBezTo>
                    <a:pt x="11526" y="7985"/>
                    <a:pt x="11526" y="7985"/>
                    <a:pt x="11526" y="7985"/>
                  </a:cubicBezTo>
                  <a:cubicBezTo>
                    <a:pt x="11616" y="7985"/>
                    <a:pt x="11616" y="7985"/>
                    <a:pt x="11616" y="7985"/>
                  </a:cubicBezTo>
                  <a:cubicBezTo>
                    <a:pt x="11707" y="7854"/>
                    <a:pt x="11707" y="7854"/>
                    <a:pt x="11707" y="7854"/>
                  </a:cubicBezTo>
                  <a:cubicBezTo>
                    <a:pt x="11889" y="7723"/>
                    <a:pt x="11889" y="7723"/>
                    <a:pt x="11889" y="7723"/>
                  </a:cubicBezTo>
                  <a:cubicBezTo>
                    <a:pt x="11979" y="7723"/>
                    <a:pt x="11979" y="7723"/>
                    <a:pt x="11979" y="7723"/>
                  </a:cubicBezTo>
                  <a:cubicBezTo>
                    <a:pt x="12070" y="7723"/>
                    <a:pt x="12070" y="7723"/>
                    <a:pt x="12070" y="7723"/>
                  </a:cubicBezTo>
                  <a:cubicBezTo>
                    <a:pt x="12070" y="7723"/>
                    <a:pt x="12070" y="7723"/>
                    <a:pt x="12070" y="7723"/>
                  </a:cubicBezTo>
                  <a:cubicBezTo>
                    <a:pt x="12070" y="7723"/>
                    <a:pt x="12070" y="7723"/>
                    <a:pt x="12070" y="7723"/>
                  </a:cubicBezTo>
                  <a:cubicBezTo>
                    <a:pt x="12161" y="7723"/>
                    <a:pt x="12161" y="7723"/>
                    <a:pt x="12161" y="7723"/>
                  </a:cubicBezTo>
                  <a:cubicBezTo>
                    <a:pt x="12252" y="7592"/>
                    <a:pt x="12252" y="7592"/>
                    <a:pt x="12252" y="7592"/>
                  </a:cubicBezTo>
                  <a:cubicBezTo>
                    <a:pt x="12433" y="7592"/>
                    <a:pt x="12433" y="7592"/>
                    <a:pt x="12433" y="7592"/>
                  </a:cubicBezTo>
                  <a:cubicBezTo>
                    <a:pt x="12433" y="7592"/>
                    <a:pt x="12433" y="7592"/>
                    <a:pt x="12433" y="7592"/>
                  </a:cubicBezTo>
                  <a:cubicBezTo>
                    <a:pt x="12433" y="7723"/>
                    <a:pt x="12433" y="7723"/>
                    <a:pt x="12433" y="7723"/>
                  </a:cubicBezTo>
                  <a:cubicBezTo>
                    <a:pt x="12342" y="7723"/>
                    <a:pt x="12342" y="7723"/>
                    <a:pt x="12342" y="7723"/>
                  </a:cubicBezTo>
                  <a:cubicBezTo>
                    <a:pt x="12342" y="7854"/>
                    <a:pt x="12342" y="7854"/>
                    <a:pt x="12342" y="7854"/>
                  </a:cubicBezTo>
                  <a:cubicBezTo>
                    <a:pt x="12342" y="7854"/>
                    <a:pt x="12342" y="7854"/>
                    <a:pt x="12342" y="7854"/>
                  </a:cubicBezTo>
                  <a:cubicBezTo>
                    <a:pt x="12252" y="7985"/>
                    <a:pt x="12252" y="7985"/>
                    <a:pt x="12252" y="7985"/>
                  </a:cubicBezTo>
                  <a:cubicBezTo>
                    <a:pt x="12161" y="7985"/>
                    <a:pt x="12161" y="7985"/>
                    <a:pt x="12161" y="7985"/>
                  </a:cubicBezTo>
                  <a:cubicBezTo>
                    <a:pt x="12161" y="7985"/>
                    <a:pt x="12161" y="7985"/>
                    <a:pt x="12161" y="7985"/>
                  </a:cubicBezTo>
                  <a:cubicBezTo>
                    <a:pt x="12070" y="7985"/>
                    <a:pt x="12070" y="7985"/>
                    <a:pt x="12070" y="7985"/>
                  </a:cubicBezTo>
                  <a:cubicBezTo>
                    <a:pt x="11979" y="8116"/>
                    <a:pt x="11979" y="8116"/>
                    <a:pt x="11979" y="8116"/>
                  </a:cubicBezTo>
                  <a:cubicBezTo>
                    <a:pt x="11979" y="8116"/>
                    <a:pt x="11979" y="8116"/>
                    <a:pt x="11979" y="8116"/>
                  </a:cubicBezTo>
                  <a:cubicBezTo>
                    <a:pt x="12070" y="8116"/>
                    <a:pt x="12070" y="8116"/>
                    <a:pt x="12070" y="8116"/>
                  </a:cubicBezTo>
                  <a:cubicBezTo>
                    <a:pt x="12070" y="8247"/>
                    <a:pt x="12070" y="8247"/>
                    <a:pt x="12070" y="8247"/>
                  </a:cubicBezTo>
                  <a:cubicBezTo>
                    <a:pt x="12070" y="8378"/>
                    <a:pt x="12070" y="8378"/>
                    <a:pt x="12070" y="8378"/>
                  </a:cubicBezTo>
                  <a:cubicBezTo>
                    <a:pt x="11979" y="8509"/>
                    <a:pt x="11979" y="8509"/>
                    <a:pt x="11979" y="8509"/>
                  </a:cubicBezTo>
                  <a:cubicBezTo>
                    <a:pt x="11979" y="8639"/>
                    <a:pt x="11979" y="8639"/>
                    <a:pt x="11979" y="8639"/>
                  </a:cubicBezTo>
                  <a:cubicBezTo>
                    <a:pt x="11889" y="8770"/>
                    <a:pt x="11889" y="8770"/>
                    <a:pt x="11889" y="8770"/>
                  </a:cubicBezTo>
                  <a:cubicBezTo>
                    <a:pt x="11889" y="8770"/>
                    <a:pt x="11889" y="8770"/>
                    <a:pt x="11889" y="8770"/>
                  </a:cubicBezTo>
                  <a:cubicBezTo>
                    <a:pt x="11889" y="8770"/>
                    <a:pt x="11889" y="8770"/>
                    <a:pt x="11889" y="8770"/>
                  </a:cubicBezTo>
                  <a:cubicBezTo>
                    <a:pt x="11889" y="8901"/>
                    <a:pt x="11889" y="8901"/>
                    <a:pt x="11889" y="8901"/>
                  </a:cubicBezTo>
                  <a:cubicBezTo>
                    <a:pt x="11889" y="9032"/>
                    <a:pt x="11889" y="9032"/>
                    <a:pt x="11889" y="9032"/>
                  </a:cubicBezTo>
                  <a:cubicBezTo>
                    <a:pt x="11798" y="9163"/>
                    <a:pt x="11798" y="9163"/>
                    <a:pt x="11798" y="9163"/>
                  </a:cubicBezTo>
                  <a:cubicBezTo>
                    <a:pt x="11798" y="9163"/>
                    <a:pt x="11798" y="9163"/>
                    <a:pt x="11798" y="9163"/>
                  </a:cubicBezTo>
                  <a:cubicBezTo>
                    <a:pt x="11707" y="9163"/>
                    <a:pt x="11707" y="9163"/>
                    <a:pt x="11707" y="9163"/>
                  </a:cubicBezTo>
                  <a:cubicBezTo>
                    <a:pt x="11616" y="9294"/>
                    <a:pt x="11616" y="9294"/>
                    <a:pt x="11616" y="9294"/>
                  </a:cubicBezTo>
                  <a:cubicBezTo>
                    <a:pt x="11526" y="9294"/>
                    <a:pt x="11526" y="9294"/>
                    <a:pt x="11526" y="9294"/>
                  </a:cubicBezTo>
                  <a:cubicBezTo>
                    <a:pt x="11526" y="9294"/>
                    <a:pt x="11526" y="9294"/>
                    <a:pt x="11526" y="9294"/>
                  </a:cubicBezTo>
                  <a:cubicBezTo>
                    <a:pt x="11435" y="9294"/>
                    <a:pt x="11435" y="9294"/>
                    <a:pt x="11435" y="9294"/>
                  </a:cubicBezTo>
                  <a:cubicBezTo>
                    <a:pt x="11253" y="9294"/>
                    <a:pt x="11253" y="9294"/>
                    <a:pt x="11253" y="9294"/>
                  </a:cubicBezTo>
                  <a:cubicBezTo>
                    <a:pt x="11253" y="9294"/>
                    <a:pt x="11253" y="9294"/>
                    <a:pt x="11253" y="9294"/>
                  </a:cubicBezTo>
                  <a:cubicBezTo>
                    <a:pt x="11253" y="9163"/>
                    <a:pt x="11253" y="9163"/>
                    <a:pt x="11253" y="9163"/>
                  </a:cubicBezTo>
                  <a:cubicBezTo>
                    <a:pt x="11163" y="9163"/>
                    <a:pt x="11163" y="9163"/>
                    <a:pt x="11163" y="9163"/>
                  </a:cubicBezTo>
                  <a:cubicBezTo>
                    <a:pt x="11163" y="9163"/>
                    <a:pt x="11163" y="9163"/>
                    <a:pt x="11163" y="9163"/>
                  </a:cubicBezTo>
                  <a:cubicBezTo>
                    <a:pt x="11072" y="9294"/>
                    <a:pt x="11072" y="9294"/>
                    <a:pt x="11072" y="9294"/>
                  </a:cubicBezTo>
                  <a:cubicBezTo>
                    <a:pt x="10981" y="9294"/>
                    <a:pt x="10981" y="9294"/>
                    <a:pt x="10981" y="9294"/>
                  </a:cubicBezTo>
                  <a:cubicBezTo>
                    <a:pt x="10890" y="9425"/>
                    <a:pt x="10890" y="9425"/>
                    <a:pt x="10890" y="9425"/>
                  </a:cubicBezTo>
                  <a:cubicBezTo>
                    <a:pt x="10709" y="9556"/>
                    <a:pt x="10709" y="9556"/>
                    <a:pt x="10709" y="9556"/>
                  </a:cubicBezTo>
                  <a:cubicBezTo>
                    <a:pt x="10709" y="9556"/>
                    <a:pt x="10709" y="9556"/>
                    <a:pt x="10709" y="9556"/>
                  </a:cubicBezTo>
                  <a:cubicBezTo>
                    <a:pt x="10618" y="9556"/>
                    <a:pt x="10618" y="9556"/>
                    <a:pt x="10618" y="9556"/>
                  </a:cubicBezTo>
                  <a:cubicBezTo>
                    <a:pt x="10527" y="9556"/>
                    <a:pt x="10527" y="9556"/>
                    <a:pt x="10527" y="9556"/>
                  </a:cubicBezTo>
                  <a:cubicBezTo>
                    <a:pt x="10436" y="9556"/>
                    <a:pt x="10436" y="9556"/>
                    <a:pt x="10436" y="9556"/>
                  </a:cubicBezTo>
                  <a:cubicBezTo>
                    <a:pt x="10346" y="9687"/>
                    <a:pt x="10346" y="9687"/>
                    <a:pt x="10346" y="9687"/>
                  </a:cubicBezTo>
                  <a:cubicBezTo>
                    <a:pt x="10255" y="9687"/>
                    <a:pt x="10255" y="9687"/>
                    <a:pt x="10255" y="9687"/>
                  </a:cubicBezTo>
                  <a:cubicBezTo>
                    <a:pt x="10164" y="9687"/>
                    <a:pt x="10164" y="9687"/>
                    <a:pt x="10164" y="9687"/>
                  </a:cubicBezTo>
                  <a:cubicBezTo>
                    <a:pt x="10164" y="9818"/>
                    <a:pt x="10164" y="9818"/>
                    <a:pt x="10164" y="9818"/>
                  </a:cubicBezTo>
                  <a:cubicBezTo>
                    <a:pt x="10164" y="10079"/>
                    <a:pt x="10164" y="10079"/>
                    <a:pt x="10164" y="10079"/>
                  </a:cubicBezTo>
                  <a:cubicBezTo>
                    <a:pt x="10073" y="10079"/>
                    <a:pt x="10073" y="10079"/>
                    <a:pt x="10073" y="10079"/>
                  </a:cubicBezTo>
                  <a:cubicBezTo>
                    <a:pt x="10073" y="10079"/>
                    <a:pt x="10073" y="10079"/>
                    <a:pt x="10073" y="10079"/>
                  </a:cubicBezTo>
                  <a:cubicBezTo>
                    <a:pt x="9983" y="9949"/>
                    <a:pt x="9983" y="9949"/>
                    <a:pt x="9983" y="9949"/>
                  </a:cubicBezTo>
                  <a:cubicBezTo>
                    <a:pt x="9801" y="9949"/>
                    <a:pt x="9801" y="9949"/>
                    <a:pt x="9801" y="9949"/>
                  </a:cubicBezTo>
                  <a:cubicBezTo>
                    <a:pt x="9801" y="9949"/>
                    <a:pt x="9801" y="9949"/>
                    <a:pt x="9801" y="9949"/>
                  </a:cubicBezTo>
                  <a:cubicBezTo>
                    <a:pt x="9801" y="10079"/>
                    <a:pt x="9801" y="10079"/>
                    <a:pt x="9801" y="10079"/>
                  </a:cubicBezTo>
                  <a:cubicBezTo>
                    <a:pt x="9892" y="10079"/>
                    <a:pt x="9892" y="10079"/>
                    <a:pt x="9892" y="10079"/>
                  </a:cubicBezTo>
                  <a:cubicBezTo>
                    <a:pt x="9801" y="10210"/>
                    <a:pt x="9801" y="10210"/>
                    <a:pt x="9801" y="10210"/>
                  </a:cubicBezTo>
                  <a:cubicBezTo>
                    <a:pt x="9801" y="10210"/>
                    <a:pt x="9801" y="10210"/>
                    <a:pt x="9801" y="10210"/>
                  </a:cubicBezTo>
                  <a:cubicBezTo>
                    <a:pt x="9710" y="10079"/>
                    <a:pt x="9710" y="10079"/>
                    <a:pt x="9710" y="10079"/>
                  </a:cubicBezTo>
                  <a:cubicBezTo>
                    <a:pt x="9710" y="9949"/>
                    <a:pt x="9710" y="9949"/>
                    <a:pt x="9710" y="9949"/>
                  </a:cubicBezTo>
                  <a:cubicBezTo>
                    <a:pt x="9620" y="9949"/>
                    <a:pt x="9620" y="9949"/>
                    <a:pt x="9620" y="9949"/>
                  </a:cubicBezTo>
                  <a:cubicBezTo>
                    <a:pt x="9529" y="10079"/>
                    <a:pt x="9529" y="10079"/>
                    <a:pt x="9529" y="10079"/>
                  </a:cubicBezTo>
                  <a:cubicBezTo>
                    <a:pt x="9529" y="10210"/>
                    <a:pt x="9529" y="10210"/>
                    <a:pt x="9529" y="10210"/>
                  </a:cubicBezTo>
                  <a:cubicBezTo>
                    <a:pt x="9438" y="10210"/>
                    <a:pt x="9438" y="10210"/>
                    <a:pt x="9438" y="10210"/>
                  </a:cubicBezTo>
                  <a:cubicBezTo>
                    <a:pt x="9438" y="10210"/>
                    <a:pt x="9438" y="10210"/>
                    <a:pt x="9438" y="10210"/>
                  </a:cubicBezTo>
                  <a:cubicBezTo>
                    <a:pt x="9257" y="10472"/>
                    <a:pt x="9257" y="10472"/>
                    <a:pt x="9257" y="10472"/>
                  </a:cubicBezTo>
                  <a:cubicBezTo>
                    <a:pt x="9166" y="10603"/>
                    <a:pt x="9166" y="10603"/>
                    <a:pt x="9166" y="10603"/>
                  </a:cubicBezTo>
                  <a:cubicBezTo>
                    <a:pt x="9166" y="10734"/>
                    <a:pt x="9166" y="10734"/>
                    <a:pt x="9166" y="10734"/>
                  </a:cubicBezTo>
                  <a:cubicBezTo>
                    <a:pt x="9075" y="10734"/>
                    <a:pt x="9075" y="10734"/>
                    <a:pt x="9075" y="10734"/>
                  </a:cubicBezTo>
                  <a:cubicBezTo>
                    <a:pt x="8984" y="10603"/>
                    <a:pt x="8984" y="10603"/>
                    <a:pt x="8984" y="10603"/>
                  </a:cubicBezTo>
                  <a:cubicBezTo>
                    <a:pt x="8984" y="10734"/>
                    <a:pt x="8984" y="10734"/>
                    <a:pt x="8984" y="10734"/>
                  </a:cubicBezTo>
                  <a:cubicBezTo>
                    <a:pt x="9075" y="10865"/>
                    <a:pt x="9075" y="10865"/>
                    <a:pt x="9075" y="10865"/>
                  </a:cubicBezTo>
                  <a:cubicBezTo>
                    <a:pt x="9075" y="10865"/>
                    <a:pt x="9075" y="10865"/>
                    <a:pt x="9075" y="10865"/>
                  </a:cubicBezTo>
                  <a:cubicBezTo>
                    <a:pt x="8984" y="10865"/>
                    <a:pt x="8984" y="10865"/>
                    <a:pt x="8984" y="10865"/>
                  </a:cubicBezTo>
                  <a:cubicBezTo>
                    <a:pt x="8984" y="10865"/>
                    <a:pt x="8984" y="10865"/>
                    <a:pt x="8984" y="10865"/>
                  </a:cubicBezTo>
                  <a:cubicBezTo>
                    <a:pt x="8894" y="10865"/>
                    <a:pt x="8894" y="10865"/>
                    <a:pt x="8894" y="10865"/>
                  </a:cubicBezTo>
                  <a:cubicBezTo>
                    <a:pt x="8894" y="10865"/>
                    <a:pt x="8894" y="10865"/>
                    <a:pt x="8894" y="10865"/>
                  </a:cubicBezTo>
                  <a:cubicBezTo>
                    <a:pt x="8803" y="10996"/>
                    <a:pt x="8803" y="10996"/>
                    <a:pt x="8803" y="10996"/>
                  </a:cubicBezTo>
                  <a:cubicBezTo>
                    <a:pt x="8803" y="11127"/>
                    <a:pt x="8803" y="11127"/>
                    <a:pt x="8803" y="11127"/>
                  </a:cubicBezTo>
                  <a:cubicBezTo>
                    <a:pt x="8803" y="11258"/>
                    <a:pt x="8803" y="11258"/>
                    <a:pt x="8803" y="11258"/>
                  </a:cubicBezTo>
                  <a:cubicBezTo>
                    <a:pt x="8894" y="11389"/>
                    <a:pt x="8894" y="11389"/>
                    <a:pt x="8894" y="11389"/>
                  </a:cubicBezTo>
                  <a:cubicBezTo>
                    <a:pt x="8803" y="11519"/>
                    <a:pt x="8803" y="11519"/>
                    <a:pt x="8803" y="11519"/>
                  </a:cubicBezTo>
                  <a:cubicBezTo>
                    <a:pt x="8803" y="11519"/>
                    <a:pt x="8803" y="11519"/>
                    <a:pt x="8803" y="11519"/>
                  </a:cubicBezTo>
                  <a:cubicBezTo>
                    <a:pt x="8803" y="11650"/>
                    <a:pt x="8803" y="11650"/>
                    <a:pt x="8803" y="11650"/>
                  </a:cubicBezTo>
                  <a:cubicBezTo>
                    <a:pt x="8894" y="11650"/>
                    <a:pt x="8894" y="11650"/>
                    <a:pt x="8894" y="11650"/>
                  </a:cubicBezTo>
                  <a:cubicBezTo>
                    <a:pt x="8894" y="11519"/>
                    <a:pt x="8894" y="11519"/>
                    <a:pt x="8894" y="11519"/>
                  </a:cubicBezTo>
                  <a:cubicBezTo>
                    <a:pt x="8894" y="11650"/>
                    <a:pt x="8894" y="11650"/>
                    <a:pt x="8894" y="11650"/>
                  </a:cubicBezTo>
                  <a:cubicBezTo>
                    <a:pt x="8984" y="11781"/>
                    <a:pt x="8984" y="11781"/>
                    <a:pt x="8984" y="11781"/>
                  </a:cubicBezTo>
                  <a:cubicBezTo>
                    <a:pt x="8894" y="11781"/>
                    <a:pt x="8894" y="11781"/>
                    <a:pt x="8894" y="11781"/>
                  </a:cubicBezTo>
                  <a:cubicBezTo>
                    <a:pt x="8894" y="11781"/>
                    <a:pt x="8894" y="11781"/>
                    <a:pt x="8894" y="11781"/>
                  </a:cubicBezTo>
                  <a:cubicBezTo>
                    <a:pt x="8894" y="11912"/>
                    <a:pt x="8894" y="11912"/>
                    <a:pt x="8894" y="11912"/>
                  </a:cubicBezTo>
                  <a:cubicBezTo>
                    <a:pt x="8984" y="11912"/>
                    <a:pt x="8984" y="11912"/>
                    <a:pt x="8984" y="11912"/>
                  </a:cubicBezTo>
                  <a:cubicBezTo>
                    <a:pt x="8984" y="11781"/>
                    <a:pt x="8984" y="11781"/>
                    <a:pt x="8984" y="11781"/>
                  </a:cubicBezTo>
                  <a:cubicBezTo>
                    <a:pt x="9075" y="11781"/>
                    <a:pt x="9075" y="11781"/>
                    <a:pt x="9075" y="11781"/>
                  </a:cubicBezTo>
                  <a:cubicBezTo>
                    <a:pt x="9075" y="11912"/>
                    <a:pt x="9075" y="11912"/>
                    <a:pt x="9075" y="11912"/>
                  </a:cubicBezTo>
                  <a:cubicBezTo>
                    <a:pt x="9075" y="11912"/>
                    <a:pt x="9075" y="11912"/>
                    <a:pt x="9075" y="11912"/>
                  </a:cubicBezTo>
                  <a:cubicBezTo>
                    <a:pt x="9166" y="11912"/>
                    <a:pt x="9166" y="11912"/>
                    <a:pt x="9166" y="11912"/>
                  </a:cubicBezTo>
                  <a:cubicBezTo>
                    <a:pt x="9257" y="12043"/>
                    <a:pt x="9257" y="12043"/>
                    <a:pt x="9257" y="12043"/>
                  </a:cubicBezTo>
                  <a:cubicBezTo>
                    <a:pt x="9347" y="12043"/>
                    <a:pt x="9347" y="12043"/>
                    <a:pt x="9347" y="12043"/>
                  </a:cubicBezTo>
                  <a:cubicBezTo>
                    <a:pt x="9347" y="11912"/>
                    <a:pt x="9347" y="11912"/>
                    <a:pt x="9347" y="11912"/>
                  </a:cubicBezTo>
                  <a:cubicBezTo>
                    <a:pt x="9438" y="11650"/>
                    <a:pt x="9438" y="11650"/>
                    <a:pt x="9438" y="11650"/>
                  </a:cubicBezTo>
                  <a:cubicBezTo>
                    <a:pt x="9438" y="11650"/>
                    <a:pt x="9438" y="11650"/>
                    <a:pt x="9438" y="11650"/>
                  </a:cubicBezTo>
                  <a:cubicBezTo>
                    <a:pt x="9620" y="11650"/>
                    <a:pt x="9620" y="11650"/>
                    <a:pt x="9620" y="11650"/>
                  </a:cubicBezTo>
                  <a:cubicBezTo>
                    <a:pt x="9620" y="11519"/>
                    <a:pt x="9620" y="11519"/>
                    <a:pt x="9620" y="11519"/>
                  </a:cubicBezTo>
                  <a:cubicBezTo>
                    <a:pt x="9620" y="11650"/>
                    <a:pt x="9620" y="11650"/>
                    <a:pt x="9620" y="11650"/>
                  </a:cubicBezTo>
                  <a:cubicBezTo>
                    <a:pt x="9529" y="11650"/>
                    <a:pt x="9529" y="11650"/>
                    <a:pt x="9529" y="11650"/>
                  </a:cubicBezTo>
                  <a:cubicBezTo>
                    <a:pt x="9438" y="11912"/>
                    <a:pt x="9438" y="11912"/>
                    <a:pt x="9438" y="11912"/>
                  </a:cubicBezTo>
                  <a:cubicBezTo>
                    <a:pt x="9347" y="11912"/>
                    <a:pt x="9347" y="11912"/>
                    <a:pt x="9347" y="11912"/>
                  </a:cubicBezTo>
                  <a:cubicBezTo>
                    <a:pt x="9347" y="12043"/>
                    <a:pt x="9347" y="12043"/>
                    <a:pt x="9347" y="12043"/>
                  </a:cubicBezTo>
                  <a:cubicBezTo>
                    <a:pt x="9438" y="12174"/>
                    <a:pt x="9438" y="12174"/>
                    <a:pt x="9438" y="12174"/>
                  </a:cubicBezTo>
                  <a:cubicBezTo>
                    <a:pt x="9438" y="12174"/>
                    <a:pt x="9438" y="12174"/>
                    <a:pt x="9438" y="12174"/>
                  </a:cubicBezTo>
                  <a:cubicBezTo>
                    <a:pt x="9347" y="12305"/>
                    <a:pt x="9347" y="12305"/>
                    <a:pt x="9347" y="12305"/>
                  </a:cubicBezTo>
                  <a:cubicBezTo>
                    <a:pt x="9257" y="12174"/>
                    <a:pt x="9257" y="12174"/>
                    <a:pt x="9257" y="12174"/>
                  </a:cubicBezTo>
                  <a:cubicBezTo>
                    <a:pt x="9257" y="12174"/>
                    <a:pt x="9257" y="12174"/>
                    <a:pt x="9257" y="12174"/>
                  </a:cubicBezTo>
                  <a:cubicBezTo>
                    <a:pt x="9257" y="12043"/>
                    <a:pt x="9257" y="12043"/>
                    <a:pt x="9257" y="12043"/>
                  </a:cubicBezTo>
                  <a:cubicBezTo>
                    <a:pt x="9166" y="12043"/>
                    <a:pt x="9166" y="12043"/>
                    <a:pt x="9166" y="12043"/>
                  </a:cubicBezTo>
                  <a:cubicBezTo>
                    <a:pt x="9166" y="12043"/>
                    <a:pt x="9166" y="12043"/>
                    <a:pt x="9166" y="12043"/>
                  </a:cubicBezTo>
                  <a:cubicBezTo>
                    <a:pt x="8984" y="12043"/>
                    <a:pt x="8984" y="12043"/>
                    <a:pt x="8984" y="12043"/>
                  </a:cubicBezTo>
                  <a:cubicBezTo>
                    <a:pt x="8984" y="11912"/>
                    <a:pt x="8984" y="11912"/>
                    <a:pt x="8984" y="11912"/>
                  </a:cubicBezTo>
                  <a:cubicBezTo>
                    <a:pt x="8894" y="11912"/>
                    <a:pt x="8894" y="11912"/>
                    <a:pt x="8894" y="11912"/>
                  </a:cubicBezTo>
                  <a:cubicBezTo>
                    <a:pt x="8894" y="12043"/>
                    <a:pt x="8894" y="12043"/>
                    <a:pt x="8894" y="12043"/>
                  </a:cubicBezTo>
                  <a:cubicBezTo>
                    <a:pt x="8803" y="12043"/>
                    <a:pt x="8803" y="12043"/>
                    <a:pt x="8803" y="12043"/>
                  </a:cubicBezTo>
                  <a:cubicBezTo>
                    <a:pt x="8803" y="12174"/>
                    <a:pt x="8803" y="12174"/>
                    <a:pt x="8803" y="12174"/>
                  </a:cubicBezTo>
                  <a:cubicBezTo>
                    <a:pt x="8712" y="12043"/>
                    <a:pt x="8712" y="12043"/>
                    <a:pt x="8712" y="12043"/>
                  </a:cubicBezTo>
                  <a:cubicBezTo>
                    <a:pt x="8712" y="12174"/>
                    <a:pt x="8712" y="12174"/>
                    <a:pt x="8712" y="12174"/>
                  </a:cubicBezTo>
                  <a:cubicBezTo>
                    <a:pt x="8712" y="12305"/>
                    <a:pt x="8712" y="12305"/>
                    <a:pt x="8712" y="12305"/>
                  </a:cubicBezTo>
                  <a:cubicBezTo>
                    <a:pt x="8712" y="12305"/>
                    <a:pt x="8712" y="12305"/>
                    <a:pt x="8712" y="12305"/>
                  </a:cubicBezTo>
                  <a:cubicBezTo>
                    <a:pt x="8712" y="12305"/>
                    <a:pt x="8712" y="12305"/>
                    <a:pt x="8712" y="12305"/>
                  </a:cubicBezTo>
                  <a:cubicBezTo>
                    <a:pt x="8712" y="12436"/>
                    <a:pt x="8712" y="12436"/>
                    <a:pt x="8712" y="12436"/>
                  </a:cubicBezTo>
                  <a:cubicBezTo>
                    <a:pt x="8712" y="12567"/>
                    <a:pt x="8712" y="12567"/>
                    <a:pt x="8712" y="12567"/>
                  </a:cubicBezTo>
                  <a:cubicBezTo>
                    <a:pt x="8803" y="12567"/>
                    <a:pt x="8803" y="12567"/>
                    <a:pt x="8803" y="12567"/>
                  </a:cubicBezTo>
                  <a:cubicBezTo>
                    <a:pt x="8803" y="12829"/>
                    <a:pt x="8803" y="12829"/>
                    <a:pt x="8803" y="12829"/>
                  </a:cubicBezTo>
                  <a:cubicBezTo>
                    <a:pt x="8803" y="12829"/>
                    <a:pt x="8803" y="12829"/>
                    <a:pt x="8803" y="12829"/>
                  </a:cubicBezTo>
                  <a:cubicBezTo>
                    <a:pt x="8803" y="12959"/>
                    <a:pt x="8803" y="12959"/>
                    <a:pt x="8803" y="12959"/>
                  </a:cubicBezTo>
                  <a:cubicBezTo>
                    <a:pt x="8894" y="12959"/>
                    <a:pt x="8894" y="12959"/>
                    <a:pt x="8894" y="12959"/>
                  </a:cubicBezTo>
                  <a:cubicBezTo>
                    <a:pt x="8894" y="13090"/>
                    <a:pt x="8894" y="13090"/>
                    <a:pt x="8894" y="13090"/>
                  </a:cubicBezTo>
                  <a:cubicBezTo>
                    <a:pt x="8803" y="13090"/>
                    <a:pt x="8803" y="13090"/>
                    <a:pt x="8803" y="13090"/>
                  </a:cubicBezTo>
                  <a:cubicBezTo>
                    <a:pt x="8712" y="13090"/>
                    <a:pt x="8712" y="13090"/>
                    <a:pt x="8712" y="13090"/>
                  </a:cubicBezTo>
                  <a:cubicBezTo>
                    <a:pt x="8984" y="13221"/>
                    <a:pt x="8984" y="13221"/>
                    <a:pt x="8984" y="13221"/>
                  </a:cubicBezTo>
                  <a:cubicBezTo>
                    <a:pt x="9075" y="13221"/>
                    <a:pt x="9075" y="13221"/>
                    <a:pt x="9075" y="13221"/>
                  </a:cubicBezTo>
                  <a:cubicBezTo>
                    <a:pt x="9257" y="13221"/>
                    <a:pt x="9257" y="13221"/>
                    <a:pt x="9257" y="13221"/>
                  </a:cubicBezTo>
                  <a:cubicBezTo>
                    <a:pt x="9257" y="13221"/>
                    <a:pt x="9257" y="13221"/>
                    <a:pt x="9257" y="13221"/>
                  </a:cubicBezTo>
                  <a:cubicBezTo>
                    <a:pt x="9347" y="13221"/>
                    <a:pt x="9347" y="13221"/>
                    <a:pt x="9347" y="13221"/>
                  </a:cubicBezTo>
                  <a:cubicBezTo>
                    <a:pt x="9347" y="13221"/>
                    <a:pt x="9347" y="13221"/>
                    <a:pt x="9347" y="13221"/>
                  </a:cubicBezTo>
                  <a:cubicBezTo>
                    <a:pt x="9529" y="12959"/>
                    <a:pt x="9529" y="12959"/>
                    <a:pt x="9529" y="12959"/>
                  </a:cubicBezTo>
                  <a:cubicBezTo>
                    <a:pt x="9529" y="12959"/>
                    <a:pt x="9529" y="12959"/>
                    <a:pt x="9529" y="12959"/>
                  </a:cubicBezTo>
                  <a:cubicBezTo>
                    <a:pt x="9438" y="12829"/>
                    <a:pt x="9438" y="12829"/>
                    <a:pt x="9438" y="12829"/>
                  </a:cubicBezTo>
                  <a:cubicBezTo>
                    <a:pt x="9438" y="12829"/>
                    <a:pt x="9438" y="12829"/>
                    <a:pt x="9438" y="12829"/>
                  </a:cubicBezTo>
                  <a:cubicBezTo>
                    <a:pt x="9529" y="12698"/>
                    <a:pt x="9529" y="12698"/>
                    <a:pt x="9529" y="12698"/>
                  </a:cubicBezTo>
                  <a:cubicBezTo>
                    <a:pt x="9710" y="12567"/>
                    <a:pt x="9710" y="12567"/>
                    <a:pt x="9710" y="12567"/>
                  </a:cubicBezTo>
                  <a:cubicBezTo>
                    <a:pt x="9892" y="12436"/>
                    <a:pt x="9892" y="12436"/>
                    <a:pt x="9892" y="12436"/>
                  </a:cubicBezTo>
                  <a:cubicBezTo>
                    <a:pt x="9892" y="12436"/>
                    <a:pt x="9892" y="12436"/>
                    <a:pt x="9892" y="12436"/>
                  </a:cubicBezTo>
                  <a:cubicBezTo>
                    <a:pt x="9892" y="12436"/>
                    <a:pt x="9892" y="12436"/>
                    <a:pt x="9892" y="12436"/>
                  </a:cubicBezTo>
                  <a:cubicBezTo>
                    <a:pt x="9710" y="12698"/>
                    <a:pt x="9710" y="12698"/>
                    <a:pt x="9710" y="12698"/>
                  </a:cubicBezTo>
                  <a:cubicBezTo>
                    <a:pt x="9620" y="12829"/>
                    <a:pt x="9620" y="12829"/>
                    <a:pt x="9620" y="12829"/>
                  </a:cubicBezTo>
                  <a:cubicBezTo>
                    <a:pt x="9620" y="12829"/>
                    <a:pt x="9620" y="12829"/>
                    <a:pt x="9620" y="12829"/>
                  </a:cubicBezTo>
                  <a:cubicBezTo>
                    <a:pt x="9620" y="12959"/>
                    <a:pt x="9620" y="12959"/>
                    <a:pt x="9620" y="12959"/>
                  </a:cubicBezTo>
                  <a:cubicBezTo>
                    <a:pt x="9620" y="12959"/>
                    <a:pt x="9620" y="12959"/>
                    <a:pt x="9620" y="12959"/>
                  </a:cubicBezTo>
                  <a:cubicBezTo>
                    <a:pt x="9620" y="13090"/>
                    <a:pt x="9620" y="13090"/>
                    <a:pt x="9620" y="13090"/>
                  </a:cubicBezTo>
                  <a:cubicBezTo>
                    <a:pt x="9529" y="13221"/>
                    <a:pt x="9529" y="13221"/>
                    <a:pt x="9529" y="13221"/>
                  </a:cubicBezTo>
                  <a:cubicBezTo>
                    <a:pt x="9438" y="13352"/>
                    <a:pt x="9438" y="13352"/>
                    <a:pt x="9438" y="13352"/>
                  </a:cubicBezTo>
                  <a:cubicBezTo>
                    <a:pt x="9529" y="13483"/>
                    <a:pt x="9529" y="13483"/>
                    <a:pt x="9529" y="13483"/>
                  </a:cubicBezTo>
                  <a:cubicBezTo>
                    <a:pt x="9438" y="13483"/>
                    <a:pt x="9438" y="13483"/>
                    <a:pt x="9438" y="13483"/>
                  </a:cubicBezTo>
                  <a:cubicBezTo>
                    <a:pt x="9438" y="13614"/>
                    <a:pt x="9438" y="13614"/>
                    <a:pt x="9438" y="13614"/>
                  </a:cubicBezTo>
                  <a:cubicBezTo>
                    <a:pt x="9438" y="13745"/>
                    <a:pt x="9438" y="13745"/>
                    <a:pt x="9438" y="13745"/>
                  </a:cubicBezTo>
                  <a:cubicBezTo>
                    <a:pt x="9529" y="13745"/>
                    <a:pt x="9529" y="13745"/>
                    <a:pt x="9529" y="13745"/>
                  </a:cubicBezTo>
                  <a:cubicBezTo>
                    <a:pt x="9347" y="13876"/>
                    <a:pt x="9347" y="13876"/>
                    <a:pt x="9347" y="13876"/>
                  </a:cubicBezTo>
                  <a:cubicBezTo>
                    <a:pt x="9347" y="13876"/>
                    <a:pt x="9347" y="13876"/>
                    <a:pt x="9347" y="13876"/>
                  </a:cubicBezTo>
                  <a:cubicBezTo>
                    <a:pt x="9347" y="14007"/>
                    <a:pt x="9347" y="14007"/>
                    <a:pt x="9347" y="14007"/>
                  </a:cubicBezTo>
                  <a:cubicBezTo>
                    <a:pt x="9257" y="14007"/>
                    <a:pt x="9257" y="14007"/>
                    <a:pt x="9257" y="14007"/>
                  </a:cubicBezTo>
                  <a:cubicBezTo>
                    <a:pt x="9257" y="14007"/>
                    <a:pt x="9257" y="14007"/>
                    <a:pt x="9257" y="14007"/>
                  </a:cubicBezTo>
                  <a:cubicBezTo>
                    <a:pt x="9257" y="14138"/>
                    <a:pt x="9257" y="14138"/>
                    <a:pt x="9257" y="14138"/>
                  </a:cubicBezTo>
                  <a:cubicBezTo>
                    <a:pt x="9257" y="14138"/>
                    <a:pt x="9257" y="14138"/>
                    <a:pt x="9257" y="14138"/>
                  </a:cubicBezTo>
                  <a:cubicBezTo>
                    <a:pt x="9347" y="14269"/>
                    <a:pt x="9347" y="14269"/>
                    <a:pt x="9347" y="14269"/>
                  </a:cubicBezTo>
                  <a:cubicBezTo>
                    <a:pt x="9347" y="14138"/>
                    <a:pt x="9347" y="14138"/>
                    <a:pt x="9347" y="14138"/>
                  </a:cubicBezTo>
                  <a:cubicBezTo>
                    <a:pt x="9438" y="14138"/>
                    <a:pt x="9438" y="14138"/>
                    <a:pt x="9438" y="14138"/>
                  </a:cubicBezTo>
                  <a:cubicBezTo>
                    <a:pt x="9438" y="14269"/>
                    <a:pt x="9438" y="14269"/>
                    <a:pt x="9438" y="14269"/>
                  </a:cubicBezTo>
                  <a:cubicBezTo>
                    <a:pt x="9438" y="14269"/>
                    <a:pt x="9438" y="14269"/>
                    <a:pt x="9438" y="14269"/>
                  </a:cubicBezTo>
                  <a:cubicBezTo>
                    <a:pt x="9347" y="14269"/>
                    <a:pt x="9347" y="14269"/>
                    <a:pt x="9347" y="14269"/>
                  </a:cubicBezTo>
                  <a:cubicBezTo>
                    <a:pt x="9257" y="14399"/>
                    <a:pt x="9257" y="14399"/>
                    <a:pt x="9257" y="14399"/>
                  </a:cubicBezTo>
                  <a:cubicBezTo>
                    <a:pt x="9257" y="14399"/>
                    <a:pt x="9257" y="14399"/>
                    <a:pt x="9257" y="14399"/>
                  </a:cubicBezTo>
                  <a:cubicBezTo>
                    <a:pt x="9257" y="14399"/>
                    <a:pt x="9257" y="14399"/>
                    <a:pt x="9257" y="14399"/>
                  </a:cubicBezTo>
                  <a:cubicBezTo>
                    <a:pt x="9347" y="14530"/>
                    <a:pt x="9347" y="14530"/>
                    <a:pt x="9347" y="14530"/>
                  </a:cubicBezTo>
                  <a:cubicBezTo>
                    <a:pt x="9257" y="14530"/>
                    <a:pt x="9257" y="14530"/>
                    <a:pt x="9257" y="14530"/>
                  </a:cubicBezTo>
                  <a:cubicBezTo>
                    <a:pt x="9166" y="14530"/>
                    <a:pt x="9166" y="14530"/>
                    <a:pt x="9166" y="14530"/>
                  </a:cubicBezTo>
                  <a:cubicBezTo>
                    <a:pt x="9166" y="14661"/>
                    <a:pt x="9166" y="14661"/>
                    <a:pt x="9166" y="14661"/>
                  </a:cubicBezTo>
                  <a:cubicBezTo>
                    <a:pt x="9075" y="14661"/>
                    <a:pt x="9075" y="14661"/>
                    <a:pt x="9075" y="14661"/>
                  </a:cubicBezTo>
                  <a:cubicBezTo>
                    <a:pt x="9075" y="14661"/>
                    <a:pt x="9075" y="14661"/>
                    <a:pt x="9075" y="14661"/>
                  </a:cubicBezTo>
                  <a:cubicBezTo>
                    <a:pt x="9075" y="14661"/>
                    <a:pt x="9075" y="14661"/>
                    <a:pt x="9075" y="14661"/>
                  </a:cubicBezTo>
                  <a:cubicBezTo>
                    <a:pt x="9166" y="14661"/>
                    <a:pt x="9166" y="14661"/>
                    <a:pt x="9166" y="14661"/>
                  </a:cubicBezTo>
                  <a:cubicBezTo>
                    <a:pt x="9257" y="14792"/>
                    <a:pt x="9257" y="14792"/>
                    <a:pt x="9257" y="14792"/>
                  </a:cubicBezTo>
                  <a:cubicBezTo>
                    <a:pt x="9347" y="14661"/>
                    <a:pt x="9347" y="14661"/>
                    <a:pt x="9347" y="14661"/>
                  </a:cubicBezTo>
                  <a:cubicBezTo>
                    <a:pt x="9438" y="14530"/>
                    <a:pt x="9438" y="14530"/>
                    <a:pt x="9438" y="14530"/>
                  </a:cubicBezTo>
                  <a:cubicBezTo>
                    <a:pt x="9529" y="14530"/>
                    <a:pt x="9529" y="14530"/>
                    <a:pt x="9529" y="14530"/>
                  </a:cubicBezTo>
                  <a:cubicBezTo>
                    <a:pt x="9529" y="14530"/>
                    <a:pt x="9529" y="14530"/>
                    <a:pt x="9529" y="14530"/>
                  </a:cubicBezTo>
                  <a:cubicBezTo>
                    <a:pt x="9620" y="14399"/>
                    <a:pt x="9620" y="14399"/>
                    <a:pt x="9620" y="14399"/>
                  </a:cubicBezTo>
                  <a:cubicBezTo>
                    <a:pt x="9710" y="14399"/>
                    <a:pt x="9710" y="14399"/>
                    <a:pt x="9710" y="14399"/>
                  </a:cubicBezTo>
                  <a:cubicBezTo>
                    <a:pt x="9710" y="14530"/>
                    <a:pt x="9710" y="14530"/>
                    <a:pt x="9710" y="14530"/>
                  </a:cubicBezTo>
                  <a:cubicBezTo>
                    <a:pt x="9710" y="14530"/>
                    <a:pt x="9710" y="14530"/>
                    <a:pt x="9710" y="14530"/>
                  </a:cubicBezTo>
                  <a:cubicBezTo>
                    <a:pt x="9710" y="14530"/>
                    <a:pt x="9710" y="14530"/>
                    <a:pt x="9710" y="14530"/>
                  </a:cubicBezTo>
                  <a:cubicBezTo>
                    <a:pt x="9710" y="14530"/>
                    <a:pt x="9710" y="14530"/>
                    <a:pt x="9710" y="14530"/>
                  </a:cubicBezTo>
                  <a:cubicBezTo>
                    <a:pt x="9710" y="14661"/>
                    <a:pt x="9710" y="14661"/>
                    <a:pt x="9710" y="14661"/>
                  </a:cubicBezTo>
                  <a:cubicBezTo>
                    <a:pt x="9710" y="14792"/>
                    <a:pt x="9710" y="14792"/>
                    <a:pt x="9710" y="14792"/>
                  </a:cubicBezTo>
                  <a:cubicBezTo>
                    <a:pt x="9801" y="14792"/>
                    <a:pt x="9801" y="14792"/>
                    <a:pt x="9801" y="14792"/>
                  </a:cubicBezTo>
                  <a:cubicBezTo>
                    <a:pt x="9892" y="14661"/>
                    <a:pt x="9892" y="14661"/>
                    <a:pt x="9892" y="14661"/>
                  </a:cubicBezTo>
                  <a:cubicBezTo>
                    <a:pt x="9892" y="14661"/>
                    <a:pt x="9892" y="14661"/>
                    <a:pt x="9892" y="14661"/>
                  </a:cubicBezTo>
                  <a:cubicBezTo>
                    <a:pt x="9892" y="14661"/>
                    <a:pt x="9892" y="14661"/>
                    <a:pt x="9892" y="14661"/>
                  </a:cubicBezTo>
                  <a:cubicBezTo>
                    <a:pt x="9892" y="14792"/>
                    <a:pt x="9892" y="14792"/>
                    <a:pt x="9892" y="14792"/>
                  </a:cubicBezTo>
                  <a:cubicBezTo>
                    <a:pt x="9983" y="14923"/>
                    <a:pt x="9983" y="14923"/>
                    <a:pt x="9983" y="14923"/>
                  </a:cubicBezTo>
                  <a:cubicBezTo>
                    <a:pt x="9983" y="15054"/>
                    <a:pt x="9983" y="15054"/>
                    <a:pt x="9983" y="15054"/>
                  </a:cubicBezTo>
                  <a:cubicBezTo>
                    <a:pt x="9983" y="15185"/>
                    <a:pt x="9983" y="15185"/>
                    <a:pt x="9983" y="15185"/>
                  </a:cubicBezTo>
                  <a:cubicBezTo>
                    <a:pt x="9983" y="15316"/>
                    <a:pt x="9983" y="15316"/>
                    <a:pt x="9983" y="15316"/>
                  </a:cubicBezTo>
                  <a:cubicBezTo>
                    <a:pt x="10073" y="15316"/>
                    <a:pt x="10073" y="15316"/>
                    <a:pt x="10073" y="15316"/>
                  </a:cubicBezTo>
                  <a:cubicBezTo>
                    <a:pt x="10073" y="15185"/>
                    <a:pt x="10073" y="15185"/>
                    <a:pt x="10073" y="15185"/>
                  </a:cubicBezTo>
                  <a:cubicBezTo>
                    <a:pt x="10073" y="15054"/>
                    <a:pt x="10073" y="15054"/>
                    <a:pt x="10073" y="15054"/>
                  </a:cubicBezTo>
                  <a:cubicBezTo>
                    <a:pt x="10164" y="14923"/>
                    <a:pt x="10164" y="14923"/>
                    <a:pt x="10164" y="14923"/>
                  </a:cubicBezTo>
                  <a:cubicBezTo>
                    <a:pt x="10164" y="14792"/>
                    <a:pt x="10164" y="14792"/>
                    <a:pt x="10164" y="14792"/>
                  </a:cubicBezTo>
                  <a:cubicBezTo>
                    <a:pt x="10255" y="14661"/>
                    <a:pt x="10255" y="14661"/>
                    <a:pt x="10255" y="14661"/>
                  </a:cubicBezTo>
                  <a:cubicBezTo>
                    <a:pt x="10255" y="14661"/>
                    <a:pt x="10255" y="14661"/>
                    <a:pt x="10255" y="14661"/>
                  </a:cubicBezTo>
                  <a:cubicBezTo>
                    <a:pt x="10346" y="14661"/>
                    <a:pt x="10346" y="14661"/>
                    <a:pt x="10346" y="14661"/>
                  </a:cubicBezTo>
                  <a:cubicBezTo>
                    <a:pt x="10436" y="14661"/>
                    <a:pt x="10436" y="14661"/>
                    <a:pt x="10436" y="14661"/>
                  </a:cubicBezTo>
                  <a:cubicBezTo>
                    <a:pt x="10346" y="14661"/>
                    <a:pt x="10346" y="14661"/>
                    <a:pt x="10346" y="14661"/>
                  </a:cubicBezTo>
                  <a:cubicBezTo>
                    <a:pt x="10255" y="14792"/>
                    <a:pt x="10255" y="14792"/>
                    <a:pt x="10255" y="14792"/>
                  </a:cubicBezTo>
                  <a:cubicBezTo>
                    <a:pt x="10255" y="14923"/>
                    <a:pt x="10255" y="14923"/>
                    <a:pt x="10255" y="14923"/>
                  </a:cubicBezTo>
                  <a:cubicBezTo>
                    <a:pt x="10346" y="15054"/>
                    <a:pt x="10346" y="15054"/>
                    <a:pt x="10346" y="15054"/>
                  </a:cubicBezTo>
                  <a:cubicBezTo>
                    <a:pt x="10436" y="15054"/>
                    <a:pt x="10436" y="15054"/>
                    <a:pt x="10436" y="15054"/>
                  </a:cubicBezTo>
                  <a:cubicBezTo>
                    <a:pt x="10527" y="14923"/>
                    <a:pt x="10527" y="14923"/>
                    <a:pt x="10527" y="14923"/>
                  </a:cubicBezTo>
                  <a:cubicBezTo>
                    <a:pt x="10709" y="14923"/>
                    <a:pt x="10709" y="14923"/>
                    <a:pt x="10709" y="14923"/>
                  </a:cubicBezTo>
                  <a:cubicBezTo>
                    <a:pt x="10709" y="14923"/>
                    <a:pt x="10709" y="14923"/>
                    <a:pt x="10709" y="14923"/>
                  </a:cubicBezTo>
                  <a:cubicBezTo>
                    <a:pt x="10800" y="14923"/>
                    <a:pt x="10800" y="14923"/>
                    <a:pt x="10800" y="14923"/>
                  </a:cubicBezTo>
                  <a:cubicBezTo>
                    <a:pt x="10981" y="14792"/>
                    <a:pt x="10981" y="14792"/>
                    <a:pt x="10981" y="14792"/>
                  </a:cubicBezTo>
                  <a:cubicBezTo>
                    <a:pt x="10981" y="14792"/>
                    <a:pt x="10981" y="14792"/>
                    <a:pt x="10981" y="14792"/>
                  </a:cubicBezTo>
                  <a:cubicBezTo>
                    <a:pt x="10981" y="14792"/>
                    <a:pt x="10981" y="14792"/>
                    <a:pt x="10981" y="14792"/>
                  </a:cubicBezTo>
                  <a:cubicBezTo>
                    <a:pt x="10890" y="14923"/>
                    <a:pt x="10890" y="14923"/>
                    <a:pt x="10890" y="14923"/>
                  </a:cubicBezTo>
                  <a:cubicBezTo>
                    <a:pt x="10890" y="15054"/>
                    <a:pt x="10890" y="15054"/>
                    <a:pt x="10890" y="15054"/>
                  </a:cubicBezTo>
                  <a:cubicBezTo>
                    <a:pt x="10800" y="15054"/>
                    <a:pt x="10800" y="15054"/>
                    <a:pt x="10800" y="15054"/>
                  </a:cubicBezTo>
                  <a:cubicBezTo>
                    <a:pt x="10618" y="15185"/>
                    <a:pt x="10618" y="15185"/>
                    <a:pt x="10618" y="15185"/>
                  </a:cubicBezTo>
                  <a:cubicBezTo>
                    <a:pt x="10436" y="15316"/>
                    <a:pt x="10436" y="15316"/>
                    <a:pt x="10436" y="15316"/>
                  </a:cubicBezTo>
                  <a:cubicBezTo>
                    <a:pt x="10436" y="15447"/>
                    <a:pt x="10436" y="15447"/>
                    <a:pt x="10436" y="15447"/>
                  </a:cubicBezTo>
                  <a:cubicBezTo>
                    <a:pt x="10436" y="15578"/>
                    <a:pt x="10436" y="15578"/>
                    <a:pt x="10436" y="15578"/>
                  </a:cubicBezTo>
                  <a:cubicBezTo>
                    <a:pt x="10436" y="15709"/>
                    <a:pt x="10436" y="15709"/>
                    <a:pt x="10436" y="15709"/>
                  </a:cubicBezTo>
                  <a:cubicBezTo>
                    <a:pt x="10527" y="15709"/>
                    <a:pt x="10527" y="15709"/>
                    <a:pt x="10527" y="15709"/>
                  </a:cubicBezTo>
                  <a:cubicBezTo>
                    <a:pt x="10346" y="15709"/>
                    <a:pt x="10346" y="15709"/>
                    <a:pt x="10346" y="15709"/>
                  </a:cubicBezTo>
                  <a:cubicBezTo>
                    <a:pt x="10346" y="15709"/>
                    <a:pt x="10346" y="15709"/>
                    <a:pt x="10346" y="15709"/>
                  </a:cubicBezTo>
                  <a:cubicBezTo>
                    <a:pt x="10255" y="15840"/>
                    <a:pt x="10255" y="15840"/>
                    <a:pt x="10255" y="15840"/>
                  </a:cubicBezTo>
                  <a:cubicBezTo>
                    <a:pt x="10255" y="15970"/>
                    <a:pt x="10255" y="15970"/>
                    <a:pt x="10255" y="15970"/>
                  </a:cubicBezTo>
                  <a:cubicBezTo>
                    <a:pt x="10073" y="16101"/>
                    <a:pt x="10073" y="16101"/>
                    <a:pt x="10073" y="16101"/>
                  </a:cubicBezTo>
                  <a:cubicBezTo>
                    <a:pt x="10073" y="16232"/>
                    <a:pt x="10073" y="16232"/>
                    <a:pt x="10073" y="16232"/>
                  </a:cubicBezTo>
                  <a:cubicBezTo>
                    <a:pt x="10073" y="16363"/>
                    <a:pt x="10073" y="16363"/>
                    <a:pt x="10073" y="16363"/>
                  </a:cubicBezTo>
                  <a:cubicBezTo>
                    <a:pt x="10164" y="16363"/>
                    <a:pt x="10164" y="16363"/>
                    <a:pt x="10164" y="16363"/>
                  </a:cubicBezTo>
                  <a:cubicBezTo>
                    <a:pt x="10073" y="16363"/>
                    <a:pt x="10073" y="16363"/>
                    <a:pt x="10073" y="16363"/>
                  </a:cubicBezTo>
                  <a:cubicBezTo>
                    <a:pt x="10073" y="16363"/>
                    <a:pt x="10073" y="16363"/>
                    <a:pt x="10073" y="16363"/>
                  </a:cubicBezTo>
                  <a:cubicBezTo>
                    <a:pt x="10073" y="16363"/>
                    <a:pt x="10073" y="16363"/>
                    <a:pt x="10073" y="16363"/>
                  </a:cubicBezTo>
                  <a:cubicBezTo>
                    <a:pt x="9983" y="16363"/>
                    <a:pt x="9983" y="16363"/>
                    <a:pt x="9983" y="16363"/>
                  </a:cubicBezTo>
                  <a:cubicBezTo>
                    <a:pt x="9892" y="16363"/>
                    <a:pt x="9892" y="16363"/>
                    <a:pt x="9892" y="16363"/>
                  </a:cubicBezTo>
                  <a:cubicBezTo>
                    <a:pt x="9801" y="16494"/>
                    <a:pt x="9801" y="16494"/>
                    <a:pt x="9801" y="16494"/>
                  </a:cubicBezTo>
                  <a:cubicBezTo>
                    <a:pt x="9801" y="16625"/>
                    <a:pt x="9801" y="16625"/>
                    <a:pt x="9801" y="16625"/>
                  </a:cubicBezTo>
                  <a:cubicBezTo>
                    <a:pt x="9801" y="16625"/>
                    <a:pt x="9801" y="16625"/>
                    <a:pt x="9801" y="16625"/>
                  </a:cubicBezTo>
                  <a:cubicBezTo>
                    <a:pt x="9801" y="16625"/>
                    <a:pt x="9801" y="16625"/>
                    <a:pt x="9801" y="16625"/>
                  </a:cubicBezTo>
                  <a:cubicBezTo>
                    <a:pt x="9710" y="16625"/>
                    <a:pt x="9710" y="16625"/>
                    <a:pt x="9710" y="16625"/>
                  </a:cubicBezTo>
                  <a:cubicBezTo>
                    <a:pt x="9710" y="16625"/>
                    <a:pt x="9710" y="16625"/>
                    <a:pt x="9710" y="16625"/>
                  </a:cubicBezTo>
                  <a:cubicBezTo>
                    <a:pt x="9529" y="16756"/>
                    <a:pt x="9529" y="16756"/>
                    <a:pt x="9529" y="16756"/>
                  </a:cubicBezTo>
                  <a:cubicBezTo>
                    <a:pt x="9438" y="16887"/>
                    <a:pt x="9438" y="16887"/>
                    <a:pt x="9438" y="16887"/>
                  </a:cubicBezTo>
                  <a:cubicBezTo>
                    <a:pt x="9438" y="17018"/>
                    <a:pt x="9438" y="17018"/>
                    <a:pt x="9438" y="17018"/>
                  </a:cubicBezTo>
                  <a:cubicBezTo>
                    <a:pt x="9438" y="17018"/>
                    <a:pt x="9438" y="17018"/>
                    <a:pt x="9438" y="17018"/>
                  </a:cubicBezTo>
                  <a:cubicBezTo>
                    <a:pt x="9347" y="17018"/>
                    <a:pt x="9347" y="17018"/>
                    <a:pt x="9347" y="17018"/>
                  </a:cubicBezTo>
                  <a:cubicBezTo>
                    <a:pt x="9347" y="16887"/>
                    <a:pt x="9347" y="16887"/>
                    <a:pt x="9347" y="16887"/>
                  </a:cubicBezTo>
                  <a:cubicBezTo>
                    <a:pt x="9257" y="16887"/>
                    <a:pt x="9257" y="16887"/>
                    <a:pt x="9257" y="16887"/>
                  </a:cubicBezTo>
                  <a:cubicBezTo>
                    <a:pt x="9166" y="17018"/>
                    <a:pt x="9166" y="17018"/>
                    <a:pt x="9166" y="17018"/>
                  </a:cubicBezTo>
                  <a:cubicBezTo>
                    <a:pt x="9075" y="17018"/>
                    <a:pt x="9075" y="17018"/>
                    <a:pt x="9075" y="17018"/>
                  </a:cubicBezTo>
                  <a:cubicBezTo>
                    <a:pt x="9075" y="17149"/>
                    <a:pt x="9075" y="17149"/>
                    <a:pt x="9075" y="17149"/>
                  </a:cubicBezTo>
                  <a:cubicBezTo>
                    <a:pt x="9075" y="17149"/>
                    <a:pt x="9075" y="17149"/>
                    <a:pt x="9075" y="17149"/>
                  </a:cubicBezTo>
                  <a:cubicBezTo>
                    <a:pt x="8894" y="17149"/>
                    <a:pt x="8894" y="17149"/>
                    <a:pt x="8894" y="17149"/>
                  </a:cubicBezTo>
                  <a:cubicBezTo>
                    <a:pt x="8803" y="17279"/>
                    <a:pt x="8803" y="17279"/>
                    <a:pt x="8803" y="17279"/>
                  </a:cubicBezTo>
                  <a:cubicBezTo>
                    <a:pt x="8621" y="17410"/>
                    <a:pt x="8621" y="17410"/>
                    <a:pt x="8621" y="17410"/>
                  </a:cubicBezTo>
                  <a:cubicBezTo>
                    <a:pt x="8531" y="17541"/>
                    <a:pt x="8531" y="17541"/>
                    <a:pt x="8531" y="17541"/>
                  </a:cubicBezTo>
                  <a:cubicBezTo>
                    <a:pt x="8440" y="17672"/>
                    <a:pt x="8440" y="17672"/>
                    <a:pt x="8440" y="17672"/>
                  </a:cubicBezTo>
                  <a:cubicBezTo>
                    <a:pt x="8440" y="17672"/>
                    <a:pt x="8440" y="17672"/>
                    <a:pt x="8440" y="17672"/>
                  </a:cubicBezTo>
                  <a:cubicBezTo>
                    <a:pt x="8440" y="17803"/>
                    <a:pt x="8440" y="17803"/>
                    <a:pt x="8440" y="17803"/>
                  </a:cubicBezTo>
                  <a:cubicBezTo>
                    <a:pt x="8440" y="17934"/>
                    <a:pt x="8440" y="17934"/>
                    <a:pt x="8440" y="17934"/>
                  </a:cubicBezTo>
                  <a:cubicBezTo>
                    <a:pt x="8440" y="17934"/>
                    <a:pt x="8440" y="17934"/>
                    <a:pt x="8440" y="17934"/>
                  </a:cubicBezTo>
                  <a:cubicBezTo>
                    <a:pt x="8440" y="17803"/>
                    <a:pt x="8440" y="17803"/>
                    <a:pt x="8440" y="17803"/>
                  </a:cubicBezTo>
                  <a:cubicBezTo>
                    <a:pt x="8349" y="17803"/>
                    <a:pt x="8349" y="17803"/>
                    <a:pt x="8349" y="17803"/>
                  </a:cubicBezTo>
                  <a:cubicBezTo>
                    <a:pt x="8349" y="17803"/>
                    <a:pt x="8349" y="17803"/>
                    <a:pt x="8349" y="17803"/>
                  </a:cubicBezTo>
                  <a:cubicBezTo>
                    <a:pt x="8349" y="17934"/>
                    <a:pt x="8349" y="17934"/>
                    <a:pt x="8349" y="17934"/>
                  </a:cubicBezTo>
                  <a:cubicBezTo>
                    <a:pt x="8349" y="17934"/>
                    <a:pt x="8349" y="17934"/>
                    <a:pt x="8349" y="17934"/>
                  </a:cubicBezTo>
                  <a:cubicBezTo>
                    <a:pt x="8258" y="17934"/>
                    <a:pt x="8258" y="17934"/>
                    <a:pt x="8258" y="17934"/>
                  </a:cubicBezTo>
                  <a:cubicBezTo>
                    <a:pt x="8258" y="17803"/>
                    <a:pt x="8258" y="17803"/>
                    <a:pt x="8258" y="17803"/>
                  </a:cubicBezTo>
                  <a:cubicBezTo>
                    <a:pt x="8258" y="17672"/>
                    <a:pt x="8258" y="17672"/>
                    <a:pt x="8258" y="17672"/>
                  </a:cubicBezTo>
                  <a:cubicBezTo>
                    <a:pt x="8258" y="17672"/>
                    <a:pt x="8258" y="17672"/>
                    <a:pt x="8258" y="17672"/>
                  </a:cubicBezTo>
                  <a:cubicBezTo>
                    <a:pt x="8168" y="17672"/>
                    <a:pt x="8168" y="17672"/>
                    <a:pt x="8168" y="17672"/>
                  </a:cubicBezTo>
                  <a:cubicBezTo>
                    <a:pt x="8168" y="17672"/>
                    <a:pt x="8168" y="17672"/>
                    <a:pt x="8168" y="17672"/>
                  </a:cubicBezTo>
                  <a:cubicBezTo>
                    <a:pt x="8077" y="17672"/>
                    <a:pt x="8077" y="17672"/>
                    <a:pt x="8077" y="17672"/>
                  </a:cubicBezTo>
                  <a:cubicBezTo>
                    <a:pt x="7895" y="17672"/>
                    <a:pt x="7895" y="17672"/>
                    <a:pt x="7895" y="17672"/>
                  </a:cubicBezTo>
                  <a:cubicBezTo>
                    <a:pt x="7895" y="17803"/>
                    <a:pt x="7895" y="17803"/>
                    <a:pt x="7895" y="17803"/>
                  </a:cubicBezTo>
                  <a:cubicBezTo>
                    <a:pt x="7805" y="17803"/>
                    <a:pt x="7805" y="17803"/>
                    <a:pt x="7805" y="17803"/>
                  </a:cubicBezTo>
                  <a:cubicBezTo>
                    <a:pt x="7714" y="17934"/>
                    <a:pt x="7714" y="17934"/>
                    <a:pt x="7714" y="17934"/>
                  </a:cubicBezTo>
                  <a:cubicBezTo>
                    <a:pt x="7623" y="17934"/>
                    <a:pt x="7623" y="17934"/>
                    <a:pt x="7623" y="17934"/>
                  </a:cubicBezTo>
                  <a:cubicBezTo>
                    <a:pt x="7532" y="18065"/>
                    <a:pt x="7532" y="18065"/>
                    <a:pt x="7532" y="18065"/>
                  </a:cubicBezTo>
                  <a:cubicBezTo>
                    <a:pt x="7532" y="18196"/>
                    <a:pt x="7532" y="18196"/>
                    <a:pt x="7532" y="18196"/>
                  </a:cubicBezTo>
                  <a:cubicBezTo>
                    <a:pt x="7532" y="18196"/>
                    <a:pt x="7532" y="18196"/>
                    <a:pt x="7532" y="18196"/>
                  </a:cubicBezTo>
                  <a:cubicBezTo>
                    <a:pt x="7442" y="18196"/>
                    <a:pt x="7442" y="18196"/>
                    <a:pt x="7442" y="18196"/>
                  </a:cubicBezTo>
                  <a:cubicBezTo>
                    <a:pt x="7351" y="18196"/>
                    <a:pt x="7351" y="18196"/>
                    <a:pt x="7351" y="18196"/>
                  </a:cubicBezTo>
                  <a:cubicBezTo>
                    <a:pt x="7351" y="18327"/>
                    <a:pt x="7351" y="18327"/>
                    <a:pt x="7351" y="18327"/>
                  </a:cubicBezTo>
                  <a:cubicBezTo>
                    <a:pt x="7351" y="18327"/>
                    <a:pt x="7351" y="18327"/>
                    <a:pt x="7351" y="18327"/>
                  </a:cubicBezTo>
                  <a:cubicBezTo>
                    <a:pt x="7260" y="18327"/>
                    <a:pt x="7260" y="18327"/>
                    <a:pt x="7260" y="18327"/>
                  </a:cubicBezTo>
                  <a:cubicBezTo>
                    <a:pt x="7169" y="18327"/>
                    <a:pt x="7169" y="18327"/>
                    <a:pt x="7169" y="18327"/>
                  </a:cubicBezTo>
                  <a:cubicBezTo>
                    <a:pt x="7169" y="18327"/>
                    <a:pt x="7169" y="18327"/>
                    <a:pt x="7169" y="18327"/>
                  </a:cubicBezTo>
                  <a:cubicBezTo>
                    <a:pt x="7078" y="18458"/>
                    <a:pt x="7078" y="18458"/>
                    <a:pt x="7078" y="18458"/>
                  </a:cubicBezTo>
                  <a:cubicBezTo>
                    <a:pt x="7078" y="18589"/>
                    <a:pt x="7078" y="18589"/>
                    <a:pt x="7078" y="18589"/>
                  </a:cubicBezTo>
                  <a:cubicBezTo>
                    <a:pt x="7078" y="18589"/>
                    <a:pt x="7078" y="18589"/>
                    <a:pt x="7078" y="18589"/>
                  </a:cubicBezTo>
                  <a:cubicBezTo>
                    <a:pt x="7169" y="18589"/>
                    <a:pt x="7169" y="18589"/>
                    <a:pt x="7169" y="18589"/>
                  </a:cubicBezTo>
                  <a:cubicBezTo>
                    <a:pt x="7169" y="18589"/>
                    <a:pt x="7169" y="18589"/>
                    <a:pt x="7169" y="18589"/>
                  </a:cubicBezTo>
                  <a:cubicBezTo>
                    <a:pt x="7169" y="18458"/>
                    <a:pt x="7169" y="18458"/>
                    <a:pt x="7169" y="18458"/>
                  </a:cubicBezTo>
                  <a:cubicBezTo>
                    <a:pt x="7260" y="18458"/>
                    <a:pt x="7260" y="18458"/>
                    <a:pt x="7260" y="18458"/>
                  </a:cubicBezTo>
                  <a:cubicBezTo>
                    <a:pt x="7260" y="18458"/>
                    <a:pt x="7260" y="18458"/>
                    <a:pt x="7260" y="18458"/>
                  </a:cubicBezTo>
                  <a:cubicBezTo>
                    <a:pt x="7260" y="18589"/>
                    <a:pt x="7260" y="18589"/>
                    <a:pt x="7260" y="18589"/>
                  </a:cubicBezTo>
                  <a:cubicBezTo>
                    <a:pt x="7260" y="18589"/>
                    <a:pt x="7260" y="18589"/>
                    <a:pt x="7260" y="18589"/>
                  </a:cubicBezTo>
                  <a:cubicBezTo>
                    <a:pt x="7351" y="18589"/>
                    <a:pt x="7351" y="18589"/>
                    <a:pt x="7351" y="18589"/>
                  </a:cubicBezTo>
                  <a:cubicBezTo>
                    <a:pt x="7351" y="18458"/>
                    <a:pt x="7351" y="18458"/>
                    <a:pt x="7351" y="18458"/>
                  </a:cubicBezTo>
                  <a:cubicBezTo>
                    <a:pt x="7442" y="18327"/>
                    <a:pt x="7442" y="18327"/>
                    <a:pt x="7442" y="18327"/>
                  </a:cubicBezTo>
                  <a:cubicBezTo>
                    <a:pt x="7442" y="18458"/>
                    <a:pt x="7442" y="18458"/>
                    <a:pt x="7442" y="18458"/>
                  </a:cubicBezTo>
                  <a:cubicBezTo>
                    <a:pt x="7442" y="18458"/>
                    <a:pt x="7442" y="18458"/>
                    <a:pt x="7442" y="18458"/>
                  </a:cubicBezTo>
                  <a:cubicBezTo>
                    <a:pt x="7442" y="18589"/>
                    <a:pt x="7442" y="18589"/>
                    <a:pt x="7442" y="18589"/>
                  </a:cubicBezTo>
                  <a:cubicBezTo>
                    <a:pt x="7532" y="18589"/>
                    <a:pt x="7532" y="18589"/>
                    <a:pt x="7532" y="18589"/>
                  </a:cubicBezTo>
                  <a:cubicBezTo>
                    <a:pt x="7532" y="18458"/>
                    <a:pt x="7532" y="18458"/>
                    <a:pt x="7532" y="18458"/>
                  </a:cubicBezTo>
                  <a:cubicBezTo>
                    <a:pt x="7532" y="18458"/>
                    <a:pt x="7532" y="18458"/>
                    <a:pt x="7532" y="18458"/>
                  </a:cubicBezTo>
                  <a:cubicBezTo>
                    <a:pt x="7623" y="18458"/>
                    <a:pt x="7623" y="18458"/>
                    <a:pt x="7623" y="18458"/>
                  </a:cubicBezTo>
                  <a:cubicBezTo>
                    <a:pt x="7623" y="18458"/>
                    <a:pt x="7623" y="18458"/>
                    <a:pt x="7623" y="18458"/>
                  </a:cubicBezTo>
                  <a:cubicBezTo>
                    <a:pt x="7623" y="18458"/>
                    <a:pt x="7623" y="18458"/>
                    <a:pt x="7623" y="18458"/>
                  </a:cubicBezTo>
                  <a:cubicBezTo>
                    <a:pt x="7714" y="18458"/>
                    <a:pt x="7714" y="18458"/>
                    <a:pt x="7714" y="18458"/>
                  </a:cubicBezTo>
                  <a:cubicBezTo>
                    <a:pt x="7805" y="18327"/>
                    <a:pt x="7805" y="18327"/>
                    <a:pt x="7805" y="18327"/>
                  </a:cubicBezTo>
                  <a:cubicBezTo>
                    <a:pt x="7895" y="18196"/>
                    <a:pt x="7895" y="18196"/>
                    <a:pt x="7895" y="18196"/>
                  </a:cubicBezTo>
                  <a:cubicBezTo>
                    <a:pt x="7805" y="18196"/>
                    <a:pt x="7805" y="18196"/>
                    <a:pt x="7805" y="18196"/>
                  </a:cubicBezTo>
                  <a:cubicBezTo>
                    <a:pt x="7895" y="18065"/>
                    <a:pt x="7895" y="18065"/>
                    <a:pt x="7895" y="18065"/>
                  </a:cubicBezTo>
                  <a:cubicBezTo>
                    <a:pt x="7986" y="17934"/>
                    <a:pt x="7986" y="17934"/>
                    <a:pt x="7986" y="17934"/>
                  </a:cubicBezTo>
                  <a:cubicBezTo>
                    <a:pt x="7986" y="17934"/>
                    <a:pt x="7986" y="17934"/>
                    <a:pt x="7986" y="17934"/>
                  </a:cubicBezTo>
                  <a:cubicBezTo>
                    <a:pt x="8077" y="18065"/>
                    <a:pt x="8077" y="18065"/>
                    <a:pt x="8077" y="18065"/>
                  </a:cubicBezTo>
                  <a:cubicBezTo>
                    <a:pt x="8077" y="18065"/>
                    <a:pt x="8077" y="18065"/>
                    <a:pt x="8077" y="18065"/>
                  </a:cubicBezTo>
                  <a:cubicBezTo>
                    <a:pt x="7986" y="18196"/>
                    <a:pt x="7986" y="18196"/>
                    <a:pt x="7986" y="18196"/>
                  </a:cubicBezTo>
                  <a:cubicBezTo>
                    <a:pt x="7986" y="18196"/>
                    <a:pt x="7986" y="18196"/>
                    <a:pt x="7986" y="18196"/>
                  </a:cubicBezTo>
                  <a:cubicBezTo>
                    <a:pt x="7986" y="18327"/>
                    <a:pt x="7986" y="18327"/>
                    <a:pt x="7986" y="18327"/>
                  </a:cubicBezTo>
                  <a:cubicBezTo>
                    <a:pt x="7986" y="18327"/>
                    <a:pt x="7986" y="18327"/>
                    <a:pt x="7986" y="18327"/>
                  </a:cubicBezTo>
                  <a:cubicBezTo>
                    <a:pt x="8077" y="18196"/>
                    <a:pt x="8077" y="18196"/>
                    <a:pt x="8077" y="18196"/>
                  </a:cubicBezTo>
                  <a:cubicBezTo>
                    <a:pt x="8168" y="18196"/>
                    <a:pt x="8168" y="18196"/>
                    <a:pt x="8168" y="18196"/>
                  </a:cubicBezTo>
                  <a:cubicBezTo>
                    <a:pt x="8168" y="18196"/>
                    <a:pt x="8168" y="18196"/>
                    <a:pt x="8168" y="18196"/>
                  </a:cubicBezTo>
                  <a:cubicBezTo>
                    <a:pt x="8168" y="18196"/>
                    <a:pt x="8168" y="18196"/>
                    <a:pt x="8168" y="18196"/>
                  </a:cubicBezTo>
                  <a:cubicBezTo>
                    <a:pt x="8168" y="18065"/>
                    <a:pt x="8168" y="18065"/>
                    <a:pt x="8168" y="18065"/>
                  </a:cubicBezTo>
                  <a:cubicBezTo>
                    <a:pt x="8258" y="18065"/>
                    <a:pt x="8258" y="18065"/>
                    <a:pt x="8258" y="18065"/>
                  </a:cubicBezTo>
                  <a:cubicBezTo>
                    <a:pt x="8258" y="18196"/>
                    <a:pt x="8258" y="18196"/>
                    <a:pt x="8258" y="18196"/>
                  </a:cubicBezTo>
                  <a:cubicBezTo>
                    <a:pt x="8258" y="18327"/>
                    <a:pt x="8258" y="18327"/>
                    <a:pt x="8258" y="18327"/>
                  </a:cubicBezTo>
                  <a:cubicBezTo>
                    <a:pt x="8258" y="18327"/>
                    <a:pt x="8258" y="18327"/>
                    <a:pt x="8258" y="18327"/>
                  </a:cubicBezTo>
                  <a:cubicBezTo>
                    <a:pt x="8349" y="18196"/>
                    <a:pt x="8349" y="18196"/>
                    <a:pt x="8349" y="18196"/>
                  </a:cubicBezTo>
                  <a:cubicBezTo>
                    <a:pt x="8349" y="18196"/>
                    <a:pt x="8349" y="18196"/>
                    <a:pt x="8349" y="18196"/>
                  </a:cubicBezTo>
                  <a:cubicBezTo>
                    <a:pt x="8440" y="18065"/>
                    <a:pt x="8440" y="18065"/>
                    <a:pt x="8440" y="18065"/>
                  </a:cubicBezTo>
                  <a:cubicBezTo>
                    <a:pt x="8531" y="18065"/>
                    <a:pt x="8531" y="18065"/>
                    <a:pt x="8531" y="18065"/>
                  </a:cubicBezTo>
                  <a:cubicBezTo>
                    <a:pt x="8621" y="17934"/>
                    <a:pt x="8621" y="17934"/>
                    <a:pt x="8621" y="17934"/>
                  </a:cubicBezTo>
                  <a:cubicBezTo>
                    <a:pt x="8621" y="17934"/>
                    <a:pt x="8621" y="17934"/>
                    <a:pt x="8621" y="17934"/>
                  </a:cubicBezTo>
                  <a:cubicBezTo>
                    <a:pt x="8712" y="17934"/>
                    <a:pt x="8712" y="17934"/>
                    <a:pt x="8712" y="17934"/>
                  </a:cubicBezTo>
                  <a:cubicBezTo>
                    <a:pt x="8712" y="18065"/>
                    <a:pt x="8712" y="18065"/>
                    <a:pt x="8712" y="18065"/>
                  </a:cubicBezTo>
                  <a:cubicBezTo>
                    <a:pt x="8621" y="18065"/>
                    <a:pt x="8621" y="18065"/>
                    <a:pt x="8621" y="18065"/>
                  </a:cubicBezTo>
                  <a:cubicBezTo>
                    <a:pt x="8621" y="18196"/>
                    <a:pt x="8621" y="18196"/>
                    <a:pt x="8621" y="18196"/>
                  </a:cubicBezTo>
                  <a:cubicBezTo>
                    <a:pt x="8621" y="18196"/>
                    <a:pt x="8621" y="18196"/>
                    <a:pt x="8621" y="18196"/>
                  </a:cubicBezTo>
                  <a:cubicBezTo>
                    <a:pt x="8621" y="18196"/>
                    <a:pt x="8621" y="18196"/>
                    <a:pt x="8621" y="18196"/>
                  </a:cubicBezTo>
                  <a:cubicBezTo>
                    <a:pt x="8803" y="18065"/>
                    <a:pt x="8803" y="18065"/>
                    <a:pt x="8803" y="18065"/>
                  </a:cubicBezTo>
                  <a:cubicBezTo>
                    <a:pt x="8803" y="17934"/>
                    <a:pt x="8803" y="17934"/>
                    <a:pt x="8803" y="17934"/>
                  </a:cubicBezTo>
                  <a:cubicBezTo>
                    <a:pt x="8803" y="17934"/>
                    <a:pt x="8803" y="17934"/>
                    <a:pt x="8803" y="17934"/>
                  </a:cubicBezTo>
                  <a:cubicBezTo>
                    <a:pt x="8803" y="17934"/>
                    <a:pt x="8803" y="17934"/>
                    <a:pt x="8803" y="17934"/>
                  </a:cubicBezTo>
                  <a:cubicBezTo>
                    <a:pt x="8894" y="17934"/>
                    <a:pt x="8894" y="17934"/>
                    <a:pt x="8894" y="17934"/>
                  </a:cubicBezTo>
                  <a:cubicBezTo>
                    <a:pt x="8894" y="17934"/>
                    <a:pt x="8894" y="17934"/>
                    <a:pt x="8894" y="17934"/>
                  </a:cubicBezTo>
                  <a:cubicBezTo>
                    <a:pt x="8984" y="17934"/>
                    <a:pt x="8984" y="17934"/>
                    <a:pt x="8984" y="17934"/>
                  </a:cubicBezTo>
                  <a:cubicBezTo>
                    <a:pt x="9075" y="17803"/>
                    <a:pt x="9075" y="17803"/>
                    <a:pt x="9075" y="17803"/>
                  </a:cubicBezTo>
                  <a:cubicBezTo>
                    <a:pt x="9075" y="17803"/>
                    <a:pt x="9075" y="17803"/>
                    <a:pt x="9075" y="17803"/>
                  </a:cubicBezTo>
                  <a:cubicBezTo>
                    <a:pt x="9166" y="17803"/>
                    <a:pt x="9166" y="17803"/>
                    <a:pt x="9166" y="17803"/>
                  </a:cubicBezTo>
                  <a:cubicBezTo>
                    <a:pt x="9166" y="17803"/>
                    <a:pt x="9166" y="17803"/>
                    <a:pt x="9166" y="17803"/>
                  </a:cubicBezTo>
                  <a:cubicBezTo>
                    <a:pt x="9257" y="17672"/>
                    <a:pt x="9257" y="17672"/>
                    <a:pt x="9257" y="17672"/>
                  </a:cubicBezTo>
                  <a:cubicBezTo>
                    <a:pt x="9257" y="17672"/>
                    <a:pt x="9257" y="17672"/>
                    <a:pt x="9257" y="17672"/>
                  </a:cubicBezTo>
                  <a:cubicBezTo>
                    <a:pt x="9257" y="17803"/>
                    <a:pt x="9257" y="17803"/>
                    <a:pt x="9257" y="17803"/>
                  </a:cubicBezTo>
                  <a:cubicBezTo>
                    <a:pt x="9257" y="17934"/>
                    <a:pt x="9257" y="17934"/>
                    <a:pt x="9257" y="17934"/>
                  </a:cubicBezTo>
                  <a:cubicBezTo>
                    <a:pt x="9257" y="17803"/>
                    <a:pt x="9257" y="17803"/>
                    <a:pt x="9257" y="17803"/>
                  </a:cubicBezTo>
                  <a:cubicBezTo>
                    <a:pt x="9347" y="17803"/>
                    <a:pt x="9347" y="17803"/>
                    <a:pt x="9347" y="17803"/>
                  </a:cubicBezTo>
                  <a:cubicBezTo>
                    <a:pt x="9257" y="17803"/>
                    <a:pt x="9257" y="17803"/>
                    <a:pt x="9257" y="17803"/>
                  </a:cubicBezTo>
                  <a:cubicBezTo>
                    <a:pt x="9347" y="17672"/>
                    <a:pt x="9347" y="17672"/>
                    <a:pt x="9347" y="17672"/>
                  </a:cubicBezTo>
                  <a:cubicBezTo>
                    <a:pt x="9347" y="17672"/>
                    <a:pt x="9347" y="17672"/>
                    <a:pt x="9347" y="17672"/>
                  </a:cubicBezTo>
                  <a:cubicBezTo>
                    <a:pt x="9257" y="17672"/>
                    <a:pt x="9257" y="17672"/>
                    <a:pt x="9257" y="17672"/>
                  </a:cubicBezTo>
                  <a:cubicBezTo>
                    <a:pt x="9166" y="17672"/>
                    <a:pt x="9166" y="17672"/>
                    <a:pt x="9166" y="17672"/>
                  </a:cubicBezTo>
                  <a:cubicBezTo>
                    <a:pt x="9257" y="17541"/>
                    <a:pt x="9257" y="17541"/>
                    <a:pt x="9257" y="17541"/>
                  </a:cubicBezTo>
                  <a:cubicBezTo>
                    <a:pt x="9438" y="17541"/>
                    <a:pt x="9438" y="17541"/>
                    <a:pt x="9438" y="17541"/>
                  </a:cubicBezTo>
                  <a:cubicBezTo>
                    <a:pt x="9620" y="17541"/>
                    <a:pt x="9620" y="17541"/>
                    <a:pt x="9620" y="17541"/>
                  </a:cubicBezTo>
                  <a:cubicBezTo>
                    <a:pt x="9620" y="17410"/>
                    <a:pt x="9620" y="17410"/>
                    <a:pt x="9620" y="17410"/>
                  </a:cubicBezTo>
                  <a:cubicBezTo>
                    <a:pt x="9620" y="17410"/>
                    <a:pt x="9620" y="17410"/>
                    <a:pt x="9620" y="17410"/>
                  </a:cubicBezTo>
                  <a:cubicBezTo>
                    <a:pt x="9620" y="17410"/>
                    <a:pt x="9620" y="17410"/>
                    <a:pt x="9620" y="17410"/>
                  </a:cubicBezTo>
                  <a:cubicBezTo>
                    <a:pt x="9620" y="17279"/>
                    <a:pt x="9620" y="17279"/>
                    <a:pt x="9620" y="17279"/>
                  </a:cubicBezTo>
                  <a:cubicBezTo>
                    <a:pt x="9710" y="17279"/>
                    <a:pt x="9710" y="17279"/>
                    <a:pt x="9710" y="17279"/>
                  </a:cubicBezTo>
                  <a:cubicBezTo>
                    <a:pt x="9710" y="17279"/>
                    <a:pt x="9710" y="17279"/>
                    <a:pt x="9710" y="17279"/>
                  </a:cubicBezTo>
                  <a:cubicBezTo>
                    <a:pt x="9801" y="17279"/>
                    <a:pt x="9801" y="17279"/>
                    <a:pt x="9801" y="17279"/>
                  </a:cubicBezTo>
                  <a:cubicBezTo>
                    <a:pt x="9801" y="17410"/>
                    <a:pt x="9801" y="17410"/>
                    <a:pt x="9801" y="17410"/>
                  </a:cubicBezTo>
                  <a:cubicBezTo>
                    <a:pt x="9801" y="17410"/>
                    <a:pt x="9801" y="17410"/>
                    <a:pt x="9801" y="17410"/>
                  </a:cubicBezTo>
                  <a:cubicBezTo>
                    <a:pt x="9892" y="17279"/>
                    <a:pt x="9892" y="17279"/>
                    <a:pt x="9892" y="17279"/>
                  </a:cubicBezTo>
                  <a:cubicBezTo>
                    <a:pt x="9801" y="17279"/>
                    <a:pt x="9801" y="17279"/>
                    <a:pt x="9801" y="17279"/>
                  </a:cubicBezTo>
                  <a:cubicBezTo>
                    <a:pt x="9892" y="17149"/>
                    <a:pt x="9892" y="17149"/>
                    <a:pt x="9892" y="17149"/>
                  </a:cubicBezTo>
                  <a:cubicBezTo>
                    <a:pt x="9892" y="17149"/>
                    <a:pt x="9892" y="17149"/>
                    <a:pt x="9892" y="17149"/>
                  </a:cubicBezTo>
                  <a:cubicBezTo>
                    <a:pt x="9892" y="17018"/>
                    <a:pt x="9892" y="17018"/>
                    <a:pt x="9892" y="17018"/>
                  </a:cubicBezTo>
                  <a:cubicBezTo>
                    <a:pt x="9983" y="17149"/>
                    <a:pt x="9983" y="17149"/>
                    <a:pt x="9983" y="17149"/>
                  </a:cubicBezTo>
                  <a:cubicBezTo>
                    <a:pt x="9983" y="17149"/>
                    <a:pt x="9983" y="17149"/>
                    <a:pt x="9983" y="17149"/>
                  </a:cubicBezTo>
                  <a:cubicBezTo>
                    <a:pt x="9983" y="17279"/>
                    <a:pt x="9983" y="17279"/>
                    <a:pt x="9983" y="17279"/>
                  </a:cubicBezTo>
                  <a:cubicBezTo>
                    <a:pt x="10073" y="17149"/>
                    <a:pt x="10073" y="17149"/>
                    <a:pt x="10073" y="17149"/>
                  </a:cubicBezTo>
                  <a:cubicBezTo>
                    <a:pt x="10164" y="17018"/>
                    <a:pt x="10164" y="17018"/>
                    <a:pt x="10164" y="17018"/>
                  </a:cubicBezTo>
                  <a:cubicBezTo>
                    <a:pt x="10164" y="17018"/>
                    <a:pt x="10164" y="17018"/>
                    <a:pt x="10164" y="17018"/>
                  </a:cubicBezTo>
                  <a:cubicBezTo>
                    <a:pt x="10255" y="17018"/>
                    <a:pt x="10255" y="17018"/>
                    <a:pt x="10255" y="17018"/>
                  </a:cubicBezTo>
                  <a:cubicBezTo>
                    <a:pt x="10255" y="16887"/>
                    <a:pt x="10255" y="16887"/>
                    <a:pt x="10255" y="16887"/>
                  </a:cubicBezTo>
                  <a:cubicBezTo>
                    <a:pt x="10346" y="17018"/>
                    <a:pt x="10346" y="17018"/>
                    <a:pt x="10346" y="17018"/>
                  </a:cubicBezTo>
                  <a:cubicBezTo>
                    <a:pt x="10346" y="17018"/>
                    <a:pt x="10346" y="17018"/>
                    <a:pt x="10346" y="17018"/>
                  </a:cubicBezTo>
                  <a:cubicBezTo>
                    <a:pt x="10436" y="16887"/>
                    <a:pt x="10436" y="16887"/>
                    <a:pt x="10436" y="16887"/>
                  </a:cubicBezTo>
                  <a:cubicBezTo>
                    <a:pt x="10436" y="16756"/>
                    <a:pt x="10436" y="16756"/>
                    <a:pt x="10436" y="16756"/>
                  </a:cubicBezTo>
                  <a:cubicBezTo>
                    <a:pt x="10436" y="16756"/>
                    <a:pt x="10436" y="16756"/>
                    <a:pt x="10436" y="16756"/>
                  </a:cubicBezTo>
                  <a:cubicBezTo>
                    <a:pt x="10346" y="16756"/>
                    <a:pt x="10346" y="16756"/>
                    <a:pt x="10346" y="16756"/>
                  </a:cubicBezTo>
                  <a:cubicBezTo>
                    <a:pt x="10346" y="16756"/>
                    <a:pt x="10346" y="16756"/>
                    <a:pt x="10346" y="16756"/>
                  </a:cubicBezTo>
                  <a:cubicBezTo>
                    <a:pt x="10436" y="16625"/>
                    <a:pt x="10436" y="16625"/>
                    <a:pt x="10436" y="16625"/>
                  </a:cubicBezTo>
                  <a:cubicBezTo>
                    <a:pt x="10527" y="16625"/>
                    <a:pt x="10527" y="16625"/>
                    <a:pt x="10527" y="16625"/>
                  </a:cubicBezTo>
                  <a:cubicBezTo>
                    <a:pt x="10618" y="16494"/>
                    <a:pt x="10618" y="16494"/>
                    <a:pt x="10618" y="16494"/>
                  </a:cubicBezTo>
                  <a:cubicBezTo>
                    <a:pt x="10618" y="16494"/>
                    <a:pt x="10618" y="16494"/>
                    <a:pt x="10618" y="16494"/>
                  </a:cubicBezTo>
                  <a:cubicBezTo>
                    <a:pt x="10618" y="16625"/>
                    <a:pt x="10618" y="16625"/>
                    <a:pt x="10618" y="16625"/>
                  </a:cubicBezTo>
                  <a:cubicBezTo>
                    <a:pt x="10709" y="16494"/>
                    <a:pt x="10709" y="16494"/>
                    <a:pt x="10709" y="16494"/>
                  </a:cubicBezTo>
                  <a:cubicBezTo>
                    <a:pt x="10800" y="16363"/>
                    <a:pt x="10800" y="16363"/>
                    <a:pt x="10800" y="16363"/>
                  </a:cubicBezTo>
                  <a:cubicBezTo>
                    <a:pt x="10800" y="16363"/>
                    <a:pt x="10800" y="16363"/>
                    <a:pt x="10800" y="16363"/>
                  </a:cubicBezTo>
                  <a:cubicBezTo>
                    <a:pt x="10890" y="16363"/>
                    <a:pt x="10890" y="16363"/>
                    <a:pt x="10890" y="16363"/>
                  </a:cubicBezTo>
                  <a:cubicBezTo>
                    <a:pt x="10890" y="16232"/>
                    <a:pt x="10890" y="16232"/>
                    <a:pt x="10890" y="16232"/>
                  </a:cubicBezTo>
                  <a:cubicBezTo>
                    <a:pt x="10981" y="16232"/>
                    <a:pt x="10981" y="16232"/>
                    <a:pt x="10981" y="16232"/>
                  </a:cubicBezTo>
                  <a:cubicBezTo>
                    <a:pt x="10981" y="16363"/>
                    <a:pt x="10981" y="16363"/>
                    <a:pt x="10981" y="16363"/>
                  </a:cubicBezTo>
                  <a:cubicBezTo>
                    <a:pt x="10981" y="16363"/>
                    <a:pt x="10981" y="16363"/>
                    <a:pt x="10981" y="16363"/>
                  </a:cubicBezTo>
                  <a:cubicBezTo>
                    <a:pt x="11072" y="16232"/>
                    <a:pt x="11072" y="16232"/>
                    <a:pt x="11072" y="16232"/>
                  </a:cubicBezTo>
                  <a:cubicBezTo>
                    <a:pt x="11072" y="16232"/>
                    <a:pt x="11072" y="16232"/>
                    <a:pt x="11072" y="16232"/>
                  </a:cubicBezTo>
                  <a:cubicBezTo>
                    <a:pt x="11163" y="16232"/>
                    <a:pt x="11163" y="16232"/>
                    <a:pt x="11163" y="16232"/>
                  </a:cubicBezTo>
                  <a:cubicBezTo>
                    <a:pt x="11163" y="16232"/>
                    <a:pt x="11163" y="16232"/>
                    <a:pt x="11163" y="16232"/>
                  </a:cubicBezTo>
                  <a:cubicBezTo>
                    <a:pt x="11253" y="16101"/>
                    <a:pt x="11253" y="16101"/>
                    <a:pt x="11253" y="16101"/>
                  </a:cubicBezTo>
                  <a:cubicBezTo>
                    <a:pt x="11253" y="16101"/>
                    <a:pt x="11253" y="16101"/>
                    <a:pt x="11253" y="16101"/>
                  </a:cubicBezTo>
                  <a:cubicBezTo>
                    <a:pt x="11253" y="16101"/>
                    <a:pt x="11253" y="16101"/>
                    <a:pt x="11253" y="16101"/>
                  </a:cubicBezTo>
                  <a:cubicBezTo>
                    <a:pt x="11344" y="16101"/>
                    <a:pt x="11344" y="16101"/>
                    <a:pt x="11344" y="16101"/>
                  </a:cubicBezTo>
                  <a:cubicBezTo>
                    <a:pt x="11435" y="16101"/>
                    <a:pt x="11435" y="16101"/>
                    <a:pt x="11435" y="16101"/>
                  </a:cubicBezTo>
                  <a:cubicBezTo>
                    <a:pt x="11435" y="16101"/>
                    <a:pt x="11435" y="16101"/>
                    <a:pt x="11435" y="16101"/>
                  </a:cubicBezTo>
                  <a:cubicBezTo>
                    <a:pt x="11435" y="16101"/>
                    <a:pt x="11435" y="16101"/>
                    <a:pt x="11435" y="16101"/>
                  </a:cubicBezTo>
                  <a:cubicBezTo>
                    <a:pt x="11435" y="16101"/>
                    <a:pt x="11435" y="16101"/>
                    <a:pt x="11435" y="16101"/>
                  </a:cubicBezTo>
                  <a:cubicBezTo>
                    <a:pt x="11526" y="16101"/>
                    <a:pt x="11526" y="16101"/>
                    <a:pt x="11526" y="16101"/>
                  </a:cubicBezTo>
                  <a:cubicBezTo>
                    <a:pt x="11526" y="16101"/>
                    <a:pt x="11526" y="16101"/>
                    <a:pt x="11526" y="16101"/>
                  </a:cubicBezTo>
                  <a:cubicBezTo>
                    <a:pt x="11526" y="16101"/>
                    <a:pt x="11526" y="16101"/>
                    <a:pt x="11526" y="16101"/>
                  </a:cubicBezTo>
                  <a:cubicBezTo>
                    <a:pt x="11616" y="15970"/>
                    <a:pt x="11616" y="15970"/>
                    <a:pt x="11616" y="15970"/>
                  </a:cubicBezTo>
                  <a:cubicBezTo>
                    <a:pt x="11526" y="15970"/>
                    <a:pt x="11526" y="15970"/>
                    <a:pt x="11526" y="15970"/>
                  </a:cubicBezTo>
                  <a:cubicBezTo>
                    <a:pt x="11526" y="15970"/>
                    <a:pt x="11526" y="15970"/>
                    <a:pt x="11526" y="15970"/>
                  </a:cubicBezTo>
                  <a:cubicBezTo>
                    <a:pt x="11526" y="15840"/>
                    <a:pt x="11526" y="15840"/>
                    <a:pt x="11526" y="15840"/>
                  </a:cubicBezTo>
                  <a:cubicBezTo>
                    <a:pt x="11616" y="15840"/>
                    <a:pt x="11616" y="15840"/>
                    <a:pt x="11616" y="15840"/>
                  </a:cubicBezTo>
                  <a:cubicBezTo>
                    <a:pt x="11707" y="15840"/>
                    <a:pt x="11707" y="15840"/>
                    <a:pt x="11707" y="15840"/>
                  </a:cubicBezTo>
                  <a:cubicBezTo>
                    <a:pt x="11707" y="15840"/>
                    <a:pt x="11707" y="15840"/>
                    <a:pt x="11707" y="15840"/>
                  </a:cubicBezTo>
                  <a:cubicBezTo>
                    <a:pt x="11707" y="15840"/>
                    <a:pt x="11707" y="15840"/>
                    <a:pt x="11707" y="15840"/>
                  </a:cubicBezTo>
                  <a:cubicBezTo>
                    <a:pt x="11707" y="15709"/>
                    <a:pt x="11707" y="15709"/>
                    <a:pt x="11707" y="15709"/>
                  </a:cubicBezTo>
                  <a:cubicBezTo>
                    <a:pt x="11616" y="15709"/>
                    <a:pt x="11616" y="15709"/>
                    <a:pt x="11616" y="15709"/>
                  </a:cubicBezTo>
                  <a:cubicBezTo>
                    <a:pt x="11707" y="15709"/>
                    <a:pt x="11707" y="15709"/>
                    <a:pt x="11707" y="15709"/>
                  </a:cubicBezTo>
                  <a:cubicBezTo>
                    <a:pt x="11798" y="15709"/>
                    <a:pt x="11798" y="15709"/>
                    <a:pt x="11798" y="15709"/>
                  </a:cubicBezTo>
                  <a:cubicBezTo>
                    <a:pt x="11798" y="15578"/>
                    <a:pt x="11798" y="15578"/>
                    <a:pt x="11798" y="15578"/>
                  </a:cubicBezTo>
                  <a:cubicBezTo>
                    <a:pt x="11979" y="15578"/>
                    <a:pt x="11979" y="15578"/>
                    <a:pt x="11979" y="15578"/>
                  </a:cubicBezTo>
                  <a:cubicBezTo>
                    <a:pt x="11979" y="15447"/>
                    <a:pt x="11979" y="15447"/>
                    <a:pt x="11979" y="15447"/>
                  </a:cubicBezTo>
                  <a:cubicBezTo>
                    <a:pt x="12070" y="15447"/>
                    <a:pt x="12070" y="15447"/>
                    <a:pt x="12070" y="15447"/>
                  </a:cubicBezTo>
                  <a:cubicBezTo>
                    <a:pt x="12161" y="15316"/>
                    <a:pt x="12161" y="15316"/>
                    <a:pt x="12161" y="15316"/>
                  </a:cubicBezTo>
                  <a:cubicBezTo>
                    <a:pt x="12161" y="15185"/>
                    <a:pt x="12161" y="15185"/>
                    <a:pt x="12161" y="15185"/>
                  </a:cubicBezTo>
                  <a:cubicBezTo>
                    <a:pt x="12161" y="15185"/>
                    <a:pt x="12161" y="15185"/>
                    <a:pt x="12161" y="15185"/>
                  </a:cubicBezTo>
                  <a:cubicBezTo>
                    <a:pt x="12070" y="15185"/>
                    <a:pt x="12070" y="15185"/>
                    <a:pt x="12070" y="15185"/>
                  </a:cubicBezTo>
                  <a:cubicBezTo>
                    <a:pt x="12070" y="15054"/>
                    <a:pt x="12070" y="15054"/>
                    <a:pt x="12070" y="15054"/>
                  </a:cubicBezTo>
                  <a:cubicBezTo>
                    <a:pt x="12070" y="15054"/>
                    <a:pt x="12070" y="15054"/>
                    <a:pt x="12070" y="15054"/>
                  </a:cubicBezTo>
                  <a:cubicBezTo>
                    <a:pt x="11979" y="15054"/>
                    <a:pt x="11979" y="15054"/>
                    <a:pt x="11979" y="15054"/>
                  </a:cubicBezTo>
                  <a:cubicBezTo>
                    <a:pt x="11979" y="14923"/>
                    <a:pt x="11979" y="14923"/>
                    <a:pt x="11979" y="14923"/>
                  </a:cubicBezTo>
                  <a:cubicBezTo>
                    <a:pt x="11979" y="14792"/>
                    <a:pt x="11979" y="14792"/>
                    <a:pt x="11979" y="14792"/>
                  </a:cubicBezTo>
                  <a:cubicBezTo>
                    <a:pt x="12070" y="14792"/>
                    <a:pt x="12070" y="14792"/>
                    <a:pt x="12070" y="14792"/>
                  </a:cubicBezTo>
                  <a:cubicBezTo>
                    <a:pt x="12070" y="14792"/>
                    <a:pt x="12070" y="14792"/>
                    <a:pt x="12070" y="14792"/>
                  </a:cubicBezTo>
                  <a:cubicBezTo>
                    <a:pt x="12161" y="14661"/>
                    <a:pt x="12161" y="14661"/>
                    <a:pt x="12161" y="14661"/>
                  </a:cubicBezTo>
                  <a:cubicBezTo>
                    <a:pt x="12161" y="14661"/>
                    <a:pt x="12161" y="14661"/>
                    <a:pt x="12161" y="14661"/>
                  </a:cubicBezTo>
                  <a:cubicBezTo>
                    <a:pt x="12161" y="14661"/>
                    <a:pt x="12161" y="14661"/>
                    <a:pt x="12161" y="14661"/>
                  </a:cubicBezTo>
                  <a:cubicBezTo>
                    <a:pt x="12161" y="14661"/>
                    <a:pt x="12161" y="14661"/>
                    <a:pt x="12161" y="14661"/>
                  </a:cubicBezTo>
                  <a:cubicBezTo>
                    <a:pt x="12252" y="14661"/>
                    <a:pt x="12252" y="14661"/>
                    <a:pt x="12252" y="14661"/>
                  </a:cubicBezTo>
                  <a:cubicBezTo>
                    <a:pt x="12342" y="14530"/>
                    <a:pt x="12342" y="14530"/>
                    <a:pt x="12342" y="14530"/>
                  </a:cubicBezTo>
                  <a:cubicBezTo>
                    <a:pt x="12433" y="14661"/>
                    <a:pt x="12433" y="14661"/>
                    <a:pt x="12433" y="14661"/>
                  </a:cubicBezTo>
                  <a:cubicBezTo>
                    <a:pt x="12524" y="14530"/>
                    <a:pt x="12524" y="14530"/>
                    <a:pt x="12524" y="14530"/>
                  </a:cubicBezTo>
                  <a:cubicBezTo>
                    <a:pt x="12524" y="14661"/>
                    <a:pt x="12524" y="14661"/>
                    <a:pt x="12524" y="14661"/>
                  </a:cubicBezTo>
                  <a:cubicBezTo>
                    <a:pt x="12524" y="14661"/>
                    <a:pt x="12524" y="14661"/>
                    <a:pt x="12524" y="14661"/>
                  </a:cubicBezTo>
                  <a:cubicBezTo>
                    <a:pt x="12615" y="14661"/>
                    <a:pt x="12615" y="14661"/>
                    <a:pt x="12615" y="14661"/>
                  </a:cubicBezTo>
                  <a:cubicBezTo>
                    <a:pt x="12705" y="14530"/>
                    <a:pt x="12705" y="14530"/>
                    <a:pt x="12705" y="14530"/>
                  </a:cubicBezTo>
                  <a:cubicBezTo>
                    <a:pt x="12615" y="14530"/>
                    <a:pt x="12615" y="14530"/>
                    <a:pt x="12615" y="14530"/>
                  </a:cubicBezTo>
                  <a:cubicBezTo>
                    <a:pt x="12615" y="14530"/>
                    <a:pt x="12615" y="14530"/>
                    <a:pt x="12615" y="14530"/>
                  </a:cubicBezTo>
                  <a:cubicBezTo>
                    <a:pt x="12615" y="14399"/>
                    <a:pt x="12615" y="14399"/>
                    <a:pt x="12615" y="14399"/>
                  </a:cubicBezTo>
                  <a:cubicBezTo>
                    <a:pt x="12615" y="14399"/>
                    <a:pt x="12615" y="14399"/>
                    <a:pt x="12615" y="14399"/>
                  </a:cubicBezTo>
                  <a:cubicBezTo>
                    <a:pt x="12705" y="14399"/>
                    <a:pt x="12705" y="14399"/>
                    <a:pt x="12705" y="14399"/>
                  </a:cubicBezTo>
                  <a:cubicBezTo>
                    <a:pt x="12887" y="14399"/>
                    <a:pt x="12887" y="14399"/>
                    <a:pt x="12887" y="14399"/>
                  </a:cubicBezTo>
                  <a:cubicBezTo>
                    <a:pt x="12887" y="14269"/>
                    <a:pt x="12887" y="14269"/>
                    <a:pt x="12887" y="14269"/>
                  </a:cubicBezTo>
                  <a:cubicBezTo>
                    <a:pt x="12887" y="14138"/>
                    <a:pt x="12887" y="14138"/>
                    <a:pt x="12887" y="14138"/>
                  </a:cubicBezTo>
                  <a:cubicBezTo>
                    <a:pt x="12705" y="14007"/>
                    <a:pt x="12705" y="14007"/>
                    <a:pt x="12705" y="14007"/>
                  </a:cubicBezTo>
                  <a:cubicBezTo>
                    <a:pt x="12705" y="14007"/>
                    <a:pt x="12705" y="14007"/>
                    <a:pt x="12705" y="14007"/>
                  </a:cubicBezTo>
                  <a:cubicBezTo>
                    <a:pt x="12615" y="14138"/>
                    <a:pt x="12615" y="14138"/>
                    <a:pt x="12615" y="14138"/>
                  </a:cubicBezTo>
                  <a:cubicBezTo>
                    <a:pt x="12615" y="14007"/>
                    <a:pt x="12615" y="14007"/>
                    <a:pt x="12615" y="14007"/>
                  </a:cubicBezTo>
                  <a:cubicBezTo>
                    <a:pt x="12705" y="14007"/>
                    <a:pt x="12705" y="14007"/>
                    <a:pt x="12705" y="14007"/>
                  </a:cubicBezTo>
                  <a:cubicBezTo>
                    <a:pt x="12796" y="14007"/>
                    <a:pt x="12796" y="14007"/>
                    <a:pt x="12796" y="14007"/>
                  </a:cubicBezTo>
                  <a:cubicBezTo>
                    <a:pt x="12887" y="14007"/>
                    <a:pt x="12887" y="14007"/>
                    <a:pt x="12887" y="14007"/>
                  </a:cubicBezTo>
                  <a:cubicBezTo>
                    <a:pt x="12978" y="14007"/>
                    <a:pt x="12978" y="14007"/>
                    <a:pt x="12978" y="14007"/>
                  </a:cubicBezTo>
                  <a:cubicBezTo>
                    <a:pt x="13068" y="14007"/>
                    <a:pt x="13068" y="14007"/>
                    <a:pt x="13068" y="14007"/>
                  </a:cubicBezTo>
                  <a:cubicBezTo>
                    <a:pt x="13068" y="13876"/>
                    <a:pt x="13068" y="13876"/>
                    <a:pt x="13068" y="13876"/>
                  </a:cubicBezTo>
                  <a:cubicBezTo>
                    <a:pt x="13250" y="13745"/>
                    <a:pt x="13250" y="13745"/>
                    <a:pt x="13250" y="13745"/>
                  </a:cubicBezTo>
                  <a:cubicBezTo>
                    <a:pt x="13341" y="13614"/>
                    <a:pt x="13341" y="13614"/>
                    <a:pt x="13341" y="13614"/>
                  </a:cubicBezTo>
                  <a:cubicBezTo>
                    <a:pt x="13431" y="13614"/>
                    <a:pt x="13431" y="13614"/>
                    <a:pt x="13431" y="13614"/>
                  </a:cubicBezTo>
                  <a:cubicBezTo>
                    <a:pt x="13431" y="13614"/>
                    <a:pt x="13431" y="13614"/>
                    <a:pt x="13431" y="13614"/>
                  </a:cubicBezTo>
                  <a:cubicBezTo>
                    <a:pt x="13431" y="13483"/>
                    <a:pt x="13431" y="13483"/>
                    <a:pt x="13431" y="13483"/>
                  </a:cubicBezTo>
                  <a:cubicBezTo>
                    <a:pt x="13613" y="13352"/>
                    <a:pt x="13613" y="13352"/>
                    <a:pt x="13613" y="13352"/>
                  </a:cubicBezTo>
                  <a:cubicBezTo>
                    <a:pt x="13794" y="13352"/>
                    <a:pt x="13794" y="13352"/>
                    <a:pt x="13794" y="13352"/>
                  </a:cubicBezTo>
                  <a:cubicBezTo>
                    <a:pt x="13885" y="13221"/>
                    <a:pt x="13885" y="13221"/>
                    <a:pt x="13885" y="13221"/>
                  </a:cubicBezTo>
                  <a:cubicBezTo>
                    <a:pt x="14067" y="13090"/>
                    <a:pt x="14067" y="13090"/>
                    <a:pt x="14067" y="13090"/>
                  </a:cubicBezTo>
                  <a:cubicBezTo>
                    <a:pt x="14157" y="12959"/>
                    <a:pt x="14157" y="12959"/>
                    <a:pt x="14157" y="12959"/>
                  </a:cubicBezTo>
                  <a:cubicBezTo>
                    <a:pt x="14157" y="13090"/>
                    <a:pt x="14157" y="13090"/>
                    <a:pt x="14157" y="13090"/>
                  </a:cubicBezTo>
                  <a:cubicBezTo>
                    <a:pt x="14157" y="13221"/>
                    <a:pt x="14157" y="13221"/>
                    <a:pt x="14157" y="13221"/>
                  </a:cubicBezTo>
                  <a:cubicBezTo>
                    <a:pt x="14157" y="13221"/>
                    <a:pt x="14157" y="13221"/>
                    <a:pt x="14157" y="13221"/>
                  </a:cubicBezTo>
                  <a:cubicBezTo>
                    <a:pt x="14248" y="13221"/>
                    <a:pt x="14248" y="13221"/>
                    <a:pt x="14248" y="13221"/>
                  </a:cubicBezTo>
                  <a:cubicBezTo>
                    <a:pt x="14248" y="13221"/>
                    <a:pt x="14248" y="13221"/>
                    <a:pt x="14248" y="13221"/>
                  </a:cubicBezTo>
                  <a:cubicBezTo>
                    <a:pt x="14339" y="13090"/>
                    <a:pt x="14339" y="13090"/>
                    <a:pt x="14339" y="13090"/>
                  </a:cubicBezTo>
                  <a:cubicBezTo>
                    <a:pt x="14430" y="13090"/>
                    <a:pt x="14430" y="13090"/>
                    <a:pt x="14430" y="13090"/>
                  </a:cubicBezTo>
                  <a:cubicBezTo>
                    <a:pt x="14611" y="12959"/>
                    <a:pt x="14611" y="12959"/>
                    <a:pt x="14611" y="12959"/>
                  </a:cubicBezTo>
                  <a:cubicBezTo>
                    <a:pt x="14611" y="12959"/>
                    <a:pt x="14611" y="12959"/>
                    <a:pt x="14611" y="12959"/>
                  </a:cubicBezTo>
                  <a:cubicBezTo>
                    <a:pt x="14611" y="13090"/>
                    <a:pt x="14611" y="13090"/>
                    <a:pt x="14611" y="13090"/>
                  </a:cubicBezTo>
                  <a:cubicBezTo>
                    <a:pt x="14521" y="13090"/>
                    <a:pt x="14521" y="13090"/>
                    <a:pt x="14521" y="13090"/>
                  </a:cubicBezTo>
                  <a:cubicBezTo>
                    <a:pt x="14430" y="13221"/>
                    <a:pt x="14430" y="13221"/>
                    <a:pt x="14430" y="13221"/>
                  </a:cubicBezTo>
                  <a:cubicBezTo>
                    <a:pt x="14248" y="13352"/>
                    <a:pt x="14248" y="13352"/>
                    <a:pt x="14248" y="13352"/>
                  </a:cubicBezTo>
                  <a:cubicBezTo>
                    <a:pt x="14248" y="13483"/>
                    <a:pt x="14248" y="13483"/>
                    <a:pt x="14248" y="13483"/>
                  </a:cubicBezTo>
                  <a:cubicBezTo>
                    <a:pt x="14339" y="13614"/>
                    <a:pt x="14339" y="13614"/>
                    <a:pt x="14339" y="13614"/>
                  </a:cubicBezTo>
                  <a:cubicBezTo>
                    <a:pt x="14339" y="13745"/>
                    <a:pt x="14339" y="13745"/>
                    <a:pt x="14339" y="13745"/>
                  </a:cubicBezTo>
                  <a:cubicBezTo>
                    <a:pt x="14248" y="13745"/>
                    <a:pt x="14248" y="13745"/>
                    <a:pt x="14248" y="13745"/>
                  </a:cubicBezTo>
                  <a:cubicBezTo>
                    <a:pt x="14157" y="13614"/>
                    <a:pt x="14157" y="13614"/>
                    <a:pt x="14157" y="13614"/>
                  </a:cubicBezTo>
                  <a:cubicBezTo>
                    <a:pt x="14157" y="13745"/>
                    <a:pt x="14157" y="13745"/>
                    <a:pt x="14157" y="13745"/>
                  </a:cubicBezTo>
                  <a:cubicBezTo>
                    <a:pt x="14067" y="13745"/>
                    <a:pt x="14067" y="13745"/>
                    <a:pt x="14067" y="13745"/>
                  </a:cubicBezTo>
                  <a:cubicBezTo>
                    <a:pt x="13976" y="13614"/>
                    <a:pt x="13976" y="13614"/>
                    <a:pt x="13976" y="13614"/>
                  </a:cubicBezTo>
                  <a:cubicBezTo>
                    <a:pt x="13976" y="13483"/>
                    <a:pt x="13976" y="13483"/>
                    <a:pt x="13976" y="13483"/>
                  </a:cubicBezTo>
                  <a:cubicBezTo>
                    <a:pt x="13885" y="13614"/>
                    <a:pt x="13885" y="13614"/>
                    <a:pt x="13885" y="13614"/>
                  </a:cubicBezTo>
                  <a:cubicBezTo>
                    <a:pt x="13794" y="13614"/>
                    <a:pt x="13794" y="13614"/>
                    <a:pt x="13794" y="13614"/>
                  </a:cubicBezTo>
                  <a:cubicBezTo>
                    <a:pt x="13704" y="13745"/>
                    <a:pt x="13704" y="13745"/>
                    <a:pt x="13704" y="13745"/>
                  </a:cubicBezTo>
                  <a:cubicBezTo>
                    <a:pt x="13522" y="13745"/>
                    <a:pt x="13522" y="13745"/>
                    <a:pt x="13522" y="13745"/>
                  </a:cubicBezTo>
                  <a:cubicBezTo>
                    <a:pt x="13522" y="13745"/>
                    <a:pt x="13522" y="13745"/>
                    <a:pt x="13522" y="13745"/>
                  </a:cubicBezTo>
                  <a:cubicBezTo>
                    <a:pt x="13431" y="13876"/>
                    <a:pt x="13431" y="13876"/>
                    <a:pt x="13431" y="13876"/>
                  </a:cubicBezTo>
                  <a:cubicBezTo>
                    <a:pt x="13522" y="13876"/>
                    <a:pt x="13522" y="13876"/>
                    <a:pt x="13522" y="13876"/>
                  </a:cubicBezTo>
                  <a:cubicBezTo>
                    <a:pt x="13431" y="14138"/>
                    <a:pt x="13431" y="14138"/>
                    <a:pt x="13431" y="14138"/>
                  </a:cubicBezTo>
                  <a:cubicBezTo>
                    <a:pt x="13341" y="14138"/>
                    <a:pt x="13341" y="14138"/>
                    <a:pt x="13341" y="14138"/>
                  </a:cubicBezTo>
                  <a:cubicBezTo>
                    <a:pt x="13341" y="14269"/>
                    <a:pt x="13341" y="14269"/>
                    <a:pt x="13341" y="14269"/>
                  </a:cubicBezTo>
                  <a:cubicBezTo>
                    <a:pt x="13068" y="14530"/>
                    <a:pt x="13068" y="14530"/>
                    <a:pt x="13068" y="14530"/>
                  </a:cubicBezTo>
                  <a:cubicBezTo>
                    <a:pt x="12978" y="14661"/>
                    <a:pt x="12978" y="14661"/>
                    <a:pt x="12978" y="14661"/>
                  </a:cubicBezTo>
                  <a:cubicBezTo>
                    <a:pt x="12978" y="14792"/>
                    <a:pt x="12978" y="14792"/>
                    <a:pt x="12978" y="14792"/>
                  </a:cubicBezTo>
                  <a:cubicBezTo>
                    <a:pt x="13068" y="14923"/>
                    <a:pt x="13068" y="14923"/>
                    <a:pt x="13068" y="14923"/>
                  </a:cubicBezTo>
                  <a:cubicBezTo>
                    <a:pt x="13159" y="14792"/>
                    <a:pt x="13159" y="14792"/>
                    <a:pt x="13159" y="14792"/>
                  </a:cubicBezTo>
                  <a:cubicBezTo>
                    <a:pt x="13159" y="14792"/>
                    <a:pt x="13159" y="14792"/>
                    <a:pt x="13159" y="14792"/>
                  </a:cubicBezTo>
                  <a:cubicBezTo>
                    <a:pt x="13250" y="14792"/>
                    <a:pt x="13250" y="14792"/>
                    <a:pt x="13250" y="14792"/>
                  </a:cubicBezTo>
                  <a:cubicBezTo>
                    <a:pt x="13341" y="14792"/>
                    <a:pt x="13341" y="14792"/>
                    <a:pt x="13341" y="14792"/>
                  </a:cubicBezTo>
                  <a:cubicBezTo>
                    <a:pt x="13341" y="14792"/>
                    <a:pt x="13341" y="14792"/>
                    <a:pt x="13341" y="14792"/>
                  </a:cubicBezTo>
                  <a:cubicBezTo>
                    <a:pt x="13159" y="14923"/>
                    <a:pt x="13159" y="14923"/>
                    <a:pt x="13159" y="14923"/>
                  </a:cubicBezTo>
                  <a:cubicBezTo>
                    <a:pt x="13068" y="14923"/>
                    <a:pt x="13068" y="14923"/>
                    <a:pt x="13068" y="14923"/>
                  </a:cubicBezTo>
                  <a:cubicBezTo>
                    <a:pt x="13068" y="15054"/>
                    <a:pt x="13068" y="15054"/>
                    <a:pt x="13068" y="15054"/>
                  </a:cubicBezTo>
                  <a:cubicBezTo>
                    <a:pt x="12978" y="15054"/>
                    <a:pt x="12978" y="15054"/>
                    <a:pt x="12978" y="15054"/>
                  </a:cubicBezTo>
                  <a:cubicBezTo>
                    <a:pt x="12887" y="15054"/>
                    <a:pt x="12887" y="15054"/>
                    <a:pt x="12887" y="15054"/>
                  </a:cubicBezTo>
                  <a:cubicBezTo>
                    <a:pt x="12887" y="15054"/>
                    <a:pt x="12887" y="15054"/>
                    <a:pt x="12887" y="15054"/>
                  </a:cubicBezTo>
                  <a:cubicBezTo>
                    <a:pt x="12887" y="15185"/>
                    <a:pt x="12887" y="15185"/>
                    <a:pt x="12887" y="15185"/>
                  </a:cubicBezTo>
                  <a:cubicBezTo>
                    <a:pt x="12796" y="15185"/>
                    <a:pt x="12796" y="15185"/>
                    <a:pt x="12796" y="15185"/>
                  </a:cubicBezTo>
                  <a:cubicBezTo>
                    <a:pt x="12796" y="15185"/>
                    <a:pt x="12796" y="15185"/>
                    <a:pt x="12796" y="15185"/>
                  </a:cubicBezTo>
                  <a:cubicBezTo>
                    <a:pt x="12796" y="15316"/>
                    <a:pt x="12796" y="15316"/>
                    <a:pt x="12796" y="15316"/>
                  </a:cubicBezTo>
                  <a:cubicBezTo>
                    <a:pt x="12887" y="15447"/>
                    <a:pt x="12887" y="15447"/>
                    <a:pt x="12887" y="15447"/>
                  </a:cubicBezTo>
                  <a:cubicBezTo>
                    <a:pt x="12887" y="15447"/>
                    <a:pt x="12887" y="15447"/>
                    <a:pt x="12887" y="15447"/>
                  </a:cubicBezTo>
                  <a:cubicBezTo>
                    <a:pt x="12978" y="15316"/>
                    <a:pt x="12978" y="15316"/>
                    <a:pt x="12978" y="15316"/>
                  </a:cubicBezTo>
                  <a:cubicBezTo>
                    <a:pt x="12978" y="15447"/>
                    <a:pt x="12978" y="15447"/>
                    <a:pt x="12978" y="15447"/>
                  </a:cubicBezTo>
                  <a:cubicBezTo>
                    <a:pt x="12978" y="15316"/>
                    <a:pt x="12978" y="15316"/>
                    <a:pt x="12978" y="15316"/>
                  </a:cubicBezTo>
                  <a:cubicBezTo>
                    <a:pt x="13068" y="15316"/>
                    <a:pt x="13068" y="15316"/>
                    <a:pt x="13068" y="15316"/>
                  </a:cubicBezTo>
                  <a:cubicBezTo>
                    <a:pt x="13068" y="15316"/>
                    <a:pt x="13068" y="15316"/>
                    <a:pt x="13068" y="15316"/>
                  </a:cubicBezTo>
                  <a:cubicBezTo>
                    <a:pt x="13159" y="15316"/>
                    <a:pt x="13159" y="15316"/>
                    <a:pt x="13159" y="15316"/>
                  </a:cubicBezTo>
                  <a:cubicBezTo>
                    <a:pt x="13159" y="15316"/>
                    <a:pt x="13159" y="15316"/>
                    <a:pt x="13159" y="15316"/>
                  </a:cubicBezTo>
                  <a:cubicBezTo>
                    <a:pt x="13159" y="15185"/>
                    <a:pt x="13159" y="15185"/>
                    <a:pt x="13159" y="15185"/>
                  </a:cubicBezTo>
                  <a:cubicBezTo>
                    <a:pt x="13250" y="15185"/>
                    <a:pt x="13250" y="15185"/>
                    <a:pt x="13250" y="15185"/>
                  </a:cubicBezTo>
                  <a:cubicBezTo>
                    <a:pt x="13250" y="15054"/>
                    <a:pt x="13250" y="15054"/>
                    <a:pt x="13250" y="15054"/>
                  </a:cubicBezTo>
                  <a:cubicBezTo>
                    <a:pt x="13341" y="14923"/>
                    <a:pt x="13341" y="14923"/>
                    <a:pt x="13341" y="14923"/>
                  </a:cubicBezTo>
                  <a:cubicBezTo>
                    <a:pt x="13341" y="15054"/>
                    <a:pt x="13341" y="15054"/>
                    <a:pt x="13341" y="15054"/>
                  </a:cubicBezTo>
                  <a:cubicBezTo>
                    <a:pt x="13341" y="15054"/>
                    <a:pt x="13341" y="15054"/>
                    <a:pt x="13341" y="15054"/>
                  </a:cubicBezTo>
                  <a:cubicBezTo>
                    <a:pt x="13341" y="15185"/>
                    <a:pt x="13341" y="15185"/>
                    <a:pt x="13341" y="15185"/>
                  </a:cubicBezTo>
                  <a:cubicBezTo>
                    <a:pt x="13431" y="15185"/>
                    <a:pt x="13431" y="15185"/>
                    <a:pt x="13431" y="15185"/>
                  </a:cubicBezTo>
                  <a:cubicBezTo>
                    <a:pt x="13522" y="15054"/>
                    <a:pt x="13522" y="15054"/>
                    <a:pt x="13522" y="15054"/>
                  </a:cubicBezTo>
                  <a:cubicBezTo>
                    <a:pt x="13613" y="15054"/>
                    <a:pt x="13613" y="15054"/>
                    <a:pt x="13613" y="15054"/>
                  </a:cubicBezTo>
                  <a:cubicBezTo>
                    <a:pt x="13704" y="15054"/>
                    <a:pt x="13704" y="15054"/>
                    <a:pt x="13704" y="15054"/>
                  </a:cubicBezTo>
                  <a:cubicBezTo>
                    <a:pt x="13704" y="15054"/>
                    <a:pt x="13704" y="15054"/>
                    <a:pt x="13704" y="15054"/>
                  </a:cubicBezTo>
                  <a:cubicBezTo>
                    <a:pt x="13794" y="14792"/>
                    <a:pt x="13794" y="14792"/>
                    <a:pt x="13794" y="14792"/>
                  </a:cubicBezTo>
                  <a:cubicBezTo>
                    <a:pt x="13885" y="14792"/>
                    <a:pt x="13885" y="14792"/>
                    <a:pt x="13885" y="14792"/>
                  </a:cubicBezTo>
                  <a:cubicBezTo>
                    <a:pt x="13885" y="14792"/>
                    <a:pt x="13885" y="14792"/>
                    <a:pt x="13885" y="14792"/>
                  </a:cubicBezTo>
                  <a:cubicBezTo>
                    <a:pt x="13794" y="14923"/>
                    <a:pt x="13794" y="14923"/>
                    <a:pt x="13794" y="14923"/>
                  </a:cubicBezTo>
                  <a:cubicBezTo>
                    <a:pt x="13794" y="14923"/>
                    <a:pt x="13794" y="14923"/>
                    <a:pt x="13794" y="14923"/>
                  </a:cubicBezTo>
                  <a:cubicBezTo>
                    <a:pt x="13794" y="14923"/>
                    <a:pt x="13794" y="14923"/>
                    <a:pt x="13794" y="14923"/>
                  </a:cubicBezTo>
                  <a:cubicBezTo>
                    <a:pt x="13885" y="14792"/>
                    <a:pt x="13885" y="14792"/>
                    <a:pt x="13885" y="14792"/>
                  </a:cubicBezTo>
                  <a:cubicBezTo>
                    <a:pt x="13976" y="14661"/>
                    <a:pt x="13976" y="14661"/>
                    <a:pt x="13976" y="14661"/>
                  </a:cubicBezTo>
                  <a:cubicBezTo>
                    <a:pt x="14067" y="14530"/>
                    <a:pt x="14067" y="14530"/>
                    <a:pt x="14067" y="14530"/>
                  </a:cubicBezTo>
                  <a:cubicBezTo>
                    <a:pt x="14067" y="14661"/>
                    <a:pt x="14067" y="14661"/>
                    <a:pt x="14067" y="14661"/>
                  </a:cubicBezTo>
                  <a:cubicBezTo>
                    <a:pt x="13976" y="14792"/>
                    <a:pt x="13976" y="14792"/>
                    <a:pt x="13976" y="14792"/>
                  </a:cubicBezTo>
                  <a:cubicBezTo>
                    <a:pt x="13976" y="14792"/>
                    <a:pt x="13976" y="14792"/>
                    <a:pt x="13976" y="14792"/>
                  </a:cubicBezTo>
                  <a:cubicBezTo>
                    <a:pt x="14067" y="14661"/>
                    <a:pt x="14067" y="14661"/>
                    <a:pt x="14067" y="14661"/>
                  </a:cubicBezTo>
                  <a:cubicBezTo>
                    <a:pt x="14067" y="14792"/>
                    <a:pt x="14067" y="14792"/>
                    <a:pt x="14067" y="14792"/>
                  </a:cubicBezTo>
                  <a:cubicBezTo>
                    <a:pt x="14067" y="14792"/>
                    <a:pt x="14067" y="14792"/>
                    <a:pt x="14067" y="14792"/>
                  </a:cubicBezTo>
                  <a:cubicBezTo>
                    <a:pt x="14157" y="14792"/>
                    <a:pt x="14157" y="14792"/>
                    <a:pt x="14157" y="14792"/>
                  </a:cubicBezTo>
                  <a:cubicBezTo>
                    <a:pt x="14248" y="14923"/>
                    <a:pt x="14248" y="14923"/>
                    <a:pt x="14248" y="14923"/>
                  </a:cubicBezTo>
                  <a:cubicBezTo>
                    <a:pt x="14248" y="14792"/>
                    <a:pt x="14248" y="14792"/>
                    <a:pt x="14248" y="14792"/>
                  </a:cubicBezTo>
                  <a:cubicBezTo>
                    <a:pt x="14339" y="14661"/>
                    <a:pt x="14339" y="14661"/>
                    <a:pt x="14339" y="14661"/>
                  </a:cubicBezTo>
                  <a:cubicBezTo>
                    <a:pt x="14430" y="14661"/>
                    <a:pt x="14430" y="14661"/>
                    <a:pt x="14430" y="14661"/>
                  </a:cubicBezTo>
                  <a:cubicBezTo>
                    <a:pt x="14521" y="14661"/>
                    <a:pt x="14521" y="14661"/>
                    <a:pt x="14521" y="14661"/>
                  </a:cubicBezTo>
                  <a:cubicBezTo>
                    <a:pt x="14430" y="14530"/>
                    <a:pt x="14430" y="14530"/>
                    <a:pt x="14430" y="14530"/>
                  </a:cubicBezTo>
                  <a:cubicBezTo>
                    <a:pt x="14430" y="14530"/>
                    <a:pt x="14430" y="14530"/>
                    <a:pt x="14430" y="14530"/>
                  </a:cubicBezTo>
                  <a:cubicBezTo>
                    <a:pt x="14611" y="14399"/>
                    <a:pt x="14611" y="14399"/>
                    <a:pt x="14611" y="14399"/>
                  </a:cubicBezTo>
                  <a:cubicBezTo>
                    <a:pt x="14611" y="14269"/>
                    <a:pt x="14611" y="14269"/>
                    <a:pt x="14611" y="14269"/>
                  </a:cubicBezTo>
                  <a:cubicBezTo>
                    <a:pt x="14611" y="14269"/>
                    <a:pt x="14611" y="14269"/>
                    <a:pt x="14611" y="14269"/>
                  </a:cubicBezTo>
                  <a:cubicBezTo>
                    <a:pt x="14611" y="14269"/>
                    <a:pt x="14611" y="14269"/>
                    <a:pt x="14611" y="14269"/>
                  </a:cubicBezTo>
                  <a:cubicBezTo>
                    <a:pt x="14521" y="14138"/>
                    <a:pt x="14521" y="14138"/>
                    <a:pt x="14521" y="14138"/>
                  </a:cubicBezTo>
                  <a:cubicBezTo>
                    <a:pt x="14430" y="14138"/>
                    <a:pt x="14430" y="14138"/>
                    <a:pt x="14430" y="14138"/>
                  </a:cubicBezTo>
                  <a:cubicBezTo>
                    <a:pt x="14430" y="14138"/>
                    <a:pt x="14430" y="14138"/>
                    <a:pt x="14430" y="14138"/>
                  </a:cubicBezTo>
                  <a:cubicBezTo>
                    <a:pt x="14521" y="14138"/>
                    <a:pt x="14521" y="14138"/>
                    <a:pt x="14521" y="14138"/>
                  </a:cubicBezTo>
                  <a:cubicBezTo>
                    <a:pt x="14611" y="14138"/>
                    <a:pt x="14611" y="14138"/>
                    <a:pt x="14611" y="14138"/>
                  </a:cubicBezTo>
                  <a:cubicBezTo>
                    <a:pt x="14611" y="14138"/>
                    <a:pt x="14611" y="14138"/>
                    <a:pt x="14611" y="14138"/>
                  </a:cubicBezTo>
                  <a:cubicBezTo>
                    <a:pt x="14611" y="14007"/>
                    <a:pt x="14611" y="14007"/>
                    <a:pt x="14611" y="14007"/>
                  </a:cubicBezTo>
                  <a:cubicBezTo>
                    <a:pt x="14521" y="14007"/>
                    <a:pt x="14521" y="14007"/>
                    <a:pt x="14521" y="14007"/>
                  </a:cubicBezTo>
                  <a:cubicBezTo>
                    <a:pt x="14521" y="14007"/>
                    <a:pt x="14521" y="14007"/>
                    <a:pt x="14521" y="14007"/>
                  </a:cubicBezTo>
                  <a:cubicBezTo>
                    <a:pt x="14521" y="13876"/>
                    <a:pt x="14521" y="13876"/>
                    <a:pt x="14521" y="13876"/>
                  </a:cubicBezTo>
                  <a:cubicBezTo>
                    <a:pt x="14611" y="13876"/>
                    <a:pt x="14611" y="13876"/>
                    <a:pt x="14611" y="13876"/>
                  </a:cubicBezTo>
                  <a:cubicBezTo>
                    <a:pt x="14611" y="13876"/>
                    <a:pt x="14611" y="13876"/>
                    <a:pt x="14611" y="13876"/>
                  </a:cubicBezTo>
                  <a:cubicBezTo>
                    <a:pt x="14702" y="13876"/>
                    <a:pt x="14702" y="13876"/>
                    <a:pt x="14702" y="13876"/>
                  </a:cubicBezTo>
                  <a:cubicBezTo>
                    <a:pt x="14702" y="13745"/>
                    <a:pt x="14702" y="13745"/>
                    <a:pt x="14702" y="13745"/>
                  </a:cubicBezTo>
                  <a:cubicBezTo>
                    <a:pt x="14611" y="13745"/>
                    <a:pt x="14611" y="13745"/>
                    <a:pt x="14611" y="13745"/>
                  </a:cubicBezTo>
                  <a:cubicBezTo>
                    <a:pt x="14793" y="13614"/>
                    <a:pt x="14793" y="13614"/>
                    <a:pt x="14793" y="13614"/>
                  </a:cubicBezTo>
                  <a:cubicBezTo>
                    <a:pt x="14884" y="13745"/>
                    <a:pt x="14884" y="13745"/>
                    <a:pt x="14884" y="13745"/>
                  </a:cubicBezTo>
                  <a:cubicBezTo>
                    <a:pt x="14884" y="13614"/>
                    <a:pt x="14884" y="13614"/>
                    <a:pt x="14884" y="13614"/>
                  </a:cubicBezTo>
                  <a:cubicBezTo>
                    <a:pt x="14974" y="13614"/>
                    <a:pt x="14974" y="13614"/>
                    <a:pt x="14974" y="13614"/>
                  </a:cubicBezTo>
                  <a:cubicBezTo>
                    <a:pt x="14884" y="13745"/>
                    <a:pt x="14884" y="13745"/>
                    <a:pt x="14884" y="13745"/>
                  </a:cubicBezTo>
                  <a:cubicBezTo>
                    <a:pt x="14884" y="13876"/>
                    <a:pt x="14884" y="13876"/>
                    <a:pt x="14884" y="13876"/>
                  </a:cubicBezTo>
                  <a:cubicBezTo>
                    <a:pt x="14884" y="14007"/>
                    <a:pt x="14884" y="14007"/>
                    <a:pt x="14884" y="14007"/>
                  </a:cubicBezTo>
                  <a:cubicBezTo>
                    <a:pt x="14884" y="14007"/>
                    <a:pt x="14884" y="14007"/>
                    <a:pt x="14884" y="14007"/>
                  </a:cubicBezTo>
                  <a:cubicBezTo>
                    <a:pt x="14974" y="13876"/>
                    <a:pt x="14974" y="13876"/>
                    <a:pt x="14974" y="13876"/>
                  </a:cubicBezTo>
                  <a:cubicBezTo>
                    <a:pt x="15065" y="13745"/>
                    <a:pt x="15065" y="13745"/>
                    <a:pt x="15065" y="13745"/>
                  </a:cubicBezTo>
                  <a:cubicBezTo>
                    <a:pt x="15065" y="13745"/>
                    <a:pt x="15065" y="13745"/>
                    <a:pt x="15065" y="13745"/>
                  </a:cubicBezTo>
                  <a:cubicBezTo>
                    <a:pt x="15065" y="13876"/>
                    <a:pt x="15065" y="13876"/>
                    <a:pt x="15065" y="13876"/>
                  </a:cubicBezTo>
                  <a:cubicBezTo>
                    <a:pt x="14974" y="13876"/>
                    <a:pt x="14974" y="13876"/>
                    <a:pt x="14974" y="13876"/>
                  </a:cubicBezTo>
                  <a:cubicBezTo>
                    <a:pt x="15065" y="14007"/>
                    <a:pt x="15065" y="14007"/>
                    <a:pt x="15065" y="14007"/>
                  </a:cubicBezTo>
                  <a:cubicBezTo>
                    <a:pt x="15156" y="13876"/>
                    <a:pt x="15156" y="13876"/>
                    <a:pt x="15156" y="13876"/>
                  </a:cubicBezTo>
                  <a:cubicBezTo>
                    <a:pt x="15156" y="13876"/>
                    <a:pt x="15156" y="13876"/>
                    <a:pt x="15156" y="13876"/>
                  </a:cubicBezTo>
                  <a:cubicBezTo>
                    <a:pt x="15156" y="13876"/>
                    <a:pt x="15156" y="13876"/>
                    <a:pt x="15156" y="13876"/>
                  </a:cubicBezTo>
                  <a:cubicBezTo>
                    <a:pt x="15247" y="13876"/>
                    <a:pt x="15247" y="13876"/>
                    <a:pt x="15247" y="13876"/>
                  </a:cubicBezTo>
                  <a:cubicBezTo>
                    <a:pt x="15337" y="13876"/>
                    <a:pt x="15337" y="13876"/>
                    <a:pt x="15337" y="13876"/>
                  </a:cubicBezTo>
                  <a:cubicBezTo>
                    <a:pt x="15428" y="13745"/>
                    <a:pt x="15428" y="13745"/>
                    <a:pt x="15428" y="13745"/>
                  </a:cubicBezTo>
                  <a:cubicBezTo>
                    <a:pt x="15519" y="13745"/>
                    <a:pt x="15519" y="13745"/>
                    <a:pt x="15519" y="13745"/>
                  </a:cubicBezTo>
                  <a:cubicBezTo>
                    <a:pt x="15519" y="13745"/>
                    <a:pt x="15519" y="13745"/>
                    <a:pt x="15519" y="13745"/>
                  </a:cubicBezTo>
                  <a:cubicBezTo>
                    <a:pt x="15519" y="13745"/>
                    <a:pt x="15519" y="13745"/>
                    <a:pt x="15519" y="13745"/>
                  </a:cubicBezTo>
                  <a:cubicBezTo>
                    <a:pt x="15428" y="13745"/>
                    <a:pt x="15428" y="13745"/>
                    <a:pt x="15428" y="13745"/>
                  </a:cubicBezTo>
                  <a:cubicBezTo>
                    <a:pt x="15337" y="13876"/>
                    <a:pt x="15337" y="13876"/>
                    <a:pt x="15337" y="13876"/>
                  </a:cubicBezTo>
                  <a:cubicBezTo>
                    <a:pt x="15337" y="13876"/>
                    <a:pt x="15337" y="13876"/>
                    <a:pt x="15337" y="13876"/>
                  </a:cubicBezTo>
                  <a:cubicBezTo>
                    <a:pt x="15247" y="14007"/>
                    <a:pt x="15247" y="14007"/>
                    <a:pt x="15247" y="14007"/>
                  </a:cubicBezTo>
                  <a:cubicBezTo>
                    <a:pt x="15337" y="14007"/>
                    <a:pt x="15337" y="14007"/>
                    <a:pt x="15337" y="14007"/>
                  </a:cubicBezTo>
                  <a:cubicBezTo>
                    <a:pt x="15428" y="14138"/>
                    <a:pt x="15428" y="14138"/>
                    <a:pt x="15428" y="14138"/>
                  </a:cubicBezTo>
                  <a:cubicBezTo>
                    <a:pt x="15519" y="14138"/>
                    <a:pt x="15519" y="14138"/>
                    <a:pt x="15519" y="14138"/>
                  </a:cubicBezTo>
                  <a:cubicBezTo>
                    <a:pt x="15519" y="14269"/>
                    <a:pt x="15519" y="14269"/>
                    <a:pt x="15519" y="14269"/>
                  </a:cubicBezTo>
                  <a:cubicBezTo>
                    <a:pt x="15428" y="14138"/>
                    <a:pt x="15428" y="14138"/>
                    <a:pt x="15428" y="14138"/>
                  </a:cubicBezTo>
                  <a:cubicBezTo>
                    <a:pt x="15337" y="14138"/>
                    <a:pt x="15337" y="14138"/>
                    <a:pt x="15337" y="14138"/>
                  </a:cubicBezTo>
                  <a:cubicBezTo>
                    <a:pt x="15247" y="14138"/>
                    <a:pt x="15247" y="14138"/>
                    <a:pt x="15247" y="14138"/>
                  </a:cubicBezTo>
                  <a:cubicBezTo>
                    <a:pt x="15247" y="14269"/>
                    <a:pt x="15247" y="14269"/>
                    <a:pt x="15247" y="14269"/>
                  </a:cubicBezTo>
                  <a:cubicBezTo>
                    <a:pt x="15247" y="14269"/>
                    <a:pt x="15247" y="14269"/>
                    <a:pt x="15247" y="14269"/>
                  </a:cubicBezTo>
                  <a:cubicBezTo>
                    <a:pt x="15337" y="14269"/>
                    <a:pt x="15337" y="14269"/>
                    <a:pt x="15337" y="14269"/>
                  </a:cubicBezTo>
                  <a:cubicBezTo>
                    <a:pt x="15428" y="14269"/>
                    <a:pt x="15428" y="14269"/>
                    <a:pt x="15428" y="14269"/>
                  </a:cubicBezTo>
                  <a:cubicBezTo>
                    <a:pt x="15337" y="14269"/>
                    <a:pt x="15337" y="14269"/>
                    <a:pt x="15337" y="14269"/>
                  </a:cubicBezTo>
                  <a:cubicBezTo>
                    <a:pt x="15247" y="14269"/>
                    <a:pt x="15247" y="14269"/>
                    <a:pt x="15247" y="14269"/>
                  </a:cubicBezTo>
                  <a:cubicBezTo>
                    <a:pt x="15337" y="14399"/>
                    <a:pt x="15337" y="14399"/>
                    <a:pt x="15337" y="14399"/>
                  </a:cubicBezTo>
                  <a:cubicBezTo>
                    <a:pt x="15428" y="14399"/>
                    <a:pt x="15428" y="14399"/>
                    <a:pt x="15428" y="14399"/>
                  </a:cubicBezTo>
                  <a:cubicBezTo>
                    <a:pt x="15428" y="14530"/>
                    <a:pt x="15428" y="14530"/>
                    <a:pt x="15428" y="14530"/>
                  </a:cubicBezTo>
                  <a:cubicBezTo>
                    <a:pt x="15428" y="14530"/>
                    <a:pt x="15428" y="14530"/>
                    <a:pt x="15428" y="14530"/>
                  </a:cubicBezTo>
                  <a:cubicBezTo>
                    <a:pt x="15337" y="14530"/>
                    <a:pt x="15337" y="14530"/>
                    <a:pt x="15337" y="14530"/>
                  </a:cubicBezTo>
                  <a:cubicBezTo>
                    <a:pt x="15337" y="14530"/>
                    <a:pt x="15337" y="14530"/>
                    <a:pt x="15337" y="14530"/>
                  </a:cubicBezTo>
                  <a:cubicBezTo>
                    <a:pt x="15428" y="14530"/>
                    <a:pt x="15428" y="14530"/>
                    <a:pt x="15428" y="14530"/>
                  </a:cubicBezTo>
                  <a:cubicBezTo>
                    <a:pt x="15519" y="14530"/>
                    <a:pt x="15519" y="14530"/>
                    <a:pt x="15519" y="14530"/>
                  </a:cubicBezTo>
                  <a:cubicBezTo>
                    <a:pt x="15519" y="14661"/>
                    <a:pt x="15519" y="14661"/>
                    <a:pt x="15519" y="14661"/>
                  </a:cubicBezTo>
                  <a:cubicBezTo>
                    <a:pt x="15610" y="14661"/>
                    <a:pt x="15610" y="14661"/>
                    <a:pt x="15610" y="14661"/>
                  </a:cubicBezTo>
                  <a:cubicBezTo>
                    <a:pt x="15700" y="14661"/>
                    <a:pt x="15700" y="14661"/>
                    <a:pt x="15700" y="14661"/>
                  </a:cubicBezTo>
                  <a:cubicBezTo>
                    <a:pt x="15791" y="14661"/>
                    <a:pt x="15791" y="14661"/>
                    <a:pt x="15791" y="14661"/>
                  </a:cubicBezTo>
                  <a:cubicBezTo>
                    <a:pt x="15791" y="14661"/>
                    <a:pt x="15791" y="14661"/>
                    <a:pt x="15791" y="14661"/>
                  </a:cubicBezTo>
                  <a:cubicBezTo>
                    <a:pt x="15700" y="14792"/>
                    <a:pt x="15700" y="14792"/>
                    <a:pt x="15700" y="14792"/>
                  </a:cubicBezTo>
                  <a:cubicBezTo>
                    <a:pt x="15700" y="14792"/>
                    <a:pt x="15700" y="14792"/>
                    <a:pt x="15700" y="14792"/>
                  </a:cubicBezTo>
                  <a:cubicBezTo>
                    <a:pt x="15791" y="14792"/>
                    <a:pt x="15791" y="14792"/>
                    <a:pt x="15791" y="14792"/>
                  </a:cubicBezTo>
                  <a:cubicBezTo>
                    <a:pt x="15791" y="14923"/>
                    <a:pt x="15791" y="14923"/>
                    <a:pt x="15791" y="14923"/>
                  </a:cubicBezTo>
                  <a:cubicBezTo>
                    <a:pt x="15882" y="14923"/>
                    <a:pt x="15882" y="14923"/>
                    <a:pt x="15882" y="14923"/>
                  </a:cubicBezTo>
                  <a:cubicBezTo>
                    <a:pt x="15882" y="14792"/>
                    <a:pt x="15882" y="14792"/>
                    <a:pt x="15882" y="14792"/>
                  </a:cubicBezTo>
                  <a:cubicBezTo>
                    <a:pt x="15882" y="14792"/>
                    <a:pt x="15882" y="14792"/>
                    <a:pt x="15882" y="14792"/>
                  </a:cubicBezTo>
                  <a:cubicBezTo>
                    <a:pt x="15882" y="14792"/>
                    <a:pt x="15882" y="14792"/>
                    <a:pt x="15882" y="14792"/>
                  </a:cubicBezTo>
                  <a:cubicBezTo>
                    <a:pt x="15973" y="14792"/>
                    <a:pt x="15973" y="14792"/>
                    <a:pt x="15973" y="14792"/>
                  </a:cubicBezTo>
                  <a:cubicBezTo>
                    <a:pt x="15973" y="14792"/>
                    <a:pt x="15973" y="14792"/>
                    <a:pt x="15973" y="14792"/>
                  </a:cubicBezTo>
                  <a:cubicBezTo>
                    <a:pt x="15973" y="14923"/>
                    <a:pt x="15973" y="14923"/>
                    <a:pt x="15973" y="14923"/>
                  </a:cubicBezTo>
                  <a:cubicBezTo>
                    <a:pt x="15882" y="15054"/>
                    <a:pt x="15882" y="15054"/>
                    <a:pt x="15882" y="15054"/>
                  </a:cubicBezTo>
                  <a:cubicBezTo>
                    <a:pt x="15882" y="15185"/>
                    <a:pt x="15882" y="15185"/>
                    <a:pt x="15882" y="15185"/>
                  </a:cubicBezTo>
                  <a:cubicBezTo>
                    <a:pt x="15882" y="15185"/>
                    <a:pt x="15882" y="15185"/>
                    <a:pt x="15882" y="15185"/>
                  </a:cubicBezTo>
                  <a:cubicBezTo>
                    <a:pt x="15882" y="15185"/>
                    <a:pt x="15882" y="15185"/>
                    <a:pt x="15882" y="15185"/>
                  </a:cubicBezTo>
                  <a:cubicBezTo>
                    <a:pt x="15791" y="15185"/>
                    <a:pt x="15791" y="15185"/>
                    <a:pt x="15791" y="15185"/>
                  </a:cubicBezTo>
                  <a:cubicBezTo>
                    <a:pt x="15791" y="15185"/>
                    <a:pt x="15791" y="15185"/>
                    <a:pt x="15791" y="15185"/>
                  </a:cubicBezTo>
                  <a:cubicBezTo>
                    <a:pt x="15973" y="15316"/>
                    <a:pt x="15973" y="15316"/>
                    <a:pt x="15973" y="15316"/>
                  </a:cubicBezTo>
                  <a:cubicBezTo>
                    <a:pt x="16063" y="15316"/>
                    <a:pt x="16063" y="15316"/>
                    <a:pt x="16063" y="15316"/>
                  </a:cubicBezTo>
                  <a:cubicBezTo>
                    <a:pt x="16154" y="15316"/>
                    <a:pt x="16154" y="15316"/>
                    <a:pt x="16154" y="15316"/>
                  </a:cubicBezTo>
                  <a:cubicBezTo>
                    <a:pt x="16245" y="15316"/>
                    <a:pt x="16245" y="15316"/>
                    <a:pt x="16245" y="15316"/>
                  </a:cubicBezTo>
                  <a:cubicBezTo>
                    <a:pt x="16336" y="15316"/>
                    <a:pt x="16336" y="15316"/>
                    <a:pt x="16336" y="15316"/>
                  </a:cubicBezTo>
                  <a:cubicBezTo>
                    <a:pt x="16426" y="15185"/>
                    <a:pt x="16426" y="15185"/>
                    <a:pt x="16426" y="15185"/>
                  </a:cubicBezTo>
                  <a:cubicBezTo>
                    <a:pt x="16426" y="15316"/>
                    <a:pt x="16426" y="15316"/>
                    <a:pt x="16426" y="15316"/>
                  </a:cubicBezTo>
                  <a:cubicBezTo>
                    <a:pt x="16426" y="15316"/>
                    <a:pt x="16426" y="15316"/>
                    <a:pt x="16426" y="15316"/>
                  </a:cubicBezTo>
                  <a:cubicBezTo>
                    <a:pt x="16517" y="15316"/>
                    <a:pt x="16517" y="15316"/>
                    <a:pt x="16517" y="15316"/>
                  </a:cubicBezTo>
                  <a:cubicBezTo>
                    <a:pt x="16517" y="15447"/>
                    <a:pt x="16517" y="15447"/>
                    <a:pt x="16517" y="15447"/>
                  </a:cubicBezTo>
                  <a:cubicBezTo>
                    <a:pt x="16608" y="15447"/>
                    <a:pt x="16608" y="15447"/>
                    <a:pt x="16608" y="15447"/>
                  </a:cubicBezTo>
                  <a:cubicBezTo>
                    <a:pt x="16608" y="15578"/>
                    <a:pt x="16608" y="15578"/>
                    <a:pt x="16608" y="15578"/>
                  </a:cubicBezTo>
                  <a:cubicBezTo>
                    <a:pt x="16699" y="15578"/>
                    <a:pt x="16699" y="15578"/>
                    <a:pt x="16699" y="15578"/>
                  </a:cubicBezTo>
                  <a:cubicBezTo>
                    <a:pt x="16789" y="15447"/>
                    <a:pt x="16789" y="15447"/>
                    <a:pt x="16789" y="15447"/>
                  </a:cubicBezTo>
                  <a:cubicBezTo>
                    <a:pt x="16789" y="15447"/>
                    <a:pt x="16789" y="15447"/>
                    <a:pt x="16789" y="15447"/>
                  </a:cubicBezTo>
                  <a:cubicBezTo>
                    <a:pt x="16880" y="15447"/>
                    <a:pt x="16880" y="15447"/>
                    <a:pt x="16880" y="15447"/>
                  </a:cubicBezTo>
                  <a:cubicBezTo>
                    <a:pt x="16880" y="15578"/>
                    <a:pt x="16880" y="15578"/>
                    <a:pt x="16880" y="15578"/>
                  </a:cubicBezTo>
                  <a:cubicBezTo>
                    <a:pt x="16789" y="15578"/>
                    <a:pt x="16789" y="15578"/>
                    <a:pt x="16789" y="15578"/>
                  </a:cubicBezTo>
                  <a:cubicBezTo>
                    <a:pt x="16699" y="15578"/>
                    <a:pt x="16699" y="15578"/>
                    <a:pt x="16699" y="15578"/>
                  </a:cubicBezTo>
                  <a:cubicBezTo>
                    <a:pt x="16699" y="15709"/>
                    <a:pt x="16699" y="15709"/>
                    <a:pt x="16699" y="15709"/>
                  </a:cubicBezTo>
                  <a:cubicBezTo>
                    <a:pt x="16880" y="15709"/>
                    <a:pt x="16880" y="15709"/>
                    <a:pt x="16880" y="15709"/>
                  </a:cubicBezTo>
                  <a:cubicBezTo>
                    <a:pt x="16880" y="15840"/>
                    <a:pt x="16880" y="15840"/>
                    <a:pt x="16880" y="15840"/>
                  </a:cubicBezTo>
                  <a:cubicBezTo>
                    <a:pt x="16880" y="15840"/>
                    <a:pt x="16880" y="15840"/>
                    <a:pt x="16880" y="15840"/>
                  </a:cubicBezTo>
                  <a:cubicBezTo>
                    <a:pt x="17062" y="15970"/>
                    <a:pt x="17062" y="15970"/>
                    <a:pt x="17062" y="15970"/>
                  </a:cubicBezTo>
                  <a:cubicBezTo>
                    <a:pt x="17152" y="15840"/>
                    <a:pt x="17152" y="15840"/>
                    <a:pt x="17152" y="15840"/>
                  </a:cubicBezTo>
                  <a:cubicBezTo>
                    <a:pt x="17243" y="15840"/>
                    <a:pt x="17243" y="15840"/>
                    <a:pt x="17243" y="15840"/>
                  </a:cubicBezTo>
                  <a:cubicBezTo>
                    <a:pt x="17243" y="15840"/>
                    <a:pt x="17243" y="15840"/>
                    <a:pt x="17243" y="15840"/>
                  </a:cubicBezTo>
                  <a:cubicBezTo>
                    <a:pt x="17334" y="15840"/>
                    <a:pt x="17334" y="15840"/>
                    <a:pt x="17334" y="15840"/>
                  </a:cubicBezTo>
                  <a:cubicBezTo>
                    <a:pt x="17425" y="15709"/>
                    <a:pt x="17425" y="15709"/>
                    <a:pt x="17425" y="15709"/>
                  </a:cubicBezTo>
                  <a:cubicBezTo>
                    <a:pt x="17425" y="15709"/>
                    <a:pt x="17425" y="15709"/>
                    <a:pt x="17425" y="15709"/>
                  </a:cubicBezTo>
                  <a:cubicBezTo>
                    <a:pt x="17425" y="15840"/>
                    <a:pt x="17425" y="15840"/>
                    <a:pt x="17425" y="15840"/>
                  </a:cubicBezTo>
                  <a:cubicBezTo>
                    <a:pt x="17334" y="15840"/>
                    <a:pt x="17334" y="15840"/>
                    <a:pt x="17334" y="15840"/>
                  </a:cubicBezTo>
                  <a:cubicBezTo>
                    <a:pt x="17334" y="16101"/>
                    <a:pt x="17334" y="16101"/>
                    <a:pt x="17334" y="16101"/>
                  </a:cubicBezTo>
                  <a:cubicBezTo>
                    <a:pt x="17334" y="16101"/>
                    <a:pt x="17334" y="16101"/>
                    <a:pt x="17334" y="16101"/>
                  </a:cubicBezTo>
                  <a:cubicBezTo>
                    <a:pt x="17243" y="16232"/>
                    <a:pt x="17243" y="16232"/>
                    <a:pt x="17243" y="16232"/>
                  </a:cubicBezTo>
                  <a:cubicBezTo>
                    <a:pt x="17152" y="16101"/>
                    <a:pt x="17152" y="16101"/>
                    <a:pt x="17152" y="16101"/>
                  </a:cubicBezTo>
                  <a:cubicBezTo>
                    <a:pt x="17152" y="16101"/>
                    <a:pt x="17152" y="16101"/>
                    <a:pt x="17152" y="16101"/>
                  </a:cubicBezTo>
                  <a:cubicBezTo>
                    <a:pt x="17152" y="16232"/>
                    <a:pt x="17152" y="16232"/>
                    <a:pt x="17152" y="16232"/>
                  </a:cubicBezTo>
                  <a:cubicBezTo>
                    <a:pt x="17243" y="16363"/>
                    <a:pt x="17243" y="16363"/>
                    <a:pt x="17243" y="16363"/>
                  </a:cubicBezTo>
                  <a:cubicBezTo>
                    <a:pt x="17243" y="16363"/>
                    <a:pt x="17243" y="16363"/>
                    <a:pt x="17243" y="16363"/>
                  </a:cubicBezTo>
                  <a:cubicBezTo>
                    <a:pt x="17334" y="16363"/>
                    <a:pt x="17334" y="16363"/>
                    <a:pt x="17334" y="16363"/>
                  </a:cubicBezTo>
                  <a:cubicBezTo>
                    <a:pt x="17425" y="16363"/>
                    <a:pt x="17425" y="16363"/>
                    <a:pt x="17425" y="16363"/>
                  </a:cubicBezTo>
                  <a:cubicBezTo>
                    <a:pt x="17334" y="16494"/>
                    <a:pt x="17334" y="16494"/>
                    <a:pt x="17334" y="16494"/>
                  </a:cubicBezTo>
                  <a:cubicBezTo>
                    <a:pt x="17334" y="16494"/>
                    <a:pt x="17334" y="16494"/>
                    <a:pt x="17334" y="16494"/>
                  </a:cubicBezTo>
                  <a:cubicBezTo>
                    <a:pt x="17334" y="16494"/>
                    <a:pt x="17334" y="16494"/>
                    <a:pt x="17334" y="16494"/>
                  </a:cubicBezTo>
                  <a:cubicBezTo>
                    <a:pt x="17425" y="16625"/>
                    <a:pt x="17425" y="16625"/>
                    <a:pt x="17425" y="16625"/>
                  </a:cubicBezTo>
                  <a:cubicBezTo>
                    <a:pt x="17425" y="16625"/>
                    <a:pt x="17425" y="16625"/>
                    <a:pt x="17425" y="16625"/>
                  </a:cubicBezTo>
                  <a:cubicBezTo>
                    <a:pt x="17515" y="16625"/>
                    <a:pt x="17515" y="16625"/>
                    <a:pt x="17515" y="16625"/>
                  </a:cubicBezTo>
                  <a:cubicBezTo>
                    <a:pt x="17606" y="16494"/>
                    <a:pt x="17606" y="16494"/>
                    <a:pt x="17606" y="16494"/>
                  </a:cubicBezTo>
                  <a:cubicBezTo>
                    <a:pt x="17697" y="16363"/>
                    <a:pt x="17697" y="16363"/>
                    <a:pt x="17697" y="16363"/>
                  </a:cubicBezTo>
                  <a:cubicBezTo>
                    <a:pt x="17606" y="16494"/>
                    <a:pt x="17606" y="16494"/>
                    <a:pt x="17606" y="16494"/>
                  </a:cubicBezTo>
                  <a:cubicBezTo>
                    <a:pt x="17606" y="16625"/>
                    <a:pt x="17606" y="16625"/>
                    <a:pt x="17606" y="16625"/>
                  </a:cubicBezTo>
                  <a:cubicBezTo>
                    <a:pt x="17606" y="16625"/>
                    <a:pt x="17606" y="16625"/>
                    <a:pt x="17606" y="16625"/>
                  </a:cubicBezTo>
                  <a:cubicBezTo>
                    <a:pt x="17606" y="16756"/>
                    <a:pt x="17606" y="16756"/>
                    <a:pt x="17606" y="16756"/>
                  </a:cubicBezTo>
                  <a:cubicBezTo>
                    <a:pt x="17515" y="16756"/>
                    <a:pt x="17515" y="16756"/>
                    <a:pt x="17515" y="16756"/>
                  </a:cubicBezTo>
                  <a:cubicBezTo>
                    <a:pt x="17515" y="16887"/>
                    <a:pt x="17515" y="16887"/>
                    <a:pt x="17515" y="16887"/>
                  </a:cubicBezTo>
                  <a:cubicBezTo>
                    <a:pt x="17606" y="16887"/>
                    <a:pt x="17606" y="16887"/>
                    <a:pt x="17606" y="16887"/>
                  </a:cubicBezTo>
                  <a:cubicBezTo>
                    <a:pt x="17606" y="17018"/>
                    <a:pt x="17606" y="17018"/>
                    <a:pt x="17606" y="17018"/>
                  </a:cubicBezTo>
                  <a:cubicBezTo>
                    <a:pt x="17606" y="17149"/>
                    <a:pt x="17606" y="17149"/>
                    <a:pt x="17606" y="17149"/>
                  </a:cubicBezTo>
                  <a:cubicBezTo>
                    <a:pt x="17606" y="17279"/>
                    <a:pt x="17606" y="17279"/>
                    <a:pt x="17606" y="17279"/>
                  </a:cubicBezTo>
                  <a:cubicBezTo>
                    <a:pt x="17697" y="17279"/>
                    <a:pt x="17697" y="17279"/>
                    <a:pt x="17697" y="17279"/>
                  </a:cubicBezTo>
                  <a:cubicBezTo>
                    <a:pt x="17606" y="17410"/>
                    <a:pt x="17606" y="17410"/>
                    <a:pt x="17606" y="17410"/>
                  </a:cubicBezTo>
                  <a:cubicBezTo>
                    <a:pt x="17697" y="17410"/>
                    <a:pt x="17697" y="17410"/>
                    <a:pt x="17697" y="17410"/>
                  </a:cubicBezTo>
                  <a:cubicBezTo>
                    <a:pt x="17788" y="17672"/>
                    <a:pt x="17788" y="17672"/>
                    <a:pt x="17788" y="17672"/>
                  </a:cubicBezTo>
                  <a:cubicBezTo>
                    <a:pt x="17788" y="17672"/>
                    <a:pt x="17788" y="17672"/>
                    <a:pt x="17788" y="17672"/>
                  </a:cubicBezTo>
                  <a:cubicBezTo>
                    <a:pt x="17788" y="17672"/>
                    <a:pt x="17788" y="17672"/>
                    <a:pt x="17788" y="17672"/>
                  </a:cubicBezTo>
                  <a:cubicBezTo>
                    <a:pt x="17878" y="17672"/>
                    <a:pt x="17878" y="17672"/>
                    <a:pt x="17878" y="17672"/>
                  </a:cubicBezTo>
                  <a:cubicBezTo>
                    <a:pt x="17878" y="17672"/>
                    <a:pt x="17878" y="17672"/>
                    <a:pt x="17878" y="17672"/>
                  </a:cubicBezTo>
                  <a:cubicBezTo>
                    <a:pt x="17969" y="17672"/>
                    <a:pt x="17969" y="17672"/>
                    <a:pt x="17969" y="17672"/>
                  </a:cubicBezTo>
                  <a:cubicBezTo>
                    <a:pt x="17969" y="17672"/>
                    <a:pt x="17969" y="17672"/>
                    <a:pt x="17969" y="17672"/>
                  </a:cubicBezTo>
                  <a:cubicBezTo>
                    <a:pt x="17969" y="17672"/>
                    <a:pt x="17969" y="17672"/>
                    <a:pt x="17969" y="17672"/>
                  </a:cubicBezTo>
                  <a:cubicBezTo>
                    <a:pt x="17969" y="17672"/>
                    <a:pt x="17969" y="17672"/>
                    <a:pt x="17969" y="17672"/>
                  </a:cubicBezTo>
                  <a:cubicBezTo>
                    <a:pt x="18060" y="17672"/>
                    <a:pt x="18060" y="17672"/>
                    <a:pt x="18060" y="17672"/>
                  </a:cubicBezTo>
                  <a:cubicBezTo>
                    <a:pt x="18060" y="17541"/>
                    <a:pt x="18060" y="17541"/>
                    <a:pt x="18060" y="17541"/>
                  </a:cubicBezTo>
                  <a:cubicBezTo>
                    <a:pt x="18060" y="17410"/>
                    <a:pt x="18060" y="17410"/>
                    <a:pt x="18060" y="17410"/>
                  </a:cubicBezTo>
                  <a:cubicBezTo>
                    <a:pt x="17969" y="17410"/>
                    <a:pt x="17969" y="17410"/>
                    <a:pt x="17969" y="17410"/>
                  </a:cubicBezTo>
                  <a:cubicBezTo>
                    <a:pt x="17969" y="17541"/>
                    <a:pt x="17969" y="17541"/>
                    <a:pt x="17969" y="17541"/>
                  </a:cubicBezTo>
                  <a:cubicBezTo>
                    <a:pt x="17969" y="17410"/>
                    <a:pt x="17969" y="17410"/>
                    <a:pt x="17969" y="17410"/>
                  </a:cubicBezTo>
                  <a:cubicBezTo>
                    <a:pt x="17969" y="17410"/>
                    <a:pt x="17969" y="17410"/>
                    <a:pt x="17969" y="17410"/>
                  </a:cubicBezTo>
                  <a:cubicBezTo>
                    <a:pt x="17969" y="17279"/>
                    <a:pt x="17969" y="17279"/>
                    <a:pt x="17969" y="17279"/>
                  </a:cubicBezTo>
                  <a:cubicBezTo>
                    <a:pt x="17969" y="17149"/>
                    <a:pt x="17969" y="17149"/>
                    <a:pt x="17969" y="17149"/>
                  </a:cubicBezTo>
                  <a:cubicBezTo>
                    <a:pt x="17878" y="17149"/>
                    <a:pt x="17878" y="17149"/>
                    <a:pt x="17878" y="17149"/>
                  </a:cubicBezTo>
                  <a:cubicBezTo>
                    <a:pt x="17878" y="17149"/>
                    <a:pt x="17878" y="17149"/>
                    <a:pt x="17878" y="17149"/>
                  </a:cubicBezTo>
                  <a:cubicBezTo>
                    <a:pt x="17969" y="17018"/>
                    <a:pt x="17969" y="17018"/>
                    <a:pt x="17969" y="17018"/>
                  </a:cubicBezTo>
                  <a:cubicBezTo>
                    <a:pt x="17969" y="17018"/>
                    <a:pt x="17969" y="17018"/>
                    <a:pt x="17969" y="17018"/>
                  </a:cubicBezTo>
                  <a:cubicBezTo>
                    <a:pt x="17969" y="17018"/>
                    <a:pt x="17969" y="17018"/>
                    <a:pt x="17969" y="17018"/>
                  </a:cubicBezTo>
                  <a:cubicBezTo>
                    <a:pt x="17969" y="17018"/>
                    <a:pt x="17969" y="17018"/>
                    <a:pt x="17969" y="17018"/>
                  </a:cubicBezTo>
                  <a:cubicBezTo>
                    <a:pt x="18060" y="17149"/>
                    <a:pt x="18060" y="17149"/>
                    <a:pt x="18060" y="17149"/>
                  </a:cubicBezTo>
                  <a:cubicBezTo>
                    <a:pt x="18060" y="17018"/>
                    <a:pt x="18060" y="17018"/>
                    <a:pt x="18060" y="17018"/>
                  </a:cubicBezTo>
                  <a:cubicBezTo>
                    <a:pt x="18060" y="17149"/>
                    <a:pt x="18060" y="17149"/>
                    <a:pt x="18060" y="17149"/>
                  </a:cubicBezTo>
                  <a:cubicBezTo>
                    <a:pt x="18151" y="17149"/>
                    <a:pt x="18151" y="17149"/>
                    <a:pt x="18151" y="17149"/>
                  </a:cubicBezTo>
                  <a:cubicBezTo>
                    <a:pt x="18060" y="17279"/>
                    <a:pt x="18060" y="17279"/>
                    <a:pt x="18060" y="17279"/>
                  </a:cubicBezTo>
                  <a:cubicBezTo>
                    <a:pt x="18151" y="17410"/>
                    <a:pt x="18151" y="17410"/>
                    <a:pt x="18151" y="17410"/>
                  </a:cubicBezTo>
                  <a:cubicBezTo>
                    <a:pt x="18151" y="17410"/>
                    <a:pt x="18151" y="17410"/>
                    <a:pt x="18151" y="17410"/>
                  </a:cubicBezTo>
                  <a:cubicBezTo>
                    <a:pt x="18242" y="17279"/>
                    <a:pt x="18242" y="17279"/>
                    <a:pt x="18242" y="17279"/>
                  </a:cubicBezTo>
                  <a:cubicBezTo>
                    <a:pt x="18242" y="17279"/>
                    <a:pt x="18242" y="17279"/>
                    <a:pt x="18242" y="17279"/>
                  </a:cubicBezTo>
                  <a:cubicBezTo>
                    <a:pt x="18242" y="17410"/>
                    <a:pt x="18242" y="17410"/>
                    <a:pt x="18242" y="17410"/>
                  </a:cubicBezTo>
                  <a:cubicBezTo>
                    <a:pt x="18151" y="17410"/>
                    <a:pt x="18151" y="17410"/>
                    <a:pt x="18151" y="17410"/>
                  </a:cubicBezTo>
                  <a:cubicBezTo>
                    <a:pt x="18151" y="17541"/>
                    <a:pt x="18151" y="17541"/>
                    <a:pt x="18151" y="17541"/>
                  </a:cubicBezTo>
                  <a:cubicBezTo>
                    <a:pt x="18242" y="17541"/>
                    <a:pt x="18242" y="17541"/>
                    <a:pt x="18242" y="17541"/>
                  </a:cubicBezTo>
                  <a:cubicBezTo>
                    <a:pt x="18151" y="17672"/>
                    <a:pt x="18151" y="17672"/>
                    <a:pt x="18151" y="17672"/>
                  </a:cubicBezTo>
                  <a:cubicBezTo>
                    <a:pt x="18151" y="17803"/>
                    <a:pt x="18151" y="17803"/>
                    <a:pt x="18151" y="17803"/>
                  </a:cubicBezTo>
                  <a:cubicBezTo>
                    <a:pt x="18242" y="17803"/>
                    <a:pt x="18242" y="17803"/>
                    <a:pt x="18242" y="17803"/>
                  </a:cubicBezTo>
                  <a:cubicBezTo>
                    <a:pt x="18332" y="17803"/>
                    <a:pt x="18332" y="17803"/>
                    <a:pt x="18332" y="17803"/>
                  </a:cubicBezTo>
                  <a:cubicBezTo>
                    <a:pt x="18332" y="17672"/>
                    <a:pt x="18332" y="17672"/>
                    <a:pt x="18332" y="17672"/>
                  </a:cubicBezTo>
                  <a:cubicBezTo>
                    <a:pt x="18332" y="17672"/>
                    <a:pt x="18332" y="17672"/>
                    <a:pt x="18332" y="17672"/>
                  </a:cubicBezTo>
                  <a:cubicBezTo>
                    <a:pt x="18332" y="17803"/>
                    <a:pt x="18332" y="17803"/>
                    <a:pt x="18332" y="17803"/>
                  </a:cubicBezTo>
                  <a:cubicBezTo>
                    <a:pt x="18332" y="17934"/>
                    <a:pt x="18332" y="17934"/>
                    <a:pt x="18332" y="17934"/>
                  </a:cubicBezTo>
                  <a:cubicBezTo>
                    <a:pt x="18423" y="17934"/>
                    <a:pt x="18423" y="17934"/>
                    <a:pt x="18423" y="17934"/>
                  </a:cubicBezTo>
                  <a:cubicBezTo>
                    <a:pt x="18423" y="17803"/>
                    <a:pt x="18423" y="17803"/>
                    <a:pt x="18423" y="17803"/>
                  </a:cubicBezTo>
                  <a:cubicBezTo>
                    <a:pt x="18514" y="17672"/>
                    <a:pt x="18514" y="17672"/>
                    <a:pt x="18514" y="17672"/>
                  </a:cubicBezTo>
                  <a:cubicBezTo>
                    <a:pt x="18514" y="17541"/>
                    <a:pt x="18514" y="17541"/>
                    <a:pt x="18514" y="17541"/>
                  </a:cubicBezTo>
                  <a:cubicBezTo>
                    <a:pt x="18514" y="17279"/>
                    <a:pt x="18514" y="17279"/>
                    <a:pt x="18514" y="17279"/>
                  </a:cubicBezTo>
                  <a:cubicBezTo>
                    <a:pt x="18605" y="17149"/>
                    <a:pt x="18605" y="17149"/>
                    <a:pt x="18605" y="17149"/>
                  </a:cubicBezTo>
                  <a:cubicBezTo>
                    <a:pt x="18605" y="16887"/>
                    <a:pt x="18605" y="16887"/>
                    <a:pt x="18605" y="16887"/>
                  </a:cubicBezTo>
                  <a:cubicBezTo>
                    <a:pt x="18514" y="16756"/>
                    <a:pt x="18514" y="16756"/>
                    <a:pt x="18514" y="16756"/>
                  </a:cubicBezTo>
                  <a:cubicBezTo>
                    <a:pt x="18514" y="16625"/>
                    <a:pt x="18514" y="16625"/>
                    <a:pt x="18514" y="16625"/>
                  </a:cubicBezTo>
                  <a:cubicBezTo>
                    <a:pt x="18514" y="16625"/>
                    <a:pt x="18514" y="16625"/>
                    <a:pt x="18514" y="16625"/>
                  </a:cubicBezTo>
                  <a:cubicBezTo>
                    <a:pt x="18605" y="16625"/>
                    <a:pt x="18605" y="16625"/>
                    <a:pt x="18605" y="16625"/>
                  </a:cubicBezTo>
                  <a:cubicBezTo>
                    <a:pt x="18605" y="16756"/>
                    <a:pt x="18605" y="16756"/>
                    <a:pt x="18605" y="16756"/>
                  </a:cubicBezTo>
                  <a:cubicBezTo>
                    <a:pt x="18605" y="16756"/>
                    <a:pt x="18605" y="16756"/>
                    <a:pt x="18605" y="16756"/>
                  </a:cubicBezTo>
                  <a:cubicBezTo>
                    <a:pt x="18695" y="16625"/>
                    <a:pt x="18695" y="16625"/>
                    <a:pt x="18695" y="16625"/>
                  </a:cubicBezTo>
                  <a:cubicBezTo>
                    <a:pt x="18786" y="16625"/>
                    <a:pt x="18786" y="16625"/>
                    <a:pt x="18786" y="16625"/>
                  </a:cubicBezTo>
                  <a:cubicBezTo>
                    <a:pt x="18695" y="16756"/>
                    <a:pt x="18695" y="16756"/>
                    <a:pt x="18695" y="16756"/>
                  </a:cubicBezTo>
                  <a:cubicBezTo>
                    <a:pt x="18695" y="16887"/>
                    <a:pt x="18695" y="16887"/>
                    <a:pt x="18695" y="16887"/>
                  </a:cubicBezTo>
                  <a:cubicBezTo>
                    <a:pt x="18695" y="17018"/>
                    <a:pt x="18695" y="17018"/>
                    <a:pt x="18695" y="17018"/>
                  </a:cubicBezTo>
                  <a:cubicBezTo>
                    <a:pt x="18605" y="17279"/>
                    <a:pt x="18605" y="17279"/>
                    <a:pt x="18605" y="17279"/>
                  </a:cubicBezTo>
                  <a:cubicBezTo>
                    <a:pt x="18605" y="17410"/>
                    <a:pt x="18605" y="17410"/>
                    <a:pt x="18605" y="17410"/>
                  </a:cubicBezTo>
                  <a:cubicBezTo>
                    <a:pt x="18605" y="17410"/>
                    <a:pt x="18605" y="17410"/>
                    <a:pt x="18605" y="17410"/>
                  </a:cubicBezTo>
                  <a:cubicBezTo>
                    <a:pt x="18605" y="17541"/>
                    <a:pt x="18605" y="17541"/>
                    <a:pt x="18605" y="17541"/>
                  </a:cubicBezTo>
                  <a:cubicBezTo>
                    <a:pt x="18605" y="17672"/>
                    <a:pt x="18605" y="17672"/>
                    <a:pt x="18605" y="17672"/>
                  </a:cubicBezTo>
                  <a:cubicBezTo>
                    <a:pt x="18605" y="17803"/>
                    <a:pt x="18605" y="17803"/>
                    <a:pt x="18605" y="17803"/>
                  </a:cubicBezTo>
                  <a:cubicBezTo>
                    <a:pt x="18605" y="17803"/>
                    <a:pt x="18605" y="17803"/>
                    <a:pt x="18605" y="17803"/>
                  </a:cubicBezTo>
                  <a:cubicBezTo>
                    <a:pt x="18695" y="17934"/>
                    <a:pt x="18695" y="17934"/>
                    <a:pt x="18695" y="17934"/>
                  </a:cubicBezTo>
                  <a:cubicBezTo>
                    <a:pt x="18695" y="18065"/>
                    <a:pt x="18695" y="18065"/>
                    <a:pt x="18695" y="18065"/>
                  </a:cubicBezTo>
                  <a:cubicBezTo>
                    <a:pt x="18695" y="18065"/>
                    <a:pt x="18695" y="18065"/>
                    <a:pt x="18695" y="18065"/>
                  </a:cubicBezTo>
                  <a:cubicBezTo>
                    <a:pt x="18786" y="18196"/>
                    <a:pt x="18786" y="18196"/>
                    <a:pt x="18786" y="18196"/>
                  </a:cubicBezTo>
                  <a:cubicBezTo>
                    <a:pt x="18786" y="18196"/>
                    <a:pt x="18786" y="18196"/>
                    <a:pt x="18786" y="18196"/>
                  </a:cubicBezTo>
                  <a:cubicBezTo>
                    <a:pt x="18877" y="18196"/>
                    <a:pt x="18877" y="18196"/>
                    <a:pt x="18877" y="18196"/>
                  </a:cubicBezTo>
                  <a:cubicBezTo>
                    <a:pt x="18877" y="18196"/>
                    <a:pt x="18877" y="18196"/>
                    <a:pt x="18877" y="18196"/>
                  </a:cubicBezTo>
                  <a:cubicBezTo>
                    <a:pt x="18968" y="18196"/>
                    <a:pt x="18968" y="18196"/>
                    <a:pt x="18968" y="18196"/>
                  </a:cubicBezTo>
                  <a:cubicBezTo>
                    <a:pt x="19058" y="18196"/>
                    <a:pt x="19058" y="18196"/>
                    <a:pt x="19058" y="18196"/>
                  </a:cubicBezTo>
                  <a:cubicBezTo>
                    <a:pt x="19058" y="18196"/>
                    <a:pt x="19058" y="18196"/>
                    <a:pt x="19058" y="18196"/>
                  </a:cubicBezTo>
                  <a:cubicBezTo>
                    <a:pt x="18968" y="18327"/>
                    <a:pt x="18968" y="18327"/>
                    <a:pt x="18968" y="18327"/>
                  </a:cubicBezTo>
                  <a:cubicBezTo>
                    <a:pt x="18877" y="18327"/>
                    <a:pt x="18877" y="18327"/>
                    <a:pt x="18877" y="18327"/>
                  </a:cubicBezTo>
                  <a:cubicBezTo>
                    <a:pt x="18877" y="18327"/>
                    <a:pt x="18877" y="18327"/>
                    <a:pt x="18877" y="18327"/>
                  </a:cubicBezTo>
                  <a:cubicBezTo>
                    <a:pt x="18968" y="18458"/>
                    <a:pt x="18968" y="18458"/>
                    <a:pt x="18968" y="18458"/>
                  </a:cubicBezTo>
                  <a:cubicBezTo>
                    <a:pt x="18877" y="18458"/>
                    <a:pt x="18877" y="18458"/>
                    <a:pt x="18877" y="18458"/>
                  </a:cubicBezTo>
                  <a:cubicBezTo>
                    <a:pt x="18877" y="18458"/>
                    <a:pt x="18877" y="18458"/>
                    <a:pt x="18877" y="18458"/>
                  </a:cubicBezTo>
                  <a:cubicBezTo>
                    <a:pt x="18877" y="18589"/>
                    <a:pt x="18877" y="18589"/>
                    <a:pt x="18877" y="18589"/>
                  </a:cubicBezTo>
                  <a:cubicBezTo>
                    <a:pt x="18877" y="18719"/>
                    <a:pt x="18877" y="18719"/>
                    <a:pt x="18877" y="18719"/>
                  </a:cubicBezTo>
                  <a:cubicBezTo>
                    <a:pt x="18877" y="18719"/>
                    <a:pt x="18877" y="18719"/>
                    <a:pt x="18877" y="18719"/>
                  </a:cubicBezTo>
                  <a:cubicBezTo>
                    <a:pt x="18877" y="18719"/>
                    <a:pt x="18877" y="18719"/>
                    <a:pt x="18877" y="18719"/>
                  </a:cubicBezTo>
                  <a:cubicBezTo>
                    <a:pt x="18786" y="18719"/>
                    <a:pt x="18786" y="18719"/>
                    <a:pt x="18786" y="18719"/>
                  </a:cubicBezTo>
                  <a:cubicBezTo>
                    <a:pt x="18786" y="18589"/>
                    <a:pt x="18786" y="18589"/>
                    <a:pt x="18786" y="18589"/>
                  </a:cubicBezTo>
                  <a:cubicBezTo>
                    <a:pt x="18786" y="18719"/>
                    <a:pt x="18786" y="18719"/>
                    <a:pt x="18786" y="18719"/>
                  </a:cubicBezTo>
                  <a:cubicBezTo>
                    <a:pt x="18786" y="18719"/>
                    <a:pt x="18786" y="18719"/>
                    <a:pt x="18786" y="18719"/>
                  </a:cubicBezTo>
                  <a:cubicBezTo>
                    <a:pt x="18786" y="18850"/>
                    <a:pt x="18786" y="18850"/>
                    <a:pt x="18786" y="18850"/>
                  </a:cubicBezTo>
                  <a:cubicBezTo>
                    <a:pt x="18786" y="18981"/>
                    <a:pt x="18786" y="18981"/>
                    <a:pt x="18786" y="18981"/>
                  </a:cubicBezTo>
                  <a:cubicBezTo>
                    <a:pt x="18786" y="18981"/>
                    <a:pt x="18786" y="18981"/>
                    <a:pt x="18786" y="18981"/>
                  </a:cubicBezTo>
                  <a:cubicBezTo>
                    <a:pt x="18786" y="18981"/>
                    <a:pt x="18786" y="18981"/>
                    <a:pt x="18786" y="18981"/>
                  </a:cubicBezTo>
                  <a:cubicBezTo>
                    <a:pt x="18695" y="18981"/>
                    <a:pt x="18695" y="18981"/>
                    <a:pt x="18695" y="18981"/>
                  </a:cubicBezTo>
                  <a:cubicBezTo>
                    <a:pt x="18695" y="19112"/>
                    <a:pt x="18695" y="19112"/>
                    <a:pt x="18695" y="19112"/>
                  </a:cubicBezTo>
                  <a:cubicBezTo>
                    <a:pt x="18695" y="19112"/>
                    <a:pt x="18695" y="19112"/>
                    <a:pt x="18695" y="19112"/>
                  </a:cubicBezTo>
                  <a:cubicBezTo>
                    <a:pt x="18695" y="19112"/>
                    <a:pt x="18695" y="19112"/>
                    <a:pt x="18695" y="19112"/>
                  </a:cubicBezTo>
                  <a:cubicBezTo>
                    <a:pt x="18786" y="19112"/>
                    <a:pt x="18786" y="19112"/>
                    <a:pt x="18786" y="19112"/>
                  </a:cubicBezTo>
                  <a:cubicBezTo>
                    <a:pt x="18786" y="19243"/>
                    <a:pt x="18786" y="19243"/>
                    <a:pt x="18786" y="19243"/>
                  </a:cubicBezTo>
                  <a:cubicBezTo>
                    <a:pt x="18877" y="19243"/>
                    <a:pt x="18877" y="19243"/>
                    <a:pt x="18877" y="19243"/>
                  </a:cubicBezTo>
                  <a:cubicBezTo>
                    <a:pt x="18877" y="19243"/>
                    <a:pt x="18877" y="19243"/>
                    <a:pt x="18877" y="19243"/>
                  </a:cubicBezTo>
                  <a:cubicBezTo>
                    <a:pt x="18968" y="19374"/>
                    <a:pt x="18968" y="19374"/>
                    <a:pt x="18968" y="19374"/>
                  </a:cubicBezTo>
                  <a:cubicBezTo>
                    <a:pt x="18968" y="19374"/>
                    <a:pt x="18968" y="19374"/>
                    <a:pt x="18968" y="19374"/>
                  </a:cubicBezTo>
                  <a:cubicBezTo>
                    <a:pt x="18877" y="19374"/>
                    <a:pt x="18877" y="19374"/>
                    <a:pt x="18877" y="19374"/>
                  </a:cubicBezTo>
                  <a:cubicBezTo>
                    <a:pt x="18877" y="19374"/>
                    <a:pt x="18877" y="19374"/>
                    <a:pt x="18877" y="19374"/>
                  </a:cubicBezTo>
                  <a:cubicBezTo>
                    <a:pt x="18877" y="19505"/>
                    <a:pt x="18877" y="19505"/>
                    <a:pt x="18877" y="19505"/>
                  </a:cubicBezTo>
                  <a:cubicBezTo>
                    <a:pt x="18877" y="19505"/>
                    <a:pt x="18877" y="19505"/>
                    <a:pt x="18877" y="19505"/>
                  </a:cubicBezTo>
                  <a:cubicBezTo>
                    <a:pt x="18968" y="19636"/>
                    <a:pt x="18968" y="19636"/>
                    <a:pt x="18968" y="19636"/>
                  </a:cubicBezTo>
                  <a:cubicBezTo>
                    <a:pt x="18968" y="19636"/>
                    <a:pt x="18968" y="19636"/>
                    <a:pt x="18968" y="19636"/>
                  </a:cubicBezTo>
                  <a:cubicBezTo>
                    <a:pt x="19058" y="19636"/>
                    <a:pt x="19058" y="19636"/>
                    <a:pt x="19058" y="19636"/>
                  </a:cubicBezTo>
                  <a:cubicBezTo>
                    <a:pt x="18968" y="19636"/>
                    <a:pt x="18968" y="19636"/>
                    <a:pt x="18968" y="19636"/>
                  </a:cubicBezTo>
                  <a:cubicBezTo>
                    <a:pt x="18968" y="19636"/>
                    <a:pt x="18968" y="19636"/>
                    <a:pt x="18968" y="19636"/>
                  </a:cubicBezTo>
                  <a:cubicBezTo>
                    <a:pt x="18877" y="19767"/>
                    <a:pt x="18877" y="19767"/>
                    <a:pt x="18877" y="19767"/>
                  </a:cubicBezTo>
                  <a:cubicBezTo>
                    <a:pt x="18877" y="19898"/>
                    <a:pt x="18877" y="19898"/>
                    <a:pt x="18877" y="19898"/>
                  </a:cubicBezTo>
                  <a:cubicBezTo>
                    <a:pt x="18968" y="20029"/>
                    <a:pt x="18968" y="20029"/>
                    <a:pt x="18968" y="20029"/>
                  </a:cubicBezTo>
                  <a:cubicBezTo>
                    <a:pt x="19058" y="20159"/>
                    <a:pt x="19058" y="20159"/>
                    <a:pt x="19058" y="20159"/>
                  </a:cubicBezTo>
                  <a:cubicBezTo>
                    <a:pt x="19149" y="20159"/>
                    <a:pt x="19149" y="20159"/>
                    <a:pt x="19149" y="20159"/>
                  </a:cubicBezTo>
                  <a:cubicBezTo>
                    <a:pt x="19149" y="20159"/>
                    <a:pt x="19149" y="20159"/>
                    <a:pt x="19149" y="20159"/>
                  </a:cubicBezTo>
                  <a:cubicBezTo>
                    <a:pt x="19058" y="20159"/>
                    <a:pt x="19058" y="20159"/>
                    <a:pt x="19058" y="20159"/>
                  </a:cubicBezTo>
                  <a:cubicBezTo>
                    <a:pt x="18968" y="20159"/>
                    <a:pt x="18968" y="20159"/>
                    <a:pt x="18968" y="20159"/>
                  </a:cubicBezTo>
                  <a:cubicBezTo>
                    <a:pt x="18968" y="20159"/>
                    <a:pt x="18968" y="20159"/>
                    <a:pt x="18968" y="20159"/>
                  </a:cubicBezTo>
                  <a:cubicBezTo>
                    <a:pt x="18877" y="20290"/>
                    <a:pt x="18877" y="20290"/>
                    <a:pt x="18877" y="20290"/>
                  </a:cubicBezTo>
                  <a:cubicBezTo>
                    <a:pt x="18786" y="20421"/>
                    <a:pt x="18786" y="20421"/>
                    <a:pt x="18786" y="20421"/>
                  </a:cubicBezTo>
                  <a:cubicBezTo>
                    <a:pt x="18695" y="20552"/>
                    <a:pt x="18695" y="20552"/>
                    <a:pt x="18695" y="20552"/>
                  </a:cubicBezTo>
                  <a:cubicBezTo>
                    <a:pt x="18695" y="20683"/>
                    <a:pt x="18695" y="20683"/>
                    <a:pt x="18695" y="20683"/>
                  </a:cubicBezTo>
                  <a:cubicBezTo>
                    <a:pt x="18695" y="20814"/>
                    <a:pt x="18695" y="20814"/>
                    <a:pt x="18695" y="20814"/>
                  </a:cubicBezTo>
                  <a:cubicBezTo>
                    <a:pt x="18786" y="20683"/>
                    <a:pt x="18786" y="20683"/>
                    <a:pt x="18786" y="20683"/>
                  </a:cubicBezTo>
                  <a:cubicBezTo>
                    <a:pt x="18877" y="20552"/>
                    <a:pt x="18877" y="20552"/>
                    <a:pt x="18877" y="20552"/>
                  </a:cubicBezTo>
                  <a:cubicBezTo>
                    <a:pt x="18877" y="20552"/>
                    <a:pt x="18877" y="20552"/>
                    <a:pt x="18877" y="20552"/>
                  </a:cubicBezTo>
                  <a:cubicBezTo>
                    <a:pt x="18877" y="20421"/>
                    <a:pt x="18877" y="20421"/>
                    <a:pt x="18877" y="20421"/>
                  </a:cubicBezTo>
                  <a:cubicBezTo>
                    <a:pt x="19058" y="20290"/>
                    <a:pt x="19058" y="20290"/>
                    <a:pt x="19058" y="20290"/>
                  </a:cubicBezTo>
                  <a:cubicBezTo>
                    <a:pt x="19058" y="20421"/>
                    <a:pt x="19058" y="20421"/>
                    <a:pt x="19058" y="20421"/>
                  </a:cubicBezTo>
                  <a:cubicBezTo>
                    <a:pt x="19058" y="20421"/>
                    <a:pt x="19058" y="20421"/>
                    <a:pt x="19058" y="20421"/>
                  </a:cubicBezTo>
                  <a:cubicBezTo>
                    <a:pt x="19149" y="20421"/>
                    <a:pt x="19149" y="20421"/>
                    <a:pt x="19149" y="20421"/>
                  </a:cubicBezTo>
                  <a:cubicBezTo>
                    <a:pt x="19149" y="20421"/>
                    <a:pt x="19149" y="20421"/>
                    <a:pt x="19149" y="20421"/>
                  </a:cubicBezTo>
                  <a:cubicBezTo>
                    <a:pt x="19149" y="20552"/>
                    <a:pt x="19149" y="20552"/>
                    <a:pt x="19149" y="20552"/>
                  </a:cubicBezTo>
                  <a:cubicBezTo>
                    <a:pt x="19240" y="20552"/>
                    <a:pt x="19240" y="20552"/>
                    <a:pt x="19240" y="20552"/>
                  </a:cubicBezTo>
                  <a:cubicBezTo>
                    <a:pt x="19240" y="20552"/>
                    <a:pt x="19240" y="20552"/>
                    <a:pt x="19240" y="20552"/>
                  </a:cubicBezTo>
                  <a:cubicBezTo>
                    <a:pt x="19149" y="20683"/>
                    <a:pt x="19149" y="20683"/>
                    <a:pt x="19149" y="20683"/>
                  </a:cubicBezTo>
                  <a:cubicBezTo>
                    <a:pt x="19149" y="20683"/>
                    <a:pt x="19149" y="20683"/>
                    <a:pt x="19149" y="20683"/>
                  </a:cubicBezTo>
                  <a:cubicBezTo>
                    <a:pt x="19149" y="20814"/>
                    <a:pt x="19149" y="20814"/>
                    <a:pt x="19149" y="20814"/>
                  </a:cubicBezTo>
                  <a:cubicBezTo>
                    <a:pt x="19149" y="20945"/>
                    <a:pt x="19149" y="20945"/>
                    <a:pt x="19149" y="20945"/>
                  </a:cubicBezTo>
                  <a:cubicBezTo>
                    <a:pt x="19058" y="20945"/>
                    <a:pt x="19058" y="20945"/>
                    <a:pt x="19058" y="20945"/>
                  </a:cubicBezTo>
                  <a:cubicBezTo>
                    <a:pt x="19149" y="21076"/>
                    <a:pt x="19149" y="21076"/>
                    <a:pt x="19149" y="21076"/>
                  </a:cubicBezTo>
                  <a:cubicBezTo>
                    <a:pt x="19149" y="21076"/>
                    <a:pt x="19149" y="21076"/>
                    <a:pt x="19149" y="21076"/>
                  </a:cubicBezTo>
                  <a:cubicBezTo>
                    <a:pt x="19058" y="21076"/>
                    <a:pt x="19058" y="21076"/>
                    <a:pt x="19058" y="21076"/>
                  </a:cubicBezTo>
                  <a:cubicBezTo>
                    <a:pt x="18968" y="21076"/>
                    <a:pt x="18968" y="21076"/>
                    <a:pt x="18968" y="21076"/>
                  </a:cubicBezTo>
                  <a:cubicBezTo>
                    <a:pt x="18968" y="21207"/>
                    <a:pt x="18968" y="21207"/>
                    <a:pt x="18968" y="21207"/>
                  </a:cubicBezTo>
                  <a:cubicBezTo>
                    <a:pt x="18968" y="21207"/>
                    <a:pt x="18968" y="21207"/>
                    <a:pt x="18968" y="21207"/>
                  </a:cubicBezTo>
                  <a:cubicBezTo>
                    <a:pt x="18968" y="21207"/>
                    <a:pt x="18968" y="21207"/>
                    <a:pt x="18968" y="21207"/>
                  </a:cubicBezTo>
                  <a:cubicBezTo>
                    <a:pt x="19058" y="21207"/>
                    <a:pt x="19058" y="21207"/>
                    <a:pt x="19058" y="21207"/>
                  </a:cubicBezTo>
                  <a:cubicBezTo>
                    <a:pt x="19149" y="21207"/>
                    <a:pt x="19149" y="21207"/>
                    <a:pt x="19149" y="21207"/>
                  </a:cubicBezTo>
                  <a:cubicBezTo>
                    <a:pt x="19149" y="21207"/>
                    <a:pt x="19149" y="21207"/>
                    <a:pt x="19149" y="21207"/>
                  </a:cubicBezTo>
                  <a:cubicBezTo>
                    <a:pt x="19058" y="21338"/>
                    <a:pt x="19058" y="21338"/>
                    <a:pt x="19058" y="21338"/>
                  </a:cubicBezTo>
                  <a:cubicBezTo>
                    <a:pt x="18968" y="21338"/>
                    <a:pt x="18968" y="21338"/>
                    <a:pt x="18968" y="21338"/>
                  </a:cubicBezTo>
                  <a:cubicBezTo>
                    <a:pt x="18968" y="21338"/>
                    <a:pt x="18968" y="21338"/>
                    <a:pt x="18968" y="21338"/>
                  </a:cubicBezTo>
                  <a:cubicBezTo>
                    <a:pt x="18968" y="21338"/>
                    <a:pt x="18968" y="21338"/>
                    <a:pt x="18968" y="21338"/>
                  </a:cubicBezTo>
                  <a:cubicBezTo>
                    <a:pt x="18877" y="21469"/>
                    <a:pt x="18877" y="21469"/>
                    <a:pt x="18877" y="21469"/>
                  </a:cubicBezTo>
                  <a:cubicBezTo>
                    <a:pt x="18968" y="21600"/>
                    <a:pt x="18968" y="21600"/>
                    <a:pt x="18968" y="21600"/>
                  </a:cubicBezTo>
                  <a:cubicBezTo>
                    <a:pt x="18968" y="21600"/>
                    <a:pt x="18968" y="21600"/>
                    <a:pt x="18968" y="21600"/>
                  </a:cubicBezTo>
                  <a:cubicBezTo>
                    <a:pt x="18968" y="21469"/>
                    <a:pt x="18968" y="21469"/>
                    <a:pt x="18968" y="21469"/>
                  </a:cubicBezTo>
                  <a:cubicBezTo>
                    <a:pt x="19058" y="21469"/>
                    <a:pt x="19058" y="21469"/>
                    <a:pt x="19058" y="21469"/>
                  </a:cubicBezTo>
                  <a:cubicBezTo>
                    <a:pt x="19149" y="21469"/>
                    <a:pt x="19149" y="21469"/>
                    <a:pt x="19149" y="21469"/>
                  </a:cubicBezTo>
                  <a:cubicBezTo>
                    <a:pt x="19240" y="21338"/>
                    <a:pt x="19240" y="21338"/>
                    <a:pt x="19240" y="21338"/>
                  </a:cubicBezTo>
                  <a:cubicBezTo>
                    <a:pt x="19331" y="21076"/>
                    <a:pt x="19331" y="21076"/>
                    <a:pt x="19331" y="21076"/>
                  </a:cubicBezTo>
                  <a:cubicBezTo>
                    <a:pt x="19331" y="20945"/>
                    <a:pt x="19331" y="20945"/>
                    <a:pt x="19331" y="20945"/>
                  </a:cubicBezTo>
                  <a:cubicBezTo>
                    <a:pt x="19421" y="20683"/>
                    <a:pt x="19421" y="20683"/>
                    <a:pt x="19421" y="20683"/>
                  </a:cubicBezTo>
                  <a:cubicBezTo>
                    <a:pt x="19512" y="20683"/>
                    <a:pt x="19512" y="20683"/>
                    <a:pt x="19512" y="20683"/>
                  </a:cubicBezTo>
                  <a:cubicBezTo>
                    <a:pt x="19512" y="20683"/>
                    <a:pt x="19512" y="20683"/>
                    <a:pt x="19512" y="20683"/>
                  </a:cubicBezTo>
                  <a:close/>
                  <a:moveTo>
                    <a:pt x="18242" y="21207"/>
                  </a:moveTo>
                  <a:cubicBezTo>
                    <a:pt x="18242" y="21207"/>
                    <a:pt x="18242" y="21207"/>
                    <a:pt x="18242" y="21207"/>
                  </a:cubicBezTo>
                  <a:cubicBezTo>
                    <a:pt x="18242" y="21076"/>
                    <a:pt x="18242" y="21076"/>
                    <a:pt x="18242" y="21076"/>
                  </a:cubicBezTo>
                  <a:cubicBezTo>
                    <a:pt x="18332" y="21207"/>
                    <a:pt x="18332" y="21207"/>
                    <a:pt x="18332" y="21207"/>
                  </a:cubicBezTo>
                  <a:cubicBezTo>
                    <a:pt x="18242" y="21207"/>
                    <a:pt x="18242" y="21207"/>
                    <a:pt x="18242" y="21207"/>
                  </a:cubicBezTo>
                  <a:close/>
                  <a:moveTo>
                    <a:pt x="18695" y="21338"/>
                  </a:moveTo>
                  <a:cubicBezTo>
                    <a:pt x="18786" y="21338"/>
                    <a:pt x="18786" y="21338"/>
                    <a:pt x="18786" y="21338"/>
                  </a:cubicBezTo>
                  <a:cubicBezTo>
                    <a:pt x="18877" y="21338"/>
                    <a:pt x="18877" y="21338"/>
                    <a:pt x="18877" y="21338"/>
                  </a:cubicBezTo>
                  <a:cubicBezTo>
                    <a:pt x="18786" y="21469"/>
                    <a:pt x="18786" y="21469"/>
                    <a:pt x="18786" y="21469"/>
                  </a:cubicBezTo>
                  <a:cubicBezTo>
                    <a:pt x="18695" y="21338"/>
                    <a:pt x="18695" y="21338"/>
                    <a:pt x="18695" y="21338"/>
                  </a:cubicBezTo>
                  <a:close/>
                  <a:moveTo>
                    <a:pt x="18786" y="21076"/>
                  </a:moveTo>
                  <a:cubicBezTo>
                    <a:pt x="18786" y="21076"/>
                    <a:pt x="18786" y="21076"/>
                    <a:pt x="18786" y="21076"/>
                  </a:cubicBezTo>
                  <a:cubicBezTo>
                    <a:pt x="18877" y="21207"/>
                    <a:pt x="18877" y="21207"/>
                    <a:pt x="18877" y="21207"/>
                  </a:cubicBezTo>
                  <a:cubicBezTo>
                    <a:pt x="18786" y="21338"/>
                    <a:pt x="18786" y="21338"/>
                    <a:pt x="18786" y="21338"/>
                  </a:cubicBezTo>
                  <a:cubicBezTo>
                    <a:pt x="18695" y="21207"/>
                    <a:pt x="18695" y="21207"/>
                    <a:pt x="18695" y="21207"/>
                  </a:cubicBezTo>
                  <a:cubicBezTo>
                    <a:pt x="18786" y="21207"/>
                    <a:pt x="18786" y="21207"/>
                    <a:pt x="18786" y="21207"/>
                  </a:cubicBezTo>
                  <a:cubicBezTo>
                    <a:pt x="18786" y="21076"/>
                    <a:pt x="18786" y="21076"/>
                    <a:pt x="18786" y="21076"/>
                  </a:cubicBezTo>
                  <a:close/>
                  <a:moveTo>
                    <a:pt x="18695" y="20945"/>
                  </a:moveTo>
                  <a:cubicBezTo>
                    <a:pt x="18786" y="20945"/>
                    <a:pt x="18786" y="20945"/>
                    <a:pt x="18786" y="20945"/>
                  </a:cubicBezTo>
                  <a:cubicBezTo>
                    <a:pt x="18695" y="21076"/>
                    <a:pt x="18695" y="21076"/>
                    <a:pt x="18695" y="21076"/>
                  </a:cubicBezTo>
                  <a:cubicBezTo>
                    <a:pt x="18695" y="20945"/>
                    <a:pt x="18695" y="20945"/>
                    <a:pt x="18695" y="20945"/>
                  </a:cubicBezTo>
                  <a:cubicBezTo>
                    <a:pt x="18695" y="20945"/>
                    <a:pt x="18695" y="20945"/>
                    <a:pt x="18695" y="20945"/>
                  </a:cubicBezTo>
                  <a:cubicBezTo>
                    <a:pt x="18695" y="20945"/>
                    <a:pt x="18695" y="20945"/>
                    <a:pt x="18695" y="20945"/>
                  </a:cubicBezTo>
                  <a:close/>
                  <a:moveTo>
                    <a:pt x="18786" y="20814"/>
                  </a:moveTo>
                  <a:cubicBezTo>
                    <a:pt x="18877" y="20814"/>
                    <a:pt x="18877" y="20814"/>
                    <a:pt x="18877" y="20814"/>
                  </a:cubicBezTo>
                  <a:cubicBezTo>
                    <a:pt x="18877" y="20683"/>
                    <a:pt x="18877" y="20683"/>
                    <a:pt x="18877" y="20683"/>
                  </a:cubicBezTo>
                  <a:cubicBezTo>
                    <a:pt x="18877" y="20552"/>
                    <a:pt x="18877" y="20552"/>
                    <a:pt x="18877" y="20552"/>
                  </a:cubicBezTo>
                  <a:cubicBezTo>
                    <a:pt x="18968" y="20552"/>
                    <a:pt x="18968" y="20552"/>
                    <a:pt x="18968" y="20552"/>
                  </a:cubicBezTo>
                  <a:cubicBezTo>
                    <a:pt x="18968" y="20552"/>
                    <a:pt x="18968" y="20552"/>
                    <a:pt x="18968" y="20552"/>
                  </a:cubicBezTo>
                  <a:cubicBezTo>
                    <a:pt x="19058" y="20421"/>
                    <a:pt x="19058" y="20421"/>
                    <a:pt x="19058" y="20421"/>
                  </a:cubicBezTo>
                  <a:cubicBezTo>
                    <a:pt x="19149" y="20552"/>
                    <a:pt x="19149" y="20552"/>
                    <a:pt x="19149" y="20552"/>
                  </a:cubicBezTo>
                  <a:cubicBezTo>
                    <a:pt x="19058" y="20683"/>
                    <a:pt x="19058" y="20683"/>
                    <a:pt x="19058" y="20683"/>
                  </a:cubicBezTo>
                  <a:cubicBezTo>
                    <a:pt x="19149" y="20814"/>
                    <a:pt x="19149" y="20814"/>
                    <a:pt x="19149" y="20814"/>
                  </a:cubicBezTo>
                  <a:cubicBezTo>
                    <a:pt x="18968" y="20945"/>
                    <a:pt x="18968" y="20945"/>
                    <a:pt x="18968" y="20945"/>
                  </a:cubicBezTo>
                  <a:cubicBezTo>
                    <a:pt x="18877" y="21076"/>
                    <a:pt x="18877" y="21076"/>
                    <a:pt x="18877" y="21076"/>
                  </a:cubicBezTo>
                  <a:cubicBezTo>
                    <a:pt x="18877" y="21076"/>
                    <a:pt x="18877" y="21076"/>
                    <a:pt x="18877" y="21076"/>
                  </a:cubicBezTo>
                  <a:cubicBezTo>
                    <a:pt x="18877" y="20945"/>
                    <a:pt x="18877" y="20945"/>
                    <a:pt x="18877" y="20945"/>
                  </a:cubicBezTo>
                  <a:cubicBezTo>
                    <a:pt x="18968" y="20814"/>
                    <a:pt x="18968" y="20814"/>
                    <a:pt x="18968" y="20814"/>
                  </a:cubicBezTo>
                  <a:cubicBezTo>
                    <a:pt x="18968" y="20814"/>
                    <a:pt x="18968" y="20814"/>
                    <a:pt x="18968" y="20814"/>
                  </a:cubicBezTo>
                  <a:cubicBezTo>
                    <a:pt x="18877" y="20945"/>
                    <a:pt x="18877" y="20945"/>
                    <a:pt x="18877" y="20945"/>
                  </a:cubicBezTo>
                  <a:cubicBezTo>
                    <a:pt x="18786" y="20814"/>
                    <a:pt x="18786" y="20814"/>
                    <a:pt x="18786" y="20814"/>
                  </a:cubicBezTo>
                  <a:close/>
                  <a:moveTo>
                    <a:pt x="18060" y="21207"/>
                  </a:moveTo>
                  <a:cubicBezTo>
                    <a:pt x="18151" y="21207"/>
                    <a:pt x="18151" y="21207"/>
                    <a:pt x="18151" y="21207"/>
                  </a:cubicBezTo>
                  <a:cubicBezTo>
                    <a:pt x="18151" y="21207"/>
                    <a:pt x="18151" y="21207"/>
                    <a:pt x="18151" y="21207"/>
                  </a:cubicBezTo>
                  <a:cubicBezTo>
                    <a:pt x="18151" y="21338"/>
                    <a:pt x="18151" y="21338"/>
                    <a:pt x="18151" y="21338"/>
                  </a:cubicBezTo>
                  <a:cubicBezTo>
                    <a:pt x="18242" y="21469"/>
                    <a:pt x="18242" y="21469"/>
                    <a:pt x="18242" y="21469"/>
                  </a:cubicBezTo>
                  <a:cubicBezTo>
                    <a:pt x="18151" y="21600"/>
                    <a:pt x="18151" y="21600"/>
                    <a:pt x="18151" y="21600"/>
                  </a:cubicBezTo>
                  <a:cubicBezTo>
                    <a:pt x="18151" y="21469"/>
                    <a:pt x="18151" y="21469"/>
                    <a:pt x="18151" y="21469"/>
                  </a:cubicBezTo>
                  <a:cubicBezTo>
                    <a:pt x="18151" y="21338"/>
                    <a:pt x="18151" y="21338"/>
                    <a:pt x="18151" y="21338"/>
                  </a:cubicBezTo>
                  <a:cubicBezTo>
                    <a:pt x="18060" y="21207"/>
                    <a:pt x="18060" y="21207"/>
                    <a:pt x="18060" y="21207"/>
                  </a:cubicBezTo>
                  <a:cubicBezTo>
                    <a:pt x="18060" y="21207"/>
                    <a:pt x="18060" y="21207"/>
                    <a:pt x="18060" y="21207"/>
                  </a:cubicBezTo>
                  <a:close/>
                  <a:moveTo>
                    <a:pt x="18151" y="21076"/>
                  </a:moveTo>
                  <a:cubicBezTo>
                    <a:pt x="18151" y="21076"/>
                    <a:pt x="18151" y="21076"/>
                    <a:pt x="18151" y="21076"/>
                  </a:cubicBezTo>
                  <a:cubicBezTo>
                    <a:pt x="18151" y="21076"/>
                    <a:pt x="18151" y="21076"/>
                    <a:pt x="18151" y="21076"/>
                  </a:cubicBezTo>
                  <a:cubicBezTo>
                    <a:pt x="18242" y="21076"/>
                    <a:pt x="18242" y="21076"/>
                    <a:pt x="18242" y="21076"/>
                  </a:cubicBezTo>
                  <a:cubicBezTo>
                    <a:pt x="18151" y="21207"/>
                    <a:pt x="18151" y="21207"/>
                    <a:pt x="18151" y="21207"/>
                  </a:cubicBezTo>
                  <a:cubicBezTo>
                    <a:pt x="18151" y="21076"/>
                    <a:pt x="18151" y="21076"/>
                    <a:pt x="18151" y="21076"/>
                  </a:cubicBezTo>
                  <a:close/>
                  <a:moveTo>
                    <a:pt x="18060" y="20945"/>
                  </a:moveTo>
                  <a:cubicBezTo>
                    <a:pt x="18151" y="20814"/>
                    <a:pt x="18151" y="20814"/>
                    <a:pt x="18151" y="20814"/>
                  </a:cubicBezTo>
                  <a:cubicBezTo>
                    <a:pt x="18151" y="20945"/>
                    <a:pt x="18151" y="20945"/>
                    <a:pt x="18151" y="20945"/>
                  </a:cubicBezTo>
                  <a:cubicBezTo>
                    <a:pt x="18060" y="20945"/>
                    <a:pt x="18060" y="20945"/>
                    <a:pt x="18060" y="20945"/>
                  </a:cubicBezTo>
                  <a:close/>
                  <a:moveTo>
                    <a:pt x="18060" y="20814"/>
                  </a:moveTo>
                  <a:cubicBezTo>
                    <a:pt x="18060" y="20814"/>
                    <a:pt x="18060" y="20814"/>
                    <a:pt x="18060" y="20814"/>
                  </a:cubicBezTo>
                  <a:cubicBezTo>
                    <a:pt x="17969" y="20945"/>
                    <a:pt x="17969" y="20945"/>
                    <a:pt x="17969" y="20945"/>
                  </a:cubicBezTo>
                  <a:cubicBezTo>
                    <a:pt x="18060" y="20814"/>
                    <a:pt x="18060" y="20814"/>
                    <a:pt x="18060" y="20814"/>
                  </a:cubicBezTo>
                  <a:close/>
                  <a:moveTo>
                    <a:pt x="17969" y="20290"/>
                  </a:moveTo>
                  <a:cubicBezTo>
                    <a:pt x="17969" y="20159"/>
                    <a:pt x="17969" y="20159"/>
                    <a:pt x="17969" y="20159"/>
                  </a:cubicBezTo>
                  <a:cubicBezTo>
                    <a:pt x="18060" y="20290"/>
                    <a:pt x="18060" y="20290"/>
                    <a:pt x="18060" y="20290"/>
                  </a:cubicBezTo>
                  <a:cubicBezTo>
                    <a:pt x="17969" y="20290"/>
                    <a:pt x="17969" y="20290"/>
                    <a:pt x="17969" y="20290"/>
                  </a:cubicBezTo>
                  <a:close/>
                  <a:moveTo>
                    <a:pt x="18151" y="20421"/>
                  </a:moveTo>
                  <a:cubicBezTo>
                    <a:pt x="18242" y="20421"/>
                    <a:pt x="18242" y="20421"/>
                    <a:pt x="18242" y="20421"/>
                  </a:cubicBezTo>
                  <a:cubicBezTo>
                    <a:pt x="18242" y="20421"/>
                    <a:pt x="18242" y="20421"/>
                    <a:pt x="18242" y="20421"/>
                  </a:cubicBezTo>
                  <a:cubicBezTo>
                    <a:pt x="18242" y="20421"/>
                    <a:pt x="18242" y="20421"/>
                    <a:pt x="18242" y="20421"/>
                  </a:cubicBezTo>
                  <a:cubicBezTo>
                    <a:pt x="18151" y="20421"/>
                    <a:pt x="18151" y="20421"/>
                    <a:pt x="18151" y="20421"/>
                  </a:cubicBezTo>
                  <a:close/>
                  <a:moveTo>
                    <a:pt x="18242" y="20290"/>
                  </a:moveTo>
                  <a:cubicBezTo>
                    <a:pt x="18242" y="20159"/>
                    <a:pt x="18242" y="20159"/>
                    <a:pt x="18242" y="20159"/>
                  </a:cubicBezTo>
                  <a:cubicBezTo>
                    <a:pt x="18332" y="20159"/>
                    <a:pt x="18332" y="20159"/>
                    <a:pt x="18332" y="20159"/>
                  </a:cubicBezTo>
                  <a:cubicBezTo>
                    <a:pt x="18423" y="20159"/>
                    <a:pt x="18423" y="20159"/>
                    <a:pt x="18423" y="20159"/>
                  </a:cubicBezTo>
                  <a:cubicBezTo>
                    <a:pt x="18332" y="20290"/>
                    <a:pt x="18332" y="20290"/>
                    <a:pt x="18332" y="20290"/>
                  </a:cubicBezTo>
                  <a:cubicBezTo>
                    <a:pt x="18332" y="20290"/>
                    <a:pt x="18332" y="20290"/>
                    <a:pt x="18332" y="20290"/>
                  </a:cubicBezTo>
                  <a:cubicBezTo>
                    <a:pt x="18242" y="20290"/>
                    <a:pt x="18242" y="20290"/>
                    <a:pt x="18242" y="20290"/>
                  </a:cubicBezTo>
                  <a:cubicBezTo>
                    <a:pt x="18242" y="20290"/>
                    <a:pt x="18242" y="20290"/>
                    <a:pt x="18242" y="20290"/>
                  </a:cubicBezTo>
                  <a:close/>
                  <a:moveTo>
                    <a:pt x="18423" y="20290"/>
                  </a:moveTo>
                  <a:cubicBezTo>
                    <a:pt x="18423" y="20159"/>
                    <a:pt x="18423" y="20159"/>
                    <a:pt x="18423" y="20159"/>
                  </a:cubicBezTo>
                  <a:cubicBezTo>
                    <a:pt x="18423" y="20159"/>
                    <a:pt x="18423" y="20159"/>
                    <a:pt x="18423" y="20159"/>
                  </a:cubicBezTo>
                  <a:cubicBezTo>
                    <a:pt x="18332" y="20029"/>
                    <a:pt x="18332" y="20029"/>
                    <a:pt x="18332" y="20029"/>
                  </a:cubicBezTo>
                  <a:cubicBezTo>
                    <a:pt x="18423" y="19898"/>
                    <a:pt x="18423" y="19898"/>
                    <a:pt x="18423" y="19898"/>
                  </a:cubicBezTo>
                  <a:cubicBezTo>
                    <a:pt x="18423" y="20029"/>
                    <a:pt x="18423" y="20029"/>
                    <a:pt x="18423" y="20029"/>
                  </a:cubicBezTo>
                  <a:cubicBezTo>
                    <a:pt x="18514" y="20029"/>
                    <a:pt x="18514" y="20029"/>
                    <a:pt x="18514" y="20029"/>
                  </a:cubicBezTo>
                  <a:cubicBezTo>
                    <a:pt x="18423" y="20159"/>
                    <a:pt x="18423" y="20159"/>
                    <a:pt x="18423" y="20159"/>
                  </a:cubicBezTo>
                  <a:cubicBezTo>
                    <a:pt x="18423" y="20290"/>
                    <a:pt x="18423" y="20290"/>
                    <a:pt x="18423" y="20290"/>
                  </a:cubicBezTo>
                  <a:cubicBezTo>
                    <a:pt x="18514" y="20290"/>
                    <a:pt x="18514" y="20290"/>
                    <a:pt x="18514" y="20290"/>
                  </a:cubicBezTo>
                  <a:cubicBezTo>
                    <a:pt x="18514" y="20290"/>
                    <a:pt x="18514" y="20290"/>
                    <a:pt x="18514" y="20290"/>
                  </a:cubicBezTo>
                  <a:cubicBezTo>
                    <a:pt x="18605" y="20421"/>
                    <a:pt x="18605" y="20421"/>
                    <a:pt x="18605" y="20421"/>
                  </a:cubicBezTo>
                  <a:cubicBezTo>
                    <a:pt x="18605" y="20552"/>
                    <a:pt x="18605" y="20552"/>
                    <a:pt x="18605" y="20552"/>
                  </a:cubicBezTo>
                  <a:cubicBezTo>
                    <a:pt x="18514" y="20552"/>
                    <a:pt x="18514" y="20552"/>
                    <a:pt x="18514" y="20552"/>
                  </a:cubicBezTo>
                  <a:cubicBezTo>
                    <a:pt x="18605" y="20683"/>
                    <a:pt x="18605" y="20683"/>
                    <a:pt x="18605" y="20683"/>
                  </a:cubicBezTo>
                  <a:cubicBezTo>
                    <a:pt x="18605" y="20683"/>
                    <a:pt x="18605" y="20683"/>
                    <a:pt x="18605" y="20683"/>
                  </a:cubicBezTo>
                  <a:cubicBezTo>
                    <a:pt x="18514" y="20683"/>
                    <a:pt x="18514" y="20683"/>
                    <a:pt x="18514" y="20683"/>
                  </a:cubicBezTo>
                  <a:cubicBezTo>
                    <a:pt x="18514" y="20683"/>
                    <a:pt x="18514" y="20683"/>
                    <a:pt x="18514" y="20683"/>
                  </a:cubicBezTo>
                  <a:cubicBezTo>
                    <a:pt x="18514" y="20814"/>
                    <a:pt x="18514" y="20814"/>
                    <a:pt x="18514" y="20814"/>
                  </a:cubicBezTo>
                  <a:cubicBezTo>
                    <a:pt x="18605" y="20814"/>
                    <a:pt x="18605" y="20814"/>
                    <a:pt x="18605" y="20814"/>
                  </a:cubicBezTo>
                  <a:cubicBezTo>
                    <a:pt x="18605" y="20945"/>
                    <a:pt x="18605" y="20945"/>
                    <a:pt x="18605" y="20945"/>
                  </a:cubicBezTo>
                  <a:cubicBezTo>
                    <a:pt x="18514" y="21076"/>
                    <a:pt x="18514" y="21076"/>
                    <a:pt x="18514" y="21076"/>
                  </a:cubicBezTo>
                  <a:cubicBezTo>
                    <a:pt x="18514" y="21076"/>
                    <a:pt x="18514" y="21076"/>
                    <a:pt x="18514" y="21076"/>
                  </a:cubicBezTo>
                  <a:cubicBezTo>
                    <a:pt x="18605" y="21076"/>
                    <a:pt x="18605" y="21076"/>
                    <a:pt x="18605" y="21076"/>
                  </a:cubicBezTo>
                  <a:cubicBezTo>
                    <a:pt x="18605" y="21076"/>
                    <a:pt x="18605" y="21076"/>
                    <a:pt x="18605" y="21076"/>
                  </a:cubicBezTo>
                  <a:cubicBezTo>
                    <a:pt x="18605" y="21076"/>
                    <a:pt x="18605" y="21076"/>
                    <a:pt x="18605" y="21076"/>
                  </a:cubicBezTo>
                  <a:cubicBezTo>
                    <a:pt x="18514" y="21207"/>
                    <a:pt x="18514" y="21207"/>
                    <a:pt x="18514" y="21207"/>
                  </a:cubicBezTo>
                  <a:cubicBezTo>
                    <a:pt x="18514" y="21207"/>
                    <a:pt x="18514" y="21207"/>
                    <a:pt x="18514" y="21207"/>
                  </a:cubicBezTo>
                  <a:cubicBezTo>
                    <a:pt x="18514" y="21338"/>
                    <a:pt x="18514" y="21338"/>
                    <a:pt x="18514" y="21338"/>
                  </a:cubicBezTo>
                  <a:cubicBezTo>
                    <a:pt x="18514" y="21338"/>
                    <a:pt x="18514" y="21338"/>
                    <a:pt x="18514" y="21338"/>
                  </a:cubicBezTo>
                  <a:cubicBezTo>
                    <a:pt x="18514" y="21338"/>
                    <a:pt x="18514" y="21338"/>
                    <a:pt x="18514" y="21338"/>
                  </a:cubicBezTo>
                  <a:cubicBezTo>
                    <a:pt x="18514" y="21338"/>
                    <a:pt x="18514" y="21338"/>
                    <a:pt x="18514" y="21338"/>
                  </a:cubicBezTo>
                  <a:cubicBezTo>
                    <a:pt x="18514" y="21469"/>
                    <a:pt x="18514" y="21469"/>
                    <a:pt x="18514" y="21469"/>
                  </a:cubicBezTo>
                  <a:cubicBezTo>
                    <a:pt x="18514" y="21469"/>
                    <a:pt x="18514" y="21469"/>
                    <a:pt x="18514" y="21469"/>
                  </a:cubicBezTo>
                  <a:cubicBezTo>
                    <a:pt x="18423" y="21469"/>
                    <a:pt x="18423" y="21469"/>
                    <a:pt x="18423" y="21469"/>
                  </a:cubicBezTo>
                  <a:cubicBezTo>
                    <a:pt x="18423" y="21469"/>
                    <a:pt x="18423" y="21469"/>
                    <a:pt x="18423" y="21469"/>
                  </a:cubicBezTo>
                  <a:cubicBezTo>
                    <a:pt x="18423" y="21338"/>
                    <a:pt x="18423" y="21338"/>
                    <a:pt x="18423" y="21338"/>
                  </a:cubicBezTo>
                  <a:cubicBezTo>
                    <a:pt x="18332" y="21338"/>
                    <a:pt x="18332" y="21338"/>
                    <a:pt x="18332" y="21338"/>
                  </a:cubicBezTo>
                  <a:cubicBezTo>
                    <a:pt x="18332" y="21207"/>
                    <a:pt x="18332" y="21207"/>
                    <a:pt x="18332" y="21207"/>
                  </a:cubicBezTo>
                  <a:cubicBezTo>
                    <a:pt x="18423" y="21207"/>
                    <a:pt x="18423" y="21207"/>
                    <a:pt x="18423" y="21207"/>
                  </a:cubicBezTo>
                  <a:cubicBezTo>
                    <a:pt x="18332" y="21076"/>
                    <a:pt x="18332" y="21076"/>
                    <a:pt x="18332" y="21076"/>
                  </a:cubicBezTo>
                  <a:cubicBezTo>
                    <a:pt x="18332" y="21076"/>
                    <a:pt x="18332" y="21076"/>
                    <a:pt x="18332" y="21076"/>
                  </a:cubicBezTo>
                  <a:cubicBezTo>
                    <a:pt x="18423" y="21076"/>
                    <a:pt x="18423" y="21076"/>
                    <a:pt x="18423" y="21076"/>
                  </a:cubicBezTo>
                  <a:cubicBezTo>
                    <a:pt x="18423" y="20945"/>
                    <a:pt x="18423" y="20945"/>
                    <a:pt x="18423" y="20945"/>
                  </a:cubicBezTo>
                  <a:cubicBezTo>
                    <a:pt x="18332" y="20945"/>
                    <a:pt x="18332" y="20945"/>
                    <a:pt x="18332" y="20945"/>
                  </a:cubicBezTo>
                  <a:cubicBezTo>
                    <a:pt x="18332" y="21076"/>
                    <a:pt x="18332" y="21076"/>
                    <a:pt x="18332" y="21076"/>
                  </a:cubicBezTo>
                  <a:cubicBezTo>
                    <a:pt x="18332" y="20945"/>
                    <a:pt x="18332" y="20945"/>
                    <a:pt x="18332" y="20945"/>
                  </a:cubicBezTo>
                  <a:cubicBezTo>
                    <a:pt x="18242" y="20945"/>
                    <a:pt x="18242" y="20945"/>
                    <a:pt x="18242" y="20945"/>
                  </a:cubicBezTo>
                  <a:cubicBezTo>
                    <a:pt x="18242" y="20945"/>
                    <a:pt x="18242" y="20945"/>
                    <a:pt x="18242" y="20945"/>
                  </a:cubicBezTo>
                  <a:cubicBezTo>
                    <a:pt x="18242" y="20814"/>
                    <a:pt x="18242" y="20814"/>
                    <a:pt x="18242" y="20814"/>
                  </a:cubicBezTo>
                  <a:cubicBezTo>
                    <a:pt x="18242" y="20814"/>
                    <a:pt x="18242" y="20814"/>
                    <a:pt x="18242" y="20814"/>
                  </a:cubicBezTo>
                  <a:cubicBezTo>
                    <a:pt x="18332" y="20814"/>
                    <a:pt x="18332" y="20814"/>
                    <a:pt x="18332" y="20814"/>
                  </a:cubicBezTo>
                  <a:cubicBezTo>
                    <a:pt x="18332" y="20814"/>
                    <a:pt x="18332" y="20814"/>
                    <a:pt x="18332" y="20814"/>
                  </a:cubicBezTo>
                  <a:cubicBezTo>
                    <a:pt x="18423" y="20683"/>
                    <a:pt x="18423" y="20683"/>
                    <a:pt x="18423" y="20683"/>
                  </a:cubicBezTo>
                  <a:cubicBezTo>
                    <a:pt x="18423" y="20683"/>
                    <a:pt x="18423" y="20683"/>
                    <a:pt x="18423" y="20683"/>
                  </a:cubicBezTo>
                  <a:cubicBezTo>
                    <a:pt x="18332" y="20552"/>
                    <a:pt x="18332" y="20552"/>
                    <a:pt x="18332" y="20552"/>
                  </a:cubicBezTo>
                  <a:cubicBezTo>
                    <a:pt x="18332" y="20683"/>
                    <a:pt x="18332" y="20683"/>
                    <a:pt x="18332" y="20683"/>
                  </a:cubicBezTo>
                  <a:cubicBezTo>
                    <a:pt x="18242" y="20552"/>
                    <a:pt x="18242" y="20552"/>
                    <a:pt x="18242" y="20552"/>
                  </a:cubicBezTo>
                  <a:cubicBezTo>
                    <a:pt x="18332" y="20552"/>
                    <a:pt x="18332" y="20552"/>
                    <a:pt x="18332" y="20552"/>
                  </a:cubicBezTo>
                  <a:cubicBezTo>
                    <a:pt x="18332" y="20552"/>
                    <a:pt x="18332" y="20552"/>
                    <a:pt x="18332" y="20552"/>
                  </a:cubicBezTo>
                  <a:cubicBezTo>
                    <a:pt x="18423" y="20421"/>
                    <a:pt x="18423" y="20421"/>
                    <a:pt x="18423" y="20421"/>
                  </a:cubicBezTo>
                  <a:cubicBezTo>
                    <a:pt x="18423" y="20290"/>
                    <a:pt x="18423" y="20290"/>
                    <a:pt x="18423" y="20290"/>
                  </a:cubicBezTo>
                  <a:close/>
                  <a:moveTo>
                    <a:pt x="18877" y="20290"/>
                  </a:moveTo>
                  <a:cubicBezTo>
                    <a:pt x="18786" y="20159"/>
                    <a:pt x="18786" y="20159"/>
                    <a:pt x="18786" y="20159"/>
                  </a:cubicBezTo>
                  <a:cubicBezTo>
                    <a:pt x="18877" y="20159"/>
                    <a:pt x="18877" y="20159"/>
                    <a:pt x="18877" y="20159"/>
                  </a:cubicBezTo>
                  <a:cubicBezTo>
                    <a:pt x="18877" y="20029"/>
                    <a:pt x="18877" y="20029"/>
                    <a:pt x="18877" y="20029"/>
                  </a:cubicBezTo>
                  <a:cubicBezTo>
                    <a:pt x="18877" y="20029"/>
                    <a:pt x="18877" y="20029"/>
                    <a:pt x="18877" y="20029"/>
                  </a:cubicBezTo>
                  <a:cubicBezTo>
                    <a:pt x="18877" y="20159"/>
                    <a:pt x="18877" y="20159"/>
                    <a:pt x="18877" y="20159"/>
                  </a:cubicBezTo>
                  <a:cubicBezTo>
                    <a:pt x="18877" y="20290"/>
                    <a:pt x="18877" y="20290"/>
                    <a:pt x="18877" y="20290"/>
                  </a:cubicBezTo>
                  <a:close/>
                  <a:moveTo>
                    <a:pt x="18695" y="20421"/>
                  </a:moveTo>
                  <a:cubicBezTo>
                    <a:pt x="18786" y="20159"/>
                    <a:pt x="18786" y="20159"/>
                    <a:pt x="18786" y="20159"/>
                  </a:cubicBezTo>
                  <a:cubicBezTo>
                    <a:pt x="18786" y="20159"/>
                    <a:pt x="18786" y="20159"/>
                    <a:pt x="18786" y="20159"/>
                  </a:cubicBezTo>
                  <a:cubicBezTo>
                    <a:pt x="18786" y="20290"/>
                    <a:pt x="18786" y="20290"/>
                    <a:pt x="18786" y="20290"/>
                  </a:cubicBezTo>
                  <a:cubicBezTo>
                    <a:pt x="18786" y="20421"/>
                    <a:pt x="18786" y="20421"/>
                    <a:pt x="18786" y="20421"/>
                  </a:cubicBezTo>
                  <a:cubicBezTo>
                    <a:pt x="18695" y="20421"/>
                    <a:pt x="18695" y="20421"/>
                    <a:pt x="18695" y="20421"/>
                  </a:cubicBezTo>
                  <a:close/>
                  <a:moveTo>
                    <a:pt x="18695" y="20290"/>
                  </a:moveTo>
                  <a:cubicBezTo>
                    <a:pt x="18695" y="20159"/>
                    <a:pt x="18695" y="20159"/>
                    <a:pt x="18695" y="20159"/>
                  </a:cubicBezTo>
                  <a:cubicBezTo>
                    <a:pt x="18786" y="20029"/>
                    <a:pt x="18786" y="20029"/>
                    <a:pt x="18786" y="20029"/>
                  </a:cubicBezTo>
                  <a:cubicBezTo>
                    <a:pt x="18786" y="20159"/>
                    <a:pt x="18786" y="20159"/>
                    <a:pt x="18786" y="20159"/>
                  </a:cubicBezTo>
                  <a:cubicBezTo>
                    <a:pt x="18786" y="20159"/>
                    <a:pt x="18786" y="20159"/>
                    <a:pt x="18786" y="20159"/>
                  </a:cubicBezTo>
                  <a:cubicBezTo>
                    <a:pt x="18695" y="20290"/>
                    <a:pt x="18695" y="20290"/>
                    <a:pt x="18695" y="20290"/>
                  </a:cubicBezTo>
                  <a:cubicBezTo>
                    <a:pt x="18695" y="20290"/>
                    <a:pt x="18695" y="20290"/>
                    <a:pt x="18695" y="20290"/>
                  </a:cubicBezTo>
                  <a:close/>
                  <a:moveTo>
                    <a:pt x="18605" y="20029"/>
                  </a:moveTo>
                  <a:cubicBezTo>
                    <a:pt x="18605" y="19898"/>
                    <a:pt x="18605" y="19898"/>
                    <a:pt x="18605" y="19898"/>
                  </a:cubicBezTo>
                  <a:cubicBezTo>
                    <a:pt x="18786" y="19898"/>
                    <a:pt x="18786" y="19898"/>
                    <a:pt x="18786" y="19898"/>
                  </a:cubicBezTo>
                  <a:cubicBezTo>
                    <a:pt x="18786" y="20029"/>
                    <a:pt x="18786" y="20029"/>
                    <a:pt x="18786" y="20029"/>
                  </a:cubicBezTo>
                  <a:cubicBezTo>
                    <a:pt x="18695" y="20159"/>
                    <a:pt x="18695" y="20159"/>
                    <a:pt x="18695" y="20159"/>
                  </a:cubicBezTo>
                  <a:cubicBezTo>
                    <a:pt x="18605" y="20029"/>
                    <a:pt x="18605" y="20029"/>
                    <a:pt x="18605" y="20029"/>
                  </a:cubicBezTo>
                  <a:cubicBezTo>
                    <a:pt x="18605" y="20029"/>
                    <a:pt x="18605" y="20029"/>
                    <a:pt x="18605" y="20029"/>
                  </a:cubicBezTo>
                  <a:close/>
                  <a:moveTo>
                    <a:pt x="18695" y="19767"/>
                  </a:moveTo>
                  <a:cubicBezTo>
                    <a:pt x="18786" y="19636"/>
                    <a:pt x="18786" y="19636"/>
                    <a:pt x="18786" y="19636"/>
                  </a:cubicBezTo>
                  <a:cubicBezTo>
                    <a:pt x="18786" y="19505"/>
                    <a:pt x="18786" y="19505"/>
                    <a:pt x="18786" y="19505"/>
                  </a:cubicBezTo>
                  <a:cubicBezTo>
                    <a:pt x="18877" y="19767"/>
                    <a:pt x="18877" y="19767"/>
                    <a:pt x="18877" y="19767"/>
                  </a:cubicBezTo>
                  <a:cubicBezTo>
                    <a:pt x="18786" y="19767"/>
                    <a:pt x="18786" y="19767"/>
                    <a:pt x="18786" y="19767"/>
                  </a:cubicBezTo>
                  <a:cubicBezTo>
                    <a:pt x="18695" y="19898"/>
                    <a:pt x="18695" y="19898"/>
                    <a:pt x="18695" y="19898"/>
                  </a:cubicBezTo>
                  <a:cubicBezTo>
                    <a:pt x="18695" y="19767"/>
                    <a:pt x="18695" y="19767"/>
                    <a:pt x="18695" y="19767"/>
                  </a:cubicBezTo>
                  <a:cubicBezTo>
                    <a:pt x="18695" y="19767"/>
                    <a:pt x="18695" y="19767"/>
                    <a:pt x="18695" y="19767"/>
                  </a:cubicBezTo>
                  <a:close/>
                  <a:moveTo>
                    <a:pt x="18423" y="19898"/>
                  </a:moveTo>
                  <a:cubicBezTo>
                    <a:pt x="18423" y="19767"/>
                    <a:pt x="18423" y="19767"/>
                    <a:pt x="18423" y="19767"/>
                  </a:cubicBezTo>
                  <a:cubicBezTo>
                    <a:pt x="18514" y="19505"/>
                    <a:pt x="18514" y="19505"/>
                    <a:pt x="18514" y="19505"/>
                  </a:cubicBezTo>
                  <a:cubicBezTo>
                    <a:pt x="18514" y="19374"/>
                    <a:pt x="18514" y="19374"/>
                    <a:pt x="18514" y="19374"/>
                  </a:cubicBezTo>
                  <a:cubicBezTo>
                    <a:pt x="18423" y="19374"/>
                    <a:pt x="18423" y="19374"/>
                    <a:pt x="18423" y="19374"/>
                  </a:cubicBezTo>
                  <a:cubicBezTo>
                    <a:pt x="18423" y="19374"/>
                    <a:pt x="18423" y="19374"/>
                    <a:pt x="18423" y="19374"/>
                  </a:cubicBezTo>
                  <a:cubicBezTo>
                    <a:pt x="18423" y="19243"/>
                    <a:pt x="18423" y="19243"/>
                    <a:pt x="18423" y="19243"/>
                  </a:cubicBezTo>
                  <a:cubicBezTo>
                    <a:pt x="18423" y="19243"/>
                    <a:pt x="18423" y="19243"/>
                    <a:pt x="18423" y="19243"/>
                  </a:cubicBezTo>
                  <a:cubicBezTo>
                    <a:pt x="18514" y="19112"/>
                    <a:pt x="18514" y="19112"/>
                    <a:pt x="18514" y="19112"/>
                  </a:cubicBezTo>
                  <a:cubicBezTo>
                    <a:pt x="18605" y="19243"/>
                    <a:pt x="18605" y="19243"/>
                    <a:pt x="18605" y="19243"/>
                  </a:cubicBezTo>
                  <a:cubicBezTo>
                    <a:pt x="18695" y="19243"/>
                    <a:pt x="18695" y="19243"/>
                    <a:pt x="18695" y="19243"/>
                  </a:cubicBezTo>
                  <a:cubicBezTo>
                    <a:pt x="18786" y="19374"/>
                    <a:pt x="18786" y="19374"/>
                    <a:pt x="18786" y="19374"/>
                  </a:cubicBezTo>
                  <a:cubicBezTo>
                    <a:pt x="18786" y="19505"/>
                    <a:pt x="18786" y="19505"/>
                    <a:pt x="18786" y="19505"/>
                  </a:cubicBezTo>
                  <a:cubicBezTo>
                    <a:pt x="18695" y="19636"/>
                    <a:pt x="18695" y="19636"/>
                    <a:pt x="18695" y="19636"/>
                  </a:cubicBezTo>
                  <a:cubicBezTo>
                    <a:pt x="18605" y="19636"/>
                    <a:pt x="18605" y="19636"/>
                    <a:pt x="18605" y="19636"/>
                  </a:cubicBezTo>
                  <a:cubicBezTo>
                    <a:pt x="18605" y="19505"/>
                    <a:pt x="18605" y="19505"/>
                    <a:pt x="18605" y="19505"/>
                  </a:cubicBezTo>
                  <a:cubicBezTo>
                    <a:pt x="18605" y="19505"/>
                    <a:pt x="18605" y="19505"/>
                    <a:pt x="18605" y="19505"/>
                  </a:cubicBezTo>
                  <a:cubicBezTo>
                    <a:pt x="18605" y="19636"/>
                    <a:pt x="18605" y="19636"/>
                    <a:pt x="18605" y="19636"/>
                  </a:cubicBezTo>
                  <a:cubicBezTo>
                    <a:pt x="18514" y="19767"/>
                    <a:pt x="18514" y="19767"/>
                    <a:pt x="18514" y="19767"/>
                  </a:cubicBezTo>
                  <a:cubicBezTo>
                    <a:pt x="18605" y="19767"/>
                    <a:pt x="18605" y="19767"/>
                    <a:pt x="18605" y="19767"/>
                  </a:cubicBezTo>
                  <a:cubicBezTo>
                    <a:pt x="18514" y="19898"/>
                    <a:pt x="18514" y="19898"/>
                    <a:pt x="18514" y="19898"/>
                  </a:cubicBezTo>
                  <a:cubicBezTo>
                    <a:pt x="18514" y="19767"/>
                    <a:pt x="18514" y="19767"/>
                    <a:pt x="18514" y="19767"/>
                  </a:cubicBezTo>
                  <a:cubicBezTo>
                    <a:pt x="18514" y="19898"/>
                    <a:pt x="18514" y="19898"/>
                    <a:pt x="18514" y="19898"/>
                  </a:cubicBezTo>
                  <a:cubicBezTo>
                    <a:pt x="18423" y="19898"/>
                    <a:pt x="18423" y="19898"/>
                    <a:pt x="18423" y="19898"/>
                  </a:cubicBezTo>
                  <a:close/>
                  <a:moveTo>
                    <a:pt x="18242" y="19767"/>
                  </a:moveTo>
                  <a:cubicBezTo>
                    <a:pt x="18151" y="19636"/>
                    <a:pt x="18151" y="19636"/>
                    <a:pt x="18151" y="19636"/>
                  </a:cubicBezTo>
                  <a:cubicBezTo>
                    <a:pt x="18242" y="19505"/>
                    <a:pt x="18242" y="19505"/>
                    <a:pt x="18242" y="19505"/>
                  </a:cubicBezTo>
                  <a:cubicBezTo>
                    <a:pt x="18151" y="19505"/>
                    <a:pt x="18151" y="19505"/>
                    <a:pt x="18151" y="19505"/>
                  </a:cubicBezTo>
                  <a:cubicBezTo>
                    <a:pt x="18151" y="19374"/>
                    <a:pt x="18151" y="19374"/>
                    <a:pt x="18151" y="19374"/>
                  </a:cubicBezTo>
                  <a:cubicBezTo>
                    <a:pt x="18242" y="19374"/>
                    <a:pt x="18242" y="19374"/>
                    <a:pt x="18242" y="19374"/>
                  </a:cubicBezTo>
                  <a:cubicBezTo>
                    <a:pt x="18242" y="19374"/>
                    <a:pt x="18242" y="19374"/>
                    <a:pt x="18242" y="19374"/>
                  </a:cubicBezTo>
                  <a:cubicBezTo>
                    <a:pt x="18242" y="19243"/>
                    <a:pt x="18242" y="19243"/>
                    <a:pt x="18242" y="19243"/>
                  </a:cubicBezTo>
                  <a:cubicBezTo>
                    <a:pt x="18332" y="19243"/>
                    <a:pt x="18332" y="19243"/>
                    <a:pt x="18332" y="19243"/>
                  </a:cubicBezTo>
                  <a:cubicBezTo>
                    <a:pt x="18423" y="19374"/>
                    <a:pt x="18423" y="19374"/>
                    <a:pt x="18423" y="19374"/>
                  </a:cubicBezTo>
                  <a:cubicBezTo>
                    <a:pt x="18332" y="19505"/>
                    <a:pt x="18332" y="19505"/>
                    <a:pt x="18332" y="19505"/>
                  </a:cubicBezTo>
                  <a:cubicBezTo>
                    <a:pt x="18332" y="19505"/>
                    <a:pt x="18332" y="19505"/>
                    <a:pt x="18332" y="19505"/>
                  </a:cubicBezTo>
                  <a:cubicBezTo>
                    <a:pt x="18423" y="19505"/>
                    <a:pt x="18423" y="19505"/>
                    <a:pt x="18423" y="19505"/>
                  </a:cubicBezTo>
                  <a:cubicBezTo>
                    <a:pt x="18423" y="19505"/>
                    <a:pt x="18423" y="19505"/>
                    <a:pt x="18423" y="19505"/>
                  </a:cubicBezTo>
                  <a:cubicBezTo>
                    <a:pt x="18332" y="19767"/>
                    <a:pt x="18332" y="19767"/>
                    <a:pt x="18332" y="19767"/>
                  </a:cubicBezTo>
                  <a:cubicBezTo>
                    <a:pt x="18242" y="19898"/>
                    <a:pt x="18242" y="19898"/>
                    <a:pt x="18242" y="19898"/>
                  </a:cubicBezTo>
                  <a:cubicBezTo>
                    <a:pt x="18242" y="20029"/>
                    <a:pt x="18242" y="20029"/>
                    <a:pt x="18242" y="20029"/>
                  </a:cubicBezTo>
                  <a:cubicBezTo>
                    <a:pt x="18242" y="20029"/>
                    <a:pt x="18242" y="20029"/>
                    <a:pt x="18242" y="20029"/>
                  </a:cubicBezTo>
                  <a:cubicBezTo>
                    <a:pt x="18151" y="20159"/>
                    <a:pt x="18151" y="20159"/>
                    <a:pt x="18151" y="20159"/>
                  </a:cubicBezTo>
                  <a:cubicBezTo>
                    <a:pt x="18151" y="20029"/>
                    <a:pt x="18151" y="20029"/>
                    <a:pt x="18151" y="20029"/>
                  </a:cubicBezTo>
                  <a:cubicBezTo>
                    <a:pt x="18151" y="19898"/>
                    <a:pt x="18151" y="19898"/>
                    <a:pt x="18151" y="19898"/>
                  </a:cubicBezTo>
                  <a:cubicBezTo>
                    <a:pt x="18060" y="20159"/>
                    <a:pt x="18060" y="20159"/>
                    <a:pt x="18060" y="20159"/>
                  </a:cubicBezTo>
                  <a:cubicBezTo>
                    <a:pt x="18060" y="20029"/>
                    <a:pt x="18060" y="20029"/>
                    <a:pt x="18060" y="20029"/>
                  </a:cubicBezTo>
                  <a:cubicBezTo>
                    <a:pt x="18060" y="20029"/>
                    <a:pt x="18060" y="20029"/>
                    <a:pt x="18060" y="20029"/>
                  </a:cubicBezTo>
                  <a:cubicBezTo>
                    <a:pt x="18060" y="19898"/>
                    <a:pt x="18060" y="19898"/>
                    <a:pt x="18060" y="19898"/>
                  </a:cubicBezTo>
                  <a:cubicBezTo>
                    <a:pt x="18060" y="19898"/>
                    <a:pt x="18060" y="19898"/>
                    <a:pt x="18060" y="19898"/>
                  </a:cubicBezTo>
                  <a:cubicBezTo>
                    <a:pt x="18151" y="19767"/>
                    <a:pt x="18151" y="19767"/>
                    <a:pt x="18151" y="19767"/>
                  </a:cubicBezTo>
                  <a:cubicBezTo>
                    <a:pt x="18151" y="19898"/>
                    <a:pt x="18151" y="19898"/>
                    <a:pt x="18151" y="19898"/>
                  </a:cubicBezTo>
                  <a:cubicBezTo>
                    <a:pt x="18242" y="19767"/>
                    <a:pt x="18242" y="19767"/>
                    <a:pt x="18242" y="19767"/>
                  </a:cubicBezTo>
                  <a:cubicBezTo>
                    <a:pt x="18242" y="19767"/>
                    <a:pt x="18242" y="19767"/>
                    <a:pt x="18242" y="19767"/>
                  </a:cubicBezTo>
                  <a:close/>
                  <a:moveTo>
                    <a:pt x="18151" y="18850"/>
                  </a:moveTo>
                  <a:cubicBezTo>
                    <a:pt x="18242" y="18850"/>
                    <a:pt x="18242" y="18850"/>
                    <a:pt x="18242" y="18850"/>
                  </a:cubicBezTo>
                  <a:cubicBezTo>
                    <a:pt x="18242" y="18850"/>
                    <a:pt x="18242" y="18850"/>
                    <a:pt x="18242" y="18850"/>
                  </a:cubicBezTo>
                  <a:cubicBezTo>
                    <a:pt x="18151" y="18850"/>
                    <a:pt x="18151" y="18850"/>
                    <a:pt x="18151" y="18850"/>
                  </a:cubicBezTo>
                  <a:close/>
                  <a:moveTo>
                    <a:pt x="17969" y="18850"/>
                  </a:moveTo>
                  <a:cubicBezTo>
                    <a:pt x="18060" y="18850"/>
                    <a:pt x="18060" y="18850"/>
                    <a:pt x="18060" y="18850"/>
                  </a:cubicBezTo>
                  <a:cubicBezTo>
                    <a:pt x="18060" y="18719"/>
                    <a:pt x="18060" y="18719"/>
                    <a:pt x="18060" y="18719"/>
                  </a:cubicBezTo>
                  <a:cubicBezTo>
                    <a:pt x="18151" y="18719"/>
                    <a:pt x="18151" y="18719"/>
                    <a:pt x="18151" y="18719"/>
                  </a:cubicBezTo>
                  <a:cubicBezTo>
                    <a:pt x="18151" y="18850"/>
                    <a:pt x="18151" y="18850"/>
                    <a:pt x="18151" y="18850"/>
                  </a:cubicBezTo>
                  <a:cubicBezTo>
                    <a:pt x="18151" y="19112"/>
                    <a:pt x="18151" y="19112"/>
                    <a:pt x="18151" y="19112"/>
                  </a:cubicBezTo>
                  <a:cubicBezTo>
                    <a:pt x="18151" y="19243"/>
                    <a:pt x="18151" y="19243"/>
                    <a:pt x="18151" y="19243"/>
                  </a:cubicBezTo>
                  <a:cubicBezTo>
                    <a:pt x="18060" y="19243"/>
                    <a:pt x="18060" y="19243"/>
                    <a:pt x="18060" y="19243"/>
                  </a:cubicBezTo>
                  <a:cubicBezTo>
                    <a:pt x="18060" y="19505"/>
                    <a:pt x="18060" y="19505"/>
                    <a:pt x="18060" y="19505"/>
                  </a:cubicBezTo>
                  <a:cubicBezTo>
                    <a:pt x="18060" y="19505"/>
                    <a:pt x="18060" y="19505"/>
                    <a:pt x="18060" y="19505"/>
                  </a:cubicBezTo>
                  <a:cubicBezTo>
                    <a:pt x="17969" y="19636"/>
                    <a:pt x="17969" y="19636"/>
                    <a:pt x="17969" y="19636"/>
                  </a:cubicBezTo>
                  <a:cubicBezTo>
                    <a:pt x="17969" y="19767"/>
                    <a:pt x="17969" y="19767"/>
                    <a:pt x="17969" y="19767"/>
                  </a:cubicBezTo>
                  <a:cubicBezTo>
                    <a:pt x="17969" y="19898"/>
                    <a:pt x="17969" y="19898"/>
                    <a:pt x="17969" y="19898"/>
                  </a:cubicBezTo>
                  <a:cubicBezTo>
                    <a:pt x="17969" y="19898"/>
                    <a:pt x="17969" y="19898"/>
                    <a:pt x="17969" y="19898"/>
                  </a:cubicBezTo>
                  <a:cubicBezTo>
                    <a:pt x="17969" y="19898"/>
                    <a:pt x="17969" y="19898"/>
                    <a:pt x="17969" y="19898"/>
                  </a:cubicBezTo>
                  <a:cubicBezTo>
                    <a:pt x="17969" y="19767"/>
                    <a:pt x="17969" y="19767"/>
                    <a:pt x="17969" y="19767"/>
                  </a:cubicBezTo>
                  <a:cubicBezTo>
                    <a:pt x="17878" y="19767"/>
                    <a:pt x="17878" y="19767"/>
                    <a:pt x="17878" y="19767"/>
                  </a:cubicBezTo>
                  <a:cubicBezTo>
                    <a:pt x="17878" y="19636"/>
                    <a:pt x="17878" y="19636"/>
                    <a:pt x="17878" y="19636"/>
                  </a:cubicBezTo>
                  <a:cubicBezTo>
                    <a:pt x="17878" y="19505"/>
                    <a:pt x="17878" y="19505"/>
                    <a:pt x="17878" y="19505"/>
                  </a:cubicBezTo>
                  <a:cubicBezTo>
                    <a:pt x="17969" y="19505"/>
                    <a:pt x="17969" y="19505"/>
                    <a:pt x="17969" y="19505"/>
                  </a:cubicBezTo>
                  <a:cubicBezTo>
                    <a:pt x="17969" y="19505"/>
                    <a:pt x="17969" y="19505"/>
                    <a:pt x="17969" y="19505"/>
                  </a:cubicBezTo>
                  <a:cubicBezTo>
                    <a:pt x="17969" y="19374"/>
                    <a:pt x="17969" y="19374"/>
                    <a:pt x="17969" y="19374"/>
                  </a:cubicBezTo>
                  <a:cubicBezTo>
                    <a:pt x="17969" y="19505"/>
                    <a:pt x="17969" y="19505"/>
                    <a:pt x="17969" y="19505"/>
                  </a:cubicBezTo>
                  <a:cubicBezTo>
                    <a:pt x="17878" y="19505"/>
                    <a:pt x="17878" y="19505"/>
                    <a:pt x="17878" y="19505"/>
                  </a:cubicBezTo>
                  <a:cubicBezTo>
                    <a:pt x="17878" y="19374"/>
                    <a:pt x="17878" y="19374"/>
                    <a:pt x="17878" y="19374"/>
                  </a:cubicBezTo>
                  <a:cubicBezTo>
                    <a:pt x="17969" y="19374"/>
                    <a:pt x="17969" y="19374"/>
                    <a:pt x="17969" y="19374"/>
                  </a:cubicBezTo>
                  <a:cubicBezTo>
                    <a:pt x="17969" y="19243"/>
                    <a:pt x="17969" y="19243"/>
                    <a:pt x="17969" y="19243"/>
                  </a:cubicBezTo>
                  <a:cubicBezTo>
                    <a:pt x="17878" y="19243"/>
                    <a:pt x="17878" y="19243"/>
                    <a:pt x="17878" y="19243"/>
                  </a:cubicBezTo>
                  <a:cubicBezTo>
                    <a:pt x="17878" y="19243"/>
                    <a:pt x="17878" y="19243"/>
                    <a:pt x="17878" y="19243"/>
                  </a:cubicBezTo>
                  <a:cubicBezTo>
                    <a:pt x="17969" y="19243"/>
                    <a:pt x="17969" y="19243"/>
                    <a:pt x="17969" y="19243"/>
                  </a:cubicBezTo>
                  <a:cubicBezTo>
                    <a:pt x="17969" y="19112"/>
                    <a:pt x="17969" y="19112"/>
                    <a:pt x="17969" y="19112"/>
                  </a:cubicBezTo>
                  <a:cubicBezTo>
                    <a:pt x="17969" y="18981"/>
                    <a:pt x="17969" y="18981"/>
                    <a:pt x="17969" y="18981"/>
                  </a:cubicBezTo>
                  <a:cubicBezTo>
                    <a:pt x="18060" y="18981"/>
                    <a:pt x="18060" y="18981"/>
                    <a:pt x="18060" y="18981"/>
                  </a:cubicBezTo>
                  <a:cubicBezTo>
                    <a:pt x="17969" y="18850"/>
                    <a:pt x="17969" y="18850"/>
                    <a:pt x="17969" y="18850"/>
                  </a:cubicBezTo>
                  <a:cubicBezTo>
                    <a:pt x="17969" y="18850"/>
                    <a:pt x="17969" y="18850"/>
                    <a:pt x="17969" y="18850"/>
                  </a:cubicBezTo>
                  <a:close/>
                  <a:moveTo>
                    <a:pt x="17788" y="18850"/>
                  </a:moveTo>
                  <a:cubicBezTo>
                    <a:pt x="17878" y="18850"/>
                    <a:pt x="17878" y="18850"/>
                    <a:pt x="17878" y="18850"/>
                  </a:cubicBezTo>
                  <a:cubicBezTo>
                    <a:pt x="17878" y="18850"/>
                    <a:pt x="17878" y="18850"/>
                    <a:pt x="17878" y="18850"/>
                  </a:cubicBezTo>
                  <a:cubicBezTo>
                    <a:pt x="17878" y="18981"/>
                    <a:pt x="17878" y="18981"/>
                    <a:pt x="17878" y="18981"/>
                  </a:cubicBezTo>
                  <a:cubicBezTo>
                    <a:pt x="17878" y="19112"/>
                    <a:pt x="17878" y="19112"/>
                    <a:pt x="17878" y="19112"/>
                  </a:cubicBezTo>
                  <a:cubicBezTo>
                    <a:pt x="17788" y="19112"/>
                    <a:pt x="17788" y="19112"/>
                    <a:pt x="17788" y="19112"/>
                  </a:cubicBezTo>
                  <a:cubicBezTo>
                    <a:pt x="17788" y="18981"/>
                    <a:pt x="17788" y="18981"/>
                    <a:pt x="17788" y="18981"/>
                  </a:cubicBezTo>
                  <a:cubicBezTo>
                    <a:pt x="17788" y="18981"/>
                    <a:pt x="17788" y="18981"/>
                    <a:pt x="17788" y="18981"/>
                  </a:cubicBezTo>
                  <a:cubicBezTo>
                    <a:pt x="17788" y="18981"/>
                    <a:pt x="17788" y="18981"/>
                    <a:pt x="17788" y="18981"/>
                  </a:cubicBezTo>
                  <a:cubicBezTo>
                    <a:pt x="17788" y="18850"/>
                    <a:pt x="17788" y="18850"/>
                    <a:pt x="17788" y="18850"/>
                  </a:cubicBezTo>
                  <a:close/>
                  <a:moveTo>
                    <a:pt x="18242" y="19112"/>
                  </a:moveTo>
                  <a:cubicBezTo>
                    <a:pt x="18242" y="18981"/>
                    <a:pt x="18242" y="18981"/>
                    <a:pt x="18242" y="18981"/>
                  </a:cubicBezTo>
                  <a:cubicBezTo>
                    <a:pt x="18242" y="18850"/>
                    <a:pt x="18242" y="18850"/>
                    <a:pt x="18242" y="18850"/>
                  </a:cubicBezTo>
                  <a:cubicBezTo>
                    <a:pt x="18332" y="18850"/>
                    <a:pt x="18332" y="18850"/>
                    <a:pt x="18332" y="18850"/>
                  </a:cubicBezTo>
                  <a:cubicBezTo>
                    <a:pt x="18423" y="18850"/>
                    <a:pt x="18423" y="18850"/>
                    <a:pt x="18423" y="18850"/>
                  </a:cubicBezTo>
                  <a:cubicBezTo>
                    <a:pt x="18332" y="18719"/>
                    <a:pt x="18332" y="18719"/>
                    <a:pt x="18332" y="18719"/>
                  </a:cubicBezTo>
                  <a:cubicBezTo>
                    <a:pt x="18423" y="18719"/>
                    <a:pt x="18423" y="18719"/>
                    <a:pt x="18423" y="18719"/>
                  </a:cubicBezTo>
                  <a:cubicBezTo>
                    <a:pt x="18332" y="18589"/>
                    <a:pt x="18332" y="18589"/>
                    <a:pt x="18332" y="18589"/>
                  </a:cubicBezTo>
                  <a:cubicBezTo>
                    <a:pt x="18332" y="18458"/>
                    <a:pt x="18332" y="18458"/>
                    <a:pt x="18332" y="18458"/>
                  </a:cubicBezTo>
                  <a:cubicBezTo>
                    <a:pt x="18423" y="18327"/>
                    <a:pt x="18423" y="18327"/>
                    <a:pt x="18423" y="18327"/>
                  </a:cubicBezTo>
                  <a:cubicBezTo>
                    <a:pt x="18423" y="18065"/>
                    <a:pt x="18423" y="18065"/>
                    <a:pt x="18423" y="18065"/>
                  </a:cubicBezTo>
                  <a:cubicBezTo>
                    <a:pt x="18514" y="17803"/>
                    <a:pt x="18514" y="17803"/>
                    <a:pt x="18514" y="17803"/>
                  </a:cubicBezTo>
                  <a:cubicBezTo>
                    <a:pt x="18514" y="17934"/>
                    <a:pt x="18514" y="17934"/>
                    <a:pt x="18514" y="17934"/>
                  </a:cubicBezTo>
                  <a:cubicBezTo>
                    <a:pt x="18514" y="18065"/>
                    <a:pt x="18514" y="18065"/>
                    <a:pt x="18514" y="18065"/>
                  </a:cubicBezTo>
                  <a:cubicBezTo>
                    <a:pt x="18605" y="18065"/>
                    <a:pt x="18605" y="18065"/>
                    <a:pt x="18605" y="18065"/>
                  </a:cubicBezTo>
                  <a:cubicBezTo>
                    <a:pt x="18695" y="18196"/>
                    <a:pt x="18695" y="18196"/>
                    <a:pt x="18695" y="18196"/>
                  </a:cubicBezTo>
                  <a:cubicBezTo>
                    <a:pt x="18695" y="18589"/>
                    <a:pt x="18695" y="18589"/>
                    <a:pt x="18695" y="18589"/>
                  </a:cubicBezTo>
                  <a:cubicBezTo>
                    <a:pt x="18695" y="18719"/>
                    <a:pt x="18695" y="18719"/>
                    <a:pt x="18695" y="18719"/>
                  </a:cubicBezTo>
                  <a:cubicBezTo>
                    <a:pt x="18605" y="18719"/>
                    <a:pt x="18605" y="18719"/>
                    <a:pt x="18605" y="18719"/>
                  </a:cubicBezTo>
                  <a:cubicBezTo>
                    <a:pt x="18605" y="18458"/>
                    <a:pt x="18605" y="18458"/>
                    <a:pt x="18605" y="18458"/>
                  </a:cubicBezTo>
                  <a:cubicBezTo>
                    <a:pt x="18605" y="18196"/>
                    <a:pt x="18605" y="18196"/>
                    <a:pt x="18605" y="18196"/>
                  </a:cubicBezTo>
                  <a:cubicBezTo>
                    <a:pt x="18605" y="18327"/>
                    <a:pt x="18605" y="18327"/>
                    <a:pt x="18605" y="18327"/>
                  </a:cubicBezTo>
                  <a:cubicBezTo>
                    <a:pt x="18605" y="18719"/>
                    <a:pt x="18605" y="18719"/>
                    <a:pt x="18605" y="18719"/>
                  </a:cubicBezTo>
                  <a:cubicBezTo>
                    <a:pt x="18514" y="18719"/>
                    <a:pt x="18514" y="18719"/>
                    <a:pt x="18514" y="18719"/>
                  </a:cubicBezTo>
                  <a:cubicBezTo>
                    <a:pt x="18514" y="18850"/>
                    <a:pt x="18514" y="18850"/>
                    <a:pt x="18514" y="18850"/>
                  </a:cubicBezTo>
                  <a:cubicBezTo>
                    <a:pt x="18514" y="18850"/>
                    <a:pt x="18514" y="18850"/>
                    <a:pt x="18514" y="18850"/>
                  </a:cubicBezTo>
                  <a:cubicBezTo>
                    <a:pt x="18423" y="18850"/>
                    <a:pt x="18423" y="18850"/>
                    <a:pt x="18423" y="18850"/>
                  </a:cubicBezTo>
                  <a:cubicBezTo>
                    <a:pt x="18423" y="18981"/>
                    <a:pt x="18423" y="18981"/>
                    <a:pt x="18423" y="18981"/>
                  </a:cubicBezTo>
                  <a:cubicBezTo>
                    <a:pt x="18332" y="19112"/>
                    <a:pt x="18332" y="19112"/>
                    <a:pt x="18332" y="19112"/>
                  </a:cubicBezTo>
                  <a:cubicBezTo>
                    <a:pt x="18242" y="19243"/>
                    <a:pt x="18242" y="19243"/>
                    <a:pt x="18242" y="19243"/>
                  </a:cubicBezTo>
                  <a:cubicBezTo>
                    <a:pt x="18242" y="19112"/>
                    <a:pt x="18242" y="19112"/>
                    <a:pt x="18242" y="19112"/>
                  </a:cubicBezTo>
                  <a:close/>
                  <a:moveTo>
                    <a:pt x="17969" y="17934"/>
                  </a:moveTo>
                  <a:cubicBezTo>
                    <a:pt x="18151" y="17934"/>
                    <a:pt x="18151" y="17934"/>
                    <a:pt x="18151" y="17934"/>
                  </a:cubicBezTo>
                  <a:cubicBezTo>
                    <a:pt x="18151" y="17934"/>
                    <a:pt x="18151" y="17934"/>
                    <a:pt x="18151" y="17934"/>
                  </a:cubicBezTo>
                  <a:cubicBezTo>
                    <a:pt x="18151" y="18065"/>
                    <a:pt x="18151" y="18065"/>
                    <a:pt x="18151" y="18065"/>
                  </a:cubicBezTo>
                  <a:cubicBezTo>
                    <a:pt x="18151" y="18065"/>
                    <a:pt x="18151" y="18065"/>
                    <a:pt x="18151" y="18065"/>
                  </a:cubicBezTo>
                  <a:cubicBezTo>
                    <a:pt x="18151" y="18196"/>
                    <a:pt x="18151" y="18196"/>
                    <a:pt x="18151" y="18196"/>
                  </a:cubicBezTo>
                  <a:cubicBezTo>
                    <a:pt x="18242" y="18065"/>
                    <a:pt x="18242" y="18065"/>
                    <a:pt x="18242" y="18065"/>
                  </a:cubicBezTo>
                  <a:cubicBezTo>
                    <a:pt x="18242" y="18065"/>
                    <a:pt x="18242" y="18065"/>
                    <a:pt x="18242" y="18065"/>
                  </a:cubicBezTo>
                  <a:cubicBezTo>
                    <a:pt x="18332" y="18196"/>
                    <a:pt x="18332" y="18196"/>
                    <a:pt x="18332" y="18196"/>
                  </a:cubicBezTo>
                  <a:cubicBezTo>
                    <a:pt x="18332" y="18196"/>
                    <a:pt x="18332" y="18196"/>
                    <a:pt x="18332" y="18196"/>
                  </a:cubicBezTo>
                  <a:cubicBezTo>
                    <a:pt x="18332" y="18196"/>
                    <a:pt x="18332" y="18196"/>
                    <a:pt x="18332" y="18196"/>
                  </a:cubicBezTo>
                  <a:cubicBezTo>
                    <a:pt x="18332" y="18327"/>
                    <a:pt x="18332" y="18327"/>
                    <a:pt x="18332" y="18327"/>
                  </a:cubicBezTo>
                  <a:cubicBezTo>
                    <a:pt x="18242" y="18327"/>
                    <a:pt x="18242" y="18327"/>
                    <a:pt x="18242" y="18327"/>
                  </a:cubicBezTo>
                  <a:cubicBezTo>
                    <a:pt x="18242" y="18327"/>
                    <a:pt x="18242" y="18327"/>
                    <a:pt x="18242" y="18327"/>
                  </a:cubicBezTo>
                  <a:cubicBezTo>
                    <a:pt x="18151" y="18196"/>
                    <a:pt x="18151" y="18196"/>
                    <a:pt x="18151" y="18196"/>
                  </a:cubicBezTo>
                  <a:cubicBezTo>
                    <a:pt x="18060" y="18065"/>
                    <a:pt x="18060" y="18065"/>
                    <a:pt x="18060" y="18065"/>
                  </a:cubicBezTo>
                  <a:cubicBezTo>
                    <a:pt x="18060" y="18196"/>
                    <a:pt x="18060" y="18196"/>
                    <a:pt x="18060" y="18196"/>
                  </a:cubicBezTo>
                  <a:cubicBezTo>
                    <a:pt x="18151" y="18327"/>
                    <a:pt x="18151" y="18327"/>
                    <a:pt x="18151" y="18327"/>
                  </a:cubicBezTo>
                  <a:cubicBezTo>
                    <a:pt x="18151" y="18458"/>
                    <a:pt x="18151" y="18458"/>
                    <a:pt x="18151" y="18458"/>
                  </a:cubicBezTo>
                  <a:cubicBezTo>
                    <a:pt x="18242" y="18458"/>
                    <a:pt x="18242" y="18458"/>
                    <a:pt x="18242" y="18458"/>
                  </a:cubicBezTo>
                  <a:cubicBezTo>
                    <a:pt x="18242" y="18589"/>
                    <a:pt x="18242" y="18589"/>
                    <a:pt x="18242" y="18589"/>
                  </a:cubicBezTo>
                  <a:cubicBezTo>
                    <a:pt x="18242" y="18589"/>
                    <a:pt x="18242" y="18589"/>
                    <a:pt x="18242" y="18589"/>
                  </a:cubicBezTo>
                  <a:cubicBezTo>
                    <a:pt x="18242" y="18719"/>
                    <a:pt x="18242" y="18719"/>
                    <a:pt x="18242" y="18719"/>
                  </a:cubicBezTo>
                  <a:cubicBezTo>
                    <a:pt x="18151" y="18719"/>
                    <a:pt x="18151" y="18719"/>
                    <a:pt x="18151" y="18719"/>
                  </a:cubicBezTo>
                  <a:cubicBezTo>
                    <a:pt x="18151" y="18589"/>
                    <a:pt x="18151" y="18589"/>
                    <a:pt x="18151" y="18589"/>
                  </a:cubicBezTo>
                  <a:cubicBezTo>
                    <a:pt x="18060" y="18589"/>
                    <a:pt x="18060" y="18589"/>
                    <a:pt x="18060" y="18589"/>
                  </a:cubicBezTo>
                  <a:cubicBezTo>
                    <a:pt x="17969" y="18327"/>
                    <a:pt x="17969" y="18327"/>
                    <a:pt x="17969" y="18327"/>
                  </a:cubicBezTo>
                  <a:cubicBezTo>
                    <a:pt x="17969" y="18458"/>
                    <a:pt x="17969" y="18458"/>
                    <a:pt x="17969" y="18458"/>
                  </a:cubicBezTo>
                  <a:cubicBezTo>
                    <a:pt x="18060" y="18589"/>
                    <a:pt x="18060" y="18589"/>
                    <a:pt x="18060" y="18589"/>
                  </a:cubicBezTo>
                  <a:cubicBezTo>
                    <a:pt x="18060" y="18719"/>
                    <a:pt x="18060" y="18719"/>
                    <a:pt x="18060" y="18719"/>
                  </a:cubicBezTo>
                  <a:cubicBezTo>
                    <a:pt x="17969" y="18719"/>
                    <a:pt x="17969" y="18719"/>
                    <a:pt x="17969" y="18719"/>
                  </a:cubicBezTo>
                  <a:cubicBezTo>
                    <a:pt x="17878" y="18719"/>
                    <a:pt x="17878" y="18719"/>
                    <a:pt x="17878" y="18719"/>
                  </a:cubicBezTo>
                  <a:cubicBezTo>
                    <a:pt x="17878" y="18589"/>
                    <a:pt x="17878" y="18589"/>
                    <a:pt x="17878" y="18589"/>
                  </a:cubicBezTo>
                  <a:cubicBezTo>
                    <a:pt x="17878" y="18589"/>
                    <a:pt x="17878" y="18589"/>
                    <a:pt x="17878" y="18589"/>
                  </a:cubicBezTo>
                  <a:cubicBezTo>
                    <a:pt x="17878" y="18458"/>
                    <a:pt x="17878" y="18458"/>
                    <a:pt x="17878" y="18458"/>
                  </a:cubicBezTo>
                  <a:cubicBezTo>
                    <a:pt x="17878" y="18458"/>
                    <a:pt x="17878" y="18458"/>
                    <a:pt x="17878" y="18458"/>
                  </a:cubicBezTo>
                  <a:cubicBezTo>
                    <a:pt x="17788" y="18327"/>
                    <a:pt x="17788" y="18327"/>
                    <a:pt x="17788" y="18327"/>
                  </a:cubicBezTo>
                  <a:cubicBezTo>
                    <a:pt x="17878" y="18196"/>
                    <a:pt x="17878" y="18196"/>
                    <a:pt x="17878" y="18196"/>
                  </a:cubicBezTo>
                  <a:cubicBezTo>
                    <a:pt x="17878" y="18196"/>
                    <a:pt x="17878" y="18196"/>
                    <a:pt x="17878" y="18196"/>
                  </a:cubicBezTo>
                  <a:cubicBezTo>
                    <a:pt x="17969" y="18196"/>
                    <a:pt x="17969" y="18196"/>
                    <a:pt x="17969" y="18196"/>
                  </a:cubicBezTo>
                  <a:cubicBezTo>
                    <a:pt x="17878" y="18065"/>
                    <a:pt x="17878" y="18065"/>
                    <a:pt x="17878" y="18065"/>
                  </a:cubicBezTo>
                  <a:cubicBezTo>
                    <a:pt x="17878" y="17934"/>
                    <a:pt x="17878" y="17934"/>
                    <a:pt x="17878" y="17934"/>
                  </a:cubicBezTo>
                  <a:cubicBezTo>
                    <a:pt x="17878" y="17934"/>
                    <a:pt x="17878" y="17934"/>
                    <a:pt x="17878" y="17934"/>
                  </a:cubicBezTo>
                  <a:cubicBezTo>
                    <a:pt x="17969" y="17934"/>
                    <a:pt x="17969" y="17934"/>
                    <a:pt x="17969" y="17934"/>
                  </a:cubicBezTo>
                  <a:cubicBezTo>
                    <a:pt x="17969" y="17934"/>
                    <a:pt x="17969" y="17934"/>
                    <a:pt x="17969" y="17934"/>
                  </a:cubicBezTo>
                  <a:cubicBezTo>
                    <a:pt x="17969" y="17934"/>
                    <a:pt x="17969" y="17934"/>
                    <a:pt x="17969" y="17934"/>
                  </a:cubicBezTo>
                  <a:close/>
                  <a:moveTo>
                    <a:pt x="18060" y="17803"/>
                  </a:moveTo>
                  <a:cubicBezTo>
                    <a:pt x="18060" y="17672"/>
                    <a:pt x="18060" y="17672"/>
                    <a:pt x="18060" y="17672"/>
                  </a:cubicBezTo>
                  <a:cubicBezTo>
                    <a:pt x="18151" y="17803"/>
                    <a:pt x="18151" y="17803"/>
                    <a:pt x="18151" y="17803"/>
                  </a:cubicBezTo>
                  <a:cubicBezTo>
                    <a:pt x="18060" y="17803"/>
                    <a:pt x="18060" y="17803"/>
                    <a:pt x="18060" y="17803"/>
                  </a:cubicBezTo>
                  <a:cubicBezTo>
                    <a:pt x="18060" y="17803"/>
                    <a:pt x="18060" y="17803"/>
                    <a:pt x="18060" y="17803"/>
                  </a:cubicBezTo>
                  <a:close/>
                  <a:moveTo>
                    <a:pt x="5989" y="11258"/>
                  </a:moveTo>
                  <a:cubicBezTo>
                    <a:pt x="5989" y="11258"/>
                    <a:pt x="5989" y="11258"/>
                    <a:pt x="5989" y="11258"/>
                  </a:cubicBezTo>
                  <a:cubicBezTo>
                    <a:pt x="5989" y="11258"/>
                    <a:pt x="5989" y="11258"/>
                    <a:pt x="5989" y="11258"/>
                  </a:cubicBezTo>
                  <a:cubicBezTo>
                    <a:pt x="5989" y="11258"/>
                    <a:pt x="5989" y="11258"/>
                    <a:pt x="5989" y="11258"/>
                  </a:cubicBezTo>
                  <a:cubicBezTo>
                    <a:pt x="5989" y="11258"/>
                    <a:pt x="5989" y="11258"/>
                    <a:pt x="5989" y="11258"/>
                  </a:cubicBezTo>
                  <a:close/>
                  <a:moveTo>
                    <a:pt x="5989" y="11389"/>
                  </a:moveTo>
                  <a:cubicBezTo>
                    <a:pt x="5989" y="11389"/>
                    <a:pt x="5989" y="11389"/>
                    <a:pt x="5989" y="11389"/>
                  </a:cubicBezTo>
                  <a:cubicBezTo>
                    <a:pt x="5989" y="11519"/>
                    <a:pt x="5989" y="11519"/>
                    <a:pt x="5989" y="11519"/>
                  </a:cubicBezTo>
                  <a:cubicBezTo>
                    <a:pt x="6171" y="11650"/>
                    <a:pt x="6171" y="11650"/>
                    <a:pt x="6171" y="11650"/>
                  </a:cubicBezTo>
                  <a:cubicBezTo>
                    <a:pt x="6080" y="11781"/>
                    <a:pt x="6080" y="11781"/>
                    <a:pt x="6080" y="11781"/>
                  </a:cubicBezTo>
                  <a:cubicBezTo>
                    <a:pt x="5989" y="11650"/>
                    <a:pt x="5989" y="11650"/>
                    <a:pt x="5989" y="11650"/>
                  </a:cubicBezTo>
                  <a:cubicBezTo>
                    <a:pt x="5989" y="11519"/>
                    <a:pt x="5989" y="11519"/>
                    <a:pt x="5989" y="11519"/>
                  </a:cubicBezTo>
                  <a:cubicBezTo>
                    <a:pt x="5899" y="11389"/>
                    <a:pt x="5899" y="11389"/>
                    <a:pt x="5899" y="11389"/>
                  </a:cubicBezTo>
                  <a:cubicBezTo>
                    <a:pt x="5899" y="11389"/>
                    <a:pt x="5989" y="11389"/>
                    <a:pt x="5989" y="11389"/>
                  </a:cubicBezTo>
                  <a:close/>
                  <a:moveTo>
                    <a:pt x="10164" y="9556"/>
                  </a:moveTo>
                  <a:cubicBezTo>
                    <a:pt x="10073" y="9687"/>
                    <a:pt x="10073" y="9687"/>
                    <a:pt x="10073" y="9687"/>
                  </a:cubicBezTo>
                  <a:cubicBezTo>
                    <a:pt x="10073" y="9949"/>
                    <a:pt x="10073" y="9949"/>
                    <a:pt x="10073" y="9949"/>
                  </a:cubicBezTo>
                  <a:cubicBezTo>
                    <a:pt x="10073" y="9949"/>
                    <a:pt x="10073" y="9949"/>
                    <a:pt x="10073" y="9949"/>
                  </a:cubicBezTo>
                  <a:cubicBezTo>
                    <a:pt x="10073" y="9818"/>
                    <a:pt x="10073" y="9818"/>
                    <a:pt x="10073" y="9818"/>
                  </a:cubicBezTo>
                  <a:cubicBezTo>
                    <a:pt x="9983" y="9818"/>
                    <a:pt x="9983" y="9818"/>
                    <a:pt x="9983" y="9818"/>
                  </a:cubicBezTo>
                  <a:cubicBezTo>
                    <a:pt x="9892" y="9818"/>
                    <a:pt x="9892" y="9818"/>
                    <a:pt x="9892" y="9818"/>
                  </a:cubicBezTo>
                  <a:cubicBezTo>
                    <a:pt x="9801" y="9818"/>
                    <a:pt x="9801" y="9818"/>
                    <a:pt x="9801" y="9818"/>
                  </a:cubicBezTo>
                  <a:cubicBezTo>
                    <a:pt x="9801" y="9687"/>
                    <a:pt x="9801" y="9687"/>
                    <a:pt x="9801" y="9687"/>
                  </a:cubicBezTo>
                  <a:cubicBezTo>
                    <a:pt x="10073" y="9425"/>
                    <a:pt x="10073" y="9425"/>
                    <a:pt x="10073" y="9425"/>
                  </a:cubicBezTo>
                  <a:cubicBezTo>
                    <a:pt x="10164" y="9425"/>
                    <a:pt x="10164" y="9425"/>
                    <a:pt x="10164" y="9425"/>
                  </a:cubicBezTo>
                  <a:cubicBezTo>
                    <a:pt x="10164" y="9425"/>
                    <a:pt x="10164" y="9425"/>
                    <a:pt x="10164" y="9425"/>
                  </a:cubicBezTo>
                  <a:cubicBezTo>
                    <a:pt x="10164" y="9556"/>
                    <a:pt x="10164" y="9556"/>
                    <a:pt x="10164" y="9556"/>
                  </a:cubicBezTo>
                  <a:close/>
                  <a:moveTo>
                    <a:pt x="10255" y="9556"/>
                  </a:moveTo>
                  <a:cubicBezTo>
                    <a:pt x="10255" y="9556"/>
                    <a:pt x="10255" y="9556"/>
                    <a:pt x="10255" y="9556"/>
                  </a:cubicBezTo>
                  <a:cubicBezTo>
                    <a:pt x="10255" y="9556"/>
                    <a:pt x="10255" y="9556"/>
                    <a:pt x="10255" y="9556"/>
                  </a:cubicBezTo>
                  <a:cubicBezTo>
                    <a:pt x="10255" y="9425"/>
                    <a:pt x="10255" y="9425"/>
                    <a:pt x="10255" y="9425"/>
                  </a:cubicBezTo>
                  <a:cubicBezTo>
                    <a:pt x="10255" y="9294"/>
                    <a:pt x="10255" y="9294"/>
                    <a:pt x="10255" y="9294"/>
                  </a:cubicBezTo>
                  <a:cubicBezTo>
                    <a:pt x="10164" y="9294"/>
                    <a:pt x="10164" y="9294"/>
                    <a:pt x="10164" y="9294"/>
                  </a:cubicBezTo>
                  <a:cubicBezTo>
                    <a:pt x="10255" y="9163"/>
                    <a:pt x="10255" y="9163"/>
                    <a:pt x="10255" y="9163"/>
                  </a:cubicBezTo>
                  <a:cubicBezTo>
                    <a:pt x="10346" y="9163"/>
                    <a:pt x="10346" y="9163"/>
                    <a:pt x="10346" y="9163"/>
                  </a:cubicBezTo>
                  <a:cubicBezTo>
                    <a:pt x="10527" y="9294"/>
                    <a:pt x="10527" y="9294"/>
                    <a:pt x="10527" y="9294"/>
                  </a:cubicBezTo>
                  <a:cubicBezTo>
                    <a:pt x="10527" y="9425"/>
                    <a:pt x="10527" y="9425"/>
                    <a:pt x="10527" y="9425"/>
                  </a:cubicBezTo>
                  <a:cubicBezTo>
                    <a:pt x="10436" y="9425"/>
                    <a:pt x="10436" y="9425"/>
                    <a:pt x="10436" y="9425"/>
                  </a:cubicBezTo>
                  <a:cubicBezTo>
                    <a:pt x="10255" y="9687"/>
                    <a:pt x="10255" y="9687"/>
                    <a:pt x="10255" y="9687"/>
                  </a:cubicBezTo>
                  <a:cubicBezTo>
                    <a:pt x="10255" y="9556"/>
                    <a:pt x="10255" y="9556"/>
                    <a:pt x="10255" y="9556"/>
                  </a:cubicBezTo>
                  <a:close/>
                  <a:moveTo>
                    <a:pt x="10981" y="8901"/>
                  </a:moveTo>
                  <a:cubicBezTo>
                    <a:pt x="11072" y="8901"/>
                    <a:pt x="11072" y="8901"/>
                    <a:pt x="11072" y="8901"/>
                  </a:cubicBezTo>
                  <a:cubicBezTo>
                    <a:pt x="11163" y="8901"/>
                    <a:pt x="11163" y="8901"/>
                    <a:pt x="11163" y="8901"/>
                  </a:cubicBezTo>
                  <a:cubicBezTo>
                    <a:pt x="11163" y="9032"/>
                    <a:pt x="11163" y="9032"/>
                    <a:pt x="11163" y="9032"/>
                  </a:cubicBezTo>
                  <a:cubicBezTo>
                    <a:pt x="11163" y="9032"/>
                    <a:pt x="11163" y="9032"/>
                    <a:pt x="11163" y="9032"/>
                  </a:cubicBezTo>
                  <a:cubicBezTo>
                    <a:pt x="11072" y="9032"/>
                    <a:pt x="11072" y="9032"/>
                    <a:pt x="11072" y="9032"/>
                  </a:cubicBezTo>
                  <a:cubicBezTo>
                    <a:pt x="10981" y="8901"/>
                    <a:pt x="10981" y="8901"/>
                    <a:pt x="10981" y="8901"/>
                  </a:cubicBezTo>
                  <a:close/>
                  <a:moveTo>
                    <a:pt x="15065" y="14007"/>
                  </a:moveTo>
                  <a:cubicBezTo>
                    <a:pt x="15156" y="14007"/>
                    <a:pt x="15156" y="14007"/>
                    <a:pt x="15156" y="14007"/>
                  </a:cubicBezTo>
                  <a:cubicBezTo>
                    <a:pt x="15156" y="14007"/>
                    <a:pt x="15156" y="14007"/>
                    <a:pt x="15156" y="14007"/>
                  </a:cubicBezTo>
                  <a:cubicBezTo>
                    <a:pt x="15156" y="14007"/>
                    <a:pt x="15156" y="14007"/>
                    <a:pt x="15156" y="14007"/>
                  </a:cubicBezTo>
                  <a:cubicBezTo>
                    <a:pt x="15065" y="14007"/>
                    <a:pt x="15065" y="14007"/>
                    <a:pt x="15065" y="14007"/>
                  </a:cubicBezTo>
                  <a:close/>
                  <a:moveTo>
                    <a:pt x="14702" y="15578"/>
                  </a:moveTo>
                  <a:cubicBezTo>
                    <a:pt x="14793" y="15578"/>
                    <a:pt x="14793" y="15578"/>
                    <a:pt x="14793" y="15578"/>
                  </a:cubicBezTo>
                  <a:cubicBezTo>
                    <a:pt x="14793" y="15578"/>
                    <a:pt x="14793" y="15578"/>
                    <a:pt x="14793" y="15578"/>
                  </a:cubicBezTo>
                  <a:cubicBezTo>
                    <a:pt x="14702" y="15578"/>
                    <a:pt x="14702" y="15578"/>
                    <a:pt x="14702" y="15578"/>
                  </a:cubicBezTo>
                  <a:close/>
                  <a:moveTo>
                    <a:pt x="15610" y="15316"/>
                  </a:moveTo>
                  <a:cubicBezTo>
                    <a:pt x="15700" y="15185"/>
                    <a:pt x="15700" y="15185"/>
                    <a:pt x="15700" y="15185"/>
                  </a:cubicBezTo>
                  <a:cubicBezTo>
                    <a:pt x="15700" y="15185"/>
                    <a:pt x="15700" y="15185"/>
                    <a:pt x="15700" y="15185"/>
                  </a:cubicBezTo>
                  <a:cubicBezTo>
                    <a:pt x="15700" y="15316"/>
                    <a:pt x="15700" y="15316"/>
                    <a:pt x="15700" y="15316"/>
                  </a:cubicBezTo>
                  <a:cubicBezTo>
                    <a:pt x="15610" y="15447"/>
                    <a:pt x="15610" y="15447"/>
                    <a:pt x="15610" y="15447"/>
                  </a:cubicBezTo>
                  <a:cubicBezTo>
                    <a:pt x="15610" y="15316"/>
                    <a:pt x="15610" y="15316"/>
                    <a:pt x="15610" y="15316"/>
                  </a:cubicBezTo>
                  <a:close/>
                  <a:moveTo>
                    <a:pt x="14974" y="14269"/>
                  </a:moveTo>
                  <a:cubicBezTo>
                    <a:pt x="14974" y="14138"/>
                    <a:pt x="14974" y="14138"/>
                    <a:pt x="14974" y="14138"/>
                  </a:cubicBezTo>
                  <a:cubicBezTo>
                    <a:pt x="14974" y="14138"/>
                    <a:pt x="14974" y="14138"/>
                    <a:pt x="14974" y="14138"/>
                  </a:cubicBezTo>
                  <a:cubicBezTo>
                    <a:pt x="15065" y="14269"/>
                    <a:pt x="15065" y="14269"/>
                    <a:pt x="15065" y="14269"/>
                  </a:cubicBezTo>
                  <a:cubicBezTo>
                    <a:pt x="14974" y="14269"/>
                    <a:pt x="14974" y="14269"/>
                    <a:pt x="14974" y="14269"/>
                  </a:cubicBezTo>
                  <a:close/>
                  <a:moveTo>
                    <a:pt x="15065" y="14661"/>
                  </a:moveTo>
                  <a:cubicBezTo>
                    <a:pt x="15065" y="14530"/>
                    <a:pt x="15065" y="14530"/>
                    <a:pt x="15065" y="14530"/>
                  </a:cubicBezTo>
                  <a:cubicBezTo>
                    <a:pt x="15065" y="14399"/>
                    <a:pt x="15065" y="14399"/>
                    <a:pt x="15065" y="14399"/>
                  </a:cubicBezTo>
                  <a:cubicBezTo>
                    <a:pt x="15156" y="14399"/>
                    <a:pt x="15156" y="14399"/>
                    <a:pt x="15156" y="14399"/>
                  </a:cubicBezTo>
                  <a:cubicBezTo>
                    <a:pt x="15156" y="14530"/>
                    <a:pt x="15156" y="14530"/>
                    <a:pt x="15156" y="14530"/>
                  </a:cubicBezTo>
                  <a:cubicBezTo>
                    <a:pt x="15247" y="14530"/>
                    <a:pt x="15247" y="14530"/>
                    <a:pt x="15247" y="14530"/>
                  </a:cubicBezTo>
                  <a:cubicBezTo>
                    <a:pt x="15247" y="14661"/>
                    <a:pt x="15247" y="14661"/>
                    <a:pt x="15247" y="14661"/>
                  </a:cubicBezTo>
                  <a:cubicBezTo>
                    <a:pt x="15156" y="14661"/>
                    <a:pt x="15156" y="14661"/>
                    <a:pt x="15156" y="14661"/>
                  </a:cubicBezTo>
                  <a:cubicBezTo>
                    <a:pt x="15065" y="14661"/>
                    <a:pt x="15065" y="14661"/>
                    <a:pt x="15065" y="14661"/>
                  </a:cubicBezTo>
                  <a:close/>
                  <a:moveTo>
                    <a:pt x="14430" y="15054"/>
                  </a:moveTo>
                  <a:cubicBezTo>
                    <a:pt x="14430" y="15054"/>
                    <a:pt x="14430" y="15054"/>
                    <a:pt x="14430" y="15054"/>
                  </a:cubicBezTo>
                  <a:cubicBezTo>
                    <a:pt x="14521" y="15054"/>
                    <a:pt x="14521" y="15054"/>
                    <a:pt x="14521" y="15054"/>
                  </a:cubicBezTo>
                  <a:cubicBezTo>
                    <a:pt x="14521" y="14923"/>
                    <a:pt x="14521" y="14923"/>
                    <a:pt x="14521" y="14923"/>
                  </a:cubicBezTo>
                  <a:cubicBezTo>
                    <a:pt x="14611" y="14792"/>
                    <a:pt x="14611" y="14792"/>
                    <a:pt x="14611" y="14792"/>
                  </a:cubicBezTo>
                  <a:cubicBezTo>
                    <a:pt x="14702" y="14792"/>
                    <a:pt x="14702" y="14792"/>
                    <a:pt x="14702" y="14792"/>
                  </a:cubicBezTo>
                  <a:cubicBezTo>
                    <a:pt x="14793" y="14661"/>
                    <a:pt x="14793" y="14661"/>
                    <a:pt x="14793" y="14661"/>
                  </a:cubicBezTo>
                  <a:cubicBezTo>
                    <a:pt x="14884" y="14661"/>
                    <a:pt x="14884" y="14661"/>
                    <a:pt x="14884" y="14661"/>
                  </a:cubicBezTo>
                  <a:cubicBezTo>
                    <a:pt x="14884" y="14530"/>
                    <a:pt x="14884" y="14530"/>
                    <a:pt x="14884" y="14530"/>
                  </a:cubicBezTo>
                  <a:cubicBezTo>
                    <a:pt x="14974" y="14530"/>
                    <a:pt x="14974" y="14530"/>
                    <a:pt x="14974" y="14530"/>
                  </a:cubicBezTo>
                  <a:cubicBezTo>
                    <a:pt x="14884" y="14661"/>
                    <a:pt x="14884" y="14661"/>
                    <a:pt x="14884" y="14661"/>
                  </a:cubicBezTo>
                  <a:cubicBezTo>
                    <a:pt x="14974" y="14661"/>
                    <a:pt x="14974" y="14661"/>
                    <a:pt x="14974" y="14661"/>
                  </a:cubicBezTo>
                  <a:cubicBezTo>
                    <a:pt x="14884" y="14661"/>
                    <a:pt x="14884" y="14661"/>
                    <a:pt x="14884" y="14661"/>
                  </a:cubicBezTo>
                  <a:cubicBezTo>
                    <a:pt x="14793" y="14792"/>
                    <a:pt x="14793" y="14792"/>
                    <a:pt x="14793" y="14792"/>
                  </a:cubicBezTo>
                  <a:cubicBezTo>
                    <a:pt x="14702" y="14923"/>
                    <a:pt x="14702" y="14923"/>
                    <a:pt x="14702" y="14923"/>
                  </a:cubicBezTo>
                  <a:cubicBezTo>
                    <a:pt x="14611" y="14923"/>
                    <a:pt x="14611" y="14923"/>
                    <a:pt x="14611" y="14923"/>
                  </a:cubicBezTo>
                  <a:cubicBezTo>
                    <a:pt x="14611" y="15054"/>
                    <a:pt x="14611" y="15054"/>
                    <a:pt x="14611" y="15054"/>
                  </a:cubicBezTo>
                  <a:cubicBezTo>
                    <a:pt x="14611" y="15054"/>
                    <a:pt x="14611" y="15054"/>
                    <a:pt x="14611" y="15054"/>
                  </a:cubicBezTo>
                  <a:cubicBezTo>
                    <a:pt x="14521" y="15054"/>
                    <a:pt x="14521" y="15054"/>
                    <a:pt x="14521" y="15054"/>
                  </a:cubicBezTo>
                  <a:cubicBezTo>
                    <a:pt x="14521" y="15054"/>
                    <a:pt x="14521" y="15054"/>
                    <a:pt x="14521" y="15054"/>
                  </a:cubicBezTo>
                  <a:cubicBezTo>
                    <a:pt x="14430" y="15054"/>
                    <a:pt x="14430" y="15054"/>
                    <a:pt x="14430" y="15054"/>
                  </a:cubicBezTo>
                  <a:cubicBezTo>
                    <a:pt x="14430" y="15054"/>
                    <a:pt x="14430" y="15054"/>
                    <a:pt x="14430" y="15054"/>
                  </a:cubicBezTo>
                  <a:close/>
                  <a:moveTo>
                    <a:pt x="14430" y="14923"/>
                  </a:moveTo>
                  <a:cubicBezTo>
                    <a:pt x="14521" y="14792"/>
                    <a:pt x="14521" y="14792"/>
                    <a:pt x="14521" y="14792"/>
                  </a:cubicBezTo>
                  <a:cubicBezTo>
                    <a:pt x="14521" y="14792"/>
                    <a:pt x="14521" y="14792"/>
                    <a:pt x="14521" y="14792"/>
                  </a:cubicBezTo>
                  <a:cubicBezTo>
                    <a:pt x="14430" y="14923"/>
                    <a:pt x="14430" y="14923"/>
                    <a:pt x="14430" y="14923"/>
                  </a:cubicBezTo>
                  <a:cubicBezTo>
                    <a:pt x="14430" y="14923"/>
                    <a:pt x="14430" y="14923"/>
                    <a:pt x="14430" y="14923"/>
                  </a:cubicBezTo>
                  <a:close/>
                  <a:moveTo>
                    <a:pt x="14611" y="14661"/>
                  </a:moveTo>
                  <a:cubicBezTo>
                    <a:pt x="14702" y="14530"/>
                    <a:pt x="14702" y="14530"/>
                    <a:pt x="14702" y="14530"/>
                  </a:cubicBezTo>
                  <a:cubicBezTo>
                    <a:pt x="14702" y="14399"/>
                    <a:pt x="14702" y="14399"/>
                    <a:pt x="14702" y="14399"/>
                  </a:cubicBezTo>
                  <a:cubicBezTo>
                    <a:pt x="14793" y="14269"/>
                    <a:pt x="14793" y="14269"/>
                    <a:pt x="14793" y="14269"/>
                  </a:cubicBezTo>
                  <a:cubicBezTo>
                    <a:pt x="14793" y="14399"/>
                    <a:pt x="14793" y="14399"/>
                    <a:pt x="14793" y="14399"/>
                  </a:cubicBezTo>
                  <a:cubicBezTo>
                    <a:pt x="14793" y="14399"/>
                    <a:pt x="14793" y="14399"/>
                    <a:pt x="14793" y="14399"/>
                  </a:cubicBezTo>
                  <a:cubicBezTo>
                    <a:pt x="14793" y="14399"/>
                    <a:pt x="14793" y="14399"/>
                    <a:pt x="14793" y="14399"/>
                  </a:cubicBezTo>
                  <a:cubicBezTo>
                    <a:pt x="14702" y="14530"/>
                    <a:pt x="14702" y="14530"/>
                    <a:pt x="14702" y="14530"/>
                  </a:cubicBezTo>
                  <a:cubicBezTo>
                    <a:pt x="14702" y="14661"/>
                    <a:pt x="14702" y="14661"/>
                    <a:pt x="14702" y="14661"/>
                  </a:cubicBezTo>
                  <a:cubicBezTo>
                    <a:pt x="14611" y="14661"/>
                    <a:pt x="14611" y="14661"/>
                    <a:pt x="14611" y="14661"/>
                  </a:cubicBezTo>
                  <a:cubicBezTo>
                    <a:pt x="14611" y="14661"/>
                    <a:pt x="14611" y="14661"/>
                    <a:pt x="14611" y="14661"/>
                  </a:cubicBezTo>
                  <a:cubicBezTo>
                    <a:pt x="14611" y="14661"/>
                    <a:pt x="14611" y="14661"/>
                    <a:pt x="14611" y="14661"/>
                  </a:cubicBezTo>
                  <a:close/>
                  <a:moveTo>
                    <a:pt x="14702" y="14007"/>
                  </a:moveTo>
                  <a:cubicBezTo>
                    <a:pt x="14793" y="13876"/>
                    <a:pt x="14793" y="13876"/>
                    <a:pt x="14793" y="13876"/>
                  </a:cubicBezTo>
                  <a:cubicBezTo>
                    <a:pt x="14793" y="13876"/>
                    <a:pt x="14793" y="13876"/>
                    <a:pt x="14793" y="13876"/>
                  </a:cubicBezTo>
                  <a:cubicBezTo>
                    <a:pt x="14793" y="14007"/>
                    <a:pt x="14793" y="14007"/>
                    <a:pt x="14793" y="14007"/>
                  </a:cubicBezTo>
                  <a:cubicBezTo>
                    <a:pt x="14793" y="14007"/>
                    <a:pt x="14793" y="14007"/>
                    <a:pt x="14793" y="14007"/>
                  </a:cubicBezTo>
                  <a:cubicBezTo>
                    <a:pt x="14793" y="14007"/>
                    <a:pt x="14793" y="14007"/>
                    <a:pt x="14793" y="14007"/>
                  </a:cubicBezTo>
                  <a:cubicBezTo>
                    <a:pt x="14702" y="14007"/>
                    <a:pt x="14702" y="14007"/>
                    <a:pt x="14702" y="14007"/>
                  </a:cubicBezTo>
                  <a:close/>
                  <a:moveTo>
                    <a:pt x="9892" y="6676"/>
                  </a:moveTo>
                  <a:cubicBezTo>
                    <a:pt x="9892" y="6676"/>
                    <a:pt x="9892" y="6676"/>
                    <a:pt x="9892" y="6676"/>
                  </a:cubicBezTo>
                  <a:cubicBezTo>
                    <a:pt x="9983" y="6676"/>
                    <a:pt x="9983" y="6676"/>
                    <a:pt x="9983" y="6676"/>
                  </a:cubicBezTo>
                  <a:cubicBezTo>
                    <a:pt x="9892" y="6676"/>
                    <a:pt x="9892" y="6676"/>
                    <a:pt x="9892" y="6676"/>
                  </a:cubicBezTo>
                  <a:cubicBezTo>
                    <a:pt x="9892" y="6676"/>
                    <a:pt x="9892" y="6676"/>
                    <a:pt x="9892" y="6676"/>
                  </a:cubicBezTo>
                  <a:close/>
                  <a:moveTo>
                    <a:pt x="8258" y="8901"/>
                  </a:moveTo>
                  <a:cubicBezTo>
                    <a:pt x="8349" y="8639"/>
                    <a:pt x="8349" y="8639"/>
                    <a:pt x="8349" y="8639"/>
                  </a:cubicBezTo>
                  <a:cubicBezTo>
                    <a:pt x="8349" y="8639"/>
                    <a:pt x="8349" y="8639"/>
                    <a:pt x="8349" y="8639"/>
                  </a:cubicBezTo>
                  <a:cubicBezTo>
                    <a:pt x="8258" y="8509"/>
                    <a:pt x="8258" y="8509"/>
                    <a:pt x="8258" y="8509"/>
                  </a:cubicBezTo>
                  <a:cubicBezTo>
                    <a:pt x="8258" y="8378"/>
                    <a:pt x="8258" y="8378"/>
                    <a:pt x="8258" y="8378"/>
                  </a:cubicBezTo>
                  <a:cubicBezTo>
                    <a:pt x="8258" y="8247"/>
                    <a:pt x="8258" y="8247"/>
                    <a:pt x="8258" y="8247"/>
                  </a:cubicBezTo>
                  <a:cubicBezTo>
                    <a:pt x="8168" y="8116"/>
                    <a:pt x="8168" y="8116"/>
                    <a:pt x="8168" y="8116"/>
                  </a:cubicBezTo>
                  <a:cubicBezTo>
                    <a:pt x="8077" y="8116"/>
                    <a:pt x="8077" y="8116"/>
                    <a:pt x="8077" y="8116"/>
                  </a:cubicBezTo>
                  <a:cubicBezTo>
                    <a:pt x="7986" y="8247"/>
                    <a:pt x="7986" y="8247"/>
                    <a:pt x="7986" y="8247"/>
                  </a:cubicBezTo>
                  <a:cubicBezTo>
                    <a:pt x="7895" y="8247"/>
                    <a:pt x="7895" y="8247"/>
                    <a:pt x="7895" y="8247"/>
                  </a:cubicBezTo>
                  <a:cubicBezTo>
                    <a:pt x="7805" y="8116"/>
                    <a:pt x="7805" y="8116"/>
                    <a:pt x="7805" y="8116"/>
                  </a:cubicBezTo>
                  <a:cubicBezTo>
                    <a:pt x="7805" y="7985"/>
                    <a:pt x="7805" y="7985"/>
                    <a:pt x="7805" y="7985"/>
                  </a:cubicBezTo>
                  <a:cubicBezTo>
                    <a:pt x="7986" y="7723"/>
                    <a:pt x="7986" y="7723"/>
                    <a:pt x="7986" y="7723"/>
                  </a:cubicBezTo>
                  <a:cubicBezTo>
                    <a:pt x="8077" y="7461"/>
                    <a:pt x="8077" y="7461"/>
                    <a:pt x="8077" y="7461"/>
                  </a:cubicBezTo>
                  <a:cubicBezTo>
                    <a:pt x="8168" y="7461"/>
                    <a:pt x="8168" y="7461"/>
                    <a:pt x="8168" y="7461"/>
                  </a:cubicBezTo>
                  <a:cubicBezTo>
                    <a:pt x="8168" y="7723"/>
                    <a:pt x="8168" y="7723"/>
                    <a:pt x="8168" y="7723"/>
                  </a:cubicBezTo>
                  <a:cubicBezTo>
                    <a:pt x="8077" y="7854"/>
                    <a:pt x="8077" y="7854"/>
                    <a:pt x="8077" y="7854"/>
                  </a:cubicBezTo>
                  <a:cubicBezTo>
                    <a:pt x="8168" y="7854"/>
                    <a:pt x="8168" y="7854"/>
                    <a:pt x="8168" y="7854"/>
                  </a:cubicBezTo>
                  <a:cubicBezTo>
                    <a:pt x="8168" y="7854"/>
                    <a:pt x="8168" y="7854"/>
                    <a:pt x="8168" y="7854"/>
                  </a:cubicBezTo>
                  <a:cubicBezTo>
                    <a:pt x="8258" y="7985"/>
                    <a:pt x="8258" y="7985"/>
                    <a:pt x="8258" y="7985"/>
                  </a:cubicBezTo>
                  <a:cubicBezTo>
                    <a:pt x="8349" y="7854"/>
                    <a:pt x="8349" y="7854"/>
                    <a:pt x="8349" y="7854"/>
                  </a:cubicBezTo>
                  <a:cubicBezTo>
                    <a:pt x="8531" y="7854"/>
                    <a:pt x="8531" y="7854"/>
                    <a:pt x="8531" y="7854"/>
                  </a:cubicBezTo>
                  <a:cubicBezTo>
                    <a:pt x="8531" y="7985"/>
                    <a:pt x="8531" y="7985"/>
                    <a:pt x="8531" y="7985"/>
                  </a:cubicBezTo>
                  <a:cubicBezTo>
                    <a:pt x="8531" y="8116"/>
                    <a:pt x="8531" y="8116"/>
                    <a:pt x="8531" y="8116"/>
                  </a:cubicBezTo>
                  <a:cubicBezTo>
                    <a:pt x="8531" y="8116"/>
                    <a:pt x="8531" y="8116"/>
                    <a:pt x="8531" y="8116"/>
                  </a:cubicBezTo>
                  <a:cubicBezTo>
                    <a:pt x="8531" y="8247"/>
                    <a:pt x="8531" y="8247"/>
                    <a:pt x="8531" y="8247"/>
                  </a:cubicBezTo>
                  <a:cubicBezTo>
                    <a:pt x="8621" y="8378"/>
                    <a:pt x="8621" y="8378"/>
                    <a:pt x="8621" y="8378"/>
                  </a:cubicBezTo>
                  <a:cubicBezTo>
                    <a:pt x="8621" y="8378"/>
                    <a:pt x="8621" y="8378"/>
                    <a:pt x="8621" y="8378"/>
                  </a:cubicBezTo>
                  <a:cubicBezTo>
                    <a:pt x="8803" y="8639"/>
                    <a:pt x="8803" y="8639"/>
                    <a:pt x="8803" y="8639"/>
                  </a:cubicBezTo>
                  <a:cubicBezTo>
                    <a:pt x="8803" y="8770"/>
                    <a:pt x="8803" y="8770"/>
                    <a:pt x="8803" y="8770"/>
                  </a:cubicBezTo>
                  <a:cubicBezTo>
                    <a:pt x="8712" y="8770"/>
                    <a:pt x="8712" y="8770"/>
                    <a:pt x="8712" y="8770"/>
                  </a:cubicBezTo>
                  <a:cubicBezTo>
                    <a:pt x="8621" y="8639"/>
                    <a:pt x="8621" y="8639"/>
                    <a:pt x="8621" y="8639"/>
                  </a:cubicBezTo>
                  <a:cubicBezTo>
                    <a:pt x="8621" y="8639"/>
                    <a:pt x="8621" y="8639"/>
                    <a:pt x="8621" y="8639"/>
                  </a:cubicBezTo>
                  <a:cubicBezTo>
                    <a:pt x="8531" y="8770"/>
                    <a:pt x="8531" y="8770"/>
                    <a:pt x="8531" y="8770"/>
                  </a:cubicBezTo>
                  <a:cubicBezTo>
                    <a:pt x="8440" y="8770"/>
                    <a:pt x="8440" y="8770"/>
                    <a:pt x="8440" y="8770"/>
                  </a:cubicBezTo>
                  <a:cubicBezTo>
                    <a:pt x="8349" y="8901"/>
                    <a:pt x="8349" y="8901"/>
                    <a:pt x="8349" y="8901"/>
                  </a:cubicBezTo>
                  <a:cubicBezTo>
                    <a:pt x="8258" y="8901"/>
                    <a:pt x="8258" y="8901"/>
                    <a:pt x="8258" y="8901"/>
                  </a:cubicBezTo>
                  <a:close/>
                  <a:moveTo>
                    <a:pt x="7805" y="12436"/>
                  </a:moveTo>
                  <a:cubicBezTo>
                    <a:pt x="7895" y="12436"/>
                    <a:pt x="7895" y="12436"/>
                    <a:pt x="7895" y="12436"/>
                  </a:cubicBezTo>
                  <a:cubicBezTo>
                    <a:pt x="7986" y="12436"/>
                    <a:pt x="7986" y="12436"/>
                    <a:pt x="7986" y="12436"/>
                  </a:cubicBezTo>
                  <a:cubicBezTo>
                    <a:pt x="8077" y="12436"/>
                    <a:pt x="8077" y="12436"/>
                    <a:pt x="8077" y="12436"/>
                  </a:cubicBezTo>
                  <a:cubicBezTo>
                    <a:pt x="8077" y="12436"/>
                    <a:pt x="8077" y="12436"/>
                    <a:pt x="8077" y="12436"/>
                  </a:cubicBezTo>
                  <a:cubicBezTo>
                    <a:pt x="8168" y="12305"/>
                    <a:pt x="8168" y="12305"/>
                    <a:pt x="8168" y="12305"/>
                  </a:cubicBezTo>
                  <a:cubicBezTo>
                    <a:pt x="8258" y="12305"/>
                    <a:pt x="8258" y="12305"/>
                    <a:pt x="8258" y="12305"/>
                  </a:cubicBezTo>
                  <a:cubicBezTo>
                    <a:pt x="8258" y="12436"/>
                    <a:pt x="8258" y="12436"/>
                    <a:pt x="8258" y="12436"/>
                  </a:cubicBezTo>
                  <a:cubicBezTo>
                    <a:pt x="8349" y="12436"/>
                    <a:pt x="8349" y="12436"/>
                    <a:pt x="8349" y="12436"/>
                  </a:cubicBezTo>
                  <a:cubicBezTo>
                    <a:pt x="8440" y="12567"/>
                    <a:pt x="8440" y="12567"/>
                    <a:pt x="8440" y="12567"/>
                  </a:cubicBezTo>
                  <a:cubicBezTo>
                    <a:pt x="8349" y="12698"/>
                    <a:pt x="8349" y="12698"/>
                    <a:pt x="8349" y="12698"/>
                  </a:cubicBezTo>
                  <a:cubicBezTo>
                    <a:pt x="8258" y="12829"/>
                    <a:pt x="8258" y="12829"/>
                    <a:pt x="8258" y="12829"/>
                  </a:cubicBezTo>
                  <a:cubicBezTo>
                    <a:pt x="8168" y="12829"/>
                    <a:pt x="8168" y="12829"/>
                    <a:pt x="8168" y="12829"/>
                  </a:cubicBezTo>
                  <a:cubicBezTo>
                    <a:pt x="8077" y="12829"/>
                    <a:pt x="8077" y="12829"/>
                    <a:pt x="8077" y="12829"/>
                  </a:cubicBezTo>
                  <a:cubicBezTo>
                    <a:pt x="8077" y="12829"/>
                    <a:pt x="8077" y="12829"/>
                    <a:pt x="8077" y="12829"/>
                  </a:cubicBezTo>
                  <a:cubicBezTo>
                    <a:pt x="7986" y="12829"/>
                    <a:pt x="7986" y="12829"/>
                    <a:pt x="7986" y="12829"/>
                  </a:cubicBezTo>
                  <a:cubicBezTo>
                    <a:pt x="7895" y="12829"/>
                    <a:pt x="7895" y="12829"/>
                    <a:pt x="7895" y="12829"/>
                  </a:cubicBezTo>
                  <a:cubicBezTo>
                    <a:pt x="7805" y="12567"/>
                    <a:pt x="7805" y="12567"/>
                    <a:pt x="7805" y="12567"/>
                  </a:cubicBezTo>
                  <a:cubicBezTo>
                    <a:pt x="7805" y="12436"/>
                    <a:pt x="7805" y="12436"/>
                    <a:pt x="7805" y="12436"/>
                  </a:cubicBezTo>
                  <a:close/>
                  <a:moveTo>
                    <a:pt x="13068" y="14007"/>
                  </a:moveTo>
                  <a:cubicBezTo>
                    <a:pt x="13250" y="13876"/>
                    <a:pt x="13250" y="13876"/>
                    <a:pt x="13250" y="13876"/>
                  </a:cubicBezTo>
                  <a:cubicBezTo>
                    <a:pt x="13250" y="13876"/>
                    <a:pt x="13250" y="13876"/>
                    <a:pt x="13250" y="13876"/>
                  </a:cubicBezTo>
                  <a:cubicBezTo>
                    <a:pt x="13250" y="13876"/>
                    <a:pt x="13250" y="13876"/>
                    <a:pt x="13250" y="13876"/>
                  </a:cubicBezTo>
                  <a:cubicBezTo>
                    <a:pt x="13159" y="14007"/>
                    <a:pt x="13159" y="14007"/>
                    <a:pt x="13159" y="14007"/>
                  </a:cubicBezTo>
                  <a:cubicBezTo>
                    <a:pt x="13068" y="14007"/>
                    <a:pt x="13068" y="14007"/>
                    <a:pt x="13068" y="14007"/>
                  </a:cubicBezTo>
                  <a:close/>
                  <a:moveTo>
                    <a:pt x="12252" y="14792"/>
                  </a:moveTo>
                  <a:cubicBezTo>
                    <a:pt x="12342" y="14792"/>
                    <a:pt x="12342" y="14792"/>
                    <a:pt x="12342" y="14792"/>
                  </a:cubicBezTo>
                  <a:cubicBezTo>
                    <a:pt x="12342" y="14792"/>
                    <a:pt x="12342" y="14792"/>
                    <a:pt x="12342" y="14792"/>
                  </a:cubicBezTo>
                  <a:cubicBezTo>
                    <a:pt x="12342" y="14792"/>
                    <a:pt x="12342" y="14792"/>
                    <a:pt x="12342" y="14792"/>
                  </a:cubicBezTo>
                  <a:cubicBezTo>
                    <a:pt x="12252" y="14792"/>
                    <a:pt x="12252" y="14792"/>
                    <a:pt x="12252" y="14792"/>
                  </a:cubicBezTo>
                  <a:close/>
                  <a:moveTo>
                    <a:pt x="12252" y="15709"/>
                  </a:moveTo>
                  <a:cubicBezTo>
                    <a:pt x="12342" y="15578"/>
                    <a:pt x="12342" y="15578"/>
                    <a:pt x="12342" y="15578"/>
                  </a:cubicBezTo>
                  <a:cubicBezTo>
                    <a:pt x="12342" y="15709"/>
                    <a:pt x="12342" y="15709"/>
                    <a:pt x="12342" y="15709"/>
                  </a:cubicBezTo>
                  <a:cubicBezTo>
                    <a:pt x="12342" y="15709"/>
                    <a:pt x="12342" y="15709"/>
                    <a:pt x="12342" y="15709"/>
                  </a:cubicBezTo>
                  <a:cubicBezTo>
                    <a:pt x="12252" y="15840"/>
                    <a:pt x="12252" y="15840"/>
                    <a:pt x="12252" y="15840"/>
                  </a:cubicBezTo>
                  <a:cubicBezTo>
                    <a:pt x="12252" y="15709"/>
                    <a:pt x="12252" y="15709"/>
                    <a:pt x="12252" y="15709"/>
                  </a:cubicBezTo>
                  <a:cubicBezTo>
                    <a:pt x="12252" y="15709"/>
                    <a:pt x="12252" y="15709"/>
                    <a:pt x="12252" y="15709"/>
                  </a:cubicBezTo>
                  <a:close/>
                  <a:moveTo>
                    <a:pt x="11979" y="16101"/>
                  </a:moveTo>
                  <a:cubicBezTo>
                    <a:pt x="11889" y="16101"/>
                    <a:pt x="11889" y="16101"/>
                    <a:pt x="11889" y="16101"/>
                  </a:cubicBezTo>
                  <a:cubicBezTo>
                    <a:pt x="11979" y="16101"/>
                    <a:pt x="11979" y="16101"/>
                    <a:pt x="11979" y="16101"/>
                  </a:cubicBezTo>
                  <a:cubicBezTo>
                    <a:pt x="11979" y="16101"/>
                    <a:pt x="11979" y="16101"/>
                    <a:pt x="11979" y="16101"/>
                  </a:cubicBezTo>
                  <a:cubicBezTo>
                    <a:pt x="12070" y="16101"/>
                    <a:pt x="12070" y="16101"/>
                    <a:pt x="12070" y="16101"/>
                  </a:cubicBezTo>
                  <a:cubicBezTo>
                    <a:pt x="12070" y="16101"/>
                    <a:pt x="12070" y="16101"/>
                    <a:pt x="12070" y="16101"/>
                  </a:cubicBezTo>
                  <a:cubicBezTo>
                    <a:pt x="12161" y="15970"/>
                    <a:pt x="12161" y="15970"/>
                    <a:pt x="12161" y="15970"/>
                  </a:cubicBezTo>
                  <a:cubicBezTo>
                    <a:pt x="12070" y="15970"/>
                    <a:pt x="12070" y="15970"/>
                    <a:pt x="12070" y="15970"/>
                  </a:cubicBezTo>
                  <a:cubicBezTo>
                    <a:pt x="12161" y="15840"/>
                    <a:pt x="12161" y="15840"/>
                    <a:pt x="12161" y="15840"/>
                  </a:cubicBezTo>
                  <a:cubicBezTo>
                    <a:pt x="12252" y="15840"/>
                    <a:pt x="12252" y="15840"/>
                    <a:pt x="12252" y="15840"/>
                  </a:cubicBezTo>
                  <a:cubicBezTo>
                    <a:pt x="12252" y="15840"/>
                    <a:pt x="12252" y="15840"/>
                    <a:pt x="12252" y="15840"/>
                  </a:cubicBezTo>
                  <a:cubicBezTo>
                    <a:pt x="12252" y="15970"/>
                    <a:pt x="12252" y="15970"/>
                    <a:pt x="12252" y="15970"/>
                  </a:cubicBezTo>
                  <a:cubicBezTo>
                    <a:pt x="12252" y="15970"/>
                    <a:pt x="12252" y="15970"/>
                    <a:pt x="12252" y="15970"/>
                  </a:cubicBezTo>
                  <a:cubicBezTo>
                    <a:pt x="12252" y="15970"/>
                    <a:pt x="12252" y="15970"/>
                    <a:pt x="12252" y="15970"/>
                  </a:cubicBezTo>
                  <a:cubicBezTo>
                    <a:pt x="12342" y="15840"/>
                    <a:pt x="12342" y="15840"/>
                    <a:pt x="12342" y="15840"/>
                  </a:cubicBezTo>
                  <a:cubicBezTo>
                    <a:pt x="12342" y="15970"/>
                    <a:pt x="12342" y="15970"/>
                    <a:pt x="12342" y="15970"/>
                  </a:cubicBezTo>
                  <a:cubicBezTo>
                    <a:pt x="12342" y="15970"/>
                    <a:pt x="12342" y="15970"/>
                    <a:pt x="12342" y="15970"/>
                  </a:cubicBezTo>
                  <a:cubicBezTo>
                    <a:pt x="12342" y="16101"/>
                    <a:pt x="12342" y="16101"/>
                    <a:pt x="12342" y="16101"/>
                  </a:cubicBezTo>
                  <a:cubicBezTo>
                    <a:pt x="12342" y="16101"/>
                    <a:pt x="12342" y="16101"/>
                    <a:pt x="12342" y="16101"/>
                  </a:cubicBezTo>
                  <a:cubicBezTo>
                    <a:pt x="12342" y="16232"/>
                    <a:pt x="12342" y="16232"/>
                    <a:pt x="12342" y="16232"/>
                  </a:cubicBezTo>
                  <a:cubicBezTo>
                    <a:pt x="12342" y="16232"/>
                    <a:pt x="12342" y="16232"/>
                    <a:pt x="12342" y="16232"/>
                  </a:cubicBezTo>
                  <a:cubicBezTo>
                    <a:pt x="12252" y="16101"/>
                    <a:pt x="12252" y="16101"/>
                    <a:pt x="12252" y="16101"/>
                  </a:cubicBezTo>
                  <a:cubicBezTo>
                    <a:pt x="12252" y="16232"/>
                    <a:pt x="12252" y="16232"/>
                    <a:pt x="12252" y="16232"/>
                  </a:cubicBezTo>
                  <a:cubicBezTo>
                    <a:pt x="12161" y="16232"/>
                    <a:pt x="12161" y="16232"/>
                    <a:pt x="12161" y="16232"/>
                  </a:cubicBezTo>
                  <a:cubicBezTo>
                    <a:pt x="12161" y="16232"/>
                    <a:pt x="12161" y="16232"/>
                    <a:pt x="12161" y="16232"/>
                  </a:cubicBezTo>
                  <a:cubicBezTo>
                    <a:pt x="12070" y="16232"/>
                    <a:pt x="12070" y="16232"/>
                    <a:pt x="12070" y="16232"/>
                  </a:cubicBezTo>
                  <a:cubicBezTo>
                    <a:pt x="11979" y="16232"/>
                    <a:pt x="11979" y="16232"/>
                    <a:pt x="11979" y="16232"/>
                  </a:cubicBezTo>
                  <a:cubicBezTo>
                    <a:pt x="11979" y="16101"/>
                    <a:pt x="11979" y="16101"/>
                    <a:pt x="11979" y="16101"/>
                  </a:cubicBezTo>
                  <a:close/>
                  <a:moveTo>
                    <a:pt x="11072" y="17279"/>
                  </a:moveTo>
                  <a:cubicBezTo>
                    <a:pt x="11072" y="17279"/>
                    <a:pt x="11072" y="17279"/>
                    <a:pt x="11072" y="17279"/>
                  </a:cubicBezTo>
                  <a:cubicBezTo>
                    <a:pt x="11072" y="17279"/>
                    <a:pt x="11072" y="17279"/>
                    <a:pt x="11072" y="17279"/>
                  </a:cubicBezTo>
                  <a:cubicBezTo>
                    <a:pt x="10981" y="17279"/>
                    <a:pt x="10981" y="17279"/>
                    <a:pt x="10981" y="17279"/>
                  </a:cubicBezTo>
                  <a:cubicBezTo>
                    <a:pt x="10981" y="17149"/>
                    <a:pt x="10981" y="17149"/>
                    <a:pt x="10981" y="17149"/>
                  </a:cubicBezTo>
                  <a:cubicBezTo>
                    <a:pt x="10981" y="17149"/>
                    <a:pt x="10981" y="17149"/>
                    <a:pt x="10981" y="17149"/>
                  </a:cubicBezTo>
                  <a:cubicBezTo>
                    <a:pt x="11072" y="17018"/>
                    <a:pt x="11072" y="17018"/>
                    <a:pt x="11072" y="17018"/>
                  </a:cubicBezTo>
                  <a:cubicBezTo>
                    <a:pt x="10981" y="16887"/>
                    <a:pt x="10981" y="16887"/>
                    <a:pt x="10981" y="16887"/>
                  </a:cubicBezTo>
                  <a:cubicBezTo>
                    <a:pt x="10981" y="16887"/>
                    <a:pt x="10981" y="16887"/>
                    <a:pt x="10981" y="16887"/>
                  </a:cubicBezTo>
                  <a:cubicBezTo>
                    <a:pt x="10981" y="16756"/>
                    <a:pt x="10981" y="16756"/>
                    <a:pt x="10981" y="16756"/>
                  </a:cubicBezTo>
                  <a:cubicBezTo>
                    <a:pt x="11163" y="16625"/>
                    <a:pt x="11163" y="16625"/>
                    <a:pt x="11163" y="16625"/>
                  </a:cubicBezTo>
                  <a:cubicBezTo>
                    <a:pt x="11344" y="16494"/>
                    <a:pt x="11344" y="16494"/>
                    <a:pt x="11344" y="16494"/>
                  </a:cubicBezTo>
                  <a:cubicBezTo>
                    <a:pt x="11435" y="16494"/>
                    <a:pt x="11435" y="16494"/>
                    <a:pt x="11435" y="16494"/>
                  </a:cubicBezTo>
                  <a:cubicBezTo>
                    <a:pt x="11435" y="16494"/>
                    <a:pt x="11435" y="16494"/>
                    <a:pt x="11435" y="16494"/>
                  </a:cubicBezTo>
                  <a:cubicBezTo>
                    <a:pt x="11435" y="16756"/>
                    <a:pt x="11435" y="16756"/>
                    <a:pt x="11435" y="16756"/>
                  </a:cubicBezTo>
                  <a:cubicBezTo>
                    <a:pt x="11435" y="16756"/>
                    <a:pt x="11435" y="16756"/>
                    <a:pt x="11435" y="16756"/>
                  </a:cubicBezTo>
                  <a:cubicBezTo>
                    <a:pt x="11526" y="16625"/>
                    <a:pt x="11526" y="16625"/>
                    <a:pt x="11526" y="16625"/>
                  </a:cubicBezTo>
                  <a:cubicBezTo>
                    <a:pt x="11526" y="16625"/>
                    <a:pt x="11526" y="16625"/>
                    <a:pt x="11526" y="16625"/>
                  </a:cubicBezTo>
                  <a:cubicBezTo>
                    <a:pt x="11526" y="16494"/>
                    <a:pt x="11526" y="16494"/>
                    <a:pt x="11526" y="16494"/>
                  </a:cubicBezTo>
                  <a:cubicBezTo>
                    <a:pt x="11616" y="16625"/>
                    <a:pt x="11616" y="16625"/>
                    <a:pt x="11616" y="16625"/>
                  </a:cubicBezTo>
                  <a:cubicBezTo>
                    <a:pt x="11616" y="16494"/>
                    <a:pt x="11616" y="16494"/>
                    <a:pt x="11616" y="16494"/>
                  </a:cubicBezTo>
                  <a:cubicBezTo>
                    <a:pt x="11526" y="16494"/>
                    <a:pt x="11526" y="16494"/>
                    <a:pt x="11526" y="16494"/>
                  </a:cubicBezTo>
                  <a:cubicBezTo>
                    <a:pt x="11526" y="16363"/>
                    <a:pt x="11526" y="16363"/>
                    <a:pt x="11526" y="16363"/>
                  </a:cubicBezTo>
                  <a:cubicBezTo>
                    <a:pt x="11616" y="16363"/>
                    <a:pt x="11616" y="16363"/>
                    <a:pt x="11616" y="16363"/>
                  </a:cubicBezTo>
                  <a:cubicBezTo>
                    <a:pt x="11616" y="16232"/>
                    <a:pt x="11616" y="16232"/>
                    <a:pt x="11616" y="16232"/>
                  </a:cubicBezTo>
                  <a:cubicBezTo>
                    <a:pt x="11707" y="16363"/>
                    <a:pt x="11707" y="16363"/>
                    <a:pt x="11707" y="16363"/>
                  </a:cubicBezTo>
                  <a:cubicBezTo>
                    <a:pt x="11707" y="16494"/>
                    <a:pt x="11707" y="16494"/>
                    <a:pt x="11707" y="16494"/>
                  </a:cubicBezTo>
                  <a:cubicBezTo>
                    <a:pt x="11707" y="16494"/>
                    <a:pt x="11707" y="16494"/>
                    <a:pt x="11707" y="16494"/>
                  </a:cubicBezTo>
                  <a:cubicBezTo>
                    <a:pt x="11707" y="16625"/>
                    <a:pt x="11707" y="16625"/>
                    <a:pt x="11707" y="16625"/>
                  </a:cubicBezTo>
                  <a:cubicBezTo>
                    <a:pt x="11707" y="16494"/>
                    <a:pt x="11707" y="16494"/>
                    <a:pt x="11707" y="16494"/>
                  </a:cubicBezTo>
                  <a:cubicBezTo>
                    <a:pt x="11707" y="16494"/>
                    <a:pt x="11707" y="16494"/>
                    <a:pt x="11707" y="16494"/>
                  </a:cubicBezTo>
                  <a:cubicBezTo>
                    <a:pt x="11798" y="16494"/>
                    <a:pt x="11798" y="16494"/>
                    <a:pt x="11798" y="16494"/>
                  </a:cubicBezTo>
                  <a:cubicBezTo>
                    <a:pt x="11798" y="16494"/>
                    <a:pt x="11798" y="16494"/>
                    <a:pt x="11798" y="16494"/>
                  </a:cubicBezTo>
                  <a:cubicBezTo>
                    <a:pt x="11798" y="16363"/>
                    <a:pt x="11798" y="16363"/>
                    <a:pt x="11798" y="16363"/>
                  </a:cubicBezTo>
                  <a:cubicBezTo>
                    <a:pt x="11798" y="16363"/>
                    <a:pt x="11798" y="16363"/>
                    <a:pt x="11798" y="16363"/>
                  </a:cubicBezTo>
                  <a:cubicBezTo>
                    <a:pt x="11889" y="16232"/>
                    <a:pt x="11889" y="16232"/>
                    <a:pt x="11889" y="16232"/>
                  </a:cubicBezTo>
                  <a:cubicBezTo>
                    <a:pt x="11889" y="16363"/>
                    <a:pt x="11889" y="16363"/>
                    <a:pt x="11889" y="16363"/>
                  </a:cubicBezTo>
                  <a:cubicBezTo>
                    <a:pt x="11889" y="16363"/>
                    <a:pt x="11889" y="16363"/>
                    <a:pt x="11889" y="16363"/>
                  </a:cubicBezTo>
                  <a:cubicBezTo>
                    <a:pt x="11889" y="16494"/>
                    <a:pt x="11889" y="16494"/>
                    <a:pt x="11889" y="16494"/>
                  </a:cubicBezTo>
                  <a:cubicBezTo>
                    <a:pt x="11889" y="16494"/>
                    <a:pt x="11889" y="16494"/>
                    <a:pt x="11889" y="16494"/>
                  </a:cubicBezTo>
                  <a:cubicBezTo>
                    <a:pt x="11889" y="16494"/>
                    <a:pt x="11889" y="16494"/>
                    <a:pt x="11889" y="16494"/>
                  </a:cubicBezTo>
                  <a:cubicBezTo>
                    <a:pt x="11979" y="16363"/>
                    <a:pt x="11979" y="16363"/>
                    <a:pt x="11979" y="16363"/>
                  </a:cubicBezTo>
                  <a:cubicBezTo>
                    <a:pt x="12070" y="16363"/>
                    <a:pt x="12070" y="16363"/>
                    <a:pt x="12070" y="16363"/>
                  </a:cubicBezTo>
                  <a:cubicBezTo>
                    <a:pt x="12161" y="16363"/>
                    <a:pt x="12161" y="16363"/>
                    <a:pt x="12161" y="16363"/>
                  </a:cubicBezTo>
                  <a:cubicBezTo>
                    <a:pt x="12161" y="16494"/>
                    <a:pt x="12161" y="16494"/>
                    <a:pt x="12161" y="16494"/>
                  </a:cubicBezTo>
                  <a:cubicBezTo>
                    <a:pt x="12070" y="16494"/>
                    <a:pt x="12070" y="16494"/>
                    <a:pt x="12070" y="16494"/>
                  </a:cubicBezTo>
                  <a:cubicBezTo>
                    <a:pt x="11979" y="16494"/>
                    <a:pt x="11979" y="16494"/>
                    <a:pt x="11979" y="16494"/>
                  </a:cubicBezTo>
                  <a:cubicBezTo>
                    <a:pt x="11979" y="16625"/>
                    <a:pt x="11979" y="16625"/>
                    <a:pt x="11979" y="16625"/>
                  </a:cubicBezTo>
                  <a:cubicBezTo>
                    <a:pt x="12070" y="16625"/>
                    <a:pt x="12070" y="16625"/>
                    <a:pt x="12070" y="16625"/>
                  </a:cubicBezTo>
                  <a:cubicBezTo>
                    <a:pt x="12070" y="16756"/>
                    <a:pt x="12070" y="16756"/>
                    <a:pt x="12070" y="16756"/>
                  </a:cubicBezTo>
                  <a:cubicBezTo>
                    <a:pt x="11979" y="16756"/>
                    <a:pt x="11979" y="16756"/>
                    <a:pt x="11979" y="16756"/>
                  </a:cubicBezTo>
                  <a:cubicBezTo>
                    <a:pt x="11979" y="16756"/>
                    <a:pt x="11979" y="16756"/>
                    <a:pt x="11979" y="16756"/>
                  </a:cubicBezTo>
                  <a:cubicBezTo>
                    <a:pt x="11979" y="16756"/>
                    <a:pt x="11979" y="16756"/>
                    <a:pt x="11979" y="16756"/>
                  </a:cubicBezTo>
                  <a:cubicBezTo>
                    <a:pt x="11889" y="16756"/>
                    <a:pt x="11889" y="16756"/>
                    <a:pt x="11889" y="16756"/>
                  </a:cubicBezTo>
                  <a:cubicBezTo>
                    <a:pt x="11798" y="16756"/>
                    <a:pt x="11798" y="16756"/>
                    <a:pt x="11798" y="16756"/>
                  </a:cubicBezTo>
                  <a:cubicBezTo>
                    <a:pt x="11798" y="16756"/>
                    <a:pt x="11798" y="16756"/>
                    <a:pt x="11798" y="16756"/>
                  </a:cubicBezTo>
                  <a:cubicBezTo>
                    <a:pt x="11707" y="16756"/>
                    <a:pt x="11707" y="16756"/>
                    <a:pt x="11707" y="16756"/>
                  </a:cubicBezTo>
                  <a:cubicBezTo>
                    <a:pt x="11798" y="16887"/>
                    <a:pt x="11798" y="16887"/>
                    <a:pt x="11798" y="16887"/>
                  </a:cubicBezTo>
                  <a:cubicBezTo>
                    <a:pt x="11889" y="16887"/>
                    <a:pt x="11889" y="16887"/>
                    <a:pt x="11889" y="16887"/>
                  </a:cubicBezTo>
                  <a:cubicBezTo>
                    <a:pt x="11798" y="17018"/>
                    <a:pt x="11798" y="17018"/>
                    <a:pt x="11798" y="17018"/>
                  </a:cubicBezTo>
                  <a:cubicBezTo>
                    <a:pt x="11707" y="17018"/>
                    <a:pt x="11707" y="17018"/>
                    <a:pt x="11707" y="17018"/>
                  </a:cubicBezTo>
                  <a:cubicBezTo>
                    <a:pt x="11707" y="16887"/>
                    <a:pt x="11707" y="16887"/>
                    <a:pt x="11707" y="16887"/>
                  </a:cubicBezTo>
                  <a:cubicBezTo>
                    <a:pt x="11616" y="16887"/>
                    <a:pt x="11616" y="16887"/>
                    <a:pt x="11616" y="16887"/>
                  </a:cubicBezTo>
                  <a:cubicBezTo>
                    <a:pt x="11526" y="16887"/>
                    <a:pt x="11526" y="16887"/>
                    <a:pt x="11526" y="16887"/>
                  </a:cubicBezTo>
                  <a:cubicBezTo>
                    <a:pt x="11616" y="17018"/>
                    <a:pt x="11616" y="17018"/>
                    <a:pt x="11616" y="17018"/>
                  </a:cubicBezTo>
                  <a:cubicBezTo>
                    <a:pt x="11616" y="17018"/>
                    <a:pt x="11616" y="17018"/>
                    <a:pt x="11616" y="17018"/>
                  </a:cubicBezTo>
                  <a:cubicBezTo>
                    <a:pt x="11616" y="17149"/>
                    <a:pt x="11616" y="17149"/>
                    <a:pt x="11616" y="17149"/>
                  </a:cubicBezTo>
                  <a:cubicBezTo>
                    <a:pt x="11526" y="17018"/>
                    <a:pt x="11526" y="17018"/>
                    <a:pt x="11526" y="17018"/>
                  </a:cubicBezTo>
                  <a:cubicBezTo>
                    <a:pt x="11435" y="17149"/>
                    <a:pt x="11435" y="17149"/>
                    <a:pt x="11435" y="17149"/>
                  </a:cubicBezTo>
                  <a:cubicBezTo>
                    <a:pt x="11435" y="17149"/>
                    <a:pt x="11435" y="17149"/>
                    <a:pt x="11435" y="17149"/>
                  </a:cubicBezTo>
                  <a:cubicBezTo>
                    <a:pt x="11344" y="17149"/>
                    <a:pt x="11344" y="17149"/>
                    <a:pt x="11344" y="17149"/>
                  </a:cubicBezTo>
                  <a:cubicBezTo>
                    <a:pt x="11344" y="17149"/>
                    <a:pt x="11344" y="17149"/>
                    <a:pt x="11344" y="17149"/>
                  </a:cubicBezTo>
                  <a:cubicBezTo>
                    <a:pt x="11344" y="17279"/>
                    <a:pt x="11344" y="17279"/>
                    <a:pt x="11344" y="17279"/>
                  </a:cubicBezTo>
                  <a:cubicBezTo>
                    <a:pt x="11344" y="17279"/>
                    <a:pt x="11344" y="17279"/>
                    <a:pt x="11344" y="17279"/>
                  </a:cubicBezTo>
                  <a:cubicBezTo>
                    <a:pt x="11253" y="17410"/>
                    <a:pt x="11253" y="17410"/>
                    <a:pt x="11253" y="17410"/>
                  </a:cubicBezTo>
                  <a:cubicBezTo>
                    <a:pt x="11253" y="17410"/>
                    <a:pt x="11253" y="17410"/>
                    <a:pt x="11253" y="17410"/>
                  </a:cubicBezTo>
                  <a:cubicBezTo>
                    <a:pt x="11163" y="17541"/>
                    <a:pt x="11163" y="17541"/>
                    <a:pt x="11163" y="17541"/>
                  </a:cubicBezTo>
                  <a:cubicBezTo>
                    <a:pt x="11163" y="17541"/>
                    <a:pt x="11163" y="17541"/>
                    <a:pt x="11163" y="17541"/>
                  </a:cubicBezTo>
                  <a:cubicBezTo>
                    <a:pt x="11072" y="17541"/>
                    <a:pt x="11072" y="17541"/>
                    <a:pt x="11072" y="17541"/>
                  </a:cubicBezTo>
                  <a:cubicBezTo>
                    <a:pt x="11072" y="17410"/>
                    <a:pt x="11072" y="17410"/>
                    <a:pt x="11072" y="17410"/>
                  </a:cubicBezTo>
                  <a:cubicBezTo>
                    <a:pt x="11253" y="17279"/>
                    <a:pt x="11253" y="17279"/>
                    <a:pt x="11253" y="17279"/>
                  </a:cubicBezTo>
                  <a:cubicBezTo>
                    <a:pt x="11253" y="17279"/>
                    <a:pt x="11253" y="17279"/>
                    <a:pt x="11253" y="17279"/>
                  </a:cubicBezTo>
                  <a:cubicBezTo>
                    <a:pt x="11253" y="17149"/>
                    <a:pt x="11253" y="17149"/>
                    <a:pt x="11253" y="17149"/>
                  </a:cubicBezTo>
                  <a:cubicBezTo>
                    <a:pt x="11253" y="17149"/>
                    <a:pt x="11253" y="17149"/>
                    <a:pt x="11253" y="17149"/>
                  </a:cubicBezTo>
                  <a:cubicBezTo>
                    <a:pt x="11163" y="17279"/>
                    <a:pt x="11163" y="17279"/>
                    <a:pt x="11163" y="17279"/>
                  </a:cubicBezTo>
                  <a:cubicBezTo>
                    <a:pt x="11163" y="17149"/>
                    <a:pt x="11163" y="17149"/>
                    <a:pt x="11163" y="17149"/>
                  </a:cubicBezTo>
                  <a:cubicBezTo>
                    <a:pt x="11163" y="17149"/>
                    <a:pt x="11163" y="17149"/>
                    <a:pt x="11163" y="17149"/>
                  </a:cubicBezTo>
                  <a:cubicBezTo>
                    <a:pt x="11072" y="17149"/>
                    <a:pt x="11072" y="17149"/>
                    <a:pt x="11072" y="17149"/>
                  </a:cubicBezTo>
                  <a:cubicBezTo>
                    <a:pt x="11072" y="17149"/>
                    <a:pt x="11072" y="17149"/>
                    <a:pt x="11072" y="17149"/>
                  </a:cubicBezTo>
                  <a:cubicBezTo>
                    <a:pt x="11072" y="17149"/>
                    <a:pt x="11072" y="17149"/>
                    <a:pt x="11072" y="17149"/>
                  </a:cubicBezTo>
                  <a:cubicBezTo>
                    <a:pt x="11072" y="17279"/>
                    <a:pt x="11072" y="17279"/>
                    <a:pt x="11072" y="17279"/>
                  </a:cubicBezTo>
                  <a:close/>
                  <a:moveTo>
                    <a:pt x="10981" y="17672"/>
                  </a:moveTo>
                  <a:cubicBezTo>
                    <a:pt x="10981" y="17672"/>
                    <a:pt x="10981" y="17672"/>
                    <a:pt x="10981" y="17672"/>
                  </a:cubicBezTo>
                  <a:cubicBezTo>
                    <a:pt x="10981" y="17672"/>
                    <a:pt x="10981" y="17672"/>
                    <a:pt x="10981" y="17672"/>
                  </a:cubicBezTo>
                  <a:cubicBezTo>
                    <a:pt x="10981" y="17672"/>
                    <a:pt x="10981" y="17672"/>
                    <a:pt x="10981" y="17672"/>
                  </a:cubicBezTo>
                  <a:close/>
                  <a:moveTo>
                    <a:pt x="10709" y="17803"/>
                  </a:moveTo>
                  <a:cubicBezTo>
                    <a:pt x="10800" y="17672"/>
                    <a:pt x="10800" y="17672"/>
                    <a:pt x="10800" y="17672"/>
                  </a:cubicBezTo>
                  <a:cubicBezTo>
                    <a:pt x="10890" y="17541"/>
                    <a:pt x="10890" y="17541"/>
                    <a:pt x="10890" y="17541"/>
                  </a:cubicBezTo>
                  <a:cubicBezTo>
                    <a:pt x="10800" y="17803"/>
                    <a:pt x="10800" y="17803"/>
                    <a:pt x="10800" y="17803"/>
                  </a:cubicBezTo>
                  <a:cubicBezTo>
                    <a:pt x="10709" y="17803"/>
                    <a:pt x="10709" y="17803"/>
                    <a:pt x="10709" y="17803"/>
                  </a:cubicBezTo>
                  <a:close/>
                  <a:moveTo>
                    <a:pt x="10164" y="18327"/>
                  </a:moveTo>
                  <a:cubicBezTo>
                    <a:pt x="10164" y="18327"/>
                    <a:pt x="10164" y="18327"/>
                    <a:pt x="10164" y="18327"/>
                  </a:cubicBezTo>
                  <a:cubicBezTo>
                    <a:pt x="10164" y="18327"/>
                    <a:pt x="10164" y="18327"/>
                    <a:pt x="10164" y="18327"/>
                  </a:cubicBezTo>
                  <a:cubicBezTo>
                    <a:pt x="10255" y="18196"/>
                    <a:pt x="10255" y="18196"/>
                    <a:pt x="10255" y="18196"/>
                  </a:cubicBezTo>
                  <a:cubicBezTo>
                    <a:pt x="10255" y="18327"/>
                    <a:pt x="10255" y="18327"/>
                    <a:pt x="10255" y="18327"/>
                  </a:cubicBezTo>
                  <a:cubicBezTo>
                    <a:pt x="10164" y="18327"/>
                    <a:pt x="10164" y="18327"/>
                    <a:pt x="10164" y="18327"/>
                  </a:cubicBezTo>
                  <a:close/>
                  <a:moveTo>
                    <a:pt x="9892" y="17410"/>
                  </a:moveTo>
                  <a:cubicBezTo>
                    <a:pt x="9983" y="17410"/>
                    <a:pt x="9983" y="17410"/>
                    <a:pt x="9983" y="17410"/>
                  </a:cubicBezTo>
                  <a:cubicBezTo>
                    <a:pt x="9983" y="17541"/>
                    <a:pt x="9983" y="17541"/>
                    <a:pt x="9983" y="17541"/>
                  </a:cubicBezTo>
                  <a:cubicBezTo>
                    <a:pt x="9892" y="17541"/>
                    <a:pt x="9892" y="17541"/>
                    <a:pt x="9892" y="17541"/>
                  </a:cubicBezTo>
                  <a:cubicBezTo>
                    <a:pt x="9892" y="17410"/>
                    <a:pt x="9892" y="17410"/>
                    <a:pt x="9892" y="17410"/>
                  </a:cubicBezTo>
                  <a:close/>
                  <a:moveTo>
                    <a:pt x="8349" y="18327"/>
                  </a:moveTo>
                  <a:cubicBezTo>
                    <a:pt x="8258" y="18327"/>
                    <a:pt x="8349" y="18327"/>
                    <a:pt x="8349" y="18327"/>
                  </a:cubicBezTo>
                  <a:cubicBezTo>
                    <a:pt x="8349" y="18327"/>
                    <a:pt x="8349" y="18327"/>
                    <a:pt x="8349" y="18327"/>
                  </a:cubicBezTo>
                  <a:cubicBezTo>
                    <a:pt x="8349" y="18327"/>
                    <a:pt x="8349" y="18327"/>
                    <a:pt x="8349" y="18327"/>
                  </a:cubicBezTo>
                  <a:close/>
                  <a:moveTo>
                    <a:pt x="8168" y="18327"/>
                  </a:moveTo>
                  <a:cubicBezTo>
                    <a:pt x="8258" y="18458"/>
                    <a:pt x="8258" y="18458"/>
                    <a:pt x="8258" y="18458"/>
                  </a:cubicBezTo>
                  <a:cubicBezTo>
                    <a:pt x="8258" y="18458"/>
                    <a:pt x="8258" y="18458"/>
                    <a:pt x="8258" y="18458"/>
                  </a:cubicBezTo>
                  <a:cubicBezTo>
                    <a:pt x="8168" y="18327"/>
                    <a:pt x="8168" y="18327"/>
                    <a:pt x="8168" y="18327"/>
                  </a:cubicBezTo>
                  <a:close/>
                  <a:moveTo>
                    <a:pt x="8531" y="18719"/>
                  </a:moveTo>
                  <a:cubicBezTo>
                    <a:pt x="8621" y="18850"/>
                    <a:pt x="8621" y="18850"/>
                    <a:pt x="8621" y="18850"/>
                  </a:cubicBezTo>
                  <a:cubicBezTo>
                    <a:pt x="8531" y="18850"/>
                    <a:pt x="8531" y="18850"/>
                    <a:pt x="8531" y="18850"/>
                  </a:cubicBezTo>
                  <a:cubicBezTo>
                    <a:pt x="8531" y="18850"/>
                    <a:pt x="8531" y="18850"/>
                    <a:pt x="8531" y="18850"/>
                  </a:cubicBezTo>
                  <a:cubicBezTo>
                    <a:pt x="8531" y="18719"/>
                    <a:pt x="8531" y="18719"/>
                    <a:pt x="8531" y="18719"/>
                  </a:cubicBezTo>
                  <a:close/>
                  <a:moveTo>
                    <a:pt x="8531" y="18719"/>
                  </a:moveTo>
                  <a:cubicBezTo>
                    <a:pt x="8531" y="18589"/>
                    <a:pt x="8531" y="18589"/>
                    <a:pt x="8531" y="18589"/>
                  </a:cubicBezTo>
                  <a:cubicBezTo>
                    <a:pt x="8531" y="18719"/>
                    <a:pt x="8531" y="18719"/>
                    <a:pt x="8531" y="18719"/>
                  </a:cubicBezTo>
                  <a:cubicBezTo>
                    <a:pt x="8531" y="18719"/>
                    <a:pt x="8531" y="18719"/>
                    <a:pt x="8531" y="18719"/>
                  </a:cubicBezTo>
                  <a:close/>
                  <a:moveTo>
                    <a:pt x="8168" y="18850"/>
                  </a:moveTo>
                  <a:cubicBezTo>
                    <a:pt x="8258" y="18719"/>
                    <a:pt x="8258" y="18719"/>
                    <a:pt x="8258" y="18719"/>
                  </a:cubicBezTo>
                  <a:cubicBezTo>
                    <a:pt x="8258" y="18589"/>
                    <a:pt x="8258" y="18589"/>
                    <a:pt x="8258" y="18589"/>
                  </a:cubicBezTo>
                  <a:cubicBezTo>
                    <a:pt x="8349" y="18589"/>
                    <a:pt x="8349" y="18589"/>
                    <a:pt x="8349" y="18589"/>
                  </a:cubicBezTo>
                  <a:cubicBezTo>
                    <a:pt x="8440" y="18589"/>
                    <a:pt x="8440" y="18589"/>
                    <a:pt x="8440" y="18589"/>
                  </a:cubicBezTo>
                  <a:cubicBezTo>
                    <a:pt x="8349" y="18589"/>
                    <a:pt x="8349" y="18589"/>
                    <a:pt x="8349" y="18589"/>
                  </a:cubicBezTo>
                  <a:cubicBezTo>
                    <a:pt x="8349" y="18719"/>
                    <a:pt x="8349" y="18719"/>
                    <a:pt x="8349" y="18719"/>
                  </a:cubicBezTo>
                  <a:cubicBezTo>
                    <a:pt x="8258" y="18850"/>
                    <a:pt x="8258" y="18850"/>
                    <a:pt x="8258" y="18850"/>
                  </a:cubicBezTo>
                  <a:cubicBezTo>
                    <a:pt x="8168" y="18850"/>
                    <a:pt x="8168" y="18850"/>
                    <a:pt x="8168" y="18850"/>
                  </a:cubicBezTo>
                  <a:close/>
                  <a:moveTo>
                    <a:pt x="8077" y="18589"/>
                  </a:moveTo>
                  <a:cubicBezTo>
                    <a:pt x="7986" y="18458"/>
                    <a:pt x="7986" y="18458"/>
                    <a:pt x="7986" y="18458"/>
                  </a:cubicBezTo>
                  <a:cubicBezTo>
                    <a:pt x="8077" y="18327"/>
                    <a:pt x="8077" y="18327"/>
                    <a:pt x="8077" y="18327"/>
                  </a:cubicBezTo>
                  <a:cubicBezTo>
                    <a:pt x="8077" y="18327"/>
                    <a:pt x="8077" y="18327"/>
                    <a:pt x="8077" y="18327"/>
                  </a:cubicBezTo>
                  <a:cubicBezTo>
                    <a:pt x="8168" y="18458"/>
                    <a:pt x="8168" y="18458"/>
                    <a:pt x="8168" y="18458"/>
                  </a:cubicBezTo>
                  <a:cubicBezTo>
                    <a:pt x="8168" y="18458"/>
                    <a:pt x="8168" y="18458"/>
                    <a:pt x="8168" y="18458"/>
                  </a:cubicBezTo>
                  <a:cubicBezTo>
                    <a:pt x="8077" y="18589"/>
                    <a:pt x="8077" y="18589"/>
                    <a:pt x="8077" y="18589"/>
                  </a:cubicBezTo>
                  <a:cubicBezTo>
                    <a:pt x="8077" y="18589"/>
                    <a:pt x="8077" y="18589"/>
                    <a:pt x="8077" y="18589"/>
                  </a:cubicBezTo>
                  <a:close/>
                  <a:moveTo>
                    <a:pt x="7623" y="18458"/>
                  </a:moveTo>
                  <a:cubicBezTo>
                    <a:pt x="7714" y="18458"/>
                    <a:pt x="7714" y="18458"/>
                    <a:pt x="7714" y="18458"/>
                  </a:cubicBezTo>
                  <a:cubicBezTo>
                    <a:pt x="7714" y="18589"/>
                    <a:pt x="7714" y="18589"/>
                    <a:pt x="7714" y="18589"/>
                  </a:cubicBezTo>
                  <a:cubicBezTo>
                    <a:pt x="7714" y="18589"/>
                    <a:pt x="7714" y="18589"/>
                    <a:pt x="7714" y="18589"/>
                  </a:cubicBezTo>
                  <a:cubicBezTo>
                    <a:pt x="7623" y="18458"/>
                    <a:pt x="7623" y="18458"/>
                    <a:pt x="7623" y="18458"/>
                  </a:cubicBezTo>
                  <a:close/>
                  <a:moveTo>
                    <a:pt x="7442" y="18719"/>
                  </a:moveTo>
                  <a:cubicBezTo>
                    <a:pt x="7351" y="18719"/>
                    <a:pt x="7351" y="18719"/>
                    <a:pt x="7351" y="18719"/>
                  </a:cubicBezTo>
                  <a:cubicBezTo>
                    <a:pt x="7442" y="18589"/>
                    <a:pt x="7442" y="18589"/>
                    <a:pt x="7442" y="18589"/>
                  </a:cubicBezTo>
                  <a:cubicBezTo>
                    <a:pt x="7442" y="18719"/>
                    <a:pt x="7442" y="18719"/>
                    <a:pt x="7442" y="18719"/>
                  </a:cubicBezTo>
                  <a:cubicBezTo>
                    <a:pt x="7442" y="18719"/>
                    <a:pt x="7442" y="18719"/>
                    <a:pt x="7442" y="18719"/>
                  </a:cubicBezTo>
                  <a:close/>
                  <a:moveTo>
                    <a:pt x="7078" y="18981"/>
                  </a:moveTo>
                  <a:cubicBezTo>
                    <a:pt x="7169" y="19112"/>
                    <a:pt x="7169" y="19112"/>
                    <a:pt x="7169" y="19112"/>
                  </a:cubicBezTo>
                  <a:cubicBezTo>
                    <a:pt x="7169" y="19112"/>
                    <a:pt x="7169" y="19112"/>
                    <a:pt x="7169" y="19112"/>
                  </a:cubicBezTo>
                  <a:cubicBezTo>
                    <a:pt x="7078" y="19112"/>
                    <a:pt x="7078" y="19112"/>
                    <a:pt x="7078" y="19112"/>
                  </a:cubicBezTo>
                  <a:cubicBezTo>
                    <a:pt x="7078" y="18981"/>
                    <a:pt x="7078" y="18981"/>
                    <a:pt x="7078" y="18981"/>
                  </a:cubicBezTo>
                  <a:close/>
                  <a:moveTo>
                    <a:pt x="0" y="20814"/>
                  </a:moveTo>
                  <a:cubicBezTo>
                    <a:pt x="0" y="20945"/>
                    <a:pt x="0" y="20945"/>
                    <a:pt x="0" y="20945"/>
                  </a:cubicBezTo>
                  <a:cubicBezTo>
                    <a:pt x="90" y="20814"/>
                    <a:pt x="90" y="20814"/>
                    <a:pt x="90" y="20814"/>
                  </a:cubicBezTo>
                  <a:cubicBezTo>
                    <a:pt x="0" y="20814"/>
                    <a:pt x="0" y="20814"/>
                    <a:pt x="0" y="20814"/>
                  </a:cubicBezTo>
                  <a:close/>
                  <a:moveTo>
                    <a:pt x="90" y="20552"/>
                  </a:moveTo>
                  <a:cubicBezTo>
                    <a:pt x="0" y="20683"/>
                    <a:pt x="0" y="20683"/>
                    <a:pt x="0" y="20683"/>
                  </a:cubicBezTo>
                  <a:cubicBezTo>
                    <a:pt x="90" y="20683"/>
                    <a:pt x="90" y="20683"/>
                    <a:pt x="90" y="20683"/>
                  </a:cubicBezTo>
                  <a:cubicBezTo>
                    <a:pt x="181" y="20552"/>
                    <a:pt x="181" y="20552"/>
                    <a:pt x="181" y="20552"/>
                  </a:cubicBezTo>
                  <a:cubicBezTo>
                    <a:pt x="90" y="20552"/>
                    <a:pt x="90" y="20552"/>
                    <a:pt x="90" y="20552"/>
                  </a:cubicBezTo>
                  <a:close/>
                  <a:moveTo>
                    <a:pt x="181" y="20290"/>
                  </a:moveTo>
                  <a:cubicBezTo>
                    <a:pt x="272" y="20421"/>
                    <a:pt x="272" y="20421"/>
                    <a:pt x="272" y="20421"/>
                  </a:cubicBezTo>
                  <a:cubicBezTo>
                    <a:pt x="272" y="20290"/>
                    <a:pt x="272" y="20290"/>
                    <a:pt x="272" y="20290"/>
                  </a:cubicBezTo>
                  <a:cubicBezTo>
                    <a:pt x="181" y="20290"/>
                    <a:pt x="181" y="20290"/>
                    <a:pt x="181" y="20290"/>
                  </a:cubicBezTo>
                  <a:close/>
                  <a:moveTo>
                    <a:pt x="726" y="20421"/>
                  </a:moveTo>
                  <a:cubicBezTo>
                    <a:pt x="635" y="20290"/>
                    <a:pt x="635" y="20290"/>
                    <a:pt x="635" y="20290"/>
                  </a:cubicBezTo>
                  <a:cubicBezTo>
                    <a:pt x="544" y="20290"/>
                    <a:pt x="544" y="20290"/>
                    <a:pt x="544" y="20290"/>
                  </a:cubicBezTo>
                  <a:cubicBezTo>
                    <a:pt x="453" y="20290"/>
                    <a:pt x="453" y="20290"/>
                    <a:pt x="453" y="20290"/>
                  </a:cubicBezTo>
                  <a:cubicBezTo>
                    <a:pt x="453" y="20421"/>
                    <a:pt x="453" y="20421"/>
                    <a:pt x="453" y="20421"/>
                  </a:cubicBezTo>
                  <a:cubicBezTo>
                    <a:pt x="544" y="20421"/>
                    <a:pt x="544" y="20421"/>
                    <a:pt x="544" y="20421"/>
                  </a:cubicBezTo>
                  <a:cubicBezTo>
                    <a:pt x="544" y="20421"/>
                    <a:pt x="544" y="20421"/>
                    <a:pt x="544" y="20421"/>
                  </a:cubicBezTo>
                  <a:cubicBezTo>
                    <a:pt x="544" y="20552"/>
                    <a:pt x="544" y="20552"/>
                    <a:pt x="544" y="20552"/>
                  </a:cubicBezTo>
                  <a:cubicBezTo>
                    <a:pt x="544" y="20552"/>
                    <a:pt x="544" y="20552"/>
                    <a:pt x="544" y="20552"/>
                  </a:cubicBezTo>
                  <a:cubicBezTo>
                    <a:pt x="635" y="20421"/>
                    <a:pt x="635" y="20421"/>
                    <a:pt x="635" y="20421"/>
                  </a:cubicBezTo>
                  <a:cubicBezTo>
                    <a:pt x="726" y="20421"/>
                    <a:pt x="726" y="20421"/>
                    <a:pt x="726" y="20421"/>
                  </a:cubicBezTo>
                  <a:close/>
                  <a:moveTo>
                    <a:pt x="726" y="20552"/>
                  </a:moveTo>
                  <a:cubicBezTo>
                    <a:pt x="816" y="20683"/>
                    <a:pt x="816" y="20683"/>
                    <a:pt x="816" y="20683"/>
                  </a:cubicBezTo>
                  <a:cubicBezTo>
                    <a:pt x="907" y="20552"/>
                    <a:pt x="907" y="20552"/>
                    <a:pt x="907" y="20552"/>
                  </a:cubicBezTo>
                  <a:cubicBezTo>
                    <a:pt x="907" y="20421"/>
                    <a:pt x="907" y="20421"/>
                    <a:pt x="907" y="20421"/>
                  </a:cubicBezTo>
                  <a:cubicBezTo>
                    <a:pt x="907" y="20421"/>
                    <a:pt x="907" y="20421"/>
                    <a:pt x="907" y="20421"/>
                  </a:cubicBezTo>
                  <a:cubicBezTo>
                    <a:pt x="907" y="20421"/>
                    <a:pt x="907" y="20421"/>
                    <a:pt x="907" y="20421"/>
                  </a:cubicBezTo>
                  <a:cubicBezTo>
                    <a:pt x="816" y="20421"/>
                    <a:pt x="816" y="20421"/>
                    <a:pt x="816" y="20421"/>
                  </a:cubicBezTo>
                  <a:cubicBezTo>
                    <a:pt x="816" y="20552"/>
                    <a:pt x="816" y="20552"/>
                    <a:pt x="816" y="20552"/>
                  </a:cubicBezTo>
                  <a:cubicBezTo>
                    <a:pt x="726" y="20552"/>
                    <a:pt x="726" y="20552"/>
                    <a:pt x="726" y="20552"/>
                  </a:cubicBezTo>
                  <a:close/>
                  <a:moveTo>
                    <a:pt x="1179" y="20552"/>
                  </a:moveTo>
                  <a:cubicBezTo>
                    <a:pt x="1089" y="20421"/>
                    <a:pt x="1089" y="20421"/>
                    <a:pt x="1089" y="20421"/>
                  </a:cubicBezTo>
                  <a:cubicBezTo>
                    <a:pt x="1089" y="20421"/>
                    <a:pt x="1089" y="20421"/>
                    <a:pt x="1089" y="20421"/>
                  </a:cubicBezTo>
                  <a:cubicBezTo>
                    <a:pt x="1089" y="20552"/>
                    <a:pt x="1089" y="20552"/>
                    <a:pt x="1089" y="20552"/>
                  </a:cubicBezTo>
                  <a:cubicBezTo>
                    <a:pt x="998" y="20552"/>
                    <a:pt x="998" y="20552"/>
                    <a:pt x="998" y="20552"/>
                  </a:cubicBezTo>
                  <a:cubicBezTo>
                    <a:pt x="998" y="20683"/>
                    <a:pt x="998" y="20683"/>
                    <a:pt x="998" y="20683"/>
                  </a:cubicBezTo>
                  <a:cubicBezTo>
                    <a:pt x="1089" y="20683"/>
                    <a:pt x="1089" y="20683"/>
                    <a:pt x="1089" y="20683"/>
                  </a:cubicBezTo>
                  <a:cubicBezTo>
                    <a:pt x="1179" y="20552"/>
                    <a:pt x="1179" y="20552"/>
                    <a:pt x="1179" y="20552"/>
                  </a:cubicBezTo>
                  <a:close/>
                  <a:moveTo>
                    <a:pt x="2087" y="20552"/>
                  </a:moveTo>
                  <a:cubicBezTo>
                    <a:pt x="2087" y="20421"/>
                    <a:pt x="2087" y="20421"/>
                    <a:pt x="2087" y="20421"/>
                  </a:cubicBezTo>
                  <a:cubicBezTo>
                    <a:pt x="2178" y="20290"/>
                    <a:pt x="2178" y="20290"/>
                    <a:pt x="2178" y="20290"/>
                  </a:cubicBezTo>
                  <a:cubicBezTo>
                    <a:pt x="2178" y="20290"/>
                    <a:pt x="2178" y="20290"/>
                    <a:pt x="2178" y="20290"/>
                  </a:cubicBezTo>
                  <a:cubicBezTo>
                    <a:pt x="2087" y="20159"/>
                    <a:pt x="2087" y="20159"/>
                    <a:pt x="2087" y="20159"/>
                  </a:cubicBezTo>
                  <a:cubicBezTo>
                    <a:pt x="1996" y="20290"/>
                    <a:pt x="1996" y="20290"/>
                    <a:pt x="1996" y="20290"/>
                  </a:cubicBezTo>
                  <a:cubicBezTo>
                    <a:pt x="1996" y="20421"/>
                    <a:pt x="1996" y="20421"/>
                    <a:pt x="1996" y="20421"/>
                  </a:cubicBezTo>
                  <a:cubicBezTo>
                    <a:pt x="1996" y="20421"/>
                    <a:pt x="1996" y="20421"/>
                    <a:pt x="1996" y="20421"/>
                  </a:cubicBezTo>
                  <a:cubicBezTo>
                    <a:pt x="1905" y="20421"/>
                    <a:pt x="1905" y="20421"/>
                    <a:pt x="1905" y="20421"/>
                  </a:cubicBezTo>
                  <a:cubicBezTo>
                    <a:pt x="1905" y="20421"/>
                    <a:pt x="1905" y="20421"/>
                    <a:pt x="1905" y="20421"/>
                  </a:cubicBezTo>
                  <a:cubicBezTo>
                    <a:pt x="1815" y="20421"/>
                    <a:pt x="1815" y="20421"/>
                    <a:pt x="1815" y="20421"/>
                  </a:cubicBezTo>
                  <a:cubicBezTo>
                    <a:pt x="1724" y="20421"/>
                    <a:pt x="1724" y="20421"/>
                    <a:pt x="1724" y="20421"/>
                  </a:cubicBezTo>
                  <a:cubicBezTo>
                    <a:pt x="1724" y="20421"/>
                    <a:pt x="1724" y="20421"/>
                    <a:pt x="1724" y="20421"/>
                  </a:cubicBezTo>
                  <a:cubicBezTo>
                    <a:pt x="1815" y="20552"/>
                    <a:pt x="1815" y="20552"/>
                    <a:pt x="1815" y="20552"/>
                  </a:cubicBezTo>
                  <a:cubicBezTo>
                    <a:pt x="1815" y="20552"/>
                    <a:pt x="1815" y="20552"/>
                    <a:pt x="1815" y="20552"/>
                  </a:cubicBezTo>
                  <a:cubicBezTo>
                    <a:pt x="1905" y="20552"/>
                    <a:pt x="1905" y="20552"/>
                    <a:pt x="1905" y="20552"/>
                  </a:cubicBezTo>
                  <a:cubicBezTo>
                    <a:pt x="1996" y="20421"/>
                    <a:pt x="1996" y="20421"/>
                    <a:pt x="1996" y="20421"/>
                  </a:cubicBezTo>
                  <a:cubicBezTo>
                    <a:pt x="2087" y="20552"/>
                    <a:pt x="2087" y="20552"/>
                    <a:pt x="2087" y="20552"/>
                  </a:cubicBezTo>
                  <a:close/>
                  <a:moveTo>
                    <a:pt x="2268" y="20552"/>
                  </a:moveTo>
                  <a:cubicBezTo>
                    <a:pt x="2450" y="20552"/>
                    <a:pt x="2450" y="20552"/>
                    <a:pt x="2450" y="20552"/>
                  </a:cubicBezTo>
                  <a:cubicBezTo>
                    <a:pt x="2541" y="20552"/>
                    <a:pt x="2541" y="20552"/>
                    <a:pt x="2541" y="20552"/>
                  </a:cubicBezTo>
                  <a:cubicBezTo>
                    <a:pt x="2541" y="20683"/>
                    <a:pt x="2541" y="20683"/>
                    <a:pt x="2541" y="20683"/>
                  </a:cubicBezTo>
                  <a:cubicBezTo>
                    <a:pt x="2450" y="20683"/>
                    <a:pt x="2450" y="20683"/>
                    <a:pt x="2450" y="20683"/>
                  </a:cubicBezTo>
                  <a:cubicBezTo>
                    <a:pt x="2268" y="20552"/>
                    <a:pt x="2268" y="20552"/>
                    <a:pt x="2268" y="20552"/>
                  </a:cubicBezTo>
                  <a:cubicBezTo>
                    <a:pt x="2178" y="20552"/>
                    <a:pt x="2178" y="20552"/>
                    <a:pt x="2178" y="20552"/>
                  </a:cubicBezTo>
                  <a:cubicBezTo>
                    <a:pt x="2178" y="20552"/>
                    <a:pt x="2178" y="20552"/>
                    <a:pt x="2178" y="20552"/>
                  </a:cubicBezTo>
                  <a:cubicBezTo>
                    <a:pt x="2178" y="20552"/>
                    <a:pt x="2268" y="20552"/>
                    <a:pt x="2268" y="20552"/>
                  </a:cubicBezTo>
                  <a:close/>
                  <a:moveTo>
                    <a:pt x="2904" y="20421"/>
                  </a:moveTo>
                  <a:cubicBezTo>
                    <a:pt x="2813" y="20290"/>
                    <a:pt x="2813" y="20290"/>
                    <a:pt x="2813" y="20290"/>
                  </a:cubicBezTo>
                  <a:cubicBezTo>
                    <a:pt x="2722" y="20290"/>
                    <a:pt x="2722" y="20290"/>
                    <a:pt x="2722" y="20290"/>
                  </a:cubicBezTo>
                  <a:cubicBezTo>
                    <a:pt x="2722" y="20421"/>
                    <a:pt x="2722" y="20421"/>
                    <a:pt x="2722" y="20421"/>
                  </a:cubicBezTo>
                  <a:cubicBezTo>
                    <a:pt x="2813" y="20421"/>
                    <a:pt x="2813" y="20421"/>
                    <a:pt x="2813" y="20421"/>
                  </a:cubicBezTo>
                  <a:cubicBezTo>
                    <a:pt x="2904" y="20421"/>
                    <a:pt x="2904" y="20421"/>
                    <a:pt x="2904" y="20421"/>
                  </a:cubicBezTo>
                  <a:close/>
                  <a:moveTo>
                    <a:pt x="3357" y="20421"/>
                  </a:moveTo>
                  <a:cubicBezTo>
                    <a:pt x="3357" y="20290"/>
                    <a:pt x="3357" y="20290"/>
                    <a:pt x="3357" y="20290"/>
                  </a:cubicBezTo>
                  <a:cubicBezTo>
                    <a:pt x="3267" y="20290"/>
                    <a:pt x="3267" y="20290"/>
                    <a:pt x="3267" y="20290"/>
                  </a:cubicBezTo>
                  <a:cubicBezTo>
                    <a:pt x="3357" y="20421"/>
                    <a:pt x="3357" y="20421"/>
                    <a:pt x="3357" y="20421"/>
                  </a:cubicBezTo>
                  <a:close/>
                  <a:moveTo>
                    <a:pt x="3630" y="20159"/>
                  </a:moveTo>
                  <a:cubicBezTo>
                    <a:pt x="3539" y="20159"/>
                    <a:pt x="3539" y="20159"/>
                    <a:pt x="3539" y="20159"/>
                  </a:cubicBezTo>
                  <a:cubicBezTo>
                    <a:pt x="3539" y="20159"/>
                    <a:pt x="3539" y="20159"/>
                    <a:pt x="3539" y="20159"/>
                  </a:cubicBezTo>
                  <a:cubicBezTo>
                    <a:pt x="3539" y="20290"/>
                    <a:pt x="3539" y="20290"/>
                    <a:pt x="3539" y="20290"/>
                  </a:cubicBezTo>
                  <a:cubicBezTo>
                    <a:pt x="3630" y="20159"/>
                    <a:pt x="3630" y="20159"/>
                    <a:pt x="3630" y="20159"/>
                  </a:cubicBezTo>
                  <a:cubicBezTo>
                    <a:pt x="3630" y="20159"/>
                    <a:pt x="3630" y="20159"/>
                    <a:pt x="3630" y="20159"/>
                  </a:cubicBezTo>
                  <a:close/>
                  <a:moveTo>
                    <a:pt x="3902" y="20159"/>
                  </a:moveTo>
                  <a:cubicBezTo>
                    <a:pt x="3811" y="20159"/>
                    <a:pt x="3811" y="20159"/>
                    <a:pt x="3811" y="20159"/>
                  </a:cubicBezTo>
                  <a:cubicBezTo>
                    <a:pt x="3721" y="20159"/>
                    <a:pt x="3721" y="20159"/>
                    <a:pt x="3721" y="20159"/>
                  </a:cubicBezTo>
                  <a:cubicBezTo>
                    <a:pt x="3811" y="20159"/>
                    <a:pt x="3811" y="20159"/>
                    <a:pt x="3811" y="20159"/>
                  </a:cubicBezTo>
                  <a:cubicBezTo>
                    <a:pt x="3902" y="20159"/>
                    <a:pt x="3902" y="20159"/>
                    <a:pt x="3902" y="20159"/>
                  </a:cubicBezTo>
                  <a:close/>
                  <a:moveTo>
                    <a:pt x="3902" y="20029"/>
                  </a:moveTo>
                  <a:cubicBezTo>
                    <a:pt x="3902" y="19898"/>
                    <a:pt x="3902" y="19898"/>
                    <a:pt x="3902" y="19898"/>
                  </a:cubicBezTo>
                  <a:cubicBezTo>
                    <a:pt x="3811" y="20029"/>
                    <a:pt x="3811" y="20029"/>
                    <a:pt x="3811" y="20029"/>
                  </a:cubicBezTo>
                  <a:cubicBezTo>
                    <a:pt x="3902" y="20029"/>
                    <a:pt x="3902" y="20029"/>
                    <a:pt x="3902" y="20029"/>
                  </a:cubicBezTo>
                  <a:close/>
                  <a:moveTo>
                    <a:pt x="3902" y="20029"/>
                  </a:moveTo>
                  <a:cubicBezTo>
                    <a:pt x="3993" y="20159"/>
                    <a:pt x="3993" y="20159"/>
                    <a:pt x="3993" y="20159"/>
                  </a:cubicBezTo>
                  <a:cubicBezTo>
                    <a:pt x="3993" y="20029"/>
                    <a:pt x="3993" y="20029"/>
                    <a:pt x="3993" y="20029"/>
                  </a:cubicBezTo>
                  <a:cubicBezTo>
                    <a:pt x="3993" y="20029"/>
                    <a:pt x="3993" y="20029"/>
                    <a:pt x="3993" y="20029"/>
                  </a:cubicBezTo>
                  <a:cubicBezTo>
                    <a:pt x="3902" y="20029"/>
                    <a:pt x="3902" y="20029"/>
                    <a:pt x="3902" y="20029"/>
                  </a:cubicBezTo>
                  <a:close/>
                  <a:moveTo>
                    <a:pt x="4810" y="19505"/>
                  </a:moveTo>
                  <a:cubicBezTo>
                    <a:pt x="4900" y="19636"/>
                    <a:pt x="4900" y="19636"/>
                    <a:pt x="4900" y="19636"/>
                  </a:cubicBezTo>
                  <a:cubicBezTo>
                    <a:pt x="4900" y="19636"/>
                    <a:pt x="4900" y="19636"/>
                    <a:pt x="4900" y="19636"/>
                  </a:cubicBezTo>
                  <a:cubicBezTo>
                    <a:pt x="4810" y="19636"/>
                    <a:pt x="4810" y="19636"/>
                    <a:pt x="4810" y="19636"/>
                  </a:cubicBezTo>
                  <a:cubicBezTo>
                    <a:pt x="4810" y="19767"/>
                    <a:pt x="4810" y="19767"/>
                    <a:pt x="4810" y="19767"/>
                  </a:cubicBezTo>
                  <a:cubicBezTo>
                    <a:pt x="4719" y="19898"/>
                    <a:pt x="4719" y="19898"/>
                    <a:pt x="4719" y="19898"/>
                  </a:cubicBezTo>
                  <a:cubicBezTo>
                    <a:pt x="4537" y="20029"/>
                    <a:pt x="4537" y="20029"/>
                    <a:pt x="4537" y="20029"/>
                  </a:cubicBezTo>
                  <a:cubicBezTo>
                    <a:pt x="4447" y="20029"/>
                    <a:pt x="4447" y="20029"/>
                    <a:pt x="4447" y="20029"/>
                  </a:cubicBezTo>
                  <a:cubicBezTo>
                    <a:pt x="4356" y="20159"/>
                    <a:pt x="4356" y="20159"/>
                    <a:pt x="4356" y="20159"/>
                  </a:cubicBezTo>
                  <a:cubicBezTo>
                    <a:pt x="4174" y="20159"/>
                    <a:pt x="4174" y="20159"/>
                    <a:pt x="4174" y="20159"/>
                  </a:cubicBezTo>
                  <a:cubicBezTo>
                    <a:pt x="4265" y="20029"/>
                    <a:pt x="4265" y="20029"/>
                    <a:pt x="4265" y="20029"/>
                  </a:cubicBezTo>
                  <a:cubicBezTo>
                    <a:pt x="4356" y="20029"/>
                    <a:pt x="4356" y="20029"/>
                    <a:pt x="4356" y="20029"/>
                  </a:cubicBezTo>
                  <a:cubicBezTo>
                    <a:pt x="4356" y="19898"/>
                    <a:pt x="4356" y="19898"/>
                    <a:pt x="4356" y="19898"/>
                  </a:cubicBezTo>
                  <a:cubicBezTo>
                    <a:pt x="4447" y="19898"/>
                    <a:pt x="4447" y="19898"/>
                    <a:pt x="4447" y="19898"/>
                  </a:cubicBezTo>
                  <a:cubicBezTo>
                    <a:pt x="4447" y="19898"/>
                    <a:pt x="4447" y="19898"/>
                    <a:pt x="4447" y="19898"/>
                  </a:cubicBezTo>
                  <a:cubicBezTo>
                    <a:pt x="4537" y="19767"/>
                    <a:pt x="4537" y="19767"/>
                    <a:pt x="4537" y="19767"/>
                  </a:cubicBezTo>
                  <a:cubicBezTo>
                    <a:pt x="4628" y="19767"/>
                    <a:pt x="4628" y="19767"/>
                    <a:pt x="4628" y="19767"/>
                  </a:cubicBezTo>
                  <a:cubicBezTo>
                    <a:pt x="4628" y="19636"/>
                    <a:pt x="4628" y="19636"/>
                    <a:pt x="4628" y="19636"/>
                  </a:cubicBezTo>
                  <a:cubicBezTo>
                    <a:pt x="4628" y="19636"/>
                    <a:pt x="4628" y="19636"/>
                    <a:pt x="4628" y="19636"/>
                  </a:cubicBezTo>
                  <a:cubicBezTo>
                    <a:pt x="4719" y="19505"/>
                    <a:pt x="4719" y="19505"/>
                    <a:pt x="4719" y="19505"/>
                  </a:cubicBezTo>
                  <a:cubicBezTo>
                    <a:pt x="4719" y="19505"/>
                    <a:pt x="4810" y="19505"/>
                    <a:pt x="4810" y="19505"/>
                  </a:cubicBezTo>
                  <a:close/>
                  <a:moveTo>
                    <a:pt x="5536" y="19112"/>
                  </a:moveTo>
                  <a:cubicBezTo>
                    <a:pt x="5445" y="19112"/>
                    <a:pt x="5445" y="19112"/>
                    <a:pt x="5445" y="19112"/>
                  </a:cubicBezTo>
                  <a:cubicBezTo>
                    <a:pt x="5354" y="19243"/>
                    <a:pt x="5354" y="19243"/>
                    <a:pt x="5354" y="19243"/>
                  </a:cubicBezTo>
                  <a:cubicBezTo>
                    <a:pt x="5354" y="19374"/>
                    <a:pt x="5354" y="19374"/>
                    <a:pt x="5354" y="19374"/>
                  </a:cubicBezTo>
                  <a:cubicBezTo>
                    <a:pt x="5445" y="19374"/>
                    <a:pt x="5445" y="19374"/>
                    <a:pt x="5445" y="19374"/>
                  </a:cubicBezTo>
                  <a:cubicBezTo>
                    <a:pt x="5354" y="19505"/>
                    <a:pt x="5354" y="19505"/>
                    <a:pt x="5354" y="19505"/>
                  </a:cubicBezTo>
                  <a:cubicBezTo>
                    <a:pt x="5354" y="19374"/>
                    <a:pt x="5354" y="19374"/>
                    <a:pt x="5354" y="19374"/>
                  </a:cubicBezTo>
                  <a:cubicBezTo>
                    <a:pt x="5263" y="19505"/>
                    <a:pt x="5263" y="19505"/>
                    <a:pt x="5263" y="19505"/>
                  </a:cubicBezTo>
                  <a:cubicBezTo>
                    <a:pt x="5263" y="19505"/>
                    <a:pt x="5263" y="19505"/>
                    <a:pt x="5263" y="19505"/>
                  </a:cubicBezTo>
                  <a:cubicBezTo>
                    <a:pt x="5173" y="19505"/>
                    <a:pt x="5173" y="19505"/>
                    <a:pt x="5173" y="19505"/>
                  </a:cubicBezTo>
                  <a:cubicBezTo>
                    <a:pt x="5173" y="19636"/>
                    <a:pt x="5173" y="19636"/>
                    <a:pt x="5173" y="19636"/>
                  </a:cubicBezTo>
                  <a:cubicBezTo>
                    <a:pt x="5082" y="19636"/>
                    <a:pt x="5082" y="19636"/>
                    <a:pt x="5082" y="19636"/>
                  </a:cubicBezTo>
                  <a:cubicBezTo>
                    <a:pt x="4991" y="19767"/>
                    <a:pt x="4991" y="19767"/>
                    <a:pt x="4991" y="19767"/>
                  </a:cubicBezTo>
                  <a:cubicBezTo>
                    <a:pt x="4900" y="19767"/>
                    <a:pt x="4900" y="19767"/>
                    <a:pt x="4900" y="19767"/>
                  </a:cubicBezTo>
                  <a:cubicBezTo>
                    <a:pt x="4900" y="19767"/>
                    <a:pt x="4900" y="19767"/>
                    <a:pt x="4900" y="19767"/>
                  </a:cubicBezTo>
                  <a:cubicBezTo>
                    <a:pt x="4900" y="19898"/>
                    <a:pt x="4900" y="19898"/>
                    <a:pt x="4900" y="19898"/>
                  </a:cubicBezTo>
                  <a:cubicBezTo>
                    <a:pt x="5082" y="19898"/>
                    <a:pt x="5082" y="19898"/>
                    <a:pt x="5082" y="19898"/>
                  </a:cubicBezTo>
                  <a:cubicBezTo>
                    <a:pt x="5173" y="19767"/>
                    <a:pt x="5173" y="19767"/>
                    <a:pt x="5173" y="19767"/>
                  </a:cubicBezTo>
                  <a:cubicBezTo>
                    <a:pt x="5263" y="19636"/>
                    <a:pt x="5263" y="19636"/>
                    <a:pt x="5263" y="19636"/>
                  </a:cubicBezTo>
                  <a:cubicBezTo>
                    <a:pt x="5263" y="19767"/>
                    <a:pt x="5263" y="19767"/>
                    <a:pt x="5263" y="19767"/>
                  </a:cubicBezTo>
                  <a:cubicBezTo>
                    <a:pt x="5263" y="19767"/>
                    <a:pt x="5263" y="19767"/>
                    <a:pt x="5263" y="19767"/>
                  </a:cubicBezTo>
                  <a:cubicBezTo>
                    <a:pt x="5354" y="19636"/>
                    <a:pt x="5354" y="19636"/>
                    <a:pt x="5354" y="19636"/>
                  </a:cubicBezTo>
                  <a:cubicBezTo>
                    <a:pt x="5354" y="19636"/>
                    <a:pt x="5354" y="19636"/>
                    <a:pt x="5354" y="19636"/>
                  </a:cubicBezTo>
                  <a:cubicBezTo>
                    <a:pt x="5445" y="19636"/>
                    <a:pt x="5445" y="19636"/>
                    <a:pt x="5445" y="19636"/>
                  </a:cubicBezTo>
                  <a:cubicBezTo>
                    <a:pt x="5445" y="19636"/>
                    <a:pt x="5445" y="19636"/>
                    <a:pt x="5445" y="19636"/>
                  </a:cubicBezTo>
                  <a:cubicBezTo>
                    <a:pt x="5445" y="19636"/>
                    <a:pt x="5445" y="19636"/>
                    <a:pt x="5445" y="19636"/>
                  </a:cubicBezTo>
                  <a:cubicBezTo>
                    <a:pt x="5536" y="19505"/>
                    <a:pt x="5536" y="19505"/>
                    <a:pt x="5536" y="19505"/>
                  </a:cubicBezTo>
                  <a:cubicBezTo>
                    <a:pt x="5626" y="19505"/>
                    <a:pt x="5626" y="19505"/>
                    <a:pt x="5626" y="19505"/>
                  </a:cubicBezTo>
                  <a:cubicBezTo>
                    <a:pt x="5626" y="19505"/>
                    <a:pt x="5626" y="19505"/>
                    <a:pt x="5626" y="19505"/>
                  </a:cubicBezTo>
                  <a:cubicBezTo>
                    <a:pt x="5536" y="19374"/>
                    <a:pt x="5536" y="19374"/>
                    <a:pt x="5536" y="19374"/>
                  </a:cubicBezTo>
                  <a:cubicBezTo>
                    <a:pt x="5626" y="19374"/>
                    <a:pt x="5626" y="19374"/>
                    <a:pt x="5626" y="19374"/>
                  </a:cubicBezTo>
                  <a:cubicBezTo>
                    <a:pt x="5626" y="19243"/>
                    <a:pt x="5626" y="19243"/>
                    <a:pt x="5626" y="19243"/>
                  </a:cubicBezTo>
                  <a:cubicBezTo>
                    <a:pt x="5536" y="19243"/>
                    <a:pt x="5536" y="19243"/>
                    <a:pt x="5536" y="19243"/>
                  </a:cubicBezTo>
                  <a:cubicBezTo>
                    <a:pt x="5536" y="19112"/>
                    <a:pt x="5536" y="19112"/>
                    <a:pt x="5536" y="19112"/>
                  </a:cubicBezTo>
                  <a:close/>
                  <a:moveTo>
                    <a:pt x="5808" y="19374"/>
                  </a:moveTo>
                  <a:cubicBezTo>
                    <a:pt x="5717" y="19243"/>
                    <a:pt x="5717" y="19243"/>
                    <a:pt x="5717" y="19243"/>
                  </a:cubicBezTo>
                  <a:cubicBezTo>
                    <a:pt x="5717" y="19243"/>
                    <a:pt x="5717" y="19243"/>
                    <a:pt x="5717" y="19243"/>
                  </a:cubicBezTo>
                  <a:cubicBezTo>
                    <a:pt x="5717" y="19243"/>
                    <a:pt x="5717" y="19243"/>
                    <a:pt x="5717" y="19243"/>
                  </a:cubicBezTo>
                  <a:cubicBezTo>
                    <a:pt x="5808" y="19374"/>
                    <a:pt x="5808" y="19374"/>
                    <a:pt x="5808" y="19374"/>
                  </a:cubicBezTo>
                  <a:close/>
                  <a:moveTo>
                    <a:pt x="6171" y="19243"/>
                  </a:moveTo>
                  <a:cubicBezTo>
                    <a:pt x="6171" y="19243"/>
                    <a:pt x="6171" y="19243"/>
                    <a:pt x="6171" y="19243"/>
                  </a:cubicBezTo>
                  <a:cubicBezTo>
                    <a:pt x="6262" y="19243"/>
                    <a:pt x="6262" y="19243"/>
                    <a:pt x="6262" y="19243"/>
                  </a:cubicBezTo>
                  <a:cubicBezTo>
                    <a:pt x="6262" y="19243"/>
                    <a:pt x="6262" y="19243"/>
                    <a:pt x="6262" y="19243"/>
                  </a:cubicBezTo>
                  <a:cubicBezTo>
                    <a:pt x="6171" y="19243"/>
                    <a:pt x="6171" y="19243"/>
                    <a:pt x="6171" y="19243"/>
                  </a:cubicBezTo>
                  <a:cubicBezTo>
                    <a:pt x="6171" y="19243"/>
                    <a:pt x="6171" y="19243"/>
                    <a:pt x="6171" y="19243"/>
                  </a:cubicBezTo>
                  <a:close/>
                  <a:moveTo>
                    <a:pt x="5989" y="19243"/>
                  </a:moveTo>
                  <a:cubicBezTo>
                    <a:pt x="6080" y="19243"/>
                    <a:pt x="6080" y="19243"/>
                    <a:pt x="6080" y="19243"/>
                  </a:cubicBezTo>
                  <a:cubicBezTo>
                    <a:pt x="6080" y="19243"/>
                    <a:pt x="6080" y="19243"/>
                    <a:pt x="6080" y="19243"/>
                  </a:cubicBezTo>
                  <a:cubicBezTo>
                    <a:pt x="5989" y="19243"/>
                    <a:pt x="5989" y="19243"/>
                    <a:pt x="5989" y="19243"/>
                  </a:cubicBezTo>
                  <a:close/>
                  <a:moveTo>
                    <a:pt x="5989" y="19112"/>
                  </a:moveTo>
                  <a:cubicBezTo>
                    <a:pt x="5989" y="19112"/>
                    <a:pt x="5989" y="19112"/>
                    <a:pt x="5989" y="19112"/>
                  </a:cubicBezTo>
                  <a:cubicBezTo>
                    <a:pt x="5989" y="18981"/>
                    <a:pt x="5989" y="18981"/>
                    <a:pt x="5989" y="18981"/>
                  </a:cubicBezTo>
                  <a:cubicBezTo>
                    <a:pt x="5989" y="18981"/>
                    <a:pt x="5989" y="18981"/>
                    <a:pt x="5989" y="18981"/>
                  </a:cubicBezTo>
                  <a:cubicBezTo>
                    <a:pt x="6080" y="19112"/>
                    <a:pt x="6080" y="19112"/>
                    <a:pt x="6080" y="19112"/>
                  </a:cubicBezTo>
                  <a:cubicBezTo>
                    <a:pt x="5989" y="19112"/>
                    <a:pt x="5989" y="19112"/>
                    <a:pt x="5989" y="19112"/>
                  </a:cubicBezTo>
                  <a:close/>
                  <a:moveTo>
                    <a:pt x="5899" y="19112"/>
                  </a:moveTo>
                  <a:cubicBezTo>
                    <a:pt x="5808" y="19112"/>
                    <a:pt x="5808" y="19112"/>
                    <a:pt x="5808" y="19112"/>
                  </a:cubicBezTo>
                  <a:cubicBezTo>
                    <a:pt x="5808" y="19112"/>
                    <a:pt x="5808" y="19112"/>
                    <a:pt x="5808" y="19112"/>
                  </a:cubicBezTo>
                  <a:cubicBezTo>
                    <a:pt x="5808" y="19243"/>
                    <a:pt x="5808" y="19243"/>
                    <a:pt x="5808" y="19243"/>
                  </a:cubicBezTo>
                  <a:cubicBezTo>
                    <a:pt x="5899" y="19243"/>
                    <a:pt x="5899" y="19243"/>
                    <a:pt x="5899" y="19243"/>
                  </a:cubicBezTo>
                  <a:cubicBezTo>
                    <a:pt x="5899" y="19112"/>
                    <a:pt x="5899" y="19112"/>
                    <a:pt x="5899" y="19112"/>
                  </a:cubicBezTo>
                  <a:cubicBezTo>
                    <a:pt x="5899" y="19112"/>
                    <a:pt x="5899" y="19112"/>
                    <a:pt x="5899" y="19112"/>
                  </a:cubicBezTo>
                  <a:cubicBezTo>
                    <a:pt x="5899" y="19112"/>
                    <a:pt x="5899" y="19112"/>
                    <a:pt x="5899" y="19112"/>
                  </a:cubicBezTo>
                  <a:close/>
                  <a:moveTo>
                    <a:pt x="9529" y="14792"/>
                  </a:moveTo>
                  <a:cubicBezTo>
                    <a:pt x="9529" y="14792"/>
                    <a:pt x="9529" y="14792"/>
                    <a:pt x="9529" y="14792"/>
                  </a:cubicBezTo>
                  <a:cubicBezTo>
                    <a:pt x="9620" y="14661"/>
                    <a:pt x="9620" y="14661"/>
                    <a:pt x="9620" y="14661"/>
                  </a:cubicBezTo>
                  <a:cubicBezTo>
                    <a:pt x="9620" y="14792"/>
                    <a:pt x="9620" y="14792"/>
                    <a:pt x="9620" y="14792"/>
                  </a:cubicBezTo>
                  <a:cubicBezTo>
                    <a:pt x="9529" y="14792"/>
                    <a:pt x="9529" y="14792"/>
                    <a:pt x="9529" y="14792"/>
                  </a:cubicBezTo>
                  <a:close/>
                  <a:moveTo>
                    <a:pt x="9438" y="14792"/>
                  </a:moveTo>
                  <a:cubicBezTo>
                    <a:pt x="9347" y="14792"/>
                    <a:pt x="9347" y="14792"/>
                    <a:pt x="9347" y="14792"/>
                  </a:cubicBezTo>
                  <a:cubicBezTo>
                    <a:pt x="9347" y="14661"/>
                    <a:pt x="9347" y="14661"/>
                    <a:pt x="9347" y="14661"/>
                  </a:cubicBezTo>
                  <a:cubicBezTo>
                    <a:pt x="9438" y="14661"/>
                    <a:pt x="9438" y="14661"/>
                    <a:pt x="9438" y="14661"/>
                  </a:cubicBezTo>
                  <a:cubicBezTo>
                    <a:pt x="9529" y="14530"/>
                    <a:pt x="9529" y="14530"/>
                    <a:pt x="9529" y="14530"/>
                  </a:cubicBezTo>
                  <a:cubicBezTo>
                    <a:pt x="9529" y="14661"/>
                    <a:pt x="9529" y="14661"/>
                    <a:pt x="9529" y="14661"/>
                  </a:cubicBezTo>
                  <a:cubicBezTo>
                    <a:pt x="9438" y="14792"/>
                    <a:pt x="9438" y="14792"/>
                    <a:pt x="9438" y="14792"/>
                  </a:cubicBezTo>
                  <a:cubicBezTo>
                    <a:pt x="9438" y="14792"/>
                    <a:pt x="9438" y="14792"/>
                    <a:pt x="9438" y="14792"/>
                  </a:cubicBezTo>
                  <a:close/>
                  <a:moveTo>
                    <a:pt x="6352" y="18850"/>
                  </a:moveTo>
                  <a:cubicBezTo>
                    <a:pt x="6352" y="18719"/>
                    <a:pt x="6352" y="18719"/>
                    <a:pt x="6352" y="18719"/>
                  </a:cubicBezTo>
                  <a:cubicBezTo>
                    <a:pt x="6352" y="18719"/>
                    <a:pt x="6352" y="18719"/>
                    <a:pt x="6352" y="18719"/>
                  </a:cubicBezTo>
                  <a:cubicBezTo>
                    <a:pt x="6443" y="18719"/>
                    <a:pt x="6443" y="18719"/>
                    <a:pt x="6443" y="18719"/>
                  </a:cubicBezTo>
                  <a:cubicBezTo>
                    <a:pt x="6534" y="18589"/>
                    <a:pt x="6534" y="18589"/>
                    <a:pt x="6534" y="18589"/>
                  </a:cubicBezTo>
                  <a:cubicBezTo>
                    <a:pt x="6534" y="18589"/>
                    <a:pt x="6534" y="18589"/>
                    <a:pt x="6534" y="18589"/>
                  </a:cubicBezTo>
                  <a:cubicBezTo>
                    <a:pt x="6625" y="18458"/>
                    <a:pt x="6625" y="18458"/>
                    <a:pt x="6625" y="18458"/>
                  </a:cubicBezTo>
                  <a:cubicBezTo>
                    <a:pt x="6625" y="18458"/>
                    <a:pt x="6625" y="18458"/>
                    <a:pt x="6625" y="18458"/>
                  </a:cubicBezTo>
                  <a:cubicBezTo>
                    <a:pt x="6715" y="18458"/>
                    <a:pt x="6715" y="18458"/>
                    <a:pt x="6715" y="18458"/>
                  </a:cubicBezTo>
                  <a:cubicBezTo>
                    <a:pt x="6715" y="18458"/>
                    <a:pt x="6715" y="18458"/>
                    <a:pt x="6715" y="18458"/>
                  </a:cubicBezTo>
                  <a:cubicBezTo>
                    <a:pt x="6806" y="18458"/>
                    <a:pt x="6806" y="18458"/>
                    <a:pt x="6806" y="18458"/>
                  </a:cubicBezTo>
                  <a:cubicBezTo>
                    <a:pt x="6897" y="18458"/>
                    <a:pt x="6897" y="18458"/>
                    <a:pt x="6897" y="18458"/>
                  </a:cubicBezTo>
                  <a:cubicBezTo>
                    <a:pt x="6897" y="18458"/>
                    <a:pt x="6897" y="18458"/>
                    <a:pt x="6897" y="18458"/>
                  </a:cubicBezTo>
                  <a:cubicBezTo>
                    <a:pt x="6988" y="18458"/>
                    <a:pt x="6988" y="18458"/>
                    <a:pt x="6988" y="18458"/>
                  </a:cubicBezTo>
                  <a:cubicBezTo>
                    <a:pt x="7078" y="18458"/>
                    <a:pt x="7078" y="18458"/>
                    <a:pt x="7078" y="18458"/>
                  </a:cubicBezTo>
                  <a:cubicBezTo>
                    <a:pt x="6988" y="18589"/>
                    <a:pt x="6988" y="18589"/>
                    <a:pt x="6988" y="18589"/>
                  </a:cubicBezTo>
                  <a:cubicBezTo>
                    <a:pt x="7078" y="18719"/>
                    <a:pt x="7078" y="18719"/>
                    <a:pt x="7078" y="18719"/>
                  </a:cubicBezTo>
                  <a:cubicBezTo>
                    <a:pt x="7078" y="18719"/>
                    <a:pt x="7078" y="18719"/>
                    <a:pt x="7078" y="18719"/>
                  </a:cubicBezTo>
                  <a:cubicBezTo>
                    <a:pt x="6988" y="18719"/>
                    <a:pt x="6988" y="18719"/>
                    <a:pt x="6988" y="18719"/>
                  </a:cubicBezTo>
                  <a:cubicBezTo>
                    <a:pt x="6988" y="18850"/>
                    <a:pt x="6988" y="18850"/>
                    <a:pt x="6988" y="18850"/>
                  </a:cubicBezTo>
                  <a:cubicBezTo>
                    <a:pt x="6806" y="18850"/>
                    <a:pt x="6806" y="18850"/>
                    <a:pt x="6806" y="18850"/>
                  </a:cubicBezTo>
                  <a:cubicBezTo>
                    <a:pt x="6715" y="18850"/>
                    <a:pt x="6715" y="18850"/>
                    <a:pt x="6715" y="18850"/>
                  </a:cubicBezTo>
                  <a:cubicBezTo>
                    <a:pt x="6625" y="18850"/>
                    <a:pt x="6625" y="18850"/>
                    <a:pt x="6625" y="18850"/>
                  </a:cubicBezTo>
                  <a:cubicBezTo>
                    <a:pt x="6534" y="18981"/>
                    <a:pt x="6534" y="18981"/>
                    <a:pt x="6534" y="18981"/>
                  </a:cubicBezTo>
                  <a:cubicBezTo>
                    <a:pt x="6443" y="18981"/>
                    <a:pt x="6443" y="18981"/>
                    <a:pt x="6443" y="18981"/>
                  </a:cubicBezTo>
                  <a:cubicBezTo>
                    <a:pt x="6443" y="18981"/>
                    <a:pt x="6443" y="18981"/>
                    <a:pt x="6443" y="18981"/>
                  </a:cubicBezTo>
                  <a:cubicBezTo>
                    <a:pt x="6352" y="18850"/>
                    <a:pt x="6352" y="18850"/>
                    <a:pt x="6352" y="1885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7" name="AutoShape 161"/>
            <p:cNvSpPr>
              <a:spLocks/>
            </p:cNvSpPr>
            <p:nvPr/>
          </p:nvSpPr>
          <p:spPr bwMode="auto">
            <a:xfrm>
              <a:off x="5594112" y="6259481"/>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8" name="AutoShape 162"/>
            <p:cNvSpPr>
              <a:spLocks/>
            </p:cNvSpPr>
            <p:nvPr/>
          </p:nvSpPr>
          <p:spPr bwMode="auto">
            <a:xfrm>
              <a:off x="5787745" y="6314889"/>
              <a:ext cx="149027" cy="58873"/>
            </a:xfrm>
            <a:custGeom>
              <a:avLst/>
              <a:gdLst>
                <a:gd name="T0" fmla="*/ 74514 w 21600"/>
                <a:gd name="T1" fmla="*/ 29437 h 21600"/>
                <a:gd name="T2" fmla="*/ 74514 w 21600"/>
                <a:gd name="T3" fmla="*/ 29437 h 21600"/>
                <a:gd name="T4" fmla="*/ 74514 w 21600"/>
                <a:gd name="T5" fmla="*/ 29437 h 21600"/>
                <a:gd name="T6" fmla="*/ 74514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0"/>
                  </a:moveTo>
                  <a:lnTo>
                    <a:pt x="15178" y="0"/>
                  </a:lnTo>
                  <a:lnTo>
                    <a:pt x="16929" y="5759"/>
                  </a:lnTo>
                  <a:lnTo>
                    <a:pt x="19264" y="11519"/>
                  </a:lnTo>
                  <a:lnTo>
                    <a:pt x="21599" y="11519"/>
                  </a:lnTo>
                  <a:lnTo>
                    <a:pt x="21599" y="17279"/>
                  </a:lnTo>
                  <a:lnTo>
                    <a:pt x="16929" y="17279"/>
                  </a:lnTo>
                  <a:lnTo>
                    <a:pt x="16929" y="11519"/>
                  </a:lnTo>
                  <a:lnTo>
                    <a:pt x="15178" y="17279"/>
                  </a:lnTo>
                  <a:lnTo>
                    <a:pt x="12843" y="17279"/>
                  </a:lnTo>
                  <a:lnTo>
                    <a:pt x="12843" y="21600"/>
                  </a:lnTo>
                  <a:lnTo>
                    <a:pt x="10508" y="21600"/>
                  </a:lnTo>
                  <a:lnTo>
                    <a:pt x="8172" y="17279"/>
                  </a:lnTo>
                  <a:lnTo>
                    <a:pt x="4086" y="17279"/>
                  </a:lnTo>
                  <a:lnTo>
                    <a:pt x="4086" y="11519"/>
                  </a:lnTo>
                  <a:lnTo>
                    <a:pt x="1751" y="5759"/>
                  </a:lnTo>
                  <a:lnTo>
                    <a:pt x="1751" y="11519"/>
                  </a:lnTo>
                  <a:lnTo>
                    <a:pt x="0" y="5759"/>
                  </a:lnTo>
                  <a:lnTo>
                    <a:pt x="0" y="0"/>
                  </a:lnTo>
                  <a:lnTo>
                    <a:pt x="1751"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9" name="AutoShape 163"/>
            <p:cNvSpPr>
              <a:spLocks/>
            </p:cNvSpPr>
            <p:nvPr/>
          </p:nvSpPr>
          <p:spPr bwMode="auto">
            <a:xfrm>
              <a:off x="6041485" y="6212847"/>
              <a:ext cx="193328" cy="133440"/>
            </a:xfrm>
            <a:custGeom>
              <a:avLst/>
              <a:gdLst>
                <a:gd name="T0" fmla="*/ 96664 w 21600"/>
                <a:gd name="T1" fmla="*/ 66720 h 21600"/>
                <a:gd name="T2" fmla="*/ 96664 w 21600"/>
                <a:gd name="T3" fmla="*/ 66720 h 21600"/>
                <a:gd name="T4" fmla="*/ 96664 w 21600"/>
                <a:gd name="T5" fmla="*/ 66720 h 21600"/>
                <a:gd name="T6" fmla="*/ 96664 w 21600"/>
                <a:gd name="T7" fmla="*/ 667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21600"/>
                  </a:moveTo>
                  <a:cubicBezTo>
                    <a:pt x="18276" y="19199"/>
                    <a:pt x="18276" y="19199"/>
                    <a:pt x="18276" y="19199"/>
                  </a:cubicBezTo>
                  <a:cubicBezTo>
                    <a:pt x="19938" y="16800"/>
                    <a:pt x="19938" y="16800"/>
                    <a:pt x="19938" y="16800"/>
                  </a:cubicBezTo>
                  <a:cubicBezTo>
                    <a:pt x="19938" y="16800"/>
                    <a:pt x="19938" y="16800"/>
                    <a:pt x="19938" y="16800"/>
                  </a:cubicBezTo>
                  <a:cubicBezTo>
                    <a:pt x="19938" y="14399"/>
                    <a:pt x="19938" y="14399"/>
                    <a:pt x="19938" y="14399"/>
                  </a:cubicBezTo>
                  <a:cubicBezTo>
                    <a:pt x="19938" y="11999"/>
                    <a:pt x="19938" y="11999"/>
                    <a:pt x="19938" y="11999"/>
                  </a:cubicBezTo>
                  <a:cubicBezTo>
                    <a:pt x="19938" y="11999"/>
                    <a:pt x="19938" y="11999"/>
                    <a:pt x="19938" y="11999"/>
                  </a:cubicBezTo>
                  <a:cubicBezTo>
                    <a:pt x="21599" y="11999"/>
                    <a:pt x="21599" y="11999"/>
                    <a:pt x="21599" y="11999"/>
                  </a:cubicBezTo>
                  <a:cubicBezTo>
                    <a:pt x="21599" y="9599"/>
                    <a:pt x="21599" y="9599"/>
                    <a:pt x="21599" y="9599"/>
                  </a:cubicBezTo>
                  <a:cubicBezTo>
                    <a:pt x="19938" y="7199"/>
                    <a:pt x="19938" y="7199"/>
                    <a:pt x="19938" y="7199"/>
                  </a:cubicBezTo>
                  <a:cubicBezTo>
                    <a:pt x="21599" y="4799"/>
                    <a:pt x="21599" y="4799"/>
                    <a:pt x="21599" y="4799"/>
                  </a:cubicBezTo>
                  <a:cubicBezTo>
                    <a:pt x="21599" y="4799"/>
                    <a:pt x="21599" y="4799"/>
                    <a:pt x="21599" y="4799"/>
                  </a:cubicBezTo>
                  <a:cubicBezTo>
                    <a:pt x="21599" y="4799"/>
                    <a:pt x="21599" y="4799"/>
                    <a:pt x="21599" y="4799"/>
                  </a:cubicBezTo>
                  <a:cubicBezTo>
                    <a:pt x="19938" y="4799"/>
                    <a:pt x="19938" y="4799"/>
                    <a:pt x="19938" y="4799"/>
                  </a:cubicBezTo>
                  <a:cubicBezTo>
                    <a:pt x="18276" y="4799"/>
                    <a:pt x="18276" y="4799"/>
                    <a:pt x="18276" y="4799"/>
                  </a:cubicBezTo>
                  <a:cubicBezTo>
                    <a:pt x="16615" y="2399"/>
                    <a:pt x="16615" y="2399"/>
                    <a:pt x="16615" y="2399"/>
                  </a:cubicBezTo>
                  <a:cubicBezTo>
                    <a:pt x="14953" y="2399"/>
                    <a:pt x="14953" y="2399"/>
                    <a:pt x="14953" y="2399"/>
                  </a:cubicBezTo>
                  <a:cubicBezTo>
                    <a:pt x="13292" y="2399"/>
                    <a:pt x="13292" y="2399"/>
                    <a:pt x="13292" y="2399"/>
                  </a:cubicBezTo>
                  <a:cubicBezTo>
                    <a:pt x="11630" y="2399"/>
                    <a:pt x="11630" y="2399"/>
                    <a:pt x="11630" y="2399"/>
                  </a:cubicBezTo>
                  <a:cubicBezTo>
                    <a:pt x="9969" y="2399"/>
                    <a:pt x="9969" y="2399"/>
                    <a:pt x="9969" y="2399"/>
                  </a:cubicBezTo>
                  <a:cubicBezTo>
                    <a:pt x="8307" y="2399"/>
                    <a:pt x="8307" y="2399"/>
                    <a:pt x="8307" y="2399"/>
                  </a:cubicBezTo>
                  <a:cubicBezTo>
                    <a:pt x="8307" y="2399"/>
                    <a:pt x="9969" y="4799"/>
                    <a:pt x="9969" y="4799"/>
                  </a:cubicBezTo>
                  <a:cubicBezTo>
                    <a:pt x="14953" y="7199"/>
                    <a:pt x="14953" y="7199"/>
                    <a:pt x="14953" y="7199"/>
                  </a:cubicBezTo>
                  <a:cubicBezTo>
                    <a:pt x="13292" y="7199"/>
                    <a:pt x="13292" y="7199"/>
                    <a:pt x="13292" y="7199"/>
                  </a:cubicBezTo>
                  <a:cubicBezTo>
                    <a:pt x="14953" y="9599"/>
                    <a:pt x="14953" y="9599"/>
                    <a:pt x="14953" y="9599"/>
                  </a:cubicBezTo>
                  <a:cubicBezTo>
                    <a:pt x="13292" y="11999"/>
                    <a:pt x="13292" y="11999"/>
                    <a:pt x="13292" y="11999"/>
                  </a:cubicBezTo>
                  <a:cubicBezTo>
                    <a:pt x="14953" y="11999"/>
                    <a:pt x="14953" y="11999"/>
                    <a:pt x="14953" y="11999"/>
                  </a:cubicBezTo>
                  <a:cubicBezTo>
                    <a:pt x="16615" y="14399"/>
                    <a:pt x="16615" y="14399"/>
                    <a:pt x="16615" y="14399"/>
                  </a:cubicBezTo>
                  <a:cubicBezTo>
                    <a:pt x="18276" y="14399"/>
                    <a:pt x="18276" y="14399"/>
                    <a:pt x="18276" y="14399"/>
                  </a:cubicBezTo>
                  <a:cubicBezTo>
                    <a:pt x="16615" y="16800"/>
                    <a:pt x="16615" y="16800"/>
                    <a:pt x="16615" y="16800"/>
                  </a:cubicBezTo>
                  <a:cubicBezTo>
                    <a:pt x="13292" y="16800"/>
                    <a:pt x="13292" y="16800"/>
                    <a:pt x="13292" y="16800"/>
                  </a:cubicBezTo>
                  <a:cubicBezTo>
                    <a:pt x="13292" y="16800"/>
                    <a:pt x="13292" y="16800"/>
                    <a:pt x="13292" y="16800"/>
                  </a:cubicBezTo>
                  <a:cubicBezTo>
                    <a:pt x="11630" y="16800"/>
                    <a:pt x="11630" y="16800"/>
                    <a:pt x="11630" y="16800"/>
                  </a:cubicBezTo>
                  <a:cubicBezTo>
                    <a:pt x="9969" y="16800"/>
                    <a:pt x="9969" y="16800"/>
                    <a:pt x="9969" y="16800"/>
                  </a:cubicBezTo>
                  <a:cubicBezTo>
                    <a:pt x="8307" y="16800"/>
                    <a:pt x="8307" y="16800"/>
                    <a:pt x="8307" y="16800"/>
                  </a:cubicBezTo>
                  <a:cubicBezTo>
                    <a:pt x="6646" y="16800"/>
                    <a:pt x="6646" y="16800"/>
                    <a:pt x="6646" y="16800"/>
                  </a:cubicBezTo>
                  <a:cubicBezTo>
                    <a:pt x="6646" y="16800"/>
                    <a:pt x="6646" y="16800"/>
                    <a:pt x="6646" y="16800"/>
                  </a:cubicBezTo>
                  <a:cubicBezTo>
                    <a:pt x="6646" y="14399"/>
                    <a:pt x="6646" y="14399"/>
                    <a:pt x="6646" y="14399"/>
                  </a:cubicBezTo>
                  <a:cubicBezTo>
                    <a:pt x="3323" y="16800"/>
                    <a:pt x="3323" y="16800"/>
                    <a:pt x="3323" y="16800"/>
                  </a:cubicBezTo>
                  <a:cubicBezTo>
                    <a:pt x="3323" y="14399"/>
                    <a:pt x="3323" y="14399"/>
                    <a:pt x="3323" y="14399"/>
                  </a:cubicBezTo>
                  <a:cubicBezTo>
                    <a:pt x="1661" y="16800"/>
                    <a:pt x="1661" y="16800"/>
                    <a:pt x="1661" y="16800"/>
                  </a:cubicBezTo>
                  <a:cubicBezTo>
                    <a:pt x="0" y="16800"/>
                    <a:pt x="0" y="16800"/>
                    <a:pt x="0" y="16800"/>
                  </a:cubicBezTo>
                  <a:cubicBezTo>
                    <a:pt x="1661" y="19199"/>
                    <a:pt x="1661" y="19199"/>
                    <a:pt x="1661" y="19199"/>
                  </a:cubicBezTo>
                  <a:cubicBezTo>
                    <a:pt x="3323" y="19199"/>
                    <a:pt x="3323" y="19199"/>
                    <a:pt x="3323" y="19199"/>
                  </a:cubicBezTo>
                  <a:cubicBezTo>
                    <a:pt x="4984" y="21600"/>
                    <a:pt x="4984" y="21600"/>
                    <a:pt x="4984" y="21600"/>
                  </a:cubicBezTo>
                  <a:cubicBezTo>
                    <a:pt x="4984" y="21600"/>
                    <a:pt x="4984" y="21600"/>
                    <a:pt x="4984" y="21600"/>
                  </a:cubicBezTo>
                  <a:cubicBezTo>
                    <a:pt x="6646" y="19199"/>
                    <a:pt x="6646" y="19199"/>
                    <a:pt x="6646" y="19199"/>
                  </a:cubicBezTo>
                  <a:cubicBezTo>
                    <a:pt x="6646" y="19199"/>
                    <a:pt x="6646" y="19199"/>
                    <a:pt x="6646" y="19199"/>
                  </a:cubicBezTo>
                  <a:cubicBezTo>
                    <a:pt x="9969" y="19199"/>
                    <a:pt x="9969" y="19199"/>
                    <a:pt x="9969" y="19199"/>
                  </a:cubicBezTo>
                  <a:cubicBezTo>
                    <a:pt x="11630" y="19199"/>
                    <a:pt x="11630" y="19199"/>
                    <a:pt x="11630" y="19199"/>
                  </a:cubicBezTo>
                  <a:cubicBezTo>
                    <a:pt x="14953" y="21600"/>
                    <a:pt x="14953" y="21600"/>
                    <a:pt x="14953" y="21600"/>
                  </a:cubicBezTo>
                  <a:cubicBezTo>
                    <a:pt x="16615" y="19199"/>
                    <a:pt x="16615" y="19199"/>
                    <a:pt x="16615" y="19199"/>
                  </a:cubicBezTo>
                  <a:cubicBezTo>
                    <a:pt x="16615" y="21600"/>
                    <a:pt x="16615" y="21600"/>
                    <a:pt x="16615" y="21600"/>
                  </a:cubicBezTo>
                  <a:cubicBezTo>
                    <a:pt x="18276" y="21600"/>
                    <a:pt x="18276" y="21600"/>
                    <a:pt x="18276" y="21600"/>
                  </a:cubicBezTo>
                  <a:close/>
                  <a:moveTo>
                    <a:pt x="13292" y="0"/>
                  </a:moveTo>
                  <a:cubicBezTo>
                    <a:pt x="13292" y="0"/>
                    <a:pt x="13292" y="0"/>
                    <a:pt x="13292" y="0"/>
                  </a:cubicBezTo>
                  <a:cubicBezTo>
                    <a:pt x="16615" y="2399"/>
                    <a:pt x="16615" y="2399"/>
                    <a:pt x="16615" y="2399"/>
                  </a:cubicBezTo>
                  <a:cubicBezTo>
                    <a:pt x="13292" y="2399"/>
                    <a:pt x="13292" y="2399"/>
                    <a:pt x="13292" y="2399"/>
                  </a:cubicBezTo>
                  <a:cubicBezTo>
                    <a:pt x="13292" y="0"/>
                    <a:pt x="13292" y="0"/>
                    <a:pt x="13292" y="0"/>
                  </a:cubicBezTo>
                  <a:close/>
                  <a:moveTo>
                    <a:pt x="9969" y="11999"/>
                  </a:moveTo>
                  <a:cubicBezTo>
                    <a:pt x="11630" y="11999"/>
                    <a:pt x="11630" y="11999"/>
                    <a:pt x="11630" y="11999"/>
                  </a:cubicBezTo>
                  <a:cubicBezTo>
                    <a:pt x="13292" y="11999"/>
                    <a:pt x="13292" y="11999"/>
                    <a:pt x="13292" y="11999"/>
                  </a:cubicBezTo>
                  <a:cubicBezTo>
                    <a:pt x="13292" y="14399"/>
                    <a:pt x="13292" y="14399"/>
                    <a:pt x="13292" y="14399"/>
                  </a:cubicBezTo>
                  <a:cubicBezTo>
                    <a:pt x="11630" y="14399"/>
                    <a:pt x="11630" y="14399"/>
                    <a:pt x="11630" y="14399"/>
                  </a:cubicBezTo>
                  <a:lnTo>
                    <a:pt x="9969" y="119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0" name="AutoShape 164"/>
            <p:cNvSpPr>
              <a:spLocks/>
            </p:cNvSpPr>
            <p:nvPr/>
          </p:nvSpPr>
          <p:spPr bwMode="auto">
            <a:xfrm>
              <a:off x="5368874" y="6012684"/>
              <a:ext cx="700814" cy="231562"/>
            </a:xfrm>
            <a:custGeom>
              <a:avLst/>
              <a:gdLst>
                <a:gd name="T0" fmla="*/ 350407 w 21600"/>
                <a:gd name="T1" fmla="*/ 115781 h 21600"/>
                <a:gd name="T2" fmla="*/ 350407 w 21600"/>
                <a:gd name="T3" fmla="*/ 115781 h 21600"/>
                <a:gd name="T4" fmla="*/ 350407 w 21600"/>
                <a:gd name="T5" fmla="*/ 115781 h 21600"/>
                <a:gd name="T6" fmla="*/ 350407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96" y="9518"/>
                  </a:moveTo>
                  <a:lnTo>
                    <a:pt x="4096" y="8054"/>
                  </a:lnTo>
                  <a:lnTo>
                    <a:pt x="4593" y="8054"/>
                  </a:lnTo>
                  <a:lnTo>
                    <a:pt x="5089" y="9518"/>
                  </a:lnTo>
                  <a:lnTo>
                    <a:pt x="5089" y="10616"/>
                  </a:lnTo>
                  <a:lnTo>
                    <a:pt x="3724" y="10616"/>
                  </a:lnTo>
                  <a:lnTo>
                    <a:pt x="3724" y="9518"/>
                  </a:lnTo>
                  <a:lnTo>
                    <a:pt x="4096" y="10616"/>
                  </a:lnTo>
                  <a:lnTo>
                    <a:pt x="4593" y="9518"/>
                  </a:lnTo>
                  <a:lnTo>
                    <a:pt x="4096" y="9518"/>
                  </a:lnTo>
                  <a:close/>
                  <a:moveTo>
                    <a:pt x="1365" y="6589"/>
                  </a:moveTo>
                  <a:lnTo>
                    <a:pt x="1365" y="8054"/>
                  </a:lnTo>
                  <a:lnTo>
                    <a:pt x="868" y="6589"/>
                  </a:lnTo>
                  <a:lnTo>
                    <a:pt x="496" y="8054"/>
                  </a:lnTo>
                  <a:lnTo>
                    <a:pt x="0" y="8054"/>
                  </a:lnTo>
                  <a:lnTo>
                    <a:pt x="496" y="9518"/>
                  </a:lnTo>
                  <a:lnTo>
                    <a:pt x="868" y="8054"/>
                  </a:lnTo>
                  <a:lnTo>
                    <a:pt x="868" y="9518"/>
                  </a:lnTo>
                  <a:lnTo>
                    <a:pt x="1365" y="8054"/>
                  </a:lnTo>
                  <a:lnTo>
                    <a:pt x="1862" y="8054"/>
                  </a:lnTo>
                  <a:lnTo>
                    <a:pt x="2358" y="6589"/>
                  </a:lnTo>
                  <a:lnTo>
                    <a:pt x="3724" y="6589"/>
                  </a:lnTo>
                  <a:lnTo>
                    <a:pt x="4096" y="4027"/>
                  </a:lnTo>
                  <a:lnTo>
                    <a:pt x="6455" y="4027"/>
                  </a:lnTo>
                  <a:lnTo>
                    <a:pt x="6951" y="5125"/>
                  </a:lnTo>
                  <a:lnTo>
                    <a:pt x="5958" y="5125"/>
                  </a:lnTo>
                  <a:lnTo>
                    <a:pt x="5958" y="6589"/>
                  </a:lnTo>
                  <a:lnTo>
                    <a:pt x="8317" y="6589"/>
                  </a:lnTo>
                  <a:lnTo>
                    <a:pt x="8689" y="8054"/>
                  </a:lnTo>
                  <a:lnTo>
                    <a:pt x="9186" y="8054"/>
                  </a:lnTo>
                  <a:lnTo>
                    <a:pt x="9186" y="6589"/>
                  </a:lnTo>
                  <a:lnTo>
                    <a:pt x="9682" y="8054"/>
                  </a:lnTo>
                  <a:lnTo>
                    <a:pt x="10055" y="9518"/>
                  </a:lnTo>
                  <a:lnTo>
                    <a:pt x="11917" y="9518"/>
                  </a:lnTo>
                  <a:lnTo>
                    <a:pt x="11917" y="10616"/>
                  </a:lnTo>
                  <a:lnTo>
                    <a:pt x="12910" y="9518"/>
                  </a:lnTo>
                  <a:lnTo>
                    <a:pt x="13282" y="13545"/>
                  </a:lnTo>
                  <a:lnTo>
                    <a:pt x="13779" y="14644"/>
                  </a:lnTo>
                  <a:lnTo>
                    <a:pt x="14275" y="14644"/>
                  </a:lnTo>
                  <a:lnTo>
                    <a:pt x="14648" y="16108"/>
                  </a:lnTo>
                  <a:lnTo>
                    <a:pt x="16137" y="16108"/>
                  </a:lnTo>
                  <a:lnTo>
                    <a:pt x="16137" y="17572"/>
                  </a:lnTo>
                  <a:lnTo>
                    <a:pt x="15641" y="17572"/>
                  </a:lnTo>
                  <a:lnTo>
                    <a:pt x="14648" y="20135"/>
                  </a:lnTo>
                  <a:lnTo>
                    <a:pt x="17875" y="20135"/>
                  </a:lnTo>
                  <a:lnTo>
                    <a:pt x="18372" y="21600"/>
                  </a:lnTo>
                  <a:lnTo>
                    <a:pt x="19737" y="20135"/>
                  </a:lnTo>
                  <a:lnTo>
                    <a:pt x="20234" y="18671"/>
                  </a:lnTo>
                  <a:lnTo>
                    <a:pt x="21600" y="18671"/>
                  </a:lnTo>
                  <a:lnTo>
                    <a:pt x="21600" y="17572"/>
                  </a:lnTo>
                  <a:lnTo>
                    <a:pt x="21103" y="17572"/>
                  </a:lnTo>
                  <a:lnTo>
                    <a:pt x="20731" y="16108"/>
                  </a:lnTo>
                  <a:lnTo>
                    <a:pt x="19737" y="14644"/>
                  </a:lnTo>
                  <a:lnTo>
                    <a:pt x="18868" y="14644"/>
                  </a:lnTo>
                  <a:lnTo>
                    <a:pt x="18868" y="12081"/>
                  </a:lnTo>
                  <a:lnTo>
                    <a:pt x="18372" y="13545"/>
                  </a:lnTo>
                  <a:lnTo>
                    <a:pt x="17875" y="13545"/>
                  </a:lnTo>
                  <a:lnTo>
                    <a:pt x="17503" y="10616"/>
                  </a:lnTo>
                  <a:lnTo>
                    <a:pt x="17006" y="12081"/>
                  </a:lnTo>
                  <a:lnTo>
                    <a:pt x="17006" y="10616"/>
                  </a:lnTo>
                  <a:lnTo>
                    <a:pt x="16137" y="9518"/>
                  </a:lnTo>
                  <a:lnTo>
                    <a:pt x="16137" y="10616"/>
                  </a:lnTo>
                  <a:lnTo>
                    <a:pt x="15641" y="10616"/>
                  </a:lnTo>
                  <a:lnTo>
                    <a:pt x="15641" y="9518"/>
                  </a:lnTo>
                  <a:lnTo>
                    <a:pt x="15641" y="10616"/>
                  </a:lnTo>
                  <a:lnTo>
                    <a:pt x="15144" y="9518"/>
                  </a:lnTo>
                  <a:lnTo>
                    <a:pt x="14275" y="9518"/>
                  </a:lnTo>
                  <a:lnTo>
                    <a:pt x="13282" y="6589"/>
                  </a:lnTo>
                  <a:lnTo>
                    <a:pt x="12910" y="5125"/>
                  </a:lnTo>
                  <a:lnTo>
                    <a:pt x="11544" y="5125"/>
                  </a:lnTo>
                  <a:lnTo>
                    <a:pt x="11544" y="4027"/>
                  </a:lnTo>
                  <a:lnTo>
                    <a:pt x="11048" y="2562"/>
                  </a:lnTo>
                  <a:lnTo>
                    <a:pt x="10055" y="2562"/>
                  </a:lnTo>
                  <a:lnTo>
                    <a:pt x="8689" y="1098"/>
                  </a:lnTo>
                  <a:lnTo>
                    <a:pt x="8317" y="2562"/>
                  </a:lnTo>
                  <a:lnTo>
                    <a:pt x="7820" y="1098"/>
                  </a:lnTo>
                  <a:lnTo>
                    <a:pt x="7324" y="1098"/>
                  </a:lnTo>
                  <a:lnTo>
                    <a:pt x="6455" y="0"/>
                  </a:lnTo>
                  <a:lnTo>
                    <a:pt x="5462" y="0"/>
                  </a:lnTo>
                  <a:lnTo>
                    <a:pt x="5089" y="1098"/>
                  </a:lnTo>
                  <a:lnTo>
                    <a:pt x="4096" y="1098"/>
                  </a:lnTo>
                  <a:lnTo>
                    <a:pt x="3227" y="2562"/>
                  </a:lnTo>
                  <a:lnTo>
                    <a:pt x="2731" y="2562"/>
                  </a:lnTo>
                  <a:lnTo>
                    <a:pt x="1862" y="4027"/>
                  </a:lnTo>
                  <a:lnTo>
                    <a:pt x="1365" y="5125"/>
                  </a:lnTo>
                  <a:lnTo>
                    <a:pt x="1365" y="65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1" name="AutoShape 165"/>
            <p:cNvSpPr>
              <a:spLocks/>
            </p:cNvSpPr>
            <p:nvPr/>
          </p:nvSpPr>
          <p:spPr bwMode="auto">
            <a:xfrm>
              <a:off x="5799828" y="5777200"/>
              <a:ext cx="374575" cy="392473"/>
            </a:xfrm>
            <a:custGeom>
              <a:avLst/>
              <a:gdLst>
                <a:gd name="T0" fmla="*/ 187288 w 21600"/>
                <a:gd name="T1" fmla="*/ 196237 h 21600"/>
                <a:gd name="T2" fmla="*/ 187288 w 21600"/>
                <a:gd name="T3" fmla="*/ 196237 h 21600"/>
                <a:gd name="T4" fmla="*/ 187288 w 21600"/>
                <a:gd name="T5" fmla="*/ 196237 h 21600"/>
                <a:gd name="T6" fmla="*/ 187288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70" y="19223"/>
                  </a:moveTo>
                  <a:close/>
                  <a:moveTo>
                    <a:pt x="18116" y="21600"/>
                  </a:moveTo>
                  <a:lnTo>
                    <a:pt x="19974" y="21600"/>
                  </a:lnTo>
                  <a:lnTo>
                    <a:pt x="20670" y="20952"/>
                  </a:lnTo>
                  <a:lnTo>
                    <a:pt x="20670" y="20087"/>
                  </a:lnTo>
                  <a:lnTo>
                    <a:pt x="19974" y="20087"/>
                  </a:lnTo>
                  <a:lnTo>
                    <a:pt x="19974" y="20952"/>
                  </a:lnTo>
                  <a:lnTo>
                    <a:pt x="19045" y="20087"/>
                  </a:lnTo>
                  <a:lnTo>
                    <a:pt x="18116" y="20952"/>
                  </a:lnTo>
                  <a:lnTo>
                    <a:pt x="18116" y="21600"/>
                  </a:lnTo>
                  <a:close/>
                  <a:moveTo>
                    <a:pt x="19974" y="15983"/>
                  </a:moveTo>
                  <a:lnTo>
                    <a:pt x="20670" y="15983"/>
                  </a:lnTo>
                  <a:lnTo>
                    <a:pt x="21599" y="16848"/>
                  </a:lnTo>
                  <a:lnTo>
                    <a:pt x="19974" y="16848"/>
                  </a:lnTo>
                  <a:lnTo>
                    <a:pt x="19974" y="15983"/>
                  </a:lnTo>
                  <a:close/>
                  <a:moveTo>
                    <a:pt x="18116" y="14471"/>
                  </a:moveTo>
                  <a:lnTo>
                    <a:pt x="17187" y="14471"/>
                  </a:lnTo>
                  <a:lnTo>
                    <a:pt x="17187" y="15335"/>
                  </a:lnTo>
                  <a:lnTo>
                    <a:pt x="16490" y="15983"/>
                  </a:lnTo>
                  <a:lnTo>
                    <a:pt x="15561" y="15983"/>
                  </a:lnTo>
                  <a:lnTo>
                    <a:pt x="15561" y="16848"/>
                  </a:lnTo>
                  <a:lnTo>
                    <a:pt x="16490" y="16848"/>
                  </a:lnTo>
                  <a:lnTo>
                    <a:pt x="18116" y="15983"/>
                  </a:lnTo>
                  <a:lnTo>
                    <a:pt x="18116" y="14471"/>
                  </a:lnTo>
                  <a:close/>
                  <a:moveTo>
                    <a:pt x="15561" y="14471"/>
                  </a:moveTo>
                  <a:lnTo>
                    <a:pt x="16490" y="14471"/>
                  </a:lnTo>
                  <a:lnTo>
                    <a:pt x="16490" y="15335"/>
                  </a:lnTo>
                  <a:lnTo>
                    <a:pt x="15561" y="14471"/>
                  </a:lnTo>
                  <a:close/>
                  <a:moveTo>
                    <a:pt x="13006" y="11231"/>
                  </a:moveTo>
                  <a:lnTo>
                    <a:pt x="13006" y="12960"/>
                  </a:lnTo>
                  <a:lnTo>
                    <a:pt x="13935" y="13608"/>
                  </a:lnTo>
                  <a:lnTo>
                    <a:pt x="13935" y="14471"/>
                  </a:lnTo>
                  <a:lnTo>
                    <a:pt x="13006" y="13608"/>
                  </a:lnTo>
                  <a:lnTo>
                    <a:pt x="13006" y="11231"/>
                  </a:lnTo>
                  <a:close/>
                  <a:moveTo>
                    <a:pt x="9522" y="11231"/>
                  </a:moveTo>
                  <a:lnTo>
                    <a:pt x="9522" y="12095"/>
                  </a:lnTo>
                  <a:lnTo>
                    <a:pt x="10451" y="12095"/>
                  </a:lnTo>
                  <a:lnTo>
                    <a:pt x="9522" y="11231"/>
                  </a:lnTo>
                  <a:close/>
                  <a:moveTo>
                    <a:pt x="15561" y="9719"/>
                  </a:moveTo>
                  <a:lnTo>
                    <a:pt x="15561" y="11231"/>
                  </a:lnTo>
                  <a:lnTo>
                    <a:pt x="16490" y="10367"/>
                  </a:lnTo>
                  <a:lnTo>
                    <a:pt x="15561" y="9719"/>
                  </a:lnTo>
                  <a:close/>
                  <a:moveTo>
                    <a:pt x="12077" y="7991"/>
                  </a:moveTo>
                  <a:lnTo>
                    <a:pt x="11380" y="8855"/>
                  </a:lnTo>
                  <a:lnTo>
                    <a:pt x="12077" y="8855"/>
                  </a:lnTo>
                  <a:lnTo>
                    <a:pt x="12077" y="10367"/>
                  </a:lnTo>
                  <a:lnTo>
                    <a:pt x="13006" y="10367"/>
                  </a:lnTo>
                  <a:lnTo>
                    <a:pt x="13006" y="9719"/>
                  </a:lnTo>
                  <a:lnTo>
                    <a:pt x="12077" y="8855"/>
                  </a:lnTo>
                  <a:lnTo>
                    <a:pt x="12077" y="7991"/>
                  </a:lnTo>
                  <a:close/>
                  <a:moveTo>
                    <a:pt x="8593" y="5615"/>
                  </a:moveTo>
                  <a:lnTo>
                    <a:pt x="9522" y="5615"/>
                  </a:lnTo>
                  <a:lnTo>
                    <a:pt x="10451" y="6479"/>
                  </a:lnTo>
                  <a:lnTo>
                    <a:pt x="10451" y="7991"/>
                  </a:lnTo>
                  <a:lnTo>
                    <a:pt x="9522" y="7991"/>
                  </a:lnTo>
                  <a:lnTo>
                    <a:pt x="9522" y="7343"/>
                  </a:lnTo>
                  <a:lnTo>
                    <a:pt x="10451" y="7343"/>
                  </a:lnTo>
                  <a:lnTo>
                    <a:pt x="8593" y="5615"/>
                  </a:lnTo>
                  <a:close/>
                  <a:moveTo>
                    <a:pt x="4412" y="0"/>
                  </a:moveTo>
                  <a:lnTo>
                    <a:pt x="6038" y="0"/>
                  </a:lnTo>
                  <a:lnTo>
                    <a:pt x="7896" y="1727"/>
                  </a:lnTo>
                  <a:lnTo>
                    <a:pt x="7896" y="2375"/>
                  </a:lnTo>
                  <a:lnTo>
                    <a:pt x="6967" y="2375"/>
                  </a:lnTo>
                  <a:lnTo>
                    <a:pt x="6967" y="3239"/>
                  </a:lnTo>
                  <a:lnTo>
                    <a:pt x="6038" y="4103"/>
                  </a:lnTo>
                  <a:lnTo>
                    <a:pt x="6967" y="2375"/>
                  </a:lnTo>
                  <a:lnTo>
                    <a:pt x="6038" y="2375"/>
                  </a:lnTo>
                  <a:lnTo>
                    <a:pt x="6967" y="1727"/>
                  </a:lnTo>
                  <a:lnTo>
                    <a:pt x="6038" y="863"/>
                  </a:lnTo>
                  <a:lnTo>
                    <a:pt x="6038" y="0"/>
                  </a:lnTo>
                  <a:lnTo>
                    <a:pt x="4412" y="0"/>
                  </a:lnTo>
                  <a:close/>
                  <a:moveTo>
                    <a:pt x="0" y="863"/>
                  </a:moveTo>
                  <a:lnTo>
                    <a:pt x="1858" y="863"/>
                  </a:lnTo>
                  <a:lnTo>
                    <a:pt x="2554" y="0"/>
                  </a:lnTo>
                  <a:lnTo>
                    <a:pt x="3483" y="0"/>
                  </a:lnTo>
                  <a:lnTo>
                    <a:pt x="4412" y="863"/>
                  </a:lnTo>
                  <a:lnTo>
                    <a:pt x="3483" y="863"/>
                  </a:lnTo>
                  <a:lnTo>
                    <a:pt x="1858" y="1727"/>
                  </a:lnTo>
                  <a:lnTo>
                    <a:pt x="929" y="1727"/>
                  </a:lnTo>
                  <a:lnTo>
                    <a:pt x="0" y="863"/>
                  </a:lnTo>
                  <a:close/>
                  <a:moveTo>
                    <a:pt x="4412" y="6479"/>
                  </a:moveTo>
                  <a:lnTo>
                    <a:pt x="6967" y="6479"/>
                  </a:lnTo>
                  <a:lnTo>
                    <a:pt x="6038" y="7343"/>
                  </a:lnTo>
                  <a:lnTo>
                    <a:pt x="5341" y="7343"/>
                  </a:lnTo>
                  <a:lnTo>
                    <a:pt x="4412" y="6479"/>
                  </a:lnTo>
                  <a:close/>
                  <a:moveTo>
                    <a:pt x="3483" y="9719"/>
                  </a:moveTo>
                  <a:lnTo>
                    <a:pt x="4412" y="9719"/>
                  </a:lnTo>
                  <a:lnTo>
                    <a:pt x="3483" y="9719"/>
                  </a:lnTo>
                  <a:close/>
                  <a:moveTo>
                    <a:pt x="2554" y="9719"/>
                  </a:moveTo>
                  <a:lnTo>
                    <a:pt x="3483" y="9719"/>
                  </a:lnTo>
                  <a:lnTo>
                    <a:pt x="3483" y="10367"/>
                  </a:lnTo>
                  <a:lnTo>
                    <a:pt x="2554" y="9719"/>
                  </a:lnTo>
                  <a:close/>
                  <a:moveTo>
                    <a:pt x="3483" y="8855"/>
                  </a:moveTo>
                  <a:lnTo>
                    <a:pt x="4412" y="8855"/>
                  </a:lnTo>
                  <a:lnTo>
                    <a:pt x="3483" y="7343"/>
                  </a:lnTo>
                  <a:lnTo>
                    <a:pt x="3483" y="6479"/>
                  </a:lnTo>
                  <a:lnTo>
                    <a:pt x="2554" y="6479"/>
                  </a:lnTo>
                  <a:lnTo>
                    <a:pt x="2554" y="7343"/>
                  </a:lnTo>
                  <a:lnTo>
                    <a:pt x="1858" y="7991"/>
                  </a:lnTo>
                  <a:lnTo>
                    <a:pt x="2554" y="8855"/>
                  </a:lnTo>
                  <a:lnTo>
                    <a:pt x="2554" y="7991"/>
                  </a:lnTo>
                  <a:lnTo>
                    <a:pt x="3483" y="8855"/>
                  </a:lnTo>
                  <a:close/>
                  <a:moveTo>
                    <a:pt x="4412" y="9719"/>
                  </a:moveTo>
                  <a:lnTo>
                    <a:pt x="3483" y="10367"/>
                  </a:lnTo>
                  <a:lnTo>
                    <a:pt x="3483" y="12095"/>
                  </a:lnTo>
                  <a:lnTo>
                    <a:pt x="4412" y="11231"/>
                  </a:lnTo>
                  <a:lnTo>
                    <a:pt x="4412" y="971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2" name="AutoShape 166"/>
            <p:cNvSpPr>
              <a:spLocks/>
            </p:cNvSpPr>
            <p:nvPr/>
          </p:nvSpPr>
          <p:spPr bwMode="auto">
            <a:xfrm>
              <a:off x="5457476" y="6856502"/>
              <a:ext cx="374575" cy="145218"/>
            </a:xfrm>
            <a:custGeom>
              <a:avLst/>
              <a:gdLst>
                <a:gd name="T0" fmla="*/ 187288 w 21600"/>
                <a:gd name="T1" fmla="*/ 72609 h 21600"/>
                <a:gd name="T2" fmla="*/ 187288 w 21600"/>
                <a:gd name="T3" fmla="*/ 72609 h 21600"/>
                <a:gd name="T4" fmla="*/ 187288 w 21600"/>
                <a:gd name="T5" fmla="*/ 72609 h 21600"/>
                <a:gd name="T6" fmla="*/ 187288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045" y="21599"/>
                  </a:moveTo>
                  <a:lnTo>
                    <a:pt x="19045" y="19264"/>
                  </a:lnTo>
                  <a:lnTo>
                    <a:pt x="18116" y="16929"/>
                  </a:lnTo>
                  <a:lnTo>
                    <a:pt x="17187" y="15178"/>
                  </a:lnTo>
                  <a:lnTo>
                    <a:pt x="18116" y="12843"/>
                  </a:lnTo>
                  <a:lnTo>
                    <a:pt x="18116" y="10508"/>
                  </a:lnTo>
                  <a:lnTo>
                    <a:pt x="19045" y="10508"/>
                  </a:lnTo>
                  <a:lnTo>
                    <a:pt x="19045" y="8756"/>
                  </a:lnTo>
                  <a:lnTo>
                    <a:pt x="18116" y="8756"/>
                  </a:lnTo>
                  <a:lnTo>
                    <a:pt x="18116" y="10508"/>
                  </a:lnTo>
                  <a:lnTo>
                    <a:pt x="17187" y="10508"/>
                  </a:lnTo>
                  <a:lnTo>
                    <a:pt x="17187" y="8756"/>
                  </a:lnTo>
                  <a:lnTo>
                    <a:pt x="16490" y="6421"/>
                  </a:lnTo>
                  <a:lnTo>
                    <a:pt x="15561" y="6421"/>
                  </a:lnTo>
                  <a:lnTo>
                    <a:pt x="15561" y="4086"/>
                  </a:lnTo>
                  <a:lnTo>
                    <a:pt x="13703" y="4086"/>
                  </a:lnTo>
                  <a:lnTo>
                    <a:pt x="13006" y="6421"/>
                  </a:lnTo>
                  <a:lnTo>
                    <a:pt x="13006" y="8756"/>
                  </a:lnTo>
                  <a:lnTo>
                    <a:pt x="12077" y="10508"/>
                  </a:lnTo>
                  <a:lnTo>
                    <a:pt x="10451" y="10508"/>
                  </a:lnTo>
                  <a:lnTo>
                    <a:pt x="9522" y="12843"/>
                  </a:lnTo>
                  <a:lnTo>
                    <a:pt x="11148" y="16929"/>
                  </a:lnTo>
                  <a:lnTo>
                    <a:pt x="11148" y="19264"/>
                  </a:lnTo>
                  <a:lnTo>
                    <a:pt x="9522" y="19264"/>
                  </a:lnTo>
                  <a:lnTo>
                    <a:pt x="9522" y="21599"/>
                  </a:lnTo>
                  <a:lnTo>
                    <a:pt x="7896" y="21599"/>
                  </a:lnTo>
                  <a:lnTo>
                    <a:pt x="7896" y="15178"/>
                  </a:lnTo>
                  <a:lnTo>
                    <a:pt x="6967" y="15178"/>
                  </a:lnTo>
                  <a:lnTo>
                    <a:pt x="6967" y="16929"/>
                  </a:lnTo>
                  <a:lnTo>
                    <a:pt x="6038" y="16929"/>
                  </a:lnTo>
                  <a:lnTo>
                    <a:pt x="5109" y="15178"/>
                  </a:lnTo>
                  <a:lnTo>
                    <a:pt x="5109" y="12843"/>
                  </a:lnTo>
                  <a:lnTo>
                    <a:pt x="3483" y="12843"/>
                  </a:lnTo>
                  <a:lnTo>
                    <a:pt x="3483" y="10508"/>
                  </a:lnTo>
                  <a:lnTo>
                    <a:pt x="929" y="10508"/>
                  </a:lnTo>
                  <a:lnTo>
                    <a:pt x="929" y="6421"/>
                  </a:lnTo>
                  <a:lnTo>
                    <a:pt x="0" y="6421"/>
                  </a:lnTo>
                  <a:lnTo>
                    <a:pt x="0" y="4086"/>
                  </a:lnTo>
                  <a:lnTo>
                    <a:pt x="929" y="1751"/>
                  </a:lnTo>
                  <a:lnTo>
                    <a:pt x="929" y="0"/>
                  </a:lnTo>
                  <a:lnTo>
                    <a:pt x="1858" y="0"/>
                  </a:lnTo>
                  <a:lnTo>
                    <a:pt x="1858" y="1751"/>
                  </a:lnTo>
                  <a:lnTo>
                    <a:pt x="2554" y="1751"/>
                  </a:lnTo>
                  <a:lnTo>
                    <a:pt x="2554" y="4086"/>
                  </a:lnTo>
                  <a:lnTo>
                    <a:pt x="3483" y="4086"/>
                  </a:lnTo>
                  <a:lnTo>
                    <a:pt x="3483" y="6421"/>
                  </a:lnTo>
                  <a:lnTo>
                    <a:pt x="4412" y="6421"/>
                  </a:lnTo>
                  <a:lnTo>
                    <a:pt x="4412" y="4086"/>
                  </a:lnTo>
                  <a:lnTo>
                    <a:pt x="5109" y="4086"/>
                  </a:lnTo>
                  <a:lnTo>
                    <a:pt x="6038" y="6421"/>
                  </a:lnTo>
                  <a:lnTo>
                    <a:pt x="8593" y="6421"/>
                  </a:lnTo>
                  <a:lnTo>
                    <a:pt x="8593" y="4086"/>
                  </a:lnTo>
                  <a:lnTo>
                    <a:pt x="11148" y="1751"/>
                  </a:lnTo>
                  <a:lnTo>
                    <a:pt x="13006" y="1751"/>
                  </a:lnTo>
                  <a:lnTo>
                    <a:pt x="13703" y="0"/>
                  </a:lnTo>
                  <a:lnTo>
                    <a:pt x="14632" y="0"/>
                  </a:lnTo>
                  <a:lnTo>
                    <a:pt x="14632" y="1751"/>
                  </a:lnTo>
                  <a:lnTo>
                    <a:pt x="18116" y="1751"/>
                  </a:lnTo>
                  <a:lnTo>
                    <a:pt x="19741" y="4086"/>
                  </a:lnTo>
                  <a:lnTo>
                    <a:pt x="19741" y="6421"/>
                  </a:lnTo>
                  <a:lnTo>
                    <a:pt x="20670" y="6421"/>
                  </a:lnTo>
                  <a:lnTo>
                    <a:pt x="21599" y="8756"/>
                  </a:lnTo>
                  <a:lnTo>
                    <a:pt x="20670" y="8756"/>
                  </a:lnTo>
                  <a:lnTo>
                    <a:pt x="21599" y="10508"/>
                  </a:lnTo>
                  <a:lnTo>
                    <a:pt x="21599" y="12843"/>
                  </a:lnTo>
                  <a:lnTo>
                    <a:pt x="20670" y="15178"/>
                  </a:lnTo>
                  <a:lnTo>
                    <a:pt x="20670" y="16929"/>
                  </a:lnTo>
                  <a:lnTo>
                    <a:pt x="19741" y="16929"/>
                  </a:lnTo>
                  <a:lnTo>
                    <a:pt x="190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3" name="AutoShape 167"/>
            <p:cNvSpPr>
              <a:spLocks/>
            </p:cNvSpPr>
            <p:nvPr/>
          </p:nvSpPr>
          <p:spPr bwMode="auto">
            <a:xfrm>
              <a:off x="5264150" y="6754456"/>
              <a:ext cx="225549" cy="188387"/>
            </a:xfrm>
            <a:custGeom>
              <a:avLst/>
              <a:gdLst>
                <a:gd name="T0" fmla="*/ 112775 w 21600"/>
                <a:gd name="T1" fmla="*/ 94194 h 21600"/>
                <a:gd name="T2" fmla="*/ 112775 w 21600"/>
                <a:gd name="T3" fmla="*/ 94194 h 21600"/>
                <a:gd name="T4" fmla="*/ 112775 w 21600"/>
                <a:gd name="T5" fmla="*/ 94194 h 21600"/>
                <a:gd name="T6" fmla="*/ 112775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57" y="19799"/>
                  </a:moveTo>
                  <a:lnTo>
                    <a:pt x="20057" y="21599"/>
                  </a:lnTo>
                  <a:lnTo>
                    <a:pt x="17357" y="21599"/>
                  </a:lnTo>
                  <a:lnTo>
                    <a:pt x="17357" y="19799"/>
                  </a:lnTo>
                  <a:lnTo>
                    <a:pt x="15814" y="18450"/>
                  </a:lnTo>
                  <a:lnTo>
                    <a:pt x="17357" y="19799"/>
                  </a:lnTo>
                  <a:lnTo>
                    <a:pt x="17357" y="21599"/>
                  </a:lnTo>
                  <a:lnTo>
                    <a:pt x="15814" y="21599"/>
                  </a:lnTo>
                  <a:lnTo>
                    <a:pt x="15814" y="19799"/>
                  </a:lnTo>
                  <a:lnTo>
                    <a:pt x="14271" y="19799"/>
                  </a:lnTo>
                  <a:lnTo>
                    <a:pt x="12728" y="18450"/>
                  </a:lnTo>
                  <a:lnTo>
                    <a:pt x="14271" y="16650"/>
                  </a:lnTo>
                  <a:lnTo>
                    <a:pt x="12728" y="14850"/>
                  </a:lnTo>
                  <a:lnTo>
                    <a:pt x="11571" y="14850"/>
                  </a:lnTo>
                  <a:lnTo>
                    <a:pt x="10028" y="13050"/>
                  </a:lnTo>
                  <a:lnTo>
                    <a:pt x="8485" y="11699"/>
                  </a:lnTo>
                  <a:lnTo>
                    <a:pt x="7328" y="9899"/>
                  </a:lnTo>
                  <a:lnTo>
                    <a:pt x="7328" y="8100"/>
                  </a:lnTo>
                  <a:lnTo>
                    <a:pt x="5785" y="8100"/>
                  </a:lnTo>
                  <a:lnTo>
                    <a:pt x="5785" y="6749"/>
                  </a:lnTo>
                  <a:lnTo>
                    <a:pt x="4242" y="8100"/>
                  </a:lnTo>
                  <a:lnTo>
                    <a:pt x="7328" y="9899"/>
                  </a:lnTo>
                  <a:lnTo>
                    <a:pt x="7328" y="11699"/>
                  </a:lnTo>
                  <a:lnTo>
                    <a:pt x="5785" y="11699"/>
                  </a:lnTo>
                  <a:lnTo>
                    <a:pt x="4242" y="9899"/>
                  </a:lnTo>
                  <a:lnTo>
                    <a:pt x="2700" y="9899"/>
                  </a:lnTo>
                  <a:lnTo>
                    <a:pt x="0" y="8100"/>
                  </a:lnTo>
                  <a:lnTo>
                    <a:pt x="1542" y="6749"/>
                  </a:lnTo>
                  <a:lnTo>
                    <a:pt x="1542" y="3149"/>
                  </a:lnTo>
                  <a:lnTo>
                    <a:pt x="0" y="3149"/>
                  </a:lnTo>
                  <a:lnTo>
                    <a:pt x="1542" y="3149"/>
                  </a:lnTo>
                  <a:lnTo>
                    <a:pt x="1542" y="1350"/>
                  </a:lnTo>
                  <a:lnTo>
                    <a:pt x="4242" y="0"/>
                  </a:lnTo>
                  <a:lnTo>
                    <a:pt x="7328" y="1350"/>
                  </a:lnTo>
                  <a:lnTo>
                    <a:pt x="10028" y="1350"/>
                  </a:lnTo>
                  <a:lnTo>
                    <a:pt x="11571" y="3149"/>
                  </a:lnTo>
                  <a:lnTo>
                    <a:pt x="12728" y="4949"/>
                  </a:lnTo>
                  <a:lnTo>
                    <a:pt x="12728" y="3149"/>
                  </a:lnTo>
                  <a:lnTo>
                    <a:pt x="14271" y="3149"/>
                  </a:lnTo>
                  <a:lnTo>
                    <a:pt x="14271" y="4949"/>
                  </a:lnTo>
                  <a:lnTo>
                    <a:pt x="15814" y="4949"/>
                  </a:lnTo>
                  <a:lnTo>
                    <a:pt x="15814" y="3149"/>
                  </a:lnTo>
                  <a:lnTo>
                    <a:pt x="15814" y="4949"/>
                  </a:lnTo>
                  <a:lnTo>
                    <a:pt x="17357" y="6749"/>
                  </a:lnTo>
                  <a:lnTo>
                    <a:pt x="17357" y="8100"/>
                  </a:lnTo>
                  <a:lnTo>
                    <a:pt x="18514" y="8100"/>
                  </a:lnTo>
                  <a:lnTo>
                    <a:pt x="18514" y="9899"/>
                  </a:lnTo>
                  <a:lnTo>
                    <a:pt x="20057" y="11699"/>
                  </a:lnTo>
                  <a:lnTo>
                    <a:pt x="21599" y="11699"/>
                  </a:lnTo>
                  <a:lnTo>
                    <a:pt x="20057" y="11699"/>
                  </a:lnTo>
                  <a:lnTo>
                    <a:pt x="20057" y="13050"/>
                  </a:lnTo>
                  <a:lnTo>
                    <a:pt x="18514" y="14850"/>
                  </a:lnTo>
                  <a:lnTo>
                    <a:pt x="18514" y="16650"/>
                  </a:lnTo>
                  <a:lnTo>
                    <a:pt x="20057" y="16650"/>
                  </a:lnTo>
                  <a:lnTo>
                    <a:pt x="20057" y="19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4" name="AutoShape 168"/>
            <p:cNvSpPr>
              <a:spLocks/>
            </p:cNvSpPr>
            <p:nvPr/>
          </p:nvSpPr>
          <p:spPr bwMode="auto">
            <a:xfrm>
              <a:off x="5159435" y="6534677"/>
              <a:ext cx="314158" cy="262960"/>
            </a:xfrm>
            <a:custGeom>
              <a:avLst/>
              <a:gdLst>
                <a:gd name="T0" fmla="*/ 157079 w 21600"/>
                <a:gd name="T1" fmla="*/ 131480 h 21600"/>
                <a:gd name="T2" fmla="*/ 157079 w 21600"/>
                <a:gd name="T3" fmla="*/ 131480 h 21600"/>
                <a:gd name="T4" fmla="*/ 157079 w 21600"/>
                <a:gd name="T5" fmla="*/ 131480 h 21600"/>
                <a:gd name="T6" fmla="*/ 157079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228" y="19199"/>
                  </a:moveTo>
                  <a:cubicBezTo>
                    <a:pt x="8228" y="19199"/>
                    <a:pt x="8228" y="19199"/>
                    <a:pt x="8228" y="19199"/>
                  </a:cubicBezTo>
                  <a:cubicBezTo>
                    <a:pt x="8228" y="19199"/>
                    <a:pt x="8228" y="19199"/>
                    <a:pt x="8228" y="19199"/>
                  </a:cubicBezTo>
                  <a:cubicBezTo>
                    <a:pt x="10285" y="18000"/>
                    <a:pt x="10285" y="18000"/>
                    <a:pt x="10285" y="18000"/>
                  </a:cubicBezTo>
                  <a:cubicBezTo>
                    <a:pt x="12342" y="19199"/>
                    <a:pt x="12342" y="19199"/>
                    <a:pt x="12342" y="19199"/>
                  </a:cubicBezTo>
                  <a:cubicBezTo>
                    <a:pt x="13371" y="19199"/>
                    <a:pt x="13371" y="19199"/>
                    <a:pt x="13371" y="19199"/>
                  </a:cubicBezTo>
                  <a:cubicBezTo>
                    <a:pt x="14399" y="19199"/>
                    <a:pt x="14399" y="19199"/>
                    <a:pt x="14399" y="19199"/>
                  </a:cubicBezTo>
                  <a:cubicBezTo>
                    <a:pt x="14399" y="19199"/>
                    <a:pt x="14399" y="19199"/>
                    <a:pt x="14399" y="19199"/>
                  </a:cubicBezTo>
                  <a:cubicBezTo>
                    <a:pt x="15428" y="20400"/>
                    <a:pt x="15428" y="20400"/>
                    <a:pt x="15428" y="20400"/>
                  </a:cubicBezTo>
                  <a:cubicBezTo>
                    <a:pt x="15428" y="20400"/>
                    <a:pt x="15428" y="20400"/>
                    <a:pt x="15428" y="20400"/>
                  </a:cubicBezTo>
                  <a:cubicBezTo>
                    <a:pt x="16457" y="21600"/>
                    <a:pt x="16457" y="21600"/>
                    <a:pt x="16457" y="21600"/>
                  </a:cubicBezTo>
                  <a:cubicBezTo>
                    <a:pt x="16457" y="20400"/>
                    <a:pt x="16457" y="20400"/>
                    <a:pt x="16457" y="20400"/>
                  </a:cubicBezTo>
                  <a:cubicBezTo>
                    <a:pt x="17485" y="20400"/>
                    <a:pt x="17485" y="20400"/>
                    <a:pt x="17485" y="20400"/>
                  </a:cubicBezTo>
                  <a:cubicBezTo>
                    <a:pt x="17485" y="20400"/>
                    <a:pt x="17485" y="20400"/>
                    <a:pt x="17485" y="20400"/>
                  </a:cubicBezTo>
                  <a:cubicBezTo>
                    <a:pt x="17485" y="20400"/>
                    <a:pt x="17485" y="20400"/>
                    <a:pt x="17485" y="20400"/>
                  </a:cubicBezTo>
                  <a:cubicBezTo>
                    <a:pt x="17485" y="20400"/>
                    <a:pt x="17485" y="20400"/>
                    <a:pt x="17485" y="20400"/>
                  </a:cubicBezTo>
                  <a:cubicBezTo>
                    <a:pt x="17485" y="19199"/>
                    <a:pt x="17485" y="19199"/>
                    <a:pt x="17485" y="19199"/>
                  </a:cubicBezTo>
                  <a:cubicBezTo>
                    <a:pt x="17485" y="18000"/>
                    <a:pt x="17485" y="18000"/>
                    <a:pt x="17485" y="180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4400"/>
                    <a:pt x="17485" y="14400"/>
                    <a:pt x="17485" y="14400"/>
                  </a:cubicBezTo>
                  <a:cubicBezTo>
                    <a:pt x="17485" y="13199"/>
                    <a:pt x="17485" y="13199"/>
                    <a:pt x="17485" y="13199"/>
                  </a:cubicBezTo>
                  <a:cubicBezTo>
                    <a:pt x="17485" y="13199"/>
                    <a:pt x="17485" y="13199"/>
                    <a:pt x="17485" y="13199"/>
                  </a:cubicBezTo>
                  <a:cubicBezTo>
                    <a:pt x="18514" y="10800"/>
                    <a:pt x="18514" y="10800"/>
                    <a:pt x="18514" y="10800"/>
                  </a:cubicBezTo>
                  <a:cubicBezTo>
                    <a:pt x="18514" y="12000"/>
                    <a:pt x="18514" y="12000"/>
                    <a:pt x="18514" y="12000"/>
                  </a:cubicBezTo>
                  <a:cubicBezTo>
                    <a:pt x="18514" y="12000"/>
                    <a:pt x="18514" y="12000"/>
                    <a:pt x="18514" y="12000"/>
                  </a:cubicBezTo>
                  <a:cubicBezTo>
                    <a:pt x="18514" y="12000"/>
                    <a:pt x="18514" y="12000"/>
                    <a:pt x="18514" y="13199"/>
                  </a:cubicBezTo>
                  <a:cubicBezTo>
                    <a:pt x="18514" y="13199"/>
                    <a:pt x="18514" y="13199"/>
                    <a:pt x="18514" y="13199"/>
                  </a:cubicBezTo>
                  <a:cubicBezTo>
                    <a:pt x="18514" y="13199"/>
                    <a:pt x="18514" y="13199"/>
                    <a:pt x="18514" y="13199"/>
                  </a:cubicBezTo>
                  <a:cubicBezTo>
                    <a:pt x="18514" y="13199"/>
                    <a:pt x="18514" y="13199"/>
                    <a:pt x="18514" y="13199"/>
                  </a:cubicBezTo>
                  <a:cubicBezTo>
                    <a:pt x="19542" y="10800"/>
                    <a:pt x="19542" y="10800"/>
                    <a:pt x="19542" y="10800"/>
                  </a:cubicBezTo>
                  <a:cubicBezTo>
                    <a:pt x="19542" y="8400"/>
                    <a:pt x="19542" y="8400"/>
                    <a:pt x="19542" y="8400"/>
                  </a:cubicBezTo>
                  <a:cubicBezTo>
                    <a:pt x="19542" y="8400"/>
                    <a:pt x="19542" y="8400"/>
                    <a:pt x="19542" y="8400"/>
                  </a:cubicBezTo>
                  <a:cubicBezTo>
                    <a:pt x="18514" y="8400"/>
                    <a:pt x="18514" y="8400"/>
                    <a:pt x="18514" y="8400"/>
                  </a:cubicBezTo>
                  <a:cubicBezTo>
                    <a:pt x="18514" y="7199"/>
                    <a:pt x="18514" y="7199"/>
                    <a:pt x="18514" y="7199"/>
                  </a:cubicBezTo>
                  <a:cubicBezTo>
                    <a:pt x="18514" y="7199"/>
                    <a:pt x="18514" y="7199"/>
                    <a:pt x="18514" y="7199"/>
                  </a:cubicBezTo>
                  <a:cubicBezTo>
                    <a:pt x="18514" y="7199"/>
                    <a:pt x="18514" y="7199"/>
                    <a:pt x="18514" y="7199"/>
                  </a:cubicBezTo>
                  <a:cubicBezTo>
                    <a:pt x="19542" y="7199"/>
                    <a:pt x="19542" y="7199"/>
                    <a:pt x="19542" y="7199"/>
                  </a:cubicBezTo>
                  <a:cubicBezTo>
                    <a:pt x="19542" y="7199"/>
                    <a:pt x="19542" y="7199"/>
                    <a:pt x="19542" y="7199"/>
                  </a:cubicBezTo>
                  <a:cubicBezTo>
                    <a:pt x="19542" y="6000"/>
                    <a:pt x="19542" y="6000"/>
                    <a:pt x="19542" y="6000"/>
                  </a:cubicBezTo>
                  <a:cubicBezTo>
                    <a:pt x="20571" y="4799"/>
                    <a:pt x="20571" y="4799"/>
                    <a:pt x="20571" y="4799"/>
                  </a:cubicBezTo>
                  <a:cubicBezTo>
                    <a:pt x="20571" y="4799"/>
                    <a:pt x="20571" y="4799"/>
                    <a:pt x="20571" y="4799"/>
                  </a:cubicBezTo>
                  <a:cubicBezTo>
                    <a:pt x="20571" y="3599"/>
                    <a:pt x="20571" y="3599"/>
                    <a:pt x="20571" y="3599"/>
                  </a:cubicBezTo>
                  <a:cubicBezTo>
                    <a:pt x="20571" y="3599"/>
                    <a:pt x="20571" y="3599"/>
                    <a:pt x="20571" y="3599"/>
                  </a:cubicBezTo>
                  <a:cubicBezTo>
                    <a:pt x="20571" y="3599"/>
                    <a:pt x="20571" y="3599"/>
                    <a:pt x="20571" y="3599"/>
                  </a:cubicBezTo>
                  <a:cubicBezTo>
                    <a:pt x="20571" y="2399"/>
                    <a:pt x="20571" y="2399"/>
                    <a:pt x="20571" y="2399"/>
                  </a:cubicBezTo>
                  <a:cubicBezTo>
                    <a:pt x="20571" y="2399"/>
                    <a:pt x="20571" y="2399"/>
                    <a:pt x="20571" y="2399"/>
                  </a:cubicBezTo>
                  <a:cubicBezTo>
                    <a:pt x="20571" y="0"/>
                    <a:pt x="20571" y="0"/>
                    <a:pt x="20571" y="0"/>
                  </a:cubicBezTo>
                  <a:cubicBezTo>
                    <a:pt x="20571" y="0"/>
                    <a:pt x="20571" y="0"/>
                    <a:pt x="20571" y="0"/>
                  </a:cubicBezTo>
                  <a:cubicBezTo>
                    <a:pt x="21600" y="0"/>
                    <a:pt x="21600" y="0"/>
                    <a:pt x="21600" y="0"/>
                  </a:cubicBezTo>
                  <a:cubicBezTo>
                    <a:pt x="20571" y="0"/>
                    <a:pt x="20571" y="0"/>
                    <a:pt x="20571" y="0"/>
                  </a:cubicBezTo>
                  <a:cubicBezTo>
                    <a:pt x="19542" y="0"/>
                    <a:pt x="19542" y="0"/>
                    <a:pt x="19542" y="0"/>
                  </a:cubicBezTo>
                  <a:cubicBezTo>
                    <a:pt x="19542" y="0"/>
                    <a:pt x="19542" y="0"/>
                    <a:pt x="19542" y="0"/>
                  </a:cubicBezTo>
                  <a:cubicBezTo>
                    <a:pt x="19542" y="0"/>
                    <a:pt x="19542" y="0"/>
                    <a:pt x="19542" y="0"/>
                  </a:cubicBezTo>
                  <a:cubicBezTo>
                    <a:pt x="18514" y="0"/>
                    <a:pt x="18514" y="0"/>
                    <a:pt x="18514" y="0"/>
                  </a:cubicBezTo>
                  <a:cubicBezTo>
                    <a:pt x="18514" y="0"/>
                    <a:pt x="18514" y="0"/>
                    <a:pt x="18514" y="0"/>
                  </a:cubicBezTo>
                  <a:cubicBezTo>
                    <a:pt x="18514" y="1199"/>
                    <a:pt x="18514" y="1199"/>
                    <a:pt x="18514" y="1199"/>
                  </a:cubicBezTo>
                  <a:cubicBezTo>
                    <a:pt x="17485" y="1199"/>
                    <a:pt x="17485" y="1199"/>
                    <a:pt x="17485" y="1199"/>
                  </a:cubicBezTo>
                  <a:cubicBezTo>
                    <a:pt x="16457" y="1199"/>
                    <a:pt x="16457" y="1199"/>
                    <a:pt x="16457" y="1199"/>
                  </a:cubicBezTo>
                  <a:cubicBezTo>
                    <a:pt x="16457" y="2399"/>
                    <a:pt x="16457" y="2399"/>
                    <a:pt x="16457" y="2399"/>
                  </a:cubicBezTo>
                  <a:cubicBezTo>
                    <a:pt x="15428" y="1199"/>
                    <a:pt x="15428" y="1199"/>
                    <a:pt x="15428" y="1199"/>
                  </a:cubicBezTo>
                  <a:cubicBezTo>
                    <a:pt x="14399" y="2399"/>
                    <a:pt x="14399" y="2399"/>
                    <a:pt x="14399" y="2399"/>
                  </a:cubicBezTo>
                  <a:cubicBezTo>
                    <a:pt x="14399" y="1199"/>
                    <a:pt x="14399" y="1199"/>
                    <a:pt x="14399" y="1199"/>
                  </a:cubicBezTo>
                  <a:cubicBezTo>
                    <a:pt x="14399" y="1199"/>
                    <a:pt x="14399" y="1199"/>
                    <a:pt x="14399" y="1199"/>
                  </a:cubicBezTo>
                  <a:cubicBezTo>
                    <a:pt x="13371" y="1199"/>
                    <a:pt x="13371" y="1199"/>
                    <a:pt x="13371" y="1199"/>
                  </a:cubicBezTo>
                  <a:cubicBezTo>
                    <a:pt x="13371" y="2399"/>
                    <a:pt x="13371" y="2399"/>
                    <a:pt x="13371" y="2399"/>
                  </a:cubicBezTo>
                  <a:cubicBezTo>
                    <a:pt x="12342" y="2399"/>
                    <a:pt x="12342" y="2399"/>
                    <a:pt x="12342" y="2399"/>
                  </a:cubicBezTo>
                  <a:cubicBezTo>
                    <a:pt x="12342" y="3599"/>
                    <a:pt x="12342" y="3599"/>
                    <a:pt x="12342" y="3599"/>
                  </a:cubicBezTo>
                  <a:cubicBezTo>
                    <a:pt x="12342" y="3599"/>
                    <a:pt x="12342" y="3599"/>
                    <a:pt x="12342" y="3599"/>
                  </a:cubicBezTo>
                  <a:cubicBezTo>
                    <a:pt x="11314" y="3599"/>
                    <a:pt x="11314" y="3599"/>
                    <a:pt x="11314" y="3599"/>
                  </a:cubicBezTo>
                  <a:cubicBezTo>
                    <a:pt x="10285" y="4799"/>
                    <a:pt x="10285" y="4799"/>
                    <a:pt x="10285" y="4799"/>
                  </a:cubicBezTo>
                  <a:cubicBezTo>
                    <a:pt x="9257" y="4799"/>
                    <a:pt x="9257" y="4799"/>
                    <a:pt x="9257" y="4799"/>
                  </a:cubicBezTo>
                  <a:cubicBezTo>
                    <a:pt x="9257" y="6000"/>
                    <a:pt x="9257" y="6000"/>
                    <a:pt x="9257" y="6000"/>
                  </a:cubicBezTo>
                  <a:cubicBezTo>
                    <a:pt x="8228" y="6000"/>
                    <a:pt x="8228" y="6000"/>
                    <a:pt x="8228" y="6000"/>
                  </a:cubicBezTo>
                  <a:cubicBezTo>
                    <a:pt x="8228" y="6000"/>
                    <a:pt x="8228" y="6000"/>
                    <a:pt x="8228" y="6000"/>
                  </a:cubicBezTo>
                  <a:cubicBezTo>
                    <a:pt x="8228" y="4799"/>
                    <a:pt x="8228" y="4799"/>
                    <a:pt x="8228" y="4799"/>
                  </a:cubicBezTo>
                  <a:cubicBezTo>
                    <a:pt x="6171" y="4799"/>
                    <a:pt x="6171" y="4799"/>
                    <a:pt x="6171" y="4799"/>
                  </a:cubicBezTo>
                  <a:cubicBezTo>
                    <a:pt x="5142" y="6000"/>
                    <a:pt x="5142" y="6000"/>
                    <a:pt x="5142" y="6000"/>
                  </a:cubicBezTo>
                  <a:cubicBezTo>
                    <a:pt x="4114" y="6000"/>
                    <a:pt x="4114" y="6000"/>
                    <a:pt x="4114" y="6000"/>
                  </a:cubicBezTo>
                  <a:cubicBezTo>
                    <a:pt x="4114" y="7199"/>
                    <a:pt x="4114" y="7199"/>
                    <a:pt x="4114" y="7199"/>
                  </a:cubicBezTo>
                  <a:cubicBezTo>
                    <a:pt x="4114" y="7199"/>
                    <a:pt x="4114" y="7199"/>
                    <a:pt x="4114" y="7199"/>
                  </a:cubicBezTo>
                  <a:cubicBezTo>
                    <a:pt x="4114" y="8400"/>
                    <a:pt x="4114" y="8400"/>
                    <a:pt x="4114" y="8400"/>
                  </a:cubicBezTo>
                  <a:cubicBezTo>
                    <a:pt x="3085" y="9599"/>
                    <a:pt x="3085" y="9599"/>
                    <a:pt x="3085" y="9599"/>
                  </a:cubicBezTo>
                  <a:cubicBezTo>
                    <a:pt x="2057" y="9599"/>
                    <a:pt x="2057" y="9599"/>
                    <a:pt x="2057" y="9599"/>
                  </a:cubicBezTo>
                  <a:cubicBezTo>
                    <a:pt x="1028" y="9599"/>
                    <a:pt x="1028" y="9599"/>
                    <a:pt x="1028" y="9599"/>
                  </a:cubicBezTo>
                  <a:cubicBezTo>
                    <a:pt x="1028" y="9599"/>
                    <a:pt x="1028" y="9599"/>
                    <a:pt x="1028" y="9599"/>
                  </a:cubicBezTo>
                  <a:cubicBezTo>
                    <a:pt x="1028" y="10800"/>
                    <a:pt x="1028" y="10800"/>
                    <a:pt x="1028" y="10800"/>
                  </a:cubicBezTo>
                  <a:cubicBezTo>
                    <a:pt x="0" y="9599"/>
                    <a:pt x="0" y="9599"/>
                    <a:pt x="0" y="9599"/>
                  </a:cubicBezTo>
                  <a:cubicBezTo>
                    <a:pt x="0" y="10800"/>
                    <a:pt x="0" y="10800"/>
                    <a:pt x="0" y="10800"/>
                  </a:cubicBezTo>
                  <a:cubicBezTo>
                    <a:pt x="2057" y="12000"/>
                    <a:pt x="2057" y="12000"/>
                    <a:pt x="2057" y="12000"/>
                  </a:cubicBezTo>
                  <a:cubicBezTo>
                    <a:pt x="2057" y="13199"/>
                    <a:pt x="2057" y="13199"/>
                    <a:pt x="2057" y="13199"/>
                  </a:cubicBezTo>
                  <a:cubicBezTo>
                    <a:pt x="2057" y="13199"/>
                    <a:pt x="2057" y="13199"/>
                    <a:pt x="2057" y="13199"/>
                  </a:cubicBezTo>
                  <a:cubicBezTo>
                    <a:pt x="4114" y="14400"/>
                    <a:pt x="4114" y="14400"/>
                    <a:pt x="4114" y="14400"/>
                  </a:cubicBezTo>
                  <a:cubicBezTo>
                    <a:pt x="5142" y="16800"/>
                    <a:pt x="5142" y="16800"/>
                    <a:pt x="5142" y="16800"/>
                  </a:cubicBezTo>
                  <a:cubicBezTo>
                    <a:pt x="7199" y="19199"/>
                    <a:pt x="7199" y="19199"/>
                    <a:pt x="7199" y="19199"/>
                  </a:cubicBezTo>
                  <a:cubicBezTo>
                    <a:pt x="7199" y="19199"/>
                    <a:pt x="7199" y="19199"/>
                    <a:pt x="7199" y="19199"/>
                  </a:cubicBezTo>
                  <a:lnTo>
                    <a:pt x="8228" y="191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5" name="AutoShape 169"/>
            <p:cNvSpPr>
              <a:spLocks/>
            </p:cNvSpPr>
            <p:nvPr/>
          </p:nvSpPr>
          <p:spPr bwMode="auto">
            <a:xfrm>
              <a:off x="5026521" y="6464028"/>
              <a:ext cx="447071" cy="188387"/>
            </a:xfrm>
            <a:custGeom>
              <a:avLst/>
              <a:gdLst>
                <a:gd name="T0" fmla="*/ 223536 w 21600"/>
                <a:gd name="T1" fmla="*/ 94194 h 21600"/>
                <a:gd name="T2" fmla="*/ 223536 w 21600"/>
                <a:gd name="T3" fmla="*/ 94194 h 21600"/>
                <a:gd name="T4" fmla="*/ 223536 w 21600"/>
                <a:gd name="T5" fmla="*/ 94194 h 21600"/>
                <a:gd name="T6" fmla="*/ 223536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200" y="21599"/>
                  </a:moveTo>
                  <a:lnTo>
                    <a:pt x="8562" y="21599"/>
                  </a:lnTo>
                  <a:lnTo>
                    <a:pt x="9340" y="19799"/>
                  </a:lnTo>
                  <a:lnTo>
                    <a:pt x="9340" y="16650"/>
                  </a:lnTo>
                  <a:lnTo>
                    <a:pt x="10118" y="16650"/>
                  </a:lnTo>
                  <a:lnTo>
                    <a:pt x="10702" y="14850"/>
                  </a:lnTo>
                  <a:lnTo>
                    <a:pt x="12259" y="14850"/>
                  </a:lnTo>
                  <a:lnTo>
                    <a:pt x="12259" y="16650"/>
                  </a:lnTo>
                  <a:lnTo>
                    <a:pt x="12843" y="16650"/>
                  </a:lnTo>
                  <a:lnTo>
                    <a:pt x="12843" y="14850"/>
                  </a:lnTo>
                  <a:lnTo>
                    <a:pt x="13621" y="14850"/>
                  </a:lnTo>
                  <a:lnTo>
                    <a:pt x="14400" y="13050"/>
                  </a:lnTo>
                  <a:lnTo>
                    <a:pt x="15178" y="13050"/>
                  </a:lnTo>
                  <a:lnTo>
                    <a:pt x="15178" y="11699"/>
                  </a:lnTo>
                  <a:lnTo>
                    <a:pt x="15762" y="11699"/>
                  </a:lnTo>
                  <a:lnTo>
                    <a:pt x="15762" y="9899"/>
                  </a:lnTo>
                  <a:lnTo>
                    <a:pt x="16540" y="9899"/>
                  </a:lnTo>
                  <a:lnTo>
                    <a:pt x="16540" y="11699"/>
                  </a:lnTo>
                  <a:lnTo>
                    <a:pt x="17318" y="9899"/>
                  </a:lnTo>
                  <a:lnTo>
                    <a:pt x="17902" y="11699"/>
                  </a:lnTo>
                  <a:lnTo>
                    <a:pt x="17902" y="9899"/>
                  </a:lnTo>
                  <a:lnTo>
                    <a:pt x="19459" y="9899"/>
                  </a:lnTo>
                  <a:lnTo>
                    <a:pt x="19459" y="8100"/>
                  </a:lnTo>
                  <a:lnTo>
                    <a:pt x="21600" y="8100"/>
                  </a:lnTo>
                  <a:lnTo>
                    <a:pt x="21600" y="6299"/>
                  </a:lnTo>
                  <a:lnTo>
                    <a:pt x="20821" y="4949"/>
                  </a:lnTo>
                  <a:lnTo>
                    <a:pt x="19459" y="4949"/>
                  </a:lnTo>
                  <a:lnTo>
                    <a:pt x="20237" y="6299"/>
                  </a:lnTo>
                  <a:lnTo>
                    <a:pt x="18681" y="6299"/>
                  </a:lnTo>
                  <a:lnTo>
                    <a:pt x="17902" y="4949"/>
                  </a:lnTo>
                  <a:lnTo>
                    <a:pt x="17318" y="4949"/>
                  </a:lnTo>
                  <a:lnTo>
                    <a:pt x="17902" y="4949"/>
                  </a:lnTo>
                  <a:lnTo>
                    <a:pt x="17318" y="3149"/>
                  </a:lnTo>
                  <a:lnTo>
                    <a:pt x="18681" y="3149"/>
                  </a:lnTo>
                  <a:lnTo>
                    <a:pt x="19459" y="4949"/>
                  </a:lnTo>
                  <a:lnTo>
                    <a:pt x="18681" y="3149"/>
                  </a:lnTo>
                  <a:lnTo>
                    <a:pt x="17902" y="3149"/>
                  </a:lnTo>
                  <a:lnTo>
                    <a:pt x="17318" y="1350"/>
                  </a:lnTo>
                  <a:lnTo>
                    <a:pt x="17318" y="3149"/>
                  </a:lnTo>
                  <a:lnTo>
                    <a:pt x="16540" y="1350"/>
                  </a:lnTo>
                  <a:lnTo>
                    <a:pt x="16540" y="3149"/>
                  </a:lnTo>
                  <a:lnTo>
                    <a:pt x="15762" y="3149"/>
                  </a:lnTo>
                  <a:lnTo>
                    <a:pt x="14400" y="1350"/>
                  </a:lnTo>
                  <a:lnTo>
                    <a:pt x="12843" y="1350"/>
                  </a:lnTo>
                  <a:lnTo>
                    <a:pt x="12259" y="0"/>
                  </a:lnTo>
                  <a:lnTo>
                    <a:pt x="11481" y="0"/>
                  </a:lnTo>
                  <a:lnTo>
                    <a:pt x="11481" y="1350"/>
                  </a:lnTo>
                  <a:lnTo>
                    <a:pt x="12259" y="1350"/>
                  </a:lnTo>
                  <a:lnTo>
                    <a:pt x="6421" y="1350"/>
                  </a:lnTo>
                  <a:lnTo>
                    <a:pt x="5643" y="3149"/>
                  </a:lnTo>
                  <a:lnTo>
                    <a:pt x="4281" y="3149"/>
                  </a:lnTo>
                  <a:lnTo>
                    <a:pt x="4281" y="4949"/>
                  </a:lnTo>
                  <a:lnTo>
                    <a:pt x="3502" y="6299"/>
                  </a:lnTo>
                  <a:lnTo>
                    <a:pt x="2918" y="6299"/>
                  </a:lnTo>
                  <a:lnTo>
                    <a:pt x="2140" y="8100"/>
                  </a:lnTo>
                  <a:lnTo>
                    <a:pt x="1362" y="8100"/>
                  </a:lnTo>
                  <a:lnTo>
                    <a:pt x="2140" y="9899"/>
                  </a:lnTo>
                  <a:lnTo>
                    <a:pt x="778" y="13050"/>
                  </a:lnTo>
                  <a:lnTo>
                    <a:pt x="0" y="16650"/>
                  </a:lnTo>
                  <a:lnTo>
                    <a:pt x="778" y="18000"/>
                  </a:lnTo>
                  <a:lnTo>
                    <a:pt x="2140" y="19799"/>
                  </a:lnTo>
                  <a:lnTo>
                    <a:pt x="2918" y="21599"/>
                  </a:lnTo>
                  <a:lnTo>
                    <a:pt x="2918" y="19799"/>
                  </a:lnTo>
                  <a:lnTo>
                    <a:pt x="3502" y="19799"/>
                  </a:lnTo>
                  <a:lnTo>
                    <a:pt x="3502" y="21599"/>
                  </a:lnTo>
                  <a:lnTo>
                    <a:pt x="5643" y="21599"/>
                  </a:lnTo>
                  <a:lnTo>
                    <a:pt x="6421" y="19799"/>
                  </a:lnTo>
                  <a:lnTo>
                    <a:pt x="5643" y="19799"/>
                  </a:lnTo>
                  <a:lnTo>
                    <a:pt x="7200" y="19799"/>
                  </a:lnTo>
                  <a:lnTo>
                    <a:pt x="72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6" name="AutoShape 170"/>
            <p:cNvSpPr>
              <a:spLocks/>
            </p:cNvSpPr>
            <p:nvPr/>
          </p:nvSpPr>
          <p:spPr bwMode="auto">
            <a:xfrm>
              <a:off x="4994294" y="6566073"/>
              <a:ext cx="165136" cy="86346"/>
            </a:xfrm>
            <a:custGeom>
              <a:avLst/>
              <a:gdLst>
                <a:gd name="T0" fmla="*/ 82568 w 21600"/>
                <a:gd name="T1" fmla="*/ 43173 h 21600"/>
                <a:gd name="T2" fmla="*/ 82568 w 21600"/>
                <a:gd name="T3" fmla="*/ 43173 h 21600"/>
                <a:gd name="T4" fmla="*/ 82568 w 21600"/>
                <a:gd name="T5" fmla="*/ 43173 h 21600"/>
                <a:gd name="T6" fmla="*/ 82568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02" y="0"/>
                  </a:moveTo>
                  <a:lnTo>
                    <a:pt x="10009" y="0"/>
                  </a:lnTo>
                  <a:lnTo>
                    <a:pt x="10009" y="2945"/>
                  </a:lnTo>
                  <a:lnTo>
                    <a:pt x="13697" y="2945"/>
                  </a:lnTo>
                  <a:lnTo>
                    <a:pt x="17912" y="10800"/>
                  </a:lnTo>
                  <a:lnTo>
                    <a:pt x="17912" y="6872"/>
                  </a:lnTo>
                  <a:lnTo>
                    <a:pt x="21600" y="6872"/>
                  </a:lnTo>
                  <a:lnTo>
                    <a:pt x="21600" y="13745"/>
                  </a:lnTo>
                  <a:lnTo>
                    <a:pt x="19492" y="13745"/>
                  </a:lnTo>
                  <a:lnTo>
                    <a:pt x="21600" y="17672"/>
                  </a:lnTo>
                  <a:lnTo>
                    <a:pt x="19492" y="17672"/>
                  </a:lnTo>
                  <a:lnTo>
                    <a:pt x="21600" y="17672"/>
                  </a:lnTo>
                  <a:lnTo>
                    <a:pt x="19492" y="21599"/>
                  </a:lnTo>
                  <a:lnTo>
                    <a:pt x="13697" y="21599"/>
                  </a:lnTo>
                  <a:lnTo>
                    <a:pt x="13697" y="17672"/>
                  </a:lnTo>
                  <a:lnTo>
                    <a:pt x="12117" y="17672"/>
                  </a:lnTo>
                  <a:lnTo>
                    <a:pt x="12117" y="21599"/>
                  </a:lnTo>
                  <a:lnTo>
                    <a:pt x="10009" y="17672"/>
                  </a:lnTo>
                  <a:lnTo>
                    <a:pt x="6321" y="13745"/>
                  </a:lnTo>
                  <a:lnTo>
                    <a:pt x="0" y="13745"/>
                  </a:lnTo>
                  <a:lnTo>
                    <a:pt x="0" y="10800"/>
                  </a:lnTo>
                  <a:lnTo>
                    <a:pt x="2107" y="6872"/>
                  </a:lnTo>
                  <a:lnTo>
                    <a:pt x="4214" y="6872"/>
                  </a:lnTo>
                  <a:lnTo>
                    <a:pt x="7902"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7" name="AutoShape 171"/>
            <p:cNvSpPr>
              <a:spLocks/>
            </p:cNvSpPr>
            <p:nvPr/>
          </p:nvSpPr>
          <p:spPr bwMode="auto">
            <a:xfrm>
              <a:off x="5070826" y="6330589"/>
              <a:ext cx="72498" cy="145218"/>
            </a:xfrm>
            <a:custGeom>
              <a:avLst/>
              <a:gdLst>
                <a:gd name="T0" fmla="*/ 36249 w 21600"/>
                <a:gd name="T1" fmla="*/ 72609 h 21600"/>
                <a:gd name="T2" fmla="*/ 36249 w 21600"/>
                <a:gd name="T3" fmla="*/ 72609 h 21600"/>
                <a:gd name="T4" fmla="*/ 36249 w 21600"/>
                <a:gd name="T5" fmla="*/ 72609 h 21600"/>
                <a:gd name="T6" fmla="*/ 36249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670"/>
                  </a:moveTo>
                  <a:lnTo>
                    <a:pt x="0" y="2335"/>
                  </a:lnTo>
                  <a:lnTo>
                    <a:pt x="4799" y="2335"/>
                  </a:lnTo>
                  <a:lnTo>
                    <a:pt x="4799" y="4670"/>
                  </a:lnTo>
                  <a:lnTo>
                    <a:pt x="8399" y="4670"/>
                  </a:lnTo>
                  <a:lnTo>
                    <a:pt x="8399" y="2335"/>
                  </a:lnTo>
                  <a:lnTo>
                    <a:pt x="13200" y="0"/>
                  </a:lnTo>
                  <a:lnTo>
                    <a:pt x="21599" y="0"/>
                  </a:lnTo>
                  <a:lnTo>
                    <a:pt x="21599" y="4670"/>
                  </a:lnTo>
                  <a:lnTo>
                    <a:pt x="18000" y="6421"/>
                  </a:lnTo>
                  <a:lnTo>
                    <a:pt x="18000" y="15178"/>
                  </a:lnTo>
                  <a:lnTo>
                    <a:pt x="13200" y="19848"/>
                  </a:lnTo>
                  <a:lnTo>
                    <a:pt x="8399" y="17513"/>
                  </a:lnTo>
                  <a:lnTo>
                    <a:pt x="4799" y="19848"/>
                  </a:lnTo>
                  <a:lnTo>
                    <a:pt x="4799" y="21599"/>
                  </a:lnTo>
                  <a:lnTo>
                    <a:pt x="0" y="21599"/>
                  </a:lnTo>
                  <a:lnTo>
                    <a:pt x="0" y="4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8" name="AutoShape 172"/>
            <p:cNvSpPr>
              <a:spLocks/>
            </p:cNvSpPr>
            <p:nvPr/>
          </p:nvSpPr>
          <p:spPr bwMode="auto">
            <a:xfrm>
              <a:off x="4861390" y="6361987"/>
              <a:ext cx="269857" cy="247259"/>
            </a:xfrm>
            <a:custGeom>
              <a:avLst/>
              <a:gdLst>
                <a:gd name="T0" fmla="*/ 134929 w 21600"/>
                <a:gd name="T1" fmla="*/ 123630 h 21600"/>
                <a:gd name="T2" fmla="*/ 134929 w 21600"/>
                <a:gd name="T3" fmla="*/ 123630 h 21600"/>
                <a:gd name="T4" fmla="*/ 134929 w 21600"/>
                <a:gd name="T5" fmla="*/ 123630 h 21600"/>
                <a:gd name="T6" fmla="*/ 134929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638" y="21599"/>
                  </a:moveTo>
                  <a:lnTo>
                    <a:pt x="11928" y="20228"/>
                  </a:lnTo>
                  <a:lnTo>
                    <a:pt x="13217" y="20228"/>
                  </a:lnTo>
                  <a:lnTo>
                    <a:pt x="16764" y="16457"/>
                  </a:lnTo>
                  <a:lnTo>
                    <a:pt x="15474" y="15085"/>
                  </a:lnTo>
                  <a:lnTo>
                    <a:pt x="16764" y="15085"/>
                  </a:lnTo>
                  <a:lnTo>
                    <a:pt x="18053" y="13714"/>
                  </a:lnTo>
                  <a:lnTo>
                    <a:pt x="19020" y="13714"/>
                  </a:lnTo>
                  <a:lnTo>
                    <a:pt x="20310" y="12685"/>
                  </a:lnTo>
                  <a:lnTo>
                    <a:pt x="20310" y="11314"/>
                  </a:lnTo>
                  <a:lnTo>
                    <a:pt x="21599" y="11314"/>
                  </a:lnTo>
                  <a:lnTo>
                    <a:pt x="21599" y="9942"/>
                  </a:lnTo>
                  <a:lnTo>
                    <a:pt x="20310" y="9942"/>
                  </a:lnTo>
                  <a:lnTo>
                    <a:pt x="20310" y="11314"/>
                  </a:lnTo>
                  <a:lnTo>
                    <a:pt x="19020" y="9942"/>
                  </a:lnTo>
                  <a:lnTo>
                    <a:pt x="16764" y="9942"/>
                  </a:lnTo>
                  <a:lnTo>
                    <a:pt x="16764" y="0"/>
                  </a:lnTo>
                  <a:lnTo>
                    <a:pt x="7092" y="0"/>
                  </a:lnTo>
                  <a:lnTo>
                    <a:pt x="7092" y="2399"/>
                  </a:lnTo>
                  <a:lnTo>
                    <a:pt x="4835" y="2399"/>
                  </a:lnTo>
                  <a:lnTo>
                    <a:pt x="7092" y="4799"/>
                  </a:lnTo>
                  <a:lnTo>
                    <a:pt x="8382" y="4799"/>
                  </a:lnTo>
                  <a:lnTo>
                    <a:pt x="8382" y="7542"/>
                  </a:lnTo>
                  <a:lnTo>
                    <a:pt x="10638" y="7542"/>
                  </a:lnTo>
                  <a:lnTo>
                    <a:pt x="10638" y="8914"/>
                  </a:lnTo>
                  <a:lnTo>
                    <a:pt x="3546" y="8914"/>
                  </a:lnTo>
                  <a:lnTo>
                    <a:pt x="0" y="13714"/>
                  </a:lnTo>
                  <a:lnTo>
                    <a:pt x="0" y="16457"/>
                  </a:lnTo>
                  <a:lnTo>
                    <a:pt x="1289" y="16457"/>
                  </a:lnTo>
                  <a:lnTo>
                    <a:pt x="0" y="16457"/>
                  </a:lnTo>
                  <a:lnTo>
                    <a:pt x="0" y="18857"/>
                  </a:lnTo>
                  <a:lnTo>
                    <a:pt x="2579" y="18857"/>
                  </a:lnTo>
                  <a:lnTo>
                    <a:pt x="2579" y="20228"/>
                  </a:lnTo>
                  <a:lnTo>
                    <a:pt x="6125" y="21599"/>
                  </a:lnTo>
                  <a:lnTo>
                    <a:pt x="10638"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9" name="AutoShape 173"/>
            <p:cNvSpPr>
              <a:spLocks/>
            </p:cNvSpPr>
            <p:nvPr/>
          </p:nvSpPr>
          <p:spPr bwMode="auto">
            <a:xfrm>
              <a:off x="3371155" y="5325857"/>
              <a:ext cx="1893002" cy="1240215"/>
            </a:xfrm>
            <a:custGeom>
              <a:avLst/>
              <a:gdLst>
                <a:gd name="T0" fmla="*/ 946501 w 21600"/>
                <a:gd name="T1" fmla="*/ 620108 h 21600"/>
                <a:gd name="T2" fmla="*/ 946501 w 21600"/>
                <a:gd name="T3" fmla="*/ 620108 h 21600"/>
                <a:gd name="T4" fmla="*/ 946501 w 21600"/>
                <a:gd name="T5" fmla="*/ 620108 h 21600"/>
                <a:gd name="T6" fmla="*/ 946501 w 21600"/>
                <a:gd name="T7" fmla="*/ 6201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1884" y="0"/>
                  </a:lnTo>
                  <a:lnTo>
                    <a:pt x="1700" y="273"/>
                  </a:lnTo>
                  <a:lnTo>
                    <a:pt x="4411" y="1777"/>
                  </a:lnTo>
                  <a:lnTo>
                    <a:pt x="6480" y="1777"/>
                  </a:lnTo>
                  <a:lnTo>
                    <a:pt x="6480" y="1503"/>
                  </a:lnTo>
                  <a:lnTo>
                    <a:pt x="7812" y="1503"/>
                  </a:lnTo>
                  <a:lnTo>
                    <a:pt x="7996" y="1777"/>
                  </a:lnTo>
                  <a:lnTo>
                    <a:pt x="7996" y="2050"/>
                  </a:lnTo>
                  <a:lnTo>
                    <a:pt x="8180" y="2050"/>
                  </a:lnTo>
                  <a:lnTo>
                    <a:pt x="8180" y="2324"/>
                  </a:lnTo>
                  <a:lnTo>
                    <a:pt x="8318" y="2324"/>
                  </a:lnTo>
                  <a:lnTo>
                    <a:pt x="8502" y="2529"/>
                  </a:lnTo>
                  <a:lnTo>
                    <a:pt x="8318" y="2529"/>
                  </a:lnTo>
                  <a:lnTo>
                    <a:pt x="8502" y="2802"/>
                  </a:lnTo>
                  <a:lnTo>
                    <a:pt x="8685" y="2802"/>
                  </a:lnTo>
                  <a:lnTo>
                    <a:pt x="8685" y="3281"/>
                  </a:lnTo>
                  <a:lnTo>
                    <a:pt x="8823" y="3281"/>
                  </a:lnTo>
                  <a:lnTo>
                    <a:pt x="8823" y="3554"/>
                  </a:lnTo>
                  <a:lnTo>
                    <a:pt x="8685" y="3554"/>
                  </a:lnTo>
                  <a:lnTo>
                    <a:pt x="8685" y="3827"/>
                  </a:lnTo>
                  <a:lnTo>
                    <a:pt x="8823" y="4101"/>
                  </a:lnTo>
                  <a:lnTo>
                    <a:pt x="9007" y="4101"/>
                  </a:lnTo>
                  <a:lnTo>
                    <a:pt x="9007" y="4306"/>
                  </a:lnTo>
                  <a:lnTo>
                    <a:pt x="9191" y="4306"/>
                  </a:lnTo>
                  <a:lnTo>
                    <a:pt x="9191" y="4579"/>
                  </a:lnTo>
                  <a:lnTo>
                    <a:pt x="9329" y="4579"/>
                  </a:lnTo>
                  <a:lnTo>
                    <a:pt x="9513" y="4853"/>
                  </a:lnTo>
                  <a:lnTo>
                    <a:pt x="9697" y="4853"/>
                  </a:lnTo>
                  <a:lnTo>
                    <a:pt x="9880" y="5058"/>
                  </a:lnTo>
                  <a:lnTo>
                    <a:pt x="10018" y="5058"/>
                  </a:lnTo>
                  <a:lnTo>
                    <a:pt x="10018" y="4853"/>
                  </a:lnTo>
                  <a:lnTo>
                    <a:pt x="10202" y="4853"/>
                  </a:lnTo>
                  <a:lnTo>
                    <a:pt x="10202" y="4579"/>
                  </a:lnTo>
                  <a:lnTo>
                    <a:pt x="10386" y="4579"/>
                  </a:lnTo>
                  <a:lnTo>
                    <a:pt x="10386" y="4306"/>
                  </a:lnTo>
                  <a:lnTo>
                    <a:pt x="10524" y="4101"/>
                  </a:lnTo>
                  <a:lnTo>
                    <a:pt x="11397" y="4101"/>
                  </a:lnTo>
                  <a:lnTo>
                    <a:pt x="11397" y="4306"/>
                  </a:lnTo>
                  <a:lnTo>
                    <a:pt x="11581" y="4306"/>
                  </a:lnTo>
                  <a:lnTo>
                    <a:pt x="11719" y="4579"/>
                  </a:lnTo>
                  <a:lnTo>
                    <a:pt x="11719" y="4853"/>
                  </a:lnTo>
                  <a:lnTo>
                    <a:pt x="11902" y="5058"/>
                  </a:lnTo>
                  <a:lnTo>
                    <a:pt x="11902" y="5605"/>
                  </a:lnTo>
                  <a:lnTo>
                    <a:pt x="12086" y="5605"/>
                  </a:lnTo>
                  <a:lnTo>
                    <a:pt x="12086" y="6083"/>
                  </a:lnTo>
                  <a:lnTo>
                    <a:pt x="12224" y="6083"/>
                  </a:lnTo>
                  <a:lnTo>
                    <a:pt x="12408" y="6356"/>
                  </a:lnTo>
                  <a:lnTo>
                    <a:pt x="12408" y="6630"/>
                  </a:lnTo>
                  <a:lnTo>
                    <a:pt x="12592" y="6835"/>
                  </a:lnTo>
                  <a:lnTo>
                    <a:pt x="12592" y="7382"/>
                  </a:lnTo>
                  <a:lnTo>
                    <a:pt x="12776" y="7860"/>
                  </a:lnTo>
                  <a:lnTo>
                    <a:pt x="12776" y="8407"/>
                  </a:lnTo>
                  <a:lnTo>
                    <a:pt x="13097" y="8407"/>
                  </a:lnTo>
                  <a:lnTo>
                    <a:pt x="13097" y="8612"/>
                  </a:lnTo>
                  <a:lnTo>
                    <a:pt x="13419" y="8612"/>
                  </a:lnTo>
                  <a:lnTo>
                    <a:pt x="13603" y="8886"/>
                  </a:lnTo>
                  <a:lnTo>
                    <a:pt x="13787" y="8886"/>
                  </a:lnTo>
                  <a:lnTo>
                    <a:pt x="13787" y="9159"/>
                  </a:lnTo>
                  <a:lnTo>
                    <a:pt x="13925" y="8886"/>
                  </a:lnTo>
                  <a:lnTo>
                    <a:pt x="13925" y="8612"/>
                  </a:lnTo>
                  <a:lnTo>
                    <a:pt x="14108" y="8612"/>
                  </a:lnTo>
                  <a:lnTo>
                    <a:pt x="13925" y="8886"/>
                  </a:lnTo>
                  <a:lnTo>
                    <a:pt x="13925" y="9364"/>
                  </a:lnTo>
                  <a:lnTo>
                    <a:pt x="13787" y="9364"/>
                  </a:lnTo>
                  <a:lnTo>
                    <a:pt x="13787" y="9637"/>
                  </a:lnTo>
                  <a:lnTo>
                    <a:pt x="13603" y="9637"/>
                  </a:lnTo>
                  <a:lnTo>
                    <a:pt x="13787" y="9637"/>
                  </a:lnTo>
                  <a:lnTo>
                    <a:pt x="13787" y="9364"/>
                  </a:lnTo>
                  <a:lnTo>
                    <a:pt x="13603" y="9364"/>
                  </a:lnTo>
                  <a:lnTo>
                    <a:pt x="13603" y="9637"/>
                  </a:lnTo>
                  <a:lnTo>
                    <a:pt x="13419" y="9911"/>
                  </a:lnTo>
                  <a:lnTo>
                    <a:pt x="13603" y="9911"/>
                  </a:lnTo>
                  <a:lnTo>
                    <a:pt x="13603" y="10389"/>
                  </a:lnTo>
                  <a:lnTo>
                    <a:pt x="13419" y="10389"/>
                  </a:lnTo>
                  <a:lnTo>
                    <a:pt x="13419" y="12440"/>
                  </a:lnTo>
                  <a:lnTo>
                    <a:pt x="13281" y="12440"/>
                  </a:lnTo>
                  <a:lnTo>
                    <a:pt x="13281" y="13192"/>
                  </a:lnTo>
                  <a:lnTo>
                    <a:pt x="13603" y="13739"/>
                  </a:lnTo>
                  <a:lnTo>
                    <a:pt x="13603" y="13944"/>
                  </a:lnTo>
                  <a:lnTo>
                    <a:pt x="13419" y="14217"/>
                  </a:lnTo>
                  <a:lnTo>
                    <a:pt x="13419" y="13739"/>
                  </a:lnTo>
                  <a:lnTo>
                    <a:pt x="13281" y="13465"/>
                  </a:lnTo>
                  <a:lnTo>
                    <a:pt x="13281" y="13739"/>
                  </a:lnTo>
                  <a:lnTo>
                    <a:pt x="13419" y="13739"/>
                  </a:lnTo>
                  <a:lnTo>
                    <a:pt x="13419" y="14491"/>
                  </a:lnTo>
                  <a:lnTo>
                    <a:pt x="13603" y="14696"/>
                  </a:lnTo>
                  <a:lnTo>
                    <a:pt x="13603" y="14969"/>
                  </a:lnTo>
                  <a:lnTo>
                    <a:pt x="14108" y="15721"/>
                  </a:lnTo>
                  <a:lnTo>
                    <a:pt x="14108" y="16268"/>
                  </a:lnTo>
                  <a:lnTo>
                    <a:pt x="14292" y="16268"/>
                  </a:lnTo>
                  <a:lnTo>
                    <a:pt x="14476" y="16746"/>
                  </a:lnTo>
                  <a:lnTo>
                    <a:pt x="14614" y="17020"/>
                  </a:lnTo>
                  <a:lnTo>
                    <a:pt x="15120" y="17020"/>
                  </a:lnTo>
                  <a:lnTo>
                    <a:pt x="15303" y="17498"/>
                  </a:lnTo>
                  <a:lnTo>
                    <a:pt x="15487" y="17772"/>
                  </a:lnTo>
                  <a:lnTo>
                    <a:pt x="15625" y="17498"/>
                  </a:lnTo>
                  <a:lnTo>
                    <a:pt x="15993" y="17498"/>
                  </a:lnTo>
                  <a:lnTo>
                    <a:pt x="16314" y="17225"/>
                  </a:lnTo>
                  <a:lnTo>
                    <a:pt x="16820" y="17225"/>
                  </a:lnTo>
                  <a:lnTo>
                    <a:pt x="17004" y="17020"/>
                  </a:lnTo>
                  <a:lnTo>
                    <a:pt x="17188" y="17020"/>
                  </a:lnTo>
                  <a:lnTo>
                    <a:pt x="17371" y="17225"/>
                  </a:lnTo>
                  <a:lnTo>
                    <a:pt x="17371" y="17020"/>
                  </a:lnTo>
                  <a:lnTo>
                    <a:pt x="17509" y="17020"/>
                  </a:lnTo>
                  <a:lnTo>
                    <a:pt x="17371" y="17225"/>
                  </a:lnTo>
                  <a:lnTo>
                    <a:pt x="17509" y="17498"/>
                  </a:lnTo>
                  <a:lnTo>
                    <a:pt x="17693" y="17498"/>
                  </a:lnTo>
                  <a:lnTo>
                    <a:pt x="17877" y="17225"/>
                  </a:lnTo>
                  <a:lnTo>
                    <a:pt x="17877" y="17020"/>
                  </a:lnTo>
                  <a:lnTo>
                    <a:pt x="18015" y="16746"/>
                  </a:lnTo>
                  <a:lnTo>
                    <a:pt x="17877" y="17020"/>
                  </a:lnTo>
                  <a:lnTo>
                    <a:pt x="17877" y="16746"/>
                  </a:lnTo>
                  <a:lnTo>
                    <a:pt x="18199" y="16473"/>
                  </a:lnTo>
                  <a:lnTo>
                    <a:pt x="18382" y="16268"/>
                  </a:lnTo>
                  <a:lnTo>
                    <a:pt x="18382" y="15994"/>
                  </a:lnTo>
                  <a:lnTo>
                    <a:pt x="18704" y="15448"/>
                  </a:lnTo>
                  <a:lnTo>
                    <a:pt x="18704" y="14969"/>
                  </a:lnTo>
                  <a:lnTo>
                    <a:pt x="18888" y="14491"/>
                  </a:lnTo>
                  <a:lnTo>
                    <a:pt x="18888" y="14217"/>
                  </a:lnTo>
                  <a:lnTo>
                    <a:pt x="19899" y="14217"/>
                  </a:lnTo>
                  <a:lnTo>
                    <a:pt x="20083" y="13944"/>
                  </a:lnTo>
                  <a:lnTo>
                    <a:pt x="20405" y="13944"/>
                  </a:lnTo>
                  <a:lnTo>
                    <a:pt x="20405" y="13739"/>
                  </a:lnTo>
                  <a:lnTo>
                    <a:pt x="20772" y="13739"/>
                  </a:lnTo>
                  <a:lnTo>
                    <a:pt x="21094" y="13944"/>
                  </a:lnTo>
                  <a:lnTo>
                    <a:pt x="21278" y="13944"/>
                  </a:lnTo>
                  <a:lnTo>
                    <a:pt x="21278" y="13739"/>
                  </a:lnTo>
                  <a:lnTo>
                    <a:pt x="21599" y="13944"/>
                  </a:lnTo>
                  <a:lnTo>
                    <a:pt x="21599" y="14217"/>
                  </a:lnTo>
                  <a:lnTo>
                    <a:pt x="21416" y="14491"/>
                  </a:lnTo>
                  <a:lnTo>
                    <a:pt x="21278" y="14969"/>
                  </a:lnTo>
                  <a:lnTo>
                    <a:pt x="20910" y="15243"/>
                  </a:lnTo>
                  <a:lnTo>
                    <a:pt x="20910" y="15721"/>
                  </a:lnTo>
                  <a:lnTo>
                    <a:pt x="20772" y="15994"/>
                  </a:lnTo>
                  <a:lnTo>
                    <a:pt x="20588" y="15994"/>
                  </a:lnTo>
                  <a:lnTo>
                    <a:pt x="20910" y="15994"/>
                  </a:lnTo>
                  <a:lnTo>
                    <a:pt x="20910" y="16268"/>
                  </a:lnTo>
                  <a:lnTo>
                    <a:pt x="20772" y="16473"/>
                  </a:lnTo>
                  <a:lnTo>
                    <a:pt x="20910" y="16473"/>
                  </a:lnTo>
                  <a:lnTo>
                    <a:pt x="20772" y="16746"/>
                  </a:lnTo>
                  <a:lnTo>
                    <a:pt x="20772" y="17225"/>
                  </a:lnTo>
                  <a:lnTo>
                    <a:pt x="20588" y="17498"/>
                  </a:lnTo>
                  <a:lnTo>
                    <a:pt x="20588" y="17772"/>
                  </a:lnTo>
                  <a:lnTo>
                    <a:pt x="20221" y="17225"/>
                  </a:lnTo>
                  <a:lnTo>
                    <a:pt x="20405" y="17225"/>
                  </a:lnTo>
                  <a:lnTo>
                    <a:pt x="20405" y="17020"/>
                  </a:lnTo>
                  <a:lnTo>
                    <a:pt x="20221" y="17020"/>
                  </a:lnTo>
                  <a:lnTo>
                    <a:pt x="20083" y="17225"/>
                  </a:lnTo>
                  <a:lnTo>
                    <a:pt x="20083" y="17498"/>
                  </a:lnTo>
                  <a:lnTo>
                    <a:pt x="19899" y="17498"/>
                  </a:lnTo>
                  <a:lnTo>
                    <a:pt x="19715" y="17772"/>
                  </a:lnTo>
                  <a:lnTo>
                    <a:pt x="19715" y="18045"/>
                  </a:lnTo>
                  <a:lnTo>
                    <a:pt x="19577" y="18045"/>
                  </a:lnTo>
                  <a:lnTo>
                    <a:pt x="19577" y="17772"/>
                  </a:lnTo>
                  <a:lnTo>
                    <a:pt x="19394" y="17772"/>
                  </a:lnTo>
                  <a:lnTo>
                    <a:pt x="19394" y="18045"/>
                  </a:lnTo>
                  <a:lnTo>
                    <a:pt x="18015" y="18045"/>
                  </a:lnTo>
                  <a:lnTo>
                    <a:pt x="18015" y="18524"/>
                  </a:lnTo>
                  <a:lnTo>
                    <a:pt x="17693" y="18524"/>
                  </a:lnTo>
                  <a:lnTo>
                    <a:pt x="18015" y="19002"/>
                  </a:lnTo>
                  <a:lnTo>
                    <a:pt x="18199" y="19002"/>
                  </a:lnTo>
                  <a:lnTo>
                    <a:pt x="18199" y="19549"/>
                  </a:lnTo>
                  <a:lnTo>
                    <a:pt x="18520" y="19549"/>
                  </a:lnTo>
                  <a:lnTo>
                    <a:pt x="18520" y="19822"/>
                  </a:lnTo>
                  <a:lnTo>
                    <a:pt x="17509" y="19822"/>
                  </a:lnTo>
                  <a:lnTo>
                    <a:pt x="17004" y="20779"/>
                  </a:lnTo>
                  <a:lnTo>
                    <a:pt x="17004" y="21326"/>
                  </a:lnTo>
                  <a:lnTo>
                    <a:pt x="17188" y="21326"/>
                  </a:lnTo>
                  <a:lnTo>
                    <a:pt x="17004" y="21326"/>
                  </a:lnTo>
                  <a:lnTo>
                    <a:pt x="17004" y="21599"/>
                  </a:lnTo>
                  <a:lnTo>
                    <a:pt x="16820" y="21326"/>
                  </a:lnTo>
                  <a:lnTo>
                    <a:pt x="16682" y="21053"/>
                  </a:lnTo>
                  <a:lnTo>
                    <a:pt x="16498" y="20779"/>
                  </a:lnTo>
                  <a:lnTo>
                    <a:pt x="15993" y="20301"/>
                  </a:lnTo>
                  <a:lnTo>
                    <a:pt x="15809" y="20301"/>
                  </a:lnTo>
                  <a:lnTo>
                    <a:pt x="15809" y="19822"/>
                  </a:lnTo>
                  <a:lnTo>
                    <a:pt x="15625" y="19822"/>
                  </a:lnTo>
                  <a:lnTo>
                    <a:pt x="15809" y="20027"/>
                  </a:lnTo>
                  <a:lnTo>
                    <a:pt x="15809" y="20301"/>
                  </a:lnTo>
                  <a:lnTo>
                    <a:pt x="15487" y="19822"/>
                  </a:lnTo>
                  <a:lnTo>
                    <a:pt x="15303" y="19822"/>
                  </a:lnTo>
                  <a:lnTo>
                    <a:pt x="15303" y="19549"/>
                  </a:lnTo>
                  <a:lnTo>
                    <a:pt x="15120" y="19549"/>
                  </a:lnTo>
                  <a:lnTo>
                    <a:pt x="15120" y="19822"/>
                  </a:lnTo>
                  <a:lnTo>
                    <a:pt x="15120" y="19549"/>
                  </a:lnTo>
                  <a:lnTo>
                    <a:pt x="14982" y="19549"/>
                  </a:lnTo>
                  <a:lnTo>
                    <a:pt x="14798" y="19822"/>
                  </a:lnTo>
                  <a:lnTo>
                    <a:pt x="15120" y="19822"/>
                  </a:lnTo>
                  <a:lnTo>
                    <a:pt x="14798" y="19822"/>
                  </a:lnTo>
                  <a:lnTo>
                    <a:pt x="14476" y="20027"/>
                  </a:lnTo>
                  <a:lnTo>
                    <a:pt x="14292" y="20027"/>
                  </a:lnTo>
                  <a:lnTo>
                    <a:pt x="13925" y="20301"/>
                  </a:lnTo>
                  <a:lnTo>
                    <a:pt x="13787" y="20301"/>
                  </a:lnTo>
                  <a:lnTo>
                    <a:pt x="13419" y="20027"/>
                  </a:lnTo>
                  <a:lnTo>
                    <a:pt x="12914" y="20027"/>
                  </a:lnTo>
                  <a:lnTo>
                    <a:pt x="12776" y="19822"/>
                  </a:lnTo>
                  <a:lnTo>
                    <a:pt x="12408" y="19822"/>
                  </a:lnTo>
                  <a:lnTo>
                    <a:pt x="12224" y="19549"/>
                  </a:lnTo>
                  <a:lnTo>
                    <a:pt x="12086" y="19549"/>
                  </a:lnTo>
                  <a:lnTo>
                    <a:pt x="12086" y="19275"/>
                  </a:lnTo>
                  <a:lnTo>
                    <a:pt x="11902" y="19549"/>
                  </a:lnTo>
                  <a:lnTo>
                    <a:pt x="11719" y="19275"/>
                  </a:lnTo>
                  <a:lnTo>
                    <a:pt x="11581" y="19275"/>
                  </a:lnTo>
                  <a:lnTo>
                    <a:pt x="11397" y="19002"/>
                  </a:lnTo>
                  <a:lnTo>
                    <a:pt x="11213" y="19002"/>
                  </a:lnTo>
                  <a:lnTo>
                    <a:pt x="10891" y="18797"/>
                  </a:lnTo>
                  <a:lnTo>
                    <a:pt x="10524" y="18797"/>
                  </a:lnTo>
                  <a:lnTo>
                    <a:pt x="10386" y="18524"/>
                  </a:lnTo>
                  <a:lnTo>
                    <a:pt x="10202" y="18250"/>
                  </a:lnTo>
                  <a:lnTo>
                    <a:pt x="9880" y="18045"/>
                  </a:lnTo>
                  <a:lnTo>
                    <a:pt x="9880" y="17772"/>
                  </a:lnTo>
                  <a:lnTo>
                    <a:pt x="9191" y="17772"/>
                  </a:lnTo>
                  <a:lnTo>
                    <a:pt x="9007" y="17498"/>
                  </a:lnTo>
                  <a:lnTo>
                    <a:pt x="9007" y="17772"/>
                  </a:lnTo>
                  <a:lnTo>
                    <a:pt x="8823" y="17498"/>
                  </a:lnTo>
                  <a:lnTo>
                    <a:pt x="8685" y="17225"/>
                  </a:lnTo>
                  <a:lnTo>
                    <a:pt x="8502" y="17020"/>
                  </a:lnTo>
                  <a:lnTo>
                    <a:pt x="8318" y="16746"/>
                  </a:lnTo>
                  <a:lnTo>
                    <a:pt x="8180" y="16746"/>
                  </a:lnTo>
                  <a:lnTo>
                    <a:pt x="8318" y="16473"/>
                  </a:lnTo>
                  <a:lnTo>
                    <a:pt x="7812" y="16473"/>
                  </a:lnTo>
                  <a:lnTo>
                    <a:pt x="7628" y="16268"/>
                  </a:lnTo>
                  <a:lnTo>
                    <a:pt x="7491" y="16268"/>
                  </a:lnTo>
                  <a:lnTo>
                    <a:pt x="7491" y="15994"/>
                  </a:lnTo>
                  <a:lnTo>
                    <a:pt x="7307" y="15721"/>
                  </a:lnTo>
                  <a:lnTo>
                    <a:pt x="7307" y="15448"/>
                  </a:lnTo>
                  <a:lnTo>
                    <a:pt x="7123" y="15243"/>
                  </a:lnTo>
                  <a:lnTo>
                    <a:pt x="7123" y="14969"/>
                  </a:lnTo>
                  <a:lnTo>
                    <a:pt x="7491" y="14969"/>
                  </a:lnTo>
                  <a:lnTo>
                    <a:pt x="7307" y="14696"/>
                  </a:lnTo>
                  <a:lnTo>
                    <a:pt x="7491" y="14491"/>
                  </a:lnTo>
                  <a:lnTo>
                    <a:pt x="7628" y="14217"/>
                  </a:lnTo>
                  <a:lnTo>
                    <a:pt x="7628" y="13944"/>
                  </a:lnTo>
                  <a:lnTo>
                    <a:pt x="7491" y="13465"/>
                  </a:lnTo>
                  <a:lnTo>
                    <a:pt x="7307" y="13192"/>
                  </a:lnTo>
                  <a:lnTo>
                    <a:pt x="7307" y="12713"/>
                  </a:lnTo>
                  <a:lnTo>
                    <a:pt x="6985" y="12167"/>
                  </a:lnTo>
                  <a:lnTo>
                    <a:pt x="6985" y="11962"/>
                  </a:lnTo>
                  <a:lnTo>
                    <a:pt x="6801" y="11688"/>
                  </a:lnTo>
                  <a:lnTo>
                    <a:pt x="6617" y="11141"/>
                  </a:lnTo>
                  <a:lnTo>
                    <a:pt x="6480" y="10936"/>
                  </a:lnTo>
                  <a:lnTo>
                    <a:pt x="6112" y="10663"/>
                  </a:lnTo>
                  <a:lnTo>
                    <a:pt x="6112" y="10389"/>
                  </a:lnTo>
                  <a:lnTo>
                    <a:pt x="5928" y="10184"/>
                  </a:lnTo>
                  <a:lnTo>
                    <a:pt x="5790" y="10184"/>
                  </a:lnTo>
                  <a:lnTo>
                    <a:pt x="5928" y="9911"/>
                  </a:lnTo>
                  <a:lnTo>
                    <a:pt x="5790" y="9637"/>
                  </a:lnTo>
                  <a:lnTo>
                    <a:pt x="5790" y="9364"/>
                  </a:lnTo>
                  <a:lnTo>
                    <a:pt x="5422" y="9364"/>
                  </a:lnTo>
                  <a:lnTo>
                    <a:pt x="5101" y="9159"/>
                  </a:lnTo>
                  <a:lnTo>
                    <a:pt x="5101" y="8886"/>
                  </a:lnTo>
                  <a:lnTo>
                    <a:pt x="4779" y="8886"/>
                  </a:lnTo>
                  <a:lnTo>
                    <a:pt x="4779" y="8612"/>
                  </a:lnTo>
                  <a:lnTo>
                    <a:pt x="4917" y="8407"/>
                  </a:lnTo>
                  <a:lnTo>
                    <a:pt x="4917" y="8134"/>
                  </a:lnTo>
                  <a:lnTo>
                    <a:pt x="5285" y="8134"/>
                  </a:lnTo>
                  <a:lnTo>
                    <a:pt x="5285" y="7860"/>
                  </a:lnTo>
                  <a:lnTo>
                    <a:pt x="5101" y="7860"/>
                  </a:lnTo>
                  <a:lnTo>
                    <a:pt x="4917" y="7587"/>
                  </a:lnTo>
                  <a:lnTo>
                    <a:pt x="4595" y="7587"/>
                  </a:lnTo>
                  <a:lnTo>
                    <a:pt x="4595" y="7108"/>
                  </a:lnTo>
                  <a:lnTo>
                    <a:pt x="4411" y="7108"/>
                  </a:lnTo>
                  <a:lnTo>
                    <a:pt x="4090" y="6835"/>
                  </a:lnTo>
                  <a:lnTo>
                    <a:pt x="4090" y="6630"/>
                  </a:lnTo>
                  <a:lnTo>
                    <a:pt x="4228" y="6356"/>
                  </a:lnTo>
                  <a:lnTo>
                    <a:pt x="4228" y="6083"/>
                  </a:lnTo>
                  <a:lnTo>
                    <a:pt x="3722" y="6083"/>
                  </a:lnTo>
                  <a:lnTo>
                    <a:pt x="3722" y="5605"/>
                  </a:lnTo>
                  <a:lnTo>
                    <a:pt x="3584" y="5331"/>
                  </a:lnTo>
                  <a:lnTo>
                    <a:pt x="3400" y="5331"/>
                  </a:lnTo>
                  <a:lnTo>
                    <a:pt x="3400" y="4853"/>
                  </a:lnTo>
                  <a:lnTo>
                    <a:pt x="3217" y="4853"/>
                  </a:lnTo>
                  <a:lnTo>
                    <a:pt x="3217" y="4579"/>
                  </a:lnTo>
                  <a:lnTo>
                    <a:pt x="3033" y="4306"/>
                  </a:lnTo>
                  <a:lnTo>
                    <a:pt x="3033" y="4101"/>
                  </a:lnTo>
                  <a:lnTo>
                    <a:pt x="2895" y="3827"/>
                  </a:lnTo>
                  <a:lnTo>
                    <a:pt x="2895" y="3281"/>
                  </a:lnTo>
                  <a:lnTo>
                    <a:pt x="2711" y="3075"/>
                  </a:lnTo>
                  <a:lnTo>
                    <a:pt x="2711" y="2050"/>
                  </a:lnTo>
                  <a:lnTo>
                    <a:pt x="2527" y="1777"/>
                  </a:lnTo>
                  <a:lnTo>
                    <a:pt x="2389" y="1777"/>
                  </a:lnTo>
                  <a:lnTo>
                    <a:pt x="2389" y="1503"/>
                  </a:lnTo>
                  <a:lnTo>
                    <a:pt x="2205" y="1777"/>
                  </a:lnTo>
                  <a:lnTo>
                    <a:pt x="2022" y="1777"/>
                  </a:lnTo>
                  <a:lnTo>
                    <a:pt x="2022" y="1503"/>
                  </a:lnTo>
                  <a:lnTo>
                    <a:pt x="1884" y="1298"/>
                  </a:lnTo>
                  <a:lnTo>
                    <a:pt x="1700" y="1298"/>
                  </a:lnTo>
                  <a:lnTo>
                    <a:pt x="1516" y="1025"/>
                  </a:lnTo>
                  <a:lnTo>
                    <a:pt x="1700" y="1298"/>
                  </a:lnTo>
                  <a:lnTo>
                    <a:pt x="1516" y="1777"/>
                  </a:lnTo>
                  <a:lnTo>
                    <a:pt x="1516" y="3281"/>
                  </a:lnTo>
                  <a:lnTo>
                    <a:pt x="1700" y="3554"/>
                  </a:lnTo>
                  <a:lnTo>
                    <a:pt x="1700" y="3827"/>
                  </a:lnTo>
                  <a:lnTo>
                    <a:pt x="1884" y="3827"/>
                  </a:lnTo>
                  <a:lnTo>
                    <a:pt x="1884" y="4101"/>
                  </a:lnTo>
                  <a:lnTo>
                    <a:pt x="2022" y="4306"/>
                  </a:lnTo>
                  <a:lnTo>
                    <a:pt x="2022" y="4853"/>
                  </a:lnTo>
                  <a:lnTo>
                    <a:pt x="2205" y="4853"/>
                  </a:lnTo>
                  <a:lnTo>
                    <a:pt x="2389" y="5058"/>
                  </a:lnTo>
                  <a:lnTo>
                    <a:pt x="2389" y="5331"/>
                  </a:lnTo>
                  <a:lnTo>
                    <a:pt x="2527" y="5331"/>
                  </a:lnTo>
                  <a:lnTo>
                    <a:pt x="2711" y="5605"/>
                  </a:lnTo>
                  <a:lnTo>
                    <a:pt x="2527" y="5878"/>
                  </a:lnTo>
                  <a:lnTo>
                    <a:pt x="2527" y="6083"/>
                  </a:lnTo>
                  <a:lnTo>
                    <a:pt x="2711" y="6356"/>
                  </a:lnTo>
                  <a:lnTo>
                    <a:pt x="2895" y="6356"/>
                  </a:lnTo>
                  <a:lnTo>
                    <a:pt x="2895" y="6630"/>
                  </a:lnTo>
                  <a:lnTo>
                    <a:pt x="3033" y="6835"/>
                  </a:lnTo>
                  <a:lnTo>
                    <a:pt x="3033" y="7382"/>
                  </a:lnTo>
                  <a:lnTo>
                    <a:pt x="3217" y="7587"/>
                  </a:lnTo>
                  <a:lnTo>
                    <a:pt x="3217" y="7382"/>
                  </a:lnTo>
                  <a:lnTo>
                    <a:pt x="3400" y="7587"/>
                  </a:lnTo>
                  <a:lnTo>
                    <a:pt x="3584" y="8134"/>
                  </a:lnTo>
                  <a:lnTo>
                    <a:pt x="3400" y="8407"/>
                  </a:lnTo>
                  <a:lnTo>
                    <a:pt x="3400" y="8612"/>
                  </a:lnTo>
                  <a:lnTo>
                    <a:pt x="3584" y="8612"/>
                  </a:lnTo>
                  <a:lnTo>
                    <a:pt x="3584" y="9159"/>
                  </a:lnTo>
                  <a:lnTo>
                    <a:pt x="3722" y="9159"/>
                  </a:lnTo>
                  <a:lnTo>
                    <a:pt x="3722" y="9364"/>
                  </a:lnTo>
                  <a:lnTo>
                    <a:pt x="3584" y="9364"/>
                  </a:lnTo>
                  <a:lnTo>
                    <a:pt x="3722" y="9637"/>
                  </a:lnTo>
                  <a:lnTo>
                    <a:pt x="3722" y="10184"/>
                  </a:lnTo>
                  <a:lnTo>
                    <a:pt x="3906" y="10389"/>
                  </a:lnTo>
                  <a:lnTo>
                    <a:pt x="3906" y="10663"/>
                  </a:lnTo>
                  <a:lnTo>
                    <a:pt x="4090" y="10663"/>
                  </a:lnTo>
                  <a:lnTo>
                    <a:pt x="4090" y="10389"/>
                  </a:lnTo>
                  <a:lnTo>
                    <a:pt x="4228" y="10663"/>
                  </a:lnTo>
                  <a:lnTo>
                    <a:pt x="4411" y="10936"/>
                  </a:lnTo>
                  <a:lnTo>
                    <a:pt x="4411" y="11141"/>
                  </a:lnTo>
                  <a:lnTo>
                    <a:pt x="4595" y="11415"/>
                  </a:lnTo>
                  <a:lnTo>
                    <a:pt x="4595" y="11688"/>
                  </a:lnTo>
                  <a:lnTo>
                    <a:pt x="4411" y="11962"/>
                  </a:lnTo>
                  <a:lnTo>
                    <a:pt x="4228" y="12167"/>
                  </a:lnTo>
                  <a:lnTo>
                    <a:pt x="4090" y="11962"/>
                  </a:lnTo>
                  <a:lnTo>
                    <a:pt x="4090" y="11688"/>
                  </a:lnTo>
                  <a:lnTo>
                    <a:pt x="3906" y="11415"/>
                  </a:lnTo>
                  <a:lnTo>
                    <a:pt x="3906" y="11141"/>
                  </a:lnTo>
                  <a:lnTo>
                    <a:pt x="3722" y="11141"/>
                  </a:lnTo>
                  <a:lnTo>
                    <a:pt x="3217" y="10389"/>
                  </a:lnTo>
                  <a:lnTo>
                    <a:pt x="3033" y="10184"/>
                  </a:lnTo>
                  <a:lnTo>
                    <a:pt x="2895" y="10184"/>
                  </a:lnTo>
                  <a:lnTo>
                    <a:pt x="2895" y="9911"/>
                  </a:lnTo>
                  <a:lnTo>
                    <a:pt x="2711" y="9911"/>
                  </a:lnTo>
                  <a:lnTo>
                    <a:pt x="2711" y="9364"/>
                  </a:lnTo>
                  <a:lnTo>
                    <a:pt x="2895" y="8886"/>
                  </a:lnTo>
                  <a:lnTo>
                    <a:pt x="2895" y="8612"/>
                  </a:lnTo>
                  <a:lnTo>
                    <a:pt x="2711" y="8134"/>
                  </a:lnTo>
                  <a:lnTo>
                    <a:pt x="2527" y="8134"/>
                  </a:lnTo>
                  <a:lnTo>
                    <a:pt x="2205" y="7587"/>
                  </a:lnTo>
                  <a:lnTo>
                    <a:pt x="2205" y="7108"/>
                  </a:lnTo>
                  <a:lnTo>
                    <a:pt x="2022" y="7382"/>
                  </a:lnTo>
                  <a:lnTo>
                    <a:pt x="1700" y="7382"/>
                  </a:lnTo>
                  <a:lnTo>
                    <a:pt x="1884" y="7108"/>
                  </a:lnTo>
                  <a:lnTo>
                    <a:pt x="1516" y="7108"/>
                  </a:lnTo>
                  <a:lnTo>
                    <a:pt x="827" y="6083"/>
                  </a:lnTo>
                  <a:lnTo>
                    <a:pt x="1516" y="6083"/>
                  </a:lnTo>
                  <a:lnTo>
                    <a:pt x="1516" y="6356"/>
                  </a:lnTo>
                  <a:lnTo>
                    <a:pt x="1516" y="6083"/>
                  </a:lnTo>
                  <a:lnTo>
                    <a:pt x="1700" y="6083"/>
                  </a:lnTo>
                  <a:lnTo>
                    <a:pt x="1516" y="6083"/>
                  </a:lnTo>
                  <a:lnTo>
                    <a:pt x="1516" y="5878"/>
                  </a:lnTo>
                  <a:lnTo>
                    <a:pt x="1700" y="5878"/>
                  </a:lnTo>
                  <a:lnTo>
                    <a:pt x="1700" y="5058"/>
                  </a:lnTo>
                  <a:lnTo>
                    <a:pt x="1516" y="5058"/>
                  </a:lnTo>
                  <a:lnTo>
                    <a:pt x="1516" y="4853"/>
                  </a:lnTo>
                  <a:lnTo>
                    <a:pt x="1332" y="4579"/>
                  </a:lnTo>
                  <a:lnTo>
                    <a:pt x="1332" y="4306"/>
                  </a:lnTo>
                  <a:lnTo>
                    <a:pt x="1011" y="3827"/>
                  </a:lnTo>
                  <a:lnTo>
                    <a:pt x="689" y="3827"/>
                  </a:lnTo>
                  <a:lnTo>
                    <a:pt x="689" y="3075"/>
                  </a:lnTo>
                  <a:lnTo>
                    <a:pt x="505" y="2802"/>
                  </a:lnTo>
                  <a:lnTo>
                    <a:pt x="505" y="2324"/>
                  </a:lnTo>
                  <a:lnTo>
                    <a:pt x="321" y="2324"/>
                  </a:lnTo>
                  <a:lnTo>
                    <a:pt x="321" y="2050"/>
                  </a:lnTo>
                  <a:lnTo>
                    <a:pt x="505" y="1777"/>
                  </a:lnTo>
                  <a:lnTo>
                    <a:pt x="183" y="1503"/>
                  </a:lnTo>
                  <a:lnTo>
                    <a:pt x="183" y="1298"/>
                  </a:lnTo>
                  <a:lnTo>
                    <a:pt x="321" y="1298"/>
                  </a:lnTo>
                  <a:lnTo>
                    <a:pt x="183" y="1025"/>
                  </a:lnTo>
                  <a:lnTo>
                    <a:pt x="183" y="751"/>
                  </a:lnTo>
                  <a:lnTo>
                    <a:pt x="0" y="273"/>
                  </a:lnTo>
                  <a:lnTo>
                    <a:pt x="0" y="0"/>
                  </a:lnTo>
                  <a:close/>
                  <a:moveTo>
                    <a:pt x="3906" y="9911"/>
                  </a:moveTo>
                  <a:lnTo>
                    <a:pt x="3906" y="9364"/>
                  </a:lnTo>
                  <a:lnTo>
                    <a:pt x="3722" y="9364"/>
                  </a:lnTo>
                  <a:lnTo>
                    <a:pt x="3906" y="9637"/>
                  </a:lnTo>
                  <a:lnTo>
                    <a:pt x="3906" y="9911"/>
                  </a:lnTo>
                  <a:close/>
                  <a:moveTo>
                    <a:pt x="4090" y="10184"/>
                  </a:moveTo>
                  <a:lnTo>
                    <a:pt x="4090" y="10389"/>
                  </a:lnTo>
                  <a:lnTo>
                    <a:pt x="4090" y="10184"/>
                  </a:lnTo>
                  <a:close/>
                  <a:moveTo>
                    <a:pt x="13603" y="9911"/>
                  </a:moveTo>
                  <a:lnTo>
                    <a:pt x="13787" y="9911"/>
                  </a:lnTo>
                  <a:lnTo>
                    <a:pt x="13603" y="9911"/>
                  </a:lnTo>
                  <a:close/>
                  <a:moveTo>
                    <a:pt x="13603" y="10184"/>
                  </a:moveTo>
                  <a:close/>
                  <a:moveTo>
                    <a:pt x="13603" y="10663"/>
                  </a:moveTo>
                  <a:lnTo>
                    <a:pt x="13603" y="10389"/>
                  </a:lnTo>
                  <a:lnTo>
                    <a:pt x="13603" y="1066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0" name="AutoShape 174"/>
            <p:cNvSpPr>
              <a:spLocks/>
            </p:cNvSpPr>
            <p:nvPr/>
          </p:nvSpPr>
          <p:spPr bwMode="auto">
            <a:xfrm>
              <a:off x="6053571" y="7115532"/>
              <a:ext cx="2597841" cy="2405861"/>
            </a:xfrm>
            <a:custGeom>
              <a:avLst/>
              <a:gdLst>
                <a:gd name="T0" fmla="*/ 1298921 w 21600"/>
                <a:gd name="T1" fmla="*/ 1202931 h 21600"/>
                <a:gd name="T2" fmla="*/ 1298921 w 21600"/>
                <a:gd name="T3" fmla="*/ 1202931 h 21600"/>
                <a:gd name="T4" fmla="*/ 1298921 w 21600"/>
                <a:gd name="T5" fmla="*/ 1202931 h 21600"/>
                <a:gd name="T6" fmla="*/ 1298921 w 21600"/>
                <a:gd name="T7" fmla="*/ 12029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662" y="3141"/>
                  </a:moveTo>
                  <a:cubicBezTo>
                    <a:pt x="12662" y="3141"/>
                    <a:pt x="12662" y="3141"/>
                    <a:pt x="12662" y="3141"/>
                  </a:cubicBezTo>
                  <a:cubicBezTo>
                    <a:pt x="12786" y="3010"/>
                    <a:pt x="12786" y="3010"/>
                    <a:pt x="12786" y="3010"/>
                  </a:cubicBezTo>
                  <a:cubicBezTo>
                    <a:pt x="12786" y="3141"/>
                    <a:pt x="12786" y="3141"/>
                    <a:pt x="12786" y="3141"/>
                  </a:cubicBezTo>
                  <a:cubicBezTo>
                    <a:pt x="12786" y="3141"/>
                    <a:pt x="12786" y="3141"/>
                    <a:pt x="12786" y="3141"/>
                  </a:cubicBezTo>
                  <a:cubicBezTo>
                    <a:pt x="12662" y="3141"/>
                    <a:pt x="12662" y="3141"/>
                    <a:pt x="12662" y="3141"/>
                  </a:cubicBezTo>
                  <a:cubicBezTo>
                    <a:pt x="12662" y="3141"/>
                    <a:pt x="12662" y="3141"/>
                    <a:pt x="12662" y="3141"/>
                  </a:cubicBezTo>
                  <a:close/>
                  <a:moveTo>
                    <a:pt x="12537" y="3141"/>
                  </a:moveTo>
                  <a:cubicBezTo>
                    <a:pt x="12537" y="3141"/>
                    <a:pt x="12537" y="3141"/>
                    <a:pt x="12537" y="3141"/>
                  </a:cubicBezTo>
                  <a:cubicBezTo>
                    <a:pt x="12537" y="3141"/>
                    <a:pt x="12537" y="3141"/>
                    <a:pt x="12537" y="3141"/>
                  </a:cubicBezTo>
                  <a:cubicBezTo>
                    <a:pt x="12662" y="3010"/>
                    <a:pt x="12662" y="3010"/>
                    <a:pt x="12662" y="3010"/>
                  </a:cubicBezTo>
                  <a:cubicBezTo>
                    <a:pt x="12786" y="3010"/>
                    <a:pt x="12786" y="3010"/>
                    <a:pt x="12786" y="3010"/>
                  </a:cubicBezTo>
                  <a:cubicBezTo>
                    <a:pt x="12786" y="2879"/>
                    <a:pt x="12786" y="2879"/>
                    <a:pt x="12786" y="2879"/>
                  </a:cubicBezTo>
                  <a:cubicBezTo>
                    <a:pt x="12786" y="2879"/>
                    <a:pt x="12786" y="2879"/>
                    <a:pt x="12786" y="2879"/>
                  </a:cubicBezTo>
                  <a:cubicBezTo>
                    <a:pt x="12786" y="2879"/>
                    <a:pt x="12786" y="2879"/>
                    <a:pt x="12786" y="2879"/>
                  </a:cubicBezTo>
                  <a:cubicBezTo>
                    <a:pt x="12786" y="2879"/>
                    <a:pt x="12786" y="2879"/>
                    <a:pt x="12786" y="2879"/>
                  </a:cubicBezTo>
                  <a:cubicBezTo>
                    <a:pt x="12662" y="2879"/>
                    <a:pt x="12662" y="2879"/>
                    <a:pt x="12662" y="2879"/>
                  </a:cubicBezTo>
                  <a:cubicBezTo>
                    <a:pt x="12537" y="3010"/>
                    <a:pt x="12537" y="3010"/>
                    <a:pt x="12537" y="3010"/>
                  </a:cubicBezTo>
                  <a:cubicBezTo>
                    <a:pt x="12537" y="3141"/>
                    <a:pt x="12537" y="3141"/>
                    <a:pt x="12537" y="3141"/>
                  </a:cubicBezTo>
                  <a:close/>
                  <a:moveTo>
                    <a:pt x="13034" y="2749"/>
                  </a:moveTo>
                  <a:cubicBezTo>
                    <a:pt x="12910" y="2749"/>
                    <a:pt x="12910" y="2749"/>
                    <a:pt x="12910" y="2749"/>
                  </a:cubicBezTo>
                  <a:cubicBezTo>
                    <a:pt x="12910" y="2749"/>
                    <a:pt x="12910" y="2749"/>
                    <a:pt x="12910" y="2749"/>
                  </a:cubicBezTo>
                  <a:cubicBezTo>
                    <a:pt x="12910" y="2749"/>
                    <a:pt x="12910" y="2749"/>
                    <a:pt x="12910" y="2749"/>
                  </a:cubicBezTo>
                  <a:cubicBezTo>
                    <a:pt x="12910" y="2879"/>
                    <a:pt x="12910" y="2879"/>
                    <a:pt x="12910" y="2879"/>
                  </a:cubicBezTo>
                  <a:cubicBezTo>
                    <a:pt x="13034" y="2879"/>
                    <a:pt x="13034" y="2879"/>
                    <a:pt x="13034" y="2879"/>
                  </a:cubicBezTo>
                  <a:cubicBezTo>
                    <a:pt x="13034" y="2749"/>
                    <a:pt x="13034" y="2749"/>
                    <a:pt x="13034" y="2749"/>
                  </a:cubicBezTo>
                  <a:close/>
                  <a:moveTo>
                    <a:pt x="13034" y="2749"/>
                  </a:moveTo>
                  <a:cubicBezTo>
                    <a:pt x="12910" y="2618"/>
                    <a:pt x="12910" y="2618"/>
                    <a:pt x="12910" y="2618"/>
                  </a:cubicBezTo>
                  <a:cubicBezTo>
                    <a:pt x="13034" y="2487"/>
                    <a:pt x="13034" y="2487"/>
                    <a:pt x="13034" y="2487"/>
                  </a:cubicBezTo>
                  <a:cubicBezTo>
                    <a:pt x="13034" y="2487"/>
                    <a:pt x="13034" y="2487"/>
                    <a:pt x="13034" y="2487"/>
                  </a:cubicBezTo>
                  <a:cubicBezTo>
                    <a:pt x="13158" y="2487"/>
                    <a:pt x="13158" y="2487"/>
                    <a:pt x="13158" y="2487"/>
                  </a:cubicBezTo>
                  <a:cubicBezTo>
                    <a:pt x="13158" y="2487"/>
                    <a:pt x="13158" y="2487"/>
                    <a:pt x="13158" y="2487"/>
                  </a:cubicBezTo>
                  <a:cubicBezTo>
                    <a:pt x="13158" y="2487"/>
                    <a:pt x="13158" y="2487"/>
                    <a:pt x="13158" y="2487"/>
                  </a:cubicBezTo>
                  <a:cubicBezTo>
                    <a:pt x="13158" y="2487"/>
                    <a:pt x="13158" y="2487"/>
                    <a:pt x="13158" y="2487"/>
                  </a:cubicBezTo>
                  <a:cubicBezTo>
                    <a:pt x="13034" y="2618"/>
                    <a:pt x="13034" y="2618"/>
                    <a:pt x="13034" y="2618"/>
                  </a:cubicBezTo>
                  <a:cubicBezTo>
                    <a:pt x="13034" y="2749"/>
                    <a:pt x="13034" y="2749"/>
                    <a:pt x="13034" y="2749"/>
                  </a:cubicBezTo>
                  <a:close/>
                  <a:moveTo>
                    <a:pt x="13034" y="2749"/>
                  </a:moveTo>
                  <a:cubicBezTo>
                    <a:pt x="13034" y="2749"/>
                    <a:pt x="13034" y="2749"/>
                    <a:pt x="13034" y="2749"/>
                  </a:cubicBezTo>
                  <a:cubicBezTo>
                    <a:pt x="13158" y="2749"/>
                    <a:pt x="13158" y="2749"/>
                    <a:pt x="13158" y="2749"/>
                  </a:cubicBezTo>
                  <a:cubicBezTo>
                    <a:pt x="13282" y="2749"/>
                    <a:pt x="13282" y="2749"/>
                    <a:pt x="13282" y="2749"/>
                  </a:cubicBezTo>
                  <a:cubicBezTo>
                    <a:pt x="13282" y="2749"/>
                    <a:pt x="13282" y="2749"/>
                    <a:pt x="13282" y="2749"/>
                  </a:cubicBezTo>
                  <a:cubicBezTo>
                    <a:pt x="13406" y="2749"/>
                    <a:pt x="13406" y="2749"/>
                    <a:pt x="13406" y="2749"/>
                  </a:cubicBezTo>
                  <a:cubicBezTo>
                    <a:pt x="13282" y="2618"/>
                    <a:pt x="13282" y="2618"/>
                    <a:pt x="13282" y="2618"/>
                  </a:cubicBezTo>
                  <a:cubicBezTo>
                    <a:pt x="13158" y="2749"/>
                    <a:pt x="13158" y="2749"/>
                    <a:pt x="13158" y="2749"/>
                  </a:cubicBezTo>
                  <a:cubicBezTo>
                    <a:pt x="13034" y="2749"/>
                    <a:pt x="13034" y="2749"/>
                    <a:pt x="13034" y="2749"/>
                  </a:cubicBezTo>
                  <a:cubicBezTo>
                    <a:pt x="13034" y="2749"/>
                    <a:pt x="13034" y="2749"/>
                    <a:pt x="13034" y="2749"/>
                  </a:cubicBezTo>
                  <a:close/>
                  <a:moveTo>
                    <a:pt x="13282" y="2879"/>
                  </a:moveTo>
                  <a:cubicBezTo>
                    <a:pt x="13406" y="2879"/>
                    <a:pt x="13406" y="2879"/>
                    <a:pt x="13406" y="2879"/>
                  </a:cubicBezTo>
                  <a:cubicBezTo>
                    <a:pt x="13406" y="2749"/>
                    <a:pt x="13406" y="2749"/>
                    <a:pt x="13406" y="2749"/>
                  </a:cubicBezTo>
                  <a:cubicBezTo>
                    <a:pt x="13531" y="2749"/>
                    <a:pt x="13531" y="2749"/>
                    <a:pt x="13531" y="2749"/>
                  </a:cubicBezTo>
                  <a:cubicBezTo>
                    <a:pt x="13531" y="2879"/>
                    <a:pt x="13531" y="2879"/>
                    <a:pt x="13531" y="2879"/>
                  </a:cubicBezTo>
                  <a:cubicBezTo>
                    <a:pt x="13531" y="2879"/>
                    <a:pt x="13531" y="2879"/>
                    <a:pt x="13531" y="2879"/>
                  </a:cubicBezTo>
                  <a:cubicBezTo>
                    <a:pt x="13406" y="2879"/>
                    <a:pt x="13406" y="2879"/>
                    <a:pt x="13406" y="2879"/>
                  </a:cubicBezTo>
                  <a:cubicBezTo>
                    <a:pt x="13282" y="2879"/>
                    <a:pt x="13282" y="2879"/>
                    <a:pt x="13282" y="2879"/>
                  </a:cubicBezTo>
                  <a:close/>
                  <a:moveTo>
                    <a:pt x="13034" y="1832"/>
                  </a:moveTo>
                  <a:cubicBezTo>
                    <a:pt x="12910" y="1701"/>
                    <a:pt x="12910" y="1701"/>
                    <a:pt x="12910" y="1701"/>
                  </a:cubicBezTo>
                  <a:cubicBezTo>
                    <a:pt x="12910" y="1570"/>
                    <a:pt x="12910" y="1570"/>
                    <a:pt x="12910" y="1570"/>
                  </a:cubicBezTo>
                  <a:cubicBezTo>
                    <a:pt x="12910" y="1570"/>
                    <a:pt x="12910" y="1570"/>
                    <a:pt x="12910" y="1570"/>
                  </a:cubicBezTo>
                  <a:cubicBezTo>
                    <a:pt x="13034" y="1570"/>
                    <a:pt x="13034" y="1570"/>
                    <a:pt x="13034" y="1570"/>
                  </a:cubicBezTo>
                  <a:cubicBezTo>
                    <a:pt x="13034" y="1701"/>
                    <a:pt x="13034" y="1701"/>
                    <a:pt x="13034" y="1701"/>
                  </a:cubicBezTo>
                  <a:cubicBezTo>
                    <a:pt x="13034" y="1832"/>
                    <a:pt x="13034" y="1832"/>
                    <a:pt x="13034" y="1832"/>
                  </a:cubicBezTo>
                  <a:cubicBezTo>
                    <a:pt x="13034" y="1832"/>
                    <a:pt x="13034" y="1832"/>
                    <a:pt x="13034" y="1832"/>
                  </a:cubicBezTo>
                  <a:close/>
                  <a:moveTo>
                    <a:pt x="12537" y="785"/>
                  </a:moveTo>
                  <a:cubicBezTo>
                    <a:pt x="12413" y="654"/>
                    <a:pt x="12413" y="654"/>
                    <a:pt x="12413" y="654"/>
                  </a:cubicBezTo>
                  <a:cubicBezTo>
                    <a:pt x="12413" y="654"/>
                    <a:pt x="12413" y="654"/>
                    <a:pt x="12413" y="654"/>
                  </a:cubicBezTo>
                  <a:cubicBezTo>
                    <a:pt x="12413" y="523"/>
                    <a:pt x="12413" y="523"/>
                    <a:pt x="12413" y="523"/>
                  </a:cubicBezTo>
                  <a:cubicBezTo>
                    <a:pt x="12289" y="523"/>
                    <a:pt x="12289" y="523"/>
                    <a:pt x="12289" y="523"/>
                  </a:cubicBezTo>
                  <a:cubicBezTo>
                    <a:pt x="12413" y="523"/>
                    <a:pt x="12413" y="523"/>
                    <a:pt x="12413" y="523"/>
                  </a:cubicBezTo>
                  <a:cubicBezTo>
                    <a:pt x="12289" y="654"/>
                    <a:pt x="12289" y="654"/>
                    <a:pt x="12289" y="654"/>
                  </a:cubicBezTo>
                  <a:cubicBezTo>
                    <a:pt x="12165" y="785"/>
                    <a:pt x="12165" y="785"/>
                    <a:pt x="12165" y="785"/>
                  </a:cubicBezTo>
                  <a:cubicBezTo>
                    <a:pt x="12165" y="785"/>
                    <a:pt x="12165" y="785"/>
                    <a:pt x="12165" y="785"/>
                  </a:cubicBezTo>
                  <a:cubicBezTo>
                    <a:pt x="12165" y="785"/>
                    <a:pt x="12165" y="785"/>
                    <a:pt x="12165" y="785"/>
                  </a:cubicBezTo>
                  <a:cubicBezTo>
                    <a:pt x="12165" y="785"/>
                    <a:pt x="12165" y="785"/>
                    <a:pt x="12165" y="785"/>
                  </a:cubicBezTo>
                  <a:cubicBezTo>
                    <a:pt x="12041" y="916"/>
                    <a:pt x="12041" y="916"/>
                    <a:pt x="12041" y="916"/>
                  </a:cubicBezTo>
                  <a:cubicBezTo>
                    <a:pt x="11917" y="1178"/>
                    <a:pt x="11917" y="1178"/>
                    <a:pt x="11917" y="1178"/>
                  </a:cubicBezTo>
                  <a:cubicBezTo>
                    <a:pt x="11917" y="1178"/>
                    <a:pt x="11917" y="1178"/>
                    <a:pt x="11917" y="1178"/>
                  </a:cubicBezTo>
                  <a:cubicBezTo>
                    <a:pt x="11793" y="1439"/>
                    <a:pt x="11793" y="1439"/>
                    <a:pt x="11793" y="1439"/>
                  </a:cubicBezTo>
                  <a:cubicBezTo>
                    <a:pt x="11668" y="1570"/>
                    <a:pt x="11668" y="1570"/>
                    <a:pt x="11668" y="1570"/>
                  </a:cubicBezTo>
                  <a:cubicBezTo>
                    <a:pt x="11544" y="1701"/>
                    <a:pt x="11544" y="1701"/>
                    <a:pt x="11544" y="1701"/>
                  </a:cubicBezTo>
                  <a:cubicBezTo>
                    <a:pt x="11544" y="1701"/>
                    <a:pt x="11544" y="1701"/>
                    <a:pt x="11544" y="1701"/>
                  </a:cubicBezTo>
                  <a:cubicBezTo>
                    <a:pt x="11420" y="1701"/>
                    <a:pt x="11420" y="1701"/>
                    <a:pt x="11420" y="1701"/>
                  </a:cubicBezTo>
                  <a:cubicBezTo>
                    <a:pt x="11420" y="1832"/>
                    <a:pt x="11420" y="1832"/>
                    <a:pt x="11420" y="1832"/>
                  </a:cubicBezTo>
                  <a:cubicBezTo>
                    <a:pt x="11296" y="1963"/>
                    <a:pt x="11296" y="1963"/>
                    <a:pt x="11296" y="1963"/>
                  </a:cubicBezTo>
                  <a:cubicBezTo>
                    <a:pt x="11296" y="1832"/>
                    <a:pt x="11296" y="1832"/>
                    <a:pt x="11296" y="1832"/>
                  </a:cubicBezTo>
                  <a:cubicBezTo>
                    <a:pt x="11296" y="1701"/>
                    <a:pt x="11296" y="1701"/>
                    <a:pt x="11296" y="1701"/>
                  </a:cubicBezTo>
                  <a:cubicBezTo>
                    <a:pt x="11172" y="1701"/>
                    <a:pt x="11172" y="1701"/>
                    <a:pt x="11172" y="1701"/>
                  </a:cubicBezTo>
                  <a:cubicBezTo>
                    <a:pt x="11172" y="1701"/>
                    <a:pt x="11172" y="1701"/>
                    <a:pt x="11172" y="1701"/>
                  </a:cubicBezTo>
                  <a:cubicBezTo>
                    <a:pt x="11172" y="1701"/>
                    <a:pt x="11172" y="1701"/>
                    <a:pt x="11172" y="1701"/>
                  </a:cubicBezTo>
                  <a:cubicBezTo>
                    <a:pt x="11048" y="1701"/>
                    <a:pt x="11048" y="1701"/>
                    <a:pt x="11048" y="1701"/>
                  </a:cubicBezTo>
                  <a:cubicBezTo>
                    <a:pt x="11048" y="1832"/>
                    <a:pt x="11048" y="1832"/>
                    <a:pt x="11048" y="1832"/>
                  </a:cubicBezTo>
                  <a:cubicBezTo>
                    <a:pt x="10924" y="1701"/>
                    <a:pt x="10924" y="1701"/>
                    <a:pt x="10924" y="1701"/>
                  </a:cubicBezTo>
                  <a:cubicBezTo>
                    <a:pt x="10800" y="1701"/>
                    <a:pt x="10800" y="1701"/>
                    <a:pt x="10800" y="1701"/>
                  </a:cubicBezTo>
                  <a:cubicBezTo>
                    <a:pt x="10800" y="1570"/>
                    <a:pt x="10800" y="1570"/>
                    <a:pt x="10800" y="1570"/>
                  </a:cubicBezTo>
                  <a:cubicBezTo>
                    <a:pt x="10800" y="1570"/>
                    <a:pt x="10800" y="1570"/>
                    <a:pt x="10800" y="1570"/>
                  </a:cubicBezTo>
                  <a:cubicBezTo>
                    <a:pt x="10800" y="1570"/>
                    <a:pt x="10800" y="1570"/>
                    <a:pt x="10800" y="1570"/>
                  </a:cubicBezTo>
                  <a:cubicBezTo>
                    <a:pt x="10800" y="1439"/>
                    <a:pt x="10800" y="1439"/>
                    <a:pt x="10800" y="1439"/>
                  </a:cubicBezTo>
                  <a:cubicBezTo>
                    <a:pt x="10675" y="1439"/>
                    <a:pt x="10675" y="1439"/>
                    <a:pt x="10675" y="1439"/>
                  </a:cubicBezTo>
                  <a:cubicBezTo>
                    <a:pt x="10551" y="1309"/>
                    <a:pt x="10551" y="1309"/>
                    <a:pt x="10551" y="1309"/>
                  </a:cubicBezTo>
                  <a:cubicBezTo>
                    <a:pt x="10427" y="1309"/>
                    <a:pt x="10427" y="1309"/>
                    <a:pt x="10427" y="1309"/>
                  </a:cubicBezTo>
                  <a:cubicBezTo>
                    <a:pt x="10303" y="1439"/>
                    <a:pt x="10303" y="1439"/>
                    <a:pt x="10303" y="1439"/>
                  </a:cubicBezTo>
                  <a:cubicBezTo>
                    <a:pt x="10055" y="1439"/>
                    <a:pt x="10055" y="1439"/>
                    <a:pt x="10055" y="1439"/>
                  </a:cubicBezTo>
                  <a:cubicBezTo>
                    <a:pt x="9931" y="1439"/>
                    <a:pt x="9931" y="1439"/>
                    <a:pt x="9931" y="1439"/>
                  </a:cubicBezTo>
                  <a:cubicBezTo>
                    <a:pt x="9806" y="1439"/>
                    <a:pt x="9806" y="1439"/>
                    <a:pt x="9806" y="1439"/>
                  </a:cubicBezTo>
                  <a:cubicBezTo>
                    <a:pt x="9806" y="1570"/>
                    <a:pt x="9806" y="1570"/>
                    <a:pt x="9806" y="1570"/>
                  </a:cubicBezTo>
                  <a:cubicBezTo>
                    <a:pt x="9931" y="1701"/>
                    <a:pt x="9931" y="1701"/>
                    <a:pt x="9931" y="1701"/>
                  </a:cubicBezTo>
                  <a:cubicBezTo>
                    <a:pt x="9931" y="1701"/>
                    <a:pt x="9931" y="1701"/>
                    <a:pt x="9931" y="1701"/>
                  </a:cubicBezTo>
                  <a:cubicBezTo>
                    <a:pt x="10055" y="1832"/>
                    <a:pt x="10055" y="1832"/>
                    <a:pt x="10055" y="1832"/>
                  </a:cubicBezTo>
                  <a:cubicBezTo>
                    <a:pt x="10055" y="1832"/>
                    <a:pt x="10055" y="1832"/>
                    <a:pt x="10055" y="1832"/>
                  </a:cubicBezTo>
                  <a:cubicBezTo>
                    <a:pt x="9931" y="1832"/>
                    <a:pt x="9931" y="1832"/>
                    <a:pt x="9931" y="1832"/>
                  </a:cubicBezTo>
                  <a:cubicBezTo>
                    <a:pt x="9806" y="1832"/>
                    <a:pt x="9806" y="1832"/>
                    <a:pt x="9806" y="1832"/>
                  </a:cubicBezTo>
                  <a:cubicBezTo>
                    <a:pt x="9682" y="1832"/>
                    <a:pt x="9682" y="1832"/>
                    <a:pt x="9682" y="1832"/>
                  </a:cubicBezTo>
                  <a:cubicBezTo>
                    <a:pt x="9682" y="1832"/>
                    <a:pt x="9682" y="1832"/>
                    <a:pt x="9682" y="1832"/>
                  </a:cubicBezTo>
                  <a:cubicBezTo>
                    <a:pt x="9682" y="1832"/>
                    <a:pt x="9682" y="1832"/>
                    <a:pt x="9682" y="1832"/>
                  </a:cubicBezTo>
                  <a:cubicBezTo>
                    <a:pt x="9682" y="1832"/>
                    <a:pt x="9682" y="1832"/>
                    <a:pt x="9682" y="1832"/>
                  </a:cubicBezTo>
                  <a:cubicBezTo>
                    <a:pt x="9558" y="1832"/>
                    <a:pt x="9558" y="1832"/>
                    <a:pt x="9558" y="1832"/>
                  </a:cubicBezTo>
                  <a:cubicBezTo>
                    <a:pt x="9434" y="1832"/>
                    <a:pt x="9434" y="1832"/>
                    <a:pt x="9434" y="1832"/>
                  </a:cubicBezTo>
                  <a:cubicBezTo>
                    <a:pt x="9310" y="1701"/>
                    <a:pt x="9310" y="1701"/>
                    <a:pt x="9310" y="1701"/>
                  </a:cubicBezTo>
                  <a:cubicBezTo>
                    <a:pt x="9186" y="1832"/>
                    <a:pt x="9186" y="1832"/>
                    <a:pt x="9186" y="1832"/>
                  </a:cubicBezTo>
                  <a:cubicBezTo>
                    <a:pt x="9062" y="1832"/>
                    <a:pt x="9062" y="1832"/>
                    <a:pt x="9062" y="1832"/>
                  </a:cubicBezTo>
                  <a:cubicBezTo>
                    <a:pt x="9062" y="1963"/>
                    <a:pt x="9062" y="1963"/>
                    <a:pt x="9062" y="1963"/>
                  </a:cubicBezTo>
                  <a:cubicBezTo>
                    <a:pt x="8813" y="1963"/>
                    <a:pt x="8813" y="1963"/>
                    <a:pt x="8813" y="1963"/>
                  </a:cubicBezTo>
                  <a:cubicBezTo>
                    <a:pt x="8689" y="1963"/>
                    <a:pt x="8689" y="1963"/>
                    <a:pt x="8689" y="1963"/>
                  </a:cubicBezTo>
                  <a:cubicBezTo>
                    <a:pt x="8689" y="2094"/>
                    <a:pt x="8689" y="2094"/>
                    <a:pt x="8689" y="2094"/>
                  </a:cubicBezTo>
                  <a:cubicBezTo>
                    <a:pt x="8565" y="2094"/>
                    <a:pt x="8565" y="2094"/>
                    <a:pt x="8565" y="2094"/>
                  </a:cubicBezTo>
                  <a:cubicBezTo>
                    <a:pt x="8441" y="2094"/>
                    <a:pt x="8441" y="2094"/>
                    <a:pt x="8441" y="2094"/>
                  </a:cubicBezTo>
                  <a:cubicBezTo>
                    <a:pt x="8441" y="2094"/>
                    <a:pt x="8441" y="2094"/>
                    <a:pt x="8441" y="2094"/>
                  </a:cubicBezTo>
                  <a:cubicBezTo>
                    <a:pt x="8317" y="2094"/>
                    <a:pt x="8317" y="2094"/>
                    <a:pt x="8317" y="2094"/>
                  </a:cubicBezTo>
                  <a:cubicBezTo>
                    <a:pt x="8317" y="2225"/>
                    <a:pt x="8317" y="2225"/>
                    <a:pt x="8317" y="2225"/>
                  </a:cubicBezTo>
                  <a:cubicBezTo>
                    <a:pt x="8193" y="2225"/>
                    <a:pt x="8193" y="2225"/>
                    <a:pt x="8193" y="2225"/>
                  </a:cubicBezTo>
                  <a:cubicBezTo>
                    <a:pt x="7944" y="1963"/>
                    <a:pt x="7944" y="1963"/>
                    <a:pt x="7944" y="1963"/>
                  </a:cubicBezTo>
                  <a:cubicBezTo>
                    <a:pt x="7944" y="1963"/>
                    <a:pt x="7944" y="1963"/>
                    <a:pt x="7944" y="1963"/>
                  </a:cubicBezTo>
                  <a:cubicBezTo>
                    <a:pt x="7944" y="1832"/>
                    <a:pt x="7944" y="1832"/>
                    <a:pt x="7944" y="1832"/>
                  </a:cubicBezTo>
                  <a:cubicBezTo>
                    <a:pt x="7820" y="1701"/>
                    <a:pt x="7820" y="1701"/>
                    <a:pt x="7820" y="1701"/>
                  </a:cubicBezTo>
                  <a:cubicBezTo>
                    <a:pt x="7696" y="1570"/>
                    <a:pt x="7696" y="1570"/>
                    <a:pt x="7696" y="1570"/>
                  </a:cubicBezTo>
                  <a:cubicBezTo>
                    <a:pt x="7696" y="1570"/>
                    <a:pt x="7696" y="1570"/>
                    <a:pt x="7696" y="1570"/>
                  </a:cubicBezTo>
                  <a:cubicBezTo>
                    <a:pt x="7696" y="1439"/>
                    <a:pt x="7696" y="1439"/>
                    <a:pt x="7696" y="1439"/>
                  </a:cubicBezTo>
                  <a:cubicBezTo>
                    <a:pt x="7696" y="1439"/>
                    <a:pt x="7696" y="1439"/>
                    <a:pt x="7696" y="1439"/>
                  </a:cubicBezTo>
                  <a:cubicBezTo>
                    <a:pt x="7696" y="1309"/>
                    <a:pt x="7696" y="1309"/>
                    <a:pt x="7696" y="1309"/>
                  </a:cubicBezTo>
                  <a:cubicBezTo>
                    <a:pt x="7696" y="1178"/>
                    <a:pt x="7696" y="1178"/>
                    <a:pt x="7696" y="1178"/>
                  </a:cubicBezTo>
                  <a:cubicBezTo>
                    <a:pt x="7696" y="1178"/>
                    <a:pt x="7696" y="1178"/>
                    <a:pt x="7696" y="1178"/>
                  </a:cubicBezTo>
                  <a:cubicBezTo>
                    <a:pt x="7820" y="916"/>
                    <a:pt x="7820" y="916"/>
                    <a:pt x="7820" y="916"/>
                  </a:cubicBezTo>
                  <a:cubicBezTo>
                    <a:pt x="7820" y="785"/>
                    <a:pt x="7820" y="785"/>
                    <a:pt x="7820" y="785"/>
                  </a:cubicBezTo>
                  <a:cubicBezTo>
                    <a:pt x="7944" y="654"/>
                    <a:pt x="7944" y="654"/>
                    <a:pt x="7944" y="654"/>
                  </a:cubicBezTo>
                  <a:cubicBezTo>
                    <a:pt x="7944" y="654"/>
                    <a:pt x="7944" y="654"/>
                    <a:pt x="7944" y="654"/>
                  </a:cubicBezTo>
                  <a:cubicBezTo>
                    <a:pt x="7820" y="654"/>
                    <a:pt x="7820" y="654"/>
                    <a:pt x="7820" y="654"/>
                  </a:cubicBezTo>
                  <a:cubicBezTo>
                    <a:pt x="7820" y="523"/>
                    <a:pt x="7820" y="523"/>
                    <a:pt x="7820" y="523"/>
                  </a:cubicBezTo>
                  <a:cubicBezTo>
                    <a:pt x="7820" y="523"/>
                    <a:pt x="7820" y="523"/>
                    <a:pt x="7820" y="523"/>
                  </a:cubicBezTo>
                  <a:cubicBezTo>
                    <a:pt x="7696" y="523"/>
                    <a:pt x="7696" y="523"/>
                    <a:pt x="7696" y="523"/>
                  </a:cubicBezTo>
                  <a:cubicBezTo>
                    <a:pt x="7572" y="392"/>
                    <a:pt x="7572" y="392"/>
                    <a:pt x="7572" y="392"/>
                  </a:cubicBezTo>
                  <a:cubicBezTo>
                    <a:pt x="7572" y="392"/>
                    <a:pt x="7572" y="392"/>
                    <a:pt x="7572" y="392"/>
                  </a:cubicBezTo>
                  <a:cubicBezTo>
                    <a:pt x="7696" y="261"/>
                    <a:pt x="7696" y="261"/>
                    <a:pt x="7696" y="261"/>
                  </a:cubicBezTo>
                  <a:cubicBezTo>
                    <a:pt x="7696" y="130"/>
                    <a:pt x="7696" y="130"/>
                    <a:pt x="7696" y="130"/>
                  </a:cubicBezTo>
                  <a:cubicBezTo>
                    <a:pt x="7572" y="0"/>
                    <a:pt x="7572" y="0"/>
                    <a:pt x="7572" y="0"/>
                  </a:cubicBezTo>
                  <a:cubicBezTo>
                    <a:pt x="7448" y="0"/>
                    <a:pt x="7448" y="0"/>
                    <a:pt x="7448" y="0"/>
                  </a:cubicBezTo>
                  <a:cubicBezTo>
                    <a:pt x="7448" y="0"/>
                    <a:pt x="7448" y="0"/>
                    <a:pt x="7448" y="0"/>
                  </a:cubicBezTo>
                  <a:cubicBezTo>
                    <a:pt x="7324" y="0"/>
                    <a:pt x="7324" y="0"/>
                    <a:pt x="7324" y="0"/>
                  </a:cubicBezTo>
                  <a:cubicBezTo>
                    <a:pt x="7324" y="0"/>
                    <a:pt x="7324" y="0"/>
                    <a:pt x="7324" y="0"/>
                  </a:cubicBezTo>
                  <a:cubicBezTo>
                    <a:pt x="7324" y="130"/>
                    <a:pt x="7324" y="130"/>
                    <a:pt x="7324" y="130"/>
                  </a:cubicBezTo>
                  <a:cubicBezTo>
                    <a:pt x="7324" y="261"/>
                    <a:pt x="7324" y="261"/>
                    <a:pt x="7324" y="261"/>
                  </a:cubicBezTo>
                  <a:cubicBezTo>
                    <a:pt x="6951" y="392"/>
                    <a:pt x="6951" y="392"/>
                    <a:pt x="6951" y="392"/>
                  </a:cubicBezTo>
                  <a:cubicBezTo>
                    <a:pt x="6827" y="392"/>
                    <a:pt x="6827" y="392"/>
                    <a:pt x="6827" y="392"/>
                  </a:cubicBezTo>
                  <a:cubicBezTo>
                    <a:pt x="6579" y="523"/>
                    <a:pt x="6579" y="523"/>
                    <a:pt x="6579" y="523"/>
                  </a:cubicBezTo>
                  <a:cubicBezTo>
                    <a:pt x="6455" y="523"/>
                    <a:pt x="6455" y="523"/>
                    <a:pt x="6455" y="523"/>
                  </a:cubicBezTo>
                  <a:cubicBezTo>
                    <a:pt x="6331" y="523"/>
                    <a:pt x="6331" y="523"/>
                    <a:pt x="6331" y="523"/>
                  </a:cubicBezTo>
                  <a:cubicBezTo>
                    <a:pt x="6082" y="654"/>
                    <a:pt x="6082" y="654"/>
                    <a:pt x="6082" y="654"/>
                  </a:cubicBezTo>
                  <a:cubicBezTo>
                    <a:pt x="5958" y="654"/>
                    <a:pt x="5958" y="654"/>
                    <a:pt x="5958" y="654"/>
                  </a:cubicBezTo>
                  <a:cubicBezTo>
                    <a:pt x="5958" y="654"/>
                    <a:pt x="5958" y="654"/>
                    <a:pt x="5958" y="654"/>
                  </a:cubicBezTo>
                  <a:cubicBezTo>
                    <a:pt x="5710" y="654"/>
                    <a:pt x="5710" y="654"/>
                    <a:pt x="5710" y="654"/>
                  </a:cubicBezTo>
                  <a:cubicBezTo>
                    <a:pt x="5462" y="785"/>
                    <a:pt x="5462" y="785"/>
                    <a:pt x="5462" y="785"/>
                  </a:cubicBezTo>
                  <a:cubicBezTo>
                    <a:pt x="5337" y="654"/>
                    <a:pt x="5337" y="654"/>
                    <a:pt x="5337" y="654"/>
                  </a:cubicBezTo>
                  <a:cubicBezTo>
                    <a:pt x="5089" y="654"/>
                    <a:pt x="5089" y="654"/>
                    <a:pt x="5089" y="654"/>
                  </a:cubicBezTo>
                  <a:cubicBezTo>
                    <a:pt x="4965" y="523"/>
                    <a:pt x="4965" y="523"/>
                    <a:pt x="4965" y="523"/>
                  </a:cubicBezTo>
                  <a:cubicBezTo>
                    <a:pt x="5089" y="654"/>
                    <a:pt x="5089" y="654"/>
                    <a:pt x="5089" y="654"/>
                  </a:cubicBezTo>
                  <a:cubicBezTo>
                    <a:pt x="5089" y="785"/>
                    <a:pt x="5089" y="785"/>
                    <a:pt x="5089" y="785"/>
                  </a:cubicBezTo>
                  <a:cubicBezTo>
                    <a:pt x="5213" y="785"/>
                    <a:pt x="5213" y="785"/>
                    <a:pt x="5213" y="785"/>
                  </a:cubicBezTo>
                  <a:cubicBezTo>
                    <a:pt x="5337" y="916"/>
                    <a:pt x="5337" y="916"/>
                    <a:pt x="5337" y="916"/>
                  </a:cubicBezTo>
                  <a:cubicBezTo>
                    <a:pt x="5089" y="1178"/>
                    <a:pt x="5089" y="1178"/>
                    <a:pt x="5089" y="1178"/>
                  </a:cubicBezTo>
                  <a:cubicBezTo>
                    <a:pt x="5213" y="1309"/>
                    <a:pt x="5213" y="1309"/>
                    <a:pt x="5213" y="1309"/>
                  </a:cubicBezTo>
                  <a:cubicBezTo>
                    <a:pt x="5213" y="1439"/>
                    <a:pt x="5213" y="1439"/>
                    <a:pt x="5213" y="1439"/>
                  </a:cubicBezTo>
                  <a:cubicBezTo>
                    <a:pt x="5462" y="1570"/>
                    <a:pt x="5462" y="1570"/>
                    <a:pt x="5462" y="1570"/>
                  </a:cubicBezTo>
                  <a:cubicBezTo>
                    <a:pt x="5586" y="1439"/>
                    <a:pt x="5586" y="1439"/>
                    <a:pt x="5586" y="1439"/>
                  </a:cubicBezTo>
                  <a:cubicBezTo>
                    <a:pt x="5834" y="1570"/>
                    <a:pt x="5834" y="1570"/>
                    <a:pt x="5834" y="1570"/>
                  </a:cubicBezTo>
                  <a:cubicBezTo>
                    <a:pt x="5834" y="1701"/>
                    <a:pt x="5834" y="1701"/>
                    <a:pt x="5834" y="1701"/>
                  </a:cubicBezTo>
                  <a:cubicBezTo>
                    <a:pt x="5710" y="1701"/>
                    <a:pt x="5710" y="1701"/>
                    <a:pt x="5710" y="1701"/>
                  </a:cubicBezTo>
                  <a:cubicBezTo>
                    <a:pt x="5462" y="1701"/>
                    <a:pt x="5462" y="1701"/>
                    <a:pt x="5462" y="1701"/>
                  </a:cubicBezTo>
                  <a:cubicBezTo>
                    <a:pt x="5337" y="1832"/>
                    <a:pt x="5337" y="1832"/>
                    <a:pt x="5337" y="1832"/>
                  </a:cubicBezTo>
                  <a:cubicBezTo>
                    <a:pt x="5213" y="1963"/>
                    <a:pt x="5213" y="1963"/>
                    <a:pt x="5213" y="1963"/>
                  </a:cubicBezTo>
                  <a:cubicBezTo>
                    <a:pt x="4965" y="2094"/>
                    <a:pt x="4965" y="2094"/>
                    <a:pt x="4965" y="2094"/>
                  </a:cubicBezTo>
                  <a:cubicBezTo>
                    <a:pt x="4841" y="2225"/>
                    <a:pt x="4841" y="2225"/>
                    <a:pt x="4841" y="2225"/>
                  </a:cubicBezTo>
                  <a:cubicBezTo>
                    <a:pt x="4717" y="2356"/>
                    <a:pt x="4717" y="2356"/>
                    <a:pt x="4717" y="2356"/>
                  </a:cubicBezTo>
                  <a:cubicBezTo>
                    <a:pt x="4593" y="2487"/>
                    <a:pt x="4593" y="2487"/>
                    <a:pt x="4593" y="2487"/>
                  </a:cubicBezTo>
                  <a:cubicBezTo>
                    <a:pt x="4344" y="2487"/>
                    <a:pt x="4344" y="2487"/>
                    <a:pt x="4344" y="2487"/>
                  </a:cubicBezTo>
                  <a:cubicBezTo>
                    <a:pt x="4220" y="2487"/>
                    <a:pt x="4220" y="2487"/>
                    <a:pt x="4220" y="2487"/>
                  </a:cubicBezTo>
                  <a:cubicBezTo>
                    <a:pt x="3972" y="2356"/>
                    <a:pt x="3972" y="2356"/>
                    <a:pt x="3972" y="2356"/>
                  </a:cubicBezTo>
                  <a:cubicBezTo>
                    <a:pt x="3724" y="2225"/>
                    <a:pt x="3724" y="2225"/>
                    <a:pt x="3724" y="2225"/>
                  </a:cubicBezTo>
                  <a:cubicBezTo>
                    <a:pt x="3600" y="2225"/>
                    <a:pt x="3600" y="2225"/>
                    <a:pt x="3600" y="2225"/>
                  </a:cubicBezTo>
                  <a:cubicBezTo>
                    <a:pt x="3600" y="2094"/>
                    <a:pt x="3600" y="2094"/>
                    <a:pt x="3600" y="2094"/>
                  </a:cubicBezTo>
                  <a:cubicBezTo>
                    <a:pt x="3600" y="1963"/>
                    <a:pt x="3600" y="1963"/>
                    <a:pt x="3600" y="1963"/>
                  </a:cubicBezTo>
                  <a:cubicBezTo>
                    <a:pt x="3475" y="1832"/>
                    <a:pt x="3475" y="1832"/>
                    <a:pt x="3475" y="1832"/>
                  </a:cubicBezTo>
                  <a:cubicBezTo>
                    <a:pt x="3475" y="1701"/>
                    <a:pt x="3475" y="1701"/>
                    <a:pt x="3475" y="1701"/>
                  </a:cubicBezTo>
                  <a:cubicBezTo>
                    <a:pt x="3351" y="1832"/>
                    <a:pt x="3351" y="1832"/>
                    <a:pt x="3351" y="1832"/>
                  </a:cubicBezTo>
                  <a:cubicBezTo>
                    <a:pt x="3227" y="1963"/>
                    <a:pt x="3227" y="1963"/>
                    <a:pt x="3227" y="1963"/>
                  </a:cubicBezTo>
                  <a:cubicBezTo>
                    <a:pt x="3227" y="1963"/>
                    <a:pt x="3227" y="1963"/>
                    <a:pt x="3227" y="1963"/>
                  </a:cubicBezTo>
                  <a:cubicBezTo>
                    <a:pt x="3103" y="1832"/>
                    <a:pt x="3103" y="1832"/>
                    <a:pt x="3103" y="1832"/>
                  </a:cubicBezTo>
                  <a:cubicBezTo>
                    <a:pt x="2979" y="1832"/>
                    <a:pt x="2979" y="1832"/>
                    <a:pt x="2979" y="1832"/>
                  </a:cubicBezTo>
                  <a:cubicBezTo>
                    <a:pt x="2979" y="1963"/>
                    <a:pt x="2979" y="1963"/>
                    <a:pt x="2979" y="1963"/>
                  </a:cubicBezTo>
                  <a:cubicBezTo>
                    <a:pt x="2358" y="1963"/>
                    <a:pt x="2358" y="1963"/>
                    <a:pt x="2358" y="1963"/>
                  </a:cubicBezTo>
                  <a:cubicBezTo>
                    <a:pt x="2234" y="2094"/>
                    <a:pt x="2234" y="2094"/>
                    <a:pt x="2234" y="2094"/>
                  </a:cubicBezTo>
                  <a:cubicBezTo>
                    <a:pt x="2358" y="2225"/>
                    <a:pt x="2358" y="2225"/>
                    <a:pt x="2358" y="2225"/>
                  </a:cubicBezTo>
                  <a:cubicBezTo>
                    <a:pt x="2482" y="2225"/>
                    <a:pt x="2482" y="2225"/>
                    <a:pt x="2482" y="2225"/>
                  </a:cubicBezTo>
                  <a:cubicBezTo>
                    <a:pt x="2606" y="2487"/>
                    <a:pt x="2606" y="2487"/>
                    <a:pt x="2606" y="2487"/>
                  </a:cubicBezTo>
                  <a:cubicBezTo>
                    <a:pt x="2606" y="2487"/>
                    <a:pt x="2606" y="2487"/>
                    <a:pt x="2606" y="2487"/>
                  </a:cubicBezTo>
                  <a:cubicBezTo>
                    <a:pt x="2606" y="2487"/>
                    <a:pt x="2606" y="2487"/>
                    <a:pt x="2606" y="2487"/>
                  </a:cubicBezTo>
                  <a:cubicBezTo>
                    <a:pt x="2606" y="2618"/>
                    <a:pt x="2606" y="2618"/>
                    <a:pt x="2606" y="2618"/>
                  </a:cubicBezTo>
                  <a:cubicBezTo>
                    <a:pt x="2482" y="2618"/>
                    <a:pt x="2482" y="2618"/>
                    <a:pt x="2482" y="2618"/>
                  </a:cubicBezTo>
                  <a:cubicBezTo>
                    <a:pt x="2110" y="2618"/>
                    <a:pt x="2110" y="2618"/>
                    <a:pt x="2110" y="2618"/>
                  </a:cubicBezTo>
                  <a:cubicBezTo>
                    <a:pt x="2110" y="3010"/>
                    <a:pt x="2110" y="3010"/>
                    <a:pt x="2110" y="3010"/>
                  </a:cubicBezTo>
                  <a:cubicBezTo>
                    <a:pt x="2234" y="3141"/>
                    <a:pt x="2234" y="3141"/>
                    <a:pt x="2234" y="3141"/>
                  </a:cubicBezTo>
                  <a:cubicBezTo>
                    <a:pt x="2358" y="3272"/>
                    <a:pt x="2358" y="3272"/>
                    <a:pt x="2358" y="3272"/>
                  </a:cubicBezTo>
                  <a:cubicBezTo>
                    <a:pt x="2606" y="3403"/>
                    <a:pt x="2606" y="3403"/>
                    <a:pt x="2606" y="3403"/>
                  </a:cubicBezTo>
                  <a:cubicBezTo>
                    <a:pt x="2482" y="3665"/>
                    <a:pt x="2482" y="3665"/>
                    <a:pt x="2482" y="3665"/>
                  </a:cubicBezTo>
                  <a:cubicBezTo>
                    <a:pt x="2482" y="3665"/>
                    <a:pt x="2482" y="3665"/>
                    <a:pt x="2482" y="3665"/>
                  </a:cubicBezTo>
                  <a:cubicBezTo>
                    <a:pt x="2234" y="4843"/>
                    <a:pt x="2234" y="4843"/>
                    <a:pt x="2234" y="4843"/>
                  </a:cubicBezTo>
                  <a:cubicBezTo>
                    <a:pt x="2110" y="5105"/>
                    <a:pt x="2110" y="5105"/>
                    <a:pt x="2110" y="5105"/>
                  </a:cubicBezTo>
                  <a:cubicBezTo>
                    <a:pt x="2110" y="5105"/>
                    <a:pt x="2110" y="5105"/>
                    <a:pt x="2110" y="5105"/>
                  </a:cubicBezTo>
                  <a:cubicBezTo>
                    <a:pt x="2110" y="5236"/>
                    <a:pt x="2110" y="5236"/>
                    <a:pt x="2110" y="5236"/>
                  </a:cubicBezTo>
                  <a:cubicBezTo>
                    <a:pt x="1986" y="5236"/>
                    <a:pt x="1986" y="5236"/>
                    <a:pt x="1986" y="5236"/>
                  </a:cubicBezTo>
                  <a:cubicBezTo>
                    <a:pt x="1986" y="5105"/>
                    <a:pt x="1986" y="5105"/>
                    <a:pt x="1986" y="5105"/>
                  </a:cubicBezTo>
                  <a:cubicBezTo>
                    <a:pt x="1862" y="5105"/>
                    <a:pt x="1862" y="5105"/>
                    <a:pt x="1862" y="5105"/>
                  </a:cubicBezTo>
                  <a:cubicBezTo>
                    <a:pt x="1862" y="5105"/>
                    <a:pt x="1862" y="5105"/>
                    <a:pt x="1862" y="5105"/>
                  </a:cubicBezTo>
                  <a:cubicBezTo>
                    <a:pt x="1737" y="5105"/>
                    <a:pt x="1737" y="5105"/>
                    <a:pt x="1737" y="5105"/>
                  </a:cubicBezTo>
                  <a:cubicBezTo>
                    <a:pt x="1613" y="5105"/>
                    <a:pt x="1613" y="5105"/>
                    <a:pt x="1613" y="5105"/>
                  </a:cubicBezTo>
                  <a:cubicBezTo>
                    <a:pt x="1613" y="5105"/>
                    <a:pt x="1613" y="5105"/>
                    <a:pt x="1613" y="5105"/>
                  </a:cubicBezTo>
                  <a:cubicBezTo>
                    <a:pt x="1241" y="5236"/>
                    <a:pt x="1241" y="5236"/>
                    <a:pt x="1241" y="5236"/>
                  </a:cubicBezTo>
                  <a:cubicBezTo>
                    <a:pt x="993" y="5367"/>
                    <a:pt x="993" y="5367"/>
                    <a:pt x="993" y="5367"/>
                  </a:cubicBezTo>
                  <a:cubicBezTo>
                    <a:pt x="868" y="5367"/>
                    <a:pt x="868" y="5367"/>
                    <a:pt x="868" y="5367"/>
                  </a:cubicBezTo>
                  <a:cubicBezTo>
                    <a:pt x="868" y="5367"/>
                    <a:pt x="868" y="5367"/>
                    <a:pt x="868" y="5367"/>
                  </a:cubicBezTo>
                  <a:cubicBezTo>
                    <a:pt x="744" y="5498"/>
                    <a:pt x="744" y="5498"/>
                    <a:pt x="744" y="5498"/>
                  </a:cubicBezTo>
                  <a:cubicBezTo>
                    <a:pt x="620" y="5629"/>
                    <a:pt x="620" y="5629"/>
                    <a:pt x="620" y="5629"/>
                  </a:cubicBezTo>
                  <a:cubicBezTo>
                    <a:pt x="496" y="5629"/>
                    <a:pt x="496" y="5629"/>
                    <a:pt x="496" y="5629"/>
                  </a:cubicBezTo>
                  <a:cubicBezTo>
                    <a:pt x="496" y="5759"/>
                    <a:pt x="496" y="5759"/>
                    <a:pt x="496" y="5759"/>
                  </a:cubicBezTo>
                  <a:cubicBezTo>
                    <a:pt x="496" y="5890"/>
                    <a:pt x="496" y="5890"/>
                    <a:pt x="496" y="5890"/>
                  </a:cubicBezTo>
                  <a:cubicBezTo>
                    <a:pt x="496" y="5890"/>
                    <a:pt x="496" y="5890"/>
                    <a:pt x="496" y="5890"/>
                  </a:cubicBezTo>
                  <a:cubicBezTo>
                    <a:pt x="372" y="6152"/>
                    <a:pt x="372" y="6152"/>
                    <a:pt x="372" y="6152"/>
                  </a:cubicBezTo>
                  <a:cubicBezTo>
                    <a:pt x="372" y="6283"/>
                    <a:pt x="372" y="6283"/>
                    <a:pt x="372" y="6283"/>
                  </a:cubicBezTo>
                  <a:cubicBezTo>
                    <a:pt x="372" y="6414"/>
                    <a:pt x="372" y="6414"/>
                    <a:pt x="372" y="6414"/>
                  </a:cubicBezTo>
                  <a:cubicBezTo>
                    <a:pt x="372" y="6414"/>
                    <a:pt x="372" y="6414"/>
                    <a:pt x="372" y="6414"/>
                  </a:cubicBezTo>
                  <a:cubicBezTo>
                    <a:pt x="248" y="6414"/>
                    <a:pt x="248" y="6414"/>
                    <a:pt x="248" y="6414"/>
                  </a:cubicBezTo>
                  <a:cubicBezTo>
                    <a:pt x="124" y="6545"/>
                    <a:pt x="124" y="6545"/>
                    <a:pt x="124" y="6545"/>
                  </a:cubicBezTo>
                  <a:cubicBezTo>
                    <a:pt x="124" y="6676"/>
                    <a:pt x="124" y="6676"/>
                    <a:pt x="124" y="6676"/>
                  </a:cubicBezTo>
                  <a:cubicBezTo>
                    <a:pt x="0" y="6676"/>
                    <a:pt x="0" y="6676"/>
                    <a:pt x="0" y="6676"/>
                  </a:cubicBezTo>
                  <a:cubicBezTo>
                    <a:pt x="124" y="6807"/>
                    <a:pt x="124" y="6807"/>
                    <a:pt x="124" y="6807"/>
                  </a:cubicBezTo>
                  <a:cubicBezTo>
                    <a:pt x="0" y="6938"/>
                    <a:pt x="0" y="6938"/>
                    <a:pt x="0" y="6938"/>
                  </a:cubicBezTo>
                  <a:cubicBezTo>
                    <a:pt x="0" y="6938"/>
                    <a:pt x="0" y="6938"/>
                    <a:pt x="0" y="6938"/>
                  </a:cubicBezTo>
                  <a:cubicBezTo>
                    <a:pt x="0" y="7069"/>
                    <a:pt x="0" y="7069"/>
                    <a:pt x="0" y="7069"/>
                  </a:cubicBezTo>
                  <a:cubicBezTo>
                    <a:pt x="0" y="7199"/>
                    <a:pt x="0" y="7199"/>
                    <a:pt x="0" y="7199"/>
                  </a:cubicBezTo>
                  <a:cubicBezTo>
                    <a:pt x="124" y="7330"/>
                    <a:pt x="124" y="7330"/>
                    <a:pt x="124" y="7330"/>
                  </a:cubicBezTo>
                  <a:cubicBezTo>
                    <a:pt x="496" y="7723"/>
                    <a:pt x="496" y="7723"/>
                    <a:pt x="496" y="7723"/>
                  </a:cubicBezTo>
                  <a:cubicBezTo>
                    <a:pt x="248" y="7854"/>
                    <a:pt x="248" y="7854"/>
                    <a:pt x="248" y="7854"/>
                  </a:cubicBezTo>
                  <a:cubicBezTo>
                    <a:pt x="620" y="7854"/>
                    <a:pt x="620" y="7854"/>
                    <a:pt x="620" y="7854"/>
                  </a:cubicBezTo>
                  <a:cubicBezTo>
                    <a:pt x="868" y="7854"/>
                    <a:pt x="868" y="7854"/>
                    <a:pt x="868" y="7854"/>
                  </a:cubicBezTo>
                  <a:cubicBezTo>
                    <a:pt x="993" y="7985"/>
                    <a:pt x="993" y="7985"/>
                    <a:pt x="993" y="7985"/>
                  </a:cubicBezTo>
                  <a:cubicBezTo>
                    <a:pt x="993" y="8247"/>
                    <a:pt x="993" y="8247"/>
                    <a:pt x="993" y="8247"/>
                  </a:cubicBezTo>
                  <a:cubicBezTo>
                    <a:pt x="1241" y="8247"/>
                    <a:pt x="1241" y="8247"/>
                    <a:pt x="1241" y="8247"/>
                  </a:cubicBezTo>
                  <a:cubicBezTo>
                    <a:pt x="1489" y="8247"/>
                    <a:pt x="1489" y="8247"/>
                    <a:pt x="1489" y="8247"/>
                  </a:cubicBezTo>
                  <a:cubicBezTo>
                    <a:pt x="1737" y="7985"/>
                    <a:pt x="1737" y="7985"/>
                    <a:pt x="1737" y="7985"/>
                  </a:cubicBezTo>
                  <a:cubicBezTo>
                    <a:pt x="1862" y="7854"/>
                    <a:pt x="1862" y="7854"/>
                    <a:pt x="1862" y="7854"/>
                  </a:cubicBezTo>
                  <a:cubicBezTo>
                    <a:pt x="1986" y="7985"/>
                    <a:pt x="1986" y="7985"/>
                    <a:pt x="1986" y="7985"/>
                  </a:cubicBezTo>
                  <a:cubicBezTo>
                    <a:pt x="1986" y="8116"/>
                    <a:pt x="1986" y="8116"/>
                    <a:pt x="1986" y="8116"/>
                  </a:cubicBezTo>
                  <a:cubicBezTo>
                    <a:pt x="1862" y="8116"/>
                    <a:pt x="1862" y="8116"/>
                    <a:pt x="1862" y="8116"/>
                  </a:cubicBezTo>
                  <a:cubicBezTo>
                    <a:pt x="1862" y="8247"/>
                    <a:pt x="1862" y="8247"/>
                    <a:pt x="1862" y="8247"/>
                  </a:cubicBezTo>
                  <a:cubicBezTo>
                    <a:pt x="1986" y="8639"/>
                    <a:pt x="1986" y="8639"/>
                    <a:pt x="1986" y="8639"/>
                  </a:cubicBezTo>
                  <a:cubicBezTo>
                    <a:pt x="1986" y="8770"/>
                    <a:pt x="1986" y="8770"/>
                    <a:pt x="1986" y="8770"/>
                  </a:cubicBezTo>
                  <a:cubicBezTo>
                    <a:pt x="1986" y="8770"/>
                    <a:pt x="1986" y="8770"/>
                    <a:pt x="1986" y="8770"/>
                  </a:cubicBezTo>
                  <a:cubicBezTo>
                    <a:pt x="2110" y="8770"/>
                    <a:pt x="2110" y="8770"/>
                    <a:pt x="2110" y="8770"/>
                  </a:cubicBezTo>
                  <a:cubicBezTo>
                    <a:pt x="2234" y="8770"/>
                    <a:pt x="2234" y="8770"/>
                    <a:pt x="2234" y="8770"/>
                  </a:cubicBezTo>
                  <a:cubicBezTo>
                    <a:pt x="2358" y="8770"/>
                    <a:pt x="2358" y="8770"/>
                    <a:pt x="2358" y="8770"/>
                  </a:cubicBezTo>
                  <a:cubicBezTo>
                    <a:pt x="2358" y="8770"/>
                    <a:pt x="2358" y="8770"/>
                    <a:pt x="2358" y="8770"/>
                  </a:cubicBezTo>
                  <a:cubicBezTo>
                    <a:pt x="2482" y="8770"/>
                    <a:pt x="2482" y="8770"/>
                    <a:pt x="2482" y="8770"/>
                  </a:cubicBezTo>
                  <a:cubicBezTo>
                    <a:pt x="2482" y="8770"/>
                    <a:pt x="2482" y="8770"/>
                    <a:pt x="2482" y="8770"/>
                  </a:cubicBezTo>
                  <a:cubicBezTo>
                    <a:pt x="2482" y="8770"/>
                    <a:pt x="2482" y="8770"/>
                    <a:pt x="2482" y="8770"/>
                  </a:cubicBezTo>
                  <a:cubicBezTo>
                    <a:pt x="2855" y="8770"/>
                    <a:pt x="2855" y="8770"/>
                    <a:pt x="2855" y="8770"/>
                  </a:cubicBezTo>
                  <a:cubicBezTo>
                    <a:pt x="2979" y="8770"/>
                    <a:pt x="2979" y="8770"/>
                    <a:pt x="2979" y="8770"/>
                  </a:cubicBezTo>
                  <a:cubicBezTo>
                    <a:pt x="3103" y="8639"/>
                    <a:pt x="3103" y="8639"/>
                    <a:pt x="3103" y="8639"/>
                  </a:cubicBezTo>
                  <a:cubicBezTo>
                    <a:pt x="3227" y="8639"/>
                    <a:pt x="3227" y="8639"/>
                    <a:pt x="3227" y="8639"/>
                  </a:cubicBezTo>
                  <a:cubicBezTo>
                    <a:pt x="3351" y="8639"/>
                    <a:pt x="3351" y="8639"/>
                    <a:pt x="3351" y="8639"/>
                  </a:cubicBezTo>
                  <a:cubicBezTo>
                    <a:pt x="3475" y="8639"/>
                    <a:pt x="3475" y="8639"/>
                    <a:pt x="3475" y="8639"/>
                  </a:cubicBezTo>
                  <a:cubicBezTo>
                    <a:pt x="3600" y="8509"/>
                    <a:pt x="3600" y="8509"/>
                    <a:pt x="3600" y="8509"/>
                  </a:cubicBezTo>
                  <a:cubicBezTo>
                    <a:pt x="3724" y="8378"/>
                    <a:pt x="3724" y="8378"/>
                    <a:pt x="3724" y="8378"/>
                  </a:cubicBezTo>
                  <a:cubicBezTo>
                    <a:pt x="3972" y="8116"/>
                    <a:pt x="3972" y="8116"/>
                    <a:pt x="3972" y="8116"/>
                  </a:cubicBezTo>
                  <a:cubicBezTo>
                    <a:pt x="4220" y="8116"/>
                    <a:pt x="4220" y="8116"/>
                    <a:pt x="4220" y="8116"/>
                  </a:cubicBezTo>
                  <a:cubicBezTo>
                    <a:pt x="4344" y="7985"/>
                    <a:pt x="4344" y="7985"/>
                    <a:pt x="4344" y="7985"/>
                  </a:cubicBezTo>
                  <a:cubicBezTo>
                    <a:pt x="4468" y="7985"/>
                    <a:pt x="4468" y="7985"/>
                    <a:pt x="4468" y="7985"/>
                  </a:cubicBezTo>
                  <a:cubicBezTo>
                    <a:pt x="4593" y="8116"/>
                    <a:pt x="4593" y="8116"/>
                    <a:pt x="4593" y="8116"/>
                  </a:cubicBezTo>
                  <a:cubicBezTo>
                    <a:pt x="4717" y="7985"/>
                    <a:pt x="4717" y="7985"/>
                    <a:pt x="4717" y="7985"/>
                  </a:cubicBezTo>
                  <a:cubicBezTo>
                    <a:pt x="4717" y="8116"/>
                    <a:pt x="4717" y="8116"/>
                    <a:pt x="4717" y="8116"/>
                  </a:cubicBezTo>
                  <a:cubicBezTo>
                    <a:pt x="4717" y="8247"/>
                    <a:pt x="4717" y="8247"/>
                    <a:pt x="4717" y="8247"/>
                  </a:cubicBezTo>
                  <a:cubicBezTo>
                    <a:pt x="4841" y="8378"/>
                    <a:pt x="4841" y="8378"/>
                    <a:pt x="4841" y="8378"/>
                  </a:cubicBezTo>
                  <a:cubicBezTo>
                    <a:pt x="4717" y="8509"/>
                    <a:pt x="4717" y="8509"/>
                    <a:pt x="4717" y="8509"/>
                  </a:cubicBezTo>
                  <a:cubicBezTo>
                    <a:pt x="4841" y="8770"/>
                    <a:pt x="4841" y="8770"/>
                    <a:pt x="4841" y="8770"/>
                  </a:cubicBezTo>
                  <a:cubicBezTo>
                    <a:pt x="4717" y="8901"/>
                    <a:pt x="4717" y="8901"/>
                    <a:pt x="4717" y="8901"/>
                  </a:cubicBezTo>
                  <a:cubicBezTo>
                    <a:pt x="4841" y="9163"/>
                    <a:pt x="4841" y="9163"/>
                    <a:pt x="4841" y="9163"/>
                  </a:cubicBezTo>
                  <a:cubicBezTo>
                    <a:pt x="4965" y="9163"/>
                    <a:pt x="4965" y="9163"/>
                    <a:pt x="4965" y="9163"/>
                  </a:cubicBezTo>
                  <a:cubicBezTo>
                    <a:pt x="4965" y="9294"/>
                    <a:pt x="4965" y="9294"/>
                    <a:pt x="4965" y="9294"/>
                  </a:cubicBezTo>
                  <a:cubicBezTo>
                    <a:pt x="5089" y="9425"/>
                    <a:pt x="5089" y="9425"/>
                    <a:pt x="5089" y="9425"/>
                  </a:cubicBezTo>
                  <a:cubicBezTo>
                    <a:pt x="5337" y="9425"/>
                    <a:pt x="5337" y="9425"/>
                    <a:pt x="5337" y="9425"/>
                  </a:cubicBezTo>
                  <a:cubicBezTo>
                    <a:pt x="5462" y="9556"/>
                    <a:pt x="5462" y="9556"/>
                    <a:pt x="5462" y="9556"/>
                  </a:cubicBezTo>
                  <a:cubicBezTo>
                    <a:pt x="5462" y="9556"/>
                    <a:pt x="5462" y="9556"/>
                    <a:pt x="5462" y="9556"/>
                  </a:cubicBezTo>
                  <a:cubicBezTo>
                    <a:pt x="5710" y="9425"/>
                    <a:pt x="5710" y="9425"/>
                    <a:pt x="5710" y="9425"/>
                  </a:cubicBezTo>
                  <a:cubicBezTo>
                    <a:pt x="5958" y="9687"/>
                    <a:pt x="5958" y="9687"/>
                    <a:pt x="5958" y="9687"/>
                  </a:cubicBezTo>
                  <a:cubicBezTo>
                    <a:pt x="6082" y="9687"/>
                    <a:pt x="6082" y="9687"/>
                    <a:pt x="6082" y="9687"/>
                  </a:cubicBezTo>
                  <a:cubicBezTo>
                    <a:pt x="6206" y="9818"/>
                    <a:pt x="6206" y="9818"/>
                    <a:pt x="6206" y="9818"/>
                  </a:cubicBezTo>
                  <a:cubicBezTo>
                    <a:pt x="6331" y="9818"/>
                    <a:pt x="6331" y="9818"/>
                    <a:pt x="6331" y="9818"/>
                  </a:cubicBezTo>
                  <a:cubicBezTo>
                    <a:pt x="6579" y="9949"/>
                    <a:pt x="6579" y="9949"/>
                    <a:pt x="6579" y="9949"/>
                  </a:cubicBezTo>
                  <a:cubicBezTo>
                    <a:pt x="6703" y="9949"/>
                    <a:pt x="6703" y="9949"/>
                    <a:pt x="6703" y="9949"/>
                  </a:cubicBezTo>
                  <a:cubicBezTo>
                    <a:pt x="6703" y="10079"/>
                    <a:pt x="6703" y="10079"/>
                    <a:pt x="6703" y="10079"/>
                  </a:cubicBezTo>
                  <a:cubicBezTo>
                    <a:pt x="6827" y="10079"/>
                    <a:pt x="6827" y="10079"/>
                    <a:pt x="6827" y="10079"/>
                  </a:cubicBezTo>
                  <a:cubicBezTo>
                    <a:pt x="6951" y="10210"/>
                    <a:pt x="6951" y="10210"/>
                    <a:pt x="6951" y="10210"/>
                  </a:cubicBezTo>
                  <a:cubicBezTo>
                    <a:pt x="7324" y="10210"/>
                    <a:pt x="7324" y="10210"/>
                    <a:pt x="7324" y="10210"/>
                  </a:cubicBezTo>
                  <a:cubicBezTo>
                    <a:pt x="7572" y="10341"/>
                    <a:pt x="7572" y="10341"/>
                    <a:pt x="7572" y="10341"/>
                  </a:cubicBezTo>
                  <a:cubicBezTo>
                    <a:pt x="7572" y="10341"/>
                    <a:pt x="7572" y="10341"/>
                    <a:pt x="7572" y="10341"/>
                  </a:cubicBezTo>
                  <a:cubicBezTo>
                    <a:pt x="7572" y="10603"/>
                    <a:pt x="7572" y="10603"/>
                    <a:pt x="7572" y="10603"/>
                  </a:cubicBezTo>
                  <a:cubicBezTo>
                    <a:pt x="7572" y="10865"/>
                    <a:pt x="7572" y="10865"/>
                    <a:pt x="7572" y="10865"/>
                  </a:cubicBezTo>
                  <a:cubicBezTo>
                    <a:pt x="7572" y="10996"/>
                    <a:pt x="7572" y="10996"/>
                    <a:pt x="7572" y="10996"/>
                  </a:cubicBezTo>
                  <a:cubicBezTo>
                    <a:pt x="7696" y="11258"/>
                    <a:pt x="7696" y="11258"/>
                    <a:pt x="7696" y="11258"/>
                  </a:cubicBezTo>
                  <a:cubicBezTo>
                    <a:pt x="7696" y="11519"/>
                    <a:pt x="7696" y="11519"/>
                    <a:pt x="7696" y="11519"/>
                  </a:cubicBezTo>
                  <a:cubicBezTo>
                    <a:pt x="8689" y="11519"/>
                    <a:pt x="8689" y="11519"/>
                    <a:pt x="8689" y="11519"/>
                  </a:cubicBezTo>
                  <a:cubicBezTo>
                    <a:pt x="8813" y="11912"/>
                    <a:pt x="8813" y="11912"/>
                    <a:pt x="8813" y="11912"/>
                  </a:cubicBezTo>
                  <a:cubicBezTo>
                    <a:pt x="8689" y="12043"/>
                    <a:pt x="8689" y="12043"/>
                    <a:pt x="8689" y="12043"/>
                  </a:cubicBezTo>
                  <a:cubicBezTo>
                    <a:pt x="9062" y="12174"/>
                    <a:pt x="9062" y="12174"/>
                    <a:pt x="9062" y="12174"/>
                  </a:cubicBezTo>
                  <a:cubicBezTo>
                    <a:pt x="9310" y="12698"/>
                    <a:pt x="9310" y="12698"/>
                    <a:pt x="9310" y="12698"/>
                  </a:cubicBezTo>
                  <a:cubicBezTo>
                    <a:pt x="9310" y="12829"/>
                    <a:pt x="9310" y="12829"/>
                    <a:pt x="9310" y="12829"/>
                  </a:cubicBezTo>
                  <a:cubicBezTo>
                    <a:pt x="9062" y="13352"/>
                    <a:pt x="9062" y="13352"/>
                    <a:pt x="9062" y="13352"/>
                  </a:cubicBezTo>
                  <a:cubicBezTo>
                    <a:pt x="9062" y="13483"/>
                    <a:pt x="9062" y="13483"/>
                    <a:pt x="9062" y="13483"/>
                  </a:cubicBezTo>
                  <a:cubicBezTo>
                    <a:pt x="9062" y="13614"/>
                    <a:pt x="9062" y="13614"/>
                    <a:pt x="9062" y="13614"/>
                  </a:cubicBezTo>
                  <a:cubicBezTo>
                    <a:pt x="9062" y="13614"/>
                    <a:pt x="9062" y="13614"/>
                    <a:pt x="9062" y="13614"/>
                  </a:cubicBezTo>
                  <a:cubicBezTo>
                    <a:pt x="9062" y="13745"/>
                    <a:pt x="9062" y="13745"/>
                    <a:pt x="9062" y="13745"/>
                  </a:cubicBezTo>
                  <a:cubicBezTo>
                    <a:pt x="9186" y="13876"/>
                    <a:pt x="9186" y="13876"/>
                    <a:pt x="9186" y="13876"/>
                  </a:cubicBezTo>
                  <a:cubicBezTo>
                    <a:pt x="9186" y="14007"/>
                    <a:pt x="9186" y="14007"/>
                    <a:pt x="9186" y="14007"/>
                  </a:cubicBezTo>
                  <a:cubicBezTo>
                    <a:pt x="9310" y="14138"/>
                    <a:pt x="9310" y="14138"/>
                    <a:pt x="9310" y="14138"/>
                  </a:cubicBezTo>
                  <a:cubicBezTo>
                    <a:pt x="9186" y="14530"/>
                    <a:pt x="9186" y="14530"/>
                    <a:pt x="9186" y="14530"/>
                  </a:cubicBezTo>
                  <a:cubicBezTo>
                    <a:pt x="9310" y="14661"/>
                    <a:pt x="9310" y="14661"/>
                    <a:pt x="9310" y="14661"/>
                  </a:cubicBezTo>
                  <a:cubicBezTo>
                    <a:pt x="9186" y="14661"/>
                    <a:pt x="9186" y="14661"/>
                    <a:pt x="9186" y="14661"/>
                  </a:cubicBezTo>
                  <a:cubicBezTo>
                    <a:pt x="9310" y="14792"/>
                    <a:pt x="9310" y="14792"/>
                    <a:pt x="9310" y="14792"/>
                  </a:cubicBezTo>
                  <a:cubicBezTo>
                    <a:pt x="9434" y="14792"/>
                    <a:pt x="9434" y="14792"/>
                    <a:pt x="9434" y="14792"/>
                  </a:cubicBezTo>
                  <a:cubicBezTo>
                    <a:pt x="9558" y="14923"/>
                    <a:pt x="9558" y="14923"/>
                    <a:pt x="9558" y="14923"/>
                  </a:cubicBezTo>
                  <a:cubicBezTo>
                    <a:pt x="9806" y="14792"/>
                    <a:pt x="9806" y="14792"/>
                    <a:pt x="9806" y="14792"/>
                  </a:cubicBezTo>
                  <a:cubicBezTo>
                    <a:pt x="9931" y="14923"/>
                    <a:pt x="9931" y="14923"/>
                    <a:pt x="9931" y="14923"/>
                  </a:cubicBezTo>
                  <a:cubicBezTo>
                    <a:pt x="10179" y="14792"/>
                    <a:pt x="10179" y="14792"/>
                    <a:pt x="10179" y="14792"/>
                  </a:cubicBezTo>
                  <a:cubicBezTo>
                    <a:pt x="10303" y="14923"/>
                    <a:pt x="10303" y="14923"/>
                    <a:pt x="10303" y="14923"/>
                  </a:cubicBezTo>
                  <a:cubicBezTo>
                    <a:pt x="10427" y="14923"/>
                    <a:pt x="10427" y="14923"/>
                    <a:pt x="10427" y="14923"/>
                  </a:cubicBezTo>
                  <a:cubicBezTo>
                    <a:pt x="10427" y="15054"/>
                    <a:pt x="10427" y="15054"/>
                    <a:pt x="10427" y="15054"/>
                  </a:cubicBezTo>
                  <a:cubicBezTo>
                    <a:pt x="10675" y="15578"/>
                    <a:pt x="10675" y="15578"/>
                    <a:pt x="10675" y="15578"/>
                  </a:cubicBezTo>
                  <a:cubicBezTo>
                    <a:pt x="10675" y="15840"/>
                    <a:pt x="10675" y="15840"/>
                    <a:pt x="10675" y="15840"/>
                  </a:cubicBezTo>
                  <a:cubicBezTo>
                    <a:pt x="10800" y="15840"/>
                    <a:pt x="10800" y="15840"/>
                    <a:pt x="10800" y="15840"/>
                  </a:cubicBezTo>
                  <a:cubicBezTo>
                    <a:pt x="11048" y="15709"/>
                    <a:pt x="11048" y="15709"/>
                    <a:pt x="11048" y="15709"/>
                  </a:cubicBezTo>
                  <a:cubicBezTo>
                    <a:pt x="11172" y="15709"/>
                    <a:pt x="11172" y="15709"/>
                    <a:pt x="11172" y="15709"/>
                  </a:cubicBezTo>
                  <a:cubicBezTo>
                    <a:pt x="11296" y="15840"/>
                    <a:pt x="11296" y="15840"/>
                    <a:pt x="11296" y="15840"/>
                  </a:cubicBezTo>
                  <a:cubicBezTo>
                    <a:pt x="11296" y="15840"/>
                    <a:pt x="11296" y="15840"/>
                    <a:pt x="11296" y="15840"/>
                  </a:cubicBezTo>
                  <a:cubicBezTo>
                    <a:pt x="11296" y="15970"/>
                    <a:pt x="11296" y="15970"/>
                    <a:pt x="11296" y="15970"/>
                  </a:cubicBezTo>
                  <a:cubicBezTo>
                    <a:pt x="11296" y="16494"/>
                    <a:pt x="11296" y="16494"/>
                    <a:pt x="11296" y="16494"/>
                  </a:cubicBezTo>
                  <a:cubicBezTo>
                    <a:pt x="11296" y="16494"/>
                    <a:pt x="11296" y="16494"/>
                    <a:pt x="11296" y="16494"/>
                  </a:cubicBezTo>
                  <a:cubicBezTo>
                    <a:pt x="11172" y="16494"/>
                    <a:pt x="11172" y="16494"/>
                    <a:pt x="11172" y="16494"/>
                  </a:cubicBezTo>
                  <a:cubicBezTo>
                    <a:pt x="11172" y="16625"/>
                    <a:pt x="11172" y="16625"/>
                    <a:pt x="11172" y="16625"/>
                  </a:cubicBezTo>
                  <a:cubicBezTo>
                    <a:pt x="11172" y="16625"/>
                    <a:pt x="11172" y="16625"/>
                    <a:pt x="11172" y="16625"/>
                  </a:cubicBezTo>
                  <a:cubicBezTo>
                    <a:pt x="11172" y="16756"/>
                    <a:pt x="11172" y="16756"/>
                    <a:pt x="11172" y="16756"/>
                  </a:cubicBezTo>
                  <a:cubicBezTo>
                    <a:pt x="11296" y="16625"/>
                    <a:pt x="11296" y="16625"/>
                    <a:pt x="11296" y="16625"/>
                  </a:cubicBezTo>
                  <a:cubicBezTo>
                    <a:pt x="11544" y="16625"/>
                    <a:pt x="11544" y="16625"/>
                    <a:pt x="11544" y="16625"/>
                  </a:cubicBezTo>
                  <a:cubicBezTo>
                    <a:pt x="11544" y="16756"/>
                    <a:pt x="11544" y="16756"/>
                    <a:pt x="11544" y="16756"/>
                  </a:cubicBezTo>
                  <a:cubicBezTo>
                    <a:pt x="11668" y="17018"/>
                    <a:pt x="11668" y="17018"/>
                    <a:pt x="11668" y="17018"/>
                  </a:cubicBezTo>
                  <a:cubicBezTo>
                    <a:pt x="11668" y="17149"/>
                    <a:pt x="11668" y="17149"/>
                    <a:pt x="11668" y="17149"/>
                  </a:cubicBezTo>
                  <a:cubicBezTo>
                    <a:pt x="11668" y="17410"/>
                    <a:pt x="11668" y="17410"/>
                    <a:pt x="11668" y="17410"/>
                  </a:cubicBezTo>
                  <a:cubicBezTo>
                    <a:pt x="11668" y="17541"/>
                    <a:pt x="11668" y="17541"/>
                    <a:pt x="11668" y="17541"/>
                  </a:cubicBezTo>
                  <a:cubicBezTo>
                    <a:pt x="11668" y="17672"/>
                    <a:pt x="11668" y="17672"/>
                    <a:pt x="11668" y="17672"/>
                  </a:cubicBezTo>
                  <a:cubicBezTo>
                    <a:pt x="11544" y="17672"/>
                    <a:pt x="11544" y="17672"/>
                    <a:pt x="11544" y="17672"/>
                  </a:cubicBezTo>
                  <a:cubicBezTo>
                    <a:pt x="11420" y="17672"/>
                    <a:pt x="11420" y="17672"/>
                    <a:pt x="11420" y="17672"/>
                  </a:cubicBezTo>
                  <a:cubicBezTo>
                    <a:pt x="11420" y="17803"/>
                    <a:pt x="11420" y="17803"/>
                    <a:pt x="11420" y="17803"/>
                  </a:cubicBezTo>
                  <a:cubicBezTo>
                    <a:pt x="11296" y="17803"/>
                    <a:pt x="11296" y="17803"/>
                    <a:pt x="11296" y="17803"/>
                  </a:cubicBezTo>
                  <a:cubicBezTo>
                    <a:pt x="11296" y="17803"/>
                    <a:pt x="11296" y="17803"/>
                    <a:pt x="11296" y="17803"/>
                  </a:cubicBezTo>
                  <a:cubicBezTo>
                    <a:pt x="11048" y="17934"/>
                    <a:pt x="11048" y="17934"/>
                    <a:pt x="11048" y="17934"/>
                  </a:cubicBezTo>
                  <a:cubicBezTo>
                    <a:pt x="11048" y="18065"/>
                    <a:pt x="11048" y="18065"/>
                    <a:pt x="11048" y="18065"/>
                  </a:cubicBezTo>
                  <a:cubicBezTo>
                    <a:pt x="10924" y="18065"/>
                    <a:pt x="10924" y="18065"/>
                    <a:pt x="10924" y="18065"/>
                  </a:cubicBezTo>
                  <a:cubicBezTo>
                    <a:pt x="10675" y="18196"/>
                    <a:pt x="10675" y="18196"/>
                    <a:pt x="10675" y="18196"/>
                  </a:cubicBezTo>
                  <a:cubicBezTo>
                    <a:pt x="10675" y="18196"/>
                    <a:pt x="10675" y="18196"/>
                    <a:pt x="10675" y="18196"/>
                  </a:cubicBezTo>
                  <a:cubicBezTo>
                    <a:pt x="10675" y="18327"/>
                    <a:pt x="10675" y="18327"/>
                    <a:pt x="10675" y="18327"/>
                  </a:cubicBezTo>
                  <a:cubicBezTo>
                    <a:pt x="10551" y="18327"/>
                    <a:pt x="10551" y="18327"/>
                    <a:pt x="10551" y="18327"/>
                  </a:cubicBezTo>
                  <a:cubicBezTo>
                    <a:pt x="10551" y="18327"/>
                    <a:pt x="10551" y="18327"/>
                    <a:pt x="10551" y="18327"/>
                  </a:cubicBezTo>
                  <a:cubicBezTo>
                    <a:pt x="10303" y="18589"/>
                    <a:pt x="10303" y="18589"/>
                    <a:pt x="10303" y="18589"/>
                  </a:cubicBezTo>
                  <a:cubicBezTo>
                    <a:pt x="10303" y="18589"/>
                    <a:pt x="10303" y="18589"/>
                    <a:pt x="10303" y="18589"/>
                  </a:cubicBezTo>
                  <a:cubicBezTo>
                    <a:pt x="10303" y="18719"/>
                    <a:pt x="10303" y="18719"/>
                    <a:pt x="10303" y="18719"/>
                  </a:cubicBezTo>
                  <a:cubicBezTo>
                    <a:pt x="10179" y="18719"/>
                    <a:pt x="10179" y="18719"/>
                    <a:pt x="10179" y="18719"/>
                  </a:cubicBezTo>
                  <a:cubicBezTo>
                    <a:pt x="10179" y="18850"/>
                    <a:pt x="10179" y="18850"/>
                    <a:pt x="10179" y="18850"/>
                  </a:cubicBezTo>
                  <a:cubicBezTo>
                    <a:pt x="10055" y="18981"/>
                    <a:pt x="10055" y="18981"/>
                    <a:pt x="10055" y="18981"/>
                  </a:cubicBezTo>
                  <a:cubicBezTo>
                    <a:pt x="9931" y="19112"/>
                    <a:pt x="9931" y="19112"/>
                    <a:pt x="9931" y="19112"/>
                  </a:cubicBezTo>
                  <a:cubicBezTo>
                    <a:pt x="9931" y="19243"/>
                    <a:pt x="9931" y="19243"/>
                    <a:pt x="9931" y="19243"/>
                  </a:cubicBezTo>
                  <a:cubicBezTo>
                    <a:pt x="9931" y="19374"/>
                    <a:pt x="9931" y="19374"/>
                    <a:pt x="9931" y="19374"/>
                  </a:cubicBezTo>
                  <a:cubicBezTo>
                    <a:pt x="9806" y="19374"/>
                    <a:pt x="9806" y="19374"/>
                    <a:pt x="9806" y="19374"/>
                  </a:cubicBezTo>
                  <a:cubicBezTo>
                    <a:pt x="9806" y="19374"/>
                    <a:pt x="9806" y="19374"/>
                    <a:pt x="9806" y="19374"/>
                  </a:cubicBezTo>
                  <a:cubicBezTo>
                    <a:pt x="9806" y="19374"/>
                    <a:pt x="9806" y="19374"/>
                    <a:pt x="9806" y="19374"/>
                  </a:cubicBezTo>
                  <a:cubicBezTo>
                    <a:pt x="9931" y="19505"/>
                    <a:pt x="9931" y="19505"/>
                    <a:pt x="9931" y="19505"/>
                  </a:cubicBezTo>
                  <a:cubicBezTo>
                    <a:pt x="10179" y="19374"/>
                    <a:pt x="10179" y="19374"/>
                    <a:pt x="10179" y="19374"/>
                  </a:cubicBezTo>
                  <a:cubicBezTo>
                    <a:pt x="10303" y="19505"/>
                    <a:pt x="10303" y="19505"/>
                    <a:pt x="10303" y="19505"/>
                  </a:cubicBezTo>
                  <a:cubicBezTo>
                    <a:pt x="10427" y="19636"/>
                    <a:pt x="10427" y="19636"/>
                    <a:pt x="10427" y="19636"/>
                  </a:cubicBezTo>
                  <a:cubicBezTo>
                    <a:pt x="10551" y="19636"/>
                    <a:pt x="10551" y="19636"/>
                    <a:pt x="10551" y="19636"/>
                  </a:cubicBezTo>
                  <a:cubicBezTo>
                    <a:pt x="10675" y="19767"/>
                    <a:pt x="10675" y="19767"/>
                    <a:pt x="10675" y="19767"/>
                  </a:cubicBezTo>
                  <a:cubicBezTo>
                    <a:pt x="10800" y="20029"/>
                    <a:pt x="10800" y="20029"/>
                    <a:pt x="10800" y="20029"/>
                  </a:cubicBezTo>
                  <a:cubicBezTo>
                    <a:pt x="10800" y="20029"/>
                    <a:pt x="10800" y="20029"/>
                    <a:pt x="10800" y="20029"/>
                  </a:cubicBezTo>
                  <a:cubicBezTo>
                    <a:pt x="10924" y="19898"/>
                    <a:pt x="10924" y="19898"/>
                    <a:pt x="10924" y="19898"/>
                  </a:cubicBezTo>
                  <a:cubicBezTo>
                    <a:pt x="10924" y="19898"/>
                    <a:pt x="10924" y="19898"/>
                    <a:pt x="10924" y="19898"/>
                  </a:cubicBezTo>
                  <a:cubicBezTo>
                    <a:pt x="11048" y="20159"/>
                    <a:pt x="11048" y="20159"/>
                    <a:pt x="11048" y="20159"/>
                  </a:cubicBezTo>
                  <a:cubicBezTo>
                    <a:pt x="11296" y="20159"/>
                    <a:pt x="11296" y="20159"/>
                    <a:pt x="11296" y="20159"/>
                  </a:cubicBezTo>
                  <a:cubicBezTo>
                    <a:pt x="11420" y="20159"/>
                    <a:pt x="11420" y="20159"/>
                    <a:pt x="11420" y="20159"/>
                  </a:cubicBezTo>
                  <a:cubicBezTo>
                    <a:pt x="11544" y="20290"/>
                    <a:pt x="11544" y="20290"/>
                    <a:pt x="11544" y="20290"/>
                  </a:cubicBezTo>
                  <a:cubicBezTo>
                    <a:pt x="11544" y="20421"/>
                    <a:pt x="11544" y="20421"/>
                    <a:pt x="11544" y="20421"/>
                  </a:cubicBezTo>
                  <a:cubicBezTo>
                    <a:pt x="11668" y="20421"/>
                    <a:pt x="11668" y="20421"/>
                    <a:pt x="11668" y="20421"/>
                  </a:cubicBezTo>
                  <a:cubicBezTo>
                    <a:pt x="11793" y="20552"/>
                    <a:pt x="11793" y="20552"/>
                    <a:pt x="11793" y="20552"/>
                  </a:cubicBezTo>
                  <a:cubicBezTo>
                    <a:pt x="11917" y="20683"/>
                    <a:pt x="11917" y="20683"/>
                    <a:pt x="11917" y="20683"/>
                  </a:cubicBezTo>
                  <a:cubicBezTo>
                    <a:pt x="12041" y="20814"/>
                    <a:pt x="12041" y="20814"/>
                    <a:pt x="12041" y="20814"/>
                  </a:cubicBezTo>
                  <a:cubicBezTo>
                    <a:pt x="12165" y="20945"/>
                    <a:pt x="12165" y="20945"/>
                    <a:pt x="12165" y="20945"/>
                  </a:cubicBezTo>
                  <a:cubicBezTo>
                    <a:pt x="12165" y="21076"/>
                    <a:pt x="12165" y="21076"/>
                    <a:pt x="12165" y="21076"/>
                  </a:cubicBezTo>
                  <a:cubicBezTo>
                    <a:pt x="12041" y="21207"/>
                    <a:pt x="12041" y="21207"/>
                    <a:pt x="12041" y="21207"/>
                  </a:cubicBezTo>
                  <a:cubicBezTo>
                    <a:pt x="12165" y="21338"/>
                    <a:pt x="12165" y="21338"/>
                    <a:pt x="12165" y="21338"/>
                  </a:cubicBezTo>
                  <a:cubicBezTo>
                    <a:pt x="12165" y="21469"/>
                    <a:pt x="12165" y="21469"/>
                    <a:pt x="12165" y="21469"/>
                  </a:cubicBezTo>
                  <a:cubicBezTo>
                    <a:pt x="12165" y="21469"/>
                    <a:pt x="12165" y="21469"/>
                    <a:pt x="12165" y="21469"/>
                  </a:cubicBezTo>
                  <a:cubicBezTo>
                    <a:pt x="12289" y="21599"/>
                    <a:pt x="12289" y="21599"/>
                    <a:pt x="12289" y="21599"/>
                  </a:cubicBezTo>
                  <a:cubicBezTo>
                    <a:pt x="12289" y="21599"/>
                    <a:pt x="12289" y="21599"/>
                    <a:pt x="12289" y="21599"/>
                  </a:cubicBezTo>
                  <a:cubicBezTo>
                    <a:pt x="12537" y="21469"/>
                    <a:pt x="12537" y="21469"/>
                    <a:pt x="12537" y="21469"/>
                  </a:cubicBezTo>
                  <a:cubicBezTo>
                    <a:pt x="12537" y="21207"/>
                    <a:pt x="12537" y="21207"/>
                    <a:pt x="12537" y="21207"/>
                  </a:cubicBezTo>
                  <a:cubicBezTo>
                    <a:pt x="12662" y="20814"/>
                    <a:pt x="12662" y="20814"/>
                    <a:pt x="12662" y="20814"/>
                  </a:cubicBezTo>
                  <a:cubicBezTo>
                    <a:pt x="12786" y="20683"/>
                    <a:pt x="12786" y="20683"/>
                    <a:pt x="12786" y="20683"/>
                  </a:cubicBezTo>
                  <a:cubicBezTo>
                    <a:pt x="12786" y="20552"/>
                    <a:pt x="12786" y="20552"/>
                    <a:pt x="12786" y="20552"/>
                  </a:cubicBezTo>
                  <a:cubicBezTo>
                    <a:pt x="12662" y="20552"/>
                    <a:pt x="12662" y="20552"/>
                    <a:pt x="12662" y="20552"/>
                  </a:cubicBezTo>
                  <a:cubicBezTo>
                    <a:pt x="12662" y="20421"/>
                    <a:pt x="12662" y="20421"/>
                    <a:pt x="12662" y="20421"/>
                  </a:cubicBezTo>
                  <a:cubicBezTo>
                    <a:pt x="12662" y="20290"/>
                    <a:pt x="12662" y="20290"/>
                    <a:pt x="12662" y="20290"/>
                  </a:cubicBezTo>
                  <a:cubicBezTo>
                    <a:pt x="12786" y="20290"/>
                    <a:pt x="12786" y="20290"/>
                    <a:pt x="12786" y="20290"/>
                  </a:cubicBezTo>
                  <a:cubicBezTo>
                    <a:pt x="12786" y="20159"/>
                    <a:pt x="12786" y="20159"/>
                    <a:pt x="12786" y="20159"/>
                  </a:cubicBezTo>
                  <a:cubicBezTo>
                    <a:pt x="12910" y="20029"/>
                    <a:pt x="12910" y="20029"/>
                    <a:pt x="12910" y="20029"/>
                  </a:cubicBezTo>
                  <a:cubicBezTo>
                    <a:pt x="12910" y="20029"/>
                    <a:pt x="12910" y="20029"/>
                    <a:pt x="12910" y="20029"/>
                  </a:cubicBezTo>
                  <a:cubicBezTo>
                    <a:pt x="12910" y="20029"/>
                    <a:pt x="12910" y="20029"/>
                    <a:pt x="12910" y="20029"/>
                  </a:cubicBezTo>
                  <a:cubicBezTo>
                    <a:pt x="13034" y="20029"/>
                    <a:pt x="13034" y="20029"/>
                    <a:pt x="13034" y="20029"/>
                  </a:cubicBezTo>
                  <a:cubicBezTo>
                    <a:pt x="13034" y="20029"/>
                    <a:pt x="13034" y="20029"/>
                    <a:pt x="13034" y="20029"/>
                  </a:cubicBezTo>
                  <a:cubicBezTo>
                    <a:pt x="13034" y="19898"/>
                    <a:pt x="13034" y="19898"/>
                    <a:pt x="13034" y="19898"/>
                  </a:cubicBezTo>
                  <a:cubicBezTo>
                    <a:pt x="13158" y="19767"/>
                    <a:pt x="13158" y="19767"/>
                    <a:pt x="13158" y="19767"/>
                  </a:cubicBezTo>
                  <a:cubicBezTo>
                    <a:pt x="13158" y="19767"/>
                    <a:pt x="13158" y="19767"/>
                    <a:pt x="13158" y="19767"/>
                  </a:cubicBezTo>
                  <a:cubicBezTo>
                    <a:pt x="13158" y="19636"/>
                    <a:pt x="13158" y="19636"/>
                    <a:pt x="13158" y="19636"/>
                  </a:cubicBezTo>
                  <a:cubicBezTo>
                    <a:pt x="13282" y="19636"/>
                    <a:pt x="13282" y="19636"/>
                    <a:pt x="13282" y="19636"/>
                  </a:cubicBezTo>
                  <a:cubicBezTo>
                    <a:pt x="13282" y="19505"/>
                    <a:pt x="13282" y="19505"/>
                    <a:pt x="13282" y="19505"/>
                  </a:cubicBezTo>
                  <a:cubicBezTo>
                    <a:pt x="13282" y="19505"/>
                    <a:pt x="13282" y="19505"/>
                    <a:pt x="13282" y="19505"/>
                  </a:cubicBezTo>
                  <a:cubicBezTo>
                    <a:pt x="13158" y="19374"/>
                    <a:pt x="13158" y="19374"/>
                    <a:pt x="13158" y="19374"/>
                  </a:cubicBezTo>
                  <a:cubicBezTo>
                    <a:pt x="13158" y="19243"/>
                    <a:pt x="13158" y="19243"/>
                    <a:pt x="13158" y="19243"/>
                  </a:cubicBezTo>
                  <a:cubicBezTo>
                    <a:pt x="13158" y="19243"/>
                    <a:pt x="13158" y="19243"/>
                    <a:pt x="13158" y="19243"/>
                  </a:cubicBezTo>
                  <a:cubicBezTo>
                    <a:pt x="13158" y="19243"/>
                    <a:pt x="13158" y="19243"/>
                    <a:pt x="13158" y="19243"/>
                  </a:cubicBezTo>
                  <a:cubicBezTo>
                    <a:pt x="13282" y="19374"/>
                    <a:pt x="13282" y="19374"/>
                    <a:pt x="13282" y="19374"/>
                  </a:cubicBezTo>
                  <a:cubicBezTo>
                    <a:pt x="13406" y="19505"/>
                    <a:pt x="13406" y="19505"/>
                    <a:pt x="13406" y="19505"/>
                  </a:cubicBezTo>
                  <a:cubicBezTo>
                    <a:pt x="13406" y="19505"/>
                    <a:pt x="13406" y="19505"/>
                    <a:pt x="13406" y="19505"/>
                  </a:cubicBezTo>
                  <a:cubicBezTo>
                    <a:pt x="13531" y="19505"/>
                    <a:pt x="13531" y="19505"/>
                    <a:pt x="13531" y="19505"/>
                  </a:cubicBezTo>
                  <a:cubicBezTo>
                    <a:pt x="13531" y="19505"/>
                    <a:pt x="13531" y="19505"/>
                    <a:pt x="13531" y="19505"/>
                  </a:cubicBezTo>
                  <a:cubicBezTo>
                    <a:pt x="13531" y="19636"/>
                    <a:pt x="13531" y="19636"/>
                    <a:pt x="13531" y="19636"/>
                  </a:cubicBezTo>
                  <a:cubicBezTo>
                    <a:pt x="13531" y="19636"/>
                    <a:pt x="13531" y="19636"/>
                    <a:pt x="13531" y="19636"/>
                  </a:cubicBezTo>
                  <a:cubicBezTo>
                    <a:pt x="13406" y="19767"/>
                    <a:pt x="13406" y="19767"/>
                    <a:pt x="13406" y="19767"/>
                  </a:cubicBezTo>
                  <a:cubicBezTo>
                    <a:pt x="13282" y="20029"/>
                    <a:pt x="13282" y="20029"/>
                    <a:pt x="13282" y="20029"/>
                  </a:cubicBezTo>
                  <a:cubicBezTo>
                    <a:pt x="13158" y="20029"/>
                    <a:pt x="13158" y="20029"/>
                    <a:pt x="13158" y="20029"/>
                  </a:cubicBezTo>
                  <a:cubicBezTo>
                    <a:pt x="13158" y="20159"/>
                    <a:pt x="13158" y="20159"/>
                    <a:pt x="13158" y="20159"/>
                  </a:cubicBezTo>
                  <a:cubicBezTo>
                    <a:pt x="13158" y="20159"/>
                    <a:pt x="13158" y="20159"/>
                    <a:pt x="13158" y="20159"/>
                  </a:cubicBezTo>
                  <a:cubicBezTo>
                    <a:pt x="13158" y="20159"/>
                    <a:pt x="13158" y="20159"/>
                    <a:pt x="13158" y="20159"/>
                  </a:cubicBezTo>
                  <a:cubicBezTo>
                    <a:pt x="13034" y="20290"/>
                    <a:pt x="13034" y="20290"/>
                    <a:pt x="13034" y="20290"/>
                  </a:cubicBezTo>
                  <a:cubicBezTo>
                    <a:pt x="12910" y="20290"/>
                    <a:pt x="12910" y="20290"/>
                    <a:pt x="12910" y="20290"/>
                  </a:cubicBezTo>
                  <a:cubicBezTo>
                    <a:pt x="12910" y="20421"/>
                    <a:pt x="12910" y="20421"/>
                    <a:pt x="12910" y="20421"/>
                  </a:cubicBezTo>
                  <a:cubicBezTo>
                    <a:pt x="12786" y="20421"/>
                    <a:pt x="12786" y="20421"/>
                    <a:pt x="12786" y="20421"/>
                  </a:cubicBezTo>
                  <a:cubicBezTo>
                    <a:pt x="12786" y="20421"/>
                    <a:pt x="12786" y="20421"/>
                    <a:pt x="12786" y="20421"/>
                  </a:cubicBezTo>
                  <a:cubicBezTo>
                    <a:pt x="12786" y="20421"/>
                    <a:pt x="12786" y="20421"/>
                    <a:pt x="12786" y="20421"/>
                  </a:cubicBezTo>
                  <a:cubicBezTo>
                    <a:pt x="12910" y="20552"/>
                    <a:pt x="12910" y="20552"/>
                    <a:pt x="12910" y="20552"/>
                  </a:cubicBezTo>
                  <a:cubicBezTo>
                    <a:pt x="13282" y="20290"/>
                    <a:pt x="13282" y="20290"/>
                    <a:pt x="13282" y="20290"/>
                  </a:cubicBezTo>
                  <a:cubicBezTo>
                    <a:pt x="13406" y="20029"/>
                    <a:pt x="13406" y="20029"/>
                    <a:pt x="13406" y="20029"/>
                  </a:cubicBezTo>
                  <a:cubicBezTo>
                    <a:pt x="13655" y="19636"/>
                    <a:pt x="13655" y="19636"/>
                    <a:pt x="13655" y="19636"/>
                  </a:cubicBezTo>
                  <a:cubicBezTo>
                    <a:pt x="13779" y="19374"/>
                    <a:pt x="13779" y="19374"/>
                    <a:pt x="13779" y="19374"/>
                  </a:cubicBezTo>
                  <a:cubicBezTo>
                    <a:pt x="13903" y="19112"/>
                    <a:pt x="13903" y="19112"/>
                    <a:pt x="13903" y="19112"/>
                  </a:cubicBezTo>
                  <a:cubicBezTo>
                    <a:pt x="14151" y="18719"/>
                    <a:pt x="14151" y="18719"/>
                    <a:pt x="14151" y="18719"/>
                  </a:cubicBezTo>
                  <a:cubicBezTo>
                    <a:pt x="14399" y="18458"/>
                    <a:pt x="14399" y="18458"/>
                    <a:pt x="14399" y="18458"/>
                  </a:cubicBezTo>
                  <a:cubicBezTo>
                    <a:pt x="14399" y="18327"/>
                    <a:pt x="14399" y="18327"/>
                    <a:pt x="14399" y="18327"/>
                  </a:cubicBezTo>
                  <a:cubicBezTo>
                    <a:pt x="14399" y="18327"/>
                    <a:pt x="14399" y="18327"/>
                    <a:pt x="14399" y="18327"/>
                  </a:cubicBezTo>
                  <a:cubicBezTo>
                    <a:pt x="14399" y="18196"/>
                    <a:pt x="14399" y="18196"/>
                    <a:pt x="14399" y="18196"/>
                  </a:cubicBezTo>
                  <a:cubicBezTo>
                    <a:pt x="14399" y="18196"/>
                    <a:pt x="14399" y="18196"/>
                    <a:pt x="14399" y="18196"/>
                  </a:cubicBezTo>
                  <a:cubicBezTo>
                    <a:pt x="14524" y="18065"/>
                    <a:pt x="14524" y="18065"/>
                    <a:pt x="14524" y="18065"/>
                  </a:cubicBezTo>
                  <a:cubicBezTo>
                    <a:pt x="14524" y="18065"/>
                    <a:pt x="14524" y="18065"/>
                    <a:pt x="14524" y="18065"/>
                  </a:cubicBezTo>
                  <a:cubicBezTo>
                    <a:pt x="14524" y="17934"/>
                    <a:pt x="14524" y="17934"/>
                    <a:pt x="14524" y="17934"/>
                  </a:cubicBezTo>
                  <a:cubicBezTo>
                    <a:pt x="14524" y="17934"/>
                    <a:pt x="14524" y="17934"/>
                    <a:pt x="14524" y="17934"/>
                  </a:cubicBezTo>
                  <a:cubicBezTo>
                    <a:pt x="14524" y="17803"/>
                    <a:pt x="14524" y="17803"/>
                    <a:pt x="14524" y="17803"/>
                  </a:cubicBezTo>
                  <a:cubicBezTo>
                    <a:pt x="14524" y="17803"/>
                    <a:pt x="14524" y="17803"/>
                    <a:pt x="14524" y="17803"/>
                  </a:cubicBezTo>
                  <a:cubicBezTo>
                    <a:pt x="14524" y="17672"/>
                    <a:pt x="14524" y="17672"/>
                    <a:pt x="14524" y="17672"/>
                  </a:cubicBezTo>
                  <a:cubicBezTo>
                    <a:pt x="14399" y="17541"/>
                    <a:pt x="14399" y="17541"/>
                    <a:pt x="14399" y="17541"/>
                  </a:cubicBezTo>
                  <a:cubicBezTo>
                    <a:pt x="14399" y="17541"/>
                    <a:pt x="14399" y="17541"/>
                    <a:pt x="14399" y="17541"/>
                  </a:cubicBezTo>
                  <a:cubicBezTo>
                    <a:pt x="14399" y="17410"/>
                    <a:pt x="14399" y="17410"/>
                    <a:pt x="14399" y="17410"/>
                  </a:cubicBezTo>
                  <a:cubicBezTo>
                    <a:pt x="14399" y="17410"/>
                    <a:pt x="14399" y="17410"/>
                    <a:pt x="14399" y="17410"/>
                  </a:cubicBezTo>
                  <a:cubicBezTo>
                    <a:pt x="14399" y="17279"/>
                    <a:pt x="14399" y="17279"/>
                    <a:pt x="14399" y="17279"/>
                  </a:cubicBezTo>
                  <a:cubicBezTo>
                    <a:pt x="14275" y="17018"/>
                    <a:pt x="14275" y="17018"/>
                    <a:pt x="14275" y="17018"/>
                  </a:cubicBezTo>
                  <a:cubicBezTo>
                    <a:pt x="14399" y="17018"/>
                    <a:pt x="14399" y="17018"/>
                    <a:pt x="14399" y="17018"/>
                  </a:cubicBezTo>
                  <a:cubicBezTo>
                    <a:pt x="14524" y="17018"/>
                    <a:pt x="14524" y="17018"/>
                    <a:pt x="14524" y="17018"/>
                  </a:cubicBezTo>
                  <a:cubicBezTo>
                    <a:pt x="14399" y="16887"/>
                    <a:pt x="14399" y="16887"/>
                    <a:pt x="14399" y="16887"/>
                  </a:cubicBezTo>
                  <a:cubicBezTo>
                    <a:pt x="14399" y="16887"/>
                    <a:pt x="14399" y="16887"/>
                    <a:pt x="14399" y="16887"/>
                  </a:cubicBezTo>
                  <a:cubicBezTo>
                    <a:pt x="14524" y="16887"/>
                    <a:pt x="14524" y="16887"/>
                    <a:pt x="14524" y="16887"/>
                  </a:cubicBezTo>
                  <a:cubicBezTo>
                    <a:pt x="14524" y="16756"/>
                    <a:pt x="14524" y="16756"/>
                    <a:pt x="14524" y="16756"/>
                  </a:cubicBezTo>
                  <a:cubicBezTo>
                    <a:pt x="14399" y="16756"/>
                    <a:pt x="14399" y="16756"/>
                    <a:pt x="14399" y="16756"/>
                  </a:cubicBezTo>
                  <a:cubicBezTo>
                    <a:pt x="14524" y="16625"/>
                    <a:pt x="14524" y="16625"/>
                    <a:pt x="14524" y="16625"/>
                  </a:cubicBezTo>
                  <a:cubicBezTo>
                    <a:pt x="14524" y="16625"/>
                    <a:pt x="14524" y="16625"/>
                    <a:pt x="14524" y="16625"/>
                  </a:cubicBezTo>
                  <a:cubicBezTo>
                    <a:pt x="14648" y="16625"/>
                    <a:pt x="14648" y="16625"/>
                    <a:pt x="14648" y="16625"/>
                  </a:cubicBezTo>
                  <a:cubicBezTo>
                    <a:pt x="14772" y="16494"/>
                    <a:pt x="14772" y="16494"/>
                    <a:pt x="14772" y="16494"/>
                  </a:cubicBezTo>
                  <a:cubicBezTo>
                    <a:pt x="14896" y="16363"/>
                    <a:pt x="14896" y="16363"/>
                    <a:pt x="14896" y="16363"/>
                  </a:cubicBezTo>
                  <a:cubicBezTo>
                    <a:pt x="14896" y="16363"/>
                    <a:pt x="14896" y="16363"/>
                    <a:pt x="14896" y="16363"/>
                  </a:cubicBezTo>
                  <a:cubicBezTo>
                    <a:pt x="15020" y="16232"/>
                    <a:pt x="15020" y="16232"/>
                    <a:pt x="15020" y="16232"/>
                  </a:cubicBezTo>
                  <a:cubicBezTo>
                    <a:pt x="15268" y="16101"/>
                    <a:pt x="15268" y="16101"/>
                    <a:pt x="15268" y="16101"/>
                  </a:cubicBezTo>
                  <a:cubicBezTo>
                    <a:pt x="15393" y="15840"/>
                    <a:pt x="15393" y="15840"/>
                    <a:pt x="15393" y="15840"/>
                  </a:cubicBezTo>
                  <a:cubicBezTo>
                    <a:pt x="15641" y="15840"/>
                    <a:pt x="15641" y="15840"/>
                    <a:pt x="15641" y="15840"/>
                  </a:cubicBezTo>
                  <a:cubicBezTo>
                    <a:pt x="15765" y="15709"/>
                    <a:pt x="15765" y="15709"/>
                    <a:pt x="15765" y="15709"/>
                  </a:cubicBezTo>
                  <a:cubicBezTo>
                    <a:pt x="15889" y="15709"/>
                    <a:pt x="15889" y="15709"/>
                    <a:pt x="15889" y="15709"/>
                  </a:cubicBezTo>
                  <a:cubicBezTo>
                    <a:pt x="16013" y="15709"/>
                    <a:pt x="16013" y="15709"/>
                    <a:pt x="16013" y="15709"/>
                  </a:cubicBezTo>
                  <a:cubicBezTo>
                    <a:pt x="16013" y="15709"/>
                    <a:pt x="16013" y="15709"/>
                    <a:pt x="16013" y="15709"/>
                  </a:cubicBezTo>
                  <a:cubicBezTo>
                    <a:pt x="16137" y="15709"/>
                    <a:pt x="16137" y="15709"/>
                    <a:pt x="16137" y="15709"/>
                  </a:cubicBezTo>
                  <a:cubicBezTo>
                    <a:pt x="16137" y="15709"/>
                    <a:pt x="16137" y="15709"/>
                    <a:pt x="16137" y="15709"/>
                  </a:cubicBezTo>
                  <a:cubicBezTo>
                    <a:pt x="16262" y="15578"/>
                    <a:pt x="16262" y="15578"/>
                    <a:pt x="16262" y="15578"/>
                  </a:cubicBezTo>
                  <a:cubicBezTo>
                    <a:pt x="16386" y="15316"/>
                    <a:pt x="16386" y="15316"/>
                    <a:pt x="16386" y="15316"/>
                  </a:cubicBezTo>
                  <a:cubicBezTo>
                    <a:pt x="16510" y="15316"/>
                    <a:pt x="16510" y="15316"/>
                    <a:pt x="16510" y="15316"/>
                  </a:cubicBezTo>
                  <a:cubicBezTo>
                    <a:pt x="16510" y="15316"/>
                    <a:pt x="16510" y="15316"/>
                    <a:pt x="16510" y="15316"/>
                  </a:cubicBezTo>
                  <a:cubicBezTo>
                    <a:pt x="16510" y="15316"/>
                    <a:pt x="16510" y="15316"/>
                    <a:pt x="16510" y="15316"/>
                  </a:cubicBezTo>
                  <a:cubicBezTo>
                    <a:pt x="16386" y="15316"/>
                    <a:pt x="16386" y="15316"/>
                    <a:pt x="16386" y="15316"/>
                  </a:cubicBezTo>
                  <a:cubicBezTo>
                    <a:pt x="16386" y="15185"/>
                    <a:pt x="16386" y="15185"/>
                    <a:pt x="16386" y="15185"/>
                  </a:cubicBezTo>
                  <a:cubicBezTo>
                    <a:pt x="16510" y="15185"/>
                    <a:pt x="16510" y="15185"/>
                    <a:pt x="16510" y="15185"/>
                  </a:cubicBezTo>
                  <a:cubicBezTo>
                    <a:pt x="16634" y="15054"/>
                    <a:pt x="16634" y="15054"/>
                    <a:pt x="16634" y="15054"/>
                  </a:cubicBezTo>
                  <a:cubicBezTo>
                    <a:pt x="16634" y="15054"/>
                    <a:pt x="16634" y="15054"/>
                    <a:pt x="16634" y="15054"/>
                  </a:cubicBezTo>
                  <a:cubicBezTo>
                    <a:pt x="16758" y="15054"/>
                    <a:pt x="16758" y="15054"/>
                    <a:pt x="16758" y="15054"/>
                  </a:cubicBezTo>
                  <a:cubicBezTo>
                    <a:pt x="16882" y="15054"/>
                    <a:pt x="16882" y="15054"/>
                    <a:pt x="16882" y="15054"/>
                  </a:cubicBezTo>
                  <a:cubicBezTo>
                    <a:pt x="16882" y="15054"/>
                    <a:pt x="16882" y="15054"/>
                    <a:pt x="16882" y="15054"/>
                  </a:cubicBezTo>
                  <a:cubicBezTo>
                    <a:pt x="16882" y="15054"/>
                    <a:pt x="16882" y="15054"/>
                    <a:pt x="16882" y="15054"/>
                  </a:cubicBezTo>
                  <a:cubicBezTo>
                    <a:pt x="16758" y="15185"/>
                    <a:pt x="16758" y="15185"/>
                    <a:pt x="16758" y="15185"/>
                  </a:cubicBezTo>
                  <a:cubicBezTo>
                    <a:pt x="16634" y="15185"/>
                    <a:pt x="16634" y="15185"/>
                    <a:pt x="16634" y="15185"/>
                  </a:cubicBezTo>
                  <a:cubicBezTo>
                    <a:pt x="16634" y="15185"/>
                    <a:pt x="16634" y="15185"/>
                    <a:pt x="16634" y="15185"/>
                  </a:cubicBezTo>
                  <a:cubicBezTo>
                    <a:pt x="16634" y="15316"/>
                    <a:pt x="16634" y="15316"/>
                    <a:pt x="16634" y="15316"/>
                  </a:cubicBezTo>
                  <a:cubicBezTo>
                    <a:pt x="16882" y="15185"/>
                    <a:pt x="16882" y="15185"/>
                    <a:pt x="16882" y="15185"/>
                  </a:cubicBezTo>
                  <a:cubicBezTo>
                    <a:pt x="17131" y="15054"/>
                    <a:pt x="17131" y="15054"/>
                    <a:pt x="17131" y="15054"/>
                  </a:cubicBezTo>
                  <a:cubicBezTo>
                    <a:pt x="17131" y="15054"/>
                    <a:pt x="17131" y="15054"/>
                    <a:pt x="17131" y="15054"/>
                  </a:cubicBezTo>
                  <a:cubicBezTo>
                    <a:pt x="17131" y="15054"/>
                    <a:pt x="17131" y="15054"/>
                    <a:pt x="17131" y="15054"/>
                  </a:cubicBezTo>
                  <a:cubicBezTo>
                    <a:pt x="17255" y="15054"/>
                    <a:pt x="17255" y="15054"/>
                    <a:pt x="17255" y="15054"/>
                  </a:cubicBezTo>
                  <a:cubicBezTo>
                    <a:pt x="17255" y="15054"/>
                    <a:pt x="17255" y="15054"/>
                    <a:pt x="17255" y="15054"/>
                  </a:cubicBezTo>
                  <a:cubicBezTo>
                    <a:pt x="17255" y="15054"/>
                    <a:pt x="17255" y="15185"/>
                    <a:pt x="17255" y="15185"/>
                  </a:cubicBezTo>
                  <a:cubicBezTo>
                    <a:pt x="17255" y="15185"/>
                    <a:pt x="17379" y="15185"/>
                    <a:pt x="17379" y="15185"/>
                  </a:cubicBezTo>
                  <a:cubicBezTo>
                    <a:pt x="17503" y="15185"/>
                    <a:pt x="17503" y="15185"/>
                    <a:pt x="17503" y="15185"/>
                  </a:cubicBezTo>
                  <a:cubicBezTo>
                    <a:pt x="17627" y="15185"/>
                    <a:pt x="17627" y="15185"/>
                    <a:pt x="17627" y="15185"/>
                  </a:cubicBezTo>
                  <a:cubicBezTo>
                    <a:pt x="17875" y="15185"/>
                    <a:pt x="17875" y="15185"/>
                    <a:pt x="17875" y="15185"/>
                  </a:cubicBezTo>
                  <a:cubicBezTo>
                    <a:pt x="17999" y="15054"/>
                    <a:pt x="17999" y="15054"/>
                    <a:pt x="17999" y="15054"/>
                  </a:cubicBezTo>
                  <a:cubicBezTo>
                    <a:pt x="17999" y="15054"/>
                    <a:pt x="17999" y="15054"/>
                    <a:pt x="17999" y="15054"/>
                  </a:cubicBezTo>
                  <a:cubicBezTo>
                    <a:pt x="17875" y="15054"/>
                    <a:pt x="17875" y="15054"/>
                    <a:pt x="17875" y="15054"/>
                  </a:cubicBezTo>
                  <a:cubicBezTo>
                    <a:pt x="17875" y="14923"/>
                    <a:pt x="17875" y="14923"/>
                    <a:pt x="17875" y="14923"/>
                  </a:cubicBezTo>
                  <a:cubicBezTo>
                    <a:pt x="18124" y="14792"/>
                    <a:pt x="18124" y="14792"/>
                    <a:pt x="18124" y="14792"/>
                  </a:cubicBezTo>
                  <a:cubicBezTo>
                    <a:pt x="18372" y="14661"/>
                    <a:pt x="18372" y="14661"/>
                    <a:pt x="18372" y="14661"/>
                  </a:cubicBezTo>
                  <a:cubicBezTo>
                    <a:pt x="18496" y="14661"/>
                    <a:pt x="18496" y="14661"/>
                    <a:pt x="18496" y="14661"/>
                  </a:cubicBezTo>
                  <a:cubicBezTo>
                    <a:pt x="18496" y="14530"/>
                    <a:pt x="18496" y="14530"/>
                    <a:pt x="18496" y="14530"/>
                  </a:cubicBezTo>
                  <a:cubicBezTo>
                    <a:pt x="18496" y="14530"/>
                    <a:pt x="18496" y="14530"/>
                    <a:pt x="18496" y="14530"/>
                  </a:cubicBezTo>
                  <a:cubicBezTo>
                    <a:pt x="18372" y="14399"/>
                    <a:pt x="18372" y="14399"/>
                    <a:pt x="18372" y="14399"/>
                  </a:cubicBezTo>
                  <a:cubicBezTo>
                    <a:pt x="18496" y="14269"/>
                    <a:pt x="18496" y="14269"/>
                    <a:pt x="18496" y="14269"/>
                  </a:cubicBezTo>
                  <a:cubicBezTo>
                    <a:pt x="18496" y="14138"/>
                    <a:pt x="18496" y="14138"/>
                    <a:pt x="18496" y="14138"/>
                  </a:cubicBezTo>
                  <a:cubicBezTo>
                    <a:pt x="18496" y="14007"/>
                    <a:pt x="18496" y="14007"/>
                    <a:pt x="18496" y="14007"/>
                  </a:cubicBezTo>
                  <a:cubicBezTo>
                    <a:pt x="18620" y="14007"/>
                    <a:pt x="18620" y="14007"/>
                    <a:pt x="18620" y="14007"/>
                  </a:cubicBezTo>
                  <a:cubicBezTo>
                    <a:pt x="18744" y="13876"/>
                    <a:pt x="18744" y="13876"/>
                    <a:pt x="18744" y="13876"/>
                  </a:cubicBezTo>
                  <a:cubicBezTo>
                    <a:pt x="18744" y="13876"/>
                    <a:pt x="18744" y="13876"/>
                    <a:pt x="18744" y="13876"/>
                  </a:cubicBezTo>
                  <a:cubicBezTo>
                    <a:pt x="18744" y="13745"/>
                    <a:pt x="18744" y="13745"/>
                    <a:pt x="18744" y="13745"/>
                  </a:cubicBezTo>
                  <a:cubicBezTo>
                    <a:pt x="18868" y="13614"/>
                    <a:pt x="18868" y="13614"/>
                    <a:pt x="18868" y="13614"/>
                  </a:cubicBezTo>
                  <a:cubicBezTo>
                    <a:pt x="19117" y="13352"/>
                    <a:pt x="19117" y="13352"/>
                    <a:pt x="19117" y="13352"/>
                  </a:cubicBezTo>
                  <a:cubicBezTo>
                    <a:pt x="19117" y="13221"/>
                    <a:pt x="19117" y="13221"/>
                    <a:pt x="19117" y="13221"/>
                  </a:cubicBezTo>
                  <a:cubicBezTo>
                    <a:pt x="18993" y="12829"/>
                    <a:pt x="18993" y="12829"/>
                    <a:pt x="18993" y="12829"/>
                  </a:cubicBezTo>
                  <a:cubicBezTo>
                    <a:pt x="18993" y="12829"/>
                    <a:pt x="18993" y="12829"/>
                    <a:pt x="18993" y="12829"/>
                  </a:cubicBezTo>
                  <a:cubicBezTo>
                    <a:pt x="18993" y="12567"/>
                    <a:pt x="18993" y="12567"/>
                    <a:pt x="18993" y="12567"/>
                  </a:cubicBezTo>
                  <a:cubicBezTo>
                    <a:pt x="19117" y="12567"/>
                    <a:pt x="19117" y="12567"/>
                    <a:pt x="19117" y="12567"/>
                  </a:cubicBezTo>
                  <a:cubicBezTo>
                    <a:pt x="19117" y="12436"/>
                    <a:pt x="19117" y="12436"/>
                    <a:pt x="19117" y="12436"/>
                  </a:cubicBezTo>
                  <a:cubicBezTo>
                    <a:pt x="19241" y="12305"/>
                    <a:pt x="19241" y="12305"/>
                    <a:pt x="19241" y="12305"/>
                  </a:cubicBezTo>
                  <a:cubicBezTo>
                    <a:pt x="19241" y="12305"/>
                    <a:pt x="19241" y="12305"/>
                    <a:pt x="19241" y="12305"/>
                  </a:cubicBezTo>
                  <a:cubicBezTo>
                    <a:pt x="19241" y="12043"/>
                    <a:pt x="19241" y="12043"/>
                    <a:pt x="19241" y="12043"/>
                  </a:cubicBezTo>
                  <a:cubicBezTo>
                    <a:pt x="19365" y="11912"/>
                    <a:pt x="19365" y="11912"/>
                    <a:pt x="19365" y="11912"/>
                  </a:cubicBezTo>
                  <a:cubicBezTo>
                    <a:pt x="19365" y="11650"/>
                    <a:pt x="19365" y="11650"/>
                    <a:pt x="19365" y="11650"/>
                  </a:cubicBezTo>
                  <a:cubicBezTo>
                    <a:pt x="19365" y="11519"/>
                    <a:pt x="19365" y="11519"/>
                    <a:pt x="19365" y="11519"/>
                  </a:cubicBezTo>
                  <a:cubicBezTo>
                    <a:pt x="19365" y="11519"/>
                    <a:pt x="19365" y="11519"/>
                    <a:pt x="19365" y="11519"/>
                  </a:cubicBezTo>
                  <a:cubicBezTo>
                    <a:pt x="19365" y="11258"/>
                    <a:pt x="19365" y="11258"/>
                    <a:pt x="19365" y="11258"/>
                  </a:cubicBezTo>
                  <a:cubicBezTo>
                    <a:pt x="19365" y="10603"/>
                    <a:pt x="19365" y="10603"/>
                    <a:pt x="19365" y="10603"/>
                  </a:cubicBezTo>
                  <a:cubicBezTo>
                    <a:pt x="19365" y="10472"/>
                    <a:pt x="19365" y="10472"/>
                    <a:pt x="19365" y="10472"/>
                  </a:cubicBezTo>
                  <a:cubicBezTo>
                    <a:pt x="19365" y="10341"/>
                    <a:pt x="19365" y="10341"/>
                    <a:pt x="19365" y="10341"/>
                  </a:cubicBezTo>
                  <a:cubicBezTo>
                    <a:pt x="19365" y="10210"/>
                    <a:pt x="19365" y="10210"/>
                    <a:pt x="19365" y="10210"/>
                  </a:cubicBezTo>
                  <a:cubicBezTo>
                    <a:pt x="19365" y="10341"/>
                    <a:pt x="19365" y="10341"/>
                    <a:pt x="19365" y="10341"/>
                  </a:cubicBezTo>
                  <a:cubicBezTo>
                    <a:pt x="19241" y="10210"/>
                    <a:pt x="19241" y="10210"/>
                    <a:pt x="19241" y="10210"/>
                  </a:cubicBezTo>
                  <a:cubicBezTo>
                    <a:pt x="19241" y="10210"/>
                    <a:pt x="19241" y="10210"/>
                    <a:pt x="19241" y="10210"/>
                  </a:cubicBezTo>
                  <a:cubicBezTo>
                    <a:pt x="19365" y="10079"/>
                    <a:pt x="19365" y="10079"/>
                    <a:pt x="19365" y="10079"/>
                  </a:cubicBezTo>
                  <a:cubicBezTo>
                    <a:pt x="19365" y="9949"/>
                    <a:pt x="19365" y="9949"/>
                    <a:pt x="19365" y="9949"/>
                  </a:cubicBezTo>
                  <a:cubicBezTo>
                    <a:pt x="19365" y="9818"/>
                    <a:pt x="19365" y="9818"/>
                    <a:pt x="19365" y="9818"/>
                  </a:cubicBezTo>
                  <a:cubicBezTo>
                    <a:pt x="19365" y="9818"/>
                    <a:pt x="19365" y="9818"/>
                    <a:pt x="19365" y="9818"/>
                  </a:cubicBezTo>
                  <a:cubicBezTo>
                    <a:pt x="19365" y="9687"/>
                    <a:pt x="19365" y="9687"/>
                    <a:pt x="19365" y="9687"/>
                  </a:cubicBezTo>
                  <a:cubicBezTo>
                    <a:pt x="19365" y="9556"/>
                    <a:pt x="19365" y="9556"/>
                    <a:pt x="19365" y="9556"/>
                  </a:cubicBezTo>
                  <a:cubicBezTo>
                    <a:pt x="19241" y="9556"/>
                    <a:pt x="19241" y="9556"/>
                    <a:pt x="19241" y="9556"/>
                  </a:cubicBezTo>
                  <a:cubicBezTo>
                    <a:pt x="19241" y="9556"/>
                    <a:pt x="19241" y="9556"/>
                    <a:pt x="19241" y="9556"/>
                  </a:cubicBezTo>
                  <a:cubicBezTo>
                    <a:pt x="19241" y="9425"/>
                    <a:pt x="19241" y="9425"/>
                    <a:pt x="19241" y="9425"/>
                  </a:cubicBezTo>
                  <a:cubicBezTo>
                    <a:pt x="19241" y="9556"/>
                    <a:pt x="19241" y="9556"/>
                    <a:pt x="19241" y="9556"/>
                  </a:cubicBezTo>
                  <a:cubicBezTo>
                    <a:pt x="19365" y="9556"/>
                    <a:pt x="19365" y="9556"/>
                    <a:pt x="19365" y="9556"/>
                  </a:cubicBezTo>
                  <a:cubicBezTo>
                    <a:pt x="19489" y="9556"/>
                    <a:pt x="19489" y="9556"/>
                    <a:pt x="19489" y="9556"/>
                  </a:cubicBezTo>
                  <a:cubicBezTo>
                    <a:pt x="19489" y="9425"/>
                    <a:pt x="19489" y="9425"/>
                    <a:pt x="19489" y="9425"/>
                  </a:cubicBezTo>
                  <a:cubicBezTo>
                    <a:pt x="19489" y="9425"/>
                    <a:pt x="19489" y="9425"/>
                    <a:pt x="19489" y="9425"/>
                  </a:cubicBezTo>
                  <a:cubicBezTo>
                    <a:pt x="19613" y="9556"/>
                    <a:pt x="19613" y="9556"/>
                    <a:pt x="19613" y="9556"/>
                  </a:cubicBezTo>
                  <a:cubicBezTo>
                    <a:pt x="19613" y="9556"/>
                    <a:pt x="19613" y="9556"/>
                    <a:pt x="19613" y="9556"/>
                  </a:cubicBezTo>
                  <a:cubicBezTo>
                    <a:pt x="19613" y="9687"/>
                    <a:pt x="19613" y="9687"/>
                    <a:pt x="19613" y="9687"/>
                  </a:cubicBezTo>
                  <a:cubicBezTo>
                    <a:pt x="19489" y="9687"/>
                    <a:pt x="19489" y="9687"/>
                    <a:pt x="19489" y="9687"/>
                  </a:cubicBezTo>
                  <a:cubicBezTo>
                    <a:pt x="19489" y="9818"/>
                    <a:pt x="19489" y="9818"/>
                    <a:pt x="19489" y="9818"/>
                  </a:cubicBezTo>
                  <a:cubicBezTo>
                    <a:pt x="19489" y="9818"/>
                    <a:pt x="19489" y="9818"/>
                    <a:pt x="19489" y="9818"/>
                  </a:cubicBezTo>
                  <a:cubicBezTo>
                    <a:pt x="19613" y="9687"/>
                    <a:pt x="19613" y="9687"/>
                    <a:pt x="19613" y="9687"/>
                  </a:cubicBezTo>
                  <a:cubicBezTo>
                    <a:pt x="19737" y="9556"/>
                    <a:pt x="19737" y="9556"/>
                    <a:pt x="19737" y="9556"/>
                  </a:cubicBezTo>
                  <a:cubicBezTo>
                    <a:pt x="19986" y="9294"/>
                    <a:pt x="19986" y="9294"/>
                    <a:pt x="19986" y="9294"/>
                  </a:cubicBezTo>
                  <a:cubicBezTo>
                    <a:pt x="20110" y="9163"/>
                    <a:pt x="20110" y="9163"/>
                    <a:pt x="20110" y="9163"/>
                  </a:cubicBezTo>
                  <a:cubicBezTo>
                    <a:pt x="20110" y="9032"/>
                    <a:pt x="20110" y="9032"/>
                    <a:pt x="20110" y="9032"/>
                  </a:cubicBezTo>
                  <a:cubicBezTo>
                    <a:pt x="20110" y="8901"/>
                    <a:pt x="20110" y="8901"/>
                    <a:pt x="20110" y="8901"/>
                  </a:cubicBezTo>
                  <a:cubicBezTo>
                    <a:pt x="20234" y="8770"/>
                    <a:pt x="20234" y="8770"/>
                    <a:pt x="20234" y="8770"/>
                  </a:cubicBezTo>
                  <a:cubicBezTo>
                    <a:pt x="20358" y="8639"/>
                    <a:pt x="20358" y="8639"/>
                    <a:pt x="20358" y="8639"/>
                  </a:cubicBezTo>
                  <a:cubicBezTo>
                    <a:pt x="20606" y="8378"/>
                    <a:pt x="20606" y="8378"/>
                    <a:pt x="20606" y="8378"/>
                  </a:cubicBezTo>
                  <a:cubicBezTo>
                    <a:pt x="20606" y="8378"/>
                    <a:pt x="20606" y="8378"/>
                    <a:pt x="20606" y="8378"/>
                  </a:cubicBezTo>
                  <a:cubicBezTo>
                    <a:pt x="20731" y="8378"/>
                    <a:pt x="20731" y="8378"/>
                    <a:pt x="20731" y="8378"/>
                  </a:cubicBezTo>
                  <a:cubicBezTo>
                    <a:pt x="20731" y="8247"/>
                    <a:pt x="20731" y="8247"/>
                    <a:pt x="20731" y="8247"/>
                  </a:cubicBezTo>
                  <a:cubicBezTo>
                    <a:pt x="20979" y="7985"/>
                    <a:pt x="20979" y="7985"/>
                    <a:pt x="20979" y="7985"/>
                  </a:cubicBezTo>
                  <a:cubicBezTo>
                    <a:pt x="21227" y="7723"/>
                    <a:pt x="21227" y="7723"/>
                    <a:pt x="21227" y="7723"/>
                  </a:cubicBezTo>
                  <a:cubicBezTo>
                    <a:pt x="21351" y="7592"/>
                    <a:pt x="21351" y="7592"/>
                    <a:pt x="21351" y="7592"/>
                  </a:cubicBezTo>
                  <a:cubicBezTo>
                    <a:pt x="21475" y="7330"/>
                    <a:pt x="21475" y="7330"/>
                    <a:pt x="21475" y="7330"/>
                  </a:cubicBezTo>
                  <a:cubicBezTo>
                    <a:pt x="21475" y="7199"/>
                    <a:pt x="21475" y="7199"/>
                    <a:pt x="21475" y="7199"/>
                  </a:cubicBezTo>
                  <a:cubicBezTo>
                    <a:pt x="21599" y="7199"/>
                    <a:pt x="21599" y="7199"/>
                    <a:pt x="21599" y="7199"/>
                  </a:cubicBezTo>
                  <a:cubicBezTo>
                    <a:pt x="21599" y="7069"/>
                    <a:pt x="21599" y="7069"/>
                    <a:pt x="21599" y="7069"/>
                  </a:cubicBezTo>
                  <a:cubicBezTo>
                    <a:pt x="21475" y="6938"/>
                    <a:pt x="21475" y="6938"/>
                    <a:pt x="21475" y="6938"/>
                  </a:cubicBezTo>
                  <a:cubicBezTo>
                    <a:pt x="21475" y="6807"/>
                    <a:pt x="21475" y="6807"/>
                    <a:pt x="21475" y="6807"/>
                  </a:cubicBezTo>
                  <a:cubicBezTo>
                    <a:pt x="21599" y="6807"/>
                    <a:pt x="21599" y="6807"/>
                    <a:pt x="21599" y="6807"/>
                  </a:cubicBezTo>
                  <a:cubicBezTo>
                    <a:pt x="21599" y="6545"/>
                    <a:pt x="21599" y="6545"/>
                    <a:pt x="21599" y="6545"/>
                  </a:cubicBezTo>
                  <a:cubicBezTo>
                    <a:pt x="21475" y="6545"/>
                    <a:pt x="21475" y="6545"/>
                    <a:pt x="21475" y="6545"/>
                  </a:cubicBezTo>
                  <a:cubicBezTo>
                    <a:pt x="21475" y="6414"/>
                    <a:pt x="21475" y="6414"/>
                    <a:pt x="21475" y="6414"/>
                  </a:cubicBezTo>
                  <a:cubicBezTo>
                    <a:pt x="21227" y="6021"/>
                    <a:pt x="21227" y="6021"/>
                    <a:pt x="21227" y="6021"/>
                  </a:cubicBezTo>
                  <a:cubicBezTo>
                    <a:pt x="21227" y="5890"/>
                    <a:pt x="21227" y="5890"/>
                    <a:pt x="21227" y="5890"/>
                  </a:cubicBezTo>
                  <a:cubicBezTo>
                    <a:pt x="21227" y="5629"/>
                    <a:pt x="21227" y="5629"/>
                    <a:pt x="21227" y="5629"/>
                  </a:cubicBezTo>
                  <a:cubicBezTo>
                    <a:pt x="20855" y="5498"/>
                    <a:pt x="20855" y="5498"/>
                    <a:pt x="20855" y="5498"/>
                  </a:cubicBezTo>
                  <a:cubicBezTo>
                    <a:pt x="20731" y="5498"/>
                    <a:pt x="20731" y="5498"/>
                    <a:pt x="20731" y="5498"/>
                  </a:cubicBezTo>
                  <a:cubicBezTo>
                    <a:pt x="20482" y="5629"/>
                    <a:pt x="20482" y="5629"/>
                    <a:pt x="20482" y="5629"/>
                  </a:cubicBezTo>
                  <a:cubicBezTo>
                    <a:pt x="20358" y="5498"/>
                    <a:pt x="20358" y="5498"/>
                    <a:pt x="20358" y="5498"/>
                  </a:cubicBezTo>
                  <a:cubicBezTo>
                    <a:pt x="20358" y="5367"/>
                    <a:pt x="20358" y="5367"/>
                    <a:pt x="20358" y="5367"/>
                  </a:cubicBezTo>
                  <a:cubicBezTo>
                    <a:pt x="20234" y="5236"/>
                    <a:pt x="20234" y="5236"/>
                    <a:pt x="20234" y="5236"/>
                  </a:cubicBezTo>
                  <a:cubicBezTo>
                    <a:pt x="19986" y="5236"/>
                    <a:pt x="19986" y="5236"/>
                    <a:pt x="19986" y="5236"/>
                  </a:cubicBezTo>
                  <a:cubicBezTo>
                    <a:pt x="19862" y="5236"/>
                    <a:pt x="19862" y="5236"/>
                    <a:pt x="19862" y="5236"/>
                  </a:cubicBezTo>
                  <a:cubicBezTo>
                    <a:pt x="19613" y="4974"/>
                    <a:pt x="19613" y="4974"/>
                    <a:pt x="19613" y="4974"/>
                  </a:cubicBezTo>
                  <a:cubicBezTo>
                    <a:pt x="19489" y="4712"/>
                    <a:pt x="19489" y="4712"/>
                    <a:pt x="19489" y="4712"/>
                  </a:cubicBezTo>
                  <a:cubicBezTo>
                    <a:pt x="19365" y="4712"/>
                    <a:pt x="19365" y="4712"/>
                    <a:pt x="19365" y="4712"/>
                  </a:cubicBezTo>
                  <a:cubicBezTo>
                    <a:pt x="19241" y="4581"/>
                    <a:pt x="19241" y="4581"/>
                    <a:pt x="19241" y="4581"/>
                  </a:cubicBezTo>
                  <a:cubicBezTo>
                    <a:pt x="19117" y="4581"/>
                    <a:pt x="19117" y="4581"/>
                    <a:pt x="19117" y="4581"/>
                  </a:cubicBezTo>
                  <a:cubicBezTo>
                    <a:pt x="18744" y="4319"/>
                    <a:pt x="18744" y="4319"/>
                    <a:pt x="18744" y="4319"/>
                  </a:cubicBezTo>
                  <a:cubicBezTo>
                    <a:pt x="18620" y="4319"/>
                    <a:pt x="18620" y="4319"/>
                    <a:pt x="18620" y="4319"/>
                  </a:cubicBezTo>
                  <a:cubicBezTo>
                    <a:pt x="18496" y="4319"/>
                    <a:pt x="18496" y="4319"/>
                    <a:pt x="18496" y="4319"/>
                  </a:cubicBezTo>
                  <a:cubicBezTo>
                    <a:pt x="18372" y="4319"/>
                    <a:pt x="18372" y="4319"/>
                    <a:pt x="18372" y="4319"/>
                  </a:cubicBezTo>
                  <a:cubicBezTo>
                    <a:pt x="18248" y="4319"/>
                    <a:pt x="18248" y="4319"/>
                    <a:pt x="18248" y="4319"/>
                  </a:cubicBezTo>
                  <a:cubicBezTo>
                    <a:pt x="18124" y="4319"/>
                    <a:pt x="18124" y="4319"/>
                    <a:pt x="18124" y="4319"/>
                  </a:cubicBezTo>
                  <a:cubicBezTo>
                    <a:pt x="17999" y="4319"/>
                    <a:pt x="17999" y="4319"/>
                    <a:pt x="17999" y="4319"/>
                  </a:cubicBezTo>
                  <a:cubicBezTo>
                    <a:pt x="17999" y="4319"/>
                    <a:pt x="17999" y="4319"/>
                    <a:pt x="17999" y="4319"/>
                  </a:cubicBezTo>
                  <a:cubicBezTo>
                    <a:pt x="17875" y="4319"/>
                    <a:pt x="17875" y="4319"/>
                    <a:pt x="17875" y="4319"/>
                  </a:cubicBezTo>
                  <a:cubicBezTo>
                    <a:pt x="17751" y="4189"/>
                    <a:pt x="17751" y="4189"/>
                    <a:pt x="17751" y="4189"/>
                  </a:cubicBezTo>
                  <a:cubicBezTo>
                    <a:pt x="17751" y="4319"/>
                    <a:pt x="17751" y="4319"/>
                    <a:pt x="17751" y="4319"/>
                  </a:cubicBezTo>
                  <a:cubicBezTo>
                    <a:pt x="17627" y="4189"/>
                    <a:pt x="17627" y="4189"/>
                    <a:pt x="17627" y="4189"/>
                  </a:cubicBezTo>
                  <a:cubicBezTo>
                    <a:pt x="17627" y="4319"/>
                    <a:pt x="17627" y="4319"/>
                    <a:pt x="17627" y="4319"/>
                  </a:cubicBezTo>
                  <a:cubicBezTo>
                    <a:pt x="17627" y="4319"/>
                    <a:pt x="17627" y="4319"/>
                    <a:pt x="17627" y="4319"/>
                  </a:cubicBezTo>
                  <a:cubicBezTo>
                    <a:pt x="17503" y="4319"/>
                    <a:pt x="17503" y="4319"/>
                    <a:pt x="17503" y="4319"/>
                  </a:cubicBezTo>
                  <a:cubicBezTo>
                    <a:pt x="17503" y="4189"/>
                    <a:pt x="17503" y="4189"/>
                    <a:pt x="17503" y="4189"/>
                  </a:cubicBezTo>
                  <a:cubicBezTo>
                    <a:pt x="17503" y="4189"/>
                    <a:pt x="17503" y="4189"/>
                    <a:pt x="17503" y="4189"/>
                  </a:cubicBezTo>
                  <a:cubicBezTo>
                    <a:pt x="17503" y="4189"/>
                    <a:pt x="17503" y="4189"/>
                    <a:pt x="17503" y="4189"/>
                  </a:cubicBezTo>
                  <a:cubicBezTo>
                    <a:pt x="17503" y="4319"/>
                    <a:pt x="17503" y="4319"/>
                    <a:pt x="17503" y="4319"/>
                  </a:cubicBezTo>
                  <a:cubicBezTo>
                    <a:pt x="17255" y="4189"/>
                    <a:pt x="17255" y="4189"/>
                    <a:pt x="17255" y="4189"/>
                  </a:cubicBezTo>
                  <a:cubicBezTo>
                    <a:pt x="17255" y="4189"/>
                    <a:pt x="17255" y="4189"/>
                    <a:pt x="17255" y="4189"/>
                  </a:cubicBezTo>
                  <a:cubicBezTo>
                    <a:pt x="17131" y="4189"/>
                    <a:pt x="17131" y="4189"/>
                    <a:pt x="17131" y="4189"/>
                  </a:cubicBezTo>
                  <a:cubicBezTo>
                    <a:pt x="16758" y="4058"/>
                    <a:pt x="16758" y="4058"/>
                    <a:pt x="16758" y="4058"/>
                  </a:cubicBezTo>
                  <a:cubicBezTo>
                    <a:pt x="16634" y="4058"/>
                    <a:pt x="16634" y="4058"/>
                    <a:pt x="16634" y="4058"/>
                  </a:cubicBezTo>
                  <a:cubicBezTo>
                    <a:pt x="16634" y="4058"/>
                    <a:pt x="16634" y="4058"/>
                    <a:pt x="16634" y="4058"/>
                  </a:cubicBezTo>
                  <a:cubicBezTo>
                    <a:pt x="16634" y="4189"/>
                    <a:pt x="16634" y="4189"/>
                    <a:pt x="16634" y="4189"/>
                  </a:cubicBezTo>
                  <a:cubicBezTo>
                    <a:pt x="16634" y="4189"/>
                    <a:pt x="16634" y="4189"/>
                    <a:pt x="16634" y="4189"/>
                  </a:cubicBezTo>
                  <a:cubicBezTo>
                    <a:pt x="16634" y="4189"/>
                    <a:pt x="16634" y="4189"/>
                    <a:pt x="16634" y="4189"/>
                  </a:cubicBezTo>
                  <a:cubicBezTo>
                    <a:pt x="16634" y="4189"/>
                    <a:pt x="16634" y="4189"/>
                    <a:pt x="16634" y="4189"/>
                  </a:cubicBezTo>
                  <a:cubicBezTo>
                    <a:pt x="16510" y="4189"/>
                    <a:pt x="16510" y="4189"/>
                    <a:pt x="16510" y="4189"/>
                  </a:cubicBezTo>
                  <a:cubicBezTo>
                    <a:pt x="16510" y="4189"/>
                    <a:pt x="16510" y="4189"/>
                    <a:pt x="16510" y="4189"/>
                  </a:cubicBezTo>
                  <a:cubicBezTo>
                    <a:pt x="16386" y="4319"/>
                    <a:pt x="16386" y="4319"/>
                    <a:pt x="16386" y="4319"/>
                  </a:cubicBezTo>
                  <a:cubicBezTo>
                    <a:pt x="16386" y="4450"/>
                    <a:pt x="16386" y="4450"/>
                    <a:pt x="16386" y="4450"/>
                  </a:cubicBezTo>
                  <a:cubicBezTo>
                    <a:pt x="16386" y="4319"/>
                    <a:pt x="16386" y="4319"/>
                    <a:pt x="16386" y="4319"/>
                  </a:cubicBezTo>
                  <a:cubicBezTo>
                    <a:pt x="16262" y="4319"/>
                    <a:pt x="16262" y="4319"/>
                    <a:pt x="16262" y="4319"/>
                  </a:cubicBezTo>
                  <a:cubicBezTo>
                    <a:pt x="16262" y="4319"/>
                    <a:pt x="16262" y="4319"/>
                    <a:pt x="16262" y="4319"/>
                  </a:cubicBezTo>
                  <a:cubicBezTo>
                    <a:pt x="16262" y="4319"/>
                    <a:pt x="16262" y="4319"/>
                    <a:pt x="16262" y="4319"/>
                  </a:cubicBezTo>
                  <a:cubicBezTo>
                    <a:pt x="16137" y="4581"/>
                    <a:pt x="16137" y="4581"/>
                    <a:pt x="16137" y="4581"/>
                  </a:cubicBezTo>
                  <a:cubicBezTo>
                    <a:pt x="16137" y="4712"/>
                    <a:pt x="16137" y="4712"/>
                    <a:pt x="16137" y="4712"/>
                  </a:cubicBezTo>
                  <a:cubicBezTo>
                    <a:pt x="16137" y="4581"/>
                    <a:pt x="16137" y="4581"/>
                    <a:pt x="16137" y="4581"/>
                  </a:cubicBezTo>
                  <a:cubicBezTo>
                    <a:pt x="16137" y="4450"/>
                    <a:pt x="16137" y="4450"/>
                    <a:pt x="16137" y="4450"/>
                  </a:cubicBezTo>
                  <a:cubicBezTo>
                    <a:pt x="16137" y="4319"/>
                    <a:pt x="16137" y="4319"/>
                    <a:pt x="16137" y="4319"/>
                  </a:cubicBezTo>
                  <a:cubicBezTo>
                    <a:pt x="16262" y="4189"/>
                    <a:pt x="16262" y="4189"/>
                    <a:pt x="16262" y="4189"/>
                  </a:cubicBezTo>
                  <a:cubicBezTo>
                    <a:pt x="16262" y="4058"/>
                    <a:pt x="16262" y="4058"/>
                    <a:pt x="16262" y="4058"/>
                  </a:cubicBezTo>
                  <a:cubicBezTo>
                    <a:pt x="16262" y="4058"/>
                    <a:pt x="16262" y="4058"/>
                    <a:pt x="16262" y="4058"/>
                  </a:cubicBezTo>
                  <a:cubicBezTo>
                    <a:pt x="16137" y="4058"/>
                    <a:pt x="16137" y="4058"/>
                    <a:pt x="16137" y="4058"/>
                  </a:cubicBezTo>
                  <a:cubicBezTo>
                    <a:pt x="16262" y="3927"/>
                    <a:pt x="16262" y="3927"/>
                    <a:pt x="16262" y="3927"/>
                  </a:cubicBezTo>
                  <a:cubicBezTo>
                    <a:pt x="16137" y="3796"/>
                    <a:pt x="16137" y="3796"/>
                    <a:pt x="16137" y="3796"/>
                  </a:cubicBezTo>
                  <a:cubicBezTo>
                    <a:pt x="16013" y="3665"/>
                    <a:pt x="16013" y="3665"/>
                    <a:pt x="16013" y="3665"/>
                  </a:cubicBezTo>
                  <a:cubicBezTo>
                    <a:pt x="15889" y="3665"/>
                    <a:pt x="15889" y="3665"/>
                    <a:pt x="15889" y="3665"/>
                  </a:cubicBezTo>
                  <a:cubicBezTo>
                    <a:pt x="15765" y="3665"/>
                    <a:pt x="15765" y="3665"/>
                    <a:pt x="15765" y="3665"/>
                  </a:cubicBezTo>
                  <a:cubicBezTo>
                    <a:pt x="15765" y="3665"/>
                    <a:pt x="15765" y="3665"/>
                    <a:pt x="15765" y="3665"/>
                  </a:cubicBezTo>
                  <a:cubicBezTo>
                    <a:pt x="15641" y="3796"/>
                    <a:pt x="15641" y="3796"/>
                    <a:pt x="15641" y="3796"/>
                  </a:cubicBezTo>
                  <a:cubicBezTo>
                    <a:pt x="15641" y="3665"/>
                    <a:pt x="15641" y="3665"/>
                    <a:pt x="15641" y="3665"/>
                  </a:cubicBezTo>
                  <a:cubicBezTo>
                    <a:pt x="15517" y="3665"/>
                    <a:pt x="15517" y="3665"/>
                    <a:pt x="15517" y="3665"/>
                  </a:cubicBezTo>
                  <a:cubicBezTo>
                    <a:pt x="15517" y="3534"/>
                    <a:pt x="15517" y="3534"/>
                    <a:pt x="15517" y="3534"/>
                  </a:cubicBezTo>
                  <a:cubicBezTo>
                    <a:pt x="15517" y="3534"/>
                    <a:pt x="15517" y="3534"/>
                    <a:pt x="15517" y="3534"/>
                  </a:cubicBezTo>
                  <a:cubicBezTo>
                    <a:pt x="15393" y="3534"/>
                    <a:pt x="15393" y="3534"/>
                    <a:pt x="15393" y="3534"/>
                  </a:cubicBezTo>
                  <a:cubicBezTo>
                    <a:pt x="15393" y="3534"/>
                    <a:pt x="15393" y="3534"/>
                    <a:pt x="15393" y="3534"/>
                  </a:cubicBezTo>
                  <a:cubicBezTo>
                    <a:pt x="15268" y="3403"/>
                    <a:pt x="15268" y="3403"/>
                    <a:pt x="15268" y="3403"/>
                  </a:cubicBezTo>
                  <a:cubicBezTo>
                    <a:pt x="15268" y="3534"/>
                    <a:pt x="15268" y="3534"/>
                    <a:pt x="15268" y="3534"/>
                  </a:cubicBezTo>
                  <a:cubicBezTo>
                    <a:pt x="15268" y="3403"/>
                    <a:pt x="15268" y="3403"/>
                    <a:pt x="15268" y="3403"/>
                  </a:cubicBezTo>
                  <a:cubicBezTo>
                    <a:pt x="15144" y="3403"/>
                    <a:pt x="15144" y="3403"/>
                    <a:pt x="15144" y="3403"/>
                  </a:cubicBezTo>
                  <a:cubicBezTo>
                    <a:pt x="15144" y="3403"/>
                    <a:pt x="15144" y="3403"/>
                    <a:pt x="15144" y="3403"/>
                  </a:cubicBezTo>
                  <a:cubicBezTo>
                    <a:pt x="15020" y="3403"/>
                    <a:pt x="15020" y="3403"/>
                    <a:pt x="15020" y="3403"/>
                  </a:cubicBezTo>
                  <a:cubicBezTo>
                    <a:pt x="14896" y="3272"/>
                    <a:pt x="14896" y="3272"/>
                    <a:pt x="14896" y="3272"/>
                  </a:cubicBezTo>
                  <a:cubicBezTo>
                    <a:pt x="14772" y="3272"/>
                    <a:pt x="14772" y="3272"/>
                    <a:pt x="14772" y="3272"/>
                  </a:cubicBezTo>
                  <a:cubicBezTo>
                    <a:pt x="14772" y="3272"/>
                    <a:pt x="14772" y="3272"/>
                    <a:pt x="14772" y="3272"/>
                  </a:cubicBezTo>
                  <a:cubicBezTo>
                    <a:pt x="14772" y="3272"/>
                    <a:pt x="14772" y="3272"/>
                    <a:pt x="14772" y="3272"/>
                  </a:cubicBezTo>
                  <a:cubicBezTo>
                    <a:pt x="14648" y="3272"/>
                    <a:pt x="14648" y="3272"/>
                    <a:pt x="14648" y="3272"/>
                  </a:cubicBezTo>
                  <a:cubicBezTo>
                    <a:pt x="14524" y="3272"/>
                    <a:pt x="14524" y="3272"/>
                    <a:pt x="14524" y="3272"/>
                  </a:cubicBezTo>
                  <a:cubicBezTo>
                    <a:pt x="14524" y="3272"/>
                    <a:pt x="14524" y="3272"/>
                    <a:pt x="14524" y="3272"/>
                  </a:cubicBezTo>
                  <a:cubicBezTo>
                    <a:pt x="14524" y="3272"/>
                    <a:pt x="14524" y="3272"/>
                    <a:pt x="14524" y="3272"/>
                  </a:cubicBezTo>
                  <a:cubicBezTo>
                    <a:pt x="14399" y="3272"/>
                    <a:pt x="14399" y="3272"/>
                    <a:pt x="14399" y="3272"/>
                  </a:cubicBezTo>
                  <a:cubicBezTo>
                    <a:pt x="14275" y="3272"/>
                    <a:pt x="14275" y="3272"/>
                    <a:pt x="14275" y="3272"/>
                  </a:cubicBezTo>
                  <a:cubicBezTo>
                    <a:pt x="14275" y="3272"/>
                    <a:pt x="14275" y="3272"/>
                    <a:pt x="14275" y="3272"/>
                  </a:cubicBezTo>
                  <a:cubicBezTo>
                    <a:pt x="14151" y="3403"/>
                    <a:pt x="14151" y="3403"/>
                    <a:pt x="14151" y="3403"/>
                  </a:cubicBezTo>
                  <a:cubicBezTo>
                    <a:pt x="14151" y="3403"/>
                    <a:pt x="14151" y="3403"/>
                    <a:pt x="14151" y="3403"/>
                  </a:cubicBezTo>
                  <a:cubicBezTo>
                    <a:pt x="14027" y="3534"/>
                    <a:pt x="14027" y="3534"/>
                    <a:pt x="14027" y="3534"/>
                  </a:cubicBezTo>
                  <a:cubicBezTo>
                    <a:pt x="13903" y="3665"/>
                    <a:pt x="13903" y="3665"/>
                    <a:pt x="13903" y="3665"/>
                  </a:cubicBezTo>
                  <a:cubicBezTo>
                    <a:pt x="13655" y="3796"/>
                    <a:pt x="13655" y="3796"/>
                    <a:pt x="13655" y="3796"/>
                  </a:cubicBezTo>
                  <a:cubicBezTo>
                    <a:pt x="13655" y="3927"/>
                    <a:pt x="13655" y="3927"/>
                    <a:pt x="13655" y="3927"/>
                  </a:cubicBezTo>
                  <a:cubicBezTo>
                    <a:pt x="13531" y="4058"/>
                    <a:pt x="13531" y="4058"/>
                    <a:pt x="13531" y="4058"/>
                  </a:cubicBezTo>
                  <a:cubicBezTo>
                    <a:pt x="13531" y="4189"/>
                    <a:pt x="13531" y="4189"/>
                    <a:pt x="13531" y="4189"/>
                  </a:cubicBezTo>
                  <a:cubicBezTo>
                    <a:pt x="13406" y="4189"/>
                    <a:pt x="13406" y="4189"/>
                    <a:pt x="13406" y="4189"/>
                  </a:cubicBezTo>
                  <a:cubicBezTo>
                    <a:pt x="13406" y="4319"/>
                    <a:pt x="13406" y="4319"/>
                    <a:pt x="13406" y="4319"/>
                  </a:cubicBezTo>
                  <a:cubicBezTo>
                    <a:pt x="13406" y="4319"/>
                    <a:pt x="13406" y="4319"/>
                    <a:pt x="13406" y="4319"/>
                  </a:cubicBezTo>
                  <a:cubicBezTo>
                    <a:pt x="13406" y="4450"/>
                    <a:pt x="13406" y="4450"/>
                    <a:pt x="13406" y="4450"/>
                  </a:cubicBezTo>
                  <a:cubicBezTo>
                    <a:pt x="13406" y="4712"/>
                    <a:pt x="13406" y="4712"/>
                    <a:pt x="13406" y="4712"/>
                  </a:cubicBezTo>
                  <a:cubicBezTo>
                    <a:pt x="13282" y="4581"/>
                    <a:pt x="13282" y="4581"/>
                    <a:pt x="13282" y="4581"/>
                  </a:cubicBezTo>
                  <a:cubicBezTo>
                    <a:pt x="13282" y="4450"/>
                    <a:pt x="13282" y="4450"/>
                    <a:pt x="13282" y="4450"/>
                  </a:cubicBezTo>
                  <a:cubicBezTo>
                    <a:pt x="13282" y="4319"/>
                    <a:pt x="13282" y="4319"/>
                    <a:pt x="13282" y="4319"/>
                  </a:cubicBezTo>
                  <a:cubicBezTo>
                    <a:pt x="13406" y="4319"/>
                    <a:pt x="13406" y="4319"/>
                    <a:pt x="13406" y="4319"/>
                  </a:cubicBezTo>
                  <a:cubicBezTo>
                    <a:pt x="13406" y="4189"/>
                    <a:pt x="13406" y="4189"/>
                    <a:pt x="13406" y="4189"/>
                  </a:cubicBezTo>
                  <a:cubicBezTo>
                    <a:pt x="13406" y="4058"/>
                    <a:pt x="13406" y="4058"/>
                    <a:pt x="13406" y="4058"/>
                  </a:cubicBezTo>
                  <a:cubicBezTo>
                    <a:pt x="13406" y="3927"/>
                    <a:pt x="13406" y="3927"/>
                    <a:pt x="13406" y="3927"/>
                  </a:cubicBezTo>
                  <a:cubicBezTo>
                    <a:pt x="13406" y="3927"/>
                    <a:pt x="13406" y="3927"/>
                    <a:pt x="13406" y="3927"/>
                  </a:cubicBezTo>
                  <a:cubicBezTo>
                    <a:pt x="13406" y="3927"/>
                    <a:pt x="13406" y="3927"/>
                    <a:pt x="13406" y="3927"/>
                  </a:cubicBezTo>
                  <a:cubicBezTo>
                    <a:pt x="13282" y="3927"/>
                    <a:pt x="13282" y="3927"/>
                    <a:pt x="13282" y="3927"/>
                  </a:cubicBezTo>
                  <a:cubicBezTo>
                    <a:pt x="13158" y="3927"/>
                    <a:pt x="13158" y="3927"/>
                    <a:pt x="13158" y="3927"/>
                  </a:cubicBezTo>
                  <a:cubicBezTo>
                    <a:pt x="13034" y="3927"/>
                    <a:pt x="13034" y="3927"/>
                    <a:pt x="13034" y="3927"/>
                  </a:cubicBezTo>
                  <a:cubicBezTo>
                    <a:pt x="12910" y="3927"/>
                    <a:pt x="12910" y="3927"/>
                    <a:pt x="12910" y="3927"/>
                  </a:cubicBezTo>
                  <a:cubicBezTo>
                    <a:pt x="12786" y="3796"/>
                    <a:pt x="12786" y="3796"/>
                    <a:pt x="12786" y="3796"/>
                  </a:cubicBezTo>
                  <a:cubicBezTo>
                    <a:pt x="12910" y="3796"/>
                    <a:pt x="12910" y="3796"/>
                    <a:pt x="12910" y="3796"/>
                  </a:cubicBezTo>
                  <a:cubicBezTo>
                    <a:pt x="13034" y="3796"/>
                    <a:pt x="13034" y="3796"/>
                    <a:pt x="13034" y="3796"/>
                  </a:cubicBezTo>
                  <a:cubicBezTo>
                    <a:pt x="13158" y="3796"/>
                    <a:pt x="13158" y="3796"/>
                    <a:pt x="13158" y="3796"/>
                  </a:cubicBezTo>
                  <a:cubicBezTo>
                    <a:pt x="13282" y="3796"/>
                    <a:pt x="13282" y="3796"/>
                    <a:pt x="13282" y="3796"/>
                  </a:cubicBezTo>
                  <a:cubicBezTo>
                    <a:pt x="13406" y="3796"/>
                    <a:pt x="13406" y="3796"/>
                    <a:pt x="13406" y="3796"/>
                  </a:cubicBezTo>
                  <a:cubicBezTo>
                    <a:pt x="13406" y="3665"/>
                    <a:pt x="13406" y="3665"/>
                    <a:pt x="13406" y="3665"/>
                  </a:cubicBezTo>
                  <a:cubicBezTo>
                    <a:pt x="13531" y="3665"/>
                    <a:pt x="13531" y="3665"/>
                    <a:pt x="13531" y="3665"/>
                  </a:cubicBezTo>
                  <a:cubicBezTo>
                    <a:pt x="13531" y="3665"/>
                    <a:pt x="13531" y="3665"/>
                    <a:pt x="13531" y="3665"/>
                  </a:cubicBezTo>
                  <a:cubicBezTo>
                    <a:pt x="13531" y="3665"/>
                    <a:pt x="13531" y="3665"/>
                    <a:pt x="13531" y="3665"/>
                  </a:cubicBezTo>
                  <a:cubicBezTo>
                    <a:pt x="13655" y="3665"/>
                    <a:pt x="13655" y="3665"/>
                    <a:pt x="13655" y="3665"/>
                  </a:cubicBezTo>
                  <a:cubicBezTo>
                    <a:pt x="13903" y="3534"/>
                    <a:pt x="13903" y="3534"/>
                    <a:pt x="13903" y="3534"/>
                  </a:cubicBezTo>
                  <a:cubicBezTo>
                    <a:pt x="13903" y="3403"/>
                    <a:pt x="13903" y="3403"/>
                    <a:pt x="13903" y="3403"/>
                  </a:cubicBezTo>
                  <a:cubicBezTo>
                    <a:pt x="14027" y="3272"/>
                    <a:pt x="14027" y="3272"/>
                    <a:pt x="14027" y="3272"/>
                  </a:cubicBezTo>
                  <a:cubicBezTo>
                    <a:pt x="14027" y="3141"/>
                    <a:pt x="14027" y="3141"/>
                    <a:pt x="14027" y="3141"/>
                  </a:cubicBezTo>
                  <a:cubicBezTo>
                    <a:pt x="14027" y="3141"/>
                    <a:pt x="14027" y="3141"/>
                    <a:pt x="14027" y="3141"/>
                  </a:cubicBezTo>
                  <a:cubicBezTo>
                    <a:pt x="14027" y="3010"/>
                    <a:pt x="14027" y="3010"/>
                    <a:pt x="14027" y="3010"/>
                  </a:cubicBezTo>
                  <a:cubicBezTo>
                    <a:pt x="13903" y="3010"/>
                    <a:pt x="13903" y="3010"/>
                    <a:pt x="13903" y="3010"/>
                  </a:cubicBezTo>
                  <a:cubicBezTo>
                    <a:pt x="13779" y="2879"/>
                    <a:pt x="13779" y="2879"/>
                    <a:pt x="13779" y="2879"/>
                  </a:cubicBezTo>
                  <a:cubicBezTo>
                    <a:pt x="13655" y="2879"/>
                    <a:pt x="13655" y="2879"/>
                    <a:pt x="13655" y="2879"/>
                  </a:cubicBezTo>
                  <a:cubicBezTo>
                    <a:pt x="13531" y="3010"/>
                    <a:pt x="13531" y="3010"/>
                    <a:pt x="13531" y="3010"/>
                  </a:cubicBezTo>
                  <a:cubicBezTo>
                    <a:pt x="13406" y="3010"/>
                    <a:pt x="13406" y="3010"/>
                    <a:pt x="13406" y="3010"/>
                  </a:cubicBezTo>
                  <a:cubicBezTo>
                    <a:pt x="13158" y="2879"/>
                    <a:pt x="13158" y="2879"/>
                    <a:pt x="13158" y="2879"/>
                  </a:cubicBezTo>
                  <a:cubicBezTo>
                    <a:pt x="13034" y="2879"/>
                    <a:pt x="13034" y="2879"/>
                    <a:pt x="13034" y="2879"/>
                  </a:cubicBezTo>
                  <a:cubicBezTo>
                    <a:pt x="12786" y="3010"/>
                    <a:pt x="12786" y="3010"/>
                    <a:pt x="12786" y="3010"/>
                  </a:cubicBezTo>
                  <a:cubicBezTo>
                    <a:pt x="12786" y="3141"/>
                    <a:pt x="12786" y="3141"/>
                    <a:pt x="12786" y="3141"/>
                  </a:cubicBezTo>
                  <a:cubicBezTo>
                    <a:pt x="12910" y="3141"/>
                    <a:pt x="12910" y="3141"/>
                    <a:pt x="12910" y="3141"/>
                  </a:cubicBezTo>
                  <a:cubicBezTo>
                    <a:pt x="12910" y="3272"/>
                    <a:pt x="12910" y="3272"/>
                    <a:pt x="12910" y="3272"/>
                  </a:cubicBezTo>
                  <a:cubicBezTo>
                    <a:pt x="12910" y="3272"/>
                    <a:pt x="12910" y="3272"/>
                    <a:pt x="12910" y="3272"/>
                  </a:cubicBezTo>
                  <a:cubicBezTo>
                    <a:pt x="12786" y="3272"/>
                    <a:pt x="12786" y="3272"/>
                    <a:pt x="12786" y="3272"/>
                  </a:cubicBezTo>
                  <a:cubicBezTo>
                    <a:pt x="12786" y="3272"/>
                    <a:pt x="12786" y="3272"/>
                    <a:pt x="12786" y="3272"/>
                  </a:cubicBezTo>
                  <a:cubicBezTo>
                    <a:pt x="12786" y="3272"/>
                    <a:pt x="12786" y="3272"/>
                    <a:pt x="12786" y="3272"/>
                  </a:cubicBezTo>
                  <a:cubicBezTo>
                    <a:pt x="12662" y="3272"/>
                    <a:pt x="12662" y="3272"/>
                    <a:pt x="12662" y="3272"/>
                  </a:cubicBezTo>
                  <a:cubicBezTo>
                    <a:pt x="12537" y="3272"/>
                    <a:pt x="12537" y="3272"/>
                    <a:pt x="12537" y="3272"/>
                  </a:cubicBezTo>
                  <a:cubicBezTo>
                    <a:pt x="12413" y="3403"/>
                    <a:pt x="12413" y="3403"/>
                    <a:pt x="12413" y="3403"/>
                  </a:cubicBezTo>
                  <a:cubicBezTo>
                    <a:pt x="12289" y="3665"/>
                    <a:pt x="12289" y="3665"/>
                    <a:pt x="12289" y="3665"/>
                  </a:cubicBezTo>
                  <a:cubicBezTo>
                    <a:pt x="12413" y="3403"/>
                    <a:pt x="12413" y="3403"/>
                    <a:pt x="12413" y="3403"/>
                  </a:cubicBezTo>
                  <a:cubicBezTo>
                    <a:pt x="12413" y="3403"/>
                    <a:pt x="12413" y="3403"/>
                    <a:pt x="12413" y="3403"/>
                  </a:cubicBezTo>
                  <a:cubicBezTo>
                    <a:pt x="12413" y="3272"/>
                    <a:pt x="12413" y="3272"/>
                    <a:pt x="12413" y="3272"/>
                  </a:cubicBezTo>
                  <a:cubicBezTo>
                    <a:pt x="12413" y="3272"/>
                    <a:pt x="12413" y="3272"/>
                    <a:pt x="12413" y="3272"/>
                  </a:cubicBezTo>
                  <a:cubicBezTo>
                    <a:pt x="12413" y="3272"/>
                    <a:pt x="12413" y="3272"/>
                    <a:pt x="12413" y="3272"/>
                  </a:cubicBezTo>
                  <a:cubicBezTo>
                    <a:pt x="12289" y="3272"/>
                    <a:pt x="12289" y="3272"/>
                    <a:pt x="12289" y="3272"/>
                  </a:cubicBezTo>
                  <a:cubicBezTo>
                    <a:pt x="12165" y="3403"/>
                    <a:pt x="12165" y="3403"/>
                    <a:pt x="12165" y="3403"/>
                  </a:cubicBezTo>
                  <a:cubicBezTo>
                    <a:pt x="12165" y="3534"/>
                    <a:pt x="12165" y="3534"/>
                    <a:pt x="12165" y="3534"/>
                  </a:cubicBezTo>
                  <a:cubicBezTo>
                    <a:pt x="12041" y="3665"/>
                    <a:pt x="12041" y="3665"/>
                    <a:pt x="12041" y="3665"/>
                  </a:cubicBezTo>
                  <a:cubicBezTo>
                    <a:pt x="12165" y="3403"/>
                    <a:pt x="12165" y="3403"/>
                    <a:pt x="12165" y="3403"/>
                  </a:cubicBezTo>
                  <a:cubicBezTo>
                    <a:pt x="12165" y="3272"/>
                    <a:pt x="12165" y="3272"/>
                    <a:pt x="12165" y="3272"/>
                  </a:cubicBezTo>
                  <a:cubicBezTo>
                    <a:pt x="12413" y="3141"/>
                    <a:pt x="12413" y="3141"/>
                    <a:pt x="12413" y="3141"/>
                  </a:cubicBezTo>
                  <a:cubicBezTo>
                    <a:pt x="12413" y="3010"/>
                    <a:pt x="12413" y="3010"/>
                    <a:pt x="12413" y="3010"/>
                  </a:cubicBezTo>
                  <a:cubicBezTo>
                    <a:pt x="12537" y="2879"/>
                    <a:pt x="12537" y="2879"/>
                    <a:pt x="12537" y="2879"/>
                  </a:cubicBezTo>
                  <a:cubicBezTo>
                    <a:pt x="12537" y="2749"/>
                    <a:pt x="12537" y="2749"/>
                    <a:pt x="12537" y="2749"/>
                  </a:cubicBezTo>
                  <a:cubicBezTo>
                    <a:pt x="12662" y="2749"/>
                    <a:pt x="12662" y="2749"/>
                    <a:pt x="12662" y="2749"/>
                  </a:cubicBezTo>
                  <a:cubicBezTo>
                    <a:pt x="12786" y="2749"/>
                    <a:pt x="12786" y="2749"/>
                    <a:pt x="12786" y="2749"/>
                  </a:cubicBezTo>
                  <a:cubicBezTo>
                    <a:pt x="12910" y="2487"/>
                    <a:pt x="12910" y="2487"/>
                    <a:pt x="12910" y="2487"/>
                  </a:cubicBezTo>
                  <a:cubicBezTo>
                    <a:pt x="13158" y="2225"/>
                    <a:pt x="13158" y="2225"/>
                    <a:pt x="13158" y="2225"/>
                  </a:cubicBezTo>
                  <a:cubicBezTo>
                    <a:pt x="13158" y="2225"/>
                    <a:pt x="13158" y="2225"/>
                    <a:pt x="13158" y="2225"/>
                  </a:cubicBezTo>
                  <a:cubicBezTo>
                    <a:pt x="13158" y="2225"/>
                    <a:pt x="13158" y="2225"/>
                    <a:pt x="13158" y="2225"/>
                  </a:cubicBezTo>
                  <a:cubicBezTo>
                    <a:pt x="13158" y="2094"/>
                    <a:pt x="13158" y="2094"/>
                    <a:pt x="13158" y="2094"/>
                  </a:cubicBezTo>
                  <a:cubicBezTo>
                    <a:pt x="13158" y="2094"/>
                    <a:pt x="13158" y="2094"/>
                    <a:pt x="13158" y="2094"/>
                  </a:cubicBezTo>
                  <a:cubicBezTo>
                    <a:pt x="13158" y="1963"/>
                    <a:pt x="13158" y="1963"/>
                    <a:pt x="13158" y="1963"/>
                  </a:cubicBezTo>
                  <a:cubicBezTo>
                    <a:pt x="13158" y="1963"/>
                    <a:pt x="13158" y="1963"/>
                    <a:pt x="13158" y="1963"/>
                  </a:cubicBezTo>
                  <a:cubicBezTo>
                    <a:pt x="13158" y="1832"/>
                    <a:pt x="13158" y="1832"/>
                    <a:pt x="13158" y="1832"/>
                  </a:cubicBezTo>
                  <a:cubicBezTo>
                    <a:pt x="13034" y="1832"/>
                    <a:pt x="13034" y="1832"/>
                    <a:pt x="13034" y="1832"/>
                  </a:cubicBezTo>
                  <a:cubicBezTo>
                    <a:pt x="12910" y="1832"/>
                    <a:pt x="12910" y="1832"/>
                    <a:pt x="12910" y="1832"/>
                  </a:cubicBezTo>
                  <a:cubicBezTo>
                    <a:pt x="12910" y="1832"/>
                    <a:pt x="12910" y="1832"/>
                    <a:pt x="12910" y="1832"/>
                  </a:cubicBezTo>
                  <a:cubicBezTo>
                    <a:pt x="12786" y="1570"/>
                    <a:pt x="12786" y="1570"/>
                    <a:pt x="12786" y="1570"/>
                  </a:cubicBezTo>
                  <a:cubicBezTo>
                    <a:pt x="12662" y="1309"/>
                    <a:pt x="12662" y="1309"/>
                    <a:pt x="12662" y="1309"/>
                  </a:cubicBezTo>
                  <a:cubicBezTo>
                    <a:pt x="12662" y="1178"/>
                    <a:pt x="12662" y="1178"/>
                    <a:pt x="12662" y="1178"/>
                  </a:cubicBezTo>
                  <a:cubicBezTo>
                    <a:pt x="12537" y="916"/>
                    <a:pt x="12537" y="916"/>
                    <a:pt x="12537" y="916"/>
                  </a:cubicBezTo>
                  <a:cubicBezTo>
                    <a:pt x="12537" y="916"/>
                    <a:pt x="12537" y="916"/>
                    <a:pt x="12537" y="916"/>
                  </a:cubicBezTo>
                  <a:lnTo>
                    <a:pt x="12537" y="78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1" name="AutoShape 175"/>
            <p:cNvSpPr>
              <a:spLocks/>
            </p:cNvSpPr>
            <p:nvPr/>
          </p:nvSpPr>
          <p:spPr bwMode="auto">
            <a:xfrm>
              <a:off x="7338393" y="7088060"/>
              <a:ext cx="193328" cy="247260"/>
            </a:xfrm>
            <a:custGeom>
              <a:avLst/>
              <a:gdLst>
                <a:gd name="T0" fmla="*/ 96664 w 21600"/>
                <a:gd name="T1" fmla="*/ 123630 h 21600"/>
                <a:gd name="T2" fmla="*/ 96664 w 21600"/>
                <a:gd name="T3" fmla="*/ 123630 h 21600"/>
                <a:gd name="T4" fmla="*/ 96664 w 21600"/>
                <a:gd name="T5" fmla="*/ 123630 h 21600"/>
                <a:gd name="T6" fmla="*/ 96664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49" y="16457"/>
                  </a:moveTo>
                  <a:lnTo>
                    <a:pt x="1349" y="19199"/>
                  </a:lnTo>
                  <a:lnTo>
                    <a:pt x="3149" y="19199"/>
                  </a:lnTo>
                  <a:lnTo>
                    <a:pt x="4950" y="20228"/>
                  </a:lnTo>
                  <a:lnTo>
                    <a:pt x="4950" y="19199"/>
                  </a:lnTo>
                  <a:lnTo>
                    <a:pt x="8100" y="19199"/>
                  </a:lnTo>
                  <a:lnTo>
                    <a:pt x="8100" y="21599"/>
                  </a:lnTo>
                  <a:lnTo>
                    <a:pt x="9900" y="20228"/>
                  </a:lnTo>
                  <a:lnTo>
                    <a:pt x="9900" y="19199"/>
                  </a:lnTo>
                  <a:lnTo>
                    <a:pt x="11699" y="19199"/>
                  </a:lnTo>
                  <a:lnTo>
                    <a:pt x="13049" y="17828"/>
                  </a:lnTo>
                  <a:lnTo>
                    <a:pt x="14850" y="16457"/>
                  </a:lnTo>
                  <a:lnTo>
                    <a:pt x="16650" y="14057"/>
                  </a:lnTo>
                  <a:lnTo>
                    <a:pt x="18000" y="11314"/>
                  </a:lnTo>
                  <a:lnTo>
                    <a:pt x="19800" y="10285"/>
                  </a:lnTo>
                  <a:lnTo>
                    <a:pt x="21600" y="8914"/>
                  </a:lnTo>
                  <a:lnTo>
                    <a:pt x="21600" y="7542"/>
                  </a:lnTo>
                  <a:lnTo>
                    <a:pt x="19800" y="6514"/>
                  </a:lnTo>
                  <a:lnTo>
                    <a:pt x="18000" y="6514"/>
                  </a:lnTo>
                  <a:lnTo>
                    <a:pt x="18000" y="5142"/>
                  </a:lnTo>
                  <a:lnTo>
                    <a:pt x="14850" y="3771"/>
                  </a:lnTo>
                  <a:lnTo>
                    <a:pt x="14850" y="2399"/>
                  </a:lnTo>
                  <a:lnTo>
                    <a:pt x="13049" y="2399"/>
                  </a:lnTo>
                  <a:lnTo>
                    <a:pt x="9900" y="1371"/>
                  </a:lnTo>
                  <a:lnTo>
                    <a:pt x="6750" y="0"/>
                  </a:lnTo>
                  <a:lnTo>
                    <a:pt x="4950" y="0"/>
                  </a:lnTo>
                  <a:lnTo>
                    <a:pt x="3149" y="1371"/>
                  </a:lnTo>
                  <a:lnTo>
                    <a:pt x="1349" y="1371"/>
                  </a:lnTo>
                  <a:lnTo>
                    <a:pt x="1349" y="2399"/>
                  </a:lnTo>
                  <a:lnTo>
                    <a:pt x="0" y="2399"/>
                  </a:lnTo>
                  <a:lnTo>
                    <a:pt x="1349" y="5142"/>
                  </a:lnTo>
                  <a:lnTo>
                    <a:pt x="1349" y="7542"/>
                  </a:lnTo>
                  <a:lnTo>
                    <a:pt x="3149" y="7542"/>
                  </a:lnTo>
                  <a:lnTo>
                    <a:pt x="3149" y="10285"/>
                  </a:lnTo>
                  <a:lnTo>
                    <a:pt x="4950" y="11314"/>
                  </a:lnTo>
                  <a:lnTo>
                    <a:pt x="4950" y="12685"/>
                  </a:lnTo>
                  <a:lnTo>
                    <a:pt x="3149" y="12685"/>
                  </a:lnTo>
                  <a:lnTo>
                    <a:pt x="3149" y="16457"/>
                  </a:lnTo>
                  <a:lnTo>
                    <a:pt x="1349" y="164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2" name="AutoShape 176"/>
            <p:cNvSpPr>
              <a:spLocks/>
            </p:cNvSpPr>
            <p:nvPr/>
          </p:nvSpPr>
          <p:spPr bwMode="auto">
            <a:xfrm>
              <a:off x="7112850" y="7072363"/>
              <a:ext cx="269856" cy="247260"/>
            </a:xfrm>
            <a:custGeom>
              <a:avLst/>
              <a:gdLst>
                <a:gd name="T0" fmla="*/ 134928 w 21600"/>
                <a:gd name="T1" fmla="*/ 123630 h 21600"/>
                <a:gd name="T2" fmla="*/ 134928 w 21600"/>
                <a:gd name="T3" fmla="*/ 123630 h 21600"/>
                <a:gd name="T4" fmla="*/ 134928 w 21600"/>
                <a:gd name="T5" fmla="*/ 123630 h 21600"/>
                <a:gd name="T6" fmla="*/ 134928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382" y="21599"/>
                  </a:moveTo>
                  <a:lnTo>
                    <a:pt x="11928" y="21599"/>
                  </a:lnTo>
                  <a:lnTo>
                    <a:pt x="9671" y="19199"/>
                  </a:lnTo>
                  <a:lnTo>
                    <a:pt x="9671" y="17828"/>
                  </a:lnTo>
                  <a:lnTo>
                    <a:pt x="14507" y="17828"/>
                  </a:lnTo>
                  <a:lnTo>
                    <a:pt x="15474" y="16799"/>
                  </a:lnTo>
                  <a:lnTo>
                    <a:pt x="16764" y="16799"/>
                  </a:lnTo>
                  <a:lnTo>
                    <a:pt x="18053" y="17828"/>
                  </a:lnTo>
                  <a:lnTo>
                    <a:pt x="20310" y="17828"/>
                  </a:lnTo>
                  <a:lnTo>
                    <a:pt x="20310" y="14057"/>
                  </a:lnTo>
                  <a:lnTo>
                    <a:pt x="21599" y="14057"/>
                  </a:lnTo>
                  <a:lnTo>
                    <a:pt x="21599" y="12685"/>
                  </a:lnTo>
                  <a:lnTo>
                    <a:pt x="20310" y="11657"/>
                  </a:lnTo>
                  <a:lnTo>
                    <a:pt x="20310" y="8914"/>
                  </a:lnTo>
                  <a:lnTo>
                    <a:pt x="19020" y="8914"/>
                  </a:lnTo>
                  <a:lnTo>
                    <a:pt x="19020" y="6514"/>
                  </a:lnTo>
                  <a:lnTo>
                    <a:pt x="18053" y="3771"/>
                  </a:lnTo>
                  <a:lnTo>
                    <a:pt x="19020" y="3771"/>
                  </a:lnTo>
                  <a:lnTo>
                    <a:pt x="19020" y="2742"/>
                  </a:lnTo>
                  <a:lnTo>
                    <a:pt x="20310" y="2742"/>
                  </a:lnTo>
                  <a:lnTo>
                    <a:pt x="20310" y="1371"/>
                  </a:lnTo>
                  <a:lnTo>
                    <a:pt x="19020" y="0"/>
                  </a:lnTo>
                  <a:lnTo>
                    <a:pt x="4835" y="0"/>
                  </a:lnTo>
                  <a:lnTo>
                    <a:pt x="4835" y="2742"/>
                  </a:lnTo>
                  <a:lnTo>
                    <a:pt x="3546" y="3771"/>
                  </a:lnTo>
                  <a:lnTo>
                    <a:pt x="2579" y="5142"/>
                  </a:lnTo>
                  <a:lnTo>
                    <a:pt x="1289" y="5142"/>
                  </a:lnTo>
                  <a:lnTo>
                    <a:pt x="1289" y="6514"/>
                  </a:lnTo>
                  <a:lnTo>
                    <a:pt x="0" y="8914"/>
                  </a:lnTo>
                  <a:lnTo>
                    <a:pt x="0" y="10285"/>
                  </a:lnTo>
                  <a:lnTo>
                    <a:pt x="1289" y="10285"/>
                  </a:lnTo>
                  <a:lnTo>
                    <a:pt x="1289" y="11657"/>
                  </a:lnTo>
                  <a:lnTo>
                    <a:pt x="2579" y="12685"/>
                  </a:lnTo>
                  <a:lnTo>
                    <a:pt x="3546" y="12685"/>
                  </a:lnTo>
                  <a:lnTo>
                    <a:pt x="3546" y="14057"/>
                  </a:lnTo>
                  <a:lnTo>
                    <a:pt x="4835" y="14057"/>
                  </a:lnTo>
                  <a:lnTo>
                    <a:pt x="4835" y="17828"/>
                  </a:lnTo>
                  <a:lnTo>
                    <a:pt x="6125" y="17828"/>
                  </a:lnTo>
                  <a:lnTo>
                    <a:pt x="6125" y="19199"/>
                  </a:lnTo>
                  <a:lnTo>
                    <a:pt x="7092" y="19199"/>
                  </a:lnTo>
                  <a:lnTo>
                    <a:pt x="7092" y="20571"/>
                  </a:lnTo>
                  <a:lnTo>
                    <a:pt x="838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3" name="AutoShape 177"/>
            <p:cNvSpPr>
              <a:spLocks/>
            </p:cNvSpPr>
            <p:nvPr/>
          </p:nvSpPr>
          <p:spPr bwMode="auto">
            <a:xfrm>
              <a:off x="6891323" y="6927149"/>
              <a:ext cx="326244" cy="439571"/>
            </a:xfrm>
            <a:custGeom>
              <a:avLst/>
              <a:gdLst>
                <a:gd name="T0" fmla="*/ 163122 w 21600"/>
                <a:gd name="T1" fmla="*/ 219786 h 21600"/>
                <a:gd name="T2" fmla="*/ 163122 w 21600"/>
                <a:gd name="T3" fmla="*/ 219786 h 21600"/>
                <a:gd name="T4" fmla="*/ 163122 w 21600"/>
                <a:gd name="T5" fmla="*/ 219786 h 21600"/>
                <a:gd name="T6" fmla="*/ 163122 w 21600"/>
                <a:gd name="T7" fmla="*/ 2197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933" y="9257"/>
                  </a:moveTo>
                  <a:lnTo>
                    <a:pt x="4799" y="9257"/>
                  </a:lnTo>
                  <a:lnTo>
                    <a:pt x="5866" y="10028"/>
                  </a:lnTo>
                  <a:lnTo>
                    <a:pt x="5866" y="10800"/>
                  </a:lnTo>
                  <a:lnTo>
                    <a:pt x="4799" y="11571"/>
                  </a:lnTo>
                  <a:lnTo>
                    <a:pt x="5866" y="12150"/>
                  </a:lnTo>
                  <a:lnTo>
                    <a:pt x="6933" y="12150"/>
                  </a:lnTo>
                  <a:lnTo>
                    <a:pt x="6933" y="12921"/>
                  </a:lnTo>
                  <a:lnTo>
                    <a:pt x="7733" y="12921"/>
                  </a:lnTo>
                  <a:lnTo>
                    <a:pt x="6933" y="13692"/>
                  </a:lnTo>
                  <a:lnTo>
                    <a:pt x="6933" y="14271"/>
                  </a:lnTo>
                  <a:lnTo>
                    <a:pt x="5866" y="15814"/>
                  </a:lnTo>
                  <a:lnTo>
                    <a:pt x="5866" y="17935"/>
                  </a:lnTo>
                  <a:lnTo>
                    <a:pt x="7733" y="19285"/>
                  </a:lnTo>
                  <a:lnTo>
                    <a:pt x="7733" y="20057"/>
                  </a:lnTo>
                  <a:lnTo>
                    <a:pt x="9866" y="21599"/>
                  </a:lnTo>
                  <a:lnTo>
                    <a:pt x="10666" y="21599"/>
                  </a:lnTo>
                  <a:lnTo>
                    <a:pt x="10666" y="20828"/>
                  </a:lnTo>
                  <a:lnTo>
                    <a:pt x="13866" y="20828"/>
                  </a:lnTo>
                  <a:lnTo>
                    <a:pt x="13866" y="20057"/>
                  </a:lnTo>
                  <a:lnTo>
                    <a:pt x="16800" y="20057"/>
                  </a:lnTo>
                  <a:lnTo>
                    <a:pt x="16800" y="19285"/>
                  </a:lnTo>
                  <a:lnTo>
                    <a:pt x="17599" y="19285"/>
                  </a:lnTo>
                  <a:lnTo>
                    <a:pt x="18666" y="18707"/>
                  </a:lnTo>
                  <a:lnTo>
                    <a:pt x="19733" y="19285"/>
                  </a:lnTo>
                  <a:lnTo>
                    <a:pt x="21600" y="19285"/>
                  </a:lnTo>
                  <a:lnTo>
                    <a:pt x="20533" y="18707"/>
                  </a:lnTo>
                  <a:lnTo>
                    <a:pt x="20533" y="17935"/>
                  </a:lnTo>
                  <a:lnTo>
                    <a:pt x="19733" y="17935"/>
                  </a:lnTo>
                  <a:lnTo>
                    <a:pt x="19733" y="17164"/>
                  </a:lnTo>
                  <a:lnTo>
                    <a:pt x="18666" y="17164"/>
                  </a:lnTo>
                  <a:lnTo>
                    <a:pt x="18666" y="15042"/>
                  </a:lnTo>
                  <a:lnTo>
                    <a:pt x="17599" y="15042"/>
                  </a:lnTo>
                  <a:lnTo>
                    <a:pt x="17599" y="14271"/>
                  </a:lnTo>
                  <a:lnTo>
                    <a:pt x="16800" y="14271"/>
                  </a:lnTo>
                  <a:lnTo>
                    <a:pt x="15733" y="13692"/>
                  </a:lnTo>
                  <a:lnTo>
                    <a:pt x="15733" y="12921"/>
                  </a:lnTo>
                  <a:lnTo>
                    <a:pt x="14666" y="12921"/>
                  </a:lnTo>
                  <a:lnTo>
                    <a:pt x="14666" y="12150"/>
                  </a:lnTo>
                  <a:lnTo>
                    <a:pt x="15733" y="10800"/>
                  </a:lnTo>
                  <a:lnTo>
                    <a:pt x="15733" y="10028"/>
                  </a:lnTo>
                  <a:lnTo>
                    <a:pt x="16800" y="10028"/>
                  </a:lnTo>
                  <a:lnTo>
                    <a:pt x="17599" y="9257"/>
                  </a:lnTo>
                  <a:lnTo>
                    <a:pt x="18666" y="8678"/>
                  </a:lnTo>
                  <a:lnTo>
                    <a:pt x="18666" y="6557"/>
                  </a:lnTo>
                  <a:lnTo>
                    <a:pt x="17599" y="6557"/>
                  </a:lnTo>
                  <a:lnTo>
                    <a:pt x="16800" y="5785"/>
                  </a:lnTo>
                  <a:lnTo>
                    <a:pt x="14666" y="5014"/>
                  </a:lnTo>
                  <a:lnTo>
                    <a:pt x="13866" y="4435"/>
                  </a:lnTo>
                  <a:lnTo>
                    <a:pt x="13866" y="5014"/>
                  </a:lnTo>
                  <a:lnTo>
                    <a:pt x="11733" y="5014"/>
                  </a:lnTo>
                  <a:lnTo>
                    <a:pt x="11733" y="5785"/>
                  </a:lnTo>
                  <a:lnTo>
                    <a:pt x="11733" y="4435"/>
                  </a:lnTo>
                  <a:lnTo>
                    <a:pt x="12799" y="3664"/>
                  </a:lnTo>
                  <a:lnTo>
                    <a:pt x="10666" y="2121"/>
                  </a:lnTo>
                  <a:lnTo>
                    <a:pt x="9866" y="2121"/>
                  </a:lnTo>
                  <a:lnTo>
                    <a:pt x="8799" y="771"/>
                  </a:lnTo>
                  <a:lnTo>
                    <a:pt x="7733" y="771"/>
                  </a:lnTo>
                  <a:lnTo>
                    <a:pt x="7733" y="0"/>
                  </a:lnTo>
                  <a:lnTo>
                    <a:pt x="5866" y="0"/>
                  </a:lnTo>
                  <a:lnTo>
                    <a:pt x="3733" y="1542"/>
                  </a:lnTo>
                  <a:lnTo>
                    <a:pt x="2933" y="1542"/>
                  </a:lnTo>
                  <a:lnTo>
                    <a:pt x="1866" y="2121"/>
                  </a:lnTo>
                  <a:lnTo>
                    <a:pt x="2933" y="2892"/>
                  </a:lnTo>
                  <a:lnTo>
                    <a:pt x="2933" y="3664"/>
                  </a:lnTo>
                  <a:lnTo>
                    <a:pt x="4799" y="3664"/>
                  </a:lnTo>
                  <a:lnTo>
                    <a:pt x="4799" y="4435"/>
                  </a:lnTo>
                  <a:lnTo>
                    <a:pt x="2933" y="5014"/>
                  </a:lnTo>
                  <a:lnTo>
                    <a:pt x="799" y="5014"/>
                  </a:lnTo>
                  <a:lnTo>
                    <a:pt x="799" y="5785"/>
                  </a:lnTo>
                  <a:lnTo>
                    <a:pt x="0" y="6557"/>
                  </a:lnTo>
                  <a:lnTo>
                    <a:pt x="0" y="7135"/>
                  </a:lnTo>
                  <a:lnTo>
                    <a:pt x="799" y="8678"/>
                  </a:lnTo>
                  <a:lnTo>
                    <a:pt x="2933" y="92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4" name="AutoShape 178"/>
            <p:cNvSpPr>
              <a:spLocks/>
            </p:cNvSpPr>
            <p:nvPr/>
          </p:nvSpPr>
          <p:spPr bwMode="auto">
            <a:xfrm>
              <a:off x="6097880" y="6679889"/>
              <a:ext cx="882060" cy="714303"/>
            </a:xfrm>
            <a:custGeom>
              <a:avLst/>
              <a:gdLst>
                <a:gd name="T0" fmla="*/ 441030 w 21600"/>
                <a:gd name="T1" fmla="*/ 357152 h 21600"/>
                <a:gd name="T2" fmla="*/ 441030 w 21600"/>
                <a:gd name="T3" fmla="*/ 357152 h 21600"/>
                <a:gd name="T4" fmla="*/ 441030 w 21600"/>
                <a:gd name="T5" fmla="*/ 357152 h 21600"/>
                <a:gd name="T6" fmla="*/ 441030 w 21600"/>
                <a:gd name="T7" fmla="*/ 3571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884" y="20718"/>
                  </a:moveTo>
                  <a:cubicBezTo>
                    <a:pt x="10616" y="21159"/>
                    <a:pt x="10616" y="21159"/>
                    <a:pt x="10616" y="21159"/>
                  </a:cubicBezTo>
                  <a:cubicBezTo>
                    <a:pt x="11349" y="21600"/>
                    <a:pt x="11349" y="21600"/>
                    <a:pt x="11349" y="21600"/>
                  </a:cubicBezTo>
                  <a:cubicBezTo>
                    <a:pt x="11715" y="21600"/>
                    <a:pt x="11715" y="21600"/>
                    <a:pt x="11715" y="21600"/>
                  </a:cubicBezTo>
                  <a:cubicBezTo>
                    <a:pt x="12447" y="21600"/>
                    <a:pt x="12447" y="21600"/>
                    <a:pt x="12447" y="21600"/>
                  </a:cubicBezTo>
                  <a:cubicBezTo>
                    <a:pt x="12813" y="21159"/>
                    <a:pt x="12813" y="21159"/>
                    <a:pt x="12813" y="21159"/>
                  </a:cubicBezTo>
                  <a:cubicBezTo>
                    <a:pt x="13179" y="20718"/>
                    <a:pt x="13179" y="20718"/>
                    <a:pt x="13179" y="20718"/>
                  </a:cubicBezTo>
                  <a:cubicBezTo>
                    <a:pt x="13545" y="20277"/>
                    <a:pt x="13545" y="20277"/>
                    <a:pt x="13545" y="20277"/>
                  </a:cubicBezTo>
                  <a:cubicBezTo>
                    <a:pt x="14277" y="19836"/>
                    <a:pt x="14277" y="19836"/>
                    <a:pt x="14277" y="19836"/>
                  </a:cubicBezTo>
                  <a:cubicBezTo>
                    <a:pt x="14644" y="19395"/>
                    <a:pt x="14644" y="19395"/>
                    <a:pt x="14644" y="19395"/>
                  </a:cubicBezTo>
                  <a:cubicBezTo>
                    <a:pt x="15010" y="18955"/>
                    <a:pt x="15010" y="18955"/>
                    <a:pt x="15010" y="18955"/>
                  </a:cubicBezTo>
                  <a:cubicBezTo>
                    <a:pt x="15742" y="18955"/>
                    <a:pt x="15742" y="18955"/>
                    <a:pt x="15742" y="18955"/>
                  </a:cubicBezTo>
                  <a:cubicBezTo>
                    <a:pt x="16108" y="18955"/>
                    <a:pt x="16108" y="18955"/>
                    <a:pt x="16108" y="18955"/>
                  </a:cubicBezTo>
                  <a:cubicBezTo>
                    <a:pt x="16108" y="18514"/>
                    <a:pt x="16108" y="18514"/>
                    <a:pt x="16108" y="18514"/>
                  </a:cubicBezTo>
                  <a:cubicBezTo>
                    <a:pt x="15376" y="18073"/>
                    <a:pt x="15376" y="18073"/>
                    <a:pt x="15376" y="18073"/>
                  </a:cubicBezTo>
                  <a:cubicBezTo>
                    <a:pt x="15010" y="18514"/>
                    <a:pt x="15010" y="18514"/>
                    <a:pt x="15010" y="18514"/>
                  </a:cubicBezTo>
                  <a:cubicBezTo>
                    <a:pt x="14277" y="18073"/>
                    <a:pt x="14277" y="18073"/>
                    <a:pt x="14277" y="18073"/>
                  </a:cubicBezTo>
                  <a:cubicBezTo>
                    <a:pt x="14277" y="17632"/>
                    <a:pt x="14277" y="17632"/>
                    <a:pt x="14277" y="17632"/>
                  </a:cubicBezTo>
                  <a:cubicBezTo>
                    <a:pt x="13911" y="17191"/>
                    <a:pt x="13911" y="17191"/>
                    <a:pt x="13911" y="17191"/>
                  </a:cubicBezTo>
                  <a:cubicBezTo>
                    <a:pt x="14644" y="16310"/>
                    <a:pt x="14644" y="16310"/>
                    <a:pt x="14644" y="16310"/>
                  </a:cubicBezTo>
                  <a:cubicBezTo>
                    <a:pt x="14277" y="15869"/>
                    <a:pt x="14277" y="15869"/>
                    <a:pt x="14277" y="15869"/>
                  </a:cubicBezTo>
                  <a:cubicBezTo>
                    <a:pt x="13911" y="15869"/>
                    <a:pt x="13911" y="15869"/>
                    <a:pt x="13911" y="15869"/>
                  </a:cubicBezTo>
                  <a:cubicBezTo>
                    <a:pt x="13911" y="15428"/>
                    <a:pt x="13911" y="15428"/>
                    <a:pt x="13911" y="15428"/>
                  </a:cubicBezTo>
                  <a:cubicBezTo>
                    <a:pt x="13545" y="14987"/>
                    <a:pt x="13545" y="14987"/>
                    <a:pt x="13545" y="14987"/>
                  </a:cubicBezTo>
                  <a:cubicBezTo>
                    <a:pt x="13911" y="15428"/>
                    <a:pt x="13911" y="15428"/>
                    <a:pt x="13911" y="15428"/>
                  </a:cubicBezTo>
                  <a:cubicBezTo>
                    <a:pt x="14644" y="15428"/>
                    <a:pt x="14644" y="15428"/>
                    <a:pt x="14644" y="15428"/>
                  </a:cubicBezTo>
                  <a:cubicBezTo>
                    <a:pt x="15010" y="15869"/>
                    <a:pt x="15010" y="15869"/>
                    <a:pt x="15010" y="15869"/>
                  </a:cubicBezTo>
                  <a:cubicBezTo>
                    <a:pt x="15742" y="15428"/>
                    <a:pt x="15742" y="15428"/>
                    <a:pt x="15742" y="15428"/>
                  </a:cubicBezTo>
                  <a:cubicBezTo>
                    <a:pt x="16474" y="15428"/>
                    <a:pt x="16474" y="15428"/>
                    <a:pt x="16474" y="15428"/>
                  </a:cubicBezTo>
                  <a:cubicBezTo>
                    <a:pt x="16474" y="15428"/>
                    <a:pt x="16474" y="15428"/>
                    <a:pt x="16474" y="15428"/>
                  </a:cubicBezTo>
                  <a:cubicBezTo>
                    <a:pt x="16840" y="15428"/>
                    <a:pt x="16840" y="15428"/>
                    <a:pt x="16840" y="15428"/>
                  </a:cubicBezTo>
                  <a:cubicBezTo>
                    <a:pt x="17572" y="14987"/>
                    <a:pt x="17572" y="14987"/>
                    <a:pt x="17572" y="14987"/>
                  </a:cubicBezTo>
                  <a:cubicBezTo>
                    <a:pt x="17938" y="14987"/>
                    <a:pt x="17938" y="14987"/>
                    <a:pt x="17938" y="14987"/>
                  </a:cubicBezTo>
                  <a:cubicBezTo>
                    <a:pt x="18305" y="14987"/>
                    <a:pt x="18305" y="14987"/>
                    <a:pt x="18305" y="14987"/>
                  </a:cubicBezTo>
                  <a:cubicBezTo>
                    <a:pt x="19037" y="14546"/>
                    <a:pt x="19037" y="14546"/>
                    <a:pt x="19037" y="14546"/>
                  </a:cubicBezTo>
                  <a:cubicBezTo>
                    <a:pt x="19403" y="14546"/>
                    <a:pt x="19403" y="14546"/>
                    <a:pt x="19403" y="14546"/>
                  </a:cubicBezTo>
                  <a:cubicBezTo>
                    <a:pt x="20501" y="14106"/>
                    <a:pt x="20501" y="14106"/>
                    <a:pt x="20501" y="14106"/>
                  </a:cubicBezTo>
                  <a:cubicBezTo>
                    <a:pt x="20501" y="13665"/>
                    <a:pt x="20501" y="13665"/>
                    <a:pt x="20501" y="13665"/>
                  </a:cubicBezTo>
                  <a:cubicBezTo>
                    <a:pt x="20501" y="13224"/>
                    <a:pt x="20501" y="13224"/>
                    <a:pt x="20501" y="13224"/>
                  </a:cubicBezTo>
                  <a:cubicBezTo>
                    <a:pt x="19769" y="12783"/>
                    <a:pt x="19769" y="12783"/>
                    <a:pt x="19769" y="12783"/>
                  </a:cubicBezTo>
                  <a:cubicBezTo>
                    <a:pt x="19403" y="11902"/>
                    <a:pt x="19403" y="11902"/>
                    <a:pt x="19403" y="11902"/>
                  </a:cubicBezTo>
                  <a:cubicBezTo>
                    <a:pt x="19403" y="11461"/>
                    <a:pt x="19403" y="11461"/>
                    <a:pt x="19403" y="11461"/>
                  </a:cubicBezTo>
                  <a:cubicBezTo>
                    <a:pt x="19769" y="11020"/>
                    <a:pt x="19769" y="11020"/>
                    <a:pt x="19769" y="11020"/>
                  </a:cubicBezTo>
                  <a:cubicBezTo>
                    <a:pt x="19769" y="10579"/>
                    <a:pt x="19769" y="10579"/>
                    <a:pt x="19769" y="10579"/>
                  </a:cubicBezTo>
                  <a:cubicBezTo>
                    <a:pt x="19769" y="10579"/>
                    <a:pt x="19769" y="10579"/>
                    <a:pt x="19769" y="10579"/>
                  </a:cubicBezTo>
                  <a:cubicBezTo>
                    <a:pt x="20135" y="10579"/>
                    <a:pt x="20135" y="10579"/>
                    <a:pt x="20135" y="10579"/>
                  </a:cubicBezTo>
                  <a:cubicBezTo>
                    <a:pt x="20501" y="10579"/>
                    <a:pt x="20501" y="10579"/>
                    <a:pt x="20501" y="10579"/>
                  </a:cubicBezTo>
                  <a:cubicBezTo>
                    <a:pt x="20501" y="10579"/>
                    <a:pt x="20501" y="10579"/>
                    <a:pt x="20501" y="10579"/>
                  </a:cubicBezTo>
                  <a:cubicBezTo>
                    <a:pt x="21233" y="10138"/>
                    <a:pt x="21233" y="10138"/>
                    <a:pt x="21233" y="10138"/>
                  </a:cubicBezTo>
                  <a:cubicBezTo>
                    <a:pt x="21233" y="9697"/>
                    <a:pt x="21233" y="9697"/>
                    <a:pt x="21233" y="9697"/>
                  </a:cubicBezTo>
                  <a:cubicBezTo>
                    <a:pt x="20867" y="9697"/>
                    <a:pt x="20867" y="9697"/>
                    <a:pt x="20867" y="9697"/>
                  </a:cubicBezTo>
                  <a:cubicBezTo>
                    <a:pt x="20501" y="9697"/>
                    <a:pt x="20501" y="9697"/>
                    <a:pt x="20501" y="9697"/>
                  </a:cubicBezTo>
                  <a:cubicBezTo>
                    <a:pt x="20501" y="9257"/>
                    <a:pt x="20501" y="9257"/>
                    <a:pt x="20501" y="9257"/>
                  </a:cubicBezTo>
                  <a:cubicBezTo>
                    <a:pt x="20135" y="8816"/>
                    <a:pt x="20135" y="8816"/>
                    <a:pt x="20135" y="8816"/>
                  </a:cubicBezTo>
                  <a:cubicBezTo>
                    <a:pt x="20501" y="8375"/>
                    <a:pt x="20501" y="8375"/>
                    <a:pt x="20501" y="8375"/>
                  </a:cubicBezTo>
                  <a:cubicBezTo>
                    <a:pt x="20867" y="8375"/>
                    <a:pt x="20867" y="8375"/>
                    <a:pt x="20867" y="8375"/>
                  </a:cubicBezTo>
                  <a:cubicBezTo>
                    <a:pt x="21233" y="7934"/>
                    <a:pt x="21233" y="7934"/>
                    <a:pt x="21233" y="7934"/>
                  </a:cubicBezTo>
                  <a:cubicBezTo>
                    <a:pt x="21600" y="7493"/>
                    <a:pt x="21600" y="7493"/>
                    <a:pt x="21600" y="7493"/>
                  </a:cubicBezTo>
                  <a:cubicBezTo>
                    <a:pt x="21600" y="7493"/>
                    <a:pt x="21600" y="7493"/>
                    <a:pt x="21600" y="7493"/>
                  </a:cubicBezTo>
                  <a:cubicBezTo>
                    <a:pt x="21600" y="7493"/>
                    <a:pt x="21600" y="7493"/>
                    <a:pt x="21600" y="7493"/>
                  </a:cubicBezTo>
                  <a:cubicBezTo>
                    <a:pt x="21233" y="7053"/>
                    <a:pt x="21233" y="7053"/>
                    <a:pt x="21233" y="7053"/>
                  </a:cubicBezTo>
                  <a:cubicBezTo>
                    <a:pt x="20867" y="7053"/>
                    <a:pt x="20867" y="7053"/>
                    <a:pt x="20867" y="7053"/>
                  </a:cubicBezTo>
                  <a:cubicBezTo>
                    <a:pt x="20501" y="7053"/>
                    <a:pt x="20501" y="7053"/>
                    <a:pt x="20501" y="7053"/>
                  </a:cubicBezTo>
                  <a:cubicBezTo>
                    <a:pt x="20135" y="7053"/>
                    <a:pt x="20135" y="7053"/>
                    <a:pt x="20135" y="7053"/>
                  </a:cubicBezTo>
                  <a:cubicBezTo>
                    <a:pt x="20135" y="7053"/>
                    <a:pt x="20135" y="7053"/>
                    <a:pt x="20135" y="7053"/>
                  </a:cubicBezTo>
                  <a:cubicBezTo>
                    <a:pt x="19769" y="7053"/>
                    <a:pt x="19769" y="7053"/>
                    <a:pt x="19769" y="7053"/>
                  </a:cubicBezTo>
                  <a:cubicBezTo>
                    <a:pt x="19403" y="7053"/>
                    <a:pt x="19403" y="7053"/>
                    <a:pt x="19403" y="7053"/>
                  </a:cubicBezTo>
                  <a:cubicBezTo>
                    <a:pt x="19037" y="7053"/>
                    <a:pt x="19037" y="7053"/>
                    <a:pt x="19037" y="7053"/>
                  </a:cubicBezTo>
                  <a:cubicBezTo>
                    <a:pt x="18671" y="7053"/>
                    <a:pt x="18671" y="7053"/>
                    <a:pt x="18671" y="7053"/>
                  </a:cubicBezTo>
                  <a:cubicBezTo>
                    <a:pt x="19037" y="7053"/>
                    <a:pt x="19037" y="7053"/>
                    <a:pt x="19037" y="7053"/>
                  </a:cubicBezTo>
                  <a:cubicBezTo>
                    <a:pt x="19403" y="7053"/>
                    <a:pt x="19403" y="7053"/>
                    <a:pt x="19403" y="7053"/>
                  </a:cubicBezTo>
                  <a:cubicBezTo>
                    <a:pt x="19403" y="7053"/>
                    <a:pt x="19403" y="7053"/>
                    <a:pt x="19403" y="7053"/>
                  </a:cubicBezTo>
                  <a:cubicBezTo>
                    <a:pt x="19769" y="6612"/>
                    <a:pt x="19769" y="6612"/>
                    <a:pt x="19769" y="6612"/>
                  </a:cubicBezTo>
                  <a:cubicBezTo>
                    <a:pt x="20135" y="6171"/>
                    <a:pt x="20135" y="6171"/>
                    <a:pt x="20135" y="6171"/>
                  </a:cubicBezTo>
                  <a:cubicBezTo>
                    <a:pt x="20135" y="6171"/>
                    <a:pt x="20135" y="6171"/>
                    <a:pt x="20135" y="6171"/>
                  </a:cubicBezTo>
                  <a:cubicBezTo>
                    <a:pt x="19769" y="6171"/>
                    <a:pt x="19769" y="6171"/>
                    <a:pt x="19769" y="6171"/>
                  </a:cubicBezTo>
                  <a:cubicBezTo>
                    <a:pt x="19769" y="5730"/>
                    <a:pt x="19769" y="5730"/>
                    <a:pt x="19769" y="5730"/>
                  </a:cubicBezTo>
                  <a:cubicBezTo>
                    <a:pt x="19769" y="5730"/>
                    <a:pt x="19769" y="5730"/>
                    <a:pt x="19769" y="5730"/>
                  </a:cubicBezTo>
                  <a:cubicBezTo>
                    <a:pt x="19403" y="5289"/>
                    <a:pt x="19403" y="5289"/>
                    <a:pt x="19403" y="5289"/>
                  </a:cubicBezTo>
                  <a:cubicBezTo>
                    <a:pt x="18671" y="5289"/>
                    <a:pt x="18671" y="5289"/>
                    <a:pt x="18671" y="5289"/>
                  </a:cubicBezTo>
                  <a:cubicBezTo>
                    <a:pt x="18671" y="4848"/>
                    <a:pt x="18671" y="4848"/>
                    <a:pt x="18671" y="4848"/>
                  </a:cubicBezTo>
                  <a:cubicBezTo>
                    <a:pt x="18305" y="4848"/>
                    <a:pt x="18305" y="4848"/>
                    <a:pt x="18305" y="4848"/>
                  </a:cubicBezTo>
                  <a:cubicBezTo>
                    <a:pt x="18305" y="4848"/>
                    <a:pt x="18305" y="4848"/>
                    <a:pt x="18305" y="4848"/>
                  </a:cubicBezTo>
                  <a:cubicBezTo>
                    <a:pt x="17938" y="4848"/>
                    <a:pt x="17938" y="4848"/>
                    <a:pt x="17938" y="4848"/>
                  </a:cubicBezTo>
                  <a:cubicBezTo>
                    <a:pt x="17572" y="4408"/>
                    <a:pt x="17572" y="4408"/>
                    <a:pt x="17572" y="4408"/>
                  </a:cubicBezTo>
                  <a:cubicBezTo>
                    <a:pt x="17572" y="4408"/>
                    <a:pt x="17572" y="4408"/>
                    <a:pt x="17572" y="4408"/>
                  </a:cubicBezTo>
                  <a:cubicBezTo>
                    <a:pt x="17572" y="4848"/>
                    <a:pt x="17572" y="4848"/>
                    <a:pt x="17572" y="4848"/>
                  </a:cubicBezTo>
                  <a:cubicBezTo>
                    <a:pt x="17206" y="4408"/>
                    <a:pt x="17206" y="4408"/>
                    <a:pt x="17206" y="4408"/>
                  </a:cubicBezTo>
                  <a:cubicBezTo>
                    <a:pt x="17206" y="4408"/>
                    <a:pt x="17206" y="4408"/>
                    <a:pt x="17206" y="4408"/>
                  </a:cubicBezTo>
                  <a:cubicBezTo>
                    <a:pt x="16840" y="3967"/>
                    <a:pt x="16840" y="3967"/>
                    <a:pt x="16840" y="3967"/>
                  </a:cubicBezTo>
                  <a:cubicBezTo>
                    <a:pt x="16840" y="3967"/>
                    <a:pt x="16840" y="3967"/>
                    <a:pt x="16840" y="3967"/>
                  </a:cubicBezTo>
                  <a:cubicBezTo>
                    <a:pt x="16840" y="3526"/>
                    <a:pt x="16840" y="3526"/>
                    <a:pt x="16840" y="3526"/>
                  </a:cubicBezTo>
                  <a:cubicBezTo>
                    <a:pt x="17572" y="3526"/>
                    <a:pt x="17572" y="3526"/>
                    <a:pt x="17572" y="3526"/>
                  </a:cubicBezTo>
                  <a:cubicBezTo>
                    <a:pt x="17938" y="3526"/>
                    <a:pt x="17938" y="3526"/>
                    <a:pt x="17938" y="3526"/>
                  </a:cubicBezTo>
                  <a:cubicBezTo>
                    <a:pt x="18305" y="3526"/>
                    <a:pt x="18305" y="3526"/>
                    <a:pt x="18305" y="3526"/>
                  </a:cubicBezTo>
                  <a:cubicBezTo>
                    <a:pt x="18305" y="3085"/>
                    <a:pt x="18305" y="3085"/>
                    <a:pt x="18305" y="3085"/>
                  </a:cubicBezTo>
                  <a:cubicBezTo>
                    <a:pt x="17938" y="3085"/>
                    <a:pt x="17938" y="3085"/>
                    <a:pt x="17938" y="3085"/>
                  </a:cubicBezTo>
                  <a:cubicBezTo>
                    <a:pt x="17206" y="3085"/>
                    <a:pt x="17206" y="3085"/>
                    <a:pt x="17206" y="3085"/>
                  </a:cubicBezTo>
                  <a:cubicBezTo>
                    <a:pt x="16840" y="3085"/>
                    <a:pt x="16840" y="3085"/>
                    <a:pt x="16840" y="3085"/>
                  </a:cubicBezTo>
                  <a:cubicBezTo>
                    <a:pt x="16474" y="3085"/>
                    <a:pt x="16474" y="3085"/>
                    <a:pt x="16474" y="3085"/>
                  </a:cubicBezTo>
                  <a:cubicBezTo>
                    <a:pt x="15742" y="3526"/>
                    <a:pt x="15742" y="3526"/>
                    <a:pt x="15742" y="3526"/>
                  </a:cubicBezTo>
                  <a:cubicBezTo>
                    <a:pt x="15376" y="3526"/>
                    <a:pt x="15376" y="3526"/>
                    <a:pt x="15376" y="3526"/>
                  </a:cubicBezTo>
                  <a:cubicBezTo>
                    <a:pt x="15010" y="3526"/>
                    <a:pt x="15010" y="3526"/>
                    <a:pt x="15010" y="3526"/>
                  </a:cubicBezTo>
                  <a:cubicBezTo>
                    <a:pt x="14644" y="3967"/>
                    <a:pt x="14644" y="3967"/>
                    <a:pt x="14644" y="3967"/>
                  </a:cubicBezTo>
                  <a:cubicBezTo>
                    <a:pt x="14277" y="3967"/>
                    <a:pt x="14277" y="3967"/>
                    <a:pt x="14277" y="3967"/>
                  </a:cubicBezTo>
                  <a:cubicBezTo>
                    <a:pt x="13911" y="3967"/>
                    <a:pt x="13911" y="3967"/>
                    <a:pt x="13911" y="3967"/>
                  </a:cubicBezTo>
                  <a:cubicBezTo>
                    <a:pt x="13911" y="4408"/>
                    <a:pt x="13911" y="4408"/>
                    <a:pt x="13911" y="4408"/>
                  </a:cubicBezTo>
                  <a:cubicBezTo>
                    <a:pt x="13179" y="4408"/>
                    <a:pt x="13179" y="4408"/>
                    <a:pt x="13179" y="4408"/>
                  </a:cubicBezTo>
                  <a:cubicBezTo>
                    <a:pt x="13179" y="4408"/>
                    <a:pt x="13179" y="4408"/>
                    <a:pt x="13179" y="4408"/>
                  </a:cubicBezTo>
                  <a:cubicBezTo>
                    <a:pt x="12813" y="4408"/>
                    <a:pt x="12813" y="4408"/>
                    <a:pt x="12813" y="4408"/>
                  </a:cubicBezTo>
                  <a:cubicBezTo>
                    <a:pt x="12081" y="3967"/>
                    <a:pt x="12081" y="3967"/>
                    <a:pt x="12081" y="3967"/>
                  </a:cubicBezTo>
                  <a:cubicBezTo>
                    <a:pt x="12081" y="3526"/>
                    <a:pt x="12081" y="3526"/>
                    <a:pt x="12081" y="3526"/>
                  </a:cubicBezTo>
                  <a:cubicBezTo>
                    <a:pt x="11715" y="3526"/>
                    <a:pt x="11715" y="3526"/>
                    <a:pt x="11715" y="3526"/>
                  </a:cubicBezTo>
                  <a:cubicBezTo>
                    <a:pt x="10983" y="3526"/>
                    <a:pt x="10983" y="3526"/>
                    <a:pt x="10983" y="3526"/>
                  </a:cubicBezTo>
                  <a:cubicBezTo>
                    <a:pt x="9518" y="3967"/>
                    <a:pt x="9518" y="3967"/>
                    <a:pt x="9518" y="3967"/>
                  </a:cubicBezTo>
                  <a:cubicBezTo>
                    <a:pt x="8786" y="3967"/>
                    <a:pt x="8786" y="3967"/>
                    <a:pt x="8786" y="3967"/>
                  </a:cubicBezTo>
                  <a:cubicBezTo>
                    <a:pt x="8420" y="3526"/>
                    <a:pt x="8420" y="3526"/>
                    <a:pt x="8420" y="3526"/>
                  </a:cubicBezTo>
                  <a:cubicBezTo>
                    <a:pt x="8420" y="3526"/>
                    <a:pt x="8420" y="3526"/>
                    <a:pt x="8420" y="3526"/>
                  </a:cubicBezTo>
                  <a:cubicBezTo>
                    <a:pt x="8420" y="3085"/>
                    <a:pt x="8420" y="3085"/>
                    <a:pt x="8420" y="3085"/>
                  </a:cubicBezTo>
                  <a:cubicBezTo>
                    <a:pt x="8420" y="3085"/>
                    <a:pt x="8420" y="3085"/>
                    <a:pt x="8420" y="3085"/>
                  </a:cubicBezTo>
                  <a:cubicBezTo>
                    <a:pt x="8420" y="2644"/>
                    <a:pt x="8420" y="2644"/>
                    <a:pt x="8420" y="2644"/>
                  </a:cubicBezTo>
                  <a:cubicBezTo>
                    <a:pt x="8054" y="2204"/>
                    <a:pt x="8054" y="2204"/>
                    <a:pt x="8054" y="2204"/>
                  </a:cubicBezTo>
                  <a:cubicBezTo>
                    <a:pt x="7688" y="2204"/>
                    <a:pt x="7688" y="2204"/>
                    <a:pt x="7688" y="2204"/>
                  </a:cubicBezTo>
                  <a:cubicBezTo>
                    <a:pt x="6955" y="2204"/>
                    <a:pt x="6955" y="2204"/>
                    <a:pt x="6955" y="2204"/>
                  </a:cubicBezTo>
                  <a:cubicBezTo>
                    <a:pt x="6589" y="2204"/>
                    <a:pt x="6589" y="2204"/>
                    <a:pt x="6589" y="2204"/>
                  </a:cubicBezTo>
                  <a:cubicBezTo>
                    <a:pt x="6589" y="2204"/>
                    <a:pt x="6589" y="2204"/>
                    <a:pt x="6589" y="2204"/>
                  </a:cubicBezTo>
                  <a:cubicBezTo>
                    <a:pt x="6223" y="2204"/>
                    <a:pt x="6223" y="2204"/>
                    <a:pt x="6223" y="2204"/>
                  </a:cubicBezTo>
                  <a:cubicBezTo>
                    <a:pt x="5857" y="1763"/>
                    <a:pt x="5857" y="1763"/>
                    <a:pt x="5857" y="1763"/>
                  </a:cubicBezTo>
                  <a:cubicBezTo>
                    <a:pt x="5857" y="1322"/>
                    <a:pt x="5857" y="1322"/>
                    <a:pt x="5857" y="1322"/>
                  </a:cubicBezTo>
                  <a:cubicBezTo>
                    <a:pt x="5857" y="440"/>
                    <a:pt x="5857" y="440"/>
                    <a:pt x="5857" y="440"/>
                  </a:cubicBezTo>
                  <a:cubicBezTo>
                    <a:pt x="5857" y="440"/>
                    <a:pt x="5857" y="440"/>
                    <a:pt x="5857" y="440"/>
                  </a:cubicBezTo>
                  <a:cubicBezTo>
                    <a:pt x="5125" y="881"/>
                    <a:pt x="5125" y="881"/>
                    <a:pt x="5125" y="881"/>
                  </a:cubicBezTo>
                  <a:cubicBezTo>
                    <a:pt x="4759" y="1322"/>
                    <a:pt x="4759" y="1322"/>
                    <a:pt x="4759" y="1322"/>
                  </a:cubicBezTo>
                  <a:cubicBezTo>
                    <a:pt x="4759" y="1763"/>
                    <a:pt x="4759" y="1763"/>
                    <a:pt x="4759" y="1763"/>
                  </a:cubicBezTo>
                  <a:cubicBezTo>
                    <a:pt x="5125" y="1763"/>
                    <a:pt x="5125" y="1763"/>
                    <a:pt x="5125" y="1763"/>
                  </a:cubicBezTo>
                  <a:cubicBezTo>
                    <a:pt x="5491" y="1763"/>
                    <a:pt x="5491" y="1763"/>
                    <a:pt x="5491" y="1763"/>
                  </a:cubicBezTo>
                  <a:cubicBezTo>
                    <a:pt x="5857" y="1763"/>
                    <a:pt x="5857" y="1763"/>
                    <a:pt x="5857" y="1763"/>
                  </a:cubicBezTo>
                  <a:cubicBezTo>
                    <a:pt x="5857" y="1763"/>
                    <a:pt x="5857" y="1763"/>
                    <a:pt x="5857" y="1763"/>
                  </a:cubicBezTo>
                  <a:cubicBezTo>
                    <a:pt x="5857" y="2204"/>
                    <a:pt x="5857" y="2204"/>
                    <a:pt x="5857" y="2204"/>
                  </a:cubicBezTo>
                  <a:cubicBezTo>
                    <a:pt x="5491" y="2204"/>
                    <a:pt x="5491" y="2204"/>
                    <a:pt x="5491" y="2204"/>
                  </a:cubicBezTo>
                  <a:cubicBezTo>
                    <a:pt x="5125" y="2204"/>
                    <a:pt x="5125" y="2204"/>
                    <a:pt x="5125" y="2204"/>
                  </a:cubicBezTo>
                  <a:cubicBezTo>
                    <a:pt x="5125" y="2204"/>
                    <a:pt x="5125" y="2204"/>
                    <a:pt x="5125" y="2204"/>
                  </a:cubicBezTo>
                  <a:cubicBezTo>
                    <a:pt x="5125" y="2204"/>
                    <a:pt x="5125" y="2204"/>
                    <a:pt x="5125" y="2204"/>
                  </a:cubicBezTo>
                  <a:cubicBezTo>
                    <a:pt x="5125" y="2204"/>
                    <a:pt x="5125" y="2204"/>
                    <a:pt x="5125" y="2204"/>
                  </a:cubicBezTo>
                  <a:cubicBezTo>
                    <a:pt x="4759" y="2644"/>
                    <a:pt x="4759" y="2644"/>
                    <a:pt x="4759" y="2644"/>
                  </a:cubicBezTo>
                  <a:cubicBezTo>
                    <a:pt x="4027" y="2644"/>
                    <a:pt x="4027" y="2644"/>
                    <a:pt x="4027" y="2644"/>
                  </a:cubicBezTo>
                  <a:cubicBezTo>
                    <a:pt x="3294" y="3085"/>
                    <a:pt x="3294" y="3085"/>
                    <a:pt x="3294" y="3085"/>
                  </a:cubicBezTo>
                  <a:cubicBezTo>
                    <a:pt x="2928" y="3085"/>
                    <a:pt x="2928" y="3085"/>
                    <a:pt x="2928" y="3085"/>
                  </a:cubicBezTo>
                  <a:cubicBezTo>
                    <a:pt x="2928" y="3526"/>
                    <a:pt x="2928" y="3526"/>
                    <a:pt x="2928" y="3526"/>
                  </a:cubicBezTo>
                  <a:cubicBezTo>
                    <a:pt x="3294" y="3967"/>
                    <a:pt x="3294" y="3967"/>
                    <a:pt x="3294" y="3967"/>
                  </a:cubicBezTo>
                  <a:cubicBezTo>
                    <a:pt x="3294" y="4408"/>
                    <a:pt x="3294" y="4408"/>
                    <a:pt x="3294" y="4408"/>
                  </a:cubicBezTo>
                  <a:cubicBezTo>
                    <a:pt x="3294" y="5289"/>
                    <a:pt x="3294" y="5289"/>
                    <a:pt x="3294" y="5289"/>
                  </a:cubicBezTo>
                  <a:cubicBezTo>
                    <a:pt x="3294" y="5289"/>
                    <a:pt x="3294" y="5289"/>
                    <a:pt x="3294" y="5289"/>
                  </a:cubicBezTo>
                  <a:cubicBezTo>
                    <a:pt x="3294" y="6171"/>
                    <a:pt x="3294" y="6171"/>
                    <a:pt x="3294" y="6171"/>
                  </a:cubicBezTo>
                  <a:cubicBezTo>
                    <a:pt x="2562" y="6171"/>
                    <a:pt x="2562" y="6171"/>
                    <a:pt x="2562" y="6171"/>
                  </a:cubicBezTo>
                  <a:cubicBezTo>
                    <a:pt x="2196" y="6171"/>
                    <a:pt x="2196" y="6171"/>
                    <a:pt x="2196" y="6171"/>
                  </a:cubicBezTo>
                  <a:cubicBezTo>
                    <a:pt x="2196" y="5730"/>
                    <a:pt x="2196" y="5730"/>
                    <a:pt x="2196" y="5730"/>
                  </a:cubicBezTo>
                  <a:cubicBezTo>
                    <a:pt x="1830" y="5289"/>
                    <a:pt x="1830" y="5289"/>
                    <a:pt x="1830" y="5289"/>
                  </a:cubicBezTo>
                  <a:cubicBezTo>
                    <a:pt x="1830" y="4848"/>
                    <a:pt x="1830" y="4848"/>
                    <a:pt x="1830" y="4848"/>
                  </a:cubicBezTo>
                  <a:cubicBezTo>
                    <a:pt x="2196" y="4848"/>
                    <a:pt x="2196" y="4848"/>
                    <a:pt x="2196" y="4848"/>
                  </a:cubicBezTo>
                  <a:cubicBezTo>
                    <a:pt x="2196" y="4408"/>
                    <a:pt x="2196" y="4408"/>
                    <a:pt x="2196" y="4408"/>
                  </a:cubicBezTo>
                  <a:cubicBezTo>
                    <a:pt x="2928" y="3967"/>
                    <a:pt x="2928" y="3967"/>
                    <a:pt x="2928" y="3967"/>
                  </a:cubicBezTo>
                  <a:cubicBezTo>
                    <a:pt x="2928" y="3526"/>
                    <a:pt x="2928" y="3526"/>
                    <a:pt x="2928" y="3526"/>
                  </a:cubicBezTo>
                  <a:cubicBezTo>
                    <a:pt x="2562" y="3085"/>
                    <a:pt x="2562" y="3085"/>
                    <a:pt x="2562" y="3085"/>
                  </a:cubicBezTo>
                  <a:cubicBezTo>
                    <a:pt x="2562" y="2644"/>
                    <a:pt x="2562" y="2644"/>
                    <a:pt x="2562" y="2644"/>
                  </a:cubicBezTo>
                  <a:cubicBezTo>
                    <a:pt x="2562" y="2644"/>
                    <a:pt x="2562" y="2644"/>
                    <a:pt x="2562" y="2644"/>
                  </a:cubicBezTo>
                  <a:cubicBezTo>
                    <a:pt x="2562" y="2204"/>
                    <a:pt x="2562" y="2204"/>
                    <a:pt x="2562" y="2204"/>
                  </a:cubicBezTo>
                  <a:cubicBezTo>
                    <a:pt x="2196" y="2204"/>
                    <a:pt x="2196" y="2204"/>
                    <a:pt x="2196" y="2204"/>
                  </a:cubicBezTo>
                  <a:cubicBezTo>
                    <a:pt x="2196" y="1763"/>
                    <a:pt x="2196" y="1763"/>
                    <a:pt x="2196" y="1763"/>
                  </a:cubicBezTo>
                  <a:cubicBezTo>
                    <a:pt x="2928" y="1763"/>
                    <a:pt x="2928" y="1763"/>
                    <a:pt x="2928" y="1763"/>
                  </a:cubicBezTo>
                  <a:cubicBezTo>
                    <a:pt x="3294" y="1763"/>
                    <a:pt x="3294" y="1763"/>
                    <a:pt x="3294" y="1763"/>
                  </a:cubicBezTo>
                  <a:cubicBezTo>
                    <a:pt x="3294" y="1322"/>
                    <a:pt x="3294" y="1322"/>
                    <a:pt x="3294" y="1322"/>
                  </a:cubicBezTo>
                  <a:cubicBezTo>
                    <a:pt x="3294" y="1322"/>
                    <a:pt x="3294" y="1322"/>
                    <a:pt x="3294" y="1322"/>
                  </a:cubicBezTo>
                  <a:cubicBezTo>
                    <a:pt x="3294" y="1322"/>
                    <a:pt x="3294" y="1322"/>
                    <a:pt x="3294" y="1322"/>
                  </a:cubicBezTo>
                  <a:cubicBezTo>
                    <a:pt x="2562" y="1763"/>
                    <a:pt x="2562" y="1763"/>
                    <a:pt x="2562" y="1763"/>
                  </a:cubicBezTo>
                  <a:cubicBezTo>
                    <a:pt x="1830" y="2204"/>
                    <a:pt x="1830" y="2204"/>
                    <a:pt x="1830" y="2204"/>
                  </a:cubicBezTo>
                  <a:cubicBezTo>
                    <a:pt x="1830" y="2644"/>
                    <a:pt x="1830" y="2644"/>
                    <a:pt x="1830" y="2644"/>
                  </a:cubicBezTo>
                  <a:cubicBezTo>
                    <a:pt x="1464" y="2644"/>
                    <a:pt x="1464" y="2644"/>
                    <a:pt x="1464" y="2644"/>
                  </a:cubicBezTo>
                  <a:cubicBezTo>
                    <a:pt x="1098" y="3085"/>
                    <a:pt x="1098" y="3085"/>
                    <a:pt x="1098" y="3085"/>
                  </a:cubicBezTo>
                  <a:cubicBezTo>
                    <a:pt x="1098" y="3526"/>
                    <a:pt x="1098" y="3526"/>
                    <a:pt x="1098" y="3526"/>
                  </a:cubicBezTo>
                  <a:cubicBezTo>
                    <a:pt x="366" y="3967"/>
                    <a:pt x="366" y="3967"/>
                    <a:pt x="366" y="3967"/>
                  </a:cubicBezTo>
                  <a:cubicBezTo>
                    <a:pt x="366" y="4408"/>
                    <a:pt x="366" y="4408"/>
                    <a:pt x="366" y="4408"/>
                  </a:cubicBezTo>
                  <a:cubicBezTo>
                    <a:pt x="366" y="4848"/>
                    <a:pt x="366" y="4848"/>
                    <a:pt x="366" y="4848"/>
                  </a:cubicBezTo>
                  <a:cubicBezTo>
                    <a:pt x="366" y="5289"/>
                    <a:pt x="366" y="5289"/>
                    <a:pt x="366" y="5289"/>
                  </a:cubicBezTo>
                  <a:cubicBezTo>
                    <a:pt x="0" y="5730"/>
                    <a:pt x="0" y="5730"/>
                    <a:pt x="0" y="5730"/>
                  </a:cubicBezTo>
                  <a:cubicBezTo>
                    <a:pt x="0" y="6171"/>
                    <a:pt x="0" y="6171"/>
                    <a:pt x="0" y="6171"/>
                  </a:cubicBezTo>
                  <a:cubicBezTo>
                    <a:pt x="366" y="6171"/>
                    <a:pt x="366" y="6171"/>
                    <a:pt x="366" y="6171"/>
                  </a:cubicBezTo>
                  <a:cubicBezTo>
                    <a:pt x="732" y="6171"/>
                    <a:pt x="732" y="6171"/>
                    <a:pt x="732" y="6171"/>
                  </a:cubicBezTo>
                  <a:cubicBezTo>
                    <a:pt x="1098" y="7493"/>
                    <a:pt x="1098" y="7493"/>
                    <a:pt x="1098" y="7493"/>
                  </a:cubicBezTo>
                  <a:cubicBezTo>
                    <a:pt x="1464" y="7934"/>
                    <a:pt x="1464" y="7934"/>
                    <a:pt x="1464" y="7934"/>
                  </a:cubicBezTo>
                  <a:cubicBezTo>
                    <a:pt x="1464" y="8375"/>
                    <a:pt x="1464" y="8375"/>
                    <a:pt x="1464" y="8375"/>
                  </a:cubicBezTo>
                  <a:cubicBezTo>
                    <a:pt x="1464" y="8375"/>
                    <a:pt x="1464" y="8375"/>
                    <a:pt x="1464" y="8375"/>
                  </a:cubicBezTo>
                  <a:cubicBezTo>
                    <a:pt x="1464" y="8816"/>
                    <a:pt x="1464" y="8816"/>
                    <a:pt x="1464" y="8816"/>
                  </a:cubicBezTo>
                  <a:cubicBezTo>
                    <a:pt x="1464" y="8816"/>
                    <a:pt x="1464" y="8816"/>
                    <a:pt x="1464" y="8816"/>
                  </a:cubicBezTo>
                  <a:cubicBezTo>
                    <a:pt x="1464" y="9257"/>
                    <a:pt x="1464" y="9257"/>
                    <a:pt x="1464" y="9257"/>
                  </a:cubicBezTo>
                  <a:cubicBezTo>
                    <a:pt x="1830" y="9697"/>
                    <a:pt x="1830" y="9697"/>
                    <a:pt x="1830" y="9697"/>
                  </a:cubicBezTo>
                  <a:cubicBezTo>
                    <a:pt x="2196" y="9697"/>
                    <a:pt x="2196" y="9697"/>
                    <a:pt x="2196" y="9697"/>
                  </a:cubicBezTo>
                  <a:cubicBezTo>
                    <a:pt x="2562" y="9697"/>
                    <a:pt x="2562" y="9697"/>
                    <a:pt x="2562" y="9697"/>
                  </a:cubicBezTo>
                  <a:cubicBezTo>
                    <a:pt x="2928" y="10138"/>
                    <a:pt x="2928" y="10138"/>
                    <a:pt x="2928" y="10138"/>
                  </a:cubicBezTo>
                  <a:cubicBezTo>
                    <a:pt x="2928" y="9697"/>
                    <a:pt x="2928" y="9697"/>
                    <a:pt x="2928" y="9697"/>
                  </a:cubicBezTo>
                  <a:cubicBezTo>
                    <a:pt x="3661" y="9697"/>
                    <a:pt x="3661" y="9697"/>
                    <a:pt x="3661" y="9697"/>
                  </a:cubicBezTo>
                  <a:cubicBezTo>
                    <a:pt x="4027" y="10138"/>
                    <a:pt x="4027" y="10138"/>
                    <a:pt x="4027" y="10138"/>
                  </a:cubicBezTo>
                  <a:cubicBezTo>
                    <a:pt x="4027" y="10138"/>
                    <a:pt x="4027" y="10138"/>
                    <a:pt x="4027" y="10138"/>
                  </a:cubicBezTo>
                  <a:cubicBezTo>
                    <a:pt x="4393" y="9697"/>
                    <a:pt x="4393" y="9697"/>
                    <a:pt x="4393" y="9697"/>
                  </a:cubicBezTo>
                  <a:cubicBezTo>
                    <a:pt x="5125" y="10138"/>
                    <a:pt x="5125" y="10138"/>
                    <a:pt x="5125" y="10138"/>
                  </a:cubicBezTo>
                  <a:cubicBezTo>
                    <a:pt x="5125" y="10138"/>
                    <a:pt x="5125" y="10138"/>
                    <a:pt x="5125" y="10138"/>
                  </a:cubicBezTo>
                  <a:cubicBezTo>
                    <a:pt x="6589" y="11461"/>
                    <a:pt x="6589" y="11461"/>
                    <a:pt x="6589" y="11461"/>
                  </a:cubicBezTo>
                  <a:cubicBezTo>
                    <a:pt x="6955" y="11461"/>
                    <a:pt x="6955" y="11461"/>
                    <a:pt x="6955" y="11461"/>
                  </a:cubicBezTo>
                  <a:cubicBezTo>
                    <a:pt x="6955" y="11461"/>
                    <a:pt x="6955" y="11461"/>
                    <a:pt x="6955" y="11461"/>
                  </a:cubicBezTo>
                  <a:cubicBezTo>
                    <a:pt x="7322" y="11461"/>
                    <a:pt x="7322" y="11461"/>
                    <a:pt x="7322" y="11461"/>
                  </a:cubicBezTo>
                  <a:cubicBezTo>
                    <a:pt x="7688" y="11461"/>
                    <a:pt x="7688" y="11461"/>
                    <a:pt x="7688" y="11461"/>
                  </a:cubicBezTo>
                  <a:cubicBezTo>
                    <a:pt x="7688" y="11461"/>
                    <a:pt x="7688" y="11461"/>
                    <a:pt x="7688" y="11461"/>
                  </a:cubicBezTo>
                  <a:cubicBezTo>
                    <a:pt x="8054" y="11461"/>
                    <a:pt x="8054" y="11461"/>
                    <a:pt x="8054" y="11461"/>
                  </a:cubicBezTo>
                  <a:cubicBezTo>
                    <a:pt x="8420" y="11461"/>
                    <a:pt x="8420" y="11461"/>
                    <a:pt x="8420" y="11461"/>
                  </a:cubicBezTo>
                  <a:cubicBezTo>
                    <a:pt x="8786" y="11461"/>
                    <a:pt x="8786" y="11461"/>
                    <a:pt x="8786" y="11461"/>
                  </a:cubicBezTo>
                  <a:cubicBezTo>
                    <a:pt x="8786" y="11461"/>
                    <a:pt x="8786" y="11461"/>
                    <a:pt x="8786" y="11461"/>
                  </a:cubicBezTo>
                  <a:cubicBezTo>
                    <a:pt x="9152" y="11461"/>
                    <a:pt x="9152" y="11461"/>
                    <a:pt x="9152" y="11461"/>
                  </a:cubicBezTo>
                  <a:cubicBezTo>
                    <a:pt x="9518" y="11461"/>
                    <a:pt x="9518" y="11461"/>
                    <a:pt x="9518" y="11461"/>
                  </a:cubicBezTo>
                  <a:cubicBezTo>
                    <a:pt x="9518" y="12342"/>
                    <a:pt x="9518" y="12342"/>
                    <a:pt x="9518" y="12342"/>
                  </a:cubicBezTo>
                  <a:cubicBezTo>
                    <a:pt x="9518" y="12342"/>
                    <a:pt x="9518" y="12342"/>
                    <a:pt x="9518" y="12342"/>
                  </a:cubicBezTo>
                  <a:cubicBezTo>
                    <a:pt x="9518" y="12783"/>
                    <a:pt x="9518" y="12783"/>
                    <a:pt x="9518" y="12783"/>
                  </a:cubicBezTo>
                  <a:cubicBezTo>
                    <a:pt x="9152" y="12783"/>
                    <a:pt x="9152" y="12783"/>
                    <a:pt x="9152" y="12783"/>
                  </a:cubicBezTo>
                  <a:cubicBezTo>
                    <a:pt x="8786" y="13224"/>
                    <a:pt x="8786" y="13224"/>
                    <a:pt x="8786" y="13224"/>
                  </a:cubicBezTo>
                  <a:cubicBezTo>
                    <a:pt x="8786" y="13224"/>
                    <a:pt x="8786" y="13224"/>
                    <a:pt x="8786" y="13224"/>
                  </a:cubicBezTo>
                  <a:cubicBezTo>
                    <a:pt x="8786" y="14106"/>
                    <a:pt x="8786" y="14106"/>
                    <a:pt x="8786" y="14106"/>
                  </a:cubicBezTo>
                  <a:cubicBezTo>
                    <a:pt x="8786" y="14106"/>
                    <a:pt x="8786" y="14106"/>
                    <a:pt x="8786" y="14106"/>
                  </a:cubicBezTo>
                  <a:cubicBezTo>
                    <a:pt x="8786" y="14546"/>
                    <a:pt x="8786" y="14546"/>
                    <a:pt x="8786" y="14546"/>
                  </a:cubicBezTo>
                  <a:cubicBezTo>
                    <a:pt x="8786" y="14987"/>
                    <a:pt x="8786" y="14987"/>
                    <a:pt x="8786" y="14987"/>
                  </a:cubicBezTo>
                  <a:cubicBezTo>
                    <a:pt x="8786" y="15428"/>
                    <a:pt x="8786" y="15428"/>
                    <a:pt x="8786" y="15428"/>
                  </a:cubicBezTo>
                  <a:cubicBezTo>
                    <a:pt x="8786" y="15869"/>
                    <a:pt x="8786" y="15869"/>
                    <a:pt x="8786" y="15869"/>
                  </a:cubicBezTo>
                  <a:cubicBezTo>
                    <a:pt x="9152" y="16751"/>
                    <a:pt x="9152" y="16751"/>
                    <a:pt x="9152" y="16751"/>
                  </a:cubicBezTo>
                  <a:cubicBezTo>
                    <a:pt x="8786" y="17632"/>
                    <a:pt x="8786" y="17632"/>
                    <a:pt x="8786" y="17632"/>
                  </a:cubicBezTo>
                  <a:cubicBezTo>
                    <a:pt x="8786" y="18073"/>
                    <a:pt x="8786" y="18073"/>
                    <a:pt x="8786" y="18073"/>
                  </a:cubicBezTo>
                  <a:cubicBezTo>
                    <a:pt x="9152" y="18073"/>
                    <a:pt x="9152" y="18073"/>
                    <a:pt x="9152" y="18073"/>
                  </a:cubicBezTo>
                  <a:cubicBezTo>
                    <a:pt x="9152" y="18073"/>
                    <a:pt x="9152" y="18073"/>
                    <a:pt x="9152" y="18073"/>
                  </a:cubicBezTo>
                  <a:cubicBezTo>
                    <a:pt x="9152" y="18073"/>
                    <a:pt x="9152" y="18073"/>
                    <a:pt x="9152" y="18073"/>
                  </a:cubicBezTo>
                  <a:cubicBezTo>
                    <a:pt x="9152" y="18073"/>
                    <a:pt x="9152" y="18073"/>
                    <a:pt x="9152" y="18073"/>
                  </a:cubicBezTo>
                  <a:cubicBezTo>
                    <a:pt x="9518" y="18514"/>
                    <a:pt x="9518" y="18514"/>
                    <a:pt x="9518" y="18514"/>
                  </a:cubicBezTo>
                  <a:cubicBezTo>
                    <a:pt x="9518" y="18514"/>
                    <a:pt x="9518" y="18514"/>
                    <a:pt x="9518" y="18514"/>
                  </a:cubicBezTo>
                  <a:cubicBezTo>
                    <a:pt x="9518" y="18955"/>
                    <a:pt x="9518" y="18955"/>
                    <a:pt x="9518" y="18955"/>
                  </a:cubicBezTo>
                  <a:cubicBezTo>
                    <a:pt x="9884" y="19395"/>
                    <a:pt x="9884" y="19395"/>
                    <a:pt x="9884" y="19395"/>
                  </a:cubicBezTo>
                  <a:cubicBezTo>
                    <a:pt x="9884" y="20277"/>
                    <a:pt x="9884" y="20277"/>
                    <a:pt x="9884" y="20277"/>
                  </a:cubicBezTo>
                  <a:cubicBezTo>
                    <a:pt x="10250" y="20718"/>
                    <a:pt x="10250" y="20718"/>
                    <a:pt x="10250" y="20718"/>
                  </a:cubicBezTo>
                  <a:cubicBezTo>
                    <a:pt x="9884" y="20718"/>
                    <a:pt x="9884" y="20718"/>
                    <a:pt x="9884" y="20718"/>
                  </a:cubicBezTo>
                  <a:close/>
                  <a:moveTo>
                    <a:pt x="8054" y="440"/>
                  </a:moveTo>
                  <a:cubicBezTo>
                    <a:pt x="8054" y="440"/>
                    <a:pt x="8054" y="440"/>
                    <a:pt x="8054" y="440"/>
                  </a:cubicBezTo>
                  <a:cubicBezTo>
                    <a:pt x="8420" y="881"/>
                    <a:pt x="8420" y="881"/>
                    <a:pt x="8420" y="881"/>
                  </a:cubicBezTo>
                  <a:cubicBezTo>
                    <a:pt x="8420" y="881"/>
                    <a:pt x="8420" y="881"/>
                    <a:pt x="8420" y="881"/>
                  </a:cubicBezTo>
                  <a:cubicBezTo>
                    <a:pt x="8420" y="881"/>
                    <a:pt x="8420" y="881"/>
                    <a:pt x="8420" y="881"/>
                  </a:cubicBezTo>
                  <a:cubicBezTo>
                    <a:pt x="8054" y="881"/>
                    <a:pt x="8054" y="881"/>
                    <a:pt x="8054" y="881"/>
                  </a:cubicBezTo>
                  <a:cubicBezTo>
                    <a:pt x="8054" y="440"/>
                    <a:pt x="8054" y="440"/>
                    <a:pt x="8054" y="440"/>
                  </a:cubicBezTo>
                  <a:close/>
                  <a:moveTo>
                    <a:pt x="6955" y="440"/>
                  </a:moveTo>
                  <a:cubicBezTo>
                    <a:pt x="7322" y="440"/>
                    <a:pt x="7322" y="440"/>
                    <a:pt x="7322" y="440"/>
                  </a:cubicBezTo>
                  <a:cubicBezTo>
                    <a:pt x="7322" y="881"/>
                    <a:pt x="7322" y="881"/>
                    <a:pt x="7322" y="881"/>
                  </a:cubicBezTo>
                  <a:cubicBezTo>
                    <a:pt x="7322" y="881"/>
                    <a:pt x="7322" y="881"/>
                    <a:pt x="7322" y="881"/>
                  </a:cubicBezTo>
                  <a:cubicBezTo>
                    <a:pt x="6955" y="881"/>
                    <a:pt x="6955" y="881"/>
                    <a:pt x="6955" y="881"/>
                  </a:cubicBezTo>
                  <a:cubicBezTo>
                    <a:pt x="6589" y="440"/>
                    <a:pt x="6589" y="440"/>
                    <a:pt x="6589" y="440"/>
                  </a:cubicBezTo>
                  <a:cubicBezTo>
                    <a:pt x="6955" y="440"/>
                    <a:pt x="6955" y="440"/>
                    <a:pt x="6955" y="440"/>
                  </a:cubicBezTo>
                  <a:close/>
                  <a:moveTo>
                    <a:pt x="5125" y="0"/>
                  </a:moveTo>
                  <a:cubicBezTo>
                    <a:pt x="5491" y="0"/>
                    <a:pt x="5491" y="0"/>
                    <a:pt x="5491" y="0"/>
                  </a:cubicBezTo>
                  <a:cubicBezTo>
                    <a:pt x="5857" y="0"/>
                    <a:pt x="5857" y="0"/>
                    <a:pt x="5857" y="0"/>
                  </a:cubicBezTo>
                  <a:cubicBezTo>
                    <a:pt x="5491" y="0"/>
                    <a:pt x="5491" y="0"/>
                    <a:pt x="5491" y="0"/>
                  </a:cubicBezTo>
                  <a:cubicBezTo>
                    <a:pt x="5125" y="0"/>
                    <a:pt x="5125" y="0"/>
                    <a:pt x="5125" y="0"/>
                  </a:cubicBezTo>
                  <a:close/>
                  <a:moveTo>
                    <a:pt x="14277" y="3085"/>
                  </a:moveTo>
                  <a:cubicBezTo>
                    <a:pt x="14644" y="2644"/>
                    <a:pt x="14644" y="2644"/>
                    <a:pt x="14644" y="2644"/>
                  </a:cubicBezTo>
                  <a:cubicBezTo>
                    <a:pt x="15010" y="2644"/>
                    <a:pt x="15010" y="2644"/>
                    <a:pt x="15010" y="2644"/>
                  </a:cubicBezTo>
                  <a:cubicBezTo>
                    <a:pt x="15376" y="2644"/>
                    <a:pt x="15376" y="2644"/>
                    <a:pt x="15376" y="2644"/>
                  </a:cubicBezTo>
                  <a:cubicBezTo>
                    <a:pt x="15376" y="2644"/>
                    <a:pt x="15376" y="2644"/>
                    <a:pt x="15376" y="2644"/>
                  </a:cubicBezTo>
                  <a:cubicBezTo>
                    <a:pt x="15376" y="3085"/>
                    <a:pt x="15376" y="3085"/>
                    <a:pt x="15376" y="3085"/>
                  </a:cubicBezTo>
                  <a:cubicBezTo>
                    <a:pt x="15010" y="3085"/>
                    <a:pt x="15010" y="3085"/>
                    <a:pt x="15010" y="3085"/>
                  </a:cubicBezTo>
                  <a:cubicBezTo>
                    <a:pt x="14644" y="3085"/>
                    <a:pt x="14644" y="3085"/>
                    <a:pt x="14644" y="3085"/>
                  </a:cubicBezTo>
                  <a:cubicBezTo>
                    <a:pt x="14644" y="3085"/>
                    <a:pt x="14277" y="3085"/>
                    <a:pt x="14277" y="3085"/>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5" name="AutoShape 179"/>
            <p:cNvSpPr>
              <a:spLocks/>
            </p:cNvSpPr>
            <p:nvPr/>
          </p:nvSpPr>
          <p:spPr bwMode="auto">
            <a:xfrm>
              <a:off x="5711219" y="6679886"/>
              <a:ext cx="805533" cy="1004731"/>
            </a:xfrm>
            <a:custGeom>
              <a:avLst/>
              <a:gdLst>
                <a:gd name="T0" fmla="*/ 402767 w 21600"/>
                <a:gd name="T1" fmla="*/ 502366 h 21600"/>
                <a:gd name="T2" fmla="*/ 402767 w 21600"/>
                <a:gd name="T3" fmla="*/ 502366 h 21600"/>
                <a:gd name="T4" fmla="*/ 402767 w 21600"/>
                <a:gd name="T5" fmla="*/ 502366 h 21600"/>
                <a:gd name="T6" fmla="*/ 402767 w 21600"/>
                <a:gd name="T7" fmla="*/ 5023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83" y="21600"/>
                  </a:moveTo>
                  <a:lnTo>
                    <a:pt x="16415" y="21009"/>
                  </a:lnTo>
                  <a:lnTo>
                    <a:pt x="17171" y="18140"/>
                  </a:lnTo>
                  <a:lnTo>
                    <a:pt x="17603" y="17550"/>
                  </a:lnTo>
                  <a:lnTo>
                    <a:pt x="16848" y="17212"/>
                  </a:lnTo>
                  <a:lnTo>
                    <a:pt x="16415" y="16959"/>
                  </a:lnTo>
                  <a:lnTo>
                    <a:pt x="15983" y="16621"/>
                  </a:lnTo>
                  <a:lnTo>
                    <a:pt x="15983" y="15693"/>
                  </a:lnTo>
                  <a:lnTo>
                    <a:pt x="17603" y="15693"/>
                  </a:lnTo>
                  <a:lnTo>
                    <a:pt x="17603" y="15356"/>
                  </a:lnTo>
                  <a:lnTo>
                    <a:pt x="17171" y="14765"/>
                  </a:lnTo>
                  <a:lnTo>
                    <a:pt x="16848" y="14765"/>
                  </a:lnTo>
                  <a:lnTo>
                    <a:pt x="16415" y="14428"/>
                  </a:lnTo>
                  <a:lnTo>
                    <a:pt x="16848" y="14090"/>
                  </a:lnTo>
                  <a:lnTo>
                    <a:pt x="18791" y="14090"/>
                  </a:lnTo>
                  <a:lnTo>
                    <a:pt x="18791" y="13753"/>
                  </a:lnTo>
                  <a:lnTo>
                    <a:pt x="19224" y="13753"/>
                  </a:lnTo>
                  <a:lnTo>
                    <a:pt x="19655" y="14090"/>
                  </a:lnTo>
                  <a:lnTo>
                    <a:pt x="19980" y="13753"/>
                  </a:lnTo>
                  <a:lnTo>
                    <a:pt x="20412" y="13500"/>
                  </a:lnTo>
                  <a:lnTo>
                    <a:pt x="20412" y="13753"/>
                  </a:lnTo>
                  <a:lnTo>
                    <a:pt x="20844" y="14090"/>
                  </a:lnTo>
                  <a:lnTo>
                    <a:pt x="20844" y="14765"/>
                  </a:lnTo>
                  <a:lnTo>
                    <a:pt x="21599" y="14765"/>
                  </a:lnTo>
                  <a:lnTo>
                    <a:pt x="21168" y="14428"/>
                  </a:lnTo>
                  <a:lnTo>
                    <a:pt x="21168" y="13753"/>
                  </a:lnTo>
                  <a:lnTo>
                    <a:pt x="20844" y="13500"/>
                  </a:lnTo>
                  <a:lnTo>
                    <a:pt x="20844" y="13162"/>
                  </a:lnTo>
                  <a:lnTo>
                    <a:pt x="20412" y="12825"/>
                  </a:lnTo>
                  <a:lnTo>
                    <a:pt x="19980" y="12825"/>
                  </a:lnTo>
                  <a:lnTo>
                    <a:pt x="19980" y="12571"/>
                  </a:lnTo>
                  <a:lnTo>
                    <a:pt x="20412" y="11896"/>
                  </a:lnTo>
                  <a:lnTo>
                    <a:pt x="19980" y="11306"/>
                  </a:lnTo>
                  <a:lnTo>
                    <a:pt x="19980" y="9365"/>
                  </a:lnTo>
                  <a:lnTo>
                    <a:pt x="20412" y="9112"/>
                  </a:lnTo>
                  <a:lnTo>
                    <a:pt x="20844" y="9112"/>
                  </a:lnTo>
                  <a:lnTo>
                    <a:pt x="20844" y="8184"/>
                  </a:lnTo>
                  <a:lnTo>
                    <a:pt x="17603" y="8184"/>
                  </a:lnTo>
                  <a:lnTo>
                    <a:pt x="15983" y="7256"/>
                  </a:lnTo>
                  <a:lnTo>
                    <a:pt x="15228" y="6918"/>
                  </a:lnTo>
                  <a:lnTo>
                    <a:pt x="14795" y="7256"/>
                  </a:lnTo>
                  <a:lnTo>
                    <a:pt x="14363" y="6918"/>
                  </a:lnTo>
                  <a:lnTo>
                    <a:pt x="13608" y="6918"/>
                  </a:lnTo>
                  <a:lnTo>
                    <a:pt x="13608" y="7256"/>
                  </a:lnTo>
                  <a:lnTo>
                    <a:pt x="13176" y="6918"/>
                  </a:lnTo>
                  <a:lnTo>
                    <a:pt x="12420" y="6918"/>
                  </a:lnTo>
                  <a:lnTo>
                    <a:pt x="11987" y="6581"/>
                  </a:lnTo>
                  <a:lnTo>
                    <a:pt x="11987" y="5653"/>
                  </a:lnTo>
                  <a:lnTo>
                    <a:pt x="11663" y="5315"/>
                  </a:lnTo>
                  <a:lnTo>
                    <a:pt x="11231" y="4387"/>
                  </a:lnTo>
                  <a:lnTo>
                    <a:pt x="10367" y="4387"/>
                  </a:lnTo>
                  <a:lnTo>
                    <a:pt x="10367" y="4049"/>
                  </a:lnTo>
                  <a:lnTo>
                    <a:pt x="10800" y="3796"/>
                  </a:lnTo>
                  <a:lnTo>
                    <a:pt x="10800" y="2868"/>
                  </a:lnTo>
                  <a:lnTo>
                    <a:pt x="11663" y="2531"/>
                  </a:lnTo>
                  <a:lnTo>
                    <a:pt x="11663" y="2193"/>
                  </a:lnTo>
                  <a:lnTo>
                    <a:pt x="11987" y="1856"/>
                  </a:lnTo>
                  <a:lnTo>
                    <a:pt x="12420" y="1856"/>
                  </a:lnTo>
                  <a:lnTo>
                    <a:pt x="12420" y="1603"/>
                  </a:lnTo>
                  <a:lnTo>
                    <a:pt x="13176" y="1265"/>
                  </a:lnTo>
                  <a:lnTo>
                    <a:pt x="14040" y="928"/>
                  </a:lnTo>
                  <a:lnTo>
                    <a:pt x="14363" y="928"/>
                  </a:lnTo>
                  <a:lnTo>
                    <a:pt x="14363" y="337"/>
                  </a:lnTo>
                  <a:lnTo>
                    <a:pt x="13608" y="0"/>
                  </a:lnTo>
                  <a:lnTo>
                    <a:pt x="13176" y="337"/>
                  </a:lnTo>
                  <a:lnTo>
                    <a:pt x="12420" y="337"/>
                  </a:lnTo>
                  <a:lnTo>
                    <a:pt x="12420" y="928"/>
                  </a:lnTo>
                  <a:lnTo>
                    <a:pt x="11663" y="928"/>
                  </a:lnTo>
                  <a:lnTo>
                    <a:pt x="10800" y="1603"/>
                  </a:lnTo>
                  <a:lnTo>
                    <a:pt x="8855" y="1603"/>
                  </a:lnTo>
                  <a:lnTo>
                    <a:pt x="8855" y="2531"/>
                  </a:lnTo>
                  <a:lnTo>
                    <a:pt x="8424" y="2193"/>
                  </a:lnTo>
                  <a:lnTo>
                    <a:pt x="8855" y="1856"/>
                  </a:lnTo>
                  <a:lnTo>
                    <a:pt x="7667" y="1856"/>
                  </a:lnTo>
                  <a:lnTo>
                    <a:pt x="7236" y="2193"/>
                  </a:lnTo>
                  <a:lnTo>
                    <a:pt x="6804" y="2193"/>
                  </a:lnTo>
                  <a:lnTo>
                    <a:pt x="6804" y="2531"/>
                  </a:lnTo>
                  <a:lnTo>
                    <a:pt x="6047" y="3121"/>
                  </a:lnTo>
                  <a:lnTo>
                    <a:pt x="6047" y="3459"/>
                  </a:lnTo>
                  <a:lnTo>
                    <a:pt x="6371" y="3459"/>
                  </a:lnTo>
                  <a:lnTo>
                    <a:pt x="6371" y="3796"/>
                  </a:lnTo>
                  <a:lnTo>
                    <a:pt x="6047" y="4049"/>
                  </a:lnTo>
                  <a:lnTo>
                    <a:pt x="5615" y="4049"/>
                  </a:lnTo>
                  <a:lnTo>
                    <a:pt x="4859" y="4387"/>
                  </a:lnTo>
                  <a:lnTo>
                    <a:pt x="4428" y="4724"/>
                  </a:lnTo>
                  <a:lnTo>
                    <a:pt x="4428" y="5062"/>
                  </a:lnTo>
                  <a:lnTo>
                    <a:pt x="3995" y="5062"/>
                  </a:lnTo>
                  <a:lnTo>
                    <a:pt x="4428" y="5315"/>
                  </a:lnTo>
                  <a:lnTo>
                    <a:pt x="4428" y="5653"/>
                  </a:lnTo>
                  <a:lnTo>
                    <a:pt x="3995" y="5990"/>
                  </a:lnTo>
                  <a:lnTo>
                    <a:pt x="3564" y="5653"/>
                  </a:lnTo>
                  <a:lnTo>
                    <a:pt x="3995" y="5653"/>
                  </a:lnTo>
                  <a:lnTo>
                    <a:pt x="3240" y="5062"/>
                  </a:lnTo>
                  <a:lnTo>
                    <a:pt x="2807" y="5062"/>
                  </a:lnTo>
                  <a:lnTo>
                    <a:pt x="3240" y="5315"/>
                  </a:lnTo>
                  <a:lnTo>
                    <a:pt x="3240" y="5653"/>
                  </a:lnTo>
                  <a:lnTo>
                    <a:pt x="2807" y="5990"/>
                  </a:lnTo>
                  <a:lnTo>
                    <a:pt x="2807" y="6243"/>
                  </a:lnTo>
                  <a:lnTo>
                    <a:pt x="2376" y="6243"/>
                  </a:lnTo>
                  <a:lnTo>
                    <a:pt x="2052" y="6918"/>
                  </a:lnTo>
                  <a:lnTo>
                    <a:pt x="2376" y="6918"/>
                  </a:lnTo>
                  <a:lnTo>
                    <a:pt x="2376" y="7509"/>
                  </a:lnTo>
                  <a:lnTo>
                    <a:pt x="2807" y="7846"/>
                  </a:lnTo>
                  <a:lnTo>
                    <a:pt x="3240" y="7509"/>
                  </a:lnTo>
                  <a:lnTo>
                    <a:pt x="3240" y="8184"/>
                  </a:lnTo>
                  <a:lnTo>
                    <a:pt x="2807" y="8184"/>
                  </a:lnTo>
                  <a:lnTo>
                    <a:pt x="2807" y="8437"/>
                  </a:lnTo>
                  <a:lnTo>
                    <a:pt x="3240" y="8437"/>
                  </a:lnTo>
                  <a:lnTo>
                    <a:pt x="3240" y="8775"/>
                  </a:lnTo>
                  <a:lnTo>
                    <a:pt x="2807" y="9112"/>
                  </a:lnTo>
                  <a:lnTo>
                    <a:pt x="3240" y="9365"/>
                  </a:lnTo>
                  <a:lnTo>
                    <a:pt x="3240" y="10378"/>
                  </a:lnTo>
                  <a:lnTo>
                    <a:pt x="2807" y="10631"/>
                  </a:lnTo>
                  <a:lnTo>
                    <a:pt x="2807" y="10968"/>
                  </a:lnTo>
                  <a:lnTo>
                    <a:pt x="3240" y="10968"/>
                  </a:lnTo>
                  <a:lnTo>
                    <a:pt x="3564" y="11306"/>
                  </a:lnTo>
                  <a:lnTo>
                    <a:pt x="3564" y="11559"/>
                  </a:lnTo>
                  <a:lnTo>
                    <a:pt x="3240" y="11896"/>
                  </a:lnTo>
                  <a:lnTo>
                    <a:pt x="2052" y="12825"/>
                  </a:lnTo>
                  <a:lnTo>
                    <a:pt x="1188" y="12825"/>
                  </a:lnTo>
                  <a:lnTo>
                    <a:pt x="864" y="13162"/>
                  </a:lnTo>
                  <a:lnTo>
                    <a:pt x="432" y="13753"/>
                  </a:lnTo>
                  <a:lnTo>
                    <a:pt x="432" y="14090"/>
                  </a:lnTo>
                  <a:lnTo>
                    <a:pt x="0" y="14428"/>
                  </a:lnTo>
                  <a:lnTo>
                    <a:pt x="864" y="14428"/>
                  </a:lnTo>
                  <a:lnTo>
                    <a:pt x="1188" y="14765"/>
                  </a:lnTo>
                  <a:lnTo>
                    <a:pt x="2052" y="15018"/>
                  </a:lnTo>
                  <a:lnTo>
                    <a:pt x="2376" y="15018"/>
                  </a:lnTo>
                  <a:lnTo>
                    <a:pt x="2807" y="15356"/>
                  </a:lnTo>
                  <a:lnTo>
                    <a:pt x="2807" y="15946"/>
                  </a:lnTo>
                  <a:lnTo>
                    <a:pt x="3995" y="15946"/>
                  </a:lnTo>
                  <a:lnTo>
                    <a:pt x="3995" y="16284"/>
                  </a:lnTo>
                  <a:lnTo>
                    <a:pt x="4859" y="16284"/>
                  </a:lnTo>
                  <a:lnTo>
                    <a:pt x="4859" y="15946"/>
                  </a:lnTo>
                  <a:lnTo>
                    <a:pt x="5183" y="15693"/>
                  </a:lnTo>
                  <a:lnTo>
                    <a:pt x="6047" y="15946"/>
                  </a:lnTo>
                  <a:lnTo>
                    <a:pt x="6047" y="16284"/>
                  </a:lnTo>
                  <a:lnTo>
                    <a:pt x="6804" y="16284"/>
                  </a:lnTo>
                  <a:lnTo>
                    <a:pt x="7667" y="16621"/>
                  </a:lnTo>
                  <a:lnTo>
                    <a:pt x="7991" y="16621"/>
                  </a:lnTo>
                  <a:lnTo>
                    <a:pt x="8424" y="16959"/>
                  </a:lnTo>
                  <a:lnTo>
                    <a:pt x="8424" y="17212"/>
                  </a:lnTo>
                  <a:lnTo>
                    <a:pt x="8855" y="17550"/>
                  </a:lnTo>
                  <a:lnTo>
                    <a:pt x="9612" y="17887"/>
                  </a:lnTo>
                  <a:lnTo>
                    <a:pt x="10043" y="18140"/>
                  </a:lnTo>
                  <a:lnTo>
                    <a:pt x="10043" y="18478"/>
                  </a:lnTo>
                  <a:lnTo>
                    <a:pt x="10367" y="18478"/>
                  </a:lnTo>
                  <a:lnTo>
                    <a:pt x="10367" y="18815"/>
                  </a:lnTo>
                  <a:lnTo>
                    <a:pt x="10800" y="19068"/>
                  </a:lnTo>
                  <a:lnTo>
                    <a:pt x="10367" y="19068"/>
                  </a:lnTo>
                  <a:lnTo>
                    <a:pt x="10800" y="19406"/>
                  </a:lnTo>
                  <a:lnTo>
                    <a:pt x="12420" y="19406"/>
                  </a:lnTo>
                  <a:lnTo>
                    <a:pt x="12851" y="19068"/>
                  </a:lnTo>
                  <a:lnTo>
                    <a:pt x="13176" y="19068"/>
                  </a:lnTo>
                  <a:lnTo>
                    <a:pt x="13608" y="19406"/>
                  </a:lnTo>
                  <a:lnTo>
                    <a:pt x="14363" y="19068"/>
                  </a:lnTo>
                  <a:lnTo>
                    <a:pt x="15228" y="19068"/>
                  </a:lnTo>
                  <a:lnTo>
                    <a:pt x="15660" y="19406"/>
                  </a:lnTo>
                  <a:lnTo>
                    <a:pt x="15983" y="19406"/>
                  </a:lnTo>
                  <a:lnTo>
                    <a:pt x="15983" y="19743"/>
                  </a:lnTo>
                  <a:lnTo>
                    <a:pt x="14795" y="21009"/>
                  </a:lnTo>
                  <a:lnTo>
                    <a:pt x="14795" y="21262"/>
                  </a:lnTo>
                  <a:lnTo>
                    <a:pt x="15228" y="21262"/>
                  </a:lnTo>
                  <a:lnTo>
                    <a:pt x="15660" y="21009"/>
                  </a:lnTo>
                  <a:lnTo>
                    <a:pt x="15983" y="21262"/>
                  </a:lnTo>
                  <a:lnTo>
                    <a:pt x="1598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6" name="AutoShape 180"/>
            <p:cNvSpPr>
              <a:spLocks/>
            </p:cNvSpPr>
            <p:nvPr/>
          </p:nvSpPr>
          <p:spPr bwMode="auto">
            <a:xfrm>
              <a:off x="5578306" y="7351016"/>
              <a:ext cx="386658" cy="376776"/>
            </a:xfrm>
            <a:custGeom>
              <a:avLst/>
              <a:gdLst>
                <a:gd name="T0" fmla="*/ 193329 w 21600"/>
                <a:gd name="T1" fmla="*/ 188388 h 21600"/>
                <a:gd name="T2" fmla="*/ 193329 w 21600"/>
                <a:gd name="T3" fmla="*/ 188388 h 21600"/>
                <a:gd name="T4" fmla="*/ 193329 w 21600"/>
                <a:gd name="T5" fmla="*/ 188388 h 21600"/>
                <a:gd name="T6" fmla="*/ 193329 w 21600"/>
                <a:gd name="T7" fmla="*/ 188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4950"/>
                  </a:moveTo>
                  <a:lnTo>
                    <a:pt x="20025" y="4950"/>
                  </a:lnTo>
                  <a:lnTo>
                    <a:pt x="20025" y="4049"/>
                  </a:lnTo>
                  <a:lnTo>
                    <a:pt x="18224" y="3374"/>
                  </a:lnTo>
                  <a:lnTo>
                    <a:pt x="17550" y="4049"/>
                  </a:lnTo>
                  <a:lnTo>
                    <a:pt x="17550" y="4950"/>
                  </a:lnTo>
                  <a:lnTo>
                    <a:pt x="15750" y="4950"/>
                  </a:lnTo>
                  <a:lnTo>
                    <a:pt x="15750" y="4049"/>
                  </a:lnTo>
                  <a:lnTo>
                    <a:pt x="13275" y="4049"/>
                  </a:lnTo>
                  <a:lnTo>
                    <a:pt x="13275" y="2475"/>
                  </a:lnTo>
                  <a:lnTo>
                    <a:pt x="12374" y="1574"/>
                  </a:lnTo>
                  <a:lnTo>
                    <a:pt x="11699" y="1574"/>
                  </a:lnTo>
                  <a:lnTo>
                    <a:pt x="9900" y="899"/>
                  </a:lnTo>
                  <a:lnTo>
                    <a:pt x="9225" y="0"/>
                  </a:lnTo>
                  <a:lnTo>
                    <a:pt x="7425" y="0"/>
                  </a:lnTo>
                  <a:lnTo>
                    <a:pt x="7425" y="899"/>
                  </a:lnTo>
                  <a:lnTo>
                    <a:pt x="6525" y="899"/>
                  </a:lnTo>
                  <a:lnTo>
                    <a:pt x="4950" y="1574"/>
                  </a:lnTo>
                  <a:lnTo>
                    <a:pt x="4050" y="1574"/>
                  </a:lnTo>
                  <a:lnTo>
                    <a:pt x="2475" y="2475"/>
                  </a:lnTo>
                  <a:lnTo>
                    <a:pt x="3375" y="3374"/>
                  </a:lnTo>
                  <a:lnTo>
                    <a:pt x="3375" y="4950"/>
                  </a:lnTo>
                  <a:lnTo>
                    <a:pt x="2475" y="6750"/>
                  </a:lnTo>
                  <a:lnTo>
                    <a:pt x="1575" y="6750"/>
                  </a:lnTo>
                  <a:lnTo>
                    <a:pt x="2475" y="7424"/>
                  </a:lnTo>
                  <a:lnTo>
                    <a:pt x="1575" y="8324"/>
                  </a:lnTo>
                  <a:lnTo>
                    <a:pt x="900" y="8324"/>
                  </a:lnTo>
                  <a:lnTo>
                    <a:pt x="0" y="9225"/>
                  </a:lnTo>
                  <a:lnTo>
                    <a:pt x="900" y="9900"/>
                  </a:lnTo>
                  <a:lnTo>
                    <a:pt x="900" y="11699"/>
                  </a:lnTo>
                  <a:lnTo>
                    <a:pt x="0" y="12374"/>
                  </a:lnTo>
                  <a:lnTo>
                    <a:pt x="900" y="13274"/>
                  </a:lnTo>
                  <a:lnTo>
                    <a:pt x="1575" y="13274"/>
                  </a:lnTo>
                  <a:lnTo>
                    <a:pt x="1575" y="14175"/>
                  </a:lnTo>
                  <a:lnTo>
                    <a:pt x="2475" y="15075"/>
                  </a:lnTo>
                  <a:lnTo>
                    <a:pt x="2475" y="14175"/>
                  </a:lnTo>
                  <a:lnTo>
                    <a:pt x="3375" y="13274"/>
                  </a:lnTo>
                  <a:lnTo>
                    <a:pt x="4050" y="12374"/>
                  </a:lnTo>
                  <a:lnTo>
                    <a:pt x="4050" y="13274"/>
                  </a:lnTo>
                  <a:lnTo>
                    <a:pt x="4950" y="14175"/>
                  </a:lnTo>
                  <a:lnTo>
                    <a:pt x="4050" y="15075"/>
                  </a:lnTo>
                  <a:lnTo>
                    <a:pt x="4950" y="15750"/>
                  </a:lnTo>
                  <a:lnTo>
                    <a:pt x="4050" y="16649"/>
                  </a:lnTo>
                  <a:lnTo>
                    <a:pt x="3375" y="16649"/>
                  </a:lnTo>
                  <a:lnTo>
                    <a:pt x="3375" y="17550"/>
                  </a:lnTo>
                  <a:lnTo>
                    <a:pt x="4050" y="18224"/>
                  </a:lnTo>
                  <a:lnTo>
                    <a:pt x="3375" y="18224"/>
                  </a:lnTo>
                  <a:lnTo>
                    <a:pt x="2475" y="19125"/>
                  </a:lnTo>
                  <a:lnTo>
                    <a:pt x="2475" y="20025"/>
                  </a:lnTo>
                  <a:lnTo>
                    <a:pt x="3375" y="20025"/>
                  </a:lnTo>
                  <a:lnTo>
                    <a:pt x="4050" y="19125"/>
                  </a:lnTo>
                  <a:lnTo>
                    <a:pt x="4050" y="20025"/>
                  </a:lnTo>
                  <a:lnTo>
                    <a:pt x="6525" y="20025"/>
                  </a:lnTo>
                  <a:lnTo>
                    <a:pt x="7425" y="21600"/>
                  </a:lnTo>
                  <a:lnTo>
                    <a:pt x="8325" y="20925"/>
                  </a:lnTo>
                  <a:lnTo>
                    <a:pt x="11699" y="15750"/>
                  </a:lnTo>
                  <a:lnTo>
                    <a:pt x="11699" y="15075"/>
                  </a:lnTo>
                  <a:lnTo>
                    <a:pt x="15750" y="14175"/>
                  </a:lnTo>
                  <a:lnTo>
                    <a:pt x="17550" y="13274"/>
                  </a:lnTo>
                  <a:lnTo>
                    <a:pt x="20025" y="10800"/>
                  </a:lnTo>
                  <a:lnTo>
                    <a:pt x="20700" y="9225"/>
                  </a:lnTo>
                  <a:lnTo>
                    <a:pt x="21599" y="9225"/>
                  </a:lnTo>
                  <a:lnTo>
                    <a:pt x="21599" y="6750"/>
                  </a:lnTo>
                  <a:lnTo>
                    <a:pt x="20700" y="5849"/>
                  </a:lnTo>
                  <a:lnTo>
                    <a:pt x="20700" y="4950"/>
                  </a:lnTo>
                  <a:close/>
                  <a:moveTo>
                    <a:pt x="2475" y="15750"/>
                  </a:moveTo>
                  <a:lnTo>
                    <a:pt x="3375" y="15075"/>
                  </a:lnTo>
                  <a:lnTo>
                    <a:pt x="3375" y="14175"/>
                  </a:lnTo>
                  <a:lnTo>
                    <a:pt x="3375" y="15750"/>
                  </a:lnTo>
                  <a:lnTo>
                    <a:pt x="2475" y="157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7" name="AutoShape 181"/>
            <p:cNvSpPr>
              <a:spLocks/>
            </p:cNvSpPr>
            <p:nvPr/>
          </p:nvSpPr>
          <p:spPr bwMode="auto">
            <a:xfrm>
              <a:off x="5562200" y="7437359"/>
              <a:ext cx="849840" cy="1106775"/>
            </a:xfrm>
            <a:custGeom>
              <a:avLst/>
              <a:gdLst>
                <a:gd name="T0" fmla="*/ 424920 w 21600"/>
                <a:gd name="T1" fmla="*/ 553388 h 21600"/>
                <a:gd name="T2" fmla="*/ 424920 w 21600"/>
                <a:gd name="T3" fmla="*/ 553388 h 21600"/>
                <a:gd name="T4" fmla="*/ 424920 w 21600"/>
                <a:gd name="T5" fmla="*/ 553388 h 21600"/>
                <a:gd name="T6" fmla="*/ 424920 w 21600"/>
                <a:gd name="T7" fmla="*/ 553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64" y="12791"/>
                  </a:moveTo>
                  <a:lnTo>
                    <a:pt x="18631" y="12791"/>
                  </a:lnTo>
                  <a:lnTo>
                    <a:pt x="18631" y="12485"/>
                  </a:lnTo>
                  <a:lnTo>
                    <a:pt x="18221" y="11642"/>
                  </a:lnTo>
                  <a:lnTo>
                    <a:pt x="18221" y="11336"/>
                  </a:lnTo>
                  <a:lnTo>
                    <a:pt x="18631" y="11336"/>
                  </a:lnTo>
                  <a:lnTo>
                    <a:pt x="18631" y="11106"/>
                  </a:lnTo>
                  <a:lnTo>
                    <a:pt x="18221" y="10800"/>
                  </a:lnTo>
                  <a:lnTo>
                    <a:pt x="17095" y="11642"/>
                  </a:lnTo>
                  <a:lnTo>
                    <a:pt x="15560" y="11642"/>
                  </a:lnTo>
                  <a:lnTo>
                    <a:pt x="15560" y="11106"/>
                  </a:lnTo>
                  <a:lnTo>
                    <a:pt x="15150" y="10800"/>
                  </a:lnTo>
                  <a:lnTo>
                    <a:pt x="13308" y="10800"/>
                  </a:lnTo>
                  <a:lnTo>
                    <a:pt x="14024" y="10493"/>
                  </a:lnTo>
                  <a:lnTo>
                    <a:pt x="12898" y="9651"/>
                  </a:lnTo>
                  <a:lnTo>
                    <a:pt x="12489" y="9421"/>
                  </a:lnTo>
                  <a:lnTo>
                    <a:pt x="12489" y="8808"/>
                  </a:lnTo>
                  <a:lnTo>
                    <a:pt x="12898" y="8502"/>
                  </a:lnTo>
                  <a:lnTo>
                    <a:pt x="12489" y="8272"/>
                  </a:lnTo>
                  <a:lnTo>
                    <a:pt x="12898" y="8272"/>
                  </a:lnTo>
                  <a:lnTo>
                    <a:pt x="12898" y="7965"/>
                  </a:lnTo>
                  <a:lnTo>
                    <a:pt x="13308" y="7659"/>
                  </a:lnTo>
                  <a:lnTo>
                    <a:pt x="13615" y="7659"/>
                  </a:lnTo>
                  <a:lnTo>
                    <a:pt x="13615" y="7123"/>
                  </a:lnTo>
                  <a:lnTo>
                    <a:pt x="14024" y="6510"/>
                  </a:lnTo>
                  <a:lnTo>
                    <a:pt x="14024" y="5974"/>
                  </a:lnTo>
                  <a:lnTo>
                    <a:pt x="14434" y="5974"/>
                  </a:lnTo>
                  <a:lnTo>
                    <a:pt x="15150" y="5438"/>
                  </a:lnTo>
                  <a:lnTo>
                    <a:pt x="15560" y="5438"/>
                  </a:lnTo>
                  <a:lnTo>
                    <a:pt x="16276" y="5131"/>
                  </a:lnTo>
                  <a:lnTo>
                    <a:pt x="17402" y="4825"/>
                  </a:lnTo>
                  <a:lnTo>
                    <a:pt x="18631" y="4825"/>
                  </a:lnTo>
                  <a:lnTo>
                    <a:pt x="18631" y="5131"/>
                  </a:lnTo>
                  <a:lnTo>
                    <a:pt x="18938" y="5131"/>
                  </a:lnTo>
                  <a:lnTo>
                    <a:pt x="18938" y="4519"/>
                  </a:lnTo>
                  <a:lnTo>
                    <a:pt x="18631" y="4289"/>
                  </a:lnTo>
                  <a:lnTo>
                    <a:pt x="18221" y="4519"/>
                  </a:lnTo>
                  <a:lnTo>
                    <a:pt x="17812" y="4519"/>
                  </a:lnTo>
                  <a:lnTo>
                    <a:pt x="17812" y="4289"/>
                  </a:lnTo>
                  <a:lnTo>
                    <a:pt x="18938" y="3140"/>
                  </a:lnTo>
                  <a:lnTo>
                    <a:pt x="18938" y="2834"/>
                  </a:lnTo>
                  <a:lnTo>
                    <a:pt x="18631" y="2834"/>
                  </a:lnTo>
                  <a:lnTo>
                    <a:pt x="18221" y="2527"/>
                  </a:lnTo>
                  <a:lnTo>
                    <a:pt x="17402" y="2527"/>
                  </a:lnTo>
                  <a:lnTo>
                    <a:pt x="16686" y="2834"/>
                  </a:lnTo>
                  <a:lnTo>
                    <a:pt x="16276" y="2527"/>
                  </a:lnTo>
                  <a:lnTo>
                    <a:pt x="15969" y="2527"/>
                  </a:lnTo>
                  <a:lnTo>
                    <a:pt x="15560" y="2834"/>
                  </a:lnTo>
                  <a:lnTo>
                    <a:pt x="14024" y="2834"/>
                  </a:lnTo>
                  <a:lnTo>
                    <a:pt x="13615" y="2527"/>
                  </a:lnTo>
                  <a:lnTo>
                    <a:pt x="14024" y="2527"/>
                  </a:lnTo>
                  <a:lnTo>
                    <a:pt x="13615" y="2297"/>
                  </a:lnTo>
                  <a:lnTo>
                    <a:pt x="13615" y="1991"/>
                  </a:lnTo>
                  <a:lnTo>
                    <a:pt x="13308" y="1991"/>
                  </a:lnTo>
                  <a:lnTo>
                    <a:pt x="13308" y="1685"/>
                  </a:lnTo>
                  <a:lnTo>
                    <a:pt x="12898" y="1455"/>
                  </a:lnTo>
                  <a:lnTo>
                    <a:pt x="12181" y="1148"/>
                  </a:lnTo>
                  <a:lnTo>
                    <a:pt x="11772" y="842"/>
                  </a:lnTo>
                  <a:lnTo>
                    <a:pt x="11772" y="612"/>
                  </a:lnTo>
                  <a:lnTo>
                    <a:pt x="11363" y="306"/>
                  </a:lnTo>
                  <a:lnTo>
                    <a:pt x="11055" y="306"/>
                  </a:lnTo>
                  <a:lnTo>
                    <a:pt x="10236" y="0"/>
                  </a:lnTo>
                  <a:lnTo>
                    <a:pt x="9827" y="0"/>
                  </a:lnTo>
                  <a:lnTo>
                    <a:pt x="9827" y="306"/>
                  </a:lnTo>
                  <a:lnTo>
                    <a:pt x="10236" y="612"/>
                  </a:lnTo>
                  <a:lnTo>
                    <a:pt x="10236" y="1455"/>
                  </a:lnTo>
                  <a:lnTo>
                    <a:pt x="9827" y="1455"/>
                  </a:lnTo>
                  <a:lnTo>
                    <a:pt x="9520" y="1991"/>
                  </a:lnTo>
                  <a:lnTo>
                    <a:pt x="8394" y="2834"/>
                  </a:lnTo>
                  <a:lnTo>
                    <a:pt x="7575" y="3140"/>
                  </a:lnTo>
                  <a:lnTo>
                    <a:pt x="5732" y="3446"/>
                  </a:lnTo>
                  <a:lnTo>
                    <a:pt x="5732" y="3676"/>
                  </a:lnTo>
                  <a:lnTo>
                    <a:pt x="4197" y="5438"/>
                  </a:lnTo>
                  <a:lnTo>
                    <a:pt x="3787" y="5668"/>
                  </a:lnTo>
                  <a:lnTo>
                    <a:pt x="3378" y="5131"/>
                  </a:lnTo>
                  <a:lnTo>
                    <a:pt x="2252" y="5131"/>
                  </a:lnTo>
                  <a:lnTo>
                    <a:pt x="2252" y="4825"/>
                  </a:lnTo>
                  <a:lnTo>
                    <a:pt x="1945" y="5131"/>
                  </a:lnTo>
                  <a:lnTo>
                    <a:pt x="1535" y="5131"/>
                  </a:lnTo>
                  <a:lnTo>
                    <a:pt x="1535" y="4825"/>
                  </a:lnTo>
                  <a:lnTo>
                    <a:pt x="1945" y="4519"/>
                  </a:lnTo>
                  <a:lnTo>
                    <a:pt x="2252" y="4519"/>
                  </a:lnTo>
                  <a:lnTo>
                    <a:pt x="1945" y="4289"/>
                  </a:lnTo>
                  <a:lnTo>
                    <a:pt x="1945" y="3982"/>
                  </a:lnTo>
                  <a:lnTo>
                    <a:pt x="1126" y="4289"/>
                  </a:lnTo>
                  <a:lnTo>
                    <a:pt x="818" y="4519"/>
                  </a:lnTo>
                  <a:lnTo>
                    <a:pt x="0" y="4825"/>
                  </a:lnTo>
                  <a:lnTo>
                    <a:pt x="0" y="5668"/>
                  </a:lnTo>
                  <a:lnTo>
                    <a:pt x="409" y="5974"/>
                  </a:lnTo>
                  <a:lnTo>
                    <a:pt x="0" y="5974"/>
                  </a:lnTo>
                  <a:lnTo>
                    <a:pt x="409" y="6280"/>
                  </a:lnTo>
                  <a:lnTo>
                    <a:pt x="818" y="6510"/>
                  </a:lnTo>
                  <a:lnTo>
                    <a:pt x="409" y="6817"/>
                  </a:lnTo>
                  <a:lnTo>
                    <a:pt x="0" y="6817"/>
                  </a:lnTo>
                  <a:lnTo>
                    <a:pt x="0" y="7123"/>
                  </a:lnTo>
                  <a:lnTo>
                    <a:pt x="409" y="7429"/>
                  </a:lnTo>
                  <a:lnTo>
                    <a:pt x="1126" y="7659"/>
                  </a:lnTo>
                  <a:lnTo>
                    <a:pt x="1535" y="7659"/>
                  </a:lnTo>
                  <a:lnTo>
                    <a:pt x="2252" y="7965"/>
                  </a:lnTo>
                  <a:lnTo>
                    <a:pt x="2661" y="7965"/>
                  </a:lnTo>
                  <a:lnTo>
                    <a:pt x="2661" y="8272"/>
                  </a:lnTo>
                  <a:lnTo>
                    <a:pt x="3071" y="8502"/>
                  </a:lnTo>
                  <a:lnTo>
                    <a:pt x="3071" y="8808"/>
                  </a:lnTo>
                  <a:lnTo>
                    <a:pt x="3378" y="9114"/>
                  </a:lnTo>
                  <a:lnTo>
                    <a:pt x="3787" y="9421"/>
                  </a:lnTo>
                  <a:lnTo>
                    <a:pt x="4197" y="9651"/>
                  </a:lnTo>
                  <a:lnTo>
                    <a:pt x="4197" y="9957"/>
                  </a:lnTo>
                  <a:lnTo>
                    <a:pt x="4606" y="10263"/>
                  </a:lnTo>
                  <a:lnTo>
                    <a:pt x="4606" y="10493"/>
                  </a:lnTo>
                  <a:lnTo>
                    <a:pt x="4913" y="10800"/>
                  </a:lnTo>
                  <a:lnTo>
                    <a:pt x="4913" y="11106"/>
                  </a:lnTo>
                  <a:lnTo>
                    <a:pt x="5323" y="11336"/>
                  </a:lnTo>
                  <a:lnTo>
                    <a:pt x="5323" y="11642"/>
                  </a:lnTo>
                  <a:lnTo>
                    <a:pt x="5732" y="12255"/>
                  </a:lnTo>
                  <a:lnTo>
                    <a:pt x="6449" y="12791"/>
                  </a:lnTo>
                  <a:lnTo>
                    <a:pt x="6449" y="13097"/>
                  </a:lnTo>
                  <a:lnTo>
                    <a:pt x="7165" y="13634"/>
                  </a:lnTo>
                  <a:lnTo>
                    <a:pt x="7165" y="13940"/>
                  </a:lnTo>
                  <a:lnTo>
                    <a:pt x="7575" y="14246"/>
                  </a:lnTo>
                  <a:lnTo>
                    <a:pt x="7984" y="14246"/>
                  </a:lnTo>
                  <a:lnTo>
                    <a:pt x="7984" y="14476"/>
                  </a:lnTo>
                  <a:lnTo>
                    <a:pt x="8394" y="15089"/>
                  </a:lnTo>
                  <a:lnTo>
                    <a:pt x="8701" y="15319"/>
                  </a:lnTo>
                  <a:lnTo>
                    <a:pt x="9110" y="15931"/>
                  </a:lnTo>
                  <a:lnTo>
                    <a:pt x="9110" y="16238"/>
                  </a:lnTo>
                  <a:lnTo>
                    <a:pt x="8701" y="16238"/>
                  </a:lnTo>
                  <a:lnTo>
                    <a:pt x="8701" y="16468"/>
                  </a:lnTo>
                  <a:lnTo>
                    <a:pt x="9110" y="16468"/>
                  </a:lnTo>
                  <a:lnTo>
                    <a:pt x="9520" y="16774"/>
                  </a:lnTo>
                  <a:lnTo>
                    <a:pt x="9827" y="17080"/>
                  </a:lnTo>
                  <a:lnTo>
                    <a:pt x="10236" y="17310"/>
                  </a:lnTo>
                  <a:lnTo>
                    <a:pt x="10236" y="17617"/>
                  </a:lnTo>
                  <a:lnTo>
                    <a:pt x="11055" y="17617"/>
                  </a:lnTo>
                  <a:lnTo>
                    <a:pt x="11055" y="17923"/>
                  </a:lnTo>
                  <a:lnTo>
                    <a:pt x="11363" y="17923"/>
                  </a:lnTo>
                  <a:lnTo>
                    <a:pt x="11363" y="18153"/>
                  </a:lnTo>
                  <a:lnTo>
                    <a:pt x="12181" y="18153"/>
                  </a:lnTo>
                  <a:lnTo>
                    <a:pt x="12181" y="17923"/>
                  </a:lnTo>
                  <a:lnTo>
                    <a:pt x="12181" y="18459"/>
                  </a:lnTo>
                  <a:lnTo>
                    <a:pt x="12898" y="18459"/>
                  </a:lnTo>
                  <a:lnTo>
                    <a:pt x="13308" y="18765"/>
                  </a:lnTo>
                  <a:lnTo>
                    <a:pt x="13308" y="19072"/>
                  </a:lnTo>
                  <a:lnTo>
                    <a:pt x="14434" y="19072"/>
                  </a:lnTo>
                  <a:lnTo>
                    <a:pt x="14843" y="19302"/>
                  </a:lnTo>
                  <a:lnTo>
                    <a:pt x="15150" y="19608"/>
                  </a:lnTo>
                  <a:lnTo>
                    <a:pt x="15969" y="19608"/>
                  </a:lnTo>
                  <a:lnTo>
                    <a:pt x="16276" y="19914"/>
                  </a:lnTo>
                  <a:lnTo>
                    <a:pt x="16686" y="20144"/>
                  </a:lnTo>
                  <a:lnTo>
                    <a:pt x="17095" y="20144"/>
                  </a:lnTo>
                  <a:lnTo>
                    <a:pt x="17095" y="20451"/>
                  </a:lnTo>
                  <a:lnTo>
                    <a:pt x="17402" y="20451"/>
                  </a:lnTo>
                  <a:lnTo>
                    <a:pt x="17402" y="20757"/>
                  </a:lnTo>
                  <a:lnTo>
                    <a:pt x="17812" y="20757"/>
                  </a:lnTo>
                  <a:lnTo>
                    <a:pt x="18221" y="21063"/>
                  </a:lnTo>
                  <a:lnTo>
                    <a:pt x="18631" y="21293"/>
                  </a:lnTo>
                  <a:lnTo>
                    <a:pt x="18938" y="21600"/>
                  </a:lnTo>
                  <a:lnTo>
                    <a:pt x="19757" y="21600"/>
                  </a:lnTo>
                  <a:lnTo>
                    <a:pt x="20064" y="21293"/>
                  </a:lnTo>
                  <a:lnTo>
                    <a:pt x="20473" y="21293"/>
                  </a:lnTo>
                  <a:lnTo>
                    <a:pt x="20883" y="21063"/>
                  </a:lnTo>
                  <a:lnTo>
                    <a:pt x="20473" y="20757"/>
                  </a:lnTo>
                  <a:lnTo>
                    <a:pt x="20883" y="20451"/>
                  </a:lnTo>
                  <a:lnTo>
                    <a:pt x="20473" y="20144"/>
                  </a:lnTo>
                  <a:lnTo>
                    <a:pt x="20883" y="19914"/>
                  </a:lnTo>
                  <a:lnTo>
                    <a:pt x="21190" y="19608"/>
                  </a:lnTo>
                  <a:lnTo>
                    <a:pt x="21600" y="19302"/>
                  </a:lnTo>
                  <a:lnTo>
                    <a:pt x="21600" y="19072"/>
                  </a:lnTo>
                  <a:lnTo>
                    <a:pt x="21190" y="18459"/>
                  </a:lnTo>
                  <a:lnTo>
                    <a:pt x="21190" y="17617"/>
                  </a:lnTo>
                  <a:lnTo>
                    <a:pt x="20883" y="17617"/>
                  </a:lnTo>
                  <a:lnTo>
                    <a:pt x="21190" y="17310"/>
                  </a:lnTo>
                  <a:lnTo>
                    <a:pt x="21190" y="14782"/>
                  </a:lnTo>
                  <a:lnTo>
                    <a:pt x="21600" y="14476"/>
                  </a:lnTo>
                  <a:lnTo>
                    <a:pt x="21600" y="14246"/>
                  </a:lnTo>
                  <a:lnTo>
                    <a:pt x="20064" y="127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8" name="AutoShape 182"/>
            <p:cNvSpPr>
              <a:spLocks/>
            </p:cNvSpPr>
            <p:nvPr/>
          </p:nvSpPr>
          <p:spPr bwMode="auto">
            <a:xfrm>
              <a:off x="6351616" y="8006447"/>
              <a:ext cx="821645" cy="812421"/>
            </a:xfrm>
            <a:custGeom>
              <a:avLst/>
              <a:gdLst>
                <a:gd name="T0" fmla="*/ 410823 w 21600"/>
                <a:gd name="T1" fmla="*/ 406211 h 21600"/>
                <a:gd name="T2" fmla="*/ 410823 w 21600"/>
                <a:gd name="T3" fmla="*/ 406211 h 21600"/>
                <a:gd name="T4" fmla="*/ 410823 w 21600"/>
                <a:gd name="T5" fmla="*/ 406211 h 21600"/>
                <a:gd name="T6" fmla="*/ 410823 w 21600"/>
                <a:gd name="T7" fmla="*/ 40621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58" y="16591"/>
                  </a:moveTo>
                  <a:lnTo>
                    <a:pt x="20858" y="15860"/>
                  </a:lnTo>
                  <a:lnTo>
                    <a:pt x="21599" y="14295"/>
                  </a:lnTo>
                  <a:lnTo>
                    <a:pt x="21599" y="13878"/>
                  </a:lnTo>
                  <a:lnTo>
                    <a:pt x="20858" y="12313"/>
                  </a:lnTo>
                  <a:lnTo>
                    <a:pt x="19694" y="11999"/>
                  </a:lnTo>
                  <a:lnTo>
                    <a:pt x="20011" y="11582"/>
                  </a:lnTo>
                  <a:lnTo>
                    <a:pt x="19694" y="10434"/>
                  </a:lnTo>
                  <a:lnTo>
                    <a:pt x="16517" y="10434"/>
                  </a:lnTo>
                  <a:lnTo>
                    <a:pt x="16517" y="9599"/>
                  </a:lnTo>
                  <a:lnTo>
                    <a:pt x="16094" y="8869"/>
                  </a:lnTo>
                  <a:lnTo>
                    <a:pt x="16094" y="6991"/>
                  </a:lnTo>
                  <a:lnTo>
                    <a:pt x="15352" y="6573"/>
                  </a:lnTo>
                  <a:lnTo>
                    <a:pt x="14188" y="6573"/>
                  </a:lnTo>
                  <a:lnTo>
                    <a:pt x="13764" y="6156"/>
                  </a:lnTo>
                  <a:lnTo>
                    <a:pt x="13341" y="6156"/>
                  </a:lnTo>
                  <a:lnTo>
                    <a:pt x="13341" y="5739"/>
                  </a:lnTo>
                  <a:lnTo>
                    <a:pt x="13023" y="5739"/>
                  </a:lnTo>
                  <a:lnTo>
                    <a:pt x="12176" y="5426"/>
                  </a:lnTo>
                  <a:lnTo>
                    <a:pt x="11752" y="5426"/>
                  </a:lnTo>
                  <a:lnTo>
                    <a:pt x="11435" y="5008"/>
                  </a:lnTo>
                  <a:lnTo>
                    <a:pt x="11011" y="5008"/>
                  </a:lnTo>
                  <a:lnTo>
                    <a:pt x="10270" y="4278"/>
                  </a:lnTo>
                  <a:lnTo>
                    <a:pt x="9423" y="4591"/>
                  </a:lnTo>
                  <a:lnTo>
                    <a:pt x="9105" y="4278"/>
                  </a:lnTo>
                  <a:lnTo>
                    <a:pt x="8258" y="4278"/>
                  </a:lnTo>
                  <a:lnTo>
                    <a:pt x="7835" y="3860"/>
                  </a:lnTo>
                  <a:lnTo>
                    <a:pt x="7835" y="3443"/>
                  </a:lnTo>
                  <a:lnTo>
                    <a:pt x="7517" y="3443"/>
                  </a:lnTo>
                  <a:lnTo>
                    <a:pt x="7094" y="2713"/>
                  </a:lnTo>
                  <a:lnTo>
                    <a:pt x="7517" y="2295"/>
                  </a:lnTo>
                  <a:lnTo>
                    <a:pt x="7094" y="1565"/>
                  </a:lnTo>
                  <a:lnTo>
                    <a:pt x="7517" y="1147"/>
                  </a:lnTo>
                  <a:lnTo>
                    <a:pt x="7094" y="730"/>
                  </a:lnTo>
                  <a:lnTo>
                    <a:pt x="7094" y="0"/>
                  </a:lnTo>
                  <a:lnTo>
                    <a:pt x="6670" y="313"/>
                  </a:lnTo>
                  <a:lnTo>
                    <a:pt x="6352" y="0"/>
                  </a:lnTo>
                  <a:lnTo>
                    <a:pt x="5929" y="0"/>
                  </a:lnTo>
                  <a:lnTo>
                    <a:pt x="5505" y="313"/>
                  </a:lnTo>
                  <a:lnTo>
                    <a:pt x="4764" y="313"/>
                  </a:lnTo>
                  <a:lnTo>
                    <a:pt x="3917" y="1147"/>
                  </a:lnTo>
                  <a:lnTo>
                    <a:pt x="3600" y="1565"/>
                  </a:lnTo>
                  <a:lnTo>
                    <a:pt x="3176" y="1878"/>
                  </a:lnTo>
                  <a:lnTo>
                    <a:pt x="2011" y="1878"/>
                  </a:lnTo>
                  <a:lnTo>
                    <a:pt x="1588" y="2295"/>
                  </a:lnTo>
                  <a:lnTo>
                    <a:pt x="0" y="2295"/>
                  </a:lnTo>
                  <a:lnTo>
                    <a:pt x="1588" y="4278"/>
                  </a:lnTo>
                  <a:lnTo>
                    <a:pt x="1588" y="4591"/>
                  </a:lnTo>
                  <a:lnTo>
                    <a:pt x="1164" y="5008"/>
                  </a:lnTo>
                  <a:lnTo>
                    <a:pt x="1164" y="8452"/>
                  </a:lnTo>
                  <a:lnTo>
                    <a:pt x="847" y="8869"/>
                  </a:lnTo>
                  <a:lnTo>
                    <a:pt x="1164" y="8869"/>
                  </a:lnTo>
                  <a:lnTo>
                    <a:pt x="1164" y="10017"/>
                  </a:lnTo>
                  <a:lnTo>
                    <a:pt x="1588" y="10852"/>
                  </a:lnTo>
                  <a:lnTo>
                    <a:pt x="1588" y="11165"/>
                  </a:lnTo>
                  <a:lnTo>
                    <a:pt x="1164" y="11582"/>
                  </a:lnTo>
                  <a:lnTo>
                    <a:pt x="847" y="11999"/>
                  </a:lnTo>
                  <a:lnTo>
                    <a:pt x="423" y="12313"/>
                  </a:lnTo>
                  <a:lnTo>
                    <a:pt x="847" y="12730"/>
                  </a:lnTo>
                  <a:lnTo>
                    <a:pt x="1164" y="13147"/>
                  </a:lnTo>
                  <a:lnTo>
                    <a:pt x="1164" y="13565"/>
                  </a:lnTo>
                  <a:lnTo>
                    <a:pt x="1588" y="13565"/>
                  </a:lnTo>
                  <a:lnTo>
                    <a:pt x="1588" y="15026"/>
                  </a:lnTo>
                  <a:lnTo>
                    <a:pt x="2011" y="15443"/>
                  </a:lnTo>
                  <a:lnTo>
                    <a:pt x="2752" y="15860"/>
                  </a:lnTo>
                  <a:lnTo>
                    <a:pt x="2752" y="17008"/>
                  </a:lnTo>
                  <a:lnTo>
                    <a:pt x="2435" y="17739"/>
                  </a:lnTo>
                  <a:lnTo>
                    <a:pt x="2435" y="18156"/>
                  </a:lnTo>
                  <a:lnTo>
                    <a:pt x="3600" y="18573"/>
                  </a:lnTo>
                  <a:lnTo>
                    <a:pt x="4764" y="21600"/>
                  </a:lnTo>
                  <a:lnTo>
                    <a:pt x="5505" y="21600"/>
                  </a:lnTo>
                  <a:lnTo>
                    <a:pt x="5929" y="21286"/>
                  </a:lnTo>
                  <a:lnTo>
                    <a:pt x="5929" y="20869"/>
                  </a:lnTo>
                  <a:lnTo>
                    <a:pt x="6670" y="20139"/>
                  </a:lnTo>
                  <a:lnTo>
                    <a:pt x="7094" y="20139"/>
                  </a:lnTo>
                  <a:lnTo>
                    <a:pt x="7517" y="20452"/>
                  </a:lnTo>
                  <a:lnTo>
                    <a:pt x="8258" y="20139"/>
                  </a:lnTo>
                  <a:lnTo>
                    <a:pt x="9847" y="20139"/>
                  </a:lnTo>
                  <a:lnTo>
                    <a:pt x="9847" y="20452"/>
                  </a:lnTo>
                  <a:lnTo>
                    <a:pt x="10270" y="21286"/>
                  </a:lnTo>
                  <a:lnTo>
                    <a:pt x="10270" y="20869"/>
                  </a:lnTo>
                  <a:lnTo>
                    <a:pt x="10588" y="20869"/>
                  </a:lnTo>
                  <a:lnTo>
                    <a:pt x="10588" y="20452"/>
                  </a:lnTo>
                  <a:lnTo>
                    <a:pt x="11011" y="20139"/>
                  </a:lnTo>
                  <a:lnTo>
                    <a:pt x="12599" y="20139"/>
                  </a:lnTo>
                  <a:lnTo>
                    <a:pt x="13023" y="20452"/>
                  </a:lnTo>
                  <a:lnTo>
                    <a:pt x="13341" y="19721"/>
                  </a:lnTo>
                  <a:lnTo>
                    <a:pt x="13764" y="18991"/>
                  </a:lnTo>
                  <a:lnTo>
                    <a:pt x="13764" y="18156"/>
                  </a:lnTo>
                  <a:lnTo>
                    <a:pt x="13341" y="17739"/>
                  </a:lnTo>
                  <a:lnTo>
                    <a:pt x="14188" y="17008"/>
                  </a:lnTo>
                  <a:lnTo>
                    <a:pt x="14188" y="16278"/>
                  </a:lnTo>
                  <a:lnTo>
                    <a:pt x="14505" y="16278"/>
                  </a:lnTo>
                  <a:lnTo>
                    <a:pt x="16941" y="15443"/>
                  </a:lnTo>
                  <a:lnTo>
                    <a:pt x="18847" y="15443"/>
                  </a:lnTo>
                  <a:lnTo>
                    <a:pt x="20011" y="16278"/>
                  </a:lnTo>
                  <a:lnTo>
                    <a:pt x="20435" y="16278"/>
                  </a:lnTo>
                  <a:lnTo>
                    <a:pt x="20858" y="165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9" name="AutoShape 183"/>
            <p:cNvSpPr>
              <a:spLocks/>
            </p:cNvSpPr>
            <p:nvPr/>
          </p:nvSpPr>
          <p:spPr bwMode="auto">
            <a:xfrm>
              <a:off x="6847020" y="8587307"/>
              <a:ext cx="563872" cy="525916"/>
            </a:xfrm>
            <a:custGeom>
              <a:avLst/>
              <a:gdLst>
                <a:gd name="T0" fmla="*/ 281936 w 21600"/>
                <a:gd name="T1" fmla="*/ 262958 h 21600"/>
                <a:gd name="T2" fmla="*/ 281936 w 21600"/>
                <a:gd name="T3" fmla="*/ 262958 h 21600"/>
                <a:gd name="T4" fmla="*/ 281936 w 21600"/>
                <a:gd name="T5" fmla="*/ 262958 h 21600"/>
                <a:gd name="T6" fmla="*/ 281936 w 21600"/>
                <a:gd name="T7" fmla="*/ 2629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737"/>
                  </a:moveTo>
                  <a:lnTo>
                    <a:pt x="462" y="6608"/>
                  </a:lnTo>
                  <a:lnTo>
                    <a:pt x="1079" y="5480"/>
                  </a:lnTo>
                  <a:lnTo>
                    <a:pt x="1079" y="4191"/>
                  </a:lnTo>
                  <a:lnTo>
                    <a:pt x="462" y="3546"/>
                  </a:lnTo>
                  <a:lnTo>
                    <a:pt x="1697" y="2417"/>
                  </a:lnTo>
                  <a:lnTo>
                    <a:pt x="1697" y="1289"/>
                  </a:lnTo>
                  <a:lnTo>
                    <a:pt x="2159" y="1289"/>
                  </a:lnTo>
                  <a:lnTo>
                    <a:pt x="5708" y="0"/>
                  </a:lnTo>
                  <a:lnTo>
                    <a:pt x="8485" y="0"/>
                  </a:lnTo>
                  <a:lnTo>
                    <a:pt x="10182" y="1289"/>
                  </a:lnTo>
                  <a:lnTo>
                    <a:pt x="10800" y="1289"/>
                  </a:lnTo>
                  <a:lnTo>
                    <a:pt x="11417" y="1773"/>
                  </a:lnTo>
                  <a:lnTo>
                    <a:pt x="11417" y="2417"/>
                  </a:lnTo>
                  <a:lnTo>
                    <a:pt x="11880" y="3062"/>
                  </a:lnTo>
                  <a:lnTo>
                    <a:pt x="11880" y="3546"/>
                  </a:lnTo>
                  <a:lnTo>
                    <a:pt x="12497" y="4191"/>
                  </a:lnTo>
                  <a:lnTo>
                    <a:pt x="11880" y="5964"/>
                  </a:lnTo>
                  <a:lnTo>
                    <a:pt x="12497" y="6608"/>
                  </a:lnTo>
                  <a:lnTo>
                    <a:pt x="11880" y="6608"/>
                  </a:lnTo>
                  <a:lnTo>
                    <a:pt x="12497" y="7253"/>
                  </a:lnTo>
                  <a:lnTo>
                    <a:pt x="13114" y="7253"/>
                  </a:lnTo>
                  <a:lnTo>
                    <a:pt x="13577" y="7737"/>
                  </a:lnTo>
                  <a:lnTo>
                    <a:pt x="14811" y="7253"/>
                  </a:lnTo>
                  <a:lnTo>
                    <a:pt x="15428" y="7737"/>
                  </a:lnTo>
                  <a:lnTo>
                    <a:pt x="16508" y="7253"/>
                  </a:lnTo>
                  <a:lnTo>
                    <a:pt x="17125" y="7737"/>
                  </a:lnTo>
                  <a:lnTo>
                    <a:pt x="17588" y="7737"/>
                  </a:lnTo>
                  <a:lnTo>
                    <a:pt x="17588" y="8382"/>
                  </a:lnTo>
                  <a:lnTo>
                    <a:pt x="18822" y="10800"/>
                  </a:lnTo>
                  <a:lnTo>
                    <a:pt x="18822" y="11928"/>
                  </a:lnTo>
                  <a:lnTo>
                    <a:pt x="19285" y="11928"/>
                  </a:lnTo>
                  <a:lnTo>
                    <a:pt x="20519" y="11444"/>
                  </a:lnTo>
                  <a:lnTo>
                    <a:pt x="21137" y="11444"/>
                  </a:lnTo>
                  <a:lnTo>
                    <a:pt x="21600" y="11928"/>
                  </a:lnTo>
                  <a:lnTo>
                    <a:pt x="21600" y="14991"/>
                  </a:lnTo>
                  <a:lnTo>
                    <a:pt x="21137" y="14991"/>
                  </a:lnTo>
                  <a:lnTo>
                    <a:pt x="21137" y="17892"/>
                  </a:lnTo>
                  <a:lnTo>
                    <a:pt x="20519" y="17892"/>
                  </a:lnTo>
                  <a:lnTo>
                    <a:pt x="20519" y="18537"/>
                  </a:lnTo>
                  <a:lnTo>
                    <a:pt x="19902" y="19182"/>
                  </a:lnTo>
                  <a:lnTo>
                    <a:pt x="18822" y="19826"/>
                  </a:lnTo>
                  <a:lnTo>
                    <a:pt x="18822" y="20310"/>
                  </a:lnTo>
                  <a:lnTo>
                    <a:pt x="18205" y="20955"/>
                  </a:lnTo>
                  <a:lnTo>
                    <a:pt x="17588" y="20955"/>
                  </a:lnTo>
                  <a:lnTo>
                    <a:pt x="17125" y="21599"/>
                  </a:lnTo>
                  <a:lnTo>
                    <a:pt x="15891" y="21599"/>
                  </a:lnTo>
                  <a:lnTo>
                    <a:pt x="14811" y="20955"/>
                  </a:lnTo>
                  <a:lnTo>
                    <a:pt x="10800" y="20955"/>
                  </a:lnTo>
                  <a:lnTo>
                    <a:pt x="11880" y="19826"/>
                  </a:lnTo>
                  <a:lnTo>
                    <a:pt x="12497" y="18537"/>
                  </a:lnTo>
                  <a:lnTo>
                    <a:pt x="11880" y="17892"/>
                  </a:lnTo>
                  <a:lnTo>
                    <a:pt x="12497" y="17892"/>
                  </a:lnTo>
                  <a:lnTo>
                    <a:pt x="13114" y="17408"/>
                  </a:lnTo>
                  <a:lnTo>
                    <a:pt x="13114" y="16764"/>
                  </a:lnTo>
                  <a:lnTo>
                    <a:pt x="13577" y="16119"/>
                  </a:lnTo>
                  <a:lnTo>
                    <a:pt x="13114" y="15635"/>
                  </a:lnTo>
                  <a:lnTo>
                    <a:pt x="12497" y="15635"/>
                  </a:lnTo>
                  <a:lnTo>
                    <a:pt x="11880" y="14346"/>
                  </a:lnTo>
                  <a:lnTo>
                    <a:pt x="10182" y="14346"/>
                  </a:lnTo>
                  <a:lnTo>
                    <a:pt x="9102" y="13701"/>
                  </a:lnTo>
                  <a:lnTo>
                    <a:pt x="7868" y="13217"/>
                  </a:lnTo>
                  <a:lnTo>
                    <a:pt x="7405" y="13217"/>
                  </a:lnTo>
                  <a:lnTo>
                    <a:pt x="6788" y="12573"/>
                  </a:lnTo>
                  <a:lnTo>
                    <a:pt x="5091" y="11928"/>
                  </a:lnTo>
                  <a:lnTo>
                    <a:pt x="4474" y="11444"/>
                  </a:lnTo>
                  <a:lnTo>
                    <a:pt x="3857" y="10800"/>
                  </a:lnTo>
                  <a:lnTo>
                    <a:pt x="3394" y="10800"/>
                  </a:lnTo>
                  <a:lnTo>
                    <a:pt x="1697" y="9510"/>
                  </a:lnTo>
                  <a:lnTo>
                    <a:pt x="1079" y="8382"/>
                  </a:lnTo>
                  <a:lnTo>
                    <a:pt x="462" y="8382"/>
                  </a:lnTo>
                  <a:lnTo>
                    <a:pt x="0" y="773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0" name="AutoShape 184"/>
            <p:cNvSpPr>
              <a:spLocks/>
            </p:cNvSpPr>
            <p:nvPr/>
          </p:nvSpPr>
          <p:spPr bwMode="auto">
            <a:xfrm>
              <a:off x="7189372" y="9270210"/>
              <a:ext cx="342353" cy="337527"/>
            </a:xfrm>
            <a:custGeom>
              <a:avLst/>
              <a:gdLst>
                <a:gd name="T0" fmla="*/ 171177 w 21600"/>
                <a:gd name="T1" fmla="*/ 168764 h 21600"/>
                <a:gd name="T2" fmla="*/ 171177 w 21600"/>
                <a:gd name="T3" fmla="*/ 168764 h 21600"/>
                <a:gd name="T4" fmla="*/ 171177 w 21600"/>
                <a:gd name="T5" fmla="*/ 168764 h 21600"/>
                <a:gd name="T6" fmla="*/ 171177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795" y="0"/>
                  </a:moveTo>
                  <a:lnTo>
                    <a:pt x="3811" y="1004"/>
                  </a:lnTo>
                  <a:lnTo>
                    <a:pt x="5590" y="0"/>
                  </a:lnTo>
                  <a:lnTo>
                    <a:pt x="6607" y="1004"/>
                  </a:lnTo>
                  <a:lnTo>
                    <a:pt x="7369" y="2009"/>
                  </a:lnTo>
                  <a:lnTo>
                    <a:pt x="8385" y="2009"/>
                  </a:lnTo>
                  <a:lnTo>
                    <a:pt x="9402" y="3013"/>
                  </a:lnTo>
                  <a:lnTo>
                    <a:pt x="10164" y="4772"/>
                  </a:lnTo>
                  <a:lnTo>
                    <a:pt x="11181" y="3767"/>
                  </a:lnTo>
                  <a:lnTo>
                    <a:pt x="12197" y="5776"/>
                  </a:lnTo>
                  <a:lnTo>
                    <a:pt x="14992" y="5776"/>
                  </a:lnTo>
                  <a:lnTo>
                    <a:pt x="16009" y="6530"/>
                  </a:lnTo>
                  <a:lnTo>
                    <a:pt x="16009" y="7534"/>
                  </a:lnTo>
                  <a:lnTo>
                    <a:pt x="16771" y="7534"/>
                  </a:lnTo>
                  <a:lnTo>
                    <a:pt x="20583" y="11302"/>
                  </a:lnTo>
                  <a:lnTo>
                    <a:pt x="20583" y="12306"/>
                  </a:lnTo>
                  <a:lnTo>
                    <a:pt x="19567" y="13060"/>
                  </a:lnTo>
                  <a:lnTo>
                    <a:pt x="20583" y="14065"/>
                  </a:lnTo>
                  <a:lnTo>
                    <a:pt x="20583" y="15069"/>
                  </a:lnTo>
                  <a:lnTo>
                    <a:pt x="21599" y="16074"/>
                  </a:lnTo>
                  <a:lnTo>
                    <a:pt x="20583" y="16827"/>
                  </a:lnTo>
                  <a:lnTo>
                    <a:pt x="20583" y="17832"/>
                  </a:lnTo>
                  <a:lnTo>
                    <a:pt x="17788" y="20595"/>
                  </a:lnTo>
                  <a:lnTo>
                    <a:pt x="16009" y="20595"/>
                  </a:lnTo>
                  <a:lnTo>
                    <a:pt x="16009" y="21599"/>
                  </a:lnTo>
                  <a:lnTo>
                    <a:pt x="13214" y="21599"/>
                  </a:lnTo>
                  <a:lnTo>
                    <a:pt x="12197" y="20595"/>
                  </a:lnTo>
                  <a:lnTo>
                    <a:pt x="11181" y="21599"/>
                  </a:lnTo>
                  <a:lnTo>
                    <a:pt x="9402" y="21599"/>
                  </a:lnTo>
                  <a:lnTo>
                    <a:pt x="9402" y="20595"/>
                  </a:lnTo>
                  <a:lnTo>
                    <a:pt x="8385" y="20595"/>
                  </a:lnTo>
                  <a:lnTo>
                    <a:pt x="7369" y="19590"/>
                  </a:lnTo>
                  <a:lnTo>
                    <a:pt x="3811" y="19590"/>
                  </a:lnTo>
                  <a:lnTo>
                    <a:pt x="2795" y="18837"/>
                  </a:lnTo>
                  <a:lnTo>
                    <a:pt x="1778" y="18837"/>
                  </a:lnTo>
                  <a:lnTo>
                    <a:pt x="762" y="16827"/>
                  </a:lnTo>
                  <a:lnTo>
                    <a:pt x="0" y="16074"/>
                  </a:lnTo>
                  <a:lnTo>
                    <a:pt x="0" y="14065"/>
                  </a:lnTo>
                  <a:lnTo>
                    <a:pt x="762" y="14065"/>
                  </a:lnTo>
                  <a:lnTo>
                    <a:pt x="762" y="6530"/>
                  </a:lnTo>
                  <a:lnTo>
                    <a:pt x="1778" y="6530"/>
                  </a:lnTo>
                  <a:lnTo>
                    <a:pt x="1778" y="4772"/>
                  </a:lnTo>
                  <a:lnTo>
                    <a:pt x="762" y="3767"/>
                  </a:lnTo>
                  <a:lnTo>
                    <a:pt x="1778" y="3767"/>
                  </a:lnTo>
                  <a:lnTo>
                    <a:pt x="762" y="2009"/>
                  </a:lnTo>
                  <a:lnTo>
                    <a:pt x="1778" y="2009"/>
                  </a:lnTo>
                  <a:lnTo>
                    <a:pt x="2795" y="1004"/>
                  </a:lnTo>
                  <a:lnTo>
                    <a:pt x="2795"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1" name="AutoShape 185"/>
            <p:cNvSpPr>
              <a:spLocks/>
            </p:cNvSpPr>
            <p:nvPr/>
          </p:nvSpPr>
          <p:spPr bwMode="auto">
            <a:xfrm>
              <a:off x="6395927" y="8763921"/>
              <a:ext cx="1059276" cy="2413710"/>
            </a:xfrm>
            <a:custGeom>
              <a:avLst/>
              <a:gdLst>
                <a:gd name="T0" fmla="*/ 529638 w 21600"/>
                <a:gd name="T1" fmla="*/ 1206855 h 21600"/>
                <a:gd name="T2" fmla="*/ 529638 w 21600"/>
                <a:gd name="T3" fmla="*/ 1206855 h 21600"/>
                <a:gd name="T4" fmla="*/ 529638 w 21600"/>
                <a:gd name="T5" fmla="*/ 1206855 h 21600"/>
                <a:gd name="T6" fmla="*/ 529638 w 21600"/>
                <a:gd name="T7" fmla="*/ 1206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7" y="491"/>
                  </a:moveTo>
                  <a:lnTo>
                    <a:pt x="3695" y="386"/>
                  </a:lnTo>
                  <a:lnTo>
                    <a:pt x="3695" y="245"/>
                  </a:lnTo>
                  <a:lnTo>
                    <a:pt x="4270" y="0"/>
                  </a:lnTo>
                  <a:lnTo>
                    <a:pt x="4599" y="0"/>
                  </a:lnTo>
                  <a:lnTo>
                    <a:pt x="4927" y="105"/>
                  </a:lnTo>
                  <a:lnTo>
                    <a:pt x="5502" y="0"/>
                  </a:lnTo>
                  <a:lnTo>
                    <a:pt x="6734" y="0"/>
                  </a:lnTo>
                  <a:lnTo>
                    <a:pt x="6734" y="105"/>
                  </a:lnTo>
                  <a:lnTo>
                    <a:pt x="7063" y="386"/>
                  </a:lnTo>
                  <a:lnTo>
                    <a:pt x="7063" y="245"/>
                  </a:lnTo>
                  <a:lnTo>
                    <a:pt x="7309" y="245"/>
                  </a:lnTo>
                  <a:lnTo>
                    <a:pt x="7309" y="105"/>
                  </a:lnTo>
                  <a:lnTo>
                    <a:pt x="7638" y="0"/>
                  </a:lnTo>
                  <a:lnTo>
                    <a:pt x="8869" y="0"/>
                  </a:lnTo>
                  <a:lnTo>
                    <a:pt x="9198" y="105"/>
                  </a:lnTo>
                  <a:lnTo>
                    <a:pt x="9444" y="245"/>
                  </a:lnTo>
                  <a:lnTo>
                    <a:pt x="9773" y="245"/>
                  </a:lnTo>
                  <a:lnTo>
                    <a:pt x="10101" y="491"/>
                  </a:lnTo>
                  <a:lnTo>
                    <a:pt x="11005" y="772"/>
                  </a:lnTo>
                  <a:lnTo>
                    <a:pt x="11251" y="772"/>
                  </a:lnTo>
                  <a:lnTo>
                    <a:pt x="11580" y="913"/>
                  </a:lnTo>
                  <a:lnTo>
                    <a:pt x="11908" y="1018"/>
                  </a:lnTo>
                  <a:lnTo>
                    <a:pt x="12812" y="1159"/>
                  </a:lnTo>
                  <a:lnTo>
                    <a:pt x="13140" y="1299"/>
                  </a:lnTo>
                  <a:lnTo>
                    <a:pt x="13387" y="1299"/>
                  </a:lnTo>
                  <a:lnTo>
                    <a:pt x="14044" y="1404"/>
                  </a:lnTo>
                  <a:lnTo>
                    <a:pt x="14619" y="1545"/>
                  </a:lnTo>
                  <a:lnTo>
                    <a:pt x="15522" y="1545"/>
                  </a:lnTo>
                  <a:lnTo>
                    <a:pt x="15850" y="1826"/>
                  </a:lnTo>
                  <a:lnTo>
                    <a:pt x="16179" y="1826"/>
                  </a:lnTo>
                  <a:lnTo>
                    <a:pt x="16425" y="1931"/>
                  </a:lnTo>
                  <a:lnTo>
                    <a:pt x="16179" y="2072"/>
                  </a:lnTo>
                  <a:lnTo>
                    <a:pt x="16179" y="2212"/>
                  </a:lnTo>
                  <a:lnTo>
                    <a:pt x="15850" y="2318"/>
                  </a:lnTo>
                  <a:lnTo>
                    <a:pt x="15522" y="2318"/>
                  </a:lnTo>
                  <a:lnTo>
                    <a:pt x="15850" y="2458"/>
                  </a:lnTo>
                  <a:lnTo>
                    <a:pt x="15522" y="2739"/>
                  </a:lnTo>
                  <a:lnTo>
                    <a:pt x="14947" y="2985"/>
                  </a:lnTo>
                  <a:lnTo>
                    <a:pt x="17082" y="2985"/>
                  </a:lnTo>
                  <a:lnTo>
                    <a:pt x="17657" y="3125"/>
                  </a:lnTo>
                  <a:lnTo>
                    <a:pt x="18314" y="3125"/>
                  </a:lnTo>
                  <a:lnTo>
                    <a:pt x="18561" y="2985"/>
                  </a:lnTo>
                  <a:lnTo>
                    <a:pt x="18889" y="2985"/>
                  </a:lnTo>
                  <a:lnTo>
                    <a:pt x="19218" y="2844"/>
                  </a:lnTo>
                  <a:lnTo>
                    <a:pt x="19218" y="2739"/>
                  </a:lnTo>
                  <a:lnTo>
                    <a:pt x="19793" y="2599"/>
                  </a:lnTo>
                  <a:lnTo>
                    <a:pt x="20121" y="2458"/>
                  </a:lnTo>
                  <a:lnTo>
                    <a:pt x="20121" y="2318"/>
                  </a:lnTo>
                  <a:lnTo>
                    <a:pt x="20450" y="2318"/>
                  </a:lnTo>
                  <a:lnTo>
                    <a:pt x="20450" y="1931"/>
                  </a:lnTo>
                  <a:lnTo>
                    <a:pt x="20696" y="1826"/>
                  </a:lnTo>
                  <a:lnTo>
                    <a:pt x="21353" y="1826"/>
                  </a:lnTo>
                  <a:lnTo>
                    <a:pt x="21353" y="1931"/>
                  </a:lnTo>
                  <a:lnTo>
                    <a:pt x="21600" y="2212"/>
                  </a:lnTo>
                  <a:lnTo>
                    <a:pt x="21600" y="2844"/>
                  </a:lnTo>
                  <a:lnTo>
                    <a:pt x="21025" y="2844"/>
                  </a:lnTo>
                  <a:lnTo>
                    <a:pt x="21025" y="2985"/>
                  </a:lnTo>
                  <a:lnTo>
                    <a:pt x="20696" y="2985"/>
                  </a:lnTo>
                  <a:lnTo>
                    <a:pt x="20121" y="3125"/>
                  </a:lnTo>
                  <a:lnTo>
                    <a:pt x="20121" y="3231"/>
                  </a:lnTo>
                  <a:lnTo>
                    <a:pt x="19793" y="3231"/>
                  </a:lnTo>
                  <a:lnTo>
                    <a:pt x="19218" y="3371"/>
                  </a:lnTo>
                  <a:lnTo>
                    <a:pt x="19218" y="3512"/>
                  </a:lnTo>
                  <a:lnTo>
                    <a:pt x="18889" y="3512"/>
                  </a:lnTo>
                  <a:lnTo>
                    <a:pt x="18314" y="3758"/>
                  </a:lnTo>
                  <a:lnTo>
                    <a:pt x="18314" y="3898"/>
                  </a:lnTo>
                  <a:lnTo>
                    <a:pt x="17986" y="3898"/>
                  </a:lnTo>
                  <a:lnTo>
                    <a:pt x="17986" y="4039"/>
                  </a:lnTo>
                  <a:lnTo>
                    <a:pt x="17657" y="4144"/>
                  </a:lnTo>
                  <a:lnTo>
                    <a:pt x="17411" y="4284"/>
                  </a:lnTo>
                  <a:lnTo>
                    <a:pt x="17411" y="4530"/>
                  </a:lnTo>
                  <a:lnTo>
                    <a:pt x="17082" y="4530"/>
                  </a:lnTo>
                  <a:lnTo>
                    <a:pt x="17082" y="4671"/>
                  </a:lnTo>
                  <a:lnTo>
                    <a:pt x="16754" y="4811"/>
                  </a:lnTo>
                  <a:lnTo>
                    <a:pt x="16425" y="4811"/>
                  </a:lnTo>
                  <a:lnTo>
                    <a:pt x="16754" y="5057"/>
                  </a:lnTo>
                  <a:lnTo>
                    <a:pt x="16425" y="5057"/>
                  </a:lnTo>
                  <a:lnTo>
                    <a:pt x="16754" y="5198"/>
                  </a:lnTo>
                  <a:lnTo>
                    <a:pt x="16754" y="5443"/>
                  </a:lnTo>
                  <a:lnTo>
                    <a:pt x="16425" y="5443"/>
                  </a:lnTo>
                  <a:lnTo>
                    <a:pt x="16425" y="6497"/>
                  </a:lnTo>
                  <a:lnTo>
                    <a:pt x="16179" y="6497"/>
                  </a:lnTo>
                  <a:lnTo>
                    <a:pt x="16179" y="7024"/>
                  </a:lnTo>
                  <a:lnTo>
                    <a:pt x="16425" y="7024"/>
                  </a:lnTo>
                  <a:lnTo>
                    <a:pt x="16425" y="7270"/>
                  </a:lnTo>
                  <a:lnTo>
                    <a:pt x="17082" y="7410"/>
                  </a:lnTo>
                  <a:lnTo>
                    <a:pt x="17657" y="7551"/>
                  </a:lnTo>
                  <a:lnTo>
                    <a:pt x="18314" y="7691"/>
                  </a:lnTo>
                  <a:lnTo>
                    <a:pt x="18561" y="7797"/>
                  </a:lnTo>
                  <a:lnTo>
                    <a:pt x="18561" y="7937"/>
                  </a:lnTo>
                  <a:lnTo>
                    <a:pt x="17986" y="8183"/>
                  </a:lnTo>
                  <a:lnTo>
                    <a:pt x="18314" y="8464"/>
                  </a:lnTo>
                  <a:lnTo>
                    <a:pt x="19218" y="8464"/>
                  </a:lnTo>
                  <a:lnTo>
                    <a:pt x="19218" y="8850"/>
                  </a:lnTo>
                  <a:lnTo>
                    <a:pt x="18889" y="8991"/>
                  </a:lnTo>
                  <a:lnTo>
                    <a:pt x="18889" y="9096"/>
                  </a:lnTo>
                  <a:lnTo>
                    <a:pt x="18561" y="9237"/>
                  </a:lnTo>
                  <a:lnTo>
                    <a:pt x="18561" y="9096"/>
                  </a:lnTo>
                  <a:lnTo>
                    <a:pt x="18561" y="9482"/>
                  </a:lnTo>
                  <a:lnTo>
                    <a:pt x="18314" y="9623"/>
                  </a:lnTo>
                  <a:lnTo>
                    <a:pt x="17657" y="9763"/>
                  </a:lnTo>
                  <a:lnTo>
                    <a:pt x="17082" y="9904"/>
                  </a:lnTo>
                  <a:lnTo>
                    <a:pt x="17082" y="9763"/>
                  </a:lnTo>
                  <a:lnTo>
                    <a:pt x="17082" y="9904"/>
                  </a:lnTo>
                  <a:lnTo>
                    <a:pt x="16179" y="10009"/>
                  </a:lnTo>
                  <a:lnTo>
                    <a:pt x="14372" y="10009"/>
                  </a:lnTo>
                  <a:lnTo>
                    <a:pt x="13715" y="10150"/>
                  </a:lnTo>
                  <a:lnTo>
                    <a:pt x="13387" y="10150"/>
                  </a:lnTo>
                  <a:lnTo>
                    <a:pt x="13140" y="10009"/>
                  </a:lnTo>
                  <a:lnTo>
                    <a:pt x="12483" y="10009"/>
                  </a:lnTo>
                  <a:lnTo>
                    <a:pt x="12483" y="9904"/>
                  </a:lnTo>
                  <a:lnTo>
                    <a:pt x="12483" y="10396"/>
                  </a:lnTo>
                  <a:lnTo>
                    <a:pt x="12812" y="10396"/>
                  </a:lnTo>
                  <a:lnTo>
                    <a:pt x="12812" y="10536"/>
                  </a:lnTo>
                  <a:lnTo>
                    <a:pt x="12483" y="10677"/>
                  </a:lnTo>
                  <a:lnTo>
                    <a:pt x="12483" y="11063"/>
                  </a:lnTo>
                  <a:lnTo>
                    <a:pt x="12812" y="11063"/>
                  </a:lnTo>
                  <a:lnTo>
                    <a:pt x="12812" y="11309"/>
                  </a:lnTo>
                  <a:lnTo>
                    <a:pt x="12483" y="11449"/>
                  </a:lnTo>
                  <a:lnTo>
                    <a:pt x="11908" y="11590"/>
                  </a:lnTo>
                  <a:lnTo>
                    <a:pt x="10676" y="11590"/>
                  </a:lnTo>
                  <a:lnTo>
                    <a:pt x="10348" y="11449"/>
                  </a:lnTo>
                  <a:lnTo>
                    <a:pt x="9773" y="11309"/>
                  </a:lnTo>
                  <a:lnTo>
                    <a:pt x="9444" y="11309"/>
                  </a:lnTo>
                  <a:lnTo>
                    <a:pt x="9198" y="11449"/>
                  </a:lnTo>
                  <a:lnTo>
                    <a:pt x="9198" y="11590"/>
                  </a:lnTo>
                  <a:lnTo>
                    <a:pt x="9444" y="11730"/>
                  </a:lnTo>
                  <a:lnTo>
                    <a:pt x="9444" y="12222"/>
                  </a:lnTo>
                  <a:lnTo>
                    <a:pt x="10348" y="12222"/>
                  </a:lnTo>
                  <a:lnTo>
                    <a:pt x="10348" y="12362"/>
                  </a:lnTo>
                  <a:lnTo>
                    <a:pt x="10101" y="12362"/>
                  </a:lnTo>
                  <a:lnTo>
                    <a:pt x="10676" y="12362"/>
                  </a:lnTo>
                  <a:lnTo>
                    <a:pt x="10676" y="12222"/>
                  </a:lnTo>
                  <a:lnTo>
                    <a:pt x="10348" y="12222"/>
                  </a:lnTo>
                  <a:lnTo>
                    <a:pt x="10676" y="12222"/>
                  </a:lnTo>
                  <a:lnTo>
                    <a:pt x="11005" y="12117"/>
                  </a:lnTo>
                  <a:lnTo>
                    <a:pt x="11251" y="12117"/>
                  </a:lnTo>
                  <a:lnTo>
                    <a:pt x="11580" y="12222"/>
                  </a:lnTo>
                  <a:lnTo>
                    <a:pt x="11251" y="12362"/>
                  </a:lnTo>
                  <a:lnTo>
                    <a:pt x="11580" y="12503"/>
                  </a:lnTo>
                  <a:lnTo>
                    <a:pt x="11580" y="12608"/>
                  </a:lnTo>
                  <a:lnTo>
                    <a:pt x="11005" y="12749"/>
                  </a:lnTo>
                  <a:lnTo>
                    <a:pt x="10676" y="12749"/>
                  </a:lnTo>
                  <a:lnTo>
                    <a:pt x="10676" y="12608"/>
                  </a:lnTo>
                  <a:lnTo>
                    <a:pt x="10348" y="12503"/>
                  </a:lnTo>
                  <a:lnTo>
                    <a:pt x="10101" y="12503"/>
                  </a:lnTo>
                  <a:lnTo>
                    <a:pt x="9773" y="12608"/>
                  </a:lnTo>
                  <a:lnTo>
                    <a:pt x="9773" y="12749"/>
                  </a:lnTo>
                  <a:lnTo>
                    <a:pt x="10676" y="12749"/>
                  </a:lnTo>
                  <a:lnTo>
                    <a:pt x="10676" y="12889"/>
                  </a:lnTo>
                  <a:lnTo>
                    <a:pt x="10348" y="13030"/>
                  </a:lnTo>
                  <a:lnTo>
                    <a:pt x="9773" y="13030"/>
                  </a:lnTo>
                  <a:lnTo>
                    <a:pt x="9773" y="13276"/>
                  </a:lnTo>
                  <a:lnTo>
                    <a:pt x="9444" y="13276"/>
                  </a:lnTo>
                  <a:lnTo>
                    <a:pt x="9444" y="13416"/>
                  </a:lnTo>
                  <a:lnTo>
                    <a:pt x="9773" y="13521"/>
                  </a:lnTo>
                  <a:lnTo>
                    <a:pt x="9773" y="13662"/>
                  </a:lnTo>
                  <a:lnTo>
                    <a:pt x="10101" y="13802"/>
                  </a:lnTo>
                  <a:lnTo>
                    <a:pt x="9773" y="13943"/>
                  </a:lnTo>
                  <a:lnTo>
                    <a:pt x="9444" y="14048"/>
                  </a:lnTo>
                  <a:lnTo>
                    <a:pt x="9444" y="14189"/>
                  </a:lnTo>
                  <a:lnTo>
                    <a:pt x="9773" y="14189"/>
                  </a:lnTo>
                  <a:lnTo>
                    <a:pt x="9773" y="14329"/>
                  </a:lnTo>
                  <a:lnTo>
                    <a:pt x="8869" y="14329"/>
                  </a:lnTo>
                  <a:lnTo>
                    <a:pt x="8541" y="14435"/>
                  </a:lnTo>
                  <a:lnTo>
                    <a:pt x="8212" y="14435"/>
                  </a:lnTo>
                  <a:lnTo>
                    <a:pt x="7966" y="14575"/>
                  </a:lnTo>
                  <a:lnTo>
                    <a:pt x="7638" y="14575"/>
                  </a:lnTo>
                  <a:lnTo>
                    <a:pt x="7638" y="14716"/>
                  </a:lnTo>
                  <a:lnTo>
                    <a:pt x="7309" y="14856"/>
                  </a:lnTo>
                  <a:lnTo>
                    <a:pt x="7309" y="15102"/>
                  </a:lnTo>
                  <a:lnTo>
                    <a:pt x="7638" y="15242"/>
                  </a:lnTo>
                  <a:lnTo>
                    <a:pt x="7966" y="15348"/>
                  </a:lnTo>
                  <a:lnTo>
                    <a:pt x="8212" y="15348"/>
                  </a:lnTo>
                  <a:lnTo>
                    <a:pt x="9198" y="15769"/>
                  </a:lnTo>
                  <a:lnTo>
                    <a:pt x="9773" y="15769"/>
                  </a:lnTo>
                  <a:lnTo>
                    <a:pt x="9773" y="15629"/>
                  </a:lnTo>
                  <a:lnTo>
                    <a:pt x="10101" y="15769"/>
                  </a:lnTo>
                  <a:lnTo>
                    <a:pt x="10101" y="16156"/>
                  </a:lnTo>
                  <a:lnTo>
                    <a:pt x="10348" y="16261"/>
                  </a:lnTo>
                  <a:lnTo>
                    <a:pt x="10101" y="16261"/>
                  </a:lnTo>
                  <a:lnTo>
                    <a:pt x="10101" y="16401"/>
                  </a:lnTo>
                  <a:lnTo>
                    <a:pt x="10348" y="16401"/>
                  </a:lnTo>
                  <a:lnTo>
                    <a:pt x="10101" y="16542"/>
                  </a:lnTo>
                  <a:lnTo>
                    <a:pt x="9773" y="16542"/>
                  </a:lnTo>
                  <a:lnTo>
                    <a:pt x="9773" y="16647"/>
                  </a:lnTo>
                  <a:lnTo>
                    <a:pt x="9444" y="16788"/>
                  </a:lnTo>
                  <a:lnTo>
                    <a:pt x="9198" y="16928"/>
                  </a:lnTo>
                  <a:lnTo>
                    <a:pt x="8869" y="16928"/>
                  </a:lnTo>
                  <a:lnTo>
                    <a:pt x="8869" y="17069"/>
                  </a:lnTo>
                  <a:lnTo>
                    <a:pt x="8541" y="17174"/>
                  </a:lnTo>
                  <a:lnTo>
                    <a:pt x="8212" y="17315"/>
                  </a:lnTo>
                  <a:lnTo>
                    <a:pt x="8541" y="17315"/>
                  </a:lnTo>
                  <a:lnTo>
                    <a:pt x="8869" y="17455"/>
                  </a:lnTo>
                  <a:lnTo>
                    <a:pt x="8541" y="17560"/>
                  </a:lnTo>
                  <a:lnTo>
                    <a:pt x="8541" y="17701"/>
                  </a:lnTo>
                  <a:lnTo>
                    <a:pt x="8212" y="17841"/>
                  </a:lnTo>
                  <a:lnTo>
                    <a:pt x="7966" y="17841"/>
                  </a:lnTo>
                  <a:lnTo>
                    <a:pt x="7638" y="17701"/>
                  </a:lnTo>
                  <a:lnTo>
                    <a:pt x="7638" y="17982"/>
                  </a:lnTo>
                  <a:lnTo>
                    <a:pt x="7309" y="18087"/>
                  </a:lnTo>
                  <a:lnTo>
                    <a:pt x="7063" y="18228"/>
                  </a:lnTo>
                  <a:lnTo>
                    <a:pt x="7309" y="18474"/>
                  </a:lnTo>
                  <a:lnTo>
                    <a:pt x="7309" y="18614"/>
                  </a:lnTo>
                  <a:lnTo>
                    <a:pt x="7638" y="18895"/>
                  </a:lnTo>
                  <a:lnTo>
                    <a:pt x="7638" y="19141"/>
                  </a:lnTo>
                  <a:lnTo>
                    <a:pt x="7966" y="19141"/>
                  </a:lnTo>
                  <a:lnTo>
                    <a:pt x="8212" y="19281"/>
                  </a:lnTo>
                  <a:lnTo>
                    <a:pt x="8541" y="19387"/>
                  </a:lnTo>
                  <a:lnTo>
                    <a:pt x="8869" y="19387"/>
                  </a:lnTo>
                  <a:lnTo>
                    <a:pt x="8869" y="19527"/>
                  </a:lnTo>
                  <a:lnTo>
                    <a:pt x="8541" y="19527"/>
                  </a:lnTo>
                  <a:lnTo>
                    <a:pt x="7966" y="19387"/>
                  </a:lnTo>
                  <a:lnTo>
                    <a:pt x="7638" y="19387"/>
                  </a:lnTo>
                  <a:lnTo>
                    <a:pt x="7638" y="19281"/>
                  </a:lnTo>
                  <a:lnTo>
                    <a:pt x="5831" y="19281"/>
                  </a:lnTo>
                  <a:lnTo>
                    <a:pt x="4927" y="19387"/>
                  </a:lnTo>
                  <a:lnTo>
                    <a:pt x="4599" y="19281"/>
                  </a:lnTo>
                  <a:lnTo>
                    <a:pt x="4024" y="19281"/>
                  </a:lnTo>
                  <a:lnTo>
                    <a:pt x="4024" y="19141"/>
                  </a:lnTo>
                  <a:lnTo>
                    <a:pt x="3695" y="18895"/>
                  </a:lnTo>
                  <a:lnTo>
                    <a:pt x="3367" y="18755"/>
                  </a:lnTo>
                  <a:lnTo>
                    <a:pt x="3367" y="18368"/>
                  </a:lnTo>
                  <a:lnTo>
                    <a:pt x="3120" y="18368"/>
                  </a:lnTo>
                  <a:lnTo>
                    <a:pt x="2792" y="18474"/>
                  </a:lnTo>
                  <a:lnTo>
                    <a:pt x="2135" y="18474"/>
                  </a:lnTo>
                  <a:lnTo>
                    <a:pt x="1560" y="18087"/>
                  </a:lnTo>
                  <a:lnTo>
                    <a:pt x="1560" y="17455"/>
                  </a:lnTo>
                  <a:lnTo>
                    <a:pt x="2463" y="17069"/>
                  </a:lnTo>
                  <a:lnTo>
                    <a:pt x="2463" y="16542"/>
                  </a:lnTo>
                  <a:lnTo>
                    <a:pt x="2135" y="16401"/>
                  </a:lnTo>
                  <a:lnTo>
                    <a:pt x="2463" y="16156"/>
                  </a:lnTo>
                  <a:lnTo>
                    <a:pt x="2463" y="14961"/>
                  </a:lnTo>
                  <a:lnTo>
                    <a:pt x="2135" y="14856"/>
                  </a:lnTo>
                  <a:lnTo>
                    <a:pt x="2463" y="14716"/>
                  </a:lnTo>
                  <a:lnTo>
                    <a:pt x="2463" y="14575"/>
                  </a:lnTo>
                  <a:lnTo>
                    <a:pt x="2135" y="14329"/>
                  </a:lnTo>
                  <a:lnTo>
                    <a:pt x="1888" y="14189"/>
                  </a:lnTo>
                  <a:lnTo>
                    <a:pt x="1560" y="14189"/>
                  </a:lnTo>
                  <a:lnTo>
                    <a:pt x="1560" y="14329"/>
                  </a:lnTo>
                  <a:lnTo>
                    <a:pt x="1231" y="14189"/>
                  </a:lnTo>
                  <a:lnTo>
                    <a:pt x="1231" y="14048"/>
                  </a:lnTo>
                  <a:lnTo>
                    <a:pt x="1888" y="14048"/>
                  </a:lnTo>
                  <a:lnTo>
                    <a:pt x="2135" y="13943"/>
                  </a:lnTo>
                  <a:lnTo>
                    <a:pt x="2135" y="13802"/>
                  </a:lnTo>
                  <a:lnTo>
                    <a:pt x="1888" y="13943"/>
                  </a:lnTo>
                  <a:lnTo>
                    <a:pt x="1560" y="13943"/>
                  </a:lnTo>
                  <a:lnTo>
                    <a:pt x="1560" y="13662"/>
                  </a:lnTo>
                  <a:lnTo>
                    <a:pt x="1231" y="13416"/>
                  </a:lnTo>
                  <a:lnTo>
                    <a:pt x="1231" y="13135"/>
                  </a:lnTo>
                  <a:lnTo>
                    <a:pt x="657" y="12889"/>
                  </a:lnTo>
                  <a:lnTo>
                    <a:pt x="657" y="12503"/>
                  </a:lnTo>
                  <a:lnTo>
                    <a:pt x="985" y="12362"/>
                  </a:lnTo>
                  <a:lnTo>
                    <a:pt x="985" y="12117"/>
                  </a:lnTo>
                  <a:lnTo>
                    <a:pt x="657" y="12117"/>
                  </a:lnTo>
                  <a:lnTo>
                    <a:pt x="657" y="11836"/>
                  </a:lnTo>
                  <a:lnTo>
                    <a:pt x="328" y="11590"/>
                  </a:lnTo>
                  <a:lnTo>
                    <a:pt x="657" y="11203"/>
                  </a:lnTo>
                  <a:lnTo>
                    <a:pt x="328" y="10922"/>
                  </a:lnTo>
                  <a:lnTo>
                    <a:pt x="328" y="10817"/>
                  </a:lnTo>
                  <a:lnTo>
                    <a:pt x="657" y="10536"/>
                  </a:lnTo>
                  <a:lnTo>
                    <a:pt x="985" y="10290"/>
                  </a:lnTo>
                  <a:lnTo>
                    <a:pt x="1231" y="10150"/>
                  </a:lnTo>
                  <a:lnTo>
                    <a:pt x="657" y="9482"/>
                  </a:lnTo>
                  <a:lnTo>
                    <a:pt x="657" y="8710"/>
                  </a:lnTo>
                  <a:lnTo>
                    <a:pt x="1231" y="8464"/>
                  </a:lnTo>
                  <a:lnTo>
                    <a:pt x="1231" y="8183"/>
                  </a:lnTo>
                  <a:lnTo>
                    <a:pt x="657" y="7937"/>
                  </a:lnTo>
                  <a:lnTo>
                    <a:pt x="985" y="7797"/>
                  </a:lnTo>
                  <a:lnTo>
                    <a:pt x="985" y="7691"/>
                  </a:lnTo>
                  <a:lnTo>
                    <a:pt x="1231" y="7410"/>
                  </a:lnTo>
                  <a:lnTo>
                    <a:pt x="1560" y="7410"/>
                  </a:lnTo>
                  <a:lnTo>
                    <a:pt x="1560" y="7164"/>
                  </a:lnTo>
                  <a:lnTo>
                    <a:pt x="1231" y="6778"/>
                  </a:lnTo>
                  <a:lnTo>
                    <a:pt x="1231" y="6638"/>
                  </a:lnTo>
                  <a:lnTo>
                    <a:pt x="985" y="6357"/>
                  </a:lnTo>
                  <a:lnTo>
                    <a:pt x="985" y="6251"/>
                  </a:lnTo>
                  <a:lnTo>
                    <a:pt x="657" y="5970"/>
                  </a:lnTo>
                  <a:lnTo>
                    <a:pt x="328" y="5865"/>
                  </a:lnTo>
                  <a:lnTo>
                    <a:pt x="328" y="5724"/>
                  </a:lnTo>
                  <a:lnTo>
                    <a:pt x="0" y="5443"/>
                  </a:lnTo>
                  <a:lnTo>
                    <a:pt x="0" y="5338"/>
                  </a:lnTo>
                  <a:lnTo>
                    <a:pt x="657" y="5198"/>
                  </a:lnTo>
                  <a:lnTo>
                    <a:pt x="657" y="4425"/>
                  </a:lnTo>
                  <a:lnTo>
                    <a:pt x="328" y="4144"/>
                  </a:lnTo>
                  <a:lnTo>
                    <a:pt x="657" y="4039"/>
                  </a:lnTo>
                  <a:lnTo>
                    <a:pt x="657" y="3652"/>
                  </a:lnTo>
                  <a:lnTo>
                    <a:pt x="985" y="3512"/>
                  </a:lnTo>
                  <a:lnTo>
                    <a:pt x="1231" y="3231"/>
                  </a:lnTo>
                  <a:lnTo>
                    <a:pt x="1888" y="3125"/>
                  </a:lnTo>
                  <a:lnTo>
                    <a:pt x="1888" y="2985"/>
                  </a:lnTo>
                  <a:lnTo>
                    <a:pt x="2135" y="2844"/>
                  </a:lnTo>
                  <a:lnTo>
                    <a:pt x="2135" y="2739"/>
                  </a:lnTo>
                  <a:lnTo>
                    <a:pt x="1888" y="2599"/>
                  </a:lnTo>
                  <a:lnTo>
                    <a:pt x="1888" y="2458"/>
                  </a:lnTo>
                  <a:lnTo>
                    <a:pt x="2135" y="2458"/>
                  </a:lnTo>
                  <a:lnTo>
                    <a:pt x="2135" y="2318"/>
                  </a:lnTo>
                  <a:lnTo>
                    <a:pt x="1888" y="2212"/>
                  </a:lnTo>
                  <a:lnTo>
                    <a:pt x="1888" y="1826"/>
                  </a:lnTo>
                  <a:lnTo>
                    <a:pt x="1560" y="1685"/>
                  </a:lnTo>
                  <a:lnTo>
                    <a:pt x="1560" y="1545"/>
                  </a:lnTo>
                  <a:lnTo>
                    <a:pt x="3367" y="1159"/>
                  </a:lnTo>
                  <a:lnTo>
                    <a:pt x="3695" y="632"/>
                  </a:lnTo>
                  <a:lnTo>
                    <a:pt x="3367" y="491"/>
                  </a:lnTo>
                  <a:close/>
                  <a:moveTo>
                    <a:pt x="14619" y="21354"/>
                  </a:moveTo>
                  <a:lnTo>
                    <a:pt x="15276" y="21354"/>
                  </a:lnTo>
                  <a:lnTo>
                    <a:pt x="15522" y="21213"/>
                  </a:lnTo>
                  <a:lnTo>
                    <a:pt x="14947" y="21213"/>
                  </a:lnTo>
                  <a:lnTo>
                    <a:pt x="14619" y="21354"/>
                  </a:lnTo>
                  <a:close/>
                  <a:moveTo>
                    <a:pt x="8541" y="19668"/>
                  </a:moveTo>
                  <a:lnTo>
                    <a:pt x="8869" y="19808"/>
                  </a:lnTo>
                  <a:lnTo>
                    <a:pt x="9198" y="19914"/>
                  </a:lnTo>
                  <a:lnTo>
                    <a:pt x="9198" y="20195"/>
                  </a:lnTo>
                  <a:lnTo>
                    <a:pt x="8869" y="20195"/>
                  </a:lnTo>
                  <a:lnTo>
                    <a:pt x="8869" y="20300"/>
                  </a:lnTo>
                  <a:lnTo>
                    <a:pt x="8541" y="19668"/>
                  </a:lnTo>
                  <a:close/>
                  <a:moveTo>
                    <a:pt x="8869" y="20300"/>
                  </a:moveTo>
                  <a:lnTo>
                    <a:pt x="9444" y="20300"/>
                  </a:lnTo>
                  <a:lnTo>
                    <a:pt x="9773" y="20440"/>
                  </a:lnTo>
                  <a:lnTo>
                    <a:pt x="9773" y="20581"/>
                  </a:lnTo>
                  <a:lnTo>
                    <a:pt x="10101" y="20581"/>
                  </a:lnTo>
                  <a:lnTo>
                    <a:pt x="10348" y="20686"/>
                  </a:lnTo>
                  <a:lnTo>
                    <a:pt x="10348" y="20827"/>
                  </a:lnTo>
                  <a:lnTo>
                    <a:pt x="10676" y="20827"/>
                  </a:lnTo>
                  <a:lnTo>
                    <a:pt x="11908" y="20967"/>
                  </a:lnTo>
                  <a:lnTo>
                    <a:pt x="11908" y="21108"/>
                  </a:lnTo>
                  <a:lnTo>
                    <a:pt x="12237" y="21108"/>
                  </a:lnTo>
                  <a:lnTo>
                    <a:pt x="12812" y="21213"/>
                  </a:lnTo>
                  <a:lnTo>
                    <a:pt x="13715" y="21213"/>
                  </a:lnTo>
                  <a:lnTo>
                    <a:pt x="13715" y="21354"/>
                  </a:lnTo>
                  <a:lnTo>
                    <a:pt x="13140" y="21354"/>
                  </a:lnTo>
                  <a:lnTo>
                    <a:pt x="12812" y="21494"/>
                  </a:lnTo>
                  <a:lnTo>
                    <a:pt x="12812" y="21600"/>
                  </a:lnTo>
                  <a:lnTo>
                    <a:pt x="12237" y="21600"/>
                  </a:lnTo>
                  <a:lnTo>
                    <a:pt x="11908" y="21494"/>
                  </a:lnTo>
                  <a:lnTo>
                    <a:pt x="9773" y="21494"/>
                  </a:lnTo>
                  <a:lnTo>
                    <a:pt x="9444" y="21354"/>
                  </a:lnTo>
                  <a:lnTo>
                    <a:pt x="10101" y="21354"/>
                  </a:lnTo>
                  <a:lnTo>
                    <a:pt x="10676" y="21213"/>
                  </a:lnTo>
                  <a:lnTo>
                    <a:pt x="9444" y="21213"/>
                  </a:lnTo>
                  <a:lnTo>
                    <a:pt x="8869" y="203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2" name="AutoShape 186"/>
            <p:cNvSpPr>
              <a:spLocks/>
            </p:cNvSpPr>
            <p:nvPr/>
          </p:nvSpPr>
          <p:spPr bwMode="auto">
            <a:xfrm>
              <a:off x="6246898" y="8485265"/>
              <a:ext cx="733035" cy="2766935"/>
            </a:xfrm>
            <a:custGeom>
              <a:avLst/>
              <a:gdLst>
                <a:gd name="T0" fmla="*/ 366518 w 21600"/>
                <a:gd name="T1" fmla="*/ 1383468 h 21600"/>
                <a:gd name="T2" fmla="*/ 366518 w 21600"/>
                <a:gd name="T3" fmla="*/ 1383468 h 21600"/>
                <a:gd name="T4" fmla="*/ 366518 w 21600"/>
                <a:gd name="T5" fmla="*/ 1383468 h 21600"/>
                <a:gd name="T6" fmla="*/ 366518 w 21600"/>
                <a:gd name="T7" fmla="*/ 13834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14" y="20917"/>
                  </a:moveTo>
                  <a:cubicBezTo>
                    <a:pt x="18073" y="20804"/>
                    <a:pt x="18073" y="20804"/>
                    <a:pt x="18073" y="20804"/>
                  </a:cubicBezTo>
                  <a:cubicBezTo>
                    <a:pt x="18073" y="20804"/>
                    <a:pt x="18073" y="20804"/>
                    <a:pt x="18073" y="20804"/>
                  </a:cubicBezTo>
                  <a:cubicBezTo>
                    <a:pt x="17632" y="20690"/>
                    <a:pt x="17632" y="20690"/>
                    <a:pt x="17632" y="20690"/>
                  </a:cubicBezTo>
                  <a:cubicBezTo>
                    <a:pt x="16751" y="20690"/>
                    <a:pt x="16751" y="20690"/>
                    <a:pt x="16751" y="20690"/>
                  </a:cubicBezTo>
                  <a:cubicBezTo>
                    <a:pt x="15869" y="20576"/>
                    <a:pt x="15869" y="20576"/>
                    <a:pt x="15869" y="20576"/>
                  </a:cubicBezTo>
                  <a:cubicBezTo>
                    <a:pt x="15428" y="20576"/>
                    <a:pt x="15428" y="20576"/>
                    <a:pt x="15428" y="20576"/>
                  </a:cubicBezTo>
                  <a:cubicBezTo>
                    <a:pt x="15428" y="20576"/>
                    <a:pt x="15428" y="20576"/>
                    <a:pt x="15428" y="20576"/>
                  </a:cubicBezTo>
                  <a:cubicBezTo>
                    <a:pt x="15428" y="20576"/>
                    <a:pt x="15428" y="20576"/>
                    <a:pt x="15428" y="20576"/>
                  </a:cubicBezTo>
                  <a:cubicBezTo>
                    <a:pt x="15428" y="20690"/>
                    <a:pt x="15428" y="20690"/>
                    <a:pt x="15428" y="20690"/>
                  </a:cubicBezTo>
                  <a:cubicBezTo>
                    <a:pt x="15428" y="20690"/>
                    <a:pt x="15428" y="20690"/>
                    <a:pt x="15428" y="20690"/>
                  </a:cubicBezTo>
                  <a:cubicBezTo>
                    <a:pt x="14546" y="20576"/>
                    <a:pt x="14546" y="20576"/>
                    <a:pt x="14546" y="20576"/>
                  </a:cubicBezTo>
                  <a:cubicBezTo>
                    <a:pt x="14106" y="20576"/>
                    <a:pt x="14106" y="20576"/>
                    <a:pt x="14106" y="20576"/>
                  </a:cubicBezTo>
                  <a:cubicBezTo>
                    <a:pt x="14106" y="20576"/>
                    <a:pt x="14106" y="20576"/>
                    <a:pt x="14106" y="20576"/>
                  </a:cubicBezTo>
                  <a:cubicBezTo>
                    <a:pt x="14106" y="20576"/>
                    <a:pt x="14106" y="20576"/>
                    <a:pt x="14106" y="20576"/>
                  </a:cubicBezTo>
                  <a:cubicBezTo>
                    <a:pt x="14987" y="20690"/>
                    <a:pt x="14987" y="20690"/>
                    <a:pt x="14987" y="20690"/>
                  </a:cubicBezTo>
                  <a:cubicBezTo>
                    <a:pt x="14987" y="20690"/>
                    <a:pt x="14987" y="20690"/>
                    <a:pt x="14987" y="20690"/>
                  </a:cubicBezTo>
                  <a:cubicBezTo>
                    <a:pt x="14987" y="20690"/>
                    <a:pt x="14987" y="20690"/>
                    <a:pt x="14987" y="20690"/>
                  </a:cubicBezTo>
                  <a:cubicBezTo>
                    <a:pt x="14987" y="20690"/>
                    <a:pt x="14987" y="20690"/>
                    <a:pt x="14987" y="20690"/>
                  </a:cubicBezTo>
                  <a:cubicBezTo>
                    <a:pt x="14987" y="20804"/>
                    <a:pt x="14987" y="20804"/>
                    <a:pt x="14987" y="20804"/>
                  </a:cubicBezTo>
                  <a:cubicBezTo>
                    <a:pt x="14546" y="20804"/>
                    <a:pt x="14546" y="20804"/>
                    <a:pt x="14546" y="20804"/>
                  </a:cubicBezTo>
                  <a:cubicBezTo>
                    <a:pt x="14546" y="20690"/>
                    <a:pt x="14546" y="20690"/>
                    <a:pt x="14546" y="20690"/>
                  </a:cubicBezTo>
                  <a:cubicBezTo>
                    <a:pt x="14106" y="20690"/>
                    <a:pt x="14106" y="20690"/>
                    <a:pt x="14106" y="20690"/>
                  </a:cubicBezTo>
                  <a:cubicBezTo>
                    <a:pt x="14106" y="20690"/>
                    <a:pt x="14106" y="20690"/>
                    <a:pt x="14106" y="20690"/>
                  </a:cubicBezTo>
                  <a:cubicBezTo>
                    <a:pt x="14106" y="20804"/>
                    <a:pt x="14106" y="20804"/>
                    <a:pt x="14106" y="20804"/>
                  </a:cubicBezTo>
                  <a:cubicBezTo>
                    <a:pt x="13665" y="20804"/>
                    <a:pt x="13665" y="20804"/>
                    <a:pt x="13665" y="20804"/>
                  </a:cubicBezTo>
                  <a:cubicBezTo>
                    <a:pt x="13224" y="20804"/>
                    <a:pt x="13224" y="20804"/>
                    <a:pt x="13224" y="20804"/>
                  </a:cubicBezTo>
                  <a:cubicBezTo>
                    <a:pt x="13224" y="20804"/>
                    <a:pt x="13224" y="20804"/>
                    <a:pt x="13224" y="20804"/>
                  </a:cubicBezTo>
                  <a:cubicBezTo>
                    <a:pt x="13224" y="20804"/>
                    <a:pt x="13224" y="20804"/>
                    <a:pt x="13224" y="20804"/>
                  </a:cubicBezTo>
                  <a:cubicBezTo>
                    <a:pt x="13224" y="20804"/>
                    <a:pt x="13224" y="20804"/>
                    <a:pt x="13224" y="20804"/>
                  </a:cubicBezTo>
                  <a:cubicBezTo>
                    <a:pt x="12783" y="20804"/>
                    <a:pt x="12783" y="20804"/>
                    <a:pt x="12783" y="20804"/>
                  </a:cubicBezTo>
                  <a:cubicBezTo>
                    <a:pt x="12342" y="20917"/>
                    <a:pt x="12342" y="20917"/>
                    <a:pt x="12342" y="20917"/>
                  </a:cubicBezTo>
                  <a:cubicBezTo>
                    <a:pt x="12342" y="20917"/>
                    <a:pt x="12342" y="20917"/>
                    <a:pt x="12342" y="20917"/>
                  </a:cubicBezTo>
                  <a:cubicBezTo>
                    <a:pt x="12783" y="20917"/>
                    <a:pt x="12783" y="20917"/>
                    <a:pt x="12783" y="20917"/>
                  </a:cubicBezTo>
                  <a:cubicBezTo>
                    <a:pt x="13224" y="20917"/>
                    <a:pt x="13224" y="20917"/>
                    <a:pt x="13224" y="20917"/>
                  </a:cubicBezTo>
                  <a:cubicBezTo>
                    <a:pt x="13224" y="20917"/>
                    <a:pt x="13224" y="20917"/>
                    <a:pt x="13224" y="20917"/>
                  </a:cubicBezTo>
                  <a:cubicBezTo>
                    <a:pt x="13665" y="20917"/>
                    <a:pt x="13665" y="20917"/>
                    <a:pt x="13665" y="20917"/>
                  </a:cubicBezTo>
                  <a:cubicBezTo>
                    <a:pt x="13665" y="20917"/>
                    <a:pt x="13665" y="20917"/>
                    <a:pt x="13665" y="20917"/>
                  </a:cubicBezTo>
                  <a:cubicBezTo>
                    <a:pt x="14106" y="20917"/>
                    <a:pt x="14106" y="20917"/>
                    <a:pt x="14106" y="20917"/>
                  </a:cubicBezTo>
                  <a:cubicBezTo>
                    <a:pt x="14106" y="20917"/>
                    <a:pt x="14106" y="20917"/>
                    <a:pt x="14106" y="20917"/>
                  </a:cubicBezTo>
                  <a:cubicBezTo>
                    <a:pt x="14546" y="20917"/>
                    <a:pt x="14546" y="20917"/>
                    <a:pt x="14546" y="20917"/>
                  </a:cubicBezTo>
                  <a:cubicBezTo>
                    <a:pt x="14546" y="21031"/>
                    <a:pt x="14546" y="21031"/>
                    <a:pt x="14546" y="21031"/>
                  </a:cubicBezTo>
                  <a:cubicBezTo>
                    <a:pt x="14546" y="21031"/>
                    <a:pt x="14546" y="21031"/>
                    <a:pt x="14546" y="21031"/>
                  </a:cubicBezTo>
                  <a:cubicBezTo>
                    <a:pt x="14546" y="21031"/>
                    <a:pt x="14546" y="21031"/>
                    <a:pt x="14546" y="21031"/>
                  </a:cubicBezTo>
                  <a:cubicBezTo>
                    <a:pt x="14106" y="21145"/>
                    <a:pt x="14106" y="21145"/>
                    <a:pt x="14106" y="21145"/>
                  </a:cubicBezTo>
                  <a:cubicBezTo>
                    <a:pt x="14546" y="21258"/>
                    <a:pt x="14546" y="21258"/>
                    <a:pt x="14546" y="21258"/>
                  </a:cubicBezTo>
                  <a:cubicBezTo>
                    <a:pt x="14546" y="21258"/>
                    <a:pt x="14546" y="21258"/>
                    <a:pt x="14546" y="21258"/>
                  </a:cubicBezTo>
                  <a:cubicBezTo>
                    <a:pt x="14987" y="21258"/>
                    <a:pt x="14987" y="21258"/>
                    <a:pt x="14987" y="21258"/>
                  </a:cubicBezTo>
                  <a:cubicBezTo>
                    <a:pt x="15428" y="21372"/>
                    <a:pt x="15428" y="21372"/>
                    <a:pt x="15428" y="21372"/>
                  </a:cubicBezTo>
                  <a:cubicBezTo>
                    <a:pt x="15428" y="21372"/>
                    <a:pt x="15428" y="21372"/>
                    <a:pt x="15428" y="21372"/>
                  </a:cubicBezTo>
                  <a:cubicBezTo>
                    <a:pt x="15428" y="21258"/>
                    <a:pt x="15428" y="21258"/>
                    <a:pt x="15428" y="21258"/>
                  </a:cubicBezTo>
                  <a:cubicBezTo>
                    <a:pt x="15428" y="21258"/>
                    <a:pt x="15428" y="21258"/>
                    <a:pt x="15428" y="21258"/>
                  </a:cubicBezTo>
                  <a:cubicBezTo>
                    <a:pt x="14987" y="21145"/>
                    <a:pt x="14987" y="21145"/>
                    <a:pt x="14987" y="21145"/>
                  </a:cubicBezTo>
                  <a:cubicBezTo>
                    <a:pt x="14987" y="21145"/>
                    <a:pt x="14987" y="21145"/>
                    <a:pt x="14987" y="21145"/>
                  </a:cubicBezTo>
                  <a:cubicBezTo>
                    <a:pt x="14987" y="21145"/>
                    <a:pt x="14987" y="21145"/>
                    <a:pt x="14987" y="21145"/>
                  </a:cubicBezTo>
                  <a:cubicBezTo>
                    <a:pt x="15428" y="21145"/>
                    <a:pt x="15428" y="21145"/>
                    <a:pt x="15428" y="21145"/>
                  </a:cubicBezTo>
                  <a:cubicBezTo>
                    <a:pt x="15428" y="21145"/>
                    <a:pt x="15428" y="21145"/>
                    <a:pt x="15428" y="21145"/>
                  </a:cubicBezTo>
                  <a:cubicBezTo>
                    <a:pt x="15428" y="21145"/>
                    <a:pt x="15428" y="21145"/>
                    <a:pt x="15428" y="21145"/>
                  </a:cubicBezTo>
                  <a:cubicBezTo>
                    <a:pt x="15428" y="21031"/>
                    <a:pt x="15428" y="21031"/>
                    <a:pt x="15428" y="21031"/>
                  </a:cubicBezTo>
                  <a:cubicBezTo>
                    <a:pt x="14987" y="21031"/>
                    <a:pt x="14987" y="21031"/>
                    <a:pt x="14987" y="21031"/>
                  </a:cubicBezTo>
                  <a:cubicBezTo>
                    <a:pt x="15869" y="20917"/>
                    <a:pt x="15869" y="20917"/>
                    <a:pt x="15869" y="20917"/>
                  </a:cubicBezTo>
                  <a:cubicBezTo>
                    <a:pt x="16310" y="20917"/>
                    <a:pt x="16310" y="20917"/>
                    <a:pt x="16310" y="20917"/>
                  </a:cubicBezTo>
                  <a:cubicBezTo>
                    <a:pt x="17632" y="21031"/>
                    <a:pt x="17632" y="21031"/>
                    <a:pt x="17632" y="21031"/>
                  </a:cubicBezTo>
                  <a:cubicBezTo>
                    <a:pt x="18073" y="21031"/>
                    <a:pt x="18073" y="21031"/>
                    <a:pt x="18073" y="21031"/>
                  </a:cubicBezTo>
                  <a:cubicBezTo>
                    <a:pt x="18073" y="20917"/>
                    <a:pt x="18073" y="20917"/>
                    <a:pt x="18073" y="20917"/>
                  </a:cubicBezTo>
                  <a:cubicBezTo>
                    <a:pt x="18514" y="20917"/>
                    <a:pt x="18514" y="20917"/>
                    <a:pt x="18514" y="20917"/>
                  </a:cubicBezTo>
                  <a:close/>
                  <a:moveTo>
                    <a:pt x="18073" y="20690"/>
                  </a:moveTo>
                  <a:cubicBezTo>
                    <a:pt x="17632" y="20690"/>
                    <a:pt x="17632" y="20690"/>
                    <a:pt x="17632" y="20690"/>
                  </a:cubicBezTo>
                  <a:cubicBezTo>
                    <a:pt x="16751" y="20576"/>
                    <a:pt x="16751" y="20576"/>
                    <a:pt x="16751" y="20576"/>
                  </a:cubicBezTo>
                  <a:cubicBezTo>
                    <a:pt x="15869" y="20463"/>
                    <a:pt x="15869" y="20463"/>
                    <a:pt x="15869" y="20463"/>
                  </a:cubicBezTo>
                  <a:cubicBezTo>
                    <a:pt x="15869" y="20463"/>
                    <a:pt x="15869" y="20463"/>
                    <a:pt x="15869" y="20463"/>
                  </a:cubicBezTo>
                  <a:cubicBezTo>
                    <a:pt x="15428" y="20463"/>
                    <a:pt x="15428" y="20463"/>
                    <a:pt x="15428" y="20463"/>
                  </a:cubicBezTo>
                  <a:cubicBezTo>
                    <a:pt x="14987" y="20349"/>
                    <a:pt x="14987" y="20349"/>
                    <a:pt x="14987" y="20349"/>
                  </a:cubicBezTo>
                  <a:cubicBezTo>
                    <a:pt x="14987" y="20349"/>
                    <a:pt x="14987" y="20349"/>
                    <a:pt x="14987" y="20349"/>
                  </a:cubicBezTo>
                  <a:cubicBezTo>
                    <a:pt x="14987" y="20235"/>
                    <a:pt x="14987" y="20235"/>
                    <a:pt x="14987" y="20235"/>
                  </a:cubicBezTo>
                  <a:cubicBezTo>
                    <a:pt x="15428" y="20235"/>
                    <a:pt x="15428" y="20235"/>
                    <a:pt x="15428" y="20235"/>
                  </a:cubicBezTo>
                  <a:cubicBezTo>
                    <a:pt x="15428" y="20122"/>
                    <a:pt x="15428" y="20122"/>
                    <a:pt x="15428" y="20122"/>
                  </a:cubicBezTo>
                  <a:cubicBezTo>
                    <a:pt x="15869" y="20122"/>
                    <a:pt x="15869" y="20122"/>
                    <a:pt x="15869" y="20122"/>
                  </a:cubicBezTo>
                  <a:cubicBezTo>
                    <a:pt x="16310" y="20008"/>
                    <a:pt x="16310" y="20008"/>
                    <a:pt x="16310" y="20008"/>
                  </a:cubicBezTo>
                  <a:cubicBezTo>
                    <a:pt x="16310" y="20008"/>
                    <a:pt x="16310" y="20008"/>
                    <a:pt x="16310" y="20008"/>
                  </a:cubicBezTo>
                  <a:cubicBezTo>
                    <a:pt x="15869" y="20008"/>
                    <a:pt x="15869" y="20008"/>
                    <a:pt x="15869" y="20008"/>
                  </a:cubicBezTo>
                  <a:cubicBezTo>
                    <a:pt x="14987" y="20008"/>
                    <a:pt x="14987" y="20008"/>
                    <a:pt x="14987" y="20008"/>
                  </a:cubicBezTo>
                  <a:cubicBezTo>
                    <a:pt x="14987" y="20122"/>
                    <a:pt x="14987" y="20122"/>
                    <a:pt x="14987" y="20122"/>
                  </a:cubicBezTo>
                  <a:cubicBezTo>
                    <a:pt x="14546" y="20122"/>
                    <a:pt x="14546" y="20122"/>
                    <a:pt x="14546" y="20122"/>
                  </a:cubicBezTo>
                  <a:cubicBezTo>
                    <a:pt x="14106" y="20008"/>
                    <a:pt x="14106" y="20008"/>
                    <a:pt x="14106" y="20008"/>
                  </a:cubicBezTo>
                  <a:cubicBezTo>
                    <a:pt x="14106" y="19894"/>
                    <a:pt x="14106" y="19894"/>
                    <a:pt x="14106" y="19894"/>
                  </a:cubicBezTo>
                  <a:cubicBezTo>
                    <a:pt x="14106" y="19781"/>
                    <a:pt x="14106" y="19781"/>
                    <a:pt x="14106" y="19781"/>
                  </a:cubicBezTo>
                  <a:cubicBezTo>
                    <a:pt x="14546" y="19781"/>
                    <a:pt x="14546" y="19781"/>
                    <a:pt x="14546" y="19781"/>
                  </a:cubicBezTo>
                  <a:cubicBezTo>
                    <a:pt x="14546" y="19667"/>
                    <a:pt x="14546" y="19667"/>
                    <a:pt x="14546" y="19667"/>
                  </a:cubicBezTo>
                  <a:cubicBezTo>
                    <a:pt x="14106" y="19667"/>
                    <a:pt x="14106" y="19667"/>
                    <a:pt x="14106" y="19667"/>
                  </a:cubicBezTo>
                  <a:cubicBezTo>
                    <a:pt x="14106" y="19667"/>
                    <a:pt x="14106" y="19667"/>
                    <a:pt x="14106" y="19667"/>
                  </a:cubicBezTo>
                  <a:cubicBezTo>
                    <a:pt x="14106" y="19553"/>
                    <a:pt x="14106" y="19553"/>
                    <a:pt x="14106" y="19553"/>
                  </a:cubicBezTo>
                  <a:cubicBezTo>
                    <a:pt x="14546" y="19553"/>
                    <a:pt x="14546" y="19553"/>
                    <a:pt x="14546" y="19553"/>
                  </a:cubicBezTo>
                  <a:cubicBezTo>
                    <a:pt x="14987" y="19667"/>
                    <a:pt x="14987" y="19667"/>
                    <a:pt x="14987" y="19667"/>
                  </a:cubicBezTo>
                  <a:cubicBezTo>
                    <a:pt x="14987" y="19667"/>
                    <a:pt x="14987" y="19667"/>
                    <a:pt x="14987" y="19667"/>
                  </a:cubicBezTo>
                  <a:cubicBezTo>
                    <a:pt x="15428" y="19553"/>
                    <a:pt x="15428" y="19553"/>
                    <a:pt x="15428" y="19553"/>
                  </a:cubicBezTo>
                  <a:cubicBezTo>
                    <a:pt x="15428" y="19439"/>
                    <a:pt x="15428" y="19439"/>
                    <a:pt x="15428" y="19439"/>
                  </a:cubicBezTo>
                  <a:cubicBezTo>
                    <a:pt x="14987" y="19439"/>
                    <a:pt x="14987" y="19439"/>
                    <a:pt x="14987" y="19439"/>
                  </a:cubicBezTo>
                  <a:cubicBezTo>
                    <a:pt x="15428" y="19326"/>
                    <a:pt x="15428" y="19326"/>
                    <a:pt x="15428" y="19326"/>
                  </a:cubicBezTo>
                  <a:cubicBezTo>
                    <a:pt x="15428" y="19326"/>
                    <a:pt x="15428" y="19326"/>
                    <a:pt x="15428" y="19326"/>
                  </a:cubicBezTo>
                  <a:cubicBezTo>
                    <a:pt x="15869" y="19439"/>
                    <a:pt x="15869" y="19439"/>
                    <a:pt x="15869" y="19439"/>
                  </a:cubicBezTo>
                  <a:cubicBezTo>
                    <a:pt x="15869" y="19439"/>
                    <a:pt x="15869" y="19439"/>
                    <a:pt x="15869" y="19439"/>
                  </a:cubicBezTo>
                  <a:cubicBezTo>
                    <a:pt x="16751" y="19326"/>
                    <a:pt x="16751" y="19326"/>
                    <a:pt x="16751" y="19326"/>
                  </a:cubicBezTo>
                  <a:cubicBezTo>
                    <a:pt x="17191" y="19894"/>
                    <a:pt x="17191" y="19894"/>
                    <a:pt x="17191" y="19894"/>
                  </a:cubicBezTo>
                  <a:cubicBezTo>
                    <a:pt x="17191" y="19894"/>
                    <a:pt x="17191" y="19894"/>
                    <a:pt x="17191" y="19894"/>
                  </a:cubicBezTo>
                  <a:cubicBezTo>
                    <a:pt x="17191" y="19894"/>
                    <a:pt x="17191" y="19894"/>
                    <a:pt x="17191" y="19894"/>
                  </a:cubicBezTo>
                  <a:cubicBezTo>
                    <a:pt x="18073" y="20690"/>
                    <a:pt x="18073" y="20690"/>
                    <a:pt x="18073" y="20690"/>
                  </a:cubicBezTo>
                  <a:close/>
                  <a:moveTo>
                    <a:pt x="16751" y="19212"/>
                  </a:moveTo>
                  <a:cubicBezTo>
                    <a:pt x="15869" y="19098"/>
                    <a:pt x="15869" y="19098"/>
                    <a:pt x="15869" y="19098"/>
                  </a:cubicBezTo>
                  <a:cubicBezTo>
                    <a:pt x="15428" y="19098"/>
                    <a:pt x="15428" y="19098"/>
                    <a:pt x="15428" y="19098"/>
                  </a:cubicBezTo>
                  <a:cubicBezTo>
                    <a:pt x="15428" y="18985"/>
                    <a:pt x="15428" y="18985"/>
                    <a:pt x="15428" y="18985"/>
                  </a:cubicBezTo>
                  <a:cubicBezTo>
                    <a:pt x="12783" y="18985"/>
                    <a:pt x="12783" y="18985"/>
                    <a:pt x="12783" y="18985"/>
                  </a:cubicBezTo>
                  <a:cubicBezTo>
                    <a:pt x="11461" y="19098"/>
                    <a:pt x="11461" y="19098"/>
                    <a:pt x="11461" y="19098"/>
                  </a:cubicBezTo>
                  <a:cubicBezTo>
                    <a:pt x="11020" y="18985"/>
                    <a:pt x="11020" y="18985"/>
                    <a:pt x="11020" y="18985"/>
                  </a:cubicBezTo>
                  <a:cubicBezTo>
                    <a:pt x="10138" y="18985"/>
                    <a:pt x="10138" y="18985"/>
                    <a:pt x="10138" y="18985"/>
                  </a:cubicBezTo>
                  <a:cubicBezTo>
                    <a:pt x="10138" y="18871"/>
                    <a:pt x="10138" y="18871"/>
                    <a:pt x="10138" y="18871"/>
                  </a:cubicBezTo>
                  <a:cubicBezTo>
                    <a:pt x="9697" y="18644"/>
                    <a:pt x="9697" y="18644"/>
                    <a:pt x="9697" y="18644"/>
                  </a:cubicBezTo>
                  <a:cubicBezTo>
                    <a:pt x="9257" y="18530"/>
                    <a:pt x="9257" y="18530"/>
                    <a:pt x="9257" y="18530"/>
                  </a:cubicBezTo>
                  <a:cubicBezTo>
                    <a:pt x="9257" y="18303"/>
                    <a:pt x="9257" y="18303"/>
                    <a:pt x="9257" y="18303"/>
                  </a:cubicBezTo>
                  <a:cubicBezTo>
                    <a:pt x="9257" y="18189"/>
                    <a:pt x="9257" y="18189"/>
                    <a:pt x="9257" y="18189"/>
                  </a:cubicBezTo>
                  <a:cubicBezTo>
                    <a:pt x="8816" y="18189"/>
                    <a:pt x="8816" y="18189"/>
                    <a:pt x="8816" y="18189"/>
                  </a:cubicBezTo>
                  <a:cubicBezTo>
                    <a:pt x="8375" y="18303"/>
                    <a:pt x="8375" y="18303"/>
                    <a:pt x="8375" y="18303"/>
                  </a:cubicBezTo>
                  <a:cubicBezTo>
                    <a:pt x="7934" y="18303"/>
                    <a:pt x="7934" y="18303"/>
                    <a:pt x="7934" y="18303"/>
                  </a:cubicBezTo>
                  <a:cubicBezTo>
                    <a:pt x="7493" y="18303"/>
                    <a:pt x="7493" y="18303"/>
                    <a:pt x="7493" y="18303"/>
                  </a:cubicBezTo>
                  <a:cubicBezTo>
                    <a:pt x="6612" y="17962"/>
                    <a:pt x="6612" y="17962"/>
                    <a:pt x="6612" y="17962"/>
                  </a:cubicBezTo>
                  <a:cubicBezTo>
                    <a:pt x="6612" y="17848"/>
                    <a:pt x="6612" y="17848"/>
                    <a:pt x="6612" y="17848"/>
                  </a:cubicBezTo>
                  <a:cubicBezTo>
                    <a:pt x="6612" y="17393"/>
                    <a:pt x="6612" y="17393"/>
                    <a:pt x="6612" y="17393"/>
                  </a:cubicBezTo>
                  <a:cubicBezTo>
                    <a:pt x="7053" y="17279"/>
                    <a:pt x="7053" y="17279"/>
                    <a:pt x="7053" y="17279"/>
                  </a:cubicBezTo>
                  <a:cubicBezTo>
                    <a:pt x="7934" y="17052"/>
                    <a:pt x="7934" y="17052"/>
                    <a:pt x="7934" y="17052"/>
                  </a:cubicBezTo>
                  <a:cubicBezTo>
                    <a:pt x="7934" y="16825"/>
                    <a:pt x="7934" y="16825"/>
                    <a:pt x="7934" y="16825"/>
                  </a:cubicBezTo>
                  <a:cubicBezTo>
                    <a:pt x="7934" y="16597"/>
                    <a:pt x="7934" y="16597"/>
                    <a:pt x="7934" y="16597"/>
                  </a:cubicBezTo>
                  <a:cubicBezTo>
                    <a:pt x="7493" y="16484"/>
                    <a:pt x="7493" y="16484"/>
                    <a:pt x="7493" y="16484"/>
                  </a:cubicBezTo>
                  <a:cubicBezTo>
                    <a:pt x="7934" y="16256"/>
                    <a:pt x="7934" y="16256"/>
                    <a:pt x="7934" y="16256"/>
                  </a:cubicBezTo>
                  <a:cubicBezTo>
                    <a:pt x="7934" y="16143"/>
                    <a:pt x="7934" y="16143"/>
                    <a:pt x="7934" y="16143"/>
                  </a:cubicBezTo>
                  <a:cubicBezTo>
                    <a:pt x="7934" y="15915"/>
                    <a:pt x="7934" y="15915"/>
                    <a:pt x="7934" y="15915"/>
                  </a:cubicBezTo>
                  <a:cubicBezTo>
                    <a:pt x="7934" y="15802"/>
                    <a:pt x="7934" y="15802"/>
                    <a:pt x="7934" y="15802"/>
                  </a:cubicBezTo>
                  <a:cubicBezTo>
                    <a:pt x="7934" y="15688"/>
                    <a:pt x="7934" y="15688"/>
                    <a:pt x="7934" y="15688"/>
                  </a:cubicBezTo>
                  <a:cubicBezTo>
                    <a:pt x="7934" y="15574"/>
                    <a:pt x="7934" y="15574"/>
                    <a:pt x="7934" y="15574"/>
                  </a:cubicBezTo>
                  <a:cubicBezTo>
                    <a:pt x="7934" y="15233"/>
                    <a:pt x="7934" y="15233"/>
                    <a:pt x="7934" y="15233"/>
                  </a:cubicBezTo>
                  <a:cubicBezTo>
                    <a:pt x="7493" y="15119"/>
                    <a:pt x="7493" y="15119"/>
                    <a:pt x="7493" y="15119"/>
                  </a:cubicBezTo>
                  <a:cubicBezTo>
                    <a:pt x="7493" y="15119"/>
                    <a:pt x="7493" y="15119"/>
                    <a:pt x="7493" y="15119"/>
                  </a:cubicBezTo>
                  <a:cubicBezTo>
                    <a:pt x="7934" y="15006"/>
                    <a:pt x="7934" y="15006"/>
                    <a:pt x="7934" y="15006"/>
                  </a:cubicBezTo>
                  <a:cubicBezTo>
                    <a:pt x="7934" y="14892"/>
                    <a:pt x="7934" y="14892"/>
                    <a:pt x="7934" y="14892"/>
                  </a:cubicBezTo>
                  <a:cubicBezTo>
                    <a:pt x="7493" y="14665"/>
                    <a:pt x="7493" y="14665"/>
                    <a:pt x="7493" y="14665"/>
                  </a:cubicBezTo>
                  <a:cubicBezTo>
                    <a:pt x="7053" y="14551"/>
                    <a:pt x="7053" y="14551"/>
                    <a:pt x="7053" y="14551"/>
                  </a:cubicBezTo>
                  <a:cubicBezTo>
                    <a:pt x="6612" y="14551"/>
                    <a:pt x="6612" y="14551"/>
                    <a:pt x="6612" y="14551"/>
                  </a:cubicBezTo>
                  <a:cubicBezTo>
                    <a:pt x="6612" y="14665"/>
                    <a:pt x="6612" y="14665"/>
                    <a:pt x="6612" y="14665"/>
                  </a:cubicBezTo>
                  <a:cubicBezTo>
                    <a:pt x="6171" y="14551"/>
                    <a:pt x="6171" y="14551"/>
                    <a:pt x="6171" y="14551"/>
                  </a:cubicBezTo>
                  <a:cubicBezTo>
                    <a:pt x="6171" y="14437"/>
                    <a:pt x="6171" y="14437"/>
                    <a:pt x="6171" y="14437"/>
                  </a:cubicBezTo>
                  <a:cubicBezTo>
                    <a:pt x="7053" y="14437"/>
                    <a:pt x="7053" y="14437"/>
                    <a:pt x="7053" y="14437"/>
                  </a:cubicBezTo>
                  <a:cubicBezTo>
                    <a:pt x="7493" y="14324"/>
                    <a:pt x="7493" y="14324"/>
                    <a:pt x="7493" y="14324"/>
                  </a:cubicBezTo>
                  <a:cubicBezTo>
                    <a:pt x="7493" y="14210"/>
                    <a:pt x="7493" y="14210"/>
                    <a:pt x="7493" y="14210"/>
                  </a:cubicBezTo>
                  <a:cubicBezTo>
                    <a:pt x="7493" y="14210"/>
                    <a:pt x="7493" y="14210"/>
                    <a:pt x="7493" y="14210"/>
                  </a:cubicBezTo>
                  <a:cubicBezTo>
                    <a:pt x="7053" y="14324"/>
                    <a:pt x="7053" y="14324"/>
                    <a:pt x="7053" y="14324"/>
                  </a:cubicBezTo>
                  <a:cubicBezTo>
                    <a:pt x="6612" y="14324"/>
                    <a:pt x="6612" y="14324"/>
                    <a:pt x="6612" y="14324"/>
                  </a:cubicBezTo>
                  <a:cubicBezTo>
                    <a:pt x="6612" y="14096"/>
                    <a:pt x="6612" y="14096"/>
                    <a:pt x="6612" y="14096"/>
                  </a:cubicBezTo>
                  <a:cubicBezTo>
                    <a:pt x="6171" y="13869"/>
                    <a:pt x="6171" y="13869"/>
                    <a:pt x="6171" y="13869"/>
                  </a:cubicBezTo>
                  <a:cubicBezTo>
                    <a:pt x="6171" y="13755"/>
                    <a:pt x="6171" y="13755"/>
                    <a:pt x="6171" y="13755"/>
                  </a:cubicBezTo>
                  <a:cubicBezTo>
                    <a:pt x="6171" y="13642"/>
                    <a:pt x="6171" y="13642"/>
                    <a:pt x="6171" y="13642"/>
                  </a:cubicBezTo>
                  <a:cubicBezTo>
                    <a:pt x="5730" y="13528"/>
                    <a:pt x="5730" y="13528"/>
                    <a:pt x="5730" y="13528"/>
                  </a:cubicBezTo>
                  <a:cubicBezTo>
                    <a:pt x="5289" y="13414"/>
                    <a:pt x="5289" y="13414"/>
                    <a:pt x="5289" y="13414"/>
                  </a:cubicBezTo>
                  <a:cubicBezTo>
                    <a:pt x="5289" y="13073"/>
                    <a:pt x="5289" y="13073"/>
                    <a:pt x="5289" y="13073"/>
                  </a:cubicBezTo>
                  <a:cubicBezTo>
                    <a:pt x="5730" y="12960"/>
                    <a:pt x="5730" y="12960"/>
                    <a:pt x="5730" y="12960"/>
                  </a:cubicBezTo>
                  <a:cubicBezTo>
                    <a:pt x="5730" y="12846"/>
                    <a:pt x="5730" y="12846"/>
                    <a:pt x="5730" y="12846"/>
                  </a:cubicBezTo>
                  <a:cubicBezTo>
                    <a:pt x="5730" y="12732"/>
                    <a:pt x="5730" y="12732"/>
                    <a:pt x="5730" y="12732"/>
                  </a:cubicBezTo>
                  <a:cubicBezTo>
                    <a:pt x="5289" y="12732"/>
                    <a:pt x="5289" y="12732"/>
                    <a:pt x="5289" y="12732"/>
                  </a:cubicBezTo>
                  <a:cubicBezTo>
                    <a:pt x="5289" y="12505"/>
                    <a:pt x="5289" y="12505"/>
                    <a:pt x="5289" y="12505"/>
                  </a:cubicBezTo>
                  <a:cubicBezTo>
                    <a:pt x="4848" y="12277"/>
                    <a:pt x="4848" y="12277"/>
                    <a:pt x="4848" y="12277"/>
                  </a:cubicBezTo>
                  <a:cubicBezTo>
                    <a:pt x="5289" y="11936"/>
                    <a:pt x="5289" y="11936"/>
                    <a:pt x="5289" y="11936"/>
                  </a:cubicBezTo>
                  <a:cubicBezTo>
                    <a:pt x="4848" y="11709"/>
                    <a:pt x="4848" y="11709"/>
                    <a:pt x="4848" y="11709"/>
                  </a:cubicBezTo>
                  <a:cubicBezTo>
                    <a:pt x="4848" y="11595"/>
                    <a:pt x="4848" y="11595"/>
                    <a:pt x="4848" y="11595"/>
                  </a:cubicBezTo>
                  <a:cubicBezTo>
                    <a:pt x="5289" y="11368"/>
                    <a:pt x="5289" y="11368"/>
                    <a:pt x="5289" y="11368"/>
                  </a:cubicBezTo>
                  <a:cubicBezTo>
                    <a:pt x="5730" y="11141"/>
                    <a:pt x="5730" y="11141"/>
                    <a:pt x="5730" y="11141"/>
                  </a:cubicBezTo>
                  <a:cubicBezTo>
                    <a:pt x="6171" y="11027"/>
                    <a:pt x="6171" y="11027"/>
                    <a:pt x="6171" y="11027"/>
                  </a:cubicBezTo>
                  <a:cubicBezTo>
                    <a:pt x="6171" y="11027"/>
                    <a:pt x="6171" y="11027"/>
                    <a:pt x="6171" y="11027"/>
                  </a:cubicBezTo>
                  <a:cubicBezTo>
                    <a:pt x="5289" y="10458"/>
                    <a:pt x="5289" y="10458"/>
                    <a:pt x="5289" y="10458"/>
                  </a:cubicBezTo>
                  <a:cubicBezTo>
                    <a:pt x="5289" y="10231"/>
                    <a:pt x="5289" y="10231"/>
                    <a:pt x="5289" y="10231"/>
                  </a:cubicBezTo>
                  <a:cubicBezTo>
                    <a:pt x="5289" y="10117"/>
                    <a:pt x="5289" y="10117"/>
                    <a:pt x="5289" y="10117"/>
                  </a:cubicBezTo>
                  <a:cubicBezTo>
                    <a:pt x="5289" y="9776"/>
                    <a:pt x="5289" y="9776"/>
                    <a:pt x="5289" y="9776"/>
                  </a:cubicBezTo>
                  <a:cubicBezTo>
                    <a:pt x="5730" y="9663"/>
                    <a:pt x="5730" y="9663"/>
                    <a:pt x="5730" y="9663"/>
                  </a:cubicBezTo>
                  <a:cubicBezTo>
                    <a:pt x="6171" y="9549"/>
                    <a:pt x="6171" y="9549"/>
                    <a:pt x="6171" y="9549"/>
                  </a:cubicBezTo>
                  <a:cubicBezTo>
                    <a:pt x="6171" y="9322"/>
                    <a:pt x="6171" y="9322"/>
                    <a:pt x="6171" y="9322"/>
                  </a:cubicBezTo>
                  <a:cubicBezTo>
                    <a:pt x="5730" y="9208"/>
                    <a:pt x="5730" y="9208"/>
                    <a:pt x="5730" y="9208"/>
                  </a:cubicBezTo>
                  <a:cubicBezTo>
                    <a:pt x="5289" y="9094"/>
                    <a:pt x="5289" y="9094"/>
                    <a:pt x="5289" y="9094"/>
                  </a:cubicBezTo>
                  <a:cubicBezTo>
                    <a:pt x="5730" y="8981"/>
                    <a:pt x="5730" y="8981"/>
                    <a:pt x="5730" y="8981"/>
                  </a:cubicBezTo>
                  <a:cubicBezTo>
                    <a:pt x="5730" y="8867"/>
                    <a:pt x="5730" y="8867"/>
                    <a:pt x="5730" y="8867"/>
                  </a:cubicBezTo>
                  <a:cubicBezTo>
                    <a:pt x="6171" y="8639"/>
                    <a:pt x="6171" y="8639"/>
                    <a:pt x="6171" y="8639"/>
                  </a:cubicBezTo>
                  <a:cubicBezTo>
                    <a:pt x="6612" y="8639"/>
                    <a:pt x="6612" y="8639"/>
                    <a:pt x="6612" y="8639"/>
                  </a:cubicBezTo>
                  <a:cubicBezTo>
                    <a:pt x="6612" y="8412"/>
                    <a:pt x="6612" y="8412"/>
                    <a:pt x="6612" y="8412"/>
                  </a:cubicBezTo>
                  <a:cubicBezTo>
                    <a:pt x="6171" y="8071"/>
                    <a:pt x="6171" y="8071"/>
                    <a:pt x="6171" y="8071"/>
                  </a:cubicBezTo>
                  <a:cubicBezTo>
                    <a:pt x="6171" y="7957"/>
                    <a:pt x="6171" y="7957"/>
                    <a:pt x="6171" y="7957"/>
                  </a:cubicBezTo>
                  <a:cubicBezTo>
                    <a:pt x="5730" y="7730"/>
                    <a:pt x="5730" y="7730"/>
                    <a:pt x="5730" y="7730"/>
                  </a:cubicBezTo>
                  <a:cubicBezTo>
                    <a:pt x="5730" y="7616"/>
                    <a:pt x="5730" y="7616"/>
                    <a:pt x="5730" y="7616"/>
                  </a:cubicBezTo>
                  <a:cubicBezTo>
                    <a:pt x="5289" y="7389"/>
                    <a:pt x="5289" y="7389"/>
                    <a:pt x="5289" y="7389"/>
                  </a:cubicBezTo>
                  <a:cubicBezTo>
                    <a:pt x="4848" y="7275"/>
                    <a:pt x="4848" y="7275"/>
                    <a:pt x="4848" y="7275"/>
                  </a:cubicBezTo>
                  <a:cubicBezTo>
                    <a:pt x="4848" y="7162"/>
                    <a:pt x="4848" y="7162"/>
                    <a:pt x="4848" y="7162"/>
                  </a:cubicBezTo>
                  <a:cubicBezTo>
                    <a:pt x="4408" y="6934"/>
                    <a:pt x="4408" y="6934"/>
                    <a:pt x="4408" y="6934"/>
                  </a:cubicBezTo>
                  <a:cubicBezTo>
                    <a:pt x="4408" y="6821"/>
                    <a:pt x="4408" y="6821"/>
                    <a:pt x="4408" y="6821"/>
                  </a:cubicBezTo>
                  <a:cubicBezTo>
                    <a:pt x="5289" y="6707"/>
                    <a:pt x="5289" y="6707"/>
                    <a:pt x="5289" y="6707"/>
                  </a:cubicBezTo>
                  <a:cubicBezTo>
                    <a:pt x="5289" y="6480"/>
                    <a:pt x="5289" y="6480"/>
                    <a:pt x="5289" y="6480"/>
                  </a:cubicBezTo>
                  <a:cubicBezTo>
                    <a:pt x="5289" y="6480"/>
                    <a:pt x="5289" y="6480"/>
                    <a:pt x="5289" y="6480"/>
                  </a:cubicBezTo>
                  <a:cubicBezTo>
                    <a:pt x="5289" y="6252"/>
                    <a:pt x="5289" y="6252"/>
                    <a:pt x="5289" y="6252"/>
                  </a:cubicBezTo>
                  <a:cubicBezTo>
                    <a:pt x="5289" y="6025"/>
                    <a:pt x="5289" y="6025"/>
                    <a:pt x="5289" y="6025"/>
                  </a:cubicBezTo>
                  <a:cubicBezTo>
                    <a:pt x="4848" y="5797"/>
                    <a:pt x="4848" y="5797"/>
                    <a:pt x="4848" y="5797"/>
                  </a:cubicBezTo>
                  <a:cubicBezTo>
                    <a:pt x="5289" y="5684"/>
                    <a:pt x="5289" y="5684"/>
                    <a:pt x="5289" y="5684"/>
                  </a:cubicBezTo>
                  <a:cubicBezTo>
                    <a:pt x="5289" y="5343"/>
                    <a:pt x="5289" y="5343"/>
                    <a:pt x="5289" y="5343"/>
                  </a:cubicBezTo>
                  <a:cubicBezTo>
                    <a:pt x="5730" y="5229"/>
                    <a:pt x="5730" y="5229"/>
                    <a:pt x="5730" y="5229"/>
                  </a:cubicBezTo>
                  <a:cubicBezTo>
                    <a:pt x="6171" y="5002"/>
                    <a:pt x="6171" y="5002"/>
                    <a:pt x="6171" y="5002"/>
                  </a:cubicBezTo>
                  <a:cubicBezTo>
                    <a:pt x="7053" y="4888"/>
                    <a:pt x="7053" y="4888"/>
                    <a:pt x="7053" y="4888"/>
                  </a:cubicBezTo>
                  <a:cubicBezTo>
                    <a:pt x="7053" y="4774"/>
                    <a:pt x="7053" y="4774"/>
                    <a:pt x="7053" y="4774"/>
                  </a:cubicBezTo>
                  <a:cubicBezTo>
                    <a:pt x="7493" y="4661"/>
                    <a:pt x="7493" y="4661"/>
                    <a:pt x="7493" y="4661"/>
                  </a:cubicBezTo>
                  <a:cubicBezTo>
                    <a:pt x="7493" y="4661"/>
                    <a:pt x="7493" y="4661"/>
                    <a:pt x="7493" y="4661"/>
                  </a:cubicBezTo>
                  <a:cubicBezTo>
                    <a:pt x="7493" y="4547"/>
                    <a:pt x="7493" y="4547"/>
                    <a:pt x="7493" y="4547"/>
                  </a:cubicBezTo>
                  <a:cubicBezTo>
                    <a:pt x="7053" y="4433"/>
                    <a:pt x="7053" y="4433"/>
                    <a:pt x="7053" y="4433"/>
                  </a:cubicBezTo>
                  <a:cubicBezTo>
                    <a:pt x="7053" y="4433"/>
                    <a:pt x="7053" y="4433"/>
                    <a:pt x="7053" y="4433"/>
                  </a:cubicBezTo>
                  <a:cubicBezTo>
                    <a:pt x="7053" y="4319"/>
                    <a:pt x="7053" y="4319"/>
                    <a:pt x="7053" y="4319"/>
                  </a:cubicBezTo>
                  <a:cubicBezTo>
                    <a:pt x="7493" y="4319"/>
                    <a:pt x="7493" y="4319"/>
                    <a:pt x="7493" y="4319"/>
                  </a:cubicBezTo>
                  <a:cubicBezTo>
                    <a:pt x="7493" y="4206"/>
                    <a:pt x="7493" y="4206"/>
                    <a:pt x="7493" y="4206"/>
                  </a:cubicBezTo>
                  <a:cubicBezTo>
                    <a:pt x="7053" y="4092"/>
                    <a:pt x="7053" y="4092"/>
                    <a:pt x="7053" y="4092"/>
                  </a:cubicBezTo>
                  <a:cubicBezTo>
                    <a:pt x="7053" y="3865"/>
                    <a:pt x="7053" y="3865"/>
                    <a:pt x="7053" y="3865"/>
                  </a:cubicBezTo>
                  <a:cubicBezTo>
                    <a:pt x="7053" y="3751"/>
                    <a:pt x="7053" y="3751"/>
                    <a:pt x="7053" y="3751"/>
                  </a:cubicBezTo>
                  <a:cubicBezTo>
                    <a:pt x="7053" y="3751"/>
                    <a:pt x="7053" y="3751"/>
                    <a:pt x="7053" y="3751"/>
                  </a:cubicBezTo>
                  <a:cubicBezTo>
                    <a:pt x="6612" y="3637"/>
                    <a:pt x="6612" y="3637"/>
                    <a:pt x="6612" y="3637"/>
                  </a:cubicBezTo>
                  <a:cubicBezTo>
                    <a:pt x="6612" y="3524"/>
                    <a:pt x="6612" y="3524"/>
                    <a:pt x="6612" y="3524"/>
                  </a:cubicBezTo>
                  <a:cubicBezTo>
                    <a:pt x="9257" y="3183"/>
                    <a:pt x="9257" y="3183"/>
                    <a:pt x="9257" y="3183"/>
                  </a:cubicBezTo>
                  <a:cubicBezTo>
                    <a:pt x="9697" y="2728"/>
                    <a:pt x="9697" y="2728"/>
                    <a:pt x="9697" y="2728"/>
                  </a:cubicBezTo>
                  <a:cubicBezTo>
                    <a:pt x="9257" y="2614"/>
                    <a:pt x="9257" y="2614"/>
                    <a:pt x="9257" y="2614"/>
                  </a:cubicBezTo>
                  <a:cubicBezTo>
                    <a:pt x="8816" y="2614"/>
                    <a:pt x="8816" y="2614"/>
                    <a:pt x="8816" y="2614"/>
                  </a:cubicBezTo>
                  <a:cubicBezTo>
                    <a:pt x="8816" y="2614"/>
                    <a:pt x="8816" y="2614"/>
                    <a:pt x="8816" y="2614"/>
                  </a:cubicBezTo>
                  <a:cubicBezTo>
                    <a:pt x="8375" y="2614"/>
                    <a:pt x="8375" y="2614"/>
                    <a:pt x="8375" y="2614"/>
                  </a:cubicBezTo>
                  <a:cubicBezTo>
                    <a:pt x="7053" y="1705"/>
                    <a:pt x="7053" y="1705"/>
                    <a:pt x="7053" y="1705"/>
                  </a:cubicBezTo>
                  <a:cubicBezTo>
                    <a:pt x="5730" y="1591"/>
                    <a:pt x="5730" y="1591"/>
                    <a:pt x="5730" y="1591"/>
                  </a:cubicBezTo>
                  <a:cubicBezTo>
                    <a:pt x="5730" y="1477"/>
                    <a:pt x="5730" y="1477"/>
                    <a:pt x="5730" y="1477"/>
                  </a:cubicBezTo>
                  <a:cubicBezTo>
                    <a:pt x="6171" y="1250"/>
                    <a:pt x="6171" y="1250"/>
                    <a:pt x="6171" y="1250"/>
                  </a:cubicBezTo>
                  <a:cubicBezTo>
                    <a:pt x="6171" y="1136"/>
                    <a:pt x="6171" y="1136"/>
                    <a:pt x="6171" y="1136"/>
                  </a:cubicBezTo>
                  <a:cubicBezTo>
                    <a:pt x="6171" y="1023"/>
                    <a:pt x="6171" y="1023"/>
                    <a:pt x="6171" y="1023"/>
                  </a:cubicBezTo>
                  <a:cubicBezTo>
                    <a:pt x="6171" y="909"/>
                    <a:pt x="6171" y="909"/>
                    <a:pt x="6171" y="909"/>
                  </a:cubicBezTo>
                  <a:cubicBezTo>
                    <a:pt x="5289" y="795"/>
                    <a:pt x="5289" y="795"/>
                    <a:pt x="5289" y="795"/>
                  </a:cubicBezTo>
                  <a:cubicBezTo>
                    <a:pt x="4848" y="682"/>
                    <a:pt x="4848" y="682"/>
                    <a:pt x="4848" y="682"/>
                  </a:cubicBezTo>
                  <a:cubicBezTo>
                    <a:pt x="4848" y="454"/>
                    <a:pt x="4848" y="454"/>
                    <a:pt x="4848" y="454"/>
                  </a:cubicBezTo>
                  <a:cubicBezTo>
                    <a:pt x="4848" y="454"/>
                    <a:pt x="4848" y="454"/>
                    <a:pt x="4848" y="454"/>
                  </a:cubicBezTo>
                  <a:cubicBezTo>
                    <a:pt x="4848" y="341"/>
                    <a:pt x="4848" y="341"/>
                    <a:pt x="4848" y="341"/>
                  </a:cubicBezTo>
                  <a:cubicBezTo>
                    <a:pt x="4848" y="227"/>
                    <a:pt x="4848" y="227"/>
                    <a:pt x="4848" y="227"/>
                  </a:cubicBezTo>
                  <a:cubicBezTo>
                    <a:pt x="4408" y="227"/>
                    <a:pt x="4408" y="227"/>
                    <a:pt x="4408" y="227"/>
                  </a:cubicBezTo>
                  <a:cubicBezTo>
                    <a:pt x="4408" y="113"/>
                    <a:pt x="4408" y="113"/>
                    <a:pt x="4408" y="113"/>
                  </a:cubicBezTo>
                  <a:cubicBezTo>
                    <a:pt x="3967" y="0"/>
                    <a:pt x="3967" y="0"/>
                    <a:pt x="3967" y="0"/>
                  </a:cubicBezTo>
                  <a:cubicBezTo>
                    <a:pt x="3967" y="0"/>
                    <a:pt x="3967" y="0"/>
                    <a:pt x="3967" y="0"/>
                  </a:cubicBezTo>
                  <a:cubicBezTo>
                    <a:pt x="3526" y="113"/>
                    <a:pt x="3526" y="113"/>
                    <a:pt x="3526" y="113"/>
                  </a:cubicBezTo>
                  <a:cubicBezTo>
                    <a:pt x="3526" y="113"/>
                    <a:pt x="3526" y="113"/>
                    <a:pt x="3526" y="113"/>
                  </a:cubicBezTo>
                  <a:cubicBezTo>
                    <a:pt x="3967" y="227"/>
                    <a:pt x="3967" y="227"/>
                    <a:pt x="3967" y="227"/>
                  </a:cubicBezTo>
                  <a:cubicBezTo>
                    <a:pt x="3526" y="341"/>
                    <a:pt x="3526" y="341"/>
                    <a:pt x="3526" y="341"/>
                  </a:cubicBezTo>
                  <a:cubicBezTo>
                    <a:pt x="3085" y="341"/>
                    <a:pt x="3085" y="341"/>
                    <a:pt x="3085" y="341"/>
                  </a:cubicBezTo>
                  <a:cubicBezTo>
                    <a:pt x="3085" y="341"/>
                    <a:pt x="3085" y="341"/>
                    <a:pt x="3085" y="341"/>
                  </a:cubicBezTo>
                  <a:cubicBezTo>
                    <a:pt x="2644" y="454"/>
                    <a:pt x="2644" y="454"/>
                    <a:pt x="2644" y="454"/>
                  </a:cubicBezTo>
                  <a:cubicBezTo>
                    <a:pt x="2204" y="454"/>
                    <a:pt x="2204" y="454"/>
                    <a:pt x="2204" y="454"/>
                  </a:cubicBezTo>
                  <a:cubicBezTo>
                    <a:pt x="2204" y="454"/>
                    <a:pt x="2204" y="454"/>
                    <a:pt x="2204" y="454"/>
                  </a:cubicBezTo>
                  <a:cubicBezTo>
                    <a:pt x="2204" y="682"/>
                    <a:pt x="2204" y="682"/>
                    <a:pt x="2204" y="682"/>
                  </a:cubicBezTo>
                  <a:cubicBezTo>
                    <a:pt x="2204" y="682"/>
                    <a:pt x="2204" y="682"/>
                    <a:pt x="2204" y="682"/>
                  </a:cubicBezTo>
                  <a:cubicBezTo>
                    <a:pt x="2204" y="909"/>
                    <a:pt x="2204" y="909"/>
                    <a:pt x="2204" y="909"/>
                  </a:cubicBezTo>
                  <a:cubicBezTo>
                    <a:pt x="2644" y="1250"/>
                    <a:pt x="2644" y="1250"/>
                    <a:pt x="2644" y="1250"/>
                  </a:cubicBezTo>
                  <a:cubicBezTo>
                    <a:pt x="2644" y="1364"/>
                    <a:pt x="2644" y="1364"/>
                    <a:pt x="2644" y="1364"/>
                  </a:cubicBezTo>
                  <a:cubicBezTo>
                    <a:pt x="2644" y="1477"/>
                    <a:pt x="2644" y="1477"/>
                    <a:pt x="2644" y="1477"/>
                  </a:cubicBezTo>
                  <a:cubicBezTo>
                    <a:pt x="2204" y="1477"/>
                    <a:pt x="2204" y="1477"/>
                    <a:pt x="2204" y="1477"/>
                  </a:cubicBezTo>
                  <a:cubicBezTo>
                    <a:pt x="2644" y="1705"/>
                    <a:pt x="2644" y="1705"/>
                    <a:pt x="2644" y="1705"/>
                  </a:cubicBezTo>
                  <a:cubicBezTo>
                    <a:pt x="2644" y="1818"/>
                    <a:pt x="2644" y="1818"/>
                    <a:pt x="2644" y="1818"/>
                  </a:cubicBezTo>
                  <a:cubicBezTo>
                    <a:pt x="3085" y="1932"/>
                    <a:pt x="3085" y="1932"/>
                    <a:pt x="3085" y="1932"/>
                  </a:cubicBezTo>
                  <a:cubicBezTo>
                    <a:pt x="3085" y="2159"/>
                    <a:pt x="3085" y="2159"/>
                    <a:pt x="3085" y="2159"/>
                  </a:cubicBezTo>
                  <a:cubicBezTo>
                    <a:pt x="3085" y="2273"/>
                    <a:pt x="3085" y="2273"/>
                    <a:pt x="3085" y="2273"/>
                  </a:cubicBezTo>
                  <a:cubicBezTo>
                    <a:pt x="2644" y="2273"/>
                    <a:pt x="2644" y="2273"/>
                    <a:pt x="2644" y="2273"/>
                  </a:cubicBezTo>
                  <a:cubicBezTo>
                    <a:pt x="3085" y="2614"/>
                    <a:pt x="3085" y="2614"/>
                    <a:pt x="3085" y="2614"/>
                  </a:cubicBezTo>
                  <a:cubicBezTo>
                    <a:pt x="3085" y="2728"/>
                    <a:pt x="3085" y="2728"/>
                    <a:pt x="3085" y="2728"/>
                  </a:cubicBezTo>
                  <a:cubicBezTo>
                    <a:pt x="2644" y="2728"/>
                    <a:pt x="2644" y="2728"/>
                    <a:pt x="2644" y="2728"/>
                  </a:cubicBezTo>
                  <a:cubicBezTo>
                    <a:pt x="2204" y="2842"/>
                    <a:pt x="2204" y="2842"/>
                    <a:pt x="2204" y="2842"/>
                  </a:cubicBezTo>
                  <a:cubicBezTo>
                    <a:pt x="2204" y="2955"/>
                    <a:pt x="2204" y="2955"/>
                    <a:pt x="2204" y="2955"/>
                  </a:cubicBezTo>
                  <a:cubicBezTo>
                    <a:pt x="2644" y="3069"/>
                    <a:pt x="2644" y="3069"/>
                    <a:pt x="2644" y="3069"/>
                  </a:cubicBezTo>
                  <a:cubicBezTo>
                    <a:pt x="2644" y="2955"/>
                    <a:pt x="2644" y="2955"/>
                    <a:pt x="2644" y="2955"/>
                  </a:cubicBezTo>
                  <a:cubicBezTo>
                    <a:pt x="3085" y="2955"/>
                    <a:pt x="3085" y="2955"/>
                    <a:pt x="3085" y="2955"/>
                  </a:cubicBezTo>
                  <a:cubicBezTo>
                    <a:pt x="2644" y="3069"/>
                    <a:pt x="2644" y="3069"/>
                    <a:pt x="2644" y="3069"/>
                  </a:cubicBezTo>
                  <a:cubicBezTo>
                    <a:pt x="2644" y="3524"/>
                    <a:pt x="2644" y="3524"/>
                    <a:pt x="2644" y="3524"/>
                  </a:cubicBezTo>
                  <a:cubicBezTo>
                    <a:pt x="3085" y="3751"/>
                    <a:pt x="3085" y="3751"/>
                    <a:pt x="3085" y="3751"/>
                  </a:cubicBezTo>
                  <a:cubicBezTo>
                    <a:pt x="3085" y="3865"/>
                    <a:pt x="3085" y="3865"/>
                    <a:pt x="3085" y="3865"/>
                  </a:cubicBezTo>
                  <a:cubicBezTo>
                    <a:pt x="3085" y="3978"/>
                    <a:pt x="3085" y="3978"/>
                    <a:pt x="3085" y="3978"/>
                  </a:cubicBezTo>
                  <a:cubicBezTo>
                    <a:pt x="2644" y="4092"/>
                    <a:pt x="2644" y="4092"/>
                    <a:pt x="2644" y="4092"/>
                  </a:cubicBezTo>
                  <a:cubicBezTo>
                    <a:pt x="2644" y="4206"/>
                    <a:pt x="2644" y="4206"/>
                    <a:pt x="2644" y="4206"/>
                  </a:cubicBezTo>
                  <a:cubicBezTo>
                    <a:pt x="3085" y="4319"/>
                    <a:pt x="3085" y="4319"/>
                    <a:pt x="3085" y="4319"/>
                  </a:cubicBezTo>
                  <a:cubicBezTo>
                    <a:pt x="3085" y="4433"/>
                    <a:pt x="3085" y="4433"/>
                    <a:pt x="3085" y="4433"/>
                  </a:cubicBezTo>
                  <a:cubicBezTo>
                    <a:pt x="3085" y="4661"/>
                    <a:pt x="3085" y="4661"/>
                    <a:pt x="3085" y="4661"/>
                  </a:cubicBezTo>
                  <a:cubicBezTo>
                    <a:pt x="2644" y="4774"/>
                    <a:pt x="2644" y="4774"/>
                    <a:pt x="2644" y="4774"/>
                  </a:cubicBezTo>
                  <a:cubicBezTo>
                    <a:pt x="2644" y="4888"/>
                    <a:pt x="2644" y="4888"/>
                    <a:pt x="2644" y="4888"/>
                  </a:cubicBezTo>
                  <a:cubicBezTo>
                    <a:pt x="2644" y="5002"/>
                    <a:pt x="2644" y="5002"/>
                    <a:pt x="2644" y="5002"/>
                  </a:cubicBezTo>
                  <a:cubicBezTo>
                    <a:pt x="2644" y="5002"/>
                    <a:pt x="2644" y="5002"/>
                    <a:pt x="2644" y="5002"/>
                  </a:cubicBezTo>
                  <a:cubicBezTo>
                    <a:pt x="2644" y="5115"/>
                    <a:pt x="2644" y="5115"/>
                    <a:pt x="2644" y="5115"/>
                  </a:cubicBezTo>
                  <a:cubicBezTo>
                    <a:pt x="2204" y="5229"/>
                    <a:pt x="2204" y="5229"/>
                    <a:pt x="2204" y="5229"/>
                  </a:cubicBezTo>
                  <a:cubicBezTo>
                    <a:pt x="2204" y="5343"/>
                    <a:pt x="2204" y="5343"/>
                    <a:pt x="2204" y="5343"/>
                  </a:cubicBezTo>
                  <a:cubicBezTo>
                    <a:pt x="2204" y="5456"/>
                    <a:pt x="2204" y="5456"/>
                    <a:pt x="2204" y="5456"/>
                  </a:cubicBezTo>
                  <a:cubicBezTo>
                    <a:pt x="2204" y="5570"/>
                    <a:pt x="2204" y="5570"/>
                    <a:pt x="2204" y="5570"/>
                  </a:cubicBezTo>
                  <a:cubicBezTo>
                    <a:pt x="1763" y="5684"/>
                    <a:pt x="1763" y="5684"/>
                    <a:pt x="1763" y="5684"/>
                  </a:cubicBezTo>
                  <a:cubicBezTo>
                    <a:pt x="1763" y="5797"/>
                    <a:pt x="1763" y="5797"/>
                    <a:pt x="1763" y="5797"/>
                  </a:cubicBezTo>
                  <a:cubicBezTo>
                    <a:pt x="2204" y="5911"/>
                    <a:pt x="2204" y="5911"/>
                    <a:pt x="2204" y="5911"/>
                  </a:cubicBezTo>
                  <a:cubicBezTo>
                    <a:pt x="2204" y="6025"/>
                    <a:pt x="2204" y="6025"/>
                    <a:pt x="2204" y="6025"/>
                  </a:cubicBezTo>
                  <a:cubicBezTo>
                    <a:pt x="2644" y="6138"/>
                    <a:pt x="2644" y="6138"/>
                    <a:pt x="2644" y="6138"/>
                  </a:cubicBezTo>
                  <a:cubicBezTo>
                    <a:pt x="2204" y="6138"/>
                    <a:pt x="2204" y="6138"/>
                    <a:pt x="2204" y="6138"/>
                  </a:cubicBezTo>
                  <a:cubicBezTo>
                    <a:pt x="2204" y="6252"/>
                    <a:pt x="2204" y="6252"/>
                    <a:pt x="2204" y="6252"/>
                  </a:cubicBezTo>
                  <a:cubicBezTo>
                    <a:pt x="2204" y="6366"/>
                    <a:pt x="2204" y="6366"/>
                    <a:pt x="2204" y="6366"/>
                  </a:cubicBezTo>
                  <a:cubicBezTo>
                    <a:pt x="2204" y="6480"/>
                    <a:pt x="2204" y="6480"/>
                    <a:pt x="2204" y="6480"/>
                  </a:cubicBezTo>
                  <a:cubicBezTo>
                    <a:pt x="1763" y="6480"/>
                    <a:pt x="1763" y="6480"/>
                    <a:pt x="1763" y="6480"/>
                  </a:cubicBezTo>
                  <a:cubicBezTo>
                    <a:pt x="1763" y="6593"/>
                    <a:pt x="1763" y="6593"/>
                    <a:pt x="1763" y="6593"/>
                  </a:cubicBezTo>
                  <a:cubicBezTo>
                    <a:pt x="1763" y="6707"/>
                    <a:pt x="1763" y="6707"/>
                    <a:pt x="1763" y="6707"/>
                  </a:cubicBezTo>
                  <a:cubicBezTo>
                    <a:pt x="1763" y="6821"/>
                    <a:pt x="1763" y="6821"/>
                    <a:pt x="1763" y="6821"/>
                  </a:cubicBezTo>
                  <a:cubicBezTo>
                    <a:pt x="2204" y="7048"/>
                    <a:pt x="2204" y="7048"/>
                    <a:pt x="2204" y="7048"/>
                  </a:cubicBezTo>
                  <a:cubicBezTo>
                    <a:pt x="2204" y="7162"/>
                    <a:pt x="2204" y="7162"/>
                    <a:pt x="2204" y="7162"/>
                  </a:cubicBezTo>
                  <a:cubicBezTo>
                    <a:pt x="2204" y="7275"/>
                    <a:pt x="2204" y="7275"/>
                    <a:pt x="2204" y="7275"/>
                  </a:cubicBezTo>
                  <a:cubicBezTo>
                    <a:pt x="2204" y="7275"/>
                    <a:pt x="2204" y="7275"/>
                    <a:pt x="2204" y="7275"/>
                  </a:cubicBezTo>
                  <a:cubicBezTo>
                    <a:pt x="2644" y="7503"/>
                    <a:pt x="2644" y="7503"/>
                    <a:pt x="2644" y="7503"/>
                  </a:cubicBezTo>
                  <a:cubicBezTo>
                    <a:pt x="2644" y="7616"/>
                    <a:pt x="2644" y="7616"/>
                    <a:pt x="2644" y="7616"/>
                  </a:cubicBezTo>
                  <a:cubicBezTo>
                    <a:pt x="2644" y="7730"/>
                    <a:pt x="2644" y="7730"/>
                    <a:pt x="2644" y="7730"/>
                  </a:cubicBezTo>
                  <a:cubicBezTo>
                    <a:pt x="2644" y="7730"/>
                    <a:pt x="2644" y="7730"/>
                    <a:pt x="2644" y="7730"/>
                  </a:cubicBezTo>
                  <a:cubicBezTo>
                    <a:pt x="2644" y="7844"/>
                    <a:pt x="2644" y="7844"/>
                    <a:pt x="2644" y="7844"/>
                  </a:cubicBezTo>
                  <a:cubicBezTo>
                    <a:pt x="2644" y="7957"/>
                    <a:pt x="2644" y="7957"/>
                    <a:pt x="2644" y="7957"/>
                  </a:cubicBezTo>
                  <a:cubicBezTo>
                    <a:pt x="2644" y="7957"/>
                    <a:pt x="2644" y="7957"/>
                    <a:pt x="2644" y="7957"/>
                  </a:cubicBezTo>
                  <a:cubicBezTo>
                    <a:pt x="2644" y="8071"/>
                    <a:pt x="2644" y="8071"/>
                    <a:pt x="2644" y="8071"/>
                  </a:cubicBezTo>
                  <a:cubicBezTo>
                    <a:pt x="3085" y="8185"/>
                    <a:pt x="3085" y="8185"/>
                    <a:pt x="3085" y="8185"/>
                  </a:cubicBezTo>
                  <a:cubicBezTo>
                    <a:pt x="3085" y="8298"/>
                    <a:pt x="3085" y="8298"/>
                    <a:pt x="3085" y="8298"/>
                  </a:cubicBezTo>
                  <a:cubicBezTo>
                    <a:pt x="3085" y="8412"/>
                    <a:pt x="3085" y="8412"/>
                    <a:pt x="3085" y="8412"/>
                  </a:cubicBezTo>
                  <a:cubicBezTo>
                    <a:pt x="2644" y="8412"/>
                    <a:pt x="2644" y="8412"/>
                    <a:pt x="2644" y="8412"/>
                  </a:cubicBezTo>
                  <a:cubicBezTo>
                    <a:pt x="2204" y="8526"/>
                    <a:pt x="2204" y="8526"/>
                    <a:pt x="2204" y="8526"/>
                  </a:cubicBezTo>
                  <a:cubicBezTo>
                    <a:pt x="2204" y="8526"/>
                    <a:pt x="2204" y="8526"/>
                    <a:pt x="2204" y="8526"/>
                  </a:cubicBezTo>
                  <a:cubicBezTo>
                    <a:pt x="2644" y="8639"/>
                    <a:pt x="2644" y="8639"/>
                    <a:pt x="2644" y="8639"/>
                  </a:cubicBezTo>
                  <a:cubicBezTo>
                    <a:pt x="2204" y="8753"/>
                    <a:pt x="2204" y="8753"/>
                    <a:pt x="2204" y="8753"/>
                  </a:cubicBezTo>
                  <a:cubicBezTo>
                    <a:pt x="2204" y="8753"/>
                    <a:pt x="2204" y="8753"/>
                    <a:pt x="2204" y="8753"/>
                  </a:cubicBezTo>
                  <a:cubicBezTo>
                    <a:pt x="2204" y="8867"/>
                    <a:pt x="2204" y="8867"/>
                    <a:pt x="2204" y="8867"/>
                  </a:cubicBezTo>
                  <a:cubicBezTo>
                    <a:pt x="2204" y="8981"/>
                    <a:pt x="2204" y="8981"/>
                    <a:pt x="2204" y="8981"/>
                  </a:cubicBezTo>
                  <a:cubicBezTo>
                    <a:pt x="1763" y="9094"/>
                    <a:pt x="1763" y="9094"/>
                    <a:pt x="1763" y="9094"/>
                  </a:cubicBezTo>
                  <a:cubicBezTo>
                    <a:pt x="1763" y="9094"/>
                    <a:pt x="1763" y="9094"/>
                    <a:pt x="1763" y="9094"/>
                  </a:cubicBezTo>
                  <a:cubicBezTo>
                    <a:pt x="1763" y="9208"/>
                    <a:pt x="1763" y="9208"/>
                    <a:pt x="1763" y="9208"/>
                  </a:cubicBezTo>
                  <a:cubicBezTo>
                    <a:pt x="1763" y="9322"/>
                    <a:pt x="1763" y="9322"/>
                    <a:pt x="1763" y="9322"/>
                  </a:cubicBezTo>
                  <a:cubicBezTo>
                    <a:pt x="1763" y="9322"/>
                    <a:pt x="1763" y="9322"/>
                    <a:pt x="1763" y="9322"/>
                  </a:cubicBezTo>
                  <a:cubicBezTo>
                    <a:pt x="1763" y="9435"/>
                    <a:pt x="1763" y="9435"/>
                    <a:pt x="1763" y="9435"/>
                  </a:cubicBezTo>
                  <a:cubicBezTo>
                    <a:pt x="1763" y="9435"/>
                    <a:pt x="1763" y="9435"/>
                    <a:pt x="1763" y="9435"/>
                  </a:cubicBezTo>
                  <a:cubicBezTo>
                    <a:pt x="1322" y="9549"/>
                    <a:pt x="1322" y="9549"/>
                    <a:pt x="1322" y="9549"/>
                  </a:cubicBezTo>
                  <a:cubicBezTo>
                    <a:pt x="1322" y="9663"/>
                    <a:pt x="1322" y="9663"/>
                    <a:pt x="1322" y="9663"/>
                  </a:cubicBezTo>
                  <a:cubicBezTo>
                    <a:pt x="1322" y="9776"/>
                    <a:pt x="1322" y="9776"/>
                    <a:pt x="1322" y="9776"/>
                  </a:cubicBezTo>
                  <a:cubicBezTo>
                    <a:pt x="1322" y="9776"/>
                    <a:pt x="1322" y="9776"/>
                    <a:pt x="1322" y="9776"/>
                  </a:cubicBezTo>
                  <a:cubicBezTo>
                    <a:pt x="1322" y="9890"/>
                    <a:pt x="1322" y="9890"/>
                    <a:pt x="1322" y="9890"/>
                  </a:cubicBezTo>
                  <a:cubicBezTo>
                    <a:pt x="881" y="9890"/>
                    <a:pt x="881" y="9890"/>
                    <a:pt x="881" y="9890"/>
                  </a:cubicBezTo>
                  <a:cubicBezTo>
                    <a:pt x="881" y="10004"/>
                    <a:pt x="881" y="10004"/>
                    <a:pt x="881" y="10004"/>
                  </a:cubicBezTo>
                  <a:cubicBezTo>
                    <a:pt x="1322" y="10117"/>
                    <a:pt x="1322" y="10117"/>
                    <a:pt x="1322" y="10117"/>
                  </a:cubicBezTo>
                  <a:cubicBezTo>
                    <a:pt x="1322" y="10117"/>
                    <a:pt x="1322" y="10117"/>
                    <a:pt x="1322" y="10117"/>
                  </a:cubicBezTo>
                  <a:cubicBezTo>
                    <a:pt x="881" y="10231"/>
                    <a:pt x="881" y="10231"/>
                    <a:pt x="881" y="10231"/>
                  </a:cubicBezTo>
                  <a:cubicBezTo>
                    <a:pt x="881" y="10231"/>
                    <a:pt x="881" y="10231"/>
                    <a:pt x="881" y="10231"/>
                  </a:cubicBezTo>
                  <a:cubicBezTo>
                    <a:pt x="440" y="10231"/>
                    <a:pt x="440" y="10231"/>
                    <a:pt x="440" y="10231"/>
                  </a:cubicBezTo>
                  <a:cubicBezTo>
                    <a:pt x="0" y="10231"/>
                    <a:pt x="0" y="10231"/>
                    <a:pt x="0" y="10231"/>
                  </a:cubicBezTo>
                  <a:cubicBezTo>
                    <a:pt x="0" y="10231"/>
                    <a:pt x="0" y="10231"/>
                    <a:pt x="0" y="10231"/>
                  </a:cubicBezTo>
                  <a:cubicBezTo>
                    <a:pt x="440" y="10345"/>
                    <a:pt x="440" y="10345"/>
                    <a:pt x="440" y="10345"/>
                  </a:cubicBezTo>
                  <a:cubicBezTo>
                    <a:pt x="440" y="10458"/>
                    <a:pt x="440" y="10458"/>
                    <a:pt x="440" y="10458"/>
                  </a:cubicBezTo>
                  <a:cubicBezTo>
                    <a:pt x="440" y="10572"/>
                    <a:pt x="440" y="10572"/>
                    <a:pt x="440" y="10572"/>
                  </a:cubicBezTo>
                  <a:cubicBezTo>
                    <a:pt x="881" y="10686"/>
                    <a:pt x="881" y="10686"/>
                    <a:pt x="881" y="10686"/>
                  </a:cubicBezTo>
                  <a:cubicBezTo>
                    <a:pt x="881" y="10800"/>
                    <a:pt x="881" y="10800"/>
                    <a:pt x="881" y="10800"/>
                  </a:cubicBezTo>
                  <a:cubicBezTo>
                    <a:pt x="881" y="10913"/>
                    <a:pt x="881" y="10913"/>
                    <a:pt x="881" y="10913"/>
                  </a:cubicBezTo>
                  <a:cubicBezTo>
                    <a:pt x="1763" y="11141"/>
                    <a:pt x="1763" y="11141"/>
                    <a:pt x="1763" y="11141"/>
                  </a:cubicBezTo>
                  <a:cubicBezTo>
                    <a:pt x="1763" y="11254"/>
                    <a:pt x="1763" y="11254"/>
                    <a:pt x="1763" y="11254"/>
                  </a:cubicBezTo>
                  <a:cubicBezTo>
                    <a:pt x="1763" y="11254"/>
                    <a:pt x="1763" y="11254"/>
                    <a:pt x="1763" y="11254"/>
                  </a:cubicBezTo>
                  <a:cubicBezTo>
                    <a:pt x="1763" y="11368"/>
                    <a:pt x="1763" y="11368"/>
                    <a:pt x="1763" y="11368"/>
                  </a:cubicBezTo>
                  <a:cubicBezTo>
                    <a:pt x="1763" y="11595"/>
                    <a:pt x="1763" y="11595"/>
                    <a:pt x="1763" y="11595"/>
                  </a:cubicBezTo>
                  <a:cubicBezTo>
                    <a:pt x="1763" y="11595"/>
                    <a:pt x="1763" y="11595"/>
                    <a:pt x="1763" y="11595"/>
                  </a:cubicBezTo>
                  <a:cubicBezTo>
                    <a:pt x="1763" y="11709"/>
                    <a:pt x="1763" y="11709"/>
                    <a:pt x="1763" y="11709"/>
                  </a:cubicBezTo>
                  <a:cubicBezTo>
                    <a:pt x="1763" y="11709"/>
                    <a:pt x="1763" y="11709"/>
                    <a:pt x="1763" y="11709"/>
                  </a:cubicBezTo>
                  <a:cubicBezTo>
                    <a:pt x="1322" y="11709"/>
                    <a:pt x="1322" y="11709"/>
                    <a:pt x="1322" y="11709"/>
                  </a:cubicBezTo>
                  <a:cubicBezTo>
                    <a:pt x="1322" y="11709"/>
                    <a:pt x="1322" y="11709"/>
                    <a:pt x="1322" y="11709"/>
                  </a:cubicBezTo>
                  <a:cubicBezTo>
                    <a:pt x="881" y="11823"/>
                    <a:pt x="881" y="11823"/>
                    <a:pt x="881" y="11823"/>
                  </a:cubicBezTo>
                  <a:cubicBezTo>
                    <a:pt x="1322" y="11936"/>
                    <a:pt x="1322" y="11936"/>
                    <a:pt x="1322" y="11936"/>
                  </a:cubicBezTo>
                  <a:cubicBezTo>
                    <a:pt x="1322" y="11936"/>
                    <a:pt x="1322" y="11936"/>
                    <a:pt x="1322" y="11936"/>
                  </a:cubicBezTo>
                  <a:cubicBezTo>
                    <a:pt x="1322" y="12164"/>
                    <a:pt x="1322" y="12164"/>
                    <a:pt x="1322" y="12164"/>
                  </a:cubicBezTo>
                  <a:cubicBezTo>
                    <a:pt x="1322" y="12277"/>
                    <a:pt x="1322" y="12277"/>
                    <a:pt x="1322" y="12277"/>
                  </a:cubicBezTo>
                  <a:cubicBezTo>
                    <a:pt x="1322" y="12277"/>
                    <a:pt x="1322" y="12277"/>
                    <a:pt x="1322" y="12277"/>
                  </a:cubicBezTo>
                  <a:cubicBezTo>
                    <a:pt x="1322" y="12277"/>
                    <a:pt x="1322" y="12277"/>
                    <a:pt x="1322" y="12277"/>
                  </a:cubicBezTo>
                  <a:cubicBezTo>
                    <a:pt x="1322" y="12391"/>
                    <a:pt x="1322" y="12391"/>
                    <a:pt x="1322" y="12391"/>
                  </a:cubicBezTo>
                  <a:cubicBezTo>
                    <a:pt x="1322" y="12391"/>
                    <a:pt x="1322" y="12391"/>
                    <a:pt x="1322" y="12391"/>
                  </a:cubicBezTo>
                  <a:cubicBezTo>
                    <a:pt x="1322" y="12505"/>
                    <a:pt x="1322" y="12505"/>
                    <a:pt x="1322" y="12505"/>
                  </a:cubicBezTo>
                  <a:cubicBezTo>
                    <a:pt x="1763" y="12732"/>
                    <a:pt x="1763" y="12732"/>
                    <a:pt x="1763" y="12732"/>
                  </a:cubicBezTo>
                  <a:cubicBezTo>
                    <a:pt x="2204" y="12732"/>
                    <a:pt x="2204" y="12732"/>
                    <a:pt x="2204" y="12732"/>
                  </a:cubicBezTo>
                  <a:cubicBezTo>
                    <a:pt x="2204" y="12846"/>
                    <a:pt x="2204" y="12846"/>
                    <a:pt x="2204" y="12846"/>
                  </a:cubicBezTo>
                  <a:cubicBezTo>
                    <a:pt x="2644" y="12846"/>
                    <a:pt x="2644" y="12846"/>
                    <a:pt x="2644" y="12846"/>
                  </a:cubicBezTo>
                  <a:cubicBezTo>
                    <a:pt x="3526" y="12846"/>
                    <a:pt x="3526" y="12846"/>
                    <a:pt x="3526" y="12846"/>
                  </a:cubicBezTo>
                  <a:cubicBezTo>
                    <a:pt x="3526" y="12732"/>
                    <a:pt x="3526" y="12732"/>
                    <a:pt x="3526" y="12732"/>
                  </a:cubicBezTo>
                  <a:cubicBezTo>
                    <a:pt x="3526" y="12618"/>
                    <a:pt x="3526" y="12618"/>
                    <a:pt x="3526" y="12618"/>
                  </a:cubicBezTo>
                  <a:cubicBezTo>
                    <a:pt x="3967" y="12618"/>
                    <a:pt x="3967" y="12618"/>
                    <a:pt x="3967" y="12618"/>
                  </a:cubicBezTo>
                  <a:cubicBezTo>
                    <a:pt x="3967" y="12732"/>
                    <a:pt x="3967" y="12732"/>
                    <a:pt x="3967" y="12732"/>
                  </a:cubicBezTo>
                  <a:cubicBezTo>
                    <a:pt x="4408" y="12732"/>
                    <a:pt x="4408" y="12732"/>
                    <a:pt x="4408" y="12732"/>
                  </a:cubicBezTo>
                  <a:cubicBezTo>
                    <a:pt x="4408" y="12732"/>
                    <a:pt x="4408" y="12732"/>
                    <a:pt x="4408" y="12732"/>
                  </a:cubicBezTo>
                  <a:cubicBezTo>
                    <a:pt x="4408" y="12732"/>
                    <a:pt x="4408" y="12732"/>
                    <a:pt x="4408" y="12732"/>
                  </a:cubicBezTo>
                  <a:cubicBezTo>
                    <a:pt x="3967" y="12846"/>
                    <a:pt x="3967" y="12846"/>
                    <a:pt x="3967" y="12846"/>
                  </a:cubicBezTo>
                  <a:cubicBezTo>
                    <a:pt x="3967" y="12960"/>
                    <a:pt x="3967" y="12960"/>
                    <a:pt x="3967" y="12960"/>
                  </a:cubicBezTo>
                  <a:cubicBezTo>
                    <a:pt x="3967" y="12960"/>
                    <a:pt x="3967" y="12960"/>
                    <a:pt x="3967" y="12960"/>
                  </a:cubicBezTo>
                  <a:cubicBezTo>
                    <a:pt x="4408" y="12960"/>
                    <a:pt x="4408" y="12960"/>
                    <a:pt x="4408" y="12960"/>
                  </a:cubicBezTo>
                  <a:cubicBezTo>
                    <a:pt x="4408" y="12960"/>
                    <a:pt x="4408" y="12960"/>
                    <a:pt x="4408" y="12960"/>
                  </a:cubicBezTo>
                  <a:cubicBezTo>
                    <a:pt x="4408" y="13187"/>
                    <a:pt x="4408" y="13187"/>
                    <a:pt x="4408" y="13187"/>
                  </a:cubicBezTo>
                  <a:cubicBezTo>
                    <a:pt x="4848" y="13187"/>
                    <a:pt x="4848" y="13187"/>
                    <a:pt x="4848" y="13187"/>
                  </a:cubicBezTo>
                  <a:cubicBezTo>
                    <a:pt x="4408" y="13187"/>
                    <a:pt x="4408" y="13187"/>
                    <a:pt x="4408" y="13187"/>
                  </a:cubicBezTo>
                  <a:cubicBezTo>
                    <a:pt x="4408" y="13187"/>
                    <a:pt x="4408" y="13187"/>
                    <a:pt x="4408" y="13187"/>
                  </a:cubicBezTo>
                  <a:cubicBezTo>
                    <a:pt x="4408" y="13073"/>
                    <a:pt x="4408" y="13073"/>
                    <a:pt x="4408" y="13073"/>
                  </a:cubicBezTo>
                  <a:cubicBezTo>
                    <a:pt x="3967" y="13073"/>
                    <a:pt x="3967" y="13073"/>
                    <a:pt x="3967" y="13073"/>
                  </a:cubicBezTo>
                  <a:cubicBezTo>
                    <a:pt x="3967" y="13187"/>
                    <a:pt x="3967" y="13187"/>
                    <a:pt x="3967" y="13187"/>
                  </a:cubicBezTo>
                  <a:cubicBezTo>
                    <a:pt x="3967" y="13187"/>
                    <a:pt x="3967" y="13187"/>
                    <a:pt x="3967" y="13187"/>
                  </a:cubicBezTo>
                  <a:cubicBezTo>
                    <a:pt x="4408" y="13301"/>
                    <a:pt x="4408" y="13301"/>
                    <a:pt x="4408" y="13301"/>
                  </a:cubicBezTo>
                  <a:cubicBezTo>
                    <a:pt x="4408" y="13301"/>
                    <a:pt x="4408" y="13301"/>
                    <a:pt x="4408" y="13301"/>
                  </a:cubicBezTo>
                  <a:cubicBezTo>
                    <a:pt x="3967" y="13301"/>
                    <a:pt x="3967" y="13301"/>
                    <a:pt x="3967" y="13301"/>
                  </a:cubicBezTo>
                  <a:cubicBezTo>
                    <a:pt x="3967" y="13301"/>
                    <a:pt x="3967" y="13301"/>
                    <a:pt x="3967" y="13301"/>
                  </a:cubicBezTo>
                  <a:cubicBezTo>
                    <a:pt x="3967" y="13414"/>
                    <a:pt x="3967" y="13414"/>
                    <a:pt x="3967" y="13414"/>
                  </a:cubicBezTo>
                  <a:cubicBezTo>
                    <a:pt x="4408" y="13528"/>
                    <a:pt x="4408" y="13528"/>
                    <a:pt x="4408" y="13528"/>
                  </a:cubicBezTo>
                  <a:cubicBezTo>
                    <a:pt x="3967" y="13642"/>
                    <a:pt x="3967" y="13642"/>
                    <a:pt x="3967" y="13642"/>
                  </a:cubicBezTo>
                  <a:cubicBezTo>
                    <a:pt x="3967" y="13642"/>
                    <a:pt x="3967" y="13642"/>
                    <a:pt x="3967" y="13642"/>
                  </a:cubicBezTo>
                  <a:cubicBezTo>
                    <a:pt x="3967" y="13755"/>
                    <a:pt x="3967" y="13755"/>
                    <a:pt x="3967" y="13755"/>
                  </a:cubicBezTo>
                  <a:cubicBezTo>
                    <a:pt x="3967" y="13755"/>
                    <a:pt x="3967" y="13755"/>
                    <a:pt x="3967" y="13755"/>
                  </a:cubicBezTo>
                  <a:cubicBezTo>
                    <a:pt x="3967" y="13869"/>
                    <a:pt x="3967" y="13869"/>
                    <a:pt x="3967" y="13869"/>
                  </a:cubicBezTo>
                  <a:cubicBezTo>
                    <a:pt x="4408" y="13869"/>
                    <a:pt x="4408" y="13869"/>
                    <a:pt x="4408" y="13869"/>
                  </a:cubicBezTo>
                  <a:cubicBezTo>
                    <a:pt x="3967" y="13983"/>
                    <a:pt x="3967" y="13983"/>
                    <a:pt x="3967" y="13983"/>
                  </a:cubicBezTo>
                  <a:cubicBezTo>
                    <a:pt x="3967" y="14096"/>
                    <a:pt x="3967" y="14096"/>
                    <a:pt x="3967" y="14096"/>
                  </a:cubicBezTo>
                  <a:cubicBezTo>
                    <a:pt x="3967" y="14096"/>
                    <a:pt x="3967" y="14096"/>
                    <a:pt x="3967" y="14096"/>
                  </a:cubicBezTo>
                  <a:cubicBezTo>
                    <a:pt x="3967" y="14210"/>
                    <a:pt x="3967" y="14210"/>
                    <a:pt x="3967" y="14210"/>
                  </a:cubicBezTo>
                  <a:cubicBezTo>
                    <a:pt x="3967" y="14210"/>
                    <a:pt x="3967" y="14210"/>
                    <a:pt x="3967" y="14210"/>
                  </a:cubicBezTo>
                  <a:cubicBezTo>
                    <a:pt x="4408" y="14210"/>
                    <a:pt x="4408" y="14210"/>
                    <a:pt x="4408" y="14210"/>
                  </a:cubicBezTo>
                  <a:cubicBezTo>
                    <a:pt x="4848" y="14324"/>
                    <a:pt x="4848" y="14324"/>
                    <a:pt x="4848" y="14324"/>
                  </a:cubicBezTo>
                  <a:cubicBezTo>
                    <a:pt x="4848" y="14324"/>
                    <a:pt x="4848" y="14324"/>
                    <a:pt x="4848" y="14324"/>
                  </a:cubicBezTo>
                  <a:cubicBezTo>
                    <a:pt x="4848" y="14437"/>
                    <a:pt x="4848" y="14437"/>
                    <a:pt x="4848" y="14437"/>
                  </a:cubicBezTo>
                  <a:cubicBezTo>
                    <a:pt x="5289" y="14437"/>
                    <a:pt x="5289" y="14437"/>
                    <a:pt x="5289" y="14437"/>
                  </a:cubicBezTo>
                  <a:cubicBezTo>
                    <a:pt x="5289" y="14551"/>
                    <a:pt x="5289" y="14551"/>
                    <a:pt x="5289" y="14551"/>
                  </a:cubicBezTo>
                  <a:cubicBezTo>
                    <a:pt x="4848" y="14665"/>
                    <a:pt x="4848" y="14665"/>
                    <a:pt x="4848" y="14665"/>
                  </a:cubicBezTo>
                  <a:cubicBezTo>
                    <a:pt x="4408" y="14778"/>
                    <a:pt x="4408" y="14778"/>
                    <a:pt x="4408" y="14778"/>
                  </a:cubicBezTo>
                  <a:cubicBezTo>
                    <a:pt x="3967" y="14778"/>
                    <a:pt x="3967" y="14778"/>
                    <a:pt x="3967" y="14778"/>
                  </a:cubicBezTo>
                  <a:cubicBezTo>
                    <a:pt x="3967" y="14892"/>
                    <a:pt x="3967" y="14892"/>
                    <a:pt x="3967" y="14892"/>
                  </a:cubicBezTo>
                  <a:cubicBezTo>
                    <a:pt x="4408" y="14892"/>
                    <a:pt x="4408" y="14892"/>
                    <a:pt x="4408" y="14892"/>
                  </a:cubicBezTo>
                  <a:cubicBezTo>
                    <a:pt x="3967" y="15006"/>
                    <a:pt x="3967" y="15006"/>
                    <a:pt x="3967" y="15006"/>
                  </a:cubicBezTo>
                  <a:cubicBezTo>
                    <a:pt x="3967" y="15006"/>
                    <a:pt x="3967" y="15006"/>
                    <a:pt x="3967" y="15006"/>
                  </a:cubicBezTo>
                  <a:cubicBezTo>
                    <a:pt x="4408" y="15119"/>
                    <a:pt x="4408" y="15119"/>
                    <a:pt x="4408" y="15119"/>
                  </a:cubicBezTo>
                  <a:cubicBezTo>
                    <a:pt x="3967" y="15119"/>
                    <a:pt x="3967" y="15119"/>
                    <a:pt x="3967" y="15119"/>
                  </a:cubicBezTo>
                  <a:cubicBezTo>
                    <a:pt x="3967" y="15347"/>
                    <a:pt x="3967" y="15347"/>
                    <a:pt x="3967" y="15347"/>
                  </a:cubicBezTo>
                  <a:cubicBezTo>
                    <a:pt x="3526" y="15347"/>
                    <a:pt x="3526" y="15347"/>
                    <a:pt x="3526" y="15347"/>
                  </a:cubicBezTo>
                  <a:cubicBezTo>
                    <a:pt x="3967" y="15461"/>
                    <a:pt x="3967" y="15461"/>
                    <a:pt x="3967" y="15461"/>
                  </a:cubicBezTo>
                  <a:cubicBezTo>
                    <a:pt x="3967" y="15461"/>
                    <a:pt x="3967" y="15461"/>
                    <a:pt x="3967" y="15461"/>
                  </a:cubicBezTo>
                  <a:cubicBezTo>
                    <a:pt x="3967" y="15688"/>
                    <a:pt x="3967" y="15688"/>
                    <a:pt x="3967" y="15688"/>
                  </a:cubicBezTo>
                  <a:cubicBezTo>
                    <a:pt x="3526" y="15688"/>
                    <a:pt x="3526" y="15688"/>
                    <a:pt x="3526" y="15688"/>
                  </a:cubicBezTo>
                  <a:cubicBezTo>
                    <a:pt x="3526" y="15802"/>
                    <a:pt x="3526" y="15802"/>
                    <a:pt x="3526" y="15802"/>
                  </a:cubicBezTo>
                  <a:cubicBezTo>
                    <a:pt x="3526" y="15688"/>
                    <a:pt x="3526" y="15688"/>
                    <a:pt x="3526" y="15688"/>
                  </a:cubicBezTo>
                  <a:cubicBezTo>
                    <a:pt x="3526" y="15688"/>
                    <a:pt x="3526" y="15688"/>
                    <a:pt x="3526" y="15688"/>
                  </a:cubicBezTo>
                  <a:cubicBezTo>
                    <a:pt x="3526" y="15574"/>
                    <a:pt x="3526" y="15574"/>
                    <a:pt x="3526" y="15574"/>
                  </a:cubicBezTo>
                  <a:cubicBezTo>
                    <a:pt x="3526" y="15461"/>
                    <a:pt x="3526" y="15461"/>
                    <a:pt x="3526" y="15461"/>
                  </a:cubicBezTo>
                  <a:cubicBezTo>
                    <a:pt x="3526" y="15347"/>
                    <a:pt x="3526" y="15347"/>
                    <a:pt x="3526" y="15347"/>
                  </a:cubicBezTo>
                  <a:cubicBezTo>
                    <a:pt x="3526" y="15347"/>
                    <a:pt x="3526" y="15347"/>
                    <a:pt x="3526" y="15347"/>
                  </a:cubicBezTo>
                  <a:cubicBezTo>
                    <a:pt x="3085" y="15461"/>
                    <a:pt x="3085" y="15461"/>
                    <a:pt x="3085" y="15461"/>
                  </a:cubicBezTo>
                  <a:cubicBezTo>
                    <a:pt x="2644" y="15461"/>
                    <a:pt x="2644" y="15461"/>
                    <a:pt x="2644" y="15461"/>
                  </a:cubicBezTo>
                  <a:cubicBezTo>
                    <a:pt x="2204" y="15461"/>
                    <a:pt x="2204" y="15461"/>
                    <a:pt x="2204" y="15461"/>
                  </a:cubicBezTo>
                  <a:cubicBezTo>
                    <a:pt x="2204" y="15461"/>
                    <a:pt x="2204" y="15461"/>
                    <a:pt x="2204" y="15461"/>
                  </a:cubicBezTo>
                  <a:cubicBezTo>
                    <a:pt x="2644" y="15461"/>
                    <a:pt x="2644" y="15461"/>
                    <a:pt x="2644" y="15461"/>
                  </a:cubicBezTo>
                  <a:cubicBezTo>
                    <a:pt x="3085" y="15347"/>
                    <a:pt x="3085" y="15347"/>
                    <a:pt x="3085" y="15347"/>
                  </a:cubicBezTo>
                  <a:cubicBezTo>
                    <a:pt x="3085" y="15233"/>
                    <a:pt x="3085" y="15233"/>
                    <a:pt x="3085" y="15233"/>
                  </a:cubicBezTo>
                  <a:cubicBezTo>
                    <a:pt x="2644" y="15233"/>
                    <a:pt x="2644" y="15233"/>
                    <a:pt x="2644" y="15233"/>
                  </a:cubicBezTo>
                  <a:cubicBezTo>
                    <a:pt x="2204" y="15233"/>
                    <a:pt x="2204" y="15233"/>
                    <a:pt x="2204" y="15233"/>
                  </a:cubicBezTo>
                  <a:cubicBezTo>
                    <a:pt x="1763" y="15233"/>
                    <a:pt x="1763" y="15233"/>
                    <a:pt x="1763" y="15233"/>
                  </a:cubicBezTo>
                  <a:cubicBezTo>
                    <a:pt x="1322" y="15233"/>
                    <a:pt x="1322" y="15233"/>
                    <a:pt x="1322" y="15233"/>
                  </a:cubicBezTo>
                  <a:cubicBezTo>
                    <a:pt x="1322" y="15233"/>
                    <a:pt x="1322" y="15233"/>
                    <a:pt x="1322" y="15233"/>
                  </a:cubicBezTo>
                  <a:cubicBezTo>
                    <a:pt x="1322" y="15347"/>
                    <a:pt x="1322" y="15347"/>
                    <a:pt x="1322" y="15347"/>
                  </a:cubicBezTo>
                  <a:cubicBezTo>
                    <a:pt x="1322" y="15461"/>
                    <a:pt x="1322" y="15461"/>
                    <a:pt x="1322" y="15461"/>
                  </a:cubicBezTo>
                  <a:cubicBezTo>
                    <a:pt x="1763" y="15461"/>
                    <a:pt x="1763" y="15461"/>
                    <a:pt x="1763" y="15461"/>
                  </a:cubicBezTo>
                  <a:cubicBezTo>
                    <a:pt x="1763" y="15461"/>
                    <a:pt x="1763" y="15461"/>
                    <a:pt x="1763" y="15461"/>
                  </a:cubicBezTo>
                  <a:cubicBezTo>
                    <a:pt x="1322" y="15461"/>
                    <a:pt x="1322" y="15461"/>
                    <a:pt x="1322" y="15461"/>
                  </a:cubicBezTo>
                  <a:cubicBezTo>
                    <a:pt x="1322" y="15574"/>
                    <a:pt x="1322" y="15574"/>
                    <a:pt x="1322" y="15574"/>
                  </a:cubicBezTo>
                  <a:cubicBezTo>
                    <a:pt x="881" y="15574"/>
                    <a:pt x="881" y="15574"/>
                    <a:pt x="881" y="15574"/>
                  </a:cubicBezTo>
                  <a:cubicBezTo>
                    <a:pt x="881" y="15688"/>
                    <a:pt x="881" y="15688"/>
                    <a:pt x="881" y="15688"/>
                  </a:cubicBezTo>
                  <a:cubicBezTo>
                    <a:pt x="440" y="15802"/>
                    <a:pt x="440" y="15802"/>
                    <a:pt x="440" y="15802"/>
                  </a:cubicBezTo>
                  <a:cubicBezTo>
                    <a:pt x="440" y="15802"/>
                    <a:pt x="440" y="15802"/>
                    <a:pt x="440" y="15802"/>
                  </a:cubicBezTo>
                  <a:cubicBezTo>
                    <a:pt x="881" y="16029"/>
                    <a:pt x="881" y="16029"/>
                    <a:pt x="881" y="16029"/>
                  </a:cubicBezTo>
                  <a:cubicBezTo>
                    <a:pt x="1322" y="16029"/>
                    <a:pt x="1322" y="16029"/>
                    <a:pt x="1322" y="16029"/>
                  </a:cubicBezTo>
                  <a:cubicBezTo>
                    <a:pt x="1322" y="15915"/>
                    <a:pt x="1322" y="15915"/>
                    <a:pt x="1322" y="15915"/>
                  </a:cubicBezTo>
                  <a:cubicBezTo>
                    <a:pt x="1322" y="15915"/>
                    <a:pt x="1322" y="15915"/>
                    <a:pt x="1322" y="15915"/>
                  </a:cubicBezTo>
                  <a:cubicBezTo>
                    <a:pt x="881" y="15915"/>
                    <a:pt x="881" y="15915"/>
                    <a:pt x="881" y="15915"/>
                  </a:cubicBezTo>
                  <a:cubicBezTo>
                    <a:pt x="881" y="15802"/>
                    <a:pt x="881" y="15802"/>
                    <a:pt x="881" y="15802"/>
                  </a:cubicBezTo>
                  <a:cubicBezTo>
                    <a:pt x="1322" y="15688"/>
                    <a:pt x="1322" y="15688"/>
                    <a:pt x="1322" y="15688"/>
                  </a:cubicBezTo>
                  <a:cubicBezTo>
                    <a:pt x="1763" y="15688"/>
                    <a:pt x="1763" y="15688"/>
                    <a:pt x="1763" y="15688"/>
                  </a:cubicBezTo>
                  <a:cubicBezTo>
                    <a:pt x="1763" y="15688"/>
                    <a:pt x="1763" y="15688"/>
                    <a:pt x="1763" y="15688"/>
                  </a:cubicBezTo>
                  <a:cubicBezTo>
                    <a:pt x="1763" y="15802"/>
                    <a:pt x="1763" y="15802"/>
                    <a:pt x="1763" y="15802"/>
                  </a:cubicBezTo>
                  <a:cubicBezTo>
                    <a:pt x="2204" y="15802"/>
                    <a:pt x="2204" y="15802"/>
                    <a:pt x="2204" y="15802"/>
                  </a:cubicBezTo>
                  <a:cubicBezTo>
                    <a:pt x="2644" y="15802"/>
                    <a:pt x="2644" y="15802"/>
                    <a:pt x="2644" y="15802"/>
                  </a:cubicBezTo>
                  <a:cubicBezTo>
                    <a:pt x="2644" y="15802"/>
                    <a:pt x="2644" y="15802"/>
                    <a:pt x="2644" y="15802"/>
                  </a:cubicBezTo>
                  <a:cubicBezTo>
                    <a:pt x="3085" y="15802"/>
                    <a:pt x="3085" y="15802"/>
                    <a:pt x="3085" y="15802"/>
                  </a:cubicBezTo>
                  <a:cubicBezTo>
                    <a:pt x="3085" y="15915"/>
                    <a:pt x="3085" y="15915"/>
                    <a:pt x="3085" y="15915"/>
                  </a:cubicBezTo>
                  <a:cubicBezTo>
                    <a:pt x="3526" y="15915"/>
                    <a:pt x="3526" y="15915"/>
                    <a:pt x="3526" y="15915"/>
                  </a:cubicBezTo>
                  <a:cubicBezTo>
                    <a:pt x="3967" y="16029"/>
                    <a:pt x="3967" y="16029"/>
                    <a:pt x="3967" y="16029"/>
                  </a:cubicBezTo>
                  <a:cubicBezTo>
                    <a:pt x="3526" y="16029"/>
                    <a:pt x="3526" y="16029"/>
                    <a:pt x="3526" y="16029"/>
                  </a:cubicBezTo>
                  <a:cubicBezTo>
                    <a:pt x="3526" y="16029"/>
                    <a:pt x="3526" y="16029"/>
                    <a:pt x="3526" y="16029"/>
                  </a:cubicBezTo>
                  <a:cubicBezTo>
                    <a:pt x="3526" y="16143"/>
                    <a:pt x="3526" y="16143"/>
                    <a:pt x="3526" y="16143"/>
                  </a:cubicBezTo>
                  <a:cubicBezTo>
                    <a:pt x="3526" y="16143"/>
                    <a:pt x="3526" y="16143"/>
                    <a:pt x="3526" y="16143"/>
                  </a:cubicBezTo>
                  <a:cubicBezTo>
                    <a:pt x="3526" y="16143"/>
                    <a:pt x="3526" y="16143"/>
                    <a:pt x="3526" y="16143"/>
                  </a:cubicBezTo>
                  <a:cubicBezTo>
                    <a:pt x="3526" y="16256"/>
                    <a:pt x="3526" y="16256"/>
                    <a:pt x="3526" y="16256"/>
                  </a:cubicBezTo>
                  <a:cubicBezTo>
                    <a:pt x="3967" y="16256"/>
                    <a:pt x="3967" y="16256"/>
                    <a:pt x="3967" y="16256"/>
                  </a:cubicBezTo>
                  <a:cubicBezTo>
                    <a:pt x="3967" y="16370"/>
                    <a:pt x="3967" y="16370"/>
                    <a:pt x="3967" y="16370"/>
                  </a:cubicBezTo>
                  <a:cubicBezTo>
                    <a:pt x="3526" y="16256"/>
                    <a:pt x="3526" y="16256"/>
                    <a:pt x="3526" y="16256"/>
                  </a:cubicBezTo>
                  <a:cubicBezTo>
                    <a:pt x="3085" y="16256"/>
                    <a:pt x="3085" y="16256"/>
                    <a:pt x="3085" y="16256"/>
                  </a:cubicBezTo>
                  <a:cubicBezTo>
                    <a:pt x="3085" y="16256"/>
                    <a:pt x="3085" y="16256"/>
                    <a:pt x="3085" y="16256"/>
                  </a:cubicBezTo>
                  <a:cubicBezTo>
                    <a:pt x="3085" y="16370"/>
                    <a:pt x="3085" y="16370"/>
                    <a:pt x="3085" y="16370"/>
                  </a:cubicBezTo>
                  <a:cubicBezTo>
                    <a:pt x="3526" y="16370"/>
                    <a:pt x="3526" y="16370"/>
                    <a:pt x="3526" y="16370"/>
                  </a:cubicBezTo>
                  <a:cubicBezTo>
                    <a:pt x="3526" y="16484"/>
                    <a:pt x="3526" y="16484"/>
                    <a:pt x="3526" y="16484"/>
                  </a:cubicBezTo>
                  <a:cubicBezTo>
                    <a:pt x="3967" y="16484"/>
                    <a:pt x="3967" y="16484"/>
                    <a:pt x="3967" y="16484"/>
                  </a:cubicBezTo>
                  <a:cubicBezTo>
                    <a:pt x="4408" y="16370"/>
                    <a:pt x="4408" y="16370"/>
                    <a:pt x="4408" y="16370"/>
                  </a:cubicBezTo>
                  <a:cubicBezTo>
                    <a:pt x="4848" y="16484"/>
                    <a:pt x="4848" y="16484"/>
                    <a:pt x="4848" y="16484"/>
                  </a:cubicBezTo>
                  <a:cubicBezTo>
                    <a:pt x="4848" y="16484"/>
                    <a:pt x="4848" y="16484"/>
                    <a:pt x="4848" y="16484"/>
                  </a:cubicBezTo>
                  <a:cubicBezTo>
                    <a:pt x="5289" y="16370"/>
                    <a:pt x="5289" y="16370"/>
                    <a:pt x="5289" y="16370"/>
                  </a:cubicBezTo>
                  <a:cubicBezTo>
                    <a:pt x="5289" y="16484"/>
                    <a:pt x="5289" y="16484"/>
                    <a:pt x="5289" y="16484"/>
                  </a:cubicBezTo>
                  <a:cubicBezTo>
                    <a:pt x="5289" y="16484"/>
                    <a:pt x="5289" y="16484"/>
                    <a:pt x="5289" y="16484"/>
                  </a:cubicBezTo>
                  <a:cubicBezTo>
                    <a:pt x="4848" y="16484"/>
                    <a:pt x="4848" y="16484"/>
                    <a:pt x="4848" y="16484"/>
                  </a:cubicBezTo>
                  <a:cubicBezTo>
                    <a:pt x="4848" y="16484"/>
                    <a:pt x="4848" y="16484"/>
                    <a:pt x="4848" y="16484"/>
                  </a:cubicBezTo>
                  <a:cubicBezTo>
                    <a:pt x="4408" y="16597"/>
                    <a:pt x="4408" y="16597"/>
                    <a:pt x="4408" y="16597"/>
                  </a:cubicBezTo>
                  <a:cubicBezTo>
                    <a:pt x="4408" y="16484"/>
                    <a:pt x="4408" y="16484"/>
                    <a:pt x="4408" y="16484"/>
                  </a:cubicBezTo>
                  <a:cubicBezTo>
                    <a:pt x="3526" y="16597"/>
                    <a:pt x="3526" y="16597"/>
                    <a:pt x="3526" y="16597"/>
                  </a:cubicBezTo>
                  <a:cubicBezTo>
                    <a:pt x="3526" y="16597"/>
                    <a:pt x="3526" y="16597"/>
                    <a:pt x="3526" y="16597"/>
                  </a:cubicBezTo>
                  <a:cubicBezTo>
                    <a:pt x="3526" y="16711"/>
                    <a:pt x="3526" y="16711"/>
                    <a:pt x="3526" y="16711"/>
                  </a:cubicBezTo>
                  <a:cubicBezTo>
                    <a:pt x="3967" y="16711"/>
                    <a:pt x="3967" y="16711"/>
                    <a:pt x="3967" y="16711"/>
                  </a:cubicBezTo>
                  <a:cubicBezTo>
                    <a:pt x="3967" y="16825"/>
                    <a:pt x="3967" y="16825"/>
                    <a:pt x="3967" y="16825"/>
                  </a:cubicBezTo>
                  <a:cubicBezTo>
                    <a:pt x="4408" y="16825"/>
                    <a:pt x="4408" y="16825"/>
                    <a:pt x="4408" y="16825"/>
                  </a:cubicBezTo>
                  <a:cubicBezTo>
                    <a:pt x="4848" y="16825"/>
                    <a:pt x="4848" y="16825"/>
                    <a:pt x="4848" y="16825"/>
                  </a:cubicBezTo>
                  <a:cubicBezTo>
                    <a:pt x="4848" y="16825"/>
                    <a:pt x="4848" y="16825"/>
                    <a:pt x="4848" y="16825"/>
                  </a:cubicBezTo>
                  <a:cubicBezTo>
                    <a:pt x="4408" y="16938"/>
                    <a:pt x="4408" y="16938"/>
                    <a:pt x="4408" y="16938"/>
                  </a:cubicBezTo>
                  <a:cubicBezTo>
                    <a:pt x="4408" y="16938"/>
                    <a:pt x="4408" y="16938"/>
                    <a:pt x="4408" y="16938"/>
                  </a:cubicBezTo>
                  <a:cubicBezTo>
                    <a:pt x="4408" y="16938"/>
                    <a:pt x="4408" y="16938"/>
                    <a:pt x="4408" y="16938"/>
                  </a:cubicBezTo>
                  <a:cubicBezTo>
                    <a:pt x="4408" y="17052"/>
                    <a:pt x="4408" y="17052"/>
                    <a:pt x="4408" y="17052"/>
                  </a:cubicBezTo>
                  <a:cubicBezTo>
                    <a:pt x="3967" y="17052"/>
                    <a:pt x="3967" y="17052"/>
                    <a:pt x="3967" y="17052"/>
                  </a:cubicBezTo>
                  <a:cubicBezTo>
                    <a:pt x="3967" y="17052"/>
                    <a:pt x="3967" y="17052"/>
                    <a:pt x="3967" y="17052"/>
                  </a:cubicBezTo>
                  <a:cubicBezTo>
                    <a:pt x="4408" y="17279"/>
                    <a:pt x="4408" y="17279"/>
                    <a:pt x="4408" y="17279"/>
                  </a:cubicBezTo>
                  <a:cubicBezTo>
                    <a:pt x="4408" y="17393"/>
                    <a:pt x="4408" y="17393"/>
                    <a:pt x="4408" y="17393"/>
                  </a:cubicBezTo>
                  <a:cubicBezTo>
                    <a:pt x="4408" y="17507"/>
                    <a:pt x="4408" y="17507"/>
                    <a:pt x="4408" y="17507"/>
                  </a:cubicBezTo>
                  <a:cubicBezTo>
                    <a:pt x="4848" y="17621"/>
                    <a:pt x="4848" y="17621"/>
                    <a:pt x="4848" y="17621"/>
                  </a:cubicBezTo>
                  <a:cubicBezTo>
                    <a:pt x="5289" y="17621"/>
                    <a:pt x="5289" y="17621"/>
                    <a:pt x="5289" y="17621"/>
                  </a:cubicBezTo>
                  <a:cubicBezTo>
                    <a:pt x="5289" y="17507"/>
                    <a:pt x="5289" y="17507"/>
                    <a:pt x="5289" y="17507"/>
                  </a:cubicBezTo>
                  <a:cubicBezTo>
                    <a:pt x="5289" y="17279"/>
                    <a:pt x="5289" y="17279"/>
                    <a:pt x="5289" y="17279"/>
                  </a:cubicBezTo>
                  <a:cubicBezTo>
                    <a:pt x="5730" y="17279"/>
                    <a:pt x="5730" y="17279"/>
                    <a:pt x="5730" y="17279"/>
                  </a:cubicBezTo>
                  <a:cubicBezTo>
                    <a:pt x="5730" y="17279"/>
                    <a:pt x="5730" y="17279"/>
                    <a:pt x="5730" y="17279"/>
                  </a:cubicBezTo>
                  <a:cubicBezTo>
                    <a:pt x="5289" y="17279"/>
                    <a:pt x="5289" y="17279"/>
                    <a:pt x="5289" y="17279"/>
                  </a:cubicBezTo>
                  <a:cubicBezTo>
                    <a:pt x="5289" y="17507"/>
                    <a:pt x="5289" y="17507"/>
                    <a:pt x="5289" y="17507"/>
                  </a:cubicBezTo>
                  <a:cubicBezTo>
                    <a:pt x="5289" y="17507"/>
                    <a:pt x="5289" y="17507"/>
                    <a:pt x="5289" y="17507"/>
                  </a:cubicBezTo>
                  <a:cubicBezTo>
                    <a:pt x="5730" y="17621"/>
                    <a:pt x="5730" y="17621"/>
                    <a:pt x="5730" y="17621"/>
                  </a:cubicBezTo>
                  <a:cubicBezTo>
                    <a:pt x="5730" y="17507"/>
                    <a:pt x="5730" y="17507"/>
                    <a:pt x="5730" y="17507"/>
                  </a:cubicBezTo>
                  <a:cubicBezTo>
                    <a:pt x="5730" y="17621"/>
                    <a:pt x="5730" y="17621"/>
                    <a:pt x="5730" y="17621"/>
                  </a:cubicBezTo>
                  <a:cubicBezTo>
                    <a:pt x="5289" y="17621"/>
                    <a:pt x="5289" y="17621"/>
                    <a:pt x="5289" y="17621"/>
                  </a:cubicBezTo>
                  <a:cubicBezTo>
                    <a:pt x="4848" y="17734"/>
                    <a:pt x="4848" y="17734"/>
                    <a:pt x="4848" y="17734"/>
                  </a:cubicBezTo>
                  <a:cubicBezTo>
                    <a:pt x="4848" y="17734"/>
                    <a:pt x="4848" y="17734"/>
                    <a:pt x="4848" y="17734"/>
                  </a:cubicBezTo>
                  <a:cubicBezTo>
                    <a:pt x="4848" y="17848"/>
                    <a:pt x="4848" y="17848"/>
                    <a:pt x="4848" y="17848"/>
                  </a:cubicBezTo>
                  <a:cubicBezTo>
                    <a:pt x="4848" y="17848"/>
                    <a:pt x="4848" y="17848"/>
                    <a:pt x="4848" y="17848"/>
                  </a:cubicBezTo>
                  <a:cubicBezTo>
                    <a:pt x="4848" y="17962"/>
                    <a:pt x="4848" y="17962"/>
                    <a:pt x="4848" y="17962"/>
                  </a:cubicBezTo>
                  <a:cubicBezTo>
                    <a:pt x="4408" y="17962"/>
                    <a:pt x="4408" y="17962"/>
                    <a:pt x="4408" y="17962"/>
                  </a:cubicBezTo>
                  <a:cubicBezTo>
                    <a:pt x="4408" y="18075"/>
                    <a:pt x="4408" y="18075"/>
                    <a:pt x="4408" y="18075"/>
                  </a:cubicBezTo>
                  <a:cubicBezTo>
                    <a:pt x="5289" y="18189"/>
                    <a:pt x="5289" y="18189"/>
                    <a:pt x="5289" y="18189"/>
                  </a:cubicBezTo>
                  <a:cubicBezTo>
                    <a:pt x="5730" y="18189"/>
                    <a:pt x="5730" y="18189"/>
                    <a:pt x="5730" y="18189"/>
                  </a:cubicBezTo>
                  <a:cubicBezTo>
                    <a:pt x="6171" y="18189"/>
                    <a:pt x="6171" y="18189"/>
                    <a:pt x="6171" y="18189"/>
                  </a:cubicBezTo>
                  <a:cubicBezTo>
                    <a:pt x="6171" y="18303"/>
                    <a:pt x="6171" y="18303"/>
                    <a:pt x="6171" y="18303"/>
                  </a:cubicBezTo>
                  <a:cubicBezTo>
                    <a:pt x="5730" y="18303"/>
                    <a:pt x="5730" y="18303"/>
                    <a:pt x="5730" y="18303"/>
                  </a:cubicBezTo>
                  <a:cubicBezTo>
                    <a:pt x="6171" y="18416"/>
                    <a:pt x="6171" y="18416"/>
                    <a:pt x="6171" y="18416"/>
                  </a:cubicBezTo>
                  <a:cubicBezTo>
                    <a:pt x="6171" y="18416"/>
                    <a:pt x="6171" y="18416"/>
                    <a:pt x="6171" y="18416"/>
                  </a:cubicBezTo>
                  <a:cubicBezTo>
                    <a:pt x="6612" y="18303"/>
                    <a:pt x="6612" y="18303"/>
                    <a:pt x="6612" y="18303"/>
                  </a:cubicBezTo>
                  <a:cubicBezTo>
                    <a:pt x="6612" y="18416"/>
                    <a:pt x="6612" y="18416"/>
                    <a:pt x="6612" y="18416"/>
                  </a:cubicBezTo>
                  <a:cubicBezTo>
                    <a:pt x="6171" y="18416"/>
                    <a:pt x="6171" y="18416"/>
                    <a:pt x="6171" y="18416"/>
                  </a:cubicBezTo>
                  <a:cubicBezTo>
                    <a:pt x="6171" y="18530"/>
                    <a:pt x="6171" y="18530"/>
                    <a:pt x="6171" y="18530"/>
                  </a:cubicBezTo>
                  <a:cubicBezTo>
                    <a:pt x="5730" y="18530"/>
                    <a:pt x="5730" y="18530"/>
                    <a:pt x="5730" y="18530"/>
                  </a:cubicBezTo>
                  <a:cubicBezTo>
                    <a:pt x="6171" y="18530"/>
                    <a:pt x="6171" y="18530"/>
                    <a:pt x="6171" y="18530"/>
                  </a:cubicBezTo>
                  <a:cubicBezTo>
                    <a:pt x="6171" y="18530"/>
                    <a:pt x="6171" y="18530"/>
                    <a:pt x="6171" y="18530"/>
                  </a:cubicBezTo>
                  <a:cubicBezTo>
                    <a:pt x="6171" y="18644"/>
                    <a:pt x="6171" y="18644"/>
                    <a:pt x="6171" y="18644"/>
                  </a:cubicBezTo>
                  <a:cubicBezTo>
                    <a:pt x="6612" y="18757"/>
                    <a:pt x="6612" y="18757"/>
                    <a:pt x="6612" y="18757"/>
                  </a:cubicBezTo>
                  <a:cubicBezTo>
                    <a:pt x="6612" y="18757"/>
                    <a:pt x="6612" y="18757"/>
                    <a:pt x="6612" y="18757"/>
                  </a:cubicBezTo>
                  <a:cubicBezTo>
                    <a:pt x="7053" y="18644"/>
                    <a:pt x="7053" y="18644"/>
                    <a:pt x="7053" y="18644"/>
                  </a:cubicBezTo>
                  <a:cubicBezTo>
                    <a:pt x="7053" y="18757"/>
                    <a:pt x="7053" y="18757"/>
                    <a:pt x="7053" y="18757"/>
                  </a:cubicBezTo>
                  <a:cubicBezTo>
                    <a:pt x="7053" y="18871"/>
                    <a:pt x="7053" y="18871"/>
                    <a:pt x="7053" y="18871"/>
                  </a:cubicBezTo>
                  <a:cubicBezTo>
                    <a:pt x="7053" y="18871"/>
                    <a:pt x="7053" y="18871"/>
                    <a:pt x="7053" y="18871"/>
                  </a:cubicBezTo>
                  <a:cubicBezTo>
                    <a:pt x="6612" y="18757"/>
                    <a:pt x="6612" y="18757"/>
                    <a:pt x="6612" y="18757"/>
                  </a:cubicBezTo>
                  <a:cubicBezTo>
                    <a:pt x="6612" y="18871"/>
                    <a:pt x="6612" y="18871"/>
                    <a:pt x="6612" y="18871"/>
                  </a:cubicBezTo>
                  <a:cubicBezTo>
                    <a:pt x="6612" y="18871"/>
                    <a:pt x="6612" y="18871"/>
                    <a:pt x="6612" y="18871"/>
                  </a:cubicBezTo>
                  <a:cubicBezTo>
                    <a:pt x="7053" y="18985"/>
                    <a:pt x="7053" y="18985"/>
                    <a:pt x="7053" y="18985"/>
                  </a:cubicBezTo>
                  <a:cubicBezTo>
                    <a:pt x="7053" y="18985"/>
                    <a:pt x="7053" y="18985"/>
                    <a:pt x="7053" y="18985"/>
                  </a:cubicBezTo>
                  <a:cubicBezTo>
                    <a:pt x="7053" y="19098"/>
                    <a:pt x="7053" y="19098"/>
                    <a:pt x="7053" y="19098"/>
                  </a:cubicBezTo>
                  <a:cubicBezTo>
                    <a:pt x="7053" y="19098"/>
                    <a:pt x="7053" y="19098"/>
                    <a:pt x="7053" y="19098"/>
                  </a:cubicBezTo>
                  <a:cubicBezTo>
                    <a:pt x="7493" y="19212"/>
                    <a:pt x="7493" y="19212"/>
                    <a:pt x="7493" y="19212"/>
                  </a:cubicBezTo>
                  <a:cubicBezTo>
                    <a:pt x="7934" y="19212"/>
                    <a:pt x="7934" y="19212"/>
                    <a:pt x="7934" y="19212"/>
                  </a:cubicBezTo>
                  <a:cubicBezTo>
                    <a:pt x="7493" y="19098"/>
                    <a:pt x="7493" y="19098"/>
                    <a:pt x="7493" y="19098"/>
                  </a:cubicBezTo>
                  <a:cubicBezTo>
                    <a:pt x="7934" y="18985"/>
                    <a:pt x="7934" y="18985"/>
                    <a:pt x="7934" y="18985"/>
                  </a:cubicBezTo>
                  <a:cubicBezTo>
                    <a:pt x="7493" y="18985"/>
                    <a:pt x="7493" y="18985"/>
                    <a:pt x="7493" y="18985"/>
                  </a:cubicBezTo>
                  <a:cubicBezTo>
                    <a:pt x="7934" y="18985"/>
                    <a:pt x="7934" y="18985"/>
                    <a:pt x="7934" y="18985"/>
                  </a:cubicBezTo>
                  <a:cubicBezTo>
                    <a:pt x="7934" y="19098"/>
                    <a:pt x="7934" y="19098"/>
                    <a:pt x="7934" y="19098"/>
                  </a:cubicBezTo>
                  <a:cubicBezTo>
                    <a:pt x="8375" y="19098"/>
                    <a:pt x="8375" y="19098"/>
                    <a:pt x="8375" y="19098"/>
                  </a:cubicBezTo>
                  <a:cubicBezTo>
                    <a:pt x="8375" y="19098"/>
                    <a:pt x="8375" y="19098"/>
                    <a:pt x="8375" y="19098"/>
                  </a:cubicBezTo>
                  <a:cubicBezTo>
                    <a:pt x="8816" y="18985"/>
                    <a:pt x="8816" y="18985"/>
                    <a:pt x="8816" y="18985"/>
                  </a:cubicBezTo>
                  <a:cubicBezTo>
                    <a:pt x="8816" y="18985"/>
                    <a:pt x="8816" y="18985"/>
                    <a:pt x="8816" y="18985"/>
                  </a:cubicBezTo>
                  <a:cubicBezTo>
                    <a:pt x="8375" y="18871"/>
                    <a:pt x="8375" y="18871"/>
                    <a:pt x="8375" y="18871"/>
                  </a:cubicBezTo>
                  <a:cubicBezTo>
                    <a:pt x="7934" y="18871"/>
                    <a:pt x="7934" y="18871"/>
                    <a:pt x="7934" y="18871"/>
                  </a:cubicBezTo>
                  <a:cubicBezTo>
                    <a:pt x="7934" y="18871"/>
                    <a:pt x="7934" y="18871"/>
                    <a:pt x="7934" y="18871"/>
                  </a:cubicBezTo>
                  <a:cubicBezTo>
                    <a:pt x="8375" y="18871"/>
                    <a:pt x="8375" y="18871"/>
                    <a:pt x="8375" y="18871"/>
                  </a:cubicBezTo>
                  <a:cubicBezTo>
                    <a:pt x="8816" y="18871"/>
                    <a:pt x="8816" y="18871"/>
                    <a:pt x="8816" y="18871"/>
                  </a:cubicBezTo>
                  <a:cubicBezTo>
                    <a:pt x="8816" y="18985"/>
                    <a:pt x="8816" y="18985"/>
                    <a:pt x="8816" y="18985"/>
                  </a:cubicBezTo>
                  <a:cubicBezTo>
                    <a:pt x="9257" y="18985"/>
                    <a:pt x="9257" y="18985"/>
                    <a:pt x="9257" y="18985"/>
                  </a:cubicBezTo>
                  <a:cubicBezTo>
                    <a:pt x="9257" y="18871"/>
                    <a:pt x="9257" y="18871"/>
                    <a:pt x="9257" y="18871"/>
                  </a:cubicBezTo>
                  <a:cubicBezTo>
                    <a:pt x="8816" y="18871"/>
                    <a:pt x="8816" y="18871"/>
                    <a:pt x="8816" y="18871"/>
                  </a:cubicBezTo>
                  <a:cubicBezTo>
                    <a:pt x="8375" y="18871"/>
                    <a:pt x="8375" y="18871"/>
                    <a:pt x="8375" y="18871"/>
                  </a:cubicBezTo>
                  <a:cubicBezTo>
                    <a:pt x="7934" y="18757"/>
                    <a:pt x="7934" y="18757"/>
                    <a:pt x="7934" y="18757"/>
                  </a:cubicBezTo>
                  <a:cubicBezTo>
                    <a:pt x="8375" y="18757"/>
                    <a:pt x="8375" y="18757"/>
                    <a:pt x="8375" y="18757"/>
                  </a:cubicBezTo>
                  <a:cubicBezTo>
                    <a:pt x="8816" y="18757"/>
                    <a:pt x="8816" y="18757"/>
                    <a:pt x="8816" y="18757"/>
                  </a:cubicBezTo>
                  <a:cubicBezTo>
                    <a:pt x="9697" y="18871"/>
                    <a:pt x="9697" y="18871"/>
                    <a:pt x="9697" y="18871"/>
                  </a:cubicBezTo>
                  <a:cubicBezTo>
                    <a:pt x="9697" y="18985"/>
                    <a:pt x="9697" y="18985"/>
                    <a:pt x="9697" y="18985"/>
                  </a:cubicBezTo>
                  <a:cubicBezTo>
                    <a:pt x="9257" y="19098"/>
                    <a:pt x="9257" y="19098"/>
                    <a:pt x="9257" y="19098"/>
                  </a:cubicBezTo>
                  <a:cubicBezTo>
                    <a:pt x="9257" y="19098"/>
                    <a:pt x="9257" y="19098"/>
                    <a:pt x="9257" y="19098"/>
                  </a:cubicBezTo>
                  <a:cubicBezTo>
                    <a:pt x="9697" y="19212"/>
                    <a:pt x="9697" y="19212"/>
                    <a:pt x="9697" y="19212"/>
                  </a:cubicBezTo>
                  <a:cubicBezTo>
                    <a:pt x="9697" y="19326"/>
                    <a:pt x="9697" y="19326"/>
                    <a:pt x="9697" y="19326"/>
                  </a:cubicBezTo>
                  <a:cubicBezTo>
                    <a:pt x="9257" y="19326"/>
                    <a:pt x="9257" y="19326"/>
                    <a:pt x="9257" y="19326"/>
                  </a:cubicBezTo>
                  <a:cubicBezTo>
                    <a:pt x="9697" y="19212"/>
                    <a:pt x="9697" y="19212"/>
                    <a:pt x="9697" y="19212"/>
                  </a:cubicBezTo>
                  <a:cubicBezTo>
                    <a:pt x="9257" y="19098"/>
                    <a:pt x="9257" y="19098"/>
                    <a:pt x="9257" y="19098"/>
                  </a:cubicBezTo>
                  <a:cubicBezTo>
                    <a:pt x="8816" y="19098"/>
                    <a:pt x="8816" y="19098"/>
                    <a:pt x="8816" y="19098"/>
                  </a:cubicBezTo>
                  <a:cubicBezTo>
                    <a:pt x="8816" y="19098"/>
                    <a:pt x="8816" y="19098"/>
                    <a:pt x="8816" y="19098"/>
                  </a:cubicBezTo>
                  <a:cubicBezTo>
                    <a:pt x="8816" y="19212"/>
                    <a:pt x="8816" y="19212"/>
                    <a:pt x="8816" y="19212"/>
                  </a:cubicBezTo>
                  <a:cubicBezTo>
                    <a:pt x="8816" y="19212"/>
                    <a:pt x="8816" y="19212"/>
                    <a:pt x="8816" y="19212"/>
                  </a:cubicBezTo>
                  <a:cubicBezTo>
                    <a:pt x="8816" y="19326"/>
                    <a:pt x="8816" y="19326"/>
                    <a:pt x="8816" y="19326"/>
                  </a:cubicBezTo>
                  <a:cubicBezTo>
                    <a:pt x="8816" y="19326"/>
                    <a:pt x="8816" y="19326"/>
                    <a:pt x="8816" y="19326"/>
                  </a:cubicBezTo>
                  <a:cubicBezTo>
                    <a:pt x="8375" y="19212"/>
                    <a:pt x="8375" y="19212"/>
                    <a:pt x="8375" y="19212"/>
                  </a:cubicBezTo>
                  <a:cubicBezTo>
                    <a:pt x="8375" y="19212"/>
                    <a:pt x="8375" y="19212"/>
                    <a:pt x="8375" y="19212"/>
                  </a:cubicBezTo>
                  <a:cubicBezTo>
                    <a:pt x="7934" y="19212"/>
                    <a:pt x="7934" y="19212"/>
                    <a:pt x="7934" y="19212"/>
                  </a:cubicBezTo>
                  <a:cubicBezTo>
                    <a:pt x="7493" y="19212"/>
                    <a:pt x="7493" y="19212"/>
                    <a:pt x="7493" y="19212"/>
                  </a:cubicBezTo>
                  <a:cubicBezTo>
                    <a:pt x="7053" y="19326"/>
                    <a:pt x="7053" y="19326"/>
                    <a:pt x="7053" y="19326"/>
                  </a:cubicBezTo>
                  <a:cubicBezTo>
                    <a:pt x="7493" y="19326"/>
                    <a:pt x="7493" y="19326"/>
                    <a:pt x="7493" y="19326"/>
                  </a:cubicBezTo>
                  <a:cubicBezTo>
                    <a:pt x="7493" y="19439"/>
                    <a:pt x="7493" y="19439"/>
                    <a:pt x="7493" y="19439"/>
                  </a:cubicBezTo>
                  <a:cubicBezTo>
                    <a:pt x="7934" y="19553"/>
                    <a:pt x="7934" y="19553"/>
                    <a:pt x="7934" y="19553"/>
                  </a:cubicBezTo>
                  <a:cubicBezTo>
                    <a:pt x="7934" y="19553"/>
                    <a:pt x="7934" y="19553"/>
                    <a:pt x="7934" y="19553"/>
                  </a:cubicBezTo>
                  <a:cubicBezTo>
                    <a:pt x="7934" y="19667"/>
                    <a:pt x="7934" y="19667"/>
                    <a:pt x="7934" y="19667"/>
                  </a:cubicBezTo>
                  <a:cubicBezTo>
                    <a:pt x="7934" y="19667"/>
                    <a:pt x="7934" y="19667"/>
                    <a:pt x="7934" y="19667"/>
                  </a:cubicBezTo>
                  <a:cubicBezTo>
                    <a:pt x="7934" y="19667"/>
                    <a:pt x="7934" y="19667"/>
                    <a:pt x="7934" y="19667"/>
                  </a:cubicBezTo>
                  <a:cubicBezTo>
                    <a:pt x="8375" y="19553"/>
                    <a:pt x="8375" y="19553"/>
                    <a:pt x="8375" y="19553"/>
                  </a:cubicBezTo>
                  <a:cubicBezTo>
                    <a:pt x="8375" y="19667"/>
                    <a:pt x="8375" y="19667"/>
                    <a:pt x="8375" y="19667"/>
                  </a:cubicBezTo>
                  <a:cubicBezTo>
                    <a:pt x="8816" y="19667"/>
                    <a:pt x="8816" y="19667"/>
                    <a:pt x="8816" y="19667"/>
                  </a:cubicBezTo>
                  <a:cubicBezTo>
                    <a:pt x="8816" y="19667"/>
                    <a:pt x="8816" y="19667"/>
                    <a:pt x="8816" y="19667"/>
                  </a:cubicBezTo>
                  <a:cubicBezTo>
                    <a:pt x="8375" y="19667"/>
                    <a:pt x="8375" y="19667"/>
                    <a:pt x="8375" y="19667"/>
                  </a:cubicBezTo>
                  <a:cubicBezTo>
                    <a:pt x="7934" y="19781"/>
                    <a:pt x="7934" y="19781"/>
                    <a:pt x="7934" y="19781"/>
                  </a:cubicBezTo>
                  <a:cubicBezTo>
                    <a:pt x="8375" y="19781"/>
                    <a:pt x="8375" y="19781"/>
                    <a:pt x="8375" y="19781"/>
                  </a:cubicBezTo>
                  <a:cubicBezTo>
                    <a:pt x="8816" y="19781"/>
                    <a:pt x="8816" y="19781"/>
                    <a:pt x="8816" y="19781"/>
                  </a:cubicBezTo>
                  <a:cubicBezTo>
                    <a:pt x="9257" y="19894"/>
                    <a:pt x="9257" y="19894"/>
                    <a:pt x="9257" y="19894"/>
                  </a:cubicBezTo>
                  <a:cubicBezTo>
                    <a:pt x="9257" y="19894"/>
                    <a:pt x="9257" y="19894"/>
                    <a:pt x="9257" y="19894"/>
                  </a:cubicBezTo>
                  <a:cubicBezTo>
                    <a:pt x="9697" y="19781"/>
                    <a:pt x="9697" y="19781"/>
                    <a:pt x="9697" y="19781"/>
                  </a:cubicBezTo>
                  <a:cubicBezTo>
                    <a:pt x="9257" y="19667"/>
                    <a:pt x="9257" y="19667"/>
                    <a:pt x="9257" y="19667"/>
                  </a:cubicBezTo>
                  <a:cubicBezTo>
                    <a:pt x="9697" y="19667"/>
                    <a:pt x="9697" y="19667"/>
                    <a:pt x="9697" y="19667"/>
                  </a:cubicBezTo>
                  <a:cubicBezTo>
                    <a:pt x="9257" y="19553"/>
                    <a:pt x="9257" y="19553"/>
                    <a:pt x="9257" y="19553"/>
                  </a:cubicBezTo>
                  <a:cubicBezTo>
                    <a:pt x="9257" y="19553"/>
                    <a:pt x="9257" y="19553"/>
                    <a:pt x="9257" y="19553"/>
                  </a:cubicBezTo>
                  <a:cubicBezTo>
                    <a:pt x="8816" y="19553"/>
                    <a:pt x="8816" y="19553"/>
                    <a:pt x="8816" y="19553"/>
                  </a:cubicBezTo>
                  <a:cubicBezTo>
                    <a:pt x="9257" y="19553"/>
                    <a:pt x="9257" y="19553"/>
                    <a:pt x="9257" y="19553"/>
                  </a:cubicBezTo>
                  <a:cubicBezTo>
                    <a:pt x="9257" y="19553"/>
                    <a:pt x="9257" y="19553"/>
                    <a:pt x="9257" y="19553"/>
                  </a:cubicBezTo>
                  <a:cubicBezTo>
                    <a:pt x="9257" y="19439"/>
                    <a:pt x="9257" y="19439"/>
                    <a:pt x="9257" y="19439"/>
                  </a:cubicBezTo>
                  <a:cubicBezTo>
                    <a:pt x="9257" y="19439"/>
                    <a:pt x="9257" y="19439"/>
                    <a:pt x="9257" y="19439"/>
                  </a:cubicBezTo>
                  <a:cubicBezTo>
                    <a:pt x="9697" y="19439"/>
                    <a:pt x="9697" y="19439"/>
                    <a:pt x="9697" y="19439"/>
                  </a:cubicBezTo>
                  <a:cubicBezTo>
                    <a:pt x="10138" y="19439"/>
                    <a:pt x="10138" y="19439"/>
                    <a:pt x="10138" y="19439"/>
                  </a:cubicBezTo>
                  <a:cubicBezTo>
                    <a:pt x="10138" y="19553"/>
                    <a:pt x="10138" y="19553"/>
                    <a:pt x="10138" y="19553"/>
                  </a:cubicBezTo>
                  <a:cubicBezTo>
                    <a:pt x="10138" y="19553"/>
                    <a:pt x="10138" y="19553"/>
                    <a:pt x="10138" y="19553"/>
                  </a:cubicBezTo>
                  <a:cubicBezTo>
                    <a:pt x="10579" y="19439"/>
                    <a:pt x="10579" y="19439"/>
                    <a:pt x="10579" y="19439"/>
                  </a:cubicBezTo>
                  <a:cubicBezTo>
                    <a:pt x="11020" y="19439"/>
                    <a:pt x="11020" y="19439"/>
                    <a:pt x="11020" y="19439"/>
                  </a:cubicBezTo>
                  <a:cubicBezTo>
                    <a:pt x="11020" y="19439"/>
                    <a:pt x="11020" y="19439"/>
                    <a:pt x="11020" y="19439"/>
                  </a:cubicBezTo>
                  <a:cubicBezTo>
                    <a:pt x="11461" y="19439"/>
                    <a:pt x="11461" y="19439"/>
                    <a:pt x="11461" y="19439"/>
                  </a:cubicBezTo>
                  <a:cubicBezTo>
                    <a:pt x="11902" y="19439"/>
                    <a:pt x="11902" y="19439"/>
                    <a:pt x="11902" y="19439"/>
                  </a:cubicBezTo>
                  <a:cubicBezTo>
                    <a:pt x="11902" y="19553"/>
                    <a:pt x="11902" y="19553"/>
                    <a:pt x="11902" y="19553"/>
                  </a:cubicBezTo>
                  <a:cubicBezTo>
                    <a:pt x="11461" y="19553"/>
                    <a:pt x="11461" y="19553"/>
                    <a:pt x="11461" y="19553"/>
                  </a:cubicBezTo>
                  <a:cubicBezTo>
                    <a:pt x="11461" y="19553"/>
                    <a:pt x="11461" y="19553"/>
                    <a:pt x="11461" y="19553"/>
                  </a:cubicBezTo>
                  <a:cubicBezTo>
                    <a:pt x="11461" y="19553"/>
                    <a:pt x="11461" y="19553"/>
                    <a:pt x="11461" y="19553"/>
                  </a:cubicBezTo>
                  <a:cubicBezTo>
                    <a:pt x="11020" y="19553"/>
                    <a:pt x="11020" y="19553"/>
                    <a:pt x="11020" y="19553"/>
                  </a:cubicBezTo>
                  <a:cubicBezTo>
                    <a:pt x="10579" y="19553"/>
                    <a:pt x="10579" y="19553"/>
                    <a:pt x="10579" y="19553"/>
                  </a:cubicBezTo>
                  <a:cubicBezTo>
                    <a:pt x="10138" y="19667"/>
                    <a:pt x="10138" y="19667"/>
                    <a:pt x="10138" y="19667"/>
                  </a:cubicBezTo>
                  <a:cubicBezTo>
                    <a:pt x="10138" y="19667"/>
                    <a:pt x="10138" y="19667"/>
                    <a:pt x="10138" y="19667"/>
                  </a:cubicBezTo>
                  <a:cubicBezTo>
                    <a:pt x="9697" y="19667"/>
                    <a:pt x="9697" y="19667"/>
                    <a:pt x="9697" y="19667"/>
                  </a:cubicBezTo>
                  <a:cubicBezTo>
                    <a:pt x="9697" y="19781"/>
                    <a:pt x="9697" y="19781"/>
                    <a:pt x="9697" y="19781"/>
                  </a:cubicBezTo>
                  <a:cubicBezTo>
                    <a:pt x="9697" y="19781"/>
                    <a:pt x="9697" y="19781"/>
                    <a:pt x="9697" y="19781"/>
                  </a:cubicBezTo>
                  <a:cubicBezTo>
                    <a:pt x="9697" y="19894"/>
                    <a:pt x="9697" y="19894"/>
                    <a:pt x="9697" y="19894"/>
                  </a:cubicBezTo>
                  <a:cubicBezTo>
                    <a:pt x="9257" y="19894"/>
                    <a:pt x="9257" y="19894"/>
                    <a:pt x="9257" y="19894"/>
                  </a:cubicBezTo>
                  <a:cubicBezTo>
                    <a:pt x="9257" y="19894"/>
                    <a:pt x="9257" y="19894"/>
                    <a:pt x="9257" y="19894"/>
                  </a:cubicBezTo>
                  <a:cubicBezTo>
                    <a:pt x="9697" y="19894"/>
                    <a:pt x="9697" y="19894"/>
                    <a:pt x="9697" y="19894"/>
                  </a:cubicBezTo>
                  <a:cubicBezTo>
                    <a:pt x="9697" y="20008"/>
                    <a:pt x="9697" y="20008"/>
                    <a:pt x="9697" y="20008"/>
                  </a:cubicBezTo>
                  <a:cubicBezTo>
                    <a:pt x="9697" y="20008"/>
                    <a:pt x="9697" y="20008"/>
                    <a:pt x="9697" y="20008"/>
                  </a:cubicBezTo>
                  <a:cubicBezTo>
                    <a:pt x="10138" y="20122"/>
                    <a:pt x="10138" y="20122"/>
                    <a:pt x="10138" y="20122"/>
                  </a:cubicBezTo>
                  <a:cubicBezTo>
                    <a:pt x="10579" y="20122"/>
                    <a:pt x="10579" y="20122"/>
                    <a:pt x="10579" y="20122"/>
                  </a:cubicBezTo>
                  <a:cubicBezTo>
                    <a:pt x="10579" y="20122"/>
                    <a:pt x="10579" y="20122"/>
                    <a:pt x="10579" y="20122"/>
                  </a:cubicBezTo>
                  <a:cubicBezTo>
                    <a:pt x="10579" y="20122"/>
                    <a:pt x="10579" y="20122"/>
                    <a:pt x="10579" y="20122"/>
                  </a:cubicBezTo>
                  <a:cubicBezTo>
                    <a:pt x="10579" y="20008"/>
                    <a:pt x="10579" y="20008"/>
                    <a:pt x="10579" y="20008"/>
                  </a:cubicBezTo>
                  <a:cubicBezTo>
                    <a:pt x="11020" y="20008"/>
                    <a:pt x="11020" y="20008"/>
                    <a:pt x="11020" y="20008"/>
                  </a:cubicBezTo>
                  <a:cubicBezTo>
                    <a:pt x="11020" y="20008"/>
                    <a:pt x="11020" y="20008"/>
                    <a:pt x="11020" y="20008"/>
                  </a:cubicBezTo>
                  <a:cubicBezTo>
                    <a:pt x="11020" y="19894"/>
                    <a:pt x="11020" y="19894"/>
                    <a:pt x="11020" y="19894"/>
                  </a:cubicBezTo>
                  <a:cubicBezTo>
                    <a:pt x="11020" y="19894"/>
                    <a:pt x="11020" y="19894"/>
                    <a:pt x="11020" y="19894"/>
                  </a:cubicBezTo>
                  <a:cubicBezTo>
                    <a:pt x="11461" y="19781"/>
                    <a:pt x="11461" y="19781"/>
                    <a:pt x="11461" y="19781"/>
                  </a:cubicBezTo>
                  <a:cubicBezTo>
                    <a:pt x="11461" y="19781"/>
                    <a:pt x="11461" y="19781"/>
                    <a:pt x="11461" y="19781"/>
                  </a:cubicBezTo>
                  <a:cubicBezTo>
                    <a:pt x="11902" y="19667"/>
                    <a:pt x="11902" y="19667"/>
                    <a:pt x="11902" y="19667"/>
                  </a:cubicBezTo>
                  <a:cubicBezTo>
                    <a:pt x="12342" y="19553"/>
                    <a:pt x="12342" y="19553"/>
                    <a:pt x="12342" y="19553"/>
                  </a:cubicBezTo>
                  <a:cubicBezTo>
                    <a:pt x="12342" y="19667"/>
                    <a:pt x="12342" y="19667"/>
                    <a:pt x="12342" y="19667"/>
                  </a:cubicBezTo>
                  <a:cubicBezTo>
                    <a:pt x="12342" y="19667"/>
                    <a:pt x="12342" y="19667"/>
                    <a:pt x="12342" y="19667"/>
                  </a:cubicBezTo>
                  <a:cubicBezTo>
                    <a:pt x="12783" y="19667"/>
                    <a:pt x="12783" y="19667"/>
                    <a:pt x="12783" y="19667"/>
                  </a:cubicBezTo>
                  <a:cubicBezTo>
                    <a:pt x="12783" y="19667"/>
                    <a:pt x="12783" y="19667"/>
                    <a:pt x="12783" y="19667"/>
                  </a:cubicBezTo>
                  <a:cubicBezTo>
                    <a:pt x="12342" y="19667"/>
                    <a:pt x="12342" y="19667"/>
                    <a:pt x="12342" y="19667"/>
                  </a:cubicBezTo>
                  <a:cubicBezTo>
                    <a:pt x="12342" y="19781"/>
                    <a:pt x="12342" y="19781"/>
                    <a:pt x="12342" y="19781"/>
                  </a:cubicBezTo>
                  <a:cubicBezTo>
                    <a:pt x="12342" y="19894"/>
                    <a:pt x="12342" y="19894"/>
                    <a:pt x="12342" y="19894"/>
                  </a:cubicBezTo>
                  <a:cubicBezTo>
                    <a:pt x="11902" y="19894"/>
                    <a:pt x="11902" y="19894"/>
                    <a:pt x="11902" y="19894"/>
                  </a:cubicBezTo>
                  <a:cubicBezTo>
                    <a:pt x="11902" y="20008"/>
                    <a:pt x="11902" y="20008"/>
                    <a:pt x="11902" y="20008"/>
                  </a:cubicBezTo>
                  <a:cubicBezTo>
                    <a:pt x="11902" y="20122"/>
                    <a:pt x="11902" y="20122"/>
                    <a:pt x="11902" y="20122"/>
                  </a:cubicBezTo>
                  <a:cubicBezTo>
                    <a:pt x="11902" y="20122"/>
                    <a:pt x="11902" y="20122"/>
                    <a:pt x="11902" y="20122"/>
                  </a:cubicBezTo>
                  <a:cubicBezTo>
                    <a:pt x="11461" y="20122"/>
                    <a:pt x="11461" y="20122"/>
                    <a:pt x="11461" y="20122"/>
                  </a:cubicBezTo>
                  <a:cubicBezTo>
                    <a:pt x="11461" y="20122"/>
                    <a:pt x="11461" y="20122"/>
                    <a:pt x="11461" y="20122"/>
                  </a:cubicBezTo>
                  <a:cubicBezTo>
                    <a:pt x="11902" y="20122"/>
                    <a:pt x="11902" y="20122"/>
                    <a:pt x="11902" y="20122"/>
                  </a:cubicBezTo>
                  <a:cubicBezTo>
                    <a:pt x="11902" y="20008"/>
                    <a:pt x="11902" y="20008"/>
                    <a:pt x="11902" y="20008"/>
                  </a:cubicBezTo>
                  <a:cubicBezTo>
                    <a:pt x="11461" y="20008"/>
                    <a:pt x="11461" y="20008"/>
                    <a:pt x="11461" y="20008"/>
                  </a:cubicBezTo>
                  <a:cubicBezTo>
                    <a:pt x="11461" y="20008"/>
                    <a:pt x="11461" y="20008"/>
                    <a:pt x="11461" y="20008"/>
                  </a:cubicBezTo>
                  <a:cubicBezTo>
                    <a:pt x="11461" y="20008"/>
                    <a:pt x="11461" y="20008"/>
                    <a:pt x="11461" y="20008"/>
                  </a:cubicBezTo>
                  <a:cubicBezTo>
                    <a:pt x="11020" y="20008"/>
                    <a:pt x="11020" y="20008"/>
                    <a:pt x="11020" y="20008"/>
                  </a:cubicBezTo>
                  <a:cubicBezTo>
                    <a:pt x="11020" y="20008"/>
                    <a:pt x="11020" y="20008"/>
                    <a:pt x="11020" y="20008"/>
                  </a:cubicBezTo>
                  <a:cubicBezTo>
                    <a:pt x="11020" y="20122"/>
                    <a:pt x="11020" y="20122"/>
                    <a:pt x="11020" y="20122"/>
                  </a:cubicBezTo>
                  <a:cubicBezTo>
                    <a:pt x="11020" y="20122"/>
                    <a:pt x="11020" y="20122"/>
                    <a:pt x="11020" y="20122"/>
                  </a:cubicBezTo>
                  <a:cubicBezTo>
                    <a:pt x="11902" y="20349"/>
                    <a:pt x="11902" y="20349"/>
                    <a:pt x="11902" y="20349"/>
                  </a:cubicBezTo>
                  <a:cubicBezTo>
                    <a:pt x="12342" y="20349"/>
                    <a:pt x="12342" y="20349"/>
                    <a:pt x="12342" y="20349"/>
                  </a:cubicBezTo>
                  <a:cubicBezTo>
                    <a:pt x="12783" y="20349"/>
                    <a:pt x="12783" y="20349"/>
                    <a:pt x="12783" y="20349"/>
                  </a:cubicBezTo>
                  <a:cubicBezTo>
                    <a:pt x="12783" y="20349"/>
                    <a:pt x="12783" y="20349"/>
                    <a:pt x="12783" y="20349"/>
                  </a:cubicBezTo>
                  <a:cubicBezTo>
                    <a:pt x="13224" y="20463"/>
                    <a:pt x="13224" y="20463"/>
                    <a:pt x="13224" y="20463"/>
                  </a:cubicBezTo>
                  <a:cubicBezTo>
                    <a:pt x="13224" y="20349"/>
                    <a:pt x="13224" y="20349"/>
                    <a:pt x="13224" y="20349"/>
                  </a:cubicBezTo>
                  <a:cubicBezTo>
                    <a:pt x="13665" y="20235"/>
                    <a:pt x="13665" y="20235"/>
                    <a:pt x="13665" y="20235"/>
                  </a:cubicBezTo>
                  <a:cubicBezTo>
                    <a:pt x="13224" y="20122"/>
                    <a:pt x="13224" y="20122"/>
                    <a:pt x="13224" y="20122"/>
                  </a:cubicBezTo>
                  <a:cubicBezTo>
                    <a:pt x="13224" y="20008"/>
                    <a:pt x="13224" y="20008"/>
                    <a:pt x="13224" y="20008"/>
                  </a:cubicBezTo>
                  <a:cubicBezTo>
                    <a:pt x="13224" y="20008"/>
                    <a:pt x="13224" y="20008"/>
                    <a:pt x="13224" y="20008"/>
                  </a:cubicBezTo>
                  <a:cubicBezTo>
                    <a:pt x="13224" y="19894"/>
                    <a:pt x="13224" y="19894"/>
                    <a:pt x="13224" y="19894"/>
                  </a:cubicBezTo>
                  <a:cubicBezTo>
                    <a:pt x="13224" y="19781"/>
                    <a:pt x="13224" y="19781"/>
                    <a:pt x="13224" y="19781"/>
                  </a:cubicBezTo>
                  <a:cubicBezTo>
                    <a:pt x="13224" y="19667"/>
                    <a:pt x="13224" y="19667"/>
                    <a:pt x="13224" y="19667"/>
                  </a:cubicBezTo>
                  <a:cubicBezTo>
                    <a:pt x="13224" y="19553"/>
                    <a:pt x="13224" y="19553"/>
                    <a:pt x="13224" y="19553"/>
                  </a:cubicBezTo>
                  <a:cubicBezTo>
                    <a:pt x="13665" y="19553"/>
                    <a:pt x="13665" y="19553"/>
                    <a:pt x="13665" y="19553"/>
                  </a:cubicBezTo>
                  <a:cubicBezTo>
                    <a:pt x="14546" y="19439"/>
                    <a:pt x="14546" y="19439"/>
                    <a:pt x="14546" y="19439"/>
                  </a:cubicBezTo>
                  <a:cubicBezTo>
                    <a:pt x="14546" y="19326"/>
                    <a:pt x="14546" y="19326"/>
                    <a:pt x="14546" y="19326"/>
                  </a:cubicBezTo>
                  <a:cubicBezTo>
                    <a:pt x="14987" y="19326"/>
                    <a:pt x="14987" y="19326"/>
                    <a:pt x="14987" y="19326"/>
                  </a:cubicBezTo>
                  <a:cubicBezTo>
                    <a:pt x="14987" y="19326"/>
                    <a:pt x="14987" y="19326"/>
                    <a:pt x="14987" y="19326"/>
                  </a:cubicBezTo>
                  <a:cubicBezTo>
                    <a:pt x="14987" y="19212"/>
                    <a:pt x="14987" y="19212"/>
                    <a:pt x="14987" y="19212"/>
                  </a:cubicBezTo>
                  <a:cubicBezTo>
                    <a:pt x="15428" y="19212"/>
                    <a:pt x="15428" y="19212"/>
                    <a:pt x="15428" y="19212"/>
                  </a:cubicBezTo>
                  <a:cubicBezTo>
                    <a:pt x="15869" y="19098"/>
                    <a:pt x="15869" y="19098"/>
                    <a:pt x="15869" y="19098"/>
                  </a:cubicBezTo>
                  <a:cubicBezTo>
                    <a:pt x="16310" y="19212"/>
                    <a:pt x="16310" y="19212"/>
                    <a:pt x="16310" y="19212"/>
                  </a:cubicBezTo>
                  <a:cubicBezTo>
                    <a:pt x="16310" y="19212"/>
                    <a:pt x="16310" y="19212"/>
                    <a:pt x="16310" y="19212"/>
                  </a:cubicBezTo>
                  <a:cubicBezTo>
                    <a:pt x="16751" y="19212"/>
                    <a:pt x="16751" y="19212"/>
                    <a:pt x="16751" y="19212"/>
                  </a:cubicBezTo>
                  <a:close/>
                  <a:moveTo>
                    <a:pt x="20277" y="21599"/>
                  </a:moveTo>
                  <a:cubicBezTo>
                    <a:pt x="20718" y="21599"/>
                    <a:pt x="20718" y="21599"/>
                    <a:pt x="20718" y="21599"/>
                  </a:cubicBezTo>
                  <a:cubicBezTo>
                    <a:pt x="20718" y="21599"/>
                    <a:pt x="20718" y="21599"/>
                    <a:pt x="20718" y="21599"/>
                  </a:cubicBezTo>
                  <a:cubicBezTo>
                    <a:pt x="20718" y="21599"/>
                    <a:pt x="20718" y="21599"/>
                    <a:pt x="20718" y="21599"/>
                  </a:cubicBezTo>
                  <a:cubicBezTo>
                    <a:pt x="20718" y="21599"/>
                    <a:pt x="20277" y="21599"/>
                    <a:pt x="20277" y="21599"/>
                  </a:cubicBezTo>
                  <a:close/>
                  <a:moveTo>
                    <a:pt x="2644" y="13301"/>
                  </a:moveTo>
                  <a:cubicBezTo>
                    <a:pt x="2204" y="13301"/>
                    <a:pt x="2204" y="13301"/>
                    <a:pt x="2204" y="13301"/>
                  </a:cubicBezTo>
                  <a:cubicBezTo>
                    <a:pt x="2204" y="13301"/>
                    <a:pt x="2204" y="13301"/>
                    <a:pt x="2204" y="13301"/>
                  </a:cubicBezTo>
                  <a:cubicBezTo>
                    <a:pt x="2204" y="13301"/>
                    <a:pt x="2204" y="13301"/>
                    <a:pt x="2204" y="13301"/>
                  </a:cubicBezTo>
                  <a:cubicBezTo>
                    <a:pt x="2644" y="13414"/>
                    <a:pt x="2644" y="13414"/>
                    <a:pt x="2644" y="13414"/>
                  </a:cubicBezTo>
                  <a:cubicBezTo>
                    <a:pt x="2644" y="13528"/>
                    <a:pt x="2644" y="13528"/>
                    <a:pt x="2644" y="13528"/>
                  </a:cubicBezTo>
                  <a:cubicBezTo>
                    <a:pt x="3085" y="13528"/>
                    <a:pt x="3085" y="13528"/>
                    <a:pt x="3085" y="13528"/>
                  </a:cubicBezTo>
                  <a:cubicBezTo>
                    <a:pt x="2644" y="13642"/>
                    <a:pt x="2644" y="13642"/>
                    <a:pt x="2644" y="13642"/>
                  </a:cubicBezTo>
                  <a:cubicBezTo>
                    <a:pt x="2644" y="13528"/>
                    <a:pt x="2644" y="13528"/>
                    <a:pt x="2644" y="13528"/>
                  </a:cubicBezTo>
                  <a:cubicBezTo>
                    <a:pt x="2204" y="13642"/>
                    <a:pt x="2204" y="13642"/>
                    <a:pt x="2204" y="13642"/>
                  </a:cubicBezTo>
                  <a:cubicBezTo>
                    <a:pt x="2204" y="13755"/>
                    <a:pt x="2204" y="13755"/>
                    <a:pt x="2204" y="13755"/>
                  </a:cubicBezTo>
                  <a:cubicBezTo>
                    <a:pt x="2204" y="13755"/>
                    <a:pt x="2204" y="13755"/>
                    <a:pt x="2204" y="13755"/>
                  </a:cubicBezTo>
                  <a:cubicBezTo>
                    <a:pt x="1763" y="13755"/>
                    <a:pt x="1763" y="13755"/>
                    <a:pt x="1763" y="13755"/>
                  </a:cubicBezTo>
                  <a:cubicBezTo>
                    <a:pt x="1322" y="13755"/>
                    <a:pt x="1322" y="13755"/>
                    <a:pt x="1322" y="13755"/>
                  </a:cubicBezTo>
                  <a:cubicBezTo>
                    <a:pt x="1322" y="13642"/>
                    <a:pt x="1322" y="13642"/>
                    <a:pt x="1322" y="13642"/>
                  </a:cubicBezTo>
                  <a:cubicBezTo>
                    <a:pt x="1322" y="13301"/>
                    <a:pt x="1322" y="13301"/>
                    <a:pt x="1322" y="13301"/>
                  </a:cubicBezTo>
                  <a:cubicBezTo>
                    <a:pt x="1322" y="13187"/>
                    <a:pt x="1322" y="13187"/>
                    <a:pt x="1322" y="13187"/>
                  </a:cubicBezTo>
                  <a:cubicBezTo>
                    <a:pt x="881" y="13187"/>
                    <a:pt x="881" y="13187"/>
                    <a:pt x="881" y="13187"/>
                  </a:cubicBezTo>
                  <a:cubicBezTo>
                    <a:pt x="881" y="13187"/>
                    <a:pt x="881" y="13187"/>
                    <a:pt x="881" y="13187"/>
                  </a:cubicBezTo>
                  <a:cubicBezTo>
                    <a:pt x="881" y="13073"/>
                    <a:pt x="881" y="13073"/>
                    <a:pt x="881" y="13073"/>
                  </a:cubicBezTo>
                  <a:cubicBezTo>
                    <a:pt x="1322" y="13073"/>
                    <a:pt x="1322" y="13073"/>
                    <a:pt x="1322" y="13073"/>
                  </a:cubicBezTo>
                  <a:cubicBezTo>
                    <a:pt x="1322" y="12960"/>
                    <a:pt x="1322" y="12960"/>
                    <a:pt x="1322" y="12960"/>
                  </a:cubicBezTo>
                  <a:cubicBezTo>
                    <a:pt x="1322" y="12960"/>
                    <a:pt x="1322" y="12960"/>
                    <a:pt x="1322" y="12960"/>
                  </a:cubicBezTo>
                  <a:cubicBezTo>
                    <a:pt x="1322" y="12846"/>
                    <a:pt x="1322" y="12846"/>
                    <a:pt x="1322" y="12846"/>
                  </a:cubicBezTo>
                  <a:cubicBezTo>
                    <a:pt x="1322" y="12846"/>
                    <a:pt x="1322" y="12846"/>
                    <a:pt x="1322" y="12846"/>
                  </a:cubicBezTo>
                  <a:cubicBezTo>
                    <a:pt x="1763" y="12846"/>
                    <a:pt x="1763" y="12846"/>
                    <a:pt x="1763" y="12846"/>
                  </a:cubicBezTo>
                  <a:cubicBezTo>
                    <a:pt x="2204" y="12846"/>
                    <a:pt x="2204" y="12846"/>
                    <a:pt x="2204" y="12846"/>
                  </a:cubicBezTo>
                  <a:cubicBezTo>
                    <a:pt x="2644" y="12960"/>
                    <a:pt x="2644" y="12960"/>
                    <a:pt x="2644" y="12960"/>
                  </a:cubicBezTo>
                  <a:cubicBezTo>
                    <a:pt x="2644" y="13073"/>
                    <a:pt x="2644" y="13073"/>
                    <a:pt x="2644" y="13073"/>
                  </a:cubicBezTo>
                  <a:cubicBezTo>
                    <a:pt x="2644" y="13187"/>
                    <a:pt x="2644" y="13187"/>
                    <a:pt x="2644" y="13187"/>
                  </a:cubicBezTo>
                  <a:cubicBezTo>
                    <a:pt x="2644" y="13187"/>
                    <a:pt x="2644" y="13187"/>
                    <a:pt x="2644" y="13187"/>
                  </a:cubicBezTo>
                  <a:cubicBezTo>
                    <a:pt x="2204" y="13187"/>
                    <a:pt x="2204" y="13187"/>
                    <a:pt x="2204" y="13187"/>
                  </a:cubicBezTo>
                  <a:cubicBezTo>
                    <a:pt x="2644" y="13301"/>
                    <a:pt x="2644" y="13301"/>
                    <a:pt x="2644" y="13301"/>
                  </a:cubicBezTo>
                  <a:cubicBezTo>
                    <a:pt x="2644" y="13301"/>
                    <a:pt x="2644" y="13301"/>
                    <a:pt x="2644" y="13301"/>
                  </a:cubicBezTo>
                  <a:cubicBezTo>
                    <a:pt x="2644" y="13301"/>
                    <a:pt x="2644" y="13301"/>
                    <a:pt x="2644" y="13301"/>
                  </a:cubicBezTo>
                  <a:close/>
                  <a:moveTo>
                    <a:pt x="3085" y="13073"/>
                  </a:moveTo>
                  <a:cubicBezTo>
                    <a:pt x="3526" y="13073"/>
                    <a:pt x="3526" y="13073"/>
                    <a:pt x="3526" y="13073"/>
                  </a:cubicBezTo>
                  <a:cubicBezTo>
                    <a:pt x="3526" y="13187"/>
                    <a:pt x="3526" y="13187"/>
                    <a:pt x="3526" y="13187"/>
                  </a:cubicBezTo>
                  <a:cubicBezTo>
                    <a:pt x="3526" y="13187"/>
                    <a:pt x="3526" y="13187"/>
                    <a:pt x="3526" y="13187"/>
                  </a:cubicBezTo>
                  <a:cubicBezTo>
                    <a:pt x="3085" y="13073"/>
                    <a:pt x="3085" y="13073"/>
                    <a:pt x="3085" y="13073"/>
                  </a:cubicBezTo>
                  <a:close/>
                  <a:moveTo>
                    <a:pt x="881" y="13983"/>
                  </a:moveTo>
                  <a:cubicBezTo>
                    <a:pt x="881" y="13983"/>
                    <a:pt x="881" y="13983"/>
                    <a:pt x="881" y="13983"/>
                  </a:cubicBezTo>
                  <a:cubicBezTo>
                    <a:pt x="1322" y="13983"/>
                    <a:pt x="1322" y="13983"/>
                    <a:pt x="1322" y="13983"/>
                  </a:cubicBezTo>
                  <a:cubicBezTo>
                    <a:pt x="1322" y="13983"/>
                    <a:pt x="1322" y="13983"/>
                    <a:pt x="1322" y="13983"/>
                  </a:cubicBezTo>
                  <a:cubicBezTo>
                    <a:pt x="881" y="13983"/>
                    <a:pt x="881" y="13983"/>
                    <a:pt x="881" y="13983"/>
                  </a:cubicBezTo>
                  <a:cubicBezTo>
                    <a:pt x="881" y="13983"/>
                    <a:pt x="881" y="13983"/>
                    <a:pt x="881" y="13983"/>
                  </a:cubicBezTo>
                  <a:close/>
                  <a:moveTo>
                    <a:pt x="3526" y="14096"/>
                  </a:moveTo>
                  <a:cubicBezTo>
                    <a:pt x="3967" y="13983"/>
                    <a:pt x="3967" y="13983"/>
                    <a:pt x="3967" y="13983"/>
                  </a:cubicBezTo>
                  <a:cubicBezTo>
                    <a:pt x="3967" y="14096"/>
                    <a:pt x="3967" y="14096"/>
                    <a:pt x="3967" y="14096"/>
                  </a:cubicBezTo>
                  <a:cubicBezTo>
                    <a:pt x="3526" y="14096"/>
                    <a:pt x="3526" y="14096"/>
                    <a:pt x="3526" y="14096"/>
                  </a:cubicBezTo>
                  <a:cubicBezTo>
                    <a:pt x="3526" y="14096"/>
                    <a:pt x="3526" y="14096"/>
                    <a:pt x="3526" y="14096"/>
                  </a:cubicBezTo>
                  <a:close/>
                  <a:moveTo>
                    <a:pt x="3085" y="14096"/>
                  </a:moveTo>
                  <a:cubicBezTo>
                    <a:pt x="3085" y="14096"/>
                    <a:pt x="3085" y="14096"/>
                    <a:pt x="3085" y="14096"/>
                  </a:cubicBezTo>
                  <a:cubicBezTo>
                    <a:pt x="3085" y="14210"/>
                    <a:pt x="3085" y="14210"/>
                    <a:pt x="3085" y="14210"/>
                  </a:cubicBezTo>
                  <a:cubicBezTo>
                    <a:pt x="3085" y="14210"/>
                    <a:pt x="3085" y="14210"/>
                    <a:pt x="3085" y="14210"/>
                  </a:cubicBezTo>
                  <a:cubicBezTo>
                    <a:pt x="3085" y="14096"/>
                    <a:pt x="3085" y="14096"/>
                    <a:pt x="3085" y="14096"/>
                  </a:cubicBezTo>
                  <a:cubicBezTo>
                    <a:pt x="2644" y="14096"/>
                    <a:pt x="2644" y="14096"/>
                    <a:pt x="2644" y="14096"/>
                  </a:cubicBezTo>
                  <a:cubicBezTo>
                    <a:pt x="3085" y="14096"/>
                    <a:pt x="3085" y="14096"/>
                    <a:pt x="3085" y="14096"/>
                  </a:cubicBezTo>
                  <a:close/>
                  <a:moveTo>
                    <a:pt x="2204" y="13983"/>
                  </a:moveTo>
                  <a:cubicBezTo>
                    <a:pt x="2204" y="13983"/>
                    <a:pt x="2204" y="13983"/>
                    <a:pt x="2204" y="13983"/>
                  </a:cubicBezTo>
                  <a:cubicBezTo>
                    <a:pt x="2644" y="13983"/>
                    <a:pt x="2644" y="13983"/>
                    <a:pt x="2644" y="13983"/>
                  </a:cubicBezTo>
                  <a:cubicBezTo>
                    <a:pt x="2204" y="14096"/>
                    <a:pt x="2204" y="14096"/>
                    <a:pt x="2204" y="14096"/>
                  </a:cubicBezTo>
                  <a:cubicBezTo>
                    <a:pt x="2204" y="13983"/>
                    <a:pt x="2204" y="13983"/>
                    <a:pt x="2204" y="13983"/>
                  </a:cubicBezTo>
                  <a:close/>
                  <a:moveTo>
                    <a:pt x="2204" y="14210"/>
                  </a:moveTo>
                  <a:cubicBezTo>
                    <a:pt x="2204" y="14210"/>
                    <a:pt x="2204" y="14210"/>
                    <a:pt x="2204" y="14210"/>
                  </a:cubicBezTo>
                  <a:cubicBezTo>
                    <a:pt x="2204" y="14210"/>
                    <a:pt x="2204" y="14210"/>
                    <a:pt x="2204" y="14210"/>
                  </a:cubicBezTo>
                  <a:cubicBezTo>
                    <a:pt x="2204" y="14210"/>
                    <a:pt x="2204" y="14210"/>
                    <a:pt x="2204" y="14210"/>
                  </a:cubicBezTo>
                  <a:cubicBezTo>
                    <a:pt x="2204" y="14210"/>
                    <a:pt x="2204" y="14210"/>
                    <a:pt x="2204" y="14210"/>
                  </a:cubicBezTo>
                  <a:close/>
                  <a:moveTo>
                    <a:pt x="1763" y="14324"/>
                  </a:moveTo>
                  <a:cubicBezTo>
                    <a:pt x="1763" y="14210"/>
                    <a:pt x="1763" y="14210"/>
                    <a:pt x="1763" y="14210"/>
                  </a:cubicBezTo>
                  <a:cubicBezTo>
                    <a:pt x="2204" y="14210"/>
                    <a:pt x="2204" y="14210"/>
                    <a:pt x="2204" y="14210"/>
                  </a:cubicBezTo>
                  <a:cubicBezTo>
                    <a:pt x="2204" y="14324"/>
                    <a:pt x="2204" y="14324"/>
                    <a:pt x="2204" y="14324"/>
                  </a:cubicBezTo>
                  <a:cubicBezTo>
                    <a:pt x="2204" y="14324"/>
                    <a:pt x="2204" y="14324"/>
                    <a:pt x="2204" y="14324"/>
                  </a:cubicBezTo>
                  <a:cubicBezTo>
                    <a:pt x="1763" y="14324"/>
                    <a:pt x="1763" y="14324"/>
                    <a:pt x="1763" y="14324"/>
                  </a:cubicBezTo>
                  <a:cubicBezTo>
                    <a:pt x="1763" y="14324"/>
                    <a:pt x="1763" y="14324"/>
                    <a:pt x="1763" y="14324"/>
                  </a:cubicBezTo>
                  <a:cubicBezTo>
                    <a:pt x="1763" y="14324"/>
                    <a:pt x="1763" y="14324"/>
                    <a:pt x="1763" y="14324"/>
                  </a:cubicBezTo>
                  <a:close/>
                  <a:moveTo>
                    <a:pt x="1322" y="14437"/>
                  </a:moveTo>
                  <a:cubicBezTo>
                    <a:pt x="1322" y="14551"/>
                    <a:pt x="1322" y="14551"/>
                    <a:pt x="1322" y="14551"/>
                  </a:cubicBezTo>
                  <a:cubicBezTo>
                    <a:pt x="1322" y="14551"/>
                    <a:pt x="1322" y="14551"/>
                    <a:pt x="1322" y="14551"/>
                  </a:cubicBezTo>
                  <a:cubicBezTo>
                    <a:pt x="1322" y="14551"/>
                    <a:pt x="1322" y="14551"/>
                    <a:pt x="1322" y="14551"/>
                  </a:cubicBezTo>
                  <a:cubicBezTo>
                    <a:pt x="1322" y="14437"/>
                    <a:pt x="1322" y="14437"/>
                    <a:pt x="1322" y="14437"/>
                  </a:cubicBezTo>
                  <a:close/>
                  <a:moveTo>
                    <a:pt x="3085" y="14437"/>
                  </a:moveTo>
                  <a:cubicBezTo>
                    <a:pt x="3085" y="14551"/>
                    <a:pt x="3085" y="14551"/>
                    <a:pt x="3085" y="14551"/>
                  </a:cubicBezTo>
                  <a:cubicBezTo>
                    <a:pt x="3085" y="14551"/>
                    <a:pt x="3085" y="14551"/>
                    <a:pt x="3085" y="14551"/>
                  </a:cubicBezTo>
                  <a:cubicBezTo>
                    <a:pt x="3085" y="14437"/>
                    <a:pt x="3085" y="14437"/>
                    <a:pt x="3085" y="14437"/>
                  </a:cubicBezTo>
                  <a:close/>
                  <a:moveTo>
                    <a:pt x="2644" y="14437"/>
                  </a:moveTo>
                  <a:cubicBezTo>
                    <a:pt x="3085" y="14324"/>
                    <a:pt x="3085" y="14324"/>
                    <a:pt x="3085" y="14324"/>
                  </a:cubicBezTo>
                  <a:cubicBezTo>
                    <a:pt x="3085" y="14437"/>
                    <a:pt x="3085" y="14437"/>
                    <a:pt x="3085" y="14437"/>
                  </a:cubicBezTo>
                  <a:cubicBezTo>
                    <a:pt x="2644" y="14437"/>
                    <a:pt x="2644" y="14437"/>
                    <a:pt x="2644" y="14437"/>
                  </a:cubicBezTo>
                  <a:close/>
                  <a:moveTo>
                    <a:pt x="1763" y="15119"/>
                  </a:moveTo>
                  <a:cubicBezTo>
                    <a:pt x="1763" y="15119"/>
                    <a:pt x="1763" y="15119"/>
                    <a:pt x="1763" y="15119"/>
                  </a:cubicBezTo>
                  <a:cubicBezTo>
                    <a:pt x="1763" y="15233"/>
                    <a:pt x="1763" y="15233"/>
                    <a:pt x="1763" y="15233"/>
                  </a:cubicBezTo>
                  <a:cubicBezTo>
                    <a:pt x="1763" y="15233"/>
                    <a:pt x="1763" y="15233"/>
                    <a:pt x="1763" y="15233"/>
                  </a:cubicBezTo>
                  <a:cubicBezTo>
                    <a:pt x="1763" y="15119"/>
                    <a:pt x="1763" y="15119"/>
                    <a:pt x="1763" y="15119"/>
                  </a:cubicBezTo>
                  <a:close/>
                  <a:moveTo>
                    <a:pt x="1763" y="14551"/>
                  </a:moveTo>
                  <a:cubicBezTo>
                    <a:pt x="1763" y="14437"/>
                    <a:pt x="1763" y="14437"/>
                    <a:pt x="1763" y="14437"/>
                  </a:cubicBezTo>
                  <a:cubicBezTo>
                    <a:pt x="1763" y="14437"/>
                    <a:pt x="1763" y="14437"/>
                    <a:pt x="1763" y="14437"/>
                  </a:cubicBezTo>
                  <a:cubicBezTo>
                    <a:pt x="2204" y="14437"/>
                    <a:pt x="2204" y="14437"/>
                    <a:pt x="2204" y="14437"/>
                  </a:cubicBezTo>
                  <a:cubicBezTo>
                    <a:pt x="2204" y="14437"/>
                    <a:pt x="2204" y="14437"/>
                    <a:pt x="2204" y="14437"/>
                  </a:cubicBezTo>
                  <a:cubicBezTo>
                    <a:pt x="1763" y="14551"/>
                    <a:pt x="1763" y="14551"/>
                    <a:pt x="1763" y="14551"/>
                  </a:cubicBezTo>
                  <a:cubicBezTo>
                    <a:pt x="1763" y="14551"/>
                    <a:pt x="1763" y="14551"/>
                    <a:pt x="1763" y="14551"/>
                  </a:cubicBezTo>
                  <a:close/>
                  <a:moveTo>
                    <a:pt x="881" y="14665"/>
                  </a:moveTo>
                  <a:cubicBezTo>
                    <a:pt x="440" y="14665"/>
                    <a:pt x="440" y="14665"/>
                    <a:pt x="440" y="14665"/>
                  </a:cubicBezTo>
                  <a:cubicBezTo>
                    <a:pt x="440" y="14551"/>
                    <a:pt x="440" y="14551"/>
                    <a:pt x="440" y="14551"/>
                  </a:cubicBezTo>
                  <a:cubicBezTo>
                    <a:pt x="881" y="14551"/>
                    <a:pt x="881" y="14551"/>
                    <a:pt x="881" y="14551"/>
                  </a:cubicBezTo>
                  <a:cubicBezTo>
                    <a:pt x="881" y="14665"/>
                    <a:pt x="881" y="14665"/>
                    <a:pt x="881" y="14665"/>
                  </a:cubicBezTo>
                  <a:cubicBezTo>
                    <a:pt x="881" y="14665"/>
                    <a:pt x="881" y="14665"/>
                    <a:pt x="881" y="14665"/>
                  </a:cubicBezTo>
                  <a:close/>
                  <a:moveTo>
                    <a:pt x="2204" y="15006"/>
                  </a:moveTo>
                  <a:cubicBezTo>
                    <a:pt x="2644" y="15006"/>
                    <a:pt x="2644" y="15006"/>
                    <a:pt x="2644" y="15006"/>
                  </a:cubicBezTo>
                  <a:cubicBezTo>
                    <a:pt x="2644" y="15006"/>
                    <a:pt x="2644" y="15006"/>
                    <a:pt x="2644" y="15006"/>
                  </a:cubicBezTo>
                  <a:cubicBezTo>
                    <a:pt x="2204" y="15006"/>
                    <a:pt x="2204" y="15006"/>
                    <a:pt x="2204" y="15006"/>
                  </a:cubicBezTo>
                  <a:close/>
                  <a:moveTo>
                    <a:pt x="2644" y="15119"/>
                  </a:moveTo>
                  <a:cubicBezTo>
                    <a:pt x="3085" y="15119"/>
                    <a:pt x="3085" y="15119"/>
                    <a:pt x="3085" y="15119"/>
                  </a:cubicBezTo>
                  <a:cubicBezTo>
                    <a:pt x="3085" y="15119"/>
                    <a:pt x="3085" y="15119"/>
                    <a:pt x="3085" y="15119"/>
                  </a:cubicBezTo>
                  <a:cubicBezTo>
                    <a:pt x="2644" y="15119"/>
                    <a:pt x="2644" y="15119"/>
                    <a:pt x="2644" y="15119"/>
                  </a:cubicBezTo>
                  <a:close/>
                  <a:moveTo>
                    <a:pt x="3526" y="14324"/>
                  </a:moveTo>
                  <a:cubicBezTo>
                    <a:pt x="3526" y="14210"/>
                    <a:pt x="3526" y="14210"/>
                    <a:pt x="3526" y="14210"/>
                  </a:cubicBezTo>
                  <a:cubicBezTo>
                    <a:pt x="3967" y="14324"/>
                    <a:pt x="3967" y="14324"/>
                    <a:pt x="3967" y="14324"/>
                  </a:cubicBezTo>
                  <a:cubicBezTo>
                    <a:pt x="3526" y="14324"/>
                    <a:pt x="3526" y="14324"/>
                    <a:pt x="3526" y="14324"/>
                  </a:cubicBezTo>
                  <a:cubicBezTo>
                    <a:pt x="3526" y="14324"/>
                    <a:pt x="3526" y="14324"/>
                    <a:pt x="3526" y="14324"/>
                  </a:cubicBezTo>
                  <a:close/>
                  <a:moveTo>
                    <a:pt x="3967" y="14324"/>
                  </a:moveTo>
                  <a:cubicBezTo>
                    <a:pt x="4408" y="14324"/>
                    <a:pt x="4408" y="14324"/>
                    <a:pt x="4408" y="14324"/>
                  </a:cubicBezTo>
                  <a:cubicBezTo>
                    <a:pt x="4408" y="14437"/>
                    <a:pt x="4408" y="14437"/>
                    <a:pt x="4408" y="14437"/>
                  </a:cubicBezTo>
                  <a:cubicBezTo>
                    <a:pt x="4848" y="14551"/>
                    <a:pt x="4848" y="14551"/>
                    <a:pt x="4848" y="14551"/>
                  </a:cubicBezTo>
                  <a:cubicBezTo>
                    <a:pt x="4848" y="14551"/>
                    <a:pt x="4848" y="14551"/>
                    <a:pt x="4848" y="14551"/>
                  </a:cubicBezTo>
                  <a:cubicBezTo>
                    <a:pt x="4408" y="14665"/>
                    <a:pt x="4408" y="14665"/>
                    <a:pt x="4408" y="14665"/>
                  </a:cubicBezTo>
                  <a:cubicBezTo>
                    <a:pt x="4408" y="14665"/>
                    <a:pt x="4408" y="14665"/>
                    <a:pt x="4408" y="14665"/>
                  </a:cubicBezTo>
                  <a:cubicBezTo>
                    <a:pt x="3967" y="14665"/>
                    <a:pt x="3967" y="14665"/>
                    <a:pt x="3967" y="14665"/>
                  </a:cubicBezTo>
                  <a:cubicBezTo>
                    <a:pt x="3967" y="14665"/>
                    <a:pt x="3967" y="14665"/>
                    <a:pt x="3967" y="14665"/>
                  </a:cubicBezTo>
                  <a:cubicBezTo>
                    <a:pt x="3526" y="14665"/>
                    <a:pt x="3526" y="14665"/>
                    <a:pt x="3526" y="14665"/>
                  </a:cubicBezTo>
                  <a:cubicBezTo>
                    <a:pt x="3526" y="14551"/>
                    <a:pt x="3526" y="14551"/>
                    <a:pt x="3526" y="14551"/>
                  </a:cubicBezTo>
                  <a:cubicBezTo>
                    <a:pt x="3526" y="14551"/>
                    <a:pt x="3526" y="14551"/>
                    <a:pt x="3526" y="14551"/>
                  </a:cubicBezTo>
                  <a:cubicBezTo>
                    <a:pt x="3967" y="14437"/>
                    <a:pt x="3967" y="14437"/>
                    <a:pt x="3967" y="14437"/>
                  </a:cubicBezTo>
                  <a:cubicBezTo>
                    <a:pt x="3967" y="14324"/>
                    <a:pt x="3967" y="14324"/>
                    <a:pt x="3967" y="14324"/>
                  </a:cubicBezTo>
                  <a:close/>
                  <a:moveTo>
                    <a:pt x="1763" y="14665"/>
                  </a:moveTo>
                  <a:cubicBezTo>
                    <a:pt x="2204" y="14551"/>
                    <a:pt x="2204" y="14551"/>
                    <a:pt x="2204" y="14551"/>
                  </a:cubicBezTo>
                  <a:cubicBezTo>
                    <a:pt x="3085" y="14551"/>
                    <a:pt x="3085" y="14551"/>
                    <a:pt x="3085" y="14551"/>
                  </a:cubicBezTo>
                  <a:cubicBezTo>
                    <a:pt x="2644" y="14665"/>
                    <a:pt x="2644" y="14665"/>
                    <a:pt x="2644" y="14665"/>
                  </a:cubicBezTo>
                  <a:cubicBezTo>
                    <a:pt x="2204" y="14665"/>
                    <a:pt x="2204" y="14665"/>
                    <a:pt x="2204" y="14665"/>
                  </a:cubicBezTo>
                  <a:cubicBezTo>
                    <a:pt x="2204" y="14665"/>
                    <a:pt x="2204" y="14665"/>
                    <a:pt x="2204" y="14665"/>
                  </a:cubicBezTo>
                  <a:cubicBezTo>
                    <a:pt x="2204" y="14665"/>
                    <a:pt x="1763" y="14665"/>
                    <a:pt x="1763" y="14665"/>
                  </a:cubicBezTo>
                  <a:close/>
                  <a:moveTo>
                    <a:pt x="2204" y="14778"/>
                  </a:moveTo>
                  <a:cubicBezTo>
                    <a:pt x="2204" y="14778"/>
                    <a:pt x="2204" y="14778"/>
                    <a:pt x="2204" y="14778"/>
                  </a:cubicBezTo>
                  <a:cubicBezTo>
                    <a:pt x="2644" y="14778"/>
                    <a:pt x="2644" y="14778"/>
                    <a:pt x="2644" y="14778"/>
                  </a:cubicBezTo>
                  <a:cubicBezTo>
                    <a:pt x="3085" y="14778"/>
                    <a:pt x="3085" y="14778"/>
                    <a:pt x="3085" y="14778"/>
                  </a:cubicBezTo>
                  <a:cubicBezTo>
                    <a:pt x="3085" y="14778"/>
                    <a:pt x="3085" y="14778"/>
                    <a:pt x="3085" y="14778"/>
                  </a:cubicBezTo>
                  <a:cubicBezTo>
                    <a:pt x="2204" y="14778"/>
                    <a:pt x="2204" y="14778"/>
                    <a:pt x="2204" y="14778"/>
                  </a:cubicBezTo>
                  <a:close/>
                  <a:moveTo>
                    <a:pt x="2644" y="14892"/>
                  </a:moveTo>
                  <a:cubicBezTo>
                    <a:pt x="3085" y="14778"/>
                    <a:pt x="3085" y="14778"/>
                    <a:pt x="3085" y="14778"/>
                  </a:cubicBezTo>
                  <a:cubicBezTo>
                    <a:pt x="3526" y="14778"/>
                    <a:pt x="3526" y="14778"/>
                    <a:pt x="3526" y="14778"/>
                  </a:cubicBezTo>
                  <a:cubicBezTo>
                    <a:pt x="3526" y="15006"/>
                    <a:pt x="3526" y="15006"/>
                    <a:pt x="3526" y="15006"/>
                  </a:cubicBezTo>
                  <a:cubicBezTo>
                    <a:pt x="3085" y="15006"/>
                    <a:pt x="3085" y="15006"/>
                    <a:pt x="3085" y="15006"/>
                  </a:cubicBezTo>
                  <a:cubicBezTo>
                    <a:pt x="3085" y="15006"/>
                    <a:pt x="3085" y="15006"/>
                    <a:pt x="3085" y="15006"/>
                  </a:cubicBezTo>
                  <a:cubicBezTo>
                    <a:pt x="2644" y="14892"/>
                    <a:pt x="2644" y="14892"/>
                    <a:pt x="2644" y="14892"/>
                  </a:cubicBezTo>
                  <a:cubicBezTo>
                    <a:pt x="2644" y="14892"/>
                    <a:pt x="2644" y="14892"/>
                    <a:pt x="2644" y="14892"/>
                  </a:cubicBezTo>
                  <a:close/>
                  <a:moveTo>
                    <a:pt x="2204" y="15119"/>
                  </a:moveTo>
                  <a:cubicBezTo>
                    <a:pt x="2204" y="15006"/>
                    <a:pt x="2204" y="15006"/>
                    <a:pt x="2204" y="15006"/>
                  </a:cubicBezTo>
                  <a:cubicBezTo>
                    <a:pt x="2204" y="15119"/>
                    <a:pt x="2204" y="15119"/>
                    <a:pt x="2204" y="15119"/>
                  </a:cubicBezTo>
                  <a:cubicBezTo>
                    <a:pt x="2644" y="15119"/>
                    <a:pt x="2644" y="15119"/>
                    <a:pt x="2644" y="15119"/>
                  </a:cubicBezTo>
                  <a:cubicBezTo>
                    <a:pt x="2644" y="15233"/>
                    <a:pt x="2644" y="15233"/>
                    <a:pt x="2644" y="15233"/>
                  </a:cubicBezTo>
                  <a:cubicBezTo>
                    <a:pt x="2204" y="15233"/>
                    <a:pt x="2204" y="15233"/>
                    <a:pt x="2204" y="15233"/>
                  </a:cubicBezTo>
                  <a:cubicBezTo>
                    <a:pt x="2204" y="15119"/>
                    <a:pt x="2204" y="15119"/>
                    <a:pt x="2204" y="15119"/>
                  </a:cubicBezTo>
                  <a:close/>
                  <a:moveTo>
                    <a:pt x="3085" y="16825"/>
                  </a:moveTo>
                  <a:cubicBezTo>
                    <a:pt x="3085" y="16825"/>
                    <a:pt x="3085" y="16825"/>
                    <a:pt x="3085" y="16825"/>
                  </a:cubicBezTo>
                  <a:cubicBezTo>
                    <a:pt x="3085" y="16825"/>
                    <a:pt x="3085" y="16825"/>
                    <a:pt x="3085" y="16825"/>
                  </a:cubicBezTo>
                  <a:cubicBezTo>
                    <a:pt x="3085" y="16825"/>
                    <a:pt x="3085" y="16825"/>
                    <a:pt x="3085" y="16825"/>
                  </a:cubicBezTo>
                  <a:cubicBezTo>
                    <a:pt x="2644" y="16711"/>
                    <a:pt x="2644" y="16711"/>
                    <a:pt x="2644" y="16711"/>
                  </a:cubicBezTo>
                  <a:cubicBezTo>
                    <a:pt x="2204" y="16597"/>
                    <a:pt x="2204" y="16597"/>
                    <a:pt x="2204" y="16597"/>
                  </a:cubicBezTo>
                  <a:cubicBezTo>
                    <a:pt x="2204" y="16484"/>
                    <a:pt x="2204" y="16484"/>
                    <a:pt x="2204" y="16484"/>
                  </a:cubicBezTo>
                  <a:cubicBezTo>
                    <a:pt x="2644" y="16484"/>
                    <a:pt x="2644" y="16484"/>
                    <a:pt x="2644" y="16484"/>
                  </a:cubicBezTo>
                  <a:cubicBezTo>
                    <a:pt x="3085" y="16484"/>
                    <a:pt x="3085" y="16484"/>
                    <a:pt x="3085" y="16484"/>
                  </a:cubicBezTo>
                  <a:cubicBezTo>
                    <a:pt x="3085" y="16597"/>
                    <a:pt x="3085" y="16597"/>
                    <a:pt x="3085" y="16597"/>
                  </a:cubicBezTo>
                  <a:cubicBezTo>
                    <a:pt x="3526" y="16711"/>
                    <a:pt x="3526" y="16711"/>
                    <a:pt x="3526" y="16711"/>
                  </a:cubicBezTo>
                  <a:cubicBezTo>
                    <a:pt x="3526" y="16711"/>
                    <a:pt x="3526" y="16711"/>
                    <a:pt x="3526" y="16711"/>
                  </a:cubicBezTo>
                  <a:cubicBezTo>
                    <a:pt x="3526" y="16825"/>
                    <a:pt x="3526" y="16825"/>
                    <a:pt x="3526" y="16825"/>
                  </a:cubicBezTo>
                  <a:cubicBezTo>
                    <a:pt x="3967" y="16938"/>
                    <a:pt x="3967" y="16938"/>
                    <a:pt x="3967" y="16938"/>
                  </a:cubicBezTo>
                  <a:cubicBezTo>
                    <a:pt x="3526" y="16938"/>
                    <a:pt x="3526" y="16938"/>
                    <a:pt x="3526" y="16938"/>
                  </a:cubicBezTo>
                  <a:cubicBezTo>
                    <a:pt x="3085" y="16938"/>
                    <a:pt x="3085" y="16938"/>
                    <a:pt x="3085" y="16938"/>
                  </a:cubicBezTo>
                  <a:cubicBezTo>
                    <a:pt x="3085" y="16825"/>
                    <a:pt x="3085" y="16825"/>
                    <a:pt x="3085" y="16825"/>
                  </a:cubicBezTo>
                  <a:close/>
                  <a:moveTo>
                    <a:pt x="1763" y="16711"/>
                  </a:moveTo>
                  <a:cubicBezTo>
                    <a:pt x="1763" y="16597"/>
                    <a:pt x="1763" y="16597"/>
                    <a:pt x="1763" y="16597"/>
                  </a:cubicBezTo>
                  <a:cubicBezTo>
                    <a:pt x="1763" y="16597"/>
                    <a:pt x="1763" y="16597"/>
                    <a:pt x="1763" y="16597"/>
                  </a:cubicBezTo>
                  <a:cubicBezTo>
                    <a:pt x="2204" y="16597"/>
                    <a:pt x="2204" y="16597"/>
                    <a:pt x="2204" y="16597"/>
                  </a:cubicBezTo>
                  <a:cubicBezTo>
                    <a:pt x="2644" y="16825"/>
                    <a:pt x="2644" y="16825"/>
                    <a:pt x="2644" y="16825"/>
                  </a:cubicBezTo>
                  <a:cubicBezTo>
                    <a:pt x="3085" y="16938"/>
                    <a:pt x="3085" y="16938"/>
                    <a:pt x="3085" y="16938"/>
                  </a:cubicBezTo>
                  <a:cubicBezTo>
                    <a:pt x="3085" y="17052"/>
                    <a:pt x="3085" y="17052"/>
                    <a:pt x="3085" y="17052"/>
                  </a:cubicBezTo>
                  <a:cubicBezTo>
                    <a:pt x="2644" y="17052"/>
                    <a:pt x="2644" y="17052"/>
                    <a:pt x="2644" y="17052"/>
                  </a:cubicBezTo>
                  <a:cubicBezTo>
                    <a:pt x="2644" y="17052"/>
                    <a:pt x="2644" y="17052"/>
                    <a:pt x="2644" y="17052"/>
                  </a:cubicBezTo>
                  <a:cubicBezTo>
                    <a:pt x="2204" y="16938"/>
                    <a:pt x="2204" y="16938"/>
                    <a:pt x="2204" y="16938"/>
                  </a:cubicBezTo>
                  <a:cubicBezTo>
                    <a:pt x="2204" y="16825"/>
                    <a:pt x="2204" y="16825"/>
                    <a:pt x="2204" y="16825"/>
                  </a:cubicBezTo>
                  <a:cubicBezTo>
                    <a:pt x="2204" y="16825"/>
                    <a:pt x="2204" y="16825"/>
                    <a:pt x="2204" y="16825"/>
                  </a:cubicBezTo>
                  <a:cubicBezTo>
                    <a:pt x="1763" y="16825"/>
                    <a:pt x="1763" y="16825"/>
                    <a:pt x="1763" y="16825"/>
                  </a:cubicBezTo>
                  <a:cubicBezTo>
                    <a:pt x="1763" y="16711"/>
                    <a:pt x="1763" y="16711"/>
                    <a:pt x="1763" y="16711"/>
                  </a:cubicBezTo>
                  <a:close/>
                  <a:moveTo>
                    <a:pt x="1763" y="16825"/>
                  </a:moveTo>
                  <a:cubicBezTo>
                    <a:pt x="1763" y="16825"/>
                    <a:pt x="1763" y="16825"/>
                    <a:pt x="1763" y="16825"/>
                  </a:cubicBezTo>
                  <a:cubicBezTo>
                    <a:pt x="2204" y="16938"/>
                    <a:pt x="2204" y="16938"/>
                    <a:pt x="2204" y="16938"/>
                  </a:cubicBezTo>
                  <a:cubicBezTo>
                    <a:pt x="2204" y="16938"/>
                    <a:pt x="2204" y="16938"/>
                    <a:pt x="2204" y="16938"/>
                  </a:cubicBezTo>
                  <a:cubicBezTo>
                    <a:pt x="2204" y="17052"/>
                    <a:pt x="2204" y="17052"/>
                    <a:pt x="2204" y="17052"/>
                  </a:cubicBezTo>
                  <a:cubicBezTo>
                    <a:pt x="1763" y="17052"/>
                    <a:pt x="1763" y="17052"/>
                    <a:pt x="1763" y="17052"/>
                  </a:cubicBezTo>
                  <a:cubicBezTo>
                    <a:pt x="1763" y="17052"/>
                    <a:pt x="1763" y="17052"/>
                    <a:pt x="1763" y="17052"/>
                  </a:cubicBezTo>
                  <a:cubicBezTo>
                    <a:pt x="1763" y="16938"/>
                    <a:pt x="1763" y="16938"/>
                    <a:pt x="1763" y="16938"/>
                  </a:cubicBezTo>
                  <a:cubicBezTo>
                    <a:pt x="1763" y="16825"/>
                    <a:pt x="1763" y="16825"/>
                    <a:pt x="1763" y="16825"/>
                  </a:cubicBezTo>
                  <a:close/>
                  <a:moveTo>
                    <a:pt x="2204" y="17393"/>
                  </a:moveTo>
                  <a:cubicBezTo>
                    <a:pt x="2204" y="17393"/>
                    <a:pt x="2204" y="17393"/>
                    <a:pt x="2204" y="17393"/>
                  </a:cubicBezTo>
                  <a:cubicBezTo>
                    <a:pt x="2204" y="17279"/>
                    <a:pt x="2204" y="17279"/>
                    <a:pt x="2204" y="17279"/>
                  </a:cubicBezTo>
                  <a:cubicBezTo>
                    <a:pt x="2204" y="17166"/>
                    <a:pt x="2204" y="17166"/>
                    <a:pt x="2204" y="17166"/>
                  </a:cubicBezTo>
                  <a:cubicBezTo>
                    <a:pt x="2204" y="17052"/>
                    <a:pt x="2204" y="17052"/>
                    <a:pt x="2204" y="17052"/>
                  </a:cubicBezTo>
                  <a:cubicBezTo>
                    <a:pt x="2204" y="17166"/>
                    <a:pt x="2204" y="17166"/>
                    <a:pt x="2204" y="17166"/>
                  </a:cubicBezTo>
                  <a:cubicBezTo>
                    <a:pt x="2644" y="17166"/>
                    <a:pt x="2644" y="17166"/>
                    <a:pt x="2644" y="17166"/>
                  </a:cubicBezTo>
                  <a:cubicBezTo>
                    <a:pt x="3085" y="17279"/>
                    <a:pt x="3085" y="17279"/>
                    <a:pt x="3085" y="17279"/>
                  </a:cubicBezTo>
                  <a:cubicBezTo>
                    <a:pt x="2644" y="17279"/>
                    <a:pt x="2644" y="17279"/>
                    <a:pt x="2644" y="17279"/>
                  </a:cubicBezTo>
                  <a:cubicBezTo>
                    <a:pt x="2204" y="17393"/>
                    <a:pt x="2204" y="17393"/>
                    <a:pt x="2204" y="17393"/>
                  </a:cubicBezTo>
                  <a:close/>
                  <a:moveTo>
                    <a:pt x="3085" y="17734"/>
                  </a:moveTo>
                  <a:cubicBezTo>
                    <a:pt x="2644" y="17734"/>
                    <a:pt x="2644" y="17734"/>
                    <a:pt x="2644" y="17734"/>
                  </a:cubicBezTo>
                  <a:cubicBezTo>
                    <a:pt x="2644" y="17734"/>
                    <a:pt x="2644" y="17734"/>
                    <a:pt x="2644" y="17734"/>
                  </a:cubicBezTo>
                  <a:cubicBezTo>
                    <a:pt x="2644" y="17734"/>
                    <a:pt x="2644" y="17734"/>
                    <a:pt x="2644" y="17734"/>
                  </a:cubicBezTo>
                  <a:cubicBezTo>
                    <a:pt x="2204" y="17621"/>
                    <a:pt x="2204" y="17621"/>
                    <a:pt x="2204" y="17621"/>
                  </a:cubicBezTo>
                  <a:cubicBezTo>
                    <a:pt x="2644" y="17621"/>
                    <a:pt x="2644" y="17621"/>
                    <a:pt x="2644" y="17621"/>
                  </a:cubicBezTo>
                  <a:cubicBezTo>
                    <a:pt x="3085" y="17621"/>
                    <a:pt x="3085" y="17621"/>
                    <a:pt x="3085" y="17621"/>
                  </a:cubicBezTo>
                  <a:cubicBezTo>
                    <a:pt x="3085" y="17734"/>
                    <a:pt x="3085" y="17734"/>
                    <a:pt x="3085" y="17734"/>
                  </a:cubicBezTo>
                  <a:close/>
                  <a:moveTo>
                    <a:pt x="3967" y="17734"/>
                  </a:moveTo>
                  <a:cubicBezTo>
                    <a:pt x="3967" y="17848"/>
                    <a:pt x="3967" y="17848"/>
                    <a:pt x="3967" y="17848"/>
                  </a:cubicBezTo>
                  <a:cubicBezTo>
                    <a:pt x="3526" y="17848"/>
                    <a:pt x="3526" y="17848"/>
                    <a:pt x="3526" y="17848"/>
                  </a:cubicBezTo>
                  <a:cubicBezTo>
                    <a:pt x="3085" y="17734"/>
                    <a:pt x="3085" y="17734"/>
                    <a:pt x="3085" y="17734"/>
                  </a:cubicBezTo>
                  <a:cubicBezTo>
                    <a:pt x="3085" y="17621"/>
                    <a:pt x="3085" y="17621"/>
                    <a:pt x="3085" y="17621"/>
                  </a:cubicBezTo>
                  <a:cubicBezTo>
                    <a:pt x="2644" y="17507"/>
                    <a:pt x="2644" y="17507"/>
                    <a:pt x="2644" y="17507"/>
                  </a:cubicBezTo>
                  <a:cubicBezTo>
                    <a:pt x="3085" y="17393"/>
                    <a:pt x="3085" y="17393"/>
                    <a:pt x="3085" y="17393"/>
                  </a:cubicBezTo>
                  <a:cubicBezTo>
                    <a:pt x="3526" y="17393"/>
                    <a:pt x="3526" y="17393"/>
                    <a:pt x="3526" y="17393"/>
                  </a:cubicBezTo>
                  <a:cubicBezTo>
                    <a:pt x="3526" y="17279"/>
                    <a:pt x="3526" y="17279"/>
                    <a:pt x="3526" y="17279"/>
                  </a:cubicBezTo>
                  <a:cubicBezTo>
                    <a:pt x="3526" y="17393"/>
                    <a:pt x="3526" y="17393"/>
                    <a:pt x="3526" y="17393"/>
                  </a:cubicBezTo>
                  <a:cubicBezTo>
                    <a:pt x="3085" y="17393"/>
                    <a:pt x="3085" y="17393"/>
                    <a:pt x="3085" y="17393"/>
                  </a:cubicBezTo>
                  <a:cubicBezTo>
                    <a:pt x="3085" y="17279"/>
                    <a:pt x="3085" y="17279"/>
                    <a:pt x="3085" y="17279"/>
                  </a:cubicBezTo>
                  <a:cubicBezTo>
                    <a:pt x="3085" y="17279"/>
                    <a:pt x="3085" y="17279"/>
                    <a:pt x="3085" y="17279"/>
                  </a:cubicBezTo>
                  <a:cubicBezTo>
                    <a:pt x="3085" y="17166"/>
                    <a:pt x="3085" y="17166"/>
                    <a:pt x="3085" y="17166"/>
                  </a:cubicBezTo>
                  <a:cubicBezTo>
                    <a:pt x="3085" y="17052"/>
                    <a:pt x="3085" y="17052"/>
                    <a:pt x="3085" y="17052"/>
                  </a:cubicBezTo>
                  <a:cubicBezTo>
                    <a:pt x="3085" y="17052"/>
                    <a:pt x="3085" y="17052"/>
                    <a:pt x="3085" y="17052"/>
                  </a:cubicBezTo>
                  <a:cubicBezTo>
                    <a:pt x="3526" y="17052"/>
                    <a:pt x="3526" y="17052"/>
                    <a:pt x="3526" y="17052"/>
                  </a:cubicBezTo>
                  <a:cubicBezTo>
                    <a:pt x="3967" y="17052"/>
                    <a:pt x="3967" y="17052"/>
                    <a:pt x="3967" y="17052"/>
                  </a:cubicBezTo>
                  <a:cubicBezTo>
                    <a:pt x="3967" y="17279"/>
                    <a:pt x="3967" y="17279"/>
                    <a:pt x="3967" y="17279"/>
                  </a:cubicBezTo>
                  <a:cubicBezTo>
                    <a:pt x="4408" y="17393"/>
                    <a:pt x="4408" y="17393"/>
                    <a:pt x="4408" y="17393"/>
                  </a:cubicBezTo>
                  <a:cubicBezTo>
                    <a:pt x="4408" y="17507"/>
                    <a:pt x="4408" y="17507"/>
                    <a:pt x="4408" y="17507"/>
                  </a:cubicBezTo>
                  <a:cubicBezTo>
                    <a:pt x="4408" y="17621"/>
                    <a:pt x="4408" y="17621"/>
                    <a:pt x="4408" y="17621"/>
                  </a:cubicBezTo>
                  <a:cubicBezTo>
                    <a:pt x="4408" y="17734"/>
                    <a:pt x="4408" y="17734"/>
                    <a:pt x="4408" y="17734"/>
                  </a:cubicBezTo>
                  <a:cubicBezTo>
                    <a:pt x="4408" y="17848"/>
                    <a:pt x="4408" y="17848"/>
                    <a:pt x="4408" y="17848"/>
                  </a:cubicBezTo>
                  <a:cubicBezTo>
                    <a:pt x="4408" y="17962"/>
                    <a:pt x="4408" y="17962"/>
                    <a:pt x="4408" y="17962"/>
                  </a:cubicBezTo>
                  <a:cubicBezTo>
                    <a:pt x="3967" y="17848"/>
                    <a:pt x="3967" y="17848"/>
                    <a:pt x="3967" y="17848"/>
                  </a:cubicBezTo>
                  <a:cubicBezTo>
                    <a:pt x="3967" y="17734"/>
                    <a:pt x="3967" y="17734"/>
                    <a:pt x="3967" y="17734"/>
                  </a:cubicBezTo>
                  <a:cubicBezTo>
                    <a:pt x="3967" y="17734"/>
                    <a:pt x="3967" y="17734"/>
                    <a:pt x="3967" y="17734"/>
                  </a:cubicBezTo>
                  <a:close/>
                  <a:moveTo>
                    <a:pt x="3526" y="18189"/>
                  </a:moveTo>
                  <a:cubicBezTo>
                    <a:pt x="3526" y="18075"/>
                    <a:pt x="3526" y="18075"/>
                    <a:pt x="3526" y="18075"/>
                  </a:cubicBezTo>
                  <a:cubicBezTo>
                    <a:pt x="3085" y="18075"/>
                    <a:pt x="3085" y="18075"/>
                    <a:pt x="3085" y="18075"/>
                  </a:cubicBezTo>
                  <a:cubicBezTo>
                    <a:pt x="3526" y="17962"/>
                    <a:pt x="3526" y="17962"/>
                    <a:pt x="3526" y="17962"/>
                  </a:cubicBezTo>
                  <a:cubicBezTo>
                    <a:pt x="3526" y="17962"/>
                    <a:pt x="3526" y="17962"/>
                    <a:pt x="3526" y="17962"/>
                  </a:cubicBezTo>
                  <a:cubicBezTo>
                    <a:pt x="3526" y="17962"/>
                    <a:pt x="3526" y="17962"/>
                    <a:pt x="3526" y="17962"/>
                  </a:cubicBezTo>
                  <a:cubicBezTo>
                    <a:pt x="3526" y="17962"/>
                    <a:pt x="3526" y="17962"/>
                    <a:pt x="3526" y="17962"/>
                  </a:cubicBezTo>
                  <a:cubicBezTo>
                    <a:pt x="3967" y="17962"/>
                    <a:pt x="3967" y="17962"/>
                    <a:pt x="3967" y="17962"/>
                  </a:cubicBezTo>
                  <a:cubicBezTo>
                    <a:pt x="3967" y="18075"/>
                    <a:pt x="3967" y="18075"/>
                    <a:pt x="3967" y="18075"/>
                  </a:cubicBezTo>
                  <a:cubicBezTo>
                    <a:pt x="3967" y="18075"/>
                    <a:pt x="3967" y="18075"/>
                    <a:pt x="3967" y="18075"/>
                  </a:cubicBezTo>
                  <a:cubicBezTo>
                    <a:pt x="3967" y="18189"/>
                    <a:pt x="3967" y="18189"/>
                    <a:pt x="3967" y="18189"/>
                  </a:cubicBezTo>
                  <a:cubicBezTo>
                    <a:pt x="3526" y="18189"/>
                    <a:pt x="3526" y="18189"/>
                    <a:pt x="3526" y="18189"/>
                  </a:cubicBezTo>
                  <a:close/>
                  <a:moveTo>
                    <a:pt x="3526" y="18303"/>
                  </a:moveTo>
                  <a:cubicBezTo>
                    <a:pt x="3526" y="18189"/>
                    <a:pt x="3526" y="18189"/>
                    <a:pt x="3526" y="18189"/>
                  </a:cubicBezTo>
                  <a:cubicBezTo>
                    <a:pt x="3967" y="18189"/>
                    <a:pt x="3967" y="18189"/>
                    <a:pt x="3967" y="18189"/>
                  </a:cubicBezTo>
                  <a:cubicBezTo>
                    <a:pt x="3526" y="18303"/>
                    <a:pt x="3526" y="18303"/>
                    <a:pt x="3526" y="18303"/>
                  </a:cubicBezTo>
                  <a:cubicBezTo>
                    <a:pt x="3526" y="18303"/>
                    <a:pt x="3526" y="18303"/>
                    <a:pt x="3526" y="18303"/>
                  </a:cubicBezTo>
                  <a:close/>
                  <a:moveTo>
                    <a:pt x="3967" y="18303"/>
                  </a:moveTo>
                  <a:cubicBezTo>
                    <a:pt x="4408" y="18303"/>
                    <a:pt x="4408" y="18303"/>
                    <a:pt x="4408" y="18303"/>
                  </a:cubicBezTo>
                  <a:cubicBezTo>
                    <a:pt x="4408" y="18416"/>
                    <a:pt x="4408" y="18416"/>
                    <a:pt x="4408" y="18416"/>
                  </a:cubicBezTo>
                  <a:cubicBezTo>
                    <a:pt x="3967" y="18416"/>
                    <a:pt x="3967" y="18416"/>
                    <a:pt x="3967" y="18416"/>
                  </a:cubicBezTo>
                  <a:cubicBezTo>
                    <a:pt x="3967" y="18303"/>
                    <a:pt x="3967" y="18303"/>
                    <a:pt x="3967" y="18303"/>
                  </a:cubicBezTo>
                  <a:cubicBezTo>
                    <a:pt x="3967" y="18303"/>
                    <a:pt x="3967" y="18303"/>
                    <a:pt x="3967" y="18303"/>
                  </a:cubicBezTo>
                  <a:close/>
                  <a:moveTo>
                    <a:pt x="4408" y="18189"/>
                  </a:moveTo>
                  <a:cubicBezTo>
                    <a:pt x="4408" y="18189"/>
                    <a:pt x="4408" y="18189"/>
                    <a:pt x="4408" y="18189"/>
                  </a:cubicBezTo>
                  <a:cubicBezTo>
                    <a:pt x="4408" y="18189"/>
                    <a:pt x="4408" y="18189"/>
                    <a:pt x="4408" y="18189"/>
                  </a:cubicBezTo>
                  <a:cubicBezTo>
                    <a:pt x="4848" y="18189"/>
                    <a:pt x="4848" y="18189"/>
                    <a:pt x="4848" y="18189"/>
                  </a:cubicBezTo>
                  <a:cubicBezTo>
                    <a:pt x="5289" y="18189"/>
                    <a:pt x="5289" y="18189"/>
                    <a:pt x="5289" y="18189"/>
                  </a:cubicBezTo>
                  <a:cubicBezTo>
                    <a:pt x="5289" y="18303"/>
                    <a:pt x="5289" y="18303"/>
                    <a:pt x="5289" y="18303"/>
                  </a:cubicBezTo>
                  <a:cubicBezTo>
                    <a:pt x="5730" y="18416"/>
                    <a:pt x="5730" y="18416"/>
                    <a:pt x="5730" y="18416"/>
                  </a:cubicBezTo>
                  <a:cubicBezTo>
                    <a:pt x="5289" y="18303"/>
                    <a:pt x="5289" y="18303"/>
                    <a:pt x="5289" y="18303"/>
                  </a:cubicBezTo>
                  <a:cubicBezTo>
                    <a:pt x="4848" y="18303"/>
                    <a:pt x="4848" y="18303"/>
                    <a:pt x="4848" y="18303"/>
                  </a:cubicBezTo>
                  <a:cubicBezTo>
                    <a:pt x="4408" y="18189"/>
                    <a:pt x="4408" y="18189"/>
                    <a:pt x="4408" y="18189"/>
                  </a:cubicBezTo>
                  <a:close/>
                  <a:moveTo>
                    <a:pt x="4408" y="18303"/>
                  </a:moveTo>
                  <a:cubicBezTo>
                    <a:pt x="4408" y="18303"/>
                    <a:pt x="4408" y="18303"/>
                    <a:pt x="4408" y="18303"/>
                  </a:cubicBezTo>
                  <a:cubicBezTo>
                    <a:pt x="4848" y="18416"/>
                    <a:pt x="4848" y="18416"/>
                    <a:pt x="4848" y="18416"/>
                  </a:cubicBezTo>
                  <a:cubicBezTo>
                    <a:pt x="5289" y="18530"/>
                    <a:pt x="5289" y="18530"/>
                    <a:pt x="5289" y="18530"/>
                  </a:cubicBezTo>
                  <a:cubicBezTo>
                    <a:pt x="5289" y="18644"/>
                    <a:pt x="5289" y="18644"/>
                    <a:pt x="5289" y="18644"/>
                  </a:cubicBezTo>
                  <a:cubicBezTo>
                    <a:pt x="4848" y="18644"/>
                    <a:pt x="4848" y="18644"/>
                    <a:pt x="4848" y="18644"/>
                  </a:cubicBezTo>
                  <a:cubicBezTo>
                    <a:pt x="4408" y="18416"/>
                    <a:pt x="4408" y="18416"/>
                    <a:pt x="4408" y="18416"/>
                  </a:cubicBezTo>
                  <a:cubicBezTo>
                    <a:pt x="4408" y="18303"/>
                    <a:pt x="4408" y="18303"/>
                    <a:pt x="4408" y="18303"/>
                  </a:cubicBezTo>
                  <a:close/>
                  <a:moveTo>
                    <a:pt x="4848" y="18757"/>
                  </a:moveTo>
                  <a:cubicBezTo>
                    <a:pt x="4408" y="18871"/>
                    <a:pt x="4408" y="18871"/>
                    <a:pt x="4408" y="18871"/>
                  </a:cubicBezTo>
                  <a:cubicBezTo>
                    <a:pt x="3967" y="18757"/>
                    <a:pt x="3967" y="18757"/>
                    <a:pt x="3967" y="18757"/>
                  </a:cubicBezTo>
                  <a:cubicBezTo>
                    <a:pt x="4408" y="18757"/>
                    <a:pt x="4408" y="18757"/>
                    <a:pt x="4408" y="18757"/>
                  </a:cubicBezTo>
                  <a:cubicBezTo>
                    <a:pt x="4408" y="18644"/>
                    <a:pt x="4408" y="18644"/>
                    <a:pt x="4408" y="18644"/>
                  </a:cubicBezTo>
                  <a:cubicBezTo>
                    <a:pt x="4408" y="18644"/>
                    <a:pt x="4408" y="18644"/>
                    <a:pt x="4408" y="18644"/>
                  </a:cubicBezTo>
                  <a:cubicBezTo>
                    <a:pt x="4408" y="18530"/>
                    <a:pt x="4408" y="18530"/>
                    <a:pt x="4408" y="18530"/>
                  </a:cubicBezTo>
                  <a:cubicBezTo>
                    <a:pt x="4848" y="18644"/>
                    <a:pt x="4848" y="18644"/>
                    <a:pt x="4848" y="18644"/>
                  </a:cubicBezTo>
                  <a:cubicBezTo>
                    <a:pt x="4848" y="18644"/>
                    <a:pt x="4848" y="18644"/>
                    <a:pt x="4848" y="18644"/>
                  </a:cubicBezTo>
                  <a:cubicBezTo>
                    <a:pt x="5730" y="18757"/>
                    <a:pt x="5730" y="18757"/>
                    <a:pt x="5730" y="18757"/>
                  </a:cubicBezTo>
                  <a:cubicBezTo>
                    <a:pt x="5730" y="18757"/>
                    <a:pt x="5730" y="18757"/>
                    <a:pt x="5730" y="18757"/>
                  </a:cubicBezTo>
                  <a:cubicBezTo>
                    <a:pt x="5289" y="18757"/>
                    <a:pt x="5289" y="18757"/>
                    <a:pt x="5289" y="18757"/>
                  </a:cubicBezTo>
                  <a:cubicBezTo>
                    <a:pt x="5289" y="18757"/>
                    <a:pt x="5289" y="18757"/>
                    <a:pt x="5289" y="18757"/>
                  </a:cubicBezTo>
                  <a:cubicBezTo>
                    <a:pt x="4848" y="18757"/>
                    <a:pt x="4848" y="18757"/>
                    <a:pt x="4848" y="18757"/>
                  </a:cubicBezTo>
                  <a:close/>
                  <a:moveTo>
                    <a:pt x="5289" y="19212"/>
                  </a:moveTo>
                  <a:cubicBezTo>
                    <a:pt x="4848" y="19212"/>
                    <a:pt x="4848" y="19212"/>
                    <a:pt x="4848" y="19212"/>
                  </a:cubicBezTo>
                  <a:cubicBezTo>
                    <a:pt x="4848" y="19098"/>
                    <a:pt x="4848" y="19098"/>
                    <a:pt x="4848" y="19098"/>
                  </a:cubicBezTo>
                  <a:cubicBezTo>
                    <a:pt x="4848" y="19098"/>
                    <a:pt x="4848" y="19098"/>
                    <a:pt x="4848" y="19098"/>
                  </a:cubicBezTo>
                  <a:cubicBezTo>
                    <a:pt x="4848" y="18985"/>
                    <a:pt x="4848" y="18985"/>
                    <a:pt x="4848" y="18985"/>
                  </a:cubicBezTo>
                  <a:cubicBezTo>
                    <a:pt x="4848" y="18985"/>
                    <a:pt x="4848" y="18985"/>
                    <a:pt x="4848" y="18985"/>
                  </a:cubicBezTo>
                  <a:cubicBezTo>
                    <a:pt x="4848" y="18985"/>
                    <a:pt x="4848" y="18985"/>
                    <a:pt x="4848" y="18985"/>
                  </a:cubicBezTo>
                  <a:cubicBezTo>
                    <a:pt x="4848" y="18985"/>
                    <a:pt x="4848" y="18985"/>
                    <a:pt x="4848" y="18985"/>
                  </a:cubicBezTo>
                  <a:cubicBezTo>
                    <a:pt x="5289" y="18985"/>
                    <a:pt x="5289" y="18985"/>
                    <a:pt x="5289" y="18985"/>
                  </a:cubicBezTo>
                  <a:cubicBezTo>
                    <a:pt x="5289" y="18985"/>
                    <a:pt x="5289" y="18985"/>
                    <a:pt x="5289" y="18985"/>
                  </a:cubicBezTo>
                  <a:cubicBezTo>
                    <a:pt x="5289" y="19098"/>
                    <a:pt x="5289" y="19098"/>
                    <a:pt x="5289" y="19098"/>
                  </a:cubicBezTo>
                  <a:cubicBezTo>
                    <a:pt x="4848" y="19098"/>
                    <a:pt x="4848" y="19098"/>
                    <a:pt x="4848" y="19098"/>
                  </a:cubicBezTo>
                  <a:cubicBezTo>
                    <a:pt x="5289" y="19212"/>
                    <a:pt x="5289" y="19212"/>
                    <a:pt x="5289" y="19212"/>
                  </a:cubicBezTo>
                  <a:close/>
                  <a:moveTo>
                    <a:pt x="5289" y="18985"/>
                  </a:moveTo>
                  <a:cubicBezTo>
                    <a:pt x="5289" y="18985"/>
                    <a:pt x="5289" y="18985"/>
                    <a:pt x="5289" y="18985"/>
                  </a:cubicBezTo>
                  <a:cubicBezTo>
                    <a:pt x="5730" y="18985"/>
                    <a:pt x="5730" y="18985"/>
                    <a:pt x="5730" y="18985"/>
                  </a:cubicBezTo>
                  <a:cubicBezTo>
                    <a:pt x="5730" y="18985"/>
                    <a:pt x="5730" y="18985"/>
                    <a:pt x="5730" y="18985"/>
                  </a:cubicBezTo>
                  <a:cubicBezTo>
                    <a:pt x="5730" y="19098"/>
                    <a:pt x="5730" y="19098"/>
                    <a:pt x="5730" y="19098"/>
                  </a:cubicBezTo>
                  <a:cubicBezTo>
                    <a:pt x="5730" y="19098"/>
                    <a:pt x="5730" y="19098"/>
                    <a:pt x="5730" y="19098"/>
                  </a:cubicBezTo>
                  <a:cubicBezTo>
                    <a:pt x="5730" y="19212"/>
                    <a:pt x="5730" y="19212"/>
                    <a:pt x="5730" y="19212"/>
                  </a:cubicBezTo>
                  <a:cubicBezTo>
                    <a:pt x="5730" y="19212"/>
                    <a:pt x="5730" y="19212"/>
                    <a:pt x="5730" y="19212"/>
                  </a:cubicBezTo>
                  <a:cubicBezTo>
                    <a:pt x="5289" y="19098"/>
                    <a:pt x="5289" y="19098"/>
                    <a:pt x="5289" y="19098"/>
                  </a:cubicBezTo>
                  <a:cubicBezTo>
                    <a:pt x="5289" y="19098"/>
                    <a:pt x="5289" y="19098"/>
                    <a:pt x="5289" y="19098"/>
                  </a:cubicBezTo>
                  <a:cubicBezTo>
                    <a:pt x="5289" y="18985"/>
                    <a:pt x="5289" y="18985"/>
                    <a:pt x="5289" y="18985"/>
                  </a:cubicBezTo>
                  <a:close/>
                  <a:moveTo>
                    <a:pt x="6171" y="19098"/>
                  </a:moveTo>
                  <a:cubicBezTo>
                    <a:pt x="6612" y="19098"/>
                    <a:pt x="6612" y="19098"/>
                    <a:pt x="6612" y="19098"/>
                  </a:cubicBezTo>
                  <a:cubicBezTo>
                    <a:pt x="6612" y="19212"/>
                    <a:pt x="6612" y="19212"/>
                    <a:pt x="6612" y="19212"/>
                  </a:cubicBezTo>
                  <a:cubicBezTo>
                    <a:pt x="6171" y="19212"/>
                    <a:pt x="6171" y="19212"/>
                    <a:pt x="6171" y="19212"/>
                  </a:cubicBezTo>
                  <a:cubicBezTo>
                    <a:pt x="6171" y="19098"/>
                    <a:pt x="6171" y="19098"/>
                    <a:pt x="6171" y="19098"/>
                  </a:cubicBezTo>
                  <a:cubicBezTo>
                    <a:pt x="6171" y="19098"/>
                    <a:pt x="6171" y="19098"/>
                    <a:pt x="6171" y="19098"/>
                  </a:cubicBezTo>
                  <a:close/>
                  <a:moveTo>
                    <a:pt x="5730" y="19439"/>
                  </a:moveTo>
                  <a:cubicBezTo>
                    <a:pt x="5730" y="19439"/>
                    <a:pt x="5730" y="19439"/>
                    <a:pt x="5730" y="19439"/>
                  </a:cubicBezTo>
                  <a:cubicBezTo>
                    <a:pt x="5730" y="19326"/>
                    <a:pt x="5730" y="19326"/>
                    <a:pt x="5730" y="19326"/>
                  </a:cubicBezTo>
                  <a:cubicBezTo>
                    <a:pt x="5730" y="19326"/>
                    <a:pt x="5730" y="19326"/>
                    <a:pt x="5730" y="19326"/>
                  </a:cubicBezTo>
                  <a:cubicBezTo>
                    <a:pt x="5730" y="19212"/>
                    <a:pt x="5730" y="19212"/>
                    <a:pt x="5730" y="19212"/>
                  </a:cubicBezTo>
                  <a:cubicBezTo>
                    <a:pt x="5730" y="19212"/>
                    <a:pt x="5730" y="19212"/>
                    <a:pt x="5730" y="19212"/>
                  </a:cubicBezTo>
                  <a:cubicBezTo>
                    <a:pt x="6171" y="19326"/>
                    <a:pt x="6171" y="19326"/>
                    <a:pt x="6171" y="19326"/>
                  </a:cubicBezTo>
                  <a:cubicBezTo>
                    <a:pt x="5730" y="19439"/>
                    <a:pt x="5730" y="19439"/>
                    <a:pt x="5730" y="19439"/>
                  </a:cubicBezTo>
                  <a:close/>
                  <a:moveTo>
                    <a:pt x="7053" y="19098"/>
                  </a:moveTo>
                  <a:cubicBezTo>
                    <a:pt x="6612" y="19098"/>
                    <a:pt x="6612" y="19098"/>
                    <a:pt x="6612" y="19098"/>
                  </a:cubicBezTo>
                  <a:cubicBezTo>
                    <a:pt x="6171" y="19098"/>
                    <a:pt x="6171" y="19098"/>
                    <a:pt x="6171" y="19098"/>
                  </a:cubicBezTo>
                  <a:cubicBezTo>
                    <a:pt x="6171" y="18871"/>
                    <a:pt x="6171" y="18871"/>
                    <a:pt x="6171" y="18871"/>
                  </a:cubicBezTo>
                  <a:cubicBezTo>
                    <a:pt x="6612" y="18871"/>
                    <a:pt x="6612" y="18871"/>
                    <a:pt x="6612" y="18871"/>
                  </a:cubicBezTo>
                  <a:cubicBezTo>
                    <a:pt x="6612" y="18985"/>
                    <a:pt x="6612" y="18985"/>
                    <a:pt x="6612" y="18985"/>
                  </a:cubicBezTo>
                  <a:cubicBezTo>
                    <a:pt x="7053" y="19098"/>
                    <a:pt x="7053" y="19098"/>
                    <a:pt x="7053" y="19098"/>
                  </a:cubicBezTo>
                  <a:cubicBezTo>
                    <a:pt x="7053" y="19098"/>
                    <a:pt x="7053" y="19098"/>
                    <a:pt x="7053" y="19098"/>
                  </a:cubicBezTo>
                  <a:cubicBezTo>
                    <a:pt x="7053" y="19098"/>
                    <a:pt x="7053" y="19098"/>
                    <a:pt x="7053" y="19098"/>
                  </a:cubicBezTo>
                  <a:close/>
                  <a:moveTo>
                    <a:pt x="7053" y="19326"/>
                  </a:moveTo>
                  <a:cubicBezTo>
                    <a:pt x="6612" y="19212"/>
                    <a:pt x="6612" y="19212"/>
                    <a:pt x="6612" y="19212"/>
                  </a:cubicBezTo>
                  <a:cubicBezTo>
                    <a:pt x="6612" y="19212"/>
                    <a:pt x="6612" y="19212"/>
                    <a:pt x="6612" y="19212"/>
                  </a:cubicBezTo>
                  <a:cubicBezTo>
                    <a:pt x="7053" y="19212"/>
                    <a:pt x="7053" y="19212"/>
                    <a:pt x="7053" y="19212"/>
                  </a:cubicBezTo>
                  <a:cubicBezTo>
                    <a:pt x="7053" y="19326"/>
                    <a:pt x="7053" y="19326"/>
                    <a:pt x="7053" y="19326"/>
                  </a:cubicBezTo>
                  <a:cubicBezTo>
                    <a:pt x="7053" y="19326"/>
                    <a:pt x="7053" y="19326"/>
                    <a:pt x="7053" y="19326"/>
                  </a:cubicBezTo>
                  <a:close/>
                  <a:moveTo>
                    <a:pt x="7053" y="19439"/>
                  </a:moveTo>
                  <a:cubicBezTo>
                    <a:pt x="6612" y="19326"/>
                    <a:pt x="6612" y="19326"/>
                    <a:pt x="6612" y="19326"/>
                  </a:cubicBezTo>
                  <a:cubicBezTo>
                    <a:pt x="6612" y="19326"/>
                    <a:pt x="6612" y="19326"/>
                    <a:pt x="6612" y="19326"/>
                  </a:cubicBezTo>
                  <a:cubicBezTo>
                    <a:pt x="6612" y="19212"/>
                    <a:pt x="6612" y="19212"/>
                    <a:pt x="6612" y="19212"/>
                  </a:cubicBezTo>
                  <a:cubicBezTo>
                    <a:pt x="7053" y="19326"/>
                    <a:pt x="7053" y="19326"/>
                    <a:pt x="7053" y="19326"/>
                  </a:cubicBezTo>
                  <a:cubicBezTo>
                    <a:pt x="7053" y="19439"/>
                    <a:pt x="7053" y="19439"/>
                    <a:pt x="7053" y="19439"/>
                  </a:cubicBezTo>
                  <a:cubicBezTo>
                    <a:pt x="7053" y="19439"/>
                    <a:pt x="7053" y="19439"/>
                    <a:pt x="7053" y="19439"/>
                  </a:cubicBezTo>
                  <a:close/>
                  <a:moveTo>
                    <a:pt x="7493" y="19667"/>
                  </a:moveTo>
                  <a:cubicBezTo>
                    <a:pt x="7493" y="19667"/>
                    <a:pt x="7493" y="19667"/>
                    <a:pt x="7493" y="19667"/>
                  </a:cubicBezTo>
                  <a:cubicBezTo>
                    <a:pt x="7053" y="19553"/>
                    <a:pt x="7053" y="19553"/>
                    <a:pt x="7053" y="19553"/>
                  </a:cubicBezTo>
                  <a:cubicBezTo>
                    <a:pt x="7053" y="19553"/>
                    <a:pt x="7053" y="19553"/>
                    <a:pt x="7053" y="19553"/>
                  </a:cubicBezTo>
                  <a:cubicBezTo>
                    <a:pt x="6612" y="19553"/>
                    <a:pt x="6612" y="19553"/>
                    <a:pt x="6612" y="19553"/>
                  </a:cubicBezTo>
                  <a:cubicBezTo>
                    <a:pt x="6612" y="19553"/>
                    <a:pt x="6612" y="19553"/>
                    <a:pt x="6612" y="19553"/>
                  </a:cubicBezTo>
                  <a:cubicBezTo>
                    <a:pt x="7053" y="19553"/>
                    <a:pt x="7053" y="19553"/>
                    <a:pt x="7053" y="19553"/>
                  </a:cubicBezTo>
                  <a:cubicBezTo>
                    <a:pt x="7053" y="19553"/>
                    <a:pt x="7053" y="19553"/>
                    <a:pt x="7053" y="19553"/>
                  </a:cubicBezTo>
                  <a:cubicBezTo>
                    <a:pt x="7493" y="19553"/>
                    <a:pt x="7493" y="19553"/>
                    <a:pt x="7493" y="19553"/>
                  </a:cubicBezTo>
                  <a:cubicBezTo>
                    <a:pt x="7493" y="19553"/>
                    <a:pt x="7493" y="19553"/>
                    <a:pt x="7493" y="19553"/>
                  </a:cubicBezTo>
                  <a:cubicBezTo>
                    <a:pt x="7493" y="19667"/>
                    <a:pt x="7493" y="19667"/>
                    <a:pt x="7493" y="19667"/>
                  </a:cubicBezTo>
                  <a:close/>
                  <a:moveTo>
                    <a:pt x="8816" y="20122"/>
                  </a:moveTo>
                  <a:cubicBezTo>
                    <a:pt x="8375" y="20122"/>
                    <a:pt x="8375" y="20122"/>
                    <a:pt x="8375" y="20122"/>
                  </a:cubicBezTo>
                  <a:cubicBezTo>
                    <a:pt x="7934" y="20122"/>
                    <a:pt x="7934" y="20122"/>
                    <a:pt x="7934" y="20122"/>
                  </a:cubicBezTo>
                  <a:cubicBezTo>
                    <a:pt x="7493" y="20122"/>
                    <a:pt x="7493" y="20122"/>
                    <a:pt x="7493" y="20122"/>
                  </a:cubicBezTo>
                  <a:cubicBezTo>
                    <a:pt x="7493" y="20008"/>
                    <a:pt x="7493" y="20008"/>
                    <a:pt x="7493" y="20008"/>
                  </a:cubicBezTo>
                  <a:cubicBezTo>
                    <a:pt x="7053" y="20008"/>
                    <a:pt x="7053" y="20008"/>
                    <a:pt x="7053" y="20008"/>
                  </a:cubicBezTo>
                  <a:cubicBezTo>
                    <a:pt x="6612" y="20008"/>
                    <a:pt x="6612" y="20008"/>
                    <a:pt x="6612" y="20008"/>
                  </a:cubicBezTo>
                  <a:cubicBezTo>
                    <a:pt x="6171" y="19894"/>
                    <a:pt x="6171" y="19894"/>
                    <a:pt x="6171" y="19894"/>
                  </a:cubicBezTo>
                  <a:cubicBezTo>
                    <a:pt x="6171" y="19781"/>
                    <a:pt x="6171" y="19781"/>
                    <a:pt x="6171" y="19781"/>
                  </a:cubicBezTo>
                  <a:cubicBezTo>
                    <a:pt x="6171" y="19781"/>
                    <a:pt x="6171" y="19781"/>
                    <a:pt x="6171" y="19781"/>
                  </a:cubicBezTo>
                  <a:cubicBezTo>
                    <a:pt x="6612" y="19781"/>
                    <a:pt x="6612" y="19781"/>
                    <a:pt x="6612" y="19781"/>
                  </a:cubicBezTo>
                  <a:cubicBezTo>
                    <a:pt x="7053" y="19894"/>
                    <a:pt x="7053" y="19894"/>
                    <a:pt x="7053" y="19894"/>
                  </a:cubicBezTo>
                  <a:cubicBezTo>
                    <a:pt x="7053" y="19894"/>
                    <a:pt x="7053" y="19894"/>
                    <a:pt x="7053" y="19894"/>
                  </a:cubicBezTo>
                  <a:cubicBezTo>
                    <a:pt x="7493" y="19894"/>
                    <a:pt x="7493" y="19894"/>
                    <a:pt x="7493" y="19894"/>
                  </a:cubicBezTo>
                  <a:cubicBezTo>
                    <a:pt x="7934" y="19894"/>
                    <a:pt x="7934" y="19894"/>
                    <a:pt x="7934" y="19894"/>
                  </a:cubicBezTo>
                  <a:cubicBezTo>
                    <a:pt x="8375" y="20008"/>
                    <a:pt x="8375" y="20008"/>
                    <a:pt x="8375" y="20008"/>
                  </a:cubicBezTo>
                  <a:cubicBezTo>
                    <a:pt x="8816" y="20008"/>
                    <a:pt x="8816" y="20008"/>
                    <a:pt x="8816" y="20008"/>
                  </a:cubicBezTo>
                  <a:cubicBezTo>
                    <a:pt x="8816" y="20008"/>
                    <a:pt x="8816" y="20008"/>
                    <a:pt x="8816" y="20008"/>
                  </a:cubicBezTo>
                  <a:cubicBezTo>
                    <a:pt x="9257" y="20122"/>
                    <a:pt x="9257" y="20122"/>
                    <a:pt x="9257" y="20122"/>
                  </a:cubicBezTo>
                  <a:cubicBezTo>
                    <a:pt x="9257" y="20122"/>
                    <a:pt x="9257" y="20122"/>
                    <a:pt x="9257" y="20122"/>
                  </a:cubicBezTo>
                  <a:cubicBezTo>
                    <a:pt x="9697" y="20122"/>
                    <a:pt x="9697" y="20122"/>
                    <a:pt x="9697" y="20122"/>
                  </a:cubicBezTo>
                  <a:cubicBezTo>
                    <a:pt x="9257" y="20122"/>
                    <a:pt x="9257" y="20122"/>
                    <a:pt x="9257" y="20122"/>
                  </a:cubicBezTo>
                  <a:cubicBezTo>
                    <a:pt x="9257" y="20122"/>
                    <a:pt x="9257" y="20122"/>
                    <a:pt x="9257" y="20122"/>
                  </a:cubicBezTo>
                  <a:cubicBezTo>
                    <a:pt x="8816" y="20122"/>
                    <a:pt x="8816" y="20122"/>
                    <a:pt x="8816" y="20122"/>
                  </a:cubicBezTo>
                  <a:close/>
                  <a:moveTo>
                    <a:pt x="7493" y="20122"/>
                  </a:moveTo>
                  <a:cubicBezTo>
                    <a:pt x="7493" y="20122"/>
                    <a:pt x="7493" y="20235"/>
                    <a:pt x="7493" y="20235"/>
                  </a:cubicBezTo>
                  <a:cubicBezTo>
                    <a:pt x="7053" y="20235"/>
                    <a:pt x="7053" y="20235"/>
                    <a:pt x="7053" y="20235"/>
                  </a:cubicBezTo>
                  <a:cubicBezTo>
                    <a:pt x="7493" y="20122"/>
                    <a:pt x="7493" y="20122"/>
                    <a:pt x="7493" y="20122"/>
                  </a:cubicBezTo>
                  <a:close/>
                  <a:moveTo>
                    <a:pt x="10138" y="20576"/>
                  </a:moveTo>
                  <a:cubicBezTo>
                    <a:pt x="10138" y="20576"/>
                    <a:pt x="10138" y="20576"/>
                    <a:pt x="10138" y="20576"/>
                  </a:cubicBezTo>
                  <a:cubicBezTo>
                    <a:pt x="10579" y="20576"/>
                    <a:pt x="10579" y="20576"/>
                    <a:pt x="10579" y="20576"/>
                  </a:cubicBezTo>
                  <a:cubicBezTo>
                    <a:pt x="10138" y="20576"/>
                    <a:pt x="10138" y="20576"/>
                    <a:pt x="10138" y="20576"/>
                  </a:cubicBezTo>
                  <a:cubicBezTo>
                    <a:pt x="10138" y="20576"/>
                    <a:pt x="10138" y="20576"/>
                    <a:pt x="10138" y="20576"/>
                  </a:cubicBezTo>
                  <a:cubicBezTo>
                    <a:pt x="10138" y="20576"/>
                    <a:pt x="10138" y="20576"/>
                    <a:pt x="10138" y="20576"/>
                  </a:cubicBezTo>
                  <a:close/>
                  <a:moveTo>
                    <a:pt x="11020" y="20576"/>
                  </a:moveTo>
                  <a:cubicBezTo>
                    <a:pt x="11020" y="20690"/>
                    <a:pt x="11020" y="20690"/>
                    <a:pt x="11020" y="20690"/>
                  </a:cubicBezTo>
                  <a:cubicBezTo>
                    <a:pt x="10579" y="20576"/>
                    <a:pt x="10579" y="20576"/>
                    <a:pt x="10579" y="20576"/>
                  </a:cubicBezTo>
                  <a:cubicBezTo>
                    <a:pt x="10579" y="20576"/>
                    <a:pt x="10579" y="20576"/>
                    <a:pt x="10579" y="20576"/>
                  </a:cubicBezTo>
                  <a:cubicBezTo>
                    <a:pt x="10138" y="20463"/>
                    <a:pt x="10138" y="20463"/>
                    <a:pt x="10138" y="20463"/>
                  </a:cubicBezTo>
                  <a:cubicBezTo>
                    <a:pt x="9697" y="20463"/>
                    <a:pt x="9697" y="20463"/>
                    <a:pt x="9697" y="20463"/>
                  </a:cubicBezTo>
                  <a:cubicBezTo>
                    <a:pt x="9697" y="20463"/>
                    <a:pt x="9697" y="20463"/>
                    <a:pt x="9697" y="20463"/>
                  </a:cubicBezTo>
                  <a:cubicBezTo>
                    <a:pt x="9257" y="20349"/>
                    <a:pt x="9257" y="20349"/>
                    <a:pt x="9257" y="20349"/>
                  </a:cubicBezTo>
                  <a:cubicBezTo>
                    <a:pt x="8816" y="20349"/>
                    <a:pt x="8816" y="20349"/>
                    <a:pt x="8816" y="20349"/>
                  </a:cubicBezTo>
                  <a:cubicBezTo>
                    <a:pt x="8816" y="20349"/>
                    <a:pt x="8816" y="20349"/>
                    <a:pt x="8816" y="20349"/>
                  </a:cubicBezTo>
                  <a:cubicBezTo>
                    <a:pt x="8375" y="20235"/>
                    <a:pt x="8375" y="20235"/>
                    <a:pt x="8375" y="20235"/>
                  </a:cubicBezTo>
                  <a:cubicBezTo>
                    <a:pt x="8375" y="20235"/>
                    <a:pt x="8375" y="20235"/>
                    <a:pt x="8375" y="20235"/>
                  </a:cubicBezTo>
                  <a:cubicBezTo>
                    <a:pt x="8375" y="20122"/>
                    <a:pt x="8375" y="20122"/>
                    <a:pt x="8375" y="20122"/>
                  </a:cubicBezTo>
                  <a:cubicBezTo>
                    <a:pt x="8816" y="20122"/>
                    <a:pt x="8816" y="20122"/>
                    <a:pt x="8816" y="20122"/>
                  </a:cubicBezTo>
                  <a:cubicBezTo>
                    <a:pt x="8816" y="20235"/>
                    <a:pt x="8816" y="20235"/>
                    <a:pt x="8816" y="20235"/>
                  </a:cubicBezTo>
                  <a:cubicBezTo>
                    <a:pt x="9257" y="20235"/>
                    <a:pt x="9257" y="20235"/>
                    <a:pt x="9257" y="20235"/>
                  </a:cubicBezTo>
                  <a:cubicBezTo>
                    <a:pt x="9697" y="20235"/>
                    <a:pt x="9697" y="20235"/>
                    <a:pt x="9697" y="20235"/>
                  </a:cubicBezTo>
                  <a:cubicBezTo>
                    <a:pt x="9697" y="20235"/>
                    <a:pt x="9697" y="20235"/>
                    <a:pt x="9697" y="20235"/>
                  </a:cubicBezTo>
                  <a:cubicBezTo>
                    <a:pt x="10579" y="20235"/>
                    <a:pt x="10579" y="20235"/>
                    <a:pt x="10579" y="20235"/>
                  </a:cubicBezTo>
                  <a:cubicBezTo>
                    <a:pt x="10579" y="20349"/>
                    <a:pt x="10579" y="20349"/>
                    <a:pt x="10579" y="20349"/>
                  </a:cubicBezTo>
                  <a:cubicBezTo>
                    <a:pt x="10579" y="20349"/>
                    <a:pt x="10579" y="20349"/>
                    <a:pt x="10579" y="20349"/>
                  </a:cubicBezTo>
                  <a:cubicBezTo>
                    <a:pt x="11020" y="20349"/>
                    <a:pt x="11020" y="20349"/>
                    <a:pt x="11020" y="20349"/>
                  </a:cubicBezTo>
                  <a:cubicBezTo>
                    <a:pt x="11461" y="20349"/>
                    <a:pt x="11461" y="20349"/>
                    <a:pt x="11461" y="20349"/>
                  </a:cubicBezTo>
                  <a:cubicBezTo>
                    <a:pt x="11461" y="20463"/>
                    <a:pt x="11461" y="20463"/>
                    <a:pt x="11461" y="20463"/>
                  </a:cubicBezTo>
                  <a:cubicBezTo>
                    <a:pt x="11461" y="20463"/>
                    <a:pt x="11461" y="20463"/>
                    <a:pt x="11461" y="20463"/>
                  </a:cubicBezTo>
                  <a:cubicBezTo>
                    <a:pt x="11020" y="20463"/>
                    <a:pt x="11020" y="20463"/>
                    <a:pt x="11020" y="20463"/>
                  </a:cubicBezTo>
                  <a:cubicBezTo>
                    <a:pt x="11461" y="20463"/>
                    <a:pt x="11461" y="20463"/>
                    <a:pt x="11461" y="20463"/>
                  </a:cubicBezTo>
                  <a:cubicBezTo>
                    <a:pt x="11461" y="20463"/>
                    <a:pt x="11461" y="20463"/>
                    <a:pt x="11461" y="20463"/>
                  </a:cubicBezTo>
                  <a:cubicBezTo>
                    <a:pt x="11020" y="20576"/>
                    <a:pt x="11020" y="20576"/>
                    <a:pt x="11020" y="20576"/>
                  </a:cubicBezTo>
                  <a:cubicBezTo>
                    <a:pt x="11020" y="20576"/>
                    <a:pt x="11020" y="20576"/>
                    <a:pt x="11020" y="20576"/>
                  </a:cubicBezTo>
                  <a:close/>
                  <a:moveTo>
                    <a:pt x="11461" y="20576"/>
                  </a:moveTo>
                  <a:cubicBezTo>
                    <a:pt x="11461" y="20690"/>
                    <a:pt x="11461" y="20690"/>
                    <a:pt x="11461" y="20690"/>
                  </a:cubicBezTo>
                  <a:cubicBezTo>
                    <a:pt x="11461" y="20690"/>
                    <a:pt x="11461" y="20690"/>
                    <a:pt x="11461" y="20690"/>
                  </a:cubicBezTo>
                  <a:cubicBezTo>
                    <a:pt x="11461" y="20690"/>
                    <a:pt x="11461" y="20690"/>
                    <a:pt x="11461" y="20690"/>
                  </a:cubicBezTo>
                  <a:cubicBezTo>
                    <a:pt x="11902" y="20576"/>
                    <a:pt x="11902" y="20576"/>
                    <a:pt x="11902" y="20576"/>
                  </a:cubicBezTo>
                  <a:cubicBezTo>
                    <a:pt x="11902" y="20576"/>
                    <a:pt x="11902" y="20576"/>
                    <a:pt x="11902" y="20576"/>
                  </a:cubicBezTo>
                  <a:cubicBezTo>
                    <a:pt x="11902" y="20576"/>
                    <a:pt x="11902" y="20576"/>
                    <a:pt x="11902" y="20576"/>
                  </a:cubicBezTo>
                  <a:cubicBezTo>
                    <a:pt x="11461" y="20576"/>
                    <a:pt x="11461" y="20576"/>
                    <a:pt x="11461" y="20576"/>
                  </a:cubicBezTo>
                  <a:close/>
                  <a:moveTo>
                    <a:pt x="13665" y="20463"/>
                  </a:moveTo>
                  <a:cubicBezTo>
                    <a:pt x="13665" y="20576"/>
                    <a:pt x="13665" y="20576"/>
                    <a:pt x="13665" y="20576"/>
                  </a:cubicBezTo>
                  <a:cubicBezTo>
                    <a:pt x="13665" y="20690"/>
                    <a:pt x="13665" y="20690"/>
                    <a:pt x="13665" y="20690"/>
                  </a:cubicBezTo>
                  <a:cubicBezTo>
                    <a:pt x="13665" y="20690"/>
                    <a:pt x="13665" y="20690"/>
                    <a:pt x="13665" y="20690"/>
                  </a:cubicBezTo>
                  <a:cubicBezTo>
                    <a:pt x="13224" y="20690"/>
                    <a:pt x="13224" y="20690"/>
                    <a:pt x="13224" y="20690"/>
                  </a:cubicBezTo>
                  <a:cubicBezTo>
                    <a:pt x="13224" y="20576"/>
                    <a:pt x="13224" y="20576"/>
                    <a:pt x="13224" y="20576"/>
                  </a:cubicBezTo>
                  <a:cubicBezTo>
                    <a:pt x="12783" y="20690"/>
                    <a:pt x="12783" y="20690"/>
                    <a:pt x="12783" y="20690"/>
                  </a:cubicBezTo>
                  <a:cubicBezTo>
                    <a:pt x="12783" y="20576"/>
                    <a:pt x="12783" y="20576"/>
                    <a:pt x="12783" y="20576"/>
                  </a:cubicBezTo>
                  <a:cubicBezTo>
                    <a:pt x="12342" y="20576"/>
                    <a:pt x="12342" y="20576"/>
                    <a:pt x="12342" y="20576"/>
                  </a:cubicBezTo>
                  <a:cubicBezTo>
                    <a:pt x="12342" y="20576"/>
                    <a:pt x="12342" y="20576"/>
                    <a:pt x="12342" y="20576"/>
                  </a:cubicBezTo>
                  <a:cubicBezTo>
                    <a:pt x="11902" y="20576"/>
                    <a:pt x="11902" y="20576"/>
                    <a:pt x="11902" y="20576"/>
                  </a:cubicBezTo>
                  <a:cubicBezTo>
                    <a:pt x="11902" y="20576"/>
                    <a:pt x="11902" y="20576"/>
                    <a:pt x="11902" y="20576"/>
                  </a:cubicBezTo>
                  <a:cubicBezTo>
                    <a:pt x="11902" y="20463"/>
                    <a:pt x="11902" y="20463"/>
                    <a:pt x="11902" y="20463"/>
                  </a:cubicBezTo>
                  <a:cubicBezTo>
                    <a:pt x="12342" y="20463"/>
                    <a:pt x="12342" y="20463"/>
                    <a:pt x="12342" y="20463"/>
                  </a:cubicBezTo>
                  <a:cubicBezTo>
                    <a:pt x="12342" y="20463"/>
                    <a:pt x="12342" y="20463"/>
                    <a:pt x="12342" y="20463"/>
                  </a:cubicBezTo>
                  <a:cubicBezTo>
                    <a:pt x="13224" y="20463"/>
                    <a:pt x="13224" y="20463"/>
                    <a:pt x="13224" y="20463"/>
                  </a:cubicBezTo>
                  <a:cubicBezTo>
                    <a:pt x="13224" y="20576"/>
                    <a:pt x="13224" y="20576"/>
                    <a:pt x="13224" y="20576"/>
                  </a:cubicBezTo>
                  <a:cubicBezTo>
                    <a:pt x="13224" y="20463"/>
                    <a:pt x="13224" y="20463"/>
                    <a:pt x="13224" y="20463"/>
                  </a:cubicBezTo>
                  <a:cubicBezTo>
                    <a:pt x="13665" y="20463"/>
                    <a:pt x="13665" y="20463"/>
                    <a:pt x="13665" y="20463"/>
                  </a:cubicBezTo>
                  <a:cubicBezTo>
                    <a:pt x="13665" y="20463"/>
                    <a:pt x="13665" y="20463"/>
                    <a:pt x="13665" y="20463"/>
                  </a:cubicBezTo>
                  <a:close/>
                  <a:moveTo>
                    <a:pt x="14987" y="20463"/>
                  </a:moveTo>
                  <a:cubicBezTo>
                    <a:pt x="14546" y="20463"/>
                    <a:pt x="14546" y="20463"/>
                    <a:pt x="14546" y="20463"/>
                  </a:cubicBezTo>
                  <a:cubicBezTo>
                    <a:pt x="14546" y="20349"/>
                    <a:pt x="14546" y="20349"/>
                    <a:pt x="14546" y="20349"/>
                  </a:cubicBezTo>
                  <a:cubicBezTo>
                    <a:pt x="14546" y="20349"/>
                    <a:pt x="14546" y="20349"/>
                    <a:pt x="14546" y="20349"/>
                  </a:cubicBezTo>
                  <a:cubicBezTo>
                    <a:pt x="14546" y="20235"/>
                    <a:pt x="14546" y="20235"/>
                    <a:pt x="14546" y="20235"/>
                  </a:cubicBezTo>
                  <a:cubicBezTo>
                    <a:pt x="14106" y="20235"/>
                    <a:pt x="14106" y="20235"/>
                    <a:pt x="14106" y="20235"/>
                  </a:cubicBezTo>
                  <a:cubicBezTo>
                    <a:pt x="14106" y="20122"/>
                    <a:pt x="14106" y="20122"/>
                    <a:pt x="14106" y="20122"/>
                  </a:cubicBezTo>
                  <a:cubicBezTo>
                    <a:pt x="14106" y="20008"/>
                    <a:pt x="14106" y="20008"/>
                    <a:pt x="14106" y="20008"/>
                  </a:cubicBezTo>
                  <a:cubicBezTo>
                    <a:pt x="14106" y="20122"/>
                    <a:pt x="14106" y="20122"/>
                    <a:pt x="14106" y="20122"/>
                  </a:cubicBezTo>
                  <a:cubicBezTo>
                    <a:pt x="13665" y="20235"/>
                    <a:pt x="13665" y="20235"/>
                    <a:pt x="13665" y="20235"/>
                  </a:cubicBezTo>
                  <a:cubicBezTo>
                    <a:pt x="14106" y="20349"/>
                    <a:pt x="14106" y="20349"/>
                    <a:pt x="14106" y="20349"/>
                  </a:cubicBezTo>
                  <a:cubicBezTo>
                    <a:pt x="13665" y="20349"/>
                    <a:pt x="13665" y="20349"/>
                    <a:pt x="13665" y="20349"/>
                  </a:cubicBezTo>
                  <a:cubicBezTo>
                    <a:pt x="13665" y="20463"/>
                    <a:pt x="13665" y="20463"/>
                    <a:pt x="13665" y="20463"/>
                  </a:cubicBezTo>
                  <a:cubicBezTo>
                    <a:pt x="14106" y="20463"/>
                    <a:pt x="14106" y="20463"/>
                    <a:pt x="14106" y="20463"/>
                  </a:cubicBezTo>
                  <a:cubicBezTo>
                    <a:pt x="14546" y="20463"/>
                    <a:pt x="14546" y="20463"/>
                    <a:pt x="14546" y="20463"/>
                  </a:cubicBezTo>
                  <a:cubicBezTo>
                    <a:pt x="14546" y="20576"/>
                    <a:pt x="14546" y="20576"/>
                    <a:pt x="14546" y="20576"/>
                  </a:cubicBezTo>
                  <a:cubicBezTo>
                    <a:pt x="14987" y="20463"/>
                    <a:pt x="14987" y="20463"/>
                    <a:pt x="14987" y="20463"/>
                  </a:cubicBezTo>
                  <a:close/>
                  <a:moveTo>
                    <a:pt x="13224" y="21145"/>
                  </a:moveTo>
                  <a:cubicBezTo>
                    <a:pt x="13665" y="21145"/>
                    <a:pt x="13665" y="21145"/>
                    <a:pt x="13665" y="21145"/>
                  </a:cubicBezTo>
                  <a:cubicBezTo>
                    <a:pt x="13665" y="21145"/>
                    <a:pt x="13665" y="21145"/>
                    <a:pt x="13665" y="21145"/>
                  </a:cubicBezTo>
                  <a:cubicBezTo>
                    <a:pt x="13665" y="21258"/>
                    <a:pt x="13665" y="21258"/>
                    <a:pt x="13665" y="21258"/>
                  </a:cubicBezTo>
                  <a:cubicBezTo>
                    <a:pt x="13224" y="21145"/>
                    <a:pt x="13224" y="21145"/>
                    <a:pt x="13224" y="21145"/>
                  </a:cubicBezTo>
                  <a:close/>
                  <a:moveTo>
                    <a:pt x="13665" y="21031"/>
                  </a:moveTo>
                  <a:cubicBezTo>
                    <a:pt x="13224" y="21031"/>
                    <a:pt x="13224" y="21031"/>
                    <a:pt x="13224" y="21031"/>
                  </a:cubicBezTo>
                  <a:cubicBezTo>
                    <a:pt x="13665" y="21031"/>
                    <a:pt x="13665" y="21031"/>
                    <a:pt x="13665" y="21031"/>
                  </a:cubicBezTo>
                  <a:cubicBezTo>
                    <a:pt x="13665" y="21031"/>
                    <a:pt x="13665" y="21031"/>
                    <a:pt x="13665" y="21031"/>
                  </a:cubicBezTo>
                  <a:cubicBezTo>
                    <a:pt x="13665" y="21031"/>
                    <a:pt x="13665" y="21031"/>
                    <a:pt x="13665" y="21031"/>
                  </a:cubicBezTo>
                  <a:cubicBezTo>
                    <a:pt x="13665" y="21031"/>
                    <a:pt x="13665" y="21031"/>
                    <a:pt x="13665" y="21031"/>
                  </a:cubicBezTo>
                  <a:close/>
                  <a:moveTo>
                    <a:pt x="21159" y="21599"/>
                  </a:moveTo>
                  <a:cubicBezTo>
                    <a:pt x="21159" y="21486"/>
                    <a:pt x="21159" y="21486"/>
                    <a:pt x="21159" y="21486"/>
                  </a:cubicBezTo>
                  <a:cubicBezTo>
                    <a:pt x="21159" y="21486"/>
                    <a:pt x="21159" y="21486"/>
                    <a:pt x="21159" y="21486"/>
                  </a:cubicBezTo>
                  <a:cubicBezTo>
                    <a:pt x="21159" y="21372"/>
                    <a:pt x="21159" y="21372"/>
                    <a:pt x="21159" y="21372"/>
                  </a:cubicBezTo>
                  <a:cubicBezTo>
                    <a:pt x="21159" y="21372"/>
                    <a:pt x="21159" y="21372"/>
                    <a:pt x="21159" y="21372"/>
                  </a:cubicBezTo>
                  <a:cubicBezTo>
                    <a:pt x="21600" y="21486"/>
                    <a:pt x="21600" y="21486"/>
                    <a:pt x="21600" y="21486"/>
                  </a:cubicBezTo>
                  <a:cubicBezTo>
                    <a:pt x="21600" y="21599"/>
                    <a:pt x="21600" y="21599"/>
                    <a:pt x="21600" y="21599"/>
                  </a:cubicBezTo>
                  <a:cubicBezTo>
                    <a:pt x="21159" y="21599"/>
                    <a:pt x="21159" y="21599"/>
                    <a:pt x="21159" y="21599"/>
                  </a:cubicBezTo>
                  <a:close/>
                  <a:moveTo>
                    <a:pt x="16310" y="21145"/>
                  </a:moveTo>
                  <a:cubicBezTo>
                    <a:pt x="16751" y="21031"/>
                    <a:pt x="16751" y="21031"/>
                    <a:pt x="16751" y="21031"/>
                  </a:cubicBezTo>
                  <a:cubicBezTo>
                    <a:pt x="16751" y="21031"/>
                    <a:pt x="16751" y="21031"/>
                    <a:pt x="16751" y="21031"/>
                  </a:cubicBezTo>
                  <a:cubicBezTo>
                    <a:pt x="17191" y="21031"/>
                    <a:pt x="17191" y="21031"/>
                    <a:pt x="17191" y="21031"/>
                  </a:cubicBezTo>
                  <a:cubicBezTo>
                    <a:pt x="17632" y="21031"/>
                    <a:pt x="17632" y="21031"/>
                    <a:pt x="17632" y="21031"/>
                  </a:cubicBezTo>
                  <a:cubicBezTo>
                    <a:pt x="18514" y="21031"/>
                    <a:pt x="18514" y="21031"/>
                    <a:pt x="18514" y="21031"/>
                  </a:cubicBezTo>
                  <a:cubicBezTo>
                    <a:pt x="18955" y="20917"/>
                    <a:pt x="18955" y="20917"/>
                    <a:pt x="18955" y="20917"/>
                  </a:cubicBezTo>
                  <a:cubicBezTo>
                    <a:pt x="19836" y="21031"/>
                    <a:pt x="19836" y="21031"/>
                    <a:pt x="19836" y="21031"/>
                  </a:cubicBezTo>
                  <a:cubicBezTo>
                    <a:pt x="20277" y="21031"/>
                    <a:pt x="20277" y="21031"/>
                    <a:pt x="20277" y="21031"/>
                  </a:cubicBezTo>
                  <a:cubicBezTo>
                    <a:pt x="20718" y="20917"/>
                    <a:pt x="20718" y="20917"/>
                    <a:pt x="20718" y="20917"/>
                  </a:cubicBezTo>
                  <a:cubicBezTo>
                    <a:pt x="21159" y="21031"/>
                    <a:pt x="21159" y="21031"/>
                    <a:pt x="21159" y="21031"/>
                  </a:cubicBezTo>
                  <a:cubicBezTo>
                    <a:pt x="21159" y="21031"/>
                    <a:pt x="21159" y="21031"/>
                    <a:pt x="21159" y="21031"/>
                  </a:cubicBezTo>
                  <a:cubicBezTo>
                    <a:pt x="21159" y="21145"/>
                    <a:pt x="21159" y="21145"/>
                    <a:pt x="21159" y="21145"/>
                  </a:cubicBezTo>
                  <a:cubicBezTo>
                    <a:pt x="21159" y="21145"/>
                    <a:pt x="21159" y="21145"/>
                    <a:pt x="21159" y="21145"/>
                  </a:cubicBezTo>
                  <a:cubicBezTo>
                    <a:pt x="20718" y="21258"/>
                    <a:pt x="20718" y="21258"/>
                    <a:pt x="20718" y="21258"/>
                  </a:cubicBezTo>
                  <a:cubicBezTo>
                    <a:pt x="20718" y="21145"/>
                    <a:pt x="20718" y="21145"/>
                    <a:pt x="20718" y="21145"/>
                  </a:cubicBezTo>
                  <a:cubicBezTo>
                    <a:pt x="20277" y="21145"/>
                    <a:pt x="20277" y="21145"/>
                    <a:pt x="20277" y="21145"/>
                  </a:cubicBezTo>
                  <a:cubicBezTo>
                    <a:pt x="19836" y="21145"/>
                    <a:pt x="19836" y="21145"/>
                    <a:pt x="19836" y="21145"/>
                  </a:cubicBezTo>
                  <a:cubicBezTo>
                    <a:pt x="19395" y="21145"/>
                    <a:pt x="19395" y="21145"/>
                    <a:pt x="19395" y="21145"/>
                  </a:cubicBezTo>
                  <a:cubicBezTo>
                    <a:pt x="19395" y="21145"/>
                    <a:pt x="19395" y="21145"/>
                    <a:pt x="19395" y="21145"/>
                  </a:cubicBezTo>
                  <a:cubicBezTo>
                    <a:pt x="19395" y="21031"/>
                    <a:pt x="19395" y="21031"/>
                    <a:pt x="19395" y="21031"/>
                  </a:cubicBezTo>
                  <a:cubicBezTo>
                    <a:pt x="18955" y="21031"/>
                    <a:pt x="18955" y="21031"/>
                    <a:pt x="18955" y="21031"/>
                  </a:cubicBezTo>
                  <a:cubicBezTo>
                    <a:pt x="18514" y="21145"/>
                    <a:pt x="18514" y="21145"/>
                    <a:pt x="18514" y="21145"/>
                  </a:cubicBezTo>
                  <a:cubicBezTo>
                    <a:pt x="18514" y="21145"/>
                    <a:pt x="18514" y="21145"/>
                    <a:pt x="18514" y="21145"/>
                  </a:cubicBezTo>
                  <a:cubicBezTo>
                    <a:pt x="18073" y="21145"/>
                    <a:pt x="18073" y="21145"/>
                    <a:pt x="18073" y="21145"/>
                  </a:cubicBezTo>
                  <a:cubicBezTo>
                    <a:pt x="18514" y="21258"/>
                    <a:pt x="18514" y="21258"/>
                    <a:pt x="18514" y="21258"/>
                  </a:cubicBezTo>
                  <a:cubicBezTo>
                    <a:pt x="18514" y="21145"/>
                    <a:pt x="18514" y="21145"/>
                    <a:pt x="18514" y="21145"/>
                  </a:cubicBezTo>
                  <a:cubicBezTo>
                    <a:pt x="18955" y="21258"/>
                    <a:pt x="18955" y="21258"/>
                    <a:pt x="18955" y="21258"/>
                  </a:cubicBezTo>
                  <a:cubicBezTo>
                    <a:pt x="18955" y="21258"/>
                    <a:pt x="18955" y="21258"/>
                    <a:pt x="18955" y="21258"/>
                  </a:cubicBezTo>
                  <a:cubicBezTo>
                    <a:pt x="18955" y="21258"/>
                    <a:pt x="18955" y="21258"/>
                    <a:pt x="18955" y="21258"/>
                  </a:cubicBezTo>
                  <a:cubicBezTo>
                    <a:pt x="19395" y="21372"/>
                    <a:pt x="19395" y="21372"/>
                    <a:pt x="19395" y="21372"/>
                  </a:cubicBezTo>
                  <a:cubicBezTo>
                    <a:pt x="19836" y="21372"/>
                    <a:pt x="19836" y="21372"/>
                    <a:pt x="19836" y="21372"/>
                  </a:cubicBezTo>
                  <a:cubicBezTo>
                    <a:pt x="19836" y="21486"/>
                    <a:pt x="19836" y="21486"/>
                    <a:pt x="19836" y="21486"/>
                  </a:cubicBezTo>
                  <a:cubicBezTo>
                    <a:pt x="19395" y="21486"/>
                    <a:pt x="19395" y="21486"/>
                    <a:pt x="19395" y="21486"/>
                  </a:cubicBezTo>
                  <a:cubicBezTo>
                    <a:pt x="18955" y="21372"/>
                    <a:pt x="18955" y="21372"/>
                    <a:pt x="18955" y="21372"/>
                  </a:cubicBezTo>
                  <a:cubicBezTo>
                    <a:pt x="18955" y="21372"/>
                    <a:pt x="18955" y="21372"/>
                    <a:pt x="18955" y="21372"/>
                  </a:cubicBezTo>
                  <a:cubicBezTo>
                    <a:pt x="18514" y="21372"/>
                    <a:pt x="18514" y="21372"/>
                    <a:pt x="18514" y="21372"/>
                  </a:cubicBezTo>
                  <a:cubicBezTo>
                    <a:pt x="18073" y="21372"/>
                    <a:pt x="18073" y="21372"/>
                    <a:pt x="18073" y="21372"/>
                  </a:cubicBezTo>
                  <a:cubicBezTo>
                    <a:pt x="18073" y="21258"/>
                    <a:pt x="18073" y="21258"/>
                    <a:pt x="18073" y="21258"/>
                  </a:cubicBezTo>
                  <a:cubicBezTo>
                    <a:pt x="17632" y="21258"/>
                    <a:pt x="17632" y="21258"/>
                    <a:pt x="17632" y="21258"/>
                  </a:cubicBezTo>
                  <a:cubicBezTo>
                    <a:pt x="17632" y="21372"/>
                    <a:pt x="17632" y="21372"/>
                    <a:pt x="17632" y="21372"/>
                  </a:cubicBezTo>
                  <a:cubicBezTo>
                    <a:pt x="18073" y="21372"/>
                    <a:pt x="18073" y="21372"/>
                    <a:pt x="18073" y="21372"/>
                  </a:cubicBezTo>
                  <a:cubicBezTo>
                    <a:pt x="18073" y="21486"/>
                    <a:pt x="18073" y="21486"/>
                    <a:pt x="18073" y="21486"/>
                  </a:cubicBezTo>
                  <a:cubicBezTo>
                    <a:pt x="17632" y="21486"/>
                    <a:pt x="17632" y="21486"/>
                    <a:pt x="17632" y="21486"/>
                  </a:cubicBezTo>
                  <a:cubicBezTo>
                    <a:pt x="17191" y="21372"/>
                    <a:pt x="17191" y="21372"/>
                    <a:pt x="17191" y="21372"/>
                  </a:cubicBezTo>
                  <a:cubicBezTo>
                    <a:pt x="17191" y="21372"/>
                    <a:pt x="17191" y="21372"/>
                    <a:pt x="17191" y="21372"/>
                  </a:cubicBezTo>
                  <a:cubicBezTo>
                    <a:pt x="16751" y="21372"/>
                    <a:pt x="16751" y="21372"/>
                    <a:pt x="16751" y="21372"/>
                  </a:cubicBezTo>
                  <a:cubicBezTo>
                    <a:pt x="16751" y="21372"/>
                    <a:pt x="16751" y="21372"/>
                    <a:pt x="16751" y="21372"/>
                  </a:cubicBezTo>
                  <a:cubicBezTo>
                    <a:pt x="16751" y="21258"/>
                    <a:pt x="16751" y="21258"/>
                    <a:pt x="16751" y="21258"/>
                  </a:cubicBezTo>
                  <a:cubicBezTo>
                    <a:pt x="16310" y="21372"/>
                    <a:pt x="16310" y="21372"/>
                    <a:pt x="16310" y="21372"/>
                  </a:cubicBezTo>
                  <a:cubicBezTo>
                    <a:pt x="16310" y="21258"/>
                    <a:pt x="16310" y="21258"/>
                    <a:pt x="16310" y="21258"/>
                  </a:cubicBezTo>
                  <a:cubicBezTo>
                    <a:pt x="16310" y="21258"/>
                    <a:pt x="16310" y="21258"/>
                    <a:pt x="16310" y="21258"/>
                  </a:cubicBezTo>
                  <a:cubicBezTo>
                    <a:pt x="16310" y="21258"/>
                    <a:pt x="16310" y="21258"/>
                    <a:pt x="16310" y="21258"/>
                  </a:cubicBezTo>
                  <a:cubicBezTo>
                    <a:pt x="17191" y="21145"/>
                    <a:pt x="17191" y="21145"/>
                    <a:pt x="17191" y="21145"/>
                  </a:cubicBezTo>
                  <a:cubicBezTo>
                    <a:pt x="16751" y="21145"/>
                    <a:pt x="16751" y="21145"/>
                    <a:pt x="16751" y="21145"/>
                  </a:cubicBezTo>
                  <a:cubicBezTo>
                    <a:pt x="16751" y="21145"/>
                    <a:pt x="16751" y="21145"/>
                    <a:pt x="16751" y="21145"/>
                  </a:cubicBezTo>
                  <a:lnTo>
                    <a:pt x="16310" y="211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3" name="AutoShape 187"/>
            <p:cNvSpPr>
              <a:spLocks/>
            </p:cNvSpPr>
            <p:nvPr/>
          </p:nvSpPr>
          <p:spPr bwMode="auto">
            <a:xfrm>
              <a:off x="6842683" y="6416930"/>
              <a:ext cx="12704" cy="15700"/>
            </a:xfrm>
            <a:custGeom>
              <a:avLst/>
              <a:gdLst>
                <a:gd name="T0" fmla="*/ 6352 w 21600"/>
                <a:gd name="T1" fmla="*/ 7850 h 21600"/>
                <a:gd name="T2" fmla="*/ 6352 w 21600"/>
                <a:gd name="T3" fmla="*/ 7850 h 21600"/>
                <a:gd name="T4" fmla="*/ 6352 w 21600"/>
                <a:gd name="T5" fmla="*/ 7850 h 21600"/>
                <a:gd name="T6" fmla="*/ 6352 w 21600"/>
                <a:gd name="T7" fmla="*/ 7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4" name="AutoShape 188"/>
            <p:cNvSpPr>
              <a:spLocks/>
            </p:cNvSpPr>
            <p:nvPr/>
          </p:nvSpPr>
          <p:spPr bwMode="auto">
            <a:xfrm>
              <a:off x="6875218" y="6432631"/>
              <a:ext cx="44305" cy="43173"/>
            </a:xfrm>
            <a:custGeom>
              <a:avLst/>
              <a:gdLst>
                <a:gd name="T0" fmla="*/ 22153 w 21600"/>
                <a:gd name="T1" fmla="*/ 21587 h 21600"/>
                <a:gd name="T2" fmla="*/ 22153 w 21600"/>
                <a:gd name="T3" fmla="*/ 21587 h 21600"/>
                <a:gd name="T4" fmla="*/ 22153 w 21600"/>
                <a:gd name="T5" fmla="*/ 21587 h 21600"/>
                <a:gd name="T6" fmla="*/ 22153 w 21600"/>
                <a:gd name="T7" fmla="*/ 21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599"/>
                  </a:moveTo>
                  <a:lnTo>
                    <a:pt x="13745" y="21599"/>
                  </a:lnTo>
                  <a:lnTo>
                    <a:pt x="21600" y="21599"/>
                  </a:lnTo>
                  <a:close/>
                  <a:moveTo>
                    <a:pt x="13745" y="0"/>
                  </a:moveTo>
                  <a:lnTo>
                    <a:pt x="7854" y="7854"/>
                  </a:lnTo>
                  <a:lnTo>
                    <a:pt x="13745" y="7854"/>
                  </a:lnTo>
                  <a:lnTo>
                    <a:pt x="21600" y="15709"/>
                  </a:lnTo>
                  <a:lnTo>
                    <a:pt x="13745" y="0"/>
                  </a:lnTo>
                  <a:close/>
                  <a:moveTo>
                    <a:pt x="0" y="7854"/>
                  </a:moveTo>
                  <a:lnTo>
                    <a:pt x="7854" y="15709"/>
                  </a:lnTo>
                  <a:lnTo>
                    <a:pt x="7854" y="21599"/>
                  </a:lnTo>
                  <a:lnTo>
                    <a:pt x="0" y="785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5" name="AutoShape 189"/>
            <p:cNvSpPr>
              <a:spLocks/>
            </p:cNvSpPr>
            <p:nvPr/>
          </p:nvSpPr>
          <p:spPr bwMode="auto">
            <a:xfrm>
              <a:off x="6891021" y="6491501"/>
              <a:ext cx="12704" cy="27475"/>
            </a:xfrm>
            <a:custGeom>
              <a:avLst/>
              <a:gdLst>
                <a:gd name="T0" fmla="*/ 6352 w 21600"/>
                <a:gd name="T1" fmla="*/ 13738 h 21600"/>
                <a:gd name="T2" fmla="*/ 6352 w 21600"/>
                <a:gd name="T3" fmla="*/ 13738 h 21600"/>
                <a:gd name="T4" fmla="*/ 6352 w 21600"/>
                <a:gd name="T5" fmla="*/ 13738 h 21600"/>
                <a:gd name="T6" fmla="*/ 6352 w 21600"/>
                <a:gd name="T7" fmla="*/ 137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21600" y="10800"/>
                    <a:pt x="21600" y="10800"/>
                    <a:pt x="21600" y="10800"/>
                  </a:cubicBezTo>
                  <a:cubicBezTo>
                    <a:pt x="21600" y="21599"/>
                    <a:pt x="21600" y="21599"/>
                    <a:pt x="21600" y="21599"/>
                  </a:cubicBezTo>
                  <a:cubicBezTo>
                    <a:pt x="0" y="21599"/>
                    <a:pt x="0" y="21599"/>
                    <a:pt x="0" y="21599"/>
                  </a:cubicBezTo>
                  <a:cubicBezTo>
                    <a:pt x="0" y="10800"/>
                    <a:pt x="0" y="10800"/>
                    <a:pt x="0" y="10800"/>
                  </a:cubicBezTo>
                  <a:cubicBezTo>
                    <a:pt x="0" y="10800"/>
                    <a:pt x="21600" y="0"/>
                    <a:pt x="0" y="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6" name="AutoShape 190"/>
            <p:cNvSpPr>
              <a:spLocks/>
            </p:cNvSpPr>
            <p:nvPr/>
          </p:nvSpPr>
          <p:spPr bwMode="auto">
            <a:xfrm>
              <a:off x="6891326" y="6534677"/>
              <a:ext cx="44306" cy="86345"/>
            </a:xfrm>
            <a:custGeom>
              <a:avLst/>
              <a:gdLst>
                <a:gd name="T0" fmla="*/ 22153 w 21600"/>
                <a:gd name="T1" fmla="*/ 43173 h 21600"/>
                <a:gd name="T2" fmla="*/ 22153 w 21600"/>
                <a:gd name="T3" fmla="*/ 43173 h 21600"/>
                <a:gd name="T4" fmla="*/ 22153 w 21600"/>
                <a:gd name="T5" fmla="*/ 43173 h 21600"/>
                <a:gd name="T6" fmla="*/ 22153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14727"/>
                  </a:moveTo>
                  <a:lnTo>
                    <a:pt x="5890" y="18654"/>
                  </a:lnTo>
                  <a:lnTo>
                    <a:pt x="5890" y="21599"/>
                  </a:lnTo>
                  <a:lnTo>
                    <a:pt x="13745" y="21599"/>
                  </a:lnTo>
                  <a:lnTo>
                    <a:pt x="21600" y="18654"/>
                  </a:lnTo>
                  <a:lnTo>
                    <a:pt x="13745" y="14727"/>
                  </a:lnTo>
                  <a:close/>
                  <a:moveTo>
                    <a:pt x="0" y="0"/>
                  </a:moveTo>
                  <a:lnTo>
                    <a:pt x="13745" y="3927"/>
                  </a:lnTo>
                  <a:lnTo>
                    <a:pt x="21600" y="7854"/>
                  </a:lnTo>
                  <a:lnTo>
                    <a:pt x="21600" y="10800"/>
                  </a:lnTo>
                  <a:lnTo>
                    <a:pt x="13745" y="7854"/>
                  </a:lnTo>
                  <a:lnTo>
                    <a:pt x="5890" y="7854"/>
                  </a:lnTo>
                  <a:lnTo>
                    <a:pt x="0" y="3927"/>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7" name="AutoShape 191"/>
            <p:cNvSpPr>
              <a:spLocks/>
            </p:cNvSpPr>
            <p:nvPr/>
          </p:nvSpPr>
          <p:spPr bwMode="auto">
            <a:xfrm>
              <a:off x="7008125" y="6636718"/>
              <a:ext cx="16113" cy="15701"/>
            </a:xfrm>
            <a:custGeom>
              <a:avLst/>
              <a:gdLst>
                <a:gd name="T0" fmla="*/ 8057 w 21600"/>
                <a:gd name="T1" fmla="*/ 7851 h 21600"/>
                <a:gd name="T2" fmla="*/ 8057 w 21600"/>
                <a:gd name="T3" fmla="*/ 7851 h 21600"/>
                <a:gd name="T4" fmla="*/ 8057 w 21600"/>
                <a:gd name="T5" fmla="*/ 7851 h 21600"/>
                <a:gd name="T6" fmla="*/ 8057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0"/>
                  </a:moveTo>
                  <a:lnTo>
                    <a:pt x="0" y="0"/>
                  </a:lnTo>
                  <a:lnTo>
                    <a:pt x="0" y="21600"/>
                  </a:lnTo>
                  <a:lnTo>
                    <a:pt x="21600" y="21600"/>
                  </a:lnTo>
                  <a:lnTo>
                    <a:pt x="21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8" name="AutoShape 192"/>
            <p:cNvSpPr>
              <a:spLocks/>
            </p:cNvSpPr>
            <p:nvPr/>
          </p:nvSpPr>
          <p:spPr bwMode="auto">
            <a:xfrm>
              <a:off x="6859106" y="6621020"/>
              <a:ext cx="44305" cy="90271"/>
            </a:xfrm>
            <a:custGeom>
              <a:avLst/>
              <a:gdLst>
                <a:gd name="T0" fmla="*/ 22153 w 21600"/>
                <a:gd name="T1" fmla="*/ 45136 h 21600"/>
                <a:gd name="T2" fmla="*/ 22153 w 21600"/>
                <a:gd name="T3" fmla="*/ 45136 h 21600"/>
                <a:gd name="T4" fmla="*/ 22153 w 21600"/>
                <a:gd name="T5" fmla="*/ 45136 h 21600"/>
                <a:gd name="T6" fmla="*/ 22153 w 21600"/>
                <a:gd name="T7" fmla="*/ 451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21600"/>
                  </a:moveTo>
                  <a:cubicBezTo>
                    <a:pt x="14400" y="18000"/>
                    <a:pt x="14400" y="18000"/>
                    <a:pt x="14400" y="18000"/>
                  </a:cubicBezTo>
                  <a:cubicBezTo>
                    <a:pt x="7200" y="18000"/>
                    <a:pt x="7200" y="18000"/>
                    <a:pt x="7200" y="18000"/>
                  </a:cubicBezTo>
                  <a:cubicBezTo>
                    <a:pt x="0" y="21600"/>
                    <a:pt x="0" y="21600"/>
                    <a:pt x="0" y="21600"/>
                  </a:cubicBezTo>
                  <a:cubicBezTo>
                    <a:pt x="7200" y="21600"/>
                    <a:pt x="7200" y="21600"/>
                    <a:pt x="7200" y="21600"/>
                  </a:cubicBezTo>
                  <a:cubicBezTo>
                    <a:pt x="14400" y="21600"/>
                    <a:pt x="14400" y="21600"/>
                    <a:pt x="14400" y="21600"/>
                  </a:cubicBezTo>
                  <a:close/>
                  <a:moveTo>
                    <a:pt x="14400" y="14400"/>
                  </a:moveTo>
                  <a:cubicBezTo>
                    <a:pt x="21600" y="18000"/>
                    <a:pt x="21600" y="18000"/>
                    <a:pt x="21600" y="18000"/>
                  </a:cubicBezTo>
                  <a:cubicBezTo>
                    <a:pt x="14400" y="18000"/>
                    <a:pt x="14400" y="18000"/>
                    <a:pt x="14400" y="18000"/>
                  </a:cubicBezTo>
                  <a:cubicBezTo>
                    <a:pt x="14400" y="18000"/>
                    <a:pt x="14400" y="14400"/>
                    <a:pt x="14400" y="14400"/>
                  </a:cubicBezTo>
                  <a:close/>
                  <a:moveTo>
                    <a:pt x="21600" y="0"/>
                  </a:moveTo>
                  <a:cubicBezTo>
                    <a:pt x="21600" y="3599"/>
                    <a:pt x="21600" y="3599"/>
                    <a:pt x="21600" y="3599"/>
                  </a:cubicBezTo>
                  <a:cubicBezTo>
                    <a:pt x="21600" y="7199"/>
                    <a:pt x="21600" y="7199"/>
                    <a:pt x="21600" y="7199"/>
                  </a:cubicBezTo>
                  <a:lnTo>
                    <a:pt x="21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9" name="AutoShape 193"/>
            <p:cNvSpPr>
              <a:spLocks/>
            </p:cNvSpPr>
            <p:nvPr/>
          </p:nvSpPr>
          <p:spPr bwMode="auto">
            <a:xfrm>
              <a:off x="6847023" y="6766235"/>
              <a:ext cx="88610" cy="74570"/>
            </a:xfrm>
            <a:custGeom>
              <a:avLst/>
              <a:gdLst>
                <a:gd name="T0" fmla="*/ 44305 w 21600"/>
                <a:gd name="T1" fmla="*/ 37285 h 21600"/>
                <a:gd name="T2" fmla="*/ 44305 w 21600"/>
                <a:gd name="T3" fmla="*/ 37285 h 21600"/>
                <a:gd name="T4" fmla="*/ 44305 w 21600"/>
                <a:gd name="T5" fmla="*/ 37285 h 21600"/>
                <a:gd name="T6" fmla="*/ 44305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0"/>
                  </a:moveTo>
                  <a:lnTo>
                    <a:pt x="21600" y="0"/>
                  </a:lnTo>
                  <a:lnTo>
                    <a:pt x="17672" y="0"/>
                  </a:lnTo>
                  <a:close/>
                  <a:moveTo>
                    <a:pt x="17672" y="4547"/>
                  </a:moveTo>
                  <a:lnTo>
                    <a:pt x="6872" y="4547"/>
                  </a:lnTo>
                  <a:lnTo>
                    <a:pt x="2945" y="9094"/>
                  </a:lnTo>
                  <a:lnTo>
                    <a:pt x="6872" y="9094"/>
                  </a:lnTo>
                  <a:lnTo>
                    <a:pt x="6872" y="13642"/>
                  </a:lnTo>
                  <a:lnTo>
                    <a:pt x="2945" y="17052"/>
                  </a:lnTo>
                  <a:lnTo>
                    <a:pt x="0" y="17052"/>
                  </a:lnTo>
                  <a:lnTo>
                    <a:pt x="6872" y="21600"/>
                  </a:lnTo>
                  <a:lnTo>
                    <a:pt x="13745" y="17052"/>
                  </a:lnTo>
                  <a:lnTo>
                    <a:pt x="17672" y="17052"/>
                  </a:lnTo>
                  <a:lnTo>
                    <a:pt x="17672" y="13642"/>
                  </a:lnTo>
                  <a:lnTo>
                    <a:pt x="13745" y="9094"/>
                  </a:lnTo>
                  <a:lnTo>
                    <a:pt x="17672" y="45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0" name="AutoShape 19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1" name="AutoShape 19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2" name="AutoShape 19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3" name="AutoShape 19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4" name="AutoShape 19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5" name="AutoShape 19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6" name="AutoShape 20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7" name="AutoShape 20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8" name="AutoShape 20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9" name="AutoShape 20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0" name="AutoShape 20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1" name="AutoShape 20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2" name="AutoShape 20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3" name="AutoShape 20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4" name="AutoShape 20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5" name="AutoShape 20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6" name="AutoShape 21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7" name="AutoShape 21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8" name="AutoShape 21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9" name="AutoShape 21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0" name="AutoShape 21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1" name="AutoShape 21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2" name="AutoShape 21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3" name="AutoShape 21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4" name="AutoShape 21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5" name="AutoShape 21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6" name="AutoShape 22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7" name="AutoShape 22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8" name="AutoShape 22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9" name="AutoShape 22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0" name="AutoShape 22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1" name="AutoShape 22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2" name="AutoShape 22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3" name="AutoShape 22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4" name="AutoShape 22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5" name="AutoShape 22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6" name="AutoShape 23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7" name="AutoShape 23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8" name="AutoShape 23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9" name="AutoShape 23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0" name="AutoShape 23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1" name="AutoShape 23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2" name="AutoShape 23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3" name="AutoShape 23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4" name="AutoShape 23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5" name="AutoShape 23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6" name="AutoShape 24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7" name="AutoShape 24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8" name="AutoShape 24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9" name="AutoShape 24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0" name="AutoShape 24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1" name="AutoShape 24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2" name="AutoShape 24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3" name="AutoShape 24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4" name="AutoShape 24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5" name="AutoShape 24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6" name="AutoShape 25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7" name="AutoShape 25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8" name="AutoShape 25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9" name="AutoShape 25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0" name="AutoShape 25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1" name="AutoShape 25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2" name="AutoShape 25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3" name="AutoShape 25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4" name="AutoShape 258"/>
            <p:cNvSpPr>
              <a:spLocks/>
            </p:cNvSpPr>
            <p:nvPr/>
          </p:nvSpPr>
          <p:spPr bwMode="auto">
            <a:xfrm>
              <a:off x="3040887" y="3944352"/>
              <a:ext cx="3745724" cy="1950593"/>
            </a:xfrm>
            <a:custGeom>
              <a:avLst/>
              <a:gdLst>
                <a:gd name="T0" fmla="*/ 1872862 w 21600"/>
                <a:gd name="T1" fmla="*/ 975297 h 21600"/>
                <a:gd name="T2" fmla="*/ 1872862 w 21600"/>
                <a:gd name="T3" fmla="*/ 975297 h 21600"/>
                <a:gd name="T4" fmla="*/ 1872862 w 21600"/>
                <a:gd name="T5" fmla="*/ 975297 h 21600"/>
                <a:gd name="T6" fmla="*/ 1872862 w 21600"/>
                <a:gd name="T7" fmla="*/ 9752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3" y="0"/>
                  </a:moveTo>
                  <a:cubicBezTo>
                    <a:pt x="11789" y="1611"/>
                    <a:pt x="11789" y="1611"/>
                    <a:pt x="11789" y="1611"/>
                  </a:cubicBezTo>
                  <a:cubicBezTo>
                    <a:pt x="11875" y="1611"/>
                    <a:pt x="11875" y="1611"/>
                    <a:pt x="11875" y="1611"/>
                  </a:cubicBezTo>
                  <a:cubicBezTo>
                    <a:pt x="11961" y="1611"/>
                    <a:pt x="11961" y="1611"/>
                    <a:pt x="11961" y="1611"/>
                  </a:cubicBezTo>
                  <a:cubicBezTo>
                    <a:pt x="12047" y="1773"/>
                    <a:pt x="12047" y="1773"/>
                    <a:pt x="12047" y="1773"/>
                  </a:cubicBezTo>
                  <a:cubicBezTo>
                    <a:pt x="12047" y="1773"/>
                    <a:pt x="12047" y="1773"/>
                    <a:pt x="12047" y="1773"/>
                  </a:cubicBezTo>
                  <a:cubicBezTo>
                    <a:pt x="12133" y="1934"/>
                    <a:pt x="12133" y="1934"/>
                    <a:pt x="12133" y="1934"/>
                  </a:cubicBezTo>
                  <a:cubicBezTo>
                    <a:pt x="12133" y="1934"/>
                    <a:pt x="12133" y="1934"/>
                    <a:pt x="12133" y="1934"/>
                  </a:cubicBezTo>
                  <a:cubicBezTo>
                    <a:pt x="12219" y="1934"/>
                    <a:pt x="12219" y="1934"/>
                    <a:pt x="12219" y="1934"/>
                  </a:cubicBezTo>
                  <a:cubicBezTo>
                    <a:pt x="12219" y="2095"/>
                    <a:pt x="12219" y="2095"/>
                    <a:pt x="12219" y="2095"/>
                  </a:cubicBezTo>
                  <a:cubicBezTo>
                    <a:pt x="12305" y="2095"/>
                    <a:pt x="12305" y="2095"/>
                    <a:pt x="12305" y="2095"/>
                  </a:cubicBezTo>
                  <a:cubicBezTo>
                    <a:pt x="12305" y="2095"/>
                    <a:pt x="12305" y="2095"/>
                    <a:pt x="12305" y="2095"/>
                  </a:cubicBezTo>
                  <a:cubicBezTo>
                    <a:pt x="12392" y="2095"/>
                    <a:pt x="12392" y="2095"/>
                    <a:pt x="12392" y="2095"/>
                  </a:cubicBezTo>
                  <a:cubicBezTo>
                    <a:pt x="12478" y="2095"/>
                    <a:pt x="12478" y="2095"/>
                    <a:pt x="12478" y="2095"/>
                  </a:cubicBezTo>
                  <a:cubicBezTo>
                    <a:pt x="12478" y="2095"/>
                    <a:pt x="12478" y="2095"/>
                    <a:pt x="12478" y="2095"/>
                  </a:cubicBezTo>
                  <a:cubicBezTo>
                    <a:pt x="12564" y="2095"/>
                    <a:pt x="12564" y="2095"/>
                    <a:pt x="12564" y="2095"/>
                  </a:cubicBezTo>
                  <a:cubicBezTo>
                    <a:pt x="12650" y="2256"/>
                    <a:pt x="12650" y="2256"/>
                    <a:pt x="12650" y="2256"/>
                  </a:cubicBezTo>
                  <a:cubicBezTo>
                    <a:pt x="12736" y="2256"/>
                    <a:pt x="12736" y="2256"/>
                    <a:pt x="12736" y="2256"/>
                  </a:cubicBezTo>
                  <a:cubicBezTo>
                    <a:pt x="12736" y="2417"/>
                    <a:pt x="12736" y="2417"/>
                    <a:pt x="12736" y="2417"/>
                  </a:cubicBezTo>
                  <a:cubicBezTo>
                    <a:pt x="12908" y="2417"/>
                    <a:pt x="12908" y="2417"/>
                    <a:pt x="12908" y="2417"/>
                  </a:cubicBezTo>
                  <a:cubicBezTo>
                    <a:pt x="12994" y="2417"/>
                    <a:pt x="12994" y="2417"/>
                    <a:pt x="12994" y="2417"/>
                  </a:cubicBezTo>
                  <a:cubicBezTo>
                    <a:pt x="12994" y="2579"/>
                    <a:pt x="12994" y="2579"/>
                    <a:pt x="12994" y="2579"/>
                  </a:cubicBezTo>
                  <a:cubicBezTo>
                    <a:pt x="13080" y="2579"/>
                    <a:pt x="13080" y="2579"/>
                    <a:pt x="13080" y="2579"/>
                  </a:cubicBezTo>
                  <a:cubicBezTo>
                    <a:pt x="13166" y="2579"/>
                    <a:pt x="13166" y="2579"/>
                    <a:pt x="13166" y="2579"/>
                  </a:cubicBezTo>
                  <a:cubicBezTo>
                    <a:pt x="13252" y="2579"/>
                    <a:pt x="13252" y="2579"/>
                    <a:pt x="13252" y="2579"/>
                  </a:cubicBezTo>
                  <a:cubicBezTo>
                    <a:pt x="13252" y="2579"/>
                    <a:pt x="13252" y="2579"/>
                    <a:pt x="13252" y="2579"/>
                  </a:cubicBezTo>
                  <a:cubicBezTo>
                    <a:pt x="13338" y="2740"/>
                    <a:pt x="13338" y="2740"/>
                    <a:pt x="13338" y="2740"/>
                  </a:cubicBezTo>
                  <a:cubicBezTo>
                    <a:pt x="13510" y="2740"/>
                    <a:pt x="13510" y="2740"/>
                    <a:pt x="13510" y="2740"/>
                  </a:cubicBezTo>
                  <a:cubicBezTo>
                    <a:pt x="13510" y="2740"/>
                    <a:pt x="13510" y="2740"/>
                    <a:pt x="13510" y="2740"/>
                  </a:cubicBezTo>
                  <a:cubicBezTo>
                    <a:pt x="13596" y="2901"/>
                    <a:pt x="13596" y="2901"/>
                    <a:pt x="13596" y="2901"/>
                  </a:cubicBezTo>
                  <a:cubicBezTo>
                    <a:pt x="13682" y="2901"/>
                    <a:pt x="13682" y="2901"/>
                    <a:pt x="13682" y="2901"/>
                  </a:cubicBezTo>
                  <a:cubicBezTo>
                    <a:pt x="15231" y="4191"/>
                    <a:pt x="15231" y="4191"/>
                    <a:pt x="15231" y="4191"/>
                  </a:cubicBezTo>
                  <a:cubicBezTo>
                    <a:pt x="15317" y="4352"/>
                    <a:pt x="15317" y="4352"/>
                    <a:pt x="15317" y="4352"/>
                  </a:cubicBezTo>
                  <a:cubicBezTo>
                    <a:pt x="15576" y="4674"/>
                    <a:pt x="15576" y="4674"/>
                    <a:pt x="15576" y="4674"/>
                  </a:cubicBezTo>
                  <a:cubicBezTo>
                    <a:pt x="15834" y="6608"/>
                    <a:pt x="15834" y="6608"/>
                    <a:pt x="15834" y="6608"/>
                  </a:cubicBezTo>
                  <a:cubicBezTo>
                    <a:pt x="15748" y="7576"/>
                    <a:pt x="15748" y="7576"/>
                    <a:pt x="15748" y="7576"/>
                  </a:cubicBezTo>
                  <a:cubicBezTo>
                    <a:pt x="15748" y="7576"/>
                    <a:pt x="15748" y="7576"/>
                    <a:pt x="15748" y="7576"/>
                  </a:cubicBezTo>
                  <a:cubicBezTo>
                    <a:pt x="15662" y="7737"/>
                    <a:pt x="15662" y="7737"/>
                    <a:pt x="15662" y="7737"/>
                  </a:cubicBezTo>
                  <a:cubicBezTo>
                    <a:pt x="15662" y="7898"/>
                    <a:pt x="15662" y="7898"/>
                    <a:pt x="15662" y="7898"/>
                  </a:cubicBezTo>
                  <a:cubicBezTo>
                    <a:pt x="15490" y="8059"/>
                    <a:pt x="15490" y="8059"/>
                    <a:pt x="15490" y="8059"/>
                  </a:cubicBezTo>
                  <a:cubicBezTo>
                    <a:pt x="15403" y="8220"/>
                    <a:pt x="15403" y="8220"/>
                    <a:pt x="15403" y="8220"/>
                  </a:cubicBezTo>
                  <a:cubicBezTo>
                    <a:pt x="15490" y="8382"/>
                    <a:pt x="15490" y="8382"/>
                    <a:pt x="15490" y="8382"/>
                  </a:cubicBezTo>
                  <a:cubicBezTo>
                    <a:pt x="16780" y="7737"/>
                    <a:pt x="16780" y="7737"/>
                    <a:pt x="16780" y="7737"/>
                  </a:cubicBezTo>
                  <a:cubicBezTo>
                    <a:pt x="16952" y="7737"/>
                    <a:pt x="16952" y="7737"/>
                    <a:pt x="16952" y="7737"/>
                  </a:cubicBezTo>
                  <a:cubicBezTo>
                    <a:pt x="16952" y="7414"/>
                    <a:pt x="16952" y="7414"/>
                    <a:pt x="16952" y="7414"/>
                  </a:cubicBezTo>
                  <a:cubicBezTo>
                    <a:pt x="17727" y="7092"/>
                    <a:pt x="17727" y="7092"/>
                    <a:pt x="17727" y="7092"/>
                  </a:cubicBezTo>
                  <a:cubicBezTo>
                    <a:pt x="17985" y="6608"/>
                    <a:pt x="17985" y="6608"/>
                    <a:pt x="17985" y="6608"/>
                  </a:cubicBezTo>
                  <a:cubicBezTo>
                    <a:pt x="18071" y="6608"/>
                    <a:pt x="18071" y="6608"/>
                    <a:pt x="18071" y="6608"/>
                  </a:cubicBezTo>
                  <a:cubicBezTo>
                    <a:pt x="18157" y="6447"/>
                    <a:pt x="18157" y="6447"/>
                    <a:pt x="18157" y="6447"/>
                  </a:cubicBezTo>
                  <a:cubicBezTo>
                    <a:pt x="18329" y="6286"/>
                    <a:pt x="18329" y="6286"/>
                    <a:pt x="18329" y="6286"/>
                  </a:cubicBezTo>
                  <a:cubicBezTo>
                    <a:pt x="18415" y="6125"/>
                    <a:pt x="18415" y="6125"/>
                    <a:pt x="18415" y="6125"/>
                  </a:cubicBezTo>
                  <a:cubicBezTo>
                    <a:pt x="18501" y="6125"/>
                    <a:pt x="18501" y="6125"/>
                    <a:pt x="18501" y="6125"/>
                  </a:cubicBezTo>
                  <a:cubicBezTo>
                    <a:pt x="18588" y="5964"/>
                    <a:pt x="18588" y="5964"/>
                    <a:pt x="18588" y="5964"/>
                  </a:cubicBezTo>
                  <a:cubicBezTo>
                    <a:pt x="18760" y="5964"/>
                    <a:pt x="18760" y="5964"/>
                    <a:pt x="18760" y="5964"/>
                  </a:cubicBezTo>
                  <a:cubicBezTo>
                    <a:pt x="19878" y="5964"/>
                    <a:pt x="19878" y="5964"/>
                    <a:pt x="19878" y="5964"/>
                  </a:cubicBezTo>
                  <a:cubicBezTo>
                    <a:pt x="19964" y="5802"/>
                    <a:pt x="19964" y="5802"/>
                    <a:pt x="19964" y="5802"/>
                  </a:cubicBezTo>
                  <a:cubicBezTo>
                    <a:pt x="19964" y="5802"/>
                    <a:pt x="19964" y="5802"/>
                    <a:pt x="19964" y="5802"/>
                  </a:cubicBezTo>
                  <a:cubicBezTo>
                    <a:pt x="19964" y="5802"/>
                    <a:pt x="19964" y="5802"/>
                    <a:pt x="19964" y="5802"/>
                  </a:cubicBezTo>
                  <a:cubicBezTo>
                    <a:pt x="20050" y="5802"/>
                    <a:pt x="20050" y="5802"/>
                    <a:pt x="20050" y="5802"/>
                  </a:cubicBezTo>
                  <a:cubicBezTo>
                    <a:pt x="20137" y="5802"/>
                    <a:pt x="20137" y="5802"/>
                    <a:pt x="20137" y="5802"/>
                  </a:cubicBezTo>
                  <a:cubicBezTo>
                    <a:pt x="20137" y="5802"/>
                    <a:pt x="20137" y="5802"/>
                    <a:pt x="20137" y="5802"/>
                  </a:cubicBezTo>
                  <a:cubicBezTo>
                    <a:pt x="20137" y="5641"/>
                    <a:pt x="20137" y="5641"/>
                    <a:pt x="20137" y="5641"/>
                  </a:cubicBezTo>
                  <a:cubicBezTo>
                    <a:pt x="20309" y="5480"/>
                    <a:pt x="20309" y="5480"/>
                    <a:pt x="20309" y="5480"/>
                  </a:cubicBezTo>
                  <a:cubicBezTo>
                    <a:pt x="20309" y="5319"/>
                    <a:pt x="20309" y="5319"/>
                    <a:pt x="20309" y="5319"/>
                  </a:cubicBezTo>
                  <a:cubicBezTo>
                    <a:pt x="20481" y="5158"/>
                    <a:pt x="20481" y="5158"/>
                    <a:pt x="20481" y="5158"/>
                  </a:cubicBezTo>
                  <a:cubicBezTo>
                    <a:pt x="20481" y="4997"/>
                    <a:pt x="20481" y="4997"/>
                    <a:pt x="20481" y="4997"/>
                  </a:cubicBezTo>
                  <a:cubicBezTo>
                    <a:pt x="20481" y="4835"/>
                    <a:pt x="20481" y="4835"/>
                    <a:pt x="20481" y="4835"/>
                  </a:cubicBezTo>
                  <a:cubicBezTo>
                    <a:pt x="20567" y="4835"/>
                    <a:pt x="20567" y="4835"/>
                    <a:pt x="20567" y="4835"/>
                  </a:cubicBezTo>
                  <a:cubicBezTo>
                    <a:pt x="20567" y="4674"/>
                    <a:pt x="20567" y="4674"/>
                    <a:pt x="20567" y="4674"/>
                  </a:cubicBezTo>
                  <a:cubicBezTo>
                    <a:pt x="20653" y="4513"/>
                    <a:pt x="20653" y="4513"/>
                    <a:pt x="20653" y="4513"/>
                  </a:cubicBezTo>
                  <a:cubicBezTo>
                    <a:pt x="20739" y="4352"/>
                    <a:pt x="20739" y="4352"/>
                    <a:pt x="20739" y="4352"/>
                  </a:cubicBezTo>
                  <a:cubicBezTo>
                    <a:pt x="20825" y="4191"/>
                    <a:pt x="20825" y="4191"/>
                    <a:pt x="20825" y="4191"/>
                  </a:cubicBezTo>
                  <a:cubicBezTo>
                    <a:pt x="20911" y="4029"/>
                    <a:pt x="20911" y="4029"/>
                    <a:pt x="20911" y="4029"/>
                  </a:cubicBezTo>
                  <a:cubicBezTo>
                    <a:pt x="20911" y="4029"/>
                    <a:pt x="20911" y="4029"/>
                    <a:pt x="20911" y="4029"/>
                  </a:cubicBezTo>
                  <a:cubicBezTo>
                    <a:pt x="20911" y="4191"/>
                    <a:pt x="20911" y="4191"/>
                    <a:pt x="20911" y="4191"/>
                  </a:cubicBezTo>
                  <a:cubicBezTo>
                    <a:pt x="20997" y="4191"/>
                    <a:pt x="20997" y="4191"/>
                    <a:pt x="20997" y="4191"/>
                  </a:cubicBezTo>
                  <a:cubicBezTo>
                    <a:pt x="21083" y="4191"/>
                    <a:pt x="21083" y="4191"/>
                    <a:pt x="21083" y="4191"/>
                  </a:cubicBezTo>
                  <a:cubicBezTo>
                    <a:pt x="21169" y="4191"/>
                    <a:pt x="21169" y="4191"/>
                    <a:pt x="21169" y="4191"/>
                  </a:cubicBezTo>
                  <a:cubicBezTo>
                    <a:pt x="21255" y="4191"/>
                    <a:pt x="21255" y="4191"/>
                    <a:pt x="21255" y="4191"/>
                  </a:cubicBezTo>
                  <a:cubicBezTo>
                    <a:pt x="21341" y="4352"/>
                    <a:pt x="21341" y="4352"/>
                    <a:pt x="21341" y="4352"/>
                  </a:cubicBezTo>
                  <a:cubicBezTo>
                    <a:pt x="21341" y="4674"/>
                    <a:pt x="21341" y="4674"/>
                    <a:pt x="21341" y="4674"/>
                  </a:cubicBezTo>
                  <a:cubicBezTo>
                    <a:pt x="21255" y="5480"/>
                    <a:pt x="21255" y="5480"/>
                    <a:pt x="21255" y="5480"/>
                  </a:cubicBezTo>
                  <a:cubicBezTo>
                    <a:pt x="21255" y="5480"/>
                    <a:pt x="21255" y="5480"/>
                    <a:pt x="21255" y="5480"/>
                  </a:cubicBezTo>
                  <a:cubicBezTo>
                    <a:pt x="21255" y="5480"/>
                    <a:pt x="21255" y="5480"/>
                    <a:pt x="21255" y="5480"/>
                  </a:cubicBezTo>
                  <a:cubicBezTo>
                    <a:pt x="21341" y="5641"/>
                    <a:pt x="21341" y="5641"/>
                    <a:pt x="21341" y="5641"/>
                  </a:cubicBezTo>
                  <a:cubicBezTo>
                    <a:pt x="21341" y="5641"/>
                    <a:pt x="21341" y="5641"/>
                    <a:pt x="21341" y="5641"/>
                  </a:cubicBezTo>
                  <a:cubicBezTo>
                    <a:pt x="21341" y="5802"/>
                    <a:pt x="21341" y="5802"/>
                    <a:pt x="21341" y="5802"/>
                  </a:cubicBezTo>
                  <a:cubicBezTo>
                    <a:pt x="21341" y="5802"/>
                    <a:pt x="21341" y="5802"/>
                    <a:pt x="21341" y="5802"/>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513" y="6125"/>
                    <a:pt x="21513" y="6125"/>
                    <a:pt x="21513" y="6125"/>
                  </a:cubicBezTo>
                  <a:cubicBezTo>
                    <a:pt x="21513" y="6286"/>
                    <a:pt x="21513" y="6286"/>
                    <a:pt x="21513" y="6286"/>
                  </a:cubicBezTo>
                  <a:cubicBezTo>
                    <a:pt x="21513" y="6447"/>
                    <a:pt x="21513" y="6447"/>
                    <a:pt x="21513" y="6447"/>
                  </a:cubicBezTo>
                  <a:cubicBezTo>
                    <a:pt x="21513" y="6286"/>
                    <a:pt x="21513" y="6286"/>
                    <a:pt x="21513" y="6286"/>
                  </a:cubicBezTo>
                  <a:cubicBezTo>
                    <a:pt x="21599" y="6447"/>
                    <a:pt x="21599" y="6447"/>
                    <a:pt x="21599" y="6447"/>
                  </a:cubicBezTo>
                  <a:cubicBezTo>
                    <a:pt x="21599" y="6447"/>
                    <a:pt x="21599" y="6447"/>
                    <a:pt x="21599" y="6447"/>
                  </a:cubicBezTo>
                  <a:cubicBezTo>
                    <a:pt x="21513" y="6447"/>
                    <a:pt x="21513" y="6447"/>
                    <a:pt x="21513" y="6447"/>
                  </a:cubicBezTo>
                  <a:cubicBezTo>
                    <a:pt x="21513" y="6447"/>
                    <a:pt x="21513" y="6447"/>
                    <a:pt x="21513" y="6447"/>
                  </a:cubicBezTo>
                  <a:cubicBezTo>
                    <a:pt x="21427" y="6608"/>
                    <a:pt x="21427" y="6608"/>
                    <a:pt x="21427" y="6608"/>
                  </a:cubicBezTo>
                  <a:cubicBezTo>
                    <a:pt x="21341" y="6447"/>
                    <a:pt x="21341" y="6447"/>
                    <a:pt x="21341" y="6447"/>
                  </a:cubicBezTo>
                  <a:cubicBezTo>
                    <a:pt x="21255" y="6608"/>
                    <a:pt x="21255" y="6608"/>
                    <a:pt x="21255" y="6608"/>
                  </a:cubicBezTo>
                  <a:cubicBezTo>
                    <a:pt x="21255" y="6608"/>
                    <a:pt x="21255" y="6608"/>
                    <a:pt x="21255" y="6608"/>
                  </a:cubicBezTo>
                  <a:cubicBezTo>
                    <a:pt x="21169" y="6608"/>
                    <a:pt x="21169" y="6608"/>
                    <a:pt x="21169" y="6608"/>
                  </a:cubicBezTo>
                  <a:cubicBezTo>
                    <a:pt x="21083" y="6770"/>
                    <a:pt x="21083" y="6770"/>
                    <a:pt x="21083" y="6770"/>
                  </a:cubicBezTo>
                  <a:cubicBezTo>
                    <a:pt x="21083" y="6770"/>
                    <a:pt x="21083" y="6770"/>
                    <a:pt x="21083" y="6770"/>
                  </a:cubicBezTo>
                  <a:cubicBezTo>
                    <a:pt x="20997" y="6608"/>
                    <a:pt x="20997" y="6608"/>
                    <a:pt x="20997" y="6608"/>
                  </a:cubicBezTo>
                  <a:cubicBezTo>
                    <a:pt x="20911" y="6608"/>
                    <a:pt x="20911" y="6608"/>
                    <a:pt x="20911" y="6608"/>
                  </a:cubicBezTo>
                  <a:cubicBezTo>
                    <a:pt x="20911" y="6770"/>
                    <a:pt x="20911" y="6770"/>
                    <a:pt x="20911" y="6770"/>
                  </a:cubicBezTo>
                  <a:cubicBezTo>
                    <a:pt x="20825" y="6770"/>
                    <a:pt x="20825" y="6770"/>
                    <a:pt x="20825" y="6770"/>
                  </a:cubicBezTo>
                  <a:cubicBezTo>
                    <a:pt x="20825" y="6608"/>
                    <a:pt x="20825" y="6608"/>
                    <a:pt x="20825" y="6608"/>
                  </a:cubicBezTo>
                  <a:cubicBezTo>
                    <a:pt x="20825" y="6447"/>
                    <a:pt x="20825" y="6447"/>
                    <a:pt x="20825" y="6447"/>
                  </a:cubicBezTo>
                  <a:cubicBezTo>
                    <a:pt x="20739" y="6770"/>
                    <a:pt x="20739" y="6770"/>
                    <a:pt x="20739" y="6770"/>
                  </a:cubicBezTo>
                  <a:cubicBezTo>
                    <a:pt x="20653" y="6931"/>
                    <a:pt x="20653" y="6931"/>
                    <a:pt x="20653" y="6931"/>
                  </a:cubicBezTo>
                  <a:cubicBezTo>
                    <a:pt x="20567" y="6931"/>
                    <a:pt x="20567" y="6931"/>
                    <a:pt x="20567" y="6931"/>
                  </a:cubicBezTo>
                  <a:cubicBezTo>
                    <a:pt x="20567" y="6931"/>
                    <a:pt x="20567" y="6931"/>
                    <a:pt x="20567" y="6931"/>
                  </a:cubicBezTo>
                  <a:cubicBezTo>
                    <a:pt x="20567" y="7092"/>
                    <a:pt x="20567" y="7092"/>
                    <a:pt x="20567" y="7092"/>
                  </a:cubicBezTo>
                  <a:cubicBezTo>
                    <a:pt x="20481" y="7092"/>
                    <a:pt x="20481" y="7092"/>
                    <a:pt x="20481" y="7092"/>
                  </a:cubicBezTo>
                  <a:cubicBezTo>
                    <a:pt x="20481" y="6931"/>
                    <a:pt x="20481" y="6931"/>
                    <a:pt x="20481" y="6931"/>
                  </a:cubicBezTo>
                  <a:cubicBezTo>
                    <a:pt x="20395" y="7092"/>
                    <a:pt x="20395" y="7092"/>
                    <a:pt x="20395" y="7092"/>
                  </a:cubicBezTo>
                  <a:cubicBezTo>
                    <a:pt x="20395" y="7092"/>
                    <a:pt x="20395" y="7092"/>
                    <a:pt x="20395" y="7092"/>
                  </a:cubicBezTo>
                  <a:cubicBezTo>
                    <a:pt x="20309" y="7092"/>
                    <a:pt x="20309" y="7092"/>
                    <a:pt x="20309" y="7092"/>
                  </a:cubicBezTo>
                  <a:cubicBezTo>
                    <a:pt x="20309" y="7092"/>
                    <a:pt x="20309" y="7092"/>
                    <a:pt x="20309" y="7092"/>
                  </a:cubicBezTo>
                  <a:cubicBezTo>
                    <a:pt x="20309" y="7092"/>
                    <a:pt x="20309" y="7092"/>
                    <a:pt x="20309" y="7092"/>
                  </a:cubicBezTo>
                  <a:cubicBezTo>
                    <a:pt x="20223" y="7092"/>
                    <a:pt x="20223" y="7092"/>
                    <a:pt x="20223" y="7092"/>
                  </a:cubicBezTo>
                  <a:cubicBezTo>
                    <a:pt x="20223" y="7253"/>
                    <a:pt x="20223" y="7253"/>
                    <a:pt x="20223" y="7253"/>
                  </a:cubicBezTo>
                  <a:cubicBezTo>
                    <a:pt x="20050" y="7414"/>
                    <a:pt x="20050" y="7414"/>
                    <a:pt x="20050" y="7414"/>
                  </a:cubicBezTo>
                  <a:cubicBezTo>
                    <a:pt x="20050" y="7737"/>
                    <a:pt x="20050" y="7737"/>
                    <a:pt x="20050" y="7737"/>
                  </a:cubicBezTo>
                  <a:cubicBezTo>
                    <a:pt x="19964" y="7898"/>
                    <a:pt x="19964" y="7898"/>
                    <a:pt x="19964" y="7898"/>
                  </a:cubicBezTo>
                  <a:cubicBezTo>
                    <a:pt x="19964" y="7898"/>
                    <a:pt x="19964" y="7898"/>
                    <a:pt x="19964" y="7898"/>
                  </a:cubicBezTo>
                  <a:cubicBezTo>
                    <a:pt x="19878" y="7898"/>
                    <a:pt x="19878" y="7898"/>
                    <a:pt x="19878" y="7898"/>
                  </a:cubicBezTo>
                  <a:cubicBezTo>
                    <a:pt x="19878" y="8059"/>
                    <a:pt x="19878" y="8059"/>
                    <a:pt x="19878" y="8059"/>
                  </a:cubicBezTo>
                  <a:cubicBezTo>
                    <a:pt x="19964" y="8059"/>
                    <a:pt x="19964" y="8059"/>
                    <a:pt x="19964" y="8059"/>
                  </a:cubicBezTo>
                  <a:cubicBezTo>
                    <a:pt x="19964" y="8220"/>
                    <a:pt x="19964" y="8220"/>
                    <a:pt x="19964" y="8220"/>
                  </a:cubicBezTo>
                  <a:cubicBezTo>
                    <a:pt x="19792" y="8382"/>
                    <a:pt x="19792" y="8382"/>
                    <a:pt x="19792" y="8382"/>
                  </a:cubicBezTo>
                  <a:cubicBezTo>
                    <a:pt x="19792" y="8382"/>
                    <a:pt x="19792" y="8382"/>
                    <a:pt x="19792" y="8382"/>
                  </a:cubicBezTo>
                  <a:cubicBezTo>
                    <a:pt x="19964" y="8543"/>
                    <a:pt x="19964" y="8543"/>
                    <a:pt x="19964" y="8543"/>
                  </a:cubicBezTo>
                  <a:cubicBezTo>
                    <a:pt x="19964" y="8704"/>
                    <a:pt x="19964" y="8704"/>
                    <a:pt x="19964" y="8704"/>
                  </a:cubicBezTo>
                  <a:cubicBezTo>
                    <a:pt x="19964" y="8865"/>
                    <a:pt x="19964" y="8865"/>
                    <a:pt x="19964" y="8865"/>
                  </a:cubicBezTo>
                  <a:cubicBezTo>
                    <a:pt x="20050" y="8865"/>
                    <a:pt x="20050" y="8865"/>
                    <a:pt x="20050" y="8865"/>
                  </a:cubicBezTo>
                  <a:cubicBezTo>
                    <a:pt x="20137" y="8704"/>
                    <a:pt x="20137" y="8704"/>
                    <a:pt x="20137" y="8704"/>
                  </a:cubicBezTo>
                  <a:cubicBezTo>
                    <a:pt x="20137" y="8543"/>
                    <a:pt x="20137" y="8543"/>
                    <a:pt x="20137" y="8543"/>
                  </a:cubicBezTo>
                  <a:cubicBezTo>
                    <a:pt x="20137" y="8543"/>
                    <a:pt x="20137" y="8543"/>
                    <a:pt x="20137" y="8543"/>
                  </a:cubicBezTo>
                  <a:cubicBezTo>
                    <a:pt x="20223" y="8704"/>
                    <a:pt x="20223" y="8704"/>
                    <a:pt x="20223" y="8704"/>
                  </a:cubicBezTo>
                  <a:cubicBezTo>
                    <a:pt x="20137" y="8865"/>
                    <a:pt x="20137" y="8865"/>
                    <a:pt x="20137" y="8865"/>
                  </a:cubicBezTo>
                  <a:cubicBezTo>
                    <a:pt x="19964" y="9026"/>
                    <a:pt x="19964" y="9026"/>
                    <a:pt x="19964" y="9026"/>
                  </a:cubicBezTo>
                  <a:cubicBezTo>
                    <a:pt x="19878" y="9026"/>
                    <a:pt x="19878" y="9026"/>
                    <a:pt x="19878" y="9026"/>
                  </a:cubicBezTo>
                  <a:cubicBezTo>
                    <a:pt x="19878" y="8865"/>
                    <a:pt x="19878" y="8865"/>
                    <a:pt x="19878" y="8865"/>
                  </a:cubicBezTo>
                  <a:cubicBezTo>
                    <a:pt x="19878" y="8865"/>
                    <a:pt x="19878" y="8865"/>
                    <a:pt x="19878" y="8865"/>
                  </a:cubicBezTo>
                  <a:cubicBezTo>
                    <a:pt x="19792" y="9026"/>
                    <a:pt x="19792" y="9026"/>
                    <a:pt x="19792" y="9026"/>
                  </a:cubicBezTo>
                  <a:cubicBezTo>
                    <a:pt x="19706" y="9188"/>
                    <a:pt x="19706" y="9188"/>
                    <a:pt x="19706" y="9188"/>
                  </a:cubicBezTo>
                  <a:cubicBezTo>
                    <a:pt x="19706" y="9188"/>
                    <a:pt x="19706" y="9188"/>
                    <a:pt x="19706" y="9188"/>
                  </a:cubicBezTo>
                  <a:cubicBezTo>
                    <a:pt x="19706" y="9026"/>
                    <a:pt x="19706" y="9026"/>
                    <a:pt x="19706" y="9026"/>
                  </a:cubicBezTo>
                  <a:cubicBezTo>
                    <a:pt x="19706" y="8865"/>
                    <a:pt x="19706" y="8865"/>
                    <a:pt x="19706" y="8865"/>
                  </a:cubicBezTo>
                  <a:cubicBezTo>
                    <a:pt x="19620" y="8704"/>
                    <a:pt x="19620" y="8704"/>
                    <a:pt x="19620" y="8704"/>
                  </a:cubicBezTo>
                  <a:cubicBezTo>
                    <a:pt x="19620" y="8865"/>
                    <a:pt x="19620" y="8865"/>
                    <a:pt x="19620" y="8865"/>
                  </a:cubicBezTo>
                  <a:cubicBezTo>
                    <a:pt x="19620" y="9026"/>
                    <a:pt x="19620" y="9026"/>
                    <a:pt x="19620" y="9026"/>
                  </a:cubicBezTo>
                  <a:cubicBezTo>
                    <a:pt x="19620" y="9188"/>
                    <a:pt x="19620" y="9188"/>
                    <a:pt x="19620" y="9188"/>
                  </a:cubicBezTo>
                  <a:cubicBezTo>
                    <a:pt x="19620" y="9188"/>
                    <a:pt x="19620" y="9188"/>
                    <a:pt x="19620" y="9188"/>
                  </a:cubicBezTo>
                  <a:cubicBezTo>
                    <a:pt x="19448" y="9188"/>
                    <a:pt x="19448" y="9188"/>
                    <a:pt x="19448" y="9188"/>
                  </a:cubicBezTo>
                  <a:cubicBezTo>
                    <a:pt x="19362" y="9188"/>
                    <a:pt x="19362" y="9188"/>
                    <a:pt x="19362" y="9188"/>
                  </a:cubicBezTo>
                  <a:cubicBezTo>
                    <a:pt x="19276" y="9188"/>
                    <a:pt x="19276" y="9188"/>
                    <a:pt x="19276" y="9188"/>
                  </a:cubicBezTo>
                  <a:cubicBezTo>
                    <a:pt x="19104" y="9188"/>
                    <a:pt x="19104" y="9188"/>
                    <a:pt x="19104" y="9188"/>
                  </a:cubicBezTo>
                  <a:cubicBezTo>
                    <a:pt x="19104" y="9188"/>
                    <a:pt x="19104" y="9188"/>
                    <a:pt x="19104" y="9188"/>
                  </a:cubicBezTo>
                  <a:cubicBezTo>
                    <a:pt x="19018" y="9188"/>
                    <a:pt x="19018" y="9188"/>
                    <a:pt x="19018" y="9188"/>
                  </a:cubicBezTo>
                  <a:cubicBezTo>
                    <a:pt x="18932" y="9349"/>
                    <a:pt x="18932" y="9349"/>
                    <a:pt x="18932" y="9349"/>
                  </a:cubicBezTo>
                  <a:cubicBezTo>
                    <a:pt x="18846" y="9349"/>
                    <a:pt x="18846" y="9349"/>
                    <a:pt x="18846" y="9349"/>
                  </a:cubicBezTo>
                  <a:cubicBezTo>
                    <a:pt x="18760" y="9510"/>
                    <a:pt x="18760" y="9510"/>
                    <a:pt x="18760" y="9510"/>
                  </a:cubicBezTo>
                  <a:cubicBezTo>
                    <a:pt x="18674" y="9510"/>
                    <a:pt x="18674" y="9510"/>
                    <a:pt x="18674" y="9510"/>
                  </a:cubicBezTo>
                  <a:cubicBezTo>
                    <a:pt x="18588" y="9510"/>
                    <a:pt x="18588" y="9510"/>
                    <a:pt x="18588" y="9510"/>
                  </a:cubicBezTo>
                  <a:cubicBezTo>
                    <a:pt x="18588" y="9671"/>
                    <a:pt x="18588" y="9671"/>
                    <a:pt x="18588" y="9671"/>
                  </a:cubicBezTo>
                  <a:cubicBezTo>
                    <a:pt x="18501" y="9832"/>
                    <a:pt x="18501" y="9832"/>
                    <a:pt x="18501" y="9832"/>
                  </a:cubicBezTo>
                  <a:cubicBezTo>
                    <a:pt x="18501" y="9832"/>
                    <a:pt x="18501" y="9832"/>
                    <a:pt x="18501" y="9832"/>
                  </a:cubicBezTo>
                  <a:cubicBezTo>
                    <a:pt x="18588" y="9832"/>
                    <a:pt x="18588" y="9832"/>
                    <a:pt x="18588" y="9832"/>
                  </a:cubicBezTo>
                  <a:cubicBezTo>
                    <a:pt x="18588" y="9994"/>
                    <a:pt x="18588" y="9994"/>
                    <a:pt x="18588" y="9994"/>
                  </a:cubicBezTo>
                  <a:cubicBezTo>
                    <a:pt x="18501" y="10155"/>
                    <a:pt x="18501" y="10155"/>
                    <a:pt x="18501" y="10155"/>
                  </a:cubicBezTo>
                  <a:cubicBezTo>
                    <a:pt x="18501" y="10155"/>
                    <a:pt x="18501" y="10155"/>
                    <a:pt x="18501" y="10155"/>
                  </a:cubicBezTo>
                  <a:cubicBezTo>
                    <a:pt x="18501" y="10316"/>
                    <a:pt x="18501" y="10316"/>
                    <a:pt x="18501" y="10316"/>
                  </a:cubicBezTo>
                  <a:cubicBezTo>
                    <a:pt x="18501" y="10316"/>
                    <a:pt x="18501" y="10316"/>
                    <a:pt x="18501" y="10316"/>
                  </a:cubicBezTo>
                  <a:cubicBezTo>
                    <a:pt x="18501" y="10316"/>
                    <a:pt x="18501" y="10316"/>
                    <a:pt x="18501" y="10316"/>
                  </a:cubicBezTo>
                  <a:cubicBezTo>
                    <a:pt x="18415" y="10477"/>
                    <a:pt x="18415" y="10477"/>
                    <a:pt x="18415" y="10477"/>
                  </a:cubicBezTo>
                  <a:cubicBezTo>
                    <a:pt x="18415" y="10477"/>
                    <a:pt x="18415" y="10477"/>
                    <a:pt x="18415" y="10477"/>
                  </a:cubicBezTo>
                  <a:cubicBezTo>
                    <a:pt x="18415" y="10638"/>
                    <a:pt x="18415" y="10638"/>
                    <a:pt x="18415" y="10638"/>
                  </a:cubicBezTo>
                  <a:cubicBezTo>
                    <a:pt x="18329" y="10800"/>
                    <a:pt x="18329" y="10800"/>
                    <a:pt x="18329" y="10800"/>
                  </a:cubicBezTo>
                  <a:cubicBezTo>
                    <a:pt x="18329" y="10800"/>
                    <a:pt x="18329" y="10800"/>
                    <a:pt x="18329" y="10800"/>
                  </a:cubicBezTo>
                  <a:cubicBezTo>
                    <a:pt x="18243" y="10961"/>
                    <a:pt x="18243" y="10961"/>
                    <a:pt x="18243" y="10961"/>
                  </a:cubicBezTo>
                  <a:cubicBezTo>
                    <a:pt x="18243" y="10961"/>
                    <a:pt x="18243" y="10961"/>
                    <a:pt x="18243" y="10961"/>
                  </a:cubicBezTo>
                  <a:cubicBezTo>
                    <a:pt x="18243" y="10961"/>
                    <a:pt x="18243" y="10961"/>
                    <a:pt x="18243" y="10961"/>
                  </a:cubicBezTo>
                  <a:cubicBezTo>
                    <a:pt x="18157" y="11122"/>
                    <a:pt x="18157" y="11122"/>
                    <a:pt x="18157" y="11122"/>
                  </a:cubicBezTo>
                  <a:cubicBezTo>
                    <a:pt x="18157" y="11122"/>
                    <a:pt x="18157" y="11122"/>
                    <a:pt x="18157" y="11122"/>
                  </a:cubicBezTo>
                  <a:cubicBezTo>
                    <a:pt x="18071" y="11122"/>
                    <a:pt x="18071" y="11122"/>
                    <a:pt x="18071" y="11122"/>
                  </a:cubicBezTo>
                  <a:cubicBezTo>
                    <a:pt x="18157" y="10961"/>
                    <a:pt x="18157" y="10961"/>
                    <a:pt x="18157" y="10961"/>
                  </a:cubicBezTo>
                  <a:cubicBezTo>
                    <a:pt x="18157" y="10961"/>
                    <a:pt x="18157" y="10961"/>
                    <a:pt x="18157" y="10961"/>
                  </a:cubicBezTo>
                  <a:cubicBezTo>
                    <a:pt x="18071" y="10961"/>
                    <a:pt x="18071" y="10961"/>
                    <a:pt x="18071" y="10961"/>
                  </a:cubicBezTo>
                  <a:cubicBezTo>
                    <a:pt x="17985" y="10800"/>
                    <a:pt x="17985" y="10800"/>
                    <a:pt x="17985" y="10800"/>
                  </a:cubicBezTo>
                  <a:cubicBezTo>
                    <a:pt x="17899" y="10638"/>
                    <a:pt x="17899" y="10638"/>
                    <a:pt x="17899" y="10638"/>
                  </a:cubicBezTo>
                  <a:cubicBezTo>
                    <a:pt x="17985" y="10638"/>
                    <a:pt x="17985" y="10638"/>
                    <a:pt x="17985" y="10638"/>
                  </a:cubicBezTo>
                  <a:cubicBezTo>
                    <a:pt x="18071" y="10316"/>
                    <a:pt x="18071" y="10316"/>
                    <a:pt x="18071" y="10316"/>
                  </a:cubicBezTo>
                  <a:cubicBezTo>
                    <a:pt x="17985" y="10477"/>
                    <a:pt x="17985" y="10477"/>
                    <a:pt x="17985" y="10477"/>
                  </a:cubicBezTo>
                  <a:cubicBezTo>
                    <a:pt x="17899" y="10477"/>
                    <a:pt x="17899" y="10477"/>
                    <a:pt x="17899" y="10477"/>
                  </a:cubicBezTo>
                  <a:cubicBezTo>
                    <a:pt x="17899" y="10638"/>
                    <a:pt x="17899" y="10638"/>
                    <a:pt x="17899" y="10638"/>
                  </a:cubicBezTo>
                  <a:cubicBezTo>
                    <a:pt x="17899" y="10800"/>
                    <a:pt x="17899" y="10800"/>
                    <a:pt x="17899" y="10800"/>
                  </a:cubicBezTo>
                  <a:cubicBezTo>
                    <a:pt x="17985" y="10800"/>
                    <a:pt x="17985" y="10800"/>
                    <a:pt x="17985" y="10800"/>
                  </a:cubicBezTo>
                  <a:cubicBezTo>
                    <a:pt x="17985" y="10961"/>
                    <a:pt x="17985" y="10961"/>
                    <a:pt x="17985" y="10961"/>
                  </a:cubicBezTo>
                  <a:cubicBezTo>
                    <a:pt x="17985" y="11122"/>
                    <a:pt x="17985" y="11122"/>
                    <a:pt x="17985" y="11122"/>
                  </a:cubicBezTo>
                  <a:cubicBezTo>
                    <a:pt x="18071" y="11283"/>
                    <a:pt x="18071" y="11283"/>
                    <a:pt x="18071" y="11283"/>
                  </a:cubicBezTo>
                  <a:cubicBezTo>
                    <a:pt x="18071" y="11444"/>
                    <a:pt x="18071" y="11444"/>
                    <a:pt x="18071" y="11444"/>
                  </a:cubicBezTo>
                  <a:cubicBezTo>
                    <a:pt x="17985" y="11767"/>
                    <a:pt x="17985" y="11767"/>
                    <a:pt x="17985" y="11767"/>
                  </a:cubicBezTo>
                  <a:cubicBezTo>
                    <a:pt x="17899" y="11767"/>
                    <a:pt x="17899" y="11767"/>
                    <a:pt x="17899" y="11767"/>
                  </a:cubicBezTo>
                  <a:cubicBezTo>
                    <a:pt x="17813" y="12089"/>
                    <a:pt x="17813" y="12089"/>
                    <a:pt x="17813" y="12089"/>
                  </a:cubicBezTo>
                  <a:cubicBezTo>
                    <a:pt x="17813" y="12250"/>
                    <a:pt x="17813" y="12250"/>
                    <a:pt x="17813" y="12250"/>
                  </a:cubicBezTo>
                  <a:cubicBezTo>
                    <a:pt x="17813" y="12250"/>
                    <a:pt x="17813" y="12250"/>
                    <a:pt x="17813" y="12250"/>
                  </a:cubicBezTo>
                  <a:cubicBezTo>
                    <a:pt x="17727" y="12250"/>
                    <a:pt x="17727" y="12250"/>
                    <a:pt x="17727" y="12250"/>
                  </a:cubicBezTo>
                  <a:cubicBezTo>
                    <a:pt x="17727" y="12250"/>
                    <a:pt x="17727" y="12250"/>
                    <a:pt x="17727" y="12250"/>
                  </a:cubicBezTo>
                  <a:cubicBezTo>
                    <a:pt x="17727" y="12250"/>
                    <a:pt x="17727" y="12250"/>
                    <a:pt x="17727" y="12250"/>
                  </a:cubicBezTo>
                  <a:cubicBezTo>
                    <a:pt x="17641" y="12411"/>
                    <a:pt x="17641" y="12411"/>
                    <a:pt x="17641" y="12411"/>
                  </a:cubicBezTo>
                  <a:cubicBezTo>
                    <a:pt x="17641" y="12573"/>
                    <a:pt x="17641" y="12573"/>
                    <a:pt x="17641" y="12573"/>
                  </a:cubicBezTo>
                  <a:cubicBezTo>
                    <a:pt x="17641" y="12573"/>
                    <a:pt x="17641" y="12573"/>
                    <a:pt x="17641" y="12573"/>
                  </a:cubicBezTo>
                  <a:cubicBezTo>
                    <a:pt x="17641" y="12411"/>
                    <a:pt x="17641" y="12411"/>
                    <a:pt x="17641" y="12411"/>
                  </a:cubicBezTo>
                  <a:cubicBezTo>
                    <a:pt x="17641" y="12250"/>
                    <a:pt x="17641" y="12250"/>
                    <a:pt x="17641" y="12250"/>
                  </a:cubicBezTo>
                  <a:cubicBezTo>
                    <a:pt x="17727" y="12250"/>
                    <a:pt x="17727" y="12250"/>
                    <a:pt x="17727" y="12250"/>
                  </a:cubicBezTo>
                  <a:cubicBezTo>
                    <a:pt x="17727" y="12089"/>
                    <a:pt x="17727" y="12089"/>
                    <a:pt x="17727" y="12089"/>
                  </a:cubicBezTo>
                  <a:cubicBezTo>
                    <a:pt x="17727" y="11928"/>
                    <a:pt x="17727" y="11928"/>
                    <a:pt x="17727" y="11928"/>
                  </a:cubicBezTo>
                  <a:cubicBezTo>
                    <a:pt x="17727" y="11928"/>
                    <a:pt x="17727" y="11928"/>
                    <a:pt x="17727" y="11928"/>
                  </a:cubicBezTo>
                  <a:cubicBezTo>
                    <a:pt x="17813" y="11928"/>
                    <a:pt x="17813" y="11928"/>
                    <a:pt x="17813" y="11928"/>
                  </a:cubicBezTo>
                  <a:cubicBezTo>
                    <a:pt x="17727" y="11928"/>
                    <a:pt x="17727" y="11928"/>
                    <a:pt x="17727" y="11928"/>
                  </a:cubicBezTo>
                  <a:cubicBezTo>
                    <a:pt x="17641" y="11767"/>
                    <a:pt x="17641" y="11767"/>
                    <a:pt x="17641" y="11767"/>
                  </a:cubicBezTo>
                  <a:cubicBezTo>
                    <a:pt x="17727" y="11767"/>
                    <a:pt x="17727" y="11767"/>
                    <a:pt x="17727" y="11767"/>
                  </a:cubicBezTo>
                  <a:cubicBezTo>
                    <a:pt x="17727" y="11767"/>
                    <a:pt x="17727" y="11767"/>
                    <a:pt x="17727" y="11767"/>
                  </a:cubicBezTo>
                  <a:cubicBezTo>
                    <a:pt x="17641" y="11767"/>
                    <a:pt x="17641" y="11767"/>
                    <a:pt x="17641" y="11767"/>
                  </a:cubicBezTo>
                  <a:cubicBezTo>
                    <a:pt x="17641" y="11605"/>
                    <a:pt x="17641" y="11605"/>
                    <a:pt x="17641" y="11605"/>
                  </a:cubicBezTo>
                  <a:cubicBezTo>
                    <a:pt x="17641" y="11767"/>
                    <a:pt x="17641" y="11767"/>
                    <a:pt x="17641" y="11767"/>
                  </a:cubicBezTo>
                  <a:cubicBezTo>
                    <a:pt x="17555" y="11605"/>
                    <a:pt x="17555" y="11605"/>
                    <a:pt x="17555" y="11605"/>
                  </a:cubicBezTo>
                  <a:cubicBezTo>
                    <a:pt x="17555" y="11444"/>
                    <a:pt x="17555" y="11444"/>
                    <a:pt x="17555" y="11444"/>
                  </a:cubicBezTo>
                  <a:cubicBezTo>
                    <a:pt x="17641" y="11283"/>
                    <a:pt x="17641" y="11283"/>
                    <a:pt x="17641" y="11283"/>
                  </a:cubicBezTo>
                  <a:cubicBezTo>
                    <a:pt x="17641" y="11122"/>
                    <a:pt x="17641" y="11122"/>
                    <a:pt x="17641" y="11122"/>
                  </a:cubicBezTo>
                  <a:cubicBezTo>
                    <a:pt x="17555" y="10961"/>
                    <a:pt x="17555" y="10961"/>
                    <a:pt x="17555" y="10961"/>
                  </a:cubicBezTo>
                  <a:cubicBezTo>
                    <a:pt x="17641" y="10800"/>
                    <a:pt x="17641" y="10800"/>
                    <a:pt x="17641" y="10800"/>
                  </a:cubicBezTo>
                  <a:cubicBezTo>
                    <a:pt x="17641" y="10800"/>
                    <a:pt x="17641" y="10800"/>
                    <a:pt x="17641" y="10800"/>
                  </a:cubicBezTo>
                  <a:cubicBezTo>
                    <a:pt x="17641" y="10800"/>
                    <a:pt x="17641" y="10800"/>
                    <a:pt x="17641" y="10800"/>
                  </a:cubicBezTo>
                  <a:cubicBezTo>
                    <a:pt x="17641" y="10638"/>
                    <a:pt x="17641" y="10638"/>
                    <a:pt x="17641" y="10638"/>
                  </a:cubicBezTo>
                  <a:cubicBezTo>
                    <a:pt x="17641" y="10638"/>
                    <a:pt x="17641" y="10638"/>
                    <a:pt x="17641" y="10638"/>
                  </a:cubicBezTo>
                  <a:cubicBezTo>
                    <a:pt x="17641" y="10638"/>
                    <a:pt x="17641" y="10638"/>
                    <a:pt x="17641" y="10638"/>
                  </a:cubicBezTo>
                  <a:cubicBezTo>
                    <a:pt x="17641" y="10800"/>
                    <a:pt x="17641" y="10800"/>
                    <a:pt x="17641" y="10800"/>
                  </a:cubicBezTo>
                  <a:cubicBezTo>
                    <a:pt x="17555" y="10800"/>
                    <a:pt x="17555" y="10800"/>
                    <a:pt x="17555" y="10800"/>
                  </a:cubicBezTo>
                  <a:cubicBezTo>
                    <a:pt x="17469" y="10961"/>
                    <a:pt x="17469" y="10961"/>
                    <a:pt x="17469" y="10961"/>
                  </a:cubicBezTo>
                  <a:cubicBezTo>
                    <a:pt x="17469" y="10961"/>
                    <a:pt x="17469" y="10961"/>
                    <a:pt x="17469" y="10961"/>
                  </a:cubicBezTo>
                  <a:cubicBezTo>
                    <a:pt x="17555" y="10961"/>
                    <a:pt x="17555" y="10961"/>
                    <a:pt x="17555" y="10961"/>
                  </a:cubicBezTo>
                  <a:cubicBezTo>
                    <a:pt x="17469" y="11122"/>
                    <a:pt x="17469" y="11122"/>
                    <a:pt x="17469" y="11122"/>
                  </a:cubicBezTo>
                  <a:cubicBezTo>
                    <a:pt x="17469" y="11283"/>
                    <a:pt x="17469" y="11283"/>
                    <a:pt x="17469" y="11283"/>
                  </a:cubicBezTo>
                  <a:cubicBezTo>
                    <a:pt x="17469" y="11283"/>
                    <a:pt x="17469" y="11283"/>
                    <a:pt x="17469" y="11283"/>
                  </a:cubicBezTo>
                  <a:cubicBezTo>
                    <a:pt x="17469" y="11444"/>
                    <a:pt x="17469" y="11444"/>
                    <a:pt x="17469" y="11444"/>
                  </a:cubicBezTo>
                  <a:cubicBezTo>
                    <a:pt x="17469" y="11605"/>
                    <a:pt x="17469" y="11605"/>
                    <a:pt x="17469" y="11605"/>
                  </a:cubicBezTo>
                  <a:cubicBezTo>
                    <a:pt x="17469" y="11767"/>
                    <a:pt x="17469" y="11767"/>
                    <a:pt x="17469" y="11767"/>
                  </a:cubicBezTo>
                  <a:cubicBezTo>
                    <a:pt x="17469" y="11767"/>
                    <a:pt x="17469" y="11767"/>
                    <a:pt x="17469" y="11767"/>
                  </a:cubicBezTo>
                  <a:cubicBezTo>
                    <a:pt x="17383" y="11605"/>
                    <a:pt x="17383" y="11605"/>
                    <a:pt x="17383" y="11605"/>
                  </a:cubicBezTo>
                  <a:cubicBezTo>
                    <a:pt x="17297" y="11605"/>
                    <a:pt x="17297" y="11605"/>
                    <a:pt x="17297" y="11605"/>
                  </a:cubicBezTo>
                  <a:cubicBezTo>
                    <a:pt x="17297" y="11444"/>
                    <a:pt x="17297" y="11444"/>
                    <a:pt x="17297" y="11444"/>
                  </a:cubicBezTo>
                  <a:cubicBezTo>
                    <a:pt x="17211" y="11444"/>
                    <a:pt x="17211" y="11444"/>
                    <a:pt x="17211" y="11444"/>
                  </a:cubicBezTo>
                  <a:cubicBezTo>
                    <a:pt x="17211" y="11444"/>
                    <a:pt x="17211" y="11444"/>
                    <a:pt x="17211" y="11444"/>
                  </a:cubicBezTo>
                  <a:cubicBezTo>
                    <a:pt x="17211" y="11283"/>
                    <a:pt x="17211" y="11283"/>
                    <a:pt x="17211" y="11283"/>
                  </a:cubicBezTo>
                  <a:cubicBezTo>
                    <a:pt x="17211" y="11283"/>
                    <a:pt x="17211" y="11283"/>
                    <a:pt x="17211" y="11283"/>
                  </a:cubicBezTo>
                  <a:cubicBezTo>
                    <a:pt x="17211" y="11444"/>
                    <a:pt x="17211" y="11444"/>
                    <a:pt x="17211" y="11444"/>
                  </a:cubicBezTo>
                  <a:cubicBezTo>
                    <a:pt x="17211" y="11444"/>
                    <a:pt x="17211" y="11444"/>
                    <a:pt x="17211" y="11444"/>
                  </a:cubicBezTo>
                  <a:cubicBezTo>
                    <a:pt x="17297" y="11605"/>
                    <a:pt x="17297" y="11605"/>
                    <a:pt x="17297" y="11605"/>
                  </a:cubicBezTo>
                  <a:cubicBezTo>
                    <a:pt x="17383" y="11767"/>
                    <a:pt x="17383" y="11767"/>
                    <a:pt x="17383" y="11767"/>
                  </a:cubicBezTo>
                  <a:cubicBezTo>
                    <a:pt x="17469" y="11928"/>
                    <a:pt x="17469" y="11928"/>
                    <a:pt x="17469" y="11928"/>
                  </a:cubicBezTo>
                  <a:cubicBezTo>
                    <a:pt x="17469" y="11928"/>
                    <a:pt x="17469" y="11928"/>
                    <a:pt x="17469" y="11928"/>
                  </a:cubicBezTo>
                  <a:cubicBezTo>
                    <a:pt x="17555" y="12089"/>
                    <a:pt x="17555" y="12089"/>
                    <a:pt x="17555" y="12089"/>
                  </a:cubicBezTo>
                  <a:cubicBezTo>
                    <a:pt x="17469" y="12250"/>
                    <a:pt x="17469" y="12250"/>
                    <a:pt x="17469" y="12250"/>
                  </a:cubicBezTo>
                  <a:cubicBezTo>
                    <a:pt x="17469" y="12089"/>
                    <a:pt x="17469" y="12089"/>
                    <a:pt x="17469" y="12089"/>
                  </a:cubicBezTo>
                  <a:cubicBezTo>
                    <a:pt x="17383" y="12089"/>
                    <a:pt x="17383" y="12089"/>
                    <a:pt x="17383" y="12089"/>
                  </a:cubicBezTo>
                  <a:cubicBezTo>
                    <a:pt x="17383" y="12089"/>
                    <a:pt x="17383" y="12089"/>
                    <a:pt x="17383" y="12089"/>
                  </a:cubicBezTo>
                  <a:cubicBezTo>
                    <a:pt x="17383" y="12250"/>
                    <a:pt x="17383" y="12250"/>
                    <a:pt x="17383" y="12250"/>
                  </a:cubicBezTo>
                  <a:cubicBezTo>
                    <a:pt x="17469" y="12250"/>
                    <a:pt x="17469" y="12250"/>
                    <a:pt x="17469" y="12250"/>
                  </a:cubicBezTo>
                  <a:cubicBezTo>
                    <a:pt x="17555" y="12411"/>
                    <a:pt x="17555" y="12411"/>
                    <a:pt x="17555" y="12411"/>
                  </a:cubicBezTo>
                  <a:cubicBezTo>
                    <a:pt x="17469" y="12411"/>
                    <a:pt x="17469" y="12411"/>
                    <a:pt x="17469" y="12411"/>
                  </a:cubicBezTo>
                  <a:cubicBezTo>
                    <a:pt x="17469" y="12411"/>
                    <a:pt x="17469" y="12411"/>
                    <a:pt x="17469" y="12411"/>
                  </a:cubicBezTo>
                  <a:cubicBezTo>
                    <a:pt x="17383" y="12411"/>
                    <a:pt x="17383" y="12411"/>
                    <a:pt x="17383" y="12411"/>
                  </a:cubicBezTo>
                  <a:cubicBezTo>
                    <a:pt x="17469" y="12573"/>
                    <a:pt x="17469" y="12573"/>
                    <a:pt x="17469" y="12573"/>
                  </a:cubicBezTo>
                  <a:cubicBezTo>
                    <a:pt x="17469" y="12734"/>
                    <a:pt x="17469" y="12734"/>
                    <a:pt x="17469" y="12734"/>
                  </a:cubicBezTo>
                  <a:cubicBezTo>
                    <a:pt x="17469" y="12573"/>
                    <a:pt x="17469" y="12573"/>
                    <a:pt x="17469" y="12573"/>
                  </a:cubicBezTo>
                  <a:cubicBezTo>
                    <a:pt x="17383" y="12573"/>
                    <a:pt x="17383" y="12573"/>
                    <a:pt x="17383" y="12573"/>
                  </a:cubicBezTo>
                  <a:cubicBezTo>
                    <a:pt x="17297" y="12573"/>
                    <a:pt x="17297" y="12573"/>
                    <a:pt x="17297" y="12573"/>
                  </a:cubicBezTo>
                  <a:cubicBezTo>
                    <a:pt x="17211" y="12411"/>
                    <a:pt x="17211" y="12411"/>
                    <a:pt x="17211" y="12411"/>
                  </a:cubicBezTo>
                  <a:cubicBezTo>
                    <a:pt x="17297" y="12573"/>
                    <a:pt x="17297" y="12573"/>
                    <a:pt x="17297" y="12573"/>
                  </a:cubicBezTo>
                  <a:cubicBezTo>
                    <a:pt x="17383" y="12573"/>
                    <a:pt x="17383" y="12573"/>
                    <a:pt x="17383" y="12573"/>
                  </a:cubicBezTo>
                  <a:cubicBezTo>
                    <a:pt x="17383" y="12573"/>
                    <a:pt x="17383" y="12573"/>
                    <a:pt x="17383" y="12573"/>
                  </a:cubicBezTo>
                  <a:cubicBezTo>
                    <a:pt x="17383" y="12734"/>
                    <a:pt x="17383" y="12734"/>
                    <a:pt x="17383" y="12734"/>
                  </a:cubicBezTo>
                  <a:cubicBezTo>
                    <a:pt x="17469" y="12734"/>
                    <a:pt x="17469" y="12734"/>
                    <a:pt x="17469" y="12734"/>
                  </a:cubicBezTo>
                  <a:cubicBezTo>
                    <a:pt x="17555" y="12734"/>
                    <a:pt x="17555" y="12734"/>
                    <a:pt x="17555" y="12734"/>
                  </a:cubicBezTo>
                  <a:cubicBezTo>
                    <a:pt x="17555" y="12734"/>
                    <a:pt x="17555" y="12734"/>
                    <a:pt x="17555" y="12734"/>
                  </a:cubicBezTo>
                  <a:cubicBezTo>
                    <a:pt x="17641" y="12895"/>
                    <a:pt x="17641" y="12895"/>
                    <a:pt x="17641" y="12895"/>
                  </a:cubicBezTo>
                  <a:cubicBezTo>
                    <a:pt x="17555" y="13056"/>
                    <a:pt x="17555" y="13056"/>
                    <a:pt x="17555" y="13056"/>
                  </a:cubicBezTo>
                  <a:cubicBezTo>
                    <a:pt x="17555" y="13056"/>
                    <a:pt x="17555" y="13056"/>
                    <a:pt x="17555" y="13056"/>
                  </a:cubicBezTo>
                  <a:cubicBezTo>
                    <a:pt x="17555" y="13056"/>
                    <a:pt x="17555" y="13056"/>
                    <a:pt x="17555" y="13056"/>
                  </a:cubicBezTo>
                  <a:cubicBezTo>
                    <a:pt x="17555" y="13056"/>
                    <a:pt x="17555" y="13056"/>
                    <a:pt x="17555" y="13056"/>
                  </a:cubicBezTo>
                  <a:cubicBezTo>
                    <a:pt x="17555" y="13217"/>
                    <a:pt x="17555" y="13217"/>
                    <a:pt x="17555" y="13217"/>
                  </a:cubicBezTo>
                  <a:cubicBezTo>
                    <a:pt x="17555" y="13379"/>
                    <a:pt x="17555" y="13379"/>
                    <a:pt x="17555" y="13379"/>
                  </a:cubicBezTo>
                  <a:cubicBezTo>
                    <a:pt x="17469" y="13379"/>
                    <a:pt x="17469" y="13379"/>
                    <a:pt x="17469" y="13379"/>
                  </a:cubicBezTo>
                  <a:cubicBezTo>
                    <a:pt x="17469" y="13379"/>
                    <a:pt x="17469" y="13379"/>
                    <a:pt x="17469" y="13379"/>
                  </a:cubicBezTo>
                  <a:cubicBezTo>
                    <a:pt x="17383" y="13379"/>
                    <a:pt x="17383" y="13379"/>
                    <a:pt x="17383" y="13379"/>
                  </a:cubicBezTo>
                  <a:cubicBezTo>
                    <a:pt x="17383" y="13540"/>
                    <a:pt x="17383" y="13540"/>
                    <a:pt x="17383" y="13540"/>
                  </a:cubicBezTo>
                  <a:cubicBezTo>
                    <a:pt x="17297" y="13379"/>
                    <a:pt x="17297" y="13379"/>
                    <a:pt x="17297" y="13379"/>
                  </a:cubicBezTo>
                  <a:cubicBezTo>
                    <a:pt x="17297" y="13379"/>
                    <a:pt x="17297" y="13379"/>
                    <a:pt x="17297" y="13379"/>
                  </a:cubicBezTo>
                  <a:cubicBezTo>
                    <a:pt x="17211" y="13379"/>
                    <a:pt x="17211" y="13379"/>
                    <a:pt x="17211" y="13379"/>
                  </a:cubicBezTo>
                  <a:cubicBezTo>
                    <a:pt x="17211" y="13540"/>
                    <a:pt x="17211" y="13540"/>
                    <a:pt x="17211" y="13540"/>
                  </a:cubicBezTo>
                  <a:cubicBezTo>
                    <a:pt x="17211" y="13540"/>
                    <a:pt x="17211" y="13540"/>
                    <a:pt x="17211" y="13540"/>
                  </a:cubicBezTo>
                  <a:cubicBezTo>
                    <a:pt x="17297" y="13540"/>
                    <a:pt x="17297" y="13540"/>
                    <a:pt x="17297" y="13540"/>
                  </a:cubicBezTo>
                  <a:cubicBezTo>
                    <a:pt x="17469" y="13540"/>
                    <a:pt x="17469" y="13540"/>
                    <a:pt x="17469" y="13540"/>
                  </a:cubicBezTo>
                  <a:cubicBezTo>
                    <a:pt x="17469" y="13540"/>
                    <a:pt x="17469" y="13540"/>
                    <a:pt x="17469" y="13540"/>
                  </a:cubicBezTo>
                  <a:cubicBezTo>
                    <a:pt x="17469" y="13701"/>
                    <a:pt x="17469" y="13701"/>
                    <a:pt x="17469" y="13701"/>
                  </a:cubicBezTo>
                  <a:cubicBezTo>
                    <a:pt x="17555" y="13701"/>
                    <a:pt x="17555" y="13701"/>
                    <a:pt x="17555" y="13701"/>
                  </a:cubicBezTo>
                  <a:cubicBezTo>
                    <a:pt x="17555" y="13701"/>
                    <a:pt x="17555" y="13701"/>
                    <a:pt x="17555" y="13701"/>
                  </a:cubicBezTo>
                  <a:cubicBezTo>
                    <a:pt x="17555" y="13540"/>
                    <a:pt x="17555" y="13540"/>
                    <a:pt x="17555" y="13540"/>
                  </a:cubicBezTo>
                  <a:cubicBezTo>
                    <a:pt x="17555" y="13540"/>
                    <a:pt x="17555" y="13540"/>
                    <a:pt x="17555" y="13540"/>
                  </a:cubicBezTo>
                  <a:cubicBezTo>
                    <a:pt x="17641" y="13701"/>
                    <a:pt x="17641" y="13701"/>
                    <a:pt x="17641" y="13701"/>
                  </a:cubicBezTo>
                  <a:cubicBezTo>
                    <a:pt x="17555" y="13862"/>
                    <a:pt x="17555" y="13862"/>
                    <a:pt x="17555" y="13862"/>
                  </a:cubicBezTo>
                  <a:cubicBezTo>
                    <a:pt x="17555" y="13862"/>
                    <a:pt x="17555" y="13862"/>
                    <a:pt x="17555" y="13862"/>
                  </a:cubicBezTo>
                  <a:cubicBezTo>
                    <a:pt x="17469" y="13862"/>
                    <a:pt x="17469" y="13862"/>
                    <a:pt x="17469" y="13862"/>
                  </a:cubicBezTo>
                  <a:cubicBezTo>
                    <a:pt x="17469" y="14023"/>
                    <a:pt x="17469" y="14023"/>
                    <a:pt x="17469" y="14023"/>
                  </a:cubicBezTo>
                  <a:cubicBezTo>
                    <a:pt x="17469" y="14023"/>
                    <a:pt x="17469" y="14023"/>
                    <a:pt x="17469" y="14023"/>
                  </a:cubicBezTo>
                  <a:cubicBezTo>
                    <a:pt x="17383" y="14023"/>
                    <a:pt x="17383" y="14023"/>
                    <a:pt x="17383" y="14023"/>
                  </a:cubicBezTo>
                  <a:cubicBezTo>
                    <a:pt x="17297" y="14023"/>
                    <a:pt x="17297" y="14023"/>
                    <a:pt x="17297" y="14023"/>
                  </a:cubicBezTo>
                  <a:cubicBezTo>
                    <a:pt x="17297" y="13862"/>
                    <a:pt x="17297" y="13862"/>
                    <a:pt x="17297" y="13862"/>
                  </a:cubicBezTo>
                  <a:cubicBezTo>
                    <a:pt x="17297" y="14023"/>
                    <a:pt x="17297" y="14023"/>
                    <a:pt x="17297" y="14023"/>
                  </a:cubicBezTo>
                  <a:cubicBezTo>
                    <a:pt x="17211" y="14023"/>
                    <a:pt x="17211" y="14023"/>
                    <a:pt x="17211" y="14023"/>
                  </a:cubicBezTo>
                  <a:cubicBezTo>
                    <a:pt x="17211" y="14023"/>
                    <a:pt x="17211" y="14023"/>
                    <a:pt x="17211" y="14023"/>
                  </a:cubicBezTo>
                  <a:cubicBezTo>
                    <a:pt x="17125" y="14023"/>
                    <a:pt x="17125" y="14023"/>
                    <a:pt x="17125" y="14023"/>
                  </a:cubicBezTo>
                  <a:cubicBezTo>
                    <a:pt x="17211" y="14023"/>
                    <a:pt x="17211" y="14023"/>
                    <a:pt x="17211" y="14023"/>
                  </a:cubicBezTo>
                  <a:cubicBezTo>
                    <a:pt x="17297" y="14023"/>
                    <a:pt x="17297" y="14023"/>
                    <a:pt x="17297" y="14023"/>
                  </a:cubicBezTo>
                  <a:cubicBezTo>
                    <a:pt x="17297" y="14185"/>
                    <a:pt x="17297" y="14185"/>
                    <a:pt x="17297" y="14185"/>
                  </a:cubicBezTo>
                  <a:cubicBezTo>
                    <a:pt x="17211" y="14185"/>
                    <a:pt x="17211" y="14185"/>
                    <a:pt x="17211" y="14185"/>
                  </a:cubicBezTo>
                  <a:cubicBezTo>
                    <a:pt x="17297" y="14185"/>
                    <a:pt x="17297" y="14185"/>
                    <a:pt x="17297" y="14185"/>
                  </a:cubicBezTo>
                  <a:cubicBezTo>
                    <a:pt x="17125" y="14346"/>
                    <a:pt x="17125" y="14346"/>
                    <a:pt x="17125" y="14346"/>
                  </a:cubicBezTo>
                  <a:cubicBezTo>
                    <a:pt x="17125" y="14346"/>
                    <a:pt x="17125" y="14346"/>
                    <a:pt x="17125" y="14346"/>
                  </a:cubicBezTo>
                  <a:cubicBezTo>
                    <a:pt x="17125" y="14346"/>
                    <a:pt x="17125" y="14346"/>
                    <a:pt x="17125" y="14346"/>
                  </a:cubicBezTo>
                  <a:cubicBezTo>
                    <a:pt x="17211" y="14346"/>
                    <a:pt x="17211" y="14346"/>
                    <a:pt x="17211" y="14346"/>
                  </a:cubicBezTo>
                  <a:cubicBezTo>
                    <a:pt x="17297" y="14346"/>
                    <a:pt x="17297" y="14346"/>
                    <a:pt x="17297" y="14346"/>
                  </a:cubicBezTo>
                  <a:cubicBezTo>
                    <a:pt x="17297" y="14346"/>
                    <a:pt x="17297" y="14346"/>
                    <a:pt x="17297" y="14346"/>
                  </a:cubicBezTo>
                  <a:cubicBezTo>
                    <a:pt x="17383" y="14346"/>
                    <a:pt x="17383" y="14346"/>
                    <a:pt x="17383" y="14346"/>
                  </a:cubicBezTo>
                  <a:cubicBezTo>
                    <a:pt x="17297" y="14507"/>
                    <a:pt x="17297" y="14507"/>
                    <a:pt x="17297" y="14507"/>
                  </a:cubicBezTo>
                  <a:cubicBezTo>
                    <a:pt x="17211" y="14507"/>
                    <a:pt x="17211" y="14507"/>
                    <a:pt x="17211" y="14507"/>
                  </a:cubicBezTo>
                  <a:cubicBezTo>
                    <a:pt x="17211" y="14507"/>
                    <a:pt x="17211" y="14507"/>
                    <a:pt x="17211" y="14507"/>
                  </a:cubicBezTo>
                  <a:cubicBezTo>
                    <a:pt x="17211" y="14507"/>
                    <a:pt x="17211" y="14507"/>
                    <a:pt x="17211" y="14507"/>
                  </a:cubicBezTo>
                  <a:cubicBezTo>
                    <a:pt x="17125" y="14507"/>
                    <a:pt x="17125" y="14507"/>
                    <a:pt x="17125" y="14507"/>
                  </a:cubicBezTo>
                  <a:cubicBezTo>
                    <a:pt x="17039" y="14507"/>
                    <a:pt x="17039" y="14507"/>
                    <a:pt x="17039" y="14507"/>
                  </a:cubicBezTo>
                  <a:cubicBezTo>
                    <a:pt x="16866" y="14668"/>
                    <a:pt x="16866" y="14668"/>
                    <a:pt x="16866" y="14668"/>
                  </a:cubicBezTo>
                  <a:cubicBezTo>
                    <a:pt x="16694" y="14991"/>
                    <a:pt x="16694" y="14991"/>
                    <a:pt x="16694" y="14991"/>
                  </a:cubicBezTo>
                  <a:cubicBezTo>
                    <a:pt x="16608" y="15152"/>
                    <a:pt x="16608" y="15152"/>
                    <a:pt x="16608" y="15152"/>
                  </a:cubicBezTo>
                  <a:cubicBezTo>
                    <a:pt x="16608" y="15152"/>
                    <a:pt x="16608" y="15152"/>
                    <a:pt x="16608" y="15152"/>
                  </a:cubicBezTo>
                  <a:cubicBezTo>
                    <a:pt x="16522" y="15152"/>
                    <a:pt x="16522" y="15152"/>
                    <a:pt x="16522" y="15152"/>
                  </a:cubicBezTo>
                  <a:cubicBezTo>
                    <a:pt x="16436" y="15152"/>
                    <a:pt x="16436" y="15152"/>
                    <a:pt x="16436" y="15152"/>
                  </a:cubicBezTo>
                  <a:cubicBezTo>
                    <a:pt x="16350" y="15313"/>
                    <a:pt x="16350" y="15313"/>
                    <a:pt x="16350" y="15313"/>
                  </a:cubicBezTo>
                  <a:cubicBezTo>
                    <a:pt x="16178" y="15635"/>
                    <a:pt x="16178" y="15635"/>
                    <a:pt x="16178" y="15635"/>
                  </a:cubicBezTo>
                  <a:cubicBezTo>
                    <a:pt x="16178" y="15635"/>
                    <a:pt x="16178" y="15635"/>
                    <a:pt x="16178" y="15635"/>
                  </a:cubicBezTo>
                  <a:cubicBezTo>
                    <a:pt x="16178" y="15797"/>
                    <a:pt x="16178" y="15797"/>
                    <a:pt x="16178" y="15797"/>
                  </a:cubicBezTo>
                  <a:cubicBezTo>
                    <a:pt x="16092" y="15797"/>
                    <a:pt x="16092" y="15797"/>
                    <a:pt x="16092" y="15797"/>
                  </a:cubicBezTo>
                  <a:cubicBezTo>
                    <a:pt x="16092" y="15797"/>
                    <a:pt x="16092" y="15797"/>
                    <a:pt x="16092" y="15797"/>
                  </a:cubicBezTo>
                  <a:cubicBezTo>
                    <a:pt x="16006" y="15958"/>
                    <a:pt x="16006" y="15958"/>
                    <a:pt x="16006" y="15958"/>
                  </a:cubicBezTo>
                  <a:cubicBezTo>
                    <a:pt x="16006" y="15958"/>
                    <a:pt x="16006" y="15958"/>
                    <a:pt x="16006" y="15958"/>
                  </a:cubicBezTo>
                  <a:cubicBezTo>
                    <a:pt x="16006" y="15958"/>
                    <a:pt x="16006" y="15958"/>
                    <a:pt x="16006" y="15958"/>
                  </a:cubicBezTo>
                  <a:cubicBezTo>
                    <a:pt x="15920" y="15958"/>
                    <a:pt x="15920" y="15958"/>
                    <a:pt x="15920" y="15958"/>
                  </a:cubicBezTo>
                  <a:cubicBezTo>
                    <a:pt x="15834" y="15958"/>
                    <a:pt x="15834" y="15958"/>
                    <a:pt x="15834" y="15958"/>
                  </a:cubicBezTo>
                  <a:cubicBezTo>
                    <a:pt x="15834" y="16119"/>
                    <a:pt x="15834" y="16119"/>
                    <a:pt x="15834" y="16119"/>
                  </a:cubicBezTo>
                  <a:cubicBezTo>
                    <a:pt x="15748" y="16119"/>
                    <a:pt x="15748" y="16119"/>
                    <a:pt x="15748" y="16119"/>
                  </a:cubicBezTo>
                  <a:cubicBezTo>
                    <a:pt x="15662" y="16119"/>
                    <a:pt x="15662" y="16119"/>
                    <a:pt x="15662" y="16119"/>
                  </a:cubicBezTo>
                  <a:cubicBezTo>
                    <a:pt x="15576" y="16119"/>
                    <a:pt x="15576" y="16119"/>
                    <a:pt x="15576" y="16119"/>
                  </a:cubicBezTo>
                  <a:cubicBezTo>
                    <a:pt x="15576" y="16280"/>
                    <a:pt x="15576" y="16280"/>
                    <a:pt x="15576" y="16280"/>
                  </a:cubicBezTo>
                  <a:cubicBezTo>
                    <a:pt x="15490" y="16280"/>
                    <a:pt x="15490" y="16280"/>
                    <a:pt x="15490" y="16280"/>
                  </a:cubicBezTo>
                  <a:cubicBezTo>
                    <a:pt x="15490" y="16280"/>
                    <a:pt x="15490" y="16280"/>
                    <a:pt x="15490" y="16280"/>
                  </a:cubicBezTo>
                  <a:cubicBezTo>
                    <a:pt x="15490" y="16280"/>
                    <a:pt x="15490" y="16280"/>
                    <a:pt x="15490" y="16280"/>
                  </a:cubicBezTo>
                  <a:cubicBezTo>
                    <a:pt x="15490" y="16441"/>
                    <a:pt x="15490" y="16441"/>
                    <a:pt x="15490" y="16441"/>
                  </a:cubicBezTo>
                  <a:cubicBezTo>
                    <a:pt x="15490" y="16441"/>
                    <a:pt x="15490" y="16441"/>
                    <a:pt x="15490" y="16441"/>
                  </a:cubicBezTo>
                  <a:cubicBezTo>
                    <a:pt x="15403" y="16602"/>
                    <a:pt x="15403" y="16602"/>
                    <a:pt x="15403" y="16602"/>
                  </a:cubicBezTo>
                  <a:cubicBezTo>
                    <a:pt x="15403" y="16602"/>
                    <a:pt x="15403" y="16602"/>
                    <a:pt x="15403" y="16602"/>
                  </a:cubicBezTo>
                  <a:cubicBezTo>
                    <a:pt x="15317" y="16602"/>
                    <a:pt x="15317" y="16602"/>
                    <a:pt x="15317" y="16602"/>
                  </a:cubicBezTo>
                  <a:cubicBezTo>
                    <a:pt x="15231" y="16764"/>
                    <a:pt x="15231" y="16764"/>
                    <a:pt x="15231" y="16764"/>
                  </a:cubicBezTo>
                  <a:cubicBezTo>
                    <a:pt x="15231" y="16925"/>
                    <a:pt x="15231" y="16925"/>
                    <a:pt x="15231" y="16925"/>
                  </a:cubicBezTo>
                  <a:cubicBezTo>
                    <a:pt x="15231" y="17247"/>
                    <a:pt x="15231" y="17247"/>
                    <a:pt x="15231" y="17247"/>
                  </a:cubicBezTo>
                  <a:cubicBezTo>
                    <a:pt x="15145" y="17570"/>
                    <a:pt x="15145" y="17570"/>
                    <a:pt x="15145" y="17570"/>
                  </a:cubicBezTo>
                  <a:cubicBezTo>
                    <a:pt x="15231" y="17731"/>
                    <a:pt x="15231" y="17731"/>
                    <a:pt x="15231" y="17731"/>
                  </a:cubicBezTo>
                  <a:cubicBezTo>
                    <a:pt x="15145" y="18053"/>
                    <a:pt x="15145" y="18053"/>
                    <a:pt x="15145" y="18053"/>
                  </a:cubicBezTo>
                  <a:cubicBezTo>
                    <a:pt x="15231" y="18214"/>
                    <a:pt x="15231" y="18214"/>
                    <a:pt x="15231" y="18214"/>
                  </a:cubicBezTo>
                  <a:cubicBezTo>
                    <a:pt x="15231" y="18537"/>
                    <a:pt x="15231" y="18537"/>
                    <a:pt x="15231" y="18537"/>
                  </a:cubicBezTo>
                  <a:cubicBezTo>
                    <a:pt x="15231" y="18698"/>
                    <a:pt x="15231" y="18698"/>
                    <a:pt x="15231" y="18698"/>
                  </a:cubicBezTo>
                  <a:cubicBezTo>
                    <a:pt x="15317" y="19020"/>
                    <a:pt x="15317" y="19020"/>
                    <a:pt x="15317" y="19020"/>
                  </a:cubicBezTo>
                  <a:cubicBezTo>
                    <a:pt x="15317" y="19020"/>
                    <a:pt x="15317" y="19020"/>
                    <a:pt x="15317" y="19020"/>
                  </a:cubicBezTo>
                  <a:cubicBezTo>
                    <a:pt x="15403" y="19182"/>
                    <a:pt x="15403" y="19182"/>
                    <a:pt x="15403" y="19182"/>
                  </a:cubicBezTo>
                  <a:cubicBezTo>
                    <a:pt x="15317" y="19343"/>
                    <a:pt x="15317" y="19343"/>
                    <a:pt x="15317" y="19343"/>
                  </a:cubicBezTo>
                  <a:cubicBezTo>
                    <a:pt x="15317" y="19504"/>
                    <a:pt x="15317" y="19504"/>
                    <a:pt x="15317" y="19504"/>
                  </a:cubicBezTo>
                  <a:cubicBezTo>
                    <a:pt x="15403" y="19665"/>
                    <a:pt x="15403" y="19665"/>
                    <a:pt x="15403" y="19665"/>
                  </a:cubicBezTo>
                  <a:cubicBezTo>
                    <a:pt x="15403" y="19988"/>
                    <a:pt x="15403" y="19988"/>
                    <a:pt x="15403" y="19988"/>
                  </a:cubicBezTo>
                  <a:cubicBezTo>
                    <a:pt x="15490" y="20149"/>
                    <a:pt x="15490" y="20149"/>
                    <a:pt x="15490" y="20149"/>
                  </a:cubicBezTo>
                  <a:cubicBezTo>
                    <a:pt x="15490" y="20310"/>
                    <a:pt x="15490" y="20310"/>
                    <a:pt x="15490" y="20310"/>
                  </a:cubicBezTo>
                  <a:cubicBezTo>
                    <a:pt x="15490" y="20310"/>
                    <a:pt x="15490" y="20310"/>
                    <a:pt x="15490" y="20310"/>
                  </a:cubicBezTo>
                  <a:cubicBezTo>
                    <a:pt x="15490" y="20471"/>
                    <a:pt x="15490" y="20471"/>
                    <a:pt x="15490" y="20471"/>
                  </a:cubicBezTo>
                  <a:cubicBezTo>
                    <a:pt x="15490" y="20632"/>
                    <a:pt x="15490" y="20632"/>
                    <a:pt x="15490" y="20632"/>
                  </a:cubicBezTo>
                  <a:cubicBezTo>
                    <a:pt x="15490" y="20632"/>
                    <a:pt x="15490" y="20632"/>
                    <a:pt x="15490" y="20632"/>
                  </a:cubicBezTo>
                  <a:cubicBezTo>
                    <a:pt x="15490" y="20794"/>
                    <a:pt x="15490" y="20794"/>
                    <a:pt x="15490" y="20794"/>
                  </a:cubicBezTo>
                  <a:cubicBezTo>
                    <a:pt x="15403" y="21116"/>
                    <a:pt x="15403" y="21116"/>
                    <a:pt x="15403" y="21116"/>
                  </a:cubicBezTo>
                  <a:cubicBezTo>
                    <a:pt x="15317" y="21277"/>
                    <a:pt x="15317" y="21277"/>
                    <a:pt x="15317" y="21277"/>
                  </a:cubicBezTo>
                  <a:cubicBezTo>
                    <a:pt x="15317" y="21277"/>
                    <a:pt x="15317" y="21277"/>
                    <a:pt x="15317" y="21277"/>
                  </a:cubicBezTo>
                  <a:cubicBezTo>
                    <a:pt x="15317" y="21438"/>
                    <a:pt x="15317" y="21438"/>
                    <a:pt x="15317" y="21438"/>
                  </a:cubicBezTo>
                  <a:cubicBezTo>
                    <a:pt x="15231" y="21438"/>
                    <a:pt x="15231" y="21438"/>
                    <a:pt x="15231" y="21438"/>
                  </a:cubicBezTo>
                  <a:cubicBezTo>
                    <a:pt x="15145" y="21600"/>
                    <a:pt x="15145" y="21600"/>
                    <a:pt x="15145" y="21600"/>
                  </a:cubicBezTo>
                  <a:cubicBezTo>
                    <a:pt x="15059" y="21600"/>
                    <a:pt x="15059" y="21600"/>
                    <a:pt x="15059" y="21600"/>
                  </a:cubicBezTo>
                  <a:cubicBezTo>
                    <a:pt x="15059" y="21438"/>
                    <a:pt x="15059" y="21438"/>
                    <a:pt x="15059" y="21438"/>
                  </a:cubicBezTo>
                  <a:cubicBezTo>
                    <a:pt x="14973" y="21438"/>
                    <a:pt x="14973" y="21438"/>
                    <a:pt x="14973" y="21438"/>
                  </a:cubicBezTo>
                  <a:cubicBezTo>
                    <a:pt x="15059" y="21438"/>
                    <a:pt x="15059" y="21438"/>
                    <a:pt x="15059" y="21438"/>
                  </a:cubicBezTo>
                  <a:cubicBezTo>
                    <a:pt x="14887" y="21277"/>
                    <a:pt x="14887" y="21277"/>
                    <a:pt x="14887" y="21277"/>
                  </a:cubicBezTo>
                  <a:cubicBezTo>
                    <a:pt x="14973" y="21116"/>
                    <a:pt x="14973" y="21116"/>
                    <a:pt x="14973" y="21116"/>
                  </a:cubicBezTo>
                  <a:cubicBezTo>
                    <a:pt x="14887" y="21116"/>
                    <a:pt x="14887" y="21116"/>
                    <a:pt x="14887" y="21116"/>
                  </a:cubicBezTo>
                  <a:cubicBezTo>
                    <a:pt x="14887" y="21116"/>
                    <a:pt x="14887" y="21116"/>
                    <a:pt x="14887" y="21116"/>
                  </a:cubicBezTo>
                  <a:cubicBezTo>
                    <a:pt x="14801" y="20955"/>
                    <a:pt x="14801" y="20955"/>
                    <a:pt x="14801" y="20955"/>
                  </a:cubicBezTo>
                  <a:cubicBezTo>
                    <a:pt x="14801" y="20794"/>
                    <a:pt x="14801" y="20794"/>
                    <a:pt x="14801" y="20794"/>
                  </a:cubicBezTo>
                  <a:cubicBezTo>
                    <a:pt x="14801" y="20632"/>
                    <a:pt x="14801" y="20632"/>
                    <a:pt x="14801" y="20632"/>
                  </a:cubicBezTo>
                  <a:cubicBezTo>
                    <a:pt x="14715" y="20632"/>
                    <a:pt x="14715" y="20632"/>
                    <a:pt x="14715" y="20632"/>
                  </a:cubicBezTo>
                  <a:cubicBezTo>
                    <a:pt x="14715" y="20471"/>
                    <a:pt x="14715" y="20471"/>
                    <a:pt x="14715" y="20471"/>
                  </a:cubicBezTo>
                  <a:cubicBezTo>
                    <a:pt x="14715" y="20471"/>
                    <a:pt x="14715" y="20471"/>
                    <a:pt x="14715" y="20471"/>
                  </a:cubicBezTo>
                  <a:cubicBezTo>
                    <a:pt x="14715" y="20310"/>
                    <a:pt x="14715" y="20310"/>
                    <a:pt x="14715" y="20310"/>
                  </a:cubicBezTo>
                  <a:cubicBezTo>
                    <a:pt x="14801" y="20310"/>
                    <a:pt x="14801" y="20310"/>
                    <a:pt x="14801" y="20310"/>
                  </a:cubicBezTo>
                  <a:cubicBezTo>
                    <a:pt x="14715" y="20310"/>
                    <a:pt x="14715" y="20310"/>
                    <a:pt x="14715" y="20310"/>
                  </a:cubicBezTo>
                  <a:cubicBezTo>
                    <a:pt x="14715" y="20310"/>
                    <a:pt x="14715" y="20310"/>
                    <a:pt x="14715" y="20310"/>
                  </a:cubicBezTo>
                  <a:cubicBezTo>
                    <a:pt x="14715" y="20310"/>
                    <a:pt x="14715" y="20310"/>
                    <a:pt x="14715" y="20310"/>
                  </a:cubicBezTo>
                  <a:cubicBezTo>
                    <a:pt x="14715" y="20310"/>
                    <a:pt x="14715" y="20310"/>
                    <a:pt x="14715" y="20310"/>
                  </a:cubicBezTo>
                  <a:cubicBezTo>
                    <a:pt x="14629" y="20310"/>
                    <a:pt x="14629" y="20310"/>
                    <a:pt x="14629" y="20310"/>
                  </a:cubicBezTo>
                  <a:cubicBezTo>
                    <a:pt x="14629" y="20310"/>
                    <a:pt x="14629" y="20310"/>
                    <a:pt x="14629" y="20310"/>
                  </a:cubicBezTo>
                  <a:cubicBezTo>
                    <a:pt x="14629" y="20149"/>
                    <a:pt x="14629" y="20149"/>
                    <a:pt x="14629" y="20149"/>
                  </a:cubicBezTo>
                  <a:cubicBezTo>
                    <a:pt x="14543" y="20149"/>
                    <a:pt x="14543" y="20149"/>
                    <a:pt x="14543" y="20149"/>
                  </a:cubicBezTo>
                  <a:cubicBezTo>
                    <a:pt x="14543" y="19988"/>
                    <a:pt x="14543" y="19988"/>
                    <a:pt x="14543" y="19988"/>
                  </a:cubicBezTo>
                  <a:cubicBezTo>
                    <a:pt x="14543" y="19826"/>
                    <a:pt x="14543" y="19826"/>
                    <a:pt x="14543" y="19826"/>
                  </a:cubicBezTo>
                  <a:cubicBezTo>
                    <a:pt x="14629" y="19665"/>
                    <a:pt x="14629" y="19665"/>
                    <a:pt x="14629" y="19665"/>
                  </a:cubicBezTo>
                  <a:cubicBezTo>
                    <a:pt x="14629" y="19504"/>
                    <a:pt x="14629" y="19504"/>
                    <a:pt x="14629" y="19504"/>
                  </a:cubicBezTo>
                  <a:cubicBezTo>
                    <a:pt x="14543" y="19504"/>
                    <a:pt x="14543" y="19504"/>
                    <a:pt x="14543" y="19504"/>
                  </a:cubicBezTo>
                  <a:cubicBezTo>
                    <a:pt x="14543" y="19504"/>
                    <a:pt x="14543" y="19504"/>
                    <a:pt x="14543" y="19504"/>
                  </a:cubicBezTo>
                  <a:cubicBezTo>
                    <a:pt x="14543" y="19665"/>
                    <a:pt x="14543" y="19665"/>
                    <a:pt x="14543" y="19665"/>
                  </a:cubicBezTo>
                  <a:cubicBezTo>
                    <a:pt x="14543" y="19665"/>
                    <a:pt x="14543" y="19665"/>
                    <a:pt x="14543" y="19665"/>
                  </a:cubicBezTo>
                  <a:cubicBezTo>
                    <a:pt x="14543" y="19665"/>
                    <a:pt x="14543" y="19665"/>
                    <a:pt x="14543" y="19665"/>
                  </a:cubicBezTo>
                  <a:cubicBezTo>
                    <a:pt x="14457" y="19665"/>
                    <a:pt x="14457" y="19665"/>
                    <a:pt x="14457" y="19665"/>
                  </a:cubicBezTo>
                  <a:cubicBezTo>
                    <a:pt x="14457" y="19504"/>
                    <a:pt x="14457" y="19504"/>
                    <a:pt x="14457" y="19504"/>
                  </a:cubicBezTo>
                  <a:cubicBezTo>
                    <a:pt x="14543" y="19343"/>
                    <a:pt x="14543" y="19343"/>
                    <a:pt x="14543" y="19343"/>
                  </a:cubicBezTo>
                  <a:cubicBezTo>
                    <a:pt x="14543" y="19020"/>
                    <a:pt x="14543" y="19020"/>
                    <a:pt x="14543" y="19020"/>
                  </a:cubicBezTo>
                  <a:cubicBezTo>
                    <a:pt x="14629" y="18859"/>
                    <a:pt x="14629" y="18859"/>
                    <a:pt x="14629" y="18859"/>
                  </a:cubicBezTo>
                  <a:cubicBezTo>
                    <a:pt x="14543" y="18698"/>
                    <a:pt x="14543" y="18698"/>
                    <a:pt x="14543" y="18698"/>
                  </a:cubicBezTo>
                  <a:cubicBezTo>
                    <a:pt x="14457" y="18698"/>
                    <a:pt x="14457" y="18698"/>
                    <a:pt x="14457" y="18698"/>
                  </a:cubicBezTo>
                  <a:cubicBezTo>
                    <a:pt x="14457" y="18537"/>
                    <a:pt x="14457" y="18537"/>
                    <a:pt x="14457" y="18537"/>
                  </a:cubicBezTo>
                  <a:cubicBezTo>
                    <a:pt x="14457" y="18537"/>
                    <a:pt x="14457" y="18537"/>
                    <a:pt x="14457" y="18537"/>
                  </a:cubicBezTo>
                  <a:cubicBezTo>
                    <a:pt x="14457" y="18537"/>
                    <a:pt x="14457" y="18537"/>
                    <a:pt x="14457" y="18537"/>
                  </a:cubicBezTo>
                  <a:cubicBezTo>
                    <a:pt x="14371" y="18376"/>
                    <a:pt x="14371" y="18376"/>
                    <a:pt x="14371" y="18376"/>
                  </a:cubicBezTo>
                  <a:cubicBezTo>
                    <a:pt x="14371" y="18376"/>
                    <a:pt x="14371" y="18376"/>
                    <a:pt x="14371" y="18376"/>
                  </a:cubicBezTo>
                  <a:cubicBezTo>
                    <a:pt x="14371" y="18214"/>
                    <a:pt x="14371" y="18214"/>
                    <a:pt x="14371" y="18214"/>
                  </a:cubicBezTo>
                  <a:cubicBezTo>
                    <a:pt x="14285" y="18214"/>
                    <a:pt x="14285" y="18214"/>
                    <a:pt x="14285" y="18214"/>
                  </a:cubicBezTo>
                  <a:cubicBezTo>
                    <a:pt x="14285" y="18053"/>
                    <a:pt x="14285" y="18053"/>
                    <a:pt x="14285" y="18053"/>
                  </a:cubicBezTo>
                  <a:cubicBezTo>
                    <a:pt x="14199" y="17892"/>
                    <a:pt x="14199" y="17892"/>
                    <a:pt x="14199" y="17892"/>
                  </a:cubicBezTo>
                  <a:cubicBezTo>
                    <a:pt x="14113" y="17892"/>
                    <a:pt x="14113" y="17892"/>
                    <a:pt x="14113" y="17892"/>
                  </a:cubicBezTo>
                  <a:cubicBezTo>
                    <a:pt x="14027" y="17892"/>
                    <a:pt x="14027" y="17892"/>
                    <a:pt x="14027" y="17892"/>
                  </a:cubicBezTo>
                  <a:cubicBezTo>
                    <a:pt x="14027" y="18053"/>
                    <a:pt x="14027" y="18053"/>
                    <a:pt x="14027" y="18053"/>
                  </a:cubicBezTo>
                  <a:cubicBezTo>
                    <a:pt x="14027" y="18053"/>
                    <a:pt x="14027" y="18053"/>
                    <a:pt x="14027" y="18053"/>
                  </a:cubicBezTo>
                  <a:cubicBezTo>
                    <a:pt x="13941" y="18053"/>
                    <a:pt x="13941" y="18053"/>
                    <a:pt x="13941" y="18053"/>
                  </a:cubicBezTo>
                  <a:cubicBezTo>
                    <a:pt x="13941" y="18053"/>
                    <a:pt x="13941" y="18053"/>
                    <a:pt x="13941" y="18053"/>
                  </a:cubicBezTo>
                  <a:cubicBezTo>
                    <a:pt x="13854" y="18214"/>
                    <a:pt x="13854" y="18214"/>
                    <a:pt x="13854" y="18214"/>
                  </a:cubicBezTo>
                  <a:cubicBezTo>
                    <a:pt x="13768" y="18214"/>
                    <a:pt x="13768" y="18214"/>
                    <a:pt x="13768" y="18214"/>
                  </a:cubicBezTo>
                  <a:cubicBezTo>
                    <a:pt x="13682" y="18214"/>
                    <a:pt x="13682" y="18214"/>
                    <a:pt x="13682" y="18214"/>
                  </a:cubicBezTo>
                  <a:cubicBezTo>
                    <a:pt x="13682" y="18214"/>
                    <a:pt x="13682" y="18214"/>
                    <a:pt x="13682" y="18214"/>
                  </a:cubicBezTo>
                  <a:cubicBezTo>
                    <a:pt x="13682" y="18053"/>
                    <a:pt x="13682" y="18053"/>
                    <a:pt x="13682" y="18053"/>
                  </a:cubicBezTo>
                  <a:cubicBezTo>
                    <a:pt x="13682" y="18214"/>
                    <a:pt x="13682" y="18214"/>
                    <a:pt x="13682" y="18214"/>
                  </a:cubicBezTo>
                  <a:cubicBezTo>
                    <a:pt x="13682" y="18214"/>
                    <a:pt x="13682" y="18214"/>
                    <a:pt x="13682" y="18214"/>
                  </a:cubicBezTo>
                  <a:cubicBezTo>
                    <a:pt x="13682" y="18053"/>
                    <a:pt x="13682" y="18053"/>
                    <a:pt x="13682" y="18053"/>
                  </a:cubicBezTo>
                  <a:cubicBezTo>
                    <a:pt x="13596" y="18053"/>
                    <a:pt x="13596" y="18053"/>
                    <a:pt x="13596" y="18053"/>
                  </a:cubicBezTo>
                  <a:cubicBezTo>
                    <a:pt x="13510" y="17892"/>
                    <a:pt x="13510" y="17892"/>
                    <a:pt x="13510" y="17892"/>
                  </a:cubicBezTo>
                  <a:cubicBezTo>
                    <a:pt x="13510" y="17892"/>
                    <a:pt x="13510" y="17892"/>
                    <a:pt x="13510" y="17892"/>
                  </a:cubicBezTo>
                  <a:cubicBezTo>
                    <a:pt x="13596" y="17892"/>
                    <a:pt x="13596" y="17892"/>
                    <a:pt x="13596" y="17892"/>
                  </a:cubicBezTo>
                  <a:cubicBezTo>
                    <a:pt x="13596" y="17892"/>
                    <a:pt x="13596" y="17892"/>
                    <a:pt x="13596" y="17892"/>
                  </a:cubicBezTo>
                  <a:cubicBezTo>
                    <a:pt x="13510" y="17731"/>
                    <a:pt x="13510" y="17731"/>
                    <a:pt x="13510" y="17731"/>
                  </a:cubicBezTo>
                  <a:cubicBezTo>
                    <a:pt x="13510" y="17731"/>
                    <a:pt x="13510" y="17731"/>
                    <a:pt x="13510" y="17731"/>
                  </a:cubicBezTo>
                  <a:cubicBezTo>
                    <a:pt x="13510" y="17731"/>
                    <a:pt x="13510" y="17731"/>
                    <a:pt x="13510" y="17731"/>
                  </a:cubicBezTo>
                  <a:cubicBezTo>
                    <a:pt x="13510" y="17731"/>
                    <a:pt x="13510" y="17731"/>
                    <a:pt x="13510" y="17731"/>
                  </a:cubicBezTo>
                  <a:cubicBezTo>
                    <a:pt x="13510" y="17892"/>
                    <a:pt x="13510" y="17892"/>
                    <a:pt x="13510" y="17892"/>
                  </a:cubicBezTo>
                  <a:cubicBezTo>
                    <a:pt x="13424" y="17731"/>
                    <a:pt x="13424" y="17731"/>
                    <a:pt x="13424" y="17731"/>
                  </a:cubicBezTo>
                  <a:cubicBezTo>
                    <a:pt x="13424" y="17731"/>
                    <a:pt x="13424" y="17731"/>
                    <a:pt x="13424" y="17731"/>
                  </a:cubicBezTo>
                  <a:cubicBezTo>
                    <a:pt x="13338" y="17731"/>
                    <a:pt x="13338" y="17731"/>
                    <a:pt x="13338" y="17731"/>
                  </a:cubicBezTo>
                  <a:cubicBezTo>
                    <a:pt x="13166" y="17731"/>
                    <a:pt x="13166" y="17731"/>
                    <a:pt x="13166" y="17731"/>
                  </a:cubicBezTo>
                  <a:cubicBezTo>
                    <a:pt x="13252" y="17731"/>
                    <a:pt x="13252" y="17731"/>
                    <a:pt x="13252" y="17731"/>
                  </a:cubicBezTo>
                  <a:cubicBezTo>
                    <a:pt x="13338" y="17731"/>
                    <a:pt x="13338" y="17731"/>
                    <a:pt x="13338" y="17731"/>
                  </a:cubicBezTo>
                  <a:cubicBezTo>
                    <a:pt x="13338" y="17731"/>
                    <a:pt x="13338" y="17731"/>
                    <a:pt x="13338" y="17731"/>
                  </a:cubicBezTo>
                  <a:cubicBezTo>
                    <a:pt x="13338" y="17570"/>
                    <a:pt x="13338" y="17570"/>
                    <a:pt x="13338" y="17570"/>
                  </a:cubicBezTo>
                  <a:cubicBezTo>
                    <a:pt x="13252" y="17570"/>
                    <a:pt x="13252" y="17570"/>
                    <a:pt x="13252" y="17570"/>
                  </a:cubicBezTo>
                  <a:cubicBezTo>
                    <a:pt x="13166" y="17731"/>
                    <a:pt x="13166" y="17731"/>
                    <a:pt x="13166" y="17731"/>
                  </a:cubicBezTo>
                  <a:cubicBezTo>
                    <a:pt x="13166" y="17731"/>
                    <a:pt x="13166" y="17731"/>
                    <a:pt x="13166" y="17731"/>
                  </a:cubicBezTo>
                  <a:cubicBezTo>
                    <a:pt x="12994" y="17731"/>
                    <a:pt x="12994" y="17731"/>
                    <a:pt x="12994" y="17731"/>
                  </a:cubicBezTo>
                  <a:cubicBezTo>
                    <a:pt x="12994" y="17570"/>
                    <a:pt x="12994" y="17570"/>
                    <a:pt x="12994" y="17570"/>
                  </a:cubicBezTo>
                  <a:cubicBezTo>
                    <a:pt x="12908" y="17731"/>
                    <a:pt x="12908" y="17731"/>
                    <a:pt x="12908" y="17731"/>
                  </a:cubicBezTo>
                  <a:cubicBezTo>
                    <a:pt x="12822" y="17731"/>
                    <a:pt x="12822" y="17731"/>
                    <a:pt x="12822" y="17731"/>
                  </a:cubicBezTo>
                  <a:cubicBezTo>
                    <a:pt x="12736" y="17731"/>
                    <a:pt x="12736" y="17731"/>
                    <a:pt x="12736" y="17731"/>
                  </a:cubicBezTo>
                  <a:cubicBezTo>
                    <a:pt x="12650" y="17570"/>
                    <a:pt x="12650" y="17570"/>
                    <a:pt x="12650" y="17570"/>
                  </a:cubicBezTo>
                  <a:cubicBezTo>
                    <a:pt x="12650" y="17570"/>
                    <a:pt x="12650" y="17570"/>
                    <a:pt x="12650" y="17570"/>
                  </a:cubicBezTo>
                  <a:cubicBezTo>
                    <a:pt x="12650" y="17408"/>
                    <a:pt x="12650" y="17408"/>
                    <a:pt x="12650" y="17408"/>
                  </a:cubicBezTo>
                  <a:cubicBezTo>
                    <a:pt x="12650" y="17408"/>
                    <a:pt x="12650" y="17408"/>
                    <a:pt x="12650" y="17408"/>
                  </a:cubicBezTo>
                  <a:cubicBezTo>
                    <a:pt x="12650" y="17570"/>
                    <a:pt x="12650" y="17570"/>
                    <a:pt x="12650" y="17570"/>
                  </a:cubicBezTo>
                  <a:cubicBezTo>
                    <a:pt x="12564" y="17731"/>
                    <a:pt x="12564" y="17731"/>
                    <a:pt x="12564" y="17731"/>
                  </a:cubicBezTo>
                  <a:cubicBezTo>
                    <a:pt x="12478" y="17570"/>
                    <a:pt x="12478" y="17570"/>
                    <a:pt x="12478" y="17570"/>
                  </a:cubicBezTo>
                  <a:cubicBezTo>
                    <a:pt x="12478" y="17731"/>
                    <a:pt x="12478" y="17731"/>
                    <a:pt x="12478" y="17731"/>
                  </a:cubicBezTo>
                  <a:cubicBezTo>
                    <a:pt x="12392" y="17570"/>
                    <a:pt x="12392" y="17570"/>
                    <a:pt x="12392" y="17570"/>
                  </a:cubicBezTo>
                  <a:cubicBezTo>
                    <a:pt x="12133" y="17731"/>
                    <a:pt x="12133" y="17731"/>
                    <a:pt x="12133" y="17731"/>
                  </a:cubicBezTo>
                  <a:cubicBezTo>
                    <a:pt x="12133" y="17731"/>
                    <a:pt x="12133" y="17731"/>
                    <a:pt x="12133" y="17731"/>
                  </a:cubicBezTo>
                  <a:cubicBezTo>
                    <a:pt x="11961" y="17892"/>
                    <a:pt x="11961" y="17892"/>
                    <a:pt x="11961" y="17892"/>
                  </a:cubicBezTo>
                  <a:cubicBezTo>
                    <a:pt x="11875" y="18053"/>
                    <a:pt x="11875" y="18053"/>
                    <a:pt x="11875" y="18053"/>
                  </a:cubicBezTo>
                  <a:cubicBezTo>
                    <a:pt x="11875" y="18053"/>
                    <a:pt x="11875" y="18053"/>
                    <a:pt x="11875" y="18053"/>
                  </a:cubicBezTo>
                  <a:cubicBezTo>
                    <a:pt x="11961" y="18053"/>
                    <a:pt x="11961" y="18053"/>
                    <a:pt x="11961" y="18053"/>
                  </a:cubicBezTo>
                  <a:cubicBezTo>
                    <a:pt x="11961" y="18053"/>
                    <a:pt x="11961" y="18053"/>
                    <a:pt x="11961" y="18053"/>
                  </a:cubicBezTo>
                  <a:cubicBezTo>
                    <a:pt x="12047" y="18053"/>
                    <a:pt x="12047" y="18053"/>
                    <a:pt x="12047" y="18053"/>
                  </a:cubicBezTo>
                  <a:cubicBezTo>
                    <a:pt x="12047" y="18053"/>
                    <a:pt x="12047" y="18053"/>
                    <a:pt x="12047" y="18053"/>
                  </a:cubicBezTo>
                  <a:cubicBezTo>
                    <a:pt x="12133" y="18053"/>
                    <a:pt x="12133" y="18053"/>
                    <a:pt x="12133" y="18053"/>
                  </a:cubicBezTo>
                  <a:cubicBezTo>
                    <a:pt x="12047" y="18214"/>
                    <a:pt x="12047" y="18214"/>
                    <a:pt x="12047" y="18214"/>
                  </a:cubicBezTo>
                  <a:cubicBezTo>
                    <a:pt x="11961" y="18214"/>
                    <a:pt x="11961" y="18214"/>
                    <a:pt x="11961" y="18214"/>
                  </a:cubicBezTo>
                  <a:cubicBezTo>
                    <a:pt x="11961" y="18376"/>
                    <a:pt x="11961" y="18376"/>
                    <a:pt x="11961" y="18376"/>
                  </a:cubicBezTo>
                  <a:cubicBezTo>
                    <a:pt x="11961" y="18376"/>
                    <a:pt x="11961" y="18376"/>
                    <a:pt x="11961" y="18376"/>
                  </a:cubicBezTo>
                  <a:cubicBezTo>
                    <a:pt x="12133" y="18537"/>
                    <a:pt x="12133" y="18537"/>
                    <a:pt x="12133" y="18537"/>
                  </a:cubicBezTo>
                  <a:cubicBezTo>
                    <a:pt x="12219" y="18698"/>
                    <a:pt x="12219" y="18698"/>
                    <a:pt x="12219" y="18698"/>
                  </a:cubicBezTo>
                  <a:cubicBezTo>
                    <a:pt x="12219" y="18698"/>
                    <a:pt x="12219" y="18698"/>
                    <a:pt x="12219" y="18698"/>
                  </a:cubicBezTo>
                  <a:cubicBezTo>
                    <a:pt x="12133" y="18698"/>
                    <a:pt x="12133" y="18698"/>
                    <a:pt x="12133" y="18698"/>
                  </a:cubicBezTo>
                  <a:cubicBezTo>
                    <a:pt x="12133" y="18698"/>
                    <a:pt x="12133" y="18698"/>
                    <a:pt x="12133" y="18698"/>
                  </a:cubicBezTo>
                  <a:cubicBezTo>
                    <a:pt x="12133" y="18698"/>
                    <a:pt x="12133" y="18698"/>
                    <a:pt x="12133" y="18698"/>
                  </a:cubicBezTo>
                  <a:cubicBezTo>
                    <a:pt x="12047" y="18537"/>
                    <a:pt x="12047" y="18537"/>
                    <a:pt x="12047" y="18537"/>
                  </a:cubicBezTo>
                  <a:cubicBezTo>
                    <a:pt x="12047" y="18537"/>
                    <a:pt x="12047" y="18537"/>
                    <a:pt x="12047" y="18537"/>
                  </a:cubicBezTo>
                  <a:cubicBezTo>
                    <a:pt x="11961" y="18537"/>
                    <a:pt x="11961" y="18537"/>
                    <a:pt x="11961" y="18537"/>
                  </a:cubicBezTo>
                  <a:cubicBezTo>
                    <a:pt x="11961" y="18537"/>
                    <a:pt x="11961" y="18537"/>
                    <a:pt x="11961" y="18537"/>
                  </a:cubicBezTo>
                  <a:cubicBezTo>
                    <a:pt x="11875" y="18376"/>
                    <a:pt x="11875" y="18376"/>
                    <a:pt x="11875" y="18376"/>
                  </a:cubicBezTo>
                  <a:cubicBezTo>
                    <a:pt x="11789" y="18376"/>
                    <a:pt x="11789" y="18376"/>
                    <a:pt x="11789" y="18376"/>
                  </a:cubicBezTo>
                  <a:cubicBezTo>
                    <a:pt x="11875" y="18537"/>
                    <a:pt x="11875" y="18537"/>
                    <a:pt x="11875" y="18537"/>
                  </a:cubicBezTo>
                  <a:cubicBezTo>
                    <a:pt x="11875" y="18698"/>
                    <a:pt x="11875" y="18698"/>
                    <a:pt x="11875" y="18698"/>
                  </a:cubicBezTo>
                  <a:cubicBezTo>
                    <a:pt x="11789" y="18698"/>
                    <a:pt x="11789" y="18698"/>
                    <a:pt x="11789" y="18698"/>
                  </a:cubicBezTo>
                  <a:cubicBezTo>
                    <a:pt x="11789" y="18537"/>
                    <a:pt x="11789" y="18537"/>
                    <a:pt x="11789" y="18537"/>
                  </a:cubicBezTo>
                  <a:cubicBezTo>
                    <a:pt x="11703" y="18537"/>
                    <a:pt x="11703" y="18537"/>
                    <a:pt x="11703" y="18537"/>
                  </a:cubicBezTo>
                  <a:cubicBezTo>
                    <a:pt x="11617" y="18537"/>
                    <a:pt x="11617" y="18537"/>
                    <a:pt x="11617" y="18537"/>
                  </a:cubicBezTo>
                  <a:cubicBezTo>
                    <a:pt x="11617" y="18698"/>
                    <a:pt x="11617" y="18698"/>
                    <a:pt x="11617" y="18698"/>
                  </a:cubicBezTo>
                  <a:cubicBezTo>
                    <a:pt x="11531" y="18537"/>
                    <a:pt x="11531" y="18537"/>
                    <a:pt x="11531" y="18537"/>
                  </a:cubicBezTo>
                  <a:cubicBezTo>
                    <a:pt x="11445" y="18537"/>
                    <a:pt x="11445" y="18537"/>
                    <a:pt x="11445" y="18537"/>
                  </a:cubicBezTo>
                  <a:cubicBezTo>
                    <a:pt x="11359" y="18537"/>
                    <a:pt x="11359" y="18537"/>
                    <a:pt x="11359" y="18537"/>
                  </a:cubicBezTo>
                  <a:cubicBezTo>
                    <a:pt x="11359" y="18537"/>
                    <a:pt x="11359" y="18537"/>
                    <a:pt x="11359" y="18537"/>
                  </a:cubicBezTo>
                  <a:cubicBezTo>
                    <a:pt x="11359" y="18537"/>
                    <a:pt x="11359" y="18537"/>
                    <a:pt x="11359" y="18537"/>
                  </a:cubicBezTo>
                  <a:cubicBezTo>
                    <a:pt x="11445" y="18376"/>
                    <a:pt x="11445" y="18376"/>
                    <a:pt x="11445" y="18376"/>
                  </a:cubicBezTo>
                  <a:cubicBezTo>
                    <a:pt x="11359" y="18376"/>
                    <a:pt x="11359" y="18376"/>
                    <a:pt x="11359" y="18376"/>
                  </a:cubicBezTo>
                  <a:cubicBezTo>
                    <a:pt x="11359" y="18376"/>
                    <a:pt x="11359" y="18376"/>
                    <a:pt x="11359" y="18376"/>
                  </a:cubicBezTo>
                  <a:cubicBezTo>
                    <a:pt x="11273" y="18376"/>
                    <a:pt x="11273" y="18376"/>
                    <a:pt x="11273" y="18376"/>
                  </a:cubicBezTo>
                  <a:cubicBezTo>
                    <a:pt x="11273" y="18214"/>
                    <a:pt x="11273" y="18214"/>
                    <a:pt x="11273" y="18214"/>
                  </a:cubicBezTo>
                  <a:cubicBezTo>
                    <a:pt x="11273" y="18214"/>
                    <a:pt x="11273" y="18214"/>
                    <a:pt x="11273" y="18214"/>
                  </a:cubicBezTo>
                  <a:cubicBezTo>
                    <a:pt x="11187" y="18214"/>
                    <a:pt x="11187" y="18214"/>
                    <a:pt x="11187" y="18214"/>
                  </a:cubicBezTo>
                  <a:cubicBezTo>
                    <a:pt x="11187" y="18214"/>
                    <a:pt x="11187" y="18214"/>
                    <a:pt x="11187" y="18214"/>
                  </a:cubicBezTo>
                  <a:cubicBezTo>
                    <a:pt x="11187" y="18053"/>
                    <a:pt x="11187" y="18053"/>
                    <a:pt x="11187" y="18053"/>
                  </a:cubicBezTo>
                  <a:cubicBezTo>
                    <a:pt x="11187" y="18053"/>
                    <a:pt x="11187" y="18053"/>
                    <a:pt x="11187" y="18053"/>
                  </a:cubicBezTo>
                  <a:cubicBezTo>
                    <a:pt x="11101" y="18053"/>
                    <a:pt x="11101" y="18053"/>
                    <a:pt x="11101" y="18053"/>
                  </a:cubicBezTo>
                  <a:cubicBezTo>
                    <a:pt x="11101" y="18214"/>
                    <a:pt x="11101" y="18214"/>
                    <a:pt x="11101" y="18214"/>
                  </a:cubicBezTo>
                  <a:cubicBezTo>
                    <a:pt x="11101" y="18214"/>
                    <a:pt x="11101" y="18214"/>
                    <a:pt x="11101" y="18214"/>
                  </a:cubicBezTo>
                  <a:cubicBezTo>
                    <a:pt x="11015" y="18214"/>
                    <a:pt x="11015" y="18214"/>
                    <a:pt x="11015" y="18214"/>
                  </a:cubicBezTo>
                  <a:cubicBezTo>
                    <a:pt x="10843" y="18214"/>
                    <a:pt x="10843" y="18214"/>
                    <a:pt x="10843" y="18214"/>
                  </a:cubicBezTo>
                  <a:cubicBezTo>
                    <a:pt x="10756" y="18214"/>
                    <a:pt x="10756" y="18214"/>
                    <a:pt x="10756" y="18214"/>
                  </a:cubicBezTo>
                  <a:cubicBezTo>
                    <a:pt x="10584" y="18053"/>
                    <a:pt x="10584" y="18053"/>
                    <a:pt x="10584" y="18053"/>
                  </a:cubicBezTo>
                  <a:cubicBezTo>
                    <a:pt x="10498" y="18053"/>
                    <a:pt x="10498" y="18053"/>
                    <a:pt x="10498" y="18053"/>
                  </a:cubicBezTo>
                  <a:cubicBezTo>
                    <a:pt x="10412" y="18214"/>
                    <a:pt x="10412" y="18214"/>
                    <a:pt x="10412" y="18214"/>
                  </a:cubicBezTo>
                  <a:cubicBezTo>
                    <a:pt x="10326" y="18214"/>
                    <a:pt x="10326" y="18214"/>
                    <a:pt x="10326" y="18214"/>
                  </a:cubicBezTo>
                  <a:cubicBezTo>
                    <a:pt x="10240" y="18214"/>
                    <a:pt x="10240" y="18214"/>
                    <a:pt x="10240" y="18214"/>
                  </a:cubicBezTo>
                  <a:cubicBezTo>
                    <a:pt x="10240" y="18376"/>
                    <a:pt x="10240" y="18376"/>
                    <a:pt x="10240" y="18376"/>
                  </a:cubicBezTo>
                  <a:cubicBezTo>
                    <a:pt x="10154" y="18376"/>
                    <a:pt x="10154" y="18376"/>
                    <a:pt x="10154" y="18376"/>
                  </a:cubicBezTo>
                  <a:cubicBezTo>
                    <a:pt x="10154" y="18214"/>
                    <a:pt x="10154" y="18214"/>
                    <a:pt x="10154" y="18214"/>
                  </a:cubicBezTo>
                  <a:cubicBezTo>
                    <a:pt x="10154" y="18214"/>
                    <a:pt x="10154" y="18214"/>
                    <a:pt x="10154" y="18214"/>
                  </a:cubicBezTo>
                  <a:cubicBezTo>
                    <a:pt x="10154" y="18053"/>
                    <a:pt x="10154" y="18053"/>
                    <a:pt x="10154" y="18053"/>
                  </a:cubicBezTo>
                  <a:cubicBezTo>
                    <a:pt x="10154" y="17892"/>
                    <a:pt x="10154" y="17892"/>
                    <a:pt x="10154" y="17892"/>
                  </a:cubicBezTo>
                  <a:cubicBezTo>
                    <a:pt x="10154" y="18053"/>
                    <a:pt x="10154" y="18053"/>
                    <a:pt x="10154" y="18053"/>
                  </a:cubicBezTo>
                  <a:cubicBezTo>
                    <a:pt x="10068" y="18214"/>
                    <a:pt x="10068" y="18214"/>
                    <a:pt x="10068" y="18214"/>
                  </a:cubicBezTo>
                  <a:cubicBezTo>
                    <a:pt x="9982" y="18214"/>
                    <a:pt x="9982" y="18214"/>
                    <a:pt x="9982" y="18214"/>
                  </a:cubicBezTo>
                  <a:cubicBezTo>
                    <a:pt x="9982" y="18053"/>
                    <a:pt x="9982" y="18053"/>
                    <a:pt x="9982" y="18053"/>
                  </a:cubicBezTo>
                  <a:cubicBezTo>
                    <a:pt x="9982" y="18214"/>
                    <a:pt x="9982" y="18214"/>
                    <a:pt x="9982" y="18214"/>
                  </a:cubicBezTo>
                  <a:cubicBezTo>
                    <a:pt x="9982" y="18376"/>
                    <a:pt x="9982" y="18376"/>
                    <a:pt x="9982" y="18376"/>
                  </a:cubicBezTo>
                  <a:cubicBezTo>
                    <a:pt x="10068" y="18537"/>
                    <a:pt x="10068" y="18537"/>
                    <a:pt x="10068" y="18537"/>
                  </a:cubicBezTo>
                  <a:cubicBezTo>
                    <a:pt x="9982" y="18537"/>
                    <a:pt x="9982" y="18537"/>
                    <a:pt x="9982" y="18537"/>
                  </a:cubicBezTo>
                  <a:cubicBezTo>
                    <a:pt x="9896" y="18537"/>
                    <a:pt x="9896" y="18537"/>
                    <a:pt x="9896" y="18537"/>
                  </a:cubicBezTo>
                  <a:cubicBezTo>
                    <a:pt x="9810" y="18698"/>
                    <a:pt x="9810" y="18698"/>
                    <a:pt x="9810" y="18698"/>
                  </a:cubicBezTo>
                  <a:cubicBezTo>
                    <a:pt x="9638" y="18859"/>
                    <a:pt x="9638" y="18859"/>
                    <a:pt x="9638" y="18859"/>
                  </a:cubicBezTo>
                  <a:cubicBezTo>
                    <a:pt x="9638" y="18859"/>
                    <a:pt x="9638" y="18859"/>
                    <a:pt x="9638" y="18859"/>
                  </a:cubicBezTo>
                  <a:cubicBezTo>
                    <a:pt x="9552" y="19020"/>
                    <a:pt x="9552" y="19020"/>
                    <a:pt x="9552" y="19020"/>
                  </a:cubicBezTo>
                  <a:cubicBezTo>
                    <a:pt x="9466" y="19020"/>
                    <a:pt x="9466" y="19020"/>
                    <a:pt x="9466" y="19020"/>
                  </a:cubicBezTo>
                  <a:cubicBezTo>
                    <a:pt x="9552" y="18859"/>
                    <a:pt x="9552" y="18859"/>
                    <a:pt x="9552" y="18859"/>
                  </a:cubicBezTo>
                  <a:cubicBezTo>
                    <a:pt x="9466" y="18859"/>
                    <a:pt x="9466" y="18859"/>
                    <a:pt x="9466" y="18859"/>
                  </a:cubicBezTo>
                  <a:cubicBezTo>
                    <a:pt x="9466" y="18859"/>
                    <a:pt x="9466" y="18859"/>
                    <a:pt x="9466" y="18859"/>
                  </a:cubicBezTo>
                  <a:cubicBezTo>
                    <a:pt x="9380" y="18859"/>
                    <a:pt x="9380" y="18859"/>
                    <a:pt x="9380" y="18859"/>
                  </a:cubicBezTo>
                  <a:cubicBezTo>
                    <a:pt x="9380" y="18859"/>
                    <a:pt x="9380" y="18859"/>
                    <a:pt x="9380" y="18859"/>
                  </a:cubicBezTo>
                  <a:cubicBezTo>
                    <a:pt x="9380" y="19020"/>
                    <a:pt x="9380" y="19020"/>
                    <a:pt x="9380" y="19020"/>
                  </a:cubicBezTo>
                  <a:cubicBezTo>
                    <a:pt x="9294" y="19020"/>
                    <a:pt x="9294" y="19020"/>
                    <a:pt x="9294" y="19020"/>
                  </a:cubicBezTo>
                  <a:cubicBezTo>
                    <a:pt x="9294" y="19020"/>
                    <a:pt x="9294" y="19020"/>
                    <a:pt x="9294" y="19020"/>
                  </a:cubicBezTo>
                  <a:cubicBezTo>
                    <a:pt x="9294" y="19182"/>
                    <a:pt x="9294" y="19182"/>
                    <a:pt x="9294" y="19182"/>
                  </a:cubicBezTo>
                  <a:cubicBezTo>
                    <a:pt x="9207" y="19182"/>
                    <a:pt x="9207" y="19182"/>
                    <a:pt x="9207" y="19182"/>
                  </a:cubicBezTo>
                  <a:cubicBezTo>
                    <a:pt x="9207" y="19182"/>
                    <a:pt x="9207" y="19182"/>
                    <a:pt x="9207" y="19182"/>
                  </a:cubicBezTo>
                  <a:cubicBezTo>
                    <a:pt x="9121" y="19343"/>
                    <a:pt x="9121" y="19343"/>
                    <a:pt x="9121" y="19343"/>
                  </a:cubicBezTo>
                  <a:cubicBezTo>
                    <a:pt x="9121" y="19343"/>
                    <a:pt x="9121" y="19343"/>
                    <a:pt x="9121" y="19343"/>
                  </a:cubicBezTo>
                  <a:cubicBezTo>
                    <a:pt x="9035" y="19504"/>
                    <a:pt x="9035" y="19504"/>
                    <a:pt x="9035" y="19504"/>
                  </a:cubicBezTo>
                  <a:cubicBezTo>
                    <a:pt x="9035" y="19504"/>
                    <a:pt x="9035" y="19504"/>
                    <a:pt x="9035" y="19504"/>
                  </a:cubicBezTo>
                  <a:cubicBezTo>
                    <a:pt x="9035" y="19826"/>
                    <a:pt x="9035" y="19826"/>
                    <a:pt x="9035" y="19826"/>
                  </a:cubicBezTo>
                  <a:cubicBezTo>
                    <a:pt x="8949" y="19826"/>
                    <a:pt x="8949" y="19826"/>
                    <a:pt x="8949" y="19826"/>
                  </a:cubicBezTo>
                  <a:cubicBezTo>
                    <a:pt x="8949" y="19988"/>
                    <a:pt x="8949" y="19988"/>
                    <a:pt x="8949" y="19988"/>
                  </a:cubicBezTo>
                  <a:cubicBezTo>
                    <a:pt x="8863" y="20149"/>
                    <a:pt x="8863" y="20149"/>
                    <a:pt x="8863" y="20149"/>
                  </a:cubicBezTo>
                  <a:cubicBezTo>
                    <a:pt x="8949" y="20310"/>
                    <a:pt x="8949" y="20310"/>
                    <a:pt x="8949" y="20310"/>
                  </a:cubicBezTo>
                  <a:cubicBezTo>
                    <a:pt x="8949" y="20632"/>
                    <a:pt x="8949" y="20632"/>
                    <a:pt x="8949" y="20632"/>
                  </a:cubicBezTo>
                  <a:cubicBezTo>
                    <a:pt x="8949" y="20632"/>
                    <a:pt x="8949" y="20632"/>
                    <a:pt x="8949" y="20632"/>
                  </a:cubicBezTo>
                  <a:cubicBezTo>
                    <a:pt x="8949" y="20794"/>
                    <a:pt x="8949" y="20794"/>
                    <a:pt x="8949" y="20794"/>
                  </a:cubicBezTo>
                  <a:cubicBezTo>
                    <a:pt x="8863" y="20955"/>
                    <a:pt x="8863" y="20955"/>
                    <a:pt x="8863" y="20955"/>
                  </a:cubicBezTo>
                  <a:cubicBezTo>
                    <a:pt x="8863" y="20955"/>
                    <a:pt x="8863" y="20955"/>
                    <a:pt x="8863" y="20955"/>
                  </a:cubicBezTo>
                  <a:cubicBezTo>
                    <a:pt x="8863" y="20955"/>
                    <a:pt x="8863" y="20955"/>
                    <a:pt x="8863" y="20955"/>
                  </a:cubicBezTo>
                  <a:cubicBezTo>
                    <a:pt x="8777" y="20955"/>
                    <a:pt x="8777" y="20955"/>
                    <a:pt x="8777" y="20955"/>
                  </a:cubicBezTo>
                  <a:cubicBezTo>
                    <a:pt x="8691" y="20794"/>
                    <a:pt x="8691" y="20794"/>
                    <a:pt x="8691" y="20794"/>
                  </a:cubicBezTo>
                  <a:cubicBezTo>
                    <a:pt x="8519" y="20794"/>
                    <a:pt x="8519" y="20794"/>
                    <a:pt x="8519" y="20794"/>
                  </a:cubicBezTo>
                  <a:cubicBezTo>
                    <a:pt x="8519" y="20632"/>
                    <a:pt x="8519" y="20632"/>
                    <a:pt x="8519" y="20632"/>
                  </a:cubicBezTo>
                  <a:cubicBezTo>
                    <a:pt x="8433" y="20632"/>
                    <a:pt x="8433" y="20632"/>
                    <a:pt x="8433" y="20632"/>
                  </a:cubicBezTo>
                  <a:cubicBezTo>
                    <a:pt x="8433" y="20632"/>
                    <a:pt x="8433" y="20632"/>
                    <a:pt x="8433" y="20632"/>
                  </a:cubicBezTo>
                  <a:cubicBezTo>
                    <a:pt x="8347" y="20632"/>
                    <a:pt x="8347" y="20632"/>
                    <a:pt x="8347" y="20632"/>
                  </a:cubicBezTo>
                  <a:cubicBezTo>
                    <a:pt x="8347" y="20632"/>
                    <a:pt x="8347" y="20632"/>
                    <a:pt x="8347" y="20632"/>
                  </a:cubicBezTo>
                  <a:cubicBezTo>
                    <a:pt x="8347" y="20471"/>
                    <a:pt x="8347" y="20471"/>
                    <a:pt x="8347" y="20471"/>
                  </a:cubicBezTo>
                  <a:cubicBezTo>
                    <a:pt x="8347" y="20310"/>
                    <a:pt x="8347" y="20310"/>
                    <a:pt x="8347" y="20310"/>
                  </a:cubicBezTo>
                  <a:cubicBezTo>
                    <a:pt x="8261" y="19988"/>
                    <a:pt x="8261" y="19988"/>
                    <a:pt x="8261" y="19988"/>
                  </a:cubicBezTo>
                  <a:cubicBezTo>
                    <a:pt x="8261" y="19988"/>
                    <a:pt x="8261" y="19988"/>
                    <a:pt x="8261" y="19988"/>
                  </a:cubicBezTo>
                  <a:cubicBezTo>
                    <a:pt x="8261" y="19826"/>
                    <a:pt x="8261" y="19826"/>
                    <a:pt x="8261" y="19826"/>
                  </a:cubicBezTo>
                  <a:cubicBezTo>
                    <a:pt x="8261" y="19826"/>
                    <a:pt x="8261" y="19826"/>
                    <a:pt x="8261" y="19826"/>
                  </a:cubicBezTo>
                  <a:cubicBezTo>
                    <a:pt x="8261" y="19665"/>
                    <a:pt x="8261" y="19665"/>
                    <a:pt x="8261" y="19665"/>
                  </a:cubicBezTo>
                  <a:cubicBezTo>
                    <a:pt x="8175" y="19504"/>
                    <a:pt x="8175" y="19504"/>
                    <a:pt x="8175" y="19504"/>
                  </a:cubicBezTo>
                  <a:cubicBezTo>
                    <a:pt x="8175" y="19504"/>
                    <a:pt x="8175" y="19504"/>
                    <a:pt x="8175" y="19504"/>
                  </a:cubicBezTo>
                  <a:cubicBezTo>
                    <a:pt x="8175" y="19343"/>
                    <a:pt x="8175" y="19343"/>
                    <a:pt x="8175" y="19343"/>
                  </a:cubicBezTo>
                  <a:cubicBezTo>
                    <a:pt x="8089" y="19182"/>
                    <a:pt x="8089" y="19182"/>
                    <a:pt x="8089" y="19182"/>
                  </a:cubicBezTo>
                  <a:cubicBezTo>
                    <a:pt x="8089" y="19182"/>
                    <a:pt x="8089" y="19182"/>
                    <a:pt x="8089" y="19182"/>
                  </a:cubicBezTo>
                  <a:cubicBezTo>
                    <a:pt x="8003" y="19182"/>
                    <a:pt x="8003" y="19182"/>
                    <a:pt x="8003" y="19182"/>
                  </a:cubicBezTo>
                  <a:cubicBezTo>
                    <a:pt x="8003" y="18859"/>
                    <a:pt x="8003" y="18859"/>
                    <a:pt x="8003" y="18859"/>
                  </a:cubicBezTo>
                  <a:cubicBezTo>
                    <a:pt x="7917" y="18859"/>
                    <a:pt x="7917" y="18859"/>
                    <a:pt x="7917" y="18859"/>
                  </a:cubicBezTo>
                  <a:cubicBezTo>
                    <a:pt x="7917" y="18698"/>
                    <a:pt x="7917" y="18698"/>
                    <a:pt x="7917" y="18698"/>
                  </a:cubicBezTo>
                  <a:cubicBezTo>
                    <a:pt x="7917" y="18698"/>
                    <a:pt x="7917" y="18698"/>
                    <a:pt x="7917" y="18698"/>
                  </a:cubicBezTo>
                  <a:cubicBezTo>
                    <a:pt x="7917" y="18537"/>
                    <a:pt x="7917" y="18537"/>
                    <a:pt x="7917" y="18537"/>
                  </a:cubicBezTo>
                  <a:cubicBezTo>
                    <a:pt x="7917" y="18537"/>
                    <a:pt x="7917" y="18537"/>
                    <a:pt x="7917" y="18537"/>
                  </a:cubicBezTo>
                  <a:cubicBezTo>
                    <a:pt x="7831" y="18376"/>
                    <a:pt x="7831" y="18376"/>
                    <a:pt x="7831" y="18376"/>
                  </a:cubicBezTo>
                  <a:cubicBezTo>
                    <a:pt x="7831" y="18214"/>
                    <a:pt x="7831" y="18214"/>
                    <a:pt x="7831" y="18214"/>
                  </a:cubicBezTo>
                  <a:cubicBezTo>
                    <a:pt x="7745" y="18053"/>
                    <a:pt x="7745" y="18053"/>
                    <a:pt x="7745" y="18053"/>
                  </a:cubicBezTo>
                  <a:cubicBezTo>
                    <a:pt x="7658" y="18053"/>
                    <a:pt x="7658" y="18053"/>
                    <a:pt x="7658" y="18053"/>
                  </a:cubicBezTo>
                  <a:cubicBezTo>
                    <a:pt x="7658" y="17892"/>
                    <a:pt x="7658" y="17892"/>
                    <a:pt x="7658" y="17892"/>
                  </a:cubicBezTo>
                  <a:cubicBezTo>
                    <a:pt x="7572" y="17892"/>
                    <a:pt x="7572" y="17892"/>
                    <a:pt x="7572" y="17892"/>
                  </a:cubicBezTo>
                  <a:cubicBezTo>
                    <a:pt x="7572" y="17892"/>
                    <a:pt x="7572" y="17892"/>
                    <a:pt x="7572" y="17892"/>
                  </a:cubicBezTo>
                  <a:cubicBezTo>
                    <a:pt x="7572" y="17892"/>
                    <a:pt x="7572" y="17892"/>
                    <a:pt x="7572" y="17892"/>
                  </a:cubicBezTo>
                  <a:cubicBezTo>
                    <a:pt x="7486" y="17892"/>
                    <a:pt x="7486" y="17892"/>
                    <a:pt x="7486" y="17892"/>
                  </a:cubicBezTo>
                  <a:cubicBezTo>
                    <a:pt x="7400" y="17892"/>
                    <a:pt x="7400" y="17892"/>
                    <a:pt x="7400" y="17892"/>
                  </a:cubicBezTo>
                  <a:cubicBezTo>
                    <a:pt x="7314" y="17892"/>
                    <a:pt x="7314" y="17892"/>
                    <a:pt x="7314" y="17892"/>
                  </a:cubicBezTo>
                  <a:cubicBezTo>
                    <a:pt x="7314" y="17892"/>
                    <a:pt x="7314" y="17892"/>
                    <a:pt x="7314" y="17892"/>
                  </a:cubicBezTo>
                  <a:cubicBezTo>
                    <a:pt x="7314" y="17892"/>
                    <a:pt x="7314" y="17892"/>
                    <a:pt x="7314" y="17892"/>
                  </a:cubicBezTo>
                  <a:cubicBezTo>
                    <a:pt x="7314" y="17892"/>
                    <a:pt x="7314" y="17892"/>
                    <a:pt x="7314" y="17892"/>
                  </a:cubicBezTo>
                  <a:cubicBezTo>
                    <a:pt x="7228" y="17892"/>
                    <a:pt x="7228" y="17892"/>
                    <a:pt x="7228" y="17892"/>
                  </a:cubicBezTo>
                  <a:cubicBezTo>
                    <a:pt x="7228" y="17892"/>
                    <a:pt x="7228" y="17892"/>
                    <a:pt x="7228" y="17892"/>
                  </a:cubicBezTo>
                  <a:cubicBezTo>
                    <a:pt x="7142" y="18053"/>
                    <a:pt x="7142" y="18053"/>
                    <a:pt x="7142" y="18053"/>
                  </a:cubicBezTo>
                  <a:cubicBezTo>
                    <a:pt x="7142" y="18214"/>
                    <a:pt x="7142" y="18214"/>
                    <a:pt x="7142" y="18214"/>
                  </a:cubicBezTo>
                  <a:cubicBezTo>
                    <a:pt x="7056" y="18214"/>
                    <a:pt x="7056" y="18214"/>
                    <a:pt x="7056" y="18214"/>
                  </a:cubicBezTo>
                  <a:cubicBezTo>
                    <a:pt x="7056" y="18376"/>
                    <a:pt x="7056" y="18376"/>
                    <a:pt x="7056" y="18376"/>
                  </a:cubicBezTo>
                  <a:cubicBezTo>
                    <a:pt x="7056" y="18376"/>
                    <a:pt x="7056" y="18376"/>
                    <a:pt x="7056" y="18376"/>
                  </a:cubicBezTo>
                  <a:cubicBezTo>
                    <a:pt x="7056" y="18376"/>
                    <a:pt x="7056" y="18376"/>
                    <a:pt x="7056" y="18376"/>
                  </a:cubicBezTo>
                  <a:cubicBezTo>
                    <a:pt x="6970" y="18376"/>
                    <a:pt x="6970" y="18376"/>
                    <a:pt x="6970" y="18376"/>
                  </a:cubicBezTo>
                  <a:cubicBezTo>
                    <a:pt x="6970" y="18537"/>
                    <a:pt x="6970" y="18537"/>
                    <a:pt x="6970" y="18537"/>
                  </a:cubicBezTo>
                  <a:cubicBezTo>
                    <a:pt x="6970" y="18537"/>
                    <a:pt x="6970" y="18537"/>
                    <a:pt x="6970" y="18537"/>
                  </a:cubicBezTo>
                  <a:cubicBezTo>
                    <a:pt x="6884" y="18537"/>
                    <a:pt x="6884" y="18537"/>
                    <a:pt x="6884" y="18537"/>
                  </a:cubicBezTo>
                  <a:cubicBezTo>
                    <a:pt x="6884" y="18537"/>
                    <a:pt x="6884" y="18537"/>
                    <a:pt x="6884" y="18537"/>
                  </a:cubicBezTo>
                  <a:cubicBezTo>
                    <a:pt x="6798" y="18376"/>
                    <a:pt x="6798" y="18376"/>
                    <a:pt x="6798" y="18376"/>
                  </a:cubicBezTo>
                  <a:cubicBezTo>
                    <a:pt x="6712" y="18376"/>
                    <a:pt x="6712" y="18376"/>
                    <a:pt x="6712" y="18376"/>
                  </a:cubicBezTo>
                  <a:cubicBezTo>
                    <a:pt x="6712" y="18376"/>
                    <a:pt x="6712" y="18376"/>
                    <a:pt x="6712" y="18376"/>
                  </a:cubicBezTo>
                  <a:cubicBezTo>
                    <a:pt x="6626" y="18214"/>
                    <a:pt x="6626" y="18214"/>
                    <a:pt x="6626" y="18214"/>
                  </a:cubicBezTo>
                  <a:cubicBezTo>
                    <a:pt x="6626" y="18214"/>
                    <a:pt x="6626" y="18214"/>
                    <a:pt x="6626" y="18214"/>
                  </a:cubicBezTo>
                  <a:cubicBezTo>
                    <a:pt x="6626" y="18214"/>
                    <a:pt x="6626" y="18214"/>
                    <a:pt x="6626" y="18214"/>
                  </a:cubicBezTo>
                  <a:cubicBezTo>
                    <a:pt x="6540" y="18214"/>
                    <a:pt x="6540" y="18214"/>
                    <a:pt x="6540" y="18214"/>
                  </a:cubicBezTo>
                  <a:cubicBezTo>
                    <a:pt x="6540" y="18053"/>
                    <a:pt x="6540" y="18053"/>
                    <a:pt x="6540" y="18053"/>
                  </a:cubicBezTo>
                  <a:cubicBezTo>
                    <a:pt x="6540" y="18053"/>
                    <a:pt x="6540" y="18053"/>
                    <a:pt x="6540" y="18053"/>
                  </a:cubicBezTo>
                  <a:cubicBezTo>
                    <a:pt x="6540" y="18053"/>
                    <a:pt x="6540" y="18053"/>
                    <a:pt x="6540" y="18053"/>
                  </a:cubicBezTo>
                  <a:cubicBezTo>
                    <a:pt x="6454" y="18053"/>
                    <a:pt x="6454" y="18053"/>
                    <a:pt x="6454" y="18053"/>
                  </a:cubicBezTo>
                  <a:cubicBezTo>
                    <a:pt x="6454" y="18053"/>
                    <a:pt x="6454" y="18053"/>
                    <a:pt x="6454" y="18053"/>
                  </a:cubicBezTo>
                  <a:cubicBezTo>
                    <a:pt x="6454" y="18053"/>
                    <a:pt x="6454" y="18053"/>
                    <a:pt x="6454" y="18053"/>
                  </a:cubicBezTo>
                  <a:cubicBezTo>
                    <a:pt x="6454" y="17892"/>
                    <a:pt x="6454" y="17892"/>
                    <a:pt x="6454" y="17892"/>
                  </a:cubicBezTo>
                  <a:cubicBezTo>
                    <a:pt x="6368" y="17892"/>
                    <a:pt x="6368" y="17892"/>
                    <a:pt x="6368" y="17892"/>
                  </a:cubicBezTo>
                  <a:cubicBezTo>
                    <a:pt x="6282" y="17731"/>
                    <a:pt x="6282" y="17731"/>
                    <a:pt x="6282" y="17731"/>
                  </a:cubicBezTo>
                  <a:cubicBezTo>
                    <a:pt x="6282" y="17570"/>
                    <a:pt x="6282" y="17570"/>
                    <a:pt x="6282" y="17570"/>
                  </a:cubicBezTo>
                  <a:cubicBezTo>
                    <a:pt x="6368" y="17570"/>
                    <a:pt x="6368" y="17570"/>
                    <a:pt x="6368" y="17570"/>
                  </a:cubicBezTo>
                  <a:cubicBezTo>
                    <a:pt x="6368" y="17570"/>
                    <a:pt x="6368" y="17570"/>
                    <a:pt x="6368" y="17570"/>
                  </a:cubicBezTo>
                  <a:cubicBezTo>
                    <a:pt x="6368" y="17408"/>
                    <a:pt x="6368" y="17408"/>
                    <a:pt x="6368" y="17408"/>
                  </a:cubicBezTo>
                  <a:cubicBezTo>
                    <a:pt x="6368" y="17408"/>
                    <a:pt x="6368" y="17408"/>
                    <a:pt x="6368" y="17408"/>
                  </a:cubicBezTo>
                  <a:cubicBezTo>
                    <a:pt x="6368" y="17408"/>
                    <a:pt x="6368" y="17408"/>
                    <a:pt x="6368" y="17408"/>
                  </a:cubicBezTo>
                  <a:cubicBezTo>
                    <a:pt x="6282" y="17408"/>
                    <a:pt x="6282" y="17408"/>
                    <a:pt x="6282" y="17408"/>
                  </a:cubicBezTo>
                  <a:cubicBezTo>
                    <a:pt x="6282" y="17247"/>
                    <a:pt x="6282" y="17247"/>
                    <a:pt x="6282" y="17247"/>
                  </a:cubicBezTo>
                  <a:cubicBezTo>
                    <a:pt x="6282" y="17086"/>
                    <a:pt x="6282" y="17086"/>
                    <a:pt x="6282" y="17086"/>
                  </a:cubicBezTo>
                  <a:cubicBezTo>
                    <a:pt x="6196" y="17086"/>
                    <a:pt x="6196" y="17086"/>
                    <a:pt x="6196" y="17086"/>
                  </a:cubicBezTo>
                  <a:cubicBezTo>
                    <a:pt x="6196" y="17086"/>
                    <a:pt x="6196" y="17086"/>
                    <a:pt x="6196" y="17086"/>
                  </a:cubicBezTo>
                  <a:cubicBezTo>
                    <a:pt x="6109" y="16925"/>
                    <a:pt x="6109" y="16925"/>
                    <a:pt x="6109" y="16925"/>
                  </a:cubicBezTo>
                  <a:cubicBezTo>
                    <a:pt x="6196" y="16925"/>
                    <a:pt x="6196" y="16925"/>
                    <a:pt x="6196" y="16925"/>
                  </a:cubicBezTo>
                  <a:cubicBezTo>
                    <a:pt x="6196" y="16925"/>
                    <a:pt x="6196" y="16925"/>
                    <a:pt x="6196" y="16925"/>
                  </a:cubicBezTo>
                  <a:cubicBezTo>
                    <a:pt x="6109" y="16764"/>
                    <a:pt x="6109" y="16764"/>
                    <a:pt x="6109" y="16764"/>
                  </a:cubicBezTo>
                  <a:cubicBezTo>
                    <a:pt x="6023" y="16764"/>
                    <a:pt x="6023" y="16764"/>
                    <a:pt x="6023" y="16764"/>
                  </a:cubicBezTo>
                  <a:cubicBezTo>
                    <a:pt x="6023" y="16764"/>
                    <a:pt x="6023" y="16764"/>
                    <a:pt x="6023" y="16764"/>
                  </a:cubicBezTo>
                  <a:cubicBezTo>
                    <a:pt x="6023" y="16602"/>
                    <a:pt x="6023" y="16602"/>
                    <a:pt x="6023" y="16602"/>
                  </a:cubicBezTo>
                  <a:cubicBezTo>
                    <a:pt x="6023" y="16602"/>
                    <a:pt x="6023" y="16602"/>
                    <a:pt x="6023" y="16602"/>
                  </a:cubicBezTo>
                  <a:cubicBezTo>
                    <a:pt x="5937" y="16602"/>
                    <a:pt x="5937" y="16602"/>
                    <a:pt x="5937" y="16602"/>
                  </a:cubicBezTo>
                  <a:cubicBezTo>
                    <a:pt x="5937" y="16441"/>
                    <a:pt x="5937" y="16441"/>
                    <a:pt x="5937" y="16441"/>
                  </a:cubicBezTo>
                  <a:cubicBezTo>
                    <a:pt x="5851" y="16280"/>
                    <a:pt x="5851" y="16280"/>
                    <a:pt x="5851" y="16280"/>
                  </a:cubicBezTo>
                  <a:cubicBezTo>
                    <a:pt x="5765" y="16280"/>
                    <a:pt x="5765" y="16280"/>
                    <a:pt x="5765" y="16280"/>
                  </a:cubicBezTo>
                  <a:cubicBezTo>
                    <a:pt x="5163" y="16280"/>
                    <a:pt x="5163" y="16280"/>
                    <a:pt x="5163" y="16280"/>
                  </a:cubicBezTo>
                  <a:cubicBezTo>
                    <a:pt x="5163" y="16441"/>
                    <a:pt x="5163" y="16441"/>
                    <a:pt x="5163" y="16441"/>
                  </a:cubicBezTo>
                  <a:cubicBezTo>
                    <a:pt x="4130" y="16441"/>
                    <a:pt x="4130" y="16441"/>
                    <a:pt x="4130" y="16441"/>
                  </a:cubicBezTo>
                  <a:cubicBezTo>
                    <a:pt x="2753" y="15474"/>
                    <a:pt x="2753" y="15474"/>
                    <a:pt x="2753" y="15474"/>
                  </a:cubicBezTo>
                  <a:cubicBezTo>
                    <a:pt x="2839" y="15313"/>
                    <a:pt x="2839" y="15313"/>
                    <a:pt x="2839" y="15313"/>
                  </a:cubicBezTo>
                  <a:cubicBezTo>
                    <a:pt x="2753" y="15313"/>
                    <a:pt x="2753" y="15313"/>
                    <a:pt x="2753" y="15313"/>
                  </a:cubicBezTo>
                  <a:cubicBezTo>
                    <a:pt x="1893" y="15313"/>
                    <a:pt x="1893" y="15313"/>
                    <a:pt x="1893" y="15313"/>
                  </a:cubicBezTo>
                  <a:cubicBezTo>
                    <a:pt x="1893" y="15152"/>
                    <a:pt x="1893" y="15152"/>
                    <a:pt x="1893" y="15152"/>
                  </a:cubicBezTo>
                  <a:cubicBezTo>
                    <a:pt x="1893" y="14991"/>
                    <a:pt x="1893" y="14991"/>
                    <a:pt x="1893" y="14991"/>
                  </a:cubicBezTo>
                  <a:cubicBezTo>
                    <a:pt x="1893" y="14829"/>
                    <a:pt x="1893" y="14829"/>
                    <a:pt x="1893" y="14829"/>
                  </a:cubicBezTo>
                  <a:cubicBezTo>
                    <a:pt x="1721" y="14507"/>
                    <a:pt x="1721" y="14507"/>
                    <a:pt x="1721" y="14507"/>
                  </a:cubicBezTo>
                  <a:cubicBezTo>
                    <a:pt x="1635" y="14346"/>
                    <a:pt x="1635" y="14346"/>
                    <a:pt x="1635" y="14346"/>
                  </a:cubicBezTo>
                  <a:cubicBezTo>
                    <a:pt x="1635" y="14346"/>
                    <a:pt x="1635" y="14346"/>
                    <a:pt x="1635" y="14346"/>
                  </a:cubicBezTo>
                  <a:cubicBezTo>
                    <a:pt x="1549" y="14346"/>
                    <a:pt x="1549" y="14346"/>
                    <a:pt x="1549" y="14346"/>
                  </a:cubicBezTo>
                  <a:cubicBezTo>
                    <a:pt x="1549" y="14346"/>
                    <a:pt x="1549" y="14346"/>
                    <a:pt x="1549" y="14346"/>
                  </a:cubicBezTo>
                  <a:cubicBezTo>
                    <a:pt x="1549" y="14346"/>
                    <a:pt x="1549" y="14346"/>
                    <a:pt x="1549" y="14346"/>
                  </a:cubicBezTo>
                  <a:cubicBezTo>
                    <a:pt x="1549" y="14185"/>
                    <a:pt x="1549" y="14185"/>
                    <a:pt x="1549" y="14185"/>
                  </a:cubicBezTo>
                  <a:cubicBezTo>
                    <a:pt x="1462" y="14185"/>
                    <a:pt x="1462" y="14185"/>
                    <a:pt x="1462" y="14185"/>
                  </a:cubicBezTo>
                  <a:cubicBezTo>
                    <a:pt x="1376" y="14185"/>
                    <a:pt x="1376" y="14185"/>
                    <a:pt x="1376" y="14185"/>
                  </a:cubicBezTo>
                  <a:cubicBezTo>
                    <a:pt x="1290" y="14023"/>
                    <a:pt x="1290" y="14023"/>
                    <a:pt x="1290" y="14023"/>
                  </a:cubicBezTo>
                  <a:cubicBezTo>
                    <a:pt x="1290" y="13862"/>
                    <a:pt x="1290" y="13862"/>
                    <a:pt x="1290" y="13862"/>
                  </a:cubicBezTo>
                  <a:cubicBezTo>
                    <a:pt x="1204" y="13862"/>
                    <a:pt x="1204" y="13862"/>
                    <a:pt x="1204" y="13862"/>
                  </a:cubicBezTo>
                  <a:cubicBezTo>
                    <a:pt x="1118" y="13862"/>
                    <a:pt x="1118" y="13862"/>
                    <a:pt x="1118" y="13862"/>
                  </a:cubicBezTo>
                  <a:cubicBezTo>
                    <a:pt x="1032" y="13862"/>
                    <a:pt x="1032" y="13862"/>
                    <a:pt x="1032" y="13862"/>
                  </a:cubicBezTo>
                  <a:cubicBezTo>
                    <a:pt x="1032" y="13701"/>
                    <a:pt x="1032" y="13701"/>
                    <a:pt x="1032" y="13701"/>
                  </a:cubicBezTo>
                  <a:cubicBezTo>
                    <a:pt x="946" y="13701"/>
                    <a:pt x="946" y="13701"/>
                    <a:pt x="946" y="13701"/>
                  </a:cubicBezTo>
                  <a:cubicBezTo>
                    <a:pt x="774" y="13701"/>
                    <a:pt x="774" y="13701"/>
                    <a:pt x="774" y="13701"/>
                  </a:cubicBezTo>
                  <a:cubicBezTo>
                    <a:pt x="774" y="13701"/>
                    <a:pt x="774" y="13701"/>
                    <a:pt x="774" y="13701"/>
                  </a:cubicBezTo>
                  <a:cubicBezTo>
                    <a:pt x="774" y="13540"/>
                    <a:pt x="774" y="13540"/>
                    <a:pt x="774" y="13540"/>
                  </a:cubicBezTo>
                  <a:cubicBezTo>
                    <a:pt x="774" y="13540"/>
                    <a:pt x="774" y="13540"/>
                    <a:pt x="774" y="13540"/>
                  </a:cubicBezTo>
                  <a:cubicBezTo>
                    <a:pt x="774" y="13379"/>
                    <a:pt x="774" y="13379"/>
                    <a:pt x="774" y="13379"/>
                  </a:cubicBezTo>
                  <a:cubicBezTo>
                    <a:pt x="774" y="13217"/>
                    <a:pt x="774" y="13217"/>
                    <a:pt x="774" y="13217"/>
                  </a:cubicBezTo>
                  <a:cubicBezTo>
                    <a:pt x="774" y="13056"/>
                    <a:pt x="774" y="13056"/>
                    <a:pt x="774" y="13056"/>
                  </a:cubicBezTo>
                  <a:cubicBezTo>
                    <a:pt x="688" y="13056"/>
                    <a:pt x="688" y="13056"/>
                    <a:pt x="688" y="13056"/>
                  </a:cubicBezTo>
                  <a:cubicBezTo>
                    <a:pt x="688" y="12895"/>
                    <a:pt x="688" y="12895"/>
                    <a:pt x="688" y="12895"/>
                  </a:cubicBezTo>
                  <a:cubicBezTo>
                    <a:pt x="688" y="12895"/>
                    <a:pt x="688" y="12895"/>
                    <a:pt x="688" y="12895"/>
                  </a:cubicBezTo>
                  <a:cubicBezTo>
                    <a:pt x="688" y="12895"/>
                    <a:pt x="688" y="12895"/>
                    <a:pt x="688" y="12895"/>
                  </a:cubicBezTo>
                  <a:cubicBezTo>
                    <a:pt x="602" y="12734"/>
                    <a:pt x="602" y="12734"/>
                    <a:pt x="602" y="12734"/>
                  </a:cubicBezTo>
                  <a:cubicBezTo>
                    <a:pt x="516" y="12411"/>
                    <a:pt x="516" y="12411"/>
                    <a:pt x="516" y="12411"/>
                  </a:cubicBezTo>
                  <a:cubicBezTo>
                    <a:pt x="516" y="12250"/>
                    <a:pt x="516" y="12250"/>
                    <a:pt x="516" y="12250"/>
                  </a:cubicBezTo>
                  <a:cubicBezTo>
                    <a:pt x="516" y="12089"/>
                    <a:pt x="516" y="12089"/>
                    <a:pt x="516" y="12089"/>
                  </a:cubicBezTo>
                  <a:cubicBezTo>
                    <a:pt x="430" y="12089"/>
                    <a:pt x="430" y="12089"/>
                    <a:pt x="430" y="12089"/>
                  </a:cubicBezTo>
                  <a:cubicBezTo>
                    <a:pt x="430" y="11928"/>
                    <a:pt x="430" y="11928"/>
                    <a:pt x="430" y="11928"/>
                  </a:cubicBezTo>
                  <a:cubicBezTo>
                    <a:pt x="430" y="11767"/>
                    <a:pt x="430" y="11767"/>
                    <a:pt x="430" y="11767"/>
                  </a:cubicBezTo>
                  <a:cubicBezTo>
                    <a:pt x="430" y="11767"/>
                    <a:pt x="430" y="11767"/>
                    <a:pt x="430" y="11767"/>
                  </a:cubicBezTo>
                  <a:cubicBezTo>
                    <a:pt x="516" y="11767"/>
                    <a:pt x="516" y="11767"/>
                    <a:pt x="516" y="11767"/>
                  </a:cubicBezTo>
                  <a:cubicBezTo>
                    <a:pt x="516" y="11767"/>
                    <a:pt x="516" y="11767"/>
                    <a:pt x="516" y="11767"/>
                  </a:cubicBezTo>
                  <a:cubicBezTo>
                    <a:pt x="516" y="11605"/>
                    <a:pt x="516" y="11605"/>
                    <a:pt x="516" y="11605"/>
                  </a:cubicBezTo>
                  <a:cubicBezTo>
                    <a:pt x="516" y="11444"/>
                    <a:pt x="516" y="11444"/>
                    <a:pt x="516" y="11444"/>
                  </a:cubicBezTo>
                  <a:cubicBezTo>
                    <a:pt x="430" y="11444"/>
                    <a:pt x="430" y="11444"/>
                    <a:pt x="430" y="11444"/>
                  </a:cubicBezTo>
                  <a:cubicBezTo>
                    <a:pt x="430" y="11283"/>
                    <a:pt x="430" y="11283"/>
                    <a:pt x="430" y="11283"/>
                  </a:cubicBezTo>
                  <a:cubicBezTo>
                    <a:pt x="344" y="11283"/>
                    <a:pt x="344" y="11283"/>
                    <a:pt x="344" y="11283"/>
                  </a:cubicBezTo>
                  <a:cubicBezTo>
                    <a:pt x="344" y="11122"/>
                    <a:pt x="344" y="11122"/>
                    <a:pt x="344" y="11122"/>
                  </a:cubicBezTo>
                  <a:cubicBezTo>
                    <a:pt x="430" y="11122"/>
                    <a:pt x="430" y="11122"/>
                    <a:pt x="430" y="11122"/>
                  </a:cubicBezTo>
                  <a:cubicBezTo>
                    <a:pt x="344" y="10961"/>
                    <a:pt x="344" y="10961"/>
                    <a:pt x="344" y="10961"/>
                  </a:cubicBezTo>
                  <a:cubicBezTo>
                    <a:pt x="430" y="10961"/>
                    <a:pt x="430" y="10961"/>
                    <a:pt x="430" y="10961"/>
                  </a:cubicBezTo>
                  <a:cubicBezTo>
                    <a:pt x="430" y="10961"/>
                    <a:pt x="430" y="10961"/>
                    <a:pt x="430" y="10961"/>
                  </a:cubicBezTo>
                  <a:cubicBezTo>
                    <a:pt x="430" y="10800"/>
                    <a:pt x="430" y="10800"/>
                    <a:pt x="430" y="10800"/>
                  </a:cubicBezTo>
                  <a:cubicBezTo>
                    <a:pt x="516" y="10800"/>
                    <a:pt x="516" y="10800"/>
                    <a:pt x="516" y="10800"/>
                  </a:cubicBezTo>
                  <a:cubicBezTo>
                    <a:pt x="516" y="10961"/>
                    <a:pt x="516" y="10961"/>
                    <a:pt x="516" y="10961"/>
                  </a:cubicBezTo>
                  <a:cubicBezTo>
                    <a:pt x="602" y="10961"/>
                    <a:pt x="602" y="10961"/>
                    <a:pt x="602" y="10961"/>
                  </a:cubicBezTo>
                  <a:cubicBezTo>
                    <a:pt x="516" y="10961"/>
                    <a:pt x="516" y="10961"/>
                    <a:pt x="516" y="10961"/>
                  </a:cubicBezTo>
                  <a:cubicBezTo>
                    <a:pt x="516" y="10800"/>
                    <a:pt x="516" y="10800"/>
                    <a:pt x="516" y="10800"/>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602" y="10638"/>
                    <a:pt x="602" y="10638"/>
                    <a:pt x="602" y="10638"/>
                  </a:cubicBezTo>
                  <a:cubicBezTo>
                    <a:pt x="688" y="10638"/>
                    <a:pt x="688" y="10638"/>
                    <a:pt x="688" y="10638"/>
                  </a:cubicBezTo>
                  <a:cubicBezTo>
                    <a:pt x="602" y="10477"/>
                    <a:pt x="602" y="10477"/>
                    <a:pt x="602" y="10477"/>
                  </a:cubicBezTo>
                  <a:cubicBezTo>
                    <a:pt x="602" y="10477"/>
                    <a:pt x="602" y="10477"/>
                    <a:pt x="602" y="10477"/>
                  </a:cubicBezTo>
                  <a:cubicBezTo>
                    <a:pt x="516" y="10477"/>
                    <a:pt x="516" y="10477"/>
                    <a:pt x="516" y="10477"/>
                  </a:cubicBezTo>
                  <a:cubicBezTo>
                    <a:pt x="516" y="10477"/>
                    <a:pt x="516" y="10477"/>
                    <a:pt x="516" y="10477"/>
                  </a:cubicBezTo>
                  <a:cubicBezTo>
                    <a:pt x="516" y="10477"/>
                    <a:pt x="516" y="10477"/>
                    <a:pt x="516" y="10477"/>
                  </a:cubicBezTo>
                  <a:cubicBezTo>
                    <a:pt x="430" y="10477"/>
                    <a:pt x="430" y="10477"/>
                    <a:pt x="430" y="10477"/>
                  </a:cubicBezTo>
                  <a:cubicBezTo>
                    <a:pt x="430" y="10638"/>
                    <a:pt x="430" y="10638"/>
                    <a:pt x="430" y="10638"/>
                  </a:cubicBezTo>
                  <a:cubicBezTo>
                    <a:pt x="430" y="10638"/>
                    <a:pt x="430" y="10638"/>
                    <a:pt x="430" y="10638"/>
                  </a:cubicBezTo>
                  <a:cubicBezTo>
                    <a:pt x="430" y="10638"/>
                    <a:pt x="430" y="10638"/>
                    <a:pt x="430" y="10638"/>
                  </a:cubicBezTo>
                  <a:cubicBezTo>
                    <a:pt x="344" y="10638"/>
                    <a:pt x="344" y="10638"/>
                    <a:pt x="344" y="10638"/>
                  </a:cubicBezTo>
                  <a:cubicBezTo>
                    <a:pt x="344" y="10638"/>
                    <a:pt x="344" y="10638"/>
                    <a:pt x="344" y="10638"/>
                  </a:cubicBezTo>
                  <a:cubicBezTo>
                    <a:pt x="258" y="10477"/>
                    <a:pt x="258" y="10477"/>
                    <a:pt x="258" y="10477"/>
                  </a:cubicBezTo>
                  <a:cubicBezTo>
                    <a:pt x="258" y="10316"/>
                    <a:pt x="258" y="10316"/>
                    <a:pt x="258" y="10316"/>
                  </a:cubicBezTo>
                  <a:cubicBezTo>
                    <a:pt x="258" y="10316"/>
                    <a:pt x="258" y="10316"/>
                    <a:pt x="258" y="10316"/>
                  </a:cubicBezTo>
                  <a:cubicBezTo>
                    <a:pt x="258" y="10155"/>
                    <a:pt x="258" y="10155"/>
                    <a:pt x="258" y="10155"/>
                  </a:cubicBezTo>
                  <a:cubicBezTo>
                    <a:pt x="86" y="9832"/>
                    <a:pt x="86" y="9832"/>
                    <a:pt x="86" y="9832"/>
                  </a:cubicBezTo>
                  <a:cubicBezTo>
                    <a:pt x="86" y="9671"/>
                    <a:pt x="86" y="9671"/>
                    <a:pt x="86" y="9671"/>
                  </a:cubicBezTo>
                  <a:cubicBezTo>
                    <a:pt x="86" y="9671"/>
                    <a:pt x="86" y="9671"/>
                    <a:pt x="86" y="9671"/>
                  </a:cubicBezTo>
                  <a:cubicBezTo>
                    <a:pt x="172" y="9510"/>
                    <a:pt x="172" y="9510"/>
                    <a:pt x="172" y="9510"/>
                  </a:cubicBezTo>
                  <a:cubicBezTo>
                    <a:pt x="86" y="9349"/>
                    <a:pt x="86" y="9349"/>
                    <a:pt x="86" y="9349"/>
                  </a:cubicBezTo>
                  <a:cubicBezTo>
                    <a:pt x="86" y="9349"/>
                    <a:pt x="86" y="9349"/>
                    <a:pt x="86" y="9349"/>
                  </a:cubicBezTo>
                  <a:cubicBezTo>
                    <a:pt x="86" y="9188"/>
                    <a:pt x="86" y="9188"/>
                    <a:pt x="86" y="9188"/>
                  </a:cubicBezTo>
                  <a:cubicBezTo>
                    <a:pt x="172" y="9026"/>
                    <a:pt x="172" y="9026"/>
                    <a:pt x="172" y="9026"/>
                  </a:cubicBezTo>
                  <a:cubicBezTo>
                    <a:pt x="172" y="9026"/>
                    <a:pt x="172" y="9026"/>
                    <a:pt x="172" y="9026"/>
                  </a:cubicBezTo>
                  <a:cubicBezTo>
                    <a:pt x="172" y="8704"/>
                    <a:pt x="172" y="8704"/>
                    <a:pt x="172" y="8704"/>
                  </a:cubicBezTo>
                  <a:cubicBezTo>
                    <a:pt x="86" y="8382"/>
                    <a:pt x="86" y="8382"/>
                    <a:pt x="86" y="8382"/>
                  </a:cubicBezTo>
                  <a:cubicBezTo>
                    <a:pt x="0" y="8220"/>
                    <a:pt x="0" y="8220"/>
                    <a:pt x="0" y="8220"/>
                  </a:cubicBezTo>
                  <a:cubicBezTo>
                    <a:pt x="0" y="8220"/>
                    <a:pt x="0" y="8220"/>
                    <a:pt x="0" y="8220"/>
                  </a:cubicBezTo>
                  <a:cubicBezTo>
                    <a:pt x="86" y="8059"/>
                    <a:pt x="86" y="8059"/>
                    <a:pt x="86" y="8059"/>
                  </a:cubicBezTo>
                  <a:cubicBezTo>
                    <a:pt x="172" y="7898"/>
                    <a:pt x="172" y="7898"/>
                    <a:pt x="172" y="7898"/>
                  </a:cubicBezTo>
                  <a:cubicBezTo>
                    <a:pt x="172" y="7737"/>
                    <a:pt x="172" y="7737"/>
                    <a:pt x="172" y="7737"/>
                  </a:cubicBezTo>
                  <a:cubicBezTo>
                    <a:pt x="172" y="7737"/>
                    <a:pt x="172" y="7737"/>
                    <a:pt x="172" y="7737"/>
                  </a:cubicBezTo>
                  <a:cubicBezTo>
                    <a:pt x="172" y="7576"/>
                    <a:pt x="172" y="7576"/>
                    <a:pt x="172" y="7576"/>
                  </a:cubicBezTo>
                  <a:cubicBezTo>
                    <a:pt x="258" y="7576"/>
                    <a:pt x="258" y="7576"/>
                    <a:pt x="258" y="7576"/>
                  </a:cubicBezTo>
                  <a:cubicBezTo>
                    <a:pt x="258" y="7414"/>
                    <a:pt x="258" y="7414"/>
                    <a:pt x="258" y="7414"/>
                  </a:cubicBezTo>
                  <a:cubicBezTo>
                    <a:pt x="258" y="7092"/>
                    <a:pt x="258" y="7092"/>
                    <a:pt x="258" y="7092"/>
                  </a:cubicBezTo>
                  <a:cubicBezTo>
                    <a:pt x="258" y="6931"/>
                    <a:pt x="258" y="6931"/>
                    <a:pt x="258" y="6931"/>
                  </a:cubicBezTo>
                  <a:cubicBezTo>
                    <a:pt x="258" y="6931"/>
                    <a:pt x="258" y="6931"/>
                    <a:pt x="258" y="6931"/>
                  </a:cubicBezTo>
                  <a:cubicBezTo>
                    <a:pt x="258" y="6770"/>
                    <a:pt x="258" y="6770"/>
                    <a:pt x="258" y="6770"/>
                  </a:cubicBezTo>
                  <a:cubicBezTo>
                    <a:pt x="258" y="6608"/>
                    <a:pt x="258" y="6608"/>
                    <a:pt x="258" y="6608"/>
                  </a:cubicBezTo>
                  <a:cubicBezTo>
                    <a:pt x="258" y="6447"/>
                    <a:pt x="258" y="6447"/>
                    <a:pt x="258" y="6447"/>
                  </a:cubicBezTo>
                  <a:cubicBezTo>
                    <a:pt x="258" y="6286"/>
                    <a:pt x="258" y="6286"/>
                    <a:pt x="258" y="6286"/>
                  </a:cubicBezTo>
                  <a:cubicBezTo>
                    <a:pt x="258" y="5964"/>
                    <a:pt x="258" y="5964"/>
                    <a:pt x="258" y="5964"/>
                  </a:cubicBezTo>
                  <a:cubicBezTo>
                    <a:pt x="258" y="5802"/>
                    <a:pt x="258" y="5802"/>
                    <a:pt x="258" y="5802"/>
                  </a:cubicBezTo>
                  <a:cubicBezTo>
                    <a:pt x="430" y="5641"/>
                    <a:pt x="430" y="5641"/>
                    <a:pt x="430" y="5641"/>
                  </a:cubicBezTo>
                  <a:cubicBezTo>
                    <a:pt x="430" y="5480"/>
                    <a:pt x="430" y="5480"/>
                    <a:pt x="430" y="5480"/>
                  </a:cubicBezTo>
                  <a:cubicBezTo>
                    <a:pt x="430" y="5480"/>
                    <a:pt x="430" y="5480"/>
                    <a:pt x="430" y="5480"/>
                  </a:cubicBezTo>
                  <a:cubicBezTo>
                    <a:pt x="516" y="5158"/>
                    <a:pt x="516" y="5158"/>
                    <a:pt x="516" y="5158"/>
                  </a:cubicBezTo>
                  <a:cubicBezTo>
                    <a:pt x="602" y="5158"/>
                    <a:pt x="602" y="5158"/>
                    <a:pt x="602" y="5158"/>
                  </a:cubicBezTo>
                  <a:cubicBezTo>
                    <a:pt x="602" y="4997"/>
                    <a:pt x="602" y="4997"/>
                    <a:pt x="602" y="4997"/>
                  </a:cubicBezTo>
                  <a:cubicBezTo>
                    <a:pt x="602" y="4513"/>
                    <a:pt x="602" y="4513"/>
                    <a:pt x="602" y="4513"/>
                  </a:cubicBezTo>
                  <a:cubicBezTo>
                    <a:pt x="774" y="4352"/>
                    <a:pt x="774" y="4352"/>
                    <a:pt x="774" y="4352"/>
                  </a:cubicBezTo>
                  <a:cubicBezTo>
                    <a:pt x="774" y="4029"/>
                    <a:pt x="774" y="4029"/>
                    <a:pt x="774" y="4029"/>
                  </a:cubicBezTo>
                  <a:cubicBezTo>
                    <a:pt x="860" y="3546"/>
                    <a:pt x="860" y="3546"/>
                    <a:pt x="860" y="3546"/>
                  </a:cubicBezTo>
                  <a:cubicBezTo>
                    <a:pt x="860" y="3385"/>
                    <a:pt x="860" y="3385"/>
                    <a:pt x="860" y="3385"/>
                  </a:cubicBezTo>
                  <a:cubicBezTo>
                    <a:pt x="946" y="3223"/>
                    <a:pt x="946" y="3223"/>
                    <a:pt x="946" y="3223"/>
                  </a:cubicBezTo>
                  <a:cubicBezTo>
                    <a:pt x="946" y="3223"/>
                    <a:pt x="946" y="3223"/>
                    <a:pt x="946" y="3223"/>
                  </a:cubicBezTo>
                  <a:cubicBezTo>
                    <a:pt x="946" y="3062"/>
                    <a:pt x="946" y="3062"/>
                    <a:pt x="946" y="3062"/>
                  </a:cubicBezTo>
                  <a:cubicBezTo>
                    <a:pt x="1032" y="2901"/>
                    <a:pt x="1032" y="2901"/>
                    <a:pt x="1032" y="2901"/>
                  </a:cubicBezTo>
                  <a:cubicBezTo>
                    <a:pt x="1032" y="2740"/>
                    <a:pt x="1032" y="2740"/>
                    <a:pt x="1032" y="2740"/>
                  </a:cubicBezTo>
                  <a:cubicBezTo>
                    <a:pt x="1032" y="2740"/>
                    <a:pt x="1032" y="2740"/>
                    <a:pt x="1032" y="2740"/>
                  </a:cubicBezTo>
                  <a:cubicBezTo>
                    <a:pt x="1118" y="2901"/>
                    <a:pt x="1118" y="2901"/>
                    <a:pt x="1118" y="2901"/>
                  </a:cubicBezTo>
                  <a:cubicBezTo>
                    <a:pt x="1204" y="2901"/>
                    <a:pt x="1204" y="2901"/>
                    <a:pt x="1204" y="2901"/>
                  </a:cubicBezTo>
                  <a:cubicBezTo>
                    <a:pt x="1290" y="2901"/>
                    <a:pt x="1290" y="2901"/>
                    <a:pt x="1290" y="2901"/>
                  </a:cubicBezTo>
                  <a:cubicBezTo>
                    <a:pt x="1290" y="2901"/>
                    <a:pt x="1290" y="2901"/>
                    <a:pt x="1290" y="2901"/>
                  </a:cubicBezTo>
                  <a:cubicBezTo>
                    <a:pt x="1376" y="2901"/>
                    <a:pt x="1376" y="2901"/>
                    <a:pt x="1376" y="2901"/>
                  </a:cubicBezTo>
                  <a:cubicBezTo>
                    <a:pt x="1462" y="3062"/>
                    <a:pt x="1462" y="3062"/>
                    <a:pt x="1462" y="3062"/>
                  </a:cubicBezTo>
                  <a:cubicBezTo>
                    <a:pt x="1376" y="2901"/>
                    <a:pt x="1376" y="2901"/>
                    <a:pt x="1376" y="2901"/>
                  </a:cubicBezTo>
                  <a:cubicBezTo>
                    <a:pt x="1376" y="2901"/>
                    <a:pt x="1376" y="2901"/>
                    <a:pt x="1376" y="2901"/>
                  </a:cubicBezTo>
                  <a:cubicBezTo>
                    <a:pt x="1290" y="2901"/>
                    <a:pt x="1290" y="2901"/>
                    <a:pt x="1290" y="2901"/>
                  </a:cubicBezTo>
                  <a:cubicBezTo>
                    <a:pt x="1204" y="2740"/>
                    <a:pt x="1204" y="2740"/>
                    <a:pt x="1204" y="2740"/>
                  </a:cubicBezTo>
                  <a:cubicBezTo>
                    <a:pt x="1118" y="2740"/>
                    <a:pt x="1118" y="2740"/>
                    <a:pt x="1118" y="2740"/>
                  </a:cubicBezTo>
                  <a:cubicBezTo>
                    <a:pt x="1032" y="2740"/>
                    <a:pt x="1032" y="2740"/>
                    <a:pt x="1032" y="2740"/>
                  </a:cubicBezTo>
                  <a:cubicBezTo>
                    <a:pt x="1032" y="2579"/>
                    <a:pt x="1032" y="2579"/>
                    <a:pt x="1032" y="2579"/>
                  </a:cubicBezTo>
                  <a:cubicBezTo>
                    <a:pt x="1032" y="2579"/>
                    <a:pt x="1032" y="2579"/>
                    <a:pt x="1032" y="2579"/>
                  </a:cubicBezTo>
                  <a:cubicBezTo>
                    <a:pt x="1032" y="2579"/>
                    <a:pt x="1032" y="2579"/>
                    <a:pt x="1032" y="2579"/>
                  </a:cubicBezTo>
                  <a:cubicBezTo>
                    <a:pt x="1118" y="2579"/>
                    <a:pt x="1118" y="2579"/>
                    <a:pt x="1118" y="2579"/>
                  </a:cubicBezTo>
                  <a:cubicBezTo>
                    <a:pt x="1118" y="2417"/>
                    <a:pt x="1118" y="2417"/>
                    <a:pt x="1118" y="2417"/>
                  </a:cubicBezTo>
                  <a:cubicBezTo>
                    <a:pt x="1118" y="2256"/>
                    <a:pt x="1118" y="2256"/>
                    <a:pt x="1118" y="2256"/>
                  </a:cubicBezTo>
                  <a:cubicBezTo>
                    <a:pt x="1118" y="2256"/>
                    <a:pt x="1118" y="2256"/>
                    <a:pt x="1118" y="2256"/>
                  </a:cubicBezTo>
                  <a:cubicBezTo>
                    <a:pt x="1032" y="2256"/>
                    <a:pt x="1032" y="2256"/>
                    <a:pt x="1032" y="2256"/>
                  </a:cubicBezTo>
                  <a:cubicBezTo>
                    <a:pt x="1032" y="2095"/>
                    <a:pt x="1032" y="2095"/>
                    <a:pt x="1032" y="2095"/>
                  </a:cubicBezTo>
                  <a:cubicBezTo>
                    <a:pt x="1118" y="2095"/>
                    <a:pt x="1118" y="2095"/>
                    <a:pt x="1118" y="2095"/>
                  </a:cubicBezTo>
                  <a:cubicBezTo>
                    <a:pt x="1118" y="1934"/>
                    <a:pt x="1118" y="1934"/>
                    <a:pt x="1118" y="1934"/>
                  </a:cubicBezTo>
                  <a:cubicBezTo>
                    <a:pt x="1118" y="1934"/>
                    <a:pt x="1118" y="1934"/>
                    <a:pt x="1118" y="1934"/>
                  </a:cubicBezTo>
                  <a:cubicBezTo>
                    <a:pt x="1118" y="1934"/>
                    <a:pt x="1118" y="1934"/>
                    <a:pt x="1118" y="1934"/>
                  </a:cubicBezTo>
                  <a:cubicBezTo>
                    <a:pt x="1118" y="1934"/>
                    <a:pt x="1118" y="1934"/>
                    <a:pt x="1118" y="1934"/>
                  </a:cubicBezTo>
                  <a:cubicBezTo>
                    <a:pt x="1118" y="1773"/>
                    <a:pt x="1118" y="1773"/>
                    <a:pt x="1118" y="1773"/>
                  </a:cubicBezTo>
                  <a:cubicBezTo>
                    <a:pt x="1032" y="1450"/>
                    <a:pt x="1032" y="1450"/>
                    <a:pt x="1032" y="1450"/>
                  </a:cubicBezTo>
                  <a:cubicBezTo>
                    <a:pt x="1118" y="1128"/>
                    <a:pt x="1118" y="1128"/>
                    <a:pt x="1118" y="1128"/>
                  </a:cubicBezTo>
                  <a:cubicBezTo>
                    <a:pt x="1032" y="967"/>
                    <a:pt x="1032" y="967"/>
                    <a:pt x="1032" y="967"/>
                  </a:cubicBezTo>
                  <a:cubicBezTo>
                    <a:pt x="1032" y="805"/>
                    <a:pt x="1032" y="805"/>
                    <a:pt x="1032" y="805"/>
                  </a:cubicBezTo>
                  <a:cubicBezTo>
                    <a:pt x="1118" y="644"/>
                    <a:pt x="1118" y="644"/>
                    <a:pt x="1118" y="644"/>
                  </a:cubicBezTo>
                  <a:cubicBezTo>
                    <a:pt x="1118" y="483"/>
                    <a:pt x="1118" y="483"/>
                    <a:pt x="1118" y="483"/>
                  </a:cubicBezTo>
                  <a:cubicBezTo>
                    <a:pt x="1204" y="483"/>
                    <a:pt x="1204" y="483"/>
                    <a:pt x="1204" y="483"/>
                  </a:cubicBezTo>
                  <a:cubicBezTo>
                    <a:pt x="1376" y="805"/>
                    <a:pt x="1376" y="805"/>
                    <a:pt x="1376" y="805"/>
                  </a:cubicBezTo>
                  <a:cubicBezTo>
                    <a:pt x="1462" y="805"/>
                    <a:pt x="1462" y="805"/>
                    <a:pt x="1462" y="805"/>
                  </a:cubicBezTo>
                  <a:cubicBezTo>
                    <a:pt x="1635" y="805"/>
                    <a:pt x="1635" y="805"/>
                    <a:pt x="1635" y="805"/>
                  </a:cubicBezTo>
                  <a:cubicBezTo>
                    <a:pt x="1635" y="967"/>
                    <a:pt x="1635" y="967"/>
                    <a:pt x="1635" y="967"/>
                  </a:cubicBezTo>
                  <a:cubicBezTo>
                    <a:pt x="1721" y="967"/>
                    <a:pt x="1721" y="967"/>
                    <a:pt x="1721" y="967"/>
                  </a:cubicBezTo>
                  <a:cubicBezTo>
                    <a:pt x="1721" y="967"/>
                    <a:pt x="1721" y="967"/>
                    <a:pt x="1721" y="967"/>
                  </a:cubicBezTo>
                  <a:cubicBezTo>
                    <a:pt x="1807" y="967"/>
                    <a:pt x="1807" y="967"/>
                    <a:pt x="1807" y="967"/>
                  </a:cubicBezTo>
                  <a:cubicBezTo>
                    <a:pt x="1807" y="1128"/>
                    <a:pt x="1807" y="1128"/>
                    <a:pt x="1807" y="1128"/>
                  </a:cubicBezTo>
                  <a:cubicBezTo>
                    <a:pt x="1807" y="1128"/>
                    <a:pt x="1807" y="1128"/>
                    <a:pt x="1807" y="1128"/>
                  </a:cubicBezTo>
                  <a:cubicBezTo>
                    <a:pt x="1721" y="1128"/>
                    <a:pt x="1721" y="1128"/>
                    <a:pt x="1721" y="1128"/>
                  </a:cubicBezTo>
                  <a:cubicBezTo>
                    <a:pt x="1635" y="1289"/>
                    <a:pt x="1635" y="1289"/>
                    <a:pt x="1635" y="1289"/>
                  </a:cubicBezTo>
                  <a:cubicBezTo>
                    <a:pt x="1635" y="1450"/>
                    <a:pt x="1635" y="1450"/>
                    <a:pt x="1635" y="1450"/>
                  </a:cubicBezTo>
                  <a:cubicBezTo>
                    <a:pt x="1721" y="1450"/>
                    <a:pt x="1721" y="1450"/>
                    <a:pt x="1721" y="1450"/>
                  </a:cubicBezTo>
                  <a:cubicBezTo>
                    <a:pt x="1721" y="1289"/>
                    <a:pt x="1721" y="1289"/>
                    <a:pt x="1721" y="1289"/>
                  </a:cubicBezTo>
                  <a:cubicBezTo>
                    <a:pt x="1807" y="1128"/>
                    <a:pt x="1807" y="1128"/>
                    <a:pt x="1807" y="1128"/>
                  </a:cubicBezTo>
                  <a:cubicBezTo>
                    <a:pt x="1807" y="1128"/>
                    <a:pt x="1807" y="1128"/>
                    <a:pt x="1807" y="1128"/>
                  </a:cubicBezTo>
                  <a:cubicBezTo>
                    <a:pt x="1807" y="1289"/>
                    <a:pt x="1807" y="1289"/>
                    <a:pt x="1807" y="1289"/>
                  </a:cubicBezTo>
                  <a:cubicBezTo>
                    <a:pt x="1807" y="1289"/>
                    <a:pt x="1807" y="1289"/>
                    <a:pt x="1807" y="1289"/>
                  </a:cubicBezTo>
                  <a:cubicBezTo>
                    <a:pt x="1721" y="1450"/>
                    <a:pt x="1721" y="1450"/>
                    <a:pt x="1721" y="1450"/>
                  </a:cubicBezTo>
                  <a:cubicBezTo>
                    <a:pt x="1721" y="1611"/>
                    <a:pt x="1721" y="1611"/>
                    <a:pt x="1721" y="1611"/>
                  </a:cubicBezTo>
                  <a:cubicBezTo>
                    <a:pt x="1721" y="1773"/>
                    <a:pt x="1721" y="1773"/>
                    <a:pt x="1721" y="1773"/>
                  </a:cubicBezTo>
                  <a:cubicBezTo>
                    <a:pt x="1721" y="1611"/>
                    <a:pt x="1721" y="1611"/>
                    <a:pt x="1721" y="1611"/>
                  </a:cubicBezTo>
                  <a:cubicBezTo>
                    <a:pt x="1635" y="1773"/>
                    <a:pt x="1635" y="1773"/>
                    <a:pt x="1635" y="1773"/>
                  </a:cubicBezTo>
                  <a:cubicBezTo>
                    <a:pt x="1635" y="1611"/>
                    <a:pt x="1635" y="1611"/>
                    <a:pt x="1635" y="1611"/>
                  </a:cubicBezTo>
                  <a:cubicBezTo>
                    <a:pt x="1549" y="1773"/>
                    <a:pt x="1549" y="1773"/>
                    <a:pt x="1549" y="1773"/>
                  </a:cubicBezTo>
                  <a:cubicBezTo>
                    <a:pt x="1635" y="1773"/>
                    <a:pt x="1635" y="1773"/>
                    <a:pt x="1635" y="1773"/>
                  </a:cubicBezTo>
                  <a:cubicBezTo>
                    <a:pt x="1635" y="1934"/>
                    <a:pt x="1635" y="1934"/>
                    <a:pt x="1635" y="1934"/>
                  </a:cubicBezTo>
                  <a:cubicBezTo>
                    <a:pt x="1721" y="1773"/>
                    <a:pt x="1721" y="1773"/>
                    <a:pt x="1721" y="1773"/>
                  </a:cubicBezTo>
                  <a:cubicBezTo>
                    <a:pt x="1807" y="1611"/>
                    <a:pt x="1807" y="1611"/>
                    <a:pt x="1807" y="1611"/>
                  </a:cubicBezTo>
                  <a:cubicBezTo>
                    <a:pt x="1807" y="1611"/>
                    <a:pt x="1807" y="1611"/>
                    <a:pt x="1807" y="1611"/>
                  </a:cubicBezTo>
                  <a:cubicBezTo>
                    <a:pt x="1807" y="1450"/>
                    <a:pt x="1807" y="1450"/>
                    <a:pt x="1807" y="1450"/>
                  </a:cubicBezTo>
                  <a:cubicBezTo>
                    <a:pt x="1893" y="1450"/>
                    <a:pt x="1893" y="1450"/>
                    <a:pt x="1893" y="1450"/>
                  </a:cubicBezTo>
                  <a:cubicBezTo>
                    <a:pt x="1893" y="1289"/>
                    <a:pt x="1893" y="1289"/>
                    <a:pt x="1893" y="1289"/>
                  </a:cubicBezTo>
                  <a:cubicBezTo>
                    <a:pt x="1979" y="1128"/>
                    <a:pt x="1979" y="1128"/>
                    <a:pt x="1979" y="1128"/>
                  </a:cubicBezTo>
                  <a:cubicBezTo>
                    <a:pt x="1979" y="967"/>
                    <a:pt x="1979" y="967"/>
                    <a:pt x="1979" y="967"/>
                  </a:cubicBezTo>
                  <a:cubicBezTo>
                    <a:pt x="1979" y="967"/>
                    <a:pt x="1979" y="967"/>
                    <a:pt x="1979" y="967"/>
                  </a:cubicBezTo>
                  <a:cubicBezTo>
                    <a:pt x="1979" y="805"/>
                    <a:pt x="1979" y="805"/>
                    <a:pt x="1979" y="805"/>
                  </a:cubicBezTo>
                  <a:cubicBezTo>
                    <a:pt x="1979" y="805"/>
                    <a:pt x="1979" y="805"/>
                    <a:pt x="1979" y="805"/>
                  </a:cubicBezTo>
                  <a:cubicBezTo>
                    <a:pt x="1979" y="644"/>
                    <a:pt x="1979" y="644"/>
                    <a:pt x="1979" y="644"/>
                  </a:cubicBezTo>
                  <a:cubicBezTo>
                    <a:pt x="1979" y="644"/>
                    <a:pt x="1979" y="644"/>
                    <a:pt x="1979" y="644"/>
                  </a:cubicBezTo>
                  <a:cubicBezTo>
                    <a:pt x="1979" y="644"/>
                    <a:pt x="1979" y="644"/>
                    <a:pt x="1979" y="644"/>
                  </a:cubicBezTo>
                  <a:cubicBezTo>
                    <a:pt x="1979" y="483"/>
                    <a:pt x="1979" y="483"/>
                    <a:pt x="1979" y="483"/>
                  </a:cubicBezTo>
                  <a:cubicBezTo>
                    <a:pt x="1979" y="483"/>
                    <a:pt x="1979" y="483"/>
                    <a:pt x="1979" y="483"/>
                  </a:cubicBezTo>
                  <a:cubicBezTo>
                    <a:pt x="1979" y="322"/>
                    <a:pt x="1979" y="322"/>
                    <a:pt x="1979" y="322"/>
                  </a:cubicBezTo>
                  <a:cubicBezTo>
                    <a:pt x="1893" y="161"/>
                    <a:pt x="1893" y="161"/>
                    <a:pt x="1893" y="161"/>
                  </a:cubicBezTo>
                  <a:cubicBezTo>
                    <a:pt x="1893" y="0"/>
                    <a:pt x="1893" y="0"/>
                    <a:pt x="1893" y="0"/>
                  </a:cubicBezTo>
                  <a:close/>
                  <a:moveTo>
                    <a:pt x="19878" y="9188"/>
                  </a:moveTo>
                  <a:cubicBezTo>
                    <a:pt x="19878" y="9188"/>
                    <a:pt x="19878" y="9188"/>
                    <a:pt x="19878" y="9188"/>
                  </a:cubicBezTo>
                  <a:cubicBezTo>
                    <a:pt x="19878" y="9188"/>
                    <a:pt x="19878" y="9188"/>
                    <a:pt x="19878" y="9188"/>
                  </a:cubicBezTo>
                  <a:cubicBezTo>
                    <a:pt x="19964" y="9188"/>
                    <a:pt x="19964" y="9188"/>
                    <a:pt x="19964" y="9188"/>
                  </a:cubicBezTo>
                  <a:cubicBezTo>
                    <a:pt x="19964" y="9188"/>
                    <a:pt x="19964" y="9188"/>
                    <a:pt x="19964" y="9188"/>
                  </a:cubicBezTo>
                  <a:cubicBezTo>
                    <a:pt x="19964" y="9026"/>
                    <a:pt x="19964" y="9026"/>
                    <a:pt x="19964" y="9026"/>
                  </a:cubicBezTo>
                  <a:cubicBezTo>
                    <a:pt x="19878" y="9188"/>
                    <a:pt x="19878" y="9188"/>
                    <a:pt x="19878" y="9188"/>
                  </a:cubicBezTo>
                  <a:cubicBezTo>
                    <a:pt x="19878" y="9188"/>
                    <a:pt x="19878" y="9188"/>
                    <a:pt x="19878" y="9188"/>
                  </a:cubicBezTo>
                  <a:cubicBezTo>
                    <a:pt x="19878" y="9188"/>
                    <a:pt x="19878" y="9188"/>
                    <a:pt x="19878" y="9188"/>
                  </a:cubicBezTo>
                  <a:close/>
                  <a:moveTo>
                    <a:pt x="18674" y="9671"/>
                  </a:moveTo>
                  <a:cubicBezTo>
                    <a:pt x="18674" y="9832"/>
                    <a:pt x="18674" y="9832"/>
                    <a:pt x="18674" y="9832"/>
                  </a:cubicBezTo>
                  <a:cubicBezTo>
                    <a:pt x="18674" y="9671"/>
                    <a:pt x="18674" y="9671"/>
                    <a:pt x="18674" y="9671"/>
                  </a:cubicBezTo>
                  <a:cubicBezTo>
                    <a:pt x="18760" y="9671"/>
                    <a:pt x="18760" y="9671"/>
                    <a:pt x="18760" y="9671"/>
                  </a:cubicBezTo>
                  <a:cubicBezTo>
                    <a:pt x="18846" y="9671"/>
                    <a:pt x="18846" y="9671"/>
                    <a:pt x="18846" y="9671"/>
                  </a:cubicBezTo>
                  <a:cubicBezTo>
                    <a:pt x="18932" y="9671"/>
                    <a:pt x="18932" y="9671"/>
                    <a:pt x="18932" y="9671"/>
                  </a:cubicBezTo>
                  <a:cubicBezTo>
                    <a:pt x="19018" y="9671"/>
                    <a:pt x="19018" y="9671"/>
                    <a:pt x="19018" y="9671"/>
                  </a:cubicBezTo>
                  <a:cubicBezTo>
                    <a:pt x="19104" y="9510"/>
                    <a:pt x="19104" y="9510"/>
                    <a:pt x="19104" y="9510"/>
                  </a:cubicBezTo>
                  <a:cubicBezTo>
                    <a:pt x="19190" y="9510"/>
                    <a:pt x="19190" y="9510"/>
                    <a:pt x="19190" y="9510"/>
                  </a:cubicBezTo>
                  <a:cubicBezTo>
                    <a:pt x="19190" y="9510"/>
                    <a:pt x="19190" y="9510"/>
                    <a:pt x="19190" y="9510"/>
                  </a:cubicBezTo>
                  <a:cubicBezTo>
                    <a:pt x="19276" y="9510"/>
                    <a:pt x="19276" y="9510"/>
                    <a:pt x="19276" y="9510"/>
                  </a:cubicBezTo>
                  <a:cubicBezTo>
                    <a:pt x="19362" y="9510"/>
                    <a:pt x="19362" y="9510"/>
                    <a:pt x="19362" y="9510"/>
                  </a:cubicBezTo>
                  <a:cubicBezTo>
                    <a:pt x="19362" y="9510"/>
                    <a:pt x="19362" y="9510"/>
                    <a:pt x="19362" y="9510"/>
                  </a:cubicBezTo>
                  <a:cubicBezTo>
                    <a:pt x="19362" y="9510"/>
                    <a:pt x="19362" y="9510"/>
                    <a:pt x="19362" y="9510"/>
                  </a:cubicBezTo>
                  <a:cubicBezTo>
                    <a:pt x="19276" y="9510"/>
                    <a:pt x="19276" y="9510"/>
                    <a:pt x="19276" y="9510"/>
                  </a:cubicBezTo>
                  <a:cubicBezTo>
                    <a:pt x="19190" y="9510"/>
                    <a:pt x="19190" y="9510"/>
                    <a:pt x="19190" y="9510"/>
                  </a:cubicBezTo>
                  <a:cubicBezTo>
                    <a:pt x="19276" y="9349"/>
                    <a:pt x="19276" y="9349"/>
                    <a:pt x="19276" y="9349"/>
                  </a:cubicBezTo>
                  <a:cubicBezTo>
                    <a:pt x="19276" y="9349"/>
                    <a:pt x="19276" y="9349"/>
                    <a:pt x="19276" y="9349"/>
                  </a:cubicBezTo>
                  <a:cubicBezTo>
                    <a:pt x="19276" y="9349"/>
                    <a:pt x="19276" y="9349"/>
                    <a:pt x="19276" y="9349"/>
                  </a:cubicBezTo>
                  <a:cubicBezTo>
                    <a:pt x="19190" y="9510"/>
                    <a:pt x="19190" y="9510"/>
                    <a:pt x="19190" y="9510"/>
                  </a:cubicBezTo>
                  <a:cubicBezTo>
                    <a:pt x="19018" y="9510"/>
                    <a:pt x="19018" y="9510"/>
                    <a:pt x="19018" y="9510"/>
                  </a:cubicBezTo>
                  <a:cubicBezTo>
                    <a:pt x="18932" y="9510"/>
                    <a:pt x="18932" y="9510"/>
                    <a:pt x="18932" y="9510"/>
                  </a:cubicBezTo>
                  <a:cubicBezTo>
                    <a:pt x="18846" y="9510"/>
                    <a:pt x="18846" y="9510"/>
                    <a:pt x="18846" y="9510"/>
                  </a:cubicBezTo>
                  <a:cubicBezTo>
                    <a:pt x="18760" y="9510"/>
                    <a:pt x="18760" y="9510"/>
                    <a:pt x="18760" y="9510"/>
                  </a:cubicBezTo>
                  <a:cubicBezTo>
                    <a:pt x="18674" y="9510"/>
                    <a:pt x="18674" y="9510"/>
                    <a:pt x="18674" y="9510"/>
                  </a:cubicBezTo>
                  <a:cubicBezTo>
                    <a:pt x="18588" y="9671"/>
                    <a:pt x="18588" y="9671"/>
                    <a:pt x="18588" y="9671"/>
                  </a:cubicBezTo>
                  <a:cubicBezTo>
                    <a:pt x="18674" y="9671"/>
                    <a:pt x="18674" y="9671"/>
                    <a:pt x="18674" y="9671"/>
                  </a:cubicBezTo>
                  <a:cubicBezTo>
                    <a:pt x="18674" y="9671"/>
                    <a:pt x="18674" y="9671"/>
                    <a:pt x="18674" y="9671"/>
                  </a:cubicBezTo>
                  <a:close/>
                  <a:moveTo>
                    <a:pt x="1893" y="644"/>
                  </a:moveTo>
                  <a:cubicBezTo>
                    <a:pt x="1807" y="805"/>
                    <a:pt x="1807" y="805"/>
                    <a:pt x="1807" y="805"/>
                  </a:cubicBezTo>
                  <a:cubicBezTo>
                    <a:pt x="1807" y="967"/>
                    <a:pt x="1807" y="967"/>
                    <a:pt x="1807" y="967"/>
                  </a:cubicBezTo>
                  <a:cubicBezTo>
                    <a:pt x="1893" y="1128"/>
                    <a:pt x="1893" y="1128"/>
                    <a:pt x="1893" y="1128"/>
                  </a:cubicBezTo>
                  <a:cubicBezTo>
                    <a:pt x="1893" y="1128"/>
                    <a:pt x="1893" y="1128"/>
                    <a:pt x="1893" y="1128"/>
                  </a:cubicBezTo>
                  <a:cubicBezTo>
                    <a:pt x="1893" y="805"/>
                    <a:pt x="1893" y="805"/>
                    <a:pt x="1893" y="805"/>
                  </a:cubicBezTo>
                  <a:cubicBezTo>
                    <a:pt x="1893" y="805"/>
                    <a:pt x="1893" y="805"/>
                    <a:pt x="1893" y="805"/>
                  </a:cubicBezTo>
                  <a:cubicBezTo>
                    <a:pt x="1893" y="644"/>
                    <a:pt x="1893" y="644"/>
                    <a:pt x="1893" y="644"/>
                  </a:cubicBezTo>
                  <a:cubicBezTo>
                    <a:pt x="1893" y="644"/>
                    <a:pt x="1893" y="644"/>
                    <a:pt x="1893" y="644"/>
                  </a:cubicBezTo>
                  <a:close/>
                  <a:moveTo>
                    <a:pt x="9121" y="19504"/>
                  </a:moveTo>
                  <a:cubicBezTo>
                    <a:pt x="9207" y="19504"/>
                    <a:pt x="9207" y="19504"/>
                    <a:pt x="9207" y="19504"/>
                  </a:cubicBezTo>
                  <a:cubicBezTo>
                    <a:pt x="9294" y="19343"/>
                    <a:pt x="9294" y="19343"/>
                    <a:pt x="9294" y="19343"/>
                  </a:cubicBezTo>
                  <a:cubicBezTo>
                    <a:pt x="9294" y="19182"/>
                    <a:pt x="9294" y="19182"/>
                    <a:pt x="9294" y="19182"/>
                  </a:cubicBezTo>
                  <a:cubicBezTo>
                    <a:pt x="9207" y="19182"/>
                    <a:pt x="9207" y="19182"/>
                    <a:pt x="9207" y="19182"/>
                  </a:cubicBezTo>
                  <a:cubicBezTo>
                    <a:pt x="9121" y="19504"/>
                    <a:pt x="9121" y="19504"/>
                    <a:pt x="9121" y="19504"/>
                  </a:cubicBezTo>
                  <a:close/>
                  <a:moveTo>
                    <a:pt x="9035" y="19826"/>
                  </a:moveTo>
                  <a:cubicBezTo>
                    <a:pt x="9121" y="19826"/>
                    <a:pt x="9121" y="19826"/>
                    <a:pt x="9121" y="19826"/>
                  </a:cubicBezTo>
                  <a:cubicBezTo>
                    <a:pt x="9121" y="19665"/>
                    <a:pt x="9121" y="19665"/>
                    <a:pt x="9121" y="19665"/>
                  </a:cubicBezTo>
                  <a:cubicBezTo>
                    <a:pt x="9121" y="19504"/>
                    <a:pt x="9121" y="19504"/>
                    <a:pt x="9121" y="19504"/>
                  </a:cubicBezTo>
                  <a:cubicBezTo>
                    <a:pt x="9035" y="19826"/>
                    <a:pt x="9035" y="19826"/>
                    <a:pt x="9035" y="19826"/>
                  </a:cubicBezTo>
                  <a:close/>
                  <a:moveTo>
                    <a:pt x="9035" y="20632"/>
                  </a:moveTo>
                  <a:cubicBezTo>
                    <a:pt x="8949" y="20471"/>
                    <a:pt x="8949" y="20471"/>
                    <a:pt x="8949" y="20471"/>
                  </a:cubicBezTo>
                  <a:cubicBezTo>
                    <a:pt x="9035" y="20149"/>
                    <a:pt x="9035" y="20149"/>
                    <a:pt x="9035" y="20149"/>
                  </a:cubicBezTo>
                  <a:cubicBezTo>
                    <a:pt x="9035" y="19826"/>
                    <a:pt x="9035" y="19826"/>
                    <a:pt x="9035" y="19826"/>
                  </a:cubicBezTo>
                  <a:cubicBezTo>
                    <a:pt x="8949" y="20149"/>
                    <a:pt x="8949" y="20149"/>
                    <a:pt x="8949" y="20149"/>
                  </a:cubicBezTo>
                  <a:cubicBezTo>
                    <a:pt x="8949" y="20471"/>
                    <a:pt x="8949" y="20471"/>
                    <a:pt x="8949" y="20471"/>
                  </a:cubicBezTo>
                  <a:cubicBezTo>
                    <a:pt x="8949" y="20471"/>
                    <a:pt x="9035" y="20632"/>
                    <a:pt x="9035" y="20632"/>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9715" name="AutoShape 259"/>
          <p:cNvSpPr>
            <a:spLocks/>
          </p:cNvSpPr>
          <p:nvPr/>
        </p:nvSpPr>
        <p:spPr bwMode="auto">
          <a:xfrm>
            <a:off x="5380038" y="7016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6" name="AutoShape 260"/>
          <p:cNvSpPr>
            <a:spLocks/>
          </p:cNvSpPr>
          <p:nvPr/>
        </p:nvSpPr>
        <p:spPr bwMode="auto">
          <a:xfrm>
            <a:off x="11806238" y="66230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7" name="AutoShape 261"/>
          <p:cNvSpPr>
            <a:spLocks/>
          </p:cNvSpPr>
          <p:nvPr/>
        </p:nvSpPr>
        <p:spPr bwMode="auto">
          <a:xfrm>
            <a:off x="5875338" y="74104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8" name="AutoShape 262"/>
          <p:cNvSpPr>
            <a:spLocks/>
          </p:cNvSpPr>
          <p:nvPr/>
        </p:nvSpPr>
        <p:spPr bwMode="auto">
          <a:xfrm>
            <a:off x="20353338" y="111315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9" name="AutoShape 263"/>
          <p:cNvSpPr>
            <a:spLocks/>
          </p:cNvSpPr>
          <p:nvPr/>
        </p:nvSpPr>
        <p:spPr bwMode="auto">
          <a:xfrm>
            <a:off x="4592638" y="7270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0" name="AutoShape 264"/>
          <p:cNvSpPr>
            <a:spLocks/>
          </p:cNvSpPr>
          <p:nvPr/>
        </p:nvSpPr>
        <p:spPr bwMode="auto">
          <a:xfrm>
            <a:off x="10764838" y="8540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1" name="AutoShape 265"/>
          <p:cNvSpPr>
            <a:spLocks/>
          </p:cNvSpPr>
          <p:nvPr/>
        </p:nvSpPr>
        <p:spPr bwMode="auto">
          <a:xfrm>
            <a:off x="12276138" y="7016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2" name="AutoShape 266"/>
          <p:cNvSpPr>
            <a:spLocks/>
          </p:cNvSpPr>
          <p:nvPr/>
        </p:nvSpPr>
        <p:spPr bwMode="auto">
          <a:xfrm>
            <a:off x="18219738" y="66230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3" name="AutoShape 267"/>
          <p:cNvSpPr>
            <a:spLocks/>
          </p:cNvSpPr>
          <p:nvPr/>
        </p:nvSpPr>
        <p:spPr bwMode="auto">
          <a:xfrm>
            <a:off x="19705638" y="112712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4" name="AutoShape 268"/>
          <p:cNvSpPr>
            <a:spLocks/>
          </p:cNvSpPr>
          <p:nvPr/>
        </p:nvSpPr>
        <p:spPr bwMode="auto">
          <a:xfrm>
            <a:off x="8059738" y="107378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5" name="AutoShape 269"/>
          <p:cNvSpPr>
            <a:spLocks/>
          </p:cNvSpPr>
          <p:nvPr/>
        </p:nvSpPr>
        <p:spPr bwMode="auto">
          <a:xfrm>
            <a:off x="5684838" y="88201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6" name="AutoShape 270"/>
          <p:cNvSpPr>
            <a:spLocks/>
          </p:cNvSpPr>
          <p:nvPr/>
        </p:nvSpPr>
        <p:spPr bwMode="auto">
          <a:xfrm>
            <a:off x="11349038" y="71310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7" name="AutoShape 271"/>
          <p:cNvSpPr>
            <a:spLocks/>
          </p:cNvSpPr>
          <p:nvPr/>
        </p:nvSpPr>
        <p:spPr bwMode="auto">
          <a:xfrm>
            <a:off x="6205538" y="7905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8" name="AutoShape 272"/>
          <p:cNvSpPr>
            <a:spLocks/>
          </p:cNvSpPr>
          <p:nvPr/>
        </p:nvSpPr>
        <p:spPr bwMode="auto">
          <a:xfrm>
            <a:off x="12974638" y="58864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9" name="AutoShape 273"/>
          <p:cNvSpPr>
            <a:spLocks/>
          </p:cNvSpPr>
          <p:nvPr/>
        </p:nvSpPr>
        <p:spPr bwMode="auto">
          <a:xfrm>
            <a:off x="6700838" y="94678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0" name="AutoShape 274"/>
          <p:cNvSpPr>
            <a:spLocks/>
          </p:cNvSpPr>
          <p:nvPr/>
        </p:nvSpPr>
        <p:spPr bwMode="auto">
          <a:xfrm>
            <a:off x="12390438" y="7905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1" name="AutoShape 275"/>
          <p:cNvSpPr>
            <a:spLocks/>
          </p:cNvSpPr>
          <p:nvPr/>
        </p:nvSpPr>
        <p:spPr bwMode="auto">
          <a:xfrm>
            <a:off x="20124738" y="116268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2" name="AutoShape 276"/>
          <p:cNvSpPr>
            <a:spLocks/>
          </p:cNvSpPr>
          <p:nvPr/>
        </p:nvSpPr>
        <p:spPr bwMode="auto">
          <a:xfrm>
            <a:off x="4833938" y="8159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3" name="AutoShape 277"/>
          <p:cNvSpPr>
            <a:spLocks/>
          </p:cNvSpPr>
          <p:nvPr/>
        </p:nvSpPr>
        <p:spPr bwMode="auto">
          <a:xfrm>
            <a:off x="5875338" y="67881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4" name="AutoShape 278"/>
          <p:cNvSpPr>
            <a:spLocks/>
          </p:cNvSpPr>
          <p:nvPr/>
        </p:nvSpPr>
        <p:spPr bwMode="auto">
          <a:xfrm>
            <a:off x="8402638" y="102425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5" name="AutoShape 279"/>
          <p:cNvSpPr>
            <a:spLocks/>
          </p:cNvSpPr>
          <p:nvPr/>
        </p:nvSpPr>
        <p:spPr bwMode="auto">
          <a:xfrm>
            <a:off x="17279938" y="7016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6" name="AutoShape 280"/>
          <p:cNvSpPr>
            <a:spLocks/>
          </p:cNvSpPr>
          <p:nvPr/>
        </p:nvSpPr>
        <p:spPr bwMode="auto">
          <a:xfrm>
            <a:off x="14244638" y="91884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7" name="AutoShape 281"/>
          <p:cNvSpPr>
            <a:spLocks/>
          </p:cNvSpPr>
          <p:nvPr/>
        </p:nvSpPr>
        <p:spPr bwMode="auto">
          <a:xfrm>
            <a:off x="6094413" y="6965950"/>
            <a:ext cx="2503487" cy="3440113"/>
          </a:xfrm>
          <a:custGeom>
            <a:avLst/>
            <a:gdLst>
              <a:gd name="T0" fmla="*/ 1251744 w 21600"/>
              <a:gd name="T1" fmla="*/ 1720057 h 21600"/>
              <a:gd name="T2" fmla="*/ 1251744 w 21600"/>
              <a:gd name="T3" fmla="*/ 1720057 h 21600"/>
              <a:gd name="T4" fmla="*/ 1251744 w 21600"/>
              <a:gd name="T5" fmla="*/ 1720057 h 21600"/>
              <a:gd name="T6" fmla="*/ 1251744 w 21600"/>
              <a:gd name="T7" fmla="*/ 17200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0" y="0"/>
                  <a:pt x="21469" y="899"/>
                  <a:pt x="21600" y="2160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8" name="AutoShape 282"/>
          <p:cNvSpPr>
            <a:spLocks/>
          </p:cNvSpPr>
          <p:nvPr/>
        </p:nvSpPr>
        <p:spPr bwMode="auto">
          <a:xfrm>
            <a:off x="14458950" y="7170738"/>
            <a:ext cx="3062288" cy="2236787"/>
          </a:xfrm>
          <a:custGeom>
            <a:avLst/>
            <a:gdLst>
              <a:gd name="T0" fmla="*/ 1531144 w 21600"/>
              <a:gd name="T1" fmla="*/ 1118394 h 21600"/>
              <a:gd name="T2" fmla="*/ 1531144 w 21600"/>
              <a:gd name="T3" fmla="*/ 1118394 h 21600"/>
              <a:gd name="T4" fmla="*/ 1531144 w 21600"/>
              <a:gd name="T5" fmla="*/ 1118394 h 21600"/>
              <a:gd name="T6" fmla="*/ 1531144 w 21600"/>
              <a:gd name="T7" fmla="*/ 11183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cubicBezTo>
                  <a:pt x="21599" y="0"/>
                  <a:pt x="20724" y="21422"/>
                  <a:pt x="0"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9" name="AutoShape 283"/>
          <p:cNvSpPr>
            <a:spLocks/>
          </p:cNvSpPr>
          <p:nvPr/>
        </p:nvSpPr>
        <p:spPr bwMode="auto">
          <a:xfrm>
            <a:off x="8594725" y="8683625"/>
            <a:ext cx="5830888" cy="1698625"/>
          </a:xfrm>
          <a:custGeom>
            <a:avLst/>
            <a:gdLst>
              <a:gd name="T0" fmla="*/ 2915444 w 21600"/>
              <a:gd name="T1" fmla="*/ 2167982 h 12160"/>
              <a:gd name="T2" fmla="*/ 2915444 w 21600"/>
              <a:gd name="T3" fmla="*/ 2167982 h 12160"/>
              <a:gd name="T4" fmla="*/ 2915444 w 21600"/>
              <a:gd name="T5" fmla="*/ 2167982 h 12160"/>
              <a:gd name="T6" fmla="*/ 2915444 w 21600"/>
              <a:gd name="T7" fmla="*/ 2167982 h 121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2160">
                <a:moveTo>
                  <a:pt x="0" y="12159"/>
                </a:moveTo>
                <a:cubicBezTo>
                  <a:pt x="0" y="12159"/>
                  <a:pt x="6327" y="-9440"/>
                  <a:pt x="21600" y="4935"/>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0" name="AutoShape 284"/>
          <p:cNvSpPr>
            <a:spLocks/>
          </p:cNvSpPr>
          <p:nvPr/>
        </p:nvSpPr>
        <p:spPr bwMode="auto">
          <a:xfrm>
            <a:off x="6057900" y="6015038"/>
            <a:ext cx="5908675" cy="1600200"/>
          </a:xfrm>
          <a:custGeom>
            <a:avLst/>
            <a:gdLst>
              <a:gd name="T0" fmla="*/ 2954338 w 21600"/>
              <a:gd name="T1" fmla="*/ 2178042 h 11606"/>
              <a:gd name="T2" fmla="*/ 2954338 w 21600"/>
              <a:gd name="T3" fmla="*/ 2178042 h 11606"/>
              <a:gd name="T4" fmla="*/ 2954338 w 21600"/>
              <a:gd name="T5" fmla="*/ 2178042 h 11606"/>
              <a:gd name="T6" fmla="*/ 2954338 w 21600"/>
              <a:gd name="T7" fmla="*/ 2178042 h 116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1606">
                <a:moveTo>
                  <a:pt x="0" y="11605"/>
                </a:moveTo>
                <a:cubicBezTo>
                  <a:pt x="0" y="11605"/>
                  <a:pt x="6681" y="-9994"/>
                  <a:pt x="21599" y="5741"/>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1" name="AutoShape 285"/>
          <p:cNvSpPr>
            <a:spLocks/>
          </p:cNvSpPr>
          <p:nvPr/>
        </p:nvSpPr>
        <p:spPr bwMode="auto">
          <a:xfrm>
            <a:off x="11963400" y="6457950"/>
            <a:ext cx="8591550" cy="4843463"/>
          </a:xfrm>
          <a:custGeom>
            <a:avLst/>
            <a:gdLst>
              <a:gd name="T0" fmla="*/ 4295775 w 21600"/>
              <a:gd name="T1" fmla="*/ 4292624 h 15581"/>
              <a:gd name="T2" fmla="*/ 4295775 w 21600"/>
              <a:gd name="T3" fmla="*/ 4292624 h 15581"/>
              <a:gd name="T4" fmla="*/ 4295775 w 21600"/>
              <a:gd name="T5" fmla="*/ 4292624 h 15581"/>
              <a:gd name="T6" fmla="*/ 4295775 w 21600"/>
              <a:gd name="T7" fmla="*/ 4292624 h 155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5581">
                <a:moveTo>
                  <a:pt x="0" y="1136"/>
                </a:moveTo>
                <a:cubicBezTo>
                  <a:pt x="0" y="1136"/>
                  <a:pt x="13135" y="-6019"/>
                  <a:pt x="21600" y="15581"/>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2" name="AutoShape 286"/>
          <p:cNvSpPr>
            <a:spLocks/>
          </p:cNvSpPr>
          <p:nvPr/>
        </p:nvSpPr>
        <p:spPr bwMode="auto">
          <a:xfrm>
            <a:off x="5905500" y="8934450"/>
            <a:ext cx="2328863" cy="1939925"/>
          </a:xfrm>
          <a:custGeom>
            <a:avLst/>
            <a:gdLst>
              <a:gd name="T0" fmla="*/ 1164432 w 21600"/>
              <a:gd name="T1" fmla="*/ 1293807 h 18510"/>
              <a:gd name="T2" fmla="*/ 1164432 w 21600"/>
              <a:gd name="T3" fmla="*/ 1293807 h 18510"/>
              <a:gd name="T4" fmla="*/ 1164432 w 21600"/>
              <a:gd name="T5" fmla="*/ 1293807 h 18510"/>
              <a:gd name="T6" fmla="*/ 1164432 w 21600"/>
              <a:gd name="T7" fmla="*/ 1293807 h 185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8510">
                <a:moveTo>
                  <a:pt x="0" y="175"/>
                </a:moveTo>
                <a:cubicBezTo>
                  <a:pt x="0" y="175"/>
                  <a:pt x="16089" y="-3090"/>
                  <a:pt x="21600" y="1851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3" name="AutoShape 287"/>
          <p:cNvSpPr>
            <a:spLocks/>
          </p:cNvSpPr>
          <p:nvPr/>
        </p:nvSpPr>
        <p:spPr bwMode="auto">
          <a:xfrm>
            <a:off x="8220075" y="7288213"/>
            <a:ext cx="3300413" cy="3538537"/>
          </a:xfrm>
          <a:custGeom>
            <a:avLst/>
            <a:gdLst>
              <a:gd name="T0" fmla="*/ 1650122 w 19423"/>
              <a:gd name="T1" fmla="*/ 1769269 h 21600"/>
              <a:gd name="T2" fmla="*/ 1650122 w 19423"/>
              <a:gd name="T3" fmla="*/ 1769269 h 21600"/>
              <a:gd name="T4" fmla="*/ 1650122 w 19423"/>
              <a:gd name="T5" fmla="*/ 1769269 h 21600"/>
              <a:gd name="T6" fmla="*/ 1650122 w 19423"/>
              <a:gd name="T7" fmla="*/ 17692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23" h="21600">
                <a:moveTo>
                  <a:pt x="65" y="21599"/>
                </a:moveTo>
                <a:cubicBezTo>
                  <a:pt x="65" y="21599"/>
                  <a:pt x="-2177" y="4479"/>
                  <a:pt x="19423" y="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4" name="AutoShape 288"/>
          <p:cNvSpPr>
            <a:spLocks/>
          </p:cNvSpPr>
          <p:nvPr/>
        </p:nvSpPr>
        <p:spPr bwMode="auto">
          <a:xfrm>
            <a:off x="11422063" y="7054850"/>
            <a:ext cx="1074737" cy="333375"/>
          </a:xfrm>
          <a:custGeom>
            <a:avLst/>
            <a:gdLst>
              <a:gd name="T0" fmla="*/ 537369 w 21600"/>
              <a:gd name="T1" fmla="*/ 401687 h 12669"/>
              <a:gd name="T2" fmla="*/ 537369 w 21600"/>
              <a:gd name="T3" fmla="*/ 401687 h 12669"/>
              <a:gd name="T4" fmla="*/ 537369 w 21600"/>
              <a:gd name="T5" fmla="*/ 401687 h 12669"/>
              <a:gd name="T6" fmla="*/ 537369 w 21600"/>
              <a:gd name="T7" fmla="*/ 401687 h 126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2669">
                <a:moveTo>
                  <a:pt x="0" y="12669"/>
                </a:moveTo>
                <a:cubicBezTo>
                  <a:pt x="0" y="12669"/>
                  <a:pt x="6007" y="-8931"/>
                  <a:pt x="21600" y="4277"/>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5" name="AutoShape 289"/>
          <p:cNvSpPr>
            <a:spLocks/>
          </p:cNvSpPr>
          <p:nvPr/>
        </p:nvSpPr>
        <p:spPr bwMode="auto">
          <a:xfrm>
            <a:off x="12428538" y="5819775"/>
            <a:ext cx="5984875" cy="1417638"/>
          </a:xfrm>
          <a:custGeom>
            <a:avLst/>
            <a:gdLst>
              <a:gd name="T0" fmla="*/ 2992438 w 21600"/>
              <a:gd name="T1" fmla="*/ 2166594 h 10649"/>
              <a:gd name="T2" fmla="*/ 2992438 w 21600"/>
              <a:gd name="T3" fmla="*/ 2166594 h 10649"/>
              <a:gd name="T4" fmla="*/ 2992438 w 21600"/>
              <a:gd name="T5" fmla="*/ 2166594 h 10649"/>
              <a:gd name="T6" fmla="*/ 2992438 w 21600"/>
              <a:gd name="T7" fmla="*/ 2166594 h 106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0649">
                <a:moveTo>
                  <a:pt x="0" y="10648"/>
                </a:moveTo>
                <a:cubicBezTo>
                  <a:pt x="0" y="10648"/>
                  <a:pt x="7308" y="-10951"/>
                  <a:pt x="21600" y="7373"/>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6" name="AutoShape 290"/>
          <p:cNvSpPr>
            <a:spLocks/>
          </p:cNvSpPr>
          <p:nvPr/>
        </p:nvSpPr>
        <p:spPr bwMode="auto">
          <a:xfrm>
            <a:off x="18045113" y="6800850"/>
            <a:ext cx="1866900" cy="4648200"/>
          </a:xfrm>
          <a:custGeom>
            <a:avLst/>
            <a:gdLst>
              <a:gd name="T0" fmla="*/ 933450 w 14920"/>
              <a:gd name="T1" fmla="*/ 2324100 h 21600"/>
              <a:gd name="T2" fmla="*/ 933450 w 14920"/>
              <a:gd name="T3" fmla="*/ 2324100 h 21600"/>
              <a:gd name="T4" fmla="*/ 933450 w 14920"/>
              <a:gd name="T5" fmla="*/ 2324100 h 21600"/>
              <a:gd name="T6" fmla="*/ 933450 w 14920"/>
              <a:gd name="T7" fmla="*/ 2324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20" h="21600">
                <a:moveTo>
                  <a:pt x="14919" y="21600"/>
                </a:moveTo>
                <a:cubicBezTo>
                  <a:pt x="14919" y="21600"/>
                  <a:pt x="-6680" y="16955"/>
                  <a:pt x="2098" y="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7" name="AutoShape 291"/>
          <p:cNvSpPr>
            <a:spLocks/>
          </p:cNvSpPr>
          <p:nvPr/>
        </p:nvSpPr>
        <p:spPr bwMode="auto">
          <a:xfrm>
            <a:off x="5059363" y="5424488"/>
            <a:ext cx="8102600" cy="2857500"/>
          </a:xfrm>
          <a:custGeom>
            <a:avLst/>
            <a:gdLst>
              <a:gd name="T0" fmla="*/ 4051300 w 21600"/>
              <a:gd name="T1" fmla="*/ 3064267 h 13737"/>
              <a:gd name="T2" fmla="*/ 4051300 w 21600"/>
              <a:gd name="T3" fmla="*/ 3064267 h 13737"/>
              <a:gd name="T4" fmla="*/ 4051300 w 21600"/>
              <a:gd name="T5" fmla="*/ 3064267 h 13737"/>
              <a:gd name="T6" fmla="*/ 4051300 w 21600"/>
              <a:gd name="T7" fmla="*/ 3064267 h 137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3737">
                <a:moveTo>
                  <a:pt x="0" y="13737"/>
                </a:moveTo>
                <a:cubicBezTo>
                  <a:pt x="0" y="13737"/>
                  <a:pt x="5350" y="-7863"/>
                  <a:pt x="21599" y="3107"/>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8" name="AutoShape 292"/>
          <p:cNvSpPr>
            <a:spLocks/>
          </p:cNvSpPr>
          <p:nvPr/>
        </p:nvSpPr>
        <p:spPr bwMode="auto">
          <a:xfrm>
            <a:off x="6400800" y="6813550"/>
            <a:ext cx="6159500" cy="1257300"/>
          </a:xfrm>
          <a:custGeom>
            <a:avLst/>
            <a:gdLst>
              <a:gd name="T0" fmla="*/ 3079750 w 21600"/>
              <a:gd name="T1" fmla="*/ 2182704 h 9660"/>
              <a:gd name="T2" fmla="*/ 3079750 w 21600"/>
              <a:gd name="T3" fmla="*/ 2182704 h 9660"/>
              <a:gd name="T4" fmla="*/ 3079750 w 21600"/>
              <a:gd name="T5" fmla="*/ 2182704 h 9660"/>
              <a:gd name="T6" fmla="*/ 3079750 w 21600"/>
              <a:gd name="T7" fmla="*/ 2182704 h 96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660">
                <a:moveTo>
                  <a:pt x="0" y="9430"/>
                </a:moveTo>
                <a:cubicBezTo>
                  <a:pt x="0" y="9430"/>
                  <a:pt x="8067" y="-11940"/>
                  <a:pt x="21600" y="966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9" name="AutoShape 293"/>
          <p:cNvSpPr>
            <a:spLocks/>
          </p:cNvSpPr>
          <p:nvPr/>
        </p:nvSpPr>
        <p:spPr bwMode="auto">
          <a:xfrm>
            <a:off x="12514263" y="8045450"/>
            <a:ext cx="7797800" cy="4084638"/>
          </a:xfrm>
          <a:custGeom>
            <a:avLst/>
            <a:gdLst>
              <a:gd name="T0" fmla="*/ 3898900 w 21600"/>
              <a:gd name="T1" fmla="*/ 2042183 h 15067"/>
              <a:gd name="T2" fmla="*/ 3898900 w 21600"/>
              <a:gd name="T3" fmla="*/ 2042183 h 15067"/>
              <a:gd name="T4" fmla="*/ 3898900 w 21600"/>
              <a:gd name="T5" fmla="*/ 2042183 h 15067"/>
              <a:gd name="T6" fmla="*/ 3898900 w 21600"/>
              <a:gd name="T7" fmla="*/ 2042183 h 150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5067">
                <a:moveTo>
                  <a:pt x="21599" y="13630"/>
                </a:moveTo>
                <a:cubicBezTo>
                  <a:pt x="21599" y="13630"/>
                  <a:pt x="8942" y="21599"/>
                  <a:pt x="0" y="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0" name="AutoShape 294"/>
          <p:cNvSpPr>
            <a:spLocks/>
          </p:cNvSpPr>
          <p:nvPr/>
        </p:nvSpPr>
        <p:spPr bwMode="auto">
          <a:xfrm>
            <a:off x="6877050" y="8089900"/>
            <a:ext cx="5754688" cy="2033588"/>
          </a:xfrm>
          <a:custGeom>
            <a:avLst/>
            <a:gdLst>
              <a:gd name="T0" fmla="*/ 2877344 w 21600"/>
              <a:gd name="T1" fmla="*/ 1016794 h 13754"/>
              <a:gd name="T2" fmla="*/ 2877344 w 21600"/>
              <a:gd name="T3" fmla="*/ 1016794 h 13754"/>
              <a:gd name="T4" fmla="*/ 2877344 w 21600"/>
              <a:gd name="T5" fmla="*/ 1016794 h 13754"/>
              <a:gd name="T6" fmla="*/ 2877344 w 21600"/>
              <a:gd name="T7" fmla="*/ 1016794 h 1375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3754">
                <a:moveTo>
                  <a:pt x="21599" y="0"/>
                </a:moveTo>
                <a:cubicBezTo>
                  <a:pt x="21599" y="0"/>
                  <a:pt x="16259" y="21600"/>
                  <a:pt x="0" y="10662"/>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1" name="AutoShape 295"/>
          <p:cNvSpPr>
            <a:spLocks/>
          </p:cNvSpPr>
          <p:nvPr/>
        </p:nvSpPr>
        <p:spPr bwMode="auto">
          <a:xfrm>
            <a:off x="6400800" y="8016875"/>
            <a:ext cx="587375" cy="1652588"/>
          </a:xfrm>
          <a:custGeom>
            <a:avLst/>
            <a:gdLst>
              <a:gd name="T0" fmla="*/ 293666 w 13801"/>
              <a:gd name="T1" fmla="*/ 826294 h 21600"/>
              <a:gd name="T2" fmla="*/ 293666 w 13801"/>
              <a:gd name="T3" fmla="*/ 826294 h 21600"/>
              <a:gd name="T4" fmla="*/ 293666 w 13801"/>
              <a:gd name="T5" fmla="*/ 826294 h 21600"/>
              <a:gd name="T6" fmla="*/ 293666 w 13801"/>
              <a:gd name="T7" fmla="*/ 8262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01" h="21600">
                <a:moveTo>
                  <a:pt x="0" y="0"/>
                </a:moveTo>
                <a:cubicBezTo>
                  <a:pt x="0" y="0"/>
                  <a:pt x="21599" y="5312"/>
                  <a:pt x="10754"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2" name="AutoShape 296"/>
          <p:cNvSpPr>
            <a:spLocks/>
          </p:cNvSpPr>
          <p:nvPr/>
        </p:nvSpPr>
        <p:spPr bwMode="auto">
          <a:xfrm rot="7499606">
            <a:off x="5562600" y="8078788"/>
            <a:ext cx="509588" cy="2246312"/>
          </a:xfrm>
          <a:custGeom>
            <a:avLst/>
            <a:gdLst>
              <a:gd name="T0" fmla="*/ 254769 w 10165"/>
              <a:gd name="T1" fmla="*/ 1123156 h 21600"/>
              <a:gd name="T2" fmla="*/ 254769 w 10165"/>
              <a:gd name="T3" fmla="*/ 1123156 h 21600"/>
              <a:gd name="T4" fmla="*/ 254769 w 10165"/>
              <a:gd name="T5" fmla="*/ 1123156 h 21600"/>
              <a:gd name="T6" fmla="*/ 254769 w 10165"/>
              <a:gd name="T7" fmla="*/ 11231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65" h="21600">
                <a:moveTo>
                  <a:pt x="2061" y="0"/>
                </a:moveTo>
                <a:cubicBezTo>
                  <a:pt x="2061" y="0"/>
                  <a:pt x="21600" y="8470"/>
                  <a:pt x="0"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3" name="AutoShape 297"/>
          <p:cNvSpPr>
            <a:spLocks/>
          </p:cNvSpPr>
          <p:nvPr/>
        </p:nvSpPr>
        <p:spPr bwMode="auto">
          <a:xfrm rot="7499606">
            <a:off x="6475413" y="5249862"/>
            <a:ext cx="2738438" cy="5865813"/>
          </a:xfrm>
          <a:custGeom>
            <a:avLst/>
            <a:gdLst>
              <a:gd name="T0" fmla="*/ 1369219 w 16424"/>
              <a:gd name="T1" fmla="*/ 2932907 h 21600"/>
              <a:gd name="T2" fmla="*/ 1369219 w 16424"/>
              <a:gd name="T3" fmla="*/ 2932907 h 21600"/>
              <a:gd name="T4" fmla="*/ 1369219 w 16424"/>
              <a:gd name="T5" fmla="*/ 2932907 h 21600"/>
              <a:gd name="T6" fmla="*/ 1369219 w 16424"/>
              <a:gd name="T7" fmla="*/ 29329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24" h="21600">
                <a:moveTo>
                  <a:pt x="0" y="0"/>
                </a:moveTo>
                <a:cubicBezTo>
                  <a:pt x="0" y="0"/>
                  <a:pt x="21600" y="3775"/>
                  <a:pt x="15258"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4" name="AutoShape 298"/>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Communication</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Map</a:t>
            </a:r>
            <a:endParaRPr lang="es-ES" dirty="0">
              <a:solidFill>
                <a:schemeClr val="bg1">
                  <a:lumMod val="95000"/>
                </a:schemeClr>
              </a:solidFill>
              <a:ea typeface="ＭＳ Ｐゴシック" charset="0"/>
            </a:endParaRPr>
          </a:p>
        </p:txBody>
      </p:sp>
      <p:sp>
        <p:nvSpPr>
          <p:cNvPr id="19755" name="AutoShape 299"/>
          <p:cNvSpPr>
            <a:spLocks/>
          </p:cNvSpPr>
          <p:nvPr/>
        </p:nvSpPr>
        <p:spPr bwMode="auto">
          <a:xfrm>
            <a:off x="3289300" y="18288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9756" name="AutoShape 300"/>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5165E52-AB8C-4DB7-9480-9838DD200C02}"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17</a:t>
            </a:fld>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9754"/>
                                        </p:tgtEl>
                                        <p:attrNameLst>
                                          <p:attrName>style.visibility</p:attrName>
                                        </p:attrNameLst>
                                      </p:cBhvr>
                                      <p:to>
                                        <p:strVal val="visible"/>
                                      </p:to>
                                    </p:set>
                                    <p:anim calcmode="lin" valueType="num">
                                      <p:cBhvr additive="base">
                                        <p:cTn id="7" dur="500" fill="hold"/>
                                        <p:tgtEl>
                                          <p:spTgt spid="19754"/>
                                        </p:tgtEl>
                                        <p:attrNameLst>
                                          <p:attrName>ppt_x</p:attrName>
                                        </p:attrNameLst>
                                      </p:cBhvr>
                                      <p:tavLst>
                                        <p:tav tm="0">
                                          <p:val>
                                            <p:strVal val="1+#ppt_w/2"/>
                                          </p:val>
                                        </p:tav>
                                        <p:tav tm="100000">
                                          <p:val>
                                            <p:strVal val="#ppt_x"/>
                                          </p:val>
                                        </p:tav>
                                      </p:tavLst>
                                    </p:anim>
                                    <p:anim calcmode="lin" valueType="num">
                                      <p:cBhvr additive="base">
                                        <p:cTn id="8" dur="500" fill="hold"/>
                                        <p:tgtEl>
                                          <p:spTgt spid="1975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9755"/>
                                        </p:tgtEl>
                                        <p:attrNameLst>
                                          <p:attrName>style.visibility</p:attrName>
                                        </p:attrNameLst>
                                      </p:cBhvr>
                                      <p:to>
                                        <p:strVal val="visible"/>
                                      </p:to>
                                    </p:set>
                                    <p:anim calcmode="lin" valueType="num">
                                      <p:cBhvr additive="base">
                                        <p:cTn id="12" dur="500" fill="hold"/>
                                        <p:tgtEl>
                                          <p:spTgt spid="19755"/>
                                        </p:tgtEl>
                                        <p:attrNameLst>
                                          <p:attrName>ppt_x</p:attrName>
                                        </p:attrNameLst>
                                      </p:cBhvr>
                                      <p:tavLst>
                                        <p:tav tm="0">
                                          <p:val>
                                            <p:strVal val="1+#ppt_w/2"/>
                                          </p:val>
                                        </p:tav>
                                        <p:tav tm="100000">
                                          <p:val>
                                            <p:strVal val="#ppt_x"/>
                                          </p:val>
                                        </p:tav>
                                      </p:tavLst>
                                    </p:anim>
                                    <p:anim calcmode="lin" valueType="num">
                                      <p:cBhvr additive="base">
                                        <p:cTn id="13" dur="500" fill="hold"/>
                                        <p:tgtEl>
                                          <p:spTgt spid="1975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19458"/>
                                        </p:tgtEl>
                                        <p:attrNameLst>
                                          <p:attrName>style.visibility</p:attrName>
                                        </p:attrNameLst>
                                      </p:cBhvr>
                                      <p:to>
                                        <p:strVal val="visible"/>
                                      </p:to>
                                    </p:set>
                                    <p:anim calcmode="lin" valueType="num">
                                      <p:cBhvr additive="base">
                                        <p:cTn id="17" dur="500" fill="hold"/>
                                        <p:tgtEl>
                                          <p:spTgt spid="19458"/>
                                        </p:tgtEl>
                                        <p:attrNameLst>
                                          <p:attrName>ppt_x</p:attrName>
                                        </p:attrNameLst>
                                      </p:cBhvr>
                                      <p:tavLst>
                                        <p:tav tm="0">
                                          <p:val>
                                            <p:strVal val="#ppt_x"/>
                                          </p:val>
                                        </p:tav>
                                        <p:tav tm="100000">
                                          <p:val>
                                            <p:strVal val="#ppt_x"/>
                                          </p:val>
                                        </p:tav>
                                      </p:tavLst>
                                    </p:anim>
                                    <p:anim calcmode="lin" valueType="num">
                                      <p:cBhvr additive="base">
                                        <p:cTn id="18" dur="500" fill="hold"/>
                                        <p:tgtEl>
                                          <p:spTgt spid="19458"/>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9715"/>
                                        </p:tgtEl>
                                        <p:attrNameLst>
                                          <p:attrName>style.visibility</p:attrName>
                                        </p:attrNameLst>
                                      </p:cBhvr>
                                      <p:to>
                                        <p:strVal val="visible"/>
                                      </p:to>
                                    </p:set>
                                    <p:animEffect transition="in" filter="dissolve">
                                      <p:cBhvr>
                                        <p:cTn id="22" dur="500"/>
                                        <p:tgtEl>
                                          <p:spTgt spid="19715"/>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9716"/>
                                        </p:tgtEl>
                                        <p:attrNameLst>
                                          <p:attrName>style.visibility</p:attrName>
                                        </p:attrNameLst>
                                      </p:cBhvr>
                                      <p:to>
                                        <p:strVal val="visible"/>
                                      </p:to>
                                    </p:set>
                                    <p:animEffect transition="in" filter="dissolve">
                                      <p:cBhvr>
                                        <p:cTn id="26" dur="500"/>
                                        <p:tgtEl>
                                          <p:spTgt spid="19716"/>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9717"/>
                                        </p:tgtEl>
                                        <p:attrNameLst>
                                          <p:attrName>style.visibility</p:attrName>
                                        </p:attrNameLst>
                                      </p:cBhvr>
                                      <p:to>
                                        <p:strVal val="visible"/>
                                      </p:to>
                                    </p:set>
                                    <p:animEffect transition="in" filter="dissolve">
                                      <p:cBhvr>
                                        <p:cTn id="30" dur="500"/>
                                        <p:tgtEl>
                                          <p:spTgt spid="19717"/>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19718"/>
                                        </p:tgtEl>
                                        <p:attrNameLst>
                                          <p:attrName>style.visibility</p:attrName>
                                        </p:attrNameLst>
                                      </p:cBhvr>
                                      <p:to>
                                        <p:strVal val="visible"/>
                                      </p:to>
                                    </p:set>
                                    <p:animEffect transition="in" filter="dissolve">
                                      <p:cBhvr>
                                        <p:cTn id="34" dur="500"/>
                                        <p:tgtEl>
                                          <p:spTgt spid="19718"/>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19719"/>
                                        </p:tgtEl>
                                        <p:attrNameLst>
                                          <p:attrName>style.visibility</p:attrName>
                                        </p:attrNameLst>
                                      </p:cBhvr>
                                      <p:to>
                                        <p:strVal val="visible"/>
                                      </p:to>
                                    </p:set>
                                    <p:animEffect transition="in" filter="dissolve">
                                      <p:cBhvr>
                                        <p:cTn id="38" dur="500"/>
                                        <p:tgtEl>
                                          <p:spTgt spid="19719"/>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19720"/>
                                        </p:tgtEl>
                                        <p:attrNameLst>
                                          <p:attrName>style.visibility</p:attrName>
                                        </p:attrNameLst>
                                      </p:cBhvr>
                                      <p:to>
                                        <p:strVal val="visible"/>
                                      </p:to>
                                    </p:set>
                                    <p:animEffect transition="in" filter="dissolve">
                                      <p:cBhvr>
                                        <p:cTn id="42" dur="500"/>
                                        <p:tgtEl>
                                          <p:spTgt spid="19720"/>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19721"/>
                                        </p:tgtEl>
                                        <p:attrNameLst>
                                          <p:attrName>style.visibility</p:attrName>
                                        </p:attrNameLst>
                                      </p:cBhvr>
                                      <p:to>
                                        <p:strVal val="visible"/>
                                      </p:to>
                                    </p:set>
                                    <p:animEffect transition="in" filter="dissolve">
                                      <p:cBhvr>
                                        <p:cTn id="46" dur="500"/>
                                        <p:tgtEl>
                                          <p:spTgt spid="19721"/>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19722"/>
                                        </p:tgtEl>
                                        <p:attrNameLst>
                                          <p:attrName>style.visibility</p:attrName>
                                        </p:attrNameLst>
                                      </p:cBhvr>
                                      <p:to>
                                        <p:strVal val="visible"/>
                                      </p:to>
                                    </p:set>
                                    <p:animEffect transition="in" filter="dissolve">
                                      <p:cBhvr>
                                        <p:cTn id="50" dur="500"/>
                                        <p:tgtEl>
                                          <p:spTgt spid="19722"/>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19723"/>
                                        </p:tgtEl>
                                        <p:attrNameLst>
                                          <p:attrName>style.visibility</p:attrName>
                                        </p:attrNameLst>
                                      </p:cBhvr>
                                      <p:to>
                                        <p:strVal val="visible"/>
                                      </p:to>
                                    </p:set>
                                    <p:animEffect transition="in" filter="dissolve">
                                      <p:cBhvr>
                                        <p:cTn id="54" dur="500"/>
                                        <p:tgtEl>
                                          <p:spTgt spid="19723"/>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19724"/>
                                        </p:tgtEl>
                                        <p:attrNameLst>
                                          <p:attrName>style.visibility</p:attrName>
                                        </p:attrNameLst>
                                      </p:cBhvr>
                                      <p:to>
                                        <p:strVal val="visible"/>
                                      </p:to>
                                    </p:set>
                                    <p:animEffect transition="in" filter="dissolve">
                                      <p:cBhvr>
                                        <p:cTn id="58" dur="500"/>
                                        <p:tgtEl>
                                          <p:spTgt spid="19724"/>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19725"/>
                                        </p:tgtEl>
                                        <p:attrNameLst>
                                          <p:attrName>style.visibility</p:attrName>
                                        </p:attrNameLst>
                                      </p:cBhvr>
                                      <p:to>
                                        <p:strVal val="visible"/>
                                      </p:to>
                                    </p:set>
                                    <p:animEffect transition="in" filter="dissolve">
                                      <p:cBhvr>
                                        <p:cTn id="62" dur="500"/>
                                        <p:tgtEl>
                                          <p:spTgt spid="19725"/>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19726"/>
                                        </p:tgtEl>
                                        <p:attrNameLst>
                                          <p:attrName>style.visibility</p:attrName>
                                        </p:attrNameLst>
                                      </p:cBhvr>
                                      <p:to>
                                        <p:strVal val="visible"/>
                                      </p:to>
                                    </p:set>
                                    <p:animEffect transition="in" filter="dissolve">
                                      <p:cBhvr>
                                        <p:cTn id="66" dur="500"/>
                                        <p:tgtEl>
                                          <p:spTgt spid="19726"/>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19727"/>
                                        </p:tgtEl>
                                        <p:attrNameLst>
                                          <p:attrName>style.visibility</p:attrName>
                                        </p:attrNameLst>
                                      </p:cBhvr>
                                      <p:to>
                                        <p:strVal val="visible"/>
                                      </p:to>
                                    </p:set>
                                    <p:animEffect transition="in" filter="dissolve">
                                      <p:cBhvr>
                                        <p:cTn id="70" dur="500"/>
                                        <p:tgtEl>
                                          <p:spTgt spid="19727"/>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19728"/>
                                        </p:tgtEl>
                                        <p:attrNameLst>
                                          <p:attrName>style.visibility</p:attrName>
                                        </p:attrNameLst>
                                      </p:cBhvr>
                                      <p:to>
                                        <p:strVal val="visible"/>
                                      </p:to>
                                    </p:set>
                                    <p:animEffect transition="in" filter="dissolve">
                                      <p:cBhvr>
                                        <p:cTn id="74" dur="500"/>
                                        <p:tgtEl>
                                          <p:spTgt spid="19728"/>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19729"/>
                                        </p:tgtEl>
                                        <p:attrNameLst>
                                          <p:attrName>style.visibility</p:attrName>
                                        </p:attrNameLst>
                                      </p:cBhvr>
                                      <p:to>
                                        <p:strVal val="visible"/>
                                      </p:to>
                                    </p:set>
                                    <p:animEffect transition="in" filter="dissolve">
                                      <p:cBhvr>
                                        <p:cTn id="78" dur="500"/>
                                        <p:tgtEl>
                                          <p:spTgt spid="19729"/>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19730"/>
                                        </p:tgtEl>
                                        <p:attrNameLst>
                                          <p:attrName>style.visibility</p:attrName>
                                        </p:attrNameLst>
                                      </p:cBhvr>
                                      <p:to>
                                        <p:strVal val="visible"/>
                                      </p:to>
                                    </p:set>
                                    <p:animEffect transition="in" filter="dissolve">
                                      <p:cBhvr>
                                        <p:cTn id="82" dur="500"/>
                                        <p:tgtEl>
                                          <p:spTgt spid="19730"/>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19731"/>
                                        </p:tgtEl>
                                        <p:attrNameLst>
                                          <p:attrName>style.visibility</p:attrName>
                                        </p:attrNameLst>
                                      </p:cBhvr>
                                      <p:to>
                                        <p:strVal val="visible"/>
                                      </p:to>
                                    </p:set>
                                    <p:animEffect transition="in" filter="dissolve">
                                      <p:cBhvr>
                                        <p:cTn id="86" dur="500"/>
                                        <p:tgtEl>
                                          <p:spTgt spid="19731"/>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19732"/>
                                        </p:tgtEl>
                                        <p:attrNameLst>
                                          <p:attrName>style.visibility</p:attrName>
                                        </p:attrNameLst>
                                      </p:cBhvr>
                                      <p:to>
                                        <p:strVal val="visible"/>
                                      </p:to>
                                    </p:set>
                                    <p:animEffect transition="in" filter="dissolve">
                                      <p:cBhvr>
                                        <p:cTn id="90" dur="500"/>
                                        <p:tgtEl>
                                          <p:spTgt spid="19732"/>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19733"/>
                                        </p:tgtEl>
                                        <p:attrNameLst>
                                          <p:attrName>style.visibility</p:attrName>
                                        </p:attrNameLst>
                                      </p:cBhvr>
                                      <p:to>
                                        <p:strVal val="visible"/>
                                      </p:to>
                                    </p:set>
                                    <p:animEffect transition="in" filter="dissolve">
                                      <p:cBhvr>
                                        <p:cTn id="94" dur="500"/>
                                        <p:tgtEl>
                                          <p:spTgt spid="19733"/>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19734"/>
                                        </p:tgtEl>
                                        <p:attrNameLst>
                                          <p:attrName>style.visibility</p:attrName>
                                        </p:attrNameLst>
                                      </p:cBhvr>
                                      <p:to>
                                        <p:strVal val="visible"/>
                                      </p:to>
                                    </p:set>
                                    <p:animEffect transition="in" filter="dissolve">
                                      <p:cBhvr>
                                        <p:cTn id="98" dur="500"/>
                                        <p:tgtEl>
                                          <p:spTgt spid="19734"/>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19735"/>
                                        </p:tgtEl>
                                        <p:attrNameLst>
                                          <p:attrName>style.visibility</p:attrName>
                                        </p:attrNameLst>
                                      </p:cBhvr>
                                      <p:to>
                                        <p:strVal val="visible"/>
                                      </p:to>
                                    </p:set>
                                    <p:animEffect transition="in" filter="dissolve">
                                      <p:cBhvr>
                                        <p:cTn id="102" dur="500"/>
                                        <p:tgtEl>
                                          <p:spTgt spid="19735"/>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19736"/>
                                        </p:tgtEl>
                                        <p:attrNameLst>
                                          <p:attrName>style.visibility</p:attrName>
                                        </p:attrNameLst>
                                      </p:cBhvr>
                                      <p:to>
                                        <p:strVal val="visible"/>
                                      </p:to>
                                    </p:set>
                                    <p:animEffect transition="in" filter="dissolve">
                                      <p:cBhvr>
                                        <p:cTn id="106" dur="500"/>
                                        <p:tgtEl>
                                          <p:spTgt spid="19736"/>
                                        </p:tgtEl>
                                      </p:cBhvr>
                                    </p:animEffect>
                                  </p:childTnLst>
                                </p:cTn>
                              </p:par>
                            </p:childTnLst>
                          </p:cTn>
                        </p:par>
                        <p:par>
                          <p:cTn id="107" fill="hold" nodeType="afterGroup">
                            <p:stCondLst>
                              <p:cond delay="12500"/>
                            </p:stCondLst>
                            <p:childTnLst>
                              <p:par>
                                <p:cTn id="108" presetID="22" presetClass="entr" presetSubtype="8" fill="hold" nodeType="afterEffect">
                                  <p:stCondLst>
                                    <p:cond delay="0"/>
                                  </p:stCondLst>
                                  <p:childTnLst>
                                    <p:set>
                                      <p:cBhvr>
                                        <p:cTn id="109" dur="1" fill="hold">
                                          <p:stCondLst>
                                            <p:cond delay="0"/>
                                          </p:stCondLst>
                                        </p:cTn>
                                        <p:tgtEl>
                                          <p:spTgt spid="19737"/>
                                        </p:tgtEl>
                                        <p:attrNameLst>
                                          <p:attrName>style.visibility</p:attrName>
                                        </p:attrNameLst>
                                      </p:cBhvr>
                                      <p:to>
                                        <p:strVal val="visible"/>
                                      </p:to>
                                    </p:set>
                                    <p:animEffect transition="in" filter="wipe(left)">
                                      <p:cBhvr>
                                        <p:cTn id="110" dur="500"/>
                                        <p:tgtEl>
                                          <p:spTgt spid="19737"/>
                                        </p:tgtEl>
                                      </p:cBhvr>
                                    </p:animEffect>
                                  </p:childTnLst>
                                </p:cTn>
                              </p:par>
                            </p:childTnLst>
                          </p:cTn>
                        </p:par>
                        <p:par>
                          <p:cTn id="111" fill="hold" nodeType="afterGroup">
                            <p:stCondLst>
                              <p:cond delay="13000"/>
                            </p:stCondLst>
                            <p:childTnLst>
                              <p:par>
                                <p:cTn id="112" presetID="22" presetClass="entr" presetSubtype="8" fill="hold" nodeType="afterEffect">
                                  <p:stCondLst>
                                    <p:cond delay="0"/>
                                  </p:stCondLst>
                                  <p:childTnLst>
                                    <p:set>
                                      <p:cBhvr>
                                        <p:cTn id="113" dur="1" fill="hold">
                                          <p:stCondLst>
                                            <p:cond delay="0"/>
                                          </p:stCondLst>
                                        </p:cTn>
                                        <p:tgtEl>
                                          <p:spTgt spid="19738"/>
                                        </p:tgtEl>
                                        <p:attrNameLst>
                                          <p:attrName>style.visibility</p:attrName>
                                        </p:attrNameLst>
                                      </p:cBhvr>
                                      <p:to>
                                        <p:strVal val="visible"/>
                                      </p:to>
                                    </p:set>
                                    <p:animEffect transition="in" filter="wipe(left)">
                                      <p:cBhvr>
                                        <p:cTn id="114" dur="500"/>
                                        <p:tgtEl>
                                          <p:spTgt spid="19738"/>
                                        </p:tgtEl>
                                      </p:cBhvr>
                                    </p:animEffect>
                                  </p:childTnLst>
                                </p:cTn>
                              </p:par>
                            </p:childTnLst>
                          </p:cTn>
                        </p:par>
                        <p:par>
                          <p:cTn id="115" fill="hold" nodeType="afterGroup">
                            <p:stCondLst>
                              <p:cond delay="13500"/>
                            </p:stCondLst>
                            <p:childTnLst>
                              <p:par>
                                <p:cTn id="116" presetID="22" presetClass="entr" presetSubtype="8" fill="hold" nodeType="afterEffect">
                                  <p:stCondLst>
                                    <p:cond delay="0"/>
                                  </p:stCondLst>
                                  <p:childTnLst>
                                    <p:set>
                                      <p:cBhvr>
                                        <p:cTn id="117" dur="1" fill="hold">
                                          <p:stCondLst>
                                            <p:cond delay="0"/>
                                          </p:stCondLst>
                                        </p:cTn>
                                        <p:tgtEl>
                                          <p:spTgt spid="19739"/>
                                        </p:tgtEl>
                                        <p:attrNameLst>
                                          <p:attrName>style.visibility</p:attrName>
                                        </p:attrNameLst>
                                      </p:cBhvr>
                                      <p:to>
                                        <p:strVal val="visible"/>
                                      </p:to>
                                    </p:set>
                                    <p:animEffect transition="in" filter="wipe(left)">
                                      <p:cBhvr>
                                        <p:cTn id="118" dur="500"/>
                                        <p:tgtEl>
                                          <p:spTgt spid="19739"/>
                                        </p:tgtEl>
                                      </p:cBhvr>
                                    </p:animEffect>
                                  </p:childTnLst>
                                </p:cTn>
                              </p:par>
                            </p:childTnLst>
                          </p:cTn>
                        </p:par>
                        <p:par>
                          <p:cTn id="119" fill="hold" nodeType="afterGroup">
                            <p:stCondLst>
                              <p:cond delay="14000"/>
                            </p:stCondLst>
                            <p:childTnLst>
                              <p:par>
                                <p:cTn id="120" presetID="22" presetClass="entr" presetSubtype="8" fill="hold" nodeType="afterEffect">
                                  <p:stCondLst>
                                    <p:cond delay="0"/>
                                  </p:stCondLst>
                                  <p:childTnLst>
                                    <p:set>
                                      <p:cBhvr>
                                        <p:cTn id="121" dur="1" fill="hold">
                                          <p:stCondLst>
                                            <p:cond delay="0"/>
                                          </p:stCondLst>
                                        </p:cTn>
                                        <p:tgtEl>
                                          <p:spTgt spid="19740"/>
                                        </p:tgtEl>
                                        <p:attrNameLst>
                                          <p:attrName>style.visibility</p:attrName>
                                        </p:attrNameLst>
                                      </p:cBhvr>
                                      <p:to>
                                        <p:strVal val="visible"/>
                                      </p:to>
                                    </p:set>
                                    <p:animEffect transition="in" filter="wipe(left)">
                                      <p:cBhvr>
                                        <p:cTn id="122" dur="500"/>
                                        <p:tgtEl>
                                          <p:spTgt spid="19740"/>
                                        </p:tgtEl>
                                      </p:cBhvr>
                                    </p:animEffect>
                                  </p:childTnLst>
                                </p:cTn>
                              </p:par>
                            </p:childTnLst>
                          </p:cTn>
                        </p:par>
                        <p:par>
                          <p:cTn id="123" fill="hold" nodeType="afterGroup">
                            <p:stCondLst>
                              <p:cond delay="14500"/>
                            </p:stCondLst>
                            <p:childTnLst>
                              <p:par>
                                <p:cTn id="124" presetID="22" presetClass="entr" presetSubtype="8" fill="hold" nodeType="afterEffect">
                                  <p:stCondLst>
                                    <p:cond delay="0"/>
                                  </p:stCondLst>
                                  <p:childTnLst>
                                    <p:set>
                                      <p:cBhvr>
                                        <p:cTn id="125" dur="1" fill="hold">
                                          <p:stCondLst>
                                            <p:cond delay="0"/>
                                          </p:stCondLst>
                                        </p:cTn>
                                        <p:tgtEl>
                                          <p:spTgt spid="19741"/>
                                        </p:tgtEl>
                                        <p:attrNameLst>
                                          <p:attrName>style.visibility</p:attrName>
                                        </p:attrNameLst>
                                      </p:cBhvr>
                                      <p:to>
                                        <p:strVal val="visible"/>
                                      </p:to>
                                    </p:set>
                                    <p:animEffect transition="in" filter="wipe(left)">
                                      <p:cBhvr>
                                        <p:cTn id="126" dur="500"/>
                                        <p:tgtEl>
                                          <p:spTgt spid="19741"/>
                                        </p:tgtEl>
                                      </p:cBhvr>
                                    </p:animEffect>
                                  </p:childTnLst>
                                </p:cTn>
                              </p:par>
                            </p:childTnLst>
                          </p:cTn>
                        </p:par>
                        <p:par>
                          <p:cTn id="127" fill="hold" nodeType="afterGroup">
                            <p:stCondLst>
                              <p:cond delay="15000"/>
                            </p:stCondLst>
                            <p:childTnLst>
                              <p:par>
                                <p:cTn id="128" presetID="22" presetClass="entr" presetSubtype="8" fill="hold" nodeType="afterEffect">
                                  <p:stCondLst>
                                    <p:cond delay="0"/>
                                  </p:stCondLst>
                                  <p:childTnLst>
                                    <p:set>
                                      <p:cBhvr>
                                        <p:cTn id="129" dur="1" fill="hold">
                                          <p:stCondLst>
                                            <p:cond delay="0"/>
                                          </p:stCondLst>
                                        </p:cTn>
                                        <p:tgtEl>
                                          <p:spTgt spid="19742"/>
                                        </p:tgtEl>
                                        <p:attrNameLst>
                                          <p:attrName>style.visibility</p:attrName>
                                        </p:attrNameLst>
                                      </p:cBhvr>
                                      <p:to>
                                        <p:strVal val="visible"/>
                                      </p:to>
                                    </p:set>
                                    <p:animEffect transition="in" filter="wipe(left)">
                                      <p:cBhvr>
                                        <p:cTn id="130" dur="500"/>
                                        <p:tgtEl>
                                          <p:spTgt spid="19742"/>
                                        </p:tgtEl>
                                      </p:cBhvr>
                                    </p:animEffect>
                                  </p:childTnLst>
                                </p:cTn>
                              </p:par>
                            </p:childTnLst>
                          </p:cTn>
                        </p:par>
                        <p:par>
                          <p:cTn id="131" fill="hold" nodeType="afterGroup">
                            <p:stCondLst>
                              <p:cond delay="15500"/>
                            </p:stCondLst>
                            <p:childTnLst>
                              <p:par>
                                <p:cTn id="132" presetID="22" presetClass="entr" presetSubtype="8" fill="hold" nodeType="afterEffect">
                                  <p:stCondLst>
                                    <p:cond delay="0"/>
                                  </p:stCondLst>
                                  <p:childTnLst>
                                    <p:set>
                                      <p:cBhvr>
                                        <p:cTn id="133" dur="1" fill="hold">
                                          <p:stCondLst>
                                            <p:cond delay="0"/>
                                          </p:stCondLst>
                                        </p:cTn>
                                        <p:tgtEl>
                                          <p:spTgt spid="19743"/>
                                        </p:tgtEl>
                                        <p:attrNameLst>
                                          <p:attrName>style.visibility</p:attrName>
                                        </p:attrNameLst>
                                      </p:cBhvr>
                                      <p:to>
                                        <p:strVal val="visible"/>
                                      </p:to>
                                    </p:set>
                                    <p:animEffect transition="in" filter="wipe(left)">
                                      <p:cBhvr>
                                        <p:cTn id="134" dur="500"/>
                                        <p:tgtEl>
                                          <p:spTgt spid="19743"/>
                                        </p:tgtEl>
                                      </p:cBhvr>
                                    </p:animEffect>
                                  </p:childTnLst>
                                </p:cTn>
                              </p:par>
                            </p:childTnLst>
                          </p:cTn>
                        </p:par>
                        <p:par>
                          <p:cTn id="135" fill="hold" nodeType="afterGroup">
                            <p:stCondLst>
                              <p:cond delay="16000"/>
                            </p:stCondLst>
                            <p:childTnLst>
                              <p:par>
                                <p:cTn id="136" presetID="22" presetClass="entr" presetSubtype="8" fill="hold" nodeType="afterEffect">
                                  <p:stCondLst>
                                    <p:cond delay="0"/>
                                  </p:stCondLst>
                                  <p:childTnLst>
                                    <p:set>
                                      <p:cBhvr>
                                        <p:cTn id="137" dur="1" fill="hold">
                                          <p:stCondLst>
                                            <p:cond delay="0"/>
                                          </p:stCondLst>
                                        </p:cTn>
                                        <p:tgtEl>
                                          <p:spTgt spid="19744"/>
                                        </p:tgtEl>
                                        <p:attrNameLst>
                                          <p:attrName>style.visibility</p:attrName>
                                        </p:attrNameLst>
                                      </p:cBhvr>
                                      <p:to>
                                        <p:strVal val="visible"/>
                                      </p:to>
                                    </p:set>
                                    <p:animEffect transition="in" filter="wipe(left)">
                                      <p:cBhvr>
                                        <p:cTn id="138" dur="500"/>
                                        <p:tgtEl>
                                          <p:spTgt spid="19744"/>
                                        </p:tgtEl>
                                      </p:cBhvr>
                                    </p:animEffect>
                                  </p:childTnLst>
                                </p:cTn>
                              </p:par>
                            </p:childTnLst>
                          </p:cTn>
                        </p:par>
                        <p:par>
                          <p:cTn id="139" fill="hold" nodeType="afterGroup">
                            <p:stCondLst>
                              <p:cond delay="16500"/>
                            </p:stCondLst>
                            <p:childTnLst>
                              <p:par>
                                <p:cTn id="140" presetID="22" presetClass="entr" presetSubtype="8" fill="hold" nodeType="afterEffect">
                                  <p:stCondLst>
                                    <p:cond delay="0"/>
                                  </p:stCondLst>
                                  <p:childTnLst>
                                    <p:set>
                                      <p:cBhvr>
                                        <p:cTn id="141" dur="1" fill="hold">
                                          <p:stCondLst>
                                            <p:cond delay="0"/>
                                          </p:stCondLst>
                                        </p:cTn>
                                        <p:tgtEl>
                                          <p:spTgt spid="19745"/>
                                        </p:tgtEl>
                                        <p:attrNameLst>
                                          <p:attrName>style.visibility</p:attrName>
                                        </p:attrNameLst>
                                      </p:cBhvr>
                                      <p:to>
                                        <p:strVal val="visible"/>
                                      </p:to>
                                    </p:set>
                                    <p:animEffect transition="in" filter="wipe(left)">
                                      <p:cBhvr>
                                        <p:cTn id="142" dur="500"/>
                                        <p:tgtEl>
                                          <p:spTgt spid="19745"/>
                                        </p:tgtEl>
                                      </p:cBhvr>
                                    </p:animEffect>
                                  </p:childTnLst>
                                </p:cTn>
                              </p:par>
                            </p:childTnLst>
                          </p:cTn>
                        </p:par>
                        <p:par>
                          <p:cTn id="143" fill="hold" nodeType="afterGroup">
                            <p:stCondLst>
                              <p:cond delay="17000"/>
                            </p:stCondLst>
                            <p:childTnLst>
                              <p:par>
                                <p:cTn id="144" presetID="22" presetClass="entr" presetSubtype="8" fill="hold" nodeType="afterEffect">
                                  <p:stCondLst>
                                    <p:cond delay="0"/>
                                  </p:stCondLst>
                                  <p:childTnLst>
                                    <p:set>
                                      <p:cBhvr>
                                        <p:cTn id="145" dur="1" fill="hold">
                                          <p:stCondLst>
                                            <p:cond delay="0"/>
                                          </p:stCondLst>
                                        </p:cTn>
                                        <p:tgtEl>
                                          <p:spTgt spid="19746"/>
                                        </p:tgtEl>
                                        <p:attrNameLst>
                                          <p:attrName>style.visibility</p:attrName>
                                        </p:attrNameLst>
                                      </p:cBhvr>
                                      <p:to>
                                        <p:strVal val="visible"/>
                                      </p:to>
                                    </p:set>
                                    <p:animEffect transition="in" filter="wipe(left)">
                                      <p:cBhvr>
                                        <p:cTn id="146" dur="500"/>
                                        <p:tgtEl>
                                          <p:spTgt spid="19746"/>
                                        </p:tgtEl>
                                      </p:cBhvr>
                                    </p:animEffect>
                                  </p:childTnLst>
                                </p:cTn>
                              </p:par>
                            </p:childTnLst>
                          </p:cTn>
                        </p:par>
                        <p:par>
                          <p:cTn id="147" fill="hold" nodeType="afterGroup">
                            <p:stCondLst>
                              <p:cond delay="17500"/>
                            </p:stCondLst>
                            <p:childTnLst>
                              <p:par>
                                <p:cTn id="148" presetID="22" presetClass="entr" presetSubtype="8" fill="hold" nodeType="afterEffect">
                                  <p:stCondLst>
                                    <p:cond delay="0"/>
                                  </p:stCondLst>
                                  <p:childTnLst>
                                    <p:set>
                                      <p:cBhvr>
                                        <p:cTn id="149" dur="1" fill="hold">
                                          <p:stCondLst>
                                            <p:cond delay="0"/>
                                          </p:stCondLst>
                                        </p:cTn>
                                        <p:tgtEl>
                                          <p:spTgt spid="19747"/>
                                        </p:tgtEl>
                                        <p:attrNameLst>
                                          <p:attrName>style.visibility</p:attrName>
                                        </p:attrNameLst>
                                      </p:cBhvr>
                                      <p:to>
                                        <p:strVal val="visible"/>
                                      </p:to>
                                    </p:set>
                                    <p:animEffect transition="in" filter="wipe(left)">
                                      <p:cBhvr>
                                        <p:cTn id="150" dur="500"/>
                                        <p:tgtEl>
                                          <p:spTgt spid="19747"/>
                                        </p:tgtEl>
                                      </p:cBhvr>
                                    </p:animEffect>
                                  </p:childTnLst>
                                </p:cTn>
                              </p:par>
                            </p:childTnLst>
                          </p:cTn>
                        </p:par>
                        <p:par>
                          <p:cTn id="151" fill="hold" nodeType="afterGroup">
                            <p:stCondLst>
                              <p:cond delay="18000"/>
                            </p:stCondLst>
                            <p:childTnLst>
                              <p:par>
                                <p:cTn id="152" presetID="22" presetClass="entr" presetSubtype="8" fill="hold" nodeType="afterEffect">
                                  <p:stCondLst>
                                    <p:cond delay="0"/>
                                  </p:stCondLst>
                                  <p:childTnLst>
                                    <p:set>
                                      <p:cBhvr>
                                        <p:cTn id="153" dur="1" fill="hold">
                                          <p:stCondLst>
                                            <p:cond delay="0"/>
                                          </p:stCondLst>
                                        </p:cTn>
                                        <p:tgtEl>
                                          <p:spTgt spid="19748"/>
                                        </p:tgtEl>
                                        <p:attrNameLst>
                                          <p:attrName>style.visibility</p:attrName>
                                        </p:attrNameLst>
                                      </p:cBhvr>
                                      <p:to>
                                        <p:strVal val="visible"/>
                                      </p:to>
                                    </p:set>
                                    <p:animEffect transition="in" filter="wipe(left)">
                                      <p:cBhvr>
                                        <p:cTn id="154" dur="500"/>
                                        <p:tgtEl>
                                          <p:spTgt spid="19748"/>
                                        </p:tgtEl>
                                      </p:cBhvr>
                                    </p:animEffect>
                                  </p:childTnLst>
                                </p:cTn>
                              </p:par>
                            </p:childTnLst>
                          </p:cTn>
                        </p:par>
                        <p:par>
                          <p:cTn id="155" fill="hold" nodeType="afterGroup">
                            <p:stCondLst>
                              <p:cond delay="18500"/>
                            </p:stCondLst>
                            <p:childTnLst>
                              <p:par>
                                <p:cTn id="156" presetID="22" presetClass="entr" presetSubtype="8" fill="hold" nodeType="afterEffect">
                                  <p:stCondLst>
                                    <p:cond delay="0"/>
                                  </p:stCondLst>
                                  <p:childTnLst>
                                    <p:set>
                                      <p:cBhvr>
                                        <p:cTn id="157" dur="1" fill="hold">
                                          <p:stCondLst>
                                            <p:cond delay="0"/>
                                          </p:stCondLst>
                                        </p:cTn>
                                        <p:tgtEl>
                                          <p:spTgt spid="19749"/>
                                        </p:tgtEl>
                                        <p:attrNameLst>
                                          <p:attrName>style.visibility</p:attrName>
                                        </p:attrNameLst>
                                      </p:cBhvr>
                                      <p:to>
                                        <p:strVal val="visible"/>
                                      </p:to>
                                    </p:set>
                                    <p:animEffect transition="in" filter="wipe(left)">
                                      <p:cBhvr>
                                        <p:cTn id="158" dur="500"/>
                                        <p:tgtEl>
                                          <p:spTgt spid="19749"/>
                                        </p:tgtEl>
                                      </p:cBhvr>
                                    </p:animEffect>
                                  </p:childTnLst>
                                </p:cTn>
                              </p:par>
                            </p:childTnLst>
                          </p:cTn>
                        </p:par>
                        <p:par>
                          <p:cTn id="159" fill="hold" nodeType="afterGroup">
                            <p:stCondLst>
                              <p:cond delay="19000"/>
                            </p:stCondLst>
                            <p:childTnLst>
                              <p:par>
                                <p:cTn id="160" presetID="22" presetClass="entr" presetSubtype="8" fill="hold" nodeType="afterEffect">
                                  <p:stCondLst>
                                    <p:cond delay="0"/>
                                  </p:stCondLst>
                                  <p:childTnLst>
                                    <p:set>
                                      <p:cBhvr>
                                        <p:cTn id="161" dur="1" fill="hold">
                                          <p:stCondLst>
                                            <p:cond delay="0"/>
                                          </p:stCondLst>
                                        </p:cTn>
                                        <p:tgtEl>
                                          <p:spTgt spid="19750"/>
                                        </p:tgtEl>
                                        <p:attrNameLst>
                                          <p:attrName>style.visibility</p:attrName>
                                        </p:attrNameLst>
                                      </p:cBhvr>
                                      <p:to>
                                        <p:strVal val="visible"/>
                                      </p:to>
                                    </p:set>
                                    <p:animEffect transition="in" filter="wipe(left)">
                                      <p:cBhvr>
                                        <p:cTn id="162" dur="500"/>
                                        <p:tgtEl>
                                          <p:spTgt spid="19750"/>
                                        </p:tgtEl>
                                      </p:cBhvr>
                                    </p:animEffect>
                                  </p:childTnLst>
                                </p:cTn>
                              </p:par>
                            </p:childTnLst>
                          </p:cTn>
                        </p:par>
                        <p:par>
                          <p:cTn id="163" fill="hold" nodeType="afterGroup">
                            <p:stCondLst>
                              <p:cond delay="19500"/>
                            </p:stCondLst>
                            <p:childTnLst>
                              <p:par>
                                <p:cTn id="164" presetID="22" presetClass="entr" presetSubtype="8" fill="hold" nodeType="afterEffect">
                                  <p:stCondLst>
                                    <p:cond delay="0"/>
                                  </p:stCondLst>
                                  <p:childTnLst>
                                    <p:set>
                                      <p:cBhvr>
                                        <p:cTn id="165" dur="1" fill="hold">
                                          <p:stCondLst>
                                            <p:cond delay="0"/>
                                          </p:stCondLst>
                                        </p:cTn>
                                        <p:tgtEl>
                                          <p:spTgt spid="19751"/>
                                        </p:tgtEl>
                                        <p:attrNameLst>
                                          <p:attrName>style.visibility</p:attrName>
                                        </p:attrNameLst>
                                      </p:cBhvr>
                                      <p:to>
                                        <p:strVal val="visible"/>
                                      </p:to>
                                    </p:set>
                                    <p:animEffect transition="in" filter="wipe(left)">
                                      <p:cBhvr>
                                        <p:cTn id="166" dur="500"/>
                                        <p:tgtEl>
                                          <p:spTgt spid="19751"/>
                                        </p:tgtEl>
                                      </p:cBhvr>
                                    </p:animEffect>
                                  </p:childTnLst>
                                </p:cTn>
                              </p:par>
                            </p:childTnLst>
                          </p:cTn>
                        </p:par>
                        <p:par>
                          <p:cTn id="167" fill="hold" nodeType="afterGroup">
                            <p:stCondLst>
                              <p:cond delay="20000"/>
                            </p:stCondLst>
                            <p:childTnLst>
                              <p:par>
                                <p:cTn id="168" presetID="22" presetClass="entr" presetSubtype="8" fill="hold" nodeType="afterEffect">
                                  <p:stCondLst>
                                    <p:cond delay="0"/>
                                  </p:stCondLst>
                                  <p:childTnLst>
                                    <p:set>
                                      <p:cBhvr>
                                        <p:cTn id="169" dur="1" fill="hold">
                                          <p:stCondLst>
                                            <p:cond delay="0"/>
                                          </p:stCondLst>
                                        </p:cTn>
                                        <p:tgtEl>
                                          <p:spTgt spid="19752"/>
                                        </p:tgtEl>
                                        <p:attrNameLst>
                                          <p:attrName>style.visibility</p:attrName>
                                        </p:attrNameLst>
                                      </p:cBhvr>
                                      <p:to>
                                        <p:strVal val="visible"/>
                                      </p:to>
                                    </p:set>
                                    <p:animEffect transition="in" filter="wipe(left)">
                                      <p:cBhvr>
                                        <p:cTn id="170" dur="500"/>
                                        <p:tgtEl>
                                          <p:spTgt spid="19752"/>
                                        </p:tgtEl>
                                      </p:cBhvr>
                                    </p:animEffect>
                                  </p:childTnLst>
                                </p:cTn>
                              </p:par>
                            </p:childTnLst>
                          </p:cTn>
                        </p:par>
                        <p:par>
                          <p:cTn id="171" fill="hold" nodeType="afterGroup">
                            <p:stCondLst>
                              <p:cond delay="20500"/>
                            </p:stCondLst>
                            <p:childTnLst>
                              <p:par>
                                <p:cTn id="172" presetID="22" presetClass="entr" presetSubtype="8" fill="hold" nodeType="afterEffect">
                                  <p:stCondLst>
                                    <p:cond delay="0"/>
                                  </p:stCondLst>
                                  <p:childTnLst>
                                    <p:set>
                                      <p:cBhvr>
                                        <p:cTn id="173" dur="1" fill="hold">
                                          <p:stCondLst>
                                            <p:cond delay="0"/>
                                          </p:stCondLst>
                                        </p:cTn>
                                        <p:tgtEl>
                                          <p:spTgt spid="19753"/>
                                        </p:tgtEl>
                                        <p:attrNameLst>
                                          <p:attrName>style.visibility</p:attrName>
                                        </p:attrNameLst>
                                      </p:cBhvr>
                                      <p:to>
                                        <p:strVal val="visible"/>
                                      </p:to>
                                    </p:set>
                                    <p:animEffect transition="in" filter="wipe(left)">
                                      <p:cBhvr>
                                        <p:cTn id="174" dur="500"/>
                                        <p:tgtEl>
                                          <p:spTgt spid="197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54" grpId="0" autoUpdateAnimBg="0"/>
      <p:bldP spid="19755" grpId="0"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82" name="AutoShape 2"/>
          <p:cNvSpPr>
            <a:spLocks/>
          </p:cNvSpPr>
          <p:nvPr/>
        </p:nvSpPr>
        <p:spPr bwMode="auto">
          <a:xfrm>
            <a:off x="2260600" y="2466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0483" name="AutoShape 3"/>
          <p:cNvSpPr>
            <a:spLocks/>
          </p:cNvSpPr>
          <p:nvPr/>
        </p:nvSpPr>
        <p:spPr bwMode="auto">
          <a:xfrm>
            <a:off x="224726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8F386E9-C571-48BF-83BB-52C56F93629B}"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18</a:t>
            </a:fld>
            <a:endParaRPr lang="es-ES" altLang="en-US"/>
          </a:p>
        </p:txBody>
      </p:sp>
      <p:sp>
        <p:nvSpPr>
          <p:cNvPr id="20484" name="AutoShape 4"/>
          <p:cNvSpPr>
            <a:spLocks/>
          </p:cNvSpPr>
          <p:nvPr/>
        </p:nvSpPr>
        <p:spPr bwMode="auto">
          <a:xfrm>
            <a:off x="3302000" y="630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Project </a:t>
            </a:r>
            <a:r>
              <a:rPr lang="es-ES" b="1" dirty="0" err="1">
                <a:solidFill>
                  <a:schemeClr val="bg1">
                    <a:lumMod val="95000"/>
                  </a:schemeClr>
                </a:solidFill>
                <a:latin typeface="Lato" charset="0"/>
                <a:ea typeface="ＭＳ Ｐゴシック" charset="0"/>
                <a:cs typeface="Lato" charset="0"/>
                <a:sym typeface="Lato" charset="0"/>
              </a:rPr>
              <a:t>Detail</a:t>
            </a:r>
            <a:endParaRPr lang="es-ES" dirty="0">
              <a:solidFill>
                <a:schemeClr val="bg1">
                  <a:lumMod val="95000"/>
                </a:schemeClr>
              </a:solidFill>
              <a:ea typeface="ＭＳ Ｐゴシック" charset="0"/>
            </a:endParaRPr>
          </a:p>
        </p:txBody>
      </p:sp>
      <p:sp>
        <p:nvSpPr>
          <p:cNvPr id="20485" name="AutoShape 5"/>
          <p:cNvSpPr>
            <a:spLocks/>
          </p:cNvSpPr>
          <p:nvPr/>
        </p:nvSpPr>
        <p:spPr bwMode="auto">
          <a:xfrm>
            <a:off x="3314700" y="1663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20489" name="AutoShape 9"/>
          <p:cNvSpPr>
            <a:spLocks/>
          </p:cNvSpPr>
          <p:nvPr/>
        </p:nvSpPr>
        <p:spPr bwMode="auto">
          <a:xfrm>
            <a:off x="2222500" y="5187950"/>
            <a:ext cx="10985500" cy="1397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a:solidFill>
                  <a:srgbClr val="44444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a:t>
            </a:r>
            <a:endParaRPr lang="es-ES" altLang="en-US"/>
          </a:p>
        </p:txBody>
      </p:sp>
      <p:sp>
        <p:nvSpPr>
          <p:cNvPr id="20490" name="AutoShape 10"/>
          <p:cNvSpPr>
            <a:spLocks/>
          </p:cNvSpPr>
          <p:nvPr/>
        </p:nvSpPr>
        <p:spPr bwMode="auto">
          <a:xfrm>
            <a:off x="2235200" y="9207500"/>
            <a:ext cx="1065213" cy="1065213"/>
          </a:xfrm>
          <a:custGeom>
            <a:avLst/>
            <a:gdLst>
              <a:gd name="T0" fmla="*/ 532579 w 19679"/>
              <a:gd name="T1" fmla="*/ 584598 h 19679"/>
              <a:gd name="T2" fmla="*/ 532579 w 19679"/>
              <a:gd name="T3" fmla="*/ 584598 h 19679"/>
              <a:gd name="T4" fmla="*/ 532579 w 19679"/>
              <a:gd name="T5" fmla="*/ 584598 h 19679"/>
              <a:gd name="T6" fmla="*/ 532579 w 19679"/>
              <a:gd name="T7" fmla="*/ 5845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0491" name="AutoShape 11"/>
          <p:cNvSpPr>
            <a:spLocks/>
          </p:cNvSpPr>
          <p:nvPr/>
        </p:nvSpPr>
        <p:spPr bwMode="auto">
          <a:xfrm>
            <a:off x="6019800" y="9207500"/>
            <a:ext cx="1065213" cy="1065213"/>
          </a:xfrm>
          <a:custGeom>
            <a:avLst/>
            <a:gdLst>
              <a:gd name="T0" fmla="*/ 532579 w 19679"/>
              <a:gd name="T1" fmla="*/ 584598 h 19679"/>
              <a:gd name="T2" fmla="*/ 532579 w 19679"/>
              <a:gd name="T3" fmla="*/ 584598 h 19679"/>
              <a:gd name="T4" fmla="*/ 532579 w 19679"/>
              <a:gd name="T5" fmla="*/ 584598 h 19679"/>
              <a:gd name="T6" fmla="*/ 532579 w 19679"/>
              <a:gd name="T7" fmla="*/ 5845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0492" name="AutoShape 12"/>
          <p:cNvSpPr>
            <a:spLocks/>
          </p:cNvSpPr>
          <p:nvPr/>
        </p:nvSpPr>
        <p:spPr bwMode="auto">
          <a:xfrm>
            <a:off x="9804400" y="9207500"/>
            <a:ext cx="1065213" cy="1065213"/>
          </a:xfrm>
          <a:custGeom>
            <a:avLst/>
            <a:gdLst>
              <a:gd name="T0" fmla="*/ 532579 w 19679"/>
              <a:gd name="T1" fmla="*/ 584598 h 19679"/>
              <a:gd name="T2" fmla="*/ 532579 w 19679"/>
              <a:gd name="T3" fmla="*/ 584598 h 19679"/>
              <a:gd name="T4" fmla="*/ 532579 w 19679"/>
              <a:gd name="T5" fmla="*/ 584598 h 19679"/>
              <a:gd name="T6" fmla="*/ 532579 w 19679"/>
              <a:gd name="T7" fmla="*/ 5845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0493" name="AutoShape 13"/>
          <p:cNvSpPr>
            <a:spLocks/>
          </p:cNvSpPr>
          <p:nvPr/>
        </p:nvSpPr>
        <p:spPr bwMode="auto">
          <a:xfrm>
            <a:off x="2247900" y="4762500"/>
            <a:ext cx="58674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0494" name="AutoShape 14"/>
          <p:cNvSpPr>
            <a:spLocks/>
          </p:cNvSpPr>
          <p:nvPr/>
        </p:nvSpPr>
        <p:spPr bwMode="auto">
          <a:xfrm>
            <a:off x="10137775" y="9517063"/>
            <a:ext cx="417513" cy="417512"/>
          </a:xfrm>
          <a:custGeom>
            <a:avLst/>
            <a:gdLst>
              <a:gd name="T0" fmla="*/ 208757 w 21600"/>
              <a:gd name="T1" fmla="*/ 208756 h 21600"/>
              <a:gd name="T2" fmla="*/ 208757 w 21600"/>
              <a:gd name="T3" fmla="*/ 208756 h 21600"/>
              <a:gd name="T4" fmla="*/ 208757 w 21600"/>
              <a:gd name="T5" fmla="*/ 208756 h 21600"/>
              <a:gd name="T6" fmla="*/ 208757 w 21600"/>
              <a:gd name="T7" fmla="*/ 2087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80" y="5513"/>
                </a:moveTo>
                <a:cubicBezTo>
                  <a:pt x="17129" y="6606"/>
                  <a:pt x="17242" y="7684"/>
                  <a:pt x="17416" y="8751"/>
                </a:cubicBezTo>
                <a:cubicBezTo>
                  <a:pt x="17593" y="9818"/>
                  <a:pt x="17852" y="10843"/>
                  <a:pt x="18196" y="11820"/>
                </a:cubicBezTo>
                <a:cubicBezTo>
                  <a:pt x="18539" y="12800"/>
                  <a:pt x="18988" y="13717"/>
                  <a:pt x="19540" y="14575"/>
                </a:cubicBezTo>
                <a:cubicBezTo>
                  <a:pt x="20094" y="15436"/>
                  <a:pt x="20779" y="16210"/>
                  <a:pt x="21599" y="16896"/>
                </a:cubicBezTo>
                <a:cubicBezTo>
                  <a:pt x="21564" y="17526"/>
                  <a:pt x="21335" y="18042"/>
                  <a:pt x="20910" y="18443"/>
                </a:cubicBezTo>
                <a:cubicBezTo>
                  <a:pt x="20486" y="18844"/>
                  <a:pt x="19994" y="19042"/>
                  <a:pt x="19437" y="19042"/>
                </a:cubicBezTo>
                <a:lnTo>
                  <a:pt x="13679" y="19042"/>
                </a:lnTo>
                <a:cubicBezTo>
                  <a:pt x="13530" y="19781"/>
                  <a:pt x="13194" y="20394"/>
                  <a:pt x="12666" y="20874"/>
                </a:cubicBezTo>
                <a:cubicBezTo>
                  <a:pt x="12137" y="21357"/>
                  <a:pt x="11519" y="21600"/>
                  <a:pt x="10816" y="21600"/>
                </a:cubicBezTo>
                <a:cubicBezTo>
                  <a:pt x="10113" y="21600"/>
                  <a:pt x="9493" y="21357"/>
                  <a:pt x="8957" y="20874"/>
                </a:cubicBezTo>
                <a:cubicBezTo>
                  <a:pt x="8420" y="20394"/>
                  <a:pt x="8074" y="19781"/>
                  <a:pt x="7920" y="19042"/>
                </a:cubicBezTo>
                <a:lnTo>
                  <a:pt x="2159" y="19042"/>
                </a:lnTo>
                <a:cubicBezTo>
                  <a:pt x="1603" y="19042"/>
                  <a:pt x="1113" y="18841"/>
                  <a:pt x="687" y="18438"/>
                </a:cubicBezTo>
                <a:cubicBezTo>
                  <a:pt x="261" y="18031"/>
                  <a:pt x="30" y="17514"/>
                  <a:pt x="0" y="16896"/>
                </a:cubicBezTo>
                <a:cubicBezTo>
                  <a:pt x="851" y="16193"/>
                  <a:pt x="1554" y="15414"/>
                  <a:pt x="2111" y="14564"/>
                </a:cubicBezTo>
                <a:cubicBezTo>
                  <a:pt x="2667" y="13712"/>
                  <a:pt x="3113" y="12805"/>
                  <a:pt x="3449" y="11848"/>
                </a:cubicBezTo>
                <a:cubicBezTo>
                  <a:pt x="3785" y="10888"/>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6" y="0"/>
                </a:cubicBezTo>
                <a:cubicBezTo>
                  <a:pt x="11422" y="0"/>
                  <a:pt x="12091" y="149"/>
                  <a:pt x="12817" y="448"/>
                </a:cubicBezTo>
                <a:cubicBezTo>
                  <a:pt x="13545" y="745"/>
                  <a:pt x="14225" y="1143"/>
                  <a:pt x="14851" y="1634"/>
                </a:cubicBezTo>
                <a:cubicBezTo>
                  <a:pt x="15477" y="2131"/>
                  <a:pt x="16005" y="2713"/>
                  <a:pt x="16434" y="3382"/>
                </a:cubicBezTo>
                <a:cubicBezTo>
                  <a:pt x="16864" y="4045"/>
                  <a:pt x="17080" y="4759"/>
                  <a:pt x="17080" y="5513"/>
                </a:cubicBezTo>
                <a:moveTo>
                  <a:pt x="18688" y="16899"/>
                </a:moveTo>
                <a:cubicBezTo>
                  <a:pt x="18050" y="16123"/>
                  <a:pt x="17519" y="15295"/>
                  <a:pt x="17098" y="14417"/>
                </a:cubicBezTo>
                <a:cubicBezTo>
                  <a:pt x="16677" y="13537"/>
                  <a:pt x="16331" y="12630"/>
                  <a:pt x="16067" y="11687"/>
                </a:cubicBezTo>
                <a:cubicBezTo>
                  <a:pt x="15800" y="10747"/>
                  <a:pt x="15595" y="9782"/>
                  <a:pt x="15451" y="8796"/>
                </a:cubicBezTo>
                <a:cubicBezTo>
                  <a:pt x="15308" y="7808"/>
                  <a:pt x="15205" y="6806"/>
                  <a:pt x="15138" y="5787"/>
                </a:cubicBezTo>
                <a:cubicBezTo>
                  <a:pt x="15105" y="5293"/>
                  <a:pt x="14938" y="4824"/>
                  <a:pt x="14635" y="4381"/>
                </a:cubicBezTo>
                <a:cubicBezTo>
                  <a:pt x="14333" y="3941"/>
                  <a:pt x="13969" y="3554"/>
                  <a:pt x="13543" y="3221"/>
                </a:cubicBezTo>
                <a:cubicBezTo>
                  <a:pt x="13117" y="2888"/>
                  <a:pt x="12660" y="2628"/>
                  <a:pt x="12173" y="2444"/>
                </a:cubicBezTo>
                <a:cubicBezTo>
                  <a:pt x="11686" y="2258"/>
                  <a:pt x="11234" y="2168"/>
                  <a:pt x="10816"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1"/>
                </a:cubicBezTo>
                <a:cubicBezTo>
                  <a:pt x="5294" y="12594"/>
                  <a:pt x="4937" y="13514"/>
                  <a:pt x="4499" y="14403"/>
                </a:cubicBezTo>
                <a:cubicBezTo>
                  <a:pt x="4060" y="15290"/>
                  <a:pt x="3534" y="16123"/>
                  <a:pt x="2921" y="16899"/>
                </a:cubicBezTo>
                <a:lnTo>
                  <a:pt x="18688" y="16899"/>
                </a:lnTo>
                <a:close/>
                <a:moveTo>
                  <a:pt x="10816" y="20625"/>
                </a:moveTo>
                <a:cubicBezTo>
                  <a:pt x="10965" y="20625"/>
                  <a:pt x="11037" y="20535"/>
                  <a:pt x="11037" y="20354"/>
                </a:cubicBezTo>
                <a:cubicBezTo>
                  <a:pt x="11037" y="20174"/>
                  <a:pt x="10965" y="20081"/>
                  <a:pt x="10816" y="20072"/>
                </a:cubicBezTo>
                <a:cubicBezTo>
                  <a:pt x="10383" y="20072"/>
                  <a:pt x="10011" y="19903"/>
                  <a:pt x="9698" y="19570"/>
                </a:cubicBezTo>
                <a:cubicBezTo>
                  <a:pt x="9387" y="19236"/>
                  <a:pt x="9234" y="18833"/>
                  <a:pt x="9234" y="18353"/>
                </a:cubicBezTo>
                <a:cubicBezTo>
                  <a:pt x="9234" y="18175"/>
                  <a:pt x="9154" y="18085"/>
                  <a:pt x="9000" y="18085"/>
                </a:cubicBezTo>
                <a:cubicBezTo>
                  <a:pt x="8836" y="18085"/>
                  <a:pt x="8754" y="18175"/>
                  <a:pt x="8754" y="18353"/>
                </a:cubicBezTo>
                <a:cubicBezTo>
                  <a:pt x="8754" y="18985"/>
                  <a:pt x="8954" y="19522"/>
                  <a:pt x="9357" y="19965"/>
                </a:cubicBezTo>
                <a:cubicBezTo>
                  <a:pt x="9757" y="20405"/>
                  <a:pt x="10244" y="20625"/>
                  <a:pt x="10816" y="2062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95" name="AutoShape 15"/>
          <p:cNvSpPr>
            <a:spLocks/>
          </p:cNvSpPr>
          <p:nvPr/>
        </p:nvSpPr>
        <p:spPr bwMode="auto">
          <a:xfrm>
            <a:off x="2573338" y="9498013"/>
            <a:ext cx="417512" cy="417512"/>
          </a:xfrm>
          <a:custGeom>
            <a:avLst/>
            <a:gdLst>
              <a:gd name="T0" fmla="*/ 208756 w 21600"/>
              <a:gd name="T1" fmla="*/ 209569 h 21558"/>
              <a:gd name="T2" fmla="*/ 208756 w 21600"/>
              <a:gd name="T3" fmla="*/ 209569 h 21558"/>
              <a:gd name="T4" fmla="*/ 208756 w 21600"/>
              <a:gd name="T5" fmla="*/ 209569 h 21558"/>
              <a:gd name="T6" fmla="*/ 208756 w 21600"/>
              <a:gd name="T7" fmla="*/ 209569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7"/>
                  <a:pt x="10800" y="21557"/>
                </a:cubicBezTo>
                <a:cubicBezTo>
                  <a:pt x="9168" y="21557"/>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96" name="AutoShape 16"/>
          <p:cNvSpPr>
            <a:spLocks/>
          </p:cNvSpPr>
          <p:nvPr/>
        </p:nvSpPr>
        <p:spPr bwMode="auto">
          <a:xfrm>
            <a:off x="6350000" y="9525000"/>
            <a:ext cx="417513" cy="417513"/>
          </a:xfrm>
          <a:custGeom>
            <a:avLst/>
            <a:gdLst>
              <a:gd name="T0" fmla="*/ 208757 w 21600"/>
              <a:gd name="T1" fmla="*/ 208757 h 21588"/>
              <a:gd name="T2" fmla="*/ 208757 w 21600"/>
              <a:gd name="T3" fmla="*/ 208757 h 21588"/>
              <a:gd name="T4" fmla="*/ 208757 w 21600"/>
              <a:gd name="T5" fmla="*/ 208757 h 21588"/>
              <a:gd name="T6" fmla="*/ 208757 w 21600"/>
              <a:gd name="T7" fmla="*/ 208757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97" name="AutoShape 17"/>
          <p:cNvSpPr>
            <a:spLocks/>
          </p:cNvSpPr>
          <p:nvPr/>
        </p:nvSpPr>
        <p:spPr bwMode="auto">
          <a:xfrm>
            <a:off x="3581400" y="9525000"/>
            <a:ext cx="16129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File on Fire</a:t>
            </a:r>
            <a:endParaRPr lang="es-ES">
              <a:ea typeface="ＭＳ Ｐゴシック" charset="0"/>
            </a:endParaRPr>
          </a:p>
        </p:txBody>
      </p:sp>
      <p:sp>
        <p:nvSpPr>
          <p:cNvPr id="20498" name="AutoShape 18"/>
          <p:cNvSpPr>
            <a:spLocks/>
          </p:cNvSpPr>
          <p:nvPr/>
        </p:nvSpPr>
        <p:spPr bwMode="auto">
          <a:xfrm>
            <a:off x="7353300" y="9525000"/>
            <a:ext cx="2171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Best Opinion</a:t>
            </a:r>
            <a:endParaRPr lang="es-ES">
              <a:ea typeface="ＭＳ Ｐゴシック" charset="0"/>
            </a:endParaRPr>
          </a:p>
        </p:txBody>
      </p:sp>
      <p:sp>
        <p:nvSpPr>
          <p:cNvPr id="20499" name="AutoShape 19"/>
          <p:cNvSpPr>
            <a:spLocks/>
          </p:cNvSpPr>
          <p:nvPr/>
        </p:nvSpPr>
        <p:spPr bwMode="auto">
          <a:xfrm>
            <a:off x="11137900" y="9512300"/>
            <a:ext cx="2171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Update Alert</a:t>
            </a:r>
            <a:endParaRPr lang="es-ES">
              <a:ea typeface="ＭＳ Ｐゴシック" charset="0"/>
            </a:endParaRPr>
          </a:p>
        </p:txBody>
      </p:sp>
      <p:sp>
        <p:nvSpPr>
          <p:cNvPr id="20500" name="AutoShape 20"/>
          <p:cNvSpPr>
            <a:spLocks/>
          </p:cNvSpPr>
          <p:nvPr/>
        </p:nvSpPr>
        <p:spPr bwMode="auto">
          <a:xfrm>
            <a:off x="2222500" y="6965950"/>
            <a:ext cx="10985500" cy="1397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a:solidFill>
                  <a:srgbClr val="44444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a:t>
            </a:r>
            <a:endParaRPr lang="es-ES" altLang="en-US"/>
          </a:p>
        </p:txBody>
      </p:sp>
      <p:sp>
        <p:nvSpPr>
          <p:cNvPr id="2" name="Picture Placeholder 1"/>
          <p:cNvSpPr>
            <a:spLocks noGrp="1"/>
          </p:cNvSpPr>
          <p:nvPr>
            <p:ph type="pic" sz="quarter" idx="10"/>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0484"/>
                                        </p:tgtEl>
                                        <p:attrNameLst>
                                          <p:attrName>style.visibility</p:attrName>
                                        </p:attrNameLst>
                                      </p:cBhvr>
                                      <p:to>
                                        <p:strVal val="visible"/>
                                      </p:to>
                                    </p:set>
                                    <p:anim calcmode="lin" valueType="num">
                                      <p:cBhvr additive="base">
                                        <p:cTn id="7" dur="500" fill="hold"/>
                                        <p:tgtEl>
                                          <p:spTgt spid="20484"/>
                                        </p:tgtEl>
                                        <p:attrNameLst>
                                          <p:attrName>ppt_x</p:attrName>
                                        </p:attrNameLst>
                                      </p:cBhvr>
                                      <p:tavLst>
                                        <p:tav tm="0">
                                          <p:val>
                                            <p:strVal val="1+#ppt_w/2"/>
                                          </p:val>
                                        </p:tav>
                                        <p:tav tm="100000">
                                          <p:val>
                                            <p:strVal val="#ppt_x"/>
                                          </p:val>
                                        </p:tav>
                                      </p:tavLst>
                                    </p:anim>
                                    <p:anim calcmode="lin" valueType="num">
                                      <p:cBhvr additive="base">
                                        <p:cTn id="8" dur="500" fill="hold"/>
                                        <p:tgtEl>
                                          <p:spTgt spid="2048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0485"/>
                                        </p:tgtEl>
                                        <p:attrNameLst>
                                          <p:attrName>style.visibility</p:attrName>
                                        </p:attrNameLst>
                                      </p:cBhvr>
                                      <p:to>
                                        <p:strVal val="visible"/>
                                      </p:to>
                                    </p:set>
                                    <p:anim calcmode="lin" valueType="num">
                                      <p:cBhvr additive="base">
                                        <p:cTn id="12" dur="500" fill="hold"/>
                                        <p:tgtEl>
                                          <p:spTgt spid="20485"/>
                                        </p:tgtEl>
                                        <p:attrNameLst>
                                          <p:attrName>ppt_x</p:attrName>
                                        </p:attrNameLst>
                                      </p:cBhvr>
                                      <p:tavLst>
                                        <p:tav tm="0">
                                          <p:val>
                                            <p:strVal val="1+#ppt_w/2"/>
                                          </p:val>
                                        </p:tav>
                                        <p:tav tm="100000">
                                          <p:val>
                                            <p:strVal val="#ppt_x"/>
                                          </p:val>
                                        </p:tav>
                                      </p:tavLst>
                                    </p:anim>
                                    <p:anim calcmode="lin" valueType="num">
                                      <p:cBhvr additive="base">
                                        <p:cTn id="13" dur="500" fill="hold"/>
                                        <p:tgtEl>
                                          <p:spTgt spid="2048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0482"/>
                                        </p:tgtEl>
                                        <p:attrNameLst>
                                          <p:attrName>style.visibility</p:attrName>
                                        </p:attrNameLst>
                                      </p:cBhvr>
                                      <p:to>
                                        <p:strVal val="visible"/>
                                      </p:to>
                                    </p:set>
                                    <p:anim calcmode="lin" valueType="num">
                                      <p:cBhvr additive="base">
                                        <p:cTn id="17" dur="500" fill="hold"/>
                                        <p:tgtEl>
                                          <p:spTgt spid="20482"/>
                                        </p:tgtEl>
                                        <p:attrNameLst>
                                          <p:attrName>ppt_x</p:attrName>
                                        </p:attrNameLst>
                                      </p:cBhvr>
                                      <p:tavLst>
                                        <p:tav tm="0">
                                          <p:val>
                                            <p:strVal val="1+#ppt_w/2"/>
                                          </p:val>
                                        </p:tav>
                                        <p:tav tm="100000">
                                          <p:val>
                                            <p:strVal val="#ppt_x"/>
                                          </p:val>
                                        </p:tav>
                                      </p:tavLst>
                                    </p:anim>
                                    <p:anim calcmode="lin" valueType="num">
                                      <p:cBhvr additive="base">
                                        <p:cTn id="18" dur="500" fill="hold"/>
                                        <p:tgtEl>
                                          <p:spTgt spid="2048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20493"/>
                                        </p:tgtEl>
                                        <p:attrNameLst>
                                          <p:attrName>style.visibility</p:attrName>
                                        </p:attrNameLst>
                                      </p:cBhvr>
                                      <p:to>
                                        <p:strVal val="visible"/>
                                      </p:to>
                                    </p:set>
                                    <p:animEffect transition="in" filter="dissolve">
                                      <p:cBhvr>
                                        <p:cTn id="22" dur="500"/>
                                        <p:tgtEl>
                                          <p:spTgt spid="20493"/>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20497"/>
                                        </p:tgtEl>
                                        <p:attrNameLst>
                                          <p:attrName>style.visibility</p:attrName>
                                        </p:attrNameLst>
                                      </p:cBhvr>
                                      <p:to>
                                        <p:strVal val="visible"/>
                                      </p:to>
                                    </p:set>
                                    <p:animEffect transition="in" filter="dissolve">
                                      <p:cBhvr>
                                        <p:cTn id="26" dur="500"/>
                                        <p:tgtEl>
                                          <p:spTgt spid="20497"/>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20498"/>
                                        </p:tgtEl>
                                        <p:attrNameLst>
                                          <p:attrName>style.visibility</p:attrName>
                                        </p:attrNameLst>
                                      </p:cBhvr>
                                      <p:to>
                                        <p:strVal val="visible"/>
                                      </p:to>
                                    </p:set>
                                    <p:animEffect transition="in" filter="dissolve">
                                      <p:cBhvr>
                                        <p:cTn id="30" dur="500"/>
                                        <p:tgtEl>
                                          <p:spTgt spid="20498"/>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20499"/>
                                        </p:tgtEl>
                                        <p:attrNameLst>
                                          <p:attrName>style.visibility</p:attrName>
                                        </p:attrNameLst>
                                      </p:cBhvr>
                                      <p:to>
                                        <p:strVal val="visible"/>
                                      </p:to>
                                    </p:set>
                                    <p:animEffect transition="in" filter="dissolve">
                                      <p:cBhvr>
                                        <p:cTn id="34" dur="500"/>
                                        <p:tgtEl>
                                          <p:spTgt spid="20499"/>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20489"/>
                                        </p:tgtEl>
                                        <p:attrNameLst>
                                          <p:attrName>style.visibility</p:attrName>
                                        </p:attrNameLst>
                                      </p:cBhvr>
                                      <p:to>
                                        <p:strVal val="visible"/>
                                      </p:to>
                                    </p:set>
                                    <p:animEffect transition="in" filter="dissolve">
                                      <p:cBhvr>
                                        <p:cTn id="38" dur="500"/>
                                        <p:tgtEl>
                                          <p:spTgt spid="20489"/>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20490"/>
                                        </p:tgtEl>
                                        <p:attrNameLst>
                                          <p:attrName>style.visibility</p:attrName>
                                        </p:attrNameLst>
                                      </p:cBhvr>
                                      <p:to>
                                        <p:strVal val="visible"/>
                                      </p:to>
                                    </p:set>
                                    <p:animEffect transition="in" filter="dissolve">
                                      <p:cBhvr>
                                        <p:cTn id="42" dur="500"/>
                                        <p:tgtEl>
                                          <p:spTgt spid="20490"/>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20491"/>
                                        </p:tgtEl>
                                        <p:attrNameLst>
                                          <p:attrName>style.visibility</p:attrName>
                                        </p:attrNameLst>
                                      </p:cBhvr>
                                      <p:to>
                                        <p:strVal val="visible"/>
                                      </p:to>
                                    </p:set>
                                    <p:animEffect transition="in" filter="dissolve">
                                      <p:cBhvr>
                                        <p:cTn id="46" dur="500"/>
                                        <p:tgtEl>
                                          <p:spTgt spid="20491"/>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20492"/>
                                        </p:tgtEl>
                                        <p:attrNameLst>
                                          <p:attrName>style.visibility</p:attrName>
                                        </p:attrNameLst>
                                      </p:cBhvr>
                                      <p:to>
                                        <p:strVal val="visible"/>
                                      </p:to>
                                    </p:set>
                                    <p:animEffect transition="in" filter="dissolve">
                                      <p:cBhvr>
                                        <p:cTn id="50" dur="500"/>
                                        <p:tgtEl>
                                          <p:spTgt spid="20492"/>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20494"/>
                                        </p:tgtEl>
                                        <p:attrNameLst>
                                          <p:attrName>style.visibility</p:attrName>
                                        </p:attrNameLst>
                                      </p:cBhvr>
                                      <p:to>
                                        <p:strVal val="visible"/>
                                      </p:to>
                                    </p:set>
                                    <p:animEffect transition="in" filter="dissolve">
                                      <p:cBhvr>
                                        <p:cTn id="54" dur="500"/>
                                        <p:tgtEl>
                                          <p:spTgt spid="20494"/>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20495"/>
                                        </p:tgtEl>
                                        <p:attrNameLst>
                                          <p:attrName>style.visibility</p:attrName>
                                        </p:attrNameLst>
                                      </p:cBhvr>
                                      <p:to>
                                        <p:strVal val="visible"/>
                                      </p:to>
                                    </p:set>
                                    <p:animEffect transition="in" filter="dissolve">
                                      <p:cBhvr>
                                        <p:cTn id="58" dur="500"/>
                                        <p:tgtEl>
                                          <p:spTgt spid="20495"/>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20496"/>
                                        </p:tgtEl>
                                        <p:attrNameLst>
                                          <p:attrName>style.visibility</p:attrName>
                                        </p:attrNameLst>
                                      </p:cBhvr>
                                      <p:to>
                                        <p:strVal val="visible"/>
                                      </p:to>
                                    </p:set>
                                    <p:animEffect transition="in" filter="dissolve">
                                      <p:cBhvr>
                                        <p:cTn id="62" dur="500"/>
                                        <p:tgtEl>
                                          <p:spTgt spid="20496"/>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20500"/>
                                        </p:tgtEl>
                                        <p:attrNameLst>
                                          <p:attrName>style.visibility</p:attrName>
                                        </p:attrNameLst>
                                      </p:cBhvr>
                                      <p:to>
                                        <p:strVal val="visible"/>
                                      </p:to>
                                    </p:set>
                                    <p:animEffect transition="in" filter="dissolve">
                                      <p:cBhvr>
                                        <p:cTn id="66" dur="500"/>
                                        <p:tgtEl>
                                          <p:spTgt spid="205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2" grpId="0" autoUpdateAnimBg="0"/>
      <p:bldP spid="20484" grpId="0" autoUpdateAnimBg="0"/>
      <p:bldP spid="20485" grpId="0" autoUpdateAnimBg="0"/>
      <p:bldP spid="20489" grpId="0" autoUpdateAnimBg="0"/>
      <p:bldP spid="20493" grpId="0" autoUpdateAnimBg="0"/>
      <p:bldP spid="20497" grpId="0" autoUpdateAnimBg="0"/>
      <p:bldP spid="20498" grpId="0" autoUpdateAnimBg="0"/>
      <p:bldP spid="20499" grpId="0" autoUpdateAnimBg="0"/>
      <p:bldP spid="20500" grpId="0"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1506"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150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0DCDC7C-4493-43A5-AB01-E4D715387A0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19</a:t>
            </a:fld>
            <a:endParaRPr lang="es-ES" altLang="en-US"/>
          </a:p>
        </p:txBody>
      </p:sp>
      <p:sp>
        <p:nvSpPr>
          <p:cNvPr id="21508"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Box </a:t>
            </a:r>
            <a:r>
              <a:rPr lang="es-ES" b="1" dirty="0" err="1">
                <a:solidFill>
                  <a:schemeClr val="bg1">
                    <a:lumMod val="95000"/>
                  </a:schemeClr>
                </a:solidFill>
                <a:latin typeface="Lato" charset="0"/>
                <a:ea typeface="ＭＳ Ｐゴシック" charset="0"/>
                <a:cs typeface="Lato" charset="0"/>
                <a:sym typeface="Lato" charset="0"/>
              </a:rPr>
              <a:t>Process</a:t>
            </a:r>
            <a:endParaRPr lang="es-ES" dirty="0">
              <a:solidFill>
                <a:schemeClr val="bg1">
                  <a:lumMod val="95000"/>
                </a:schemeClr>
              </a:solidFill>
              <a:ea typeface="ＭＳ Ｐゴシック" charset="0"/>
            </a:endParaRPr>
          </a:p>
        </p:txBody>
      </p:sp>
      <p:sp>
        <p:nvSpPr>
          <p:cNvPr id="21509"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21510" name="AutoShape 6"/>
          <p:cNvSpPr>
            <a:spLocks/>
          </p:cNvSpPr>
          <p:nvPr/>
        </p:nvSpPr>
        <p:spPr bwMode="auto">
          <a:xfrm>
            <a:off x="2216150" y="4621213"/>
            <a:ext cx="4403725" cy="4262437"/>
          </a:xfrm>
          <a:custGeom>
            <a:avLst/>
            <a:gdLst>
              <a:gd name="T0" fmla="*/ 2201863 w 21600"/>
              <a:gd name="T1" fmla="*/ 2131219 h 21600"/>
              <a:gd name="T2" fmla="*/ 2201863 w 21600"/>
              <a:gd name="T3" fmla="*/ 2131219 h 21600"/>
              <a:gd name="T4" fmla="*/ 2201863 w 21600"/>
              <a:gd name="T5" fmla="*/ 2131219 h 21600"/>
              <a:gd name="T6" fmla="*/ 2201863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25" y="0"/>
                </a:moveTo>
                <a:cubicBezTo>
                  <a:pt x="19644" y="0"/>
                  <a:pt x="19644" y="0"/>
                  <a:pt x="19644" y="0"/>
                </a:cubicBezTo>
                <a:cubicBezTo>
                  <a:pt x="20697" y="0"/>
                  <a:pt x="21600" y="1213"/>
                  <a:pt x="21600" y="2679"/>
                </a:cubicBezTo>
                <a:cubicBezTo>
                  <a:pt x="21600" y="18879"/>
                  <a:pt x="21600" y="18879"/>
                  <a:pt x="21600" y="18879"/>
                </a:cubicBezTo>
                <a:cubicBezTo>
                  <a:pt x="21600" y="20386"/>
                  <a:pt x="20697" y="21599"/>
                  <a:pt x="19644" y="21599"/>
                </a:cubicBezTo>
                <a:cubicBezTo>
                  <a:pt x="1925" y="21599"/>
                  <a:pt x="1925" y="21599"/>
                  <a:pt x="1925" y="21599"/>
                </a:cubicBezTo>
                <a:cubicBezTo>
                  <a:pt x="872" y="21599"/>
                  <a:pt x="0" y="20386"/>
                  <a:pt x="0" y="18879"/>
                </a:cubicBezTo>
                <a:cubicBezTo>
                  <a:pt x="0" y="2679"/>
                  <a:pt x="0" y="2679"/>
                  <a:pt x="0" y="2679"/>
                </a:cubicBezTo>
                <a:cubicBezTo>
                  <a:pt x="0" y="1213"/>
                  <a:pt x="872" y="0"/>
                  <a:pt x="1925" y="0"/>
                </a:cubicBezTo>
                <a:close/>
              </a:path>
            </a:pathLst>
          </a:custGeom>
          <a:solidFill>
            <a:schemeClr val="accent4"/>
          </a:solidFill>
          <a:ln>
            <a:noFill/>
          </a:ln>
          <a:effectLst/>
          <a:extLst/>
        </p:spPr>
        <p:txBody>
          <a:bodyPr lIns="45719" tIns="45719" rIns="45719" bIns="45719"/>
          <a:lstStyle/>
          <a:p>
            <a:endParaRPr lang="en-US"/>
          </a:p>
        </p:txBody>
      </p:sp>
      <p:sp>
        <p:nvSpPr>
          <p:cNvPr id="21511" name="AutoShape 7"/>
          <p:cNvSpPr>
            <a:spLocks/>
          </p:cNvSpPr>
          <p:nvPr/>
        </p:nvSpPr>
        <p:spPr bwMode="auto">
          <a:xfrm>
            <a:off x="7405688" y="4621213"/>
            <a:ext cx="4406900" cy="4262437"/>
          </a:xfrm>
          <a:custGeom>
            <a:avLst/>
            <a:gdLst>
              <a:gd name="T0" fmla="*/ 2203450 w 21600"/>
              <a:gd name="T1" fmla="*/ 2131219 h 21600"/>
              <a:gd name="T2" fmla="*/ 2203450 w 21600"/>
              <a:gd name="T3" fmla="*/ 2131219 h 21600"/>
              <a:gd name="T4" fmla="*/ 2203450 w 21600"/>
              <a:gd name="T5" fmla="*/ 2131219 h 21600"/>
              <a:gd name="T6" fmla="*/ 2203450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5" y="0"/>
                </a:moveTo>
                <a:cubicBezTo>
                  <a:pt x="19674" y="0"/>
                  <a:pt x="19674" y="0"/>
                  <a:pt x="19674" y="0"/>
                </a:cubicBezTo>
                <a:cubicBezTo>
                  <a:pt x="20727" y="0"/>
                  <a:pt x="21600" y="1213"/>
                  <a:pt x="21600" y="2679"/>
                </a:cubicBezTo>
                <a:cubicBezTo>
                  <a:pt x="21600" y="18879"/>
                  <a:pt x="21600" y="18879"/>
                  <a:pt x="21600" y="18879"/>
                </a:cubicBezTo>
                <a:cubicBezTo>
                  <a:pt x="21600" y="20386"/>
                  <a:pt x="20727" y="21599"/>
                  <a:pt x="19674" y="21599"/>
                </a:cubicBezTo>
                <a:cubicBezTo>
                  <a:pt x="1955" y="21599"/>
                  <a:pt x="1955" y="21599"/>
                  <a:pt x="1955" y="21599"/>
                </a:cubicBezTo>
                <a:cubicBezTo>
                  <a:pt x="872" y="21599"/>
                  <a:pt x="0" y="20386"/>
                  <a:pt x="0" y="18879"/>
                </a:cubicBezTo>
                <a:cubicBezTo>
                  <a:pt x="0" y="2679"/>
                  <a:pt x="0" y="2679"/>
                  <a:pt x="0" y="2679"/>
                </a:cubicBezTo>
                <a:cubicBezTo>
                  <a:pt x="0" y="1213"/>
                  <a:pt x="872" y="0"/>
                  <a:pt x="1955" y="0"/>
                </a:cubicBezTo>
                <a:close/>
              </a:path>
            </a:pathLst>
          </a:custGeom>
          <a:solidFill>
            <a:schemeClr val="accent6"/>
          </a:solidFill>
          <a:ln>
            <a:noFill/>
          </a:ln>
          <a:effectLst/>
          <a:extLst/>
        </p:spPr>
        <p:txBody>
          <a:bodyPr lIns="45719" tIns="45719" rIns="45719" bIns="45719"/>
          <a:lstStyle/>
          <a:p>
            <a:endParaRPr lang="en-US"/>
          </a:p>
        </p:txBody>
      </p:sp>
      <p:sp>
        <p:nvSpPr>
          <p:cNvPr id="21512" name="AutoShape 8"/>
          <p:cNvSpPr>
            <a:spLocks/>
          </p:cNvSpPr>
          <p:nvPr/>
        </p:nvSpPr>
        <p:spPr bwMode="auto">
          <a:xfrm>
            <a:off x="12579350" y="4621213"/>
            <a:ext cx="4402138" cy="4262437"/>
          </a:xfrm>
          <a:custGeom>
            <a:avLst/>
            <a:gdLst>
              <a:gd name="T0" fmla="*/ 2201069 w 21600"/>
              <a:gd name="T1" fmla="*/ 2131219 h 21600"/>
              <a:gd name="T2" fmla="*/ 2201069 w 21600"/>
              <a:gd name="T3" fmla="*/ 2131219 h 21600"/>
              <a:gd name="T4" fmla="*/ 2201069 w 21600"/>
              <a:gd name="T5" fmla="*/ 2131219 h 21600"/>
              <a:gd name="T6" fmla="*/ 2201069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5" y="0"/>
                </a:moveTo>
                <a:cubicBezTo>
                  <a:pt x="19674" y="0"/>
                  <a:pt x="19674" y="0"/>
                  <a:pt x="19674" y="0"/>
                </a:cubicBezTo>
                <a:cubicBezTo>
                  <a:pt x="20727" y="0"/>
                  <a:pt x="21600" y="1213"/>
                  <a:pt x="21600" y="2679"/>
                </a:cubicBezTo>
                <a:cubicBezTo>
                  <a:pt x="21600" y="18879"/>
                  <a:pt x="21600" y="18879"/>
                  <a:pt x="21600" y="18879"/>
                </a:cubicBezTo>
                <a:cubicBezTo>
                  <a:pt x="21600" y="20386"/>
                  <a:pt x="20727" y="21599"/>
                  <a:pt x="19674" y="21599"/>
                </a:cubicBezTo>
                <a:cubicBezTo>
                  <a:pt x="1955" y="21599"/>
                  <a:pt x="1955" y="21599"/>
                  <a:pt x="1955" y="21599"/>
                </a:cubicBezTo>
                <a:cubicBezTo>
                  <a:pt x="872" y="21599"/>
                  <a:pt x="0" y="20386"/>
                  <a:pt x="0" y="18879"/>
                </a:cubicBezTo>
                <a:cubicBezTo>
                  <a:pt x="0" y="2679"/>
                  <a:pt x="0" y="2679"/>
                  <a:pt x="0" y="2679"/>
                </a:cubicBezTo>
                <a:cubicBezTo>
                  <a:pt x="0" y="1213"/>
                  <a:pt x="872" y="0"/>
                  <a:pt x="1955" y="0"/>
                </a:cubicBezTo>
                <a:close/>
              </a:path>
            </a:pathLst>
          </a:custGeom>
          <a:solidFill>
            <a:schemeClr val="accent4"/>
          </a:solidFill>
          <a:ln>
            <a:noFill/>
          </a:ln>
          <a:effectLst/>
          <a:extLst/>
        </p:spPr>
        <p:txBody>
          <a:bodyPr lIns="45719" tIns="45719" rIns="45719" bIns="45719"/>
          <a:lstStyle/>
          <a:p>
            <a:endParaRPr lang="en-US"/>
          </a:p>
        </p:txBody>
      </p:sp>
      <p:sp>
        <p:nvSpPr>
          <p:cNvPr id="21513" name="AutoShape 9"/>
          <p:cNvSpPr>
            <a:spLocks/>
          </p:cNvSpPr>
          <p:nvPr/>
        </p:nvSpPr>
        <p:spPr bwMode="auto">
          <a:xfrm>
            <a:off x="3733800" y="5273675"/>
            <a:ext cx="1184275" cy="1046163"/>
          </a:xfrm>
          <a:custGeom>
            <a:avLst/>
            <a:gdLst>
              <a:gd name="T0" fmla="*/ 592138 w 21600"/>
              <a:gd name="T1" fmla="*/ 523082 h 21600"/>
              <a:gd name="T2" fmla="*/ 592138 w 21600"/>
              <a:gd name="T3" fmla="*/ 523082 h 21600"/>
              <a:gd name="T4" fmla="*/ 592138 w 21600"/>
              <a:gd name="T5" fmla="*/ 523082 h 21600"/>
              <a:gd name="T6" fmla="*/ 592138 w 21600"/>
              <a:gd name="T7" fmla="*/ 5230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60"/>
                  <a:pt x="16676" y="0"/>
                  <a:pt x="10800" y="0"/>
                </a:cubicBezTo>
                <a:cubicBezTo>
                  <a:pt x="4764" y="0"/>
                  <a:pt x="0" y="3960"/>
                  <a:pt x="0" y="8639"/>
                </a:cubicBezTo>
                <a:cubicBezTo>
                  <a:pt x="0" y="12060"/>
                  <a:pt x="2382" y="14940"/>
                  <a:pt x="5876" y="16380"/>
                </a:cubicBezTo>
                <a:cubicBezTo>
                  <a:pt x="6035" y="17280"/>
                  <a:pt x="5717" y="19080"/>
                  <a:pt x="3335" y="21600"/>
                </a:cubicBezTo>
                <a:cubicBezTo>
                  <a:pt x="3335" y="21600"/>
                  <a:pt x="8576" y="19980"/>
                  <a:pt x="11435" y="17280"/>
                </a:cubicBezTo>
                <a:cubicBezTo>
                  <a:pt x="17152" y="16919"/>
                  <a:pt x="21599" y="13140"/>
                  <a:pt x="21599" y="8639"/>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21514" name="AutoShape 10"/>
          <p:cNvSpPr>
            <a:spLocks/>
          </p:cNvSpPr>
          <p:nvPr/>
        </p:nvSpPr>
        <p:spPr bwMode="auto">
          <a:xfrm>
            <a:off x="17724438" y="4621213"/>
            <a:ext cx="4405312" cy="4262437"/>
          </a:xfrm>
          <a:custGeom>
            <a:avLst/>
            <a:gdLst>
              <a:gd name="T0" fmla="*/ 2202656 w 21600"/>
              <a:gd name="T1" fmla="*/ 2131219 h 21600"/>
              <a:gd name="T2" fmla="*/ 2202656 w 21600"/>
              <a:gd name="T3" fmla="*/ 2131219 h 21600"/>
              <a:gd name="T4" fmla="*/ 2202656 w 21600"/>
              <a:gd name="T5" fmla="*/ 2131219 h 21600"/>
              <a:gd name="T6" fmla="*/ 2202656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5" y="0"/>
                </a:moveTo>
                <a:cubicBezTo>
                  <a:pt x="19644" y="0"/>
                  <a:pt x="19644" y="0"/>
                  <a:pt x="19644" y="0"/>
                </a:cubicBezTo>
                <a:cubicBezTo>
                  <a:pt x="20727" y="0"/>
                  <a:pt x="21600" y="1213"/>
                  <a:pt x="21600" y="2679"/>
                </a:cubicBezTo>
                <a:cubicBezTo>
                  <a:pt x="21600" y="18879"/>
                  <a:pt x="21600" y="18879"/>
                  <a:pt x="21600" y="18879"/>
                </a:cubicBezTo>
                <a:cubicBezTo>
                  <a:pt x="21600" y="20386"/>
                  <a:pt x="20727" y="21599"/>
                  <a:pt x="19644" y="21599"/>
                </a:cubicBezTo>
                <a:cubicBezTo>
                  <a:pt x="1955" y="21599"/>
                  <a:pt x="1955" y="21599"/>
                  <a:pt x="1955" y="21599"/>
                </a:cubicBezTo>
                <a:cubicBezTo>
                  <a:pt x="872" y="21599"/>
                  <a:pt x="0" y="20386"/>
                  <a:pt x="0" y="18879"/>
                </a:cubicBezTo>
                <a:cubicBezTo>
                  <a:pt x="0" y="2679"/>
                  <a:pt x="0" y="2679"/>
                  <a:pt x="0" y="2679"/>
                </a:cubicBezTo>
                <a:cubicBezTo>
                  <a:pt x="0" y="1213"/>
                  <a:pt x="872" y="0"/>
                  <a:pt x="1955" y="0"/>
                </a:cubicBezTo>
                <a:close/>
              </a:path>
            </a:pathLst>
          </a:custGeom>
          <a:solidFill>
            <a:schemeClr val="accent6"/>
          </a:solidFill>
          <a:ln>
            <a:noFill/>
          </a:ln>
          <a:effectLst/>
          <a:extLst/>
        </p:spPr>
        <p:txBody>
          <a:bodyPr lIns="45719" tIns="45719" rIns="45719" bIns="45719"/>
          <a:lstStyle/>
          <a:p>
            <a:endParaRPr lang="en-US"/>
          </a:p>
        </p:txBody>
      </p:sp>
      <p:sp>
        <p:nvSpPr>
          <p:cNvPr id="21515" name="AutoShape 11"/>
          <p:cNvSpPr>
            <a:spLocks/>
          </p:cNvSpPr>
          <p:nvPr/>
        </p:nvSpPr>
        <p:spPr bwMode="auto">
          <a:xfrm>
            <a:off x="14287500" y="5453063"/>
            <a:ext cx="1166813" cy="795337"/>
          </a:xfrm>
          <a:custGeom>
            <a:avLst/>
            <a:gdLst>
              <a:gd name="T0" fmla="*/ 583407 w 21600"/>
              <a:gd name="T1" fmla="*/ 397669 h 21600"/>
              <a:gd name="T2" fmla="*/ 583407 w 21600"/>
              <a:gd name="T3" fmla="*/ 397669 h 21600"/>
              <a:gd name="T4" fmla="*/ 583407 w 21600"/>
              <a:gd name="T5" fmla="*/ 397669 h 21600"/>
              <a:gd name="T6" fmla="*/ 583407 w 21600"/>
              <a:gd name="T7" fmla="*/ 3976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73" y="9487"/>
                </a:moveTo>
                <a:cubicBezTo>
                  <a:pt x="18710" y="8882"/>
                  <a:pt x="18848" y="8074"/>
                  <a:pt x="18848" y="7469"/>
                </a:cubicBezTo>
                <a:cubicBezTo>
                  <a:pt x="18848" y="3431"/>
                  <a:pt x="16509" y="0"/>
                  <a:pt x="13757" y="0"/>
                </a:cubicBezTo>
                <a:cubicBezTo>
                  <a:pt x="10456" y="0"/>
                  <a:pt x="10043" y="3633"/>
                  <a:pt x="10043" y="3633"/>
                </a:cubicBezTo>
                <a:cubicBezTo>
                  <a:pt x="10043" y="3633"/>
                  <a:pt x="8667" y="1211"/>
                  <a:pt x="6328" y="1614"/>
                </a:cubicBezTo>
                <a:cubicBezTo>
                  <a:pt x="4127" y="2220"/>
                  <a:pt x="2751" y="5046"/>
                  <a:pt x="2751" y="8074"/>
                </a:cubicBezTo>
                <a:cubicBezTo>
                  <a:pt x="2751" y="8478"/>
                  <a:pt x="2751" y="9084"/>
                  <a:pt x="2889" y="9487"/>
                </a:cubicBezTo>
                <a:cubicBezTo>
                  <a:pt x="1238" y="10295"/>
                  <a:pt x="0" y="12717"/>
                  <a:pt x="0" y="15342"/>
                </a:cubicBezTo>
                <a:cubicBezTo>
                  <a:pt x="0" y="18773"/>
                  <a:pt x="1926" y="21599"/>
                  <a:pt x="4264" y="21599"/>
                </a:cubicBezTo>
                <a:cubicBezTo>
                  <a:pt x="17335" y="21599"/>
                  <a:pt x="17335" y="21599"/>
                  <a:pt x="17335" y="21599"/>
                </a:cubicBezTo>
                <a:cubicBezTo>
                  <a:pt x="19673" y="21599"/>
                  <a:pt x="21600" y="18773"/>
                  <a:pt x="21600" y="15342"/>
                </a:cubicBezTo>
                <a:cubicBezTo>
                  <a:pt x="21600" y="12515"/>
                  <a:pt x="20361" y="10295"/>
                  <a:pt x="18573" y="9487"/>
                </a:cubicBezTo>
                <a:close/>
                <a:moveTo>
                  <a:pt x="16509" y="20388"/>
                </a:moveTo>
                <a:cubicBezTo>
                  <a:pt x="10868" y="20388"/>
                  <a:pt x="10868" y="20388"/>
                  <a:pt x="10868" y="20388"/>
                </a:cubicBezTo>
                <a:cubicBezTo>
                  <a:pt x="11281" y="19581"/>
                  <a:pt x="14308" y="15342"/>
                  <a:pt x="14308" y="15342"/>
                </a:cubicBezTo>
                <a:cubicBezTo>
                  <a:pt x="14308" y="15342"/>
                  <a:pt x="14721" y="14736"/>
                  <a:pt x="14170" y="14736"/>
                </a:cubicBezTo>
                <a:cubicBezTo>
                  <a:pt x="13620" y="14736"/>
                  <a:pt x="12657" y="14736"/>
                  <a:pt x="12657" y="14736"/>
                </a:cubicBezTo>
                <a:cubicBezTo>
                  <a:pt x="12657" y="14736"/>
                  <a:pt x="12657" y="14332"/>
                  <a:pt x="12657" y="13727"/>
                </a:cubicBezTo>
                <a:cubicBezTo>
                  <a:pt x="12657" y="12112"/>
                  <a:pt x="12657" y="8882"/>
                  <a:pt x="12657" y="7469"/>
                </a:cubicBezTo>
                <a:cubicBezTo>
                  <a:pt x="12657" y="7469"/>
                  <a:pt x="12657" y="7267"/>
                  <a:pt x="12382" y="7267"/>
                </a:cubicBezTo>
                <a:cubicBezTo>
                  <a:pt x="12107" y="7267"/>
                  <a:pt x="9217" y="7267"/>
                  <a:pt x="8805" y="7267"/>
                </a:cubicBezTo>
                <a:cubicBezTo>
                  <a:pt x="8529" y="7267"/>
                  <a:pt x="8529" y="7671"/>
                  <a:pt x="8529" y="7671"/>
                </a:cubicBezTo>
                <a:cubicBezTo>
                  <a:pt x="8529" y="8882"/>
                  <a:pt x="8529" y="12112"/>
                  <a:pt x="8529" y="13727"/>
                </a:cubicBezTo>
                <a:cubicBezTo>
                  <a:pt x="8529" y="14332"/>
                  <a:pt x="8529" y="14736"/>
                  <a:pt x="8529" y="14736"/>
                </a:cubicBezTo>
                <a:cubicBezTo>
                  <a:pt x="8529" y="14736"/>
                  <a:pt x="7429" y="14736"/>
                  <a:pt x="7016" y="14736"/>
                </a:cubicBezTo>
                <a:cubicBezTo>
                  <a:pt x="6603" y="14736"/>
                  <a:pt x="7016" y="15342"/>
                  <a:pt x="7016" y="15342"/>
                </a:cubicBezTo>
                <a:cubicBezTo>
                  <a:pt x="10456" y="20388"/>
                  <a:pt x="10456" y="20388"/>
                  <a:pt x="10456" y="20388"/>
                </a:cubicBezTo>
                <a:cubicBezTo>
                  <a:pt x="5228" y="20388"/>
                  <a:pt x="5228" y="20388"/>
                  <a:pt x="5228" y="20388"/>
                </a:cubicBezTo>
                <a:cubicBezTo>
                  <a:pt x="3164" y="20388"/>
                  <a:pt x="1513" y="17966"/>
                  <a:pt x="1513" y="15140"/>
                </a:cubicBezTo>
                <a:cubicBezTo>
                  <a:pt x="1513" y="12717"/>
                  <a:pt x="2614" y="10900"/>
                  <a:pt x="3989" y="10093"/>
                </a:cubicBezTo>
                <a:cubicBezTo>
                  <a:pt x="3852" y="9689"/>
                  <a:pt x="3852" y="9285"/>
                  <a:pt x="3852" y="8882"/>
                </a:cubicBezTo>
                <a:cubicBezTo>
                  <a:pt x="3852" y="6459"/>
                  <a:pt x="5090" y="4037"/>
                  <a:pt x="7016" y="3431"/>
                </a:cubicBezTo>
                <a:cubicBezTo>
                  <a:pt x="9080" y="3229"/>
                  <a:pt x="10318" y="6056"/>
                  <a:pt x="10318" y="6056"/>
                </a:cubicBezTo>
                <a:cubicBezTo>
                  <a:pt x="10318" y="6056"/>
                  <a:pt x="10593" y="2220"/>
                  <a:pt x="13482" y="2220"/>
                </a:cubicBezTo>
                <a:cubicBezTo>
                  <a:pt x="15821" y="2220"/>
                  <a:pt x="17610" y="5046"/>
                  <a:pt x="17610" y="8478"/>
                </a:cubicBezTo>
                <a:cubicBezTo>
                  <a:pt x="17610" y="9084"/>
                  <a:pt x="17610" y="9689"/>
                  <a:pt x="17472" y="10093"/>
                </a:cubicBezTo>
                <a:cubicBezTo>
                  <a:pt x="18985" y="10699"/>
                  <a:pt x="20224" y="12717"/>
                  <a:pt x="20224" y="15140"/>
                </a:cubicBezTo>
                <a:cubicBezTo>
                  <a:pt x="20224" y="17966"/>
                  <a:pt x="18573" y="20388"/>
                  <a:pt x="16509" y="20388"/>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21516" name="AutoShape 12"/>
          <p:cNvSpPr>
            <a:spLocks/>
          </p:cNvSpPr>
          <p:nvPr/>
        </p:nvSpPr>
        <p:spPr bwMode="auto">
          <a:xfrm>
            <a:off x="19532600" y="5426075"/>
            <a:ext cx="842963" cy="842963"/>
          </a:xfrm>
          <a:custGeom>
            <a:avLst/>
            <a:gdLst>
              <a:gd name="T0" fmla="*/ 421482 w 21600"/>
              <a:gd name="T1" fmla="*/ 421482 h 21600"/>
              <a:gd name="T2" fmla="*/ 421482 w 21600"/>
              <a:gd name="T3" fmla="*/ 421482 h 21600"/>
              <a:gd name="T4" fmla="*/ 421482 w 21600"/>
              <a:gd name="T5" fmla="*/ 421482 h 21600"/>
              <a:gd name="T6" fmla="*/ 421482 w 21600"/>
              <a:gd name="T7" fmla="*/ 4214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59" y="0"/>
                  <a:pt x="0" y="4859"/>
                  <a:pt x="0" y="10800"/>
                </a:cubicBezTo>
                <a:cubicBezTo>
                  <a:pt x="0" y="16739"/>
                  <a:pt x="4859" y="21600"/>
                  <a:pt x="10800" y="21600"/>
                </a:cubicBezTo>
                <a:cubicBezTo>
                  <a:pt x="16739" y="21600"/>
                  <a:pt x="21599" y="16739"/>
                  <a:pt x="21599" y="10800"/>
                </a:cubicBezTo>
                <a:cubicBezTo>
                  <a:pt x="21599" y="4859"/>
                  <a:pt x="16739" y="0"/>
                  <a:pt x="10800" y="0"/>
                </a:cubicBezTo>
                <a:close/>
                <a:moveTo>
                  <a:pt x="14939" y="4319"/>
                </a:moveTo>
                <a:cubicBezTo>
                  <a:pt x="15659" y="3779"/>
                  <a:pt x="15659" y="3779"/>
                  <a:pt x="15659" y="3779"/>
                </a:cubicBezTo>
                <a:cubicBezTo>
                  <a:pt x="15659" y="3779"/>
                  <a:pt x="15299" y="3059"/>
                  <a:pt x="15479" y="2519"/>
                </a:cubicBezTo>
                <a:cubicBezTo>
                  <a:pt x="15659" y="2519"/>
                  <a:pt x="16379" y="2879"/>
                  <a:pt x="16919" y="3599"/>
                </a:cubicBezTo>
                <a:cubicBezTo>
                  <a:pt x="16559" y="5219"/>
                  <a:pt x="15479" y="5039"/>
                  <a:pt x="15479" y="5039"/>
                </a:cubicBezTo>
                <a:cubicBezTo>
                  <a:pt x="15479" y="5039"/>
                  <a:pt x="14759" y="5039"/>
                  <a:pt x="14939" y="4319"/>
                </a:cubicBezTo>
                <a:close/>
                <a:moveTo>
                  <a:pt x="8459" y="13859"/>
                </a:moveTo>
                <a:cubicBezTo>
                  <a:pt x="8279" y="14039"/>
                  <a:pt x="8099" y="14579"/>
                  <a:pt x="7919" y="15119"/>
                </a:cubicBezTo>
                <a:cubicBezTo>
                  <a:pt x="7739" y="15479"/>
                  <a:pt x="7559" y="15660"/>
                  <a:pt x="7379" y="15839"/>
                </a:cubicBezTo>
                <a:cubicBezTo>
                  <a:pt x="7019" y="16019"/>
                  <a:pt x="7019" y="16379"/>
                  <a:pt x="7019" y="16379"/>
                </a:cubicBezTo>
                <a:cubicBezTo>
                  <a:pt x="6839" y="17099"/>
                  <a:pt x="6839" y="17099"/>
                  <a:pt x="6839" y="17099"/>
                </a:cubicBezTo>
                <a:cubicBezTo>
                  <a:pt x="6839" y="17099"/>
                  <a:pt x="7019" y="17819"/>
                  <a:pt x="7199" y="17999"/>
                </a:cubicBezTo>
                <a:cubicBezTo>
                  <a:pt x="7199" y="18359"/>
                  <a:pt x="6659" y="19799"/>
                  <a:pt x="6659" y="19799"/>
                </a:cubicBezTo>
                <a:cubicBezTo>
                  <a:pt x="6120" y="19620"/>
                  <a:pt x="5939" y="19079"/>
                  <a:pt x="5759" y="18719"/>
                </a:cubicBezTo>
                <a:cubicBezTo>
                  <a:pt x="5759" y="18359"/>
                  <a:pt x="5400" y="18179"/>
                  <a:pt x="5579" y="17819"/>
                </a:cubicBezTo>
                <a:cubicBezTo>
                  <a:pt x="5579" y="17279"/>
                  <a:pt x="5219" y="17099"/>
                  <a:pt x="5039" y="16919"/>
                </a:cubicBezTo>
                <a:cubicBezTo>
                  <a:pt x="4859" y="16559"/>
                  <a:pt x="4679" y="16199"/>
                  <a:pt x="4679" y="16019"/>
                </a:cubicBezTo>
                <a:cubicBezTo>
                  <a:pt x="4679" y="15839"/>
                  <a:pt x="4139" y="15479"/>
                  <a:pt x="4139" y="15479"/>
                </a:cubicBezTo>
                <a:cubicBezTo>
                  <a:pt x="4139" y="15479"/>
                  <a:pt x="3239" y="14940"/>
                  <a:pt x="3060" y="14759"/>
                </a:cubicBezTo>
                <a:cubicBezTo>
                  <a:pt x="2879" y="14579"/>
                  <a:pt x="2700" y="13859"/>
                  <a:pt x="2700" y="13499"/>
                </a:cubicBezTo>
                <a:cubicBezTo>
                  <a:pt x="2700" y="13139"/>
                  <a:pt x="2879" y="12239"/>
                  <a:pt x="2879" y="12239"/>
                </a:cubicBezTo>
                <a:cubicBezTo>
                  <a:pt x="2879" y="12239"/>
                  <a:pt x="3239" y="11879"/>
                  <a:pt x="3060" y="11699"/>
                </a:cubicBezTo>
                <a:cubicBezTo>
                  <a:pt x="2700" y="11519"/>
                  <a:pt x="2700" y="10800"/>
                  <a:pt x="2700" y="10800"/>
                </a:cubicBezTo>
                <a:cubicBezTo>
                  <a:pt x="2339" y="10439"/>
                  <a:pt x="2339" y="10439"/>
                  <a:pt x="2339" y="10439"/>
                </a:cubicBezTo>
                <a:cubicBezTo>
                  <a:pt x="2339" y="10439"/>
                  <a:pt x="1979" y="9899"/>
                  <a:pt x="1799" y="9719"/>
                </a:cubicBezTo>
                <a:cubicBezTo>
                  <a:pt x="1799" y="9359"/>
                  <a:pt x="1799" y="9179"/>
                  <a:pt x="1979" y="8999"/>
                </a:cubicBezTo>
                <a:cubicBezTo>
                  <a:pt x="1979" y="8819"/>
                  <a:pt x="1799" y="8279"/>
                  <a:pt x="1799" y="8099"/>
                </a:cubicBezTo>
                <a:cubicBezTo>
                  <a:pt x="3599" y="3599"/>
                  <a:pt x="6659" y="2699"/>
                  <a:pt x="6659" y="2699"/>
                </a:cubicBezTo>
                <a:cubicBezTo>
                  <a:pt x="6839" y="3599"/>
                  <a:pt x="6839" y="3599"/>
                  <a:pt x="6839" y="3599"/>
                </a:cubicBezTo>
                <a:cubicBezTo>
                  <a:pt x="6839" y="3599"/>
                  <a:pt x="6299" y="3779"/>
                  <a:pt x="6120" y="3779"/>
                </a:cubicBezTo>
                <a:cubicBezTo>
                  <a:pt x="5759" y="3599"/>
                  <a:pt x="5579" y="3599"/>
                  <a:pt x="5579" y="3599"/>
                </a:cubicBezTo>
                <a:cubicBezTo>
                  <a:pt x="5219" y="4139"/>
                  <a:pt x="5219" y="4139"/>
                  <a:pt x="5219" y="4139"/>
                </a:cubicBezTo>
                <a:cubicBezTo>
                  <a:pt x="5219" y="4139"/>
                  <a:pt x="5039" y="4499"/>
                  <a:pt x="5039" y="4679"/>
                </a:cubicBezTo>
                <a:cubicBezTo>
                  <a:pt x="5039" y="4859"/>
                  <a:pt x="5219" y="5219"/>
                  <a:pt x="5219" y="5219"/>
                </a:cubicBezTo>
                <a:cubicBezTo>
                  <a:pt x="5219" y="5219"/>
                  <a:pt x="5759" y="5219"/>
                  <a:pt x="5759" y="5039"/>
                </a:cubicBezTo>
                <a:cubicBezTo>
                  <a:pt x="5759" y="4859"/>
                  <a:pt x="5759" y="4679"/>
                  <a:pt x="5759" y="4679"/>
                </a:cubicBezTo>
                <a:cubicBezTo>
                  <a:pt x="5579" y="4319"/>
                  <a:pt x="5579" y="4319"/>
                  <a:pt x="5579" y="4319"/>
                </a:cubicBezTo>
                <a:cubicBezTo>
                  <a:pt x="5579" y="4319"/>
                  <a:pt x="6120" y="4139"/>
                  <a:pt x="7199" y="4319"/>
                </a:cubicBezTo>
                <a:cubicBezTo>
                  <a:pt x="8459" y="4319"/>
                  <a:pt x="7919" y="5219"/>
                  <a:pt x="8459" y="5399"/>
                </a:cubicBezTo>
                <a:cubicBezTo>
                  <a:pt x="8999" y="5579"/>
                  <a:pt x="8099" y="6299"/>
                  <a:pt x="7919" y="6659"/>
                </a:cubicBezTo>
                <a:cubicBezTo>
                  <a:pt x="7739" y="7019"/>
                  <a:pt x="7379" y="6119"/>
                  <a:pt x="7379" y="6119"/>
                </a:cubicBezTo>
                <a:cubicBezTo>
                  <a:pt x="7379" y="6119"/>
                  <a:pt x="7739" y="5759"/>
                  <a:pt x="7199" y="5759"/>
                </a:cubicBezTo>
                <a:cubicBezTo>
                  <a:pt x="6659" y="5579"/>
                  <a:pt x="6299" y="6479"/>
                  <a:pt x="6659" y="6479"/>
                </a:cubicBezTo>
                <a:cubicBezTo>
                  <a:pt x="6839" y="6479"/>
                  <a:pt x="7199" y="6839"/>
                  <a:pt x="7019" y="7019"/>
                </a:cubicBezTo>
                <a:cubicBezTo>
                  <a:pt x="7019" y="7199"/>
                  <a:pt x="7019" y="7199"/>
                  <a:pt x="6839" y="7739"/>
                </a:cubicBezTo>
                <a:cubicBezTo>
                  <a:pt x="6479" y="8279"/>
                  <a:pt x="6120" y="8639"/>
                  <a:pt x="6120" y="8639"/>
                </a:cubicBezTo>
                <a:cubicBezTo>
                  <a:pt x="6120" y="8639"/>
                  <a:pt x="5759" y="8459"/>
                  <a:pt x="5939" y="8819"/>
                </a:cubicBezTo>
                <a:cubicBezTo>
                  <a:pt x="6120" y="9179"/>
                  <a:pt x="5939" y="9719"/>
                  <a:pt x="5939" y="9899"/>
                </a:cubicBezTo>
                <a:cubicBezTo>
                  <a:pt x="5939" y="10259"/>
                  <a:pt x="5219" y="9719"/>
                  <a:pt x="5219" y="9179"/>
                </a:cubicBezTo>
                <a:cubicBezTo>
                  <a:pt x="5039" y="8639"/>
                  <a:pt x="4499" y="9179"/>
                  <a:pt x="4319" y="9179"/>
                </a:cubicBezTo>
                <a:cubicBezTo>
                  <a:pt x="4139" y="9179"/>
                  <a:pt x="3779" y="8999"/>
                  <a:pt x="3779" y="8819"/>
                </a:cubicBezTo>
                <a:cubicBezTo>
                  <a:pt x="3599" y="8639"/>
                  <a:pt x="2700" y="9359"/>
                  <a:pt x="2519" y="9359"/>
                </a:cubicBezTo>
                <a:cubicBezTo>
                  <a:pt x="2339" y="9539"/>
                  <a:pt x="2339" y="9899"/>
                  <a:pt x="2700" y="9719"/>
                </a:cubicBezTo>
                <a:cubicBezTo>
                  <a:pt x="3060" y="9539"/>
                  <a:pt x="3419" y="9719"/>
                  <a:pt x="3419" y="10079"/>
                </a:cubicBezTo>
                <a:cubicBezTo>
                  <a:pt x="3239" y="10439"/>
                  <a:pt x="2879" y="10259"/>
                  <a:pt x="2879" y="10439"/>
                </a:cubicBezTo>
                <a:cubicBezTo>
                  <a:pt x="3060" y="10800"/>
                  <a:pt x="3419" y="10979"/>
                  <a:pt x="3419" y="11339"/>
                </a:cubicBezTo>
                <a:cubicBezTo>
                  <a:pt x="3599" y="11699"/>
                  <a:pt x="4499" y="11339"/>
                  <a:pt x="4859" y="11159"/>
                </a:cubicBezTo>
                <a:cubicBezTo>
                  <a:pt x="5039" y="11159"/>
                  <a:pt x="5939" y="10979"/>
                  <a:pt x="5939" y="11339"/>
                </a:cubicBezTo>
                <a:cubicBezTo>
                  <a:pt x="6120" y="11699"/>
                  <a:pt x="7019" y="11879"/>
                  <a:pt x="7379" y="11879"/>
                </a:cubicBezTo>
                <a:cubicBezTo>
                  <a:pt x="7739" y="12059"/>
                  <a:pt x="8279" y="12059"/>
                  <a:pt x="8819" y="12419"/>
                </a:cubicBezTo>
                <a:cubicBezTo>
                  <a:pt x="9179" y="12959"/>
                  <a:pt x="8459" y="13679"/>
                  <a:pt x="8459" y="13859"/>
                </a:cubicBezTo>
                <a:close/>
                <a:moveTo>
                  <a:pt x="10620" y="2519"/>
                </a:moveTo>
                <a:cubicBezTo>
                  <a:pt x="10439" y="3059"/>
                  <a:pt x="9719" y="3599"/>
                  <a:pt x="9900" y="3779"/>
                </a:cubicBezTo>
                <a:cubicBezTo>
                  <a:pt x="9900" y="3959"/>
                  <a:pt x="9900" y="4859"/>
                  <a:pt x="9179" y="4139"/>
                </a:cubicBezTo>
                <a:cubicBezTo>
                  <a:pt x="8459" y="3419"/>
                  <a:pt x="7739" y="3239"/>
                  <a:pt x="7919" y="2699"/>
                </a:cubicBezTo>
                <a:cubicBezTo>
                  <a:pt x="7919" y="2519"/>
                  <a:pt x="8639" y="2519"/>
                  <a:pt x="8639" y="2339"/>
                </a:cubicBezTo>
                <a:cubicBezTo>
                  <a:pt x="9540" y="1259"/>
                  <a:pt x="11159" y="1439"/>
                  <a:pt x="11339" y="1799"/>
                </a:cubicBezTo>
                <a:cubicBezTo>
                  <a:pt x="10979" y="2159"/>
                  <a:pt x="10620" y="1979"/>
                  <a:pt x="10620" y="2519"/>
                </a:cubicBezTo>
                <a:close/>
                <a:moveTo>
                  <a:pt x="19259" y="11159"/>
                </a:moveTo>
                <a:cubicBezTo>
                  <a:pt x="19259" y="11159"/>
                  <a:pt x="19619" y="11699"/>
                  <a:pt x="20159" y="11699"/>
                </a:cubicBezTo>
                <a:cubicBezTo>
                  <a:pt x="19800" y="15660"/>
                  <a:pt x="16559" y="18359"/>
                  <a:pt x="16559" y="18359"/>
                </a:cubicBezTo>
                <a:cubicBezTo>
                  <a:pt x="16019" y="17819"/>
                  <a:pt x="16199" y="17279"/>
                  <a:pt x="16199" y="17279"/>
                </a:cubicBezTo>
                <a:cubicBezTo>
                  <a:pt x="16379" y="16559"/>
                  <a:pt x="16379" y="16559"/>
                  <a:pt x="16379" y="16559"/>
                </a:cubicBezTo>
                <a:cubicBezTo>
                  <a:pt x="16379" y="15299"/>
                  <a:pt x="16379" y="15299"/>
                  <a:pt x="16379" y="15299"/>
                </a:cubicBezTo>
                <a:cubicBezTo>
                  <a:pt x="16379" y="15299"/>
                  <a:pt x="16379" y="13859"/>
                  <a:pt x="15119" y="14579"/>
                </a:cubicBezTo>
                <a:cubicBezTo>
                  <a:pt x="13859" y="14940"/>
                  <a:pt x="14399" y="14940"/>
                  <a:pt x="12959" y="14940"/>
                </a:cubicBezTo>
                <a:cubicBezTo>
                  <a:pt x="11519" y="15119"/>
                  <a:pt x="11879" y="12059"/>
                  <a:pt x="11879" y="12059"/>
                </a:cubicBezTo>
                <a:cubicBezTo>
                  <a:pt x="11879" y="7739"/>
                  <a:pt x="15119" y="10979"/>
                  <a:pt x="15119" y="10979"/>
                </a:cubicBezTo>
                <a:cubicBezTo>
                  <a:pt x="17099" y="12419"/>
                  <a:pt x="17459" y="10079"/>
                  <a:pt x="17459" y="10079"/>
                </a:cubicBezTo>
                <a:cubicBezTo>
                  <a:pt x="18719" y="9539"/>
                  <a:pt x="18719" y="9539"/>
                  <a:pt x="18719" y="9539"/>
                </a:cubicBezTo>
                <a:cubicBezTo>
                  <a:pt x="18899" y="8819"/>
                  <a:pt x="18899" y="8819"/>
                  <a:pt x="18899" y="8819"/>
                </a:cubicBezTo>
                <a:cubicBezTo>
                  <a:pt x="18719" y="7919"/>
                  <a:pt x="18719" y="7919"/>
                  <a:pt x="18719" y="7919"/>
                </a:cubicBezTo>
                <a:cubicBezTo>
                  <a:pt x="16739" y="7019"/>
                  <a:pt x="16739" y="7019"/>
                  <a:pt x="16739" y="7019"/>
                </a:cubicBezTo>
                <a:cubicBezTo>
                  <a:pt x="16739" y="7019"/>
                  <a:pt x="16379" y="7739"/>
                  <a:pt x="16919" y="8639"/>
                </a:cubicBezTo>
                <a:cubicBezTo>
                  <a:pt x="16919" y="8639"/>
                  <a:pt x="16739" y="9539"/>
                  <a:pt x="16379" y="9359"/>
                </a:cubicBezTo>
                <a:cubicBezTo>
                  <a:pt x="15119" y="8639"/>
                  <a:pt x="15119" y="8639"/>
                  <a:pt x="15119" y="8639"/>
                </a:cubicBezTo>
                <a:cubicBezTo>
                  <a:pt x="15119" y="8639"/>
                  <a:pt x="14759" y="8459"/>
                  <a:pt x="14219" y="8819"/>
                </a:cubicBezTo>
                <a:cubicBezTo>
                  <a:pt x="13499" y="9359"/>
                  <a:pt x="12419" y="8819"/>
                  <a:pt x="12419" y="8819"/>
                </a:cubicBezTo>
                <a:cubicBezTo>
                  <a:pt x="12419" y="8819"/>
                  <a:pt x="12419" y="8279"/>
                  <a:pt x="13139" y="7919"/>
                </a:cubicBezTo>
                <a:cubicBezTo>
                  <a:pt x="13679" y="7559"/>
                  <a:pt x="13679" y="7559"/>
                  <a:pt x="13679" y="7559"/>
                </a:cubicBezTo>
                <a:cubicBezTo>
                  <a:pt x="13679" y="7559"/>
                  <a:pt x="13499" y="6839"/>
                  <a:pt x="13679" y="6299"/>
                </a:cubicBezTo>
                <a:cubicBezTo>
                  <a:pt x="13859" y="5759"/>
                  <a:pt x="14039" y="6299"/>
                  <a:pt x="14579" y="5939"/>
                </a:cubicBezTo>
                <a:cubicBezTo>
                  <a:pt x="15119" y="5579"/>
                  <a:pt x="15479" y="6659"/>
                  <a:pt x="16199" y="6479"/>
                </a:cubicBezTo>
                <a:cubicBezTo>
                  <a:pt x="16919" y="6479"/>
                  <a:pt x="16559" y="6299"/>
                  <a:pt x="17099" y="5939"/>
                </a:cubicBezTo>
                <a:cubicBezTo>
                  <a:pt x="17639" y="5759"/>
                  <a:pt x="17999" y="6479"/>
                  <a:pt x="17999" y="6479"/>
                </a:cubicBezTo>
                <a:cubicBezTo>
                  <a:pt x="19080" y="6659"/>
                  <a:pt x="19080" y="6659"/>
                  <a:pt x="19080" y="6659"/>
                </a:cubicBezTo>
                <a:cubicBezTo>
                  <a:pt x="19080" y="6659"/>
                  <a:pt x="18899" y="5399"/>
                  <a:pt x="18899" y="5759"/>
                </a:cubicBezTo>
                <a:cubicBezTo>
                  <a:pt x="19619" y="6839"/>
                  <a:pt x="20519" y="9899"/>
                  <a:pt x="20159" y="10439"/>
                </a:cubicBezTo>
                <a:cubicBezTo>
                  <a:pt x="19979" y="10259"/>
                  <a:pt x="19800" y="10259"/>
                  <a:pt x="19800" y="10259"/>
                </a:cubicBezTo>
                <a:cubicBezTo>
                  <a:pt x="18539" y="10259"/>
                  <a:pt x="18539" y="10259"/>
                  <a:pt x="18539" y="10259"/>
                </a:cubicBezTo>
                <a:lnTo>
                  <a:pt x="19259" y="1115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21517" name="AutoShape 13"/>
          <p:cNvSpPr>
            <a:spLocks/>
          </p:cNvSpPr>
          <p:nvPr/>
        </p:nvSpPr>
        <p:spPr bwMode="auto">
          <a:xfrm rot="-4">
            <a:off x="9042400" y="5281613"/>
            <a:ext cx="1163638" cy="969962"/>
          </a:xfrm>
          <a:custGeom>
            <a:avLst/>
            <a:gdLst>
              <a:gd name="T0" fmla="*/ 581819 w 21600"/>
              <a:gd name="T1" fmla="*/ 484959 h 21579"/>
              <a:gd name="T2" fmla="*/ 581819 w 21600"/>
              <a:gd name="T3" fmla="*/ 484959 h 21579"/>
              <a:gd name="T4" fmla="*/ 581819 w 21600"/>
              <a:gd name="T5" fmla="*/ 484959 h 21579"/>
              <a:gd name="T6" fmla="*/ 581819 w 21600"/>
              <a:gd name="T7" fmla="*/ 48495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0"/>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1518" name="AutoShape 14"/>
          <p:cNvSpPr>
            <a:spLocks/>
          </p:cNvSpPr>
          <p:nvPr/>
        </p:nvSpPr>
        <p:spPr bwMode="auto">
          <a:xfrm>
            <a:off x="2506663" y="7356475"/>
            <a:ext cx="3678237"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19" name="AutoShape 15"/>
          <p:cNvSpPr>
            <a:spLocks/>
          </p:cNvSpPr>
          <p:nvPr/>
        </p:nvSpPr>
        <p:spPr bwMode="auto">
          <a:xfrm>
            <a:off x="2406650" y="6751638"/>
            <a:ext cx="3976688"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Comments</a:t>
            </a:r>
            <a:endParaRPr lang="es-ES">
              <a:ea typeface="ＭＳ Ｐゴシック" charset="0"/>
            </a:endParaRPr>
          </a:p>
        </p:txBody>
      </p:sp>
      <p:sp>
        <p:nvSpPr>
          <p:cNvPr id="21520" name="AutoShape 16"/>
          <p:cNvSpPr>
            <a:spLocks/>
          </p:cNvSpPr>
          <p:nvPr/>
        </p:nvSpPr>
        <p:spPr bwMode="auto">
          <a:xfrm>
            <a:off x="7747000" y="7356475"/>
            <a:ext cx="3679825"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21" name="AutoShape 17"/>
          <p:cNvSpPr>
            <a:spLocks/>
          </p:cNvSpPr>
          <p:nvPr/>
        </p:nvSpPr>
        <p:spPr bwMode="auto">
          <a:xfrm>
            <a:off x="7648575" y="6751638"/>
            <a:ext cx="3976688"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Advertising</a:t>
            </a:r>
            <a:endParaRPr lang="es-ES">
              <a:ea typeface="ＭＳ Ｐゴシック" charset="0"/>
            </a:endParaRPr>
          </a:p>
        </p:txBody>
      </p:sp>
      <p:sp>
        <p:nvSpPr>
          <p:cNvPr id="21522" name="AutoShape 18"/>
          <p:cNvSpPr>
            <a:spLocks/>
          </p:cNvSpPr>
          <p:nvPr/>
        </p:nvSpPr>
        <p:spPr bwMode="auto">
          <a:xfrm>
            <a:off x="12917488" y="7356475"/>
            <a:ext cx="3678237"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23" name="AutoShape 19"/>
          <p:cNvSpPr>
            <a:spLocks/>
          </p:cNvSpPr>
          <p:nvPr/>
        </p:nvSpPr>
        <p:spPr bwMode="auto">
          <a:xfrm>
            <a:off x="12817475" y="6751638"/>
            <a:ext cx="3978275"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Cloud Download</a:t>
            </a:r>
            <a:endParaRPr lang="es-ES">
              <a:ea typeface="ＭＳ Ｐゴシック" charset="0"/>
            </a:endParaRPr>
          </a:p>
        </p:txBody>
      </p:sp>
      <p:sp>
        <p:nvSpPr>
          <p:cNvPr id="21524" name="AutoShape 20"/>
          <p:cNvSpPr>
            <a:spLocks/>
          </p:cNvSpPr>
          <p:nvPr/>
        </p:nvSpPr>
        <p:spPr bwMode="auto">
          <a:xfrm>
            <a:off x="18059400" y="7356475"/>
            <a:ext cx="3678238"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25" name="AutoShape 21"/>
          <p:cNvSpPr>
            <a:spLocks/>
          </p:cNvSpPr>
          <p:nvPr/>
        </p:nvSpPr>
        <p:spPr bwMode="auto">
          <a:xfrm>
            <a:off x="17959388" y="6751638"/>
            <a:ext cx="3978275"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Worldwide</a:t>
            </a:r>
            <a:endParaRPr lang="es-ES">
              <a:ea typeface="ＭＳ Ｐゴシック" charset="0"/>
            </a:endParaRPr>
          </a:p>
        </p:txBody>
      </p:sp>
      <p:sp>
        <p:nvSpPr>
          <p:cNvPr id="21526" name="AutoShape 22"/>
          <p:cNvSpPr>
            <a:spLocks/>
          </p:cNvSpPr>
          <p:nvPr/>
        </p:nvSpPr>
        <p:spPr bwMode="auto">
          <a:xfrm>
            <a:off x="177419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27" name="AutoShape 23"/>
          <p:cNvSpPr>
            <a:spLocks/>
          </p:cNvSpPr>
          <p:nvPr/>
        </p:nvSpPr>
        <p:spPr bwMode="auto">
          <a:xfrm>
            <a:off x="125476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28" name="AutoShape 24"/>
          <p:cNvSpPr>
            <a:spLocks/>
          </p:cNvSpPr>
          <p:nvPr/>
        </p:nvSpPr>
        <p:spPr bwMode="auto">
          <a:xfrm>
            <a:off x="72898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29" name="AutoShape 25"/>
          <p:cNvSpPr>
            <a:spLocks/>
          </p:cNvSpPr>
          <p:nvPr/>
        </p:nvSpPr>
        <p:spPr bwMode="auto">
          <a:xfrm>
            <a:off x="22479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30" name="AutoShape 26"/>
          <p:cNvSpPr>
            <a:spLocks/>
          </p:cNvSpPr>
          <p:nvPr/>
        </p:nvSpPr>
        <p:spPr bwMode="auto">
          <a:xfrm>
            <a:off x="22606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1531" name="AutoShape 27"/>
          <p:cNvSpPr>
            <a:spLocks/>
          </p:cNvSpPr>
          <p:nvPr/>
        </p:nvSpPr>
        <p:spPr bwMode="auto">
          <a:xfrm>
            <a:off x="73025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1532" name="AutoShape 28"/>
          <p:cNvSpPr>
            <a:spLocks/>
          </p:cNvSpPr>
          <p:nvPr/>
        </p:nvSpPr>
        <p:spPr bwMode="auto">
          <a:xfrm>
            <a:off x="177292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1533" name="AutoShape 29"/>
          <p:cNvSpPr>
            <a:spLocks/>
          </p:cNvSpPr>
          <p:nvPr/>
        </p:nvSpPr>
        <p:spPr bwMode="auto">
          <a:xfrm>
            <a:off x="125476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1508"/>
                                        </p:tgtEl>
                                        <p:attrNameLst>
                                          <p:attrName>style.visibility</p:attrName>
                                        </p:attrNameLst>
                                      </p:cBhvr>
                                      <p:to>
                                        <p:strVal val="visible"/>
                                      </p:to>
                                    </p:set>
                                    <p:anim calcmode="lin" valueType="num">
                                      <p:cBhvr additive="base">
                                        <p:cTn id="7" dur="500" fill="hold"/>
                                        <p:tgtEl>
                                          <p:spTgt spid="21508"/>
                                        </p:tgtEl>
                                        <p:attrNameLst>
                                          <p:attrName>ppt_x</p:attrName>
                                        </p:attrNameLst>
                                      </p:cBhvr>
                                      <p:tavLst>
                                        <p:tav tm="0">
                                          <p:val>
                                            <p:strVal val="1+#ppt_w/2"/>
                                          </p:val>
                                        </p:tav>
                                        <p:tav tm="100000">
                                          <p:val>
                                            <p:strVal val="#ppt_x"/>
                                          </p:val>
                                        </p:tav>
                                      </p:tavLst>
                                    </p:anim>
                                    <p:anim calcmode="lin" valueType="num">
                                      <p:cBhvr additive="base">
                                        <p:cTn id="8" dur="500" fill="hold"/>
                                        <p:tgtEl>
                                          <p:spTgt spid="2150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1509"/>
                                        </p:tgtEl>
                                        <p:attrNameLst>
                                          <p:attrName>style.visibility</p:attrName>
                                        </p:attrNameLst>
                                      </p:cBhvr>
                                      <p:to>
                                        <p:strVal val="visible"/>
                                      </p:to>
                                    </p:set>
                                    <p:anim calcmode="lin" valueType="num">
                                      <p:cBhvr additive="base">
                                        <p:cTn id="12" dur="500" fill="hold"/>
                                        <p:tgtEl>
                                          <p:spTgt spid="21509"/>
                                        </p:tgtEl>
                                        <p:attrNameLst>
                                          <p:attrName>ppt_x</p:attrName>
                                        </p:attrNameLst>
                                      </p:cBhvr>
                                      <p:tavLst>
                                        <p:tav tm="0">
                                          <p:val>
                                            <p:strVal val="1+#ppt_w/2"/>
                                          </p:val>
                                        </p:tav>
                                        <p:tav tm="100000">
                                          <p:val>
                                            <p:strVal val="#ppt_x"/>
                                          </p:val>
                                        </p:tav>
                                      </p:tavLst>
                                    </p:anim>
                                    <p:anim calcmode="lin" valueType="num">
                                      <p:cBhvr additive="base">
                                        <p:cTn id="13" dur="500" fill="hold"/>
                                        <p:tgtEl>
                                          <p:spTgt spid="2150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1506"/>
                                        </p:tgtEl>
                                        <p:attrNameLst>
                                          <p:attrName>style.visibility</p:attrName>
                                        </p:attrNameLst>
                                      </p:cBhvr>
                                      <p:to>
                                        <p:strVal val="visible"/>
                                      </p:to>
                                    </p:set>
                                    <p:anim calcmode="lin" valueType="num">
                                      <p:cBhvr additive="base">
                                        <p:cTn id="17" dur="500" fill="hold"/>
                                        <p:tgtEl>
                                          <p:spTgt spid="21506"/>
                                        </p:tgtEl>
                                        <p:attrNameLst>
                                          <p:attrName>ppt_x</p:attrName>
                                        </p:attrNameLst>
                                      </p:cBhvr>
                                      <p:tavLst>
                                        <p:tav tm="0">
                                          <p:val>
                                            <p:strVal val="1+#ppt_w/2"/>
                                          </p:val>
                                        </p:tav>
                                        <p:tav tm="100000">
                                          <p:val>
                                            <p:strVal val="#ppt_x"/>
                                          </p:val>
                                        </p:tav>
                                      </p:tavLst>
                                    </p:anim>
                                    <p:anim calcmode="lin" valueType="num">
                                      <p:cBhvr additive="base">
                                        <p:cTn id="18" dur="500" fill="hold"/>
                                        <p:tgtEl>
                                          <p:spTgt spid="2150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21510"/>
                                        </p:tgtEl>
                                        <p:attrNameLst>
                                          <p:attrName>style.visibility</p:attrName>
                                        </p:attrNameLst>
                                      </p:cBhvr>
                                      <p:to>
                                        <p:strVal val="visible"/>
                                      </p:to>
                                    </p:set>
                                    <p:animEffect transition="in" filter="dissolve">
                                      <p:cBhvr>
                                        <p:cTn id="22" dur="500"/>
                                        <p:tgtEl>
                                          <p:spTgt spid="2151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21511"/>
                                        </p:tgtEl>
                                        <p:attrNameLst>
                                          <p:attrName>style.visibility</p:attrName>
                                        </p:attrNameLst>
                                      </p:cBhvr>
                                      <p:to>
                                        <p:strVal val="visible"/>
                                      </p:to>
                                    </p:set>
                                    <p:animEffect transition="in" filter="dissolve">
                                      <p:cBhvr>
                                        <p:cTn id="26" dur="500"/>
                                        <p:tgtEl>
                                          <p:spTgt spid="2151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21512"/>
                                        </p:tgtEl>
                                        <p:attrNameLst>
                                          <p:attrName>style.visibility</p:attrName>
                                        </p:attrNameLst>
                                      </p:cBhvr>
                                      <p:to>
                                        <p:strVal val="visible"/>
                                      </p:to>
                                    </p:set>
                                    <p:animEffect transition="in" filter="dissolve">
                                      <p:cBhvr>
                                        <p:cTn id="30" dur="500"/>
                                        <p:tgtEl>
                                          <p:spTgt spid="2151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21514"/>
                                        </p:tgtEl>
                                        <p:attrNameLst>
                                          <p:attrName>style.visibility</p:attrName>
                                        </p:attrNameLst>
                                      </p:cBhvr>
                                      <p:to>
                                        <p:strVal val="visible"/>
                                      </p:to>
                                    </p:set>
                                    <p:animEffect transition="in" filter="dissolve">
                                      <p:cBhvr>
                                        <p:cTn id="34" dur="500"/>
                                        <p:tgtEl>
                                          <p:spTgt spid="21514"/>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21513"/>
                                        </p:tgtEl>
                                        <p:attrNameLst>
                                          <p:attrName>style.visibility</p:attrName>
                                        </p:attrNameLst>
                                      </p:cBhvr>
                                      <p:to>
                                        <p:strVal val="visible"/>
                                      </p:to>
                                    </p:set>
                                    <p:animEffect transition="in" filter="dissolve">
                                      <p:cBhvr>
                                        <p:cTn id="38" dur="500"/>
                                        <p:tgtEl>
                                          <p:spTgt spid="21513"/>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21517"/>
                                        </p:tgtEl>
                                        <p:attrNameLst>
                                          <p:attrName>style.visibility</p:attrName>
                                        </p:attrNameLst>
                                      </p:cBhvr>
                                      <p:to>
                                        <p:strVal val="visible"/>
                                      </p:to>
                                    </p:set>
                                    <p:animEffect transition="in" filter="dissolve">
                                      <p:cBhvr>
                                        <p:cTn id="42" dur="500"/>
                                        <p:tgtEl>
                                          <p:spTgt spid="21517"/>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21515"/>
                                        </p:tgtEl>
                                        <p:attrNameLst>
                                          <p:attrName>style.visibility</p:attrName>
                                        </p:attrNameLst>
                                      </p:cBhvr>
                                      <p:to>
                                        <p:strVal val="visible"/>
                                      </p:to>
                                    </p:set>
                                    <p:animEffect transition="in" filter="dissolve">
                                      <p:cBhvr>
                                        <p:cTn id="46" dur="500"/>
                                        <p:tgtEl>
                                          <p:spTgt spid="21515"/>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21516"/>
                                        </p:tgtEl>
                                        <p:attrNameLst>
                                          <p:attrName>style.visibility</p:attrName>
                                        </p:attrNameLst>
                                      </p:cBhvr>
                                      <p:to>
                                        <p:strVal val="visible"/>
                                      </p:to>
                                    </p:set>
                                    <p:animEffect transition="in" filter="dissolve">
                                      <p:cBhvr>
                                        <p:cTn id="50" dur="500"/>
                                        <p:tgtEl>
                                          <p:spTgt spid="21516"/>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21518"/>
                                        </p:tgtEl>
                                        <p:attrNameLst>
                                          <p:attrName>style.visibility</p:attrName>
                                        </p:attrNameLst>
                                      </p:cBhvr>
                                      <p:to>
                                        <p:strVal val="visible"/>
                                      </p:to>
                                    </p:set>
                                    <p:animEffect transition="in" filter="dissolve">
                                      <p:cBhvr>
                                        <p:cTn id="54" dur="500"/>
                                        <p:tgtEl>
                                          <p:spTgt spid="21518"/>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21519"/>
                                        </p:tgtEl>
                                        <p:attrNameLst>
                                          <p:attrName>style.visibility</p:attrName>
                                        </p:attrNameLst>
                                      </p:cBhvr>
                                      <p:to>
                                        <p:strVal val="visible"/>
                                      </p:to>
                                    </p:set>
                                    <p:animEffect transition="in" filter="dissolve">
                                      <p:cBhvr>
                                        <p:cTn id="58" dur="500"/>
                                        <p:tgtEl>
                                          <p:spTgt spid="21519"/>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21520"/>
                                        </p:tgtEl>
                                        <p:attrNameLst>
                                          <p:attrName>style.visibility</p:attrName>
                                        </p:attrNameLst>
                                      </p:cBhvr>
                                      <p:to>
                                        <p:strVal val="visible"/>
                                      </p:to>
                                    </p:set>
                                    <p:animEffect transition="in" filter="dissolve">
                                      <p:cBhvr>
                                        <p:cTn id="62" dur="500"/>
                                        <p:tgtEl>
                                          <p:spTgt spid="21520"/>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21521"/>
                                        </p:tgtEl>
                                        <p:attrNameLst>
                                          <p:attrName>style.visibility</p:attrName>
                                        </p:attrNameLst>
                                      </p:cBhvr>
                                      <p:to>
                                        <p:strVal val="visible"/>
                                      </p:to>
                                    </p:set>
                                    <p:animEffect transition="in" filter="dissolve">
                                      <p:cBhvr>
                                        <p:cTn id="66" dur="500"/>
                                        <p:tgtEl>
                                          <p:spTgt spid="21521"/>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21522"/>
                                        </p:tgtEl>
                                        <p:attrNameLst>
                                          <p:attrName>style.visibility</p:attrName>
                                        </p:attrNameLst>
                                      </p:cBhvr>
                                      <p:to>
                                        <p:strVal val="visible"/>
                                      </p:to>
                                    </p:set>
                                    <p:animEffect transition="in" filter="dissolve">
                                      <p:cBhvr>
                                        <p:cTn id="70" dur="500"/>
                                        <p:tgtEl>
                                          <p:spTgt spid="21522"/>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21523"/>
                                        </p:tgtEl>
                                        <p:attrNameLst>
                                          <p:attrName>style.visibility</p:attrName>
                                        </p:attrNameLst>
                                      </p:cBhvr>
                                      <p:to>
                                        <p:strVal val="visible"/>
                                      </p:to>
                                    </p:set>
                                    <p:animEffect transition="in" filter="dissolve">
                                      <p:cBhvr>
                                        <p:cTn id="74" dur="500"/>
                                        <p:tgtEl>
                                          <p:spTgt spid="21523"/>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21524"/>
                                        </p:tgtEl>
                                        <p:attrNameLst>
                                          <p:attrName>style.visibility</p:attrName>
                                        </p:attrNameLst>
                                      </p:cBhvr>
                                      <p:to>
                                        <p:strVal val="visible"/>
                                      </p:to>
                                    </p:set>
                                    <p:animEffect transition="in" filter="dissolve">
                                      <p:cBhvr>
                                        <p:cTn id="78" dur="500"/>
                                        <p:tgtEl>
                                          <p:spTgt spid="21524"/>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21525"/>
                                        </p:tgtEl>
                                        <p:attrNameLst>
                                          <p:attrName>style.visibility</p:attrName>
                                        </p:attrNameLst>
                                      </p:cBhvr>
                                      <p:to>
                                        <p:strVal val="visible"/>
                                      </p:to>
                                    </p:set>
                                    <p:animEffect transition="in" filter="dissolve">
                                      <p:cBhvr>
                                        <p:cTn id="82" dur="500"/>
                                        <p:tgtEl>
                                          <p:spTgt spid="21525"/>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21529"/>
                                        </p:tgtEl>
                                        <p:attrNameLst>
                                          <p:attrName>style.visibility</p:attrName>
                                        </p:attrNameLst>
                                      </p:cBhvr>
                                      <p:to>
                                        <p:strVal val="visible"/>
                                      </p:to>
                                    </p:set>
                                    <p:animEffect transition="in" filter="dissolve">
                                      <p:cBhvr>
                                        <p:cTn id="86" dur="500"/>
                                        <p:tgtEl>
                                          <p:spTgt spid="21529"/>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21528"/>
                                        </p:tgtEl>
                                        <p:attrNameLst>
                                          <p:attrName>style.visibility</p:attrName>
                                        </p:attrNameLst>
                                      </p:cBhvr>
                                      <p:to>
                                        <p:strVal val="visible"/>
                                      </p:to>
                                    </p:set>
                                    <p:animEffect transition="in" filter="dissolve">
                                      <p:cBhvr>
                                        <p:cTn id="90" dur="500"/>
                                        <p:tgtEl>
                                          <p:spTgt spid="21528"/>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21527"/>
                                        </p:tgtEl>
                                        <p:attrNameLst>
                                          <p:attrName>style.visibility</p:attrName>
                                        </p:attrNameLst>
                                      </p:cBhvr>
                                      <p:to>
                                        <p:strVal val="visible"/>
                                      </p:to>
                                    </p:set>
                                    <p:animEffect transition="in" filter="dissolve">
                                      <p:cBhvr>
                                        <p:cTn id="94" dur="500"/>
                                        <p:tgtEl>
                                          <p:spTgt spid="21527"/>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21526"/>
                                        </p:tgtEl>
                                        <p:attrNameLst>
                                          <p:attrName>style.visibility</p:attrName>
                                        </p:attrNameLst>
                                      </p:cBhvr>
                                      <p:to>
                                        <p:strVal val="visible"/>
                                      </p:to>
                                    </p:set>
                                    <p:animEffect transition="in" filter="dissolve">
                                      <p:cBhvr>
                                        <p:cTn id="98" dur="500"/>
                                        <p:tgtEl>
                                          <p:spTgt spid="21526"/>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21530"/>
                                        </p:tgtEl>
                                        <p:attrNameLst>
                                          <p:attrName>style.visibility</p:attrName>
                                        </p:attrNameLst>
                                      </p:cBhvr>
                                      <p:to>
                                        <p:strVal val="visible"/>
                                      </p:to>
                                    </p:set>
                                    <p:animEffect transition="in" filter="dissolve">
                                      <p:cBhvr>
                                        <p:cTn id="102" dur="500"/>
                                        <p:tgtEl>
                                          <p:spTgt spid="21530"/>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21531"/>
                                        </p:tgtEl>
                                        <p:attrNameLst>
                                          <p:attrName>style.visibility</p:attrName>
                                        </p:attrNameLst>
                                      </p:cBhvr>
                                      <p:to>
                                        <p:strVal val="visible"/>
                                      </p:to>
                                    </p:set>
                                    <p:animEffect transition="in" filter="dissolve">
                                      <p:cBhvr>
                                        <p:cTn id="106" dur="500"/>
                                        <p:tgtEl>
                                          <p:spTgt spid="21531"/>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21533"/>
                                        </p:tgtEl>
                                        <p:attrNameLst>
                                          <p:attrName>style.visibility</p:attrName>
                                        </p:attrNameLst>
                                      </p:cBhvr>
                                      <p:to>
                                        <p:strVal val="visible"/>
                                      </p:to>
                                    </p:set>
                                    <p:animEffect transition="in" filter="dissolve">
                                      <p:cBhvr>
                                        <p:cTn id="110" dur="500"/>
                                        <p:tgtEl>
                                          <p:spTgt spid="21533"/>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21532"/>
                                        </p:tgtEl>
                                        <p:attrNameLst>
                                          <p:attrName>style.visibility</p:attrName>
                                        </p:attrNameLst>
                                      </p:cBhvr>
                                      <p:to>
                                        <p:strVal val="visible"/>
                                      </p:to>
                                    </p:set>
                                    <p:animEffect transition="in" filter="dissolve">
                                      <p:cBhvr>
                                        <p:cTn id="114" dur="500"/>
                                        <p:tgtEl>
                                          <p:spTgt spid="215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6" grpId="0" autoUpdateAnimBg="0"/>
      <p:bldP spid="21508" grpId="0" autoUpdateAnimBg="0"/>
      <p:bldP spid="21509" grpId="0" autoUpdateAnimBg="0"/>
      <p:bldP spid="21518" grpId="0" autoUpdateAnimBg="0"/>
      <p:bldP spid="21519" grpId="0" autoUpdateAnimBg="0"/>
      <p:bldP spid="21520" grpId="0" autoUpdateAnimBg="0"/>
      <p:bldP spid="21521" grpId="0" autoUpdateAnimBg="0"/>
      <p:bldP spid="21522" grpId="0" autoUpdateAnimBg="0"/>
      <p:bldP spid="21523" grpId="0" autoUpdateAnimBg="0"/>
      <p:bldP spid="21524" grpId="0" autoUpdateAnimBg="0"/>
      <p:bldP spid="21525" grpId="0" autoUpdateAnimBg="0"/>
      <p:bldP spid="21526" grpId="0" autoUpdateAnimBg="0"/>
      <p:bldP spid="21527" grpId="0" autoUpdateAnimBg="0"/>
      <p:bldP spid="21528" grpId="0" autoUpdateAnimBg="0"/>
      <p:bldP spid="21529" grpId="0" autoUpdateAnimBg="0"/>
      <p:bldP spid="21530" grpId="0" autoUpdateAnimBg="0"/>
      <p:bldP spid="21531" grpId="0" autoUpdateAnimBg="0"/>
      <p:bldP spid="21532" grpId="0" autoUpdateAnimBg="0"/>
      <p:bldP spid="21533"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2530"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2531" name="AutoShape 3"/>
          <p:cNvSpPr>
            <a:spLocks/>
          </p:cNvSpPr>
          <p:nvPr/>
        </p:nvSpPr>
        <p:spPr bwMode="auto">
          <a:xfrm>
            <a:off x="225107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AE1F216F-CC11-49CD-8303-765C9FF66E62}"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20</a:t>
            </a:fld>
            <a:endParaRPr lang="es-ES" altLang="en-US"/>
          </a:p>
        </p:txBody>
      </p:sp>
      <p:sp>
        <p:nvSpPr>
          <p:cNvPr id="22532"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Services</a:t>
            </a:r>
            <a:r>
              <a:rPr lang="es-ES" b="1" dirty="0">
                <a:solidFill>
                  <a:schemeClr val="bg1">
                    <a:lumMod val="95000"/>
                  </a:schemeClr>
                </a:solidFill>
                <a:latin typeface="Lato" charset="0"/>
                <a:ea typeface="ＭＳ Ｐゴシック" charset="0"/>
                <a:cs typeface="Lato" charset="0"/>
                <a:sym typeface="Lato" charset="0"/>
              </a:rPr>
              <a:t> Price</a:t>
            </a:r>
            <a:endParaRPr lang="es-ES" dirty="0">
              <a:solidFill>
                <a:schemeClr val="bg1">
                  <a:lumMod val="95000"/>
                </a:schemeClr>
              </a:solidFill>
              <a:ea typeface="ＭＳ Ｐゴシック" charset="0"/>
            </a:endParaRPr>
          </a:p>
        </p:txBody>
      </p:sp>
      <p:sp>
        <p:nvSpPr>
          <p:cNvPr id="22533"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22534" name="Group 6"/>
          <p:cNvGrpSpPr>
            <a:grpSpLocks/>
          </p:cNvGrpSpPr>
          <p:nvPr/>
        </p:nvGrpSpPr>
        <p:grpSpPr bwMode="auto">
          <a:xfrm>
            <a:off x="14446250" y="5311775"/>
            <a:ext cx="3619500" cy="7124700"/>
            <a:chOff x="0" y="0"/>
            <a:chExt cx="3619500" cy="7124700"/>
          </a:xfrm>
        </p:grpSpPr>
        <p:sp>
          <p:nvSpPr>
            <p:cNvPr id="22535" name="AutoShape 7"/>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36" name="AutoShape 8"/>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37" name="AutoShape 9"/>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Premium</a:t>
              </a:r>
              <a:endParaRPr lang="es-ES">
                <a:ea typeface="ＭＳ Ｐゴシック" charset="0"/>
              </a:endParaRPr>
            </a:p>
          </p:txBody>
        </p:sp>
        <p:sp>
          <p:nvSpPr>
            <p:cNvPr id="22538" name="AutoShape 10"/>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39" name="AutoShape 11"/>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46C1A4"/>
                  </a:solidFill>
                  <a:latin typeface="Lato" charset="0"/>
                  <a:ea typeface="ＭＳ Ｐゴシック" charset="0"/>
                  <a:cs typeface="Lato" charset="0"/>
                  <a:sym typeface="Lato" charset="0"/>
                </a:rPr>
                <a:t>$300</a:t>
              </a:r>
              <a:endParaRPr lang="es-ES">
                <a:ea typeface="ＭＳ Ｐゴシック" charset="0"/>
              </a:endParaRPr>
            </a:p>
          </p:txBody>
        </p:sp>
        <p:sp>
          <p:nvSpPr>
            <p:cNvPr id="22540" name="AutoShape 12"/>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41" name="AutoShape 13"/>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42" name="AutoShape 14"/>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43" name="AutoShape 15"/>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44" name="AutoShape 16"/>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45" name="AutoShape 17"/>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46" name="AutoShape 18"/>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47" name="AutoShape 19"/>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48" name="Group 20"/>
          <p:cNvGrpSpPr>
            <a:grpSpLocks/>
          </p:cNvGrpSpPr>
          <p:nvPr/>
        </p:nvGrpSpPr>
        <p:grpSpPr bwMode="auto">
          <a:xfrm>
            <a:off x="2241550" y="5311775"/>
            <a:ext cx="3619500" cy="7124700"/>
            <a:chOff x="0" y="0"/>
            <a:chExt cx="3619500" cy="7124700"/>
          </a:xfrm>
        </p:grpSpPr>
        <p:sp>
          <p:nvSpPr>
            <p:cNvPr id="22549" name="AutoShape 21"/>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50" name="AutoShape 22"/>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51" name="AutoShape 23"/>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Normal</a:t>
              </a:r>
              <a:endParaRPr lang="es-ES">
                <a:ea typeface="ＭＳ Ｐゴシック" charset="0"/>
              </a:endParaRPr>
            </a:p>
          </p:txBody>
        </p:sp>
        <p:sp>
          <p:nvSpPr>
            <p:cNvPr id="22552" name="AutoShape 24"/>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53" name="AutoShape 25"/>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0C436D"/>
                  </a:solidFill>
                  <a:latin typeface="Lato" charset="0"/>
                  <a:ea typeface="ＭＳ Ｐゴシック" charset="0"/>
                  <a:cs typeface="Lato" charset="0"/>
                  <a:sym typeface="Lato" charset="0"/>
                </a:rPr>
                <a:t>$150</a:t>
              </a:r>
              <a:endParaRPr lang="es-ES">
                <a:ea typeface="ＭＳ Ｐゴシック" charset="0"/>
              </a:endParaRPr>
            </a:p>
          </p:txBody>
        </p:sp>
        <p:sp>
          <p:nvSpPr>
            <p:cNvPr id="22554" name="AutoShape 26"/>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55" name="AutoShape 27"/>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56" name="AutoShape 28"/>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57" name="AutoShape 29"/>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58" name="AutoShape 30"/>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59" name="AutoShape 31"/>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60" name="AutoShape 32"/>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61" name="AutoShape 33"/>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62" name="Group 34"/>
          <p:cNvGrpSpPr>
            <a:grpSpLocks/>
          </p:cNvGrpSpPr>
          <p:nvPr/>
        </p:nvGrpSpPr>
        <p:grpSpPr bwMode="auto">
          <a:xfrm>
            <a:off x="6318250" y="5311775"/>
            <a:ext cx="3619500" cy="7124700"/>
            <a:chOff x="0" y="0"/>
            <a:chExt cx="3619500" cy="7124700"/>
          </a:xfrm>
        </p:grpSpPr>
        <p:sp>
          <p:nvSpPr>
            <p:cNvPr id="22563" name="AutoShape 35"/>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64" name="AutoShape 36"/>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dirty="0"/>
            </a:p>
          </p:txBody>
        </p:sp>
        <p:sp>
          <p:nvSpPr>
            <p:cNvPr id="22565" name="AutoShape 37"/>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Special</a:t>
              </a:r>
              <a:endParaRPr lang="es-ES">
                <a:ea typeface="ＭＳ Ｐゴシック" charset="0"/>
              </a:endParaRPr>
            </a:p>
          </p:txBody>
        </p:sp>
        <p:sp>
          <p:nvSpPr>
            <p:cNvPr id="22566" name="AutoShape 38"/>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67" name="AutoShape 39"/>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46C1A4"/>
                  </a:solidFill>
                  <a:latin typeface="Lato" charset="0"/>
                  <a:ea typeface="ＭＳ Ｐゴシック" charset="0"/>
                  <a:cs typeface="Lato" charset="0"/>
                  <a:sym typeface="Lato" charset="0"/>
                </a:rPr>
                <a:t>$200</a:t>
              </a:r>
              <a:endParaRPr lang="es-ES">
                <a:ea typeface="ＭＳ Ｐゴシック" charset="0"/>
              </a:endParaRPr>
            </a:p>
          </p:txBody>
        </p:sp>
        <p:sp>
          <p:nvSpPr>
            <p:cNvPr id="22568" name="AutoShape 40"/>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69" name="AutoShape 41"/>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70" name="AutoShape 42"/>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71" name="AutoShape 43"/>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72" name="AutoShape 44"/>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73" name="AutoShape 45"/>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74" name="AutoShape 46"/>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75" name="AutoShape 47"/>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76" name="Group 48"/>
          <p:cNvGrpSpPr>
            <a:grpSpLocks/>
          </p:cNvGrpSpPr>
          <p:nvPr/>
        </p:nvGrpSpPr>
        <p:grpSpPr bwMode="auto">
          <a:xfrm>
            <a:off x="10382250" y="5311775"/>
            <a:ext cx="3619500" cy="7124700"/>
            <a:chOff x="0" y="0"/>
            <a:chExt cx="3619500" cy="7124700"/>
          </a:xfrm>
        </p:grpSpPr>
        <p:sp>
          <p:nvSpPr>
            <p:cNvPr id="22577" name="AutoShape 49"/>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78" name="AutoShape 50"/>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79" name="AutoShape 51"/>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Deluxe</a:t>
              </a:r>
              <a:endParaRPr lang="es-ES">
                <a:ea typeface="ＭＳ Ｐゴシック" charset="0"/>
              </a:endParaRPr>
            </a:p>
          </p:txBody>
        </p:sp>
        <p:sp>
          <p:nvSpPr>
            <p:cNvPr id="22580" name="AutoShape 52"/>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81" name="AutoShape 53"/>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0C436D"/>
                  </a:solidFill>
                  <a:latin typeface="Lato" charset="0"/>
                  <a:ea typeface="ＭＳ Ｐゴシック" charset="0"/>
                  <a:cs typeface="Lato" charset="0"/>
                  <a:sym typeface="Lato" charset="0"/>
                </a:rPr>
                <a:t>$250</a:t>
              </a:r>
              <a:endParaRPr lang="es-ES">
                <a:ea typeface="ＭＳ Ｐゴシック" charset="0"/>
              </a:endParaRPr>
            </a:p>
          </p:txBody>
        </p:sp>
        <p:sp>
          <p:nvSpPr>
            <p:cNvPr id="22582" name="AutoShape 54"/>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83" name="AutoShape 55"/>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84" name="AutoShape 56"/>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85" name="AutoShape 57"/>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86" name="AutoShape 58"/>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87" name="AutoShape 59"/>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88" name="AutoShape 60"/>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89" name="AutoShape 61"/>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90" name="Group 62"/>
          <p:cNvGrpSpPr>
            <a:grpSpLocks/>
          </p:cNvGrpSpPr>
          <p:nvPr/>
        </p:nvGrpSpPr>
        <p:grpSpPr bwMode="auto">
          <a:xfrm>
            <a:off x="18573750" y="5311775"/>
            <a:ext cx="3619500" cy="7124700"/>
            <a:chOff x="0" y="0"/>
            <a:chExt cx="3619500" cy="7124700"/>
          </a:xfrm>
        </p:grpSpPr>
        <p:sp>
          <p:nvSpPr>
            <p:cNvPr id="22591" name="AutoShape 63"/>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92" name="AutoShape 64"/>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93" name="AutoShape 65"/>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Diamond</a:t>
              </a:r>
              <a:endParaRPr lang="es-ES">
                <a:ea typeface="ＭＳ Ｐゴシック" charset="0"/>
              </a:endParaRPr>
            </a:p>
          </p:txBody>
        </p:sp>
        <p:sp>
          <p:nvSpPr>
            <p:cNvPr id="22594" name="AutoShape 66"/>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95" name="AutoShape 67"/>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0C436D"/>
                  </a:solidFill>
                  <a:latin typeface="Lato" charset="0"/>
                  <a:ea typeface="ＭＳ Ｐゴシック" charset="0"/>
                  <a:cs typeface="Lato" charset="0"/>
                  <a:sym typeface="Lato" charset="0"/>
                </a:rPr>
                <a:t>$350</a:t>
              </a:r>
              <a:endParaRPr lang="es-ES">
                <a:ea typeface="ＭＳ Ｐゴシック" charset="0"/>
              </a:endParaRPr>
            </a:p>
          </p:txBody>
        </p:sp>
        <p:sp>
          <p:nvSpPr>
            <p:cNvPr id="22596" name="AutoShape 68"/>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97" name="AutoShape 69"/>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98" name="AutoShape 70"/>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99" name="AutoShape 71"/>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600" name="AutoShape 72"/>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601" name="AutoShape 73"/>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602" name="AutoShape 74"/>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603" name="AutoShape 75"/>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2532"/>
                                        </p:tgtEl>
                                        <p:attrNameLst>
                                          <p:attrName>style.visibility</p:attrName>
                                        </p:attrNameLst>
                                      </p:cBhvr>
                                      <p:to>
                                        <p:strVal val="visible"/>
                                      </p:to>
                                    </p:set>
                                    <p:anim calcmode="lin" valueType="num">
                                      <p:cBhvr additive="base">
                                        <p:cTn id="7" dur="500" fill="hold"/>
                                        <p:tgtEl>
                                          <p:spTgt spid="22532"/>
                                        </p:tgtEl>
                                        <p:attrNameLst>
                                          <p:attrName>ppt_x</p:attrName>
                                        </p:attrNameLst>
                                      </p:cBhvr>
                                      <p:tavLst>
                                        <p:tav tm="0">
                                          <p:val>
                                            <p:strVal val="1+#ppt_w/2"/>
                                          </p:val>
                                        </p:tav>
                                        <p:tav tm="100000">
                                          <p:val>
                                            <p:strVal val="#ppt_x"/>
                                          </p:val>
                                        </p:tav>
                                      </p:tavLst>
                                    </p:anim>
                                    <p:anim calcmode="lin" valueType="num">
                                      <p:cBhvr additive="base">
                                        <p:cTn id="8" dur="500" fill="hold"/>
                                        <p:tgtEl>
                                          <p:spTgt spid="2253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2533"/>
                                        </p:tgtEl>
                                        <p:attrNameLst>
                                          <p:attrName>style.visibility</p:attrName>
                                        </p:attrNameLst>
                                      </p:cBhvr>
                                      <p:to>
                                        <p:strVal val="visible"/>
                                      </p:to>
                                    </p:set>
                                    <p:anim calcmode="lin" valueType="num">
                                      <p:cBhvr additive="base">
                                        <p:cTn id="12" dur="500" fill="hold"/>
                                        <p:tgtEl>
                                          <p:spTgt spid="22533"/>
                                        </p:tgtEl>
                                        <p:attrNameLst>
                                          <p:attrName>ppt_x</p:attrName>
                                        </p:attrNameLst>
                                      </p:cBhvr>
                                      <p:tavLst>
                                        <p:tav tm="0">
                                          <p:val>
                                            <p:strVal val="1+#ppt_w/2"/>
                                          </p:val>
                                        </p:tav>
                                        <p:tav tm="100000">
                                          <p:val>
                                            <p:strVal val="#ppt_x"/>
                                          </p:val>
                                        </p:tav>
                                      </p:tavLst>
                                    </p:anim>
                                    <p:anim calcmode="lin" valueType="num">
                                      <p:cBhvr additive="base">
                                        <p:cTn id="13" dur="500" fill="hold"/>
                                        <p:tgtEl>
                                          <p:spTgt spid="2253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2530"/>
                                        </p:tgtEl>
                                        <p:attrNameLst>
                                          <p:attrName>style.visibility</p:attrName>
                                        </p:attrNameLst>
                                      </p:cBhvr>
                                      <p:to>
                                        <p:strVal val="visible"/>
                                      </p:to>
                                    </p:set>
                                    <p:anim calcmode="lin" valueType="num">
                                      <p:cBhvr additive="base">
                                        <p:cTn id="17" dur="500" fill="hold"/>
                                        <p:tgtEl>
                                          <p:spTgt spid="22530"/>
                                        </p:tgtEl>
                                        <p:attrNameLst>
                                          <p:attrName>ppt_x</p:attrName>
                                        </p:attrNameLst>
                                      </p:cBhvr>
                                      <p:tavLst>
                                        <p:tav tm="0">
                                          <p:val>
                                            <p:strVal val="1+#ppt_w/2"/>
                                          </p:val>
                                        </p:tav>
                                        <p:tav tm="100000">
                                          <p:val>
                                            <p:strVal val="#ppt_x"/>
                                          </p:val>
                                        </p:tav>
                                      </p:tavLst>
                                    </p:anim>
                                    <p:anim calcmode="lin" valueType="num">
                                      <p:cBhvr additive="base">
                                        <p:cTn id="18" dur="500" fill="hold"/>
                                        <p:tgtEl>
                                          <p:spTgt spid="2253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2" fill="hold" nodeType="afterEffect">
                                  <p:stCondLst>
                                    <p:cond delay="0"/>
                                  </p:stCondLst>
                                  <p:childTnLst>
                                    <p:set>
                                      <p:cBhvr>
                                        <p:cTn id="21" dur="1" fill="hold">
                                          <p:stCondLst>
                                            <p:cond delay="0"/>
                                          </p:stCondLst>
                                        </p:cTn>
                                        <p:tgtEl>
                                          <p:spTgt spid="22548"/>
                                        </p:tgtEl>
                                        <p:attrNameLst>
                                          <p:attrName>style.visibility</p:attrName>
                                        </p:attrNameLst>
                                      </p:cBhvr>
                                      <p:to>
                                        <p:strVal val="visible"/>
                                      </p:to>
                                    </p:set>
                                    <p:anim calcmode="lin" valueType="num">
                                      <p:cBhvr additive="base">
                                        <p:cTn id="22" dur="500" fill="hold"/>
                                        <p:tgtEl>
                                          <p:spTgt spid="22548"/>
                                        </p:tgtEl>
                                        <p:attrNameLst>
                                          <p:attrName>ppt_x</p:attrName>
                                        </p:attrNameLst>
                                      </p:cBhvr>
                                      <p:tavLst>
                                        <p:tav tm="0">
                                          <p:val>
                                            <p:strVal val="1+#ppt_w/2"/>
                                          </p:val>
                                        </p:tav>
                                        <p:tav tm="100000">
                                          <p:val>
                                            <p:strVal val="#ppt_x"/>
                                          </p:val>
                                        </p:tav>
                                      </p:tavLst>
                                    </p:anim>
                                    <p:anim calcmode="lin" valueType="num">
                                      <p:cBhvr additive="base">
                                        <p:cTn id="23" dur="500" fill="hold"/>
                                        <p:tgtEl>
                                          <p:spTgt spid="2254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nodeType="afterEffect">
                                  <p:stCondLst>
                                    <p:cond delay="0"/>
                                  </p:stCondLst>
                                  <p:childTnLst>
                                    <p:set>
                                      <p:cBhvr>
                                        <p:cTn id="26" dur="1" fill="hold">
                                          <p:stCondLst>
                                            <p:cond delay="0"/>
                                          </p:stCondLst>
                                        </p:cTn>
                                        <p:tgtEl>
                                          <p:spTgt spid="22562"/>
                                        </p:tgtEl>
                                        <p:attrNameLst>
                                          <p:attrName>style.visibility</p:attrName>
                                        </p:attrNameLst>
                                      </p:cBhvr>
                                      <p:to>
                                        <p:strVal val="visible"/>
                                      </p:to>
                                    </p:set>
                                    <p:anim calcmode="lin" valueType="num">
                                      <p:cBhvr additive="base">
                                        <p:cTn id="27" dur="500" fill="hold"/>
                                        <p:tgtEl>
                                          <p:spTgt spid="22562"/>
                                        </p:tgtEl>
                                        <p:attrNameLst>
                                          <p:attrName>ppt_x</p:attrName>
                                        </p:attrNameLst>
                                      </p:cBhvr>
                                      <p:tavLst>
                                        <p:tav tm="0">
                                          <p:val>
                                            <p:strVal val="1+#ppt_w/2"/>
                                          </p:val>
                                        </p:tav>
                                        <p:tav tm="100000">
                                          <p:val>
                                            <p:strVal val="#ppt_x"/>
                                          </p:val>
                                        </p:tav>
                                      </p:tavLst>
                                    </p:anim>
                                    <p:anim calcmode="lin" valueType="num">
                                      <p:cBhvr additive="base">
                                        <p:cTn id="28" dur="500" fill="hold"/>
                                        <p:tgtEl>
                                          <p:spTgt spid="22562"/>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nodeType="afterEffect">
                                  <p:stCondLst>
                                    <p:cond delay="0"/>
                                  </p:stCondLst>
                                  <p:childTnLst>
                                    <p:set>
                                      <p:cBhvr>
                                        <p:cTn id="31" dur="1" fill="hold">
                                          <p:stCondLst>
                                            <p:cond delay="0"/>
                                          </p:stCondLst>
                                        </p:cTn>
                                        <p:tgtEl>
                                          <p:spTgt spid="22576"/>
                                        </p:tgtEl>
                                        <p:attrNameLst>
                                          <p:attrName>style.visibility</p:attrName>
                                        </p:attrNameLst>
                                      </p:cBhvr>
                                      <p:to>
                                        <p:strVal val="visible"/>
                                      </p:to>
                                    </p:set>
                                    <p:anim calcmode="lin" valueType="num">
                                      <p:cBhvr additive="base">
                                        <p:cTn id="32" dur="500" fill="hold"/>
                                        <p:tgtEl>
                                          <p:spTgt spid="22576"/>
                                        </p:tgtEl>
                                        <p:attrNameLst>
                                          <p:attrName>ppt_x</p:attrName>
                                        </p:attrNameLst>
                                      </p:cBhvr>
                                      <p:tavLst>
                                        <p:tav tm="0">
                                          <p:val>
                                            <p:strVal val="1+#ppt_w/2"/>
                                          </p:val>
                                        </p:tav>
                                        <p:tav tm="100000">
                                          <p:val>
                                            <p:strVal val="#ppt_x"/>
                                          </p:val>
                                        </p:tav>
                                      </p:tavLst>
                                    </p:anim>
                                    <p:anim calcmode="lin" valueType="num">
                                      <p:cBhvr additive="base">
                                        <p:cTn id="33" dur="500" fill="hold"/>
                                        <p:tgtEl>
                                          <p:spTgt spid="22576"/>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2" fill="hold" nodeType="afterEffect">
                                  <p:stCondLst>
                                    <p:cond delay="0"/>
                                  </p:stCondLst>
                                  <p:childTnLst>
                                    <p:set>
                                      <p:cBhvr>
                                        <p:cTn id="36" dur="1" fill="hold">
                                          <p:stCondLst>
                                            <p:cond delay="0"/>
                                          </p:stCondLst>
                                        </p:cTn>
                                        <p:tgtEl>
                                          <p:spTgt spid="22534"/>
                                        </p:tgtEl>
                                        <p:attrNameLst>
                                          <p:attrName>style.visibility</p:attrName>
                                        </p:attrNameLst>
                                      </p:cBhvr>
                                      <p:to>
                                        <p:strVal val="visible"/>
                                      </p:to>
                                    </p:set>
                                    <p:anim calcmode="lin" valueType="num">
                                      <p:cBhvr additive="base">
                                        <p:cTn id="37" dur="500" fill="hold"/>
                                        <p:tgtEl>
                                          <p:spTgt spid="22534"/>
                                        </p:tgtEl>
                                        <p:attrNameLst>
                                          <p:attrName>ppt_x</p:attrName>
                                        </p:attrNameLst>
                                      </p:cBhvr>
                                      <p:tavLst>
                                        <p:tav tm="0">
                                          <p:val>
                                            <p:strVal val="1+#ppt_w/2"/>
                                          </p:val>
                                        </p:tav>
                                        <p:tav tm="100000">
                                          <p:val>
                                            <p:strVal val="#ppt_x"/>
                                          </p:val>
                                        </p:tav>
                                      </p:tavLst>
                                    </p:anim>
                                    <p:anim calcmode="lin" valueType="num">
                                      <p:cBhvr additive="base">
                                        <p:cTn id="38" dur="500" fill="hold"/>
                                        <p:tgtEl>
                                          <p:spTgt spid="22534"/>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2" fill="hold" nodeType="afterEffect">
                                  <p:stCondLst>
                                    <p:cond delay="0"/>
                                  </p:stCondLst>
                                  <p:childTnLst>
                                    <p:set>
                                      <p:cBhvr>
                                        <p:cTn id="41" dur="1" fill="hold">
                                          <p:stCondLst>
                                            <p:cond delay="0"/>
                                          </p:stCondLst>
                                        </p:cTn>
                                        <p:tgtEl>
                                          <p:spTgt spid="22590"/>
                                        </p:tgtEl>
                                        <p:attrNameLst>
                                          <p:attrName>style.visibility</p:attrName>
                                        </p:attrNameLst>
                                      </p:cBhvr>
                                      <p:to>
                                        <p:strVal val="visible"/>
                                      </p:to>
                                    </p:set>
                                    <p:anim calcmode="lin" valueType="num">
                                      <p:cBhvr additive="base">
                                        <p:cTn id="42" dur="500" fill="hold"/>
                                        <p:tgtEl>
                                          <p:spTgt spid="22590"/>
                                        </p:tgtEl>
                                        <p:attrNameLst>
                                          <p:attrName>ppt_x</p:attrName>
                                        </p:attrNameLst>
                                      </p:cBhvr>
                                      <p:tavLst>
                                        <p:tav tm="0">
                                          <p:val>
                                            <p:strVal val="1+#ppt_w/2"/>
                                          </p:val>
                                        </p:tav>
                                        <p:tav tm="100000">
                                          <p:val>
                                            <p:strVal val="#ppt_x"/>
                                          </p:val>
                                        </p:tav>
                                      </p:tavLst>
                                    </p:anim>
                                    <p:anim calcmode="lin" valueType="num">
                                      <p:cBhvr additive="base">
                                        <p:cTn id="43" dur="500" fill="hold"/>
                                        <p:tgtEl>
                                          <p:spTgt spid="2259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0" grpId="0" autoUpdateAnimBg="0"/>
      <p:bldP spid="22532" grpId="0" autoUpdateAnimBg="0"/>
      <p:bldP spid="22533" grpId="0" autoUpdateAnimBg="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WE ARE</a:t>
            </a:r>
          </a:p>
          <a:p>
            <a:pPr algn="l"/>
            <a:r>
              <a:rPr lang="es-ES" b="1" dirty="0"/>
              <a:t>INFOGRAPHIC</a:t>
            </a:r>
            <a:r>
              <a:rPr lang="es-ES" dirty="0"/>
              <a:t> </a:t>
            </a:r>
          </a:p>
          <a:p>
            <a:pPr algn="l"/>
            <a:r>
              <a:rPr lang="es-ES" dirty="0"/>
              <a:t>TEAM</a:t>
            </a:r>
            <a:endParaRPr lang="en-US" dirty="0"/>
          </a:p>
        </p:txBody>
      </p:sp>
    </p:spTree>
    <p:extLst>
      <p:ext uri="{BB962C8B-B14F-4D97-AF65-F5344CB8AC3E}">
        <p14:creationId xmlns:p14="http://schemas.microsoft.com/office/powerpoint/2010/main" val="10009439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4578"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457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94A3A48C-07EE-4FDE-A2C6-1FAE12B0BA9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22</a:t>
            </a:fld>
            <a:endParaRPr lang="es-ES" altLang="en-US"/>
          </a:p>
        </p:txBody>
      </p:sp>
      <p:sp>
        <p:nvSpPr>
          <p:cNvPr id="24580"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Mobil</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Description</a:t>
            </a:r>
            <a:endParaRPr lang="es-ES" dirty="0">
              <a:solidFill>
                <a:schemeClr val="bg1">
                  <a:lumMod val="95000"/>
                </a:schemeClr>
              </a:solidFill>
              <a:ea typeface="ＭＳ Ｐゴシック" charset="0"/>
            </a:endParaRPr>
          </a:p>
        </p:txBody>
      </p:sp>
      <p:sp>
        <p:nvSpPr>
          <p:cNvPr id="24581"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4588" name="AutoShape 12"/>
          <p:cNvSpPr>
            <a:spLocks/>
          </p:cNvSpPr>
          <p:nvPr/>
        </p:nvSpPr>
        <p:spPr bwMode="auto">
          <a:xfrm>
            <a:off x="2095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24589" name="AutoShape 13"/>
          <p:cNvSpPr>
            <a:spLocks/>
          </p:cNvSpPr>
          <p:nvPr/>
        </p:nvSpPr>
        <p:spPr bwMode="auto">
          <a:xfrm>
            <a:off x="2095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24590" name="AutoShape 14"/>
          <p:cNvSpPr>
            <a:spLocks/>
          </p:cNvSpPr>
          <p:nvPr/>
        </p:nvSpPr>
        <p:spPr bwMode="auto">
          <a:xfrm>
            <a:off x="2032000" y="8356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24591" name="AutoShape 15"/>
          <p:cNvSpPr>
            <a:spLocks/>
          </p:cNvSpPr>
          <p:nvPr/>
        </p:nvSpPr>
        <p:spPr bwMode="auto">
          <a:xfrm>
            <a:off x="1866900" y="7265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2" name="AutoShape 16"/>
          <p:cNvSpPr>
            <a:spLocks/>
          </p:cNvSpPr>
          <p:nvPr/>
        </p:nvSpPr>
        <p:spPr bwMode="auto">
          <a:xfrm>
            <a:off x="2908300" y="5622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3" name="AutoShape 17"/>
          <p:cNvSpPr>
            <a:spLocks/>
          </p:cNvSpPr>
          <p:nvPr/>
        </p:nvSpPr>
        <p:spPr bwMode="auto">
          <a:xfrm>
            <a:off x="2590800" y="87439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4" name="AutoShape 18"/>
          <p:cNvSpPr>
            <a:spLocks/>
          </p:cNvSpPr>
          <p:nvPr/>
        </p:nvSpPr>
        <p:spPr bwMode="auto">
          <a:xfrm>
            <a:off x="1981200" y="99314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24595" name="AutoShape 19"/>
          <p:cNvSpPr>
            <a:spLocks/>
          </p:cNvSpPr>
          <p:nvPr/>
        </p:nvSpPr>
        <p:spPr bwMode="auto">
          <a:xfrm>
            <a:off x="2514600" y="103314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6" name="AutoShape 20"/>
          <p:cNvSpPr>
            <a:spLocks/>
          </p:cNvSpPr>
          <p:nvPr/>
        </p:nvSpPr>
        <p:spPr bwMode="auto">
          <a:xfrm>
            <a:off x="7005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597" name="AutoShape 21"/>
          <p:cNvSpPr>
            <a:spLocks/>
          </p:cNvSpPr>
          <p:nvPr/>
        </p:nvSpPr>
        <p:spPr bwMode="auto">
          <a:xfrm>
            <a:off x="7005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598" name="AutoShape 22"/>
          <p:cNvSpPr>
            <a:spLocks/>
          </p:cNvSpPr>
          <p:nvPr/>
        </p:nvSpPr>
        <p:spPr bwMode="auto">
          <a:xfrm>
            <a:off x="7005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599" name="AutoShape 23"/>
          <p:cNvSpPr>
            <a:spLocks/>
          </p:cNvSpPr>
          <p:nvPr/>
        </p:nvSpPr>
        <p:spPr bwMode="auto">
          <a:xfrm>
            <a:off x="7005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00" name="AutoShape 24"/>
          <p:cNvSpPr>
            <a:spLocks/>
          </p:cNvSpPr>
          <p:nvPr/>
        </p:nvSpPr>
        <p:spPr bwMode="auto">
          <a:xfrm>
            <a:off x="17462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24601" name="AutoShape 25"/>
          <p:cNvSpPr>
            <a:spLocks/>
          </p:cNvSpPr>
          <p:nvPr/>
        </p:nvSpPr>
        <p:spPr bwMode="auto">
          <a:xfrm>
            <a:off x="17462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24602" name="AutoShape 26"/>
          <p:cNvSpPr>
            <a:spLocks/>
          </p:cNvSpPr>
          <p:nvPr/>
        </p:nvSpPr>
        <p:spPr bwMode="auto">
          <a:xfrm>
            <a:off x="175133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24603" name="AutoShape 27"/>
          <p:cNvSpPr>
            <a:spLocks/>
          </p:cNvSpPr>
          <p:nvPr/>
        </p:nvSpPr>
        <p:spPr bwMode="auto">
          <a:xfrm>
            <a:off x="174879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4" name="AutoShape 28"/>
          <p:cNvSpPr>
            <a:spLocks/>
          </p:cNvSpPr>
          <p:nvPr/>
        </p:nvSpPr>
        <p:spPr bwMode="auto">
          <a:xfrm>
            <a:off x="174752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5" name="AutoShape 29"/>
          <p:cNvSpPr>
            <a:spLocks/>
          </p:cNvSpPr>
          <p:nvPr/>
        </p:nvSpPr>
        <p:spPr bwMode="auto">
          <a:xfrm>
            <a:off x="175387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6" name="AutoShape 30"/>
          <p:cNvSpPr>
            <a:spLocks/>
          </p:cNvSpPr>
          <p:nvPr/>
        </p:nvSpPr>
        <p:spPr bwMode="auto">
          <a:xfrm>
            <a:off x="175133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24607" name="AutoShape 31"/>
          <p:cNvSpPr>
            <a:spLocks/>
          </p:cNvSpPr>
          <p:nvPr/>
        </p:nvSpPr>
        <p:spPr bwMode="auto">
          <a:xfrm>
            <a:off x="175387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8" name="AutoShape 32"/>
          <p:cNvSpPr>
            <a:spLocks/>
          </p:cNvSpPr>
          <p:nvPr/>
        </p:nvSpPr>
        <p:spPr bwMode="auto">
          <a:xfrm>
            <a:off x="168100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09" name="AutoShape 33"/>
          <p:cNvSpPr>
            <a:spLocks/>
          </p:cNvSpPr>
          <p:nvPr/>
        </p:nvSpPr>
        <p:spPr bwMode="auto">
          <a:xfrm>
            <a:off x="168100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10" name="AutoShape 34"/>
          <p:cNvSpPr>
            <a:spLocks/>
          </p:cNvSpPr>
          <p:nvPr/>
        </p:nvSpPr>
        <p:spPr bwMode="auto">
          <a:xfrm>
            <a:off x="168100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11" name="AutoShape 35"/>
          <p:cNvSpPr>
            <a:spLocks/>
          </p:cNvSpPr>
          <p:nvPr/>
        </p:nvSpPr>
        <p:spPr bwMode="auto">
          <a:xfrm>
            <a:off x="168100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4580"/>
                                        </p:tgtEl>
                                        <p:attrNameLst>
                                          <p:attrName>style.visibility</p:attrName>
                                        </p:attrNameLst>
                                      </p:cBhvr>
                                      <p:to>
                                        <p:strVal val="visible"/>
                                      </p:to>
                                    </p:set>
                                    <p:anim calcmode="lin" valueType="num">
                                      <p:cBhvr additive="base">
                                        <p:cTn id="7" dur="500" fill="hold"/>
                                        <p:tgtEl>
                                          <p:spTgt spid="24580"/>
                                        </p:tgtEl>
                                        <p:attrNameLst>
                                          <p:attrName>ppt_x</p:attrName>
                                        </p:attrNameLst>
                                      </p:cBhvr>
                                      <p:tavLst>
                                        <p:tav tm="0">
                                          <p:val>
                                            <p:strVal val="1+#ppt_w/2"/>
                                          </p:val>
                                        </p:tav>
                                        <p:tav tm="100000">
                                          <p:val>
                                            <p:strVal val="#ppt_x"/>
                                          </p:val>
                                        </p:tav>
                                      </p:tavLst>
                                    </p:anim>
                                    <p:anim calcmode="lin" valueType="num">
                                      <p:cBhvr additive="base">
                                        <p:cTn id="8" dur="500" fill="hold"/>
                                        <p:tgtEl>
                                          <p:spTgt spid="2458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4581"/>
                                        </p:tgtEl>
                                        <p:attrNameLst>
                                          <p:attrName>style.visibility</p:attrName>
                                        </p:attrNameLst>
                                      </p:cBhvr>
                                      <p:to>
                                        <p:strVal val="visible"/>
                                      </p:to>
                                    </p:set>
                                    <p:anim calcmode="lin" valueType="num">
                                      <p:cBhvr additive="base">
                                        <p:cTn id="12" dur="500" fill="hold"/>
                                        <p:tgtEl>
                                          <p:spTgt spid="24581"/>
                                        </p:tgtEl>
                                        <p:attrNameLst>
                                          <p:attrName>ppt_x</p:attrName>
                                        </p:attrNameLst>
                                      </p:cBhvr>
                                      <p:tavLst>
                                        <p:tav tm="0">
                                          <p:val>
                                            <p:strVal val="1+#ppt_w/2"/>
                                          </p:val>
                                        </p:tav>
                                        <p:tav tm="100000">
                                          <p:val>
                                            <p:strVal val="#ppt_x"/>
                                          </p:val>
                                        </p:tav>
                                      </p:tavLst>
                                    </p:anim>
                                    <p:anim calcmode="lin" valueType="num">
                                      <p:cBhvr additive="base">
                                        <p:cTn id="13" dur="500" fill="hold"/>
                                        <p:tgtEl>
                                          <p:spTgt spid="2458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4578"/>
                                        </p:tgtEl>
                                        <p:attrNameLst>
                                          <p:attrName>style.visibility</p:attrName>
                                        </p:attrNameLst>
                                      </p:cBhvr>
                                      <p:to>
                                        <p:strVal val="visible"/>
                                      </p:to>
                                    </p:set>
                                    <p:anim calcmode="lin" valueType="num">
                                      <p:cBhvr additive="base">
                                        <p:cTn id="17" dur="500" fill="hold"/>
                                        <p:tgtEl>
                                          <p:spTgt spid="24578"/>
                                        </p:tgtEl>
                                        <p:attrNameLst>
                                          <p:attrName>ppt_x</p:attrName>
                                        </p:attrNameLst>
                                      </p:cBhvr>
                                      <p:tavLst>
                                        <p:tav tm="0">
                                          <p:val>
                                            <p:strVal val="1+#ppt_w/2"/>
                                          </p:val>
                                        </p:tav>
                                        <p:tav tm="100000">
                                          <p:val>
                                            <p:strVal val="#ppt_x"/>
                                          </p:val>
                                        </p:tav>
                                      </p:tavLst>
                                    </p:anim>
                                    <p:anim calcmode="lin" valueType="num">
                                      <p:cBhvr additive="base">
                                        <p:cTn id="18" dur="500" fill="hold"/>
                                        <p:tgtEl>
                                          <p:spTgt spid="2457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24588"/>
                                        </p:tgtEl>
                                        <p:attrNameLst>
                                          <p:attrName>style.visibility</p:attrName>
                                        </p:attrNameLst>
                                      </p:cBhvr>
                                      <p:to>
                                        <p:strVal val="visible"/>
                                      </p:to>
                                    </p:set>
                                    <p:animEffect transition="in" filter="dissolve">
                                      <p:cBhvr>
                                        <p:cTn id="22" dur="500"/>
                                        <p:tgtEl>
                                          <p:spTgt spid="24588"/>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24589"/>
                                        </p:tgtEl>
                                        <p:attrNameLst>
                                          <p:attrName>style.visibility</p:attrName>
                                        </p:attrNameLst>
                                      </p:cBhvr>
                                      <p:to>
                                        <p:strVal val="visible"/>
                                      </p:to>
                                    </p:set>
                                    <p:animEffect transition="in" filter="dissolve">
                                      <p:cBhvr>
                                        <p:cTn id="26" dur="500"/>
                                        <p:tgtEl>
                                          <p:spTgt spid="24589"/>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24590"/>
                                        </p:tgtEl>
                                        <p:attrNameLst>
                                          <p:attrName>style.visibility</p:attrName>
                                        </p:attrNameLst>
                                      </p:cBhvr>
                                      <p:to>
                                        <p:strVal val="visible"/>
                                      </p:to>
                                    </p:set>
                                    <p:animEffect transition="in" filter="dissolve">
                                      <p:cBhvr>
                                        <p:cTn id="30" dur="500"/>
                                        <p:tgtEl>
                                          <p:spTgt spid="24590"/>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24591"/>
                                        </p:tgtEl>
                                        <p:attrNameLst>
                                          <p:attrName>style.visibility</p:attrName>
                                        </p:attrNameLst>
                                      </p:cBhvr>
                                      <p:to>
                                        <p:strVal val="visible"/>
                                      </p:to>
                                    </p:set>
                                    <p:animEffect transition="in" filter="dissolve">
                                      <p:cBhvr>
                                        <p:cTn id="34" dur="500"/>
                                        <p:tgtEl>
                                          <p:spTgt spid="24591"/>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24592"/>
                                        </p:tgtEl>
                                        <p:attrNameLst>
                                          <p:attrName>style.visibility</p:attrName>
                                        </p:attrNameLst>
                                      </p:cBhvr>
                                      <p:to>
                                        <p:strVal val="visible"/>
                                      </p:to>
                                    </p:set>
                                    <p:animEffect transition="in" filter="dissolve">
                                      <p:cBhvr>
                                        <p:cTn id="38" dur="500"/>
                                        <p:tgtEl>
                                          <p:spTgt spid="24592"/>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24593"/>
                                        </p:tgtEl>
                                        <p:attrNameLst>
                                          <p:attrName>style.visibility</p:attrName>
                                        </p:attrNameLst>
                                      </p:cBhvr>
                                      <p:to>
                                        <p:strVal val="visible"/>
                                      </p:to>
                                    </p:set>
                                    <p:animEffect transition="in" filter="dissolve">
                                      <p:cBhvr>
                                        <p:cTn id="42" dur="500"/>
                                        <p:tgtEl>
                                          <p:spTgt spid="24593"/>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24594"/>
                                        </p:tgtEl>
                                        <p:attrNameLst>
                                          <p:attrName>style.visibility</p:attrName>
                                        </p:attrNameLst>
                                      </p:cBhvr>
                                      <p:to>
                                        <p:strVal val="visible"/>
                                      </p:to>
                                    </p:set>
                                    <p:animEffect transition="in" filter="dissolve">
                                      <p:cBhvr>
                                        <p:cTn id="46" dur="500"/>
                                        <p:tgtEl>
                                          <p:spTgt spid="24594"/>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24595"/>
                                        </p:tgtEl>
                                        <p:attrNameLst>
                                          <p:attrName>style.visibility</p:attrName>
                                        </p:attrNameLst>
                                      </p:cBhvr>
                                      <p:to>
                                        <p:strVal val="visible"/>
                                      </p:to>
                                    </p:set>
                                    <p:animEffect transition="in" filter="dissolve">
                                      <p:cBhvr>
                                        <p:cTn id="50" dur="500"/>
                                        <p:tgtEl>
                                          <p:spTgt spid="24595"/>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24600"/>
                                        </p:tgtEl>
                                        <p:attrNameLst>
                                          <p:attrName>style.visibility</p:attrName>
                                        </p:attrNameLst>
                                      </p:cBhvr>
                                      <p:to>
                                        <p:strVal val="visible"/>
                                      </p:to>
                                    </p:set>
                                    <p:animEffect transition="in" filter="dissolve">
                                      <p:cBhvr>
                                        <p:cTn id="54" dur="500"/>
                                        <p:tgtEl>
                                          <p:spTgt spid="24600"/>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24601"/>
                                        </p:tgtEl>
                                        <p:attrNameLst>
                                          <p:attrName>style.visibility</p:attrName>
                                        </p:attrNameLst>
                                      </p:cBhvr>
                                      <p:to>
                                        <p:strVal val="visible"/>
                                      </p:to>
                                    </p:set>
                                    <p:animEffect transition="in" filter="dissolve">
                                      <p:cBhvr>
                                        <p:cTn id="58" dur="500"/>
                                        <p:tgtEl>
                                          <p:spTgt spid="24601"/>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24602"/>
                                        </p:tgtEl>
                                        <p:attrNameLst>
                                          <p:attrName>style.visibility</p:attrName>
                                        </p:attrNameLst>
                                      </p:cBhvr>
                                      <p:to>
                                        <p:strVal val="visible"/>
                                      </p:to>
                                    </p:set>
                                    <p:animEffect transition="in" filter="dissolve">
                                      <p:cBhvr>
                                        <p:cTn id="62" dur="500"/>
                                        <p:tgtEl>
                                          <p:spTgt spid="24602"/>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24603"/>
                                        </p:tgtEl>
                                        <p:attrNameLst>
                                          <p:attrName>style.visibility</p:attrName>
                                        </p:attrNameLst>
                                      </p:cBhvr>
                                      <p:to>
                                        <p:strVal val="visible"/>
                                      </p:to>
                                    </p:set>
                                    <p:animEffect transition="in" filter="dissolve">
                                      <p:cBhvr>
                                        <p:cTn id="66" dur="500"/>
                                        <p:tgtEl>
                                          <p:spTgt spid="24603"/>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24604"/>
                                        </p:tgtEl>
                                        <p:attrNameLst>
                                          <p:attrName>style.visibility</p:attrName>
                                        </p:attrNameLst>
                                      </p:cBhvr>
                                      <p:to>
                                        <p:strVal val="visible"/>
                                      </p:to>
                                    </p:set>
                                    <p:animEffect transition="in" filter="dissolve">
                                      <p:cBhvr>
                                        <p:cTn id="70" dur="500"/>
                                        <p:tgtEl>
                                          <p:spTgt spid="24604"/>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24605"/>
                                        </p:tgtEl>
                                        <p:attrNameLst>
                                          <p:attrName>style.visibility</p:attrName>
                                        </p:attrNameLst>
                                      </p:cBhvr>
                                      <p:to>
                                        <p:strVal val="visible"/>
                                      </p:to>
                                    </p:set>
                                    <p:animEffect transition="in" filter="dissolve">
                                      <p:cBhvr>
                                        <p:cTn id="74" dur="500"/>
                                        <p:tgtEl>
                                          <p:spTgt spid="24605"/>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24606"/>
                                        </p:tgtEl>
                                        <p:attrNameLst>
                                          <p:attrName>style.visibility</p:attrName>
                                        </p:attrNameLst>
                                      </p:cBhvr>
                                      <p:to>
                                        <p:strVal val="visible"/>
                                      </p:to>
                                    </p:set>
                                    <p:animEffect transition="in" filter="dissolve">
                                      <p:cBhvr>
                                        <p:cTn id="78" dur="500"/>
                                        <p:tgtEl>
                                          <p:spTgt spid="24606"/>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24607"/>
                                        </p:tgtEl>
                                        <p:attrNameLst>
                                          <p:attrName>style.visibility</p:attrName>
                                        </p:attrNameLst>
                                      </p:cBhvr>
                                      <p:to>
                                        <p:strVal val="visible"/>
                                      </p:to>
                                    </p:set>
                                    <p:animEffect transition="in" filter="dissolve">
                                      <p:cBhvr>
                                        <p:cTn id="82" dur="500"/>
                                        <p:tgtEl>
                                          <p:spTgt spid="24607"/>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24596"/>
                                        </p:tgtEl>
                                        <p:attrNameLst>
                                          <p:attrName>style.visibility</p:attrName>
                                        </p:attrNameLst>
                                      </p:cBhvr>
                                      <p:to>
                                        <p:strVal val="visible"/>
                                      </p:to>
                                    </p:set>
                                    <p:animEffect transition="in" filter="dissolve">
                                      <p:cBhvr>
                                        <p:cTn id="86" dur="500"/>
                                        <p:tgtEl>
                                          <p:spTgt spid="24596"/>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24597"/>
                                        </p:tgtEl>
                                        <p:attrNameLst>
                                          <p:attrName>style.visibility</p:attrName>
                                        </p:attrNameLst>
                                      </p:cBhvr>
                                      <p:to>
                                        <p:strVal val="visible"/>
                                      </p:to>
                                    </p:set>
                                    <p:animEffect transition="in" filter="dissolve">
                                      <p:cBhvr>
                                        <p:cTn id="90" dur="500"/>
                                        <p:tgtEl>
                                          <p:spTgt spid="24597"/>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24598"/>
                                        </p:tgtEl>
                                        <p:attrNameLst>
                                          <p:attrName>style.visibility</p:attrName>
                                        </p:attrNameLst>
                                      </p:cBhvr>
                                      <p:to>
                                        <p:strVal val="visible"/>
                                      </p:to>
                                    </p:set>
                                    <p:animEffect transition="in" filter="dissolve">
                                      <p:cBhvr>
                                        <p:cTn id="94" dur="500"/>
                                        <p:tgtEl>
                                          <p:spTgt spid="24598"/>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24599"/>
                                        </p:tgtEl>
                                        <p:attrNameLst>
                                          <p:attrName>style.visibility</p:attrName>
                                        </p:attrNameLst>
                                      </p:cBhvr>
                                      <p:to>
                                        <p:strVal val="visible"/>
                                      </p:to>
                                    </p:set>
                                    <p:animEffect transition="in" filter="dissolve">
                                      <p:cBhvr>
                                        <p:cTn id="98" dur="500"/>
                                        <p:tgtEl>
                                          <p:spTgt spid="24599"/>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24608"/>
                                        </p:tgtEl>
                                        <p:attrNameLst>
                                          <p:attrName>style.visibility</p:attrName>
                                        </p:attrNameLst>
                                      </p:cBhvr>
                                      <p:to>
                                        <p:strVal val="visible"/>
                                      </p:to>
                                    </p:set>
                                    <p:animEffect transition="in" filter="dissolve">
                                      <p:cBhvr>
                                        <p:cTn id="102" dur="500"/>
                                        <p:tgtEl>
                                          <p:spTgt spid="24608"/>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24609"/>
                                        </p:tgtEl>
                                        <p:attrNameLst>
                                          <p:attrName>style.visibility</p:attrName>
                                        </p:attrNameLst>
                                      </p:cBhvr>
                                      <p:to>
                                        <p:strVal val="visible"/>
                                      </p:to>
                                    </p:set>
                                    <p:animEffect transition="in" filter="dissolve">
                                      <p:cBhvr>
                                        <p:cTn id="106" dur="500"/>
                                        <p:tgtEl>
                                          <p:spTgt spid="24609"/>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24610"/>
                                        </p:tgtEl>
                                        <p:attrNameLst>
                                          <p:attrName>style.visibility</p:attrName>
                                        </p:attrNameLst>
                                      </p:cBhvr>
                                      <p:to>
                                        <p:strVal val="visible"/>
                                      </p:to>
                                    </p:set>
                                    <p:animEffect transition="in" filter="dissolve">
                                      <p:cBhvr>
                                        <p:cTn id="110" dur="500"/>
                                        <p:tgtEl>
                                          <p:spTgt spid="24610"/>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24611"/>
                                        </p:tgtEl>
                                        <p:attrNameLst>
                                          <p:attrName>style.visibility</p:attrName>
                                        </p:attrNameLst>
                                      </p:cBhvr>
                                      <p:to>
                                        <p:strVal val="visible"/>
                                      </p:to>
                                    </p:set>
                                    <p:animEffect transition="in" filter="dissolve">
                                      <p:cBhvr>
                                        <p:cTn id="114" dur="500"/>
                                        <p:tgtEl>
                                          <p:spTgt spid="246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8" grpId="0" autoUpdateAnimBg="0"/>
      <p:bldP spid="24580" grpId="0" autoUpdateAnimBg="0"/>
      <p:bldP spid="24581" grpId="0" autoUpdateAnimBg="0"/>
      <p:bldP spid="24588" grpId="0" autoUpdateAnimBg="0"/>
      <p:bldP spid="24589" grpId="0" autoUpdateAnimBg="0"/>
      <p:bldP spid="24590" grpId="0" autoUpdateAnimBg="0"/>
      <p:bldP spid="24591" grpId="0" autoUpdateAnimBg="0"/>
      <p:bldP spid="24592" grpId="0" autoUpdateAnimBg="0"/>
      <p:bldP spid="24593" grpId="0" autoUpdateAnimBg="0"/>
      <p:bldP spid="24594" grpId="0" autoUpdateAnimBg="0"/>
      <p:bldP spid="24595" grpId="0" autoUpdateAnimBg="0"/>
      <p:bldP spid="24600" grpId="0" autoUpdateAnimBg="0"/>
      <p:bldP spid="24601" grpId="0" autoUpdateAnimBg="0"/>
      <p:bldP spid="24602" grpId="0" autoUpdateAnimBg="0"/>
      <p:bldP spid="24603" grpId="0" autoUpdateAnimBg="0"/>
      <p:bldP spid="24604" grpId="0" autoUpdateAnimBg="0"/>
      <p:bldP spid="24605" grpId="0" autoUpdateAnimBg="0"/>
      <p:bldP spid="24606" grpId="0" autoUpdateAnimBg="0"/>
      <p:bldP spid="24607" grpId="0" autoUpdateAnimBg="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AutoShape 1"/>
          <p:cNvSpPr>
            <a:spLocks/>
          </p:cNvSpPr>
          <p:nvPr/>
        </p:nvSpPr>
        <p:spPr bwMode="auto">
          <a:xfrm>
            <a:off x="16176625" y="4635500"/>
            <a:ext cx="3889375" cy="963613"/>
          </a:xfrm>
          <a:prstGeom prst="rightArrow">
            <a:avLst>
              <a:gd name="adj1" fmla="val 100000"/>
              <a:gd name="adj2" fmla="val 43165"/>
            </a:avLst>
          </a:prstGeom>
          <a:solidFill>
            <a:srgbClr val="46C1A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2" name="AutoShape 2"/>
          <p:cNvSpPr>
            <a:spLocks/>
          </p:cNvSpPr>
          <p:nvPr/>
        </p:nvSpPr>
        <p:spPr bwMode="auto">
          <a:xfrm>
            <a:off x="12984163" y="4635500"/>
            <a:ext cx="3889375" cy="963613"/>
          </a:xfrm>
          <a:prstGeom prst="rightArrow">
            <a:avLst>
              <a:gd name="adj1" fmla="val 100000"/>
              <a:gd name="adj2" fmla="val 43165"/>
            </a:avLst>
          </a:prstGeom>
          <a:solidFill>
            <a:schemeClr val="accent6"/>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3" name="AutoShape 3"/>
          <p:cNvSpPr>
            <a:spLocks/>
          </p:cNvSpPr>
          <p:nvPr/>
        </p:nvSpPr>
        <p:spPr bwMode="auto">
          <a:xfrm>
            <a:off x="9820275" y="4635500"/>
            <a:ext cx="3889375" cy="963613"/>
          </a:xfrm>
          <a:prstGeom prst="rightArrow">
            <a:avLst>
              <a:gd name="adj1" fmla="val 100000"/>
              <a:gd name="adj2" fmla="val 43165"/>
            </a:avLst>
          </a:prstGeom>
          <a:solidFill>
            <a:srgbClr val="46C1A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4" name="AutoShape 4"/>
          <p:cNvSpPr>
            <a:spLocks/>
          </p:cNvSpPr>
          <p:nvPr/>
        </p:nvSpPr>
        <p:spPr bwMode="auto">
          <a:xfrm>
            <a:off x="6627813" y="4635500"/>
            <a:ext cx="3889375" cy="963613"/>
          </a:xfrm>
          <a:prstGeom prst="rightArrow">
            <a:avLst>
              <a:gd name="adj1" fmla="val 100000"/>
              <a:gd name="adj2" fmla="val 43165"/>
            </a:avLst>
          </a:prstGeom>
          <a:solidFill>
            <a:schemeClr val="accent6"/>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5" name="AutoShape 5"/>
          <p:cNvSpPr>
            <a:spLocks/>
          </p:cNvSpPr>
          <p:nvPr/>
        </p:nvSpPr>
        <p:spPr bwMode="auto">
          <a:xfrm>
            <a:off x="3611563" y="4635500"/>
            <a:ext cx="3889375" cy="963613"/>
          </a:xfrm>
          <a:prstGeom prst="rightArrow">
            <a:avLst>
              <a:gd name="adj1" fmla="val 100000"/>
              <a:gd name="adj2" fmla="val 43165"/>
            </a:avLst>
          </a:prstGeom>
          <a:solidFill>
            <a:srgbClr val="46C1A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sp>
        <p:nvSpPr>
          <p:cNvPr id="25606" name="AutoShape 6"/>
          <p:cNvSpPr>
            <a:spLocks/>
          </p:cNvSpPr>
          <p:nvPr/>
        </p:nvSpPr>
        <p:spPr bwMode="auto">
          <a:xfrm>
            <a:off x="4098925" y="4851400"/>
            <a:ext cx="27051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First Process</a:t>
            </a:r>
            <a:endParaRPr lang="es-ES">
              <a:ea typeface="ＭＳ Ｐゴシック" charset="0"/>
            </a:endParaRPr>
          </a:p>
        </p:txBody>
      </p:sp>
      <p:sp>
        <p:nvSpPr>
          <p:cNvPr id="25607" name="AutoShape 7"/>
          <p:cNvSpPr>
            <a:spLocks/>
          </p:cNvSpPr>
          <p:nvPr/>
        </p:nvSpPr>
        <p:spPr bwMode="auto">
          <a:xfrm>
            <a:off x="7653338" y="48514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Second Process</a:t>
            </a:r>
            <a:endParaRPr lang="es-ES">
              <a:ea typeface="ＭＳ Ｐゴシック" charset="0"/>
            </a:endParaRPr>
          </a:p>
        </p:txBody>
      </p:sp>
      <p:sp>
        <p:nvSpPr>
          <p:cNvPr id="25608" name="AutoShape 8"/>
          <p:cNvSpPr>
            <a:spLocks/>
          </p:cNvSpPr>
          <p:nvPr/>
        </p:nvSpPr>
        <p:spPr bwMode="auto">
          <a:xfrm>
            <a:off x="10742613" y="48514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Third Process</a:t>
            </a:r>
            <a:endParaRPr lang="es-ES">
              <a:ea typeface="ＭＳ Ｐゴシック" charset="0"/>
            </a:endParaRPr>
          </a:p>
        </p:txBody>
      </p:sp>
      <p:sp>
        <p:nvSpPr>
          <p:cNvPr id="25609" name="AutoShape 9"/>
          <p:cNvSpPr>
            <a:spLocks/>
          </p:cNvSpPr>
          <p:nvPr/>
        </p:nvSpPr>
        <p:spPr bwMode="auto">
          <a:xfrm>
            <a:off x="13862050" y="48514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Fourt Process</a:t>
            </a:r>
            <a:endParaRPr lang="es-ES">
              <a:ea typeface="ＭＳ Ｐゴシック" charset="0"/>
            </a:endParaRPr>
          </a:p>
        </p:txBody>
      </p:sp>
      <p:sp>
        <p:nvSpPr>
          <p:cNvPr id="25610" name="AutoShape 10"/>
          <p:cNvSpPr>
            <a:spLocks/>
          </p:cNvSpPr>
          <p:nvPr/>
        </p:nvSpPr>
        <p:spPr bwMode="auto">
          <a:xfrm>
            <a:off x="17098963" y="48514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Final Process</a:t>
            </a:r>
            <a:endParaRPr lang="es-ES">
              <a:ea typeface="ＭＳ Ｐゴシック" charset="0"/>
            </a:endParaRPr>
          </a:p>
        </p:txBody>
      </p:sp>
      <p:sp>
        <p:nvSpPr>
          <p:cNvPr id="25611" name="AutoShape 1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12" name="AutoShape 12"/>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6C164DA-0595-44C7-A6E7-1C935CFF8F8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23</a:t>
            </a:fld>
            <a:endParaRPr lang="es-ES" altLang="en-US"/>
          </a:p>
        </p:txBody>
      </p:sp>
      <p:sp>
        <p:nvSpPr>
          <p:cNvPr id="25613" name="AutoShape 13"/>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Double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Arrow</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Process</a:t>
            </a:r>
            <a:endParaRPr lang="es-ES" dirty="0">
              <a:solidFill>
                <a:schemeClr val="bg1">
                  <a:lumMod val="95000"/>
                </a:schemeClr>
              </a:solidFill>
              <a:ea typeface="ＭＳ Ｐゴシック" charset="0"/>
            </a:endParaRPr>
          </a:p>
        </p:txBody>
      </p:sp>
      <p:sp>
        <p:nvSpPr>
          <p:cNvPr id="25614" name="AutoShape 14"/>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5615" name="AutoShape 15"/>
          <p:cNvSpPr>
            <a:spLocks/>
          </p:cNvSpPr>
          <p:nvPr/>
        </p:nvSpPr>
        <p:spPr bwMode="auto">
          <a:xfrm>
            <a:off x="2376488" y="4291013"/>
            <a:ext cx="1587500" cy="1625600"/>
          </a:xfrm>
          <a:custGeom>
            <a:avLst/>
            <a:gdLst>
              <a:gd name="T0" fmla="*/ 793710 w 19679"/>
              <a:gd name="T1" fmla="*/ 892143 h 19679"/>
              <a:gd name="T2" fmla="*/ 793710 w 19679"/>
              <a:gd name="T3" fmla="*/ 892143 h 19679"/>
              <a:gd name="T4" fmla="*/ 793710 w 19679"/>
              <a:gd name="T5" fmla="*/ 892143 h 19679"/>
              <a:gd name="T6" fmla="*/ 793710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a:noFill/>
          </a:ln>
          <a:effectLst/>
          <a:extLst/>
        </p:spPr>
        <p:txBody>
          <a:bodyPr lIns="0" tIns="0" rIns="0" bIns="0" anchor="ctr"/>
          <a:lstStyle/>
          <a:p>
            <a:endParaRPr lang="en-US"/>
          </a:p>
        </p:txBody>
      </p:sp>
      <p:sp>
        <p:nvSpPr>
          <p:cNvPr id="25616" name="AutoShape 16"/>
          <p:cNvSpPr>
            <a:spLocks/>
          </p:cNvSpPr>
          <p:nvPr/>
        </p:nvSpPr>
        <p:spPr bwMode="auto">
          <a:xfrm>
            <a:off x="20478750" y="4291013"/>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5617" name="AutoShape 17"/>
          <p:cNvSpPr>
            <a:spLocks/>
          </p:cNvSpPr>
          <p:nvPr/>
        </p:nvSpPr>
        <p:spPr bwMode="auto">
          <a:xfrm>
            <a:off x="16176625" y="8369300"/>
            <a:ext cx="3889375" cy="963613"/>
          </a:xfrm>
          <a:prstGeom prst="rightArrow">
            <a:avLst>
              <a:gd name="adj1" fmla="val 100000"/>
              <a:gd name="adj2" fmla="val 43165"/>
            </a:avLst>
          </a:prstGeom>
          <a:solidFill>
            <a:schemeClr val="accent6"/>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18" name="AutoShape 18"/>
          <p:cNvSpPr>
            <a:spLocks/>
          </p:cNvSpPr>
          <p:nvPr/>
        </p:nvSpPr>
        <p:spPr bwMode="auto">
          <a:xfrm>
            <a:off x="12984163" y="8369300"/>
            <a:ext cx="3889375" cy="963613"/>
          </a:xfrm>
          <a:prstGeom prst="rightArrow">
            <a:avLst>
              <a:gd name="adj1" fmla="val 100000"/>
              <a:gd name="adj2" fmla="val 43165"/>
            </a:avLst>
          </a:prstGeom>
          <a:solidFill>
            <a:srgbClr val="46C1A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19" name="AutoShape 19"/>
          <p:cNvSpPr>
            <a:spLocks/>
          </p:cNvSpPr>
          <p:nvPr/>
        </p:nvSpPr>
        <p:spPr bwMode="auto">
          <a:xfrm>
            <a:off x="9820275" y="8369300"/>
            <a:ext cx="3889375" cy="963613"/>
          </a:xfrm>
          <a:prstGeom prst="rightArrow">
            <a:avLst>
              <a:gd name="adj1" fmla="val 100000"/>
              <a:gd name="adj2" fmla="val 43165"/>
            </a:avLst>
          </a:prstGeom>
          <a:solidFill>
            <a:schemeClr val="accent6"/>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20" name="AutoShape 20"/>
          <p:cNvSpPr>
            <a:spLocks/>
          </p:cNvSpPr>
          <p:nvPr/>
        </p:nvSpPr>
        <p:spPr bwMode="auto">
          <a:xfrm>
            <a:off x="6627813" y="8369300"/>
            <a:ext cx="3889375" cy="963613"/>
          </a:xfrm>
          <a:prstGeom prst="rightArrow">
            <a:avLst>
              <a:gd name="adj1" fmla="val 100000"/>
              <a:gd name="adj2" fmla="val 43165"/>
            </a:avLst>
          </a:prstGeom>
          <a:solidFill>
            <a:srgbClr val="46C1A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21" name="AutoShape 21"/>
          <p:cNvSpPr>
            <a:spLocks/>
          </p:cNvSpPr>
          <p:nvPr/>
        </p:nvSpPr>
        <p:spPr bwMode="auto">
          <a:xfrm>
            <a:off x="3611563" y="8369300"/>
            <a:ext cx="3889375" cy="963613"/>
          </a:xfrm>
          <a:prstGeom prst="rightArrow">
            <a:avLst>
              <a:gd name="adj1" fmla="val 100000"/>
              <a:gd name="adj2" fmla="val 43165"/>
            </a:avLst>
          </a:prstGeom>
          <a:solidFill>
            <a:schemeClr val="accent6"/>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sp>
        <p:nvSpPr>
          <p:cNvPr id="25622" name="AutoShape 22"/>
          <p:cNvSpPr>
            <a:spLocks/>
          </p:cNvSpPr>
          <p:nvPr/>
        </p:nvSpPr>
        <p:spPr bwMode="auto">
          <a:xfrm>
            <a:off x="2433638" y="8037513"/>
            <a:ext cx="1587500" cy="1625600"/>
          </a:xfrm>
          <a:custGeom>
            <a:avLst/>
            <a:gdLst>
              <a:gd name="T0" fmla="*/ 793710 w 19679"/>
              <a:gd name="T1" fmla="*/ 892143 h 19679"/>
              <a:gd name="T2" fmla="*/ 793710 w 19679"/>
              <a:gd name="T3" fmla="*/ 892143 h 19679"/>
              <a:gd name="T4" fmla="*/ 793710 w 19679"/>
              <a:gd name="T5" fmla="*/ 892143 h 19679"/>
              <a:gd name="T6" fmla="*/ 793710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5623" name="AutoShape 23"/>
          <p:cNvSpPr>
            <a:spLocks/>
          </p:cNvSpPr>
          <p:nvPr/>
        </p:nvSpPr>
        <p:spPr bwMode="auto">
          <a:xfrm>
            <a:off x="20532725" y="8037513"/>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5624" name="AutoShape 24"/>
          <p:cNvSpPr>
            <a:spLocks/>
          </p:cNvSpPr>
          <p:nvPr/>
        </p:nvSpPr>
        <p:spPr bwMode="auto">
          <a:xfrm>
            <a:off x="4098925" y="8585200"/>
            <a:ext cx="27051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First Process</a:t>
            </a:r>
            <a:endParaRPr lang="es-ES">
              <a:ea typeface="ＭＳ Ｐゴシック" charset="0"/>
            </a:endParaRPr>
          </a:p>
        </p:txBody>
      </p:sp>
      <p:sp>
        <p:nvSpPr>
          <p:cNvPr id="25625" name="AutoShape 25"/>
          <p:cNvSpPr>
            <a:spLocks/>
          </p:cNvSpPr>
          <p:nvPr/>
        </p:nvSpPr>
        <p:spPr bwMode="auto">
          <a:xfrm>
            <a:off x="7653338" y="85852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Second Process</a:t>
            </a:r>
            <a:endParaRPr lang="es-ES">
              <a:ea typeface="ＭＳ Ｐゴシック" charset="0"/>
            </a:endParaRPr>
          </a:p>
        </p:txBody>
      </p:sp>
      <p:sp>
        <p:nvSpPr>
          <p:cNvPr id="25626" name="AutoShape 26"/>
          <p:cNvSpPr>
            <a:spLocks/>
          </p:cNvSpPr>
          <p:nvPr/>
        </p:nvSpPr>
        <p:spPr bwMode="auto">
          <a:xfrm>
            <a:off x="10742613" y="85852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Third Process</a:t>
            </a:r>
            <a:endParaRPr lang="es-ES">
              <a:ea typeface="ＭＳ Ｐゴシック" charset="0"/>
            </a:endParaRPr>
          </a:p>
        </p:txBody>
      </p:sp>
      <p:sp>
        <p:nvSpPr>
          <p:cNvPr id="25627" name="AutoShape 27"/>
          <p:cNvSpPr>
            <a:spLocks/>
          </p:cNvSpPr>
          <p:nvPr/>
        </p:nvSpPr>
        <p:spPr bwMode="auto">
          <a:xfrm>
            <a:off x="13862050" y="85852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Fourt Process</a:t>
            </a:r>
            <a:endParaRPr lang="es-ES">
              <a:ea typeface="ＭＳ Ｐゴシック" charset="0"/>
            </a:endParaRPr>
          </a:p>
        </p:txBody>
      </p:sp>
      <p:sp>
        <p:nvSpPr>
          <p:cNvPr id="25628" name="AutoShape 28"/>
          <p:cNvSpPr>
            <a:spLocks/>
          </p:cNvSpPr>
          <p:nvPr/>
        </p:nvSpPr>
        <p:spPr bwMode="auto">
          <a:xfrm>
            <a:off x="17098963" y="85852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Final Process</a:t>
            </a:r>
            <a:endParaRPr lang="es-ES">
              <a:ea typeface="ＭＳ Ｐゴシック" charset="0"/>
            </a:endParaRPr>
          </a:p>
        </p:txBody>
      </p:sp>
      <p:sp>
        <p:nvSpPr>
          <p:cNvPr id="25629" name="AutoShape 29"/>
          <p:cNvSpPr>
            <a:spLocks/>
          </p:cNvSpPr>
          <p:nvPr/>
        </p:nvSpPr>
        <p:spPr bwMode="auto">
          <a:xfrm>
            <a:off x="20948650" y="4752975"/>
            <a:ext cx="698500" cy="736600"/>
          </a:xfrm>
          <a:custGeom>
            <a:avLst/>
            <a:gdLst>
              <a:gd name="T0" fmla="*/ 349250 w 21600"/>
              <a:gd name="T1" fmla="*/ 368300 h 21600"/>
              <a:gd name="T2" fmla="*/ 349250 w 21600"/>
              <a:gd name="T3" fmla="*/ 368300 h 21600"/>
              <a:gd name="T4" fmla="*/ 349250 w 21600"/>
              <a:gd name="T5" fmla="*/ 368300 h 21600"/>
              <a:gd name="T6" fmla="*/ 3492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6949"/>
                </a:moveTo>
                <a:cubicBezTo>
                  <a:pt x="21599" y="7542"/>
                  <a:pt x="21407" y="8153"/>
                  <a:pt x="21017" y="8781"/>
                </a:cubicBezTo>
                <a:cubicBezTo>
                  <a:pt x="20627"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29" y="8029"/>
                  <a:pt x="19330" y="7709"/>
                </a:cubicBezTo>
                <a:cubicBezTo>
                  <a:pt x="19530" y="7389"/>
                  <a:pt x="19629" y="7137"/>
                  <a:pt x="19629" y="6949"/>
                </a:cubicBezTo>
                <a:lnTo>
                  <a:pt x="19629" y="541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0" name="AutoShape 30"/>
          <p:cNvSpPr>
            <a:spLocks/>
          </p:cNvSpPr>
          <p:nvPr/>
        </p:nvSpPr>
        <p:spPr bwMode="auto">
          <a:xfrm>
            <a:off x="20945475" y="8629650"/>
            <a:ext cx="749300" cy="533400"/>
          </a:xfrm>
          <a:custGeom>
            <a:avLst/>
            <a:gdLst>
              <a:gd name="T0" fmla="*/ 374650 w 21600"/>
              <a:gd name="T1" fmla="*/ 266700 h 21600"/>
              <a:gd name="T2" fmla="*/ 374650 w 21600"/>
              <a:gd name="T3" fmla="*/ 266700 h 21600"/>
              <a:gd name="T4" fmla="*/ 374650 w 21600"/>
              <a:gd name="T5" fmla="*/ 266700 h 21600"/>
              <a:gd name="T6" fmla="*/ 374650 w 21600"/>
              <a:gd name="T7" fmla="*/ 266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1" name="AutoShape 31"/>
          <p:cNvSpPr>
            <a:spLocks/>
          </p:cNvSpPr>
          <p:nvPr/>
        </p:nvSpPr>
        <p:spPr bwMode="auto">
          <a:xfrm>
            <a:off x="2873375" y="4787900"/>
            <a:ext cx="698500" cy="571500"/>
          </a:xfrm>
          <a:custGeom>
            <a:avLst/>
            <a:gdLst>
              <a:gd name="T0" fmla="*/ 349250 w 21600"/>
              <a:gd name="T1" fmla="*/ 285750 h 21600"/>
              <a:gd name="T2" fmla="*/ 349250 w 21600"/>
              <a:gd name="T3" fmla="*/ 285750 h 21600"/>
              <a:gd name="T4" fmla="*/ 349250 w 21600"/>
              <a:gd name="T5" fmla="*/ 285750 h 21600"/>
              <a:gd name="T6" fmla="*/ 349250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2" name="AutoShape 32"/>
          <p:cNvSpPr>
            <a:spLocks/>
          </p:cNvSpPr>
          <p:nvPr/>
        </p:nvSpPr>
        <p:spPr bwMode="auto">
          <a:xfrm>
            <a:off x="2871788" y="8513763"/>
            <a:ext cx="698500" cy="698500"/>
          </a:xfrm>
          <a:custGeom>
            <a:avLst/>
            <a:gdLst>
              <a:gd name="T0" fmla="*/ 349250 w 21564"/>
              <a:gd name="T1" fmla="*/ 349250 h 21600"/>
              <a:gd name="T2" fmla="*/ 349250 w 21564"/>
              <a:gd name="T3" fmla="*/ 349250 h 21600"/>
              <a:gd name="T4" fmla="*/ 349250 w 21564"/>
              <a:gd name="T5" fmla="*/ 349250 h 21600"/>
              <a:gd name="T6" fmla="*/ 349250 w 21564"/>
              <a:gd name="T7" fmla="*/ 349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lnTo>
                  <a:pt x="20680" y="3130"/>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3" name="AutoShape 33"/>
          <p:cNvSpPr>
            <a:spLocks/>
          </p:cNvSpPr>
          <p:nvPr/>
        </p:nvSpPr>
        <p:spPr bwMode="auto">
          <a:xfrm>
            <a:off x="2247900" y="10315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5634" name="AutoShape 34"/>
          <p:cNvSpPr>
            <a:spLocks/>
          </p:cNvSpPr>
          <p:nvPr/>
        </p:nvSpPr>
        <p:spPr bwMode="auto">
          <a:xfrm>
            <a:off x="9372600" y="97663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5635" name="AutoShape 35"/>
          <p:cNvSpPr>
            <a:spLocks/>
          </p:cNvSpPr>
          <p:nvPr/>
        </p:nvSpPr>
        <p:spPr bwMode="auto">
          <a:xfrm>
            <a:off x="2247900" y="65817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5636" name="AutoShape 36"/>
          <p:cNvSpPr>
            <a:spLocks/>
          </p:cNvSpPr>
          <p:nvPr/>
        </p:nvSpPr>
        <p:spPr bwMode="auto">
          <a:xfrm>
            <a:off x="9372600" y="60325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5637" name="AutoShape 37"/>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5613"/>
                                        </p:tgtEl>
                                        <p:attrNameLst>
                                          <p:attrName>style.visibility</p:attrName>
                                        </p:attrNameLst>
                                      </p:cBhvr>
                                      <p:to>
                                        <p:strVal val="visible"/>
                                      </p:to>
                                    </p:set>
                                    <p:anim calcmode="lin" valueType="num">
                                      <p:cBhvr additive="base">
                                        <p:cTn id="7" dur="500" fill="hold"/>
                                        <p:tgtEl>
                                          <p:spTgt spid="25613"/>
                                        </p:tgtEl>
                                        <p:attrNameLst>
                                          <p:attrName>ppt_x</p:attrName>
                                        </p:attrNameLst>
                                      </p:cBhvr>
                                      <p:tavLst>
                                        <p:tav tm="0">
                                          <p:val>
                                            <p:strVal val="1+#ppt_w/2"/>
                                          </p:val>
                                        </p:tav>
                                        <p:tav tm="100000">
                                          <p:val>
                                            <p:strVal val="#ppt_x"/>
                                          </p:val>
                                        </p:tav>
                                      </p:tavLst>
                                    </p:anim>
                                    <p:anim calcmode="lin" valueType="num">
                                      <p:cBhvr additive="base">
                                        <p:cTn id="8" dur="500" fill="hold"/>
                                        <p:tgtEl>
                                          <p:spTgt spid="2561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5614"/>
                                        </p:tgtEl>
                                        <p:attrNameLst>
                                          <p:attrName>style.visibility</p:attrName>
                                        </p:attrNameLst>
                                      </p:cBhvr>
                                      <p:to>
                                        <p:strVal val="visible"/>
                                      </p:to>
                                    </p:set>
                                    <p:anim calcmode="lin" valueType="num">
                                      <p:cBhvr additive="base">
                                        <p:cTn id="12" dur="500" fill="hold"/>
                                        <p:tgtEl>
                                          <p:spTgt spid="25614"/>
                                        </p:tgtEl>
                                        <p:attrNameLst>
                                          <p:attrName>ppt_x</p:attrName>
                                        </p:attrNameLst>
                                      </p:cBhvr>
                                      <p:tavLst>
                                        <p:tav tm="0">
                                          <p:val>
                                            <p:strVal val="1+#ppt_w/2"/>
                                          </p:val>
                                        </p:tav>
                                        <p:tav tm="100000">
                                          <p:val>
                                            <p:strVal val="#ppt_x"/>
                                          </p:val>
                                        </p:tav>
                                      </p:tavLst>
                                    </p:anim>
                                    <p:anim calcmode="lin" valueType="num">
                                      <p:cBhvr additive="base">
                                        <p:cTn id="13" dur="500" fill="hold"/>
                                        <p:tgtEl>
                                          <p:spTgt spid="2561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25634"/>
                                        </p:tgtEl>
                                        <p:attrNameLst>
                                          <p:attrName>style.visibility</p:attrName>
                                        </p:attrNameLst>
                                      </p:cBhvr>
                                      <p:to>
                                        <p:strVal val="visible"/>
                                      </p:to>
                                    </p:set>
                                    <p:animEffect transition="in" filter="wipe(left)">
                                      <p:cBhvr>
                                        <p:cTn id="17" dur="500"/>
                                        <p:tgtEl>
                                          <p:spTgt spid="25634"/>
                                        </p:tgtEl>
                                      </p:cBhvr>
                                    </p:animEffect>
                                  </p:childTnLst>
                                </p:cTn>
                              </p:par>
                            </p:childTnLst>
                          </p:cTn>
                        </p:par>
                        <p:par>
                          <p:cTn id="18" fill="hold" nodeType="afterGroup">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5633"/>
                                        </p:tgtEl>
                                        <p:attrNameLst>
                                          <p:attrName>style.visibility</p:attrName>
                                        </p:attrNameLst>
                                      </p:cBhvr>
                                      <p:to>
                                        <p:strVal val="visible"/>
                                      </p:to>
                                    </p:set>
                                    <p:animEffect transition="in" filter="wipe(left)">
                                      <p:cBhvr>
                                        <p:cTn id="21" dur="500"/>
                                        <p:tgtEl>
                                          <p:spTgt spid="25633"/>
                                        </p:tgtEl>
                                      </p:cBhvr>
                                    </p:animEffect>
                                  </p:childTnLst>
                                </p:cTn>
                              </p:par>
                            </p:childTnLst>
                          </p:cTn>
                        </p:par>
                        <p:par>
                          <p:cTn id="22" fill="hold" nodeType="afterGroup">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25636"/>
                                        </p:tgtEl>
                                        <p:attrNameLst>
                                          <p:attrName>style.visibility</p:attrName>
                                        </p:attrNameLst>
                                      </p:cBhvr>
                                      <p:to>
                                        <p:strVal val="visible"/>
                                      </p:to>
                                    </p:set>
                                    <p:animEffect transition="in" filter="wipe(left)">
                                      <p:cBhvr>
                                        <p:cTn id="25" dur="500"/>
                                        <p:tgtEl>
                                          <p:spTgt spid="25636"/>
                                        </p:tgtEl>
                                      </p:cBhvr>
                                    </p:animEffect>
                                  </p:childTnLst>
                                </p:cTn>
                              </p:par>
                            </p:childTnLst>
                          </p:cTn>
                        </p:par>
                        <p:par>
                          <p:cTn id="26" fill="hold" nodeType="afterGroup">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25635"/>
                                        </p:tgtEl>
                                        <p:attrNameLst>
                                          <p:attrName>style.visibility</p:attrName>
                                        </p:attrNameLst>
                                      </p:cBhvr>
                                      <p:to>
                                        <p:strVal val="visible"/>
                                      </p:to>
                                    </p:set>
                                    <p:animEffect transition="in" filter="wipe(left)">
                                      <p:cBhvr>
                                        <p:cTn id="29" dur="500"/>
                                        <p:tgtEl>
                                          <p:spTgt spid="25635"/>
                                        </p:tgtEl>
                                      </p:cBhvr>
                                    </p:animEffect>
                                  </p:childTnLst>
                                </p:cTn>
                              </p:par>
                            </p:childTnLst>
                          </p:cTn>
                        </p:par>
                        <p:par>
                          <p:cTn id="30" fill="hold" nodeType="afterGroup">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25601"/>
                                        </p:tgtEl>
                                        <p:attrNameLst>
                                          <p:attrName>style.visibility</p:attrName>
                                        </p:attrNameLst>
                                      </p:cBhvr>
                                      <p:to>
                                        <p:strVal val="visible"/>
                                      </p:to>
                                    </p:set>
                                    <p:animEffect transition="in" filter="wipe(left)">
                                      <p:cBhvr>
                                        <p:cTn id="33" dur="500"/>
                                        <p:tgtEl>
                                          <p:spTgt spid="25601"/>
                                        </p:tgtEl>
                                      </p:cBhvr>
                                    </p:animEffect>
                                  </p:childTnLst>
                                </p:cTn>
                              </p:par>
                            </p:childTnLst>
                          </p:cTn>
                        </p:par>
                        <p:par>
                          <p:cTn id="34" fill="hold" nodeType="afterGroup">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25602"/>
                                        </p:tgtEl>
                                        <p:attrNameLst>
                                          <p:attrName>style.visibility</p:attrName>
                                        </p:attrNameLst>
                                      </p:cBhvr>
                                      <p:to>
                                        <p:strVal val="visible"/>
                                      </p:to>
                                    </p:set>
                                    <p:animEffect transition="in" filter="wipe(left)">
                                      <p:cBhvr>
                                        <p:cTn id="37" dur="500"/>
                                        <p:tgtEl>
                                          <p:spTgt spid="25602"/>
                                        </p:tgtEl>
                                      </p:cBhvr>
                                    </p:animEffect>
                                  </p:childTnLst>
                                </p:cTn>
                              </p:par>
                            </p:childTnLst>
                          </p:cTn>
                        </p:par>
                        <p:par>
                          <p:cTn id="38" fill="hold" nodeType="afterGroup">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25603"/>
                                        </p:tgtEl>
                                        <p:attrNameLst>
                                          <p:attrName>style.visibility</p:attrName>
                                        </p:attrNameLst>
                                      </p:cBhvr>
                                      <p:to>
                                        <p:strVal val="visible"/>
                                      </p:to>
                                    </p:set>
                                    <p:animEffect transition="in" filter="wipe(left)">
                                      <p:cBhvr>
                                        <p:cTn id="41" dur="500"/>
                                        <p:tgtEl>
                                          <p:spTgt spid="25603"/>
                                        </p:tgtEl>
                                      </p:cBhvr>
                                    </p:animEffect>
                                  </p:childTnLst>
                                </p:cTn>
                              </p:par>
                            </p:childTnLst>
                          </p:cTn>
                        </p:par>
                        <p:par>
                          <p:cTn id="42" fill="hold" nodeType="afterGroup">
                            <p:stCondLst>
                              <p:cond delay="4500"/>
                            </p:stCondLst>
                            <p:childTnLst>
                              <p:par>
                                <p:cTn id="43" presetID="22" presetClass="entr" presetSubtype="8" fill="hold" grpId="0" nodeType="afterEffect">
                                  <p:stCondLst>
                                    <p:cond delay="0"/>
                                  </p:stCondLst>
                                  <p:childTnLst>
                                    <p:set>
                                      <p:cBhvr>
                                        <p:cTn id="44" dur="1" fill="hold">
                                          <p:stCondLst>
                                            <p:cond delay="0"/>
                                          </p:stCondLst>
                                        </p:cTn>
                                        <p:tgtEl>
                                          <p:spTgt spid="25604"/>
                                        </p:tgtEl>
                                        <p:attrNameLst>
                                          <p:attrName>style.visibility</p:attrName>
                                        </p:attrNameLst>
                                      </p:cBhvr>
                                      <p:to>
                                        <p:strVal val="visible"/>
                                      </p:to>
                                    </p:set>
                                    <p:animEffect transition="in" filter="wipe(left)">
                                      <p:cBhvr>
                                        <p:cTn id="45" dur="500"/>
                                        <p:tgtEl>
                                          <p:spTgt spid="25604"/>
                                        </p:tgtEl>
                                      </p:cBhvr>
                                    </p:animEffect>
                                  </p:childTnLst>
                                </p:cTn>
                              </p:par>
                            </p:childTnLst>
                          </p:cTn>
                        </p:par>
                        <p:par>
                          <p:cTn id="46" fill="hold" nodeType="afterGroup">
                            <p:stCondLst>
                              <p:cond delay="5000"/>
                            </p:stCondLst>
                            <p:childTnLst>
                              <p:par>
                                <p:cTn id="47" presetID="22" presetClass="entr" presetSubtype="8" fill="hold" grpId="0" nodeType="afterEffect">
                                  <p:stCondLst>
                                    <p:cond delay="0"/>
                                  </p:stCondLst>
                                  <p:childTnLst>
                                    <p:set>
                                      <p:cBhvr>
                                        <p:cTn id="48" dur="1" fill="hold">
                                          <p:stCondLst>
                                            <p:cond delay="0"/>
                                          </p:stCondLst>
                                        </p:cTn>
                                        <p:tgtEl>
                                          <p:spTgt spid="25605"/>
                                        </p:tgtEl>
                                        <p:attrNameLst>
                                          <p:attrName>style.visibility</p:attrName>
                                        </p:attrNameLst>
                                      </p:cBhvr>
                                      <p:to>
                                        <p:strVal val="visible"/>
                                      </p:to>
                                    </p:set>
                                    <p:animEffect transition="in" filter="wipe(left)">
                                      <p:cBhvr>
                                        <p:cTn id="49" dur="500"/>
                                        <p:tgtEl>
                                          <p:spTgt spid="25605"/>
                                        </p:tgtEl>
                                      </p:cBhvr>
                                    </p:animEffect>
                                  </p:childTnLst>
                                </p:cTn>
                              </p:par>
                            </p:childTnLst>
                          </p:cTn>
                        </p:par>
                        <p:par>
                          <p:cTn id="50" fill="hold" nodeType="afterGroup">
                            <p:stCondLst>
                              <p:cond delay="5500"/>
                            </p:stCondLst>
                            <p:childTnLst>
                              <p:par>
                                <p:cTn id="51" presetID="22" presetClass="entr" presetSubtype="8" fill="hold" grpId="0" nodeType="afterEffect">
                                  <p:stCondLst>
                                    <p:cond delay="0"/>
                                  </p:stCondLst>
                                  <p:childTnLst>
                                    <p:set>
                                      <p:cBhvr>
                                        <p:cTn id="52" dur="1" fill="hold">
                                          <p:stCondLst>
                                            <p:cond delay="0"/>
                                          </p:stCondLst>
                                        </p:cTn>
                                        <p:tgtEl>
                                          <p:spTgt spid="25606"/>
                                        </p:tgtEl>
                                        <p:attrNameLst>
                                          <p:attrName>style.visibility</p:attrName>
                                        </p:attrNameLst>
                                      </p:cBhvr>
                                      <p:to>
                                        <p:strVal val="visible"/>
                                      </p:to>
                                    </p:set>
                                    <p:animEffect transition="in" filter="wipe(left)">
                                      <p:cBhvr>
                                        <p:cTn id="53" dur="500"/>
                                        <p:tgtEl>
                                          <p:spTgt spid="25606"/>
                                        </p:tgtEl>
                                      </p:cBhvr>
                                    </p:animEffect>
                                  </p:childTnLst>
                                </p:cTn>
                              </p:par>
                            </p:childTnLst>
                          </p:cTn>
                        </p:par>
                        <p:par>
                          <p:cTn id="54" fill="hold" nodeType="afterGroup">
                            <p:stCondLst>
                              <p:cond delay="6000"/>
                            </p:stCondLst>
                            <p:childTnLst>
                              <p:par>
                                <p:cTn id="55" presetID="22" presetClass="entr" presetSubtype="8" fill="hold" grpId="0" nodeType="afterEffect">
                                  <p:stCondLst>
                                    <p:cond delay="0"/>
                                  </p:stCondLst>
                                  <p:childTnLst>
                                    <p:set>
                                      <p:cBhvr>
                                        <p:cTn id="56" dur="1" fill="hold">
                                          <p:stCondLst>
                                            <p:cond delay="0"/>
                                          </p:stCondLst>
                                        </p:cTn>
                                        <p:tgtEl>
                                          <p:spTgt spid="25607"/>
                                        </p:tgtEl>
                                        <p:attrNameLst>
                                          <p:attrName>style.visibility</p:attrName>
                                        </p:attrNameLst>
                                      </p:cBhvr>
                                      <p:to>
                                        <p:strVal val="visible"/>
                                      </p:to>
                                    </p:set>
                                    <p:animEffect transition="in" filter="wipe(left)">
                                      <p:cBhvr>
                                        <p:cTn id="57" dur="500"/>
                                        <p:tgtEl>
                                          <p:spTgt spid="25607"/>
                                        </p:tgtEl>
                                      </p:cBhvr>
                                    </p:animEffect>
                                  </p:childTnLst>
                                </p:cTn>
                              </p:par>
                            </p:childTnLst>
                          </p:cTn>
                        </p:par>
                        <p:par>
                          <p:cTn id="58" fill="hold" nodeType="afterGroup">
                            <p:stCondLst>
                              <p:cond delay="6500"/>
                            </p:stCondLst>
                            <p:childTnLst>
                              <p:par>
                                <p:cTn id="59" presetID="22" presetClass="entr" presetSubtype="8" fill="hold" grpId="0" nodeType="afterEffect">
                                  <p:stCondLst>
                                    <p:cond delay="0"/>
                                  </p:stCondLst>
                                  <p:childTnLst>
                                    <p:set>
                                      <p:cBhvr>
                                        <p:cTn id="60" dur="1" fill="hold">
                                          <p:stCondLst>
                                            <p:cond delay="0"/>
                                          </p:stCondLst>
                                        </p:cTn>
                                        <p:tgtEl>
                                          <p:spTgt spid="25608"/>
                                        </p:tgtEl>
                                        <p:attrNameLst>
                                          <p:attrName>style.visibility</p:attrName>
                                        </p:attrNameLst>
                                      </p:cBhvr>
                                      <p:to>
                                        <p:strVal val="visible"/>
                                      </p:to>
                                    </p:set>
                                    <p:animEffect transition="in" filter="wipe(left)">
                                      <p:cBhvr>
                                        <p:cTn id="61" dur="500"/>
                                        <p:tgtEl>
                                          <p:spTgt spid="25608"/>
                                        </p:tgtEl>
                                      </p:cBhvr>
                                    </p:animEffect>
                                  </p:childTnLst>
                                </p:cTn>
                              </p:par>
                            </p:childTnLst>
                          </p:cTn>
                        </p:par>
                        <p:par>
                          <p:cTn id="62" fill="hold" nodeType="afterGroup">
                            <p:stCondLst>
                              <p:cond delay="7000"/>
                            </p:stCondLst>
                            <p:childTnLst>
                              <p:par>
                                <p:cTn id="63" presetID="22" presetClass="entr" presetSubtype="8" fill="hold" grpId="0" nodeType="afterEffect">
                                  <p:stCondLst>
                                    <p:cond delay="0"/>
                                  </p:stCondLst>
                                  <p:childTnLst>
                                    <p:set>
                                      <p:cBhvr>
                                        <p:cTn id="64" dur="1" fill="hold">
                                          <p:stCondLst>
                                            <p:cond delay="0"/>
                                          </p:stCondLst>
                                        </p:cTn>
                                        <p:tgtEl>
                                          <p:spTgt spid="25609"/>
                                        </p:tgtEl>
                                        <p:attrNameLst>
                                          <p:attrName>style.visibility</p:attrName>
                                        </p:attrNameLst>
                                      </p:cBhvr>
                                      <p:to>
                                        <p:strVal val="visible"/>
                                      </p:to>
                                    </p:set>
                                    <p:animEffect transition="in" filter="wipe(left)">
                                      <p:cBhvr>
                                        <p:cTn id="65" dur="500"/>
                                        <p:tgtEl>
                                          <p:spTgt spid="25609"/>
                                        </p:tgtEl>
                                      </p:cBhvr>
                                    </p:animEffect>
                                  </p:childTnLst>
                                </p:cTn>
                              </p:par>
                            </p:childTnLst>
                          </p:cTn>
                        </p:par>
                        <p:par>
                          <p:cTn id="66" fill="hold" nodeType="afterGroup">
                            <p:stCondLst>
                              <p:cond delay="7500"/>
                            </p:stCondLst>
                            <p:childTnLst>
                              <p:par>
                                <p:cTn id="67" presetID="22" presetClass="entr" presetSubtype="8" fill="hold" grpId="0" nodeType="afterEffect">
                                  <p:stCondLst>
                                    <p:cond delay="0"/>
                                  </p:stCondLst>
                                  <p:childTnLst>
                                    <p:set>
                                      <p:cBhvr>
                                        <p:cTn id="68" dur="1" fill="hold">
                                          <p:stCondLst>
                                            <p:cond delay="0"/>
                                          </p:stCondLst>
                                        </p:cTn>
                                        <p:tgtEl>
                                          <p:spTgt spid="25610"/>
                                        </p:tgtEl>
                                        <p:attrNameLst>
                                          <p:attrName>style.visibility</p:attrName>
                                        </p:attrNameLst>
                                      </p:cBhvr>
                                      <p:to>
                                        <p:strVal val="visible"/>
                                      </p:to>
                                    </p:set>
                                    <p:animEffect transition="in" filter="wipe(left)">
                                      <p:cBhvr>
                                        <p:cTn id="69" dur="500"/>
                                        <p:tgtEl>
                                          <p:spTgt spid="25610"/>
                                        </p:tgtEl>
                                      </p:cBhvr>
                                    </p:animEffect>
                                  </p:childTnLst>
                                </p:cTn>
                              </p:par>
                            </p:childTnLst>
                          </p:cTn>
                        </p:par>
                        <p:par>
                          <p:cTn id="70" fill="hold" nodeType="afterGroup">
                            <p:stCondLst>
                              <p:cond delay="8000"/>
                            </p:stCondLst>
                            <p:childTnLst>
                              <p:par>
                                <p:cTn id="71" presetID="22" presetClass="entr" presetSubtype="8" fill="hold" nodeType="afterEffect">
                                  <p:stCondLst>
                                    <p:cond delay="0"/>
                                  </p:stCondLst>
                                  <p:childTnLst>
                                    <p:set>
                                      <p:cBhvr>
                                        <p:cTn id="72" dur="1" fill="hold">
                                          <p:stCondLst>
                                            <p:cond delay="0"/>
                                          </p:stCondLst>
                                        </p:cTn>
                                        <p:tgtEl>
                                          <p:spTgt spid="25615"/>
                                        </p:tgtEl>
                                        <p:attrNameLst>
                                          <p:attrName>style.visibility</p:attrName>
                                        </p:attrNameLst>
                                      </p:cBhvr>
                                      <p:to>
                                        <p:strVal val="visible"/>
                                      </p:to>
                                    </p:set>
                                    <p:animEffect transition="in" filter="wipe(left)">
                                      <p:cBhvr>
                                        <p:cTn id="73" dur="500"/>
                                        <p:tgtEl>
                                          <p:spTgt spid="25615"/>
                                        </p:tgtEl>
                                      </p:cBhvr>
                                    </p:animEffect>
                                  </p:childTnLst>
                                </p:cTn>
                              </p:par>
                            </p:childTnLst>
                          </p:cTn>
                        </p:par>
                        <p:par>
                          <p:cTn id="74" fill="hold" nodeType="afterGroup">
                            <p:stCondLst>
                              <p:cond delay="8500"/>
                            </p:stCondLst>
                            <p:childTnLst>
                              <p:par>
                                <p:cTn id="75" presetID="22" presetClass="entr" presetSubtype="8" fill="hold" nodeType="afterEffect">
                                  <p:stCondLst>
                                    <p:cond delay="0"/>
                                  </p:stCondLst>
                                  <p:childTnLst>
                                    <p:set>
                                      <p:cBhvr>
                                        <p:cTn id="76" dur="1" fill="hold">
                                          <p:stCondLst>
                                            <p:cond delay="0"/>
                                          </p:stCondLst>
                                        </p:cTn>
                                        <p:tgtEl>
                                          <p:spTgt spid="25616"/>
                                        </p:tgtEl>
                                        <p:attrNameLst>
                                          <p:attrName>style.visibility</p:attrName>
                                        </p:attrNameLst>
                                      </p:cBhvr>
                                      <p:to>
                                        <p:strVal val="visible"/>
                                      </p:to>
                                    </p:set>
                                    <p:animEffect transition="in" filter="wipe(left)">
                                      <p:cBhvr>
                                        <p:cTn id="77" dur="500"/>
                                        <p:tgtEl>
                                          <p:spTgt spid="25616"/>
                                        </p:tgtEl>
                                      </p:cBhvr>
                                    </p:animEffect>
                                  </p:childTnLst>
                                </p:cTn>
                              </p:par>
                            </p:childTnLst>
                          </p:cTn>
                        </p:par>
                        <p:par>
                          <p:cTn id="78" fill="hold" nodeType="afterGroup">
                            <p:stCondLst>
                              <p:cond delay="9000"/>
                            </p:stCondLst>
                            <p:childTnLst>
                              <p:par>
                                <p:cTn id="79" presetID="22" presetClass="entr" presetSubtype="8" fill="hold" grpId="0" nodeType="afterEffect">
                                  <p:stCondLst>
                                    <p:cond delay="0"/>
                                  </p:stCondLst>
                                  <p:childTnLst>
                                    <p:set>
                                      <p:cBhvr>
                                        <p:cTn id="80" dur="1" fill="hold">
                                          <p:stCondLst>
                                            <p:cond delay="0"/>
                                          </p:stCondLst>
                                        </p:cTn>
                                        <p:tgtEl>
                                          <p:spTgt spid="25617"/>
                                        </p:tgtEl>
                                        <p:attrNameLst>
                                          <p:attrName>style.visibility</p:attrName>
                                        </p:attrNameLst>
                                      </p:cBhvr>
                                      <p:to>
                                        <p:strVal val="visible"/>
                                      </p:to>
                                    </p:set>
                                    <p:animEffect transition="in" filter="wipe(left)">
                                      <p:cBhvr>
                                        <p:cTn id="81" dur="500"/>
                                        <p:tgtEl>
                                          <p:spTgt spid="25617"/>
                                        </p:tgtEl>
                                      </p:cBhvr>
                                    </p:animEffect>
                                  </p:childTnLst>
                                </p:cTn>
                              </p:par>
                            </p:childTnLst>
                          </p:cTn>
                        </p:par>
                        <p:par>
                          <p:cTn id="82" fill="hold" nodeType="afterGroup">
                            <p:stCondLst>
                              <p:cond delay="9500"/>
                            </p:stCondLst>
                            <p:childTnLst>
                              <p:par>
                                <p:cTn id="83" presetID="22" presetClass="entr" presetSubtype="8" fill="hold" grpId="0" nodeType="afterEffect">
                                  <p:stCondLst>
                                    <p:cond delay="0"/>
                                  </p:stCondLst>
                                  <p:childTnLst>
                                    <p:set>
                                      <p:cBhvr>
                                        <p:cTn id="84" dur="1" fill="hold">
                                          <p:stCondLst>
                                            <p:cond delay="0"/>
                                          </p:stCondLst>
                                        </p:cTn>
                                        <p:tgtEl>
                                          <p:spTgt spid="25618"/>
                                        </p:tgtEl>
                                        <p:attrNameLst>
                                          <p:attrName>style.visibility</p:attrName>
                                        </p:attrNameLst>
                                      </p:cBhvr>
                                      <p:to>
                                        <p:strVal val="visible"/>
                                      </p:to>
                                    </p:set>
                                    <p:animEffect transition="in" filter="wipe(left)">
                                      <p:cBhvr>
                                        <p:cTn id="85" dur="500"/>
                                        <p:tgtEl>
                                          <p:spTgt spid="25618"/>
                                        </p:tgtEl>
                                      </p:cBhvr>
                                    </p:animEffect>
                                  </p:childTnLst>
                                </p:cTn>
                              </p:par>
                            </p:childTnLst>
                          </p:cTn>
                        </p:par>
                        <p:par>
                          <p:cTn id="86" fill="hold" nodeType="afterGroup">
                            <p:stCondLst>
                              <p:cond delay="10000"/>
                            </p:stCondLst>
                            <p:childTnLst>
                              <p:par>
                                <p:cTn id="87" presetID="22" presetClass="entr" presetSubtype="8" fill="hold" grpId="0" nodeType="afterEffect">
                                  <p:stCondLst>
                                    <p:cond delay="0"/>
                                  </p:stCondLst>
                                  <p:childTnLst>
                                    <p:set>
                                      <p:cBhvr>
                                        <p:cTn id="88" dur="1" fill="hold">
                                          <p:stCondLst>
                                            <p:cond delay="0"/>
                                          </p:stCondLst>
                                        </p:cTn>
                                        <p:tgtEl>
                                          <p:spTgt spid="25619"/>
                                        </p:tgtEl>
                                        <p:attrNameLst>
                                          <p:attrName>style.visibility</p:attrName>
                                        </p:attrNameLst>
                                      </p:cBhvr>
                                      <p:to>
                                        <p:strVal val="visible"/>
                                      </p:to>
                                    </p:set>
                                    <p:animEffect transition="in" filter="wipe(left)">
                                      <p:cBhvr>
                                        <p:cTn id="89" dur="500"/>
                                        <p:tgtEl>
                                          <p:spTgt spid="25619"/>
                                        </p:tgtEl>
                                      </p:cBhvr>
                                    </p:animEffect>
                                  </p:childTnLst>
                                </p:cTn>
                              </p:par>
                            </p:childTnLst>
                          </p:cTn>
                        </p:par>
                        <p:par>
                          <p:cTn id="90" fill="hold" nodeType="afterGroup">
                            <p:stCondLst>
                              <p:cond delay="10500"/>
                            </p:stCondLst>
                            <p:childTnLst>
                              <p:par>
                                <p:cTn id="91" presetID="22" presetClass="entr" presetSubtype="8" fill="hold" grpId="0" nodeType="afterEffect">
                                  <p:stCondLst>
                                    <p:cond delay="0"/>
                                  </p:stCondLst>
                                  <p:childTnLst>
                                    <p:set>
                                      <p:cBhvr>
                                        <p:cTn id="92" dur="1" fill="hold">
                                          <p:stCondLst>
                                            <p:cond delay="0"/>
                                          </p:stCondLst>
                                        </p:cTn>
                                        <p:tgtEl>
                                          <p:spTgt spid="25620"/>
                                        </p:tgtEl>
                                        <p:attrNameLst>
                                          <p:attrName>style.visibility</p:attrName>
                                        </p:attrNameLst>
                                      </p:cBhvr>
                                      <p:to>
                                        <p:strVal val="visible"/>
                                      </p:to>
                                    </p:set>
                                    <p:animEffect transition="in" filter="wipe(left)">
                                      <p:cBhvr>
                                        <p:cTn id="93" dur="500"/>
                                        <p:tgtEl>
                                          <p:spTgt spid="25620"/>
                                        </p:tgtEl>
                                      </p:cBhvr>
                                    </p:animEffect>
                                  </p:childTnLst>
                                </p:cTn>
                              </p:par>
                            </p:childTnLst>
                          </p:cTn>
                        </p:par>
                        <p:par>
                          <p:cTn id="94" fill="hold" nodeType="afterGroup">
                            <p:stCondLst>
                              <p:cond delay="11000"/>
                            </p:stCondLst>
                            <p:childTnLst>
                              <p:par>
                                <p:cTn id="95" presetID="22" presetClass="entr" presetSubtype="8" fill="hold" grpId="0" nodeType="afterEffect">
                                  <p:stCondLst>
                                    <p:cond delay="0"/>
                                  </p:stCondLst>
                                  <p:childTnLst>
                                    <p:set>
                                      <p:cBhvr>
                                        <p:cTn id="96" dur="1" fill="hold">
                                          <p:stCondLst>
                                            <p:cond delay="0"/>
                                          </p:stCondLst>
                                        </p:cTn>
                                        <p:tgtEl>
                                          <p:spTgt spid="25621"/>
                                        </p:tgtEl>
                                        <p:attrNameLst>
                                          <p:attrName>style.visibility</p:attrName>
                                        </p:attrNameLst>
                                      </p:cBhvr>
                                      <p:to>
                                        <p:strVal val="visible"/>
                                      </p:to>
                                    </p:set>
                                    <p:animEffect transition="in" filter="wipe(left)">
                                      <p:cBhvr>
                                        <p:cTn id="97" dur="500"/>
                                        <p:tgtEl>
                                          <p:spTgt spid="25621"/>
                                        </p:tgtEl>
                                      </p:cBhvr>
                                    </p:animEffect>
                                  </p:childTnLst>
                                </p:cTn>
                              </p:par>
                            </p:childTnLst>
                          </p:cTn>
                        </p:par>
                        <p:par>
                          <p:cTn id="98" fill="hold" nodeType="afterGroup">
                            <p:stCondLst>
                              <p:cond delay="11500"/>
                            </p:stCondLst>
                            <p:childTnLst>
                              <p:par>
                                <p:cTn id="99" presetID="22" presetClass="entr" presetSubtype="8" fill="hold" nodeType="afterEffect">
                                  <p:stCondLst>
                                    <p:cond delay="0"/>
                                  </p:stCondLst>
                                  <p:childTnLst>
                                    <p:set>
                                      <p:cBhvr>
                                        <p:cTn id="100" dur="1" fill="hold">
                                          <p:stCondLst>
                                            <p:cond delay="0"/>
                                          </p:stCondLst>
                                        </p:cTn>
                                        <p:tgtEl>
                                          <p:spTgt spid="25622"/>
                                        </p:tgtEl>
                                        <p:attrNameLst>
                                          <p:attrName>style.visibility</p:attrName>
                                        </p:attrNameLst>
                                      </p:cBhvr>
                                      <p:to>
                                        <p:strVal val="visible"/>
                                      </p:to>
                                    </p:set>
                                    <p:animEffect transition="in" filter="wipe(left)">
                                      <p:cBhvr>
                                        <p:cTn id="101" dur="500"/>
                                        <p:tgtEl>
                                          <p:spTgt spid="25622"/>
                                        </p:tgtEl>
                                      </p:cBhvr>
                                    </p:animEffect>
                                  </p:childTnLst>
                                </p:cTn>
                              </p:par>
                            </p:childTnLst>
                          </p:cTn>
                        </p:par>
                        <p:par>
                          <p:cTn id="102" fill="hold" nodeType="afterGroup">
                            <p:stCondLst>
                              <p:cond delay="12000"/>
                            </p:stCondLst>
                            <p:childTnLst>
                              <p:par>
                                <p:cTn id="103" presetID="22" presetClass="entr" presetSubtype="8" fill="hold" nodeType="afterEffect">
                                  <p:stCondLst>
                                    <p:cond delay="0"/>
                                  </p:stCondLst>
                                  <p:childTnLst>
                                    <p:set>
                                      <p:cBhvr>
                                        <p:cTn id="104" dur="1" fill="hold">
                                          <p:stCondLst>
                                            <p:cond delay="0"/>
                                          </p:stCondLst>
                                        </p:cTn>
                                        <p:tgtEl>
                                          <p:spTgt spid="25623"/>
                                        </p:tgtEl>
                                        <p:attrNameLst>
                                          <p:attrName>style.visibility</p:attrName>
                                        </p:attrNameLst>
                                      </p:cBhvr>
                                      <p:to>
                                        <p:strVal val="visible"/>
                                      </p:to>
                                    </p:set>
                                    <p:animEffect transition="in" filter="wipe(left)">
                                      <p:cBhvr>
                                        <p:cTn id="105" dur="500"/>
                                        <p:tgtEl>
                                          <p:spTgt spid="25623"/>
                                        </p:tgtEl>
                                      </p:cBhvr>
                                    </p:animEffect>
                                  </p:childTnLst>
                                </p:cTn>
                              </p:par>
                            </p:childTnLst>
                          </p:cTn>
                        </p:par>
                        <p:par>
                          <p:cTn id="106" fill="hold" nodeType="afterGroup">
                            <p:stCondLst>
                              <p:cond delay="12500"/>
                            </p:stCondLst>
                            <p:childTnLst>
                              <p:par>
                                <p:cTn id="107" presetID="22" presetClass="entr" presetSubtype="8" fill="hold" grpId="0" nodeType="afterEffect">
                                  <p:stCondLst>
                                    <p:cond delay="0"/>
                                  </p:stCondLst>
                                  <p:childTnLst>
                                    <p:set>
                                      <p:cBhvr>
                                        <p:cTn id="108" dur="1" fill="hold">
                                          <p:stCondLst>
                                            <p:cond delay="0"/>
                                          </p:stCondLst>
                                        </p:cTn>
                                        <p:tgtEl>
                                          <p:spTgt spid="25624"/>
                                        </p:tgtEl>
                                        <p:attrNameLst>
                                          <p:attrName>style.visibility</p:attrName>
                                        </p:attrNameLst>
                                      </p:cBhvr>
                                      <p:to>
                                        <p:strVal val="visible"/>
                                      </p:to>
                                    </p:set>
                                    <p:animEffect transition="in" filter="wipe(left)">
                                      <p:cBhvr>
                                        <p:cTn id="109" dur="500"/>
                                        <p:tgtEl>
                                          <p:spTgt spid="25624"/>
                                        </p:tgtEl>
                                      </p:cBhvr>
                                    </p:animEffect>
                                  </p:childTnLst>
                                </p:cTn>
                              </p:par>
                            </p:childTnLst>
                          </p:cTn>
                        </p:par>
                        <p:par>
                          <p:cTn id="110" fill="hold" nodeType="afterGroup">
                            <p:stCondLst>
                              <p:cond delay="13000"/>
                            </p:stCondLst>
                            <p:childTnLst>
                              <p:par>
                                <p:cTn id="111" presetID="22" presetClass="entr" presetSubtype="8" fill="hold" grpId="0" nodeType="afterEffect">
                                  <p:stCondLst>
                                    <p:cond delay="0"/>
                                  </p:stCondLst>
                                  <p:childTnLst>
                                    <p:set>
                                      <p:cBhvr>
                                        <p:cTn id="112" dur="1" fill="hold">
                                          <p:stCondLst>
                                            <p:cond delay="0"/>
                                          </p:stCondLst>
                                        </p:cTn>
                                        <p:tgtEl>
                                          <p:spTgt spid="25625"/>
                                        </p:tgtEl>
                                        <p:attrNameLst>
                                          <p:attrName>style.visibility</p:attrName>
                                        </p:attrNameLst>
                                      </p:cBhvr>
                                      <p:to>
                                        <p:strVal val="visible"/>
                                      </p:to>
                                    </p:set>
                                    <p:animEffect transition="in" filter="wipe(left)">
                                      <p:cBhvr>
                                        <p:cTn id="113" dur="500"/>
                                        <p:tgtEl>
                                          <p:spTgt spid="25625"/>
                                        </p:tgtEl>
                                      </p:cBhvr>
                                    </p:animEffect>
                                  </p:childTnLst>
                                </p:cTn>
                              </p:par>
                            </p:childTnLst>
                          </p:cTn>
                        </p:par>
                        <p:par>
                          <p:cTn id="114" fill="hold" nodeType="afterGroup">
                            <p:stCondLst>
                              <p:cond delay="13500"/>
                            </p:stCondLst>
                            <p:childTnLst>
                              <p:par>
                                <p:cTn id="115" presetID="22" presetClass="entr" presetSubtype="8" fill="hold" grpId="0" nodeType="afterEffect">
                                  <p:stCondLst>
                                    <p:cond delay="0"/>
                                  </p:stCondLst>
                                  <p:childTnLst>
                                    <p:set>
                                      <p:cBhvr>
                                        <p:cTn id="116" dur="1" fill="hold">
                                          <p:stCondLst>
                                            <p:cond delay="0"/>
                                          </p:stCondLst>
                                        </p:cTn>
                                        <p:tgtEl>
                                          <p:spTgt spid="25626"/>
                                        </p:tgtEl>
                                        <p:attrNameLst>
                                          <p:attrName>style.visibility</p:attrName>
                                        </p:attrNameLst>
                                      </p:cBhvr>
                                      <p:to>
                                        <p:strVal val="visible"/>
                                      </p:to>
                                    </p:set>
                                    <p:animEffect transition="in" filter="wipe(left)">
                                      <p:cBhvr>
                                        <p:cTn id="117" dur="500"/>
                                        <p:tgtEl>
                                          <p:spTgt spid="25626"/>
                                        </p:tgtEl>
                                      </p:cBhvr>
                                    </p:animEffect>
                                  </p:childTnLst>
                                </p:cTn>
                              </p:par>
                            </p:childTnLst>
                          </p:cTn>
                        </p:par>
                        <p:par>
                          <p:cTn id="118" fill="hold" nodeType="afterGroup">
                            <p:stCondLst>
                              <p:cond delay="14000"/>
                            </p:stCondLst>
                            <p:childTnLst>
                              <p:par>
                                <p:cTn id="119" presetID="22" presetClass="entr" presetSubtype="8" fill="hold" grpId="0" nodeType="afterEffect">
                                  <p:stCondLst>
                                    <p:cond delay="0"/>
                                  </p:stCondLst>
                                  <p:childTnLst>
                                    <p:set>
                                      <p:cBhvr>
                                        <p:cTn id="120" dur="1" fill="hold">
                                          <p:stCondLst>
                                            <p:cond delay="0"/>
                                          </p:stCondLst>
                                        </p:cTn>
                                        <p:tgtEl>
                                          <p:spTgt spid="25627"/>
                                        </p:tgtEl>
                                        <p:attrNameLst>
                                          <p:attrName>style.visibility</p:attrName>
                                        </p:attrNameLst>
                                      </p:cBhvr>
                                      <p:to>
                                        <p:strVal val="visible"/>
                                      </p:to>
                                    </p:set>
                                    <p:animEffect transition="in" filter="wipe(left)">
                                      <p:cBhvr>
                                        <p:cTn id="121" dur="500"/>
                                        <p:tgtEl>
                                          <p:spTgt spid="25627"/>
                                        </p:tgtEl>
                                      </p:cBhvr>
                                    </p:animEffect>
                                  </p:childTnLst>
                                </p:cTn>
                              </p:par>
                            </p:childTnLst>
                          </p:cTn>
                        </p:par>
                        <p:par>
                          <p:cTn id="122" fill="hold" nodeType="afterGroup">
                            <p:stCondLst>
                              <p:cond delay="14500"/>
                            </p:stCondLst>
                            <p:childTnLst>
                              <p:par>
                                <p:cTn id="123" presetID="22" presetClass="entr" presetSubtype="8" fill="hold" grpId="0" nodeType="afterEffect">
                                  <p:stCondLst>
                                    <p:cond delay="0"/>
                                  </p:stCondLst>
                                  <p:childTnLst>
                                    <p:set>
                                      <p:cBhvr>
                                        <p:cTn id="124" dur="1" fill="hold">
                                          <p:stCondLst>
                                            <p:cond delay="0"/>
                                          </p:stCondLst>
                                        </p:cTn>
                                        <p:tgtEl>
                                          <p:spTgt spid="25628"/>
                                        </p:tgtEl>
                                        <p:attrNameLst>
                                          <p:attrName>style.visibility</p:attrName>
                                        </p:attrNameLst>
                                      </p:cBhvr>
                                      <p:to>
                                        <p:strVal val="visible"/>
                                      </p:to>
                                    </p:set>
                                    <p:animEffect transition="in" filter="wipe(left)">
                                      <p:cBhvr>
                                        <p:cTn id="125" dur="500"/>
                                        <p:tgtEl>
                                          <p:spTgt spid="25628"/>
                                        </p:tgtEl>
                                      </p:cBhvr>
                                    </p:animEffect>
                                  </p:childTnLst>
                                </p:cTn>
                              </p:par>
                            </p:childTnLst>
                          </p:cTn>
                        </p:par>
                        <p:par>
                          <p:cTn id="126" fill="hold" nodeType="afterGroup">
                            <p:stCondLst>
                              <p:cond delay="15000"/>
                            </p:stCondLst>
                            <p:childTnLst>
                              <p:par>
                                <p:cTn id="127" presetID="22" presetClass="entr" presetSubtype="8" fill="hold" nodeType="afterEffect">
                                  <p:stCondLst>
                                    <p:cond delay="0"/>
                                  </p:stCondLst>
                                  <p:childTnLst>
                                    <p:set>
                                      <p:cBhvr>
                                        <p:cTn id="128" dur="1" fill="hold">
                                          <p:stCondLst>
                                            <p:cond delay="0"/>
                                          </p:stCondLst>
                                        </p:cTn>
                                        <p:tgtEl>
                                          <p:spTgt spid="25629"/>
                                        </p:tgtEl>
                                        <p:attrNameLst>
                                          <p:attrName>style.visibility</p:attrName>
                                        </p:attrNameLst>
                                      </p:cBhvr>
                                      <p:to>
                                        <p:strVal val="visible"/>
                                      </p:to>
                                    </p:set>
                                    <p:animEffect transition="in" filter="wipe(left)">
                                      <p:cBhvr>
                                        <p:cTn id="129" dur="500"/>
                                        <p:tgtEl>
                                          <p:spTgt spid="25629"/>
                                        </p:tgtEl>
                                      </p:cBhvr>
                                    </p:animEffect>
                                  </p:childTnLst>
                                </p:cTn>
                              </p:par>
                            </p:childTnLst>
                          </p:cTn>
                        </p:par>
                        <p:par>
                          <p:cTn id="130" fill="hold" nodeType="afterGroup">
                            <p:stCondLst>
                              <p:cond delay="15500"/>
                            </p:stCondLst>
                            <p:childTnLst>
                              <p:par>
                                <p:cTn id="131" presetID="22" presetClass="entr" presetSubtype="8" fill="hold" nodeType="afterEffect">
                                  <p:stCondLst>
                                    <p:cond delay="0"/>
                                  </p:stCondLst>
                                  <p:childTnLst>
                                    <p:set>
                                      <p:cBhvr>
                                        <p:cTn id="132" dur="1" fill="hold">
                                          <p:stCondLst>
                                            <p:cond delay="0"/>
                                          </p:stCondLst>
                                        </p:cTn>
                                        <p:tgtEl>
                                          <p:spTgt spid="25630"/>
                                        </p:tgtEl>
                                        <p:attrNameLst>
                                          <p:attrName>style.visibility</p:attrName>
                                        </p:attrNameLst>
                                      </p:cBhvr>
                                      <p:to>
                                        <p:strVal val="visible"/>
                                      </p:to>
                                    </p:set>
                                    <p:animEffect transition="in" filter="wipe(left)">
                                      <p:cBhvr>
                                        <p:cTn id="133" dur="500"/>
                                        <p:tgtEl>
                                          <p:spTgt spid="25630"/>
                                        </p:tgtEl>
                                      </p:cBhvr>
                                    </p:animEffect>
                                  </p:childTnLst>
                                </p:cTn>
                              </p:par>
                            </p:childTnLst>
                          </p:cTn>
                        </p:par>
                        <p:par>
                          <p:cTn id="134" fill="hold" nodeType="afterGroup">
                            <p:stCondLst>
                              <p:cond delay="16000"/>
                            </p:stCondLst>
                            <p:childTnLst>
                              <p:par>
                                <p:cTn id="135" presetID="22" presetClass="entr" presetSubtype="8" fill="hold" nodeType="afterEffect">
                                  <p:stCondLst>
                                    <p:cond delay="0"/>
                                  </p:stCondLst>
                                  <p:childTnLst>
                                    <p:set>
                                      <p:cBhvr>
                                        <p:cTn id="136" dur="1" fill="hold">
                                          <p:stCondLst>
                                            <p:cond delay="0"/>
                                          </p:stCondLst>
                                        </p:cTn>
                                        <p:tgtEl>
                                          <p:spTgt spid="25631"/>
                                        </p:tgtEl>
                                        <p:attrNameLst>
                                          <p:attrName>style.visibility</p:attrName>
                                        </p:attrNameLst>
                                      </p:cBhvr>
                                      <p:to>
                                        <p:strVal val="visible"/>
                                      </p:to>
                                    </p:set>
                                    <p:animEffect transition="in" filter="wipe(left)">
                                      <p:cBhvr>
                                        <p:cTn id="137" dur="500"/>
                                        <p:tgtEl>
                                          <p:spTgt spid="25631"/>
                                        </p:tgtEl>
                                      </p:cBhvr>
                                    </p:animEffect>
                                  </p:childTnLst>
                                </p:cTn>
                              </p:par>
                            </p:childTnLst>
                          </p:cTn>
                        </p:par>
                        <p:par>
                          <p:cTn id="138" fill="hold" nodeType="afterGroup">
                            <p:stCondLst>
                              <p:cond delay="16500"/>
                            </p:stCondLst>
                            <p:childTnLst>
                              <p:par>
                                <p:cTn id="139" presetID="22" presetClass="entr" presetSubtype="8" fill="hold" nodeType="afterEffect">
                                  <p:stCondLst>
                                    <p:cond delay="0"/>
                                  </p:stCondLst>
                                  <p:childTnLst>
                                    <p:set>
                                      <p:cBhvr>
                                        <p:cTn id="140" dur="1" fill="hold">
                                          <p:stCondLst>
                                            <p:cond delay="0"/>
                                          </p:stCondLst>
                                        </p:cTn>
                                        <p:tgtEl>
                                          <p:spTgt spid="25632"/>
                                        </p:tgtEl>
                                        <p:attrNameLst>
                                          <p:attrName>style.visibility</p:attrName>
                                        </p:attrNameLst>
                                      </p:cBhvr>
                                      <p:to>
                                        <p:strVal val="visible"/>
                                      </p:to>
                                    </p:set>
                                    <p:animEffect transition="in" filter="wipe(left)">
                                      <p:cBhvr>
                                        <p:cTn id="141" dur="500"/>
                                        <p:tgtEl>
                                          <p:spTgt spid="25632"/>
                                        </p:tgtEl>
                                      </p:cBhvr>
                                    </p:animEffect>
                                  </p:childTnLst>
                                </p:cTn>
                              </p:par>
                            </p:childTnLst>
                          </p:cTn>
                        </p:par>
                        <p:par>
                          <p:cTn id="142" fill="hold" nodeType="afterGroup">
                            <p:stCondLst>
                              <p:cond delay="17000"/>
                            </p:stCondLst>
                            <p:childTnLst>
                              <p:par>
                                <p:cTn id="143" presetID="2" presetClass="entr" presetSubtype="2" fill="hold" grpId="0" nodeType="afterEffect">
                                  <p:stCondLst>
                                    <p:cond delay="0"/>
                                  </p:stCondLst>
                                  <p:childTnLst>
                                    <p:set>
                                      <p:cBhvr>
                                        <p:cTn id="144" dur="1" fill="hold">
                                          <p:stCondLst>
                                            <p:cond delay="0"/>
                                          </p:stCondLst>
                                        </p:cTn>
                                        <p:tgtEl>
                                          <p:spTgt spid="25637"/>
                                        </p:tgtEl>
                                        <p:attrNameLst>
                                          <p:attrName>style.visibility</p:attrName>
                                        </p:attrNameLst>
                                      </p:cBhvr>
                                      <p:to>
                                        <p:strVal val="visible"/>
                                      </p:to>
                                    </p:set>
                                    <p:anim calcmode="lin" valueType="num">
                                      <p:cBhvr additive="base">
                                        <p:cTn id="145" dur="500" fill="hold"/>
                                        <p:tgtEl>
                                          <p:spTgt spid="25637"/>
                                        </p:tgtEl>
                                        <p:attrNameLst>
                                          <p:attrName>ppt_x</p:attrName>
                                        </p:attrNameLst>
                                      </p:cBhvr>
                                      <p:tavLst>
                                        <p:tav tm="0">
                                          <p:val>
                                            <p:strVal val="1+#ppt_w/2"/>
                                          </p:val>
                                        </p:tav>
                                        <p:tav tm="100000">
                                          <p:val>
                                            <p:strVal val="#ppt_x"/>
                                          </p:val>
                                        </p:tav>
                                      </p:tavLst>
                                    </p:anim>
                                    <p:anim calcmode="lin" valueType="num">
                                      <p:cBhvr additive="base">
                                        <p:cTn id="146" dur="500" fill="hold"/>
                                        <p:tgtEl>
                                          <p:spTgt spid="256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1" grpId="0" animBg="1" autoUpdateAnimBg="0"/>
      <p:bldP spid="25602" grpId="0" animBg="1" autoUpdateAnimBg="0"/>
      <p:bldP spid="25603" grpId="0" animBg="1" autoUpdateAnimBg="0"/>
      <p:bldP spid="25604" grpId="0" animBg="1" autoUpdateAnimBg="0"/>
      <p:bldP spid="25605" grpId="0" animBg="1" autoUpdateAnimBg="0"/>
      <p:bldP spid="25606" grpId="0" autoUpdateAnimBg="0"/>
      <p:bldP spid="25607" grpId="0" autoUpdateAnimBg="0"/>
      <p:bldP spid="25608" grpId="0" autoUpdateAnimBg="0"/>
      <p:bldP spid="25609" grpId="0" autoUpdateAnimBg="0"/>
      <p:bldP spid="25610" grpId="0" autoUpdateAnimBg="0"/>
      <p:bldP spid="25613" grpId="0" autoUpdateAnimBg="0"/>
      <p:bldP spid="25614" grpId="0" autoUpdateAnimBg="0"/>
      <p:bldP spid="25617" grpId="0" animBg="1" autoUpdateAnimBg="0"/>
      <p:bldP spid="25618" grpId="0" animBg="1" autoUpdateAnimBg="0"/>
      <p:bldP spid="25619" grpId="0" animBg="1" autoUpdateAnimBg="0"/>
      <p:bldP spid="25620" grpId="0" animBg="1" autoUpdateAnimBg="0"/>
      <p:bldP spid="25621" grpId="0" animBg="1" autoUpdateAnimBg="0"/>
      <p:bldP spid="25624" grpId="0" autoUpdateAnimBg="0"/>
      <p:bldP spid="25625" grpId="0" autoUpdateAnimBg="0"/>
      <p:bldP spid="25626" grpId="0" autoUpdateAnimBg="0"/>
      <p:bldP spid="25627" grpId="0" autoUpdateAnimBg="0"/>
      <p:bldP spid="25628" grpId="0" autoUpdateAnimBg="0"/>
      <p:bldP spid="25633" grpId="0" autoUpdateAnimBg="0"/>
      <p:bldP spid="25634" grpId="0" autoUpdateAnimBg="0"/>
      <p:bldP spid="25635" grpId="0" autoUpdateAnimBg="0"/>
      <p:bldP spid="25636" grpId="0" autoUpdateAnimBg="0"/>
      <p:bldP spid="25637" grpId="0" autoUpdateAnimBg="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6626"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662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5CC6676-C401-48D6-8687-7EB3E78E23F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24</a:t>
            </a:fld>
            <a:endParaRPr lang="es-ES" altLang="en-US"/>
          </a:p>
        </p:txBody>
      </p:sp>
      <p:sp>
        <p:nvSpPr>
          <p:cNvPr id="26628"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chemeClr val="bg1">
                    <a:lumMod val="95000"/>
                  </a:schemeClr>
                </a:solidFill>
                <a:latin typeface="Lato" charset="0"/>
                <a:ea typeface="ＭＳ Ｐゴシック" charset="0"/>
                <a:cs typeface="Lato" charset="0"/>
                <a:sym typeface="Lato" charset="0"/>
              </a:rPr>
              <a:t>Double Chart</a:t>
            </a:r>
            <a:endParaRPr lang="es-ES">
              <a:solidFill>
                <a:schemeClr val="bg1">
                  <a:lumMod val="95000"/>
                </a:schemeClr>
              </a:solidFill>
              <a:ea typeface="ＭＳ Ｐゴシック" charset="0"/>
            </a:endParaRPr>
          </a:p>
        </p:txBody>
      </p:sp>
      <p:sp>
        <p:nvSpPr>
          <p:cNvPr id="26629"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6630" name="AutoShape 6"/>
          <p:cNvSpPr>
            <a:spLocks/>
          </p:cNvSpPr>
          <p:nvPr/>
        </p:nvSpPr>
        <p:spPr bwMode="auto">
          <a:xfrm>
            <a:off x="2247900" y="109886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6631" name="AutoShape 7"/>
          <p:cNvSpPr>
            <a:spLocks/>
          </p:cNvSpPr>
          <p:nvPr/>
        </p:nvSpPr>
        <p:spPr bwMode="auto">
          <a:xfrm>
            <a:off x="9372600" y="10439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graphicFrame>
        <p:nvGraphicFramePr>
          <p:cNvPr id="26632" name="Object 8"/>
          <p:cNvGraphicFramePr>
            <a:graphicFrameLocks noChangeAspect="1"/>
          </p:cNvGraphicFramePr>
          <p:nvPr>
            <p:extLst>
              <p:ext uri="{D42A27DB-BD31-4B8C-83A1-F6EECF244321}">
                <p14:modId xmlns:p14="http://schemas.microsoft.com/office/powerpoint/2010/main" val="2978577609"/>
              </p:ext>
            </p:extLst>
          </p:nvPr>
        </p:nvGraphicFramePr>
        <p:xfrm>
          <a:off x="4189413" y="3067050"/>
          <a:ext cx="15719425" cy="7416800"/>
        </p:xfrm>
        <a:graphic>
          <a:graphicData uri="http://schemas.openxmlformats.org/presentationml/2006/ole">
            <mc:AlternateContent xmlns:mc="http://schemas.openxmlformats.org/markup-compatibility/2006">
              <mc:Choice xmlns:v="urn:schemas-microsoft-com:vml" Requires="v">
                <p:oleObj spid="_x0000_s26641" name="Chart" r:id="rId3" imgW="11791938" imgH="5562512" progId="MSGraph.Chart.8">
                  <p:embed/>
                </p:oleObj>
              </mc:Choice>
              <mc:Fallback>
                <p:oleObj name="Chart" r:id="rId3" imgW="11791938" imgH="5562512" progId="MSGraph.Chart.8">
                  <p:embed/>
                  <p:pic>
                    <p:nvPicPr>
                      <p:cNvPr id="0" name="Object 8"/>
                      <p:cNvPicPr>
                        <a:picLocks noChangeAspect="1" noChangeArrowheads="1"/>
                      </p:cNvPicPr>
                      <p:nvPr/>
                    </p:nvPicPr>
                    <p:blipFill>
                      <a:blip r:embed="rId4"/>
                      <a:srcRect/>
                      <a:stretch>
                        <a:fillRect/>
                      </a:stretch>
                    </p:blipFill>
                    <p:spPr bwMode="auto">
                      <a:xfrm>
                        <a:off x="4189413" y="3067050"/>
                        <a:ext cx="15719425" cy="741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6628"/>
                                        </p:tgtEl>
                                        <p:attrNameLst>
                                          <p:attrName>style.visibility</p:attrName>
                                        </p:attrNameLst>
                                      </p:cBhvr>
                                      <p:to>
                                        <p:strVal val="visible"/>
                                      </p:to>
                                    </p:set>
                                    <p:anim calcmode="lin" valueType="num">
                                      <p:cBhvr additive="base">
                                        <p:cTn id="7" dur="500" fill="hold"/>
                                        <p:tgtEl>
                                          <p:spTgt spid="26628"/>
                                        </p:tgtEl>
                                        <p:attrNameLst>
                                          <p:attrName>ppt_x</p:attrName>
                                        </p:attrNameLst>
                                      </p:cBhvr>
                                      <p:tavLst>
                                        <p:tav tm="0">
                                          <p:val>
                                            <p:strVal val="1+#ppt_w/2"/>
                                          </p:val>
                                        </p:tav>
                                        <p:tav tm="100000">
                                          <p:val>
                                            <p:strVal val="#ppt_x"/>
                                          </p:val>
                                        </p:tav>
                                      </p:tavLst>
                                    </p:anim>
                                    <p:anim calcmode="lin" valueType="num">
                                      <p:cBhvr additive="base">
                                        <p:cTn id="8" dur="500" fill="hold"/>
                                        <p:tgtEl>
                                          <p:spTgt spid="2662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6629"/>
                                        </p:tgtEl>
                                        <p:attrNameLst>
                                          <p:attrName>style.visibility</p:attrName>
                                        </p:attrNameLst>
                                      </p:cBhvr>
                                      <p:to>
                                        <p:strVal val="visible"/>
                                      </p:to>
                                    </p:set>
                                    <p:anim calcmode="lin" valueType="num">
                                      <p:cBhvr additive="base">
                                        <p:cTn id="12" dur="500" fill="hold"/>
                                        <p:tgtEl>
                                          <p:spTgt spid="26629"/>
                                        </p:tgtEl>
                                        <p:attrNameLst>
                                          <p:attrName>ppt_x</p:attrName>
                                        </p:attrNameLst>
                                      </p:cBhvr>
                                      <p:tavLst>
                                        <p:tav tm="0">
                                          <p:val>
                                            <p:strVal val="1+#ppt_w/2"/>
                                          </p:val>
                                        </p:tav>
                                        <p:tav tm="100000">
                                          <p:val>
                                            <p:strVal val="#ppt_x"/>
                                          </p:val>
                                        </p:tav>
                                      </p:tavLst>
                                    </p:anim>
                                    <p:anim calcmode="lin" valueType="num">
                                      <p:cBhvr additive="base">
                                        <p:cTn id="13" dur="500" fill="hold"/>
                                        <p:tgtEl>
                                          <p:spTgt spid="2662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6626"/>
                                        </p:tgtEl>
                                        <p:attrNameLst>
                                          <p:attrName>style.visibility</p:attrName>
                                        </p:attrNameLst>
                                      </p:cBhvr>
                                      <p:to>
                                        <p:strVal val="visible"/>
                                      </p:to>
                                    </p:set>
                                    <p:anim calcmode="lin" valueType="num">
                                      <p:cBhvr additive="base">
                                        <p:cTn id="17" dur="500" fill="hold"/>
                                        <p:tgtEl>
                                          <p:spTgt spid="26626"/>
                                        </p:tgtEl>
                                        <p:attrNameLst>
                                          <p:attrName>ppt_x</p:attrName>
                                        </p:attrNameLst>
                                      </p:cBhvr>
                                      <p:tavLst>
                                        <p:tav tm="0">
                                          <p:val>
                                            <p:strVal val="1+#ppt_w/2"/>
                                          </p:val>
                                        </p:tav>
                                        <p:tav tm="100000">
                                          <p:val>
                                            <p:strVal val="#ppt_x"/>
                                          </p:val>
                                        </p:tav>
                                      </p:tavLst>
                                    </p:anim>
                                    <p:anim calcmode="lin" valueType="num">
                                      <p:cBhvr additive="base">
                                        <p:cTn id="18" dur="500" fill="hold"/>
                                        <p:tgtEl>
                                          <p:spTgt spid="2662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26631"/>
                                        </p:tgtEl>
                                        <p:attrNameLst>
                                          <p:attrName>style.visibility</p:attrName>
                                        </p:attrNameLst>
                                      </p:cBhvr>
                                      <p:to>
                                        <p:strVal val="visible"/>
                                      </p:to>
                                    </p:set>
                                    <p:anim calcmode="lin" valueType="num">
                                      <p:cBhvr additive="base">
                                        <p:cTn id="22" dur="500" fill="hold"/>
                                        <p:tgtEl>
                                          <p:spTgt spid="26631"/>
                                        </p:tgtEl>
                                        <p:attrNameLst>
                                          <p:attrName>ppt_x</p:attrName>
                                        </p:attrNameLst>
                                      </p:cBhvr>
                                      <p:tavLst>
                                        <p:tav tm="0">
                                          <p:val>
                                            <p:strVal val="1+#ppt_w/2"/>
                                          </p:val>
                                        </p:tav>
                                        <p:tav tm="100000">
                                          <p:val>
                                            <p:strVal val="#ppt_x"/>
                                          </p:val>
                                        </p:tav>
                                      </p:tavLst>
                                    </p:anim>
                                    <p:anim calcmode="lin" valueType="num">
                                      <p:cBhvr additive="base">
                                        <p:cTn id="23" dur="500" fill="hold"/>
                                        <p:tgtEl>
                                          <p:spTgt spid="26631"/>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26630"/>
                                        </p:tgtEl>
                                        <p:attrNameLst>
                                          <p:attrName>style.visibility</p:attrName>
                                        </p:attrNameLst>
                                      </p:cBhvr>
                                      <p:to>
                                        <p:strVal val="visible"/>
                                      </p:to>
                                    </p:set>
                                    <p:anim calcmode="lin" valueType="num">
                                      <p:cBhvr additive="base">
                                        <p:cTn id="27" dur="500" fill="hold"/>
                                        <p:tgtEl>
                                          <p:spTgt spid="26630"/>
                                        </p:tgtEl>
                                        <p:attrNameLst>
                                          <p:attrName>ppt_x</p:attrName>
                                        </p:attrNameLst>
                                      </p:cBhvr>
                                      <p:tavLst>
                                        <p:tav tm="0">
                                          <p:val>
                                            <p:strVal val="1+#ppt_w/2"/>
                                          </p:val>
                                        </p:tav>
                                        <p:tav tm="100000">
                                          <p:val>
                                            <p:strVal val="#ppt_x"/>
                                          </p:val>
                                        </p:tav>
                                      </p:tavLst>
                                    </p:anim>
                                    <p:anim calcmode="lin" valueType="num">
                                      <p:cBhvr additive="base">
                                        <p:cTn id="28" dur="500" fill="hold"/>
                                        <p:tgtEl>
                                          <p:spTgt spid="26630"/>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2" presetClass="entr" presetSubtype="8" fill="hold" grpId="0" nodeType="afterEffect">
                                  <p:stCondLst>
                                    <p:cond delay="500"/>
                                  </p:stCondLst>
                                  <p:childTnLst>
                                    <p:set>
                                      <p:cBhvr>
                                        <p:cTn id="31" dur="1" fill="hold">
                                          <p:stCondLst>
                                            <p:cond delay="0"/>
                                          </p:stCondLst>
                                        </p:cTn>
                                        <p:tgtEl>
                                          <p:spTgt spid="26632"/>
                                        </p:tgtEl>
                                        <p:attrNameLst>
                                          <p:attrName>style.visibility</p:attrName>
                                        </p:attrNameLst>
                                      </p:cBhvr>
                                      <p:to>
                                        <p:strVal val="visible"/>
                                      </p:to>
                                    </p:set>
                                    <p:animEffect transition="in" filter="wipe(left)">
                                      <p:cBhvr>
                                        <p:cTn id="32" dur="500"/>
                                        <p:tgtEl>
                                          <p:spTgt spid="266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6" grpId="0" autoUpdateAnimBg="0"/>
      <p:bldP spid="26628" grpId="0" autoUpdateAnimBg="0"/>
      <p:bldP spid="26629" grpId="0" autoUpdateAnimBg="0"/>
      <p:bldP spid="26630" grpId="0" autoUpdateAnimBg="0"/>
      <p:bldP spid="26631" grpId="0" autoUpdateAnimBg="0"/>
      <p:bldOleChart spid="2663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7650"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7651"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40C6D5D-9A48-4D1A-BF2D-E58E39DBCC9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25</a:t>
            </a:fld>
            <a:endParaRPr lang="es-ES" altLang="en-US"/>
          </a:p>
        </p:txBody>
      </p:sp>
      <p:sp>
        <p:nvSpPr>
          <p:cNvPr id="27652"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Double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Mirror</a:t>
            </a:r>
            <a:r>
              <a:rPr lang="es-ES" b="1" dirty="0">
                <a:solidFill>
                  <a:schemeClr val="bg1">
                    <a:lumMod val="95000"/>
                  </a:schemeClr>
                </a:solidFill>
                <a:latin typeface="Lato" charset="0"/>
                <a:ea typeface="ＭＳ Ｐゴシック" charset="0"/>
                <a:cs typeface="Lato" charset="0"/>
                <a:sym typeface="Lato" charset="0"/>
              </a:rPr>
              <a:t> Chart</a:t>
            </a:r>
            <a:endParaRPr lang="es-ES" dirty="0">
              <a:solidFill>
                <a:schemeClr val="bg1">
                  <a:lumMod val="95000"/>
                </a:schemeClr>
              </a:solidFill>
              <a:ea typeface="ＭＳ Ｐゴシック" charset="0"/>
            </a:endParaRPr>
          </a:p>
        </p:txBody>
      </p:sp>
      <p:sp>
        <p:nvSpPr>
          <p:cNvPr id="27653"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graphicFrame>
        <p:nvGraphicFramePr>
          <p:cNvPr id="27654" name="Object 6"/>
          <p:cNvGraphicFramePr>
            <a:graphicFrameLocks noChangeAspect="1"/>
          </p:cNvGraphicFramePr>
          <p:nvPr>
            <p:extLst>
              <p:ext uri="{D42A27DB-BD31-4B8C-83A1-F6EECF244321}">
                <p14:modId xmlns:p14="http://schemas.microsoft.com/office/powerpoint/2010/main" val="2792200592"/>
              </p:ext>
            </p:extLst>
          </p:nvPr>
        </p:nvGraphicFramePr>
        <p:xfrm>
          <a:off x="4562475" y="3452813"/>
          <a:ext cx="15722600" cy="4581525"/>
        </p:xfrm>
        <a:graphic>
          <a:graphicData uri="http://schemas.openxmlformats.org/presentationml/2006/ole">
            <mc:AlternateContent xmlns:mc="http://schemas.openxmlformats.org/markup-compatibility/2006">
              <mc:Choice xmlns:v="urn:schemas-microsoft-com:vml" Requires="v">
                <p:oleObj spid="_x0000_s27695" name="Chart" r:id="rId3" imgW="11791938" imgH="3438567" progId="MSGraph.Chart.8">
                  <p:embed/>
                </p:oleObj>
              </mc:Choice>
              <mc:Fallback>
                <p:oleObj name="Chart" r:id="rId3" imgW="11791938" imgH="3438567" progId="MSGraph.Chart.8">
                  <p:embed/>
                  <p:pic>
                    <p:nvPicPr>
                      <p:cNvPr id="0" name="Object 6"/>
                      <p:cNvPicPr>
                        <a:picLocks noChangeAspect="1" noChangeArrowheads="1"/>
                      </p:cNvPicPr>
                      <p:nvPr/>
                    </p:nvPicPr>
                    <p:blipFill>
                      <a:blip r:embed="rId4"/>
                      <a:srcRect/>
                      <a:stretch>
                        <a:fillRect/>
                      </a:stretch>
                    </p:blipFill>
                    <p:spPr bwMode="auto">
                      <a:xfrm>
                        <a:off x="4562475" y="3452813"/>
                        <a:ext cx="15722600" cy="4581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graphicFrame>
        <p:nvGraphicFramePr>
          <p:cNvPr id="27655" name="Object 7"/>
          <p:cNvGraphicFramePr>
            <a:graphicFrameLocks noChangeAspect="1"/>
          </p:cNvGraphicFramePr>
          <p:nvPr>
            <p:extLst>
              <p:ext uri="{D42A27DB-BD31-4B8C-83A1-F6EECF244321}">
                <p14:modId xmlns:p14="http://schemas.microsoft.com/office/powerpoint/2010/main" val="1159453319"/>
              </p:ext>
            </p:extLst>
          </p:nvPr>
        </p:nvGraphicFramePr>
        <p:xfrm>
          <a:off x="4565650" y="7021513"/>
          <a:ext cx="15722600" cy="4583112"/>
        </p:xfrm>
        <a:graphic>
          <a:graphicData uri="http://schemas.openxmlformats.org/presentationml/2006/ole">
            <mc:AlternateContent xmlns:mc="http://schemas.openxmlformats.org/markup-compatibility/2006">
              <mc:Choice xmlns:v="urn:schemas-microsoft-com:vml" Requires="v">
                <p:oleObj spid="_x0000_s27696" name="Chart" r:id="rId5" imgW="11791938" imgH="3438567" progId="MSGraph.Chart.8">
                  <p:embed/>
                </p:oleObj>
              </mc:Choice>
              <mc:Fallback>
                <p:oleObj name="Chart" r:id="rId5" imgW="11791938" imgH="3438567" progId="MSGraph.Chart.8">
                  <p:embed/>
                  <p:pic>
                    <p:nvPicPr>
                      <p:cNvPr id="0" name="Object 7"/>
                      <p:cNvPicPr>
                        <a:picLocks noChangeAspect="1" noChangeArrowheads="1"/>
                      </p:cNvPicPr>
                      <p:nvPr/>
                    </p:nvPicPr>
                    <p:blipFill>
                      <a:blip r:embed="rId6"/>
                      <a:srcRect/>
                      <a:stretch>
                        <a:fillRect/>
                      </a:stretch>
                    </p:blipFill>
                    <p:spPr bwMode="auto">
                      <a:xfrm>
                        <a:off x="4565650" y="7021513"/>
                        <a:ext cx="15722600" cy="4583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27656" name="AutoShape 8"/>
          <p:cNvSpPr>
            <a:spLocks/>
          </p:cNvSpPr>
          <p:nvPr/>
        </p:nvSpPr>
        <p:spPr bwMode="auto">
          <a:xfrm>
            <a:off x="2247900" y="121062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pSp>
        <p:nvGrpSpPr>
          <p:cNvPr id="27657" name="Group 9"/>
          <p:cNvGrpSpPr>
            <a:grpSpLocks/>
          </p:cNvGrpSpPr>
          <p:nvPr/>
        </p:nvGrpSpPr>
        <p:grpSpPr bwMode="auto">
          <a:xfrm>
            <a:off x="2717800" y="7340600"/>
            <a:ext cx="19507200" cy="558800"/>
            <a:chOff x="0" y="0"/>
            <a:chExt cx="19507200" cy="558800"/>
          </a:xfrm>
        </p:grpSpPr>
        <p:sp>
          <p:nvSpPr>
            <p:cNvPr id="27658" name="AutoShape 10"/>
            <p:cNvSpPr>
              <a:spLocks/>
            </p:cNvSpPr>
            <p:nvPr/>
          </p:nvSpPr>
          <p:spPr bwMode="auto">
            <a:xfrm>
              <a:off x="175260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59" name="AutoShape 11"/>
            <p:cNvSpPr>
              <a:spLocks/>
            </p:cNvSpPr>
            <p:nvPr/>
          </p:nvSpPr>
          <p:spPr bwMode="auto">
            <a:xfrm>
              <a:off x="180848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2014</a:t>
              </a:r>
              <a:endParaRPr lang="es-ES">
                <a:ea typeface="ＭＳ Ｐゴシック" charset="0"/>
              </a:endParaRPr>
            </a:p>
          </p:txBody>
        </p:sp>
        <p:sp>
          <p:nvSpPr>
            <p:cNvPr id="27660" name="AutoShape 12"/>
            <p:cNvSpPr>
              <a:spLocks/>
            </p:cNvSpPr>
            <p:nvPr/>
          </p:nvSpPr>
          <p:spPr bwMode="auto">
            <a:xfrm>
              <a:off x="155956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1" name="AutoShape 13"/>
            <p:cNvSpPr>
              <a:spLocks/>
            </p:cNvSpPr>
            <p:nvPr/>
          </p:nvSpPr>
          <p:spPr bwMode="auto">
            <a:xfrm>
              <a:off x="136271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2" name="AutoShape 14"/>
            <p:cNvSpPr>
              <a:spLocks/>
            </p:cNvSpPr>
            <p:nvPr/>
          </p:nvSpPr>
          <p:spPr bwMode="auto">
            <a:xfrm>
              <a:off x="116967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3" name="AutoShape 15"/>
            <p:cNvSpPr>
              <a:spLocks/>
            </p:cNvSpPr>
            <p:nvPr/>
          </p:nvSpPr>
          <p:spPr bwMode="auto">
            <a:xfrm>
              <a:off x="97155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4" name="AutoShape 16"/>
            <p:cNvSpPr>
              <a:spLocks/>
            </p:cNvSpPr>
            <p:nvPr/>
          </p:nvSpPr>
          <p:spPr bwMode="auto">
            <a:xfrm>
              <a:off x="77851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5" name="AutoShape 17"/>
            <p:cNvSpPr>
              <a:spLocks/>
            </p:cNvSpPr>
            <p:nvPr/>
          </p:nvSpPr>
          <p:spPr bwMode="auto">
            <a:xfrm>
              <a:off x="58166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6" name="AutoShape 18"/>
            <p:cNvSpPr>
              <a:spLocks/>
            </p:cNvSpPr>
            <p:nvPr/>
          </p:nvSpPr>
          <p:spPr bwMode="auto">
            <a:xfrm>
              <a:off x="38862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7" name="AutoShape 19"/>
            <p:cNvSpPr>
              <a:spLocks/>
            </p:cNvSpPr>
            <p:nvPr/>
          </p:nvSpPr>
          <p:spPr bwMode="auto">
            <a:xfrm>
              <a:off x="19304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8" name="AutoShape 20"/>
            <p:cNvSpPr>
              <a:spLocks/>
            </p:cNvSpPr>
            <p:nvPr/>
          </p:nvSpPr>
          <p:spPr bwMode="auto">
            <a:xfrm>
              <a:off x="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9" name="AutoShape 21"/>
            <p:cNvSpPr>
              <a:spLocks/>
            </p:cNvSpPr>
            <p:nvPr/>
          </p:nvSpPr>
          <p:spPr bwMode="auto">
            <a:xfrm>
              <a:off x="161925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2013</a:t>
              </a:r>
              <a:endParaRPr lang="es-ES">
                <a:ea typeface="ＭＳ Ｐゴシック" charset="0"/>
              </a:endParaRPr>
            </a:p>
          </p:txBody>
        </p:sp>
        <p:sp>
          <p:nvSpPr>
            <p:cNvPr id="27670" name="AutoShape 22"/>
            <p:cNvSpPr>
              <a:spLocks/>
            </p:cNvSpPr>
            <p:nvPr/>
          </p:nvSpPr>
          <p:spPr bwMode="auto">
            <a:xfrm>
              <a:off x="141986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2012</a:t>
              </a:r>
              <a:endParaRPr lang="es-ES">
                <a:ea typeface="ＭＳ Ｐゴシック" charset="0"/>
              </a:endParaRPr>
            </a:p>
          </p:txBody>
        </p:sp>
        <p:sp>
          <p:nvSpPr>
            <p:cNvPr id="27671" name="AutoShape 23"/>
            <p:cNvSpPr>
              <a:spLocks/>
            </p:cNvSpPr>
            <p:nvPr/>
          </p:nvSpPr>
          <p:spPr bwMode="auto">
            <a:xfrm>
              <a:off x="122174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2011</a:t>
              </a:r>
              <a:endParaRPr lang="es-ES">
                <a:ea typeface="ＭＳ Ｐゴシック" charset="0"/>
              </a:endParaRPr>
            </a:p>
          </p:txBody>
        </p:sp>
        <p:sp>
          <p:nvSpPr>
            <p:cNvPr id="27672" name="AutoShape 24"/>
            <p:cNvSpPr>
              <a:spLocks/>
            </p:cNvSpPr>
            <p:nvPr/>
          </p:nvSpPr>
          <p:spPr bwMode="auto">
            <a:xfrm>
              <a:off x="102743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2010</a:t>
              </a:r>
              <a:endParaRPr lang="es-ES">
                <a:ea typeface="ＭＳ Ｐゴシック" charset="0"/>
              </a:endParaRPr>
            </a:p>
          </p:txBody>
        </p:sp>
        <p:sp>
          <p:nvSpPr>
            <p:cNvPr id="27673" name="AutoShape 25"/>
            <p:cNvSpPr>
              <a:spLocks/>
            </p:cNvSpPr>
            <p:nvPr/>
          </p:nvSpPr>
          <p:spPr bwMode="auto">
            <a:xfrm>
              <a:off x="83312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2009</a:t>
              </a:r>
              <a:endParaRPr lang="es-ES">
                <a:ea typeface="ＭＳ Ｐゴシック" charset="0"/>
              </a:endParaRPr>
            </a:p>
          </p:txBody>
        </p:sp>
        <p:sp>
          <p:nvSpPr>
            <p:cNvPr id="27674" name="AutoShape 26"/>
            <p:cNvSpPr>
              <a:spLocks/>
            </p:cNvSpPr>
            <p:nvPr/>
          </p:nvSpPr>
          <p:spPr bwMode="auto">
            <a:xfrm>
              <a:off x="64135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2008</a:t>
              </a:r>
              <a:endParaRPr lang="es-ES">
                <a:ea typeface="ＭＳ Ｐゴシック" charset="0"/>
              </a:endParaRPr>
            </a:p>
          </p:txBody>
        </p:sp>
        <p:sp>
          <p:nvSpPr>
            <p:cNvPr id="27675" name="AutoShape 27"/>
            <p:cNvSpPr>
              <a:spLocks/>
            </p:cNvSpPr>
            <p:nvPr/>
          </p:nvSpPr>
          <p:spPr bwMode="auto">
            <a:xfrm>
              <a:off x="44450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2007</a:t>
              </a:r>
              <a:endParaRPr lang="es-ES">
                <a:ea typeface="ＭＳ Ｐゴシック" charset="0"/>
              </a:endParaRPr>
            </a:p>
          </p:txBody>
        </p:sp>
        <p:sp>
          <p:nvSpPr>
            <p:cNvPr id="27676" name="AutoShape 28"/>
            <p:cNvSpPr>
              <a:spLocks/>
            </p:cNvSpPr>
            <p:nvPr/>
          </p:nvSpPr>
          <p:spPr bwMode="auto">
            <a:xfrm>
              <a:off x="2527300" y="762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2006</a:t>
              </a:r>
              <a:endParaRPr lang="es-ES">
                <a:ea typeface="ＭＳ Ｐゴシック" charset="0"/>
              </a:endParaRPr>
            </a:p>
          </p:txBody>
        </p:sp>
        <p:sp>
          <p:nvSpPr>
            <p:cNvPr id="27677" name="AutoShape 29"/>
            <p:cNvSpPr>
              <a:spLocks/>
            </p:cNvSpPr>
            <p:nvPr/>
          </p:nvSpPr>
          <p:spPr bwMode="auto">
            <a:xfrm>
              <a:off x="6096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2005</a:t>
              </a:r>
              <a:endParaRPr lang="es-ES">
                <a:ea typeface="ＭＳ Ｐゴシック" charset="0"/>
              </a:endParaRPr>
            </a:p>
          </p:txBody>
        </p:sp>
      </p:grpSp>
      <p:sp>
        <p:nvSpPr>
          <p:cNvPr id="27678" name="AutoShape 30"/>
          <p:cNvSpPr>
            <a:spLocks/>
          </p:cNvSpPr>
          <p:nvPr/>
        </p:nvSpPr>
        <p:spPr bwMode="auto">
          <a:xfrm>
            <a:off x="9372600" y="115570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additive="base">
                                        <p:cTn id="7" dur="500" fill="hold"/>
                                        <p:tgtEl>
                                          <p:spTgt spid="27652"/>
                                        </p:tgtEl>
                                        <p:attrNameLst>
                                          <p:attrName>ppt_x</p:attrName>
                                        </p:attrNameLst>
                                      </p:cBhvr>
                                      <p:tavLst>
                                        <p:tav tm="0">
                                          <p:val>
                                            <p:strVal val="1+#ppt_w/2"/>
                                          </p:val>
                                        </p:tav>
                                        <p:tav tm="100000">
                                          <p:val>
                                            <p:strVal val="#ppt_x"/>
                                          </p:val>
                                        </p:tav>
                                      </p:tavLst>
                                    </p:anim>
                                    <p:anim calcmode="lin" valueType="num">
                                      <p:cBhvr additive="base">
                                        <p:cTn id="8" dur="500" fill="hold"/>
                                        <p:tgtEl>
                                          <p:spTgt spid="276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7653"/>
                                        </p:tgtEl>
                                        <p:attrNameLst>
                                          <p:attrName>style.visibility</p:attrName>
                                        </p:attrNameLst>
                                      </p:cBhvr>
                                      <p:to>
                                        <p:strVal val="visible"/>
                                      </p:to>
                                    </p:set>
                                    <p:anim calcmode="lin" valueType="num">
                                      <p:cBhvr additive="base">
                                        <p:cTn id="12" dur="500" fill="hold"/>
                                        <p:tgtEl>
                                          <p:spTgt spid="27653"/>
                                        </p:tgtEl>
                                        <p:attrNameLst>
                                          <p:attrName>ppt_x</p:attrName>
                                        </p:attrNameLst>
                                      </p:cBhvr>
                                      <p:tavLst>
                                        <p:tav tm="0">
                                          <p:val>
                                            <p:strVal val="1+#ppt_w/2"/>
                                          </p:val>
                                        </p:tav>
                                        <p:tav tm="100000">
                                          <p:val>
                                            <p:strVal val="#ppt_x"/>
                                          </p:val>
                                        </p:tav>
                                      </p:tavLst>
                                    </p:anim>
                                    <p:anim calcmode="lin" valueType="num">
                                      <p:cBhvr additive="base">
                                        <p:cTn id="13" dur="500" fill="hold"/>
                                        <p:tgtEl>
                                          <p:spTgt spid="2765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7650"/>
                                        </p:tgtEl>
                                        <p:attrNameLst>
                                          <p:attrName>style.visibility</p:attrName>
                                        </p:attrNameLst>
                                      </p:cBhvr>
                                      <p:to>
                                        <p:strVal val="visible"/>
                                      </p:to>
                                    </p:set>
                                    <p:anim calcmode="lin" valueType="num">
                                      <p:cBhvr additive="base">
                                        <p:cTn id="17" dur="500" fill="hold"/>
                                        <p:tgtEl>
                                          <p:spTgt spid="27650"/>
                                        </p:tgtEl>
                                        <p:attrNameLst>
                                          <p:attrName>ppt_x</p:attrName>
                                        </p:attrNameLst>
                                      </p:cBhvr>
                                      <p:tavLst>
                                        <p:tav tm="0">
                                          <p:val>
                                            <p:strVal val="1+#ppt_w/2"/>
                                          </p:val>
                                        </p:tav>
                                        <p:tav tm="100000">
                                          <p:val>
                                            <p:strVal val="#ppt_x"/>
                                          </p:val>
                                        </p:tav>
                                      </p:tavLst>
                                    </p:anim>
                                    <p:anim calcmode="lin" valueType="num">
                                      <p:cBhvr additive="base">
                                        <p:cTn id="18" dur="500" fill="hold"/>
                                        <p:tgtEl>
                                          <p:spTgt spid="2765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nodeType="afterEffect">
                                  <p:stCondLst>
                                    <p:cond delay="0"/>
                                  </p:stCondLst>
                                  <p:childTnLst>
                                    <p:set>
                                      <p:cBhvr>
                                        <p:cTn id="21" dur="1" fill="hold">
                                          <p:stCondLst>
                                            <p:cond delay="0"/>
                                          </p:stCondLst>
                                        </p:cTn>
                                        <p:tgtEl>
                                          <p:spTgt spid="27657"/>
                                        </p:tgtEl>
                                        <p:attrNameLst>
                                          <p:attrName>style.visibility</p:attrName>
                                        </p:attrNameLst>
                                      </p:cBhvr>
                                      <p:to>
                                        <p:strVal val="visible"/>
                                      </p:to>
                                    </p:set>
                                    <p:animEffect transition="in" filter="wipe(left)">
                                      <p:cBhvr>
                                        <p:cTn id="22" dur="500"/>
                                        <p:tgtEl>
                                          <p:spTgt spid="27657"/>
                                        </p:tgtEl>
                                      </p:cBhvr>
                                    </p:animEffect>
                                  </p:childTnLst>
                                </p:cTn>
                              </p:par>
                            </p:childTnLst>
                          </p:cTn>
                        </p:par>
                        <p:par>
                          <p:cTn id="23" fill="hold" nodeType="afterGroup">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27654"/>
                                        </p:tgtEl>
                                        <p:attrNameLst>
                                          <p:attrName>style.visibility</p:attrName>
                                        </p:attrNameLst>
                                      </p:cBhvr>
                                      <p:to>
                                        <p:strVal val="visible"/>
                                      </p:to>
                                    </p:set>
                                    <p:animEffect transition="in" filter="wipe(left)">
                                      <p:cBhvr>
                                        <p:cTn id="26" dur="500"/>
                                        <p:tgtEl>
                                          <p:spTgt spid="27654"/>
                                        </p:tgtEl>
                                      </p:cBhvr>
                                    </p:animEffect>
                                  </p:childTnLst>
                                </p:cTn>
                              </p:par>
                            </p:childTnLst>
                          </p:cTn>
                        </p:par>
                        <p:par>
                          <p:cTn id="27" fill="hold" nodeType="afterGroup">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27655"/>
                                        </p:tgtEl>
                                        <p:attrNameLst>
                                          <p:attrName>style.visibility</p:attrName>
                                        </p:attrNameLst>
                                      </p:cBhvr>
                                      <p:to>
                                        <p:strVal val="visible"/>
                                      </p:to>
                                    </p:set>
                                    <p:animEffect transition="in" filter="wipe(left)">
                                      <p:cBhvr>
                                        <p:cTn id="30" dur="500"/>
                                        <p:tgtEl>
                                          <p:spTgt spid="27655"/>
                                        </p:tgtEl>
                                      </p:cBhvr>
                                    </p:animEffect>
                                  </p:childTnLst>
                                </p:cTn>
                              </p:par>
                            </p:childTnLst>
                          </p:cTn>
                        </p:par>
                        <p:par>
                          <p:cTn id="31" fill="hold" nodeType="afterGroup">
                            <p:stCondLst>
                              <p:cond delay="3000"/>
                            </p:stCondLst>
                            <p:childTnLst>
                              <p:par>
                                <p:cTn id="32" presetID="2" presetClass="entr" presetSubtype="2" fill="hold" grpId="0" nodeType="afterEffect">
                                  <p:stCondLst>
                                    <p:cond delay="0"/>
                                  </p:stCondLst>
                                  <p:childTnLst>
                                    <p:set>
                                      <p:cBhvr>
                                        <p:cTn id="33" dur="1" fill="hold">
                                          <p:stCondLst>
                                            <p:cond delay="0"/>
                                          </p:stCondLst>
                                        </p:cTn>
                                        <p:tgtEl>
                                          <p:spTgt spid="27678"/>
                                        </p:tgtEl>
                                        <p:attrNameLst>
                                          <p:attrName>style.visibility</p:attrName>
                                        </p:attrNameLst>
                                      </p:cBhvr>
                                      <p:to>
                                        <p:strVal val="visible"/>
                                      </p:to>
                                    </p:set>
                                    <p:anim calcmode="lin" valueType="num">
                                      <p:cBhvr additive="base">
                                        <p:cTn id="34" dur="500" fill="hold"/>
                                        <p:tgtEl>
                                          <p:spTgt spid="27678"/>
                                        </p:tgtEl>
                                        <p:attrNameLst>
                                          <p:attrName>ppt_x</p:attrName>
                                        </p:attrNameLst>
                                      </p:cBhvr>
                                      <p:tavLst>
                                        <p:tav tm="0">
                                          <p:val>
                                            <p:strVal val="1+#ppt_w/2"/>
                                          </p:val>
                                        </p:tav>
                                        <p:tav tm="100000">
                                          <p:val>
                                            <p:strVal val="#ppt_x"/>
                                          </p:val>
                                        </p:tav>
                                      </p:tavLst>
                                    </p:anim>
                                    <p:anim calcmode="lin" valueType="num">
                                      <p:cBhvr additive="base">
                                        <p:cTn id="35" dur="500" fill="hold"/>
                                        <p:tgtEl>
                                          <p:spTgt spid="27678"/>
                                        </p:tgtEl>
                                        <p:attrNameLst>
                                          <p:attrName>ppt_y</p:attrName>
                                        </p:attrNameLst>
                                      </p:cBhvr>
                                      <p:tavLst>
                                        <p:tav tm="0">
                                          <p:val>
                                            <p:strVal val="#ppt_y"/>
                                          </p:val>
                                        </p:tav>
                                        <p:tav tm="100000">
                                          <p:val>
                                            <p:strVal val="#ppt_y"/>
                                          </p:val>
                                        </p:tav>
                                      </p:tavLst>
                                    </p:anim>
                                  </p:childTnLst>
                                </p:cTn>
                              </p:par>
                            </p:childTnLst>
                          </p:cTn>
                        </p:par>
                        <p:par>
                          <p:cTn id="36" fill="hold" nodeType="afterGroup">
                            <p:stCondLst>
                              <p:cond delay="3500"/>
                            </p:stCondLst>
                            <p:childTnLst>
                              <p:par>
                                <p:cTn id="37" presetID="2" presetClass="entr" presetSubtype="2" fill="hold" grpId="0" nodeType="afterEffect">
                                  <p:stCondLst>
                                    <p:cond delay="0"/>
                                  </p:stCondLst>
                                  <p:childTnLst>
                                    <p:set>
                                      <p:cBhvr>
                                        <p:cTn id="38" dur="1" fill="hold">
                                          <p:stCondLst>
                                            <p:cond delay="0"/>
                                          </p:stCondLst>
                                        </p:cTn>
                                        <p:tgtEl>
                                          <p:spTgt spid="27656"/>
                                        </p:tgtEl>
                                        <p:attrNameLst>
                                          <p:attrName>style.visibility</p:attrName>
                                        </p:attrNameLst>
                                      </p:cBhvr>
                                      <p:to>
                                        <p:strVal val="visible"/>
                                      </p:to>
                                    </p:set>
                                    <p:anim calcmode="lin" valueType="num">
                                      <p:cBhvr additive="base">
                                        <p:cTn id="39" dur="500" fill="hold"/>
                                        <p:tgtEl>
                                          <p:spTgt spid="27656"/>
                                        </p:tgtEl>
                                        <p:attrNameLst>
                                          <p:attrName>ppt_x</p:attrName>
                                        </p:attrNameLst>
                                      </p:cBhvr>
                                      <p:tavLst>
                                        <p:tav tm="0">
                                          <p:val>
                                            <p:strVal val="1+#ppt_w/2"/>
                                          </p:val>
                                        </p:tav>
                                        <p:tav tm="100000">
                                          <p:val>
                                            <p:strVal val="#ppt_x"/>
                                          </p:val>
                                        </p:tav>
                                      </p:tavLst>
                                    </p:anim>
                                    <p:anim calcmode="lin" valueType="num">
                                      <p:cBhvr additive="base">
                                        <p:cTn id="40" dur="500" fill="hold"/>
                                        <p:tgtEl>
                                          <p:spTgt spid="276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0" grpId="0" autoUpdateAnimBg="0"/>
      <p:bldP spid="27652" grpId="0" autoUpdateAnimBg="0"/>
      <p:bldP spid="27653" grpId="0" autoUpdateAnimBg="0"/>
      <p:bldOleChart spid="27654" grpId="0"/>
      <p:bldOleChart spid="27655" grpId="0"/>
      <p:bldP spid="27656" grpId="0" autoUpdateAnimBg="0"/>
      <p:bldP spid="27678" grpId="0" autoUpdateAnimBg="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AutoShape 1"/>
          <p:cNvSpPr>
            <a:spLocks/>
          </p:cNvSpPr>
          <p:nvPr/>
        </p:nvSpPr>
        <p:spPr bwMode="auto">
          <a:xfrm>
            <a:off x="7977188" y="10883900"/>
            <a:ext cx="13538200" cy="1270000"/>
          </a:xfrm>
          <a:prstGeom prst="rightArrow">
            <a:avLst>
              <a:gd name="adj1" fmla="val 100000"/>
              <a:gd name="adj2" fmla="val 52806"/>
            </a:avLst>
          </a:prstGeom>
          <a:solidFill>
            <a:schemeClr val="accent6"/>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4" name="AutoShape 2"/>
          <p:cNvSpPr>
            <a:spLocks/>
          </p:cNvSpPr>
          <p:nvPr/>
        </p:nvSpPr>
        <p:spPr bwMode="auto">
          <a:xfrm>
            <a:off x="9526588" y="9055100"/>
            <a:ext cx="11988800" cy="1270000"/>
          </a:xfrm>
          <a:prstGeom prst="rightArrow">
            <a:avLst>
              <a:gd name="adj1" fmla="val 100000"/>
              <a:gd name="adj2" fmla="val 52794"/>
            </a:avLst>
          </a:prstGeom>
          <a:solidFill>
            <a:srgbClr val="46C1A4"/>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5" name="AutoShape 3"/>
          <p:cNvSpPr>
            <a:spLocks/>
          </p:cNvSpPr>
          <p:nvPr/>
        </p:nvSpPr>
        <p:spPr bwMode="auto">
          <a:xfrm>
            <a:off x="9526588" y="7251700"/>
            <a:ext cx="11988800" cy="1270000"/>
          </a:xfrm>
          <a:prstGeom prst="rightArrow">
            <a:avLst>
              <a:gd name="adj1" fmla="val 100000"/>
              <a:gd name="adj2" fmla="val 52794"/>
            </a:avLst>
          </a:prstGeom>
          <a:solidFill>
            <a:schemeClr val="accent6"/>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6" name="AutoShape 4"/>
          <p:cNvSpPr>
            <a:spLocks/>
          </p:cNvSpPr>
          <p:nvPr/>
        </p:nvSpPr>
        <p:spPr bwMode="auto">
          <a:xfrm>
            <a:off x="7977188" y="5524500"/>
            <a:ext cx="13538200" cy="1270000"/>
          </a:xfrm>
          <a:prstGeom prst="rightArrow">
            <a:avLst>
              <a:gd name="adj1" fmla="val 100000"/>
              <a:gd name="adj2" fmla="val 52806"/>
            </a:avLst>
          </a:prstGeom>
          <a:solidFill>
            <a:srgbClr val="46C1A4"/>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7" name="AutoShape 5"/>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78" name="AutoShape 6"/>
          <p:cNvSpPr>
            <a:spLocks/>
          </p:cNvSpPr>
          <p:nvPr/>
        </p:nvSpPr>
        <p:spPr bwMode="auto">
          <a:xfrm>
            <a:off x="2247900" y="3330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dirty="0" err="1">
                <a:solidFill>
                  <a:srgbClr val="838383"/>
                </a:solidFill>
                <a:latin typeface="Lato" panose="020F0502020204030203" pitchFamily="34" charset="0"/>
                <a:sym typeface="Lato" panose="020F0502020204030203" pitchFamily="34" charset="0"/>
              </a:rPr>
              <a:t>Lorem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ipsum</a:t>
            </a:r>
            <a:r>
              <a:rPr lang="es-ES" altLang="en-US" sz="1800" dirty="0">
                <a:solidFill>
                  <a:srgbClr val="838383"/>
                </a:solidFill>
                <a:latin typeface="Lato" panose="020F0502020204030203" pitchFamily="34" charset="0"/>
                <a:sym typeface="Lato" panose="020F0502020204030203" pitchFamily="34" charset="0"/>
              </a:rPr>
              <a:t> dolor </a:t>
            </a:r>
            <a:r>
              <a:rPr lang="es-ES" altLang="en-US" sz="1800" dirty="0" err="1">
                <a:solidFill>
                  <a:srgbClr val="838383"/>
                </a:solidFill>
                <a:latin typeface="Lato" panose="020F0502020204030203" pitchFamily="34" charset="0"/>
                <a:sym typeface="Lato" panose="020F0502020204030203" pitchFamily="34" charset="0"/>
              </a:rPr>
              <a:t>sit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amet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consectetur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vehicula </a:t>
            </a:r>
            <a:r>
              <a:rPr lang="es-ES" altLang="en-US" sz="1800" dirty="0" err="1">
                <a:solidFill>
                  <a:srgbClr val="838383"/>
                </a:solidFill>
                <a:latin typeface="Lato" panose="020F0502020204030203" pitchFamily="34" charset="0"/>
                <a:sym typeface="Lato" panose="020F0502020204030203" pitchFamily="34" charset="0"/>
              </a:rPr>
              <a:t>ligula</a:t>
            </a:r>
            <a:r>
              <a:rPr lang="es-ES" altLang="en-US" sz="1800" dirty="0">
                <a:solidFill>
                  <a:srgbClr val="838383"/>
                </a:solidFill>
                <a:latin typeface="Lato" panose="020F0502020204030203" pitchFamily="34" charset="0"/>
                <a:sym typeface="Lato" panose="020F0502020204030203" pitchFamily="34" charset="0"/>
              </a:rPr>
              <a:t> ut </a:t>
            </a:r>
            <a:r>
              <a:rPr lang="es-ES" altLang="en-US" sz="1800" dirty="0" err="1">
                <a:solidFill>
                  <a:srgbClr val="838383"/>
                </a:solidFill>
                <a:latin typeface="Lato" panose="020F0502020204030203" pitchFamily="34" charset="0"/>
                <a:sym typeface="Lato" panose="020F0502020204030203" pitchFamily="34" charset="0"/>
              </a:rPr>
              <a:t>faucibus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vestibulum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consequat</a:t>
            </a:r>
            <a:r>
              <a:rPr lang="es-ES" altLang="en-US" sz="1800" dirty="0">
                <a:solidFill>
                  <a:srgbClr val="838383"/>
                </a:solidFill>
                <a:latin typeface="Lato" panose="020F0502020204030203" pitchFamily="34" charset="0"/>
                <a:sym typeface="Lato" panose="020F0502020204030203" pitchFamily="34" charset="0"/>
              </a:rPr>
              <a:t> urna et vehicula. </a:t>
            </a:r>
            <a:r>
              <a:rPr lang="es-ES" altLang="en-US" sz="1800" dirty="0" err="1">
                <a:solidFill>
                  <a:srgbClr val="838383"/>
                </a:solidFill>
                <a:latin typeface="Lato" panose="020F0502020204030203" pitchFamily="34" charset="0"/>
                <a:sym typeface="Lato" panose="020F0502020204030203" pitchFamily="34" charset="0"/>
              </a:rPr>
              <a:t>Suspendisse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feugiat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biben</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egestas</a:t>
            </a:r>
            <a:r>
              <a:rPr lang="es-ES" altLang="en-US" sz="1800" dirty="0">
                <a:solidFill>
                  <a:srgbClr val="838383"/>
                </a:solidFill>
                <a:latin typeface="Lato" panose="020F0502020204030203" pitchFamily="34" charset="0"/>
                <a:sym typeface="Lato" panose="020F0502020204030203" pitchFamily="34" charset="0"/>
              </a:rPr>
              <a:t>. Sed </a:t>
            </a:r>
            <a:r>
              <a:rPr lang="es-ES" altLang="en-US" sz="1800" dirty="0" err="1">
                <a:solidFill>
                  <a:srgbClr val="838383"/>
                </a:solidFill>
                <a:latin typeface="Lato" panose="020F0502020204030203" pitchFamily="34" charset="0"/>
                <a:sym typeface="Lato" panose="020F0502020204030203" pitchFamily="34" charset="0"/>
              </a:rPr>
              <a:t>bibendum</a:t>
            </a:r>
            <a:r>
              <a:rPr lang="es-ES" altLang="en-US" sz="1800" dirty="0">
                <a:solidFill>
                  <a:srgbClr val="838383"/>
                </a:solidFill>
                <a:latin typeface="Lato" panose="020F0502020204030203" pitchFamily="34" charset="0"/>
                <a:sym typeface="Lato" panose="020F0502020204030203" pitchFamily="34" charset="0"/>
              </a:rPr>
              <a:t> urna id </a:t>
            </a:r>
            <a:r>
              <a:rPr lang="es-ES" altLang="en-US" sz="1800" dirty="0" err="1">
                <a:solidFill>
                  <a:srgbClr val="838383"/>
                </a:solidFill>
                <a:latin typeface="Lato" panose="020F0502020204030203" pitchFamily="34" charset="0"/>
                <a:sym typeface="Lato" panose="020F0502020204030203" pitchFamily="34" charset="0"/>
              </a:rPr>
              <a:t>sem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commodoat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dictum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lectus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Fusce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volutpat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venenatis</a:t>
            </a:r>
            <a:r>
              <a:rPr lang="es-ES" altLang="en-US" sz="1800" dirty="0">
                <a:solidFill>
                  <a:srgbClr val="838383"/>
                </a:solidFill>
                <a:latin typeface="Lato" panose="020F0502020204030203" pitchFamily="34" charset="0"/>
                <a:sym typeface="Lato" panose="020F0502020204030203" pitchFamily="34" charset="0"/>
              </a:rPr>
              <a:t> non,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orci</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condimentum</a:t>
            </a:r>
            <a:r>
              <a:rPr lang="es-ES" altLang="en-US" sz="1800" dirty="0">
                <a:solidFill>
                  <a:srgbClr val="838383"/>
                </a:solidFill>
                <a:latin typeface="Lato" panose="020F0502020204030203" pitchFamily="34" charset="0"/>
                <a:sym typeface="Lato" panose="020F0502020204030203" pitchFamily="34" charset="0"/>
              </a:rPr>
              <a:t> leo ut </a:t>
            </a:r>
            <a:r>
              <a:rPr lang="es-ES" altLang="en-US" sz="1800" dirty="0" err="1">
                <a:solidFill>
                  <a:srgbClr val="838383"/>
                </a:solidFill>
                <a:latin typeface="Lato" panose="020F0502020204030203" pitchFamily="34" charset="0"/>
                <a:sym typeface="Lato" panose="020F0502020204030203" pitchFamily="34" charset="0"/>
              </a:rPr>
              <a:t>erat</a:t>
            </a:r>
            <a:r>
              <a:rPr lang="es-ES" altLang="en-US" sz="1800" dirty="0">
                <a:solidFill>
                  <a:srgbClr val="838383"/>
                </a:solidFill>
                <a:latin typeface="Lato" panose="020F0502020204030203" pitchFamily="34" charset="0"/>
                <a:sym typeface="Lato" panose="020F0502020204030203" pitchFamily="34" charset="0"/>
              </a:rPr>
              <a:t> ultrices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Nunc ut </a:t>
            </a:r>
            <a:r>
              <a:rPr lang="es-ES" altLang="en-US" sz="1800" dirty="0" err="1">
                <a:solidFill>
                  <a:srgbClr val="838383"/>
                </a:solidFill>
                <a:latin typeface="Lato" panose="020F0502020204030203" pitchFamily="34" charset="0"/>
                <a:sym typeface="Lato" panose="020F0502020204030203" pitchFamily="34" charset="0"/>
              </a:rPr>
              <a:t>quam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elementum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enim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ac</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ullamcorper</a:t>
            </a:r>
            <a:r>
              <a:rPr lang="es-ES" altLang="en-US" sz="1800" dirty="0">
                <a:solidFill>
                  <a:srgbClr val="838383"/>
                </a:solidFill>
                <a:latin typeface="Lato" panose="020F0502020204030203" pitchFamily="34" charset="0"/>
                <a:sym typeface="Lato" panose="020F0502020204030203" pitchFamily="34" charset="0"/>
              </a:rPr>
              <a:t> magna.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eu</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Cras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diam</a:t>
            </a:r>
            <a:r>
              <a:rPr lang="es-ES" altLang="en-US" sz="1800" dirty="0">
                <a:solidFill>
                  <a:srgbClr val="838383"/>
                </a:solidFill>
                <a:latin typeface="Lato" panose="020F0502020204030203" pitchFamily="34" charset="0"/>
                <a:sym typeface="Lato" panose="020F0502020204030203" pitchFamily="34" charset="0"/>
              </a:rPr>
              <a:t> tortor, id </a:t>
            </a:r>
            <a:r>
              <a:rPr lang="es-ES" altLang="en-US" sz="1800" dirty="0" err="1">
                <a:solidFill>
                  <a:srgbClr val="838383"/>
                </a:solidFill>
                <a:latin typeface="Lato" panose="020F0502020204030203" pitchFamily="34" charset="0"/>
                <a:sym typeface="Lato" panose="020F0502020204030203" pitchFamily="34" charset="0"/>
              </a:rPr>
              <a:t>cursus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purus</a:t>
            </a:r>
            <a:r>
              <a:rPr lang="es-ES" altLang="en-US" sz="1800" dirty="0">
                <a:solidFill>
                  <a:srgbClr val="838383"/>
                </a:solidFill>
                <a:latin typeface="Lato" panose="020F0502020204030203" pitchFamily="34" charset="0"/>
                <a:sym typeface="Lato" panose="020F0502020204030203" pitchFamily="34" charset="0"/>
              </a:rPr>
              <a:t>.</a:t>
            </a:r>
            <a:endParaRPr lang="es-ES" altLang="en-US" dirty="0"/>
          </a:p>
        </p:txBody>
      </p:sp>
      <p:sp>
        <p:nvSpPr>
          <p:cNvPr id="28679" name="AutoShape 7"/>
          <p:cNvSpPr>
            <a:spLocks/>
          </p:cNvSpPr>
          <p:nvPr/>
        </p:nvSpPr>
        <p:spPr bwMode="auto">
          <a:xfrm>
            <a:off x="225107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8E97B94-CF8F-4DEF-8EDD-70B2290BE52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26</a:t>
            </a:fld>
            <a:endParaRPr lang="es-ES" altLang="en-US"/>
          </a:p>
        </p:txBody>
      </p:sp>
      <p:sp>
        <p:nvSpPr>
          <p:cNvPr id="28680" name="AutoShape 8"/>
          <p:cNvSpPr>
            <a:spLocks/>
          </p:cNvSpPr>
          <p:nvPr/>
        </p:nvSpPr>
        <p:spPr bwMode="auto">
          <a:xfrm>
            <a:off x="3289300" y="1493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Ads</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Coverage</a:t>
            </a:r>
            <a:endParaRPr lang="es-ES" dirty="0">
              <a:solidFill>
                <a:schemeClr val="bg1">
                  <a:lumMod val="95000"/>
                </a:schemeClr>
              </a:solidFill>
              <a:ea typeface="ＭＳ Ｐゴシック" charset="0"/>
            </a:endParaRPr>
          </a:p>
        </p:txBody>
      </p:sp>
      <p:sp>
        <p:nvSpPr>
          <p:cNvPr id="28681" name="AutoShape 9"/>
          <p:cNvSpPr>
            <a:spLocks/>
          </p:cNvSpPr>
          <p:nvPr/>
        </p:nvSpPr>
        <p:spPr bwMode="auto">
          <a:xfrm>
            <a:off x="3302000" y="2527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28682" name="AutoShape 10"/>
          <p:cNvSpPr>
            <a:spLocks/>
          </p:cNvSpPr>
          <p:nvPr/>
        </p:nvSpPr>
        <p:spPr bwMode="auto">
          <a:xfrm>
            <a:off x="6678613" y="9029700"/>
            <a:ext cx="3503612" cy="1311275"/>
          </a:xfrm>
          <a:custGeom>
            <a:avLst/>
            <a:gdLst>
              <a:gd name="T0" fmla="*/ 1751806 w 21600"/>
              <a:gd name="T1" fmla="*/ 655638 h 21600"/>
              <a:gd name="T2" fmla="*/ 1751806 w 21600"/>
              <a:gd name="T3" fmla="*/ 655638 h 21600"/>
              <a:gd name="T4" fmla="*/ 1751806 w 21600"/>
              <a:gd name="T5" fmla="*/ 655638 h 21600"/>
              <a:gd name="T6" fmla="*/ 1751806 w 21600"/>
              <a:gd name="T7" fmla="*/ 6556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9" y="0"/>
                </a:moveTo>
                <a:cubicBezTo>
                  <a:pt x="15718" y="0"/>
                  <a:pt x="14174" y="3248"/>
                  <a:pt x="13674" y="7700"/>
                </a:cubicBezTo>
                <a:lnTo>
                  <a:pt x="0" y="6335"/>
                </a:lnTo>
                <a:lnTo>
                  <a:pt x="13525" y="11887"/>
                </a:lnTo>
                <a:cubicBezTo>
                  <a:pt x="13729" y="17342"/>
                  <a:pt x="15451" y="21599"/>
                  <a:pt x="17549" y="21599"/>
                </a:cubicBezTo>
                <a:lnTo>
                  <a:pt x="17551" y="21599"/>
                </a:lnTo>
                <a:cubicBezTo>
                  <a:pt x="19786" y="21599"/>
                  <a:pt x="21599" y="16761"/>
                  <a:pt x="21599" y="10796"/>
                </a:cubicBezTo>
                <a:cubicBezTo>
                  <a:pt x="21599" y="4832"/>
                  <a:pt x="19786" y="0"/>
                  <a:pt x="17551" y="0"/>
                </a:cubicBezTo>
                <a:lnTo>
                  <a:pt x="17549"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8683" name="AutoShape 11"/>
          <p:cNvSpPr>
            <a:spLocks/>
          </p:cNvSpPr>
          <p:nvPr/>
        </p:nvSpPr>
        <p:spPr bwMode="auto">
          <a:xfrm>
            <a:off x="6300788" y="10569575"/>
            <a:ext cx="2270125" cy="1597025"/>
          </a:xfrm>
          <a:custGeom>
            <a:avLst/>
            <a:gdLst>
              <a:gd name="T0" fmla="*/ 1135063 w 21600"/>
              <a:gd name="T1" fmla="*/ 798513 h 21600"/>
              <a:gd name="T2" fmla="*/ 1135063 w 21600"/>
              <a:gd name="T3" fmla="*/ 798513 h 21600"/>
              <a:gd name="T4" fmla="*/ 1135063 w 21600"/>
              <a:gd name="T5" fmla="*/ 798513 h 21600"/>
              <a:gd name="T6" fmla="*/ 1135063 w 21600"/>
              <a:gd name="T7" fmla="*/ 798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448" y="9841"/>
                </a:lnTo>
                <a:cubicBezTo>
                  <a:pt x="9230" y="10744"/>
                  <a:pt x="9108" y="11706"/>
                  <a:pt x="9108" y="12715"/>
                </a:cubicBezTo>
                <a:cubicBezTo>
                  <a:pt x="9108" y="17620"/>
                  <a:pt x="11901" y="21599"/>
                  <a:pt x="15350" y="21599"/>
                </a:cubicBezTo>
                <a:lnTo>
                  <a:pt x="15354" y="21599"/>
                </a:lnTo>
                <a:cubicBezTo>
                  <a:pt x="18802" y="21600"/>
                  <a:pt x="21599" y="17620"/>
                  <a:pt x="21599" y="12715"/>
                </a:cubicBezTo>
                <a:cubicBezTo>
                  <a:pt x="21599" y="7809"/>
                  <a:pt x="18802" y="3835"/>
                  <a:pt x="15354" y="3835"/>
                </a:cubicBezTo>
                <a:lnTo>
                  <a:pt x="15350" y="3835"/>
                </a:lnTo>
                <a:cubicBezTo>
                  <a:pt x="13491" y="3835"/>
                  <a:pt x="11841" y="5014"/>
                  <a:pt x="10698" y="6849"/>
                </a:cubicBez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8684" name="AutoShape 12"/>
          <p:cNvSpPr>
            <a:spLocks/>
          </p:cNvSpPr>
          <p:nvPr/>
        </p:nvSpPr>
        <p:spPr bwMode="auto">
          <a:xfrm>
            <a:off x="6513513" y="5510213"/>
            <a:ext cx="2184400" cy="1922462"/>
          </a:xfrm>
          <a:custGeom>
            <a:avLst/>
            <a:gdLst>
              <a:gd name="T0" fmla="*/ 1092200 w 21600"/>
              <a:gd name="T1" fmla="*/ 961231 h 21600"/>
              <a:gd name="T2" fmla="*/ 1092200 w 21600"/>
              <a:gd name="T3" fmla="*/ 961231 h 21600"/>
              <a:gd name="T4" fmla="*/ 1092200 w 21600"/>
              <a:gd name="T5" fmla="*/ 961231 h 21600"/>
              <a:gd name="T6" fmla="*/ 1092200 w 21600"/>
              <a:gd name="T7" fmla="*/ 9612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107" y="0"/>
                </a:moveTo>
                <a:cubicBezTo>
                  <a:pt x="11525" y="0"/>
                  <a:pt x="8622" y="3300"/>
                  <a:pt x="8622" y="7373"/>
                </a:cubicBezTo>
                <a:cubicBezTo>
                  <a:pt x="8622" y="8639"/>
                  <a:pt x="8929" y="9812"/>
                  <a:pt x="9423" y="10853"/>
                </a:cubicBezTo>
                <a:lnTo>
                  <a:pt x="0" y="21600"/>
                </a:lnTo>
                <a:lnTo>
                  <a:pt x="11039" y="13079"/>
                </a:lnTo>
                <a:cubicBezTo>
                  <a:pt x="12154" y="14110"/>
                  <a:pt x="13557" y="14752"/>
                  <a:pt x="15107" y="14752"/>
                </a:cubicBezTo>
                <a:lnTo>
                  <a:pt x="15111" y="14752"/>
                </a:lnTo>
                <a:cubicBezTo>
                  <a:pt x="18693" y="14752"/>
                  <a:pt x="21600" y="11447"/>
                  <a:pt x="21600" y="7373"/>
                </a:cubicBezTo>
                <a:cubicBezTo>
                  <a:pt x="21600" y="3300"/>
                  <a:pt x="18693" y="0"/>
                  <a:pt x="15111" y="0"/>
                </a:cubicBezTo>
                <a:lnTo>
                  <a:pt x="15107"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8685" name="AutoShape 13"/>
          <p:cNvSpPr>
            <a:spLocks/>
          </p:cNvSpPr>
          <p:nvPr/>
        </p:nvSpPr>
        <p:spPr bwMode="auto">
          <a:xfrm>
            <a:off x="6675438" y="7243763"/>
            <a:ext cx="3479800" cy="1365250"/>
          </a:xfrm>
          <a:custGeom>
            <a:avLst/>
            <a:gdLst>
              <a:gd name="T0" fmla="*/ 1739900 w 21600"/>
              <a:gd name="T1" fmla="*/ 682625 h 21600"/>
              <a:gd name="T2" fmla="*/ 1739900 w 21600"/>
              <a:gd name="T3" fmla="*/ 682625 h 21600"/>
              <a:gd name="T4" fmla="*/ 1739900 w 21600"/>
              <a:gd name="T5" fmla="*/ 682625 h 21600"/>
              <a:gd name="T6" fmla="*/ 1739900 w 21600"/>
              <a:gd name="T7" fmla="*/ 682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22" y="0"/>
                </a:moveTo>
                <a:cubicBezTo>
                  <a:pt x="15273" y="0"/>
                  <a:pt x="13450" y="4649"/>
                  <a:pt x="13450" y="10388"/>
                </a:cubicBezTo>
                <a:cubicBezTo>
                  <a:pt x="13450" y="10561"/>
                  <a:pt x="13457" y="10732"/>
                  <a:pt x="13460" y="10903"/>
                </a:cubicBezTo>
                <a:lnTo>
                  <a:pt x="0" y="21600"/>
                </a:lnTo>
                <a:lnTo>
                  <a:pt x="13854" y="14825"/>
                </a:lnTo>
                <a:cubicBezTo>
                  <a:pt x="14508" y="18336"/>
                  <a:pt x="15897" y="20783"/>
                  <a:pt x="17522" y="20783"/>
                </a:cubicBezTo>
                <a:lnTo>
                  <a:pt x="17525" y="20783"/>
                </a:lnTo>
                <a:cubicBezTo>
                  <a:pt x="19774" y="20783"/>
                  <a:pt x="21599" y="16127"/>
                  <a:pt x="21599" y="10388"/>
                </a:cubicBezTo>
                <a:cubicBezTo>
                  <a:pt x="21599" y="4649"/>
                  <a:pt x="19774" y="0"/>
                  <a:pt x="17525" y="0"/>
                </a:cubicBezTo>
                <a:lnTo>
                  <a:pt x="17522"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8686" name="AutoShape 14"/>
          <p:cNvSpPr>
            <a:spLocks/>
          </p:cNvSpPr>
          <p:nvPr/>
        </p:nvSpPr>
        <p:spPr bwMode="auto">
          <a:xfrm>
            <a:off x="7791450" y="5954713"/>
            <a:ext cx="523875" cy="523875"/>
          </a:xfrm>
          <a:custGeom>
            <a:avLst/>
            <a:gdLst>
              <a:gd name="T0" fmla="*/ 261938 w 21600"/>
              <a:gd name="T1" fmla="*/ 261938 h 21600"/>
              <a:gd name="T2" fmla="*/ 261938 w 21600"/>
              <a:gd name="T3" fmla="*/ 261938 h 21600"/>
              <a:gd name="T4" fmla="*/ 261938 w 21600"/>
              <a:gd name="T5" fmla="*/ 261938 h 21600"/>
              <a:gd name="T6" fmla="*/ 261938 w 21600"/>
              <a:gd name="T7" fmla="*/ 261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87" name="AutoShape 15"/>
          <p:cNvSpPr>
            <a:spLocks/>
          </p:cNvSpPr>
          <p:nvPr/>
        </p:nvSpPr>
        <p:spPr bwMode="auto">
          <a:xfrm>
            <a:off x="7651750" y="11301413"/>
            <a:ext cx="525463" cy="433387"/>
          </a:xfrm>
          <a:custGeom>
            <a:avLst/>
            <a:gdLst>
              <a:gd name="T0" fmla="*/ 262732 w 21600"/>
              <a:gd name="T1" fmla="*/ 216694 h 21600"/>
              <a:gd name="T2" fmla="*/ 262732 w 21600"/>
              <a:gd name="T3" fmla="*/ 216694 h 21600"/>
              <a:gd name="T4" fmla="*/ 262732 w 21600"/>
              <a:gd name="T5" fmla="*/ 216694 h 21600"/>
              <a:gd name="T6" fmla="*/ 262732 w 21600"/>
              <a:gd name="T7" fmla="*/ 21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8999" y="17274"/>
                </a:lnTo>
                <a:lnTo>
                  <a:pt x="8999" y="17369"/>
                </a:lnTo>
                <a:cubicBezTo>
                  <a:pt x="8999"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1"/>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59"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88" name="AutoShape 16"/>
          <p:cNvSpPr>
            <a:spLocks/>
          </p:cNvSpPr>
          <p:nvPr/>
        </p:nvSpPr>
        <p:spPr bwMode="auto">
          <a:xfrm>
            <a:off x="9244013" y="7616825"/>
            <a:ext cx="523875" cy="525463"/>
          </a:xfrm>
          <a:custGeom>
            <a:avLst/>
            <a:gdLst>
              <a:gd name="T0" fmla="*/ 261938 w 21376"/>
              <a:gd name="T1" fmla="*/ 262732 h 21600"/>
              <a:gd name="T2" fmla="*/ 261938 w 21376"/>
              <a:gd name="T3" fmla="*/ 262732 h 21600"/>
              <a:gd name="T4" fmla="*/ 261938 w 21376"/>
              <a:gd name="T5" fmla="*/ 262732 h 21600"/>
              <a:gd name="T6" fmla="*/ 261938 w 21376"/>
              <a:gd name="T7" fmla="*/ 262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89" name="AutoShape 17"/>
          <p:cNvSpPr>
            <a:spLocks/>
          </p:cNvSpPr>
          <p:nvPr/>
        </p:nvSpPr>
        <p:spPr bwMode="auto">
          <a:xfrm>
            <a:off x="9293225" y="9402763"/>
            <a:ext cx="525463" cy="523875"/>
          </a:xfrm>
          <a:custGeom>
            <a:avLst/>
            <a:gdLst>
              <a:gd name="T0" fmla="*/ 262719 w 21591"/>
              <a:gd name="T1" fmla="*/ 263156 h 21498"/>
              <a:gd name="T2" fmla="*/ 262719 w 21591"/>
              <a:gd name="T3" fmla="*/ 263156 h 21498"/>
              <a:gd name="T4" fmla="*/ 262719 w 21591"/>
              <a:gd name="T5" fmla="*/ 263156 h 21498"/>
              <a:gd name="T6" fmla="*/ 262719 w 21591"/>
              <a:gd name="T7" fmla="*/ 263156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90" name="AutoShape 18"/>
          <p:cNvSpPr>
            <a:spLocks/>
          </p:cNvSpPr>
          <p:nvPr/>
        </p:nvSpPr>
        <p:spPr bwMode="auto">
          <a:xfrm>
            <a:off x="2308225" y="7385050"/>
            <a:ext cx="3911600" cy="3911600"/>
          </a:xfrm>
          <a:custGeom>
            <a:avLst/>
            <a:gdLst>
              <a:gd name="T0" fmla="*/ 1955800 w 21600"/>
              <a:gd name="T1" fmla="*/ 1955709 h 21579"/>
              <a:gd name="T2" fmla="*/ 1955800 w 21600"/>
              <a:gd name="T3" fmla="*/ 1955709 h 21579"/>
              <a:gd name="T4" fmla="*/ 1955800 w 21600"/>
              <a:gd name="T5" fmla="*/ 1955709 h 21579"/>
              <a:gd name="T6" fmla="*/ 1955800 w 21600"/>
              <a:gd name="T7" fmla="*/ 195570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0"/>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8"/>
                  <a:pt x="11878" y="6922"/>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6"/>
          </a:solidFill>
          <a:ln>
            <a:noFill/>
          </a:ln>
          <a:effectLst/>
          <a:extLst/>
        </p:spPr>
        <p:txBody>
          <a:bodyPr lIns="38100" tIns="38100" rIns="38100" bIns="38100" anchor="ctr"/>
          <a:lstStyle/>
          <a:p>
            <a:endParaRPr lang="en-US"/>
          </a:p>
        </p:txBody>
      </p:sp>
      <p:sp>
        <p:nvSpPr>
          <p:cNvPr id="28691" name="AutoShape 19"/>
          <p:cNvSpPr>
            <a:spLocks/>
          </p:cNvSpPr>
          <p:nvPr/>
        </p:nvSpPr>
        <p:spPr bwMode="auto">
          <a:xfrm>
            <a:off x="10541000" y="7762875"/>
            <a:ext cx="102743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2" name="AutoShape 20"/>
          <p:cNvSpPr>
            <a:spLocks/>
          </p:cNvSpPr>
          <p:nvPr/>
        </p:nvSpPr>
        <p:spPr bwMode="auto">
          <a:xfrm>
            <a:off x="10579100" y="73660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Brands Chemical</a:t>
            </a:r>
            <a:endParaRPr lang="es-ES">
              <a:ea typeface="ＭＳ Ｐゴシック" charset="0"/>
            </a:endParaRPr>
          </a:p>
        </p:txBody>
      </p:sp>
      <p:sp>
        <p:nvSpPr>
          <p:cNvPr id="28693" name="AutoShape 21"/>
          <p:cNvSpPr>
            <a:spLocks/>
          </p:cNvSpPr>
          <p:nvPr/>
        </p:nvSpPr>
        <p:spPr bwMode="auto">
          <a:xfrm>
            <a:off x="9017000" y="6048375"/>
            <a:ext cx="117856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4" name="AutoShape 22"/>
          <p:cNvSpPr>
            <a:spLocks/>
          </p:cNvSpPr>
          <p:nvPr/>
        </p:nvSpPr>
        <p:spPr bwMode="auto">
          <a:xfrm>
            <a:off x="9042400" y="56515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Brands Lover</a:t>
            </a:r>
            <a:endParaRPr lang="es-ES">
              <a:ea typeface="ＭＳ Ｐゴシック" charset="0"/>
            </a:endParaRPr>
          </a:p>
        </p:txBody>
      </p:sp>
      <p:sp>
        <p:nvSpPr>
          <p:cNvPr id="28695" name="AutoShape 23"/>
          <p:cNvSpPr>
            <a:spLocks/>
          </p:cNvSpPr>
          <p:nvPr/>
        </p:nvSpPr>
        <p:spPr bwMode="auto">
          <a:xfrm>
            <a:off x="9017000" y="11356975"/>
            <a:ext cx="117856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6" name="AutoShape 24"/>
          <p:cNvSpPr>
            <a:spLocks/>
          </p:cNvSpPr>
          <p:nvPr/>
        </p:nvSpPr>
        <p:spPr bwMode="auto">
          <a:xfrm>
            <a:off x="9055100" y="10960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Delivered Post</a:t>
            </a:r>
            <a:endParaRPr lang="es-ES">
              <a:ea typeface="ＭＳ Ｐゴシック" charset="0"/>
            </a:endParaRPr>
          </a:p>
        </p:txBody>
      </p:sp>
      <p:sp>
        <p:nvSpPr>
          <p:cNvPr id="28697" name="AutoShape 25"/>
          <p:cNvSpPr>
            <a:spLocks/>
          </p:cNvSpPr>
          <p:nvPr/>
        </p:nvSpPr>
        <p:spPr bwMode="auto">
          <a:xfrm>
            <a:off x="10541000" y="9540875"/>
            <a:ext cx="102743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8" name="AutoShape 26"/>
          <p:cNvSpPr>
            <a:spLocks/>
          </p:cNvSpPr>
          <p:nvPr/>
        </p:nvSpPr>
        <p:spPr bwMode="auto">
          <a:xfrm>
            <a:off x="10579100" y="91440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Ad Shared</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8680"/>
                                        </p:tgtEl>
                                        <p:attrNameLst>
                                          <p:attrName>style.visibility</p:attrName>
                                        </p:attrNameLst>
                                      </p:cBhvr>
                                      <p:to>
                                        <p:strVal val="visible"/>
                                      </p:to>
                                    </p:set>
                                    <p:anim calcmode="lin" valueType="num">
                                      <p:cBhvr additive="base">
                                        <p:cTn id="7" dur="500" fill="hold"/>
                                        <p:tgtEl>
                                          <p:spTgt spid="28680"/>
                                        </p:tgtEl>
                                        <p:attrNameLst>
                                          <p:attrName>ppt_x</p:attrName>
                                        </p:attrNameLst>
                                      </p:cBhvr>
                                      <p:tavLst>
                                        <p:tav tm="0">
                                          <p:val>
                                            <p:strVal val="1+#ppt_w/2"/>
                                          </p:val>
                                        </p:tav>
                                        <p:tav tm="100000">
                                          <p:val>
                                            <p:strVal val="#ppt_x"/>
                                          </p:val>
                                        </p:tav>
                                      </p:tavLst>
                                    </p:anim>
                                    <p:anim calcmode="lin" valueType="num">
                                      <p:cBhvr additive="base">
                                        <p:cTn id="8" dur="500" fill="hold"/>
                                        <p:tgtEl>
                                          <p:spTgt spid="2868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8681"/>
                                        </p:tgtEl>
                                        <p:attrNameLst>
                                          <p:attrName>style.visibility</p:attrName>
                                        </p:attrNameLst>
                                      </p:cBhvr>
                                      <p:to>
                                        <p:strVal val="visible"/>
                                      </p:to>
                                    </p:set>
                                    <p:anim calcmode="lin" valueType="num">
                                      <p:cBhvr additive="base">
                                        <p:cTn id="12" dur="500" fill="hold"/>
                                        <p:tgtEl>
                                          <p:spTgt spid="28681"/>
                                        </p:tgtEl>
                                        <p:attrNameLst>
                                          <p:attrName>ppt_x</p:attrName>
                                        </p:attrNameLst>
                                      </p:cBhvr>
                                      <p:tavLst>
                                        <p:tav tm="0">
                                          <p:val>
                                            <p:strVal val="1+#ppt_w/2"/>
                                          </p:val>
                                        </p:tav>
                                        <p:tav tm="100000">
                                          <p:val>
                                            <p:strVal val="#ppt_x"/>
                                          </p:val>
                                        </p:tav>
                                      </p:tavLst>
                                    </p:anim>
                                    <p:anim calcmode="lin" valueType="num">
                                      <p:cBhvr additive="base">
                                        <p:cTn id="13" dur="500" fill="hold"/>
                                        <p:tgtEl>
                                          <p:spTgt spid="2868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8678"/>
                                        </p:tgtEl>
                                        <p:attrNameLst>
                                          <p:attrName>style.visibility</p:attrName>
                                        </p:attrNameLst>
                                      </p:cBhvr>
                                      <p:to>
                                        <p:strVal val="visible"/>
                                      </p:to>
                                    </p:set>
                                    <p:anim calcmode="lin" valueType="num">
                                      <p:cBhvr additive="base">
                                        <p:cTn id="17" dur="500" fill="hold"/>
                                        <p:tgtEl>
                                          <p:spTgt spid="28678"/>
                                        </p:tgtEl>
                                        <p:attrNameLst>
                                          <p:attrName>ppt_x</p:attrName>
                                        </p:attrNameLst>
                                      </p:cBhvr>
                                      <p:tavLst>
                                        <p:tav tm="0">
                                          <p:val>
                                            <p:strVal val="1+#ppt_w/2"/>
                                          </p:val>
                                        </p:tav>
                                        <p:tav tm="100000">
                                          <p:val>
                                            <p:strVal val="#ppt_x"/>
                                          </p:val>
                                        </p:tav>
                                      </p:tavLst>
                                    </p:anim>
                                    <p:anim calcmode="lin" valueType="num">
                                      <p:cBhvr additive="base">
                                        <p:cTn id="18" dur="500" fill="hold"/>
                                        <p:tgtEl>
                                          <p:spTgt spid="2867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28690"/>
                                        </p:tgtEl>
                                        <p:attrNameLst>
                                          <p:attrName>style.visibility</p:attrName>
                                        </p:attrNameLst>
                                      </p:cBhvr>
                                      <p:to>
                                        <p:strVal val="visible"/>
                                      </p:to>
                                    </p:set>
                                    <p:animEffect transition="in" filter="dissolve">
                                      <p:cBhvr>
                                        <p:cTn id="22" dur="500"/>
                                        <p:tgtEl>
                                          <p:spTgt spid="28690"/>
                                        </p:tgtEl>
                                      </p:cBhvr>
                                    </p:animEffect>
                                  </p:childTnLst>
                                </p:cTn>
                              </p:par>
                            </p:childTnLst>
                          </p:cTn>
                        </p:par>
                        <p:par>
                          <p:cTn id="23" fill="hold" nodeType="afterGroup">
                            <p:stCondLst>
                              <p:cond delay="2000"/>
                            </p:stCondLst>
                            <p:childTnLst>
                              <p:par>
                                <p:cTn id="24" presetID="9" presetClass="entr" presetSubtype="0" fill="hold" nodeType="afterEffect">
                                  <p:stCondLst>
                                    <p:cond delay="100"/>
                                  </p:stCondLst>
                                  <p:childTnLst>
                                    <p:set>
                                      <p:cBhvr>
                                        <p:cTn id="25" dur="1" fill="hold">
                                          <p:stCondLst>
                                            <p:cond delay="0"/>
                                          </p:stCondLst>
                                        </p:cTn>
                                        <p:tgtEl>
                                          <p:spTgt spid="28684"/>
                                        </p:tgtEl>
                                        <p:attrNameLst>
                                          <p:attrName>style.visibility</p:attrName>
                                        </p:attrNameLst>
                                      </p:cBhvr>
                                      <p:to>
                                        <p:strVal val="visible"/>
                                      </p:to>
                                    </p:set>
                                    <p:animEffect transition="in" filter="dissolve">
                                      <p:cBhvr>
                                        <p:cTn id="26" dur="500"/>
                                        <p:tgtEl>
                                          <p:spTgt spid="28684"/>
                                        </p:tgtEl>
                                      </p:cBhvr>
                                    </p:animEffect>
                                  </p:childTnLst>
                                </p:cTn>
                              </p:par>
                            </p:childTnLst>
                          </p:cTn>
                        </p:par>
                        <p:par>
                          <p:cTn id="27" fill="hold" nodeType="afterGroup">
                            <p:stCondLst>
                              <p:cond delay="2600"/>
                            </p:stCondLst>
                            <p:childTnLst>
                              <p:par>
                                <p:cTn id="28" presetID="9" presetClass="entr" presetSubtype="0" fill="hold" nodeType="afterEffect">
                                  <p:stCondLst>
                                    <p:cond delay="100"/>
                                  </p:stCondLst>
                                  <p:childTnLst>
                                    <p:set>
                                      <p:cBhvr>
                                        <p:cTn id="29" dur="1" fill="hold">
                                          <p:stCondLst>
                                            <p:cond delay="0"/>
                                          </p:stCondLst>
                                        </p:cTn>
                                        <p:tgtEl>
                                          <p:spTgt spid="28686"/>
                                        </p:tgtEl>
                                        <p:attrNameLst>
                                          <p:attrName>style.visibility</p:attrName>
                                        </p:attrNameLst>
                                      </p:cBhvr>
                                      <p:to>
                                        <p:strVal val="visible"/>
                                      </p:to>
                                    </p:set>
                                    <p:animEffect transition="in" filter="dissolve">
                                      <p:cBhvr>
                                        <p:cTn id="30" dur="500"/>
                                        <p:tgtEl>
                                          <p:spTgt spid="28686"/>
                                        </p:tgtEl>
                                      </p:cBhvr>
                                    </p:animEffect>
                                  </p:childTnLst>
                                </p:cTn>
                              </p:par>
                            </p:childTnLst>
                          </p:cTn>
                        </p:par>
                        <p:par>
                          <p:cTn id="31" fill="hold" nodeType="afterGroup">
                            <p:stCondLst>
                              <p:cond delay="3200"/>
                            </p:stCondLst>
                            <p:childTnLst>
                              <p:par>
                                <p:cTn id="32" presetID="9" presetClass="entr" presetSubtype="0" fill="hold" nodeType="afterEffect">
                                  <p:stCondLst>
                                    <p:cond delay="100"/>
                                  </p:stCondLst>
                                  <p:childTnLst>
                                    <p:set>
                                      <p:cBhvr>
                                        <p:cTn id="33" dur="1" fill="hold">
                                          <p:stCondLst>
                                            <p:cond delay="0"/>
                                          </p:stCondLst>
                                        </p:cTn>
                                        <p:tgtEl>
                                          <p:spTgt spid="28685"/>
                                        </p:tgtEl>
                                        <p:attrNameLst>
                                          <p:attrName>style.visibility</p:attrName>
                                        </p:attrNameLst>
                                      </p:cBhvr>
                                      <p:to>
                                        <p:strVal val="visible"/>
                                      </p:to>
                                    </p:set>
                                    <p:animEffect transition="in" filter="dissolve">
                                      <p:cBhvr>
                                        <p:cTn id="34" dur="500"/>
                                        <p:tgtEl>
                                          <p:spTgt spid="28685"/>
                                        </p:tgtEl>
                                      </p:cBhvr>
                                    </p:animEffect>
                                  </p:childTnLst>
                                </p:cTn>
                              </p:par>
                            </p:childTnLst>
                          </p:cTn>
                        </p:par>
                        <p:par>
                          <p:cTn id="35" fill="hold" nodeType="afterGroup">
                            <p:stCondLst>
                              <p:cond delay="3800"/>
                            </p:stCondLst>
                            <p:childTnLst>
                              <p:par>
                                <p:cTn id="36" presetID="9" presetClass="entr" presetSubtype="0" fill="hold" nodeType="afterEffect">
                                  <p:stCondLst>
                                    <p:cond delay="100"/>
                                  </p:stCondLst>
                                  <p:childTnLst>
                                    <p:set>
                                      <p:cBhvr>
                                        <p:cTn id="37" dur="1" fill="hold">
                                          <p:stCondLst>
                                            <p:cond delay="0"/>
                                          </p:stCondLst>
                                        </p:cTn>
                                        <p:tgtEl>
                                          <p:spTgt spid="28688"/>
                                        </p:tgtEl>
                                        <p:attrNameLst>
                                          <p:attrName>style.visibility</p:attrName>
                                        </p:attrNameLst>
                                      </p:cBhvr>
                                      <p:to>
                                        <p:strVal val="visible"/>
                                      </p:to>
                                    </p:set>
                                    <p:animEffect transition="in" filter="dissolve">
                                      <p:cBhvr>
                                        <p:cTn id="38" dur="500"/>
                                        <p:tgtEl>
                                          <p:spTgt spid="28688"/>
                                        </p:tgtEl>
                                      </p:cBhvr>
                                    </p:animEffect>
                                  </p:childTnLst>
                                </p:cTn>
                              </p:par>
                            </p:childTnLst>
                          </p:cTn>
                        </p:par>
                        <p:par>
                          <p:cTn id="39" fill="hold" nodeType="afterGroup">
                            <p:stCondLst>
                              <p:cond delay="4400"/>
                            </p:stCondLst>
                            <p:childTnLst>
                              <p:par>
                                <p:cTn id="40" presetID="9" presetClass="entr" presetSubtype="0" fill="hold" nodeType="afterEffect">
                                  <p:stCondLst>
                                    <p:cond delay="100"/>
                                  </p:stCondLst>
                                  <p:childTnLst>
                                    <p:set>
                                      <p:cBhvr>
                                        <p:cTn id="41" dur="1" fill="hold">
                                          <p:stCondLst>
                                            <p:cond delay="0"/>
                                          </p:stCondLst>
                                        </p:cTn>
                                        <p:tgtEl>
                                          <p:spTgt spid="28682"/>
                                        </p:tgtEl>
                                        <p:attrNameLst>
                                          <p:attrName>style.visibility</p:attrName>
                                        </p:attrNameLst>
                                      </p:cBhvr>
                                      <p:to>
                                        <p:strVal val="visible"/>
                                      </p:to>
                                    </p:set>
                                    <p:animEffect transition="in" filter="dissolve">
                                      <p:cBhvr>
                                        <p:cTn id="42" dur="500"/>
                                        <p:tgtEl>
                                          <p:spTgt spid="28682"/>
                                        </p:tgtEl>
                                      </p:cBhvr>
                                    </p:animEffect>
                                  </p:childTnLst>
                                </p:cTn>
                              </p:par>
                            </p:childTnLst>
                          </p:cTn>
                        </p:par>
                        <p:par>
                          <p:cTn id="43" fill="hold" nodeType="afterGroup">
                            <p:stCondLst>
                              <p:cond delay="5000"/>
                            </p:stCondLst>
                            <p:childTnLst>
                              <p:par>
                                <p:cTn id="44" presetID="9" presetClass="entr" presetSubtype="0" fill="hold" nodeType="afterEffect">
                                  <p:stCondLst>
                                    <p:cond delay="100"/>
                                  </p:stCondLst>
                                  <p:childTnLst>
                                    <p:set>
                                      <p:cBhvr>
                                        <p:cTn id="45" dur="1" fill="hold">
                                          <p:stCondLst>
                                            <p:cond delay="0"/>
                                          </p:stCondLst>
                                        </p:cTn>
                                        <p:tgtEl>
                                          <p:spTgt spid="28689"/>
                                        </p:tgtEl>
                                        <p:attrNameLst>
                                          <p:attrName>style.visibility</p:attrName>
                                        </p:attrNameLst>
                                      </p:cBhvr>
                                      <p:to>
                                        <p:strVal val="visible"/>
                                      </p:to>
                                    </p:set>
                                    <p:animEffect transition="in" filter="dissolve">
                                      <p:cBhvr>
                                        <p:cTn id="46" dur="500"/>
                                        <p:tgtEl>
                                          <p:spTgt spid="28689"/>
                                        </p:tgtEl>
                                      </p:cBhvr>
                                    </p:animEffect>
                                  </p:childTnLst>
                                </p:cTn>
                              </p:par>
                            </p:childTnLst>
                          </p:cTn>
                        </p:par>
                        <p:par>
                          <p:cTn id="47" fill="hold" nodeType="afterGroup">
                            <p:stCondLst>
                              <p:cond delay="5600"/>
                            </p:stCondLst>
                            <p:childTnLst>
                              <p:par>
                                <p:cTn id="48" presetID="9" presetClass="entr" presetSubtype="0" fill="hold" nodeType="afterEffect">
                                  <p:stCondLst>
                                    <p:cond delay="100"/>
                                  </p:stCondLst>
                                  <p:childTnLst>
                                    <p:set>
                                      <p:cBhvr>
                                        <p:cTn id="49" dur="1" fill="hold">
                                          <p:stCondLst>
                                            <p:cond delay="0"/>
                                          </p:stCondLst>
                                        </p:cTn>
                                        <p:tgtEl>
                                          <p:spTgt spid="28683"/>
                                        </p:tgtEl>
                                        <p:attrNameLst>
                                          <p:attrName>style.visibility</p:attrName>
                                        </p:attrNameLst>
                                      </p:cBhvr>
                                      <p:to>
                                        <p:strVal val="visible"/>
                                      </p:to>
                                    </p:set>
                                    <p:animEffect transition="in" filter="dissolve">
                                      <p:cBhvr>
                                        <p:cTn id="50" dur="500"/>
                                        <p:tgtEl>
                                          <p:spTgt spid="28683"/>
                                        </p:tgtEl>
                                      </p:cBhvr>
                                    </p:animEffect>
                                  </p:childTnLst>
                                </p:cTn>
                              </p:par>
                            </p:childTnLst>
                          </p:cTn>
                        </p:par>
                        <p:par>
                          <p:cTn id="51" fill="hold" nodeType="afterGroup">
                            <p:stCondLst>
                              <p:cond delay="6200"/>
                            </p:stCondLst>
                            <p:childTnLst>
                              <p:par>
                                <p:cTn id="52" presetID="9" presetClass="entr" presetSubtype="0" fill="hold" nodeType="afterEffect">
                                  <p:stCondLst>
                                    <p:cond delay="100"/>
                                  </p:stCondLst>
                                  <p:childTnLst>
                                    <p:set>
                                      <p:cBhvr>
                                        <p:cTn id="53" dur="1" fill="hold">
                                          <p:stCondLst>
                                            <p:cond delay="0"/>
                                          </p:stCondLst>
                                        </p:cTn>
                                        <p:tgtEl>
                                          <p:spTgt spid="28687"/>
                                        </p:tgtEl>
                                        <p:attrNameLst>
                                          <p:attrName>style.visibility</p:attrName>
                                        </p:attrNameLst>
                                      </p:cBhvr>
                                      <p:to>
                                        <p:strVal val="visible"/>
                                      </p:to>
                                    </p:set>
                                    <p:animEffect transition="in" filter="dissolve">
                                      <p:cBhvr>
                                        <p:cTn id="54" dur="500"/>
                                        <p:tgtEl>
                                          <p:spTgt spid="28687"/>
                                        </p:tgtEl>
                                      </p:cBhvr>
                                    </p:animEffect>
                                  </p:childTnLst>
                                </p:cTn>
                              </p:par>
                            </p:childTnLst>
                          </p:cTn>
                        </p:par>
                        <p:par>
                          <p:cTn id="55" fill="hold" nodeType="afterGroup">
                            <p:stCondLst>
                              <p:cond delay="6800"/>
                            </p:stCondLst>
                            <p:childTnLst>
                              <p:par>
                                <p:cTn id="56" presetID="22" presetClass="entr" presetSubtype="8" fill="hold" grpId="0" nodeType="afterEffect">
                                  <p:stCondLst>
                                    <p:cond delay="200"/>
                                  </p:stCondLst>
                                  <p:childTnLst>
                                    <p:set>
                                      <p:cBhvr>
                                        <p:cTn id="57" dur="1" fill="hold">
                                          <p:stCondLst>
                                            <p:cond delay="0"/>
                                          </p:stCondLst>
                                        </p:cTn>
                                        <p:tgtEl>
                                          <p:spTgt spid="28676"/>
                                        </p:tgtEl>
                                        <p:attrNameLst>
                                          <p:attrName>style.visibility</p:attrName>
                                        </p:attrNameLst>
                                      </p:cBhvr>
                                      <p:to>
                                        <p:strVal val="visible"/>
                                      </p:to>
                                    </p:set>
                                    <p:animEffect transition="in" filter="wipe(left)">
                                      <p:cBhvr>
                                        <p:cTn id="58" dur="500"/>
                                        <p:tgtEl>
                                          <p:spTgt spid="28676"/>
                                        </p:tgtEl>
                                      </p:cBhvr>
                                    </p:animEffect>
                                  </p:childTnLst>
                                </p:cTn>
                              </p:par>
                            </p:childTnLst>
                          </p:cTn>
                        </p:par>
                        <p:par>
                          <p:cTn id="59" fill="hold" nodeType="afterGroup">
                            <p:stCondLst>
                              <p:cond delay="7500"/>
                            </p:stCondLst>
                            <p:childTnLst>
                              <p:par>
                                <p:cTn id="60" presetID="22" presetClass="entr" presetSubtype="8" fill="hold" grpId="0" nodeType="afterEffect">
                                  <p:stCondLst>
                                    <p:cond delay="200"/>
                                  </p:stCondLst>
                                  <p:childTnLst>
                                    <p:set>
                                      <p:cBhvr>
                                        <p:cTn id="61" dur="1" fill="hold">
                                          <p:stCondLst>
                                            <p:cond delay="0"/>
                                          </p:stCondLst>
                                        </p:cTn>
                                        <p:tgtEl>
                                          <p:spTgt spid="28675"/>
                                        </p:tgtEl>
                                        <p:attrNameLst>
                                          <p:attrName>style.visibility</p:attrName>
                                        </p:attrNameLst>
                                      </p:cBhvr>
                                      <p:to>
                                        <p:strVal val="visible"/>
                                      </p:to>
                                    </p:set>
                                    <p:animEffect transition="in" filter="wipe(left)">
                                      <p:cBhvr>
                                        <p:cTn id="62" dur="500"/>
                                        <p:tgtEl>
                                          <p:spTgt spid="28675"/>
                                        </p:tgtEl>
                                      </p:cBhvr>
                                    </p:animEffect>
                                  </p:childTnLst>
                                </p:cTn>
                              </p:par>
                            </p:childTnLst>
                          </p:cTn>
                        </p:par>
                        <p:par>
                          <p:cTn id="63" fill="hold" nodeType="afterGroup">
                            <p:stCondLst>
                              <p:cond delay="8200"/>
                            </p:stCondLst>
                            <p:childTnLst>
                              <p:par>
                                <p:cTn id="64" presetID="22" presetClass="entr" presetSubtype="8" fill="hold" grpId="0" nodeType="afterEffect">
                                  <p:stCondLst>
                                    <p:cond delay="200"/>
                                  </p:stCondLst>
                                  <p:childTnLst>
                                    <p:set>
                                      <p:cBhvr>
                                        <p:cTn id="65" dur="1" fill="hold">
                                          <p:stCondLst>
                                            <p:cond delay="0"/>
                                          </p:stCondLst>
                                        </p:cTn>
                                        <p:tgtEl>
                                          <p:spTgt spid="28674"/>
                                        </p:tgtEl>
                                        <p:attrNameLst>
                                          <p:attrName>style.visibility</p:attrName>
                                        </p:attrNameLst>
                                      </p:cBhvr>
                                      <p:to>
                                        <p:strVal val="visible"/>
                                      </p:to>
                                    </p:set>
                                    <p:animEffect transition="in" filter="wipe(left)">
                                      <p:cBhvr>
                                        <p:cTn id="66" dur="500"/>
                                        <p:tgtEl>
                                          <p:spTgt spid="28674"/>
                                        </p:tgtEl>
                                      </p:cBhvr>
                                    </p:animEffect>
                                  </p:childTnLst>
                                </p:cTn>
                              </p:par>
                            </p:childTnLst>
                          </p:cTn>
                        </p:par>
                        <p:par>
                          <p:cTn id="67" fill="hold" nodeType="afterGroup">
                            <p:stCondLst>
                              <p:cond delay="8900"/>
                            </p:stCondLst>
                            <p:childTnLst>
                              <p:par>
                                <p:cTn id="68" presetID="22" presetClass="entr" presetSubtype="8" fill="hold" grpId="0" nodeType="afterEffect">
                                  <p:stCondLst>
                                    <p:cond delay="200"/>
                                  </p:stCondLst>
                                  <p:childTnLst>
                                    <p:set>
                                      <p:cBhvr>
                                        <p:cTn id="69" dur="1" fill="hold">
                                          <p:stCondLst>
                                            <p:cond delay="0"/>
                                          </p:stCondLst>
                                        </p:cTn>
                                        <p:tgtEl>
                                          <p:spTgt spid="28673"/>
                                        </p:tgtEl>
                                        <p:attrNameLst>
                                          <p:attrName>style.visibility</p:attrName>
                                        </p:attrNameLst>
                                      </p:cBhvr>
                                      <p:to>
                                        <p:strVal val="visible"/>
                                      </p:to>
                                    </p:set>
                                    <p:animEffect transition="in" filter="wipe(left)">
                                      <p:cBhvr>
                                        <p:cTn id="70" dur="500"/>
                                        <p:tgtEl>
                                          <p:spTgt spid="28673"/>
                                        </p:tgtEl>
                                      </p:cBhvr>
                                    </p:animEffect>
                                  </p:childTnLst>
                                </p:cTn>
                              </p:par>
                            </p:childTnLst>
                          </p:cTn>
                        </p:par>
                        <p:par>
                          <p:cTn id="71" fill="hold" nodeType="afterGroup">
                            <p:stCondLst>
                              <p:cond delay="9600"/>
                            </p:stCondLst>
                            <p:childTnLst>
                              <p:par>
                                <p:cTn id="72" presetID="2" presetClass="entr" presetSubtype="2" fill="hold" grpId="0" nodeType="afterEffect">
                                  <p:stCondLst>
                                    <p:cond delay="0"/>
                                  </p:stCondLst>
                                  <p:childTnLst>
                                    <p:set>
                                      <p:cBhvr>
                                        <p:cTn id="73" dur="1" fill="hold">
                                          <p:stCondLst>
                                            <p:cond delay="0"/>
                                          </p:stCondLst>
                                        </p:cTn>
                                        <p:tgtEl>
                                          <p:spTgt spid="28694"/>
                                        </p:tgtEl>
                                        <p:attrNameLst>
                                          <p:attrName>style.visibility</p:attrName>
                                        </p:attrNameLst>
                                      </p:cBhvr>
                                      <p:to>
                                        <p:strVal val="visible"/>
                                      </p:to>
                                    </p:set>
                                    <p:anim calcmode="lin" valueType="num">
                                      <p:cBhvr additive="base">
                                        <p:cTn id="74" dur="500" fill="hold"/>
                                        <p:tgtEl>
                                          <p:spTgt spid="28694"/>
                                        </p:tgtEl>
                                        <p:attrNameLst>
                                          <p:attrName>ppt_x</p:attrName>
                                        </p:attrNameLst>
                                      </p:cBhvr>
                                      <p:tavLst>
                                        <p:tav tm="0">
                                          <p:val>
                                            <p:strVal val="1+#ppt_w/2"/>
                                          </p:val>
                                        </p:tav>
                                        <p:tav tm="100000">
                                          <p:val>
                                            <p:strVal val="#ppt_x"/>
                                          </p:val>
                                        </p:tav>
                                      </p:tavLst>
                                    </p:anim>
                                    <p:anim calcmode="lin" valueType="num">
                                      <p:cBhvr additive="base">
                                        <p:cTn id="75" dur="500" fill="hold"/>
                                        <p:tgtEl>
                                          <p:spTgt spid="28694"/>
                                        </p:tgtEl>
                                        <p:attrNameLst>
                                          <p:attrName>ppt_y</p:attrName>
                                        </p:attrNameLst>
                                      </p:cBhvr>
                                      <p:tavLst>
                                        <p:tav tm="0">
                                          <p:val>
                                            <p:strVal val="#ppt_y"/>
                                          </p:val>
                                        </p:tav>
                                        <p:tav tm="100000">
                                          <p:val>
                                            <p:strVal val="#ppt_y"/>
                                          </p:val>
                                        </p:tav>
                                      </p:tavLst>
                                    </p:anim>
                                  </p:childTnLst>
                                </p:cTn>
                              </p:par>
                            </p:childTnLst>
                          </p:cTn>
                        </p:par>
                        <p:par>
                          <p:cTn id="76" fill="hold" nodeType="afterGroup">
                            <p:stCondLst>
                              <p:cond delay="10100"/>
                            </p:stCondLst>
                            <p:childTnLst>
                              <p:par>
                                <p:cTn id="77" presetID="2" presetClass="entr" presetSubtype="2" fill="hold" grpId="0" nodeType="afterEffect">
                                  <p:stCondLst>
                                    <p:cond delay="0"/>
                                  </p:stCondLst>
                                  <p:childTnLst>
                                    <p:set>
                                      <p:cBhvr>
                                        <p:cTn id="78" dur="1" fill="hold">
                                          <p:stCondLst>
                                            <p:cond delay="0"/>
                                          </p:stCondLst>
                                        </p:cTn>
                                        <p:tgtEl>
                                          <p:spTgt spid="28693"/>
                                        </p:tgtEl>
                                        <p:attrNameLst>
                                          <p:attrName>style.visibility</p:attrName>
                                        </p:attrNameLst>
                                      </p:cBhvr>
                                      <p:to>
                                        <p:strVal val="visible"/>
                                      </p:to>
                                    </p:set>
                                    <p:anim calcmode="lin" valueType="num">
                                      <p:cBhvr additive="base">
                                        <p:cTn id="79" dur="500" fill="hold"/>
                                        <p:tgtEl>
                                          <p:spTgt spid="28693"/>
                                        </p:tgtEl>
                                        <p:attrNameLst>
                                          <p:attrName>ppt_x</p:attrName>
                                        </p:attrNameLst>
                                      </p:cBhvr>
                                      <p:tavLst>
                                        <p:tav tm="0">
                                          <p:val>
                                            <p:strVal val="1+#ppt_w/2"/>
                                          </p:val>
                                        </p:tav>
                                        <p:tav tm="100000">
                                          <p:val>
                                            <p:strVal val="#ppt_x"/>
                                          </p:val>
                                        </p:tav>
                                      </p:tavLst>
                                    </p:anim>
                                    <p:anim calcmode="lin" valueType="num">
                                      <p:cBhvr additive="base">
                                        <p:cTn id="80" dur="500" fill="hold"/>
                                        <p:tgtEl>
                                          <p:spTgt spid="28693"/>
                                        </p:tgtEl>
                                        <p:attrNameLst>
                                          <p:attrName>ppt_y</p:attrName>
                                        </p:attrNameLst>
                                      </p:cBhvr>
                                      <p:tavLst>
                                        <p:tav tm="0">
                                          <p:val>
                                            <p:strVal val="#ppt_y"/>
                                          </p:val>
                                        </p:tav>
                                        <p:tav tm="100000">
                                          <p:val>
                                            <p:strVal val="#ppt_y"/>
                                          </p:val>
                                        </p:tav>
                                      </p:tavLst>
                                    </p:anim>
                                  </p:childTnLst>
                                </p:cTn>
                              </p:par>
                            </p:childTnLst>
                          </p:cTn>
                        </p:par>
                        <p:par>
                          <p:cTn id="81" fill="hold" nodeType="afterGroup">
                            <p:stCondLst>
                              <p:cond delay="10600"/>
                            </p:stCondLst>
                            <p:childTnLst>
                              <p:par>
                                <p:cTn id="82" presetID="2" presetClass="entr" presetSubtype="2" fill="hold" grpId="0" nodeType="afterEffect">
                                  <p:stCondLst>
                                    <p:cond delay="0"/>
                                  </p:stCondLst>
                                  <p:childTnLst>
                                    <p:set>
                                      <p:cBhvr>
                                        <p:cTn id="83" dur="1" fill="hold">
                                          <p:stCondLst>
                                            <p:cond delay="0"/>
                                          </p:stCondLst>
                                        </p:cTn>
                                        <p:tgtEl>
                                          <p:spTgt spid="28692"/>
                                        </p:tgtEl>
                                        <p:attrNameLst>
                                          <p:attrName>style.visibility</p:attrName>
                                        </p:attrNameLst>
                                      </p:cBhvr>
                                      <p:to>
                                        <p:strVal val="visible"/>
                                      </p:to>
                                    </p:set>
                                    <p:anim calcmode="lin" valueType="num">
                                      <p:cBhvr additive="base">
                                        <p:cTn id="84" dur="500" fill="hold"/>
                                        <p:tgtEl>
                                          <p:spTgt spid="28692"/>
                                        </p:tgtEl>
                                        <p:attrNameLst>
                                          <p:attrName>ppt_x</p:attrName>
                                        </p:attrNameLst>
                                      </p:cBhvr>
                                      <p:tavLst>
                                        <p:tav tm="0">
                                          <p:val>
                                            <p:strVal val="1+#ppt_w/2"/>
                                          </p:val>
                                        </p:tav>
                                        <p:tav tm="100000">
                                          <p:val>
                                            <p:strVal val="#ppt_x"/>
                                          </p:val>
                                        </p:tav>
                                      </p:tavLst>
                                    </p:anim>
                                    <p:anim calcmode="lin" valueType="num">
                                      <p:cBhvr additive="base">
                                        <p:cTn id="85" dur="500" fill="hold"/>
                                        <p:tgtEl>
                                          <p:spTgt spid="28692"/>
                                        </p:tgtEl>
                                        <p:attrNameLst>
                                          <p:attrName>ppt_y</p:attrName>
                                        </p:attrNameLst>
                                      </p:cBhvr>
                                      <p:tavLst>
                                        <p:tav tm="0">
                                          <p:val>
                                            <p:strVal val="#ppt_y"/>
                                          </p:val>
                                        </p:tav>
                                        <p:tav tm="100000">
                                          <p:val>
                                            <p:strVal val="#ppt_y"/>
                                          </p:val>
                                        </p:tav>
                                      </p:tavLst>
                                    </p:anim>
                                  </p:childTnLst>
                                </p:cTn>
                              </p:par>
                            </p:childTnLst>
                          </p:cTn>
                        </p:par>
                        <p:par>
                          <p:cTn id="86" fill="hold" nodeType="afterGroup">
                            <p:stCondLst>
                              <p:cond delay="11100"/>
                            </p:stCondLst>
                            <p:childTnLst>
                              <p:par>
                                <p:cTn id="87" presetID="2" presetClass="entr" presetSubtype="2" fill="hold" grpId="0" nodeType="afterEffect">
                                  <p:stCondLst>
                                    <p:cond delay="0"/>
                                  </p:stCondLst>
                                  <p:childTnLst>
                                    <p:set>
                                      <p:cBhvr>
                                        <p:cTn id="88" dur="1" fill="hold">
                                          <p:stCondLst>
                                            <p:cond delay="0"/>
                                          </p:stCondLst>
                                        </p:cTn>
                                        <p:tgtEl>
                                          <p:spTgt spid="28691"/>
                                        </p:tgtEl>
                                        <p:attrNameLst>
                                          <p:attrName>style.visibility</p:attrName>
                                        </p:attrNameLst>
                                      </p:cBhvr>
                                      <p:to>
                                        <p:strVal val="visible"/>
                                      </p:to>
                                    </p:set>
                                    <p:anim calcmode="lin" valueType="num">
                                      <p:cBhvr additive="base">
                                        <p:cTn id="89" dur="500" fill="hold"/>
                                        <p:tgtEl>
                                          <p:spTgt spid="28691"/>
                                        </p:tgtEl>
                                        <p:attrNameLst>
                                          <p:attrName>ppt_x</p:attrName>
                                        </p:attrNameLst>
                                      </p:cBhvr>
                                      <p:tavLst>
                                        <p:tav tm="0">
                                          <p:val>
                                            <p:strVal val="1+#ppt_w/2"/>
                                          </p:val>
                                        </p:tav>
                                        <p:tav tm="100000">
                                          <p:val>
                                            <p:strVal val="#ppt_x"/>
                                          </p:val>
                                        </p:tav>
                                      </p:tavLst>
                                    </p:anim>
                                    <p:anim calcmode="lin" valueType="num">
                                      <p:cBhvr additive="base">
                                        <p:cTn id="90" dur="500" fill="hold"/>
                                        <p:tgtEl>
                                          <p:spTgt spid="28691"/>
                                        </p:tgtEl>
                                        <p:attrNameLst>
                                          <p:attrName>ppt_y</p:attrName>
                                        </p:attrNameLst>
                                      </p:cBhvr>
                                      <p:tavLst>
                                        <p:tav tm="0">
                                          <p:val>
                                            <p:strVal val="#ppt_y"/>
                                          </p:val>
                                        </p:tav>
                                        <p:tav tm="100000">
                                          <p:val>
                                            <p:strVal val="#ppt_y"/>
                                          </p:val>
                                        </p:tav>
                                      </p:tavLst>
                                    </p:anim>
                                  </p:childTnLst>
                                </p:cTn>
                              </p:par>
                            </p:childTnLst>
                          </p:cTn>
                        </p:par>
                        <p:par>
                          <p:cTn id="91" fill="hold" nodeType="afterGroup">
                            <p:stCondLst>
                              <p:cond delay="11600"/>
                            </p:stCondLst>
                            <p:childTnLst>
                              <p:par>
                                <p:cTn id="92" presetID="2" presetClass="entr" presetSubtype="2" fill="hold" grpId="0" nodeType="afterEffect">
                                  <p:stCondLst>
                                    <p:cond delay="0"/>
                                  </p:stCondLst>
                                  <p:childTnLst>
                                    <p:set>
                                      <p:cBhvr>
                                        <p:cTn id="93" dur="1" fill="hold">
                                          <p:stCondLst>
                                            <p:cond delay="0"/>
                                          </p:stCondLst>
                                        </p:cTn>
                                        <p:tgtEl>
                                          <p:spTgt spid="28698"/>
                                        </p:tgtEl>
                                        <p:attrNameLst>
                                          <p:attrName>style.visibility</p:attrName>
                                        </p:attrNameLst>
                                      </p:cBhvr>
                                      <p:to>
                                        <p:strVal val="visible"/>
                                      </p:to>
                                    </p:set>
                                    <p:anim calcmode="lin" valueType="num">
                                      <p:cBhvr additive="base">
                                        <p:cTn id="94" dur="500" fill="hold"/>
                                        <p:tgtEl>
                                          <p:spTgt spid="28698"/>
                                        </p:tgtEl>
                                        <p:attrNameLst>
                                          <p:attrName>ppt_x</p:attrName>
                                        </p:attrNameLst>
                                      </p:cBhvr>
                                      <p:tavLst>
                                        <p:tav tm="0">
                                          <p:val>
                                            <p:strVal val="1+#ppt_w/2"/>
                                          </p:val>
                                        </p:tav>
                                        <p:tav tm="100000">
                                          <p:val>
                                            <p:strVal val="#ppt_x"/>
                                          </p:val>
                                        </p:tav>
                                      </p:tavLst>
                                    </p:anim>
                                    <p:anim calcmode="lin" valueType="num">
                                      <p:cBhvr additive="base">
                                        <p:cTn id="95" dur="500" fill="hold"/>
                                        <p:tgtEl>
                                          <p:spTgt spid="28698"/>
                                        </p:tgtEl>
                                        <p:attrNameLst>
                                          <p:attrName>ppt_y</p:attrName>
                                        </p:attrNameLst>
                                      </p:cBhvr>
                                      <p:tavLst>
                                        <p:tav tm="0">
                                          <p:val>
                                            <p:strVal val="#ppt_y"/>
                                          </p:val>
                                        </p:tav>
                                        <p:tav tm="100000">
                                          <p:val>
                                            <p:strVal val="#ppt_y"/>
                                          </p:val>
                                        </p:tav>
                                      </p:tavLst>
                                    </p:anim>
                                  </p:childTnLst>
                                </p:cTn>
                              </p:par>
                            </p:childTnLst>
                          </p:cTn>
                        </p:par>
                        <p:par>
                          <p:cTn id="96" fill="hold" nodeType="afterGroup">
                            <p:stCondLst>
                              <p:cond delay="12100"/>
                            </p:stCondLst>
                            <p:childTnLst>
                              <p:par>
                                <p:cTn id="97" presetID="2" presetClass="entr" presetSubtype="2" fill="hold" grpId="0" nodeType="afterEffect">
                                  <p:stCondLst>
                                    <p:cond delay="0"/>
                                  </p:stCondLst>
                                  <p:childTnLst>
                                    <p:set>
                                      <p:cBhvr>
                                        <p:cTn id="98" dur="1" fill="hold">
                                          <p:stCondLst>
                                            <p:cond delay="0"/>
                                          </p:stCondLst>
                                        </p:cTn>
                                        <p:tgtEl>
                                          <p:spTgt spid="28697"/>
                                        </p:tgtEl>
                                        <p:attrNameLst>
                                          <p:attrName>style.visibility</p:attrName>
                                        </p:attrNameLst>
                                      </p:cBhvr>
                                      <p:to>
                                        <p:strVal val="visible"/>
                                      </p:to>
                                    </p:set>
                                    <p:anim calcmode="lin" valueType="num">
                                      <p:cBhvr additive="base">
                                        <p:cTn id="99" dur="500" fill="hold"/>
                                        <p:tgtEl>
                                          <p:spTgt spid="28697"/>
                                        </p:tgtEl>
                                        <p:attrNameLst>
                                          <p:attrName>ppt_x</p:attrName>
                                        </p:attrNameLst>
                                      </p:cBhvr>
                                      <p:tavLst>
                                        <p:tav tm="0">
                                          <p:val>
                                            <p:strVal val="1+#ppt_w/2"/>
                                          </p:val>
                                        </p:tav>
                                        <p:tav tm="100000">
                                          <p:val>
                                            <p:strVal val="#ppt_x"/>
                                          </p:val>
                                        </p:tav>
                                      </p:tavLst>
                                    </p:anim>
                                    <p:anim calcmode="lin" valueType="num">
                                      <p:cBhvr additive="base">
                                        <p:cTn id="100" dur="500" fill="hold"/>
                                        <p:tgtEl>
                                          <p:spTgt spid="28697"/>
                                        </p:tgtEl>
                                        <p:attrNameLst>
                                          <p:attrName>ppt_y</p:attrName>
                                        </p:attrNameLst>
                                      </p:cBhvr>
                                      <p:tavLst>
                                        <p:tav tm="0">
                                          <p:val>
                                            <p:strVal val="#ppt_y"/>
                                          </p:val>
                                        </p:tav>
                                        <p:tav tm="100000">
                                          <p:val>
                                            <p:strVal val="#ppt_y"/>
                                          </p:val>
                                        </p:tav>
                                      </p:tavLst>
                                    </p:anim>
                                  </p:childTnLst>
                                </p:cTn>
                              </p:par>
                            </p:childTnLst>
                          </p:cTn>
                        </p:par>
                        <p:par>
                          <p:cTn id="101" fill="hold" nodeType="afterGroup">
                            <p:stCondLst>
                              <p:cond delay="12600"/>
                            </p:stCondLst>
                            <p:childTnLst>
                              <p:par>
                                <p:cTn id="102" presetID="2" presetClass="entr" presetSubtype="2" fill="hold" grpId="0" nodeType="afterEffect">
                                  <p:stCondLst>
                                    <p:cond delay="0"/>
                                  </p:stCondLst>
                                  <p:childTnLst>
                                    <p:set>
                                      <p:cBhvr>
                                        <p:cTn id="103" dur="1" fill="hold">
                                          <p:stCondLst>
                                            <p:cond delay="0"/>
                                          </p:stCondLst>
                                        </p:cTn>
                                        <p:tgtEl>
                                          <p:spTgt spid="28696"/>
                                        </p:tgtEl>
                                        <p:attrNameLst>
                                          <p:attrName>style.visibility</p:attrName>
                                        </p:attrNameLst>
                                      </p:cBhvr>
                                      <p:to>
                                        <p:strVal val="visible"/>
                                      </p:to>
                                    </p:set>
                                    <p:anim calcmode="lin" valueType="num">
                                      <p:cBhvr additive="base">
                                        <p:cTn id="104" dur="500" fill="hold"/>
                                        <p:tgtEl>
                                          <p:spTgt spid="28696"/>
                                        </p:tgtEl>
                                        <p:attrNameLst>
                                          <p:attrName>ppt_x</p:attrName>
                                        </p:attrNameLst>
                                      </p:cBhvr>
                                      <p:tavLst>
                                        <p:tav tm="0">
                                          <p:val>
                                            <p:strVal val="1+#ppt_w/2"/>
                                          </p:val>
                                        </p:tav>
                                        <p:tav tm="100000">
                                          <p:val>
                                            <p:strVal val="#ppt_x"/>
                                          </p:val>
                                        </p:tav>
                                      </p:tavLst>
                                    </p:anim>
                                    <p:anim calcmode="lin" valueType="num">
                                      <p:cBhvr additive="base">
                                        <p:cTn id="105" dur="500" fill="hold"/>
                                        <p:tgtEl>
                                          <p:spTgt spid="28696"/>
                                        </p:tgtEl>
                                        <p:attrNameLst>
                                          <p:attrName>ppt_y</p:attrName>
                                        </p:attrNameLst>
                                      </p:cBhvr>
                                      <p:tavLst>
                                        <p:tav tm="0">
                                          <p:val>
                                            <p:strVal val="#ppt_y"/>
                                          </p:val>
                                        </p:tav>
                                        <p:tav tm="100000">
                                          <p:val>
                                            <p:strVal val="#ppt_y"/>
                                          </p:val>
                                        </p:tav>
                                      </p:tavLst>
                                    </p:anim>
                                  </p:childTnLst>
                                </p:cTn>
                              </p:par>
                            </p:childTnLst>
                          </p:cTn>
                        </p:par>
                        <p:par>
                          <p:cTn id="106" fill="hold" nodeType="afterGroup">
                            <p:stCondLst>
                              <p:cond delay="13100"/>
                            </p:stCondLst>
                            <p:childTnLst>
                              <p:par>
                                <p:cTn id="107" presetID="2" presetClass="entr" presetSubtype="2" fill="hold" grpId="0" nodeType="afterEffect">
                                  <p:stCondLst>
                                    <p:cond delay="0"/>
                                  </p:stCondLst>
                                  <p:childTnLst>
                                    <p:set>
                                      <p:cBhvr>
                                        <p:cTn id="108" dur="1" fill="hold">
                                          <p:stCondLst>
                                            <p:cond delay="0"/>
                                          </p:stCondLst>
                                        </p:cTn>
                                        <p:tgtEl>
                                          <p:spTgt spid="28695"/>
                                        </p:tgtEl>
                                        <p:attrNameLst>
                                          <p:attrName>style.visibility</p:attrName>
                                        </p:attrNameLst>
                                      </p:cBhvr>
                                      <p:to>
                                        <p:strVal val="visible"/>
                                      </p:to>
                                    </p:set>
                                    <p:anim calcmode="lin" valueType="num">
                                      <p:cBhvr additive="base">
                                        <p:cTn id="109" dur="500" fill="hold"/>
                                        <p:tgtEl>
                                          <p:spTgt spid="28695"/>
                                        </p:tgtEl>
                                        <p:attrNameLst>
                                          <p:attrName>ppt_x</p:attrName>
                                        </p:attrNameLst>
                                      </p:cBhvr>
                                      <p:tavLst>
                                        <p:tav tm="0">
                                          <p:val>
                                            <p:strVal val="1+#ppt_w/2"/>
                                          </p:val>
                                        </p:tav>
                                        <p:tav tm="100000">
                                          <p:val>
                                            <p:strVal val="#ppt_x"/>
                                          </p:val>
                                        </p:tav>
                                      </p:tavLst>
                                    </p:anim>
                                    <p:anim calcmode="lin" valueType="num">
                                      <p:cBhvr additive="base">
                                        <p:cTn id="110" dur="500" fill="hold"/>
                                        <p:tgtEl>
                                          <p:spTgt spid="286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3" grpId="0" animBg="1" autoUpdateAnimBg="0"/>
      <p:bldP spid="28674" grpId="0" animBg="1" autoUpdateAnimBg="0"/>
      <p:bldP spid="28675" grpId="0" animBg="1" autoUpdateAnimBg="0"/>
      <p:bldP spid="28676" grpId="0" animBg="1" autoUpdateAnimBg="0"/>
      <p:bldP spid="28678" grpId="0" autoUpdateAnimBg="0"/>
      <p:bldP spid="28680" grpId="0" autoUpdateAnimBg="0"/>
      <p:bldP spid="28681" grpId="0" autoUpdateAnimBg="0"/>
      <p:bldP spid="28691" grpId="0" autoUpdateAnimBg="0"/>
      <p:bldP spid="28692" grpId="0" autoUpdateAnimBg="0"/>
      <p:bldP spid="28693" grpId="0" autoUpdateAnimBg="0"/>
      <p:bldP spid="28694" grpId="0" autoUpdateAnimBg="0"/>
      <p:bldP spid="28695" grpId="0" autoUpdateAnimBg="0"/>
      <p:bldP spid="28696" grpId="0" autoUpdateAnimBg="0"/>
      <p:bldP spid="28697" grpId="0" autoUpdateAnimBg="0"/>
      <p:bldP spid="28698" grpId="0" autoUpdateAnimBg="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29698" name="Group 2"/>
          <p:cNvGrpSpPr>
            <a:grpSpLocks/>
          </p:cNvGrpSpPr>
          <p:nvPr/>
        </p:nvGrpSpPr>
        <p:grpSpPr bwMode="auto">
          <a:xfrm>
            <a:off x="8661400" y="5308600"/>
            <a:ext cx="7535863" cy="1066800"/>
            <a:chOff x="0" y="0"/>
            <a:chExt cx="7536626" cy="1066800"/>
          </a:xfrm>
        </p:grpSpPr>
        <p:sp>
          <p:nvSpPr>
            <p:cNvPr id="29699" name="AutoShape 3"/>
            <p:cNvSpPr>
              <a:spLocks/>
            </p:cNvSpPr>
            <p:nvPr/>
          </p:nvSpPr>
          <p:spPr bwMode="auto">
            <a:xfrm>
              <a:off x="38100" y="0"/>
              <a:ext cx="5715000" cy="1066800"/>
            </a:xfrm>
            <a:custGeom>
              <a:avLst/>
              <a:gdLst>
                <a:gd name="T0" fmla="*/ 2857500 w 21600"/>
                <a:gd name="T1" fmla="*/ 533400 h 21600"/>
                <a:gd name="T2" fmla="*/ 2857500 w 21600"/>
                <a:gd name="T3" fmla="*/ 533400 h 21600"/>
                <a:gd name="T4" fmla="*/ 2857500 w 21600"/>
                <a:gd name="T5" fmla="*/ 533400 h 21600"/>
                <a:gd name="T6" fmla="*/ 28575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0" name="AutoShape 4"/>
            <p:cNvSpPr>
              <a:spLocks/>
            </p:cNvSpPr>
            <p:nvPr/>
          </p:nvSpPr>
          <p:spPr bwMode="auto">
            <a:xfrm>
              <a:off x="5638800" y="0"/>
              <a:ext cx="1473200" cy="1066800"/>
            </a:xfrm>
            <a:custGeom>
              <a:avLst/>
              <a:gdLst>
                <a:gd name="T0" fmla="*/ 736600 w 21600"/>
                <a:gd name="T1" fmla="*/ 533400 h 21600"/>
                <a:gd name="T2" fmla="*/ 736600 w 21600"/>
                <a:gd name="T3" fmla="*/ 533400 h 21600"/>
                <a:gd name="T4" fmla="*/ 736600 w 21600"/>
                <a:gd name="T5" fmla="*/ 533400 h 21600"/>
                <a:gd name="T6" fmla="*/ 7366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1" name="AutoShape 5"/>
            <p:cNvSpPr>
              <a:spLocks/>
            </p:cNvSpPr>
            <p:nvPr/>
          </p:nvSpPr>
          <p:spPr bwMode="auto">
            <a:xfrm rot="-8100000">
              <a:off x="6770112" y="223074"/>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2" name="AutoShape 6"/>
            <p:cNvSpPr>
              <a:spLocks/>
            </p:cNvSpPr>
            <p:nvPr/>
          </p:nvSpPr>
          <p:spPr bwMode="auto">
            <a:xfrm>
              <a:off x="6091062" y="350346"/>
              <a:ext cx="482601" cy="381001"/>
            </a:xfrm>
            <a:custGeom>
              <a:avLst/>
              <a:gdLst>
                <a:gd name="T0" fmla="*/ 241301 w 21600"/>
                <a:gd name="T1" fmla="*/ 190501 h 21600"/>
                <a:gd name="T2" fmla="*/ 241301 w 21600"/>
                <a:gd name="T3" fmla="*/ 190501 h 21600"/>
                <a:gd name="T4" fmla="*/ 241301 w 21600"/>
                <a:gd name="T5" fmla="*/ 190501 h 21600"/>
                <a:gd name="T6" fmla="*/ 241301 w 21600"/>
                <a:gd name="T7" fmla="*/ 190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7"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600" y="7250"/>
                  </a:cubicBezTo>
                  <a:lnTo>
                    <a:pt x="21600" y="19981"/>
                  </a:lnTo>
                  <a:cubicBezTo>
                    <a:pt x="21600"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03" name="AutoShape 7"/>
            <p:cNvSpPr>
              <a:spLocks/>
            </p:cNvSpPr>
            <p:nvPr/>
          </p:nvSpPr>
          <p:spPr bwMode="auto">
            <a:xfrm>
              <a:off x="0" y="257175"/>
              <a:ext cx="5512358"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Mails suscribers</a:t>
              </a:r>
              <a:endParaRPr lang="es-ES">
                <a:ea typeface="ＭＳ Ｐゴシック" charset="0"/>
              </a:endParaRPr>
            </a:p>
          </p:txBody>
        </p:sp>
      </p:grpSp>
      <p:sp>
        <p:nvSpPr>
          <p:cNvPr id="29704" name="AutoShape 8"/>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pSp>
        <p:nvGrpSpPr>
          <p:cNvPr id="29705" name="Group 9"/>
          <p:cNvGrpSpPr>
            <a:grpSpLocks/>
          </p:cNvGrpSpPr>
          <p:nvPr/>
        </p:nvGrpSpPr>
        <p:grpSpPr bwMode="auto">
          <a:xfrm>
            <a:off x="8699500" y="7670800"/>
            <a:ext cx="7497763" cy="1066800"/>
            <a:chOff x="0" y="0"/>
            <a:chExt cx="7498526" cy="1066800"/>
          </a:xfrm>
        </p:grpSpPr>
        <p:sp>
          <p:nvSpPr>
            <p:cNvPr id="29706" name="AutoShape 10"/>
            <p:cNvSpPr>
              <a:spLocks/>
            </p:cNvSpPr>
            <p:nvPr/>
          </p:nvSpPr>
          <p:spPr bwMode="auto">
            <a:xfrm>
              <a:off x="5600700" y="0"/>
              <a:ext cx="1473200" cy="1066800"/>
            </a:xfrm>
            <a:custGeom>
              <a:avLst/>
              <a:gdLst>
                <a:gd name="T0" fmla="*/ 736600 w 21600"/>
                <a:gd name="T1" fmla="*/ 533400 h 21600"/>
                <a:gd name="T2" fmla="*/ 736600 w 21600"/>
                <a:gd name="T3" fmla="*/ 533400 h 21600"/>
                <a:gd name="T4" fmla="*/ 736600 w 21600"/>
                <a:gd name="T5" fmla="*/ 533400 h 21600"/>
                <a:gd name="T6" fmla="*/ 7366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7" name="AutoShape 11"/>
            <p:cNvSpPr>
              <a:spLocks/>
            </p:cNvSpPr>
            <p:nvPr/>
          </p:nvSpPr>
          <p:spPr bwMode="auto">
            <a:xfrm rot="-8100000">
              <a:off x="6732012" y="223074"/>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8" name="AutoShape 12"/>
            <p:cNvSpPr>
              <a:spLocks/>
            </p:cNvSpPr>
            <p:nvPr/>
          </p:nvSpPr>
          <p:spPr bwMode="auto">
            <a:xfrm>
              <a:off x="6112798" y="274248"/>
              <a:ext cx="584201" cy="469901"/>
            </a:xfrm>
            <a:custGeom>
              <a:avLst/>
              <a:gdLst>
                <a:gd name="T0" fmla="*/ 292101 w 21600"/>
                <a:gd name="T1" fmla="*/ 234951 h 21600"/>
                <a:gd name="T2" fmla="*/ 292101 w 21600"/>
                <a:gd name="T3" fmla="*/ 234951 h 21600"/>
                <a:gd name="T4" fmla="*/ 292101 w 21600"/>
                <a:gd name="T5" fmla="*/ 234951 h 21600"/>
                <a:gd name="T6" fmla="*/ 292101 w 21600"/>
                <a:gd name="T7" fmla="*/ 2349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09" name="AutoShape 13"/>
            <p:cNvSpPr>
              <a:spLocks/>
            </p:cNvSpPr>
            <p:nvPr/>
          </p:nvSpPr>
          <p:spPr bwMode="auto">
            <a:xfrm>
              <a:off x="0" y="0"/>
              <a:ext cx="5715000" cy="1066800"/>
            </a:xfrm>
            <a:custGeom>
              <a:avLst/>
              <a:gdLst>
                <a:gd name="T0" fmla="*/ 2857500 w 21600"/>
                <a:gd name="T1" fmla="*/ 533400 h 21600"/>
                <a:gd name="T2" fmla="*/ 2857500 w 21600"/>
                <a:gd name="T3" fmla="*/ 533400 h 21600"/>
                <a:gd name="T4" fmla="*/ 2857500 w 21600"/>
                <a:gd name="T5" fmla="*/ 533400 h 21600"/>
                <a:gd name="T6" fmla="*/ 28575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0" name="AutoShape 14"/>
            <p:cNvSpPr>
              <a:spLocks/>
            </p:cNvSpPr>
            <p:nvPr/>
          </p:nvSpPr>
          <p:spPr bwMode="auto">
            <a:xfrm>
              <a:off x="38104" y="257175"/>
              <a:ext cx="5512361"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Cloud Files</a:t>
              </a:r>
              <a:endParaRPr lang="es-ES">
                <a:ea typeface="ＭＳ Ｐゴシック" charset="0"/>
              </a:endParaRPr>
            </a:p>
          </p:txBody>
        </p:sp>
      </p:grpSp>
      <p:grpSp>
        <p:nvGrpSpPr>
          <p:cNvPr id="29711" name="Group 15"/>
          <p:cNvGrpSpPr>
            <a:grpSpLocks/>
          </p:cNvGrpSpPr>
          <p:nvPr/>
        </p:nvGrpSpPr>
        <p:grpSpPr bwMode="auto">
          <a:xfrm>
            <a:off x="8699500" y="10020300"/>
            <a:ext cx="7497763" cy="1066800"/>
            <a:chOff x="0" y="0"/>
            <a:chExt cx="7498526" cy="1066800"/>
          </a:xfrm>
        </p:grpSpPr>
        <p:sp>
          <p:nvSpPr>
            <p:cNvPr id="29712" name="AutoShape 16"/>
            <p:cNvSpPr>
              <a:spLocks/>
            </p:cNvSpPr>
            <p:nvPr/>
          </p:nvSpPr>
          <p:spPr bwMode="auto">
            <a:xfrm>
              <a:off x="5600700" y="0"/>
              <a:ext cx="1473200" cy="1066800"/>
            </a:xfrm>
            <a:custGeom>
              <a:avLst/>
              <a:gdLst>
                <a:gd name="T0" fmla="*/ 736600 w 21600"/>
                <a:gd name="T1" fmla="*/ 533400 h 21600"/>
                <a:gd name="T2" fmla="*/ 736600 w 21600"/>
                <a:gd name="T3" fmla="*/ 533400 h 21600"/>
                <a:gd name="T4" fmla="*/ 736600 w 21600"/>
                <a:gd name="T5" fmla="*/ 533400 h 21600"/>
                <a:gd name="T6" fmla="*/ 7366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3" name="AutoShape 17"/>
            <p:cNvSpPr>
              <a:spLocks/>
            </p:cNvSpPr>
            <p:nvPr/>
          </p:nvSpPr>
          <p:spPr bwMode="auto">
            <a:xfrm rot="-8100000">
              <a:off x="6732012" y="223074"/>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4" name="AutoShape 18"/>
            <p:cNvSpPr>
              <a:spLocks/>
            </p:cNvSpPr>
            <p:nvPr/>
          </p:nvSpPr>
          <p:spPr bwMode="auto">
            <a:xfrm>
              <a:off x="6101512" y="261628"/>
              <a:ext cx="558801" cy="558801"/>
            </a:xfrm>
            <a:custGeom>
              <a:avLst/>
              <a:gdLst>
                <a:gd name="T0" fmla="*/ 279401 w 21600"/>
                <a:gd name="T1" fmla="*/ 279401 h 21600"/>
                <a:gd name="T2" fmla="*/ 279401 w 21600"/>
                <a:gd name="T3" fmla="*/ 279401 h 21600"/>
                <a:gd name="T4" fmla="*/ 279401 w 21600"/>
                <a:gd name="T5" fmla="*/ 279401 h 21600"/>
                <a:gd name="T6" fmla="*/ 279401 w 21600"/>
                <a:gd name="T7" fmla="*/ 2794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4"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1"/>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15" name="AutoShape 19"/>
            <p:cNvSpPr>
              <a:spLocks/>
            </p:cNvSpPr>
            <p:nvPr/>
          </p:nvSpPr>
          <p:spPr bwMode="auto">
            <a:xfrm>
              <a:off x="0" y="0"/>
              <a:ext cx="5715000" cy="1066800"/>
            </a:xfrm>
            <a:custGeom>
              <a:avLst/>
              <a:gdLst>
                <a:gd name="T0" fmla="*/ 2857500 w 21600"/>
                <a:gd name="T1" fmla="*/ 533400 h 21600"/>
                <a:gd name="T2" fmla="*/ 2857500 w 21600"/>
                <a:gd name="T3" fmla="*/ 533400 h 21600"/>
                <a:gd name="T4" fmla="*/ 2857500 w 21600"/>
                <a:gd name="T5" fmla="*/ 533400 h 21600"/>
                <a:gd name="T6" fmla="*/ 28575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6" name="AutoShape 20"/>
            <p:cNvSpPr>
              <a:spLocks/>
            </p:cNvSpPr>
            <p:nvPr/>
          </p:nvSpPr>
          <p:spPr bwMode="auto">
            <a:xfrm>
              <a:off x="38104" y="257175"/>
              <a:ext cx="5512361"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Social Likes</a:t>
              </a:r>
              <a:endParaRPr lang="es-ES">
                <a:ea typeface="ＭＳ Ｐゴシック" charset="0"/>
              </a:endParaRPr>
            </a:p>
          </p:txBody>
        </p:sp>
      </p:grpSp>
      <p:grpSp>
        <p:nvGrpSpPr>
          <p:cNvPr id="29717" name="Group 21"/>
          <p:cNvGrpSpPr>
            <a:grpSpLocks/>
          </p:cNvGrpSpPr>
          <p:nvPr/>
        </p:nvGrpSpPr>
        <p:grpSpPr bwMode="auto">
          <a:xfrm>
            <a:off x="8250238" y="6489700"/>
            <a:ext cx="7523162" cy="1066800"/>
            <a:chOff x="-1" y="0"/>
            <a:chExt cx="7521902" cy="1066800"/>
          </a:xfrm>
        </p:grpSpPr>
        <p:sp>
          <p:nvSpPr>
            <p:cNvPr id="29718" name="AutoShape 22"/>
            <p:cNvSpPr>
              <a:spLocks/>
            </p:cNvSpPr>
            <p:nvPr/>
          </p:nvSpPr>
          <p:spPr bwMode="auto">
            <a:xfrm>
              <a:off x="1806900" y="0"/>
              <a:ext cx="5715001" cy="1066800"/>
            </a:xfrm>
            <a:custGeom>
              <a:avLst/>
              <a:gdLst>
                <a:gd name="T0" fmla="*/ 2857501 w 21600"/>
                <a:gd name="T1" fmla="*/ 533400 h 21600"/>
                <a:gd name="T2" fmla="*/ 2857501 w 21600"/>
                <a:gd name="T3" fmla="*/ 533400 h 21600"/>
                <a:gd name="T4" fmla="*/ 2857501 w 21600"/>
                <a:gd name="T5" fmla="*/ 533400 h 21600"/>
                <a:gd name="T6" fmla="*/ 28575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9" name="AutoShape 23"/>
            <p:cNvSpPr>
              <a:spLocks/>
            </p:cNvSpPr>
            <p:nvPr/>
          </p:nvSpPr>
          <p:spPr bwMode="auto">
            <a:xfrm>
              <a:off x="448000" y="0"/>
              <a:ext cx="1371601" cy="1066800"/>
            </a:xfrm>
            <a:custGeom>
              <a:avLst/>
              <a:gdLst>
                <a:gd name="T0" fmla="*/ 685801 w 21600"/>
                <a:gd name="T1" fmla="*/ 533400 h 21600"/>
                <a:gd name="T2" fmla="*/ 685801 w 21600"/>
                <a:gd name="T3" fmla="*/ 533400 h 21600"/>
                <a:gd name="T4" fmla="*/ 685801 w 21600"/>
                <a:gd name="T5" fmla="*/ 533400 h 21600"/>
                <a:gd name="T6" fmla="*/ 6858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0" name="AutoShape 24"/>
            <p:cNvSpPr>
              <a:spLocks/>
            </p:cNvSpPr>
            <p:nvPr/>
          </p:nvSpPr>
          <p:spPr bwMode="auto">
            <a:xfrm rot="2700000">
              <a:off x="131512" y="210375"/>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1" name="AutoShape 25"/>
            <p:cNvSpPr>
              <a:spLocks/>
            </p:cNvSpPr>
            <p:nvPr/>
          </p:nvSpPr>
          <p:spPr bwMode="auto">
            <a:xfrm>
              <a:off x="892559" y="283706"/>
              <a:ext cx="482601" cy="508001"/>
            </a:xfrm>
            <a:custGeom>
              <a:avLst/>
              <a:gdLst>
                <a:gd name="T0" fmla="*/ 241301 w 21600"/>
                <a:gd name="T1" fmla="*/ 254001 h 21600"/>
                <a:gd name="T2" fmla="*/ 241301 w 21600"/>
                <a:gd name="T3" fmla="*/ 254001 h 21600"/>
                <a:gd name="T4" fmla="*/ 241301 w 21600"/>
                <a:gd name="T5" fmla="*/ 254001 h 21600"/>
                <a:gd name="T6" fmla="*/ 241301 w 21600"/>
                <a:gd name="T7" fmla="*/ 2540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6949"/>
                  </a:moveTo>
                  <a:cubicBezTo>
                    <a:pt x="21600"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29" y="8029"/>
                    <a:pt x="19330" y="7709"/>
                  </a:cubicBezTo>
                  <a:cubicBezTo>
                    <a:pt x="19530" y="7389"/>
                    <a:pt x="19629" y="7137"/>
                    <a:pt x="19629" y="6949"/>
                  </a:cubicBezTo>
                  <a:lnTo>
                    <a:pt x="19629" y="541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22" name="AutoShape 26"/>
            <p:cNvSpPr>
              <a:spLocks/>
            </p:cNvSpPr>
            <p:nvPr/>
          </p:nvSpPr>
          <p:spPr bwMode="auto">
            <a:xfrm>
              <a:off x="1768178" y="244475"/>
              <a:ext cx="5741025"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Awards in the last year</a:t>
              </a:r>
              <a:endParaRPr lang="es-ES">
                <a:ea typeface="ＭＳ Ｐゴシック" charset="0"/>
              </a:endParaRPr>
            </a:p>
          </p:txBody>
        </p:sp>
      </p:grpSp>
      <p:grpSp>
        <p:nvGrpSpPr>
          <p:cNvPr id="29723" name="Group 27"/>
          <p:cNvGrpSpPr>
            <a:grpSpLocks/>
          </p:cNvGrpSpPr>
          <p:nvPr/>
        </p:nvGrpSpPr>
        <p:grpSpPr bwMode="auto">
          <a:xfrm>
            <a:off x="8250238" y="8839200"/>
            <a:ext cx="7523162" cy="1066800"/>
            <a:chOff x="-1" y="0"/>
            <a:chExt cx="7521902" cy="1066800"/>
          </a:xfrm>
        </p:grpSpPr>
        <p:sp>
          <p:nvSpPr>
            <p:cNvPr id="29724" name="AutoShape 28"/>
            <p:cNvSpPr>
              <a:spLocks/>
            </p:cNvSpPr>
            <p:nvPr/>
          </p:nvSpPr>
          <p:spPr bwMode="auto">
            <a:xfrm>
              <a:off x="448000" y="0"/>
              <a:ext cx="1371601" cy="1066800"/>
            </a:xfrm>
            <a:custGeom>
              <a:avLst/>
              <a:gdLst>
                <a:gd name="T0" fmla="*/ 685801 w 21600"/>
                <a:gd name="T1" fmla="*/ 533400 h 21600"/>
                <a:gd name="T2" fmla="*/ 685801 w 21600"/>
                <a:gd name="T3" fmla="*/ 533400 h 21600"/>
                <a:gd name="T4" fmla="*/ 685801 w 21600"/>
                <a:gd name="T5" fmla="*/ 533400 h 21600"/>
                <a:gd name="T6" fmla="*/ 6858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5" name="AutoShape 29"/>
            <p:cNvSpPr>
              <a:spLocks/>
            </p:cNvSpPr>
            <p:nvPr/>
          </p:nvSpPr>
          <p:spPr bwMode="auto">
            <a:xfrm rot="2700000">
              <a:off x="131512" y="210375"/>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6" name="AutoShape 30"/>
            <p:cNvSpPr>
              <a:spLocks/>
            </p:cNvSpPr>
            <p:nvPr/>
          </p:nvSpPr>
          <p:spPr bwMode="auto">
            <a:xfrm>
              <a:off x="887422" y="299546"/>
              <a:ext cx="482601" cy="482601"/>
            </a:xfrm>
            <a:custGeom>
              <a:avLst/>
              <a:gdLst>
                <a:gd name="T0" fmla="*/ 241301 w 21600"/>
                <a:gd name="T1" fmla="*/ 241301 h 21600"/>
                <a:gd name="T2" fmla="*/ 241301 w 21600"/>
                <a:gd name="T3" fmla="*/ 241301 h 21600"/>
                <a:gd name="T4" fmla="*/ 241301 w 21600"/>
                <a:gd name="T5" fmla="*/ 241301 h 21600"/>
                <a:gd name="T6" fmla="*/ 241301 w 21600"/>
                <a:gd name="T7" fmla="*/ 2413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600" y="9091"/>
                    <a:pt x="21600" y="9218"/>
                  </a:cubicBezTo>
                  <a:lnTo>
                    <a:pt x="21600" y="12409"/>
                  </a:lnTo>
                  <a:cubicBezTo>
                    <a:pt x="21600"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8"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8"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1"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7"/>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27" name="AutoShape 31"/>
            <p:cNvSpPr>
              <a:spLocks/>
            </p:cNvSpPr>
            <p:nvPr/>
          </p:nvSpPr>
          <p:spPr bwMode="auto">
            <a:xfrm>
              <a:off x="1806900" y="0"/>
              <a:ext cx="5715001" cy="1066800"/>
            </a:xfrm>
            <a:custGeom>
              <a:avLst/>
              <a:gdLst>
                <a:gd name="T0" fmla="*/ 2857501 w 21600"/>
                <a:gd name="T1" fmla="*/ 533400 h 21600"/>
                <a:gd name="T2" fmla="*/ 2857501 w 21600"/>
                <a:gd name="T3" fmla="*/ 533400 h 21600"/>
                <a:gd name="T4" fmla="*/ 2857501 w 21600"/>
                <a:gd name="T5" fmla="*/ 533400 h 21600"/>
                <a:gd name="T6" fmla="*/ 28575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8" name="AutoShape 32"/>
            <p:cNvSpPr>
              <a:spLocks/>
            </p:cNvSpPr>
            <p:nvPr/>
          </p:nvSpPr>
          <p:spPr bwMode="auto">
            <a:xfrm>
              <a:off x="1768178" y="244475"/>
              <a:ext cx="5741025"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Settings Options</a:t>
              </a:r>
              <a:endParaRPr lang="es-ES">
                <a:ea typeface="ＭＳ Ｐゴシック" charset="0"/>
              </a:endParaRPr>
            </a:p>
          </p:txBody>
        </p:sp>
      </p:grpSp>
      <p:sp>
        <p:nvSpPr>
          <p:cNvPr id="29729" name="AutoShape 33"/>
          <p:cNvSpPr>
            <a:spLocks/>
          </p:cNvSpPr>
          <p:nvPr/>
        </p:nvSpPr>
        <p:spPr bwMode="auto">
          <a:xfrm>
            <a:off x="2260600" y="6848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29730" name="AutoShape 34"/>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CB1264E-7BC6-4DE1-9C62-A5E41A883C4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27</a:t>
            </a:fld>
            <a:endParaRPr lang="es-ES" altLang="en-US"/>
          </a:p>
        </p:txBody>
      </p:sp>
      <p:sp>
        <p:nvSpPr>
          <p:cNvPr id="29731" name="AutoShape 35"/>
          <p:cNvSpPr>
            <a:spLocks/>
          </p:cNvSpPr>
          <p:nvPr/>
        </p:nvSpPr>
        <p:spPr bwMode="auto">
          <a:xfrm>
            <a:off x="16548100" y="56927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a:t>
            </a:r>
            <a:endParaRPr lang="es-ES">
              <a:ea typeface="ＭＳ Ｐゴシック" charset="0"/>
            </a:endParaRPr>
          </a:p>
        </p:txBody>
      </p:sp>
      <p:sp>
        <p:nvSpPr>
          <p:cNvPr id="29732" name="AutoShape 36"/>
          <p:cNvSpPr>
            <a:spLocks/>
          </p:cNvSpPr>
          <p:nvPr/>
        </p:nvSpPr>
        <p:spPr bwMode="auto">
          <a:xfrm>
            <a:off x="16548100" y="80295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vestibul.</a:t>
            </a:r>
            <a:endParaRPr lang="es-ES">
              <a:ea typeface="ＭＳ Ｐゴシック" charset="0"/>
            </a:endParaRPr>
          </a:p>
        </p:txBody>
      </p:sp>
      <p:sp>
        <p:nvSpPr>
          <p:cNvPr id="29733" name="AutoShape 37"/>
          <p:cNvSpPr>
            <a:spLocks/>
          </p:cNvSpPr>
          <p:nvPr/>
        </p:nvSpPr>
        <p:spPr bwMode="auto">
          <a:xfrm>
            <a:off x="16548100" y="103790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a:t>
            </a:r>
            <a:endParaRPr lang="es-ES">
              <a:ea typeface="ＭＳ Ｐゴシック" charset="0"/>
            </a:endParaRPr>
          </a:p>
        </p:txBody>
      </p:sp>
      <p:sp>
        <p:nvSpPr>
          <p:cNvPr id="29734" name="AutoShape 38"/>
          <p:cNvSpPr>
            <a:spLocks/>
          </p:cNvSpPr>
          <p:nvPr/>
        </p:nvSpPr>
        <p:spPr bwMode="auto">
          <a:xfrm>
            <a:off x="2260600" y="9261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a:t>
            </a:r>
            <a:endParaRPr lang="es-ES">
              <a:ea typeface="ＭＳ Ｐゴシック" charset="0"/>
            </a:endParaRPr>
          </a:p>
        </p:txBody>
      </p:sp>
      <p:sp>
        <p:nvSpPr>
          <p:cNvPr id="29735" name="AutoShape 39"/>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Arrow</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Infographics</a:t>
            </a:r>
            <a:endParaRPr lang="es-ES" dirty="0">
              <a:solidFill>
                <a:schemeClr val="bg1">
                  <a:lumMod val="95000"/>
                </a:schemeClr>
              </a:solidFill>
              <a:ea typeface="ＭＳ Ｐゴシック" charset="0"/>
            </a:endParaRPr>
          </a:p>
        </p:txBody>
      </p:sp>
      <p:sp>
        <p:nvSpPr>
          <p:cNvPr id="29736" name="AutoShape 40"/>
          <p:cNvSpPr>
            <a:spLocks/>
          </p:cNvSpPr>
          <p:nvPr/>
        </p:nvSpPr>
        <p:spPr bwMode="auto">
          <a:xfrm>
            <a:off x="2273300" y="64516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37" name="AutoShape 41"/>
          <p:cNvSpPr>
            <a:spLocks/>
          </p:cNvSpPr>
          <p:nvPr/>
        </p:nvSpPr>
        <p:spPr bwMode="auto">
          <a:xfrm>
            <a:off x="2273300" y="88773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38" name="AutoShape 42"/>
          <p:cNvSpPr>
            <a:spLocks/>
          </p:cNvSpPr>
          <p:nvPr/>
        </p:nvSpPr>
        <p:spPr bwMode="auto">
          <a:xfrm>
            <a:off x="16548100" y="53086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39" name="AutoShape 43"/>
          <p:cNvSpPr>
            <a:spLocks/>
          </p:cNvSpPr>
          <p:nvPr/>
        </p:nvSpPr>
        <p:spPr bwMode="auto">
          <a:xfrm>
            <a:off x="16548100" y="76327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40" name="AutoShape 44"/>
          <p:cNvSpPr>
            <a:spLocks/>
          </p:cNvSpPr>
          <p:nvPr/>
        </p:nvSpPr>
        <p:spPr bwMode="auto">
          <a:xfrm>
            <a:off x="16548100" y="99822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41" name="AutoShape 45"/>
          <p:cNvSpPr>
            <a:spLocks/>
          </p:cNvSpPr>
          <p:nvPr/>
        </p:nvSpPr>
        <p:spPr bwMode="auto">
          <a:xfrm>
            <a:off x="3289300" y="18034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9735"/>
                                        </p:tgtEl>
                                        <p:attrNameLst>
                                          <p:attrName>style.visibility</p:attrName>
                                        </p:attrNameLst>
                                      </p:cBhvr>
                                      <p:to>
                                        <p:strVal val="visible"/>
                                      </p:to>
                                    </p:set>
                                    <p:anim calcmode="lin" valueType="num">
                                      <p:cBhvr additive="base">
                                        <p:cTn id="7" dur="500" fill="hold"/>
                                        <p:tgtEl>
                                          <p:spTgt spid="29735"/>
                                        </p:tgtEl>
                                        <p:attrNameLst>
                                          <p:attrName>ppt_x</p:attrName>
                                        </p:attrNameLst>
                                      </p:cBhvr>
                                      <p:tavLst>
                                        <p:tav tm="0">
                                          <p:val>
                                            <p:strVal val="1+#ppt_w/2"/>
                                          </p:val>
                                        </p:tav>
                                        <p:tav tm="100000">
                                          <p:val>
                                            <p:strVal val="#ppt_x"/>
                                          </p:val>
                                        </p:tav>
                                      </p:tavLst>
                                    </p:anim>
                                    <p:anim calcmode="lin" valueType="num">
                                      <p:cBhvr additive="base">
                                        <p:cTn id="8" dur="500" fill="hold"/>
                                        <p:tgtEl>
                                          <p:spTgt spid="2973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9741"/>
                                        </p:tgtEl>
                                        <p:attrNameLst>
                                          <p:attrName>style.visibility</p:attrName>
                                        </p:attrNameLst>
                                      </p:cBhvr>
                                      <p:to>
                                        <p:strVal val="visible"/>
                                      </p:to>
                                    </p:set>
                                    <p:anim calcmode="lin" valueType="num">
                                      <p:cBhvr additive="base">
                                        <p:cTn id="12" dur="500" fill="hold"/>
                                        <p:tgtEl>
                                          <p:spTgt spid="29741"/>
                                        </p:tgtEl>
                                        <p:attrNameLst>
                                          <p:attrName>ppt_x</p:attrName>
                                        </p:attrNameLst>
                                      </p:cBhvr>
                                      <p:tavLst>
                                        <p:tav tm="0">
                                          <p:val>
                                            <p:strVal val="1+#ppt_w/2"/>
                                          </p:val>
                                        </p:tav>
                                        <p:tav tm="100000">
                                          <p:val>
                                            <p:strVal val="#ppt_x"/>
                                          </p:val>
                                        </p:tav>
                                      </p:tavLst>
                                    </p:anim>
                                    <p:anim calcmode="lin" valueType="num">
                                      <p:cBhvr additive="base">
                                        <p:cTn id="13" dur="500" fill="hold"/>
                                        <p:tgtEl>
                                          <p:spTgt spid="2974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9704"/>
                                        </p:tgtEl>
                                        <p:attrNameLst>
                                          <p:attrName>style.visibility</p:attrName>
                                        </p:attrNameLst>
                                      </p:cBhvr>
                                      <p:to>
                                        <p:strVal val="visible"/>
                                      </p:to>
                                    </p:set>
                                    <p:anim calcmode="lin" valueType="num">
                                      <p:cBhvr additive="base">
                                        <p:cTn id="17" dur="500" fill="hold"/>
                                        <p:tgtEl>
                                          <p:spTgt spid="29704"/>
                                        </p:tgtEl>
                                        <p:attrNameLst>
                                          <p:attrName>ppt_x</p:attrName>
                                        </p:attrNameLst>
                                      </p:cBhvr>
                                      <p:tavLst>
                                        <p:tav tm="0">
                                          <p:val>
                                            <p:strVal val="1+#ppt_w/2"/>
                                          </p:val>
                                        </p:tav>
                                        <p:tav tm="100000">
                                          <p:val>
                                            <p:strVal val="#ppt_x"/>
                                          </p:val>
                                        </p:tav>
                                      </p:tavLst>
                                    </p:anim>
                                    <p:anim calcmode="lin" valueType="num">
                                      <p:cBhvr additive="base">
                                        <p:cTn id="18" dur="500" fill="hold"/>
                                        <p:tgtEl>
                                          <p:spTgt spid="2970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29698"/>
                                        </p:tgtEl>
                                        <p:attrNameLst>
                                          <p:attrName>style.visibility</p:attrName>
                                        </p:attrNameLst>
                                      </p:cBhvr>
                                      <p:to>
                                        <p:strVal val="visible"/>
                                      </p:to>
                                    </p:set>
                                    <p:anim calcmode="lin" valueType="num">
                                      <p:cBhvr additive="base">
                                        <p:cTn id="22" dur="500" fill="hold"/>
                                        <p:tgtEl>
                                          <p:spTgt spid="29698"/>
                                        </p:tgtEl>
                                        <p:attrNameLst>
                                          <p:attrName>ppt_x</p:attrName>
                                        </p:attrNameLst>
                                      </p:cBhvr>
                                      <p:tavLst>
                                        <p:tav tm="0">
                                          <p:val>
                                            <p:strVal val="0-#ppt_w/2"/>
                                          </p:val>
                                        </p:tav>
                                        <p:tav tm="100000">
                                          <p:val>
                                            <p:strVal val="#ppt_x"/>
                                          </p:val>
                                        </p:tav>
                                      </p:tavLst>
                                    </p:anim>
                                    <p:anim calcmode="lin" valueType="num">
                                      <p:cBhvr additive="base">
                                        <p:cTn id="23" dur="500" fill="hold"/>
                                        <p:tgtEl>
                                          <p:spTgt spid="2969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29738"/>
                                        </p:tgtEl>
                                        <p:attrNameLst>
                                          <p:attrName>style.visibility</p:attrName>
                                        </p:attrNameLst>
                                      </p:cBhvr>
                                      <p:to>
                                        <p:strVal val="visible"/>
                                      </p:to>
                                    </p:set>
                                    <p:anim calcmode="lin" valueType="num">
                                      <p:cBhvr additive="base">
                                        <p:cTn id="27" dur="500" fill="hold"/>
                                        <p:tgtEl>
                                          <p:spTgt spid="29738"/>
                                        </p:tgtEl>
                                        <p:attrNameLst>
                                          <p:attrName>ppt_x</p:attrName>
                                        </p:attrNameLst>
                                      </p:cBhvr>
                                      <p:tavLst>
                                        <p:tav tm="0">
                                          <p:val>
                                            <p:strVal val="1+#ppt_w/2"/>
                                          </p:val>
                                        </p:tav>
                                        <p:tav tm="100000">
                                          <p:val>
                                            <p:strVal val="#ppt_x"/>
                                          </p:val>
                                        </p:tav>
                                      </p:tavLst>
                                    </p:anim>
                                    <p:anim calcmode="lin" valueType="num">
                                      <p:cBhvr additive="base">
                                        <p:cTn id="28" dur="500" fill="hold"/>
                                        <p:tgtEl>
                                          <p:spTgt spid="29738"/>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29731"/>
                                        </p:tgtEl>
                                        <p:attrNameLst>
                                          <p:attrName>style.visibility</p:attrName>
                                        </p:attrNameLst>
                                      </p:cBhvr>
                                      <p:to>
                                        <p:strVal val="visible"/>
                                      </p:to>
                                    </p:set>
                                    <p:anim calcmode="lin" valueType="num">
                                      <p:cBhvr additive="base">
                                        <p:cTn id="32" dur="500" fill="hold"/>
                                        <p:tgtEl>
                                          <p:spTgt spid="29731"/>
                                        </p:tgtEl>
                                        <p:attrNameLst>
                                          <p:attrName>ppt_x</p:attrName>
                                        </p:attrNameLst>
                                      </p:cBhvr>
                                      <p:tavLst>
                                        <p:tav tm="0">
                                          <p:val>
                                            <p:strVal val="1+#ppt_w/2"/>
                                          </p:val>
                                        </p:tav>
                                        <p:tav tm="100000">
                                          <p:val>
                                            <p:strVal val="#ppt_x"/>
                                          </p:val>
                                        </p:tav>
                                      </p:tavLst>
                                    </p:anim>
                                    <p:anim calcmode="lin" valueType="num">
                                      <p:cBhvr additive="base">
                                        <p:cTn id="33" dur="500" fill="hold"/>
                                        <p:tgtEl>
                                          <p:spTgt spid="29731"/>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2" fill="hold" nodeType="afterEffect">
                                  <p:stCondLst>
                                    <p:cond delay="0"/>
                                  </p:stCondLst>
                                  <p:childTnLst>
                                    <p:set>
                                      <p:cBhvr>
                                        <p:cTn id="36" dur="1" fill="hold">
                                          <p:stCondLst>
                                            <p:cond delay="0"/>
                                          </p:stCondLst>
                                        </p:cTn>
                                        <p:tgtEl>
                                          <p:spTgt spid="29717"/>
                                        </p:tgtEl>
                                        <p:attrNameLst>
                                          <p:attrName>style.visibility</p:attrName>
                                        </p:attrNameLst>
                                      </p:cBhvr>
                                      <p:to>
                                        <p:strVal val="visible"/>
                                      </p:to>
                                    </p:set>
                                    <p:anim calcmode="lin" valueType="num">
                                      <p:cBhvr additive="base">
                                        <p:cTn id="37" dur="500" fill="hold"/>
                                        <p:tgtEl>
                                          <p:spTgt spid="29717"/>
                                        </p:tgtEl>
                                        <p:attrNameLst>
                                          <p:attrName>ppt_x</p:attrName>
                                        </p:attrNameLst>
                                      </p:cBhvr>
                                      <p:tavLst>
                                        <p:tav tm="0">
                                          <p:val>
                                            <p:strVal val="1+#ppt_w/2"/>
                                          </p:val>
                                        </p:tav>
                                        <p:tav tm="100000">
                                          <p:val>
                                            <p:strVal val="#ppt_x"/>
                                          </p:val>
                                        </p:tav>
                                      </p:tavLst>
                                    </p:anim>
                                    <p:anim calcmode="lin" valueType="num">
                                      <p:cBhvr additive="base">
                                        <p:cTn id="38" dur="500" fill="hold"/>
                                        <p:tgtEl>
                                          <p:spTgt spid="29717"/>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9736"/>
                                        </p:tgtEl>
                                        <p:attrNameLst>
                                          <p:attrName>style.visibility</p:attrName>
                                        </p:attrNameLst>
                                      </p:cBhvr>
                                      <p:to>
                                        <p:strVal val="visible"/>
                                      </p:to>
                                    </p:set>
                                    <p:anim calcmode="lin" valueType="num">
                                      <p:cBhvr additive="base">
                                        <p:cTn id="42" dur="500" fill="hold"/>
                                        <p:tgtEl>
                                          <p:spTgt spid="29736"/>
                                        </p:tgtEl>
                                        <p:attrNameLst>
                                          <p:attrName>ppt_x</p:attrName>
                                        </p:attrNameLst>
                                      </p:cBhvr>
                                      <p:tavLst>
                                        <p:tav tm="0">
                                          <p:val>
                                            <p:strVal val="0-#ppt_w/2"/>
                                          </p:val>
                                        </p:tav>
                                        <p:tav tm="100000">
                                          <p:val>
                                            <p:strVal val="#ppt_x"/>
                                          </p:val>
                                        </p:tav>
                                      </p:tavLst>
                                    </p:anim>
                                    <p:anim calcmode="lin" valueType="num">
                                      <p:cBhvr additive="base">
                                        <p:cTn id="43" dur="500" fill="hold"/>
                                        <p:tgtEl>
                                          <p:spTgt spid="29736"/>
                                        </p:tgtEl>
                                        <p:attrNameLst>
                                          <p:attrName>ppt_y</p:attrName>
                                        </p:attrNameLst>
                                      </p:cBhvr>
                                      <p:tavLst>
                                        <p:tav tm="0">
                                          <p:val>
                                            <p:strVal val="#ppt_y"/>
                                          </p:val>
                                        </p:tav>
                                        <p:tav tm="100000">
                                          <p:val>
                                            <p:strVal val="#ppt_y"/>
                                          </p:val>
                                        </p:tav>
                                      </p:tavLst>
                                    </p:anim>
                                  </p:childTnLst>
                                </p:cTn>
                              </p:par>
                            </p:childTnLst>
                          </p:cTn>
                        </p:par>
                        <p:par>
                          <p:cTn id="44" fill="hold" nodeType="afterGroup">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9729"/>
                                        </p:tgtEl>
                                        <p:attrNameLst>
                                          <p:attrName>style.visibility</p:attrName>
                                        </p:attrNameLst>
                                      </p:cBhvr>
                                      <p:to>
                                        <p:strVal val="visible"/>
                                      </p:to>
                                    </p:set>
                                    <p:anim calcmode="lin" valueType="num">
                                      <p:cBhvr additive="base">
                                        <p:cTn id="47" dur="500" fill="hold"/>
                                        <p:tgtEl>
                                          <p:spTgt spid="29729"/>
                                        </p:tgtEl>
                                        <p:attrNameLst>
                                          <p:attrName>ppt_x</p:attrName>
                                        </p:attrNameLst>
                                      </p:cBhvr>
                                      <p:tavLst>
                                        <p:tav tm="0">
                                          <p:val>
                                            <p:strVal val="0-#ppt_w/2"/>
                                          </p:val>
                                        </p:tav>
                                        <p:tav tm="100000">
                                          <p:val>
                                            <p:strVal val="#ppt_x"/>
                                          </p:val>
                                        </p:tav>
                                      </p:tavLst>
                                    </p:anim>
                                    <p:anim calcmode="lin" valueType="num">
                                      <p:cBhvr additive="base">
                                        <p:cTn id="48" dur="500" fill="hold"/>
                                        <p:tgtEl>
                                          <p:spTgt spid="29729"/>
                                        </p:tgtEl>
                                        <p:attrNameLst>
                                          <p:attrName>ppt_y</p:attrName>
                                        </p:attrNameLst>
                                      </p:cBhvr>
                                      <p:tavLst>
                                        <p:tav tm="0">
                                          <p:val>
                                            <p:strVal val="#ppt_y"/>
                                          </p:val>
                                        </p:tav>
                                        <p:tav tm="100000">
                                          <p:val>
                                            <p:strVal val="#ppt_y"/>
                                          </p:val>
                                        </p:tav>
                                      </p:tavLst>
                                    </p:anim>
                                  </p:childTnLst>
                                </p:cTn>
                              </p:par>
                            </p:childTnLst>
                          </p:cTn>
                        </p:par>
                        <p:par>
                          <p:cTn id="49" fill="hold" nodeType="afterGroup">
                            <p:stCondLst>
                              <p:cond delay="4500"/>
                            </p:stCondLst>
                            <p:childTnLst>
                              <p:par>
                                <p:cTn id="50" presetID="2" presetClass="entr" presetSubtype="8" fill="hold" nodeType="afterEffect">
                                  <p:stCondLst>
                                    <p:cond delay="0"/>
                                  </p:stCondLst>
                                  <p:childTnLst>
                                    <p:set>
                                      <p:cBhvr>
                                        <p:cTn id="51" dur="1" fill="hold">
                                          <p:stCondLst>
                                            <p:cond delay="0"/>
                                          </p:stCondLst>
                                        </p:cTn>
                                        <p:tgtEl>
                                          <p:spTgt spid="29705"/>
                                        </p:tgtEl>
                                        <p:attrNameLst>
                                          <p:attrName>style.visibility</p:attrName>
                                        </p:attrNameLst>
                                      </p:cBhvr>
                                      <p:to>
                                        <p:strVal val="visible"/>
                                      </p:to>
                                    </p:set>
                                    <p:anim calcmode="lin" valueType="num">
                                      <p:cBhvr additive="base">
                                        <p:cTn id="52" dur="500" fill="hold"/>
                                        <p:tgtEl>
                                          <p:spTgt spid="29705"/>
                                        </p:tgtEl>
                                        <p:attrNameLst>
                                          <p:attrName>ppt_x</p:attrName>
                                        </p:attrNameLst>
                                      </p:cBhvr>
                                      <p:tavLst>
                                        <p:tav tm="0">
                                          <p:val>
                                            <p:strVal val="0-#ppt_w/2"/>
                                          </p:val>
                                        </p:tav>
                                        <p:tav tm="100000">
                                          <p:val>
                                            <p:strVal val="#ppt_x"/>
                                          </p:val>
                                        </p:tav>
                                      </p:tavLst>
                                    </p:anim>
                                    <p:anim calcmode="lin" valueType="num">
                                      <p:cBhvr additive="base">
                                        <p:cTn id="53" dur="500" fill="hold"/>
                                        <p:tgtEl>
                                          <p:spTgt spid="29705"/>
                                        </p:tgtEl>
                                        <p:attrNameLst>
                                          <p:attrName>ppt_y</p:attrName>
                                        </p:attrNameLst>
                                      </p:cBhvr>
                                      <p:tavLst>
                                        <p:tav tm="0">
                                          <p:val>
                                            <p:strVal val="#ppt_y"/>
                                          </p:val>
                                        </p:tav>
                                        <p:tav tm="100000">
                                          <p:val>
                                            <p:strVal val="#ppt_y"/>
                                          </p:val>
                                        </p:tav>
                                      </p:tavLst>
                                    </p:anim>
                                  </p:childTnLst>
                                </p:cTn>
                              </p:par>
                            </p:childTnLst>
                          </p:cTn>
                        </p:par>
                        <p:par>
                          <p:cTn id="54" fill="hold" nodeType="afterGroup">
                            <p:stCondLst>
                              <p:cond delay="5000"/>
                            </p:stCondLst>
                            <p:childTnLst>
                              <p:par>
                                <p:cTn id="55" presetID="2" presetClass="entr" presetSubtype="2" fill="hold" grpId="0" nodeType="afterEffect">
                                  <p:stCondLst>
                                    <p:cond delay="0"/>
                                  </p:stCondLst>
                                  <p:childTnLst>
                                    <p:set>
                                      <p:cBhvr>
                                        <p:cTn id="56" dur="1" fill="hold">
                                          <p:stCondLst>
                                            <p:cond delay="0"/>
                                          </p:stCondLst>
                                        </p:cTn>
                                        <p:tgtEl>
                                          <p:spTgt spid="29739"/>
                                        </p:tgtEl>
                                        <p:attrNameLst>
                                          <p:attrName>style.visibility</p:attrName>
                                        </p:attrNameLst>
                                      </p:cBhvr>
                                      <p:to>
                                        <p:strVal val="visible"/>
                                      </p:to>
                                    </p:set>
                                    <p:anim calcmode="lin" valueType="num">
                                      <p:cBhvr additive="base">
                                        <p:cTn id="57" dur="500" fill="hold"/>
                                        <p:tgtEl>
                                          <p:spTgt spid="29739"/>
                                        </p:tgtEl>
                                        <p:attrNameLst>
                                          <p:attrName>ppt_x</p:attrName>
                                        </p:attrNameLst>
                                      </p:cBhvr>
                                      <p:tavLst>
                                        <p:tav tm="0">
                                          <p:val>
                                            <p:strVal val="1+#ppt_w/2"/>
                                          </p:val>
                                        </p:tav>
                                        <p:tav tm="100000">
                                          <p:val>
                                            <p:strVal val="#ppt_x"/>
                                          </p:val>
                                        </p:tav>
                                      </p:tavLst>
                                    </p:anim>
                                    <p:anim calcmode="lin" valueType="num">
                                      <p:cBhvr additive="base">
                                        <p:cTn id="58" dur="500" fill="hold"/>
                                        <p:tgtEl>
                                          <p:spTgt spid="29739"/>
                                        </p:tgtEl>
                                        <p:attrNameLst>
                                          <p:attrName>ppt_y</p:attrName>
                                        </p:attrNameLst>
                                      </p:cBhvr>
                                      <p:tavLst>
                                        <p:tav tm="0">
                                          <p:val>
                                            <p:strVal val="#ppt_y"/>
                                          </p:val>
                                        </p:tav>
                                        <p:tav tm="100000">
                                          <p:val>
                                            <p:strVal val="#ppt_y"/>
                                          </p:val>
                                        </p:tav>
                                      </p:tavLst>
                                    </p:anim>
                                  </p:childTnLst>
                                </p:cTn>
                              </p:par>
                            </p:childTnLst>
                          </p:cTn>
                        </p:par>
                        <p:par>
                          <p:cTn id="59" fill="hold" nodeType="afterGroup">
                            <p:stCondLst>
                              <p:cond delay="5500"/>
                            </p:stCondLst>
                            <p:childTnLst>
                              <p:par>
                                <p:cTn id="60" presetID="2" presetClass="entr" presetSubtype="2" fill="hold" grpId="0" nodeType="afterEffect">
                                  <p:stCondLst>
                                    <p:cond delay="0"/>
                                  </p:stCondLst>
                                  <p:childTnLst>
                                    <p:set>
                                      <p:cBhvr>
                                        <p:cTn id="61" dur="1" fill="hold">
                                          <p:stCondLst>
                                            <p:cond delay="0"/>
                                          </p:stCondLst>
                                        </p:cTn>
                                        <p:tgtEl>
                                          <p:spTgt spid="29732"/>
                                        </p:tgtEl>
                                        <p:attrNameLst>
                                          <p:attrName>style.visibility</p:attrName>
                                        </p:attrNameLst>
                                      </p:cBhvr>
                                      <p:to>
                                        <p:strVal val="visible"/>
                                      </p:to>
                                    </p:set>
                                    <p:anim calcmode="lin" valueType="num">
                                      <p:cBhvr additive="base">
                                        <p:cTn id="62" dur="500" fill="hold"/>
                                        <p:tgtEl>
                                          <p:spTgt spid="29732"/>
                                        </p:tgtEl>
                                        <p:attrNameLst>
                                          <p:attrName>ppt_x</p:attrName>
                                        </p:attrNameLst>
                                      </p:cBhvr>
                                      <p:tavLst>
                                        <p:tav tm="0">
                                          <p:val>
                                            <p:strVal val="1+#ppt_w/2"/>
                                          </p:val>
                                        </p:tav>
                                        <p:tav tm="100000">
                                          <p:val>
                                            <p:strVal val="#ppt_x"/>
                                          </p:val>
                                        </p:tav>
                                      </p:tavLst>
                                    </p:anim>
                                    <p:anim calcmode="lin" valueType="num">
                                      <p:cBhvr additive="base">
                                        <p:cTn id="63" dur="500" fill="hold"/>
                                        <p:tgtEl>
                                          <p:spTgt spid="29732"/>
                                        </p:tgtEl>
                                        <p:attrNameLst>
                                          <p:attrName>ppt_y</p:attrName>
                                        </p:attrNameLst>
                                      </p:cBhvr>
                                      <p:tavLst>
                                        <p:tav tm="0">
                                          <p:val>
                                            <p:strVal val="#ppt_y"/>
                                          </p:val>
                                        </p:tav>
                                        <p:tav tm="100000">
                                          <p:val>
                                            <p:strVal val="#ppt_y"/>
                                          </p:val>
                                        </p:tav>
                                      </p:tavLst>
                                    </p:anim>
                                  </p:childTnLst>
                                </p:cTn>
                              </p:par>
                            </p:childTnLst>
                          </p:cTn>
                        </p:par>
                        <p:par>
                          <p:cTn id="64" fill="hold" nodeType="afterGroup">
                            <p:stCondLst>
                              <p:cond delay="6000"/>
                            </p:stCondLst>
                            <p:childTnLst>
                              <p:par>
                                <p:cTn id="65" presetID="2" presetClass="entr" presetSubtype="2" fill="hold" nodeType="afterEffect">
                                  <p:stCondLst>
                                    <p:cond delay="0"/>
                                  </p:stCondLst>
                                  <p:childTnLst>
                                    <p:set>
                                      <p:cBhvr>
                                        <p:cTn id="66" dur="1" fill="hold">
                                          <p:stCondLst>
                                            <p:cond delay="0"/>
                                          </p:stCondLst>
                                        </p:cTn>
                                        <p:tgtEl>
                                          <p:spTgt spid="29723"/>
                                        </p:tgtEl>
                                        <p:attrNameLst>
                                          <p:attrName>style.visibility</p:attrName>
                                        </p:attrNameLst>
                                      </p:cBhvr>
                                      <p:to>
                                        <p:strVal val="visible"/>
                                      </p:to>
                                    </p:set>
                                    <p:anim calcmode="lin" valueType="num">
                                      <p:cBhvr additive="base">
                                        <p:cTn id="67" dur="500" fill="hold"/>
                                        <p:tgtEl>
                                          <p:spTgt spid="29723"/>
                                        </p:tgtEl>
                                        <p:attrNameLst>
                                          <p:attrName>ppt_x</p:attrName>
                                        </p:attrNameLst>
                                      </p:cBhvr>
                                      <p:tavLst>
                                        <p:tav tm="0">
                                          <p:val>
                                            <p:strVal val="1+#ppt_w/2"/>
                                          </p:val>
                                        </p:tav>
                                        <p:tav tm="100000">
                                          <p:val>
                                            <p:strVal val="#ppt_x"/>
                                          </p:val>
                                        </p:tav>
                                      </p:tavLst>
                                    </p:anim>
                                    <p:anim calcmode="lin" valueType="num">
                                      <p:cBhvr additive="base">
                                        <p:cTn id="68" dur="500" fill="hold"/>
                                        <p:tgtEl>
                                          <p:spTgt spid="29723"/>
                                        </p:tgtEl>
                                        <p:attrNameLst>
                                          <p:attrName>ppt_y</p:attrName>
                                        </p:attrNameLst>
                                      </p:cBhvr>
                                      <p:tavLst>
                                        <p:tav tm="0">
                                          <p:val>
                                            <p:strVal val="#ppt_y"/>
                                          </p:val>
                                        </p:tav>
                                        <p:tav tm="100000">
                                          <p:val>
                                            <p:strVal val="#ppt_y"/>
                                          </p:val>
                                        </p:tav>
                                      </p:tavLst>
                                    </p:anim>
                                  </p:childTnLst>
                                </p:cTn>
                              </p:par>
                            </p:childTnLst>
                          </p:cTn>
                        </p:par>
                        <p:par>
                          <p:cTn id="69" fill="hold" nodeType="afterGroup">
                            <p:stCondLst>
                              <p:cond delay="6500"/>
                            </p:stCondLst>
                            <p:childTnLst>
                              <p:par>
                                <p:cTn id="70" presetID="2" presetClass="entr" presetSubtype="8" fill="hold" grpId="0" nodeType="afterEffect">
                                  <p:stCondLst>
                                    <p:cond delay="0"/>
                                  </p:stCondLst>
                                  <p:childTnLst>
                                    <p:set>
                                      <p:cBhvr>
                                        <p:cTn id="71" dur="1" fill="hold">
                                          <p:stCondLst>
                                            <p:cond delay="0"/>
                                          </p:stCondLst>
                                        </p:cTn>
                                        <p:tgtEl>
                                          <p:spTgt spid="29737"/>
                                        </p:tgtEl>
                                        <p:attrNameLst>
                                          <p:attrName>style.visibility</p:attrName>
                                        </p:attrNameLst>
                                      </p:cBhvr>
                                      <p:to>
                                        <p:strVal val="visible"/>
                                      </p:to>
                                    </p:set>
                                    <p:anim calcmode="lin" valueType="num">
                                      <p:cBhvr additive="base">
                                        <p:cTn id="72" dur="500" fill="hold"/>
                                        <p:tgtEl>
                                          <p:spTgt spid="29737"/>
                                        </p:tgtEl>
                                        <p:attrNameLst>
                                          <p:attrName>ppt_x</p:attrName>
                                        </p:attrNameLst>
                                      </p:cBhvr>
                                      <p:tavLst>
                                        <p:tav tm="0">
                                          <p:val>
                                            <p:strVal val="0-#ppt_w/2"/>
                                          </p:val>
                                        </p:tav>
                                        <p:tav tm="100000">
                                          <p:val>
                                            <p:strVal val="#ppt_x"/>
                                          </p:val>
                                        </p:tav>
                                      </p:tavLst>
                                    </p:anim>
                                    <p:anim calcmode="lin" valueType="num">
                                      <p:cBhvr additive="base">
                                        <p:cTn id="73" dur="500" fill="hold"/>
                                        <p:tgtEl>
                                          <p:spTgt spid="29737"/>
                                        </p:tgtEl>
                                        <p:attrNameLst>
                                          <p:attrName>ppt_y</p:attrName>
                                        </p:attrNameLst>
                                      </p:cBhvr>
                                      <p:tavLst>
                                        <p:tav tm="0">
                                          <p:val>
                                            <p:strVal val="#ppt_y"/>
                                          </p:val>
                                        </p:tav>
                                        <p:tav tm="100000">
                                          <p:val>
                                            <p:strVal val="#ppt_y"/>
                                          </p:val>
                                        </p:tav>
                                      </p:tavLst>
                                    </p:anim>
                                  </p:childTnLst>
                                </p:cTn>
                              </p:par>
                            </p:childTnLst>
                          </p:cTn>
                        </p:par>
                        <p:par>
                          <p:cTn id="74" fill="hold" nodeType="afterGroup">
                            <p:stCondLst>
                              <p:cond delay="7000"/>
                            </p:stCondLst>
                            <p:childTnLst>
                              <p:par>
                                <p:cTn id="75" presetID="2" presetClass="entr" presetSubtype="8" fill="hold" grpId="0" nodeType="afterEffect">
                                  <p:stCondLst>
                                    <p:cond delay="0"/>
                                  </p:stCondLst>
                                  <p:childTnLst>
                                    <p:set>
                                      <p:cBhvr>
                                        <p:cTn id="76" dur="1" fill="hold">
                                          <p:stCondLst>
                                            <p:cond delay="0"/>
                                          </p:stCondLst>
                                        </p:cTn>
                                        <p:tgtEl>
                                          <p:spTgt spid="29734"/>
                                        </p:tgtEl>
                                        <p:attrNameLst>
                                          <p:attrName>style.visibility</p:attrName>
                                        </p:attrNameLst>
                                      </p:cBhvr>
                                      <p:to>
                                        <p:strVal val="visible"/>
                                      </p:to>
                                    </p:set>
                                    <p:anim calcmode="lin" valueType="num">
                                      <p:cBhvr additive="base">
                                        <p:cTn id="77" dur="500" fill="hold"/>
                                        <p:tgtEl>
                                          <p:spTgt spid="29734"/>
                                        </p:tgtEl>
                                        <p:attrNameLst>
                                          <p:attrName>ppt_x</p:attrName>
                                        </p:attrNameLst>
                                      </p:cBhvr>
                                      <p:tavLst>
                                        <p:tav tm="0">
                                          <p:val>
                                            <p:strVal val="0-#ppt_w/2"/>
                                          </p:val>
                                        </p:tav>
                                        <p:tav tm="100000">
                                          <p:val>
                                            <p:strVal val="#ppt_x"/>
                                          </p:val>
                                        </p:tav>
                                      </p:tavLst>
                                    </p:anim>
                                    <p:anim calcmode="lin" valueType="num">
                                      <p:cBhvr additive="base">
                                        <p:cTn id="78" dur="500" fill="hold"/>
                                        <p:tgtEl>
                                          <p:spTgt spid="29734"/>
                                        </p:tgtEl>
                                        <p:attrNameLst>
                                          <p:attrName>ppt_y</p:attrName>
                                        </p:attrNameLst>
                                      </p:cBhvr>
                                      <p:tavLst>
                                        <p:tav tm="0">
                                          <p:val>
                                            <p:strVal val="#ppt_y"/>
                                          </p:val>
                                        </p:tav>
                                        <p:tav tm="100000">
                                          <p:val>
                                            <p:strVal val="#ppt_y"/>
                                          </p:val>
                                        </p:tav>
                                      </p:tavLst>
                                    </p:anim>
                                  </p:childTnLst>
                                </p:cTn>
                              </p:par>
                            </p:childTnLst>
                          </p:cTn>
                        </p:par>
                        <p:par>
                          <p:cTn id="79" fill="hold" nodeType="afterGroup">
                            <p:stCondLst>
                              <p:cond delay="7500"/>
                            </p:stCondLst>
                            <p:childTnLst>
                              <p:par>
                                <p:cTn id="80" presetID="2" presetClass="entr" presetSubtype="8" fill="hold" nodeType="afterEffect">
                                  <p:stCondLst>
                                    <p:cond delay="0"/>
                                  </p:stCondLst>
                                  <p:childTnLst>
                                    <p:set>
                                      <p:cBhvr>
                                        <p:cTn id="81" dur="1" fill="hold">
                                          <p:stCondLst>
                                            <p:cond delay="0"/>
                                          </p:stCondLst>
                                        </p:cTn>
                                        <p:tgtEl>
                                          <p:spTgt spid="29711"/>
                                        </p:tgtEl>
                                        <p:attrNameLst>
                                          <p:attrName>style.visibility</p:attrName>
                                        </p:attrNameLst>
                                      </p:cBhvr>
                                      <p:to>
                                        <p:strVal val="visible"/>
                                      </p:to>
                                    </p:set>
                                    <p:anim calcmode="lin" valueType="num">
                                      <p:cBhvr additive="base">
                                        <p:cTn id="82" dur="500" fill="hold"/>
                                        <p:tgtEl>
                                          <p:spTgt spid="29711"/>
                                        </p:tgtEl>
                                        <p:attrNameLst>
                                          <p:attrName>ppt_x</p:attrName>
                                        </p:attrNameLst>
                                      </p:cBhvr>
                                      <p:tavLst>
                                        <p:tav tm="0">
                                          <p:val>
                                            <p:strVal val="0-#ppt_w/2"/>
                                          </p:val>
                                        </p:tav>
                                        <p:tav tm="100000">
                                          <p:val>
                                            <p:strVal val="#ppt_x"/>
                                          </p:val>
                                        </p:tav>
                                      </p:tavLst>
                                    </p:anim>
                                    <p:anim calcmode="lin" valueType="num">
                                      <p:cBhvr additive="base">
                                        <p:cTn id="83" dur="500" fill="hold"/>
                                        <p:tgtEl>
                                          <p:spTgt spid="29711"/>
                                        </p:tgtEl>
                                        <p:attrNameLst>
                                          <p:attrName>ppt_y</p:attrName>
                                        </p:attrNameLst>
                                      </p:cBhvr>
                                      <p:tavLst>
                                        <p:tav tm="0">
                                          <p:val>
                                            <p:strVal val="#ppt_y"/>
                                          </p:val>
                                        </p:tav>
                                        <p:tav tm="100000">
                                          <p:val>
                                            <p:strVal val="#ppt_y"/>
                                          </p:val>
                                        </p:tav>
                                      </p:tavLst>
                                    </p:anim>
                                  </p:childTnLst>
                                </p:cTn>
                              </p:par>
                            </p:childTnLst>
                          </p:cTn>
                        </p:par>
                        <p:par>
                          <p:cTn id="84" fill="hold" nodeType="afterGroup">
                            <p:stCondLst>
                              <p:cond delay="8000"/>
                            </p:stCondLst>
                            <p:childTnLst>
                              <p:par>
                                <p:cTn id="85" presetID="2" presetClass="entr" presetSubtype="2" fill="hold" grpId="0" nodeType="afterEffect">
                                  <p:stCondLst>
                                    <p:cond delay="0"/>
                                  </p:stCondLst>
                                  <p:childTnLst>
                                    <p:set>
                                      <p:cBhvr>
                                        <p:cTn id="86" dur="1" fill="hold">
                                          <p:stCondLst>
                                            <p:cond delay="0"/>
                                          </p:stCondLst>
                                        </p:cTn>
                                        <p:tgtEl>
                                          <p:spTgt spid="29740"/>
                                        </p:tgtEl>
                                        <p:attrNameLst>
                                          <p:attrName>style.visibility</p:attrName>
                                        </p:attrNameLst>
                                      </p:cBhvr>
                                      <p:to>
                                        <p:strVal val="visible"/>
                                      </p:to>
                                    </p:set>
                                    <p:anim calcmode="lin" valueType="num">
                                      <p:cBhvr additive="base">
                                        <p:cTn id="87" dur="500" fill="hold"/>
                                        <p:tgtEl>
                                          <p:spTgt spid="29740"/>
                                        </p:tgtEl>
                                        <p:attrNameLst>
                                          <p:attrName>ppt_x</p:attrName>
                                        </p:attrNameLst>
                                      </p:cBhvr>
                                      <p:tavLst>
                                        <p:tav tm="0">
                                          <p:val>
                                            <p:strVal val="1+#ppt_w/2"/>
                                          </p:val>
                                        </p:tav>
                                        <p:tav tm="100000">
                                          <p:val>
                                            <p:strVal val="#ppt_x"/>
                                          </p:val>
                                        </p:tav>
                                      </p:tavLst>
                                    </p:anim>
                                    <p:anim calcmode="lin" valueType="num">
                                      <p:cBhvr additive="base">
                                        <p:cTn id="88" dur="500" fill="hold"/>
                                        <p:tgtEl>
                                          <p:spTgt spid="29740"/>
                                        </p:tgtEl>
                                        <p:attrNameLst>
                                          <p:attrName>ppt_y</p:attrName>
                                        </p:attrNameLst>
                                      </p:cBhvr>
                                      <p:tavLst>
                                        <p:tav tm="0">
                                          <p:val>
                                            <p:strVal val="#ppt_y"/>
                                          </p:val>
                                        </p:tav>
                                        <p:tav tm="100000">
                                          <p:val>
                                            <p:strVal val="#ppt_y"/>
                                          </p:val>
                                        </p:tav>
                                      </p:tavLst>
                                    </p:anim>
                                  </p:childTnLst>
                                </p:cTn>
                              </p:par>
                            </p:childTnLst>
                          </p:cTn>
                        </p:par>
                        <p:par>
                          <p:cTn id="89" fill="hold" nodeType="afterGroup">
                            <p:stCondLst>
                              <p:cond delay="8500"/>
                            </p:stCondLst>
                            <p:childTnLst>
                              <p:par>
                                <p:cTn id="90" presetID="2" presetClass="entr" presetSubtype="2" fill="hold" grpId="0" nodeType="afterEffect">
                                  <p:stCondLst>
                                    <p:cond delay="0"/>
                                  </p:stCondLst>
                                  <p:childTnLst>
                                    <p:set>
                                      <p:cBhvr>
                                        <p:cTn id="91" dur="1" fill="hold">
                                          <p:stCondLst>
                                            <p:cond delay="0"/>
                                          </p:stCondLst>
                                        </p:cTn>
                                        <p:tgtEl>
                                          <p:spTgt spid="29733"/>
                                        </p:tgtEl>
                                        <p:attrNameLst>
                                          <p:attrName>style.visibility</p:attrName>
                                        </p:attrNameLst>
                                      </p:cBhvr>
                                      <p:to>
                                        <p:strVal val="visible"/>
                                      </p:to>
                                    </p:set>
                                    <p:anim calcmode="lin" valueType="num">
                                      <p:cBhvr additive="base">
                                        <p:cTn id="92" dur="500" fill="hold"/>
                                        <p:tgtEl>
                                          <p:spTgt spid="29733"/>
                                        </p:tgtEl>
                                        <p:attrNameLst>
                                          <p:attrName>ppt_x</p:attrName>
                                        </p:attrNameLst>
                                      </p:cBhvr>
                                      <p:tavLst>
                                        <p:tav tm="0">
                                          <p:val>
                                            <p:strVal val="1+#ppt_w/2"/>
                                          </p:val>
                                        </p:tav>
                                        <p:tav tm="100000">
                                          <p:val>
                                            <p:strVal val="#ppt_x"/>
                                          </p:val>
                                        </p:tav>
                                      </p:tavLst>
                                    </p:anim>
                                    <p:anim calcmode="lin" valueType="num">
                                      <p:cBhvr additive="base">
                                        <p:cTn id="93" dur="500" fill="hold"/>
                                        <p:tgtEl>
                                          <p:spTgt spid="297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04" grpId="0" autoUpdateAnimBg="0"/>
      <p:bldP spid="29729" grpId="0" autoUpdateAnimBg="0"/>
      <p:bldP spid="29731" grpId="0" autoUpdateAnimBg="0"/>
      <p:bldP spid="29732" grpId="0" autoUpdateAnimBg="0"/>
      <p:bldP spid="29733" grpId="0" autoUpdateAnimBg="0"/>
      <p:bldP spid="29734" grpId="0" autoUpdateAnimBg="0"/>
      <p:bldP spid="29735" grpId="0" autoUpdateAnimBg="0"/>
      <p:bldP spid="29736" grpId="0" autoUpdateAnimBg="0"/>
      <p:bldP spid="29737" grpId="0" autoUpdateAnimBg="0"/>
      <p:bldP spid="29738" grpId="0" autoUpdateAnimBg="0"/>
      <p:bldP spid="29739" grpId="0" autoUpdateAnimBg="0"/>
      <p:bldP spid="29740" grpId="0" autoUpdateAnimBg="0"/>
      <p:bldP spid="29741" grpId="0" autoUpdateAnimBg="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22"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0723"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126FE96-82F9-42F2-B08A-EB64BEA6908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28</a:t>
            </a:fld>
            <a:endParaRPr lang="es-ES" altLang="en-US"/>
          </a:p>
        </p:txBody>
      </p:sp>
      <p:sp>
        <p:nvSpPr>
          <p:cNvPr id="30724"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Pyramid</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Steeps</a:t>
            </a:r>
            <a:endParaRPr lang="es-ES" dirty="0">
              <a:solidFill>
                <a:schemeClr val="bg1">
                  <a:lumMod val="95000"/>
                </a:schemeClr>
              </a:solidFill>
              <a:ea typeface="ＭＳ Ｐゴシック" charset="0"/>
            </a:endParaRPr>
          </a:p>
        </p:txBody>
      </p:sp>
      <p:sp>
        <p:nvSpPr>
          <p:cNvPr id="30725"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0726" name="AutoShape 6"/>
          <p:cNvSpPr>
            <a:spLocks/>
          </p:cNvSpPr>
          <p:nvPr/>
        </p:nvSpPr>
        <p:spPr bwMode="auto">
          <a:xfrm>
            <a:off x="14592300" y="391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30727" name="AutoShape 7"/>
          <p:cNvSpPr>
            <a:spLocks/>
          </p:cNvSpPr>
          <p:nvPr/>
        </p:nvSpPr>
        <p:spPr bwMode="auto">
          <a:xfrm>
            <a:off x="14592300" y="546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30728" name="AutoShape 8"/>
          <p:cNvSpPr>
            <a:spLocks/>
          </p:cNvSpPr>
          <p:nvPr/>
        </p:nvSpPr>
        <p:spPr bwMode="auto">
          <a:xfrm>
            <a:off x="14643100" y="716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30729" name="AutoShape 9"/>
          <p:cNvSpPr>
            <a:spLocks/>
          </p:cNvSpPr>
          <p:nvPr/>
        </p:nvSpPr>
        <p:spPr bwMode="auto">
          <a:xfrm>
            <a:off x="14617700" y="602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0" name="AutoShape 10"/>
          <p:cNvSpPr>
            <a:spLocks/>
          </p:cNvSpPr>
          <p:nvPr/>
        </p:nvSpPr>
        <p:spPr bwMode="auto">
          <a:xfrm>
            <a:off x="14605000" y="430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1" name="AutoShape 11"/>
          <p:cNvSpPr>
            <a:spLocks/>
          </p:cNvSpPr>
          <p:nvPr/>
        </p:nvSpPr>
        <p:spPr bwMode="auto">
          <a:xfrm>
            <a:off x="14668500" y="762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2" name="AutoShape 12"/>
          <p:cNvSpPr>
            <a:spLocks/>
          </p:cNvSpPr>
          <p:nvPr/>
        </p:nvSpPr>
        <p:spPr bwMode="auto">
          <a:xfrm>
            <a:off x="14643100" y="890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Strategy</a:t>
            </a:r>
            <a:endParaRPr lang="es-ES">
              <a:ea typeface="ＭＳ Ｐゴシック" charset="0"/>
            </a:endParaRPr>
          </a:p>
        </p:txBody>
      </p:sp>
      <p:sp>
        <p:nvSpPr>
          <p:cNvPr id="30733" name="AutoShape 13"/>
          <p:cNvSpPr>
            <a:spLocks/>
          </p:cNvSpPr>
          <p:nvPr/>
        </p:nvSpPr>
        <p:spPr bwMode="auto">
          <a:xfrm>
            <a:off x="14668500" y="936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4" name="AutoShape 14"/>
          <p:cNvSpPr>
            <a:spLocks/>
          </p:cNvSpPr>
          <p:nvPr/>
        </p:nvSpPr>
        <p:spPr bwMode="auto">
          <a:xfrm>
            <a:off x="4343400" y="6356350"/>
            <a:ext cx="1928813" cy="1843088"/>
          </a:xfrm>
          <a:custGeom>
            <a:avLst/>
            <a:gdLst>
              <a:gd name="T0" fmla="*/ 964407 w 21600"/>
              <a:gd name="T1" fmla="*/ 921544 h 21600"/>
              <a:gd name="T2" fmla="*/ 964407 w 21600"/>
              <a:gd name="T3" fmla="*/ 921544 h 21600"/>
              <a:gd name="T4" fmla="*/ 964407 w 21600"/>
              <a:gd name="T5" fmla="*/ 921544 h 21600"/>
              <a:gd name="T6" fmla="*/ 964407 w 21600"/>
              <a:gd name="T7" fmla="*/ 9215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16" y="0"/>
                </a:moveTo>
                <a:lnTo>
                  <a:pt x="0" y="7057"/>
                </a:lnTo>
                <a:lnTo>
                  <a:pt x="21600" y="21599"/>
                </a:lnTo>
                <a:lnTo>
                  <a:pt x="21600" y="11598"/>
                </a:lnTo>
                <a:lnTo>
                  <a:pt x="5316"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5" name="AutoShape 15"/>
          <p:cNvSpPr>
            <a:spLocks/>
          </p:cNvSpPr>
          <p:nvPr/>
        </p:nvSpPr>
        <p:spPr bwMode="auto">
          <a:xfrm>
            <a:off x="6267450" y="6319838"/>
            <a:ext cx="2322513" cy="1889125"/>
          </a:xfrm>
          <a:custGeom>
            <a:avLst/>
            <a:gdLst>
              <a:gd name="T0" fmla="*/ 1161257 w 21600"/>
              <a:gd name="T1" fmla="*/ 944563 h 21600"/>
              <a:gd name="T2" fmla="*/ 1161257 w 21600"/>
              <a:gd name="T3" fmla="*/ 944563 h 21600"/>
              <a:gd name="T4" fmla="*/ 1161257 w 21600"/>
              <a:gd name="T5" fmla="*/ 944563 h 21600"/>
              <a:gd name="T6" fmla="*/ 1161257 w 21600"/>
              <a:gd name="T7" fmla="*/ 9445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852"/>
                </a:moveTo>
                <a:lnTo>
                  <a:pt x="0" y="21600"/>
                </a:lnTo>
                <a:lnTo>
                  <a:pt x="21599" y="6759"/>
                </a:lnTo>
                <a:lnTo>
                  <a:pt x="16659" y="0"/>
                </a:lnTo>
                <a:cubicBezTo>
                  <a:pt x="16659" y="0"/>
                  <a:pt x="0" y="11852"/>
                  <a:pt x="0" y="11852"/>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6" name="AutoShape 16"/>
          <p:cNvSpPr>
            <a:spLocks/>
          </p:cNvSpPr>
          <p:nvPr/>
        </p:nvSpPr>
        <p:spPr bwMode="auto">
          <a:xfrm>
            <a:off x="3792538" y="6934200"/>
            <a:ext cx="2490787" cy="2363788"/>
          </a:xfrm>
          <a:custGeom>
            <a:avLst/>
            <a:gdLst>
              <a:gd name="T0" fmla="*/ 1245394 w 21600"/>
              <a:gd name="T1" fmla="*/ 1181894 h 21600"/>
              <a:gd name="T2" fmla="*/ 1245394 w 21600"/>
              <a:gd name="T3" fmla="*/ 1181894 h 21600"/>
              <a:gd name="T4" fmla="*/ 1245394 w 21600"/>
              <a:gd name="T5" fmla="*/ 1181894 h 21600"/>
              <a:gd name="T6" fmla="*/ 1245394 w 21600"/>
              <a:gd name="T7" fmla="*/ 11818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991" y="0"/>
                </a:moveTo>
                <a:lnTo>
                  <a:pt x="0" y="6477"/>
                </a:lnTo>
                <a:lnTo>
                  <a:pt x="21599" y="21600"/>
                </a:lnTo>
                <a:lnTo>
                  <a:pt x="21599" y="11573"/>
                </a:lnTo>
                <a:lnTo>
                  <a:pt x="4991"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7" name="AutoShape 17"/>
          <p:cNvSpPr>
            <a:spLocks/>
          </p:cNvSpPr>
          <p:nvPr/>
        </p:nvSpPr>
        <p:spPr bwMode="auto">
          <a:xfrm>
            <a:off x="6273800" y="6862763"/>
            <a:ext cx="2974975" cy="2424112"/>
          </a:xfrm>
          <a:custGeom>
            <a:avLst/>
            <a:gdLst>
              <a:gd name="T0" fmla="*/ 1487488 w 21600"/>
              <a:gd name="T1" fmla="*/ 1212056 h 21600"/>
              <a:gd name="T2" fmla="*/ 1487488 w 21600"/>
              <a:gd name="T3" fmla="*/ 1212056 h 21600"/>
              <a:gd name="T4" fmla="*/ 1487488 w 21600"/>
              <a:gd name="T5" fmla="*/ 1212056 h 21600"/>
              <a:gd name="T6" fmla="*/ 1487488 w 21600"/>
              <a:gd name="T7" fmla="*/ 12120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905"/>
                </a:moveTo>
                <a:lnTo>
                  <a:pt x="0" y="21600"/>
                </a:lnTo>
                <a:lnTo>
                  <a:pt x="21599" y="6723"/>
                </a:lnTo>
                <a:lnTo>
                  <a:pt x="16695" y="0"/>
                </a:lnTo>
                <a:cubicBezTo>
                  <a:pt x="16695" y="0"/>
                  <a:pt x="0" y="11905"/>
                  <a:pt x="0" y="11905"/>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8" name="AutoShape 18"/>
          <p:cNvSpPr>
            <a:spLocks/>
          </p:cNvSpPr>
          <p:nvPr/>
        </p:nvSpPr>
        <p:spPr bwMode="auto">
          <a:xfrm>
            <a:off x="3063875" y="7623175"/>
            <a:ext cx="3211513" cy="3044825"/>
          </a:xfrm>
          <a:custGeom>
            <a:avLst/>
            <a:gdLst>
              <a:gd name="T0" fmla="*/ 1605757 w 21600"/>
              <a:gd name="T1" fmla="*/ 1522413 h 21600"/>
              <a:gd name="T2" fmla="*/ 1605757 w 21600"/>
              <a:gd name="T3" fmla="*/ 1522413 h 21600"/>
              <a:gd name="T4" fmla="*/ 1605757 w 21600"/>
              <a:gd name="T5" fmla="*/ 1522413 h 21600"/>
              <a:gd name="T6" fmla="*/ 1605757 w 21600"/>
              <a:gd name="T7" fmla="*/ 15224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046" y="0"/>
                </a:moveTo>
                <a:lnTo>
                  <a:pt x="0" y="6442"/>
                </a:lnTo>
                <a:lnTo>
                  <a:pt x="21599" y="21599"/>
                </a:lnTo>
                <a:lnTo>
                  <a:pt x="21599" y="11722"/>
                </a:lnTo>
                <a:lnTo>
                  <a:pt x="5046"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9" name="AutoShape 19"/>
          <p:cNvSpPr>
            <a:spLocks/>
          </p:cNvSpPr>
          <p:nvPr/>
        </p:nvSpPr>
        <p:spPr bwMode="auto">
          <a:xfrm>
            <a:off x="6272213" y="7564438"/>
            <a:ext cx="3859212" cy="3097212"/>
          </a:xfrm>
          <a:custGeom>
            <a:avLst/>
            <a:gdLst>
              <a:gd name="T0" fmla="*/ 1929606 w 21600"/>
              <a:gd name="T1" fmla="*/ 1548606 h 21600"/>
              <a:gd name="T2" fmla="*/ 1929606 w 21600"/>
              <a:gd name="T3" fmla="*/ 1548606 h 21600"/>
              <a:gd name="T4" fmla="*/ 1929606 w 21600"/>
              <a:gd name="T5" fmla="*/ 1548606 h 21600"/>
              <a:gd name="T6" fmla="*/ 1929606 w 21600"/>
              <a:gd name="T7" fmla="*/ 15486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892"/>
                </a:moveTo>
                <a:lnTo>
                  <a:pt x="0" y="21599"/>
                </a:lnTo>
                <a:lnTo>
                  <a:pt x="21599" y="6471"/>
                </a:lnTo>
                <a:lnTo>
                  <a:pt x="16554" y="0"/>
                </a:lnTo>
                <a:lnTo>
                  <a:pt x="0" y="11892"/>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0" name="AutoShape 20"/>
          <p:cNvSpPr>
            <a:spLocks/>
          </p:cNvSpPr>
          <p:nvPr/>
        </p:nvSpPr>
        <p:spPr bwMode="auto">
          <a:xfrm>
            <a:off x="2235200" y="8516938"/>
            <a:ext cx="4032250" cy="3829050"/>
          </a:xfrm>
          <a:custGeom>
            <a:avLst/>
            <a:gdLst>
              <a:gd name="T0" fmla="*/ 2016125 w 21600"/>
              <a:gd name="T1" fmla="*/ 1914525 h 21600"/>
              <a:gd name="T2" fmla="*/ 2016125 w 21600"/>
              <a:gd name="T3" fmla="*/ 1914525 h 21600"/>
              <a:gd name="T4" fmla="*/ 2016125 w 21600"/>
              <a:gd name="T5" fmla="*/ 1914525 h 21600"/>
              <a:gd name="T6" fmla="*/ 2016125 w 21600"/>
              <a:gd name="T7" fmla="*/ 19145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68" y="0"/>
                </a:moveTo>
                <a:lnTo>
                  <a:pt x="0" y="6414"/>
                </a:lnTo>
                <a:lnTo>
                  <a:pt x="21600" y="21599"/>
                </a:lnTo>
                <a:lnTo>
                  <a:pt x="21600" y="12084"/>
                </a:lnTo>
                <a:cubicBezTo>
                  <a:pt x="21600" y="12084"/>
                  <a:pt x="4468" y="0"/>
                  <a:pt x="4468" y="0"/>
                </a:cubicBez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1" name="AutoShape 21"/>
          <p:cNvSpPr>
            <a:spLocks/>
          </p:cNvSpPr>
          <p:nvPr/>
        </p:nvSpPr>
        <p:spPr bwMode="auto">
          <a:xfrm>
            <a:off x="6267450" y="8440738"/>
            <a:ext cx="4870450" cy="3913187"/>
          </a:xfrm>
          <a:custGeom>
            <a:avLst/>
            <a:gdLst>
              <a:gd name="T0" fmla="*/ 2435225 w 21600"/>
              <a:gd name="T1" fmla="*/ 1956593 h 21600"/>
              <a:gd name="T2" fmla="*/ 2435225 w 21600"/>
              <a:gd name="T3" fmla="*/ 1956593 h 21600"/>
              <a:gd name="T4" fmla="*/ 2435225 w 21600"/>
              <a:gd name="T5" fmla="*/ 1956593 h 21600"/>
              <a:gd name="T6" fmla="*/ 2435225 w 21600"/>
              <a:gd name="T7" fmla="*/ 19565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2291"/>
                </a:moveTo>
                <a:lnTo>
                  <a:pt x="0" y="21599"/>
                </a:lnTo>
                <a:lnTo>
                  <a:pt x="21599" y="6474"/>
                </a:lnTo>
                <a:lnTo>
                  <a:pt x="16954" y="0"/>
                </a:lnTo>
                <a:cubicBezTo>
                  <a:pt x="16954" y="0"/>
                  <a:pt x="0" y="12291"/>
                  <a:pt x="0" y="1229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2" name="AutoShape 22"/>
          <p:cNvSpPr>
            <a:spLocks/>
          </p:cNvSpPr>
          <p:nvPr/>
        </p:nvSpPr>
        <p:spPr bwMode="auto">
          <a:xfrm>
            <a:off x="6276975" y="4340225"/>
            <a:ext cx="1762125" cy="3021013"/>
          </a:xfrm>
          <a:custGeom>
            <a:avLst/>
            <a:gdLst>
              <a:gd name="T0" fmla="*/ 881063 w 21600"/>
              <a:gd name="T1" fmla="*/ 1510507 h 21600"/>
              <a:gd name="T2" fmla="*/ 881063 w 21600"/>
              <a:gd name="T3" fmla="*/ 1510507 h 21600"/>
              <a:gd name="T4" fmla="*/ 881063 w 21600"/>
              <a:gd name="T5" fmla="*/ 1510507 h 21600"/>
              <a:gd name="T6" fmla="*/ 881063 w 21600"/>
              <a:gd name="T7" fmla="*/ 15105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600" y="14249"/>
                </a:lnTo>
                <a:cubicBezTo>
                  <a:pt x="21600" y="14249"/>
                  <a:pt x="0" y="21600"/>
                  <a:pt x="0" y="21600"/>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3" name="AutoShape 23"/>
          <p:cNvSpPr>
            <a:spLocks/>
          </p:cNvSpPr>
          <p:nvPr/>
        </p:nvSpPr>
        <p:spPr bwMode="auto">
          <a:xfrm>
            <a:off x="4810125" y="4340225"/>
            <a:ext cx="1477963" cy="3021013"/>
          </a:xfrm>
          <a:custGeom>
            <a:avLst/>
            <a:gdLst>
              <a:gd name="T0" fmla="*/ 738982 w 21600"/>
              <a:gd name="T1" fmla="*/ 1510507 h 21600"/>
              <a:gd name="T2" fmla="*/ 738982 w 21600"/>
              <a:gd name="T3" fmla="*/ 1510507 h 21600"/>
              <a:gd name="T4" fmla="*/ 738982 w 21600"/>
              <a:gd name="T5" fmla="*/ 1510507 h 21600"/>
              <a:gd name="T6" fmla="*/ 738982 w 21600"/>
              <a:gd name="T7" fmla="*/ 15105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4542"/>
                </a:lnTo>
                <a:lnTo>
                  <a:pt x="21599" y="21600"/>
                </a:lnTo>
                <a:cubicBezTo>
                  <a:pt x="21599" y="21600"/>
                  <a:pt x="21599" y="0"/>
                  <a:pt x="21599" y="0"/>
                </a:cubicBez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4" name="AutoShape 24"/>
          <p:cNvSpPr>
            <a:spLocks/>
          </p:cNvSpPr>
          <p:nvPr/>
        </p:nvSpPr>
        <p:spPr bwMode="auto">
          <a:xfrm rot="19868522">
            <a:off x="6497638" y="6189663"/>
            <a:ext cx="896937"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Likes</a:t>
            </a:r>
            <a:endParaRPr lang="es-ES">
              <a:ea typeface="ＭＳ Ｐゴシック" charset="0"/>
            </a:endParaRPr>
          </a:p>
        </p:txBody>
      </p:sp>
      <p:sp>
        <p:nvSpPr>
          <p:cNvPr id="30745" name="AutoShape 25"/>
          <p:cNvSpPr>
            <a:spLocks/>
          </p:cNvSpPr>
          <p:nvPr/>
        </p:nvSpPr>
        <p:spPr bwMode="auto">
          <a:xfrm rot="19868522">
            <a:off x="6523038" y="6896100"/>
            <a:ext cx="1533525"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Research</a:t>
            </a:r>
            <a:endParaRPr lang="es-ES">
              <a:ea typeface="ＭＳ Ｐゴシック" charset="0"/>
            </a:endParaRPr>
          </a:p>
        </p:txBody>
      </p:sp>
      <p:sp>
        <p:nvSpPr>
          <p:cNvPr id="30746" name="AutoShape 26"/>
          <p:cNvSpPr>
            <a:spLocks/>
          </p:cNvSpPr>
          <p:nvPr/>
        </p:nvSpPr>
        <p:spPr bwMode="auto">
          <a:xfrm rot="19868522">
            <a:off x="7073900" y="7729538"/>
            <a:ext cx="1146175"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Shares</a:t>
            </a:r>
            <a:endParaRPr lang="es-ES">
              <a:ea typeface="ＭＳ Ｐゴシック" charset="0"/>
            </a:endParaRPr>
          </a:p>
        </p:txBody>
      </p:sp>
      <p:sp>
        <p:nvSpPr>
          <p:cNvPr id="30747" name="AutoShape 27"/>
          <p:cNvSpPr>
            <a:spLocks/>
          </p:cNvSpPr>
          <p:nvPr/>
        </p:nvSpPr>
        <p:spPr bwMode="auto">
          <a:xfrm rot="19868522">
            <a:off x="7388225" y="8696325"/>
            <a:ext cx="1420813"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Strategy</a:t>
            </a:r>
            <a:endParaRPr lang="es-ES">
              <a:ea typeface="ＭＳ Ｐゴシック" charset="0"/>
            </a:endParaRPr>
          </a:p>
        </p:txBody>
      </p:sp>
      <p:sp>
        <p:nvSpPr>
          <p:cNvPr id="30748" name="AutoShape 28"/>
          <p:cNvSpPr>
            <a:spLocks/>
          </p:cNvSpPr>
          <p:nvPr/>
        </p:nvSpPr>
        <p:spPr bwMode="auto">
          <a:xfrm rot="19868522">
            <a:off x="8151813" y="9972675"/>
            <a:ext cx="830262"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Goal</a:t>
            </a:r>
            <a:endParaRPr lang="es-ES">
              <a:ea typeface="ＭＳ Ｐゴシック" charset="0"/>
            </a:endParaRPr>
          </a:p>
        </p:txBody>
      </p:sp>
      <p:sp>
        <p:nvSpPr>
          <p:cNvPr id="30749" name="AutoShape 29"/>
          <p:cNvSpPr>
            <a:spLocks/>
          </p:cNvSpPr>
          <p:nvPr/>
        </p:nvSpPr>
        <p:spPr bwMode="auto">
          <a:xfrm>
            <a:off x="14643100" y="106553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Goal</a:t>
            </a:r>
            <a:endParaRPr lang="es-ES">
              <a:ea typeface="ＭＳ Ｐゴシック" charset="0"/>
            </a:endParaRPr>
          </a:p>
        </p:txBody>
      </p:sp>
      <p:sp>
        <p:nvSpPr>
          <p:cNvPr id="30750" name="AutoShape 30"/>
          <p:cNvSpPr>
            <a:spLocks/>
          </p:cNvSpPr>
          <p:nvPr/>
        </p:nvSpPr>
        <p:spPr bwMode="auto">
          <a:xfrm>
            <a:off x="14668500" y="111188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51" name="AutoShape 31"/>
          <p:cNvSpPr>
            <a:spLocks/>
          </p:cNvSpPr>
          <p:nvPr/>
        </p:nvSpPr>
        <p:spPr bwMode="auto">
          <a:xfrm>
            <a:off x="12901613" y="10704513"/>
            <a:ext cx="1193800" cy="1193800"/>
          </a:xfrm>
          <a:custGeom>
            <a:avLst/>
            <a:gdLst>
              <a:gd name="T0" fmla="*/ 596870 w 19679"/>
              <a:gd name="T1" fmla="*/ 655167 h 19679"/>
              <a:gd name="T2" fmla="*/ 596870 w 19679"/>
              <a:gd name="T3" fmla="*/ 655167 h 19679"/>
              <a:gd name="T4" fmla="*/ 596870 w 19679"/>
              <a:gd name="T5" fmla="*/ 655167 h 19679"/>
              <a:gd name="T6" fmla="*/ 596870 w 19679"/>
              <a:gd name="T7" fmla="*/ 6551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2" name="AutoShape 32"/>
          <p:cNvSpPr>
            <a:spLocks/>
          </p:cNvSpPr>
          <p:nvPr/>
        </p:nvSpPr>
        <p:spPr bwMode="auto">
          <a:xfrm>
            <a:off x="13230225" y="11047413"/>
            <a:ext cx="550863" cy="458787"/>
          </a:xfrm>
          <a:custGeom>
            <a:avLst/>
            <a:gdLst>
              <a:gd name="T0" fmla="*/ 275432 w 21600"/>
              <a:gd name="T1" fmla="*/ 229394 h 21600"/>
              <a:gd name="T2" fmla="*/ 275432 w 21600"/>
              <a:gd name="T3" fmla="*/ 229394 h 21600"/>
              <a:gd name="T4" fmla="*/ 275432 w 21600"/>
              <a:gd name="T5" fmla="*/ 229394 h 21600"/>
              <a:gd name="T6" fmla="*/ 275432 w 21600"/>
              <a:gd name="T7" fmla="*/ 2293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53" name="AutoShape 33"/>
          <p:cNvSpPr>
            <a:spLocks/>
          </p:cNvSpPr>
          <p:nvPr/>
        </p:nvSpPr>
        <p:spPr bwMode="auto">
          <a:xfrm>
            <a:off x="12901613" y="7188200"/>
            <a:ext cx="1193800" cy="1192213"/>
          </a:xfrm>
          <a:custGeom>
            <a:avLst/>
            <a:gdLst>
              <a:gd name="T0" fmla="*/ 596870 w 19679"/>
              <a:gd name="T1" fmla="*/ 654296 h 19679"/>
              <a:gd name="T2" fmla="*/ 596870 w 19679"/>
              <a:gd name="T3" fmla="*/ 654296 h 19679"/>
              <a:gd name="T4" fmla="*/ 596870 w 19679"/>
              <a:gd name="T5" fmla="*/ 654296 h 19679"/>
              <a:gd name="T6" fmla="*/ 596870 w 19679"/>
              <a:gd name="T7" fmla="*/ 6542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4" name="AutoShape 34"/>
          <p:cNvSpPr>
            <a:spLocks/>
          </p:cNvSpPr>
          <p:nvPr/>
        </p:nvSpPr>
        <p:spPr bwMode="auto">
          <a:xfrm>
            <a:off x="13233400" y="7500938"/>
            <a:ext cx="547688" cy="547687"/>
          </a:xfrm>
          <a:custGeom>
            <a:avLst/>
            <a:gdLst>
              <a:gd name="T0" fmla="*/ 273844 w 21600"/>
              <a:gd name="T1" fmla="*/ 273844 h 21600"/>
              <a:gd name="T2" fmla="*/ 273844 w 21600"/>
              <a:gd name="T3" fmla="*/ 273844 h 21600"/>
              <a:gd name="T4" fmla="*/ 273844 w 21600"/>
              <a:gd name="T5" fmla="*/ 273844 h 21600"/>
              <a:gd name="T6" fmla="*/ 273844 w 21600"/>
              <a:gd name="T7" fmla="*/ 2738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55" name="AutoShape 35"/>
          <p:cNvSpPr>
            <a:spLocks/>
          </p:cNvSpPr>
          <p:nvPr/>
        </p:nvSpPr>
        <p:spPr bwMode="auto">
          <a:xfrm>
            <a:off x="12906375" y="8977313"/>
            <a:ext cx="1192213" cy="1193800"/>
          </a:xfrm>
          <a:custGeom>
            <a:avLst/>
            <a:gdLst>
              <a:gd name="T0" fmla="*/ 596076 w 19679"/>
              <a:gd name="T1" fmla="*/ 655167 h 19679"/>
              <a:gd name="T2" fmla="*/ 596076 w 19679"/>
              <a:gd name="T3" fmla="*/ 655167 h 19679"/>
              <a:gd name="T4" fmla="*/ 596076 w 19679"/>
              <a:gd name="T5" fmla="*/ 655167 h 19679"/>
              <a:gd name="T6" fmla="*/ 596076 w 19679"/>
              <a:gd name="T7" fmla="*/ 6551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6" name="AutoShape 36"/>
          <p:cNvSpPr>
            <a:spLocks/>
          </p:cNvSpPr>
          <p:nvPr/>
        </p:nvSpPr>
        <p:spPr bwMode="auto">
          <a:xfrm>
            <a:off x="12931775" y="5522913"/>
            <a:ext cx="1192213" cy="1192212"/>
          </a:xfrm>
          <a:custGeom>
            <a:avLst/>
            <a:gdLst>
              <a:gd name="T0" fmla="*/ 596076 w 19679"/>
              <a:gd name="T1" fmla="*/ 654296 h 19679"/>
              <a:gd name="T2" fmla="*/ 596076 w 19679"/>
              <a:gd name="T3" fmla="*/ 654296 h 19679"/>
              <a:gd name="T4" fmla="*/ 596076 w 19679"/>
              <a:gd name="T5" fmla="*/ 654296 h 19679"/>
              <a:gd name="T6" fmla="*/ 596076 w 19679"/>
              <a:gd name="T7" fmla="*/ 6542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7" name="AutoShape 37"/>
          <p:cNvSpPr>
            <a:spLocks/>
          </p:cNvSpPr>
          <p:nvPr/>
        </p:nvSpPr>
        <p:spPr bwMode="auto">
          <a:xfrm>
            <a:off x="12944475" y="3937000"/>
            <a:ext cx="1192213" cy="1192213"/>
          </a:xfrm>
          <a:custGeom>
            <a:avLst/>
            <a:gdLst>
              <a:gd name="T0" fmla="*/ 596076 w 19679"/>
              <a:gd name="T1" fmla="*/ 654296 h 19679"/>
              <a:gd name="T2" fmla="*/ 596076 w 19679"/>
              <a:gd name="T3" fmla="*/ 654296 h 19679"/>
              <a:gd name="T4" fmla="*/ 596076 w 19679"/>
              <a:gd name="T5" fmla="*/ 654296 h 19679"/>
              <a:gd name="T6" fmla="*/ 596076 w 19679"/>
              <a:gd name="T7" fmla="*/ 6542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8" name="AutoShape 38"/>
          <p:cNvSpPr>
            <a:spLocks/>
          </p:cNvSpPr>
          <p:nvPr/>
        </p:nvSpPr>
        <p:spPr bwMode="auto">
          <a:xfrm>
            <a:off x="13255625" y="9318625"/>
            <a:ext cx="549275" cy="458788"/>
          </a:xfrm>
          <a:custGeom>
            <a:avLst/>
            <a:gdLst>
              <a:gd name="T0" fmla="*/ 274638 w 21600"/>
              <a:gd name="T1" fmla="*/ 229383 h 21579"/>
              <a:gd name="T2" fmla="*/ 274638 w 21600"/>
              <a:gd name="T3" fmla="*/ 229383 h 21579"/>
              <a:gd name="T4" fmla="*/ 274638 w 21600"/>
              <a:gd name="T5" fmla="*/ 229383 h 21579"/>
              <a:gd name="T6" fmla="*/ 274638 w 21600"/>
              <a:gd name="T7" fmla="*/ 229383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8"/>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59" name="AutoShape 39"/>
          <p:cNvSpPr>
            <a:spLocks/>
          </p:cNvSpPr>
          <p:nvPr/>
        </p:nvSpPr>
        <p:spPr bwMode="auto">
          <a:xfrm>
            <a:off x="13281025" y="5848350"/>
            <a:ext cx="549275" cy="550863"/>
          </a:xfrm>
          <a:custGeom>
            <a:avLst/>
            <a:gdLst>
              <a:gd name="T0" fmla="*/ 274638 w 21600"/>
              <a:gd name="T1" fmla="*/ 275432 h 21600"/>
              <a:gd name="T2" fmla="*/ 274638 w 21600"/>
              <a:gd name="T3" fmla="*/ 275432 h 21600"/>
              <a:gd name="T4" fmla="*/ 274638 w 21600"/>
              <a:gd name="T5" fmla="*/ 275432 h 21600"/>
              <a:gd name="T6" fmla="*/ 274638 w 21600"/>
              <a:gd name="T7" fmla="*/ 2754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60" name="AutoShape 40"/>
          <p:cNvSpPr>
            <a:spLocks/>
          </p:cNvSpPr>
          <p:nvPr/>
        </p:nvSpPr>
        <p:spPr bwMode="auto">
          <a:xfrm>
            <a:off x="13284200" y="4243388"/>
            <a:ext cx="550863" cy="550862"/>
          </a:xfrm>
          <a:custGeom>
            <a:avLst/>
            <a:gdLst>
              <a:gd name="T0" fmla="*/ 275432 w 21600"/>
              <a:gd name="T1" fmla="*/ 275431 h 21600"/>
              <a:gd name="T2" fmla="*/ 275432 w 21600"/>
              <a:gd name="T3" fmla="*/ 275431 h 21600"/>
              <a:gd name="T4" fmla="*/ 275432 w 21600"/>
              <a:gd name="T5" fmla="*/ 275431 h 21600"/>
              <a:gd name="T6" fmla="*/ 275432 w 21600"/>
              <a:gd name="T7" fmla="*/ 2754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1"/>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0724"/>
                                        </p:tgtEl>
                                        <p:attrNameLst>
                                          <p:attrName>style.visibility</p:attrName>
                                        </p:attrNameLst>
                                      </p:cBhvr>
                                      <p:to>
                                        <p:strVal val="visible"/>
                                      </p:to>
                                    </p:set>
                                    <p:anim calcmode="lin" valueType="num">
                                      <p:cBhvr additive="base">
                                        <p:cTn id="7" dur="500" fill="hold"/>
                                        <p:tgtEl>
                                          <p:spTgt spid="30724"/>
                                        </p:tgtEl>
                                        <p:attrNameLst>
                                          <p:attrName>ppt_x</p:attrName>
                                        </p:attrNameLst>
                                      </p:cBhvr>
                                      <p:tavLst>
                                        <p:tav tm="0">
                                          <p:val>
                                            <p:strVal val="1+#ppt_w/2"/>
                                          </p:val>
                                        </p:tav>
                                        <p:tav tm="100000">
                                          <p:val>
                                            <p:strVal val="#ppt_x"/>
                                          </p:val>
                                        </p:tav>
                                      </p:tavLst>
                                    </p:anim>
                                    <p:anim calcmode="lin" valueType="num">
                                      <p:cBhvr additive="base">
                                        <p:cTn id="8" dur="500" fill="hold"/>
                                        <p:tgtEl>
                                          <p:spTgt spid="3072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0725"/>
                                        </p:tgtEl>
                                        <p:attrNameLst>
                                          <p:attrName>style.visibility</p:attrName>
                                        </p:attrNameLst>
                                      </p:cBhvr>
                                      <p:to>
                                        <p:strVal val="visible"/>
                                      </p:to>
                                    </p:set>
                                    <p:anim calcmode="lin" valueType="num">
                                      <p:cBhvr additive="base">
                                        <p:cTn id="12" dur="500" fill="hold"/>
                                        <p:tgtEl>
                                          <p:spTgt spid="30725"/>
                                        </p:tgtEl>
                                        <p:attrNameLst>
                                          <p:attrName>ppt_x</p:attrName>
                                        </p:attrNameLst>
                                      </p:cBhvr>
                                      <p:tavLst>
                                        <p:tav tm="0">
                                          <p:val>
                                            <p:strVal val="1+#ppt_w/2"/>
                                          </p:val>
                                        </p:tav>
                                        <p:tav tm="100000">
                                          <p:val>
                                            <p:strVal val="#ppt_x"/>
                                          </p:val>
                                        </p:tav>
                                      </p:tavLst>
                                    </p:anim>
                                    <p:anim calcmode="lin" valueType="num">
                                      <p:cBhvr additive="base">
                                        <p:cTn id="13" dur="500" fill="hold"/>
                                        <p:tgtEl>
                                          <p:spTgt spid="3072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0722"/>
                                        </p:tgtEl>
                                        <p:attrNameLst>
                                          <p:attrName>style.visibility</p:attrName>
                                        </p:attrNameLst>
                                      </p:cBhvr>
                                      <p:to>
                                        <p:strVal val="visible"/>
                                      </p:to>
                                    </p:set>
                                    <p:anim calcmode="lin" valueType="num">
                                      <p:cBhvr additive="base">
                                        <p:cTn id="17" dur="500" fill="hold"/>
                                        <p:tgtEl>
                                          <p:spTgt spid="30722"/>
                                        </p:tgtEl>
                                        <p:attrNameLst>
                                          <p:attrName>ppt_x</p:attrName>
                                        </p:attrNameLst>
                                      </p:cBhvr>
                                      <p:tavLst>
                                        <p:tav tm="0">
                                          <p:val>
                                            <p:strVal val="1+#ppt_w/2"/>
                                          </p:val>
                                        </p:tav>
                                        <p:tav tm="100000">
                                          <p:val>
                                            <p:strVal val="#ppt_x"/>
                                          </p:val>
                                        </p:tav>
                                      </p:tavLst>
                                    </p:anim>
                                    <p:anim calcmode="lin" valueType="num">
                                      <p:cBhvr additive="base">
                                        <p:cTn id="18" dur="500" fill="hold"/>
                                        <p:tgtEl>
                                          <p:spTgt spid="3072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30726"/>
                                        </p:tgtEl>
                                        <p:attrNameLst>
                                          <p:attrName>style.visibility</p:attrName>
                                        </p:attrNameLst>
                                      </p:cBhvr>
                                      <p:to>
                                        <p:strVal val="visible"/>
                                      </p:to>
                                    </p:set>
                                    <p:animEffect transition="in" filter="dissolve">
                                      <p:cBhvr>
                                        <p:cTn id="22" dur="500"/>
                                        <p:tgtEl>
                                          <p:spTgt spid="30726"/>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30727"/>
                                        </p:tgtEl>
                                        <p:attrNameLst>
                                          <p:attrName>style.visibility</p:attrName>
                                        </p:attrNameLst>
                                      </p:cBhvr>
                                      <p:to>
                                        <p:strVal val="visible"/>
                                      </p:to>
                                    </p:set>
                                    <p:animEffect transition="in" filter="dissolve">
                                      <p:cBhvr>
                                        <p:cTn id="26" dur="500"/>
                                        <p:tgtEl>
                                          <p:spTgt spid="30727"/>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30728"/>
                                        </p:tgtEl>
                                        <p:attrNameLst>
                                          <p:attrName>style.visibility</p:attrName>
                                        </p:attrNameLst>
                                      </p:cBhvr>
                                      <p:to>
                                        <p:strVal val="visible"/>
                                      </p:to>
                                    </p:set>
                                    <p:animEffect transition="in" filter="dissolve">
                                      <p:cBhvr>
                                        <p:cTn id="30" dur="500"/>
                                        <p:tgtEl>
                                          <p:spTgt spid="30728"/>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30729"/>
                                        </p:tgtEl>
                                        <p:attrNameLst>
                                          <p:attrName>style.visibility</p:attrName>
                                        </p:attrNameLst>
                                      </p:cBhvr>
                                      <p:to>
                                        <p:strVal val="visible"/>
                                      </p:to>
                                    </p:set>
                                    <p:animEffect transition="in" filter="dissolve">
                                      <p:cBhvr>
                                        <p:cTn id="34" dur="500"/>
                                        <p:tgtEl>
                                          <p:spTgt spid="30729"/>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0730"/>
                                        </p:tgtEl>
                                        <p:attrNameLst>
                                          <p:attrName>style.visibility</p:attrName>
                                        </p:attrNameLst>
                                      </p:cBhvr>
                                      <p:to>
                                        <p:strVal val="visible"/>
                                      </p:to>
                                    </p:set>
                                    <p:animEffect transition="in" filter="dissolve">
                                      <p:cBhvr>
                                        <p:cTn id="38" dur="500"/>
                                        <p:tgtEl>
                                          <p:spTgt spid="30730"/>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30731"/>
                                        </p:tgtEl>
                                        <p:attrNameLst>
                                          <p:attrName>style.visibility</p:attrName>
                                        </p:attrNameLst>
                                      </p:cBhvr>
                                      <p:to>
                                        <p:strVal val="visible"/>
                                      </p:to>
                                    </p:set>
                                    <p:animEffect transition="in" filter="dissolve">
                                      <p:cBhvr>
                                        <p:cTn id="42" dur="500"/>
                                        <p:tgtEl>
                                          <p:spTgt spid="30731"/>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30732"/>
                                        </p:tgtEl>
                                        <p:attrNameLst>
                                          <p:attrName>style.visibility</p:attrName>
                                        </p:attrNameLst>
                                      </p:cBhvr>
                                      <p:to>
                                        <p:strVal val="visible"/>
                                      </p:to>
                                    </p:set>
                                    <p:animEffect transition="in" filter="dissolve">
                                      <p:cBhvr>
                                        <p:cTn id="46" dur="500"/>
                                        <p:tgtEl>
                                          <p:spTgt spid="30732"/>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30733"/>
                                        </p:tgtEl>
                                        <p:attrNameLst>
                                          <p:attrName>style.visibility</p:attrName>
                                        </p:attrNameLst>
                                      </p:cBhvr>
                                      <p:to>
                                        <p:strVal val="visible"/>
                                      </p:to>
                                    </p:set>
                                    <p:animEffect transition="in" filter="dissolve">
                                      <p:cBhvr>
                                        <p:cTn id="50" dur="500"/>
                                        <p:tgtEl>
                                          <p:spTgt spid="30733"/>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30749"/>
                                        </p:tgtEl>
                                        <p:attrNameLst>
                                          <p:attrName>style.visibility</p:attrName>
                                        </p:attrNameLst>
                                      </p:cBhvr>
                                      <p:to>
                                        <p:strVal val="visible"/>
                                      </p:to>
                                    </p:set>
                                    <p:animEffect transition="in" filter="dissolve">
                                      <p:cBhvr>
                                        <p:cTn id="54" dur="500"/>
                                        <p:tgtEl>
                                          <p:spTgt spid="30749"/>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30750"/>
                                        </p:tgtEl>
                                        <p:attrNameLst>
                                          <p:attrName>style.visibility</p:attrName>
                                        </p:attrNameLst>
                                      </p:cBhvr>
                                      <p:to>
                                        <p:strVal val="visible"/>
                                      </p:to>
                                    </p:set>
                                    <p:animEffect transition="in" filter="dissolve">
                                      <p:cBhvr>
                                        <p:cTn id="58" dur="500"/>
                                        <p:tgtEl>
                                          <p:spTgt spid="30750"/>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0734"/>
                                        </p:tgtEl>
                                        <p:attrNameLst>
                                          <p:attrName>style.visibility</p:attrName>
                                        </p:attrNameLst>
                                      </p:cBhvr>
                                      <p:to>
                                        <p:strVal val="visible"/>
                                      </p:to>
                                    </p:set>
                                    <p:animEffect transition="in" filter="dissolve">
                                      <p:cBhvr>
                                        <p:cTn id="62" dur="500"/>
                                        <p:tgtEl>
                                          <p:spTgt spid="30734"/>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30735"/>
                                        </p:tgtEl>
                                        <p:attrNameLst>
                                          <p:attrName>style.visibility</p:attrName>
                                        </p:attrNameLst>
                                      </p:cBhvr>
                                      <p:to>
                                        <p:strVal val="visible"/>
                                      </p:to>
                                    </p:set>
                                    <p:animEffect transition="in" filter="dissolve">
                                      <p:cBhvr>
                                        <p:cTn id="66" dur="500"/>
                                        <p:tgtEl>
                                          <p:spTgt spid="30735"/>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0736"/>
                                        </p:tgtEl>
                                        <p:attrNameLst>
                                          <p:attrName>style.visibility</p:attrName>
                                        </p:attrNameLst>
                                      </p:cBhvr>
                                      <p:to>
                                        <p:strVal val="visible"/>
                                      </p:to>
                                    </p:set>
                                    <p:animEffect transition="in" filter="dissolve">
                                      <p:cBhvr>
                                        <p:cTn id="70" dur="500"/>
                                        <p:tgtEl>
                                          <p:spTgt spid="30736"/>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0737"/>
                                        </p:tgtEl>
                                        <p:attrNameLst>
                                          <p:attrName>style.visibility</p:attrName>
                                        </p:attrNameLst>
                                      </p:cBhvr>
                                      <p:to>
                                        <p:strVal val="visible"/>
                                      </p:to>
                                    </p:set>
                                    <p:animEffect transition="in" filter="dissolve">
                                      <p:cBhvr>
                                        <p:cTn id="74" dur="500"/>
                                        <p:tgtEl>
                                          <p:spTgt spid="30737"/>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0738"/>
                                        </p:tgtEl>
                                        <p:attrNameLst>
                                          <p:attrName>style.visibility</p:attrName>
                                        </p:attrNameLst>
                                      </p:cBhvr>
                                      <p:to>
                                        <p:strVal val="visible"/>
                                      </p:to>
                                    </p:set>
                                    <p:animEffect transition="in" filter="dissolve">
                                      <p:cBhvr>
                                        <p:cTn id="78" dur="500"/>
                                        <p:tgtEl>
                                          <p:spTgt spid="30738"/>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30739"/>
                                        </p:tgtEl>
                                        <p:attrNameLst>
                                          <p:attrName>style.visibility</p:attrName>
                                        </p:attrNameLst>
                                      </p:cBhvr>
                                      <p:to>
                                        <p:strVal val="visible"/>
                                      </p:to>
                                    </p:set>
                                    <p:animEffect transition="in" filter="dissolve">
                                      <p:cBhvr>
                                        <p:cTn id="82" dur="500"/>
                                        <p:tgtEl>
                                          <p:spTgt spid="30739"/>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30740"/>
                                        </p:tgtEl>
                                        <p:attrNameLst>
                                          <p:attrName>style.visibility</p:attrName>
                                        </p:attrNameLst>
                                      </p:cBhvr>
                                      <p:to>
                                        <p:strVal val="visible"/>
                                      </p:to>
                                    </p:set>
                                    <p:animEffect transition="in" filter="dissolve">
                                      <p:cBhvr>
                                        <p:cTn id="86" dur="500"/>
                                        <p:tgtEl>
                                          <p:spTgt spid="30740"/>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30741"/>
                                        </p:tgtEl>
                                        <p:attrNameLst>
                                          <p:attrName>style.visibility</p:attrName>
                                        </p:attrNameLst>
                                      </p:cBhvr>
                                      <p:to>
                                        <p:strVal val="visible"/>
                                      </p:to>
                                    </p:set>
                                    <p:animEffect transition="in" filter="dissolve">
                                      <p:cBhvr>
                                        <p:cTn id="90" dur="500"/>
                                        <p:tgtEl>
                                          <p:spTgt spid="30741"/>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30742"/>
                                        </p:tgtEl>
                                        <p:attrNameLst>
                                          <p:attrName>style.visibility</p:attrName>
                                        </p:attrNameLst>
                                      </p:cBhvr>
                                      <p:to>
                                        <p:strVal val="visible"/>
                                      </p:to>
                                    </p:set>
                                    <p:animEffect transition="in" filter="dissolve">
                                      <p:cBhvr>
                                        <p:cTn id="94" dur="500"/>
                                        <p:tgtEl>
                                          <p:spTgt spid="30742"/>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30743"/>
                                        </p:tgtEl>
                                        <p:attrNameLst>
                                          <p:attrName>style.visibility</p:attrName>
                                        </p:attrNameLst>
                                      </p:cBhvr>
                                      <p:to>
                                        <p:strVal val="visible"/>
                                      </p:to>
                                    </p:set>
                                    <p:animEffect transition="in" filter="dissolve">
                                      <p:cBhvr>
                                        <p:cTn id="98" dur="500"/>
                                        <p:tgtEl>
                                          <p:spTgt spid="30743"/>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30744"/>
                                        </p:tgtEl>
                                        <p:attrNameLst>
                                          <p:attrName>style.visibility</p:attrName>
                                        </p:attrNameLst>
                                      </p:cBhvr>
                                      <p:to>
                                        <p:strVal val="visible"/>
                                      </p:to>
                                    </p:set>
                                    <p:animEffect transition="in" filter="dissolve">
                                      <p:cBhvr>
                                        <p:cTn id="102" dur="500"/>
                                        <p:tgtEl>
                                          <p:spTgt spid="30744"/>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30745"/>
                                        </p:tgtEl>
                                        <p:attrNameLst>
                                          <p:attrName>style.visibility</p:attrName>
                                        </p:attrNameLst>
                                      </p:cBhvr>
                                      <p:to>
                                        <p:strVal val="visible"/>
                                      </p:to>
                                    </p:set>
                                    <p:animEffect transition="in" filter="dissolve">
                                      <p:cBhvr>
                                        <p:cTn id="106" dur="500"/>
                                        <p:tgtEl>
                                          <p:spTgt spid="30745"/>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30746"/>
                                        </p:tgtEl>
                                        <p:attrNameLst>
                                          <p:attrName>style.visibility</p:attrName>
                                        </p:attrNameLst>
                                      </p:cBhvr>
                                      <p:to>
                                        <p:strVal val="visible"/>
                                      </p:to>
                                    </p:set>
                                    <p:animEffect transition="in" filter="dissolve">
                                      <p:cBhvr>
                                        <p:cTn id="110" dur="500"/>
                                        <p:tgtEl>
                                          <p:spTgt spid="30746"/>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30747"/>
                                        </p:tgtEl>
                                        <p:attrNameLst>
                                          <p:attrName>style.visibility</p:attrName>
                                        </p:attrNameLst>
                                      </p:cBhvr>
                                      <p:to>
                                        <p:strVal val="visible"/>
                                      </p:to>
                                    </p:set>
                                    <p:animEffect transition="in" filter="dissolve">
                                      <p:cBhvr>
                                        <p:cTn id="114" dur="500"/>
                                        <p:tgtEl>
                                          <p:spTgt spid="30747"/>
                                        </p:tgtEl>
                                      </p:cBhvr>
                                    </p:animEffect>
                                  </p:childTnLst>
                                </p:cTn>
                              </p:par>
                            </p:childTnLst>
                          </p:cTn>
                        </p:par>
                        <p:par>
                          <p:cTn id="115" fill="hold" nodeType="afterGroup">
                            <p:stCondLst>
                              <p:cond delay="13500"/>
                            </p:stCondLst>
                            <p:childTnLst>
                              <p:par>
                                <p:cTn id="116" presetID="9" presetClass="entr" presetSubtype="0" fill="hold" grpId="0" nodeType="afterEffect">
                                  <p:stCondLst>
                                    <p:cond delay="0"/>
                                  </p:stCondLst>
                                  <p:childTnLst>
                                    <p:set>
                                      <p:cBhvr>
                                        <p:cTn id="117" dur="1" fill="hold">
                                          <p:stCondLst>
                                            <p:cond delay="0"/>
                                          </p:stCondLst>
                                        </p:cTn>
                                        <p:tgtEl>
                                          <p:spTgt spid="30748"/>
                                        </p:tgtEl>
                                        <p:attrNameLst>
                                          <p:attrName>style.visibility</p:attrName>
                                        </p:attrNameLst>
                                      </p:cBhvr>
                                      <p:to>
                                        <p:strVal val="visible"/>
                                      </p:to>
                                    </p:set>
                                    <p:animEffect transition="in" filter="dissolve">
                                      <p:cBhvr>
                                        <p:cTn id="118" dur="500"/>
                                        <p:tgtEl>
                                          <p:spTgt spid="30748"/>
                                        </p:tgtEl>
                                      </p:cBhvr>
                                    </p:animEffect>
                                  </p:childTnLst>
                                </p:cTn>
                              </p:par>
                            </p:childTnLst>
                          </p:cTn>
                        </p:par>
                        <p:par>
                          <p:cTn id="119" fill="hold" nodeType="afterGroup">
                            <p:stCondLst>
                              <p:cond delay="14000"/>
                            </p:stCondLst>
                            <p:childTnLst>
                              <p:par>
                                <p:cTn id="120" presetID="9" presetClass="entr" presetSubtype="0" fill="hold" nodeType="afterEffect">
                                  <p:stCondLst>
                                    <p:cond delay="0"/>
                                  </p:stCondLst>
                                  <p:childTnLst>
                                    <p:set>
                                      <p:cBhvr>
                                        <p:cTn id="121" dur="1" fill="hold">
                                          <p:stCondLst>
                                            <p:cond delay="0"/>
                                          </p:stCondLst>
                                        </p:cTn>
                                        <p:tgtEl>
                                          <p:spTgt spid="30751"/>
                                        </p:tgtEl>
                                        <p:attrNameLst>
                                          <p:attrName>style.visibility</p:attrName>
                                        </p:attrNameLst>
                                      </p:cBhvr>
                                      <p:to>
                                        <p:strVal val="visible"/>
                                      </p:to>
                                    </p:set>
                                    <p:animEffect transition="in" filter="dissolve">
                                      <p:cBhvr>
                                        <p:cTn id="122" dur="500"/>
                                        <p:tgtEl>
                                          <p:spTgt spid="30751"/>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30752"/>
                                        </p:tgtEl>
                                        <p:attrNameLst>
                                          <p:attrName>style.visibility</p:attrName>
                                        </p:attrNameLst>
                                      </p:cBhvr>
                                      <p:to>
                                        <p:strVal val="visible"/>
                                      </p:to>
                                    </p:set>
                                    <p:animEffect transition="in" filter="dissolve">
                                      <p:cBhvr>
                                        <p:cTn id="126" dur="500"/>
                                        <p:tgtEl>
                                          <p:spTgt spid="30752"/>
                                        </p:tgtEl>
                                      </p:cBhvr>
                                    </p:animEffect>
                                  </p:childTnLst>
                                </p:cTn>
                              </p:par>
                            </p:childTnLst>
                          </p:cTn>
                        </p:par>
                        <p:par>
                          <p:cTn id="127" fill="hold" nodeType="afterGroup">
                            <p:stCondLst>
                              <p:cond delay="15000"/>
                            </p:stCondLst>
                            <p:childTnLst>
                              <p:par>
                                <p:cTn id="128" presetID="9" presetClass="entr" presetSubtype="0" fill="hold" nodeType="afterEffect">
                                  <p:stCondLst>
                                    <p:cond delay="0"/>
                                  </p:stCondLst>
                                  <p:childTnLst>
                                    <p:set>
                                      <p:cBhvr>
                                        <p:cTn id="129" dur="1" fill="hold">
                                          <p:stCondLst>
                                            <p:cond delay="0"/>
                                          </p:stCondLst>
                                        </p:cTn>
                                        <p:tgtEl>
                                          <p:spTgt spid="30753"/>
                                        </p:tgtEl>
                                        <p:attrNameLst>
                                          <p:attrName>style.visibility</p:attrName>
                                        </p:attrNameLst>
                                      </p:cBhvr>
                                      <p:to>
                                        <p:strVal val="visible"/>
                                      </p:to>
                                    </p:set>
                                    <p:animEffect transition="in" filter="dissolve">
                                      <p:cBhvr>
                                        <p:cTn id="130" dur="500"/>
                                        <p:tgtEl>
                                          <p:spTgt spid="30753"/>
                                        </p:tgtEl>
                                      </p:cBhvr>
                                    </p:animEffect>
                                  </p:childTnLst>
                                </p:cTn>
                              </p:par>
                            </p:childTnLst>
                          </p:cTn>
                        </p:par>
                        <p:par>
                          <p:cTn id="131" fill="hold" nodeType="afterGroup">
                            <p:stCondLst>
                              <p:cond delay="15500"/>
                            </p:stCondLst>
                            <p:childTnLst>
                              <p:par>
                                <p:cTn id="132" presetID="9" presetClass="entr" presetSubtype="0" fill="hold" nodeType="afterEffect">
                                  <p:stCondLst>
                                    <p:cond delay="0"/>
                                  </p:stCondLst>
                                  <p:childTnLst>
                                    <p:set>
                                      <p:cBhvr>
                                        <p:cTn id="133" dur="1" fill="hold">
                                          <p:stCondLst>
                                            <p:cond delay="0"/>
                                          </p:stCondLst>
                                        </p:cTn>
                                        <p:tgtEl>
                                          <p:spTgt spid="30754"/>
                                        </p:tgtEl>
                                        <p:attrNameLst>
                                          <p:attrName>style.visibility</p:attrName>
                                        </p:attrNameLst>
                                      </p:cBhvr>
                                      <p:to>
                                        <p:strVal val="visible"/>
                                      </p:to>
                                    </p:set>
                                    <p:animEffect transition="in" filter="dissolve">
                                      <p:cBhvr>
                                        <p:cTn id="134" dur="500"/>
                                        <p:tgtEl>
                                          <p:spTgt spid="30754"/>
                                        </p:tgtEl>
                                      </p:cBhvr>
                                    </p:animEffect>
                                  </p:childTnLst>
                                </p:cTn>
                              </p:par>
                            </p:childTnLst>
                          </p:cTn>
                        </p:par>
                        <p:par>
                          <p:cTn id="135" fill="hold" nodeType="afterGroup">
                            <p:stCondLst>
                              <p:cond delay="16000"/>
                            </p:stCondLst>
                            <p:childTnLst>
                              <p:par>
                                <p:cTn id="136" presetID="9" presetClass="entr" presetSubtype="0" fill="hold" nodeType="afterEffect">
                                  <p:stCondLst>
                                    <p:cond delay="0"/>
                                  </p:stCondLst>
                                  <p:childTnLst>
                                    <p:set>
                                      <p:cBhvr>
                                        <p:cTn id="137" dur="1" fill="hold">
                                          <p:stCondLst>
                                            <p:cond delay="0"/>
                                          </p:stCondLst>
                                        </p:cTn>
                                        <p:tgtEl>
                                          <p:spTgt spid="30755"/>
                                        </p:tgtEl>
                                        <p:attrNameLst>
                                          <p:attrName>style.visibility</p:attrName>
                                        </p:attrNameLst>
                                      </p:cBhvr>
                                      <p:to>
                                        <p:strVal val="visible"/>
                                      </p:to>
                                    </p:set>
                                    <p:animEffect transition="in" filter="dissolve">
                                      <p:cBhvr>
                                        <p:cTn id="138" dur="500"/>
                                        <p:tgtEl>
                                          <p:spTgt spid="30755"/>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30756"/>
                                        </p:tgtEl>
                                        <p:attrNameLst>
                                          <p:attrName>style.visibility</p:attrName>
                                        </p:attrNameLst>
                                      </p:cBhvr>
                                      <p:to>
                                        <p:strVal val="visible"/>
                                      </p:to>
                                    </p:set>
                                    <p:animEffect transition="in" filter="dissolve">
                                      <p:cBhvr>
                                        <p:cTn id="142" dur="500"/>
                                        <p:tgtEl>
                                          <p:spTgt spid="30756"/>
                                        </p:tgtEl>
                                      </p:cBhvr>
                                    </p:animEffect>
                                  </p:childTnLst>
                                </p:cTn>
                              </p:par>
                            </p:childTnLst>
                          </p:cTn>
                        </p:par>
                        <p:par>
                          <p:cTn id="143" fill="hold" nodeType="afterGroup">
                            <p:stCondLst>
                              <p:cond delay="17000"/>
                            </p:stCondLst>
                            <p:childTnLst>
                              <p:par>
                                <p:cTn id="144" presetID="9" presetClass="entr" presetSubtype="0" fill="hold" nodeType="afterEffect">
                                  <p:stCondLst>
                                    <p:cond delay="0"/>
                                  </p:stCondLst>
                                  <p:childTnLst>
                                    <p:set>
                                      <p:cBhvr>
                                        <p:cTn id="145" dur="1" fill="hold">
                                          <p:stCondLst>
                                            <p:cond delay="0"/>
                                          </p:stCondLst>
                                        </p:cTn>
                                        <p:tgtEl>
                                          <p:spTgt spid="30757"/>
                                        </p:tgtEl>
                                        <p:attrNameLst>
                                          <p:attrName>style.visibility</p:attrName>
                                        </p:attrNameLst>
                                      </p:cBhvr>
                                      <p:to>
                                        <p:strVal val="visible"/>
                                      </p:to>
                                    </p:set>
                                    <p:animEffect transition="in" filter="dissolve">
                                      <p:cBhvr>
                                        <p:cTn id="146" dur="500"/>
                                        <p:tgtEl>
                                          <p:spTgt spid="30757"/>
                                        </p:tgtEl>
                                      </p:cBhvr>
                                    </p:animEffect>
                                  </p:childTnLst>
                                </p:cTn>
                              </p:par>
                            </p:childTnLst>
                          </p:cTn>
                        </p:par>
                        <p:par>
                          <p:cTn id="147" fill="hold" nodeType="afterGroup">
                            <p:stCondLst>
                              <p:cond delay="17500"/>
                            </p:stCondLst>
                            <p:childTnLst>
                              <p:par>
                                <p:cTn id="148" presetID="9" presetClass="entr" presetSubtype="0" fill="hold" nodeType="afterEffect">
                                  <p:stCondLst>
                                    <p:cond delay="0"/>
                                  </p:stCondLst>
                                  <p:childTnLst>
                                    <p:set>
                                      <p:cBhvr>
                                        <p:cTn id="149" dur="1" fill="hold">
                                          <p:stCondLst>
                                            <p:cond delay="0"/>
                                          </p:stCondLst>
                                        </p:cTn>
                                        <p:tgtEl>
                                          <p:spTgt spid="30758"/>
                                        </p:tgtEl>
                                        <p:attrNameLst>
                                          <p:attrName>style.visibility</p:attrName>
                                        </p:attrNameLst>
                                      </p:cBhvr>
                                      <p:to>
                                        <p:strVal val="visible"/>
                                      </p:to>
                                    </p:set>
                                    <p:animEffect transition="in" filter="dissolve">
                                      <p:cBhvr>
                                        <p:cTn id="150" dur="500"/>
                                        <p:tgtEl>
                                          <p:spTgt spid="30758"/>
                                        </p:tgtEl>
                                      </p:cBhvr>
                                    </p:animEffect>
                                  </p:childTnLst>
                                </p:cTn>
                              </p:par>
                            </p:childTnLst>
                          </p:cTn>
                        </p:par>
                        <p:par>
                          <p:cTn id="151" fill="hold" nodeType="afterGroup">
                            <p:stCondLst>
                              <p:cond delay="18000"/>
                            </p:stCondLst>
                            <p:childTnLst>
                              <p:par>
                                <p:cTn id="152" presetID="9" presetClass="entr" presetSubtype="0" fill="hold" nodeType="afterEffect">
                                  <p:stCondLst>
                                    <p:cond delay="0"/>
                                  </p:stCondLst>
                                  <p:childTnLst>
                                    <p:set>
                                      <p:cBhvr>
                                        <p:cTn id="153" dur="1" fill="hold">
                                          <p:stCondLst>
                                            <p:cond delay="0"/>
                                          </p:stCondLst>
                                        </p:cTn>
                                        <p:tgtEl>
                                          <p:spTgt spid="30759"/>
                                        </p:tgtEl>
                                        <p:attrNameLst>
                                          <p:attrName>style.visibility</p:attrName>
                                        </p:attrNameLst>
                                      </p:cBhvr>
                                      <p:to>
                                        <p:strVal val="visible"/>
                                      </p:to>
                                    </p:set>
                                    <p:animEffect transition="in" filter="dissolve">
                                      <p:cBhvr>
                                        <p:cTn id="154" dur="500"/>
                                        <p:tgtEl>
                                          <p:spTgt spid="30759"/>
                                        </p:tgtEl>
                                      </p:cBhvr>
                                    </p:animEffect>
                                  </p:childTnLst>
                                </p:cTn>
                              </p:par>
                            </p:childTnLst>
                          </p:cTn>
                        </p:par>
                        <p:par>
                          <p:cTn id="155" fill="hold" nodeType="afterGroup">
                            <p:stCondLst>
                              <p:cond delay="18500"/>
                            </p:stCondLst>
                            <p:childTnLst>
                              <p:par>
                                <p:cTn id="156" presetID="9" presetClass="entr" presetSubtype="0" fill="hold" nodeType="afterEffect">
                                  <p:stCondLst>
                                    <p:cond delay="0"/>
                                  </p:stCondLst>
                                  <p:childTnLst>
                                    <p:set>
                                      <p:cBhvr>
                                        <p:cTn id="157" dur="1" fill="hold">
                                          <p:stCondLst>
                                            <p:cond delay="0"/>
                                          </p:stCondLst>
                                        </p:cTn>
                                        <p:tgtEl>
                                          <p:spTgt spid="30760"/>
                                        </p:tgtEl>
                                        <p:attrNameLst>
                                          <p:attrName>style.visibility</p:attrName>
                                        </p:attrNameLst>
                                      </p:cBhvr>
                                      <p:to>
                                        <p:strVal val="visible"/>
                                      </p:to>
                                    </p:set>
                                    <p:animEffect transition="in" filter="dissolve">
                                      <p:cBhvr>
                                        <p:cTn id="158" dur="500"/>
                                        <p:tgtEl>
                                          <p:spTgt spid="307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2" grpId="0" autoUpdateAnimBg="0"/>
      <p:bldP spid="30724" grpId="0" autoUpdateAnimBg="0"/>
      <p:bldP spid="30725" grpId="0" autoUpdateAnimBg="0"/>
      <p:bldP spid="30726" grpId="0" autoUpdateAnimBg="0"/>
      <p:bldP spid="30727" grpId="0" autoUpdateAnimBg="0"/>
      <p:bldP spid="30728" grpId="0" autoUpdateAnimBg="0"/>
      <p:bldP spid="30729" grpId="0" autoUpdateAnimBg="0"/>
      <p:bldP spid="30730" grpId="0" autoUpdateAnimBg="0"/>
      <p:bldP spid="30731" grpId="0" autoUpdateAnimBg="0"/>
      <p:bldP spid="30732" grpId="0" autoUpdateAnimBg="0"/>
      <p:bldP spid="30733" grpId="0" autoUpdateAnimBg="0"/>
      <p:bldP spid="30744" grpId="0" autoUpdateAnimBg="0"/>
      <p:bldP spid="30745" grpId="0" autoUpdateAnimBg="0"/>
      <p:bldP spid="30746" grpId="0" autoUpdateAnimBg="0"/>
      <p:bldP spid="30747" grpId="0" autoUpdateAnimBg="0"/>
      <p:bldP spid="30748" grpId="0" autoUpdateAnimBg="0"/>
      <p:bldP spid="30749" grpId="0" autoUpdateAnimBg="0"/>
      <p:bldP spid="30750" grpId="0" autoUpdateAnimBg="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46" name="AutoShape 2" descr="image.jpg"/>
          <p:cNvSpPr>
            <a:spLocks/>
          </p:cNvSpPr>
          <p:nvPr/>
        </p:nvSpPr>
        <p:spPr bwMode="auto">
          <a:xfrm>
            <a:off x="2209800" y="3987800"/>
            <a:ext cx="19989800" cy="5308600"/>
          </a:xfrm>
          <a:custGeom>
            <a:avLst/>
            <a:gdLst>
              <a:gd name="T0" fmla="*/ 9994900 w 21600"/>
              <a:gd name="T1" fmla="*/ 2654300 h 21600"/>
              <a:gd name="T2" fmla="*/ 9994900 w 21600"/>
              <a:gd name="T3" fmla="*/ 2654300 h 21600"/>
              <a:gd name="T4" fmla="*/ 9994900 w 21600"/>
              <a:gd name="T5" fmla="*/ 2654300 h 21600"/>
              <a:gd name="T6" fmla="*/ 9994900 w 21600"/>
              <a:gd name="T7" fmla="*/ 2654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blipFill dpi="0" rotWithShape="0">
            <a:blip r:embed="rId3"/>
            <a:srcRect/>
            <a:stretch>
              <a:fillRect/>
            </a:stretch>
          </a:bli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1747" name="AutoShape 3"/>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1748" name="AutoShape 4"/>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C41AA8B-AD53-412A-899D-EC7B9F4B87FB}"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29</a:t>
            </a:fld>
            <a:endParaRPr lang="es-ES" altLang="en-US"/>
          </a:p>
        </p:txBody>
      </p:sp>
      <p:sp>
        <p:nvSpPr>
          <p:cNvPr id="31749" name="AutoShape 5"/>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Arrow</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Infographics</a:t>
            </a:r>
            <a:endParaRPr lang="es-ES" dirty="0">
              <a:solidFill>
                <a:schemeClr val="bg1">
                  <a:lumMod val="95000"/>
                </a:schemeClr>
              </a:solidFill>
              <a:ea typeface="ＭＳ Ｐゴシック" charset="0"/>
            </a:endParaRPr>
          </a:p>
        </p:txBody>
      </p:sp>
      <p:sp>
        <p:nvSpPr>
          <p:cNvPr id="31750" name="AutoShape 6"/>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1751" name="AutoShape 7"/>
          <p:cNvSpPr>
            <a:spLocks/>
          </p:cNvSpPr>
          <p:nvPr/>
        </p:nvSpPr>
        <p:spPr bwMode="auto">
          <a:xfrm>
            <a:off x="17891125" y="8648700"/>
            <a:ext cx="4306888" cy="1270000"/>
          </a:xfrm>
          <a:prstGeom prst="rightArrow">
            <a:avLst>
              <a:gd name="adj1" fmla="val 100000"/>
              <a:gd name="adj2" fmla="val 5276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2" name="AutoShape 8"/>
          <p:cNvSpPr>
            <a:spLocks/>
          </p:cNvSpPr>
          <p:nvPr/>
        </p:nvSpPr>
        <p:spPr bwMode="auto">
          <a:xfrm>
            <a:off x="16643350" y="8648700"/>
            <a:ext cx="2101850" cy="1270000"/>
          </a:xfrm>
          <a:prstGeom prst="rightArrow">
            <a:avLst>
              <a:gd name="adj1" fmla="val 100000"/>
              <a:gd name="adj2" fmla="val 5279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3" name="AutoShape 9"/>
          <p:cNvSpPr>
            <a:spLocks/>
          </p:cNvSpPr>
          <p:nvPr/>
        </p:nvSpPr>
        <p:spPr bwMode="auto">
          <a:xfrm>
            <a:off x="13096875" y="8648700"/>
            <a:ext cx="4308475" cy="1270000"/>
          </a:xfrm>
          <a:prstGeom prst="rightArrow">
            <a:avLst>
              <a:gd name="adj1" fmla="val 100000"/>
              <a:gd name="adj2" fmla="val 5278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4" name="AutoShape 10"/>
          <p:cNvSpPr>
            <a:spLocks/>
          </p:cNvSpPr>
          <p:nvPr/>
        </p:nvSpPr>
        <p:spPr bwMode="auto">
          <a:xfrm>
            <a:off x="11849100" y="8648700"/>
            <a:ext cx="2101850" cy="1270000"/>
          </a:xfrm>
          <a:prstGeom prst="rightArrow">
            <a:avLst>
              <a:gd name="adj1" fmla="val 100000"/>
              <a:gd name="adj2" fmla="val 5279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5" name="AutoShape 11"/>
          <p:cNvSpPr>
            <a:spLocks/>
          </p:cNvSpPr>
          <p:nvPr/>
        </p:nvSpPr>
        <p:spPr bwMode="auto">
          <a:xfrm>
            <a:off x="8264525" y="8648700"/>
            <a:ext cx="4306888" cy="1270000"/>
          </a:xfrm>
          <a:prstGeom prst="rightArrow">
            <a:avLst>
              <a:gd name="adj1" fmla="val 100000"/>
              <a:gd name="adj2" fmla="val 5276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6" name="AutoShape 12"/>
          <p:cNvSpPr>
            <a:spLocks/>
          </p:cNvSpPr>
          <p:nvPr/>
        </p:nvSpPr>
        <p:spPr bwMode="auto">
          <a:xfrm>
            <a:off x="7016750" y="8648700"/>
            <a:ext cx="2100263" cy="1270000"/>
          </a:xfrm>
          <a:prstGeom prst="rightArrow">
            <a:avLst>
              <a:gd name="adj1" fmla="val 100000"/>
              <a:gd name="adj2" fmla="val 5275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7" name="AutoShape 13"/>
          <p:cNvSpPr>
            <a:spLocks/>
          </p:cNvSpPr>
          <p:nvPr/>
        </p:nvSpPr>
        <p:spPr bwMode="auto">
          <a:xfrm>
            <a:off x="3455988" y="8648700"/>
            <a:ext cx="4308475" cy="1270000"/>
          </a:xfrm>
          <a:prstGeom prst="rightArrow">
            <a:avLst>
              <a:gd name="adj1" fmla="val 100000"/>
              <a:gd name="adj2" fmla="val 5278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8" name="AutoShape 14"/>
          <p:cNvSpPr>
            <a:spLocks/>
          </p:cNvSpPr>
          <p:nvPr/>
        </p:nvSpPr>
        <p:spPr bwMode="auto">
          <a:xfrm>
            <a:off x="2209800" y="8648700"/>
            <a:ext cx="2100263" cy="1270000"/>
          </a:xfrm>
          <a:prstGeom prst="rightArrow">
            <a:avLst>
              <a:gd name="adj1" fmla="val 100000"/>
              <a:gd name="adj2" fmla="val 5275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9" name="AutoShape 15"/>
          <p:cNvSpPr>
            <a:spLocks/>
          </p:cNvSpPr>
          <p:nvPr/>
        </p:nvSpPr>
        <p:spPr bwMode="auto">
          <a:xfrm>
            <a:off x="2781300" y="9112250"/>
            <a:ext cx="500063" cy="381000"/>
          </a:xfrm>
          <a:custGeom>
            <a:avLst/>
            <a:gdLst>
              <a:gd name="T0" fmla="*/ 250032 w 21600"/>
              <a:gd name="T1" fmla="*/ 190500 h 21600"/>
              <a:gd name="T2" fmla="*/ 250032 w 21600"/>
              <a:gd name="T3" fmla="*/ 190500 h 21600"/>
              <a:gd name="T4" fmla="*/ 250032 w 21600"/>
              <a:gd name="T5" fmla="*/ 190500 h 21600"/>
              <a:gd name="T6" fmla="*/ 250032 w 21600"/>
              <a:gd name="T7" fmla="*/ 1905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7"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600" y="7250"/>
                </a:cubicBezTo>
                <a:lnTo>
                  <a:pt x="21600" y="19981"/>
                </a:lnTo>
                <a:cubicBezTo>
                  <a:pt x="21600"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0" name="AutoShape 16"/>
          <p:cNvSpPr>
            <a:spLocks/>
          </p:cNvSpPr>
          <p:nvPr/>
        </p:nvSpPr>
        <p:spPr bwMode="auto">
          <a:xfrm>
            <a:off x="8001000" y="9045575"/>
            <a:ext cx="482600" cy="508000"/>
          </a:xfrm>
          <a:custGeom>
            <a:avLst/>
            <a:gdLst>
              <a:gd name="T0" fmla="*/ 241300 w 21600"/>
              <a:gd name="T1" fmla="*/ 254000 h 21600"/>
              <a:gd name="T2" fmla="*/ 241300 w 21600"/>
              <a:gd name="T3" fmla="*/ 254000 h 21600"/>
              <a:gd name="T4" fmla="*/ 241300 w 21600"/>
              <a:gd name="T5" fmla="*/ 254000 h 21600"/>
              <a:gd name="T6" fmla="*/ 241300 w 21600"/>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6949"/>
                </a:moveTo>
                <a:cubicBezTo>
                  <a:pt x="21600"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29" y="8029"/>
                  <a:pt x="19330" y="7709"/>
                </a:cubicBezTo>
                <a:cubicBezTo>
                  <a:pt x="19530" y="7389"/>
                  <a:pt x="19629" y="7137"/>
                  <a:pt x="19629" y="6949"/>
                </a:cubicBezTo>
                <a:lnTo>
                  <a:pt x="19629" y="541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1" name="AutoShape 17"/>
          <p:cNvSpPr>
            <a:spLocks/>
          </p:cNvSpPr>
          <p:nvPr/>
        </p:nvSpPr>
        <p:spPr bwMode="auto">
          <a:xfrm>
            <a:off x="17605375" y="9048750"/>
            <a:ext cx="584200" cy="393700"/>
          </a:xfrm>
          <a:custGeom>
            <a:avLst/>
            <a:gdLst>
              <a:gd name="T0" fmla="*/ 292100 w 21600"/>
              <a:gd name="T1" fmla="*/ 196850 h 21600"/>
              <a:gd name="T2" fmla="*/ 292100 w 21600"/>
              <a:gd name="T3" fmla="*/ 196850 h 21600"/>
              <a:gd name="T4" fmla="*/ 292100 w 21600"/>
              <a:gd name="T5" fmla="*/ 196850 h 21600"/>
              <a:gd name="T6" fmla="*/ 292100 w 21600"/>
              <a:gd name="T7" fmla="*/ 196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2" name="AutoShape 18"/>
          <p:cNvSpPr>
            <a:spLocks/>
          </p:cNvSpPr>
          <p:nvPr/>
        </p:nvSpPr>
        <p:spPr bwMode="auto">
          <a:xfrm>
            <a:off x="12769850" y="9048750"/>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600" y="9091"/>
                  <a:pt x="21600" y="9218"/>
                </a:cubicBezTo>
                <a:lnTo>
                  <a:pt x="21600" y="12409"/>
                </a:lnTo>
                <a:cubicBezTo>
                  <a:pt x="21600"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8"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8"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1"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7"/>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3" name="AutoShape 19"/>
          <p:cNvSpPr>
            <a:spLocks/>
          </p:cNvSpPr>
          <p:nvPr/>
        </p:nvSpPr>
        <p:spPr bwMode="auto">
          <a:xfrm>
            <a:off x="4432300" y="90439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Mails suscribers</a:t>
            </a:r>
            <a:endParaRPr lang="es-ES">
              <a:ea typeface="ＭＳ Ｐゴシック" charset="0"/>
            </a:endParaRPr>
          </a:p>
        </p:txBody>
      </p:sp>
      <p:sp>
        <p:nvSpPr>
          <p:cNvPr id="31764" name="AutoShape 20"/>
          <p:cNvSpPr>
            <a:spLocks/>
          </p:cNvSpPr>
          <p:nvPr/>
        </p:nvSpPr>
        <p:spPr bwMode="auto">
          <a:xfrm>
            <a:off x="18707100" y="90312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Cloud Files</a:t>
            </a:r>
            <a:endParaRPr lang="es-ES">
              <a:ea typeface="ＭＳ Ｐゴシック" charset="0"/>
            </a:endParaRPr>
          </a:p>
        </p:txBody>
      </p:sp>
      <p:sp>
        <p:nvSpPr>
          <p:cNvPr id="31765" name="AutoShape 21"/>
          <p:cNvSpPr>
            <a:spLocks/>
          </p:cNvSpPr>
          <p:nvPr/>
        </p:nvSpPr>
        <p:spPr bwMode="auto">
          <a:xfrm>
            <a:off x="9232900" y="89931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Awards</a:t>
            </a:r>
            <a:endParaRPr lang="es-ES">
              <a:ea typeface="ＭＳ Ｐゴシック" charset="0"/>
            </a:endParaRPr>
          </a:p>
        </p:txBody>
      </p:sp>
      <p:sp>
        <p:nvSpPr>
          <p:cNvPr id="31766" name="AutoShape 22"/>
          <p:cNvSpPr>
            <a:spLocks/>
          </p:cNvSpPr>
          <p:nvPr/>
        </p:nvSpPr>
        <p:spPr bwMode="auto">
          <a:xfrm>
            <a:off x="14033500" y="89931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Settings Options</a:t>
            </a:r>
            <a:endParaRPr lang="es-ES">
              <a:ea typeface="ＭＳ Ｐゴシック" charset="0"/>
            </a:endParaRPr>
          </a:p>
        </p:txBody>
      </p:sp>
      <p:sp>
        <p:nvSpPr>
          <p:cNvPr id="31767" name="AutoShape 23"/>
          <p:cNvSpPr>
            <a:spLocks/>
          </p:cNvSpPr>
          <p:nvPr/>
        </p:nvSpPr>
        <p:spPr bwMode="auto">
          <a:xfrm>
            <a:off x="2247900" y="11102975"/>
            <a:ext cx="199136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a:t>
            </a:r>
            <a:endParaRPr lang="es-ES" altLang="en-US"/>
          </a:p>
        </p:txBody>
      </p:sp>
      <p:sp>
        <p:nvSpPr>
          <p:cNvPr id="31768" name="AutoShape 24"/>
          <p:cNvSpPr>
            <a:spLocks/>
          </p:cNvSpPr>
          <p:nvPr/>
        </p:nvSpPr>
        <p:spPr bwMode="auto">
          <a:xfrm>
            <a:off x="2235200" y="10718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graphicFrame>
        <p:nvGraphicFramePr>
          <p:cNvPr id="31769" name="Object 25"/>
          <p:cNvGraphicFramePr>
            <a:graphicFrameLocks noChangeAspect="1"/>
          </p:cNvGraphicFramePr>
          <p:nvPr>
            <p:extLst>
              <p:ext uri="{D42A27DB-BD31-4B8C-83A1-F6EECF244321}">
                <p14:modId xmlns:p14="http://schemas.microsoft.com/office/powerpoint/2010/main" val="1816272560"/>
              </p:ext>
            </p:extLst>
          </p:nvPr>
        </p:nvGraphicFramePr>
        <p:xfrm>
          <a:off x="4360863" y="3295650"/>
          <a:ext cx="15722600" cy="5903913"/>
        </p:xfrm>
        <a:graphic>
          <a:graphicData uri="http://schemas.openxmlformats.org/presentationml/2006/ole">
            <mc:AlternateContent xmlns:mc="http://schemas.openxmlformats.org/markup-compatibility/2006">
              <mc:Choice xmlns:v="urn:schemas-microsoft-com:vml" Requires="v">
                <p:oleObj spid="_x0000_s31778" name="Chart" r:id="rId4" imgW="11791938" imgH="4429290" progId="MSGraph.Chart.8">
                  <p:embed/>
                </p:oleObj>
              </mc:Choice>
              <mc:Fallback>
                <p:oleObj name="Chart" r:id="rId4" imgW="11791938" imgH="4429290" progId="MSGraph.Chart.8">
                  <p:embed/>
                  <p:pic>
                    <p:nvPicPr>
                      <p:cNvPr id="0" name="Object 25"/>
                      <p:cNvPicPr>
                        <a:picLocks noChangeAspect="1" noChangeArrowheads="1"/>
                      </p:cNvPicPr>
                      <p:nvPr/>
                    </p:nvPicPr>
                    <p:blipFill>
                      <a:blip r:embed="rId5"/>
                      <a:srcRect/>
                      <a:stretch>
                        <a:fillRect/>
                      </a:stretch>
                    </p:blipFill>
                    <p:spPr bwMode="auto">
                      <a:xfrm>
                        <a:off x="4360863" y="3295650"/>
                        <a:ext cx="15722600" cy="590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1749"/>
                                        </p:tgtEl>
                                        <p:attrNameLst>
                                          <p:attrName>style.visibility</p:attrName>
                                        </p:attrNameLst>
                                      </p:cBhvr>
                                      <p:to>
                                        <p:strVal val="visible"/>
                                      </p:to>
                                    </p:set>
                                    <p:anim calcmode="lin" valueType="num">
                                      <p:cBhvr additive="base">
                                        <p:cTn id="7" dur="500" fill="hold"/>
                                        <p:tgtEl>
                                          <p:spTgt spid="31749"/>
                                        </p:tgtEl>
                                        <p:attrNameLst>
                                          <p:attrName>ppt_x</p:attrName>
                                        </p:attrNameLst>
                                      </p:cBhvr>
                                      <p:tavLst>
                                        <p:tav tm="0">
                                          <p:val>
                                            <p:strVal val="1+#ppt_w/2"/>
                                          </p:val>
                                        </p:tav>
                                        <p:tav tm="100000">
                                          <p:val>
                                            <p:strVal val="#ppt_x"/>
                                          </p:val>
                                        </p:tav>
                                      </p:tavLst>
                                    </p:anim>
                                    <p:anim calcmode="lin" valueType="num">
                                      <p:cBhvr additive="base">
                                        <p:cTn id="8" dur="500" fill="hold"/>
                                        <p:tgtEl>
                                          <p:spTgt spid="3174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1750"/>
                                        </p:tgtEl>
                                        <p:attrNameLst>
                                          <p:attrName>style.visibility</p:attrName>
                                        </p:attrNameLst>
                                      </p:cBhvr>
                                      <p:to>
                                        <p:strVal val="visible"/>
                                      </p:to>
                                    </p:set>
                                    <p:anim calcmode="lin" valueType="num">
                                      <p:cBhvr additive="base">
                                        <p:cTn id="12" dur="500" fill="hold"/>
                                        <p:tgtEl>
                                          <p:spTgt spid="31750"/>
                                        </p:tgtEl>
                                        <p:attrNameLst>
                                          <p:attrName>ppt_x</p:attrName>
                                        </p:attrNameLst>
                                      </p:cBhvr>
                                      <p:tavLst>
                                        <p:tav tm="0">
                                          <p:val>
                                            <p:strVal val="1+#ppt_w/2"/>
                                          </p:val>
                                        </p:tav>
                                        <p:tav tm="100000">
                                          <p:val>
                                            <p:strVal val="#ppt_x"/>
                                          </p:val>
                                        </p:tav>
                                      </p:tavLst>
                                    </p:anim>
                                    <p:anim calcmode="lin" valueType="num">
                                      <p:cBhvr additive="base">
                                        <p:cTn id="13" dur="500" fill="hold"/>
                                        <p:tgtEl>
                                          <p:spTgt spid="3175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1747"/>
                                        </p:tgtEl>
                                        <p:attrNameLst>
                                          <p:attrName>style.visibility</p:attrName>
                                        </p:attrNameLst>
                                      </p:cBhvr>
                                      <p:to>
                                        <p:strVal val="visible"/>
                                      </p:to>
                                    </p:set>
                                    <p:anim calcmode="lin" valueType="num">
                                      <p:cBhvr additive="base">
                                        <p:cTn id="17" dur="500" fill="hold"/>
                                        <p:tgtEl>
                                          <p:spTgt spid="31747"/>
                                        </p:tgtEl>
                                        <p:attrNameLst>
                                          <p:attrName>ppt_x</p:attrName>
                                        </p:attrNameLst>
                                      </p:cBhvr>
                                      <p:tavLst>
                                        <p:tav tm="0">
                                          <p:val>
                                            <p:strVal val="1+#ppt_w/2"/>
                                          </p:val>
                                        </p:tav>
                                        <p:tav tm="100000">
                                          <p:val>
                                            <p:strVal val="#ppt_x"/>
                                          </p:val>
                                        </p:tav>
                                      </p:tavLst>
                                    </p:anim>
                                    <p:anim calcmode="lin" valueType="num">
                                      <p:cBhvr additive="base">
                                        <p:cTn id="18" dur="500" fill="hold"/>
                                        <p:tgtEl>
                                          <p:spTgt spid="3174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31746"/>
                                        </p:tgtEl>
                                        <p:attrNameLst>
                                          <p:attrName>style.visibility</p:attrName>
                                        </p:attrNameLst>
                                      </p:cBhvr>
                                      <p:to>
                                        <p:strVal val="visible"/>
                                      </p:to>
                                    </p:set>
                                    <p:animEffect transition="in" filter="dissolve">
                                      <p:cBhvr>
                                        <p:cTn id="22" dur="500"/>
                                        <p:tgtEl>
                                          <p:spTgt spid="31746"/>
                                        </p:tgtEl>
                                      </p:cBhvr>
                                    </p:animEffect>
                                  </p:childTnLst>
                                </p:cTn>
                              </p:par>
                            </p:childTnLst>
                          </p:cTn>
                        </p:par>
                        <p:par>
                          <p:cTn id="23" fill="hold" nodeType="afterGroup">
                            <p:stCondLst>
                              <p:cond delay="2000"/>
                            </p:stCondLst>
                            <p:childTnLst>
                              <p:par>
                                <p:cTn id="24" presetID="9" presetClass="entr" presetSubtype="0" fill="hold" grpId="0" nodeType="afterEffect">
                                  <p:stCondLst>
                                    <p:cond delay="200"/>
                                  </p:stCondLst>
                                  <p:iterate type="lt">
                                    <p:tmPct val="100000"/>
                                  </p:iterate>
                                  <p:childTnLst>
                                    <p:set>
                                      <p:cBhvr>
                                        <p:cTn id="25" dur="1" fill="hold">
                                          <p:stCondLst>
                                            <p:cond delay="0"/>
                                          </p:stCondLst>
                                        </p:cTn>
                                        <p:tgtEl>
                                          <p:spTgt spid="31758"/>
                                        </p:tgtEl>
                                        <p:attrNameLst>
                                          <p:attrName>style.visibility</p:attrName>
                                        </p:attrNameLst>
                                      </p:cBhvr>
                                      <p:to>
                                        <p:strVal val="visible"/>
                                      </p:to>
                                    </p:set>
                                    <p:animEffect transition="in" filter="dissolve">
                                      <p:cBhvr>
                                        <p:cTn id="26" dur="75"/>
                                        <p:tgtEl>
                                          <p:spTgt spid="31758"/>
                                        </p:tgtEl>
                                      </p:cBhvr>
                                    </p:animEffect>
                                  </p:childTnLst>
                                </p:cTn>
                              </p:par>
                            </p:childTnLst>
                          </p:cTn>
                        </p:par>
                        <p:par>
                          <p:cTn id="27" fill="hold" nodeType="afterGroup">
                            <p:stCondLst>
                              <p:cond delay="2200"/>
                            </p:stCondLst>
                            <p:childTnLst>
                              <p:par>
                                <p:cTn id="28" presetID="9" presetClass="entr" presetSubtype="0" fill="hold" nodeType="afterEffect">
                                  <p:stCondLst>
                                    <p:cond delay="200"/>
                                  </p:stCondLst>
                                  <p:iterate type="lt">
                                    <p:tmPct val="100000"/>
                                  </p:iterate>
                                  <p:childTnLst>
                                    <p:set>
                                      <p:cBhvr>
                                        <p:cTn id="29" dur="1" fill="hold">
                                          <p:stCondLst>
                                            <p:cond delay="0"/>
                                          </p:stCondLst>
                                        </p:cTn>
                                        <p:tgtEl>
                                          <p:spTgt spid="31759"/>
                                        </p:tgtEl>
                                        <p:attrNameLst>
                                          <p:attrName>style.visibility</p:attrName>
                                        </p:attrNameLst>
                                      </p:cBhvr>
                                      <p:to>
                                        <p:strVal val="visible"/>
                                      </p:to>
                                    </p:set>
                                    <p:animEffect transition="in" filter="dissolve">
                                      <p:cBhvr>
                                        <p:cTn id="30" dur="75"/>
                                        <p:tgtEl>
                                          <p:spTgt spid="31759"/>
                                        </p:tgtEl>
                                      </p:cBhvr>
                                    </p:animEffect>
                                  </p:childTnLst>
                                </p:cTn>
                              </p:par>
                            </p:childTnLst>
                          </p:cTn>
                        </p:par>
                        <p:par>
                          <p:cTn id="31" fill="hold" nodeType="afterGroup">
                            <p:stCondLst>
                              <p:cond delay="2400"/>
                            </p:stCondLst>
                            <p:childTnLst>
                              <p:par>
                                <p:cTn id="32" presetID="9" presetClass="entr" presetSubtype="0" fill="hold" grpId="0" nodeType="afterEffect">
                                  <p:stCondLst>
                                    <p:cond delay="200"/>
                                  </p:stCondLst>
                                  <p:iterate type="lt">
                                    <p:tmPct val="100000"/>
                                  </p:iterate>
                                  <p:childTnLst>
                                    <p:set>
                                      <p:cBhvr>
                                        <p:cTn id="33" dur="1" fill="hold">
                                          <p:stCondLst>
                                            <p:cond delay="0"/>
                                          </p:stCondLst>
                                        </p:cTn>
                                        <p:tgtEl>
                                          <p:spTgt spid="31757"/>
                                        </p:tgtEl>
                                        <p:attrNameLst>
                                          <p:attrName>style.visibility</p:attrName>
                                        </p:attrNameLst>
                                      </p:cBhvr>
                                      <p:to>
                                        <p:strVal val="visible"/>
                                      </p:to>
                                    </p:set>
                                    <p:animEffect transition="in" filter="dissolve">
                                      <p:cBhvr>
                                        <p:cTn id="34" dur="75"/>
                                        <p:tgtEl>
                                          <p:spTgt spid="31757"/>
                                        </p:tgtEl>
                                      </p:cBhvr>
                                    </p:animEffect>
                                  </p:childTnLst>
                                </p:cTn>
                              </p:par>
                            </p:childTnLst>
                          </p:cTn>
                        </p:par>
                        <p:par>
                          <p:cTn id="35" fill="hold" nodeType="afterGroup">
                            <p:stCondLst>
                              <p:cond delay="2600"/>
                            </p:stCondLst>
                            <p:childTnLst>
                              <p:par>
                                <p:cTn id="36" presetID="9" presetClass="entr" presetSubtype="0" fill="hold" grpId="0" nodeType="afterEffect">
                                  <p:stCondLst>
                                    <p:cond delay="200"/>
                                  </p:stCondLst>
                                  <p:iterate type="lt">
                                    <p:tmPct val="100000"/>
                                  </p:iterate>
                                  <p:childTnLst>
                                    <p:set>
                                      <p:cBhvr>
                                        <p:cTn id="37" dur="1" fill="hold">
                                          <p:stCondLst>
                                            <p:cond delay="0"/>
                                          </p:stCondLst>
                                        </p:cTn>
                                        <p:tgtEl>
                                          <p:spTgt spid="31763"/>
                                        </p:tgtEl>
                                        <p:attrNameLst>
                                          <p:attrName>style.visibility</p:attrName>
                                        </p:attrNameLst>
                                      </p:cBhvr>
                                      <p:to>
                                        <p:strVal val="visible"/>
                                      </p:to>
                                    </p:set>
                                    <p:animEffect transition="in" filter="dissolve">
                                      <p:cBhvr>
                                        <p:cTn id="38" dur="75"/>
                                        <p:tgtEl>
                                          <p:spTgt spid="31763"/>
                                        </p:tgtEl>
                                      </p:cBhvr>
                                    </p:animEffect>
                                  </p:childTnLst>
                                </p:cTn>
                              </p:par>
                            </p:childTnLst>
                          </p:cTn>
                        </p:par>
                        <p:par>
                          <p:cTn id="39" fill="hold" nodeType="afterGroup">
                            <p:stCondLst>
                              <p:cond delay="3925"/>
                            </p:stCondLst>
                            <p:childTnLst>
                              <p:par>
                                <p:cTn id="40" presetID="9" presetClass="entr" presetSubtype="0" fill="hold" grpId="0" nodeType="afterEffect">
                                  <p:stCondLst>
                                    <p:cond delay="200"/>
                                  </p:stCondLst>
                                  <p:iterate type="lt">
                                    <p:tmPct val="100000"/>
                                  </p:iterate>
                                  <p:childTnLst>
                                    <p:set>
                                      <p:cBhvr>
                                        <p:cTn id="41" dur="1" fill="hold">
                                          <p:stCondLst>
                                            <p:cond delay="0"/>
                                          </p:stCondLst>
                                        </p:cTn>
                                        <p:tgtEl>
                                          <p:spTgt spid="31756"/>
                                        </p:tgtEl>
                                        <p:attrNameLst>
                                          <p:attrName>style.visibility</p:attrName>
                                        </p:attrNameLst>
                                      </p:cBhvr>
                                      <p:to>
                                        <p:strVal val="visible"/>
                                      </p:to>
                                    </p:set>
                                    <p:animEffect transition="in" filter="dissolve">
                                      <p:cBhvr>
                                        <p:cTn id="42" dur="75"/>
                                        <p:tgtEl>
                                          <p:spTgt spid="31756"/>
                                        </p:tgtEl>
                                      </p:cBhvr>
                                    </p:animEffect>
                                  </p:childTnLst>
                                </p:cTn>
                              </p:par>
                            </p:childTnLst>
                          </p:cTn>
                        </p:par>
                        <p:par>
                          <p:cTn id="43" fill="hold" nodeType="afterGroup">
                            <p:stCondLst>
                              <p:cond delay="4125"/>
                            </p:stCondLst>
                            <p:childTnLst>
                              <p:par>
                                <p:cTn id="44" presetID="9" presetClass="entr" presetSubtype="0" fill="hold" nodeType="afterEffect">
                                  <p:stCondLst>
                                    <p:cond delay="200"/>
                                  </p:stCondLst>
                                  <p:iterate type="lt">
                                    <p:tmPct val="100000"/>
                                  </p:iterate>
                                  <p:childTnLst>
                                    <p:set>
                                      <p:cBhvr>
                                        <p:cTn id="45" dur="1" fill="hold">
                                          <p:stCondLst>
                                            <p:cond delay="0"/>
                                          </p:stCondLst>
                                        </p:cTn>
                                        <p:tgtEl>
                                          <p:spTgt spid="31760"/>
                                        </p:tgtEl>
                                        <p:attrNameLst>
                                          <p:attrName>style.visibility</p:attrName>
                                        </p:attrNameLst>
                                      </p:cBhvr>
                                      <p:to>
                                        <p:strVal val="visible"/>
                                      </p:to>
                                    </p:set>
                                    <p:animEffect transition="in" filter="dissolve">
                                      <p:cBhvr>
                                        <p:cTn id="46" dur="75"/>
                                        <p:tgtEl>
                                          <p:spTgt spid="31760"/>
                                        </p:tgtEl>
                                      </p:cBhvr>
                                    </p:animEffect>
                                  </p:childTnLst>
                                </p:cTn>
                              </p:par>
                            </p:childTnLst>
                          </p:cTn>
                        </p:par>
                        <p:par>
                          <p:cTn id="47" fill="hold" nodeType="afterGroup">
                            <p:stCondLst>
                              <p:cond delay="4325"/>
                            </p:stCondLst>
                            <p:childTnLst>
                              <p:par>
                                <p:cTn id="48" presetID="9" presetClass="entr" presetSubtype="0" fill="hold" grpId="0" nodeType="afterEffect">
                                  <p:stCondLst>
                                    <p:cond delay="200"/>
                                  </p:stCondLst>
                                  <p:iterate type="lt">
                                    <p:tmPct val="100000"/>
                                  </p:iterate>
                                  <p:childTnLst>
                                    <p:set>
                                      <p:cBhvr>
                                        <p:cTn id="49" dur="1" fill="hold">
                                          <p:stCondLst>
                                            <p:cond delay="0"/>
                                          </p:stCondLst>
                                        </p:cTn>
                                        <p:tgtEl>
                                          <p:spTgt spid="31755"/>
                                        </p:tgtEl>
                                        <p:attrNameLst>
                                          <p:attrName>style.visibility</p:attrName>
                                        </p:attrNameLst>
                                      </p:cBhvr>
                                      <p:to>
                                        <p:strVal val="visible"/>
                                      </p:to>
                                    </p:set>
                                    <p:animEffect transition="in" filter="dissolve">
                                      <p:cBhvr>
                                        <p:cTn id="50" dur="75"/>
                                        <p:tgtEl>
                                          <p:spTgt spid="31755"/>
                                        </p:tgtEl>
                                      </p:cBhvr>
                                    </p:animEffect>
                                  </p:childTnLst>
                                </p:cTn>
                              </p:par>
                            </p:childTnLst>
                          </p:cTn>
                        </p:par>
                        <p:par>
                          <p:cTn id="51" fill="hold" nodeType="afterGroup">
                            <p:stCondLst>
                              <p:cond delay="4525"/>
                            </p:stCondLst>
                            <p:childTnLst>
                              <p:par>
                                <p:cTn id="52" presetID="9" presetClass="entr" presetSubtype="0" fill="hold" grpId="0" nodeType="afterEffect">
                                  <p:stCondLst>
                                    <p:cond delay="200"/>
                                  </p:stCondLst>
                                  <p:iterate type="lt">
                                    <p:tmPct val="100000"/>
                                  </p:iterate>
                                  <p:childTnLst>
                                    <p:set>
                                      <p:cBhvr>
                                        <p:cTn id="53" dur="1" fill="hold">
                                          <p:stCondLst>
                                            <p:cond delay="0"/>
                                          </p:stCondLst>
                                        </p:cTn>
                                        <p:tgtEl>
                                          <p:spTgt spid="31765"/>
                                        </p:tgtEl>
                                        <p:attrNameLst>
                                          <p:attrName>style.visibility</p:attrName>
                                        </p:attrNameLst>
                                      </p:cBhvr>
                                      <p:to>
                                        <p:strVal val="visible"/>
                                      </p:to>
                                    </p:set>
                                    <p:animEffect transition="in" filter="dissolve">
                                      <p:cBhvr>
                                        <p:cTn id="54" dur="75"/>
                                        <p:tgtEl>
                                          <p:spTgt spid="31765"/>
                                        </p:tgtEl>
                                      </p:cBhvr>
                                    </p:animEffect>
                                  </p:childTnLst>
                                </p:cTn>
                              </p:par>
                            </p:childTnLst>
                          </p:cTn>
                        </p:par>
                        <p:par>
                          <p:cTn id="55" fill="hold" nodeType="afterGroup">
                            <p:stCondLst>
                              <p:cond delay="5175"/>
                            </p:stCondLst>
                            <p:childTnLst>
                              <p:par>
                                <p:cTn id="56" presetID="9" presetClass="entr" presetSubtype="0" fill="hold" grpId="0" nodeType="afterEffect">
                                  <p:stCondLst>
                                    <p:cond delay="200"/>
                                  </p:stCondLst>
                                  <p:iterate type="lt">
                                    <p:tmPct val="100000"/>
                                  </p:iterate>
                                  <p:childTnLst>
                                    <p:set>
                                      <p:cBhvr>
                                        <p:cTn id="57" dur="1" fill="hold">
                                          <p:stCondLst>
                                            <p:cond delay="0"/>
                                          </p:stCondLst>
                                        </p:cTn>
                                        <p:tgtEl>
                                          <p:spTgt spid="31754"/>
                                        </p:tgtEl>
                                        <p:attrNameLst>
                                          <p:attrName>style.visibility</p:attrName>
                                        </p:attrNameLst>
                                      </p:cBhvr>
                                      <p:to>
                                        <p:strVal val="visible"/>
                                      </p:to>
                                    </p:set>
                                    <p:animEffect transition="in" filter="dissolve">
                                      <p:cBhvr>
                                        <p:cTn id="58" dur="75"/>
                                        <p:tgtEl>
                                          <p:spTgt spid="31754"/>
                                        </p:tgtEl>
                                      </p:cBhvr>
                                    </p:animEffect>
                                  </p:childTnLst>
                                </p:cTn>
                              </p:par>
                            </p:childTnLst>
                          </p:cTn>
                        </p:par>
                        <p:par>
                          <p:cTn id="59" fill="hold" nodeType="afterGroup">
                            <p:stCondLst>
                              <p:cond delay="5375"/>
                            </p:stCondLst>
                            <p:childTnLst>
                              <p:par>
                                <p:cTn id="60" presetID="9" presetClass="entr" presetSubtype="0" fill="hold" nodeType="afterEffect">
                                  <p:stCondLst>
                                    <p:cond delay="200"/>
                                  </p:stCondLst>
                                  <p:iterate type="lt">
                                    <p:tmPct val="100000"/>
                                  </p:iterate>
                                  <p:childTnLst>
                                    <p:set>
                                      <p:cBhvr>
                                        <p:cTn id="61" dur="1" fill="hold">
                                          <p:stCondLst>
                                            <p:cond delay="0"/>
                                          </p:stCondLst>
                                        </p:cTn>
                                        <p:tgtEl>
                                          <p:spTgt spid="31762"/>
                                        </p:tgtEl>
                                        <p:attrNameLst>
                                          <p:attrName>style.visibility</p:attrName>
                                        </p:attrNameLst>
                                      </p:cBhvr>
                                      <p:to>
                                        <p:strVal val="visible"/>
                                      </p:to>
                                    </p:set>
                                    <p:animEffect transition="in" filter="dissolve">
                                      <p:cBhvr>
                                        <p:cTn id="62" dur="75"/>
                                        <p:tgtEl>
                                          <p:spTgt spid="31762"/>
                                        </p:tgtEl>
                                      </p:cBhvr>
                                    </p:animEffect>
                                  </p:childTnLst>
                                </p:cTn>
                              </p:par>
                            </p:childTnLst>
                          </p:cTn>
                        </p:par>
                        <p:par>
                          <p:cTn id="63" fill="hold" nodeType="afterGroup">
                            <p:stCondLst>
                              <p:cond delay="5575"/>
                            </p:stCondLst>
                            <p:childTnLst>
                              <p:par>
                                <p:cTn id="64" presetID="9" presetClass="entr" presetSubtype="0" fill="hold" grpId="0" nodeType="afterEffect">
                                  <p:stCondLst>
                                    <p:cond delay="200"/>
                                  </p:stCondLst>
                                  <p:iterate type="lt">
                                    <p:tmPct val="100000"/>
                                  </p:iterate>
                                  <p:childTnLst>
                                    <p:set>
                                      <p:cBhvr>
                                        <p:cTn id="65" dur="1" fill="hold">
                                          <p:stCondLst>
                                            <p:cond delay="0"/>
                                          </p:stCondLst>
                                        </p:cTn>
                                        <p:tgtEl>
                                          <p:spTgt spid="31753"/>
                                        </p:tgtEl>
                                        <p:attrNameLst>
                                          <p:attrName>style.visibility</p:attrName>
                                        </p:attrNameLst>
                                      </p:cBhvr>
                                      <p:to>
                                        <p:strVal val="visible"/>
                                      </p:to>
                                    </p:set>
                                    <p:animEffect transition="in" filter="dissolve">
                                      <p:cBhvr>
                                        <p:cTn id="66" dur="75"/>
                                        <p:tgtEl>
                                          <p:spTgt spid="31753"/>
                                        </p:tgtEl>
                                      </p:cBhvr>
                                    </p:animEffect>
                                  </p:childTnLst>
                                </p:cTn>
                              </p:par>
                            </p:childTnLst>
                          </p:cTn>
                        </p:par>
                        <p:par>
                          <p:cTn id="67" fill="hold" nodeType="afterGroup">
                            <p:stCondLst>
                              <p:cond delay="5775"/>
                            </p:stCondLst>
                            <p:childTnLst>
                              <p:par>
                                <p:cTn id="68" presetID="9" presetClass="entr" presetSubtype="0" fill="hold" grpId="0" nodeType="afterEffect">
                                  <p:stCondLst>
                                    <p:cond delay="200"/>
                                  </p:stCondLst>
                                  <p:iterate type="lt">
                                    <p:tmPct val="100000"/>
                                  </p:iterate>
                                  <p:childTnLst>
                                    <p:set>
                                      <p:cBhvr>
                                        <p:cTn id="69" dur="1" fill="hold">
                                          <p:stCondLst>
                                            <p:cond delay="0"/>
                                          </p:stCondLst>
                                        </p:cTn>
                                        <p:tgtEl>
                                          <p:spTgt spid="31766"/>
                                        </p:tgtEl>
                                        <p:attrNameLst>
                                          <p:attrName>style.visibility</p:attrName>
                                        </p:attrNameLst>
                                      </p:cBhvr>
                                      <p:to>
                                        <p:strVal val="visible"/>
                                      </p:to>
                                    </p:set>
                                    <p:animEffect transition="in" filter="dissolve">
                                      <p:cBhvr>
                                        <p:cTn id="70" dur="75"/>
                                        <p:tgtEl>
                                          <p:spTgt spid="31766"/>
                                        </p:tgtEl>
                                      </p:cBhvr>
                                    </p:animEffect>
                                  </p:childTnLst>
                                </p:cTn>
                              </p:par>
                            </p:childTnLst>
                          </p:cTn>
                        </p:par>
                        <p:par>
                          <p:cTn id="71" fill="hold" nodeType="afterGroup">
                            <p:stCondLst>
                              <p:cond delay="7100"/>
                            </p:stCondLst>
                            <p:childTnLst>
                              <p:par>
                                <p:cTn id="72" presetID="9" presetClass="entr" presetSubtype="0" fill="hold" grpId="0" nodeType="afterEffect">
                                  <p:stCondLst>
                                    <p:cond delay="200"/>
                                  </p:stCondLst>
                                  <p:iterate type="lt">
                                    <p:tmPct val="100000"/>
                                  </p:iterate>
                                  <p:childTnLst>
                                    <p:set>
                                      <p:cBhvr>
                                        <p:cTn id="73" dur="1" fill="hold">
                                          <p:stCondLst>
                                            <p:cond delay="0"/>
                                          </p:stCondLst>
                                        </p:cTn>
                                        <p:tgtEl>
                                          <p:spTgt spid="31752"/>
                                        </p:tgtEl>
                                        <p:attrNameLst>
                                          <p:attrName>style.visibility</p:attrName>
                                        </p:attrNameLst>
                                      </p:cBhvr>
                                      <p:to>
                                        <p:strVal val="visible"/>
                                      </p:to>
                                    </p:set>
                                    <p:animEffect transition="in" filter="dissolve">
                                      <p:cBhvr>
                                        <p:cTn id="74" dur="75"/>
                                        <p:tgtEl>
                                          <p:spTgt spid="31752"/>
                                        </p:tgtEl>
                                      </p:cBhvr>
                                    </p:animEffect>
                                  </p:childTnLst>
                                </p:cTn>
                              </p:par>
                            </p:childTnLst>
                          </p:cTn>
                        </p:par>
                        <p:par>
                          <p:cTn id="75" fill="hold" nodeType="afterGroup">
                            <p:stCondLst>
                              <p:cond delay="7300"/>
                            </p:stCondLst>
                            <p:childTnLst>
                              <p:par>
                                <p:cTn id="76" presetID="9" presetClass="entr" presetSubtype="0" fill="hold" nodeType="afterEffect">
                                  <p:stCondLst>
                                    <p:cond delay="200"/>
                                  </p:stCondLst>
                                  <p:iterate type="lt">
                                    <p:tmPct val="100000"/>
                                  </p:iterate>
                                  <p:childTnLst>
                                    <p:set>
                                      <p:cBhvr>
                                        <p:cTn id="77" dur="1" fill="hold">
                                          <p:stCondLst>
                                            <p:cond delay="0"/>
                                          </p:stCondLst>
                                        </p:cTn>
                                        <p:tgtEl>
                                          <p:spTgt spid="31761"/>
                                        </p:tgtEl>
                                        <p:attrNameLst>
                                          <p:attrName>style.visibility</p:attrName>
                                        </p:attrNameLst>
                                      </p:cBhvr>
                                      <p:to>
                                        <p:strVal val="visible"/>
                                      </p:to>
                                    </p:set>
                                    <p:animEffect transition="in" filter="dissolve">
                                      <p:cBhvr>
                                        <p:cTn id="78" dur="75"/>
                                        <p:tgtEl>
                                          <p:spTgt spid="31761"/>
                                        </p:tgtEl>
                                      </p:cBhvr>
                                    </p:animEffect>
                                  </p:childTnLst>
                                </p:cTn>
                              </p:par>
                            </p:childTnLst>
                          </p:cTn>
                        </p:par>
                        <p:par>
                          <p:cTn id="79" fill="hold" nodeType="afterGroup">
                            <p:stCondLst>
                              <p:cond delay="7500"/>
                            </p:stCondLst>
                            <p:childTnLst>
                              <p:par>
                                <p:cTn id="80" presetID="9" presetClass="entr" presetSubtype="0" fill="hold" grpId="0" nodeType="afterEffect">
                                  <p:stCondLst>
                                    <p:cond delay="200"/>
                                  </p:stCondLst>
                                  <p:iterate type="lt">
                                    <p:tmPct val="100000"/>
                                  </p:iterate>
                                  <p:childTnLst>
                                    <p:set>
                                      <p:cBhvr>
                                        <p:cTn id="81" dur="1" fill="hold">
                                          <p:stCondLst>
                                            <p:cond delay="0"/>
                                          </p:stCondLst>
                                        </p:cTn>
                                        <p:tgtEl>
                                          <p:spTgt spid="31751"/>
                                        </p:tgtEl>
                                        <p:attrNameLst>
                                          <p:attrName>style.visibility</p:attrName>
                                        </p:attrNameLst>
                                      </p:cBhvr>
                                      <p:to>
                                        <p:strVal val="visible"/>
                                      </p:to>
                                    </p:set>
                                    <p:animEffect transition="in" filter="dissolve">
                                      <p:cBhvr>
                                        <p:cTn id="82" dur="75"/>
                                        <p:tgtEl>
                                          <p:spTgt spid="31751"/>
                                        </p:tgtEl>
                                      </p:cBhvr>
                                    </p:animEffect>
                                  </p:childTnLst>
                                </p:cTn>
                              </p:par>
                            </p:childTnLst>
                          </p:cTn>
                        </p:par>
                        <p:par>
                          <p:cTn id="83" fill="hold" nodeType="afterGroup">
                            <p:stCondLst>
                              <p:cond delay="7700"/>
                            </p:stCondLst>
                            <p:childTnLst>
                              <p:par>
                                <p:cTn id="84" presetID="9" presetClass="entr" presetSubtype="0" fill="hold" grpId="0" nodeType="afterEffect">
                                  <p:stCondLst>
                                    <p:cond delay="200"/>
                                  </p:stCondLst>
                                  <p:iterate type="lt">
                                    <p:tmPct val="100000"/>
                                  </p:iterate>
                                  <p:childTnLst>
                                    <p:set>
                                      <p:cBhvr>
                                        <p:cTn id="85" dur="1" fill="hold">
                                          <p:stCondLst>
                                            <p:cond delay="0"/>
                                          </p:stCondLst>
                                        </p:cTn>
                                        <p:tgtEl>
                                          <p:spTgt spid="31764"/>
                                        </p:tgtEl>
                                        <p:attrNameLst>
                                          <p:attrName>style.visibility</p:attrName>
                                        </p:attrNameLst>
                                      </p:cBhvr>
                                      <p:to>
                                        <p:strVal val="visible"/>
                                      </p:to>
                                    </p:set>
                                    <p:animEffect transition="in" filter="dissolve">
                                      <p:cBhvr>
                                        <p:cTn id="86" dur="75"/>
                                        <p:tgtEl>
                                          <p:spTgt spid="31764"/>
                                        </p:tgtEl>
                                      </p:cBhvr>
                                    </p:animEffect>
                                  </p:childTnLst>
                                </p:cTn>
                              </p:par>
                            </p:childTnLst>
                          </p:cTn>
                        </p:par>
                        <p:par>
                          <p:cTn id="87" fill="hold" nodeType="afterGroup">
                            <p:stCondLst>
                              <p:cond delay="8650"/>
                            </p:stCondLst>
                            <p:childTnLst>
                              <p:par>
                                <p:cTn id="88" presetID="22" presetClass="entr" presetSubtype="8" fill="hold" grpId="0" nodeType="afterEffect">
                                  <p:stCondLst>
                                    <p:cond delay="200"/>
                                  </p:stCondLst>
                                  <p:childTnLst>
                                    <p:set>
                                      <p:cBhvr>
                                        <p:cTn id="89" dur="1" fill="hold">
                                          <p:stCondLst>
                                            <p:cond delay="0"/>
                                          </p:stCondLst>
                                        </p:cTn>
                                        <p:tgtEl>
                                          <p:spTgt spid="31769"/>
                                        </p:tgtEl>
                                        <p:attrNameLst>
                                          <p:attrName>style.visibility</p:attrName>
                                        </p:attrNameLst>
                                      </p:cBhvr>
                                      <p:to>
                                        <p:strVal val="visible"/>
                                      </p:to>
                                    </p:set>
                                    <p:animEffect transition="in" filter="wipe(left)">
                                      <p:cBhvr>
                                        <p:cTn id="90" dur="500"/>
                                        <p:tgtEl>
                                          <p:spTgt spid="31769"/>
                                        </p:tgtEl>
                                      </p:cBhvr>
                                    </p:animEffect>
                                  </p:childTnLst>
                                </p:cTn>
                              </p:par>
                            </p:childTnLst>
                          </p:cTn>
                        </p:par>
                        <p:par>
                          <p:cTn id="91" fill="hold" nodeType="afterGroup">
                            <p:stCondLst>
                              <p:cond delay="9350"/>
                            </p:stCondLst>
                            <p:childTnLst>
                              <p:par>
                                <p:cTn id="92" presetID="9" presetClass="entr" presetSubtype="0" fill="hold" grpId="0" nodeType="afterEffect">
                                  <p:stCondLst>
                                    <p:cond delay="0"/>
                                  </p:stCondLst>
                                  <p:childTnLst>
                                    <p:set>
                                      <p:cBhvr>
                                        <p:cTn id="93" dur="1" fill="hold">
                                          <p:stCondLst>
                                            <p:cond delay="0"/>
                                          </p:stCondLst>
                                        </p:cTn>
                                        <p:tgtEl>
                                          <p:spTgt spid="31768"/>
                                        </p:tgtEl>
                                        <p:attrNameLst>
                                          <p:attrName>style.visibility</p:attrName>
                                        </p:attrNameLst>
                                      </p:cBhvr>
                                      <p:to>
                                        <p:strVal val="visible"/>
                                      </p:to>
                                    </p:set>
                                    <p:animEffect transition="in" filter="dissolve">
                                      <p:cBhvr>
                                        <p:cTn id="94" dur="500"/>
                                        <p:tgtEl>
                                          <p:spTgt spid="31768"/>
                                        </p:tgtEl>
                                      </p:cBhvr>
                                    </p:animEffect>
                                  </p:childTnLst>
                                </p:cTn>
                              </p:par>
                            </p:childTnLst>
                          </p:cTn>
                        </p:par>
                        <p:par>
                          <p:cTn id="95" fill="hold" nodeType="afterGroup">
                            <p:stCondLst>
                              <p:cond delay="9850"/>
                            </p:stCondLst>
                            <p:childTnLst>
                              <p:par>
                                <p:cTn id="96" presetID="9" presetClass="entr" presetSubtype="0" fill="hold" grpId="0" nodeType="afterEffect">
                                  <p:stCondLst>
                                    <p:cond delay="0"/>
                                  </p:stCondLst>
                                  <p:childTnLst>
                                    <p:set>
                                      <p:cBhvr>
                                        <p:cTn id="97" dur="1" fill="hold">
                                          <p:stCondLst>
                                            <p:cond delay="0"/>
                                          </p:stCondLst>
                                        </p:cTn>
                                        <p:tgtEl>
                                          <p:spTgt spid="31767"/>
                                        </p:tgtEl>
                                        <p:attrNameLst>
                                          <p:attrName>style.visibility</p:attrName>
                                        </p:attrNameLst>
                                      </p:cBhvr>
                                      <p:to>
                                        <p:strVal val="visible"/>
                                      </p:to>
                                    </p:set>
                                    <p:animEffect transition="in" filter="dissolve">
                                      <p:cBhvr>
                                        <p:cTn id="98" dur="500"/>
                                        <p:tgtEl>
                                          <p:spTgt spid="317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7" grpId="0" autoUpdateAnimBg="0"/>
      <p:bldP spid="31749" grpId="0" autoUpdateAnimBg="0"/>
      <p:bldP spid="31750" grpId="0" autoUpdateAnimBg="0"/>
      <p:bldP spid="31751" grpId="0" animBg="1" autoUpdateAnimBg="0"/>
      <p:bldP spid="31752" grpId="0" animBg="1" autoUpdateAnimBg="0"/>
      <p:bldP spid="31753" grpId="0" animBg="1" autoUpdateAnimBg="0"/>
      <p:bldP spid="31754" grpId="0" animBg="1" autoUpdateAnimBg="0"/>
      <p:bldP spid="31755" grpId="0" animBg="1" autoUpdateAnimBg="0"/>
      <p:bldP spid="31756" grpId="0" animBg="1" autoUpdateAnimBg="0"/>
      <p:bldP spid="31757" grpId="0" animBg="1" autoUpdateAnimBg="0"/>
      <p:bldP spid="31758" grpId="0" animBg="1" autoUpdateAnimBg="0"/>
      <p:bldP spid="31763" grpId="0" autoUpdateAnimBg="0"/>
      <p:bldP spid="31764" grpId="0" autoUpdateAnimBg="0"/>
      <p:bldP spid="31765" grpId="0" autoUpdateAnimBg="0"/>
      <p:bldP spid="31766" grpId="0" autoUpdateAnimBg="0"/>
      <p:bldP spid="31767" grpId="0" autoUpdateAnimBg="0"/>
      <p:bldP spid="31768" grpId="0" autoUpdateAnimBg="0"/>
      <p:bldOleChart spid="31769"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3794" name="AutoShape 2"/>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5741455-356C-4F99-85FF-AF66E4B7D4A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30</a:t>
            </a:fld>
            <a:endParaRPr lang="es-ES" altLang="en-US"/>
          </a:p>
        </p:txBody>
      </p:sp>
      <p:sp>
        <p:nvSpPr>
          <p:cNvPr id="33795"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Organic</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Bars</a:t>
            </a:r>
            <a:endParaRPr lang="es-ES" dirty="0">
              <a:solidFill>
                <a:schemeClr val="bg1">
                  <a:lumMod val="95000"/>
                </a:schemeClr>
              </a:solidFill>
              <a:ea typeface="ＭＳ Ｐゴシック" charset="0"/>
            </a:endParaRPr>
          </a:p>
        </p:txBody>
      </p:sp>
      <p:sp>
        <p:nvSpPr>
          <p:cNvPr id="33796" name="AutoShape 4"/>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3797" name="Line 5"/>
          <p:cNvSpPr>
            <a:spLocks noChangeShapeType="1"/>
          </p:cNvSpPr>
          <p:nvPr/>
        </p:nvSpPr>
        <p:spPr bwMode="auto">
          <a:xfrm flipV="1">
            <a:off x="2284413" y="8997950"/>
            <a:ext cx="11877675" cy="0"/>
          </a:xfrm>
          <a:prstGeom prst="line">
            <a:avLst/>
          </a:prstGeom>
          <a:noFill/>
          <a:ln w="38100" cap="flat" cmpd="sng">
            <a:solidFill>
              <a:srgbClr val="929292"/>
            </a:solidFill>
            <a:prstDash val="dash"/>
            <a:round/>
            <a:headEnd type="diamond" w="med" len="med"/>
            <a:tailEnd type="diamond"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33798" name="AutoShape 6"/>
          <p:cNvSpPr>
            <a:spLocks/>
          </p:cNvSpPr>
          <p:nvPr/>
        </p:nvSpPr>
        <p:spPr bwMode="auto">
          <a:xfrm>
            <a:off x="4783138" y="3067050"/>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80%</a:t>
            </a:r>
            <a:endParaRPr lang="es-ES">
              <a:ea typeface="ＭＳ Ｐゴシック" charset="0"/>
            </a:endParaRPr>
          </a:p>
        </p:txBody>
      </p:sp>
      <p:sp>
        <p:nvSpPr>
          <p:cNvPr id="33799" name="AutoShape 7"/>
          <p:cNvSpPr>
            <a:spLocks/>
          </p:cNvSpPr>
          <p:nvPr/>
        </p:nvSpPr>
        <p:spPr bwMode="auto">
          <a:xfrm>
            <a:off x="3206750" y="4660900"/>
            <a:ext cx="950913"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45%</a:t>
            </a:r>
            <a:endParaRPr lang="es-ES">
              <a:ea typeface="ＭＳ Ｐゴシック" charset="0"/>
            </a:endParaRPr>
          </a:p>
        </p:txBody>
      </p:sp>
      <p:sp>
        <p:nvSpPr>
          <p:cNvPr id="33800" name="AutoShape 8"/>
          <p:cNvSpPr>
            <a:spLocks/>
          </p:cNvSpPr>
          <p:nvPr/>
        </p:nvSpPr>
        <p:spPr bwMode="auto">
          <a:xfrm>
            <a:off x="6361113" y="5637213"/>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25%</a:t>
            </a:r>
            <a:endParaRPr lang="es-ES">
              <a:ea typeface="ＭＳ Ｐゴシック" charset="0"/>
            </a:endParaRPr>
          </a:p>
        </p:txBody>
      </p:sp>
      <p:sp>
        <p:nvSpPr>
          <p:cNvPr id="33801" name="AutoShape 9"/>
          <p:cNvSpPr>
            <a:spLocks/>
          </p:cNvSpPr>
          <p:nvPr/>
        </p:nvSpPr>
        <p:spPr bwMode="auto">
          <a:xfrm>
            <a:off x="8058150" y="3808413"/>
            <a:ext cx="952500" cy="6905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70%</a:t>
            </a:r>
            <a:endParaRPr lang="es-ES">
              <a:ea typeface="ＭＳ Ｐゴシック" charset="0"/>
            </a:endParaRPr>
          </a:p>
        </p:txBody>
      </p:sp>
      <p:sp>
        <p:nvSpPr>
          <p:cNvPr id="33802" name="AutoShape 10"/>
          <p:cNvSpPr>
            <a:spLocks/>
          </p:cNvSpPr>
          <p:nvPr/>
        </p:nvSpPr>
        <p:spPr bwMode="auto">
          <a:xfrm>
            <a:off x="9515475" y="4787900"/>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35%</a:t>
            </a:r>
            <a:endParaRPr lang="es-ES">
              <a:ea typeface="ＭＳ Ｐゴシック" charset="0"/>
            </a:endParaRPr>
          </a:p>
        </p:txBody>
      </p:sp>
      <p:sp>
        <p:nvSpPr>
          <p:cNvPr id="33803" name="AutoShape 11"/>
          <p:cNvSpPr>
            <a:spLocks/>
          </p:cNvSpPr>
          <p:nvPr/>
        </p:nvSpPr>
        <p:spPr bwMode="auto">
          <a:xfrm>
            <a:off x="4575175"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4" name="AutoShape 12"/>
          <p:cNvSpPr>
            <a:spLocks/>
          </p:cNvSpPr>
          <p:nvPr/>
        </p:nvSpPr>
        <p:spPr bwMode="auto">
          <a:xfrm>
            <a:off x="3022600"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5" name="AutoShape 13"/>
          <p:cNvSpPr>
            <a:spLocks/>
          </p:cNvSpPr>
          <p:nvPr/>
        </p:nvSpPr>
        <p:spPr bwMode="auto">
          <a:xfrm>
            <a:off x="6151563"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6" name="AutoShape 14"/>
          <p:cNvSpPr>
            <a:spLocks/>
          </p:cNvSpPr>
          <p:nvPr/>
        </p:nvSpPr>
        <p:spPr bwMode="auto">
          <a:xfrm>
            <a:off x="7721600"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7" name="AutoShape 15"/>
          <p:cNvSpPr>
            <a:spLocks/>
          </p:cNvSpPr>
          <p:nvPr/>
        </p:nvSpPr>
        <p:spPr bwMode="auto">
          <a:xfrm>
            <a:off x="9307513"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8" name="AutoShape 16"/>
          <p:cNvSpPr>
            <a:spLocks/>
          </p:cNvSpPr>
          <p:nvPr/>
        </p:nvSpPr>
        <p:spPr bwMode="auto">
          <a:xfrm>
            <a:off x="11010900" y="3802063"/>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70%</a:t>
            </a:r>
            <a:endParaRPr lang="es-ES">
              <a:ea typeface="ＭＳ Ｐゴシック" charset="0"/>
            </a:endParaRPr>
          </a:p>
        </p:txBody>
      </p:sp>
      <p:sp>
        <p:nvSpPr>
          <p:cNvPr id="33809" name="AutoShape 17"/>
          <p:cNvSpPr>
            <a:spLocks/>
          </p:cNvSpPr>
          <p:nvPr/>
        </p:nvSpPr>
        <p:spPr bwMode="auto">
          <a:xfrm>
            <a:off x="10850563" y="9540875"/>
            <a:ext cx="1338262" cy="490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10" name="AutoShape 18"/>
          <p:cNvSpPr>
            <a:spLocks/>
          </p:cNvSpPr>
          <p:nvPr/>
        </p:nvSpPr>
        <p:spPr bwMode="auto">
          <a:xfrm>
            <a:off x="3267075" y="5557838"/>
            <a:ext cx="823913" cy="3738562"/>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1" name="AutoShape 19"/>
          <p:cNvSpPr>
            <a:spLocks/>
          </p:cNvSpPr>
          <p:nvPr/>
        </p:nvSpPr>
        <p:spPr bwMode="auto">
          <a:xfrm>
            <a:off x="4845050" y="3746500"/>
            <a:ext cx="823913" cy="5549900"/>
          </a:xfrm>
          <a:prstGeom prst="roundRect">
            <a:avLst>
              <a:gd name="adj" fmla="val 50000"/>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2" name="AutoShape 20"/>
          <p:cNvSpPr>
            <a:spLocks/>
          </p:cNvSpPr>
          <p:nvPr/>
        </p:nvSpPr>
        <p:spPr bwMode="auto">
          <a:xfrm>
            <a:off x="6423025" y="6532563"/>
            <a:ext cx="823913" cy="2763837"/>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sp>
        <p:nvSpPr>
          <p:cNvPr id="33813" name="AutoShape 21"/>
          <p:cNvSpPr>
            <a:spLocks/>
          </p:cNvSpPr>
          <p:nvPr/>
        </p:nvSpPr>
        <p:spPr bwMode="auto">
          <a:xfrm>
            <a:off x="8001000" y="4651375"/>
            <a:ext cx="823913" cy="4645025"/>
          </a:xfrm>
          <a:prstGeom prst="roundRect">
            <a:avLst>
              <a:gd name="adj" fmla="val 50000"/>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4" name="AutoShape 22"/>
          <p:cNvSpPr>
            <a:spLocks/>
          </p:cNvSpPr>
          <p:nvPr/>
        </p:nvSpPr>
        <p:spPr bwMode="auto">
          <a:xfrm>
            <a:off x="9580563" y="5557838"/>
            <a:ext cx="822325" cy="3738562"/>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5" name="AutoShape 23"/>
          <p:cNvSpPr>
            <a:spLocks/>
          </p:cNvSpPr>
          <p:nvPr/>
        </p:nvSpPr>
        <p:spPr bwMode="auto">
          <a:xfrm>
            <a:off x="11079163" y="4627563"/>
            <a:ext cx="822325" cy="4645025"/>
          </a:xfrm>
          <a:prstGeom prst="roundRect">
            <a:avLst>
              <a:gd name="adj" fmla="val 50000"/>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6" name="AutoShape 24"/>
          <p:cNvSpPr>
            <a:spLocks/>
          </p:cNvSpPr>
          <p:nvPr/>
        </p:nvSpPr>
        <p:spPr bwMode="auto">
          <a:xfrm>
            <a:off x="12807950" y="5557838"/>
            <a:ext cx="822325" cy="3738562"/>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7" name="AutoShape 25"/>
          <p:cNvSpPr>
            <a:spLocks/>
          </p:cNvSpPr>
          <p:nvPr/>
        </p:nvSpPr>
        <p:spPr bwMode="auto">
          <a:xfrm>
            <a:off x="12741275" y="4787900"/>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35%</a:t>
            </a:r>
            <a:endParaRPr lang="es-ES">
              <a:ea typeface="ＭＳ Ｐゴシック" charset="0"/>
            </a:endParaRPr>
          </a:p>
        </p:txBody>
      </p:sp>
      <p:sp>
        <p:nvSpPr>
          <p:cNvPr id="33818" name="AutoShape 26"/>
          <p:cNvSpPr>
            <a:spLocks/>
          </p:cNvSpPr>
          <p:nvPr/>
        </p:nvSpPr>
        <p:spPr bwMode="auto">
          <a:xfrm>
            <a:off x="12577763" y="9540875"/>
            <a:ext cx="1338262" cy="490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19" name="AutoShape 27"/>
          <p:cNvSpPr>
            <a:spLocks/>
          </p:cNvSpPr>
          <p:nvPr/>
        </p:nvSpPr>
        <p:spPr bwMode="auto">
          <a:xfrm>
            <a:off x="15494000" y="4514850"/>
            <a:ext cx="6642100" cy="5080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b="1">
                <a:solidFill>
                  <a:srgbClr val="697172"/>
                </a:solidFill>
                <a:latin typeface="Lato" panose="020F0502020204030203" pitchFamily="34" charset="0"/>
                <a:sym typeface="Lato" panose="020F0502020204030203" pitchFamily="34" charset="0"/>
              </a:rPr>
              <a:t>Ipsum dolor sit amet, consectetur adipiscing elit. Vivamus sagittis lacus vel augue laoreet rutrum faucibus dolor auctor. Curabitur blandit tempus porttitor. Maecenas faucibus mollis interdum.</a:t>
            </a:r>
          </a:p>
          <a:p>
            <a:pPr algn="l" eaLnBrk="1">
              <a:lnSpc>
                <a:spcPct val="120000"/>
              </a:lnSpc>
            </a:pPr>
            <a:endParaRPr lang="es-ES" altLang="en-US" sz="1800">
              <a:solidFill>
                <a:srgbClr val="98A3A4"/>
              </a:solidFill>
              <a:latin typeface="Lato" panose="020F0502020204030203" pitchFamily="34" charset="0"/>
              <a:sym typeface="Lato" panose="020F0502020204030203" pitchFamily="34" charset="0"/>
            </a:endParaRPr>
          </a:p>
          <a:p>
            <a:pPr algn="l" eaLnBrk="1">
              <a:lnSpc>
                <a:spcPct val="120000"/>
              </a:lnSpc>
            </a:pPr>
            <a:r>
              <a:rPr lang="es-ES" altLang="en-US" sz="1800">
                <a:solidFill>
                  <a:srgbClr val="98A3A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 tortor mauris condimentum nibh, ut fermentum massa justo sit amet risus.Lorem ipsum dolor sit amet, consectetur adipiscing elit. Vivamus sagittis lacus vel augue laoreet rutrum faucibus dolor auctor. Curabitur consectetur blandit tempus porttitor.ivamus sagittis lacus vel augue laoreet</a:t>
            </a:r>
            <a:endParaRPr lang="es-ES" altLang="en-US"/>
          </a:p>
        </p:txBody>
      </p:sp>
      <p:sp>
        <p:nvSpPr>
          <p:cNvPr id="33820" name="AutoShape 28"/>
          <p:cNvSpPr>
            <a:spLocks/>
          </p:cNvSpPr>
          <p:nvPr/>
        </p:nvSpPr>
        <p:spPr bwMode="auto">
          <a:xfrm>
            <a:off x="15951200" y="39751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3821" name="AutoShape 29"/>
          <p:cNvSpPr>
            <a:spLocks/>
          </p:cNvSpPr>
          <p:nvPr/>
        </p:nvSpPr>
        <p:spPr bwMode="auto">
          <a:xfrm>
            <a:off x="2247900" y="11522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3822" name="AutoShape 30"/>
          <p:cNvSpPr>
            <a:spLocks/>
          </p:cNvSpPr>
          <p:nvPr/>
        </p:nvSpPr>
        <p:spPr bwMode="auto">
          <a:xfrm>
            <a:off x="9372600" y="10972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3795"/>
                                        </p:tgtEl>
                                        <p:attrNameLst>
                                          <p:attrName>style.visibility</p:attrName>
                                        </p:attrNameLst>
                                      </p:cBhvr>
                                      <p:to>
                                        <p:strVal val="visible"/>
                                      </p:to>
                                    </p:set>
                                    <p:anim calcmode="lin" valueType="num">
                                      <p:cBhvr additive="base">
                                        <p:cTn id="7" dur="500" fill="hold"/>
                                        <p:tgtEl>
                                          <p:spTgt spid="33795"/>
                                        </p:tgtEl>
                                        <p:attrNameLst>
                                          <p:attrName>ppt_x</p:attrName>
                                        </p:attrNameLst>
                                      </p:cBhvr>
                                      <p:tavLst>
                                        <p:tav tm="0">
                                          <p:val>
                                            <p:strVal val="1+#ppt_w/2"/>
                                          </p:val>
                                        </p:tav>
                                        <p:tav tm="100000">
                                          <p:val>
                                            <p:strVal val="#ppt_x"/>
                                          </p:val>
                                        </p:tav>
                                      </p:tavLst>
                                    </p:anim>
                                    <p:anim calcmode="lin" valueType="num">
                                      <p:cBhvr additive="base">
                                        <p:cTn id="8" dur="500" fill="hold"/>
                                        <p:tgtEl>
                                          <p:spTgt spid="3379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3796"/>
                                        </p:tgtEl>
                                        <p:attrNameLst>
                                          <p:attrName>style.visibility</p:attrName>
                                        </p:attrNameLst>
                                      </p:cBhvr>
                                      <p:to>
                                        <p:strVal val="visible"/>
                                      </p:to>
                                    </p:set>
                                    <p:anim calcmode="lin" valueType="num">
                                      <p:cBhvr additive="base">
                                        <p:cTn id="12" dur="500" fill="hold"/>
                                        <p:tgtEl>
                                          <p:spTgt spid="33796"/>
                                        </p:tgtEl>
                                        <p:attrNameLst>
                                          <p:attrName>ppt_x</p:attrName>
                                        </p:attrNameLst>
                                      </p:cBhvr>
                                      <p:tavLst>
                                        <p:tav tm="0">
                                          <p:val>
                                            <p:strVal val="1+#ppt_w/2"/>
                                          </p:val>
                                        </p:tav>
                                        <p:tav tm="100000">
                                          <p:val>
                                            <p:strVal val="#ppt_x"/>
                                          </p:val>
                                        </p:tav>
                                      </p:tavLst>
                                    </p:anim>
                                    <p:anim calcmode="lin" valueType="num">
                                      <p:cBhvr additive="base">
                                        <p:cTn id="13" dur="500" fill="hold"/>
                                        <p:tgtEl>
                                          <p:spTgt spid="3379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33810"/>
                                        </p:tgtEl>
                                        <p:attrNameLst>
                                          <p:attrName>style.visibility</p:attrName>
                                        </p:attrNameLst>
                                      </p:cBhvr>
                                      <p:to>
                                        <p:strVal val="visible"/>
                                      </p:to>
                                    </p:set>
                                    <p:animEffect transition="in" filter="wipe(down)">
                                      <p:cBhvr>
                                        <p:cTn id="17" dur="500"/>
                                        <p:tgtEl>
                                          <p:spTgt spid="33810"/>
                                        </p:tgtEl>
                                      </p:cBhvr>
                                    </p:animEffect>
                                  </p:childTnLst>
                                </p:cTn>
                              </p:par>
                            </p:childTnLst>
                          </p:cTn>
                        </p:par>
                        <p:par>
                          <p:cTn id="18" fill="hold" nodeType="afterGroup">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33811"/>
                                        </p:tgtEl>
                                        <p:attrNameLst>
                                          <p:attrName>style.visibility</p:attrName>
                                        </p:attrNameLst>
                                      </p:cBhvr>
                                      <p:to>
                                        <p:strVal val="visible"/>
                                      </p:to>
                                    </p:set>
                                    <p:animEffect transition="in" filter="wipe(down)">
                                      <p:cBhvr>
                                        <p:cTn id="21" dur="500"/>
                                        <p:tgtEl>
                                          <p:spTgt spid="33811"/>
                                        </p:tgtEl>
                                      </p:cBhvr>
                                    </p:animEffect>
                                  </p:childTnLst>
                                </p:cTn>
                              </p:par>
                            </p:childTnLst>
                          </p:cTn>
                        </p:par>
                        <p:par>
                          <p:cTn id="22" fill="hold" nodeType="afterGroup">
                            <p:stCondLst>
                              <p:cond delay="2000"/>
                            </p:stCondLst>
                            <p:childTnLst>
                              <p:par>
                                <p:cTn id="23" presetID="22" presetClass="entr" presetSubtype="4" fill="hold" grpId="0" nodeType="afterEffect">
                                  <p:stCondLst>
                                    <p:cond delay="0"/>
                                  </p:stCondLst>
                                  <p:childTnLst>
                                    <p:set>
                                      <p:cBhvr>
                                        <p:cTn id="24" dur="1" fill="hold">
                                          <p:stCondLst>
                                            <p:cond delay="0"/>
                                          </p:stCondLst>
                                        </p:cTn>
                                        <p:tgtEl>
                                          <p:spTgt spid="33813"/>
                                        </p:tgtEl>
                                        <p:attrNameLst>
                                          <p:attrName>style.visibility</p:attrName>
                                        </p:attrNameLst>
                                      </p:cBhvr>
                                      <p:to>
                                        <p:strVal val="visible"/>
                                      </p:to>
                                    </p:set>
                                    <p:animEffect transition="in" filter="wipe(down)">
                                      <p:cBhvr>
                                        <p:cTn id="25" dur="500"/>
                                        <p:tgtEl>
                                          <p:spTgt spid="33813"/>
                                        </p:tgtEl>
                                      </p:cBhvr>
                                    </p:animEffect>
                                  </p:childTnLst>
                                </p:cTn>
                              </p:par>
                            </p:childTnLst>
                          </p:cTn>
                        </p:par>
                        <p:par>
                          <p:cTn id="26" fill="hold" nodeType="afterGroup">
                            <p:stCondLst>
                              <p:cond delay="2500"/>
                            </p:stCondLst>
                            <p:childTnLst>
                              <p:par>
                                <p:cTn id="27" presetID="22" presetClass="entr" presetSubtype="4" fill="hold" grpId="0" nodeType="afterEffect">
                                  <p:stCondLst>
                                    <p:cond delay="0"/>
                                  </p:stCondLst>
                                  <p:childTnLst>
                                    <p:set>
                                      <p:cBhvr>
                                        <p:cTn id="28" dur="1" fill="hold">
                                          <p:stCondLst>
                                            <p:cond delay="0"/>
                                          </p:stCondLst>
                                        </p:cTn>
                                        <p:tgtEl>
                                          <p:spTgt spid="33814"/>
                                        </p:tgtEl>
                                        <p:attrNameLst>
                                          <p:attrName>style.visibility</p:attrName>
                                        </p:attrNameLst>
                                      </p:cBhvr>
                                      <p:to>
                                        <p:strVal val="visible"/>
                                      </p:to>
                                    </p:set>
                                    <p:animEffect transition="in" filter="wipe(down)">
                                      <p:cBhvr>
                                        <p:cTn id="29" dur="500"/>
                                        <p:tgtEl>
                                          <p:spTgt spid="33814"/>
                                        </p:tgtEl>
                                      </p:cBhvr>
                                    </p:animEffect>
                                  </p:childTnLst>
                                </p:cTn>
                              </p:par>
                            </p:childTnLst>
                          </p:cTn>
                        </p:par>
                        <p:par>
                          <p:cTn id="30" fill="hold" nodeType="afterGroup">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33815"/>
                                        </p:tgtEl>
                                        <p:attrNameLst>
                                          <p:attrName>style.visibility</p:attrName>
                                        </p:attrNameLst>
                                      </p:cBhvr>
                                      <p:to>
                                        <p:strVal val="visible"/>
                                      </p:to>
                                    </p:set>
                                    <p:animEffect transition="in" filter="wipe(down)">
                                      <p:cBhvr>
                                        <p:cTn id="33" dur="500"/>
                                        <p:tgtEl>
                                          <p:spTgt spid="33815"/>
                                        </p:tgtEl>
                                      </p:cBhvr>
                                    </p:animEffect>
                                  </p:childTnLst>
                                </p:cTn>
                              </p:par>
                            </p:childTnLst>
                          </p:cTn>
                        </p:par>
                        <p:par>
                          <p:cTn id="34" fill="hold" nodeType="afterGroup">
                            <p:stCondLst>
                              <p:cond delay="3500"/>
                            </p:stCondLst>
                            <p:childTnLst>
                              <p:par>
                                <p:cTn id="35" presetID="22" presetClass="entr" presetSubtype="4" fill="hold" grpId="0" nodeType="afterEffect">
                                  <p:stCondLst>
                                    <p:cond delay="0"/>
                                  </p:stCondLst>
                                  <p:childTnLst>
                                    <p:set>
                                      <p:cBhvr>
                                        <p:cTn id="36" dur="1" fill="hold">
                                          <p:stCondLst>
                                            <p:cond delay="0"/>
                                          </p:stCondLst>
                                        </p:cTn>
                                        <p:tgtEl>
                                          <p:spTgt spid="33816"/>
                                        </p:tgtEl>
                                        <p:attrNameLst>
                                          <p:attrName>style.visibility</p:attrName>
                                        </p:attrNameLst>
                                      </p:cBhvr>
                                      <p:to>
                                        <p:strVal val="visible"/>
                                      </p:to>
                                    </p:set>
                                    <p:animEffect transition="in" filter="wipe(down)">
                                      <p:cBhvr>
                                        <p:cTn id="37" dur="500"/>
                                        <p:tgtEl>
                                          <p:spTgt spid="33816"/>
                                        </p:tgtEl>
                                      </p:cBhvr>
                                    </p:animEffect>
                                  </p:childTnLst>
                                </p:cTn>
                              </p:par>
                            </p:childTnLst>
                          </p:cTn>
                        </p:par>
                        <p:par>
                          <p:cTn id="38" fill="hold" nodeType="afterGroup">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3812"/>
                                        </p:tgtEl>
                                        <p:attrNameLst>
                                          <p:attrName>style.visibility</p:attrName>
                                        </p:attrNameLst>
                                      </p:cBhvr>
                                      <p:to>
                                        <p:strVal val="visible"/>
                                      </p:to>
                                    </p:set>
                                    <p:animEffect transition="in" filter="dissolve">
                                      <p:cBhvr>
                                        <p:cTn id="41" dur="500"/>
                                        <p:tgtEl>
                                          <p:spTgt spid="33812"/>
                                        </p:tgtEl>
                                      </p:cBhvr>
                                    </p:animEffect>
                                  </p:childTnLst>
                                </p:cTn>
                              </p:par>
                            </p:childTnLst>
                          </p:cTn>
                        </p:par>
                        <p:par>
                          <p:cTn id="42" fill="hold" nodeType="afterGroup">
                            <p:stCondLst>
                              <p:cond delay="4500"/>
                            </p:stCondLst>
                            <p:childTnLst>
                              <p:par>
                                <p:cTn id="43" presetID="9" presetClass="entr" presetSubtype="0" fill="hold" grpId="0" nodeType="afterEffect">
                                  <p:stCondLst>
                                    <p:cond delay="0"/>
                                  </p:stCondLst>
                                  <p:childTnLst>
                                    <p:set>
                                      <p:cBhvr>
                                        <p:cTn id="44" dur="1" fill="hold">
                                          <p:stCondLst>
                                            <p:cond delay="0"/>
                                          </p:stCondLst>
                                        </p:cTn>
                                        <p:tgtEl>
                                          <p:spTgt spid="33821"/>
                                        </p:tgtEl>
                                        <p:attrNameLst>
                                          <p:attrName>style.visibility</p:attrName>
                                        </p:attrNameLst>
                                      </p:cBhvr>
                                      <p:to>
                                        <p:strVal val="visible"/>
                                      </p:to>
                                    </p:set>
                                    <p:animEffect transition="in" filter="dissolve">
                                      <p:cBhvr>
                                        <p:cTn id="45" dur="500"/>
                                        <p:tgtEl>
                                          <p:spTgt spid="33821"/>
                                        </p:tgtEl>
                                      </p:cBhvr>
                                    </p:animEffect>
                                  </p:childTnLst>
                                </p:cTn>
                              </p:par>
                            </p:childTnLst>
                          </p:cTn>
                        </p:par>
                        <p:par>
                          <p:cTn id="46" fill="hold" nodeType="afterGroup">
                            <p:stCondLst>
                              <p:cond delay="5000"/>
                            </p:stCondLst>
                            <p:childTnLst>
                              <p:par>
                                <p:cTn id="47" presetID="9" presetClass="entr" presetSubtype="0" fill="hold" grpId="0" nodeType="afterEffect">
                                  <p:stCondLst>
                                    <p:cond delay="0"/>
                                  </p:stCondLst>
                                  <p:childTnLst>
                                    <p:set>
                                      <p:cBhvr>
                                        <p:cTn id="48" dur="1" fill="hold">
                                          <p:stCondLst>
                                            <p:cond delay="0"/>
                                          </p:stCondLst>
                                        </p:cTn>
                                        <p:tgtEl>
                                          <p:spTgt spid="33820"/>
                                        </p:tgtEl>
                                        <p:attrNameLst>
                                          <p:attrName>style.visibility</p:attrName>
                                        </p:attrNameLst>
                                      </p:cBhvr>
                                      <p:to>
                                        <p:strVal val="visible"/>
                                      </p:to>
                                    </p:set>
                                    <p:animEffect transition="in" filter="dissolve">
                                      <p:cBhvr>
                                        <p:cTn id="49" dur="500"/>
                                        <p:tgtEl>
                                          <p:spTgt spid="33820"/>
                                        </p:tgtEl>
                                      </p:cBhvr>
                                    </p:animEffect>
                                  </p:childTnLst>
                                </p:cTn>
                              </p:par>
                            </p:childTnLst>
                          </p:cTn>
                        </p:par>
                        <p:par>
                          <p:cTn id="50" fill="hold" nodeType="afterGroup">
                            <p:stCondLst>
                              <p:cond delay="5500"/>
                            </p:stCondLst>
                            <p:childTnLst>
                              <p:par>
                                <p:cTn id="51" presetID="9" presetClass="entr" presetSubtype="0" fill="hold" grpId="0" nodeType="afterEffect">
                                  <p:stCondLst>
                                    <p:cond delay="0"/>
                                  </p:stCondLst>
                                  <p:childTnLst>
                                    <p:set>
                                      <p:cBhvr>
                                        <p:cTn id="52" dur="1" fill="hold">
                                          <p:stCondLst>
                                            <p:cond delay="0"/>
                                          </p:stCondLst>
                                        </p:cTn>
                                        <p:tgtEl>
                                          <p:spTgt spid="33822"/>
                                        </p:tgtEl>
                                        <p:attrNameLst>
                                          <p:attrName>style.visibility</p:attrName>
                                        </p:attrNameLst>
                                      </p:cBhvr>
                                      <p:to>
                                        <p:strVal val="visible"/>
                                      </p:to>
                                    </p:set>
                                    <p:animEffect transition="in" filter="dissolve">
                                      <p:cBhvr>
                                        <p:cTn id="53" dur="500"/>
                                        <p:tgtEl>
                                          <p:spTgt spid="33822"/>
                                        </p:tgtEl>
                                      </p:cBhvr>
                                    </p:animEffect>
                                  </p:childTnLst>
                                </p:cTn>
                              </p:par>
                            </p:childTnLst>
                          </p:cTn>
                        </p:par>
                        <p:par>
                          <p:cTn id="54" fill="hold" nodeType="afterGroup">
                            <p:stCondLst>
                              <p:cond delay="6000"/>
                            </p:stCondLst>
                            <p:childTnLst>
                              <p:par>
                                <p:cTn id="55" presetID="9" presetClass="entr" presetSubtype="0" fill="hold" nodeType="afterEffect">
                                  <p:stCondLst>
                                    <p:cond delay="0"/>
                                  </p:stCondLst>
                                  <p:childTnLst>
                                    <p:set>
                                      <p:cBhvr>
                                        <p:cTn id="56" dur="1" fill="hold">
                                          <p:stCondLst>
                                            <p:cond delay="0"/>
                                          </p:stCondLst>
                                        </p:cTn>
                                        <p:tgtEl>
                                          <p:spTgt spid="33797"/>
                                        </p:tgtEl>
                                        <p:attrNameLst>
                                          <p:attrName>style.visibility</p:attrName>
                                        </p:attrNameLst>
                                      </p:cBhvr>
                                      <p:to>
                                        <p:strVal val="visible"/>
                                      </p:to>
                                    </p:set>
                                    <p:animEffect transition="in" filter="dissolve">
                                      <p:cBhvr>
                                        <p:cTn id="57" dur="500"/>
                                        <p:tgtEl>
                                          <p:spTgt spid="33797"/>
                                        </p:tgtEl>
                                      </p:cBhvr>
                                    </p:animEffect>
                                  </p:childTnLst>
                                </p:cTn>
                              </p:par>
                            </p:childTnLst>
                          </p:cTn>
                        </p:par>
                        <p:par>
                          <p:cTn id="58" fill="hold" nodeType="afterGroup">
                            <p:stCondLst>
                              <p:cond delay="6500"/>
                            </p:stCondLst>
                            <p:childTnLst>
                              <p:par>
                                <p:cTn id="59" presetID="9" presetClass="entr" presetSubtype="0" fill="hold" grpId="0" nodeType="afterEffect">
                                  <p:stCondLst>
                                    <p:cond delay="0"/>
                                  </p:stCondLst>
                                  <p:childTnLst>
                                    <p:set>
                                      <p:cBhvr>
                                        <p:cTn id="60" dur="1" fill="hold">
                                          <p:stCondLst>
                                            <p:cond delay="0"/>
                                          </p:stCondLst>
                                        </p:cTn>
                                        <p:tgtEl>
                                          <p:spTgt spid="33803"/>
                                        </p:tgtEl>
                                        <p:attrNameLst>
                                          <p:attrName>style.visibility</p:attrName>
                                        </p:attrNameLst>
                                      </p:cBhvr>
                                      <p:to>
                                        <p:strVal val="visible"/>
                                      </p:to>
                                    </p:set>
                                    <p:animEffect transition="in" filter="dissolve">
                                      <p:cBhvr>
                                        <p:cTn id="61" dur="500"/>
                                        <p:tgtEl>
                                          <p:spTgt spid="33803"/>
                                        </p:tgtEl>
                                      </p:cBhvr>
                                    </p:animEffect>
                                  </p:childTnLst>
                                </p:cTn>
                              </p:par>
                            </p:childTnLst>
                          </p:cTn>
                        </p:par>
                        <p:par>
                          <p:cTn id="62" fill="hold" nodeType="afterGroup">
                            <p:stCondLst>
                              <p:cond delay="7000"/>
                            </p:stCondLst>
                            <p:childTnLst>
                              <p:par>
                                <p:cTn id="63" presetID="9" presetClass="entr" presetSubtype="0" fill="hold" grpId="0" nodeType="afterEffect">
                                  <p:stCondLst>
                                    <p:cond delay="0"/>
                                  </p:stCondLst>
                                  <p:childTnLst>
                                    <p:set>
                                      <p:cBhvr>
                                        <p:cTn id="64" dur="1" fill="hold">
                                          <p:stCondLst>
                                            <p:cond delay="0"/>
                                          </p:stCondLst>
                                        </p:cTn>
                                        <p:tgtEl>
                                          <p:spTgt spid="33804"/>
                                        </p:tgtEl>
                                        <p:attrNameLst>
                                          <p:attrName>style.visibility</p:attrName>
                                        </p:attrNameLst>
                                      </p:cBhvr>
                                      <p:to>
                                        <p:strVal val="visible"/>
                                      </p:to>
                                    </p:set>
                                    <p:animEffect transition="in" filter="dissolve">
                                      <p:cBhvr>
                                        <p:cTn id="65" dur="500"/>
                                        <p:tgtEl>
                                          <p:spTgt spid="33804"/>
                                        </p:tgtEl>
                                      </p:cBhvr>
                                    </p:animEffect>
                                  </p:childTnLst>
                                </p:cTn>
                              </p:par>
                            </p:childTnLst>
                          </p:cTn>
                        </p:par>
                        <p:par>
                          <p:cTn id="66" fill="hold" nodeType="afterGroup">
                            <p:stCondLst>
                              <p:cond delay="7500"/>
                            </p:stCondLst>
                            <p:childTnLst>
                              <p:par>
                                <p:cTn id="67" presetID="9" presetClass="entr" presetSubtype="0" fill="hold" grpId="0" nodeType="afterEffect">
                                  <p:stCondLst>
                                    <p:cond delay="0"/>
                                  </p:stCondLst>
                                  <p:childTnLst>
                                    <p:set>
                                      <p:cBhvr>
                                        <p:cTn id="68" dur="1" fill="hold">
                                          <p:stCondLst>
                                            <p:cond delay="0"/>
                                          </p:stCondLst>
                                        </p:cTn>
                                        <p:tgtEl>
                                          <p:spTgt spid="33805"/>
                                        </p:tgtEl>
                                        <p:attrNameLst>
                                          <p:attrName>style.visibility</p:attrName>
                                        </p:attrNameLst>
                                      </p:cBhvr>
                                      <p:to>
                                        <p:strVal val="visible"/>
                                      </p:to>
                                    </p:set>
                                    <p:animEffect transition="in" filter="dissolve">
                                      <p:cBhvr>
                                        <p:cTn id="69" dur="500"/>
                                        <p:tgtEl>
                                          <p:spTgt spid="33805"/>
                                        </p:tgtEl>
                                      </p:cBhvr>
                                    </p:animEffect>
                                  </p:childTnLst>
                                </p:cTn>
                              </p:par>
                            </p:childTnLst>
                          </p:cTn>
                        </p:par>
                        <p:par>
                          <p:cTn id="70" fill="hold" nodeType="afterGroup">
                            <p:stCondLst>
                              <p:cond delay="8000"/>
                            </p:stCondLst>
                            <p:childTnLst>
                              <p:par>
                                <p:cTn id="71" presetID="9" presetClass="entr" presetSubtype="0" fill="hold" grpId="0" nodeType="afterEffect">
                                  <p:stCondLst>
                                    <p:cond delay="0"/>
                                  </p:stCondLst>
                                  <p:childTnLst>
                                    <p:set>
                                      <p:cBhvr>
                                        <p:cTn id="72" dur="1" fill="hold">
                                          <p:stCondLst>
                                            <p:cond delay="0"/>
                                          </p:stCondLst>
                                        </p:cTn>
                                        <p:tgtEl>
                                          <p:spTgt spid="33806"/>
                                        </p:tgtEl>
                                        <p:attrNameLst>
                                          <p:attrName>style.visibility</p:attrName>
                                        </p:attrNameLst>
                                      </p:cBhvr>
                                      <p:to>
                                        <p:strVal val="visible"/>
                                      </p:to>
                                    </p:set>
                                    <p:animEffect transition="in" filter="dissolve">
                                      <p:cBhvr>
                                        <p:cTn id="73" dur="500"/>
                                        <p:tgtEl>
                                          <p:spTgt spid="33806"/>
                                        </p:tgtEl>
                                      </p:cBhvr>
                                    </p:animEffect>
                                  </p:childTnLst>
                                </p:cTn>
                              </p:par>
                            </p:childTnLst>
                          </p:cTn>
                        </p:par>
                        <p:par>
                          <p:cTn id="74" fill="hold" nodeType="afterGroup">
                            <p:stCondLst>
                              <p:cond delay="8500"/>
                            </p:stCondLst>
                            <p:childTnLst>
                              <p:par>
                                <p:cTn id="75" presetID="9" presetClass="entr" presetSubtype="0" fill="hold" grpId="0" nodeType="afterEffect">
                                  <p:stCondLst>
                                    <p:cond delay="0"/>
                                  </p:stCondLst>
                                  <p:childTnLst>
                                    <p:set>
                                      <p:cBhvr>
                                        <p:cTn id="76" dur="1" fill="hold">
                                          <p:stCondLst>
                                            <p:cond delay="0"/>
                                          </p:stCondLst>
                                        </p:cTn>
                                        <p:tgtEl>
                                          <p:spTgt spid="33807"/>
                                        </p:tgtEl>
                                        <p:attrNameLst>
                                          <p:attrName>style.visibility</p:attrName>
                                        </p:attrNameLst>
                                      </p:cBhvr>
                                      <p:to>
                                        <p:strVal val="visible"/>
                                      </p:to>
                                    </p:set>
                                    <p:animEffect transition="in" filter="dissolve">
                                      <p:cBhvr>
                                        <p:cTn id="77" dur="500"/>
                                        <p:tgtEl>
                                          <p:spTgt spid="33807"/>
                                        </p:tgtEl>
                                      </p:cBhvr>
                                    </p:animEffect>
                                  </p:childTnLst>
                                </p:cTn>
                              </p:par>
                            </p:childTnLst>
                          </p:cTn>
                        </p:par>
                        <p:par>
                          <p:cTn id="78" fill="hold" nodeType="afterGroup">
                            <p:stCondLst>
                              <p:cond delay="9000"/>
                            </p:stCondLst>
                            <p:childTnLst>
                              <p:par>
                                <p:cTn id="79" presetID="9" presetClass="entr" presetSubtype="0" fill="hold" grpId="0" nodeType="afterEffect">
                                  <p:stCondLst>
                                    <p:cond delay="0"/>
                                  </p:stCondLst>
                                  <p:childTnLst>
                                    <p:set>
                                      <p:cBhvr>
                                        <p:cTn id="80" dur="1" fill="hold">
                                          <p:stCondLst>
                                            <p:cond delay="0"/>
                                          </p:stCondLst>
                                        </p:cTn>
                                        <p:tgtEl>
                                          <p:spTgt spid="33809"/>
                                        </p:tgtEl>
                                        <p:attrNameLst>
                                          <p:attrName>style.visibility</p:attrName>
                                        </p:attrNameLst>
                                      </p:cBhvr>
                                      <p:to>
                                        <p:strVal val="visible"/>
                                      </p:to>
                                    </p:set>
                                    <p:animEffect transition="in" filter="dissolve">
                                      <p:cBhvr>
                                        <p:cTn id="81" dur="500"/>
                                        <p:tgtEl>
                                          <p:spTgt spid="33809"/>
                                        </p:tgtEl>
                                      </p:cBhvr>
                                    </p:animEffect>
                                  </p:childTnLst>
                                </p:cTn>
                              </p:par>
                            </p:childTnLst>
                          </p:cTn>
                        </p:par>
                        <p:par>
                          <p:cTn id="82" fill="hold" nodeType="afterGroup">
                            <p:stCondLst>
                              <p:cond delay="9500"/>
                            </p:stCondLst>
                            <p:childTnLst>
                              <p:par>
                                <p:cTn id="83" presetID="9" presetClass="entr" presetSubtype="0" fill="hold" grpId="0" nodeType="afterEffect">
                                  <p:stCondLst>
                                    <p:cond delay="0"/>
                                  </p:stCondLst>
                                  <p:childTnLst>
                                    <p:set>
                                      <p:cBhvr>
                                        <p:cTn id="84" dur="1" fill="hold">
                                          <p:stCondLst>
                                            <p:cond delay="0"/>
                                          </p:stCondLst>
                                        </p:cTn>
                                        <p:tgtEl>
                                          <p:spTgt spid="33818"/>
                                        </p:tgtEl>
                                        <p:attrNameLst>
                                          <p:attrName>style.visibility</p:attrName>
                                        </p:attrNameLst>
                                      </p:cBhvr>
                                      <p:to>
                                        <p:strVal val="visible"/>
                                      </p:to>
                                    </p:set>
                                    <p:animEffect transition="in" filter="dissolve">
                                      <p:cBhvr>
                                        <p:cTn id="85" dur="500"/>
                                        <p:tgtEl>
                                          <p:spTgt spid="33818"/>
                                        </p:tgtEl>
                                      </p:cBhvr>
                                    </p:animEffect>
                                  </p:childTnLst>
                                </p:cTn>
                              </p:par>
                            </p:childTnLst>
                          </p:cTn>
                        </p:par>
                        <p:par>
                          <p:cTn id="86" fill="hold" nodeType="afterGroup">
                            <p:stCondLst>
                              <p:cond delay="10000"/>
                            </p:stCondLst>
                            <p:childTnLst>
                              <p:par>
                                <p:cTn id="87" presetID="9" presetClass="entr" presetSubtype="0" fill="hold" grpId="0" nodeType="afterEffect">
                                  <p:stCondLst>
                                    <p:cond delay="0"/>
                                  </p:stCondLst>
                                  <p:childTnLst>
                                    <p:set>
                                      <p:cBhvr>
                                        <p:cTn id="88" dur="1" fill="hold">
                                          <p:stCondLst>
                                            <p:cond delay="0"/>
                                          </p:stCondLst>
                                        </p:cTn>
                                        <p:tgtEl>
                                          <p:spTgt spid="33819"/>
                                        </p:tgtEl>
                                        <p:attrNameLst>
                                          <p:attrName>style.visibility</p:attrName>
                                        </p:attrNameLst>
                                      </p:cBhvr>
                                      <p:to>
                                        <p:strVal val="visible"/>
                                      </p:to>
                                    </p:set>
                                    <p:animEffect transition="in" filter="dissolve">
                                      <p:cBhvr>
                                        <p:cTn id="89" dur="500"/>
                                        <p:tgtEl>
                                          <p:spTgt spid="33819"/>
                                        </p:tgtEl>
                                      </p:cBhvr>
                                    </p:animEffect>
                                  </p:childTnLst>
                                </p:cTn>
                              </p:par>
                            </p:childTnLst>
                          </p:cTn>
                        </p:par>
                        <p:par>
                          <p:cTn id="90" fill="hold" nodeType="afterGroup">
                            <p:stCondLst>
                              <p:cond delay="10500"/>
                            </p:stCondLst>
                            <p:childTnLst>
                              <p:par>
                                <p:cTn id="91" presetID="9" presetClass="entr" presetSubtype="0" fill="hold" grpId="0" nodeType="afterEffect">
                                  <p:stCondLst>
                                    <p:cond delay="0"/>
                                  </p:stCondLst>
                                  <p:childTnLst>
                                    <p:set>
                                      <p:cBhvr>
                                        <p:cTn id="92" dur="1" fill="hold">
                                          <p:stCondLst>
                                            <p:cond delay="0"/>
                                          </p:stCondLst>
                                        </p:cTn>
                                        <p:tgtEl>
                                          <p:spTgt spid="33798"/>
                                        </p:tgtEl>
                                        <p:attrNameLst>
                                          <p:attrName>style.visibility</p:attrName>
                                        </p:attrNameLst>
                                      </p:cBhvr>
                                      <p:to>
                                        <p:strVal val="visible"/>
                                      </p:to>
                                    </p:set>
                                    <p:animEffect transition="in" filter="dissolve">
                                      <p:cBhvr>
                                        <p:cTn id="93" dur="500"/>
                                        <p:tgtEl>
                                          <p:spTgt spid="33798"/>
                                        </p:tgtEl>
                                      </p:cBhvr>
                                    </p:animEffect>
                                  </p:childTnLst>
                                </p:cTn>
                              </p:par>
                            </p:childTnLst>
                          </p:cTn>
                        </p:par>
                        <p:par>
                          <p:cTn id="94" fill="hold" nodeType="afterGroup">
                            <p:stCondLst>
                              <p:cond delay="11000"/>
                            </p:stCondLst>
                            <p:childTnLst>
                              <p:par>
                                <p:cTn id="95" presetID="9" presetClass="entr" presetSubtype="0" fill="hold" grpId="0" nodeType="afterEffect">
                                  <p:stCondLst>
                                    <p:cond delay="0"/>
                                  </p:stCondLst>
                                  <p:childTnLst>
                                    <p:set>
                                      <p:cBhvr>
                                        <p:cTn id="96" dur="1" fill="hold">
                                          <p:stCondLst>
                                            <p:cond delay="0"/>
                                          </p:stCondLst>
                                        </p:cTn>
                                        <p:tgtEl>
                                          <p:spTgt spid="33799"/>
                                        </p:tgtEl>
                                        <p:attrNameLst>
                                          <p:attrName>style.visibility</p:attrName>
                                        </p:attrNameLst>
                                      </p:cBhvr>
                                      <p:to>
                                        <p:strVal val="visible"/>
                                      </p:to>
                                    </p:set>
                                    <p:animEffect transition="in" filter="dissolve">
                                      <p:cBhvr>
                                        <p:cTn id="97" dur="500"/>
                                        <p:tgtEl>
                                          <p:spTgt spid="33799"/>
                                        </p:tgtEl>
                                      </p:cBhvr>
                                    </p:animEffect>
                                  </p:childTnLst>
                                </p:cTn>
                              </p:par>
                            </p:childTnLst>
                          </p:cTn>
                        </p:par>
                        <p:par>
                          <p:cTn id="98" fill="hold" nodeType="afterGroup">
                            <p:stCondLst>
                              <p:cond delay="11500"/>
                            </p:stCondLst>
                            <p:childTnLst>
                              <p:par>
                                <p:cTn id="99" presetID="9" presetClass="entr" presetSubtype="0" fill="hold" grpId="0" nodeType="afterEffect">
                                  <p:stCondLst>
                                    <p:cond delay="0"/>
                                  </p:stCondLst>
                                  <p:childTnLst>
                                    <p:set>
                                      <p:cBhvr>
                                        <p:cTn id="100" dur="1" fill="hold">
                                          <p:stCondLst>
                                            <p:cond delay="0"/>
                                          </p:stCondLst>
                                        </p:cTn>
                                        <p:tgtEl>
                                          <p:spTgt spid="33800"/>
                                        </p:tgtEl>
                                        <p:attrNameLst>
                                          <p:attrName>style.visibility</p:attrName>
                                        </p:attrNameLst>
                                      </p:cBhvr>
                                      <p:to>
                                        <p:strVal val="visible"/>
                                      </p:to>
                                    </p:set>
                                    <p:animEffect transition="in" filter="dissolve">
                                      <p:cBhvr>
                                        <p:cTn id="101" dur="500"/>
                                        <p:tgtEl>
                                          <p:spTgt spid="33800"/>
                                        </p:tgtEl>
                                      </p:cBhvr>
                                    </p:animEffect>
                                  </p:childTnLst>
                                </p:cTn>
                              </p:par>
                            </p:childTnLst>
                          </p:cTn>
                        </p:par>
                        <p:par>
                          <p:cTn id="102" fill="hold" nodeType="afterGroup">
                            <p:stCondLst>
                              <p:cond delay="12000"/>
                            </p:stCondLst>
                            <p:childTnLst>
                              <p:par>
                                <p:cTn id="103" presetID="9" presetClass="entr" presetSubtype="0" fill="hold" grpId="0" nodeType="afterEffect">
                                  <p:stCondLst>
                                    <p:cond delay="0"/>
                                  </p:stCondLst>
                                  <p:childTnLst>
                                    <p:set>
                                      <p:cBhvr>
                                        <p:cTn id="104" dur="1" fill="hold">
                                          <p:stCondLst>
                                            <p:cond delay="0"/>
                                          </p:stCondLst>
                                        </p:cTn>
                                        <p:tgtEl>
                                          <p:spTgt spid="33801"/>
                                        </p:tgtEl>
                                        <p:attrNameLst>
                                          <p:attrName>style.visibility</p:attrName>
                                        </p:attrNameLst>
                                      </p:cBhvr>
                                      <p:to>
                                        <p:strVal val="visible"/>
                                      </p:to>
                                    </p:set>
                                    <p:animEffect transition="in" filter="dissolve">
                                      <p:cBhvr>
                                        <p:cTn id="105" dur="500"/>
                                        <p:tgtEl>
                                          <p:spTgt spid="33801"/>
                                        </p:tgtEl>
                                      </p:cBhvr>
                                    </p:animEffect>
                                  </p:childTnLst>
                                </p:cTn>
                              </p:par>
                            </p:childTnLst>
                          </p:cTn>
                        </p:par>
                        <p:par>
                          <p:cTn id="106" fill="hold" nodeType="afterGroup">
                            <p:stCondLst>
                              <p:cond delay="12500"/>
                            </p:stCondLst>
                            <p:childTnLst>
                              <p:par>
                                <p:cTn id="107" presetID="9" presetClass="entr" presetSubtype="0" fill="hold" grpId="0" nodeType="afterEffect">
                                  <p:stCondLst>
                                    <p:cond delay="0"/>
                                  </p:stCondLst>
                                  <p:childTnLst>
                                    <p:set>
                                      <p:cBhvr>
                                        <p:cTn id="108" dur="1" fill="hold">
                                          <p:stCondLst>
                                            <p:cond delay="0"/>
                                          </p:stCondLst>
                                        </p:cTn>
                                        <p:tgtEl>
                                          <p:spTgt spid="33802"/>
                                        </p:tgtEl>
                                        <p:attrNameLst>
                                          <p:attrName>style.visibility</p:attrName>
                                        </p:attrNameLst>
                                      </p:cBhvr>
                                      <p:to>
                                        <p:strVal val="visible"/>
                                      </p:to>
                                    </p:set>
                                    <p:animEffect transition="in" filter="dissolve">
                                      <p:cBhvr>
                                        <p:cTn id="109" dur="500"/>
                                        <p:tgtEl>
                                          <p:spTgt spid="33802"/>
                                        </p:tgtEl>
                                      </p:cBhvr>
                                    </p:animEffect>
                                  </p:childTnLst>
                                </p:cTn>
                              </p:par>
                            </p:childTnLst>
                          </p:cTn>
                        </p:par>
                        <p:par>
                          <p:cTn id="110" fill="hold" nodeType="afterGroup">
                            <p:stCondLst>
                              <p:cond delay="13000"/>
                            </p:stCondLst>
                            <p:childTnLst>
                              <p:par>
                                <p:cTn id="111" presetID="9" presetClass="entr" presetSubtype="0" fill="hold" grpId="0" nodeType="afterEffect">
                                  <p:stCondLst>
                                    <p:cond delay="0"/>
                                  </p:stCondLst>
                                  <p:childTnLst>
                                    <p:set>
                                      <p:cBhvr>
                                        <p:cTn id="112" dur="1" fill="hold">
                                          <p:stCondLst>
                                            <p:cond delay="0"/>
                                          </p:stCondLst>
                                        </p:cTn>
                                        <p:tgtEl>
                                          <p:spTgt spid="33808"/>
                                        </p:tgtEl>
                                        <p:attrNameLst>
                                          <p:attrName>style.visibility</p:attrName>
                                        </p:attrNameLst>
                                      </p:cBhvr>
                                      <p:to>
                                        <p:strVal val="visible"/>
                                      </p:to>
                                    </p:set>
                                    <p:animEffect transition="in" filter="dissolve">
                                      <p:cBhvr>
                                        <p:cTn id="113" dur="500"/>
                                        <p:tgtEl>
                                          <p:spTgt spid="33808"/>
                                        </p:tgtEl>
                                      </p:cBhvr>
                                    </p:animEffect>
                                  </p:childTnLst>
                                </p:cTn>
                              </p:par>
                            </p:childTnLst>
                          </p:cTn>
                        </p:par>
                        <p:par>
                          <p:cTn id="114" fill="hold" nodeType="afterGroup">
                            <p:stCondLst>
                              <p:cond delay="13500"/>
                            </p:stCondLst>
                            <p:childTnLst>
                              <p:par>
                                <p:cTn id="115" presetID="9" presetClass="entr" presetSubtype="0" fill="hold" grpId="0" nodeType="afterEffect">
                                  <p:stCondLst>
                                    <p:cond delay="0"/>
                                  </p:stCondLst>
                                  <p:childTnLst>
                                    <p:set>
                                      <p:cBhvr>
                                        <p:cTn id="116" dur="1" fill="hold">
                                          <p:stCondLst>
                                            <p:cond delay="0"/>
                                          </p:stCondLst>
                                        </p:cTn>
                                        <p:tgtEl>
                                          <p:spTgt spid="33817"/>
                                        </p:tgtEl>
                                        <p:attrNameLst>
                                          <p:attrName>style.visibility</p:attrName>
                                        </p:attrNameLst>
                                      </p:cBhvr>
                                      <p:to>
                                        <p:strVal val="visible"/>
                                      </p:to>
                                    </p:set>
                                    <p:animEffect transition="in" filter="dissolve">
                                      <p:cBhvr>
                                        <p:cTn id="117" dur="500"/>
                                        <p:tgtEl>
                                          <p:spTgt spid="338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5" grpId="0" autoUpdateAnimBg="0"/>
      <p:bldP spid="33796" grpId="0" autoUpdateAnimBg="0"/>
      <p:bldP spid="33798" grpId="0" autoUpdateAnimBg="0"/>
      <p:bldP spid="33799" grpId="0" autoUpdateAnimBg="0"/>
      <p:bldP spid="33800" grpId="0" autoUpdateAnimBg="0"/>
      <p:bldP spid="33801" grpId="0" autoUpdateAnimBg="0"/>
      <p:bldP spid="33802" grpId="0" autoUpdateAnimBg="0"/>
      <p:bldP spid="33803" grpId="0" autoUpdateAnimBg="0"/>
      <p:bldP spid="33804" grpId="0" autoUpdateAnimBg="0"/>
      <p:bldP spid="33805" grpId="0" autoUpdateAnimBg="0"/>
      <p:bldP spid="33806" grpId="0" autoUpdateAnimBg="0"/>
      <p:bldP spid="33807" grpId="0" autoUpdateAnimBg="0"/>
      <p:bldP spid="33808" grpId="0" autoUpdateAnimBg="0"/>
      <p:bldP spid="33809" grpId="0" autoUpdateAnimBg="0"/>
      <p:bldP spid="33810" grpId="0" animBg="1" autoUpdateAnimBg="0"/>
      <p:bldP spid="33811" grpId="0" animBg="1" autoUpdateAnimBg="0"/>
      <p:bldP spid="33812" grpId="0" animBg="1" autoUpdateAnimBg="0"/>
      <p:bldP spid="33813" grpId="0" animBg="1" autoUpdateAnimBg="0"/>
      <p:bldP spid="33814" grpId="0" animBg="1" autoUpdateAnimBg="0"/>
      <p:bldP spid="33815" grpId="0" animBg="1" autoUpdateAnimBg="0"/>
      <p:bldP spid="33816" grpId="0" animBg="1" autoUpdateAnimBg="0"/>
      <p:bldP spid="33817" grpId="0" autoUpdateAnimBg="0"/>
      <p:bldP spid="33818" grpId="0" autoUpdateAnimBg="0"/>
      <p:bldP spid="33819" grpId="0" autoUpdateAnimBg="0"/>
      <p:bldP spid="33820" grpId="0" autoUpdateAnimBg="0"/>
      <p:bldP spid="33821" grpId="0" autoUpdateAnimBg="0"/>
      <p:bldP spid="33822" grpId="0" autoUpdateAnimBg="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A SIMPLE IDEA </a:t>
            </a:r>
          </a:p>
          <a:p>
            <a:pPr algn="l"/>
            <a:r>
              <a:rPr lang="es-ES" dirty="0"/>
              <a:t>IS </a:t>
            </a:r>
            <a:r>
              <a:rPr lang="es-ES" b="1" dirty="0"/>
              <a:t>THE BEGIN </a:t>
            </a:r>
            <a:r>
              <a:rPr lang="es-ES" dirty="0"/>
              <a:t>FOR GOOD THING</a:t>
            </a:r>
            <a:endParaRPr lang="en-US" dirty="0"/>
          </a:p>
        </p:txBody>
      </p:sp>
    </p:spTree>
    <p:extLst>
      <p:ext uri="{BB962C8B-B14F-4D97-AF65-F5344CB8AC3E}">
        <p14:creationId xmlns:p14="http://schemas.microsoft.com/office/powerpoint/2010/main" val="244233187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4818"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820457C6-3B51-437E-B824-CCF96C3EDB0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32</a:t>
            </a:fld>
            <a:endParaRPr lang="es-ES" altLang="en-US"/>
          </a:p>
        </p:txBody>
      </p:sp>
      <p:sp>
        <p:nvSpPr>
          <p:cNvPr id="34819" name="AutoShape 3"/>
          <p:cNvSpPr>
            <a:spLocks/>
          </p:cNvSpPr>
          <p:nvPr/>
        </p:nvSpPr>
        <p:spPr bwMode="auto">
          <a:xfrm>
            <a:off x="3302000" y="5667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Timeline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with</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photos</a:t>
            </a:r>
            <a:endParaRPr lang="es-ES" dirty="0">
              <a:solidFill>
                <a:schemeClr val="bg1">
                  <a:lumMod val="95000"/>
                </a:schemeClr>
              </a:solidFill>
              <a:ea typeface="ＭＳ Ｐゴシック" charset="0"/>
            </a:endParaRPr>
          </a:p>
        </p:txBody>
      </p:sp>
      <p:sp>
        <p:nvSpPr>
          <p:cNvPr id="34820" name="AutoShape 4"/>
          <p:cNvSpPr>
            <a:spLocks/>
          </p:cNvSpPr>
          <p:nvPr/>
        </p:nvSpPr>
        <p:spPr bwMode="auto">
          <a:xfrm>
            <a:off x="3314700" y="16002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4821" name="AutoShape 5"/>
          <p:cNvSpPr>
            <a:spLocks/>
          </p:cNvSpPr>
          <p:nvPr/>
        </p:nvSpPr>
        <p:spPr bwMode="auto">
          <a:xfrm>
            <a:off x="2247900" y="24161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
        <p:nvSpPr>
          <p:cNvPr id="6" name="Picture Placeholder 5"/>
          <p:cNvSpPr>
            <a:spLocks noGrp="1"/>
          </p:cNvSpPr>
          <p:nvPr>
            <p:ph type="pic" sz="quarter" idx="14"/>
          </p:nvPr>
        </p:nvSpPr>
        <p:spPr/>
      </p:sp>
      <p:sp>
        <p:nvSpPr>
          <p:cNvPr id="7" name="Picture Placeholder 6"/>
          <p:cNvSpPr>
            <a:spLocks noGrp="1"/>
          </p:cNvSpPr>
          <p:nvPr>
            <p:ph type="pic" sz="quarter" idx="15"/>
          </p:nvPr>
        </p:nvSpPr>
        <p:spPr/>
      </p:sp>
      <p:sp>
        <p:nvSpPr>
          <p:cNvPr id="8" name="Picture Placeholder 7"/>
          <p:cNvSpPr>
            <a:spLocks noGrp="1"/>
          </p:cNvSpPr>
          <p:nvPr>
            <p:ph type="pic" sz="quarter" idx="16"/>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4819"/>
                                        </p:tgtEl>
                                        <p:attrNameLst>
                                          <p:attrName>style.visibility</p:attrName>
                                        </p:attrNameLst>
                                      </p:cBhvr>
                                      <p:to>
                                        <p:strVal val="visible"/>
                                      </p:to>
                                    </p:set>
                                    <p:anim calcmode="lin" valueType="num">
                                      <p:cBhvr additive="base">
                                        <p:cTn id="7" dur="500" fill="hold"/>
                                        <p:tgtEl>
                                          <p:spTgt spid="34819"/>
                                        </p:tgtEl>
                                        <p:attrNameLst>
                                          <p:attrName>ppt_x</p:attrName>
                                        </p:attrNameLst>
                                      </p:cBhvr>
                                      <p:tavLst>
                                        <p:tav tm="0">
                                          <p:val>
                                            <p:strVal val="1+#ppt_w/2"/>
                                          </p:val>
                                        </p:tav>
                                        <p:tav tm="100000">
                                          <p:val>
                                            <p:strVal val="#ppt_x"/>
                                          </p:val>
                                        </p:tav>
                                      </p:tavLst>
                                    </p:anim>
                                    <p:anim calcmode="lin" valueType="num">
                                      <p:cBhvr additive="base">
                                        <p:cTn id="8" dur="500" fill="hold"/>
                                        <p:tgtEl>
                                          <p:spTgt spid="3481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4820"/>
                                        </p:tgtEl>
                                        <p:attrNameLst>
                                          <p:attrName>style.visibility</p:attrName>
                                        </p:attrNameLst>
                                      </p:cBhvr>
                                      <p:to>
                                        <p:strVal val="visible"/>
                                      </p:to>
                                    </p:set>
                                    <p:anim calcmode="lin" valueType="num">
                                      <p:cBhvr additive="base">
                                        <p:cTn id="12" dur="500" fill="hold"/>
                                        <p:tgtEl>
                                          <p:spTgt spid="34820"/>
                                        </p:tgtEl>
                                        <p:attrNameLst>
                                          <p:attrName>ppt_x</p:attrName>
                                        </p:attrNameLst>
                                      </p:cBhvr>
                                      <p:tavLst>
                                        <p:tav tm="0">
                                          <p:val>
                                            <p:strVal val="1+#ppt_w/2"/>
                                          </p:val>
                                        </p:tav>
                                        <p:tav tm="100000">
                                          <p:val>
                                            <p:strVal val="#ppt_x"/>
                                          </p:val>
                                        </p:tav>
                                      </p:tavLst>
                                    </p:anim>
                                    <p:anim calcmode="lin" valueType="num">
                                      <p:cBhvr additive="base">
                                        <p:cTn id="13" dur="500" fill="hold"/>
                                        <p:tgtEl>
                                          <p:spTgt spid="3482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4821"/>
                                        </p:tgtEl>
                                        <p:attrNameLst>
                                          <p:attrName>style.visibility</p:attrName>
                                        </p:attrNameLst>
                                      </p:cBhvr>
                                      <p:to>
                                        <p:strVal val="visible"/>
                                      </p:to>
                                    </p:set>
                                    <p:anim calcmode="lin" valueType="num">
                                      <p:cBhvr additive="base">
                                        <p:cTn id="17" dur="500" fill="hold"/>
                                        <p:tgtEl>
                                          <p:spTgt spid="34821"/>
                                        </p:tgtEl>
                                        <p:attrNameLst>
                                          <p:attrName>ppt_x</p:attrName>
                                        </p:attrNameLst>
                                      </p:cBhvr>
                                      <p:tavLst>
                                        <p:tav tm="0">
                                          <p:val>
                                            <p:strVal val="1+#ppt_w/2"/>
                                          </p:val>
                                        </p:tav>
                                        <p:tav tm="100000">
                                          <p:val>
                                            <p:strVal val="#ppt_x"/>
                                          </p:val>
                                        </p:tav>
                                      </p:tavLst>
                                    </p:anim>
                                    <p:anim calcmode="lin" valueType="num">
                                      <p:cBhvr additive="base">
                                        <p:cTn id="18" dur="500" fill="hold"/>
                                        <p:tgtEl>
                                          <p:spTgt spid="348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19" grpId="0" autoUpdateAnimBg="0"/>
      <p:bldP spid="34820" grpId="0" autoUpdateAnimBg="0"/>
      <p:bldP spid="34821" grpId="0" autoUpdateAnimBg="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5842"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3B26065-DC73-4A98-A383-B7F6D8436BF0}"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33</a:t>
            </a:fld>
            <a:endParaRPr lang="es-ES" altLang="en-US"/>
          </a:p>
        </p:txBody>
      </p:sp>
      <p:sp>
        <p:nvSpPr>
          <p:cNvPr id="35843"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Modern Chart </a:t>
            </a:r>
            <a:r>
              <a:rPr lang="es-ES" b="1" dirty="0" err="1">
                <a:solidFill>
                  <a:schemeClr val="bg1">
                    <a:lumMod val="95000"/>
                  </a:schemeClr>
                </a:solidFill>
                <a:latin typeface="Lato" charset="0"/>
                <a:ea typeface="ＭＳ Ｐゴシック" charset="0"/>
                <a:cs typeface="Lato" charset="0"/>
                <a:sym typeface="Lato" charset="0"/>
              </a:rPr>
              <a:t>Percent</a:t>
            </a:r>
            <a:endParaRPr lang="es-ES" dirty="0">
              <a:solidFill>
                <a:schemeClr val="bg1">
                  <a:lumMod val="95000"/>
                </a:schemeClr>
              </a:solidFill>
              <a:ea typeface="ＭＳ Ｐゴシック" charset="0"/>
            </a:endParaRPr>
          </a:p>
        </p:txBody>
      </p:sp>
      <p:sp>
        <p:nvSpPr>
          <p:cNvPr id="35844" name="AutoShape 4"/>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5845" name="AutoShape 5"/>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dirty="0" err="1">
                <a:solidFill>
                  <a:srgbClr val="838383"/>
                </a:solidFill>
                <a:latin typeface="Lato" panose="020F0502020204030203" pitchFamily="34" charset="0"/>
                <a:sym typeface="Lato" panose="020F0502020204030203" pitchFamily="34" charset="0"/>
              </a:rPr>
              <a:t>Lorem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ipsum</a:t>
            </a:r>
            <a:r>
              <a:rPr lang="es-ES" altLang="en-US" sz="1800" dirty="0">
                <a:solidFill>
                  <a:srgbClr val="838383"/>
                </a:solidFill>
                <a:latin typeface="Lato" panose="020F0502020204030203" pitchFamily="34" charset="0"/>
                <a:sym typeface="Lato" panose="020F0502020204030203" pitchFamily="34" charset="0"/>
              </a:rPr>
              <a:t> dolor </a:t>
            </a:r>
            <a:r>
              <a:rPr lang="es-ES" altLang="en-US" sz="1800" dirty="0" err="1">
                <a:solidFill>
                  <a:srgbClr val="838383"/>
                </a:solidFill>
                <a:latin typeface="Lato" panose="020F0502020204030203" pitchFamily="34" charset="0"/>
                <a:sym typeface="Lato" panose="020F0502020204030203" pitchFamily="34" charset="0"/>
              </a:rPr>
              <a:t>sit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amet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consectetur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vehicula </a:t>
            </a:r>
            <a:r>
              <a:rPr lang="es-ES" altLang="en-US" sz="1800" dirty="0" err="1">
                <a:solidFill>
                  <a:srgbClr val="838383"/>
                </a:solidFill>
                <a:latin typeface="Lato" panose="020F0502020204030203" pitchFamily="34" charset="0"/>
                <a:sym typeface="Lato" panose="020F0502020204030203" pitchFamily="34" charset="0"/>
              </a:rPr>
              <a:t>ligula</a:t>
            </a:r>
            <a:r>
              <a:rPr lang="es-ES" altLang="en-US" sz="1800" dirty="0">
                <a:solidFill>
                  <a:srgbClr val="838383"/>
                </a:solidFill>
                <a:latin typeface="Lato" panose="020F0502020204030203" pitchFamily="34" charset="0"/>
                <a:sym typeface="Lato" panose="020F0502020204030203" pitchFamily="34" charset="0"/>
              </a:rPr>
              <a:t> ut </a:t>
            </a:r>
            <a:r>
              <a:rPr lang="es-ES" altLang="en-US" sz="1800" dirty="0" err="1">
                <a:solidFill>
                  <a:srgbClr val="838383"/>
                </a:solidFill>
                <a:latin typeface="Lato" panose="020F0502020204030203" pitchFamily="34" charset="0"/>
                <a:sym typeface="Lato" panose="020F0502020204030203" pitchFamily="34" charset="0"/>
              </a:rPr>
              <a:t>faucibus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vestibulum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consequat</a:t>
            </a:r>
            <a:r>
              <a:rPr lang="es-ES" altLang="en-US" sz="1800" dirty="0">
                <a:solidFill>
                  <a:srgbClr val="838383"/>
                </a:solidFill>
                <a:latin typeface="Lato" panose="020F0502020204030203" pitchFamily="34" charset="0"/>
                <a:sym typeface="Lato" panose="020F0502020204030203" pitchFamily="34" charset="0"/>
              </a:rPr>
              <a:t> urna et vehicula. </a:t>
            </a:r>
            <a:r>
              <a:rPr lang="es-ES" altLang="en-US" sz="1800" dirty="0" err="1">
                <a:solidFill>
                  <a:srgbClr val="838383"/>
                </a:solidFill>
                <a:latin typeface="Lato" panose="020F0502020204030203" pitchFamily="34" charset="0"/>
                <a:sym typeface="Lato" panose="020F0502020204030203" pitchFamily="34" charset="0"/>
              </a:rPr>
              <a:t>Suspendisse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feugiat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biben</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egestas</a:t>
            </a:r>
            <a:r>
              <a:rPr lang="es-ES" altLang="en-US" sz="1800" dirty="0">
                <a:solidFill>
                  <a:srgbClr val="838383"/>
                </a:solidFill>
                <a:latin typeface="Lato" panose="020F0502020204030203" pitchFamily="34" charset="0"/>
                <a:sym typeface="Lato" panose="020F0502020204030203" pitchFamily="34" charset="0"/>
              </a:rPr>
              <a:t>. Sed </a:t>
            </a:r>
            <a:r>
              <a:rPr lang="es-ES" altLang="en-US" sz="1800" dirty="0" err="1">
                <a:solidFill>
                  <a:srgbClr val="838383"/>
                </a:solidFill>
                <a:latin typeface="Lato" panose="020F0502020204030203" pitchFamily="34" charset="0"/>
                <a:sym typeface="Lato" panose="020F0502020204030203" pitchFamily="34" charset="0"/>
              </a:rPr>
              <a:t>bibendum</a:t>
            </a:r>
            <a:r>
              <a:rPr lang="es-ES" altLang="en-US" sz="1800" dirty="0">
                <a:solidFill>
                  <a:srgbClr val="838383"/>
                </a:solidFill>
                <a:latin typeface="Lato" panose="020F0502020204030203" pitchFamily="34" charset="0"/>
                <a:sym typeface="Lato" panose="020F0502020204030203" pitchFamily="34" charset="0"/>
              </a:rPr>
              <a:t> urna id </a:t>
            </a:r>
            <a:r>
              <a:rPr lang="es-ES" altLang="en-US" sz="1800" dirty="0" err="1">
                <a:solidFill>
                  <a:srgbClr val="838383"/>
                </a:solidFill>
                <a:latin typeface="Lato" panose="020F0502020204030203" pitchFamily="34" charset="0"/>
                <a:sym typeface="Lato" panose="020F0502020204030203" pitchFamily="34" charset="0"/>
              </a:rPr>
              <a:t>sem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commodoat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dictum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lectus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Fusce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volutpat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venenatis</a:t>
            </a:r>
            <a:r>
              <a:rPr lang="es-ES" altLang="en-US" sz="1800" dirty="0">
                <a:solidFill>
                  <a:srgbClr val="838383"/>
                </a:solidFill>
                <a:latin typeface="Lato" panose="020F0502020204030203" pitchFamily="34" charset="0"/>
                <a:sym typeface="Lato" panose="020F0502020204030203" pitchFamily="34" charset="0"/>
              </a:rPr>
              <a:t> non,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orci</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condimentum</a:t>
            </a:r>
            <a:r>
              <a:rPr lang="es-ES" altLang="en-US" sz="1800" dirty="0">
                <a:solidFill>
                  <a:srgbClr val="838383"/>
                </a:solidFill>
                <a:latin typeface="Lato" panose="020F0502020204030203" pitchFamily="34" charset="0"/>
                <a:sym typeface="Lato" panose="020F0502020204030203" pitchFamily="34" charset="0"/>
              </a:rPr>
              <a:t> leo ut </a:t>
            </a:r>
            <a:r>
              <a:rPr lang="es-ES" altLang="en-US" sz="1800" dirty="0" err="1">
                <a:solidFill>
                  <a:srgbClr val="838383"/>
                </a:solidFill>
                <a:latin typeface="Lato" panose="020F0502020204030203" pitchFamily="34" charset="0"/>
                <a:sym typeface="Lato" panose="020F0502020204030203" pitchFamily="34" charset="0"/>
              </a:rPr>
              <a:t>erat</a:t>
            </a:r>
            <a:r>
              <a:rPr lang="es-ES" altLang="en-US" sz="1800" dirty="0">
                <a:solidFill>
                  <a:srgbClr val="838383"/>
                </a:solidFill>
                <a:latin typeface="Lato" panose="020F0502020204030203" pitchFamily="34" charset="0"/>
                <a:sym typeface="Lato" panose="020F0502020204030203" pitchFamily="34" charset="0"/>
              </a:rPr>
              <a:t> ultrices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Nunc ut </a:t>
            </a:r>
            <a:r>
              <a:rPr lang="es-ES" altLang="en-US" sz="1800" dirty="0" err="1">
                <a:solidFill>
                  <a:srgbClr val="838383"/>
                </a:solidFill>
                <a:latin typeface="Lato" panose="020F0502020204030203" pitchFamily="34" charset="0"/>
                <a:sym typeface="Lato" panose="020F0502020204030203" pitchFamily="34" charset="0"/>
              </a:rPr>
              <a:t>quam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elementum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enim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ac</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ullamcorper</a:t>
            </a:r>
            <a:r>
              <a:rPr lang="es-ES" altLang="en-US" sz="1800" dirty="0">
                <a:solidFill>
                  <a:srgbClr val="838383"/>
                </a:solidFill>
                <a:latin typeface="Lato" panose="020F0502020204030203" pitchFamily="34" charset="0"/>
                <a:sym typeface="Lato" panose="020F0502020204030203" pitchFamily="34" charset="0"/>
              </a:rPr>
              <a:t> magna.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eu</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Cras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diam</a:t>
            </a:r>
            <a:r>
              <a:rPr lang="es-ES" altLang="en-US" sz="1800" dirty="0">
                <a:solidFill>
                  <a:srgbClr val="838383"/>
                </a:solidFill>
                <a:latin typeface="Lato" panose="020F0502020204030203" pitchFamily="34" charset="0"/>
                <a:sym typeface="Lato" panose="020F0502020204030203" pitchFamily="34" charset="0"/>
              </a:rPr>
              <a:t> tortor, id </a:t>
            </a:r>
            <a:r>
              <a:rPr lang="es-ES" altLang="en-US" sz="1800" dirty="0" err="1">
                <a:solidFill>
                  <a:srgbClr val="838383"/>
                </a:solidFill>
                <a:latin typeface="Lato" panose="020F0502020204030203" pitchFamily="34" charset="0"/>
                <a:sym typeface="Lato" panose="020F0502020204030203" pitchFamily="34" charset="0"/>
              </a:rPr>
              <a:t>cursus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purus</a:t>
            </a:r>
            <a:r>
              <a:rPr lang="es-ES" altLang="en-US" sz="1800" dirty="0">
                <a:solidFill>
                  <a:srgbClr val="838383"/>
                </a:solidFill>
                <a:latin typeface="Lato" panose="020F0502020204030203" pitchFamily="34" charset="0"/>
                <a:sym typeface="Lato" panose="020F0502020204030203" pitchFamily="34" charset="0"/>
              </a:rPr>
              <a:t>.</a:t>
            </a:r>
            <a:endParaRPr lang="es-ES" altLang="en-US" dirty="0"/>
          </a:p>
        </p:txBody>
      </p:sp>
      <p:sp>
        <p:nvSpPr>
          <p:cNvPr id="35846" name="AutoShape 6"/>
          <p:cNvSpPr>
            <a:spLocks/>
          </p:cNvSpPr>
          <p:nvPr/>
        </p:nvSpPr>
        <p:spPr bwMode="auto">
          <a:xfrm>
            <a:off x="4071938" y="4545013"/>
            <a:ext cx="2868612" cy="2870200"/>
          </a:xfrm>
          <a:prstGeom prst="wedgeEllipseCallout">
            <a:avLst>
              <a:gd name="adj1" fmla="val -250"/>
              <a:gd name="adj2" fmla="val 76713"/>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2" name="Object 7"/>
          <p:cNvGraphicFramePr>
            <a:graphicFrameLocks noChangeAspect="1"/>
          </p:cNvGraphicFramePr>
          <p:nvPr>
            <p:extLst>
              <p:ext uri="{D42A27DB-BD31-4B8C-83A1-F6EECF244321}">
                <p14:modId xmlns:p14="http://schemas.microsoft.com/office/powerpoint/2010/main" val="2131754201"/>
              </p:ext>
            </p:extLst>
          </p:nvPr>
        </p:nvGraphicFramePr>
        <p:xfrm>
          <a:off x="3927475" y="4419600"/>
          <a:ext cx="3149600" cy="3149600"/>
        </p:xfrm>
        <a:graphic>
          <a:graphicData uri="http://schemas.openxmlformats.org/drawingml/2006/chart">
            <c:chart xmlns:c="http://schemas.openxmlformats.org/drawingml/2006/chart" xmlns:r="http://schemas.openxmlformats.org/officeDocument/2006/relationships" r:id="rId2"/>
          </a:graphicData>
        </a:graphic>
      </p:graphicFrame>
      <p:sp>
        <p:nvSpPr>
          <p:cNvPr id="35848" name="AutoShape 8"/>
          <p:cNvSpPr>
            <a:spLocks/>
          </p:cNvSpPr>
          <p:nvPr/>
        </p:nvSpPr>
        <p:spPr bwMode="auto">
          <a:xfrm>
            <a:off x="4454525" y="4941888"/>
            <a:ext cx="2106613" cy="2106612"/>
          </a:xfrm>
          <a:custGeom>
            <a:avLst/>
            <a:gdLst>
              <a:gd name="T0" fmla="*/ 1053253 w 19679"/>
              <a:gd name="T1" fmla="*/ 1156126 h 19679"/>
              <a:gd name="T2" fmla="*/ 1053253 w 19679"/>
              <a:gd name="T3" fmla="*/ 1156126 h 19679"/>
              <a:gd name="T4" fmla="*/ 1053253 w 19679"/>
              <a:gd name="T5" fmla="*/ 1156126 h 19679"/>
              <a:gd name="T6" fmla="*/ 1053253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lumMod val="20000"/>
              <a:lumOff val="80000"/>
            </a:schemeClr>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49" name="AutoShape 9"/>
          <p:cNvSpPr>
            <a:spLocks/>
          </p:cNvSpPr>
          <p:nvPr/>
        </p:nvSpPr>
        <p:spPr bwMode="auto">
          <a:xfrm>
            <a:off x="4529138"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a:solidFill>
                  <a:srgbClr val="FFFFFF"/>
                </a:solidFill>
                <a:latin typeface="Lato" charset="0"/>
                <a:ea typeface="ＭＳ Ｐゴシック" charset="0"/>
                <a:cs typeface="Lato" charset="0"/>
                <a:sym typeface="Lato" charset="0"/>
              </a:rPr>
              <a:t>20%</a:t>
            </a:r>
            <a:endParaRPr lang="es-ES">
              <a:ea typeface="ＭＳ Ｐゴシック" charset="0"/>
            </a:endParaRPr>
          </a:p>
        </p:txBody>
      </p:sp>
      <p:sp>
        <p:nvSpPr>
          <p:cNvPr id="35850" name="AutoShape 10"/>
          <p:cNvSpPr>
            <a:spLocks/>
          </p:cNvSpPr>
          <p:nvPr/>
        </p:nvSpPr>
        <p:spPr bwMode="auto">
          <a:xfrm>
            <a:off x="4859338" y="8321675"/>
            <a:ext cx="1266825" cy="1265238"/>
          </a:xfrm>
          <a:custGeom>
            <a:avLst/>
            <a:gdLst>
              <a:gd name="T0" fmla="*/ 633380 w 19679"/>
              <a:gd name="T1" fmla="*/ 694373 h 19679"/>
              <a:gd name="T2" fmla="*/ 633380 w 19679"/>
              <a:gd name="T3" fmla="*/ 694373 h 19679"/>
              <a:gd name="T4" fmla="*/ 633380 w 19679"/>
              <a:gd name="T5" fmla="*/ 694373 h 19679"/>
              <a:gd name="T6" fmla="*/ 633380 w 19679"/>
              <a:gd name="T7" fmla="*/ 69437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51" name="AutoShape 11"/>
          <p:cNvSpPr>
            <a:spLocks/>
          </p:cNvSpPr>
          <p:nvPr/>
        </p:nvSpPr>
        <p:spPr bwMode="auto">
          <a:xfrm>
            <a:off x="5210175" y="8653463"/>
            <a:ext cx="582613" cy="581025"/>
          </a:xfrm>
          <a:custGeom>
            <a:avLst/>
            <a:gdLst>
              <a:gd name="T0" fmla="*/ 291307 w 21600"/>
              <a:gd name="T1" fmla="*/ 290513 h 21600"/>
              <a:gd name="T2" fmla="*/ 291307 w 21600"/>
              <a:gd name="T3" fmla="*/ 290513 h 21600"/>
              <a:gd name="T4" fmla="*/ 291307 w 21600"/>
              <a:gd name="T5" fmla="*/ 290513 h 21600"/>
              <a:gd name="T6" fmla="*/ 291307 w 21600"/>
              <a:gd name="T7" fmla="*/ 290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599" y="1962"/>
                  <a:pt x="21599" y="2711"/>
                </a:cubicBezTo>
                <a:lnTo>
                  <a:pt x="21599" y="18882"/>
                </a:lnTo>
                <a:cubicBezTo>
                  <a:pt x="21599"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8"/>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accent4"/>
          </a:solidFill>
          <a:ln>
            <a:noFill/>
          </a:ln>
          <a:effectLst/>
          <a:extLst/>
        </p:spPr>
        <p:txBody>
          <a:bodyPr lIns="38100" tIns="38100" rIns="38100" bIns="38100" anchor="ctr"/>
          <a:lstStyle/>
          <a:p>
            <a:endParaRPr lang="en-US"/>
          </a:p>
        </p:txBody>
      </p:sp>
      <p:sp>
        <p:nvSpPr>
          <p:cNvPr id="35852" name="AutoShape 12"/>
          <p:cNvSpPr>
            <a:spLocks/>
          </p:cNvSpPr>
          <p:nvPr/>
        </p:nvSpPr>
        <p:spPr bwMode="auto">
          <a:xfrm>
            <a:off x="13747750" y="8321675"/>
            <a:ext cx="1266825" cy="1265238"/>
          </a:xfrm>
          <a:custGeom>
            <a:avLst/>
            <a:gdLst>
              <a:gd name="T0" fmla="*/ 633380 w 19679"/>
              <a:gd name="T1" fmla="*/ 694373 h 19679"/>
              <a:gd name="T2" fmla="*/ 633380 w 19679"/>
              <a:gd name="T3" fmla="*/ 694373 h 19679"/>
              <a:gd name="T4" fmla="*/ 633380 w 19679"/>
              <a:gd name="T5" fmla="*/ 694373 h 19679"/>
              <a:gd name="T6" fmla="*/ 633380 w 19679"/>
              <a:gd name="T7" fmla="*/ 69437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53" name="AutoShape 13"/>
          <p:cNvSpPr>
            <a:spLocks/>
          </p:cNvSpPr>
          <p:nvPr/>
        </p:nvSpPr>
        <p:spPr bwMode="auto">
          <a:xfrm>
            <a:off x="9324975" y="8321675"/>
            <a:ext cx="1266825" cy="1265238"/>
          </a:xfrm>
          <a:custGeom>
            <a:avLst/>
            <a:gdLst>
              <a:gd name="T0" fmla="*/ 633380 w 19679"/>
              <a:gd name="T1" fmla="*/ 694373 h 19679"/>
              <a:gd name="T2" fmla="*/ 633380 w 19679"/>
              <a:gd name="T3" fmla="*/ 694373 h 19679"/>
              <a:gd name="T4" fmla="*/ 633380 w 19679"/>
              <a:gd name="T5" fmla="*/ 694373 h 19679"/>
              <a:gd name="T6" fmla="*/ 633380 w 19679"/>
              <a:gd name="T7" fmla="*/ 69437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54" name="AutoShape 14"/>
          <p:cNvSpPr>
            <a:spLocks/>
          </p:cNvSpPr>
          <p:nvPr/>
        </p:nvSpPr>
        <p:spPr bwMode="auto">
          <a:xfrm>
            <a:off x="14119225" y="8683625"/>
            <a:ext cx="584200" cy="485775"/>
          </a:xfrm>
          <a:custGeom>
            <a:avLst/>
            <a:gdLst>
              <a:gd name="T0" fmla="*/ 292100 w 21600"/>
              <a:gd name="T1" fmla="*/ 242876 h 21579"/>
              <a:gd name="T2" fmla="*/ 292100 w 21600"/>
              <a:gd name="T3" fmla="*/ 242876 h 21579"/>
              <a:gd name="T4" fmla="*/ 292100 w 21600"/>
              <a:gd name="T5" fmla="*/ 242876 h 21579"/>
              <a:gd name="T6" fmla="*/ 292100 w 21600"/>
              <a:gd name="T7" fmla="*/ 242876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accent4"/>
          </a:solidFill>
          <a:ln>
            <a:noFill/>
          </a:ln>
          <a:effectLst/>
          <a:extLst/>
        </p:spPr>
        <p:txBody>
          <a:bodyPr lIns="38100" tIns="38100" rIns="38100" bIns="38100" anchor="ctr"/>
          <a:lstStyle/>
          <a:p>
            <a:endParaRPr lang="en-US"/>
          </a:p>
        </p:txBody>
      </p:sp>
      <p:sp>
        <p:nvSpPr>
          <p:cNvPr id="35855" name="AutoShape 15"/>
          <p:cNvSpPr>
            <a:spLocks/>
          </p:cNvSpPr>
          <p:nvPr/>
        </p:nvSpPr>
        <p:spPr bwMode="auto">
          <a:xfrm>
            <a:off x="9686925" y="8647113"/>
            <a:ext cx="584200" cy="584200"/>
          </a:xfrm>
          <a:custGeom>
            <a:avLst/>
            <a:gdLst>
              <a:gd name="T0" fmla="*/ 292100 w 21600"/>
              <a:gd name="T1" fmla="*/ 292100 h 21600"/>
              <a:gd name="T2" fmla="*/ 292100 w 21600"/>
              <a:gd name="T3" fmla="*/ 292100 h 21600"/>
              <a:gd name="T4" fmla="*/ 292100 w 21600"/>
              <a:gd name="T5" fmla="*/ 292100 h 21600"/>
              <a:gd name="T6" fmla="*/ 292100 w 21600"/>
              <a:gd name="T7" fmla="*/ 292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1"/>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accent4"/>
          </a:solidFill>
          <a:ln>
            <a:noFill/>
          </a:ln>
          <a:effectLst/>
          <a:extLst/>
        </p:spPr>
        <p:txBody>
          <a:bodyPr lIns="38100" tIns="38100" rIns="38100" bIns="38100" anchor="ctr"/>
          <a:lstStyle/>
          <a:p>
            <a:endParaRPr lang="en-US"/>
          </a:p>
        </p:txBody>
      </p:sp>
      <p:sp>
        <p:nvSpPr>
          <p:cNvPr id="35856" name="AutoShape 16"/>
          <p:cNvSpPr>
            <a:spLocks/>
          </p:cNvSpPr>
          <p:nvPr/>
        </p:nvSpPr>
        <p:spPr bwMode="auto">
          <a:xfrm>
            <a:off x="18184813" y="8288338"/>
            <a:ext cx="1265237" cy="1266825"/>
          </a:xfrm>
          <a:custGeom>
            <a:avLst/>
            <a:gdLst>
              <a:gd name="T0" fmla="*/ 632586 w 19679"/>
              <a:gd name="T1" fmla="*/ 695244 h 19679"/>
              <a:gd name="T2" fmla="*/ 632586 w 19679"/>
              <a:gd name="T3" fmla="*/ 695244 h 19679"/>
              <a:gd name="T4" fmla="*/ 632586 w 19679"/>
              <a:gd name="T5" fmla="*/ 695244 h 19679"/>
              <a:gd name="T6" fmla="*/ 632586 w 19679"/>
              <a:gd name="T7" fmla="*/ 6952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57" name="AutoShape 17"/>
          <p:cNvSpPr>
            <a:spLocks/>
          </p:cNvSpPr>
          <p:nvPr/>
        </p:nvSpPr>
        <p:spPr bwMode="auto">
          <a:xfrm>
            <a:off x="18532475" y="8653463"/>
            <a:ext cx="584200" cy="485775"/>
          </a:xfrm>
          <a:custGeom>
            <a:avLst/>
            <a:gdLst>
              <a:gd name="T0" fmla="*/ 292100 w 21600"/>
              <a:gd name="T1" fmla="*/ 242888 h 21600"/>
              <a:gd name="T2" fmla="*/ 292100 w 21600"/>
              <a:gd name="T3" fmla="*/ 242888 h 21600"/>
              <a:gd name="T4" fmla="*/ 292100 w 21600"/>
              <a:gd name="T5" fmla="*/ 242888 h 21600"/>
              <a:gd name="T6" fmla="*/ 292100 w 21600"/>
              <a:gd name="T7" fmla="*/ 2428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accent4"/>
          </a:solidFill>
          <a:ln>
            <a:noFill/>
          </a:ln>
          <a:effectLst/>
          <a:extLst/>
        </p:spPr>
        <p:txBody>
          <a:bodyPr lIns="38100" tIns="38100" rIns="38100" bIns="38100" anchor="ctr"/>
          <a:lstStyle/>
          <a:p>
            <a:endParaRPr lang="en-US"/>
          </a:p>
        </p:txBody>
      </p:sp>
      <p:sp>
        <p:nvSpPr>
          <p:cNvPr id="35858" name="AutoShape 18"/>
          <p:cNvSpPr>
            <a:spLocks/>
          </p:cNvSpPr>
          <p:nvPr/>
        </p:nvSpPr>
        <p:spPr bwMode="auto">
          <a:xfrm>
            <a:off x="8542338" y="4545013"/>
            <a:ext cx="2868612" cy="2870200"/>
          </a:xfrm>
          <a:prstGeom prst="wedgeEllipseCallout">
            <a:avLst>
              <a:gd name="adj1" fmla="val 194"/>
              <a:gd name="adj2" fmla="val 75259"/>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3" name="Object 19"/>
          <p:cNvGraphicFramePr>
            <a:graphicFrameLocks noChangeAspect="1"/>
          </p:cNvGraphicFramePr>
          <p:nvPr>
            <p:extLst>
              <p:ext uri="{D42A27DB-BD31-4B8C-83A1-F6EECF244321}">
                <p14:modId xmlns:p14="http://schemas.microsoft.com/office/powerpoint/2010/main" val="1499579388"/>
              </p:ext>
            </p:extLst>
          </p:nvPr>
        </p:nvGraphicFramePr>
        <p:xfrm>
          <a:off x="8399463" y="4419600"/>
          <a:ext cx="3149600" cy="3149600"/>
        </p:xfrm>
        <a:graphic>
          <a:graphicData uri="http://schemas.openxmlformats.org/drawingml/2006/chart">
            <c:chart xmlns:c="http://schemas.openxmlformats.org/drawingml/2006/chart" xmlns:r="http://schemas.openxmlformats.org/officeDocument/2006/relationships" r:id="rId3"/>
          </a:graphicData>
        </a:graphic>
      </p:graphicFrame>
      <p:sp>
        <p:nvSpPr>
          <p:cNvPr id="35860" name="AutoShape 20"/>
          <p:cNvSpPr>
            <a:spLocks/>
          </p:cNvSpPr>
          <p:nvPr/>
        </p:nvSpPr>
        <p:spPr bwMode="auto">
          <a:xfrm>
            <a:off x="8924925" y="4941888"/>
            <a:ext cx="2108200" cy="2106612"/>
          </a:xfrm>
          <a:custGeom>
            <a:avLst/>
            <a:gdLst>
              <a:gd name="T0" fmla="*/ 1054046 w 19679"/>
              <a:gd name="T1" fmla="*/ 1156126 h 19679"/>
              <a:gd name="T2" fmla="*/ 1054046 w 19679"/>
              <a:gd name="T3" fmla="*/ 1156126 h 19679"/>
              <a:gd name="T4" fmla="*/ 1054046 w 19679"/>
              <a:gd name="T5" fmla="*/ 1156126 h 19679"/>
              <a:gd name="T6" fmla="*/ 1054046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5861" name="AutoShape 21"/>
          <p:cNvSpPr>
            <a:spLocks/>
          </p:cNvSpPr>
          <p:nvPr/>
        </p:nvSpPr>
        <p:spPr bwMode="auto">
          <a:xfrm>
            <a:off x="8999538"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dirty="0">
                <a:solidFill>
                  <a:srgbClr val="FFFFFF"/>
                </a:solidFill>
                <a:latin typeface="Lato" charset="0"/>
                <a:ea typeface="ＭＳ Ｐゴシック" charset="0"/>
                <a:cs typeface="Lato" charset="0"/>
                <a:sym typeface="Lato" charset="0"/>
              </a:rPr>
              <a:t>50%</a:t>
            </a:r>
            <a:endParaRPr lang="es-ES" dirty="0">
              <a:ea typeface="ＭＳ Ｐゴシック" charset="0"/>
            </a:endParaRPr>
          </a:p>
        </p:txBody>
      </p:sp>
      <p:sp>
        <p:nvSpPr>
          <p:cNvPr id="35862" name="AutoShape 22"/>
          <p:cNvSpPr>
            <a:spLocks/>
          </p:cNvSpPr>
          <p:nvPr/>
        </p:nvSpPr>
        <p:spPr bwMode="auto">
          <a:xfrm>
            <a:off x="12965113" y="4545013"/>
            <a:ext cx="2868612" cy="2870200"/>
          </a:xfrm>
          <a:prstGeom prst="wedgeEllipseCallout">
            <a:avLst>
              <a:gd name="adj1" fmla="val 866"/>
              <a:gd name="adj2" fmla="val 76574"/>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4" name="Object 23"/>
          <p:cNvGraphicFramePr>
            <a:graphicFrameLocks noChangeAspect="1"/>
          </p:cNvGraphicFramePr>
          <p:nvPr>
            <p:extLst>
              <p:ext uri="{D42A27DB-BD31-4B8C-83A1-F6EECF244321}">
                <p14:modId xmlns:p14="http://schemas.microsoft.com/office/powerpoint/2010/main" val="1727541773"/>
              </p:ext>
            </p:extLst>
          </p:nvPr>
        </p:nvGraphicFramePr>
        <p:xfrm>
          <a:off x="12822238" y="4419600"/>
          <a:ext cx="3149600" cy="3149600"/>
        </p:xfrm>
        <a:graphic>
          <a:graphicData uri="http://schemas.openxmlformats.org/drawingml/2006/chart">
            <c:chart xmlns:c="http://schemas.openxmlformats.org/drawingml/2006/chart" xmlns:r="http://schemas.openxmlformats.org/officeDocument/2006/relationships" r:id="rId4"/>
          </a:graphicData>
        </a:graphic>
      </p:graphicFrame>
      <p:sp>
        <p:nvSpPr>
          <p:cNvPr id="35864" name="AutoShape 24"/>
          <p:cNvSpPr>
            <a:spLocks/>
          </p:cNvSpPr>
          <p:nvPr/>
        </p:nvSpPr>
        <p:spPr bwMode="auto">
          <a:xfrm>
            <a:off x="13347700" y="4941888"/>
            <a:ext cx="2108200" cy="2106612"/>
          </a:xfrm>
          <a:custGeom>
            <a:avLst/>
            <a:gdLst>
              <a:gd name="T0" fmla="*/ 1054046 w 19679"/>
              <a:gd name="T1" fmla="*/ 1156126 h 19679"/>
              <a:gd name="T2" fmla="*/ 1054046 w 19679"/>
              <a:gd name="T3" fmla="*/ 1156126 h 19679"/>
              <a:gd name="T4" fmla="*/ 1054046 w 19679"/>
              <a:gd name="T5" fmla="*/ 1156126 h 19679"/>
              <a:gd name="T6" fmla="*/ 1054046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dirty="0"/>
          </a:p>
        </p:txBody>
      </p:sp>
      <p:sp>
        <p:nvSpPr>
          <p:cNvPr id="35865" name="AutoShape 25"/>
          <p:cNvSpPr>
            <a:spLocks/>
          </p:cNvSpPr>
          <p:nvPr/>
        </p:nvSpPr>
        <p:spPr bwMode="auto">
          <a:xfrm>
            <a:off x="13422313"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a:solidFill>
                  <a:srgbClr val="FFFFFF"/>
                </a:solidFill>
                <a:latin typeface="Lato" charset="0"/>
                <a:ea typeface="ＭＳ Ｐゴシック" charset="0"/>
                <a:cs typeface="Lato" charset="0"/>
                <a:sym typeface="Lato" charset="0"/>
              </a:rPr>
              <a:t>70%</a:t>
            </a:r>
            <a:endParaRPr lang="es-ES">
              <a:ea typeface="ＭＳ Ｐゴシック" charset="0"/>
            </a:endParaRPr>
          </a:p>
        </p:txBody>
      </p:sp>
      <p:sp>
        <p:nvSpPr>
          <p:cNvPr id="35866" name="AutoShape 26"/>
          <p:cNvSpPr>
            <a:spLocks/>
          </p:cNvSpPr>
          <p:nvPr/>
        </p:nvSpPr>
        <p:spPr bwMode="auto">
          <a:xfrm>
            <a:off x="17373600" y="4545013"/>
            <a:ext cx="2868613" cy="2870200"/>
          </a:xfrm>
          <a:prstGeom prst="wedgeEllipseCallout">
            <a:avLst>
              <a:gd name="adj1" fmla="val 2477"/>
              <a:gd name="adj2" fmla="val 75815"/>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5" name="Object 27"/>
          <p:cNvGraphicFramePr>
            <a:graphicFrameLocks noChangeAspect="1"/>
          </p:cNvGraphicFramePr>
          <p:nvPr>
            <p:extLst>
              <p:ext uri="{D42A27DB-BD31-4B8C-83A1-F6EECF244321}">
                <p14:modId xmlns:p14="http://schemas.microsoft.com/office/powerpoint/2010/main" val="2861547088"/>
              </p:ext>
            </p:extLst>
          </p:nvPr>
        </p:nvGraphicFramePr>
        <p:xfrm>
          <a:off x="17230725" y="4419600"/>
          <a:ext cx="3149600" cy="3149600"/>
        </p:xfrm>
        <a:graphic>
          <a:graphicData uri="http://schemas.openxmlformats.org/drawingml/2006/chart">
            <c:chart xmlns:c="http://schemas.openxmlformats.org/drawingml/2006/chart" xmlns:r="http://schemas.openxmlformats.org/officeDocument/2006/relationships" r:id="rId5"/>
          </a:graphicData>
        </a:graphic>
      </p:graphicFrame>
      <p:sp>
        <p:nvSpPr>
          <p:cNvPr id="35868" name="AutoShape 28"/>
          <p:cNvSpPr>
            <a:spLocks/>
          </p:cNvSpPr>
          <p:nvPr/>
        </p:nvSpPr>
        <p:spPr bwMode="auto">
          <a:xfrm>
            <a:off x="17757775" y="4941888"/>
            <a:ext cx="2106613" cy="2106612"/>
          </a:xfrm>
          <a:custGeom>
            <a:avLst/>
            <a:gdLst>
              <a:gd name="T0" fmla="*/ 1053253 w 19679"/>
              <a:gd name="T1" fmla="*/ 1156126 h 19679"/>
              <a:gd name="T2" fmla="*/ 1053253 w 19679"/>
              <a:gd name="T3" fmla="*/ 1156126 h 19679"/>
              <a:gd name="T4" fmla="*/ 1053253 w 19679"/>
              <a:gd name="T5" fmla="*/ 1156126 h 19679"/>
              <a:gd name="T6" fmla="*/ 1053253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5869" name="AutoShape 29"/>
          <p:cNvSpPr>
            <a:spLocks/>
          </p:cNvSpPr>
          <p:nvPr/>
        </p:nvSpPr>
        <p:spPr bwMode="auto">
          <a:xfrm>
            <a:off x="17830800"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a:solidFill>
                  <a:srgbClr val="FFFFFF"/>
                </a:solidFill>
                <a:latin typeface="Lato" charset="0"/>
                <a:ea typeface="ＭＳ Ｐゴシック" charset="0"/>
                <a:cs typeface="Lato" charset="0"/>
                <a:sym typeface="Lato" charset="0"/>
              </a:rPr>
              <a:t>30%</a:t>
            </a:r>
            <a:endParaRPr lang="es-ES">
              <a:ea typeface="ＭＳ Ｐゴシック" charset="0"/>
            </a:endParaRPr>
          </a:p>
        </p:txBody>
      </p:sp>
      <p:sp>
        <p:nvSpPr>
          <p:cNvPr id="35870" name="AutoShape 30"/>
          <p:cNvSpPr>
            <a:spLocks/>
          </p:cNvSpPr>
          <p:nvPr/>
        </p:nvSpPr>
        <p:spPr bwMode="auto">
          <a:xfrm>
            <a:off x="38481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5871" name="AutoShape 31"/>
          <p:cNvSpPr>
            <a:spLocks/>
          </p:cNvSpPr>
          <p:nvPr/>
        </p:nvSpPr>
        <p:spPr bwMode="auto">
          <a:xfrm>
            <a:off x="33274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2" name="AutoShape 32"/>
          <p:cNvSpPr>
            <a:spLocks/>
          </p:cNvSpPr>
          <p:nvPr/>
        </p:nvSpPr>
        <p:spPr bwMode="auto">
          <a:xfrm>
            <a:off x="165862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3" name="AutoShape 33"/>
          <p:cNvSpPr>
            <a:spLocks/>
          </p:cNvSpPr>
          <p:nvPr/>
        </p:nvSpPr>
        <p:spPr bwMode="auto">
          <a:xfrm>
            <a:off x="77724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4" name="AutoShape 34"/>
          <p:cNvSpPr>
            <a:spLocks/>
          </p:cNvSpPr>
          <p:nvPr/>
        </p:nvSpPr>
        <p:spPr bwMode="auto">
          <a:xfrm>
            <a:off x="120650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5" name="AutoShape 35"/>
          <p:cNvSpPr>
            <a:spLocks/>
          </p:cNvSpPr>
          <p:nvPr/>
        </p:nvSpPr>
        <p:spPr bwMode="auto">
          <a:xfrm>
            <a:off x="82296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5876" name="AutoShape 36"/>
          <p:cNvSpPr>
            <a:spLocks/>
          </p:cNvSpPr>
          <p:nvPr/>
        </p:nvSpPr>
        <p:spPr bwMode="auto">
          <a:xfrm>
            <a:off x="126238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5877" name="AutoShape 37"/>
          <p:cNvSpPr>
            <a:spLocks/>
          </p:cNvSpPr>
          <p:nvPr/>
        </p:nvSpPr>
        <p:spPr bwMode="auto">
          <a:xfrm>
            <a:off x="171450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5843"/>
                                        </p:tgtEl>
                                        <p:attrNameLst>
                                          <p:attrName>style.visibility</p:attrName>
                                        </p:attrNameLst>
                                      </p:cBhvr>
                                      <p:to>
                                        <p:strVal val="visible"/>
                                      </p:to>
                                    </p:set>
                                    <p:anim calcmode="lin" valueType="num">
                                      <p:cBhvr additive="base">
                                        <p:cTn id="7" dur="500" fill="hold"/>
                                        <p:tgtEl>
                                          <p:spTgt spid="35843"/>
                                        </p:tgtEl>
                                        <p:attrNameLst>
                                          <p:attrName>ppt_x</p:attrName>
                                        </p:attrNameLst>
                                      </p:cBhvr>
                                      <p:tavLst>
                                        <p:tav tm="0">
                                          <p:val>
                                            <p:strVal val="1+#ppt_w/2"/>
                                          </p:val>
                                        </p:tav>
                                        <p:tav tm="100000">
                                          <p:val>
                                            <p:strVal val="#ppt_x"/>
                                          </p:val>
                                        </p:tav>
                                      </p:tavLst>
                                    </p:anim>
                                    <p:anim calcmode="lin" valueType="num">
                                      <p:cBhvr additive="base">
                                        <p:cTn id="8" dur="500" fill="hold"/>
                                        <p:tgtEl>
                                          <p:spTgt spid="3584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5844"/>
                                        </p:tgtEl>
                                        <p:attrNameLst>
                                          <p:attrName>style.visibility</p:attrName>
                                        </p:attrNameLst>
                                      </p:cBhvr>
                                      <p:to>
                                        <p:strVal val="visible"/>
                                      </p:to>
                                    </p:set>
                                    <p:anim calcmode="lin" valueType="num">
                                      <p:cBhvr additive="base">
                                        <p:cTn id="12" dur="500" fill="hold"/>
                                        <p:tgtEl>
                                          <p:spTgt spid="35844"/>
                                        </p:tgtEl>
                                        <p:attrNameLst>
                                          <p:attrName>ppt_x</p:attrName>
                                        </p:attrNameLst>
                                      </p:cBhvr>
                                      <p:tavLst>
                                        <p:tav tm="0">
                                          <p:val>
                                            <p:strVal val="1+#ppt_w/2"/>
                                          </p:val>
                                        </p:tav>
                                        <p:tav tm="100000">
                                          <p:val>
                                            <p:strVal val="#ppt_x"/>
                                          </p:val>
                                        </p:tav>
                                      </p:tavLst>
                                    </p:anim>
                                    <p:anim calcmode="lin" valueType="num">
                                      <p:cBhvr additive="base">
                                        <p:cTn id="13" dur="500" fill="hold"/>
                                        <p:tgtEl>
                                          <p:spTgt spid="3584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5845"/>
                                        </p:tgtEl>
                                        <p:attrNameLst>
                                          <p:attrName>style.visibility</p:attrName>
                                        </p:attrNameLst>
                                      </p:cBhvr>
                                      <p:to>
                                        <p:strVal val="visible"/>
                                      </p:to>
                                    </p:set>
                                    <p:anim calcmode="lin" valueType="num">
                                      <p:cBhvr additive="base">
                                        <p:cTn id="17" dur="500" fill="hold"/>
                                        <p:tgtEl>
                                          <p:spTgt spid="35845"/>
                                        </p:tgtEl>
                                        <p:attrNameLst>
                                          <p:attrName>ppt_x</p:attrName>
                                        </p:attrNameLst>
                                      </p:cBhvr>
                                      <p:tavLst>
                                        <p:tav tm="0">
                                          <p:val>
                                            <p:strVal val="1+#ppt_w/2"/>
                                          </p:val>
                                        </p:tav>
                                        <p:tav tm="100000">
                                          <p:val>
                                            <p:strVal val="#ppt_x"/>
                                          </p:val>
                                        </p:tav>
                                      </p:tavLst>
                                    </p:anim>
                                    <p:anim calcmode="lin" valueType="num">
                                      <p:cBhvr additive="base">
                                        <p:cTn id="18" dur="500" fill="hold"/>
                                        <p:tgtEl>
                                          <p:spTgt spid="35845"/>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35870"/>
                                        </p:tgtEl>
                                        <p:attrNameLst>
                                          <p:attrName>style.visibility</p:attrName>
                                        </p:attrNameLst>
                                      </p:cBhvr>
                                      <p:to>
                                        <p:strVal val="visible"/>
                                      </p:to>
                                    </p:set>
                                    <p:animEffect transition="in" filter="dissolve">
                                      <p:cBhvr>
                                        <p:cTn id="22" dur="500"/>
                                        <p:tgtEl>
                                          <p:spTgt spid="3587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35871"/>
                                        </p:tgtEl>
                                        <p:attrNameLst>
                                          <p:attrName>style.visibility</p:attrName>
                                        </p:attrNameLst>
                                      </p:cBhvr>
                                      <p:to>
                                        <p:strVal val="visible"/>
                                      </p:to>
                                    </p:set>
                                    <p:animEffect transition="in" filter="dissolve">
                                      <p:cBhvr>
                                        <p:cTn id="26" dur="500"/>
                                        <p:tgtEl>
                                          <p:spTgt spid="3587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35872"/>
                                        </p:tgtEl>
                                        <p:attrNameLst>
                                          <p:attrName>style.visibility</p:attrName>
                                        </p:attrNameLst>
                                      </p:cBhvr>
                                      <p:to>
                                        <p:strVal val="visible"/>
                                      </p:to>
                                    </p:set>
                                    <p:animEffect transition="in" filter="dissolve">
                                      <p:cBhvr>
                                        <p:cTn id="30" dur="500"/>
                                        <p:tgtEl>
                                          <p:spTgt spid="3587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35873"/>
                                        </p:tgtEl>
                                        <p:attrNameLst>
                                          <p:attrName>style.visibility</p:attrName>
                                        </p:attrNameLst>
                                      </p:cBhvr>
                                      <p:to>
                                        <p:strVal val="visible"/>
                                      </p:to>
                                    </p:set>
                                    <p:animEffect transition="in" filter="dissolve">
                                      <p:cBhvr>
                                        <p:cTn id="34" dur="500"/>
                                        <p:tgtEl>
                                          <p:spTgt spid="35873"/>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5874"/>
                                        </p:tgtEl>
                                        <p:attrNameLst>
                                          <p:attrName>style.visibility</p:attrName>
                                        </p:attrNameLst>
                                      </p:cBhvr>
                                      <p:to>
                                        <p:strVal val="visible"/>
                                      </p:to>
                                    </p:set>
                                    <p:animEffect transition="in" filter="dissolve">
                                      <p:cBhvr>
                                        <p:cTn id="38" dur="500"/>
                                        <p:tgtEl>
                                          <p:spTgt spid="35874"/>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35875"/>
                                        </p:tgtEl>
                                        <p:attrNameLst>
                                          <p:attrName>style.visibility</p:attrName>
                                        </p:attrNameLst>
                                      </p:cBhvr>
                                      <p:to>
                                        <p:strVal val="visible"/>
                                      </p:to>
                                    </p:set>
                                    <p:animEffect transition="in" filter="dissolve">
                                      <p:cBhvr>
                                        <p:cTn id="42" dur="500"/>
                                        <p:tgtEl>
                                          <p:spTgt spid="35875"/>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35876"/>
                                        </p:tgtEl>
                                        <p:attrNameLst>
                                          <p:attrName>style.visibility</p:attrName>
                                        </p:attrNameLst>
                                      </p:cBhvr>
                                      <p:to>
                                        <p:strVal val="visible"/>
                                      </p:to>
                                    </p:set>
                                    <p:animEffect transition="in" filter="dissolve">
                                      <p:cBhvr>
                                        <p:cTn id="46" dur="500"/>
                                        <p:tgtEl>
                                          <p:spTgt spid="3587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35877"/>
                                        </p:tgtEl>
                                        <p:attrNameLst>
                                          <p:attrName>style.visibility</p:attrName>
                                        </p:attrNameLst>
                                      </p:cBhvr>
                                      <p:to>
                                        <p:strVal val="visible"/>
                                      </p:to>
                                    </p:set>
                                    <p:animEffect transition="in" filter="dissolve">
                                      <p:cBhvr>
                                        <p:cTn id="50" dur="500"/>
                                        <p:tgtEl>
                                          <p:spTgt spid="35877"/>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35846"/>
                                        </p:tgtEl>
                                        <p:attrNameLst>
                                          <p:attrName>style.visibility</p:attrName>
                                        </p:attrNameLst>
                                      </p:cBhvr>
                                      <p:to>
                                        <p:strVal val="visible"/>
                                      </p:to>
                                    </p:set>
                                    <p:animEffect transition="in" filter="dissolve">
                                      <p:cBhvr>
                                        <p:cTn id="54" dur="500"/>
                                        <p:tgtEl>
                                          <p:spTgt spid="35846"/>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2"/>
                                        </p:tgtEl>
                                        <p:attrNameLst>
                                          <p:attrName>style.visibility</p:attrName>
                                        </p:attrNameLst>
                                      </p:cBhvr>
                                      <p:to>
                                        <p:strVal val="visible"/>
                                      </p:to>
                                    </p:set>
                                    <p:animEffect transition="in" filter="dissolve">
                                      <p:cBhvr>
                                        <p:cTn id="58" dur="500"/>
                                        <p:tgtEl>
                                          <p:spTgt spid="2"/>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5848"/>
                                        </p:tgtEl>
                                        <p:attrNameLst>
                                          <p:attrName>style.visibility</p:attrName>
                                        </p:attrNameLst>
                                      </p:cBhvr>
                                      <p:to>
                                        <p:strVal val="visible"/>
                                      </p:to>
                                    </p:set>
                                    <p:animEffect transition="in" filter="dissolve">
                                      <p:cBhvr>
                                        <p:cTn id="62" dur="500"/>
                                        <p:tgtEl>
                                          <p:spTgt spid="35848"/>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35849"/>
                                        </p:tgtEl>
                                        <p:attrNameLst>
                                          <p:attrName>style.visibility</p:attrName>
                                        </p:attrNameLst>
                                      </p:cBhvr>
                                      <p:to>
                                        <p:strVal val="visible"/>
                                      </p:to>
                                    </p:set>
                                    <p:animEffect transition="in" filter="dissolve">
                                      <p:cBhvr>
                                        <p:cTn id="66" dur="500"/>
                                        <p:tgtEl>
                                          <p:spTgt spid="35849"/>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5850"/>
                                        </p:tgtEl>
                                        <p:attrNameLst>
                                          <p:attrName>style.visibility</p:attrName>
                                        </p:attrNameLst>
                                      </p:cBhvr>
                                      <p:to>
                                        <p:strVal val="visible"/>
                                      </p:to>
                                    </p:set>
                                    <p:animEffect transition="in" filter="dissolve">
                                      <p:cBhvr>
                                        <p:cTn id="70" dur="500"/>
                                        <p:tgtEl>
                                          <p:spTgt spid="35850"/>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5851"/>
                                        </p:tgtEl>
                                        <p:attrNameLst>
                                          <p:attrName>style.visibility</p:attrName>
                                        </p:attrNameLst>
                                      </p:cBhvr>
                                      <p:to>
                                        <p:strVal val="visible"/>
                                      </p:to>
                                    </p:set>
                                    <p:animEffect transition="in" filter="dissolve">
                                      <p:cBhvr>
                                        <p:cTn id="74" dur="500"/>
                                        <p:tgtEl>
                                          <p:spTgt spid="35851"/>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5852"/>
                                        </p:tgtEl>
                                        <p:attrNameLst>
                                          <p:attrName>style.visibility</p:attrName>
                                        </p:attrNameLst>
                                      </p:cBhvr>
                                      <p:to>
                                        <p:strVal val="visible"/>
                                      </p:to>
                                    </p:set>
                                    <p:animEffect transition="in" filter="dissolve">
                                      <p:cBhvr>
                                        <p:cTn id="78" dur="500"/>
                                        <p:tgtEl>
                                          <p:spTgt spid="35852"/>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35853"/>
                                        </p:tgtEl>
                                        <p:attrNameLst>
                                          <p:attrName>style.visibility</p:attrName>
                                        </p:attrNameLst>
                                      </p:cBhvr>
                                      <p:to>
                                        <p:strVal val="visible"/>
                                      </p:to>
                                    </p:set>
                                    <p:animEffect transition="in" filter="dissolve">
                                      <p:cBhvr>
                                        <p:cTn id="82" dur="500"/>
                                        <p:tgtEl>
                                          <p:spTgt spid="35853"/>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35854"/>
                                        </p:tgtEl>
                                        <p:attrNameLst>
                                          <p:attrName>style.visibility</p:attrName>
                                        </p:attrNameLst>
                                      </p:cBhvr>
                                      <p:to>
                                        <p:strVal val="visible"/>
                                      </p:to>
                                    </p:set>
                                    <p:animEffect transition="in" filter="dissolve">
                                      <p:cBhvr>
                                        <p:cTn id="86" dur="500"/>
                                        <p:tgtEl>
                                          <p:spTgt spid="35854"/>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35855"/>
                                        </p:tgtEl>
                                        <p:attrNameLst>
                                          <p:attrName>style.visibility</p:attrName>
                                        </p:attrNameLst>
                                      </p:cBhvr>
                                      <p:to>
                                        <p:strVal val="visible"/>
                                      </p:to>
                                    </p:set>
                                    <p:animEffect transition="in" filter="dissolve">
                                      <p:cBhvr>
                                        <p:cTn id="90" dur="500"/>
                                        <p:tgtEl>
                                          <p:spTgt spid="35855"/>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35856"/>
                                        </p:tgtEl>
                                        <p:attrNameLst>
                                          <p:attrName>style.visibility</p:attrName>
                                        </p:attrNameLst>
                                      </p:cBhvr>
                                      <p:to>
                                        <p:strVal val="visible"/>
                                      </p:to>
                                    </p:set>
                                    <p:animEffect transition="in" filter="dissolve">
                                      <p:cBhvr>
                                        <p:cTn id="94" dur="500"/>
                                        <p:tgtEl>
                                          <p:spTgt spid="35856"/>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35857"/>
                                        </p:tgtEl>
                                        <p:attrNameLst>
                                          <p:attrName>style.visibility</p:attrName>
                                        </p:attrNameLst>
                                      </p:cBhvr>
                                      <p:to>
                                        <p:strVal val="visible"/>
                                      </p:to>
                                    </p:set>
                                    <p:animEffect transition="in" filter="dissolve">
                                      <p:cBhvr>
                                        <p:cTn id="98" dur="500"/>
                                        <p:tgtEl>
                                          <p:spTgt spid="35857"/>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35858"/>
                                        </p:tgtEl>
                                        <p:attrNameLst>
                                          <p:attrName>style.visibility</p:attrName>
                                        </p:attrNameLst>
                                      </p:cBhvr>
                                      <p:to>
                                        <p:strVal val="visible"/>
                                      </p:to>
                                    </p:set>
                                    <p:animEffect transition="in" filter="dissolve">
                                      <p:cBhvr>
                                        <p:cTn id="102" dur="500"/>
                                        <p:tgtEl>
                                          <p:spTgt spid="35858"/>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3"/>
                                        </p:tgtEl>
                                        <p:attrNameLst>
                                          <p:attrName>style.visibility</p:attrName>
                                        </p:attrNameLst>
                                      </p:cBhvr>
                                      <p:to>
                                        <p:strVal val="visible"/>
                                      </p:to>
                                    </p:set>
                                    <p:animEffect transition="in" filter="dissolve">
                                      <p:cBhvr>
                                        <p:cTn id="106" dur="500"/>
                                        <p:tgtEl>
                                          <p:spTgt spid="3"/>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35860"/>
                                        </p:tgtEl>
                                        <p:attrNameLst>
                                          <p:attrName>style.visibility</p:attrName>
                                        </p:attrNameLst>
                                      </p:cBhvr>
                                      <p:to>
                                        <p:strVal val="visible"/>
                                      </p:to>
                                    </p:set>
                                    <p:animEffect transition="in" filter="dissolve">
                                      <p:cBhvr>
                                        <p:cTn id="110" dur="500"/>
                                        <p:tgtEl>
                                          <p:spTgt spid="35860"/>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35861"/>
                                        </p:tgtEl>
                                        <p:attrNameLst>
                                          <p:attrName>style.visibility</p:attrName>
                                        </p:attrNameLst>
                                      </p:cBhvr>
                                      <p:to>
                                        <p:strVal val="visible"/>
                                      </p:to>
                                    </p:set>
                                    <p:animEffect transition="in" filter="dissolve">
                                      <p:cBhvr>
                                        <p:cTn id="114" dur="500"/>
                                        <p:tgtEl>
                                          <p:spTgt spid="35861"/>
                                        </p:tgtEl>
                                      </p:cBhvr>
                                    </p:animEffect>
                                  </p:childTnLst>
                                </p:cTn>
                              </p:par>
                            </p:childTnLst>
                          </p:cTn>
                        </p:par>
                        <p:par>
                          <p:cTn id="115" fill="hold" nodeType="afterGroup">
                            <p:stCondLst>
                              <p:cond delay="13500"/>
                            </p:stCondLst>
                            <p:childTnLst>
                              <p:par>
                                <p:cTn id="116" presetID="9" presetClass="entr" presetSubtype="0" fill="hold" grpId="0" nodeType="afterEffect">
                                  <p:stCondLst>
                                    <p:cond delay="0"/>
                                  </p:stCondLst>
                                  <p:childTnLst>
                                    <p:set>
                                      <p:cBhvr>
                                        <p:cTn id="117" dur="1" fill="hold">
                                          <p:stCondLst>
                                            <p:cond delay="0"/>
                                          </p:stCondLst>
                                        </p:cTn>
                                        <p:tgtEl>
                                          <p:spTgt spid="35862"/>
                                        </p:tgtEl>
                                        <p:attrNameLst>
                                          <p:attrName>style.visibility</p:attrName>
                                        </p:attrNameLst>
                                      </p:cBhvr>
                                      <p:to>
                                        <p:strVal val="visible"/>
                                      </p:to>
                                    </p:set>
                                    <p:animEffect transition="in" filter="dissolve">
                                      <p:cBhvr>
                                        <p:cTn id="118" dur="500"/>
                                        <p:tgtEl>
                                          <p:spTgt spid="35862"/>
                                        </p:tgtEl>
                                      </p:cBhvr>
                                    </p:animEffect>
                                  </p:childTnLst>
                                </p:cTn>
                              </p:par>
                            </p:childTnLst>
                          </p:cTn>
                        </p:par>
                        <p:par>
                          <p:cTn id="119" fill="hold" nodeType="afterGroup">
                            <p:stCondLst>
                              <p:cond delay="14000"/>
                            </p:stCondLst>
                            <p:childTnLst>
                              <p:par>
                                <p:cTn id="120" presetID="9" presetClass="entr" presetSubtype="0" fill="hold" grpId="0" nodeType="afterEffect">
                                  <p:stCondLst>
                                    <p:cond delay="0"/>
                                  </p:stCondLst>
                                  <p:childTnLst>
                                    <p:set>
                                      <p:cBhvr>
                                        <p:cTn id="121" dur="1" fill="hold">
                                          <p:stCondLst>
                                            <p:cond delay="0"/>
                                          </p:stCondLst>
                                        </p:cTn>
                                        <p:tgtEl>
                                          <p:spTgt spid="4"/>
                                        </p:tgtEl>
                                        <p:attrNameLst>
                                          <p:attrName>style.visibility</p:attrName>
                                        </p:attrNameLst>
                                      </p:cBhvr>
                                      <p:to>
                                        <p:strVal val="visible"/>
                                      </p:to>
                                    </p:set>
                                    <p:animEffect transition="in" filter="dissolve">
                                      <p:cBhvr>
                                        <p:cTn id="122" dur="500"/>
                                        <p:tgtEl>
                                          <p:spTgt spid="4"/>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35864"/>
                                        </p:tgtEl>
                                        <p:attrNameLst>
                                          <p:attrName>style.visibility</p:attrName>
                                        </p:attrNameLst>
                                      </p:cBhvr>
                                      <p:to>
                                        <p:strVal val="visible"/>
                                      </p:to>
                                    </p:set>
                                    <p:animEffect transition="in" filter="dissolve">
                                      <p:cBhvr>
                                        <p:cTn id="126" dur="500"/>
                                        <p:tgtEl>
                                          <p:spTgt spid="35864"/>
                                        </p:tgtEl>
                                      </p:cBhvr>
                                    </p:animEffect>
                                  </p:childTnLst>
                                </p:cTn>
                              </p:par>
                            </p:childTnLst>
                          </p:cTn>
                        </p:par>
                        <p:par>
                          <p:cTn id="127" fill="hold" nodeType="afterGroup">
                            <p:stCondLst>
                              <p:cond delay="15000"/>
                            </p:stCondLst>
                            <p:childTnLst>
                              <p:par>
                                <p:cTn id="128" presetID="9" presetClass="entr" presetSubtype="0" fill="hold" grpId="0" nodeType="afterEffect">
                                  <p:stCondLst>
                                    <p:cond delay="0"/>
                                  </p:stCondLst>
                                  <p:childTnLst>
                                    <p:set>
                                      <p:cBhvr>
                                        <p:cTn id="129" dur="1" fill="hold">
                                          <p:stCondLst>
                                            <p:cond delay="0"/>
                                          </p:stCondLst>
                                        </p:cTn>
                                        <p:tgtEl>
                                          <p:spTgt spid="35865"/>
                                        </p:tgtEl>
                                        <p:attrNameLst>
                                          <p:attrName>style.visibility</p:attrName>
                                        </p:attrNameLst>
                                      </p:cBhvr>
                                      <p:to>
                                        <p:strVal val="visible"/>
                                      </p:to>
                                    </p:set>
                                    <p:animEffect transition="in" filter="dissolve">
                                      <p:cBhvr>
                                        <p:cTn id="130" dur="500"/>
                                        <p:tgtEl>
                                          <p:spTgt spid="35865"/>
                                        </p:tgtEl>
                                      </p:cBhvr>
                                    </p:animEffect>
                                  </p:childTnLst>
                                </p:cTn>
                              </p:par>
                            </p:childTnLst>
                          </p:cTn>
                        </p:par>
                        <p:par>
                          <p:cTn id="131" fill="hold" nodeType="afterGroup">
                            <p:stCondLst>
                              <p:cond delay="15500"/>
                            </p:stCondLst>
                            <p:childTnLst>
                              <p:par>
                                <p:cTn id="132" presetID="9" presetClass="entr" presetSubtype="0" fill="hold" grpId="0" nodeType="afterEffect">
                                  <p:stCondLst>
                                    <p:cond delay="0"/>
                                  </p:stCondLst>
                                  <p:childTnLst>
                                    <p:set>
                                      <p:cBhvr>
                                        <p:cTn id="133" dur="1" fill="hold">
                                          <p:stCondLst>
                                            <p:cond delay="0"/>
                                          </p:stCondLst>
                                        </p:cTn>
                                        <p:tgtEl>
                                          <p:spTgt spid="35866"/>
                                        </p:tgtEl>
                                        <p:attrNameLst>
                                          <p:attrName>style.visibility</p:attrName>
                                        </p:attrNameLst>
                                      </p:cBhvr>
                                      <p:to>
                                        <p:strVal val="visible"/>
                                      </p:to>
                                    </p:set>
                                    <p:animEffect transition="in" filter="dissolve">
                                      <p:cBhvr>
                                        <p:cTn id="134" dur="500"/>
                                        <p:tgtEl>
                                          <p:spTgt spid="35866"/>
                                        </p:tgtEl>
                                      </p:cBhvr>
                                    </p:animEffect>
                                  </p:childTnLst>
                                </p:cTn>
                              </p:par>
                            </p:childTnLst>
                          </p:cTn>
                        </p:par>
                        <p:par>
                          <p:cTn id="135" fill="hold" nodeType="afterGroup">
                            <p:stCondLst>
                              <p:cond delay="16000"/>
                            </p:stCondLst>
                            <p:childTnLst>
                              <p:par>
                                <p:cTn id="136" presetID="9" presetClass="entr" presetSubtype="0" fill="hold" grpId="0" nodeType="afterEffect">
                                  <p:stCondLst>
                                    <p:cond delay="0"/>
                                  </p:stCondLst>
                                  <p:childTnLst>
                                    <p:set>
                                      <p:cBhvr>
                                        <p:cTn id="137" dur="1" fill="hold">
                                          <p:stCondLst>
                                            <p:cond delay="0"/>
                                          </p:stCondLst>
                                        </p:cTn>
                                        <p:tgtEl>
                                          <p:spTgt spid="5"/>
                                        </p:tgtEl>
                                        <p:attrNameLst>
                                          <p:attrName>style.visibility</p:attrName>
                                        </p:attrNameLst>
                                      </p:cBhvr>
                                      <p:to>
                                        <p:strVal val="visible"/>
                                      </p:to>
                                    </p:set>
                                    <p:animEffect transition="in" filter="dissolve">
                                      <p:cBhvr>
                                        <p:cTn id="138" dur="500"/>
                                        <p:tgtEl>
                                          <p:spTgt spid="5"/>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35868"/>
                                        </p:tgtEl>
                                        <p:attrNameLst>
                                          <p:attrName>style.visibility</p:attrName>
                                        </p:attrNameLst>
                                      </p:cBhvr>
                                      <p:to>
                                        <p:strVal val="visible"/>
                                      </p:to>
                                    </p:set>
                                    <p:animEffect transition="in" filter="dissolve">
                                      <p:cBhvr>
                                        <p:cTn id="142" dur="500"/>
                                        <p:tgtEl>
                                          <p:spTgt spid="35868"/>
                                        </p:tgtEl>
                                      </p:cBhvr>
                                    </p:animEffect>
                                  </p:childTnLst>
                                </p:cTn>
                              </p:par>
                            </p:childTnLst>
                          </p:cTn>
                        </p:par>
                        <p:par>
                          <p:cTn id="143" fill="hold" nodeType="afterGroup">
                            <p:stCondLst>
                              <p:cond delay="17000"/>
                            </p:stCondLst>
                            <p:childTnLst>
                              <p:par>
                                <p:cTn id="144" presetID="9" presetClass="entr" presetSubtype="0" fill="hold" grpId="0" nodeType="afterEffect">
                                  <p:stCondLst>
                                    <p:cond delay="0"/>
                                  </p:stCondLst>
                                  <p:childTnLst>
                                    <p:set>
                                      <p:cBhvr>
                                        <p:cTn id="145" dur="1" fill="hold">
                                          <p:stCondLst>
                                            <p:cond delay="0"/>
                                          </p:stCondLst>
                                        </p:cTn>
                                        <p:tgtEl>
                                          <p:spTgt spid="35869"/>
                                        </p:tgtEl>
                                        <p:attrNameLst>
                                          <p:attrName>style.visibility</p:attrName>
                                        </p:attrNameLst>
                                      </p:cBhvr>
                                      <p:to>
                                        <p:strVal val="visible"/>
                                      </p:to>
                                    </p:set>
                                    <p:animEffect transition="in" filter="dissolve">
                                      <p:cBhvr>
                                        <p:cTn id="146" dur="500"/>
                                        <p:tgtEl>
                                          <p:spTgt spid="358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3" grpId="0" autoUpdateAnimBg="0"/>
      <p:bldP spid="35844" grpId="0" autoUpdateAnimBg="0"/>
      <p:bldP spid="35845" grpId="0" autoUpdateAnimBg="0"/>
      <p:bldP spid="35846" grpId="0" animBg="1" autoUpdateAnimBg="0"/>
      <p:bldGraphic spid="2" grpId="0">
        <p:bldAsOne/>
      </p:bldGraphic>
      <p:bldP spid="35849" grpId="0" autoUpdateAnimBg="0"/>
      <p:bldP spid="35858" grpId="0" animBg="1" autoUpdateAnimBg="0"/>
      <p:bldGraphic spid="3" grpId="0">
        <p:bldAsOne/>
      </p:bldGraphic>
      <p:bldP spid="35861" grpId="0" autoUpdateAnimBg="0"/>
      <p:bldP spid="35862" grpId="0" animBg="1" autoUpdateAnimBg="0"/>
      <p:bldGraphic spid="4" grpId="0">
        <p:bldAsOne/>
      </p:bldGraphic>
      <p:bldP spid="35865" grpId="0" autoUpdateAnimBg="0"/>
      <p:bldP spid="35866" grpId="0" animBg="1" autoUpdateAnimBg="0"/>
      <p:bldGraphic spid="5" grpId="0">
        <p:bldAsOne/>
      </p:bldGraphic>
      <p:bldP spid="35869" grpId="0" autoUpdateAnimBg="0"/>
      <p:bldP spid="35870" grpId="0" autoUpdateAnimBg="0"/>
      <p:bldP spid="35871" grpId="0" autoUpdateAnimBg="0"/>
      <p:bldP spid="35872" grpId="0" autoUpdateAnimBg="0"/>
      <p:bldP spid="35873" grpId="0" autoUpdateAnimBg="0"/>
      <p:bldP spid="35874" grpId="0" autoUpdateAnimBg="0"/>
      <p:bldP spid="35875" grpId="0" autoUpdateAnimBg="0"/>
      <p:bldP spid="35876" grpId="0" autoUpdateAnimBg="0"/>
      <p:bldP spid="35877" grpId="0" autoUpdateAnimBg="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66" name="AutoShape 2"/>
          <p:cNvSpPr>
            <a:spLocks/>
          </p:cNvSpPr>
          <p:nvPr/>
        </p:nvSpPr>
        <p:spPr bwMode="auto">
          <a:xfrm>
            <a:off x="2260600" y="3355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686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BF09650-13DD-42FD-BBFD-D151C8A56F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34</a:t>
            </a:fld>
            <a:endParaRPr lang="es-ES" altLang="en-US"/>
          </a:p>
        </p:txBody>
      </p:sp>
      <p:sp>
        <p:nvSpPr>
          <p:cNvPr id="36868" name="AutoShape 4"/>
          <p:cNvSpPr>
            <a:spLocks/>
          </p:cNvSpPr>
          <p:nvPr/>
        </p:nvSpPr>
        <p:spPr bwMode="auto">
          <a:xfrm>
            <a:off x="3302000" y="1519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chemeClr val="bg1">
                    <a:lumMod val="95000"/>
                  </a:schemeClr>
                </a:solidFill>
                <a:latin typeface="Lato" charset="0"/>
                <a:ea typeface="ＭＳ Ｐゴシック" charset="0"/>
                <a:cs typeface="Lato" charset="0"/>
                <a:sym typeface="Lato" charset="0"/>
              </a:rPr>
              <a:t>Bullets Example</a:t>
            </a:r>
            <a:endParaRPr lang="es-ES">
              <a:solidFill>
                <a:schemeClr val="bg1">
                  <a:lumMod val="95000"/>
                </a:schemeClr>
              </a:solidFill>
              <a:ea typeface="ＭＳ Ｐゴシック" charset="0"/>
            </a:endParaRPr>
          </a:p>
        </p:txBody>
      </p:sp>
      <p:sp>
        <p:nvSpPr>
          <p:cNvPr id="36869" name="AutoShape 5"/>
          <p:cNvSpPr>
            <a:spLocks/>
          </p:cNvSpPr>
          <p:nvPr/>
        </p:nvSpPr>
        <p:spPr bwMode="auto">
          <a:xfrm>
            <a:off x="3314700" y="2552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6870" name="AutoShape 6"/>
          <p:cNvSpPr>
            <a:spLocks/>
          </p:cNvSpPr>
          <p:nvPr/>
        </p:nvSpPr>
        <p:spPr bwMode="auto">
          <a:xfrm>
            <a:off x="7304088" y="5092700"/>
            <a:ext cx="4687887" cy="3821113"/>
          </a:xfrm>
          <a:custGeom>
            <a:avLst/>
            <a:gdLst>
              <a:gd name="T0" fmla="*/ 2343944 w 21600"/>
              <a:gd name="T1" fmla="*/ 1910557 h 21600"/>
              <a:gd name="T2" fmla="*/ 2343944 w 21600"/>
              <a:gd name="T3" fmla="*/ 1910557 h 21600"/>
              <a:gd name="T4" fmla="*/ 2343944 w 21600"/>
              <a:gd name="T5" fmla="*/ 1910557 h 21600"/>
              <a:gd name="T6" fmla="*/ 2343944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6871" name="AutoShape 7"/>
          <p:cNvSpPr>
            <a:spLocks/>
          </p:cNvSpPr>
          <p:nvPr/>
        </p:nvSpPr>
        <p:spPr bwMode="auto">
          <a:xfrm>
            <a:off x="12385675" y="5092700"/>
            <a:ext cx="4687888" cy="3821113"/>
          </a:xfrm>
          <a:custGeom>
            <a:avLst/>
            <a:gdLst>
              <a:gd name="T0" fmla="*/ 2343944 w 21600"/>
              <a:gd name="T1" fmla="*/ 1910557 h 21600"/>
              <a:gd name="T2" fmla="*/ 2343944 w 21600"/>
              <a:gd name="T3" fmla="*/ 1910557 h 21600"/>
              <a:gd name="T4" fmla="*/ 2343944 w 21600"/>
              <a:gd name="T5" fmla="*/ 1910557 h 21600"/>
              <a:gd name="T6" fmla="*/ 2343944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6872" name="AutoShape 8"/>
          <p:cNvSpPr>
            <a:spLocks/>
          </p:cNvSpPr>
          <p:nvPr/>
        </p:nvSpPr>
        <p:spPr bwMode="auto">
          <a:xfrm>
            <a:off x="17467263" y="5092700"/>
            <a:ext cx="4686300" cy="3821113"/>
          </a:xfrm>
          <a:custGeom>
            <a:avLst/>
            <a:gdLst>
              <a:gd name="T0" fmla="*/ 2343150 w 21600"/>
              <a:gd name="T1" fmla="*/ 1910557 h 21600"/>
              <a:gd name="T2" fmla="*/ 2343150 w 21600"/>
              <a:gd name="T3" fmla="*/ 1910557 h 21600"/>
              <a:gd name="T4" fmla="*/ 2343150 w 21600"/>
              <a:gd name="T5" fmla="*/ 1910557 h 21600"/>
              <a:gd name="T6" fmla="*/ 2343150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6873" name="AutoShape 9"/>
          <p:cNvSpPr>
            <a:spLocks/>
          </p:cNvSpPr>
          <p:nvPr/>
        </p:nvSpPr>
        <p:spPr bwMode="auto">
          <a:xfrm>
            <a:off x="2265363" y="5092700"/>
            <a:ext cx="4687887" cy="3821113"/>
          </a:xfrm>
          <a:custGeom>
            <a:avLst/>
            <a:gdLst>
              <a:gd name="T0" fmla="*/ 2343944 w 21600"/>
              <a:gd name="T1" fmla="*/ 1910557 h 21600"/>
              <a:gd name="T2" fmla="*/ 2343944 w 21600"/>
              <a:gd name="T3" fmla="*/ 1910557 h 21600"/>
              <a:gd name="T4" fmla="*/ 2343944 w 21600"/>
              <a:gd name="T5" fmla="*/ 1910557 h 21600"/>
              <a:gd name="T6" fmla="*/ 2343944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grpSp>
        <p:nvGrpSpPr>
          <p:cNvPr id="36874" name="Group 10"/>
          <p:cNvGrpSpPr>
            <a:grpSpLocks/>
          </p:cNvGrpSpPr>
          <p:nvPr/>
        </p:nvGrpSpPr>
        <p:grpSpPr bwMode="auto">
          <a:xfrm>
            <a:off x="2881313" y="5622925"/>
            <a:ext cx="3468687" cy="2760663"/>
            <a:chOff x="-1" y="0"/>
            <a:chExt cx="3467598" cy="2761457"/>
          </a:xfrm>
        </p:grpSpPr>
        <p:sp>
          <p:nvSpPr>
            <p:cNvPr id="36875" name="AutoShape 11"/>
            <p:cNvSpPr>
              <a:spLocks/>
            </p:cNvSpPr>
            <p:nvPr/>
          </p:nvSpPr>
          <p:spPr bwMode="auto">
            <a:xfrm>
              <a:off x="596712" y="0"/>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876" name="AutoShape 12"/>
            <p:cNvSpPr>
              <a:spLocks/>
            </p:cNvSpPr>
            <p:nvPr/>
          </p:nvSpPr>
          <p:spPr bwMode="auto">
            <a:xfrm>
              <a:off x="0" y="98747"/>
              <a:ext cx="320608" cy="221833"/>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77" name="AutoShape 13"/>
            <p:cNvSpPr>
              <a:spLocks/>
            </p:cNvSpPr>
            <p:nvPr/>
          </p:nvSpPr>
          <p:spPr bwMode="auto">
            <a:xfrm>
              <a:off x="596712" y="589132"/>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878" name="AutoShape 14"/>
            <p:cNvSpPr>
              <a:spLocks/>
            </p:cNvSpPr>
            <p:nvPr/>
          </p:nvSpPr>
          <p:spPr bwMode="auto">
            <a:xfrm>
              <a:off x="0" y="688106"/>
              <a:ext cx="320608" cy="221834"/>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79" name="AutoShape 15"/>
            <p:cNvSpPr>
              <a:spLocks/>
            </p:cNvSpPr>
            <p:nvPr/>
          </p:nvSpPr>
          <p:spPr bwMode="auto">
            <a:xfrm>
              <a:off x="596712" y="1178264"/>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880" name="AutoShape 16"/>
            <p:cNvSpPr>
              <a:spLocks/>
            </p:cNvSpPr>
            <p:nvPr/>
          </p:nvSpPr>
          <p:spPr bwMode="auto">
            <a:xfrm>
              <a:off x="0" y="1277466"/>
              <a:ext cx="320608" cy="221833"/>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81" name="AutoShape 17"/>
            <p:cNvSpPr>
              <a:spLocks/>
            </p:cNvSpPr>
            <p:nvPr/>
          </p:nvSpPr>
          <p:spPr bwMode="auto">
            <a:xfrm>
              <a:off x="609408" y="1786452"/>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882" name="AutoShape 18"/>
            <p:cNvSpPr>
              <a:spLocks/>
            </p:cNvSpPr>
            <p:nvPr/>
          </p:nvSpPr>
          <p:spPr bwMode="auto">
            <a:xfrm>
              <a:off x="17859" y="1884684"/>
              <a:ext cx="320608" cy="221834"/>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83" name="AutoShape 19"/>
            <p:cNvSpPr>
              <a:spLocks/>
            </p:cNvSpPr>
            <p:nvPr/>
          </p:nvSpPr>
          <p:spPr bwMode="auto">
            <a:xfrm>
              <a:off x="596712" y="2393051"/>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884" name="AutoShape 20"/>
            <p:cNvSpPr>
              <a:spLocks/>
            </p:cNvSpPr>
            <p:nvPr/>
          </p:nvSpPr>
          <p:spPr bwMode="auto">
            <a:xfrm>
              <a:off x="35718" y="2491903"/>
              <a:ext cx="320609" cy="221833"/>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36885" name="Group 21"/>
          <p:cNvGrpSpPr>
            <a:grpSpLocks/>
          </p:cNvGrpSpPr>
          <p:nvPr/>
        </p:nvGrpSpPr>
        <p:grpSpPr bwMode="auto">
          <a:xfrm>
            <a:off x="13123863" y="5622925"/>
            <a:ext cx="3397250" cy="2760663"/>
            <a:chOff x="0" y="0"/>
            <a:chExt cx="3397631" cy="2761457"/>
          </a:xfrm>
        </p:grpSpPr>
        <p:sp>
          <p:nvSpPr>
            <p:cNvPr id="36886" name="AutoShape 22"/>
            <p:cNvSpPr>
              <a:spLocks/>
            </p:cNvSpPr>
            <p:nvPr/>
          </p:nvSpPr>
          <p:spPr bwMode="auto">
            <a:xfrm>
              <a:off x="539811" y="0"/>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887" name="AutoShape 23"/>
            <p:cNvSpPr>
              <a:spLocks/>
            </p:cNvSpPr>
            <p:nvPr/>
          </p:nvSpPr>
          <p:spPr bwMode="auto">
            <a:xfrm>
              <a:off x="539811" y="589132"/>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888" name="AutoShape 24"/>
            <p:cNvSpPr>
              <a:spLocks/>
            </p:cNvSpPr>
            <p:nvPr/>
          </p:nvSpPr>
          <p:spPr bwMode="auto">
            <a:xfrm>
              <a:off x="539811" y="1178264"/>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889" name="AutoShape 25"/>
            <p:cNvSpPr>
              <a:spLocks/>
            </p:cNvSpPr>
            <p:nvPr/>
          </p:nvSpPr>
          <p:spPr bwMode="auto">
            <a:xfrm>
              <a:off x="552512" y="1786452"/>
              <a:ext cx="284511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890" name="AutoShape 26"/>
            <p:cNvSpPr>
              <a:spLocks/>
            </p:cNvSpPr>
            <p:nvPr/>
          </p:nvSpPr>
          <p:spPr bwMode="auto">
            <a:xfrm>
              <a:off x="539811" y="2393051"/>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891" name="AutoShape 27"/>
            <p:cNvSpPr>
              <a:spLocks/>
            </p:cNvSpPr>
            <p:nvPr/>
          </p:nvSpPr>
          <p:spPr bwMode="auto">
            <a:xfrm>
              <a:off x="0" y="63028"/>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2" name="AutoShape 28"/>
            <p:cNvSpPr>
              <a:spLocks/>
            </p:cNvSpPr>
            <p:nvPr/>
          </p:nvSpPr>
          <p:spPr bwMode="auto">
            <a:xfrm>
              <a:off x="0" y="652388"/>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3" name="AutoShape 29"/>
            <p:cNvSpPr>
              <a:spLocks/>
            </p:cNvSpPr>
            <p:nvPr/>
          </p:nvSpPr>
          <p:spPr bwMode="auto">
            <a:xfrm>
              <a:off x="0" y="1223888"/>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4" name="AutoShape 30"/>
            <p:cNvSpPr>
              <a:spLocks/>
            </p:cNvSpPr>
            <p:nvPr/>
          </p:nvSpPr>
          <p:spPr bwMode="auto">
            <a:xfrm>
              <a:off x="0" y="1848966"/>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5" name="AutoShape 31"/>
            <p:cNvSpPr>
              <a:spLocks/>
            </p:cNvSpPr>
            <p:nvPr/>
          </p:nvSpPr>
          <p:spPr bwMode="auto">
            <a:xfrm>
              <a:off x="0" y="2456184"/>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36896" name="Group 32"/>
          <p:cNvGrpSpPr>
            <a:grpSpLocks/>
          </p:cNvGrpSpPr>
          <p:nvPr/>
        </p:nvGrpSpPr>
        <p:grpSpPr bwMode="auto">
          <a:xfrm>
            <a:off x="8058150" y="5622925"/>
            <a:ext cx="3473450" cy="2760663"/>
            <a:chOff x="0" y="0"/>
            <a:chExt cx="3472285" cy="2761457"/>
          </a:xfrm>
        </p:grpSpPr>
        <p:sp>
          <p:nvSpPr>
            <p:cNvPr id="36897" name="AutoShape 33"/>
            <p:cNvSpPr>
              <a:spLocks/>
            </p:cNvSpPr>
            <p:nvPr/>
          </p:nvSpPr>
          <p:spPr bwMode="auto">
            <a:xfrm>
              <a:off x="588765" y="0"/>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898" name="AutoShape 34"/>
            <p:cNvSpPr>
              <a:spLocks/>
            </p:cNvSpPr>
            <p:nvPr/>
          </p:nvSpPr>
          <p:spPr bwMode="auto">
            <a:xfrm>
              <a:off x="588765" y="589132"/>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899" name="AutoShape 35"/>
            <p:cNvSpPr>
              <a:spLocks/>
            </p:cNvSpPr>
            <p:nvPr/>
          </p:nvSpPr>
          <p:spPr bwMode="auto">
            <a:xfrm>
              <a:off x="588765" y="1178264"/>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900" name="AutoShape 36"/>
            <p:cNvSpPr>
              <a:spLocks/>
            </p:cNvSpPr>
            <p:nvPr/>
          </p:nvSpPr>
          <p:spPr bwMode="auto">
            <a:xfrm>
              <a:off x="614157" y="1786452"/>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901" name="AutoShape 37"/>
            <p:cNvSpPr>
              <a:spLocks/>
            </p:cNvSpPr>
            <p:nvPr/>
          </p:nvSpPr>
          <p:spPr bwMode="auto">
            <a:xfrm>
              <a:off x="588765" y="2393051"/>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902" name="AutoShape 38"/>
            <p:cNvSpPr>
              <a:spLocks/>
            </p:cNvSpPr>
            <p:nvPr/>
          </p:nvSpPr>
          <p:spPr bwMode="auto">
            <a:xfrm>
              <a:off x="0" y="58252"/>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3" name="AutoShape 39"/>
            <p:cNvSpPr>
              <a:spLocks/>
            </p:cNvSpPr>
            <p:nvPr/>
          </p:nvSpPr>
          <p:spPr bwMode="auto">
            <a:xfrm>
              <a:off x="0" y="647611"/>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4" name="AutoShape 40"/>
            <p:cNvSpPr>
              <a:spLocks/>
            </p:cNvSpPr>
            <p:nvPr/>
          </p:nvSpPr>
          <p:spPr bwMode="auto">
            <a:xfrm>
              <a:off x="0" y="1236971"/>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5" name="AutoShape 41"/>
            <p:cNvSpPr>
              <a:spLocks/>
            </p:cNvSpPr>
            <p:nvPr/>
          </p:nvSpPr>
          <p:spPr bwMode="auto">
            <a:xfrm>
              <a:off x="0" y="1826330"/>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6" name="AutoShape 42"/>
            <p:cNvSpPr>
              <a:spLocks/>
            </p:cNvSpPr>
            <p:nvPr/>
          </p:nvSpPr>
          <p:spPr bwMode="auto">
            <a:xfrm>
              <a:off x="0" y="2451408"/>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36907" name="Group 43"/>
          <p:cNvGrpSpPr>
            <a:grpSpLocks/>
          </p:cNvGrpSpPr>
          <p:nvPr/>
        </p:nvGrpSpPr>
        <p:grpSpPr bwMode="auto">
          <a:xfrm>
            <a:off x="18273713" y="5622925"/>
            <a:ext cx="3443287" cy="2760663"/>
            <a:chOff x="0" y="0"/>
            <a:chExt cx="3441856" cy="2761457"/>
          </a:xfrm>
        </p:grpSpPr>
        <p:sp>
          <p:nvSpPr>
            <p:cNvPr id="36908" name="AutoShape 44"/>
            <p:cNvSpPr>
              <a:spLocks/>
            </p:cNvSpPr>
            <p:nvPr/>
          </p:nvSpPr>
          <p:spPr bwMode="auto">
            <a:xfrm>
              <a:off x="571262" y="0"/>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909" name="AutoShape 45"/>
            <p:cNvSpPr>
              <a:spLocks/>
            </p:cNvSpPr>
            <p:nvPr/>
          </p:nvSpPr>
          <p:spPr bwMode="auto">
            <a:xfrm>
              <a:off x="571262" y="589132"/>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910" name="AutoShape 46"/>
            <p:cNvSpPr>
              <a:spLocks/>
            </p:cNvSpPr>
            <p:nvPr/>
          </p:nvSpPr>
          <p:spPr bwMode="auto">
            <a:xfrm>
              <a:off x="571262" y="1178264"/>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911" name="AutoShape 47"/>
            <p:cNvSpPr>
              <a:spLocks/>
            </p:cNvSpPr>
            <p:nvPr/>
          </p:nvSpPr>
          <p:spPr bwMode="auto">
            <a:xfrm>
              <a:off x="583957" y="1786452"/>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912" name="AutoShape 48"/>
            <p:cNvSpPr>
              <a:spLocks/>
            </p:cNvSpPr>
            <p:nvPr/>
          </p:nvSpPr>
          <p:spPr bwMode="auto">
            <a:xfrm>
              <a:off x="571262" y="2393051"/>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913" name="AutoShape 49"/>
            <p:cNvSpPr>
              <a:spLocks/>
            </p:cNvSpPr>
            <p:nvPr/>
          </p:nvSpPr>
          <p:spPr bwMode="auto">
            <a:xfrm>
              <a:off x="0" y="16091"/>
              <a:ext cx="333659" cy="278246"/>
            </a:xfrm>
            <a:custGeom>
              <a:avLst/>
              <a:gdLst>
                <a:gd name="T0" fmla="*/ 166830 w 21600"/>
                <a:gd name="T1" fmla="*/ 139123 h 21600"/>
                <a:gd name="T2" fmla="*/ 166830 w 21600"/>
                <a:gd name="T3" fmla="*/ 139123 h 21600"/>
                <a:gd name="T4" fmla="*/ 166830 w 21600"/>
                <a:gd name="T5" fmla="*/ 139123 h 21600"/>
                <a:gd name="T6" fmla="*/ 166830 w 21600"/>
                <a:gd name="T7" fmla="*/ 1391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684" y="6869"/>
                  </a:moveTo>
                  <a:lnTo>
                    <a:pt x="18921" y="6897"/>
                  </a:lnTo>
                  <a:cubicBezTo>
                    <a:pt x="19288" y="6897"/>
                    <a:pt x="19641" y="6979"/>
                    <a:pt x="19973" y="7135"/>
                  </a:cubicBezTo>
                  <a:cubicBezTo>
                    <a:pt x="20307" y="7293"/>
                    <a:pt x="20594" y="7516"/>
                    <a:pt x="20830" y="7807"/>
                  </a:cubicBezTo>
                  <a:cubicBezTo>
                    <a:pt x="21067" y="8092"/>
                    <a:pt x="21253" y="8431"/>
                    <a:pt x="21392" y="8815"/>
                  </a:cubicBezTo>
                  <a:cubicBezTo>
                    <a:pt x="21531" y="9204"/>
                    <a:pt x="21599" y="9625"/>
                    <a:pt x="21599" y="10085"/>
                  </a:cubicBezTo>
                  <a:cubicBezTo>
                    <a:pt x="21599" y="10528"/>
                    <a:pt x="21531" y="10943"/>
                    <a:pt x="21392" y="11327"/>
                  </a:cubicBezTo>
                  <a:cubicBezTo>
                    <a:pt x="21251" y="11717"/>
                    <a:pt x="21065" y="12050"/>
                    <a:pt x="20830" y="12333"/>
                  </a:cubicBezTo>
                  <a:cubicBezTo>
                    <a:pt x="20594" y="12615"/>
                    <a:pt x="20307" y="12838"/>
                    <a:pt x="19980" y="12996"/>
                  </a:cubicBezTo>
                  <a:cubicBezTo>
                    <a:pt x="19648" y="13154"/>
                    <a:pt x="19295" y="13230"/>
                    <a:pt x="18921" y="13230"/>
                  </a:cubicBezTo>
                  <a:lnTo>
                    <a:pt x="16666" y="13230"/>
                  </a:lnTo>
                  <a:cubicBezTo>
                    <a:pt x="16593" y="13761"/>
                    <a:pt x="16444" y="14244"/>
                    <a:pt x="16225" y="14679"/>
                  </a:cubicBezTo>
                  <a:cubicBezTo>
                    <a:pt x="16301" y="15213"/>
                    <a:pt x="16272" y="15741"/>
                    <a:pt x="16141" y="16266"/>
                  </a:cubicBezTo>
                  <a:cubicBezTo>
                    <a:pt x="16009" y="16791"/>
                    <a:pt x="15797" y="17260"/>
                    <a:pt x="15503" y="17663"/>
                  </a:cubicBezTo>
                  <a:cubicBezTo>
                    <a:pt x="15503" y="18350"/>
                    <a:pt x="15397" y="18940"/>
                    <a:pt x="15182" y="19437"/>
                  </a:cubicBezTo>
                  <a:cubicBezTo>
                    <a:pt x="14968" y="19931"/>
                    <a:pt x="14683" y="20334"/>
                    <a:pt x="14333" y="20651"/>
                  </a:cubicBezTo>
                  <a:cubicBezTo>
                    <a:pt x="13980" y="20967"/>
                    <a:pt x="13568" y="21207"/>
                    <a:pt x="13099" y="21362"/>
                  </a:cubicBezTo>
                  <a:cubicBezTo>
                    <a:pt x="12631" y="21520"/>
                    <a:pt x="12132" y="21600"/>
                    <a:pt x="11605" y="21600"/>
                  </a:cubicBezTo>
                  <a:cubicBezTo>
                    <a:pt x="11018" y="21600"/>
                    <a:pt x="10463" y="21526"/>
                    <a:pt x="9931" y="21376"/>
                  </a:cubicBezTo>
                  <a:cubicBezTo>
                    <a:pt x="9401" y="21227"/>
                    <a:pt x="8893" y="21066"/>
                    <a:pt x="8401" y="20888"/>
                  </a:cubicBezTo>
                  <a:cubicBezTo>
                    <a:pt x="7909" y="20713"/>
                    <a:pt x="7426" y="20552"/>
                    <a:pt x="6958" y="20402"/>
                  </a:cubicBezTo>
                  <a:cubicBezTo>
                    <a:pt x="6489" y="20253"/>
                    <a:pt x="6026" y="20179"/>
                    <a:pt x="5567" y="20179"/>
                  </a:cubicBezTo>
                  <a:lnTo>
                    <a:pt x="1339" y="20179"/>
                  </a:lnTo>
                  <a:cubicBezTo>
                    <a:pt x="972" y="20179"/>
                    <a:pt x="656" y="20024"/>
                    <a:pt x="395" y="19713"/>
                  </a:cubicBezTo>
                  <a:cubicBezTo>
                    <a:pt x="131" y="19403"/>
                    <a:pt x="0" y="19022"/>
                    <a:pt x="0" y="18573"/>
                  </a:cubicBezTo>
                  <a:lnTo>
                    <a:pt x="0" y="9882"/>
                  </a:lnTo>
                  <a:cubicBezTo>
                    <a:pt x="0" y="9441"/>
                    <a:pt x="131" y="9063"/>
                    <a:pt x="395" y="8752"/>
                  </a:cubicBezTo>
                  <a:cubicBezTo>
                    <a:pt x="656" y="8445"/>
                    <a:pt x="972" y="8286"/>
                    <a:pt x="1339" y="8286"/>
                  </a:cubicBezTo>
                  <a:lnTo>
                    <a:pt x="5261" y="8286"/>
                  </a:lnTo>
                  <a:cubicBezTo>
                    <a:pt x="5465" y="8162"/>
                    <a:pt x="5621" y="8024"/>
                    <a:pt x="5734" y="7874"/>
                  </a:cubicBezTo>
                  <a:cubicBezTo>
                    <a:pt x="5847" y="7725"/>
                    <a:pt x="5976" y="7547"/>
                    <a:pt x="6117" y="7341"/>
                  </a:cubicBezTo>
                  <a:cubicBezTo>
                    <a:pt x="6237" y="7163"/>
                    <a:pt x="6362" y="6988"/>
                    <a:pt x="6494" y="6818"/>
                  </a:cubicBezTo>
                  <a:cubicBezTo>
                    <a:pt x="6626" y="6652"/>
                    <a:pt x="6751" y="6485"/>
                    <a:pt x="6871" y="6313"/>
                  </a:cubicBezTo>
                  <a:cubicBezTo>
                    <a:pt x="7134" y="5997"/>
                    <a:pt x="7424" y="5686"/>
                    <a:pt x="7739" y="5387"/>
                  </a:cubicBezTo>
                  <a:cubicBezTo>
                    <a:pt x="8055" y="5085"/>
                    <a:pt x="8297" y="4746"/>
                    <a:pt x="8471" y="4379"/>
                  </a:cubicBezTo>
                  <a:cubicBezTo>
                    <a:pt x="8660" y="3992"/>
                    <a:pt x="8770" y="3546"/>
                    <a:pt x="8806" y="3035"/>
                  </a:cubicBezTo>
                  <a:cubicBezTo>
                    <a:pt x="8841" y="2524"/>
                    <a:pt x="8902" y="2044"/>
                    <a:pt x="8996" y="1592"/>
                  </a:cubicBezTo>
                  <a:cubicBezTo>
                    <a:pt x="9090" y="1143"/>
                    <a:pt x="9255" y="765"/>
                    <a:pt x="9493" y="460"/>
                  </a:cubicBezTo>
                  <a:cubicBezTo>
                    <a:pt x="9731" y="155"/>
                    <a:pt x="10140" y="0"/>
                    <a:pt x="10726" y="0"/>
                  </a:cubicBezTo>
                  <a:cubicBezTo>
                    <a:pt x="11183" y="0"/>
                    <a:pt x="11602" y="115"/>
                    <a:pt x="11981" y="344"/>
                  </a:cubicBezTo>
                  <a:cubicBezTo>
                    <a:pt x="12360" y="573"/>
                    <a:pt x="12682" y="880"/>
                    <a:pt x="12946" y="1270"/>
                  </a:cubicBezTo>
                  <a:cubicBezTo>
                    <a:pt x="13207" y="1660"/>
                    <a:pt x="13412" y="2100"/>
                    <a:pt x="13560" y="2603"/>
                  </a:cubicBezTo>
                  <a:cubicBezTo>
                    <a:pt x="13706" y="3103"/>
                    <a:pt x="13782" y="3608"/>
                    <a:pt x="13782" y="4122"/>
                  </a:cubicBezTo>
                  <a:cubicBezTo>
                    <a:pt x="13782" y="4599"/>
                    <a:pt x="13723" y="5071"/>
                    <a:pt x="13605" y="5536"/>
                  </a:cubicBezTo>
                  <a:cubicBezTo>
                    <a:pt x="13490" y="6000"/>
                    <a:pt x="13346" y="6443"/>
                    <a:pt x="13172" y="6866"/>
                  </a:cubicBezTo>
                  <a:lnTo>
                    <a:pt x="14684" y="6866"/>
                  </a:lnTo>
                  <a:lnTo>
                    <a:pt x="14684" y="6869"/>
                  </a:lnTo>
                  <a:close/>
                  <a:moveTo>
                    <a:pt x="3523" y="18522"/>
                  </a:moveTo>
                  <a:cubicBezTo>
                    <a:pt x="3773" y="18522"/>
                    <a:pt x="3985" y="18420"/>
                    <a:pt x="4161" y="18220"/>
                  </a:cubicBezTo>
                  <a:cubicBezTo>
                    <a:pt x="4338" y="18016"/>
                    <a:pt x="4427" y="17762"/>
                    <a:pt x="4427" y="17455"/>
                  </a:cubicBezTo>
                  <a:cubicBezTo>
                    <a:pt x="4427" y="17158"/>
                    <a:pt x="4338" y="16904"/>
                    <a:pt x="4161" y="16689"/>
                  </a:cubicBezTo>
                  <a:cubicBezTo>
                    <a:pt x="3987" y="16478"/>
                    <a:pt x="3775" y="16373"/>
                    <a:pt x="3523" y="16373"/>
                  </a:cubicBezTo>
                  <a:cubicBezTo>
                    <a:pt x="3262" y="16373"/>
                    <a:pt x="3046" y="16478"/>
                    <a:pt x="2878" y="16689"/>
                  </a:cubicBezTo>
                  <a:cubicBezTo>
                    <a:pt x="2709" y="16901"/>
                    <a:pt x="2624" y="17155"/>
                    <a:pt x="2624" y="17455"/>
                  </a:cubicBezTo>
                  <a:cubicBezTo>
                    <a:pt x="2624" y="17768"/>
                    <a:pt x="2709" y="18025"/>
                    <a:pt x="2878" y="18223"/>
                  </a:cubicBezTo>
                  <a:cubicBezTo>
                    <a:pt x="3046" y="18423"/>
                    <a:pt x="3262" y="18522"/>
                    <a:pt x="3523" y="18522"/>
                  </a:cubicBezTo>
                  <a:moveTo>
                    <a:pt x="14907" y="11630"/>
                  </a:moveTo>
                  <a:cubicBezTo>
                    <a:pt x="15583" y="11630"/>
                    <a:pt x="16251" y="11624"/>
                    <a:pt x="16913" y="11615"/>
                  </a:cubicBezTo>
                  <a:cubicBezTo>
                    <a:pt x="17574" y="11607"/>
                    <a:pt x="18243" y="11601"/>
                    <a:pt x="18921" y="11601"/>
                  </a:cubicBezTo>
                  <a:cubicBezTo>
                    <a:pt x="19302" y="11601"/>
                    <a:pt x="19620" y="11463"/>
                    <a:pt x="19867" y="11189"/>
                  </a:cubicBezTo>
                  <a:cubicBezTo>
                    <a:pt x="20112" y="10912"/>
                    <a:pt x="20237" y="10545"/>
                    <a:pt x="20237" y="10085"/>
                  </a:cubicBezTo>
                  <a:cubicBezTo>
                    <a:pt x="20237" y="9608"/>
                    <a:pt x="20114" y="9224"/>
                    <a:pt x="19872" y="8936"/>
                  </a:cubicBezTo>
                  <a:cubicBezTo>
                    <a:pt x="19627" y="8648"/>
                    <a:pt x="19311" y="8507"/>
                    <a:pt x="18921" y="8507"/>
                  </a:cubicBezTo>
                  <a:cubicBezTo>
                    <a:pt x="17628" y="8507"/>
                    <a:pt x="16350" y="8501"/>
                    <a:pt x="15088" y="8492"/>
                  </a:cubicBezTo>
                  <a:cubicBezTo>
                    <a:pt x="13827" y="8484"/>
                    <a:pt x="12558" y="8478"/>
                    <a:pt x="11280" y="8478"/>
                  </a:cubicBezTo>
                  <a:cubicBezTo>
                    <a:pt x="11280" y="8108"/>
                    <a:pt x="11341" y="7756"/>
                    <a:pt x="11466" y="7425"/>
                  </a:cubicBezTo>
                  <a:cubicBezTo>
                    <a:pt x="11591" y="7089"/>
                    <a:pt x="11722" y="6756"/>
                    <a:pt x="11861" y="6417"/>
                  </a:cubicBezTo>
                  <a:cubicBezTo>
                    <a:pt x="12000" y="6081"/>
                    <a:pt x="12125" y="5728"/>
                    <a:pt x="12242" y="5358"/>
                  </a:cubicBezTo>
                  <a:cubicBezTo>
                    <a:pt x="12360" y="4989"/>
                    <a:pt x="12417" y="4579"/>
                    <a:pt x="12417" y="4125"/>
                  </a:cubicBezTo>
                  <a:cubicBezTo>
                    <a:pt x="12417" y="3831"/>
                    <a:pt x="12377" y="3532"/>
                    <a:pt x="12299" y="3241"/>
                  </a:cubicBezTo>
                  <a:cubicBezTo>
                    <a:pt x="12219" y="2947"/>
                    <a:pt x="12113" y="2685"/>
                    <a:pt x="11972" y="2444"/>
                  </a:cubicBezTo>
                  <a:cubicBezTo>
                    <a:pt x="11831" y="2204"/>
                    <a:pt x="11659" y="2007"/>
                    <a:pt x="11452" y="1849"/>
                  </a:cubicBezTo>
                  <a:cubicBezTo>
                    <a:pt x="11244" y="1691"/>
                    <a:pt x="11004" y="1614"/>
                    <a:pt x="10724" y="1614"/>
                  </a:cubicBezTo>
                  <a:lnTo>
                    <a:pt x="10599" y="1614"/>
                  </a:lnTo>
                  <a:cubicBezTo>
                    <a:pt x="10548" y="1614"/>
                    <a:pt x="10505" y="1623"/>
                    <a:pt x="10475" y="1640"/>
                  </a:cubicBezTo>
                  <a:cubicBezTo>
                    <a:pt x="10416" y="1676"/>
                    <a:pt x="10380" y="1713"/>
                    <a:pt x="10373" y="1747"/>
                  </a:cubicBezTo>
                  <a:cubicBezTo>
                    <a:pt x="10366" y="1787"/>
                    <a:pt x="10355" y="1843"/>
                    <a:pt x="10340" y="1922"/>
                  </a:cubicBezTo>
                  <a:cubicBezTo>
                    <a:pt x="10249" y="2453"/>
                    <a:pt x="10164" y="3012"/>
                    <a:pt x="10086" y="3594"/>
                  </a:cubicBezTo>
                  <a:cubicBezTo>
                    <a:pt x="10009" y="4172"/>
                    <a:pt x="9858" y="4703"/>
                    <a:pt x="9641" y="5181"/>
                  </a:cubicBezTo>
                  <a:cubicBezTo>
                    <a:pt x="9422" y="5638"/>
                    <a:pt x="9149" y="6036"/>
                    <a:pt x="8817" y="6369"/>
                  </a:cubicBezTo>
                  <a:cubicBezTo>
                    <a:pt x="8488" y="6702"/>
                    <a:pt x="8170" y="7055"/>
                    <a:pt x="7862" y="7425"/>
                  </a:cubicBezTo>
                  <a:cubicBezTo>
                    <a:pt x="7643" y="7705"/>
                    <a:pt x="7459" y="7956"/>
                    <a:pt x="7311" y="8188"/>
                  </a:cubicBezTo>
                  <a:cubicBezTo>
                    <a:pt x="7160" y="8419"/>
                    <a:pt x="7002" y="8634"/>
                    <a:pt x="6842" y="8837"/>
                  </a:cubicBezTo>
                  <a:cubicBezTo>
                    <a:pt x="6682" y="9038"/>
                    <a:pt x="6499" y="9229"/>
                    <a:pt x="6296" y="9404"/>
                  </a:cubicBezTo>
                  <a:cubicBezTo>
                    <a:pt x="6094" y="9580"/>
                    <a:pt x="5851" y="9738"/>
                    <a:pt x="5564" y="9885"/>
                  </a:cubicBezTo>
                  <a:lnTo>
                    <a:pt x="5508" y="9885"/>
                  </a:lnTo>
                  <a:lnTo>
                    <a:pt x="5508" y="18575"/>
                  </a:lnTo>
                  <a:cubicBezTo>
                    <a:pt x="6035" y="18575"/>
                    <a:pt x="6546" y="18649"/>
                    <a:pt x="7045" y="18796"/>
                  </a:cubicBezTo>
                  <a:cubicBezTo>
                    <a:pt x="7546" y="18945"/>
                    <a:pt x="8045" y="19103"/>
                    <a:pt x="8544" y="19270"/>
                  </a:cubicBezTo>
                  <a:cubicBezTo>
                    <a:pt x="9046" y="19439"/>
                    <a:pt x="9545" y="19595"/>
                    <a:pt x="10044" y="19744"/>
                  </a:cubicBezTo>
                  <a:cubicBezTo>
                    <a:pt x="10545" y="19894"/>
                    <a:pt x="11065" y="19965"/>
                    <a:pt x="11605" y="19965"/>
                  </a:cubicBezTo>
                  <a:cubicBezTo>
                    <a:pt x="11929" y="19965"/>
                    <a:pt x="12242" y="19931"/>
                    <a:pt x="12551" y="19860"/>
                  </a:cubicBezTo>
                  <a:cubicBezTo>
                    <a:pt x="12859" y="19787"/>
                    <a:pt x="13130" y="19662"/>
                    <a:pt x="13363" y="19485"/>
                  </a:cubicBezTo>
                  <a:cubicBezTo>
                    <a:pt x="13596" y="19310"/>
                    <a:pt x="13784" y="19072"/>
                    <a:pt x="13926" y="18776"/>
                  </a:cubicBezTo>
                  <a:cubicBezTo>
                    <a:pt x="14067" y="18479"/>
                    <a:pt x="14140" y="18112"/>
                    <a:pt x="14140" y="17666"/>
                  </a:cubicBezTo>
                  <a:cubicBezTo>
                    <a:pt x="14140" y="17542"/>
                    <a:pt x="14137" y="17421"/>
                    <a:pt x="14128" y="17308"/>
                  </a:cubicBezTo>
                  <a:cubicBezTo>
                    <a:pt x="14121" y="17195"/>
                    <a:pt x="14109" y="17084"/>
                    <a:pt x="14095" y="16980"/>
                  </a:cubicBezTo>
                  <a:cubicBezTo>
                    <a:pt x="14356" y="16833"/>
                    <a:pt x="14556" y="16593"/>
                    <a:pt x="14698" y="16263"/>
                  </a:cubicBezTo>
                  <a:cubicBezTo>
                    <a:pt x="14837" y="15927"/>
                    <a:pt x="14907" y="15597"/>
                    <a:pt x="14907" y="15263"/>
                  </a:cubicBezTo>
                  <a:cubicBezTo>
                    <a:pt x="14907" y="14910"/>
                    <a:pt x="14832" y="14605"/>
                    <a:pt x="14681" y="14343"/>
                  </a:cubicBezTo>
                  <a:cubicBezTo>
                    <a:pt x="15124" y="13902"/>
                    <a:pt x="15347" y="13346"/>
                    <a:pt x="15347" y="12680"/>
                  </a:cubicBezTo>
                  <a:cubicBezTo>
                    <a:pt x="15347" y="12474"/>
                    <a:pt x="15298" y="12276"/>
                    <a:pt x="15201" y="12093"/>
                  </a:cubicBezTo>
                  <a:cubicBezTo>
                    <a:pt x="15112" y="11912"/>
                    <a:pt x="15011" y="11757"/>
                    <a:pt x="14907" y="11630"/>
                  </a:cubicBezTo>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4" name="AutoShape 50"/>
            <p:cNvSpPr>
              <a:spLocks/>
            </p:cNvSpPr>
            <p:nvPr/>
          </p:nvSpPr>
          <p:spPr bwMode="auto">
            <a:xfrm>
              <a:off x="82833" y="641169"/>
              <a:ext cx="167994" cy="266701"/>
            </a:xfrm>
            <a:custGeom>
              <a:avLst/>
              <a:gdLst>
                <a:gd name="T0" fmla="*/ 83997 w 21600"/>
                <a:gd name="T1" fmla="*/ 133351 h 21600"/>
                <a:gd name="T2" fmla="*/ 83997 w 21600"/>
                <a:gd name="T3" fmla="*/ 133351 h 21600"/>
                <a:gd name="T4" fmla="*/ 83997 w 21600"/>
                <a:gd name="T5" fmla="*/ 133351 h 21600"/>
                <a:gd name="T6" fmla="*/ 83997 w 21600"/>
                <a:gd name="T7" fmla="*/ 133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945" y="9858"/>
                  </a:moveTo>
                  <a:cubicBezTo>
                    <a:pt x="21380" y="10131"/>
                    <a:pt x="21599" y="10447"/>
                    <a:pt x="21599" y="10811"/>
                  </a:cubicBezTo>
                  <a:cubicBezTo>
                    <a:pt x="21599" y="11178"/>
                    <a:pt x="21380" y="11495"/>
                    <a:pt x="20945" y="11768"/>
                  </a:cubicBezTo>
                  <a:lnTo>
                    <a:pt x="5904" y="21192"/>
                  </a:lnTo>
                  <a:cubicBezTo>
                    <a:pt x="5470" y="21464"/>
                    <a:pt x="4969" y="21599"/>
                    <a:pt x="4394" y="21599"/>
                  </a:cubicBezTo>
                  <a:cubicBezTo>
                    <a:pt x="3824" y="21599"/>
                    <a:pt x="3319" y="21465"/>
                    <a:pt x="2884" y="21192"/>
                  </a:cubicBezTo>
                  <a:lnTo>
                    <a:pt x="645" y="19786"/>
                  </a:lnTo>
                  <a:cubicBezTo>
                    <a:pt x="210" y="19513"/>
                    <a:pt x="0" y="19199"/>
                    <a:pt x="0" y="18839"/>
                  </a:cubicBezTo>
                  <a:cubicBezTo>
                    <a:pt x="0" y="18475"/>
                    <a:pt x="210" y="18164"/>
                    <a:pt x="645" y="17891"/>
                  </a:cubicBezTo>
                  <a:lnTo>
                    <a:pt x="12020" y="10755"/>
                  </a:lnTo>
                  <a:lnTo>
                    <a:pt x="645" y="3705"/>
                  </a:lnTo>
                  <a:cubicBezTo>
                    <a:pt x="210" y="3432"/>
                    <a:pt x="0" y="3121"/>
                    <a:pt x="0" y="2772"/>
                  </a:cubicBezTo>
                  <a:cubicBezTo>
                    <a:pt x="0" y="2423"/>
                    <a:pt x="210" y="2109"/>
                    <a:pt x="645" y="1839"/>
                  </a:cubicBezTo>
                  <a:lnTo>
                    <a:pt x="2884" y="407"/>
                  </a:lnTo>
                  <a:cubicBezTo>
                    <a:pt x="3319" y="135"/>
                    <a:pt x="3824" y="0"/>
                    <a:pt x="4408" y="0"/>
                  </a:cubicBezTo>
                  <a:cubicBezTo>
                    <a:pt x="4988" y="0"/>
                    <a:pt x="5488" y="134"/>
                    <a:pt x="5905" y="407"/>
                  </a:cubicBezTo>
                  <a:lnTo>
                    <a:pt x="20945" y="9858"/>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5" name="AutoShape 51"/>
            <p:cNvSpPr>
              <a:spLocks/>
            </p:cNvSpPr>
            <p:nvPr/>
          </p:nvSpPr>
          <p:spPr bwMode="auto">
            <a:xfrm>
              <a:off x="99612" y="1266899"/>
              <a:ext cx="120475" cy="215901"/>
            </a:xfrm>
            <a:custGeom>
              <a:avLst/>
              <a:gdLst>
                <a:gd name="T0" fmla="*/ 60237 w 21582"/>
                <a:gd name="T1" fmla="*/ 109021 h 21382"/>
                <a:gd name="T2" fmla="*/ 60237 w 21582"/>
                <a:gd name="T3" fmla="*/ 109021 h 21382"/>
                <a:gd name="T4" fmla="*/ 60237 w 21582"/>
                <a:gd name="T5" fmla="*/ 109021 h 21382"/>
                <a:gd name="T6" fmla="*/ 60237 w 21582"/>
                <a:gd name="T7" fmla="*/ 109021 h 2138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82" h="21382">
                  <a:moveTo>
                    <a:pt x="0" y="1323"/>
                  </a:moveTo>
                  <a:cubicBezTo>
                    <a:pt x="0" y="757"/>
                    <a:pt x="488" y="354"/>
                    <a:pt x="1465" y="122"/>
                  </a:cubicBezTo>
                  <a:cubicBezTo>
                    <a:pt x="2442" y="-106"/>
                    <a:pt x="3315" y="-16"/>
                    <a:pt x="4084" y="402"/>
                  </a:cubicBezTo>
                  <a:lnTo>
                    <a:pt x="20890" y="9728"/>
                  </a:lnTo>
                  <a:cubicBezTo>
                    <a:pt x="21372" y="9993"/>
                    <a:pt x="21600" y="10312"/>
                    <a:pt x="21580" y="10686"/>
                  </a:cubicBezTo>
                  <a:cubicBezTo>
                    <a:pt x="21580" y="11046"/>
                    <a:pt x="21346" y="11354"/>
                    <a:pt x="20890" y="11608"/>
                  </a:cubicBezTo>
                  <a:lnTo>
                    <a:pt x="4084" y="20971"/>
                  </a:lnTo>
                  <a:cubicBezTo>
                    <a:pt x="3315" y="21399"/>
                    <a:pt x="2442" y="21493"/>
                    <a:pt x="1465" y="21250"/>
                  </a:cubicBezTo>
                  <a:cubicBezTo>
                    <a:pt x="495" y="21018"/>
                    <a:pt x="0" y="20604"/>
                    <a:pt x="0" y="20016"/>
                  </a:cubicBezTo>
                  <a:lnTo>
                    <a:pt x="0" y="1323"/>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6" name="AutoShape 52"/>
            <p:cNvSpPr>
              <a:spLocks/>
            </p:cNvSpPr>
            <p:nvPr/>
          </p:nvSpPr>
          <p:spPr bwMode="auto">
            <a:xfrm>
              <a:off x="38524" y="1838399"/>
              <a:ext cx="267408" cy="266701"/>
            </a:xfrm>
            <a:custGeom>
              <a:avLst/>
              <a:gdLst>
                <a:gd name="T0" fmla="*/ 133704 w 21600"/>
                <a:gd name="T1" fmla="*/ 133351 h 21600"/>
                <a:gd name="T2" fmla="*/ 133704 w 21600"/>
                <a:gd name="T3" fmla="*/ 133351 h 21600"/>
                <a:gd name="T4" fmla="*/ 133704 w 21600"/>
                <a:gd name="T5" fmla="*/ 133351 h 21600"/>
                <a:gd name="T6" fmla="*/ 133704 w 21600"/>
                <a:gd name="T7" fmla="*/ 133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91" y="9858"/>
                  </a:moveTo>
                  <a:cubicBezTo>
                    <a:pt x="21461" y="10128"/>
                    <a:pt x="21599" y="10442"/>
                    <a:pt x="21599" y="10797"/>
                  </a:cubicBezTo>
                  <a:cubicBezTo>
                    <a:pt x="21599" y="11152"/>
                    <a:pt x="21461" y="11468"/>
                    <a:pt x="21191" y="11735"/>
                  </a:cubicBezTo>
                  <a:lnTo>
                    <a:pt x="11754" y="21192"/>
                  </a:lnTo>
                  <a:cubicBezTo>
                    <a:pt x="11484" y="21462"/>
                    <a:pt x="11164" y="21599"/>
                    <a:pt x="10799" y="21599"/>
                  </a:cubicBezTo>
                  <a:cubicBezTo>
                    <a:pt x="10435" y="21599"/>
                    <a:pt x="10115" y="21462"/>
                    <a:pt x="9845" y="21192"/>
                  </a:cubicBezTo>
                  <a:lnTo>
                    <a:pt x="8438" y="19786"/>
                  </a:lnTo>
                  <a:cubicBezTo>
                    <a:pt x="8165" y="19513"/>
                    <a:pt x="8033" y="19197"/>
                    <a:pt x="8033" y="18830"/>
                  </a:cubicBezTo>
                  <a:cubicBezTo>
                    <a:pt x="8033" y="18463"/>
                    <a:pt x="8165" y="18152"/>
                    <a:pt x="8438" y="17891"/>
                  </a:cubicBezTo>
                  <a:lnTo>
                    <a:pt x="13187" y="13144"/>
                  </a:lnTo>
                  <a:lnTo>
                    <a:pt x="1321" y="13144"/>
                  </a:lnTo>
                  <a:cubicBezTo>
                    <a:pt x="957" y="13144"/>
                    <a:pt x="646" y="13015"/>
                    <a:pt x="387" y="12756"/>
                  </a:cubicBezTo>
                  <a:cubicBezTo>
                    <a:pt x="132" y="12498"/>
                    <a:pt x="0" y="12178"/>
                    <a:pt x="0" y="11794"/>
                  </a:cubicBezTo>
                  <a:lnTo>
                    <a:pt x="0" y="9773"/>
                  </a:lnTo>
                  <a:cubicBezTo>
                    <a:pt x="0" y="9409"/>
                    <a:pt x="132" y="9098"/>
                    <a:pt x="387" y="8840"/>
                  </a:cubicBezTo>
                  <a:cubicBezTo>
                    <a:pt x="646" y="8581"/>
                    <a:pt x="957" y="8455"/>
                    <a:pt x="1321" y="8455"/>
                  </a:cubicBezTo>
                  <a:lnTo>
                    <a:pt x="13187" y="8455"/>
                  </a:lnTo>
                  <a:lnTo>
                    <a:pt x="8438" y="3705"/>
                  </a:lnTo>
                  <a:cubicBezTo>
                    <a:pt x="8165" y="3435"/>
                    <a:pt x="8033" y="3121"/>
                    <a:pt x="8033" y="2760"/>
                  </a:cubicBezTo>
                  <a:cubicBezTo>
                    <a:pt x="8033" y="2400"/>
                    <a:pt x="8165" y="2086"/>
                    <a:pt x="8438" y="1813"/>
                  </a:cubicBezTo>
                  <a:lnTo>
                    <a:pt x="9845" y="407"/>
                  </a:lnTo>
                  <a:cubicBezTo>
                    <a:pt x="10115" y="137"/>
                    <a:pt x="10435" y="0"/>
                    <a:pt x="10799" y="0"/>
                  </a:cubicBezTo>
                  <a:cubicBezTo>
                    <a:pt x="11164" y="0"/>
                    <a:pt x="11484" y="137"/>
                    <a:pt x="11754" y="407"/>
                  </a:cubicBezTo>
                  <a:lnTo>
                    <a:pt x="21191" y="9858"/>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7" name="AutoShape 53"/>
            <p:cNvSpPr>
              <a:spLocks/>
            </p:cNvSpPr>
            <p:nvPr/>
          </p:nvSpPr>
          <p:spPr bwMode="auto">
            <a:xfrm>
              <a:off x="18065" y="2463477"/>
              <a:ext cx="277989" cy="278246"/>
            </a:xfrm>
            <a:custGeom>
              <a:avLst/>
              <a:gdLst>
                <a:gd name="T0" fmla="*/ 138995 w 21600"/>
                <a:gd name="T1" fmla="*/ 139123 h 21600"/>
                <a:gd name="T2" fmla="*/ 138995 w 21600"/>
                <a:gd name="T3" fmla="*/ 139123 h 21600"/>
                <a:gd name="T4" fmla="*/ 138995 w 21600"/>
                <a:gd name="T5" fmla="*/ 139123 h 21600"/>
                <a:gd name="T6" fmla="*/ 138995 w 21600"/>
                <a:gd name="T7" fmla="*/ 1391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0800"/>
                  </a:moveTo>
                  <a:cubicBezTo>
                    <a:pt x="21599" y="12296"/>
                    <a:pt x="21320" y="13696"/>
                    <a:pt x="20760" y="15009"/>
                  </a:cubicBezTo>
                  <a:cubicBezTo>
                    <a:pt x="20204" y="16322"/>
                    <a:pt x="19430" y="17466"/>
                    <a:pt x="18446" y="18443"/>
                  </a:cubicBezTo>
                  <a:cubicBezTo>
                    <a:pt x="17466" y="19423"/>
                    <a:pt x="16322" y="20191"/>
                    <a:pt x="15014" y="20752"/>
                  </a:cubicBezTo>
                  <a:cubicBezTo>
                    <a:pt x="13705" y="21320"/>
                    <a:pt x="12304" y="21600"/>
                    <a:pt x="10804" y="21600"/>
                  </a:cubicBezTo>
                  <a:cubicBezTo>
                    <a:pt x="9309" y="21600"/>
                    <a:pt x="7905" y="21320"/>
                    <a:pt x="6594" y="20752"/>
                  </a:cubicBezTo>
                  <a:cubicBezTo>
                    <a:pt x="5280" y="20191"/>
                    <a:pt x="4136" y="19420"/>
                    <a:pt x="3155" y="18443"/>
                  </a:cubicBezTo>
                  <a:cubicBezTo>
                    <a:pt x="2181" y="17466"/>
                    <a:pt x="1406" y="16322"/>
                    <a:pt x="844" y="15009"/>
                  </a:cubicBezTo>
                  <a:cubicBezTo>
                    <a:pt x="282" y="13696"/>
                    <a:pt x="0" y="12296"/>
                    <a:pt x="0" y="10800"/>
                  </a:cubicBezTo>
                  <a:cubicBezTo>
                    <a:pt x="0" y="9303"/>
                    <a:pt x="282" y="7903"/>
                    <a:pt x="844" y="6590"/>
                  </a:cubicBezTo>
                  <a:cubicBezTo>
                    <a:pt x="1407" y="5277"/>
                    <a:pt x="2181" y="4136"/>
                    <a:pt x="3155" y="3156"/>
                  </a:cubicBezTo>
                  <a:cubicBezTo>
                    <a:pt x="4136" y="2177"/>
                    <a:pt x="5280" y="1409"/>
                    <a:pt x="6594" y="844"/>
                  </a:cubicBezTo>
                  <a:cubicBezTo>
                    <a:pt x="7905" y="282"/>
                    <a:pt x="9309" y="0"/>
                    <a:pt x="10804" y="0"/>
                  </a:cubicBezTo>
                  <a:cubicBezTo>
                    <a:pt x="12304" y="0"/>
                    <a:pt x="13705" y="282"/>
                    <a:pt x="15014" y="844"/>
                  </a:cubicBezTo>
                  <a:cubicBezTo>
                    <a:pt x="16322" y="1409"/>
                    <a:pt x="17466" y="2179"/>
                    <a:pt x="18446" y="3156"/>
                  </a:cubicBezTo>
                  <a:cubicBezTo>
                    <a:pt x="19430" y="4136"/>
                    <a:pt x="20204" y="5277"/>
                    <a:pt x="20760" y="6590"/>
                  </a:cubicBezTo>
                  <a:cubicBezTo>
                    <a:pt x="21320" y="7903"/>
                    <a:pt x="21599" y="9303"/>
                    <a:pt x="21599" y="10800"/>
                  </a:cubicBezTo>
                  <a:moveTo>
                    <a:pt x="10143" y="18084"/>
                  </a:moveTo>
                  <a:cubicBezTo>
                    <a:pt x="10323" y="18262"/>
                    <a:pt x="10541" y="18355"/>
                    <a:pt x="10787" y="18355"/>
                  </a:cubicBezTo>
                  <a:cubicBezTo>
                    <a:pt x="11033" y="18355"/>
                    <a:pt x="11261" y="18265"/>
                    <a:pt x="11471" y="18084"/>
                  </a:cubicBezTo>
                  <a:lnTo>
                    <a:pt x="18085" y="11460"/>
                  </a:lnTo>
                  <a:cubicBezTo>
                    <a:pt x="18263" y="11282"/>
                    <a:pt x="18353" y="11059"/>
                    <a:pt x="18359" y="10799"/>
                  </a:cubicBezTo>
                  <a:cubicBezTo>
                    <a:pt x="18364" y="10540"/>
                    <a:pt x="18271" y="10317"/>
                    <a:pt x="18085" y="10142"/>
                  </a:cubicBezTo>
                  <a:lnTo>
                    <a:pt x="11471" y="3515"/>
                  </a:lnTo>
                  <a:cubicBezTo>
                    <a:pt x="11290" y="3337"/>
                    <a:pt x="11069" y="3244"/>
                    <a:pt x="10804" y="3244"/>
                  </a:cubicBezTo>
                  <a:cubicBezTo>
                    <a:pt x="10547" y="3244"/>
                    <a:pt x="10323" y="3334"/>
                    <a:pt x="10143" y="3515"/>
                  </a:cubicBezTo>
                  <a:lnTo>
                    <a:pt x="9142" y="4514"/>
                  </a:lnTo>
                  <a:cubicBezTo>
                    <a:pt x="8962" y="4692"/>
                    <a:pt x="8868" y="4910"/>
                    <a:pt x="8866" y="5161"/>
                  </a:cubicBezTo>
                  <a:cubicBezTo>
                    <a:pt x="8863" y="5412"/>
                    <a:pt x="8953" y="5638"/>
                    <a:pt x="9142" y="5836"/>
                  </a:cubicBezTo>
                  <a:lnTo>
                    <a:pt x="12471" y="9162"/>
                  </a:lnTo>
                  <a:lnTo>
                    <a:pt x="4178" y="9162"/>
                  </a:lnTo>
                  <a:cubicBezTo>
                    <a:pt x="3918" y="9162"/>
                    <a:pt x="3698" y="9249"/>
                    <a:pt x="3514" y="9427"/>
                  </a:cubicBezTo>
                  <a:cubicBezTo>
                    <a:pt x="3336" y="9602"/>
                    <a:pt x="3246" y="9820"/>
                    <a:pt x="3246" y="10080"/>
                  </a:cubicBezTo>
                  <a:lnTo>
                    <a:pt x="3246" y="11486"/>
                  </a:lnTo>
                  <a:cubicBezTo>
                    <a:pt x="3246" y="11748"/>
                    <a:pt x="3339" y="11971"/>
                    <a:pt x="3523" y="12155"/>
                  </a:cubicBezTo>
                  <a:cubicBezTo>
                    <a:pt x="3709" y="12338"/>
                    <a:pt x="3927" y="12431"/>
                    <a:pt x="4178" y="12431"/>
                  </a:cubicBezTo>
                  <a:lnTo>
                    <a:pt x="12471" y="12431"/>
                  </a:lnTo>
                  <a:lnTo>
                    <a:pt x="9142" y="15758"/>
                  </a:lnTo>
                  <a:cubicBezTo>
                    <a:pt x="8962" y="15938"/>
                    <a:pt x="8868" y="16159"/>
                    <a:pt x="8866" y="16413"/>
                  </a:cubicBezTo>
                  <a:cubicBezTo>
                    <a:pt x="8863" y="16667"/>
                    <a:pt x="8953" y="16893"/>
                    <a:pt x="9142" y="17082"/>
                  </a:cubicBezTo>
                  <a:lnTo>
                    <a:pt x="10143" y="18084"/>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36918" name="AutoShape 54"/>
          <p:cNvSpPr>
            <a:spLocks/>
          </p:cNvSpPr>
          <p:nvPr/>
        </p:nvSpPr>
        <p:spPr bwMode="auto">
          <a:xfrm>
            <a:off x="176530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19" name="AutoShape 55"/>
          <p:cNvSpPr>
            <a:spLocks/>
          </p:cNvSpPr>
          <p:nvPr/>
        </p:nvSpPr>
        <p:spPr bwMode="auto">
          <a:xfrm>
            <a:off x="124079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20" name="AutoShape 56"/>
          <p:cNvSpPr>
            <a:spLocks/>
          </p:cNvSpPr>
          <p:nvPr/>
        </p:nvSpPr>
        <p:spPr bwMode="auto">
          <a:xfrm>
            <a:off x="74168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21" name="AutoShape 57"/>
          <p:cNvSpPr>
            <a:spLocks/>
          </p:cNvSpPr>
          <p:nvPr/>
        </p:nvSpPr>
        <p:spPr bwMode="auto">
          <a:xfrm>
            <a:off x="24003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22" name="AutoShape 58"/>
          <p:cNvSpPr>
            <a:spLocks/>
          </p:cNvSpPr>
          <p:nvPr/>
        </p:nvSpPr>
        <p:spPr bwMode="auto">
          <a:xfrm>
            <a:off x="24130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6923" name="AutoShape 59"/>
          <p:cNvSpPr>
            <a:spLocks/>
          </p:cNvSpPr>
          <p:nvPr/>
        </p:nvSpPr>
        <p:spPr bwMode="auto">
          <a:xfrm>
            <a:off x="74295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6924" name="AutoShape 60"/>
          <p:cNvSpPr>
            <a:spLocks/>
          </p:cNvSpPr>
          <p:nvPr/>
        </p:nvSpPr>
        <p:spPr bwMode="auto">
          <a:xfrm>
            <a:off x="176403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6925" name="AutoShape 61"/>
          <p:cNvSpPr>
            <a:spLocks/>
          </p:cNvSpPr>
          <p:nvPr/>
        </p:nvSpPr>
        <p:spPr bwMode="auto">
          <a:xfrm>
            <a:off x="124079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6868"/>
                                        </p:tgtEl>
                                        <p:attrNameLst>
                                          <p:attrName>style.visibility</p:attrName>
                                        </p:attrNameLst>
                                      </p:cBhvr>
                                      <p:to>
                                        <p:strVal val="visible"/>
                                      </p:to>
                                    </p:set>
                                    <p:anim calcmode="lin" valueType="num">
                                      <p:cBhvr additive="base">
                                        <p:cTn id="7" dur="500" fill="hold"/>
                                        <p:tgtEl>
                                          <p:spTgt spid="36868"/>
                                        </p:tgtEl>
                                        <p:attrNameLst>
                                          <p:attrName>ppt_x</p:attrName>
                                        </p:attrNameLst>
                                      </p:cBhvr>
                                      <p:tavLst>
                                        <p:tav tm="0">
                                          <p:val>
                                            <p:strVal val="1+#ppt_w/2"/>
                                          </p:val>
                                        </p:tav>
                                        <p:tav tm="100000">
                                          <p:val>
                                            <p:strVal val="#ppt_x"/>
                                          </p:val>
                                        </p:tav>
                                      </p:tavLst>
                                    </p:anim>
                                    <p:anim calcmode="lin" valueType="num">
                                      <p:cBhvr additive="base">
                                        <p:cTn id="8" dur="500" fill="hold"/>
                                        <p:tgtEl>
                                          <p:spTgt spid="3686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6869"/>
                                        </p:tgtEl>
                                        <p:attrNameLst>
                                          <p:attrName>style.visibility</p:attrName>
                                        </p:attrNameLst>
                                      </p:cBhvr>
                                      <p:to>
                                        <p:strVal val="visible"/>
                                      </p:to>
                                    </p:set>
                                    <p:anim calcmode="lin" valueType="num">
                                      <p:cBhvr additive="base">
                                        <p:cTn id="12" dur="500" fill="hold"/>
                                        <p:tgtEl>
                                          <p:spTgt spid="36869"/>
                                        </p:tgtEl>
                                        <p:attrNameLst>
                                          <p:attrName>ppt_x</p:attrName>
                                        </p:attrNameLst>
                                      </p:cBhvr>
                                      <p:tavLst>
                                        <p:tav tm="0">
                                          <p:val>
                                            <p:strVal val="1+#ppt_w/2"/>
                                          </p:val>
                                        </p:tav>
                                        <p:tav tm="100000">
                                          <p:val>
                                            <p:strVal val="#ppt_x"/>
                                          </p:val>
                                        </p:tav>
                                      </p:tavLst>
                                    </p:anim>
                                    <p:anim calcmode="lin" valueType="num">
                                      <p:cBhvr additive="base">
                                        <p:cTn id="13" dur="500" fill="hold"/>
                                        <p:tgtEl>
                                          <p:spTgt spid="3686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6866"/>
                                        </p:tgtEl>
                                        <p:attrNameLst>
                                          <p:attrName>style.visibility</p:attrName>
                                        </p:attrNameLst>
                                      </p:cBhvr>
                                      <p:to>
                                        <p:strVal val="visible"/>
                                      </p:to>
                                    </p:set>
                                    <p:anim calcmode="lin" valueType="num">
                                      <p:cBhvr additive="base">
                                        <p:cTn id="17" dur="500" fill="hold"/>
                                        <p:tgtEl>
                                          <p:spTgt spid="36866"/>
                                        </p:tgtEl>
                                        <p:attrNameLst>
                                          <p:attrName>ppt_x</p:attrName>
                                        </p:attrNameLst>
                                      </p:cBhvr>
                                      <p:tavLst>
                                        <p:tav tm="0">
                                          <p:val>
                                            <p:strVal val="1+#ppt_w/2"/>
                                          </p:val>
                                        </p:tav>
                                        <p:tav tm="100000">
                                          <p:val>
                                            <p:strVal val="#ppt_x"/>
                                          </p:val>
                                        </p:tav>
                                      </p:tavLst>
                                    </p:anim>
                                    <p:anim calcmode="lin" valueType="num">
                                      <p:cBhvr additive="base">
                                        <p:cTn id="18" dur="500" fill="hold"/>
                                        <p:tgtEl>
                                          <p:spTgt spid="3686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36870"/>
                                        </p:tgtEl>
                                        <p:attrNameLst>
                                          <p:attrName>style.visibility</p:attrName>
                                        </p:attrNameLst>
                                      </p:cBhvr>
                                      <p:to>
                                        <p:strVal val="visible"/>
                                      </p:to>
                                    </p:set>
                                    <p:animEffect transition="in" filter="dissolve">
                                      <p:cBhvr>
                                        <p:cTn id="22" dur="500"/>
                                        <p:tgtEl>
                                          <p:spTgt spid="3687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36871"/>
                                        </p:tgtEl>
                                        <p:attrNameLst>
                                          <p:attrName>style.visibility</p:attrName>
                                        </p:attrNameLst>
                                      </p:cBhvr>
                                      <p:to>
                                        <p:strVal val="visible"/>
                                      </p:to>
                                    </p:set>
                                    <p:animEffect transition="in" filter="dissolve">
                                      <p:cBhvr>
                                        <p:cTn id="26" dur="500"/>
                                        <p:tgtEl>
                                          <p:spTgt spid="3687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36872"/>
                                        </p:tgtEl>
                                        <p:attrNameLst>
                                          <p:attrName>style.visibility</p:attrName>
                                        </p:attrNameLst>
                                      </p:cBhvr>
                                      <p:to>
                                        <p:strVal val="visible"/>
                                      </p:to>
                                    </p:set>
                                    <p:animEffect transition="in" filter="dissolve">
                                      <p:cBhvr>
                                        <p:cTn id="30" dur="500"/>
                                        <p:tgtEl>
                                          <p:spTgt spid="3687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36873"/>
                                        </p:tgtEl>
                                        <p:attrNameLst>
                                          <p:attrName>style.visibility</p:attrName>
                                        </p:attrNameLst>
                                      </p:cBhvr>
                                      <p:to>
                                        <p:strVal val="visible"/>
                                      </p:to>
                                    </p:set>
                                    <p:animEffect transition="in" filter="dissolve">
                                      <p:cBhvr>
                                        <p:cTn id="34" dur="500"/>
                                        <p:tgtEl>
                                          <p:spTgt spid="36873"/>
                                        </p:tgtEl>
                                      </p:cBhvr>
                                    </p:animEffect>
                                  </p:childTnLst>
                                </p:cTn>
                              </p:par>
                            </p:childTnLst>
                          </p:cTn>
                        </p:par>
                        <p:par>
                          <p:cTn id="35" fill="hold" nodeType="afterGroup">
                            <p:stCondLst>
                              <p:cond delay="3500"/>
                            </p:stCondLst>
                            <p:childTnLst>
                              <p:par>
                                <p:cTn id="36" presetID="23" presetClass="entr" presetSubtype="32" fill="hold" nodeType="afterEffect">
                                  <p:stCondLst>
                                    <p:cond delay="0"/>
                                  </p:stCondLst>
                                  <p:childTnLst>
                                    <p:set>
                                      <p:cBhvr>
                                        <p:cTn id="37" dur="1" fill="hold">
                                          <p:stCondLst>
                                            <p:cond delay="0"/>
                                          </p:stCondLst>
                                        </p:cTn>
                                        <p:tgtEl>
                                          <p:spTgt spid="36874"/>
                                        </p:tgtEl>
                                        <p:attrNameLst>
                                          <p:attrName>style.visibility</p:attrName>
                                        </p:attrNameLst>
                                      </p:cBhvr>
                                      <p:to>
                                        <p:strVal val="visible"/>
                                      </p:to>
                                    </p:set>
                                    <p:anim calcmode="lin" valueType="num">
                                      <p:cBhvr>
                                        <p:cTn id="38" dur="500" fill="hold"/>
                                        <p:tgtEl>
                                          <p:spTgt spid="36874"/>
                                        </p:tgtEl>
                                        <p:attrNameLst>
                                          <p:attrName>ppt_w</p:attrName>
                                        </p:attrNameLst>
                                      </p:cBhvr>
                                      <p:tavLst>
                                        <p:tav tm="0">
                                          <p:val>
                                            <p:strVal val="4*#ppt_w"/>
                                          </p:val>
                                        </p:tav>
                                        <p:tav tm="100000">
                                          <p:val>
                                            <p:strVal val="#ppt_w"/>
                                          </p:val>
                                        </p:tav>
                                      </p:tavLst>
                                    </p:anim>
                                    <p:anim calcmode="lin" valueType="num">
                                      <p:cBhvr>
                                        <p:cTn id="39" dur="500" fill="hold"/>
                                        <p:tgtEl>
                                          <p:spTgt spid="36874"/>
                                        </p:tgtEl>
                                        <p:attrNameLst>
                                          <p:attrName>ppt_h</p:attrName>
                                        </p:attrNameLst>
                                      </p:cBhvr>
                                      <p:tavLst>
                                        <p:tav tm="0">
                                          <p:val>
                                            <p:strVal val="4*#ppt_h"/>
                                          </p:val>
                                        </p:tav>
                                        <p:tav tm="100000">
                                          <p:val>
                                            <p:strVal val="#ppt_h"/>
                                          </p:val>
                                        </p:tav>
                                      </p:tavLst>
                                    </p:anim>
                                  </p:childTnLst>
                                </p:cTn>
                              </p:par>
                            </p:childTnLst>
                          </p:cTn>
                        </p:par>
                        <p:par>
                          <p:cTn id="40" fill="hold" nodeType="afterGroup">
                            <p:stCondLst>
                              <p:cond delay="4000"/>
                            </p:stCondLst>
                            <p:childTnLst>
                              <p:par>
                                <p:cTn id="41" presetID="23" presetClass="entr" presetSubtype="32" fill="hold" nodeType="afterEffect">
                                  <p:stCondLst>
                                    <p:cond delay="0"/>
                                  </p:stCondLst>
                                  <p:childTnLst>
                                    <p:set>
                                      <p:cBhvr>
                                        <p:cTn id="42" dur="1" fill="hold">
                                          <p:stCondLst>
                                            <p:cond delay="0"/>
                                          </p:stCondLst>
                                        </p:cTn>
                                        <p:tgtEl>
                                          <p:spTgt spid="36896"/>
                                        </p:tgtEl>
                                        <p:attrNameLst>
                                          <p:attrName>style.visibility</p:attrName>
                                        </p:attrNameLst>
                                      </p:cBhvr>
                                      <p:to>
                                        <p:strVal val="visible"/>
                                      </p:to>
                                    </p:set>
                                    <p:anim calcmode="lin" valueType="num">
                                      <p:cBhvr>
                                        <p:cTn id="43" dur="500" fill="hold"/>
                                        <p:tgtEl>
                                          <p:spTgt spid="36896"/>
                                        </p:tgtEl>
                                        <p:attrNameLst>
                                          <p:attrName>ppt_w</p:attrName>
                                        </p:attrNameLst>
                                      </p:cBhvr>
                                      <p:tavLst>
                                        <p:tav tm="0">
                                          <p:val>
                                            <p:strVal val="4*#ppt_w"/>
                                          </p:val>
                                        </p:tav>
                                        <p:tav tm="100000">
                                          <p:val>
                                            <p:strVal val="#ppt_w"/>
                                          </p:val>
                                        </p:tav>
                                      </p:tavLst>
                                    </p:anim>
                                    <p:anim calcmode="lin" valueType="num">
                                      <p:cBhvr>
                                        <p:cTn id="44" dur="500" fill="hold"/>
                                        <p:tgtEl>
                                          <p:spTgt spid="36896"/>
                                        </p:tgtEl>
                                        <p:attrNameLst>
                                          <p:attrName>ppt_h</p:attrName>
                                        </p:attrNameLst>
                                      </p:cBhvr>
                                      <p:tavLst>
                                        <p:tav tm="0">
                                          <p:val>
                                            <p:strVal val="4*#ppt_h"/>
                                          </p:val>
                                        </p:tav>
                                        <p:tav tm="100000">
                                          <p:val>
                                            <p:strVal val="#ppt_h"/>
                                          </p:val>
                                        </p:tav>
                                      </p:tavLst>
                                    </p:anim>
                                  </p:childTnLst>
                                </p:cTn>
                              </p:par>
                            </p:childTnLst>
                          </p:cTn>
                        </p:par>
                        <p:par>
                          <p:cTn id="45" fill="hold" nodeType="afterGroup">
                            <p:stCondLst>
                              <p:cond delay="4500"/>
                            </p:stCondLst>
                            <p:childTnLst>
                              <p:par>
                                <p:cTn id="46" presetID="23" presetClass="entr" presetSubtype="32" fill="hold" nodeType="afterEffect">
                                  <p:stCondLst>
                                    <p:cond delay="0"/>
                                  </p:stCondLst>
                                  <p:childTnLst>
                                    <p:set>
                                      <p:cBhvr>
                                        <p:cTn id="47" dur="1" fill="hold">
                                          <p:stCondLst>
                                            <p:cond delay="0"/>
                                          </p:stCondLst>
                                        </p:cTn>
                                        <p:tgtEl>
                                          <p:spTgt spid="36885"/>
                                        </p:tgtEl>
                                        <p:attrNameLst>
                                          <p:attrName>style.visibility</p:attrName>
                                        </p:attrNameLst>
                                      </p:cBhvr>
                                      <p:to>
                                        <p:strVal val="visible"/>
                                      </p:to>
                                    </p:set>
                                    <p:anim calcmode="lin" valueType="num">
                                      <p:cBhvr>
                                        <p:cTn id="48" dur="500" fill="hold"/>
                                        <p:tgtEl>
                                          <p:spTgt spid="36885"/>
                                        </p:tgtEl>
                                        <p:attrNameLst>
                                          <p:attrName>ppt_w</p:attrName>
                                        </p:attrNameLst>
                                      </p:cBhvr>
                                      <p:tavLst>
                                        <p:tav tm="0">
                                          <p:val>
                                            <p:strVal val="4*#ppt_w"/>
                                          </p:val>
                                        </p:tav>
                                        <p:tav tm="100000">
                                          <p:val>
                                            <p:strVal val="#ppt_w"/>
                                          </p:val>
                                        </p:tav>
                                      </p:tavLst>
                                    </p:anim>
                                    <p:anim calcmode="lin" valueType="num">
                                      <p:cBhvr>
                                        <p:cTn id="49" dur="500" fill="hold"/>
                                        <p:tgtEl>
                                          <p:spTgt spid="36885"/>
                                        </p:tgtEl>
                                        <p:attrNameLst>
                                          <p:attrName>ppt_h</p:attrName>
                                        </p:attrNameLst>
                                      </p:cBhvr>
                                      <p:tavLst>
                                        <p:tav tm="0">
                                          <p:val>
                                            <p:strVal val="4*#ppt_h"/>
                                          </p:val>
                                        </p:tav>
                                        <p:tav tm="100000">
                                          <p:val>
                                            <p:strVal val="#ppt_h"/>
                                          </p:val>
                                        </p:tav>
                                      </p:tavLst>
                                    </p:anim>
                                  </p:childTnLst>
                                </p:cTn>
                              </p:par>
                            </p:childTnLst>
                          </p:cTn>
                        </p:par>
                        <p:par>
                          <p:cTn id="50" fill="hold" nodeType="afterGroup">
                            <p:stCondLst>
                              <p:cond delay="5000"/>
                            </p:stCondLst>
                            <p:childTnLst>
                              <p:par>
                                <p:cTn id="51" presetID="23" presetClass="entr" presetSubtype="32" fill="hold" nodeType="afterEffect">
                                  <p:stCondLst>
                                    <p:cond delay="0"/>
                                  </p:stCondLst>
                                  <p:childTnLst>
                                    <p:set>
                                      <p:cBhvr>
                                        <p:cTn id="52" dur="1" fill="hold">
                                          <p:stCondLst>
                                            <p:cond delay="0"/>
                                          </p:stCondLst>
                                        </p:cTn>
                                        <p:tgtEl>
                                          <p:spTgt spid="36907"/>
                                        </p:tgtEl>
                                        <p:attrNameLst>
                                          <p:attrName>style.visibility</p:attrName>
                                        </p:attrNameLst>
                                      </p:cBhvr>
                                      <p:to>
                                        <p:strVal val="visible"/>
                                      </p:to>
                                    </p:set>
                                    <p:anim calcmode="lin" valueType="num">
                                      <p:cBhvr>
                                        <p:cTn id="53" dur="500" fill="hold"/>
                                        <p:tgtEl>
                                          <p:spTgt spid="36907"/>
                                        </p:tgtEl>
                                        <p:attrNameLst>
                                          <p:attrName>ppt_w</p:attrName>
                                        </p:attrNameLst>
                                      </p:cBhvr>
                                      <p:tavLst>
                                        <p:tav tm="0">
                                          <p:val>
                                            <p:strVal val="4*#ppt_w"/>
                                          </p:val>
                                        </p:tav>
                                        <p:tav tm="100000">
                                          <p:val>
                                            <p:strVal val="#ppt_w"/>
                                          </p:val>
                                        </p:tav>
                                      </p:tavLst>
                                    </p:anim>
                                    <p:anim calcmode="lin" valueType="num">
                                      <p:cBhvr>
                                        <p:cTn id="54" dur="500" fill="hold"/>
                                        <p:tgtEl>
                                          <p:spTgt spid="36907"/>
                                        </p:tgtEl>
                                        <p:attrNameLst>
                                          <p:attrName>ppt_h</p:attrName>
                                        </p:attrNameLst>
                                      </p:cBhvr>
                                      <p:tavLst>
                                        <p:tav tm="0">
                                          <p:val>
                                            <p:strVal val="4*#ppt_h"/>
                                          </p:val>
                                        </p:tav>
                                        <p:tav tm="100000">
                                          <p:val>
                                            <p:strVal val="#ppt_h"/>
                                          </p:val>
                                        </p:tav>
                                      </p:tavLst>
                                    </p:anim>
                                  </p:childTnLst>
                                </p:cTn>
                              </p:par>
                            </p:childTnLst>
                          </p:cTn>
                        </p:par>
                        <p:par>
                          <p:cTn id="55" fill="hold" nodeType="afterGroup">
                            <p:stCondLst>
                              <p:cond delay="5500"/>
                            </p:stCondLst>
                            <p:childTnLst>
                              <p:par>
                                <p:cTn id="56" presetID="9" presetClass="entr" presetSubtype="0" fill="hold" grpId="0" nodeType="afterEffect">
                                  <p:stCondLst>
                                    <p:cond delay="0"/>
                                  </p:stCondLst>
                                  <p:childTnLst>
                                    <p:set>
                                      <p:cBhvr>
                                        <p:cTn id="57" dur="1" fill="hold">
                                          <p:stCondLst>
                                            <p:cond delay="0"/>
                                          </p:stCondLst>
                                        </p:cTn>
                                        <p:tgtEl>
                                          <p:spTgt spid="36921"/>
                                        </p:tgtEl>
                                        <p:attrNameLst>
                                          <p:attrName>style.visibility</p:attrName>
                                        </p:attrNameLst>
                                      </p:cBhvr>
                                      <p:to>
                                        <p:strVal val="visible"/>
                                      </p:to>
                                    </p:set>
                                    <p:animEffect transition="in" filter="dissolve">
                                      <p:cBhvr>
                                        <p:cTn id="58" dur="500"/>
                                        <p:tgtEl>
                                          <p:spTgt spid="36921"/>
                                        </p:tgtEl>
                                      </p:cBhvr>
                                    </p:animEffect>
                                  </p:childTnLst>
                                </p:cTn>
                              </p:par>
                            </p:childTnLst>
                          </p:cTn>
                        </p:par>
                        <p:par>
                          <p:cTn id="59" fill="hold" nodeType="afterGroup">
                            <p:stCondLst>
                              <p:cond delay="6000"/>
                            </p:stCondLst>
                            <p:childTnLst>
                              <p:par>
                                <p:cTn id="60" presetID="9" presetClass="entr" presetSubtype="0" fill="hold" grpId="0" nodeType="afterEffect">
                                  <p:stCondLst>
                                    <p:cond delay="0"/>
                                  </p:stCondLst>
                                  <p:childTnLst>
                                    <p:set>
                                      <p:cBhvr>
                                        <p:cTn id="61" dur="1" fill="hold">
                                          <p:stCondLst>
                                            <p:cond delay="0"/>
                                          </p:stCondLst>
                                        </p:cTn>
                                        <p:tgtEl>
                                          <p:spTgt spid="36920"/>
                                        </p:tgtEl>
                                        <p:attrNameLst>
                                          <p:attrName>style.visibility</p:attrName>
                                        </p:attrNameLst>
                                      </p:cBhvr>
                                      <p:to>
                                        <p:strVal val="visible"/>
                                      </p:to>
                                    </p:set>
                                    <p:animEffect transition="in" filter="dissolve">
                                      <p:cBhvr>
                                        <p:cTn id="62" dur="500"/>
                                        <p:tgtEl>
                                          <p:spTgt spid="36920"/>
                                        </p:tgtEl>
                                      </p:cBhvr>
                                    </p:animEffect>
                                  </p:childTnLst>
                                </p:cTn>
                              </p:par>
                            </p:childTnLst>
                          </p:cTn>
                        </p:par>
                        <p:par>
                          <p:cTn id="63" fill="hold" nodeType="afterGroup">
                            <p:stCondLst>
                              <p:cond delay="6500"/>
                            </p:stCondLst>
                            <p:childTnLst>
                              <p:par>
                                <p:cTn id="64" presetID="9" presetClass="entr" presetSubtype="0" fill="hold" grpId="0" nodeType="afterEffect">
                                  <p:stCondLst>
                                    <p:cond delay="0"/>
                                  </p:stCondLst>
                                  <p:childTnLst>
                                    <p:set>
                                      <p:cBhvr>
                                        <p:cTn id="65" dur="1" fill="hold">
                                          <p:stCondLst>
                                            <p:cond delay="0"/>
                                          </p:stCondLst>
                                        </p:cTn>
                                        <p:tgtEl>
                                          <p:spTgt spid="36919"/>
                                        </p:tgtEl>
                                        <p:attrNameLst>
                                          <p:attrName>style.visibility</p:attrName>
                                        </p:attrNameLst>
                                      </p:cBhvr>
                                      <p:to>
                                        <p:strVal val="visible"/>
                                      </p:to>
                                    </p:set>
                                    <p:animEffect transition="in" filter="dissolve">
                                      <p:cBhvr>
                                        <p:cTn id="66" dur="500"/>
                                        <p:tgtEl>
                                          <p:spTgt spid="36919"/>
                                        </p:tgtEl>
                                      </p:cBhvr>
                                    </p:animEffect>
                                  </p:childTnLst>
                                </p:cTn>
                              </p:par>
                            </p:childTnLst>
                          </p:cTn>
                        </p:par>
                        <p:par>
                          <p:cTn id="67" fill="hold" nodeType="afterGroup">
                            <p:stCondLst>
                              <p:cond delay="7000"/>
                            </p:stCondLst>
                            <p:childTnLst>
                              <p:par>
                                <p:cTn id="68" presetID="9" presetClass="entr" presetSubtype="0" fill="hold" grpId="0" nodeType="afterEffect">
                                  <p:stCondLst>
                                    <p:cond delay="0"/>
                                  </p:stCondLst>
                                  <p:childTnLst>
                                    <p:set>
                                      <p:cBhvr>
                                        <p:cTn id="69" dur="1" fill="hold">
                                          <p:stCondLst>
                                            <p:cond delay="0"/>
                                          </p:stCondLst>
                                        </p:cTn>
                                        <p:tgtEl>
                                          <p:spTgt spid="36918"/>
                                        </p:tgtEl>
                                        <p:attrNameLst>
                                          <p:attrName>style.visibility</p:attrName>
                                        </p:attrNameLst>
                                      </p:cBhvr>
                                      <p:to>
                                        <p:strVal val="visible"/>
                                      </p:to>
                                    </p:set>
                                    <p:animEffect transition="in" filter="dissolve">
                                      <p:cBhvr>
                                        <p:cTn id="70" dur="500"/>
                                        <p:tgtEl>
                                          <p:spTgt spid="36918"/>
                                        </p:tgtEl>
                                      </p:cBhvr>
                                    </p:animEffect>
                                  </p:childTnLst>
                                </p:cTn>
                              </p:par>
                            </p:childTnLst>
                          </p:cTn>
                        </p:par>
                        <p:par>
                          <p:cTn id="71" fill="hold" nodeType="afterGroup">
                            <p:stCondLst>
                              <p:cond delay="7500"/>
                            </p:stCondLst>
                            <p:childTnLst>
                              <p:par>
                                <p:cTn id="72" presetID="9" presetClass="entr" presetSubtype="0" fill="hold" grpId="0" nodeType="afterEffect">
                                  <p:stCondLst>
                                    <p:cond delay="0"/>
                                  </p:stCondLst>
                                  <p:childTnLst>
                                    <p:set>
                                      <p:cBhvr>
                                        <p:cTn id="73" dur="1" fill="hold">
                                          <p:stCondLst>
                                            <p:cond delay="0"/>
                                          </p:stCondLst>
                                        </p:cTn>
                                        <p:tgtEl>
                                          <p:spTgt spid="36922"/>
                                        </p:tgtEl>
                                        <p:attrNameLst>
                                          <p:attrName>style.visibility</p:attrName>
                                        </p:attrNameLst>
                                      </p:cBhvr>
                                      <p:to>
                                        <p:strVal val="visible"/>
                                      </p:to>
                                    </p:set>
                                    <p:animEffect transition="in" filter="dissolve">
                                      <p:cBhvr>
                                        <p:cTn id="74" dur="500"/>
                                        <p:tgtEl>
                                          <p:spTgt spid="36922"/>
                                        </p:tgtEl>
                                      </p:cBhvr>
                                    </p:animEffect>
                                  </p:childTnLst>
                                </p:cTn>
                              </p:par>
                            </p:childTnLst>
                          </p:cTn>
                        </p:par>
                        <p:par>
                          <p:cTn id="75" fill="hold" nodeType="afterGroup">
                            <p:stCondLst>
                              <p:cond delay="8000"/>
                            </p:stCondLst>
                            <p:childTnLst>
                              <p:par>
                                <p:cTn id="76" presetID="9" presetClass="entr" presetSubtype="0" fill="hold" grpId="0" nodeType="afterEffect">
                                  <p:stCondLst>
                                    <p:cond delay="0"/>
                                  </p:stCondLst>
                                  <p:childTnLst>
                                    <p:set>
                                      <p:cBhvr>
                                        <p:cTn id="77" dur="1" fill="hold">
                                          <p:stCondLst>
                                            <p:cond delay="0"/>
                                          </p:stCondLst>
                                        </p:cTn>
                                        <p:tgtEl>
                                          <p:spTgt spid="36923"/>
                                        </p:tgtEl>
                                        <p:attrNameLst>
                                          <p:attrName>style.visibility</p:attrName>
                                        </p:attrNameLst>
                                      </p:cBhvr>
                                      <p:to>
                                        <p:strVal val="visible"/>
                                      </p:to>
                                    </p:set>
                                    <p:animEffect transition="in" filter="dissolve">
                                      <p:cBhvr>
                                        <p:cTn id="78" dur="500"/>
                                        <p:tgtEl>
                                          <p:spTgt spid="36923"/>
                                        </p:tgtEl>
                                      </p:cBhvr>
                                    </p:animEffect>
                                  </p:childTnLst>
                                </p:cTn>
                              </p:par>
                            </p:childTnLst>
                          </p:cTn>
                        </p:par>
                        <p:par>
                          <p:cTn id="79" fill="hold" nodeType="afterGroup">
                            <p:stCondLst>
                              <p:cond delay="8500"/>
                            </p:stCondLst>
                            <p:childTnLst>
                              <p:par>
                                <p:cTn id="80" presetID="9" presetClass="entr" presetSubtype="0" fill="hold" grpId="0" nodeType="afterEffect">
                                  <p:stCondLst>
                                    <p:cond delay="0"/>
                                  </p:stCondLst>
                                  <p:childTnLst>
                                    <p:set>
                                      <p:cBhvr>
                                        <p:cTn id="81" dur="1" fill="hold">
                                          <p:stCondLst>
                                            <p:cond delay="0"/>
                                          </p:stCondLst>
                                        </p:cTn>
                                        <p:tgtEl>
                                          <p:spTgt spid="36925"/>
                                        </p:tgtEl>
                                        <p:attrNameLst>
                                          <p:attrName>style.visibility</p:attrName>
                                        </p:attrNameLst>
                                      </p:cBhvr>
                                      <p:to>
                                        <p:strVal val="visible"/>
                                      </p:to>
                                    </p:set>
                                    <p:animEffect transition="in" filter="dissolve">
                                      <p:cBhvr>
                                        <p:cTn id="82" dur="500"/>
                                        <p:tgtEl>
                                          <p:spTgt spid="36925"/>
                                        </p:tgtEl>
                                      </p:cBhvr>
                                    </p:animEffect>
                                  </p:childTnLst>
                                </p:cTn>
                              </p:par>
                            </p:childTnLst>
                          </p:cTn>
                        </p:par>
                        <p:par>
                          <p:cTn id="83" fill="hold" nodeType="afterGroup">
                            <p:stCondLst>
                              <p:cond delay="9000"/>
                            </p:stCondLst>
                            <p:childTnLst>
                              <p:par>
                                <p:cTn id="84" presetID="9" presetClass="entr" presetSubtype="0" fill="hold" grpId="0" nodeType="afterEffect">
                                  <p:stCondLst>
                                    <p:cond delay="0"/>
                                  </p:stCondLst>
                                  <p:childTnLst>
                                    <p:set>
                                      <p:cBhvr>
                                        <p:cTn id="85" dur="1" fill="hold">
                                          <p:stCondLst>
                                            <p:cond delay="0"/>
                                          </p:stCondLst>
                                        </p:cTn>
                                        <p:tgtEl>
                                          <p:spTgt spid="36924"/>
                                        </p:tgtEl>
                                        <p:attrNameLst>
                                          <p:attrName>style.visibility</p:attrName>
                                        </p:attrNameLst>
                                      </p:cBhvr>
                                      <p:to>
                                        <p:strVal val="visible"/>
                                      </p:to>
                                    </p:set>
                                    <p:animEffect transition="in" filter="dissolve">
                                      <p:cBhvr>
                                        <p:cTn id="86" dur="500"/>
                                        <p:tgtEl>
                                          <p:spTgt spid="369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6" grpId="0" autoUpdateAnimBg="0"/>
      <p:bldP spid="36868" grpId="0" autoUpdateAnimBg="0"/>
      <p:bldP spid="36869" grpId="0" autoUpdateAnimBg="0"/>
      <p:bldP spid="36918" grpId="0" autoUpdateAnimBg="0"/>
      <p:bldP spid="36919" grpId="0" autoUpdateAnimBg="0"/>
      <p:bldP spid="36920" grpId="0" autoUpdateAnimBg="0"/>
      <p:bldP spid="36921" grpId="0" autoUpdateAnimBg="0"/>
      <p:bldP spid="36922" grpId="0" autoUpdateAnimBg="0"/>
      <p:bldP spid="36923" grpId="0" autoUpdateAnimBg="0"/>
      <p:bldP spid="36924" grpId="0" autoUpdateAnimBg="0"/>
      <p:bldP spid="36925"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890" name="AutoShape 2"/>
          <p:cNvSpPr>
            <a:spLocks/>
          </p:cNvSpPr>
          <p:nvPr/>
        </p:nvSpPr>
        <p:spPr bwMode="auto">
          <a:xfrm>
            <a:off x="2260600" y="3355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789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88A9027-F627-4239-8434-86EB551DF41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35</a:t>
            </a:fld>
            <a:endParaRPr lang="es-ES" altLang="en-US"/>
          </a:p>
        </p:txBody>
      </p:sp>
      <p:sp>
        <p:nvSpPr>
          <p:cNvPr id="37892" name="AutoShape 4"/>
          <p:cNvSpPr>
            <a:spLocks/>
          </p:cNvSpPr>
          <p:nvPr/>
        </p:nvSpPr>
        <p:spPr bwMode="auto">
          <a:xfrm>
            <a:off x="3302000" y="1519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Circle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Process</a:t>
            </a:r>
            <a:endParaRPr lang="es-ES" dirty="0">
              <a:solidFill>
                <a:schemeClr val="bg1">
                  <a:lumMod val="95000"/>
                </a:schemeClr>
              </a:solidFill>
              <a:ea typeface="ＭＳ Ｐゴシック" charset="0"/>
            </a:endParaRPr>
          </a:p>
        </p:txBody>
      </p:sp>
      <p:sp>
        <p:nvSpPr>
          <p:cNvPr id="37893" name="AutoShape 5"/>
          <p:cNvSpPr>
            <a:spLocks/>
          </p:cNvSpPr>
          <p:nvPr/>
        </p:nvSpPr>
        <p:spPr bwMode="auto">
          <a:xfrm>
            <a:off x="3314700" y="2552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7894" name="AutoShape 6"/>
          <p:cNvSpPr>
            <a:spLocks/>
          </p:cNvSpPr>
          <p:nvPr/>
        </p:nvSpPr>
        <p:spPr bwMode="auto">
          <a:xfrm>
            <a:off x="11676063" y="5065713"/>
            <a:ext cx="5691187" cy="5691187"/>
          </a:xfrm>
          <a:custGeom>
            <a:avLst/>
            <a:gdLst>
              <a:gd name="T0" fmla="*/ 2845449 w 19679"/>
              <a:gd name="T1" fmla="*/ 3123371 h 19679"/>
              <a:gd name="T2" fmla="*/ 2845449 w 19679"/>
              <a:gd name="T3" fmla="*/ 3123371 h 19679"/>
              <a:gd name="T4" fmla="*/ 2845449 w 19679"/>
              <a:gd name="T5" fmla="*/ 3123371 h 19679"/>
              <a:gd name="T6" fmla="*/ 2845449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a:noFill/>
          </a:ln>
          <a:effectLst/>
          <a:extLst/>
        </p:spPr>
        <p:txBody>
          <a:bodyPr lIns="0" tIns="0" rIns="0" bIns="0" anchor="ctr"/>
          <a:lstStyle/>
          <a:p>
            <a:endParaRPr lang="en-US"/>
          </a:p>
        </p:txBody>
      </p:sp>
      <p:sp>
        <p:nvSpPr>
          <p:cNvPr id="37895" name="AutoShape 7"/>
          <p:cNvSpPr>
            <a:spLocks/>
          </p:cNvSpPr>
          <p:nvPr/>
        </p:nvSpPr>
        <p:spPr bwMode="auto">
          <a:xfrm>
            <a:off x="13776325" y="6137275"/>
            <a:ext cx="1428750" cy="1190625"/>
          </a:xfrm>
          <a:custGeom>
            <a:avLst/>
            <a:gdLst>
              <a:gd name="T0" fmla="*/ 714375 w 21600"/>
              <a:gd name="T1" fmla="*/ 595313 h 21600"/>
              <a:gd name="T2" fmla="*/ 714375 w 21600"/>
              <a:gd name="T3" fmla="*/ 595313 h 21600"/>
              <a:gd name="T4" fmla="*/ 714375 w 21600"/>
              <a:gd name="T5" fmla="*/ 595313 h 21600"/>
              <a:gd name="T6" fmla="*/ 714375 w 21600"/>
              <a:gd name="T7" fmla="*/ 5953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600" y="14810"/>
                  <a:pt x="21600" y="15115"/>
                </a:cubicBezTo>
                <a:lnTo>
                  <a:pt x="21600" y="20504"/>
                </a:lnTo>
                <a:cubicBezTo>
                  <a:pt x="21600"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896" name="AutoShape 8"/>
          <p:cNvSpPr>
            <a:spLocks/>
          </p:cNvSpPr>
          <p:nvPr/>
        </p:nvSpPr>
        <p:spPr bwMode="auto">
          <a:xfrm>
            <a:off x="2246313" y="5065713"/>
            <a:ext cx="5689600" cy="5691187"/>
          </a:xfrm>
          <a:custGeom>
            <a:avLst/>
            <a:gdLst>
              <a:gd name="T0" fmla="*/ 2844655 w 19679"/>
              <a:gd name="T1" fmla="*/ 3123371 h 19679"/>
              <a:gd name="T2" fmla="*/ 2844655 w 19679"/>
              <a:gd name="T3" fmla="*/ 3123371 h 19679"/>
              <a:gd name="T4" fmla="*/ 2844655 w 19679"/>
              <a:gd name="T5" fmla="*/ 3123371 h 19679"/>
              <a:gd name="T6" fmla="*/ 2844655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a:noFill/>
          </a:ln>
          <a:effectLst/>
          <a:extLst/>
        </p:spPr>
        <p:txBody>
          <a:bodyPr lIns="0" tIns="0" rIns="0" bIns="0" anchor="ctr"/>
          <a:lstStyle/>
          <a:p>
            <a:endParaRPr lang="en-US"/>
          </a:p>
        </p:txBody>
      </p:sp>
      <p:sp>
        <p:nvSpPr>
          <p:cNvPr id="37897" name="AutoShape 9"/>
          <p:cNvSpPr>
            <a:spLocks/>
          </p:cNvSpPr>
          <p:nvPr/>
        </p:nvSpPr>
        <p:spPr bwMode="auto">
          <a:xfrm>
            <a:off x="4402138" y="6140450"/>
            <a:ext cx="1428750" cy="1430338"/>
          </a:xfrm>
          <a:custGeom>
            <a:avLst/>
            <a:gdLst>
              <a:gd name="T0" fmla="*/ 714375 w 21600"/>
              <a:gd name="T1" fmla="*/ 715169 h 21600"/>
              <a:gd name="T2" fmla="*/ 714375 w 21600"/>
              <a:gd name="T3" fmla="*/ 715169 h 21600"/>
              <a:gd name="T4" fmla="*/ 714375 w 21600"/>
              <a:gd name="T5" fmla="*/ 715169 h 21600"/>
              <a:gd name="T6" fmla="*/ 714375 w 21600"/>
              <a:gd name="T7" fmla="*/ 7151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898" name="AutoShape 10"/>
          <p:cNvSpPr>
            <a:spLocks/>
          </p:cNvSpPr>
          <p:nvPr/>
        </p:nvSpPr>
        <p:spPr bwMode="auto">
          <a:xfrm>
            <a:off x="16484600" y="5065713"/>
            <a:ext cx="5689600" cy="5691187"/>
          </a:xfrm>
          <a:custGeom>
            <a:avLst/>
            <a:gdLst>
              <a:gd name="T0" fmla="*/ 2844655 w 19679"/>
              <a:gd name="T1" fmla="*/ 3123371 h 19679"/>
              <a:gd name="T2" fmla="*/ 2844655 w 19679"/>
              <a:gd name="T3" fmla="*/ 3123371 h 19679"/>
              <a:gd name="T4" fmla="*/ 2844655 w 19679"/>
              <a:gd name="T5" fmla="*/ 3123371 h 19679"/>
              <a:gd name="T6" fmla="*/ 2844655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9999"/>
            </a:schemeClr>
          </a:solidFill>
          <a:ln>
            <a:noFill/>
          </a:ln>
          <a:effectLst/>
          <a:extLst/>
        </p:spPr>
        <p:txBody>
          <a:bodyPr lIns="0" tIns="0" rIns="0" bIns="0" anchor="ctr"/>
          <a:lstStyle/>
          <a:p>
            <a:endParaRPr lang="en-US"/>
          </a:p>
        </p:txBody>
      </p:sp>
      <p:sp>
        <p:nvSpPr>
          <p:cNvPr id="37899" name="AutoShape 11"/>
          <p:cNvSpPr>
            <a:spLocks/>
          </p:cNvSpPr>
          <p:nvPr/>
        </p:nvSpPr>
        <p:spPr bwMode="auto">
          <a:xfrm>
            <a:off x="18626138" y="6137275"/>
            <a:ext cx="1428750" cy="1192213"/>
          </a:xfrm>
          <a:custGeom>
            <a:avLst/>
            <a:gdLst>
              <a:gd name="T0" fmla="*/ 714375 w 21600"/>
              <a:gd name="T1" fmla="*/ 596079 h 21579"/>
              <a:gd name="T2" fmla="*/ 714375 w 21600"/>
              <a:gd name="T3" fmla="*/ 596079 h 21579"/>
              <a:gd name="T4" fmla="*/ 714375 w 21600"/>
              <a:gd name="T5" fmla="*/ 596079 h 21579"/>
              <a:gd name="T6" fmla="*/ 714375 w 21600"/>
              <a:gd name="T7" fmla="*/ 59607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8"/>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1"/>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900" name="AutoShape 12"/>
          <p:cNvSpPr>
            <a:spLocks/>
          </p:cNvSpPr>
          <p:nvPr/>
        </p:nvSpPr>
        <p:spPr bwMode="auto">
          <a:xfrm>
            <a:off x="6854825" y="5065713"/>
            <a:ext cx="5689600" cy="5691187"/>
          </a:xfrm>
          <a:custGeom>
            <a:avLst/>
            <a:gdLst>
              <a:gd name="T0" fmla="*/ 2844655 w 19679"/>
              <a:gd name="T1" fmla="*/ 3123371 h 19679"/>
              <a:gd name="T2" fmla="*/ 2844655 w 19679"/>
              <a:gd name="T3" fmla="*/ 3123371 h 19679"/>
              <a:gd name="T4" fmla="*/ 2844655 w 19679"/>
              <a:gd name="T5" fmla="*/ 3123371 h 19679"/>
              <a:gd name="T6" fmla="*/ 2844655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9999"/>
            </a:schemeClr>
          </a:solidFill>
          <a:ln>
            <a:noFill/>
          </a:ln>
          <a:effectLst/>
          <a:extLst/>
        </p:spPr>
        <p:txBody>
          <a:bodyPr lIns="0" tIns="0" rIns="0" bIns="0" anchor="ctr"/>
          <a:lstStyle/>
          <a:p>
            <a:endParaRPr lang="en-US"/>
          </a:p>
        </p:txBody>
      </p:sp>
      <p:sp>
        <p:nvSpPr>
          <p:cNvPr id="37901" name="AutoShape 13"/>
          <p:cNvSpPr>
            <a:spLocks/>
          </p:cNvSpPr>
          <p:nvPr/>
        </p:nvSpPr>
        <p:spPr bwMode="auto">
          <a:xfrm>
            <a:off x="9001125" y="6022975"/>
            <a:ext cx="1422400" cy="1423988"/>
          </a:xfrm>
          <a:custGeom>
            <a:avLst/>
            <a:gdLst>
              <a:gd name="T0" fmla="*/ 711200 w 21600"/>
              <a:gd name="T1" fmla="*/ 711994 h 21600"/>
              <a:gd name="T2" fmla="*/ 711200 w 21600"/>
              <a:gd name="T3" fmla="*/ 711994 h 21600"/>
              <a:gd name="T4" fmla="*/ 711200 w 21600"/>
              <a:gd name="T5" fmla="*/ 711994 h 21600"/>
              <a:gd name="T6" fmla="*/ 711200 w 21600"/>
              <a:gd name="T7" fmla="*/ 7119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902" name="AutoShape 14"/>
          <p:cNvSpPr>
            <a:spLocks/>
          </p:cNvSpPr>
          <p:nvPr/>
        </p:nvSpPr>
        <p:spPr bwMode="auto">
          <a:xfrm>
            <a:off x="32766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3" name="AutoShape 15"/>
          <p:cNvSpPr>
            <a:spLocks/>
          </p:cNvSpPr>
          <p:nvPr/>
        </p:nvSpPr>
        <p:spPr bwMode="auto">
          <a:xfrm>
            <a:off x="29083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7F7F7"/>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7904" name="AutoShape 16"/>
          <p:cNvSpPr>
            <a:spLocks/>
          </p:cNvSpPr>
          <p:nvPr/>
        </p:nvSpPr>
        <p:spPr bwMode="auto">
          <a:xfrm>
            <a:off x="78359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0C436D"/>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5" name="AutoShape 17"/>
          <p:cNvSpPr>
            <a:spLocks/>
          </p:cNvSpPr>
          <p:nvPr/>
        </p:nvSpPr>
        <p:spPr bwMode="auto">
          <a:xfrm>
            <a:off x="74676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7906" name="AutoShape 18"/>
          <p:cNvSpPr>
            <a:spLocks/>
          </p:cNvSpPr>
          <p:nvPr/>
        </p:nvSpPr>
        <p:spPr bwMode="auto">
          <a:xfrm>
            <a:off x="126492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7" name="AutoShape 19"/>
          <p:cNvSpPr>
            <a:spLocks/>
          </p:cNvSpPr>
          <p:nvPr/>
        </p:nvSpPr>
        <p:spPr bwMode="auto">
          <a:xfrm>
            <a:off x="122809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7F7F7"/>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7908" name="AutoShape 20"/>
          <p:cNvSpPr>
            <a:spLocks/>
          </p:cNvSpPr>
          <p:nvPr/>
        </p:nvSpPr>
        <p:spPr bwMode="auto">
          <a:xfrm>
            <a:off x="174244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0C436D"/>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9" name="AutoShape 21"/>
          <p:cNvSpPr>
            <a:spLocks/>
          </p:cNvSpPr>
          <p:nvPr/>
        </p:nvSpPr>
        <p:spPr bwMode="auto">
          <a:xfrm>
            <a:off x="170561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7892"/>
                                        </p:tgtEl>
                                        <p:attrNameLst>
                                          <p:attrName>style.visibility</p:attrName>
                                        </p:attrNameLst>
                                      </p:cBhvr>
                                      <p:to>
                                        <p:strVal val="visible"/>
                                      </p:to>
                                    </p:set>
                                    <p:anim calcmode="lin" valueType="num">
                                      <p:cBhvr additive="base">
                                        <p:cTn id="7" dur="500" fill="hold"/>
                                        <p:tgtEl>
                                          <p:spTgt spid="37892"/>
                                        </p:tgtEl>
                                        <p:attrNameLst>
                                          <p:attrName>ppt_x</p:attrName>
                                        </p:attrNameLst>
                                      </p:cBhvr>
                                      <p:tavLst>
                                        <p:tav tm="0">
                                          <p:val>
                                            <p:strVal val="1+#ppt_w/2"/>
                                          </p:val>
                                        </p:tav>
                                        <p:tav tm="100000">
                                          <p:val>
                                            <p:strVal val="#ppt_x"/>
                                          </p:val>
                                        </p:tav>
                                      </p:tavLst>
                                    </p:anim>
                                    <p:anim calcmode="lin" valueType="num">
                                      <p:cBhvr additive="base">
                                        <p:cTn id="8" dur="500" fill="hold"/>
                                        <p:tgtEl>
                                          <p:spTgt spid="3789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7893"/>
                                        </p:tgtEl>
                                        <p:attrNameLst>
                                          <p:attrName>style.visibility</p:attrName>
                                        </p:attrNameLst>
                                      </p:cBhvr>
                                      <p:to>
                                        <p:strVal val="visible"/>
                                      </p:to>
                                    </p:set>
                                    <p:anim calcmode="lin" valueType="num">
                                      <p:cBhvr additive="base">
                                        <p:cTn id="12" dur="500" fill="hold"/>
                                        <p:tgtEl>
                                          <p:spTgt spid="37893"/>
                                        </p:tgtEl>
                                        <p:attrNameLst>
                                          <p:attrName>ppt_x</p:attrName>
                                        </p:attrNameLst>
                                      </p:cBhvr>
                                      <p:tavLst>
                                        <p:tav tm="0">
                                          <p:val>
                                            <p:strVal val="1+#ppt_w/2"/>
                                          </p:val>
                                        </p:tav>
                                        <p:tav tm="100000">
                                          <p:val>
                                            <p:strVal val="#ppt_x"/>
                                          </p:val>
                                        </p:tav>
                                      </p:tavLst>
                                    </p:anim>
                                    <p:anim calcmode="lin" valueType="num">
                                      <p:cBhvr additive="base">
                                        <p:cTn id="13" dur="500" fill="hold"/>
                                        <p:tgtEl>
                                          <p:spTgt spid="3789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7890"/>
                                        </p:tgtEl>
                                        <p:attrNameLst>
                                          <p:attrName>style.visibility</p:attrName>
                                        </p:attrNameLst>
                                      </p:cBhvr>
                                      <p:to>
                                        <p:strVal val="visible"/>
                                      </p:to>
                                    </p:set>
                                    <p:anim calcmode="lin" valueType="num">
                                      <p:cBhvr additive="base">
                                        <p:cTn id="17" dur="500" fill="hold"/>
                                        <p:tgtEl>
                                          <p:spTgt spid="37890"/>
                                        </p:tgtEl>
                                        <p:attrNameLst>
                                          <p:attrName>ppt_x</p:attrName>
                                        </p:attrNameLst>
                                      </p:cBhvr>
                                      <p:tavLst>
                                        <p:tav tm="0">
                                          <p:val>
                                            <p:strVal val="1+#ppt_w/2"/>
                                          </p:val>
                                        </p:tav>
                                        <p:tav tm="100000">
                                          <p:val>
                                            <p:strVal val="#ppt_x"/>
                                          </p:val>
                                        </p:tav>
                                      </p:tavLst>
                                    </p:anim>
                                    <p:anim calcmode="lin" valueType="num">
                                      <p:cBhvr additive="base">
                                        <p:cTn id="18" dur="500" fill="hold"/>
                                        <p:tgtEl>
                                          <p:spTgt spid="3789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37902"/>
                                        </p:tgtEl>
                                        <p:attrNameLst>
                                          <p:attrName>style.visibility</p:attrName>
                                        </p:attrNameLst>
                                      </p:cBhvr>
                                      <p:to>
                                        <p:strVal val="visible"/>
                                      </p:to>
                                    </p:set>
                                    <p:animEffect transition="in" filter="dissolve">
                                      <p:cBhvr>
                                        <p:cTn id="22" dur="500"/>
                                        <p:tgtEl>
                                          <p:spTgt spid="37902"/>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37903"/>
                                        </p:tgtEl>
                                        <p:attrNameLst>
                                          <p:attrName>style.visibility</p:attrName>
                                        </p:attrNameLst>
                                      </p:cBhvr>
                                      <p:to>
                                        <p:strVal val="visible"/>
                                      </p:to>
                                    </p:set>
                                    <p:animEffect transition="in" filter="dissolve">
                                      <p:cBhvr>
                                        <p:cTn id="26" dur="500"/>
                                        <p:tgtEl>
                                          <p:spTgt spid="37903"/>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37904"/>
                                        </p:tgtEl>
                                        <p:attrNameLst>
                                          <p:attrName>style.visibility</p:attrName>
                                        </p:attrNameLst>
                                      </p:cBhvr>
                                      <p:to>
                                        <p:strVal val="visible"/>
                                      </p:to>
                                    </p:set>
                                    <p:animEffect transition="in" filter="dissolve">
                                      <p:cBhvr>
                                        <p:cTn id="30" dur="500"/>
                                        <p:tgtEl>
                                          <p:spTgt spid="37904"/>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37905"/>
                                        </p:tgtEl>
                                        <p:attrNameLst>
                                          <p:attrName>style.visibility</p:attrName>
                                        </p:attrNameLst>
                                      </p:cBhvr>
                                      <p:to>
                                        <p:strVal val="visible"/>
                                      </p:to>
                                    </p:set>
                                    <p:animEffect transition="in" filter="dissolve">
                                      <p:cBhvr>
                                        <p:cTn id="34" dur="500"/>
                                        <p:tgtEl>
                                          <p:spTgt spid="37905"/>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7906"/>
                                        </p:tgtEl>
                                        <p:attrNameLst>
                                          <p:attrName>style.visibility</p:attrName>
                                        </p:attrNameLst>
                                      </p:cBhvr>
                                      <p:to>
                                        <p:strVal val="visible"/>
                                      </p:to>
                                    </p:set>
                                    <p:animEffect transition="in" filter="dissolve">
                                      <p:cBhvr>
                                        <p:cTn id="38" dur="500"/>
                                        <p:tgtEl>
                                          <p:spTgt spid="37906"/>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37907"/>
                                        </p:tgtEl>
                                        <p:attrNameLst>
                                          <p:attrName>style.visibility</p:attrName>
                                        </p:attrNameLst>
                                      </p:cBhvr>
                                      <p:to>
                                        <p:strVal val="visible"/>
                                      </p:to>
                                    </p:set>
                                    <p:animEffect transition="in" filter="dissolve">
                                      <p:cBhvr>
                                        <p:cTn id="42" dur="500"/>
                                        <p:tgtEl>
                                          <p:spTgt spid="37907"/>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37908"/>
                                        </p:tgtEl>
                                        <p:attrNameLst>
                                          <p:attrName>style.visibility</p:attrName>
                                        </p:attrNameLst>
                                      </p:cBhvr>
                                      <p:to>
                                        <p:strVal val="visible"/>
                                      </p:to>
                                    </p:set>
                                    <p:animEffect transition="in" filter="dissolve">
                                      <p:cBhvr>
                                        <p:cTn id="46" dur="500"/>
                                        <p:tgtEl>
                                          <p:spTgt spid="37908"/>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37909"/>
                                        </p:tgtEl>
                                        <p:attrNameLst>
                                          <p:attrName>style.visibility</p:attrName>
                                        </p:attrNameLst>
                                      </p:cBhvr>
                                      <p:to>
                                        <p:strVal val="visible"/>
                                      </p:to>
                                    </p:set>
                                    <p:animEffect transition="in" filter="dissolve">
                                      <p:cBhvr>
                                        <p:cTn id="50" dur="500"/>
                                        <p:tgtEl>
                                          <p:spTgt spid="37909"/>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37894"/>
                                        </p:tgtEl>
                                        <p:attrNameLst>
                                          <p:attrName>style.visibility</p:attrName>
                                        </p:attrNameLst>
                                      </p:cBhvr>
                                      <p:to>
                                        <p:strVal val="visible"/>
                                      </p:to>
                                    </p:set>
                                    <p:animEffect transition="in" filter="dissolve">
                                      <p:cBhvr>
                                        <p:cTn id="54" dur="500"/>
                                        <p:tgtEl>
                                          <p:spTgt spid="37894"/>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37895"/>
                                        </p:tgtEl>
                                        <p:attrNameLst>
                                          <p:attrName>style.visibility</p:attrName>
                                        </p:attrNameLst>
                                      </p:cBhvr>
                                      <p:to>
                                        <p:strVal val="visible"/>
                                      </p:to>
                                    </p:set>
                                    <p:animEffect transition="in" filter="dissolve">
                                      <p:cBhvr>
                                        <p:cTn id="58" dur="500"/>
                                        <p:tgtEl>
                                          <p:spTgt spid="37895"/>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7896"/>
                                        </p:tgtEl>
                                        <p:attrNameLst>
                                          <p:attrName>style.visibility</p:attrName>
                                        </p:attrNameLst>
                                      </p:cBhvr>
                                      <p:to>
                                        <p:strVal val="visible"/>
                                      </p:to>
                                    </p:set>
                                    <p:animEffect transition="in" filter="dissolve">
                                      <p:cBhvr>
                                        <p:cTn id="62" dur="500"/>
                                        <p:tgtEl>
                                          <p:spTgt spid="37896"/>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37897"/>
                                        </p:tgtEl>
                                        <p:attrNameLst>
                                          <p:attrName>style.visibility</p:attrName>
                                        </p:attrNameLst>
                                      </p:cBhvr>
                                      <p:to>
                                        <p:strVal val="visible"/>
                                      </p:to>
                                    </p:set>
                                    <p:animEffect transition="in" filter="dissolve">
                                      <p:cBhvr>
                                        <p:cTn id="66" dur="500"/>
                                        <p:tgtEl>
                                          <p:spTgt spid="37897"/>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7898"/>
                                        </p:tgtEl>
                                        <p:attrNameLst>
                                          <p:attrName>style.visibility</p:attrName>
                                        </p:attrNameLst>
                                      </p:cBhvr>
                                      <p:to>
                                        <p:strVal val="visible"/>
                                      </p:to>
                                    </p:set>
                                    <p:animEffect transition="in" filter="dissolve">
                                      <p:cBhvr>
                                        <p:cTn id="70" dur="500"/>
                                        <p:tgtEl>
                                          <p:spTgt spid="37898"/>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7899"/>
                                        </p:tgtEl>
                                        <p:attrNameLst>
                                          <p:attrName>style.visibility</p:attrName>
                                        </p:attrNameLst>
                                      </p:cBhvr>
                                      <p:to>
                                        <p:strVal val="visible"/>
                                      </p:to>
                                    </p:set>
                                    <p:animEffect transition="in" filter="dissolve">
                                      <p:cBhvr>
                                        <p:cTn id="74" dur="500"/>
                                        <p:tgtEl>
                                          <p:spTgt spid="37899"/>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7900"/>
                                        </p:tgtEl>
                                        <p:attrNameLst>
                                          <p:attrName>style.visibility</p:attrName>
                                        </p:attrNameLst>
                                      </p:cBhvr>
                                      <p:to>
                                        <p:strVal val="visible"/>
                                      </p:to>
                                    </p:set>
                                    <p:animEffect transition="in" filter="dissolve">
                                      <p:cBhvr>
                                        <p:cTn id="78" dur="500"/>
                                        <p:tgtEl>
                                          <p:spTgt spid="37900"/>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37901"/>
                                        </p:tgtEl>
                                        <p:attrNameLst>
                                          <p:attrName>style.visibility</p:attrName>
                                        </p:attrNameLst>
                                      </p:cBhvr>
                                      <p:to>
                                        <p:strVal val="visible"/>
                                      </p:to>
                                    </p:set>
                                    <p:animEffect transition="in" filter="dissolve">
                                      <p:cBhvr>
                                        <p:cTn id="82" dur="500"/>
                                        <p:tgtEl>
                                          <p:spTgt spid="379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0" grpId="0" autoUpdateAnimBg="0"/>
      <p:bldP spid="37892" grpId="0" autoUpdateAnimBg="0"/>
      <p:bldP spid="37893" grpId="0" autoUpdateAnimBg="0"/>
      <p:bldP spid="37902" grpId="0" autoUpdateAnimBg="0"/>
      <p:bldP spid="37903" grpId="0" autoUpdateAnimBg="0"/>
      <p:bldP spid="37904" grpId="0" autoUpdateAnimBg="0"/>
      <p:bldP spid="37905" grpId="0" autoUpdateAnimBg="0"/>
      <p:bldP spid="37906" grpId="0" autoUpdateAnimBg="0"/>
      <p:bldP spid="37907" grpId="0" autoUpdateAnimBg="0"/>
      <p:bldP spid="37908" grpId="0" autoUpdateAnimBg="0"/>
      <p:bldP spid="37909" grpId="0" autoUpdateAnimBg="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14"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DFE0ABC-507B-42A9-A0DD-2A11A486DC9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36</a:t>
            </a:fld>
            <a:endParaRPr lang="es-ES" altLang="en-US"/>
          </a:p>
        </p:txBody>
      </p:sp>
      <p:sp>
        <p:nvSpPr>
          <p:cNvPr id="38915" name="AutoShape 3"/>
          <p:cNvSpPr>
            <a:spLocks/>
          </p:cNvSpPr>
          <p:nvPr/>
        </p:nvSpPr>
        <p:spPr bwMode="auto">
          <a:xfrm>
            <a:off x="3302000" y="1354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Timeline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with</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icon</a:t>
            </a:r>
            <a:endParaRPr lang="es-ES" dirty="0">
              <a:solidFill>
                <a:schemeClr val="bg1">
                  <a:lumMod val="95000"/>
                </a:schemeClr>
              </a:solidFill>
              <a:ea typeface="ＭＳ Ｐゴシック" charset="0"/>
            </a:endParaRPr>
          </a:p>
        </p:txBody>
      </p:sp>
      <p:sp>
        <p:nvSpPr>
          <p:cNvPr id="38916" name="AutoShape 4"/>
          <p:cNvSpPr>
            <a:spLocks/>
          </p:cNvSpPr>
          <p:nvPr/>
        </p:nvSpPr>
        <p:spPr bwMode="auto">
          <a:xfrm>
            <a:off x="3314700" y="2387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8917" name="AutoShape 5"/>
          <p:cNvSpPr>
            <a:spLocks/>
          </p:cNvSpPr>
          <p:nvPr/>
        </p:nvSpPr>
        <p:spPr bwMode="auto">
          <a:xfrm>
            <a:off x="2247900" y="3203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8918" name="AutoShape 6"/>
          <p:cNvSpPr>
            <a:spLocks/>
          </p:cNvSpPr>
          <p:nvPr/>
        </p:nvSpPr>
        <p:spPr bwMode="auto">
          <a:xfrm>
            <a:off x="15211425" y="6308725"/>
            <a:ext cx="1198563" cy="1658938"/>
          </a:xfrm>
          <a:custGeom>
            <a:avLst/>
            <a:gdLst>
              <a:gd name="T0" fmla="*/ 599282 w 21600"/>
              <a:gd name="T1" fmla="*/ 829469 h 21600"/>
              <a:gd name="T2" fmla="*/ 599282 w 21600"/>
              <a:gd name="T3" fmla="*/ 829469 h 21600"/>
              <a:gd name="T4" fmla="*/ 599282 w 21600"/>
              <a:gd name="T5" fmla="*/ 829469 h 21600"/>
              <a:gd name="T6" fmla="*/ 599282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19" name="AutoShape 7"/>
          <p:cNvSpPr>
            <a:spLocks/>
          </p:cNvSpPr>
          <p:nvPr/>
        </p:nvSpPr>
        <p:spPr bwMode="auto">
          <a:xfrm>
            <a:off x="11844338" y="8890000"/>
            <a:ext cx="1198562" cy="1697038"/>
          </a:xfrm>
          <a:custGeom>
            <a:avLst/>
            <a:gdLst>
              <a:gd name="T0" fmla="*/ 599281 w 21600"/>
              <a:gd name="T1" fmla="*/ 848519 h 21600"/>
              <a:gd name="T2" fmla="*/ 599281 w 21600"/>
              <a:gd name="T3" fmla="*/ 848519 h 21600"/>
              <a:gd name="T4" fmla="*/ 599281 w 21600"/>
              <a:gd name="T5" fmla="*/ 848519 h 21600"/>
              <a:gd name="T6" fmla="*/ 599281 w 21600"/>
              <a:gd name="T7" fmla="*/ 8485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11" y="0"/>
                </a:moveTo>
                <a:lnTo>
                  <a:pt x="8664" y="6497"/>
                </a:lnTo>
                <a:cubicBezTo>
                  <a:pt x="3721" y="7197"/>
                  <a:pt x="0" y="10279"/>
                  <a:pt x="0" y="13975"/>
                </a:cubicBezTo>
                <a:cubicBezTo>
                  <a:pt x="0" y="18188"/>
                  <a:pt x="4838" y="21599"/>
                  <a:pt x="10803" y="21599"/>
                </a:cubicBezTo>
                <a:cubicBezTo>
                  <a:pt x="16768" y="21599"/>
                  <a:pt x="21599" y="18188"/>
                  <a:pt x="21599" y="13975"/>
                </a:cubicBezTo>
                <a:cubicBezTo>
                  <a:pt x="21599" y="10395"/>
                  <a:pt x="18096" y="7415"/>
                  <a:pt x="13386" y="6593"/>
                </a:cubicBezTo>
                <a:lnTo>
                  <a:pt x="11211"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0" name="AutoShape 8"/>
          <p:cNvSpPr>
            <a:spLocks/>
          </p:cNvSpPr>
          <p:nvPr/>
        </p:nvSpPr>
        <p:spPr bwMode="auto">
          <a:xfrm>
            <a:off x="8489950" y="6308725"/>
            <a:ext cx="1198563" cy="1658938"/>
          </a:xfrm>
          <a:custGeom>
            <a:avLst/>
            <a:gdLst>
              <a:gd name="T0" fmla="*/ 599282 w 21600"/>
              <a:gd name="T1" fmla="*/ 829469 h 21600"/>
              <a:gd name="T2" fmla="*/ 599282 w 21600"/>
              <a:gd name="T3" fmla="*/ 829469 h 21600"/>
              <a:gd name="T4" fmla="*/ 599282 w 21600"/>
              <a:gd name="T5" fmla="*/ 829469 h 21600"/>
              <a:gd name="T6" fmla="*/ 599282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1" name="AutoShape 9"/>
          <p:cNvSpPr>
            <a:spLocks/>
          </p:cNvSpPr>
          <p:nvPr/>
        </p:nvSpPr>
        <p:spPr bwMode="auto">
          <a:xfrm>
            <a:off x="5373688" y="8890000"/>
            <a:ext cx="1198562" cy="1697038"/>
          </a:xfrm>
          <a:custGeom>
            <a:avLst/>
            <a:gdLst>
              <a:gd name="T0" fmla="*/ 599281 w 21600"/>
              <a:gd name="T1" fmla="*/ 848519 h 21600"/>
              <a:gd name="T2" fmla="*/ 599281 w 21600"/>
              <a:gd name="T3" fmla="*/ 848519 h 21600"/>
              <a:gd name="T4" fmla="*/ 599281 w 21600"/>
              <a:gd name="T5" fmla="*/ 848519 h 21600"/>
              <a:gd name="T6" fmla="*/ 599281 w 21600"/>
              <a:gd name="T7" fmla="*/ 8485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11" y="0"/>
                </a:moveTo>
                <a:lnTo>
                  <a:pt x="8664" y="6497"/>
                </a:lnTo>
                <a:cubicBezTo>
                  <a:pt x="3721" y="7197"/>
                  <a:pt x="0" y="10279"/>
                  <a:pt x="0" y="13975"/>
                </a:cubicBezTo>
                <a:cubicBezTo>
                  <a:pt x="0" y="18188"/>
                  <a:pt x="4838" y="21599"/>
                  <a:pt x="10803" y="21599"/>
                </a:cubicBezTo>
                <a:cubicBezTo>
                  <a:pt x="16768" y="21599"/>
                  <a:pt x="21599" y="18188"/>
                  <a:pt x="21599" y="13975"/>
                </a:cubicBezTo>
                <a:cubicBezTo>
                  <a:pt x="21599" y="10395"/>
                  <a:pt x="18096" y="7415"/>
                  <a:pt x="13386" y="6593"/>
                </a:cubicBezTo>
                <a:lnTo>
                  <a:pt x="11211"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2" name="AutoShape 10"/>
          <p:cNvSpPr>
            <a:spLocks/>
          </p:cNvSpPr>
          <p:nvPr/>
        </p:nvSpPr>
        <p:spPr bwMode="auto">
          <a:xfrm>
            <a:off x="5719763" y="9736138"/>
            <a:ext cx="503237" cy="503237"/>
          </a:xfrm>
          <a:custGeom>
            <a:avLst/>
            <a:gdLst>
              <a:gd name="T0" fmla="*/ 251619 w 21600"/>
              <a:gd name="T1" fmla="*/ 251619 h 21600"/>
              <a:gd name="T2" fmla="*/ 251619 w 21600"/>
              <a:gd name="T3" fmla="*/ 251619 h 21600"/>
              <a:gd name="T4" fmla="*/ 251619 w 21600"/>
              <a:gd name="T5" fmla="*/ 251619 h 21600"/>
              <a:gd name="T6" fmla="*/ 251619 w 21600"/>
              <a:gd name="T7" fmla="*/ 251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599" y="1962"/>
                  <a:pt x="21599" y="2711"/>
                </a:cubicBezTo>
                <a:lnTo>
                  <a:pt x="21599" y="18882"/>
                </a:lnTo>
                <a:cubicBezTo>
                  <a:pt x="21599"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23" name="AutoShape 11"/>
          <p:cNvSpPr>
            <a:spLocks/>
          </p:cNvSpPr>
          <p:nvPr/>
        </p:nvSpPr>
        <p:spPr bwMode="auto">
          <a:xfrm>
            <a:off x="15533688" y="6726238"/>
            <a:ext cx="588962" cy="492125"/>
          </a:xfrm>
          <a:custGeom>
            <a:avLst/>
            <a:gdLst>
              <a:gd name="T0" fmla="*/ 294481 w 21600"/>
              <a:gd name="T1" fmla="*/ 246051 h 21579"/>
              <a:gd name="T2" fmla="*/ 294481 w 21600"/>
              <a:gd name="T3" fmla="*/ 246051 h 21579"/>
              <a:gd name="T4" fmla="*/ 294481 w 21600"/>
              <a:gd name="T5" fmla="*/ 246051 h 21579"/>
              <a:gd name="T6" fmla="*/ 294481 w 21600"/>
              <a:gd name="T7" fmla="*/ 246051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24" name="AutoShape 12"/>
          <p:cNvSpPr>
            <a:spLocks/>
          </p:cNvSpPr>
          <p:nvPr/>
        </p:nvSpPr>
        <p:spPr bwMode="auto">
          <a:xfrm>
            <a:off x="8828088" y="6675438"/>
            <a:ext cx="574675" cy="479425"/>
          </a:xfrm>
          <a:custGeom>
            <a:avLst/>
            <a:gdLst>
              <a:gd name="T0" fmla="*/ 287338 w 21600"/>
              <a:gd name="T1" fmla="*/ 239713 h 21600"/>
              <a:gd name="T2" fmla="*/ 287338 w 21600"/>
              <a:gd name="T3" fmla="*/ 239713 h 21600"/>
              <a:gd name="T4" fmla="*/ 287338 w 21600"/>
              <a:gd name="T5" fmla="*/ 239713 h 21600"/>
              <a:gd name="T6" fmla="*/ 287338 w 21600"/>
              <a:gd name="T7" fmla="*/ 2397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38925" name="Group 13"/>
          <p:cNvGrpSpPr>
            <a:grpSpLocks/>
          </p:cNvGrpSpPr>
          <p:nvPr/>
        </p:nvGrpSpPr>
        <p:grpSpPr bwMode="auto">
          <a:xfrm>
            <a:off x="2546350" y="8010525"/>
            <a:ext cx="19340513" cy="719138"/>
            <a:chOff x="0" y="0"/>
            <a:chExt cx="19340066" cy="718962"/>
          </a:xfrm>
        </p:grpSpPr>
        <p:sp>
          <p:nvSpPr>
            <p:cNvPr id="38926" name="AutoShape 14"/>
            <p:cNvSpPr>
              <a:spLocks/>
            </p:cNvSpPr>
            <p:nvPr/>
          </p:nvSpPr>
          <p:spPr bwMode="auto">
            <a:xfrm>
              <a:off x="239707" y="203150"/>
              <a:ext cx="18873351" cy="312661"/>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grpSp>
          <p:nvGrpSpPr>
            <p:cNvPr id="38944" name="Group 15"/>
            <p:cNvGrpSpPr>
              <a:grpSpLocks/>
            </p:cNvGrpSpPr>
            <p:nvPr/>
          </p:nvGrpSpPr>
          <p:grpSpPr bwMode="auto">
            <a:xfrm>
              <a:off x="0" y="0"/>
              <a:ext cx="718962" cy="718962"/>
              <a:chOff x="0" y="0"/>
              <a:chExt cx="718962" cy="718962"/>
            </a:xfrm>
          </p:grpSpPr>
          <p:sp>
            <p:nvSpPr>
              <p:cNvPr id="38928" name="AutoShape 16"/>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9" name="AutoShape 17"/>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8945" name="Group 18"/>
            <p:cNvGrpSpPr>
              <a:grpSpLocks/>
            </p:cNvGrpSpPr>
            <p:nvPr/>
          </p:nvGrpSpPr>
          <p:grpSpPr bwMode="auto">
            <a:xfrm>
              <a:off x="9514257" y="0"/>
              <a:ext cx="718963" cy="718962"/>
              <a:chOff x="0" y="0"/>
              <a:chExt cx="718962" cy="718962"/>
            </a:xfrm>
          </p:grpSpPr>
          <p:sp>
            <p:nvSpPr>
              <p:cNvPr id="38931" name="AutoShape 19"/>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32" name="AutoShape 20"/>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8946" name="Group 21"/>
            <p:cNvGrpSpPr>
              <a:grpSpLocks/>
            </p:cNvGrpSpPr>
            <p:nvPr/>
          </p:nvGrpSpPr>
          <p:grpSpPr bwMode="auto">
            <a:xfrm>
              <a:off x="3019639" y="0"/>
              <a:ext cx="718963" cy="718962"/>
              <a:chOff x="0" y="0"/>
              <a:chExt cx="718962" cy="718962"/>
            </a:xfrm>
          </p:grpSpPr>
          <p:sp>
            <p:nvSpPr>
              <p:cNvPr id="38934" name="AutoShape 22"/>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35" name="AutoShape 23"/>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8947" name="Group 24"/>
            <p:cNvGrpSpPr>
              <a:grpSpLocks/>
            </p:cNvGrpSpPr>
            <p:nvPr/>
          </p:nvGrpSpPr>
          <p:grpSpPr bwMode="auto">
            <a:xfrm>
              <a:off x="16224569" y="0"/>
              <a:ext cx="718963" cy="718962"/>
              <a:chOff x="0" y="0"/>
              <a:chExt cx="718962" cy="718962"/>
            </a:xfrm>
          </p:grpSpPr>
          <p:sp>
            <p:nvSpPr>
              <p:cNvPr id="38937" name="AutoShape 25"/>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38" name="AutoShape 26"/>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 name="Group 27"/>
            <p:cNvGrpSpPr>
              <a:grpSpLocks/>
            </p:cNvGrpSpPr>
            <p:nvPr/>
          </p:nvGrpSpPr>
          <p:grpSpPr bwMode="auto">
            <a:xfrm>
              <a:off x="18621103" y="0"/>
              <a:ext cx="718963" cy="718962"/>
              <a:chOff x="0" y="0"/>
              <a:chExt cx="718962" cy="718962"/>
            </a:xfrm>
          </p:grpSpPr>
          <p:sp>
            <p:nvSpPr>
              <p:cNvPr id="38940" name="AutoShape 28"/>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41" name="AutoShape 29"/>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 name="Group 30"/>
            <p:cNvGrpSpPr>
              <a:grpSpLocks/>
            </p:cNvGrpSpPr>
            <p:nvPr/>
          </p:nvGrpSpPr>
          <p:grpSpPr bwMode="auto">
            <a:xfrm>
              <a:off x="6195052" y="0"/>
              <a:ext cx="718963" cy="718962"/>
              <a:chOff x="0" y="0"/>
              <a:chExt cx="718962" cy="718962"/>
            </a:xfrm>
          </p:grpSpPr>
          <p:sp>
            <p:nvSpPr>
              <p:cNvPr id="38943" name="AutoShape 31"/>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 name="AutoShape 32"/>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5" name="Group 33"/>
            <p:cNvGrpSpPr>
              <a:grpSpLocks/>
            </p:cNvGrpSpPr>
            <p:nvPr/>
          </p:nvGrpSpPr>
          <p:grpSpPr bwMode="auto">
            <a:xfrm>
              <a:off x="12941311" y="0"/>
              <a:ext cx="718963" cy="718962"/>
              <a:chOff x="0" y="0"/>
              <a:chExt cx="718962" cy="718962"/>
            </a:xfrm>
          </p:grpSpPr>
          <p:sp>
            <p:nvSpPr>
              <p:cNvPr id="6" name="AutoShape 34"/>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 name="AutoShape 35"/>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sp>
        <p:nvSpPr>
          <p:cNvPr id="38948" name="AutoShape 36"/>
          <p:cNvSpPr>
            <a:spLocks/>
          </p:cNvSpPr>
          <p:nvPr/>
        </p:nvSpPr>
        <p:spPr bwMode="auto">
          <a:xfrm>
            <a:off x="12176125" y="9759950"/>
            <a:ext cx="563563" cy="468313"/>
          </a:xfrm>
          <a:custGeom>
            <a:avLst/>
            <a:gdLst>
              <a:gd name="T0" fmla="*/ 281782 w 21600"/>
              <a:gd name="T1" fmla="*/ 234157 h 21600"/>
              <a:gd name="T2" fmla="*/ 281782 w 21600"/>
              <a:gd name="T3" fmla="*/ 234157 h 21600"/>
              <a:gd name="T4" fmla="*/ 281782 w 21600"/>
              <a:gd name="T5" fmla="*/ 234157 h 21600"/>
              <a:gd name="T6" fmla="*/ 281782 w 21600"/>
              <a:gd name="T7" fmla="*/ 2341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9"/>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9"/>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49" name="AutoShape 37"/>
          <p:cNvSpPr>
            <a:spLocks/>
          </p:cNvSpPr>
          <p:nvPr/>
        </p:nvSpPr>
        <p:spPr bwMode="auto">
          <a:xfrm>
            <a:off x="2259013" y="6308725"/>
            <a:ext cx="1198562" cy="1658938"/>
          </a:xfrm>
          <a:custGeom>
            <a:avLst/>
            <a:gdLst>
              <a:gd name="T0" fmla="*/ 599281 w 21600"/>
              <a:gd name="T1" fmla="*/ 829469 h 21600"/>
              <a:gd name="T2" fmla="*/ 599281 w 21600"/>
              <a:gd name="T3" fmla="*/ 829469 h 21600"/>
              <a:gd name="T4" fmla="*/ 599281 w 21600"/>
              <a:gd name="T5" fmla="*/ 829469 h 21600"/>
              <a:gd name="T6" fmla="*/ 599281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50" name="AutoShape 38"/>
          <p:cNvSpPr>
            <a:spLocks/>
          </p:cNvSpPr>
          <p:nvPr/>
        </p:nvSpPr>
        <p:spPr bwMode="auto">
          <a:xfrm>
            <a:off x="2578100" y="6611938"/>
            <a:ext cx="587375" cy="587375"/>
          </a:xfrm>
          <a:custGeom>
            <a:avLst/>
            <a:gdLst>
              <a:gd name="T0" fmla="*/ 293688 w 21600"/>
              <a:gd name="T1" fmla="*/ 293688 h 21600"/>
              <a:gd name="T2" fmla="*/ 293688 w 21600"/>
              <a:gd name="T3" fmla="*/ 293688 h 21600"/>
              <a:gd name="T4" fmla="*/ 293688 w 21600"/>
              <a:gd name="T5" fmla="*/ 293688 h 21600"/>
              <a:gd name="T6" fmla="*/ 293688 w 21600"/>
              <a:gd name="T7" fmla="*/ 2936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51" name="AutoShape 39"/>
          <p:cNvSpPr>
            <a:spLocks/>
          </p:cNvSpPr>
          <p:nvPr/>
        </p:nvSpPr>
        <p:spPr bwMode="auto">
          <a:xfrm>
            <a:off x="20962938" y="6308725"/>
            <a:ext cx="1198562" cy="1658938"/>
          </a:xfrm>
          <a:custGeom>
            <a:avLst/>
            <a:gdLst>
              <a:gd name="T0" fmla="*/ 599281 w 21600"/>
              <a:gd name="T1" fmla="*/ 829469 h 21600"/>
              <a:gd name="T2" fmla="*/ 599281 w 21600"/>
              <a:gd name="T3" fmla="*/ 829469 h 21600"/>
              <a:gd name="T4" fmla="*/ 599281 w 21600"/>
              <a:gd name="T5" fmla="*/ 829469 h 21600"/>
              <a:gd name="T6" fmla="*/ 599281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52" name="AutoShape 40"/>
          <p:cNvSpPr>
            <a:spLocks/>
          </p:cNvSpPr>
          <p:nvPr/>
        </p:nvSpPr>
        <p:spPr bwMode="auto">
          <a:xfrm>
            <a:off x="18567400" y="8890000"/>
            <a:ext cx="1198563" cy="1697038"/>
          </a:xfrm>
          <a:custGeom>
            <a:avLst/>
            <a:gdLst>
              <a:gd name="T0" fmla="*/ 599282 w 21600"/>
              <a:gd name="T1" fmla="*/ 848519 h 21600"/>
              <a:gd name="T2" fmla="*/ 599282 w 21600"/>
              <a:gd name="T3" fmla="*/ 848519 h 21600"/>
              <a:gd name="T4" fmla="*/ 599282 w 21600"/>
              <a:gd name="T5" fmla="*/ 848519 h 21600"/>
              <a:gd name="T6" fmla="*/ 599282 w 21600"/>
              <a:gd name="T7" fmla="*/ 8485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11" y="0"/>
                </a:moveTo>
                <a:lnTo>
                  <a:pt x="8664" y="6497"/>
                </a:lnTo>
                <a:cubicBezTo>
                  <a:pt x="3721" y="7197"/>
                  <a:pt x="0" y="10279"/>
                  <a:pt x="0" y="13975"/>
                </a:cubicBezTo>
                <a:cubicBezTo>
                  <a:pt x="0" y="18188"/>
                  <a:pt x="4838" y="21599"/>
                  <a:pt x="10803" y="21599"/>
                </a:cubicBezTo>
                <a:cubicBezTo>
                  <a:pt x="16768" y="21599"/>
                  <a:pt x="21599" y="18188"/>
                  <a:pt x="21599" y="13975"/>
                </a:cubicBezTo>
                <a:cubicBezTo>
                  <a:pt x="21599" y="10395"/>
                  <a:pt x="18096" y="7415"/>
                  <a:pt x="13386" y="6593"/>
                </a:cubicBezTo>
                <a:lnTo>
                  <a:pt x="11211"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53" name="AutoShape 41"/>
          <p:cNvSpPr>
            <a:spLocks/>
          </p:cNvSpPr>
          <p:nvPr/>
        </p:nvSpPr>
        <p:spPr bwMode="auto">
          <a:xfrm>
            <a:off x="18924588" y="9715500"/>
            <a:ext cx="514350" cy="515938"/>
          </a:xfrm>
          <a:custGeom>
            <a:avLst/>
            <a:gdLst>
              <a:gd name="T0" fmla="*/ 257175 w 21600"/>
              <a:gd name="T1" fmla="*/ 257969 h 21600"/>
              <a:gd name="T2" fmla="*/ 257175 w 21600"/>
              <a:gd name="T3" fmla="*/ 257969 h 21600"/>
              <a:gd name="T4" fmla="*/ 257175 w 21600"/>
              <a:gd name="T5" fmla="*/ 257969 h 21600"/>
              <a:gd name="T6" fmla="*/ 257175 w 21600"/>
              <a:gd name="T7" fmla="*/ 257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54" name="AutoShape 42"/>
          <p:cNvSpPr>
            <a:spLocks/>
          </p:cNvSpPr>
          <p:nvPr/>
        </p:nvSpPr>
        <p:spPr bwMode="auto">
          <a:xfrm>
            <a:off x="21323300" y="6600825"/>
            <a:ext cx="587375" cy="587375"/>
          </a:xfrm>
          <a:custGeom>
            <a:avLst/>
            <a:gdLst>
              <a:gd name="T0" fmla="*/ 293688 w 21600"/>
              <a:gd name="T1" fmla="*/ 293688 h 21600"/>
              <a:gd name="T2" fmla="*/ 293688 w 21600"/>
              <a:gd name="T3" fmla="*/ 293688 h 21600"/>
              <a:gd name="T4" fmla="*/ 293688 w 21600"/>
              <a:gd name="T5" fmla="*/ 293688 h 21600"/>
              <a:gd name="T6" fmla="*/ 293688 w 21600"/>
              <a:gd name="T7" fmla="*/ 2936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55" name="AutoShape 43"/>
          <p:cNvSpPr>
            <a:spLocks/>
          </p:cNvSpPr>
          <p:nvPr/>
        </p:nvSpPr>
        <p:spPr bwMode="auto">
          <a:xfrm>
            <a:off x="4306888" y="6024563"/>
            <a:ext cx="3213100" cy="1727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56" name="AutoShape 44"/>
          <p:cNvSpPr>
            <a:spLocks/>
          </p:cNvSpPr>
          <p:nvPr/>
        </p:nvSpPr>
        <p:spPr bwMode="auto">
          <a:xfrm>
            <a:off x="4511675" y="5494338"/>
            <a:ext cx="2851150" cy="334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57" name="AutoShape 45"/>
          <p:cNvSpPr>
            <a:spLocks/>
          </p:cNvSpPr>
          <p:nvPr/>
        </p:nvSpPr>
        <p:spPr bwMode="auto">
          <a:xfrm>
            <a:off x="10872788" y="6024563"/>
            <a:ext cx="3213100" cy="1714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58" name="AutoShape 46"/>
          <p:cNvSpPr>
            <a:spLocks/>
          </p:cNvSpPr>
          <p:nvPr/>
        </p:nvSpPr>
        <p:spPr bwMode="auto">
          <a:xfrm>
            <a:off x="11077575" y="5494338"/>
            <a:ext cx="2852738" cy="334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59" name="AutoShape 47"/>
          <p:cNvSpPr>
            <a:spLocks/>
          </p:cNvSpPr>
          <p:nvPr/>
        </p:nvSpPr>
        <p:spPr bwMode="auto">
          <a:xfrm>
            <a:off x="17416463" y="6024563"/>
            <a:ext cx="3213100" cy="1714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60" name="AutoShape 48"/>
          <p:cNvSpPr>
            <a:spLocks/>
          </p:cNvSpPr>
          <p:nvPr/>
        </p:nvSpPr>
        <p:spPr bwMode="auto">
          <a:xfrm>
            <a:off x="17619663" y="5494338"/>
            <a:ext cx="2852737" cy="334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61" name="AutoShape 49"/>
          <p:cNvSpPr>
            <a:spLocks/>
          </p:cNvSpPr>
          <p:nvPr/>
        </p:nvSpPr>
        <p:spPr bwMode="auto">
          <a:xfrm>
            <a:off x="7446963" y="9752013"/>
            <a:ext cx="3213100" cy="1765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62" name="AutoShape 50"/>
          <p:cNvSpPr>
            <a:spLocks/>
          </p:cNvSpPr>
          <p:nvPr/>
        </p:nvSpPr>
        <p:spPr bwMode="auto">
          <a:xfrm>
            <a:off x="7650163" y="9220200"/>
            <a:ext cx="2852737" cy="336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63" name="AutoShape 51"/>
          <p:cNvSpPr>
            <a:spLocks/>
          </p:cNvSpPr>
          <p:nvPr/>
        </p:nvSpPr>
        <p:spPr bwMode="auto">
          <a:xfrm>
            <a:off x="14252575" y="9752013"/>
            <a:ext cx="3213100" cy="1739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64" name="AutoShape 52"/>
          <p:cNvSpPr>
            <a:spLocks/>
          </p:cNvSpPr>
          <p:nvPr/>
        </p:nvSpPr>
        <p:spPr bwMode="auto">
          <a:xfrm>
            <a:off x="14457363" y="9220200"/>
            <a:ext cx="2851150" cy="336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8915"/>
                                        </p:tgtEl>
                                        <p:attrNameLst>
                                          <p:attrName>style.visibility</p:attrName>
                                        </p:attrNameLst>
                                      </p:cBhvr>
                                      <p:to>
                                        <p:strVal val="visible"/>
                                      </p:to>
                                    </p:set>
                                    <p:anim calcmode="lin" valueType="num">
                                      <p:cBhvr additive="base">
                                        <p:cTn id="7" dur="500" fill="hold"/>
                                        <p:tgtEl>
                                          <p:spTgt spid="38915"/>
                                        </p:tgtEl>
                                        <p:attrNameLst>
                                          <p:attrName>ppt_x</p:attrName>
                                        </p:attrNameLst>
                                      </p:cBhvr>
                                      <p:tavLst>
                                        <p:tav tm="0">
                                          <p:val>
                                            <p:strVal val="1+#ppt_w/2"/>
                                          </p:val>
                                        </p:tav>
                                        <p:tav tm="100000">
                                          <p:val>
                                            <p:strVal val="#ppt_x"/>
                                          </p:val>
                                        </p:tav>
                                      </p:tavLst>
                                    </p:anim>
                                    <p:anim calcmode="lin" valueType="num">
                                      <p:cBhvr additive="base">
                                        <p:cTn id="8" dur="500" fill="hold"/>
                                        <p:tgtEl>
                                          <p:spTgt spid="3891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8916"/>
                                        </p:tgtEl>
                                        <p:attrNameLst>
                                          <p:attrName>style.visibility</p:attrName>
                                        </p:attrNameLst>
                                      </p:cBhvr>
                                      <p:to>
                                        <p:strVal val="visible"/>
                                      </p:to>
                                    </p:set>
                                    <p:anim calcmode="lin" valueType="num">
                                      <p:cBhvr additive="base">
                                        <p:cTn id="12" dur="500" fill="hold"/>
                                        <p:tgtEl>
                                          <p:spTgt spid="38916"/>
                                        </p:tgtEl>
                                        <p:attrNameLst>
                                          <p:attrName>ppt_x</p:attrName>
                                        </p:attrNameLst>
                                      </p:cBhvr>
                                      <p:tavLst>
                                        <p:tav tm="0">
                                          <p:val>
                                            <p:strVal val="1+#ppt_w/2"/>
                                          </p:val>
                                        </p:tav>
                                        <p:tav tm="100000">
                                          <p:val>
                                            <p:strVal val="#ppt_x"/>
                                          </p:val>
                                        </p:tav>
                                      </p:tavLst>
                                    </p:anim>
                                    <p:anim calcmode="lin" valueType="num">
                                      <p:cBhvr additive="base">
                                        <p:cTn id="13" dur="500" fill="hold"/>
                                        <p:tgtEl>
                                          <p:spTgt spid="3891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8917"/>
                                        </p:tgtEl>
                                        <p:attrNameLst>
                                          <p:attrName>style.visibility</p:attrName>
                                        </p:attrNameLst>
                                      </p:cBhvr>
                                      <p:to>
                                        <p:strVal val="visible"/>
                                      </p:to>
                                    </p:set>
                                    <p:anim calcmode="lin" valueType="num">
                                      <p:cBhvr additive="base">
                                        <p:cTn id="17" dur="500" fill="hold"/>
                                        <p:tgtEl>
                                          <p:spTgt spid="38917"/>
                                        </p:tgtEl>
                                        <p:attrNameLst>
                                          <p:attrName>ppt_x</p:attrName>
                                        </p:attrNameLst>
                                      </p:cBhvr>
                                      <p:tavLst>
                                        <p:tav tm="0">
                                          <p:val>
                                            <p:strVal val="1+#ppt_w/2"/>
                                          </p:val>
                                        </p:tav>
                                        <p:tav tm="100000">
                                          <p:val>
                                            <p:strVal val="#ppt_x"/>
                                          </p:val>
                                        </p:tav>
                                      </p:tavLst>
                                    </p:anim>
                                    <p:anim calcmode="lin" valueType="num">
                                      <p:cBhvr additive="base">
                                        <p:cTn id="18" dur="500" fill="hold"/>
                                        <p:tgtEl>
                                          <p:spTgt spid="3891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nodeType="afterEffect">
                                  <p:stCondLst>
                                    <p:cond delay="0"/>
                                  </p:stCondLst>
                                  <p:childTnLst>
                                    <p:set>
                                      <p:cBhvr>
                                        <p:cTn id="21" dur="1" fill="hold">
                                          <p:stCondLst>
                                            <p:cond delay="0"/>
                                          </p:stCondLst>
                                        </p:cTn>
                                        <p:tgtEl>
                                          <p:spTgt spid="38925"/>
                                        </p:tgtEl>
                                        <p:attrNameLst>
                                          <p:attrName>style.visibility</p:attrName>
                                        </p:attrNameLst>
                                      </p:cBhvr>
                                      <p:to>
                                        <p:strVal val="visible"/>
                                      </p:to>
                                    </p:set>
                                    <p:animEffect transition="in" filter="wipe(left)">
                                      <p:cBhvr>
                                        <p:cTn id="22" dur="500"/>
                                        <p:tgtEl>
                                          <p:spTgt spid="38925"/>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38918"/>
                                        </p:tgtEl>
                                        <p:attrNameLst>
                                          <p:attrName>style.visibility</p:attrName>
                                        </p:attrNameLst>
                                      </p:cBhvr>
                                      <p:to>
                                        <p:strVal val="visible"/>
                                      </p:to>
                                    </p:set>
                                    <p:animEffect transition="in" filter="dissolve">
                                      <p:cBhvr>
                                        <p:cTn id="26" dur="500"/>
                                        <p:tgtEl>
                                          <p:spTgt spid="38918"/>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38919"/>
                                        </p:tgtEl>
                                        <p:attrNameLst>
                                          <p:attrName>style.visibility</p:attrName>
                                        </p:attrNameLst>
                                      </p:cBhvr>
                                      <p:to>
                                        <p:strVal val="visible"/>
                                      </p:to>
                                    </p:set>
                                    <p:animEffect transition="in" filter="dissolve">
                                      <p:cBhvr>
                                        <p:cTn id="30" dur="500"/>
                                        <p:tgtEl>
                                          <p:spTgt spid="38919"/>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38920"/>
                                        </p:tgtEl>
                                        <p:attrNameLst>
                                          <p:attrName>style.visibility</p:attrName>
                                        </p:attrNameLst>
                                      </p:cBhvr>
                                      <p:to>
                                        <p:strVal val="visible"/>
                                      </p:to>
                                    </p:set>
                                    <p:animEffect transition="in" filter="dissolve">
                                      <p:cBhvr>
                                        <p:cTn id="34" dur="500"/>
                                        <p:tgtEl>
                                          <p:spTgt spid="38920"/>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38921"/>
                                        </p:tgtEl>
                                        <p:attrNameLst>
                                          <p:attrName>style.visibility</p:attrName>
                                        </p:attrNameLst>
                                      </p:cBhvr>
                                      <p:to>
                                        <p:strVal val="visible"/>
                                      </p:to>
                                    </p:set>
                                    <p:animEffect transition="in" filter="dissolve">
                                      <p:cBhvr>
                                        <p:cTn id="38" dur="500"/>
                                        <p:tgtEl>
                                          <p:spTgt spid="38921"/>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38922"/>
                                        </p:tgtEl>
                                        <p:attrNameLst>
                                          <p:attrName>style.visibility</p:attrName>
                                        </p:attrNameLst>
                                      </p:cBhvr>
                                      <p:to>
                                        <p:strVal val="visible"/>
                                      </p:to>
                                    </p:set>
                                    <p:animEffect transition="in" filter="dissolve">
                                      <p:cBhvr>
                                        <p:cTn id="42" dur="500"/>
                                        <p:tgtEl>
                                          <p:spTgt spid="38922"/>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38923"/>
                                        </p:tgtEl>
                                        <p:attrNameLst>
                                          <p:attrName>style.visibility</p:attrName>
                                        </p:attrNameLst>
                                      </p:cBhvr>
                                      <p:to>
                                        <p:strVal val="visible"/>
                                      </p:to>
                                    </p:set>
                                    <p:animEffect transition="in" filter="dissolve">
                                      <p:cBhvr>
                                        <p:cTn id="46" dur="500"/>
                                        <p:tgtEl>
                                          <p:spTgt spid="38923"/>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38924"/>
                                        </p:tgtEl>
                                        <p:attrNameLst>
                                          <p:attrName>style.visibility</p:attrName>
                                        </p:attrNameLst>
                                      </p:cBhvr>
                                      <p:to>
                                        <p:strVal val="visible"/>
                                      </p:to>
                                    </p:set>
                                    <p:animEffect transition="in" filter="dissolve">
                                      <p:cBhvr>
                                        <p:cTn id="50" dur="500"/>
                                        <p:tgtEl>
                                          <p:spTgt spid="38924"/>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38948"/>
                                        </p:tgtEl>
                                        <p:attrNameLst>
                                          <p:attrName>style.visibility</p:attrName>
                                        </p:attrNameLst>
                                      </p:cBhvr>
                                      <p:to>
                                        <p:strVal val="visible"/>
                                      </p:to>
                                    </p:set>
                                    <p:animEffect transition="in" filter="dissolve">
                                      <p:cBhvr>
                                        <p:cTn id="54" dur="500"/>
                                        <p:tgtEl>
                                          <p:spTgt spid="38948"/>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38949"/>
                                        </p:tgtEl>
                                        <p:attrNameLst>
                                          <p:attrName>style.visibility</p:attrName>
                                        </p:attrNameLst>
                                      </p:cBhvr>
                                      <p:to>
                                        <p:strVal val="visible"/>
                                      </p:to>
                                    </p:set>
                                    <p:animEffect transition="in" filter="dissolve">
                                      <p:cBhvr>
                                        <p:cTn id="58" dur="500"/>
                                        <p:tgtEl>
                                          <p:spTgt spid="38949"/>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8950"/>
                                        </p:tgtEl>
                                        <p:attrNameLst>
                                          <p:attrName>style.visibility</p:attrName>
                                        </p:attrNameLst>
                                      </p:cBhvr>
                                      <p:to>
                                        <p:strVal val="visible"/>
                                      </p:to>
                                    </p:set>
                                    <p:animEffect transition="in" filter="dissolve">
                                      <p:cBhvr>
                                        <p:cTn id="62" dur="500"/>
                                        <p:tgtEl>
                                          <p:spTgt spid="38950"/>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38951"/>
                                        </p:tgtEl>
                                        <p:attrNameLst>
                                          <p:attrName>style.visibility</p:attrName>
                                        </p:attrNameLst>
                                      </p:cBhvr>
                                      <p:to>
                                        <p:strVal val="visible"/>
                                      </p:to>
                                    </p:set>
                                    <p:animEffect transition="in" filter="dissolve">
                                      <p:cBhvr>
                                        <p:cTn id="66" dur="500"/>
                                        <p:tgtEl>
                                          <p:spTgt spid="38951"/>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8952"/>
                                        </p:tgtEl>
                                        <p:attrNameLst>
                                          <p:attrName>style.visibility</p:attrName>
                                        </p:attrNameLst>
                                      </p:cBhvr>
                                      <p:to>
                                        <p:strVal val="visible"/>
                                      </p:to>
                                    </p:set>
                                    <p:animEffect transition="in" filter="dissolve">
                                      <p:cBhvr>
                                        <p:cTn id="70" dur="500"/>
                                        <p:tgtEl>
                                          <p:spTgt spid="38952"/>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8953"/>
                                        </p:tgtEl>
                                        <p:attrNameLst>
                                          <p:attrName>style.visibility</p:attrName>
                                        </p:attrNameLst>
                                      </p:cBhvr>
                                      <p:to>
                                        <p:strVal val="visible"/>
                                      </p:to>
                                    </p:set>
                                    <p:animEffect transition="in" filter="dissolve">
                                      <p:cBhvr>
                                        <p:cTn id="74" dur="500"/>
                                        <p:tgtEl>
                                          <p:spTgt spid="38953"/>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8954"/>
                                        </p:tgtEl>
                                        <p:attrNameLst>
                                          <p:attrName>style.visibility</p:attrName>
                                        </p:attrNameLst>
                                      </p:cBhvr>
                                      <p:to>
                                        <p:strVal val="visible"/>
                                      </p:to>
                                    </p:set>
                                    <p:animEffect transition="in" filter="dissolve">
                                      <p:cBhvr>
                                        <p:cTn id="78" dur="500"/>
                                        <p:tgtEl>
                                          <p:spTgt spid="38954"/>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38955"/>
                                        </p:tgtEl>
                                        <p:attrNameLst>
                                          <p:attrName>style.visibility</p:attrName>
                                        </p:attrNameLst>
                                      </p:cBhvr>
                                      <p:to>
                                        <p:strVal val="visible"/>
                                      </p:to>
                                    </p:set>
                                    <p:animEffect transition="in" filter="dissolve">
                                      <p:cBhvr>
                                        <p:cTn id="82" dur="500"/>
                                        <p:tgtEl>
                                          <p:spTgt spid="38955"/>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38956"/>
                                        </p:tgtEl>
                                        <p:attrNameLst>
                                          <p:attrName>style.visibility</p:attrName>
                                        </p:attrNameLst>
                                      </p:cBhvr>
                                      <p:to>
                                        <p:strVal val="visible"/>
                                      </p:to>
                                    </p:set>
                                    <p:animEffect transition="in" filter="dissolve">
                                      <p:cBhvr>
                                        <p:cTn id="86" dur="500"/>
                                        <p:tgtEl>
                                          <p:spTgt spid="38956"/>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38957"/>
                                        </p:tgtEl>
                                        <p:attrNameLst>
                                          <p:attrName>style.visibility</p:attrName>
                                        </p:attrNameLst>
                                      </p:cBhvr>
                                      <p:to>
                                        <p:strVal val="visible"/>
                                      </p:to>
                                    </p:set>
                                    <p:animEffect transition="in" filter="dissolve">
                                      <p:cBhvr>
                                        <p:cTn id="90" dur="500"/>
                                        <p:tgtEl>
                                          <p:spTgt spid="38957"/>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38958"/>
                                        </p:tgtEl>
                                        <p:attrNameLst>
                                          <p:attrName>style.visibility</p:attrName>
                                        </p:attrNameLst>
                                      </p:cBhvr>
                                      <p:to>
                                        <p:strVal val="visible"/>
                                      </p:to>
                                    </p:set>
                                    <p:animEffect transition="in" filter="dissolve">
                                      <p:cBhvr>
                                        <p:cTn id="94" dur="500"/>
                                        <p:tgtEl>
                                          <p:spTgt spid="38958"/>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38959"/>
                                        </p:tgtEl>
                                        <p:attrNameLst>
                                          <p:attrName>style.visibility</p:attrName>
                                        </p:attrNameLst>
                                      </p:cBhvr>
                                      <p:to>
                                        <p:strVal val="visible"/>
                                      </p:to>
                                    </p:set>
                                    <p:animEffect transition="in" filter="dissolve">
                                      <p:cBhvr>
                                        <p:cTn id="98" dur="500"/>
                                        <p:tgtEl>
                                          <p:spTgt spid="38959"/>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38960"/>
                                        </p:tgtEl>
                                        <p:attrNameLst>
                                          <p:attrName>style.visibility</p:attrName>
                                        </p:attrNameLst>
                                      </p:cBhvr>
                                      <p:to>
                                        <p:strVal val="visible"/>
                                      </p:to>
                                    </p:set>
                                    <p:animEffect transition="in" filter="dissolve">
                                      <p:cBhvr>
                                        <p:cTn id="102" dur="500"/>
                                        <p:tgtEl>
                                          <p:spTgt spid="38960"/>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38961"/>
                                        </p:tgtEl>
                                        <p:attrNameLst>
                                          <p:attrName>style.visibility</p:attrName>
                                        </p:attrNameLst>
                                      </p:cBhvr>
                                      <p:to>
                                        <p:strVal val="visible"/>
                                      </p:to>
                                    </p:set>
                                    <p:animEffect transition="in" filter="dissolve">
                                      <p:cBhvr>
                                        <p:cTn id="106" dur="500"/>
                                        <p:tgtEl>
                                          <p:spTgt spid="38961"/>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38962"/>
                                        </p:tgtEl>
                                        <p:attrNameLst>
                                          <p:attrName>style.visibility</p:attrName>
                                        </p:attrNameLst>
                                      </p:cBhvr>
                                      <p:to>
                                        <p:strVal val="visible"/>
                                      </p:to>
                                    </p:set>
                                    <p:animEffect transition="in" filter="dissolve">
                                      <p:cBhvr>
                                        <p:cTn id="110" dur="500"/>
                                        <p:tgtEl>
                                          <p:spTgt spid="38962"/>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38963"/>
                                        </p:tgtEl>
                                        <p:attrNameLst>
                                          <p:attrName>style.visibility</p:attrName>
                                        </p:attrNameLst>
                                      </p:cBhvr>
                                      <p:to>
                                        <p:strVal val="visible"/>
                                      </p:to>
                                    </p:set>
                                    <p:animEffect transition="in" filter="dissolve">
                                      <p:cBhvr>
                                        <p:cTn id="114" dur="500"/>
                                        <p:tgtEl>
                                          <p:spTgt spid="38963"/>
                                        </p:tgtEl>
                                      </p:cBhvr>
                                    </p:animEffect>
                                  </p:childTnLst>
                                </p:cTn>
                              </p:par>
                            </p:childTnLst>
                          </p:cTn>
                        </p:par>
                        <p:par>
                          <p:cTn id="115" fill="hold" nodeType="afterGroup">
                            <p:stCondLst>
                              <p:cond delay="13500"/>
                            </p:stCondLst>
                            <p:childTnLst>
                              <p:par>
                                <p:cTn id="116" presetID="9" presetClass="entr" presetSubtype="0" fill="hold" grpId="0" nodeType="afterEffect">
                                  <p:stCondLst>
                                    <p:cond delay="0"/>
                                  </p:stCondLst>
                                  <p:childTnLst>
                                    <p:set>
                                      <p:cBhvr>
                                        <p:cTn id="117" dur="1" fill="hold">
                                          <p:stCondLst>
                                            <p:cond delay="0"/>
                                          </p:stCondLst>
                                        </p:cTn>
                                        <p:tgtEl>
                                          <p:spTgt spid="38964"/>
                                        </p:tgtEl>
                                        <p:attrNameLst>
                                          <p:attrName>style.visibility</p:attrName>
                                        </p:attrNameLst>
                                      </p:cBhvr>
                                      <p:to>
                                        <p:strVal val="visible"/>
                                      </p:to>
                                    </p:set>
                                    <p:animEffect transition="in" filter="dissolve">
                                      <p:cBhvr>
                                        <p:cTn id="118" dur="500"/>
                                        <p:tgtEl>
                                          <p:spTgt spid="389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5" grpId="0" autoUpdateAnimBg="0"/>
      <p:bldP spid="38916" grpId="0" autoUpdateAnimBg="0"/>
      <p:bldP spid="38917" grpId="0" autoUpdateAnimBg="0"/>
      <p:bldP spid="38955" grpId="0" autoUpdateAnimBg="0"/>
      <p:bldP spid="38956" grpId="0" autoUpdateAnimBg="0"/>
      <p:bldP spid="38957" grpId="0" autoUpdateAnimBg="0"/>
      <p:bldP spid="38958" grpId="0" autoUpdateAnimBg="0"/>
      <p:bldP spid="38959" grpId="0" autoUpdateAnimBg="0"/>
      <p:bldP spid="38960" grpId="0" autoUpdateAnimBg="0"/>
      <p:bldP spid="38961" grpId="0" autoUpdateAnimBg="0"/>
      <p:bldP spid="38962" grpId="0" autoUpdateAnimBg="0"/>
      <p:bldP spid="38963" grpId="0" autoUpdateAnimBg="0"/>
      <p:bldP spid="38964" grpId="0" autoUpdateAnimBg="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38" name="AutoShape 2"/>
          <p:cNvSpPr>
            <a:spLocks/>
          </p:cNvSpPr>
          <p:nvPr/>
        </p:nvSpPr>
        <p:spPr bwMode="auto">
          <a:xfrm>
            <a:off x="2247900" y="2441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9939"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D8C28D4-C64D-400D-ACE9-4098759FF58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37</a:t>
            </a:fld>
            <a:endParaRPr lang="es-ES" altLang="en-US"/>
          </a:p>
        </p:txBody>
      </p:sp>
      <p:sp>
        <p:nvSpPr>
          <p:cNvPr id="39940" name="AutoShape 4"/>
          <p:cNvSpPr>
            <a:spLocks/>
          </p:cNvSpPr>
          <p:nvPr/>
        </p:nvSpPr>
        <p:spPr bwMode="auto">
          <a:xfrm>
            <a:off x="3289300" y="604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Iconic</a:t>
            </a:r>
            <a:r>
              <a:rPr lang="es-ES" b="1" dirty="0">
                <a:solidFill>
                  <a:schemeClr val="bg1">
                    <a:lumMod val="95000"/>
                  </a:schemeClr>
                </a:solidFill>
                <a:latin typeface="Lato" charset="0"/>
                <a:ea typeface="ＭＳ Ｐゴシック" charset="0"/>
                <a:cs typeface="Lato" charset="0"/>
                <a:sym typeface="Lato" charset="0"/>
              </a:rPr>
              <a:t> Links</a:t>
            </a:r>
            <a:endParaRPr lang="es-ES" dirty="0">
              <a:solidFill>
                <a:schemeClr val="bg1">
                  <a:lumMod val="95000"/>
                </a:schemeClr>
              </a:solidFill>
              <a:ea typeface="ＭＳ Ｐゴシック" charset="0"/>
            </a:endParaRPr>
          </a:p>
        </p:txBody>
      </p:sp>
      <p:sp>
        <p:nvSpPr>
          <p:cNvPr id="39941" name="AutoShape 5"/>
          <p:cNvSpPr>
            <a:spLocks/>
          </p:cNvSpPr>
          <p:nvPr/>
        </p:nvSpPr>
        <p:spPr bwMode="auto">
          <a:xfrm>
            <a:off x="3302000" y="1638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39942" name="Group 6"/>
          <p:cNvGrpSpPr>
            <a:grpSpLocks/>
          </p:cNvGrpSpPr>
          <p:nvPr/>
        </p:nvGrpSpPr>
        <p:grpSpPr bwMode="auto">
          <a:xfrm>
            <a:off x="6975475" y="4056063"/>
            <a:ext cx="10648950" cy="8939212"/>
            <a:chOff x="-92" y="0"/>
            <a:chExt cx="10648308" cy="8939379"/>
          </a:xfrm>
        </p:grpSpPr>
        <p:sp>
          <p:nvSpPr>
            <p:cNvPr id="39943" name="AutoShape 7"/>
            <p:cNvSpPr>
              <a:spLocks/>
            </p:cNvSpPr>
            <p:nvPr/>
          </p:nvSpPr>
          <p:spPr bwMode="auto">
            <a:xfrm>
              <a:off x="7145793" y="4401112"/>
              <a:ext cx="3502423" cy="1312467"/>
            </a:xfrm>
            <a:custGeom>
              <a:avLst/>
              <a:gdLst>
                <a:gd name="T0" fmla="*/ 1751212 w 21600"/>
                <a:gd name="T1" fmla="*/ 656234 h 21600"/>
                <a:gd name="T2" fmla="*/ 1751212 w 21600"/>
                <a:gd name="T3" fmla="*/ 656234 h 21600"/>
                <a:gd name="T4" fmla="*/ 1751212 w 21600"/>
                <a:gd name="T5" fmla="*/ 656234 h 21600"/>
                <a:gd name="T6" fmla="*/ 1751212 w 21600"/>
                <a:gd name="T7" fmla="*/ 6562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9" y="0"/>
                  </a:moveTo>
                  <a:cubicBezTo>
                    <a:pt x="15718" y="0"/>
                    <a:pt x="14174" y="3248"/>
                    <a:pt x="13674" y="7700"/>
                  </a:cubicBezTo>
                  <a:lnTo>
                    <a:pt x="0" y="6335"/>
                  </a:lnTo>
                  <a:lnTo>
                    <a:pt x="13525" y="11887"/>
                  </a:lnTo>
                  <a:cubicBezTo>
                    <a:pt x="13729" y="17342"/>
                    <a:pt x="15451" y="21599"/>
                    <a:pt x="17549" y="21599"/>
                  </a:cubicBezTo>
                  <a:lnTo>
                    <a:pt x="17551" y="21599"/>
                  </a:lnTo>
                  <a:cubicBezTo>
                    <a:pt x="19786" y="21599"/>
                    <a:pt x="21599" y="16761"/>
                    <a:pt x="21599" y="10796"/>
                  </a:cubicBezTo>
                  <a:cubicBezTo>
                    <a:pt x="21599" y="4832"/>
                    <a:pt x="19786" y="0"/>
                    <a:pt x="17551" y="0"/>
                  </a:cubicBezTo>
                  <a:lnTo>
                    <a:pt x="17549"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4" name="AutoShape 8"/>
            <p:cNvSpPr>
              <a:spLocks/>
            </p:cNvSpPr>
            <p:nvPr/>
          </p:nvSpPr>
          <p:spPr bwMode="auto">
            <a:xfrm>
              <a:off x="6805893" y="5814995"/>
              <a:ext cx="2270126" cy="1595835"/>
            </a:xfrm>
            <a:custGeom>
              <a:avLst/>
              <a:gdLst>
                <a:gd name="T0" fmla="*/ 1135063 w 21600"/>
                <a:gd name="T1" fmla="*/ 797917 h 21600"/>
                <a:gd name="T2" fmla="*/ 1135063 w 21600"/>
                <a:gd name="T3" fmla="*/ 797917 h 21600"/>
                <a:gd name="T4" fmla="*/ 1135063 w 21600"/>
                <a:gd name="T5" fmla="*/ 797917 h 21600"/>
                <a:gd name="T6" fmla="*/ 1135063 w 21600"/>
                <a:gd name="T7" fmla="*/ 797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448" y="9841"/>
                  </a:lnTo>
                  <a:cubicBezTo>
                    <a:pt x="9230" y="10744"/>
                    <a:pt x="9108" y="11706"/>
                    <a:pt x="9108" y="12715"/>
                  </a:cubicBezTo>
                  <a:cubicBezTo>
                    <a:pt x="9108" y="17620"/>
                    <a:pt x="11901" y="21599"/>
                    <a:pt x="15350" y="21599"/>
                  </a:cubicBezTo>
                  <a:lnTo>
                    <a:pt x="15354" y="21599"/>
                  </a:lnTo>
                  <a:cubicBezTo>
                    <a:pt x="18802" y="21600"/>
                    <a:pt x="21599" y="17620"/>
                    <a:pt x="21599" y="12715"/>
                  </a:cubicBezTo>
                  <a:cubicBezTo>
                    <a:pt x="21599" y="7809"/>
                    <a:pt x="18802" y="3835"/>
                    <a:pt x="15354" y="3835"/>
                  </a:cubicBezTo>
                  <a:lnTo>
                    <a:pt x="15350" y="3835"/>
                  </a:lnTo>
                  <a:cubicBezTo>
                    <a:pt x="13491" y="3835"/>
                    <a:pt x="11841" y="5014"/>
                    <a:pt x="10698" y="6849"/>
                  </a:cubicBez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5" name="AutoShape 9"/>
            <p:cNvSpPr>
              <a:spLocks/>
            </p:cNvSpPr>
            <p:nvPr/>
          </p:nvSpPr>
          <p:spPr bwMode="auto">
            <a:xfrm>
              <a:off x="6732336" y="755999"/>
              <a:ext cx="2381648" cy="2086770"/>
            </a:xfrm>
            <a:custGeom>
              <a:avLst/>
              <a:gdLst>
                <a:gd name="T0" fmla="*/ 1190824 w 21600"/>
                <a:gd name="T1" fmla="*/ 1043385 h 21600"/>
                <a:gd name="T2" fmla="*/ 1190824 w 21600"/>
                <a:gd name="T3" fmla="*/ 1043385 h 21600"/>
                <a:gd name="T4" fmla="*/ 1190824 w 21600"/>
                <a:gd name="T5" fmla="*/ 1043385 h 21600"/>
                <a:gd name="T6" fmla="*/ 1190824 w 21600"/>
                <a:gd name="T7" fmla="*/ 10433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642" y="0"/>
                  </a:moveTo>
                  <a:cubicBezTo>
                    <a:pt x="12356" y="0"/>
                    <a:pt x="9693" y="3039"/>
                    <a:pt x="9693" y="6790"/>
                  </a:cubicBezTo>
                  <a:cubicBezTo>
                    <a:pt x="9693" y="7958"/>
                    <a:pt x="9975" y="9042"/>
                    <a:pt x="10431" y="10003"/>
                  </a:cubicBezTo>
                  <a:lnTo>
                    <a:pt x="0" y="21600"/>
                  </a:lnTo>
                  <a:lnTo>
                    <a:pt x="11914" y="12048"/>
                  </a:lnTo>
                  <a:cubicBezTo>
                    <a:pt x="12937" y="12996"/>
                    <a:pt x="14222" y="13585"/>
                    <a:pt x="15642" y="13585"/>
                  </a:cubicBezTo>
                  <a:lnTo>
                    <a:pt x="15646" y="13585"/>
                  </a:lnTo>
                  <a:cubicBezTo>
                    <a:pt x="18933" y="13585"/>
                    <a:pt x="21599" y="10541"/>
                    <a:pt x="21599" y="6790"/>
                  </a:cubicBezTo>
                  <a:cubicBezTo>
                    <a:pt x="21599" y="3039"/>
                    <a:pt x="18933" y="0"/>
                    <a:pt x="15646" y="0"/>
                  </a:cubicBezTo>
                  <a:lnTo>
                    <a:pt x="15642"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6" name="AutoShape 10"/>
            <p:cNvSpPr>
              <a:spLocks/>
            </p:cNvSpPr>
            <p:nvPr/>
          </p:nvSpPr>
          <p:spPr bwMode="auto">
            <a:xfrm>
              <a:off x="7167562" y="2476500"/>
              <a:ext cx="3479801" cy="1364060"/>
            </a:xfrm>
            <a:custGeom>
              <a:avLst/>
              <a:gdLst>
                <a:gd name="T0" fmla="*/ 1739901 w 21600"/>
                <a:gd name="T1" fmla="*/ 682030 h 21600"/>
                <a:gd name="T2" fmla="*/ 1739901 w 21600"/>
                <a:gd name="T3" fmla="*/ 682030 h 21600"/>
                <a:gd name="T4" fmla="*/ 1739901 w 21600"/>
                <a:gd name="T5" fmla="*/ 682030 h 21600"/>
                <a:gd name="T6" fmla="*/ 1739901 w 21600"/>
                <a:gd name="T7" fmla="*/ 6820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22" y="0"/>
                  </a:moveTo>
                  <a:cubicBezTo>
                    <a:pt x="15273" y="0"/>
                    <a:pt x="13450" y="4649"/>
                    <a:pt x="13450" y="10388"/>
                  </a:cubicBezTo>
                  <a:cubicBezTo>
                    <a:pt x="13450" y="10561"/>
                    <a:pt x="13457" y="10732"/>
                    <a:pt x="13460" y="10903"/>
                  </a:cubicBezTo>
                  <a:lnTo>
                    <a:pt x="0" y="21600"/>
                  </a:lnTo>
                  <a:lnTo>
                    <a:pt x="13854" y="14825"/>
                  </a:lnTo>
                  <a:cubicBezTo>
                    <a:pt x="14508" y="18336"/>
                    <a:pt x="15897" y="20783"/>
                    <a:pt x="17522" y="20783"/>
                  </a:cubicBezTo>
                  <a:lnTo>
                    <a:pt x="17525" y="20783"/>
                  </a:lnTo>
                  <a:cubicBezTo>
                    <a:pt x="19774" y="20783"/>
                    <a:pt x="21599" y="16127"/>
                    <a:pt x="21599" y="10388"/>
                  </a:cubicBezTo>
                  <a:cubicBezTo>
                    <a:pt x="21599" y="4649"/>
                    <a:pt x="19774" y="0"/>
                    <a:pt x="17525" y="0"/>
                  </a:cubicBezTo>
                  <a:lnTo>
                    <a:pt x="17522"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7" name="AutoShape 11"/>
            <p:cNvSpPr>
              <a:spLocks/>
            </p:cNvSpPr>
            <p:nvPr/>
          </p:nvSpPr>
          <p:spPr bwMode="auto">
            <a:xfrm>
              <a:off x="8206674" y="1199314"/>
              <a:ext cx="525109" cy="524975"/>
            </a:xfrm>
            <a:custGeom>
              <a:avLst/>
              <a:gdLst>
                <a:gd name="T0" fmla="*/ 262555 w 21600"/>
                <a:gd name="T1" fmla="*/ 262488 h 21600"/>
                <a:gd name="T2" fmla="*/ 262555 w 21600"/>
                <a:gd name="T3" fmla="*/ 262488 h 21600"/>
                <a:gd name="T4" fmla="*/ 262555 w 21600"/>
                <a:gd name="T5" fmla="*/ 262488 h 21600"/>
                <a:gd name="T6" fmla="*/ 262555 w 21600"/>
                <a:gd name="T7" fmla="*/ 2624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48" name="AutoShape 12"/>
            <p:cNvSpPr>
              <a:spLocks/>
            </p:cNvSpPr>
            <p:nvPr/>
          </p:nvSpPr>
          <p:spPr bwMode="auto">
            <a:xfrm>
              <a:off x="8157007" y="6546425"/>
              <a:ext cx="525110" cy="433104"/>
            </a:xfrm>
            <a:custGeom>
              <a:avLst/>
              <a:gdLst>
                <a:gd name="T0" fmla="*/ 262555 w 21600"/>
                <a:gd name="T1" fmla="*/ 216552 h 21600"/>
                <a:gd name="T2" fmla="*/ 262555 w 21600"/>
                <a:gd name="T3" fmla="*/ 216552 h 21600"/>
                <a:gd name="T4" fmla="*/ 262555 w 21600"/>
                <a:gd name="T5" fmla="*/ 216552 h 21600"/>
                <a:gd name="T6" fmla="*/ 262555 w 21600"/>
                <a:gd name="T7" fmla="*/ 2165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8999" y="17274"/>
                  </a:lnTo>
                  <a:lnTo>
                    <a:pt x="8999" y="17369"/>
                  </a:lnTo>
                  <a:cubicBezTo>
                    <a:pt x="8999"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1"/>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59"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49" name="AutoShape 13"/>
            <p:cNvSpPr>
              <a:spLocks/>
            </p:cNvSpPr>
            <p:nvPr/>
          </p:nvSpPr>
          <p:spPr bwMode="auto">
            <a:xfrm>
              <a:off x="9735132" y="2849852"/>
              <a:ext cx="525110" cy="524974"/>
            </a:xfrm>
            <a:custGeom>
              <a:avLst/>
              <a:gdLst>
                <a:gd name="T0" fmla="*/ 262555 w 21376"/>
                <a:gd name="T1" fmla="*/ 262487 h 21600"/>
                <a:gd name="T2" fmla="*/ 262555 w 21376"/>
                <a:gd name="T3" fmla="*/ 262487 h 21600"/>
                <a:gd name="T4" fmla="*/ 262555 w 21376"/>
                <a:gd name="T5" fmla="*/ 262487 h 21600"/>
                <a:gd name="T6" fmla="*/ 262555 w 21376"/>
                <a:gd name="T7" fmla="*/ 2624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0" name="AutoShape 14"/>
            <p:cNvSpPr>
              <a:spLocks/>
            </p:cNvSpPr>
            <p:nvPr/>
          </p:nvSpPr>
          <p:spPr bwMode="auto">
            <a:xfrm>
              <a:off x="9759937" y="4774113"/>
              <a:ext cx="525110" cy="524974"/>
            </a:xfrm>
            <a:custGeom>
              <a:avLst/>
              <a:gdLst>
                <a:gd name="T0" fmla="*/ 262543 w 21591"/>
                <a:gd name="T1" fmla="*/ 263708 h 21498"/>
                <a:gd name="T2" fmla="*/ 262543 w 21591"/>
                <a:gd name="T3" fmla="*/ 263708 h 21498"/>
                <a:gd name="T4" fmla="*/ 262543 w 21591"/>
                <a:gd name="T5" fmla="*/ 263708 h 21498"/>
                <a:gd name="T6" fmla="*/ 262543 w 21591"/>
                <a:gd name="T7" fmla="*/ 263708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1" name="AutoShape 15"/>
            <p:cNvSpPr>
              <a:spLocks/>
            </p:cNvSpPr>
            <p:nvPr/>
          </p:nvSpPr>
          <p:spPr bwMode="auto">
            <a:xfrm>
              <a:off x="5829300" y="0"/>
              <a:ext cx="1312863" cy="2380854"/>
            </a:xfrm>
            <a:custGeom>
              <a:avLst/>
              <a:gdLst>
                <a:gd name="T0" fmla="*/ 656432 w 21600"/>
                <a:gd name="T1" fmla="*/ 1190427 h 21600"/>
                <a:gd name="T2" fmla="*/ 656432 w 21600"/>
                <a:gd name="T3" fmla="*/ 1190427 h 21600"/>
                <a:gd name="T4" fmla="*/ 656432 w 21600"/>
                <a:gd name="T5" fmla="*/ 1190427 h 21600"/>
                <a:gd name="T6" fmla="*/ 656432 w 21600"/>
                <a:gd name="T7" fmla="*/ 119042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3" y="0"/>
                  </a:moveTo>
                  <a:cubicBezTo>
                    <a:pt x="4830" y="0"/>
                    <a:pt x="0" y="2663"/>
                    <a:pt x="0" y="5951"/>
                  </a:cubicBezTo>
                  <a:cubicBezTo>
                    <a:pt x="0" y="8122"/>
                    <a:pt x="2128" y="10006"/>
                    <a:pt x="5275" y="11046"/>
                  </a:cubicBezTo>
                  <a:lnTo>
                    <a:pt x="737" y="21599"/>
                  </a:lnTo>
                  <a:lnTo>
                    <a:pt x="9252" y="11838"/>
                  </a:lnTo>
                  <a:cubicBezTo>
                    <a:pt x="9757" y="11878"/>
                    <a:pt x="10268" y="11907"/>
                    <a:pt x="10793" y="11907"/>
                  </a:cubicBezTo>
                  <a:lnTo>
                    <a:pt x="10799" y="11907"/>
                  </a:lnTo>
                  <a:cubicBezTo>
                    <a:pt x="16762" y="11907"/>
                    <a:pt x="21599" y="9239"/>
                    <a:pt x="21599" y="5951"/>
                  </a:cubicBezTo>
                  <a:cubicBezTo>
                    <a:pt x="21599" y="2663"/>
                    <a:pt x="16762" y="0"/>
                    <a:pt x="10799" y="0"/>
                  </a:cubicBezTo>
                  <a:lnTo>
                    <a:pt x="10793"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2" name="AutoShape 16"/>
            <p:cNvSpPr>
              <a:spLocks/>
            </p:cNvSpPr>
            <p:nvPr/>
          </p:nvSpPr>
          <p:spPr bwMode="auto">
            <a:xfrm>
              <a:off x="5783321" y="6456528"/>
              <a:ext cx="1715295" cy="2482851"/>
            </a:xfrm>
            <a:custGeom>
              <a:avLst/>
              <a:gdLst>
                <a:gd name="T0" fmla="*/ 857648 w 21600"/>
                <a:gd name="T1" fmla="*/ 1241426 h 21600"/>
                <a:gd name="T2" fmla="*/ 857648 w 21600"/>
                <a:gd name="T3" fmla="*/ 1241426 h 21600"/>
                <a:gd name="T4" fmla="*/ 857648 w 21600"/>
                <a:gd name="T5" fmla="*/ 1241426 h 21600"/>
                <a:gd name="T6" fmla="*/ 857648 w 21600"/>
                <a:gd name="T7" fmla="*/ 12414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7886" y="11625"/>
                  </a:lnTo>
                  <a:cubicBezTo>
                    <a:pt x="6170" y="12671"/>
                    <a:pt x="5067" y="14184"/>
                    <a:pt x="5067" y="15889"/>
                  </a:cubicBezTo>
                  <a:cubicBezTo>
                    <a:pt x="5067" y="19042"/>
                    <a:pt x="8765" y="21599"/>
                    <a:pt x="13328" y="21599"/>
                  </a:cubicBezTo>
                  <a:lnTo>
                    <a:pt x="13333" y="21599"/>
                  </a:lnTo>
                  <a:cubicBezTo>
                    <a:pt x="17897" y="21599"/>
                    <a:pt x="21600" y="19042"/>
                    <a:pt x="21600" y="15889"/>
                  </a:cubicBezTo>
                  <a:cubicBezTo>
                    <a:pt x="21600" y="12736"/>
                    <a:pt x="17897" y="10181"/>
                    <a:pt x="13333" y="10181"/>
                  </a:cubicBezTo>
                  <a:lnTo>
                    <a:pt x="13328" y="10181"/>
                  </a:lnTo>
                  <a:cubicBezTo>
                    <a:pt x="12396" y="10181"/>
                    <a:pt x="11506" y="10292"/>
                    <a:pt x="10670" y="10489"/>
                  </a:cubicBez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3" name="AutoShape 17"/>
            <p:cNvSpPr>
              <a:spLocks/>
            </p:cNvSpPr>
            <p:nvPr/>
          </p:nvSpPr>
          <p:spPr bwMode="auto">
            <a:xfrm flipH="1">
              <a:off x="-92" y="4401112"/>
              <a:ext cx="3502423" cy="1312467"/>
            </a:xfrm>
            <a:custGeom>
              <a:avLst/>
              <a:gdLst>
                <a:gd name="T0" fmla="*/ 1751212 w 21600"/>
                <a:gd name="T1" fmla="*/ 656234 h 21600"/>
                <a:gd name="T2" fmla="*/ 1751212 w 21600"/>
                <a:gd name="T3" fmla="*/ 656234 h 21600"/>
                <a:gd name="T4" fmla="*/ 1751212 w 21600"/>
                <a:gd name="T5" fmla="*/ 656234 h 21600"/>
                <a:gd name="T6" fmla="*/ 1751212 w 21600"/>
                <a:gd name="T7" fmla="*/ 6562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9" y="0"/>
                  </a:moveTo>
                  <a:cubicBezTo>
                    <a:pt x="15718" y="0"/>
                    <a:pt x="14174" y="3248"/>
                    <a:pt x="13674" y="7700"/>
                  </a:cubicBezTo>
                  <a:lnTo>
                    <a:pt x="0" y="6335"/>
                  </a:lnTo>
                  <a:lnTo>
                    <a:pt x="13525" y="11887"/>
                  </a:lnTo>
                  <a:cubicBezTo>
                    <a:pt x="13729" y="17342"/>
                    <a:pt x="15451" y="21599"/>
                    <a:pt x="17549" y="21599"/>
                  </a:cubicBezTo>
                  <a:lnTo>
                    <a:pt x="17551" y="21599"/>
                  </a:lnTo>
                  <a:cubicBezTo>
                    <a:pt x="19786" y="21599"/>
                    <a:pt x="21599" y="16761"/>
                    <a:pt x="21599" y="10796"/>
                  </a:cubicBezTo>
                  <a:cubicBezTo>
                    <a:pt x="21599" y="4832"/>
                    <a:pt x="19786" y="0"/>
                    <a:pt x="17551" y="0"/>
                  </a:cubicBezTo>
                  <a:lnTo>
                    <a:pt x="17549"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4" name="AutoShape 18"/>
            <p:cNvSpPr>
              <a:spLocks/>
            </p:cNvSpPr>
            <p:nvPr/>
          </p:nvSpPr>
          <p:spPr bwMode="auto">
            <a:xfrm flipH="1">
              <a:off x="1622905" y="5840395"/>
              <a:ext cx="2270126" cy="1595835"/>
            </a:xfrm>
            <a:custGeom>
              <a:avLst/>
              <a:gdLst>
                <a:gd name="T0" fmla="*/ 1135063 w 21600"/>
                <a:gd name="T1" fmla="*/ 797917 h 21600"/>
                <a:gd name="T2" fmla="*/ 1135063 w 21600"/>
                <a:gd name="T3" fmla="*/ 797917 h 21600"/>
                <a:gd name="T4" fmla="*/ 1135063 w 21600"/>
                <a:gd name="T5" fmla="*/ 797917 h 21600"/>
                <a:gd name="T6" fmla="*/ 1135063 w 21600"/>
                <a:gd name="T7" fmla="*/ 797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448" y="9841"/>
                  </a:lnTo>
                  <a:cubicBezTo>
                    <a:pt x="9230" y="10744"/>
                    <a:pt x="9108" y="11706"/>
                    <a:pt x="9108" y="12715"/>
                  </a:cubicBezTo>
                  <a:cubicBezTo>
                    <a:pt x="9108" y="17620"/>
                    <a:pt x="11901" y="21599"/>
                    <a:pt x="15350" y="21599"/>
                  </a:cubicBezTo>
                  <a:lnTo>
                    <a:pt x="15354" y="21599"/>
                  </a:lnTo>
                  <a:cubicBezTo>
                    <a:pt x="18802" y="21600"/>
                    <a:pt x="21599" y="17620"/>
                    <a:pt x="21599" y="12715"/>
                  </a:cubicBezTo>
                  <a:cubicBezTo>
                    <a:pt x="21599" y="7809"/>
                    <a:pt x="18802" y="3835"/>
                    <a:pt x="15354" y="3835"/>
                  </a:cubicBezTo>
                  <a:lnTo>
                    <a:pt x="15350" y="3835"/>
                  </a:lnTo>
                  <a:cubicBezTo>
                    <a:pt x="13491" y="3835"/>
                    <a:pt x="11841" y="5014"/>
                    <a:pt x="10698" y="6849"/>
                  </a:cubicBez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5" name="AutoShape 19"/>
            <p:cNvSpPr>
              <a:spLocks/>
            </p:cNvSpPr>
            <p:nvPr/>
          </p:nvSpPr>
          <p:spPr bwMode="auto">
            <a:xfrm flipH="1">
              <a:off x="1534140" y="755999"/>
              <a:ext cx="2381648" cy="2086770"/>
            </a:xfrm>
            <a:custGeom>
              <a:avLst/>
              <a:gdLst>
                <a:gd name="T0" fmla="*/ 1190824 w 21600"/>
                <a:gd name="T1" fmla="*/ 1043385 h 21600"/>
                <a:gd name="T2" fmla="*/ 1190824 w 21600"/>
                <a:gd name="T3" fmla="*/ 1043385 h 21600"/>
                <a:gd name="T4" fmla="*/ 1190824 w 21600"/>
                <a:gd name="T5" fmla="*/ 1043385 h 21600"/>
                <a:gd name="T6" fmla="*/ 1190824 w 21600"/>
                <a:gd name="T7" fmla="*/ 10433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642" y="0"/>
                  </a:moveTo>
                  <a:cubicBezTo>
                    <a:pt x="12356" y="0"/>
                    <a:pt x="9693" y="3039"/>
                    <a:pt x="9693" y="6790"/>
                  </a:cubicBezTo>
                  <a:cubicBezTo>
                    <a:pt x="9693" y="7958"/>
                    <a:pt x="9975" y="9042"/>
                    <a:pt x="10431" y="10003"/>
                  </a:cubicBezTo>
                  <a:lnTo>
                    <a:pt x="0" y="21600"/>
                  </a:lnTo>
                  <a:lnTo>
                    <a:pt x="11914" y="12048"/>
                  </a:lnTo>
                  <a:cubicBezTo>
                    <a:pt x="12937" y="12996"/>
                    <a:pt x="14222" y="13585"/>
                    <a:pt x="15642" y="13585"/>
                  </a:cubicBezTo>
                  <a:lnTo>
                    <a:pt x="15646" y="13585"/>
                  </a:lnTo>
                  <a:cubicBezTo>
                    <a:pt x="18933" y="13585"/>
                    <a:pt x="21599" y="10541"/>
                    <a:pt x="21599" y="6790"/>
                  </a:cubicBezTo>
                  <a:cubicBezTo>
                    <a:pt x="21599" y="3039"/>
                    <a:pt x="18933" y="0"/>
                    <a:pt x="15646" y="0"/>
                  </a:cubicBezTo>
                  <a:lnTo>
                    <a:pt x="15642"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6" name="AutoShape 20"/>
            <p:cNvSpPr>
              <a:spLocks/>
            </p:cNvSpPr>
            <p:nvPr/>
          </p:nvSpPr>
          <p:spPr bwMode="auto">
            <a:xfrm flipH="1">
              <a:off x="761" y="2476500"/>
              <a:ext cx="3479801" cy="1364060"/>
            </a:xfrm>
            <a:custGeom>
              <a:avLst/>
              <a:gdLst>
                <a:gd name="T0" fmla="*/ 1739901 w 21600"/>
                <a:gd name="T1" fmla="*/ 682030 h 21600"/>
                <a:gd name="T2" fmla="*/ 1739901 w 21600"/>
                <a:gd name="T3" fmla="*/ 682030 h 21600"/>
                <a:gd name="T4" fmla="*/ 1739901 w 21600"/>
                <a:gd name="T5" fmla="*/ 682030 h 21600"/>
                <a:gd name="T6" fmla="*/ 1739901 w 21600"/>
                <a:gd name="T7" fmla="*/ 6820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22" y="0"/>
                  </a:moveTo>
                  <a:cubicBezTo>
                    <a:pt x="15273" y="0"/>
                    <a:pt x="13450" y="4649"/>
                    <a:pt x="13450" y="10388"/>
                  </a:cubicBezTo>
                  <a:cubicBezTo>
                    <a:pt x="13450" y="10561"/>
                    <a:pt x="13457" y="10732"/>
                    <a:pt x="13460" y="10903"/>
                  </a:cubicBezTo>
                  <a:lnTo>
                    <a:pt x="0" y="21600"/>
                  </a:lnTo>
                  <a:lnTo>
                    <a:pt x="13854" y="14825"/>
                  </a:lnTo>
                  <a:cubicBezTo>
                    <a:pt x="14508" y="18336"/>
                    <a:pt x="15897" y="20783"/>
                    <a:pt x="17522" y="20783"/>
                  </a:cubicBezTo>
                  <a:lnTo>
                    <a:pt x="17525" y="20783"/>
                  </a:lnTo>
                  <a:cubicBezTo>
                    <a:pt x="19774" y="20783"/>
                    <a:pt x="21599" y="16127"/>
                    <a:pt x="21599" y="10388"/>
                  </a:cubicBezTo>
                  <a:cubicBezTo>
                    <a:pt x="21599" y="4649"/>
                    <a:pt x="19774" y="0"/>
                    <a:pt x="17525" y="0"/>
                  </a:cubicBezTo>
                  <a:lnTo>
                    <a:pt x="17522"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7" name="AutoShape 21"/>
            <p:cNvSpPr>
              <a:spLocks/>
            </p:cNvSpPr>
            <p:nvPr/>
          </p:nvSpPr>
          <p:spPr bwMode="auto">
            <a:xfrm flipH="1">
              <a:off x="1916341" y="1199314"/>
              <a:ext cx="525109" cy="524975"/>
            </a:xfrm>
            <a:custGeom>
              <a:avLst/>
              <a:gdLst>
                <a:gd name="T0" fmla="*/ 262555 w 21600"/>
                <a:gd name="T1" fmla="*/ 262488 h 21600"/>
                <a:gd name="T2" fmla="*/ 262555 w 21600"/>
                <a:gd name="T3" fmla="*/ 262488 h 21600"/>
                <a:gd name="T4" fmla="*/ 262555 w 21600"/>
                <a:gd name="T5" fmla="*/ 262488 h 21600"/>
                <a:gd name="T6" fmla="*/ 262555 w 21600"/>
                <a:gd name="T7" fmla="*/ 2624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8" name="AutoShape 22"/>
            <p:cNvSpPr>
              <a:spLocks/>
            </p:cNvSpPr>
            <p:nvPr/>
          </p:nvSpPr>
          <p:spPr bwMode="auto">
            <a:xfrm flipH="1">
              <a:off x="2016807" y="6571825"/>
              <a:ext cx="525110" cy="433104"/>
            </a:xfrm>
            <a:custGeom>
              <a:avLst/>
              <a:gdLst>
                <a:gd name="T0" fmla="*/ 262555 w 21600"/>
                <a:gd name="T1" fmla="*/ 216552 h 21600"/>
                <a:gd name="T2" fmla="*/ 262555 w 21600"/>
                <a:gd name="T3" fmla="*/ 216552 h 21600"/>
                <a:gd name="T4" fmla="*/ 262555 w 21600"/>
                <a:gd name="T5" fmla="*/ 216552 h 21600"/>
                <a:gd name="T6" fmla="*/ 262555 w 21600"/>
                <a:gd name="T7" fmla="*/ 2165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8999" y="17274"/>
                  </a:lnTo>
                  <a:lnTo>
                    <a:pt x="8999" y="17369"/>
                  </a:lnTo>
                  <a:cubicBezTo>
                    <a:pt x="8999"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1"/>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59"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9" name="AutoShape 23"/>
            <p:cNvSpPr>
              <a:spLocks/>
            </p:cNvSpPr>
            <p:nvPr/>
          </p:nvSpPr>
          <p:spPr bwMode="auto">
            <a:xfrm flipH="1">
              <a:off x="387882" y="2849852"/>
              <a:ext cx="525110" cy="524974"/>
            </a:xfrm>
            <a:custGeom>
              <a:avLst/>
              <a:gdLst>
                <a:gd name="T0" fmla="*/ 262555 w 21376"/>
                <a:gd name="T1" fmla="*/ 262487 h 21600"/>
                <a:gd name="T2" fmla="*/ 262555 w 21376"/>
                <a:gd name="T3" fmla="*/ 262487 h 21600"/>
                <a:gd name="T4" fmla="*/ 262555 w 21376"/>
                <a:gd name="T5" fmla="*/ 262487 h 21600"/>
                <a:gd name="T6" fmla="*/ 262555 w 21376"/>
                <a:gd name="T7" fmla="*/ 2624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0" name="AutoShape 24"/>
            <p:cNvSpPr>
              <a:spLocks/>
            </p:cNvSpPr>
            <p:nvPr/>
          </p:nvSpPr>
          <p:spPr bwMode="auto">
            <a:xfrm flipH="1">
              <a:off x="363077" y="4774113"/>
              <a:ext cx="525110" cy="524974"/>
            </a:xfrm>
            <a:custGeom>
              <a:avLst/>
              <a:gdLst>
                <a:gd name="T0" fmla="*/ 262543 w 21591"/>
                <a:gd name="T1" fmla="*/ 263708 h 21498"/>
                <a:gd name="T2" fmla="*/ 262543 w 21591"/>
                <a:gd name="T3" fmla="*/ 263708 h 21498"/>
                <a:gd name="T4" fmla="*/ 262543 w 21591"/>
                <a:gd name="T5" fmla="*/ 263708 h 21498"/>
                <a:gd name="T6" fmla="*/ 262543 w 21591"/>
                <a:gd name="T7" fmla="*/ 263708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1" name="AutoShape 25"/>
            <p:cNvSpPr>
              <a:spLocks/>
            </p:cNvSpPr>
            <p:nvPr/>
          </p:nvSpPr>
          <p:spPr bwMode="auto">
            <a:xfrm flipH="1">
              <a:off x="3531361" y="0"/>
              <a:ext cx="1318023" cy="2277269"/>
            </a:xfrm>
            <a:custGeom>
              <a:avLst/>
              <a:gdLst>
                <a:gd name="T0" fmla="*/ 659012 w 21600"/>
                <a:gd name="T1" fmla="*/ 1138635 h 21600"/>
                <a:gd name="T2" fmla="*/ 659012 w 21600"/>
                <a:gd name="T3" fmla="*/ 1138635 h 21600"/>
                <a:gd name="T4" fmla="*/ 659012 w 21600"/>
                <a:gd name="T5" fmla="*/ 1138635 h 21600"/>
                <a:gd name="T6" fmla="*/ 659012 w 21600"/>
                <a:gd name="T7" fmla="*/ 113863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35" y="0"/>
                  </a:moveTo>
                  <a:cubicBezTo>
                    <a:pt x="4896" y="0"/>
                    <a:pt x="84" y="2784"/>
                    <a:pt x="84" y="6222"/>
                  </a:cubicBezTo>
                  <a:cubicBezTo>
                    <a:pt x="84" y="8390"/>
                    <a:pt x="2005" y="10299"/>
                    <a:pt x="4910" y="11413"/>
                  </a:cubicBezTo>
                  <a:lnTo>
                    <a:pt x="0" y="21600"/>
                  </a:lnTo>
                  <a:lnTo>
                    <a:pt x="8806" y="12332"/>
                  </a:lnTo>
                  <a:cubicBezTo>
                    <a:pt x="9464" y="12404"/>
                    <a:pt x="10140" y="12448"/>
                    <a:pt x="10835" y="12448"/>
                  </a:cubicBezTo>
                  <a:lnTo>
                    <a:pt x="10842" y="12448"/>
                  </a:lnTo>
                  <a:cubicBezTo>
                    <a:pt x="16781" y="12448"/>
                    <a:pt x="21599" y="9660"/>
                    <a:pt x="21599" y="6222"/>
                  </a:cubicBezTo>
                  <a:cubicBezTo>
                    <a:pt x="21600" y="2784"/>
                    <a:pt x="16781" y="0"/>
                    <a:pt x="10842" y="0"/>
                  </a:cubicBezTo>
                  <a:lnTo>
                    <a:pt x="10835"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62" name="AutoShape 26"/>
            <p:cNvSpPr>
              <a:spLocks/>
            </p:cNvSpPr>
            <p:nvPr/>
          </p:nvSpPr>
          <p:spPr bwMode="auto">
            <a:xfrm flipH="1">
              <a:off x="3314608" y="6402156"/>
              <a:ext cx="1519636" cy="2461023"/>
            </a:xfrm>
            <a:custGeom>
              <a:avLst/>
              <a:gdLst>
                <a:gd name="T0" fmla="*/ 759818 w 21600"/>
                <a:gd name="T1" fmla="*/ 1230512 h 21600"/>
                <a:gd name="T2" fmla="*/ 759818 w 21600"/>
                <a:gd name="T3" fmla="*/ 1230512 h 21600"/>
                <a:gd name="T4" fmla="*/ 759818 w 21600"/>
                <a:gd name="T5" fmla="*/ 1230512 h 21600"/>
                <a:gd name="T6" fmla="*/ 759818 w 21600"/>
                <a:gd name="T7" fmla="*/ 123051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6690" y="11247"/>
                  </a:lnTo>
                  <a:cubicBezTo>
                    <a:pt x="4425" y="12298"/>
                    <a:pt x="2939" y="13954"/>
                    <a:pt x="2939" y="15838"/>
                  </a:cubicBezTo>
                  <a:cubicBezTo>
                    <a:pt x="2939" y="19019"/>
                    <a:pt x="7112" y="21599"/>
                    <a:pt x="12263" y="21599"/>
                  </a:cubicBezTo>
                  <a:lnTo>
                    <a:pt x="12269" y="21599"/>
                  </a:lnTo>
                  <a:cubicBezTo>
                    <a:pt x="17420" y="21599"/>
                    <a:pt x="21599" y="19019"/>
                    <a:pt x="21599" y="15838"/>
                  </a:cubicBezTo>
                  <a:cubicBezTo>
                    <a:pt x="21600" y="12657"/>
                    <a:pt x="17420" y="10080"/>
                    <a:pt x="12269" y="10080"/>
                  </a:cubicBezTo>
                  <a:lnTo>
                    <a:pt x="12263" y="10080"/>
                  </a:lnTo>
                  <a:cubicBezTo>
                    <a:pt x="11470" y="10080"/>
                    <a:pt x="10708" y="10150"/>
                    <a:pt x="9973" y="10265"/>
                  </a:cubicBez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63" name="AutoShape 27"/>
            <p:cNvSpPr>
              <a:spLocks/>
            </p:cNvSpPr>
            <p:nvPr/>
          </p:nvSpPr>
          <p:spPr bwMode="auto">
            <a:xfrm>
              <a:off x="3698055" y="7979481"/>
              <a:ext cx="520701" cy="520701"/>
            </a:xfrm>
            <a:custGeom>
              <a:avLst/>
              <a:gdLst>
                <a:gd name="T0" fmla="*/ 260351 w 21424"/>
                <a:gd name="T1" fmla="*/ 260351 h 21600"/>
                <a:gd name="T2" fmla="*/ 260351 w 21424"/>
                <a:gd name="T3" fmla="*/ 260351 h 21600"/>
                <a:gd name="T4" fmla="*/ 260351 w 21424"/>
                <a:gd name="T5" fmla="*/ 260351 h 21600"/>
                <a:gd name="T6" fmla="*/ 260351 w 21424"/>
                <a:gd name="T7" fmla="*/ 260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24" h="21600">
                  <a:moveTo>
                    <a:pt x="12593" y="10421"/>
                  </a:moveTo>
                  <a:lnTo>
                    <a:pt x="12593" y="19432"/>
                  </a:lnTo>
                  <a:lnTo>
                    <a:pt x="16047" y="19432"/>
                  </a:lnTo>
                  <a:cubicBezTo>
                    <a:pt x="16352" y="19432"/>
                    <a:pt x="16611" y="19538"/>
                    <a:pt x="16821" y="19749"/>
                  </a:cubicBezTo>
                  <a:cubicBezTo>
                    <a:pt x="17027" y="19961"/>
                    <a:pt x="17135" y="20210"/>
                    <a:pt x="17135" y="20504"/>
                  </a:cubicBezTo>
                  <a:cubicBezTo>
                    <a:pt x="17135" y="20809"/>
                    <a:pt x="17027" y="21071"/>
                    <a:pt x="16821" y="21282"/>
                  </a:cubicBezTo>
                  <a:cubicBezTo>
                    <a:pt x="16611" y="21494"/>
                    <a:pt x="16352" y="21600"/>
                    <a:pt x="16047" y="21600"/>
                  </a:cubicBezTo>
                  <a:lnTo>
                    <a:pt x="5350" y="21600"/>
                  </a:lnTo>
                  <a:cubicBezTo>
                    <a:pt x="5062" y="21600"/>
                    <a:pt x="4812" y="21494"/>
                    <a:pt x="4602" y="21282"/>
                  </a:cubicBezTo>
                  <a:cubicBezTo>
                    <a:pt x="4396" y="21071"/>
                    <a:pt x="4288" y="20809"/>
                    <a:pt x="4288" y="20504"/>
                  </a:cubicBezTo>
                  <a:cubicBezTo>
                    <a:pt x="4288" y="20210"/>
                    <a:pt x="4396" y="19961"/>
                    <a:pt x="4602" y="19749"/>
                  </a:cubicBezTo>
                  <a:cubicBezTo>
                    <a:pt x="4812" y="19538"/>
                    <a:pt x="5062" y="19432"/>
                    <a:pt x="5350" y="19432"/>
                  </a:cubicBezTo>
                  <a:lnTo>
                    <a:pt x="8833" y="19432"/>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1" y="1101"/>
                    <a:pt x="21433" y="1497"/>
                    <a:pt x="21090" y="1841"/>
                  </a:cubicBezTo>
                  <a:lnTo>
                    <a:pt x="12593" y="1042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4" name="AutoShape 28"/>
            <p:cNvSpPr>
              <a:spLocks/>
            </p:cNvSpPr>
            <p:nvPr/>
          </p:nvSpPr>
          <p:spPr bwMode="auto">
            <a:xfrm>
              <a:off x="6602153" y="8005485"/>
              <a:ext cx="495301" cy="495301"/>
            </a:xfrm>
            <a:custGeom>
              <a:avLst/>
              <a:gdLst>
                <a:gd name="T0" fmla="*/ 247651 w 21578"/>
                <a:gd name="T1" fmla="*/ 247651 h 21600"/>
                <a:gd name="T2" fmla="*/ 247651 w 21578"/>
                <a:gd name="T3" fmla="*/ 247651 h 21600"/>
                <a:gd name="T4" fmla="*/ 247651 w 21578"/>
                <a:gd name="T5" fmla="*/ 247651 h 21600"/>
                <a:gd name="T6" fmla="*/ 247651 w 21578"/>
                <a:gd name="T7" fmla="*/ 2476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8" h="21600">
                  <a:moveTo>
                    <a:pt x="21416" y="10074"/>
                  </a:moveTo>
                  <a:cubicBezTo>
                    <a:pt x="21507" y="10166"/>
                    <a:pt x="21562" y="10284"/>
                    <a:pt x="21574" y="10428"/>
                  </a:cubicBezTo>
                  <a:cubicBezTo>
                    <a:pt x="21590" y="10569"/>
                    <a:pt x="21562" y="10702"/>
                    <a:pt x="21483" y="10820"/>
                  </a:cubicBezTo>
                  <a:lnTo>
                    <a:pt x="20967" y="11551"/>
                  </a:lnTo>
                  <a:cubicBezTo>
                    <a:pt x="20891" y="11678"/>
                    <a:pt x="20778" y="11744"/>
                    <a:pt x="20634" y="11744"/>
                  </a:cubicBezTo>
                  <a:lnTo>
                    <a:pt x="19889" y="11744"/>
                  </a:lnTo>
                  <a:cubicBezTo>
                    <a:pt x="19769" y="11744"/>
                    <a:pt x="19671" y="11704"/>
                    <a:pt x="19601" y="11632"/>
                  </a:cubicBezTo>
                  <a:lnTo>
                    <a:pt x="11078" y="3253"/>
                  </a:lnTo>
                  <a:cubicBezTo>
                    <a:pt x="10884" y="3072"/>
                    <a:pt x="10695" y="3072"/>
                    <a:pt x="10503" y="3253"/>
                  </a:cubicBezTo>
                  <a:lnTo>
                    <a:pt x="1980" y="11632"/>
                  </a:lnTo>
                  <a:cubicBezTo>
                    <a:pt x="1918" y="11704"/>
                    <a:pt x="1819" y="11744"/>
                    <a:pt x="1692" y="11744"/>
                  </a:cubicBezTo>
                  <a:lnTo>
                    <a:pt x="944" y="11744"/>
                  </a:lnTo>
                  <a:cubicBezTo>
                    <a:pt x="808" y="11744"/>
                    <a:pt x="695" y="11678"/>
                    <a:pt x="611" y="11551"/>
                  </a:cubicBezTo>
                  <a:lnTo>
                    <a:pt x="96" y="10820"/>
                  </a:lnTo>
                  <a:cubicBezTo>
                    <a:pt x="19" y="10710"/>
                    <a:pt x="-9" y="10584"/>
                    <a:pt x="2" y="10440"/>
                  </a:cubicBezTo>
                  <a:cubicBezTo>
                    <a:pt x="19" y="10298"/>
                    <a:pt x="74" y="10175"/>
                    <a:pt x="165" y="10074"/>
                  </a:cubicBezTo>
                  <a:lnTo>
                    <a:pt x="10112" y="287"/>
                  </a:lnTo>
                  <a:cubicBezTo>
                    <a:pt x="10321" y="106"/>
                    <a:pt x="10546" y="8"/>
                    <a:pt x="10788" y="0"/>
                  </a:cubicBezTo>
                  <a:cubicBezTo>
                    <a:pt x="11042" y="0"/>
                    <a:pt x="11267" y="97"/>
                    <a:pt x="11469" y="287"/>
                  </a:cubicBezTo>
                  <a:lnTo>
                    <a:pt x="14220" y="2991"/>
                  </a:lnTo>
                  <a:lnTo>
                    <a:pt x="14220" y="1586"/>
                  </a:lnTo>
                  <a:cubicBezTo>
                    <a:pt x="14220" y="1436"/>
                    <a:pt x="14266" y="1313"/>
                    <a:pt x="14352" y="1206"/>
                  </a:cubicBezTo>
                  <a:cubicBezTo>
                    <a:pt x="14441" y="1099"/>
                    <a:pt x="14546" y="1048"/>
                    <a:pt x="14669" y="1048"/>
                  </a:cubicBezTo>
                  <a:lnTo>
                    <a:pt x="17226" y="1048"/>
                  </a:lnTo>
                  <a:cubicBezTo>
                    <a:pt x="17348" y="1048"/>
                    <a:pt x="17451" y="1099"/>
                    <a:pt x="17530" y="1206"/>
                  </a:cubicBezTo>
                  <a:cubicBezTo>
                    <a:pt x="17609" y="1312"/>
                    <a:pt x="17653" y="1436"/>
                    <a:pt x="17653" y="1586"/>
                  </a:cubicBezTo>
                  <a:lnTo>
                    <a:pt x="17653" y="6383"/>
                  </a:lnTo>
                  <a:lnTo>
                    <a:pt x="21416" y="10074"/>
                  </a:lnTo>
                  <a:close/>
                  <a:moveTo>
                    <a:pt x="18523" y="11977"/>
                  </a:moveTo>
                  <a:lnTo>
                    <a:pt x="18523" y="20551"/>
                  </a:lnTo>
                  <a:cubicBezTo>
                    <a:pt x="18523" y="20854"/>
                    <a:pt x="18441" y="21104"/>
                    <a:pt x="18276" y="21300"/>
                  </a:cubicBezTo>
                  <a:cubicBezTo>
                    <a:pt x="18110" y="21502"/>
                    <a:pt x="17904" y="21599"/>
                    <a:pt x="17653" y="21599"/>
                  </a:cubicBezTo>
                  <a:lnTo>
                    <a:pt x="12809" y="21599"/>
                  </a:lnTo>
                  <a:lnTo>
                    <a:pt x="12809" y="14736"/>
                  </a:lnTo>
                  <a:lnTo>
                    <a:pt x="8772" y="14736"/>
                  </a:lnTo>
                  <a:lnTo>
                    <a:pt x="8772" y="21599"/>
                  </a:lnTo>
                  <a:lnTo>
                    <a:pt x="3928" y="21599"/>
                  </a:lnTo>
                  <a:cubicBezTo>
                    <a:pt x="3677" y="21599"/>
                    <a:pt x="3468" y="21502"/>
                    <a:pt x="3303" y="21300"/>
                  </a:cubicBezTo>
                  <a:cubicBezTo>
                    <a:pt x="3140" y="21104"/>
                    <a:pt x="3056" y="20854"/>
                    <a:pt x="3056" y="20551"/>
                  </a:cubicBezTo>
                  <a:lnTo>
                    <a:pt x="3056" y="11977"/>
                  </a:lnTo>
                  <a:lnTo>
                    <a:pt x="10788" y="4356"/>
                  </a:lnTo>
                  <a:lnTo>
                    <a:pt x="18523" y="1197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5" name="AutoShape 29"/>
            <p:cNvSpPr>
              <a:spLocks/>
            </p:cNvSpPr>
            <p:nvPr/>
          </p:nvSpPr>
          <p:spPr bwMode="auto">
            <a:xfrm>
              <a:off x="3913527" y="334081"/>
              <a:ext cx="584201" cy="584201"/>
            </a:xfrm>
            <a:custGeom>
              <a:avLst/>
              <a:gdLst>
                <a:gd name="T0" fmla="*/ 292101 w 21600"/>
                <a:gd name="T1" fmla="*/ 292101 h 21600"/>
                <a:gd name="T2" fmla="*/ 292101 w 21600"/>
                <a:gd name="T3" fmla="*/ 292101 h 21600"/>
                <a:gd name="T4" fmla="*/ 292101 w 21600"/>
                <a:gd name="T5" fmla="*/ 292101 h 21600"/>
                <a:gd name="T6" fmla="*/ 292101 w 21600"/>
                <a:gd name="T7" fmla="*/ 2921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6" name="AutoShape 30"/>
            <p:cNvSpPr>
              <a:spLocks/>
            </p:cNvSpPr>
            <p:nvPr/>
          </p:nvSpPr>
          <p:spPr bwMode="auto">
            <a:xfrm>
              <a:off x="6265039" y="309285"/>
              <a:ext cx="457201" cy="584201"/>
            </a:xfrm>
            <a:custGeom>
              <a:avLst/>
              <a:gdLst>
                <a:gd name="T0" fmla="*/ 228600 w 21600"/>
                <a:gd name="T1" fmla="*/ 293239 h 21558"/>
                <a:gd name="T2" fmla="*/ 228600 w 21600"/>
                <a:gd name="T3" fmla="*/ 293239 h 21558"/>
                <a:gd name="T4" fmla="*/ 228600 w 21600"/>
                <a:gd name="T5" fmla="*/ 293239 h 21558"/>
                <a:gd name="T6" fmla="*/ 228600 w 21600"/>
                <a:gd name="T7" fmla="*/ 293239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600" y="14075"/>
                    <a:pt x="21600" y="15179"/>
                  </a:cubicBezTo>
                  <a:cubicBezTo>
                    <a:pt x="21600"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4"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39967" name="AutoShape 31"/>
          <p:cNvSpPr>
            <a:spLocks/>
          </p:cNvSpPr>
          <p:nvPr/>
        </p:nvSpPr>
        <p:spPr bwMode="auto">
          <a:xfrm>
            <a:off x="10531475" y="6665913"/>
            <a:ext cx="3492500" cy="3492500"/>
          </a:xfrm>
          <a:custGeom>
            <a:avLst/>
            <a:gdLst>
              <a:gd name="T0" fmla="*/ 1746250 w 21600"/>
              <a:gd name="T1" fmla="*/ 1746250 h 21600"/>
              <a:gd name="T2" fmla="*/ 1746250 w 21600"/>
              <a:gd name="T3" fmla="*/ 1746250 h 21600"/>
              <a:gd name="T4" fmla="*/ 1746250 w 21600"/>
              <a:gd name="T5" fmla="*/ 1746250 h 21600"/>
              <a:gd name="T6" fmla="*/ 1746250 w 21600"/>
              <a:gd name="T7" fmla="*/ 174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600" y="9341"/>
                  <a:pt x="21600" y="10801"/>
                </a:cubicBezTo>
                <a:cubicBezTo>
                  <a:pt x="21600"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3"/>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1"/>
                  <a:pt x="12454" y="20127"/>
                </a:cubicBezTo>
                <a:cubicBezTo>
                  <a:pt x="12482" y="20185"/>
                  <a:pt x="12496" y="20225"/>
                  <a:pt x="12496" y="20256"/>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8" name="AutoShape 32"/>
          <p:cNvSpPr>
            <a:spLocks/>
          </p:cNvSpPr>
          <p:nvPr/>
        </p:nvSpPr>
        <p:spPr bwMode="auto">
          <a:xfrm>
            <a:off x="2260600" y="56165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69" name="AutoShape 33"/>
          <p:cNvSpPr>
            <a:spLocks/>
          </p:cNvSpPr>
          <p:nvPr/>
        </p:nvSpPr>
        <p:spPr bwMode="auto">
          <a:xfrm>
            <a:off x="2273300" y="5168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0" name="AutoShape 34"/>
          <p:cNvSpPr>
            <a:spLocks/>
          </p:cNvSpPr>
          <p:nvPr/>
        </p:nvSpPr>
        <p:spPr bwMode="auto">
          <a:xfrm>
            <a:off x="2260600" y="78390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1" name="AutoShape 35"/>
          <p:cNvSpPr>
            <a:spLocks/>
          </p:cNvSpPr>
          <p:nvPr/>
        </p:nvSpPr>
        <p:spPr bwMode="auto">
          <a:xfrm>
            <a:off x="2273300" y="73914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2" name="AutoShape 36"/>
          <p:cNvSpPr>
            <a:spLocks/>
          </p:cNvSpPr>
          <p:nvPr/>
        </p:nvSpPr>
        <p:spPr bwMode="auto">
          <a:xfrm>
            <a:off x="2260600" y="100869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3" name="AutoShape 37"/>
          <p:cNvSpPr>
            <a:spLocks/>
          </p:cNvSpPr>
          <p:nvPr/>
        </p:nvSpPr>
        <p:spPr bwMode="auto">
          <a:xfrm>
            <a:off x="2273300" y="96393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4" name="AutoShape 38"/>
          <p:cNvSpPr>
            <a:spLocks/>
          </p:cNvSpPr>
          <p:nvPr/>
        </p:nvSpPr>
        <p:spPr bwMode="auto">
          <a:xfrm>
            <a:off x="18338800" y="55022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5" name="AutoShape 39"/>
          <p:cNvSpPr>
            <a:spLocks/>
          </p:cNvSpPr>
          <p:nvPr/>
        </p:nvSpPr>
        <p:spPr bwMode="auto">
          <a:xfrm>
            <a:off x="18351500" y="50546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6" name="AutoShape 40"/>
          <p:cNvSpPr>
            <a:spLocks/>
          </p:cNvSpPr>
          <p:nvPr/>
        </p:nvSpPr>
        <p:spPr bwMode="auto">
          <a:xfrm>
            <a:off x="18338800" y="77247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7" name="AutoShape 41"/>
          <p:cNvSpPr>
            <a:spLocks/>
          </p:cNvSpPr>
          <p:nvPr/>
        </p:nvSpPr>
        <p:spPr bwMode="auto">
          <a:xfrm>
            <a:off x="18351500" y="7277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8" name="AutoShape 42"/>
          <p:cNvSpPr>
            <a:spLocks/>
          </p:cNvSpPr>
          <p:nvPr/>
        </p:nvSpPr>
        <p:spPr bwMode="auto">
          <a:xfrm>
            <a:off x="18338800" y="99726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9" name="AutoShape 43"/>
          <p:cNvSpPr>
            <a:spLocks/>
          </p:cNvSpPr>
          <p:nvPr/>
        </p:nvSpPr>
        <p:spPr bwMode="auto">
          <a:xfrm>
            <a:off x="18351500" y="95250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9940"/>
                                        </p:tgtEl>
                                        <p:attrNameLst>
                                          <p:attrName>style.visibility</p:attrName>
                                        </p:attrNameLst>
                                      </p:cBhvr>
                                      <p:to>
                                        <p:strVal val="visible"/>
                                      </p:to>
                                    </p:set>
                                    <p:anim calcmode="lin" valueType="num">
                                      <p:cBhvr additive="base">
                                        <p:cTn id="7" dur="500" fill="hold"/>
                                        <p:tgtEl>
                                          <p:spTgt spid="39940"/>
                                        </p:tgtEl>
                                        <p:attrNameLst>
                                          <p:attrName>ppt_x</p:attrName>
                                        </p:attrNameLst>
                                      </p:cBhvr>
                                      <p:tavLst>
                                        <p:tav tm="0">
                                          <p:val>
                                            <p:strVal val="1+#ppt_w/2"/>
                                          </p:val>
                                        </p:tav>
                                        <p:tav tm="100000">
                                          <p:val>
                                            <p:strVal val="#ppt_x"/>
                                          </p:val>
                                        </p:tav>
                                      </p:tavLst>
                                    </p:anim>
                                    <p:anim calcmode="lin" valueType="num">
                                      <p:cBhvr additive="base">
                                        <p:cTn id="8" dur="500" fill="hold"/>
                                        <p:tgtEl>
                                          <p:spTgt spid="3994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9941"/>
                                        </p:tgtEl>
                                        <p:attrNameLst>
                                          <p:attrName>style.visibility</p:attrName>
                                        </p:attrNameLst>
                                      </p:cBhvr>
                                      <p:to>
                                        <p:strVal val="visible"/>
                                      </p:to>
                                    </p:set>
                                    <p:anim calcmode="lin" valueType="num">
                                      <p:cBhvr additive="base">
                                        <p:cTn id="12" dur="500" fill="hold"/>
                                        <p:tgtEl>
                                          <p:spTgt spid="39941"/>
                                        </p:tgtEl>
                                        <p:attrNameLst>
                                          <p:attrName>ppt_x</p:attrName>
                                        </p:attrNameLst>
                                      </p:cBhvr>
                                      <p:tavLst>
                                        <p:tav tm="0">
                                          <p:val>
                                            <p:strVal val="1+#ppt_w/2"/>
                                          </p:val>
                                        </p:tav>
                                        <p:tav tm="100000">
                                          <p:val>
                                            <p:strVal val="#ppt_x"/>
                                          </p:val>
                                        </p:tav>
                                      </p:tavLst>
                                    </p:anim>
                                    <p:anim calcmode="lin" valueType="num">
                                      <p:cBhvr additive="base">
                                        <p:cTn id="13" dur="500" fill="hold"/>
                                        <p:tgtEl>
                                          <p:spTgt spid="3994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9938"/>
                                        </p:tgtEl>
                                        <p:attrNameLst>
                                          <p:attrName>style.visibility</p:attrName>
                                        </p:attrNameLst>
                                      </p:cBhvr>
                                      <p:to>
                                        <p:strVal val="visible"/>
                                      </p:to>
                                    </p:set>
                                    <p:anim calcmode="lin" valueType="num">
                                      <p:cBhvr additive="base">
                                        <p:cTn id="17" dur="500" fill="hold"/>
                                        <p:tgtEl>
                                          <p:spTgt spid="39938"/>
                                        </p:tgtEl>
                                        <p:attrNameLst>
                                          <p:attrName>ppt_x</p:attrName>
                                        </p:attrNameLst>
                                      </p:cBhvr>
                                      <p:tavLst>
                                        <p:tav tm="0">
                                          <p:val>
                                            <p:strVal val="1+#ppt_w/2"/>
                                          </p:val>
                                        </p:tav>
                                        <p:tav tm="100000">
                                          <p:val>
                                            <p:strVal val="#ppt_x"/>
                                          </p:val>
                                        </p:tav>
                                      </p:tavLst>
                                    </p:anim>
                                    <p:anim calcmode="lin" valueType="num">
                                      <p:cBhvr additive="base">
                                        <p:cTn id="18" dur="500" fill="hold"/>
                                        <p:tgtEl>
                                          <p:spTgt spid="3993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39967"/>
                                        </p:tgtEl>
                                        <p:attrNameLst>
                                          <p:attrName>style.visibility</p:attrName>
                                        </p:attrNameLst>
                                      </p:cBhvr>
                                      <p:to>
                                        <p:strVal val="visible"/>
                                      </p:to>
                                    </p:set>
                                    <p:animEffect transition="in" filter="dissolve">
                                      <p:cBhvr>
                                        <p:cTn id="22" dur="500"/>
                                        <p:tgtEl>
                                          <p:spTgt spid="39967"/>
                                        </p:tgtEl>
                                      </p:cBhvr>
                                    </p:animEffect>
                                  </p:childTnLst>
                                </p:cTn>
                              </p:par>
                            </p:childTnLst>
                          </p:cTn>
                        </p:par>
                        <p:par>
                          <p:cTn id="23" fill="hold" nodeType="afterGroup">
                            <p:stCondLst>
                              <p:cond delay="2000"/>
                            </p:stCondLst>
                            <p:childTnLst>
                              <p:par>
                                <p:cTn id="24" presetID="4" presetClass="entr" presetSubtype="32" fill="hold" nodeType="afterEffect">
                                  <p:stCondLst>
                                    <p:cond delay="0"/>
                                  </p:stCondLst>
                                  <p:childTnLst>
                                    <p:set>
                                      <p:cBhvr>
                                        <p:cTn id="25" dur="1" fill="hold">
                                          <p:stCondLst>
                                            <p:cond delay="0"/>
                                          </p:stCondLst>
                                        </p:cTn>
                                        <p:tgtEl>
                                          <p:spTgt spid="39942"/>
                                        </p:tgtEl>
                                        <p:attrNameLst>
                                          <p:attrName>style.visibility</p:attrName>
                                        </p:attrNameLst>
                                      </p:cBhvr>
                                      <p:to>
                                        <p:strVal val="visible"/>
                                      </p:to>
                                    </p:set>
                                    <p:animEffect transition="in" filter="box(out)">
                                      <p:cBhvr>
                                        <p:cTn id="26" dur="500"/>
                                        <p:tgtEl>
                                          <p:spTgt spid="39942"/>
                                        </p:tgtEl>
                                      </p:cBhvr>
                                    </p:animEffect>
                                  </p:childTnLst>
                                </p:cTn>
                              </p:par>
                            </p:childTnLst>
                          </p:cTn>
                        </p:par>
                        <p:par>
                          <p:cTn id="27" fill="hold" nodeType="afterGroup">
                            <p:stCondLst>
                              <p:cond delay="2500"/>
                            </p:stCondLst>
                            <p:childTnLst>
                              <p:par>
                                <p:cTn id="28" presetID="22" presetClass="entr" presetSubtype="2" fill="hold" grpId="0" nodeType="afterEffect">
                                  <p:stCondLst>
                                    <p:cond delay="0"/>
                                  </p:stCondLst>
                                  <p:childTnLst>
                                    <p:set>
                                      <p:cBhvr>
                                        <p:cTn id="29" dur="1" fill="hold">
                                          <p:stCondLst>
                                            <p:cond delay="0"/>
                                          </p:stCondLst>
                                        </p:cTn>
                                        <p:tgtEl>
                                          <p:spTgt spid="39968"/>
                                        </p:tgtEl>
                                        <p:attrNameLst>
                                          <p:attrName>style.visibility</p:attrName>
                                        </p:attrNameLst>
                                      </p:cBhvr>
                                      <p:to>
                                        <p:strVal val="visible"/>
                                      </p:to>
                                    </p:set>
                                    <p:animEffect transition="in" filter="wipe(right)">
                                      <p:cBhvr>
                                        <p:cTn id="30" dur="500"/>
                                        <p:tgtEl>
                                          <p:spTgt spid="39968"/>
                                        </p:tgtEl>
                                      </p:cBhvr>
                                    </p:animEffect>
                                  </p:childTnLst>
                                </p:cTn>
                              </p:par>
                            </p:childTnLst>
                          </p:cTn>
                        </p:par>
                        <p:par>
                          <p:cTn id="31" fill="hold" nodeType="afterGroup">
                            <p:stCondLst>
                              <p:cond delay="3000"/>
                            </p:stCondLst>
                            <p:childTnLst>
                              <p:par>
                                <p:cTn id="32" presetID="22" presetClass="entr" presetSubtype="2" fill="hold" grpId="0" nodeType="afterEffect">
                                  <p:stCondLst>
                                    <p:cond delay="0"/>
                                  </p:stCondLst>
                                  <p:childTnLst>
                                    <p:set>
                                      <p:cBhvr>
                                        <p:cTn id="33" dur="1" fill="hold">
                                          <p:stCondLst>
                                            <p:cond delay="0"/>
                                          </p:stCondLst>
                                        </p:cTn>
                                        <p:tgtEl>
                                          <p:spTgt spid="39969"/>
                                        </p:tgtEl>
                                        <p:attrNameLst>
                                          <p:attrName>style.visibility</p:attrName>
                                        </p:attrNameLst>
                                      </p:cBhvr>
                                      <p:to>
                                        <p:strVal val="visible"/>
                                      </p:to>
                                    </p:set>
                                    <p:animEffect transition="in" filter="wipe(right)">
                                      <p:cBhvr>
                                        <p:cTn id="34" dur="500"/>
                                        <p:tgtEl>
                                          <p:spTgt spid="39969"/>
                                        </p:tgtEl>
                                      </p:cBhvr>
                                    </p:animEffect>
                                  </p:childTnLst>
                                </p:cTn>
                              </p:par>
                            </p:childTnLst>
                          </p:cTn>
                        </p:par>
                        <p:par>
                          <p:cTn id="35" fill="hold" nodeType="afterGroup">
                            <p:stCondLst>
                              <p:cond delay="3500"/>
                            </p:stCondLst>
                            <p:childTnLst>
                              <p:par>
                                <p:cTn id="36" presetID="22" presetClass="entr" presetSubtype="2" fill="hold" grpId="0" nodeType="afterEffect">
                                  <p:stCondLst>
                                    <p:cond delay="0"/>
                                  </p:stCondLst>
                                  <p:childTnLst>
                                    <p:set>
                                      <p:cBhvr>
                                        <p:cTn id="37" dur="1" fill="hold">
                                          <p:stCondLst>
                                            <p:cond delay="0"/>
                                          </p:stCondLst>
                                        </p:cTn>
                                        <p:tgtEl>
                                          <p:spTgt spid="39970"/>
                                        </p:tgtEl>
                                        <p:attrNameLst>
                                          <p:attrName>style.visibility</p:attrName>
                                        </p:attrNameLst>
                                      </p:cBhvr>
                                      <p:to>
                                        <p:strVal val="visible"/>
                                      </p:to>
                                    </p:set>
                                    <p:animEffect transition="in" filter="wipe(right)">
                                      <p:cBhvr>
                                        <p:cTn id="38" dur="500"/>
                                        <p:tgtEl>
                                          <p:spTgt spid="39970"/>
                                        </p:tgtEl>
                                      </p:cBhvr>
                                    </p:animEffect>
                                  </p:childTnLst>
                                </p:cTn>
                              </p:par>
                            </p:childTnLst>
                          </p:cTn>
                        </p:par>
                        <p:par>
                          <p:cTn id="39" fill="hold" nodeType="afterGroup">
                            <p:stCondLst>
                              <p:cond delay="4000"/>
                            </p:stCondLst>
                            <p:childTnLst>
                              <p:par>
                                <p:cTn id="40" presetID="22" presetClass="entr" presetSubtype="2" fill="hold" grpId="0" nodeType="afterEffect">
                                  <p:stCondLst>
                                    <p:cond delay="0"/>
                                  </p:stCondLst>
                                  <p:childTnLst>
                                    <p:set>
                                      <p:cBhvr>
                                        <p:cTn id="41" dur="1" fill="hold">
                                          <p:stCondLst>
                                            <p:cond delay="0"/>
                                          </p:stCondLst>
                                        </p:cTn>
                                        <p:tgtEl>
                                          <p:spTgt spid="39971"/>
                                        </p:tgtEl>
                                        <p:attrNameLst>
                                          <p:attrName>style.visibility</p:attrName>
                                        </p:attrNameLst>
                                      </p:cBhvr>
                                      <p:to>
                                        <p:strVal val="visible"/>
                                      </p:to>
                                    </p:set>
                                    <p:animEffect transition="in" filter="wipe(right)">
                                      <p:cBhvr>
                                        <p:cTn id="42" dur="500"/>
                                        <p:tgtEl>
                                          <p:spTgt spid="39971"/>
                                        </p:tgtEl>
                                      </p:cBhvr>
                                    </p:animEffect>
                                  </p:childTnLst>
                                </p:cTn>
                              </p:par>
                            </p:childTnLst>
                          </p:cTn>
                        </p:par>
                        <p:par>
                          <p:cTn id="43" fill="hold" nodeType="afterGroup">
                            <p:stCondLst>
                              <p:cond delay="4500"/>
                            </p:stCondLst>
                            <p:childTnLst>
                              <p:par>
                                <p:cTn id="44" presetID="22" presetClass="entr" presetSubtype="2" fill="hold" grpId="0" nodeType="afterEffect">
                                  <p:stCondLst>
                                    <p:cond delay="0"/>
                                  </p:stCondLst>
                                  <p:childTnLst>
                                    <p:set>
                                      <p:cBhvr>
                                        <p:cTn id="45" dur="1" fill="hold">
                                          <p:stCondLst>
                                            <p:cond delay="0"/>
                                          </p:stCondLst>
                                        </p:cTn>
                                        <p:tgtEl>
                                          <p:spTgt spid="39972"/>
                                        </p:tgtEl>
                                        <p:attrNameLst>
                                          <p:attrName>style.visibility</p:attrName>
                                        </p:attrNameLst>
                                      </p:cBhvr>
                                      <p:to>
                                        <p:strVal val="visible"/>
                                      </p:to>
                                    </p:set>
                                    <p:animEffect transition="in" filter="wipe(right)">
                                      <p:cBhvr>
                                        <p:cTn id="46" dur="500"/>
                                        <p:tgtEl>
                                          <p:spTgt spid="39972"/>
                                        </p:tgtEl>
                                      </p:cBhvr>
                                    </p:animEffect>
                                  </p:childTnLst>
                                </p:cTn>
                              </p:par>
                            </p:childTnLst>
                          </p:cTn>
                        </p:par>
                        <p:par>
                          <p:cTn id="47" fill="hold" nodeType="afterGroup">
                            <p:stCondLst>
                              <p:cond delay="5000"/>
                            </p:stCondLst>
                            <p:childTnLst>
                              <p:par>
                                <p:cTn id="48" presetID="22" presetClass="entr" presetSubtype="2" fill="hold" grpId="0" nodeType="afterEffect">
                                  <p:stCondLst>
                                    <p:cond delay="0"/>
                                  </p:stCondLst>
                                  <p:childTnLst>
                                    <p:set>
                                      <p:cBhvr>
                                        <p:cTn id="49" dur="1" fill="hold">
                                          <p:stCondLst>
                                            <p:cond delay="0"/>
                                          </p:stCondLst>
                                        </p:cTn>
                                        <p:tgtEl>
                                          <p:spTgt spid="39973"/>
                                        </p:tgtEl>
                                        <p:attrNameLst>
                                          <p:attrName>style.visibility</p:attrName>
                                        </p:attrNameLst>
                                      </p:cBhvr>
                                      <p:to>
                                        <p:strVal val="visible"/>
                                      </p:to>
                                    </p:set>
                                    <p:animEffect transition="in" filter="wipe(right)">
                                      <p:cBhvr>
                                        <p:cTn id="50" dur="500"/>
                                        <p:tgtEl>
                                          <p:spTgt spid="39973"/>
                                        </p:tgtEl>
                                      </p:cBhvr>
                                    </p:animEffect>
                                  </p:childTnLst>
                                </p:cTn>
                              </p:par>
                            </p:childTnLst>
                          </p:cTn>
                        </p:par>
                        <p:par>
                          <p:cTn id="51" fill="hold" nodeType="afterGroup">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39974"/>
                                        </p:tgtEl>
                                        <p:attrNameLst>
                                          <p:attrName>style.visibility</p:attrName>
                                        </p:attrNameLst>
                                      </p:cBhvr>
                                      <p:to>
                                        <p:strVal val="visible"/>
                                      </p:to>
                                    </p:set>
                                    <p:animEffect transition="in" filter="wipe(left)">
                                      <p:cBhvr>
                                        <p:cTn id="54" dur="500"/>
                                        <p:tgtEl>
                                          <p:spTgt spid="39974"/>
                                        </p:tgtEl>
                                      </p:cBhvr>
                                    </p:animEffect>
                                  </p:childTnLst>
                                </p:cTn>
                              </p:par>
                            </p:childTnLst>
                          </p:cTn>
                        </p:par>
                        <p:par>
                          <p:cTn id="55" fill="hold" nodeType="afterGroup">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39975"/>
                                        </p:tgtEl>
                                        <p:attrNameLst>
                                          <p:attrName>style.visibility</p:attrName>
                                        </p:attrNameLst>
                                      </p:cBhvr>
                                      <p:to>
                                        <p:strVal val="visible"/>
                                      </p:to>
                                    </p:set>
                                    <p:animEffect transition="in" filter="wipe(left)">
                                      <p:cBhvr>
                                        <p:cTn id="58" dur="500"/>
                                        <p:tgtEl>
                                          <p:spTgt spid="39975"/>
                                        </p:tgtEl>
                                      </p:cBhvr>
                                    </p:animEffect>
                                  </p:childTnLst>
                                </p:cTn>
                              </p:par>
                            </p:childTnLst>
                          </p:cTn>
                        </p:par>
                        <p:par>
                          <p:cTn id="59" fill="hold" nodeType="afterGroup">
                            <p:stCondLst>
                              <p:cond delay="6500"/>
                            </p:stCondLst>
                            <p:childTnLst>
                              <p:par>
                                <p:cTn id="60" presetID="22" presetClass="entr" presetSubtype="8" fill="hold" grpId="0" nodeType="afterEffect">
                                  <p:stCondLst>
                                    <p:cond delay="0"/>
                                  </p:stCondLst>
                                  <p:childTnLst>
                                    <p:set>
                                      <p:cBhvr>
                                        <p:cTn id="61" dur="1" fill="hold">
                                          <p:stCondLst>
                                            <p:cond delay="0"/>
                                          </p:stCondLst>
                                        </p:cTn>
                                        <p:tgtEl>
                                          <p:spTgt spid="39976"/>
                                        </p:tgtEl>
                                        <p:attrNameLst>
                                          <p:attrName>style.visibility</p:attrName>
                                        </p:attrNameLst>
                                      </p:cBhvr>
                                      <p:to>
                                        <p:strVal val="visible"/>
                                      </p:to>
                                    </p:set>
                                    <p:animEffect transition="in" filter="wipe(left)">
                                      <p:cBhvr>
                                        <p:cTn id="62" dur="500"/>
                                        <p:tgtEl>
                                          <p:spTgt spid="39976"/>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39977"/>
                                        </p:tgtEl>
                                        <p:attrNameLst>
                                          <p:attrName>style.visibility</p:attrName>
                                        </p:attrNameLst>
                                      </p:cBhvr>
                                      <p:to>
                                        <p:strVal val="visible"/>
                                      </p:to>
                                    </p:set>
                                    <p:animEffect transition="in" filter="wipe(left)">
                                      <p:cBhvr>
                                        <p:cTn id="66" dur="500"/>
                                        <p:tgtEl>
                                          <p:spTgt spid="39977"/>
                                        </p:tgtEl>
                                      </p:cBhvr>
                                    </p:animEffect>
                                  </p:childTnLst>
                                </p:cTn>
                              </p:par>
                            </p:childTnLst>
                          </p:cTn>
                        </p:par>
                        <p:par>
                          <p:cTn id="67" fill="hold" nodeType="afterGroup">
                            <p:stCondLst>
                              <p:cond delay="7500"/>
                            </p:stCondLst>
                            <p:childTnLst>
                              <p:par>
                                <p:cTn id="68" presetID="22" presetClass="entr" presetSubtype="8" fill="hold" grpId="0" nodeType="afterEffect">
                                  <p:stCondLst>
                                    <p:cond delay="0"/>
                                  </p:stCondLst>
                                  <p:childTnLst>
                                    <p:set>
                                      <p:cBhvr>
                                        <p:cTn id="69" dur="1" fill="hold">
                                          <p:stCondLst>
                                            <p:cond delay="0"/>
                                          </p:stCondLst>
                                        </p:cTn>
                                        <p:tgtEl>
                                          <p:spTgt spid="39978"/>
                                        </p:tgtEl>
                                        <p:attrNameLst>
                                          <p:attrName>style.visibility</p:attrName>
                                        </p:attrNameLst>
                                      </p:cBhvr>
                                      <p:to>
                                        <p:strVal val="visible"/>
                                      </p:to>
                                    </p:set>
                                    <p:animEffect transition="in" filter="wipe(left)">
                                      <p:cBhvr>
                                        <p:cTn id="70" dur="500"/>
                                        <p:tgtEl>
                                          <p:spTgt spid="39978"/>
                                        </p:tgtEl>
                                      </p:cBhvr>
                                    </p:animEffect>
                                  </p:childTnLst>
                                </p:cTn>
                              </p:par>
                            </p:childTnLst>
                          </p:cTn>
                        </p:par>
                        <p:par>
                          <p:cTn id="71" fill="hold" nodeType="afterGroup">
                            <p:stCondLst>
                              <p:cond delay="8000"/>
                            </p:stCondLst>
                            <p:childTnLst>
                              <p:par>
                                <p:cTn id="72" presetID="22" presetClass="entr" presetSubtype="8" fill="hold" grpId="0" nodeType="afterEffect">
                                  <p:stCondLst>
                                    <p:cond delay="0"/>
                                  </p:stCondLst>
                                  <p:childTnLst>
                                    <p:set>
                                      <p:cBhvr>
                                        <p:cTn id="73" dur="1" fill="hold">
                                          <p:stCondLst>
                                            <p:cond delay="0"/>
                                          </p:stCondLst>
                                        </p:cTn>
                                        <p:tgtEl>
                                          <p:spTgt spid="39979"/>
                                        </p:tgtEl>
                                        <p:attrNameLst>
                                          <p:attrName>style.visibility</p:attrName>
                                        </p:attrNameLst>
                                      </p:cBhvr>
                                      <p:to>
                                        <p:strVal val="visible"/>
                                      </p:to>
                                    </p:set>
                                    <p:animEffect transition="in" filter="wipe(left)">
                                      <p:cBhvr>
                                        <p:cTn id="74" dur="500"/>
                                        <p:tgtEl>
                                          <p:spTgt spid="399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8" grpId="0" autoUpdateAnimBg="0"/>
      <p:bldP spid="39940" grpId="0" autoUpdateAnimBg="0"/>
      <p:bldP spid="39941" grpId="0" autoUpdateAnimBg="0"/>
      <p:bldP spid="39968" grpId="0" autoUpdateAnimBg="0"/>
      <p:bldP spid="39969" grpId="0" autoUpdateAnimBg="0"/>
      <p:bldP spid="39970" grpId="0" autoUpdateAnimBg="0"/>
      <p:bldP spid="39971" grpId="0" autoUpdateAnimBg="0"/>
      <p:bldP spid="39972" grpId="0" autoUpdateAnimBg="0"/>
      <p:bldP spid="39973" grpId="0" autoUpdateAnimBg="0"/>
      <p:bldP spid="39974" grpId="0" autoUpdateAnimBg="0"/>
      <p:bldP spid="39975" grpId="0" autoUpdateAnimBg="0"/>
      <p:bldP spid="39976" grpId="0" autoUpdateAnimBg="0"/>
      <p:bldP spid="39977" grpId="0" autoUpdateAnimBg="0"/>
      <p:bldP spid="39978" grpId="0" autoUpdateAnimBg="0"/>
      <p:bldP spid="39979" grpId="0"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62" name="AutoShape 2"/>
          <p:cNvSpPr>
            <a:spLocks/>
          </p:cNvSpPr>
          <p:nvPr/>
        </p:nvSpPr>
        <p:spPr bwMode="auto">
          <a:xfrm>
            <a:off x="2260600" y="2466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0963"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F8E80730-6531-49AF-B769-80B7AFD831D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38</a:t>
            </a:fld>
            <a:endParaRPr lang="es-ES" altLang="en-US"/>
          </a:p>
        </p:txBody>
      </p:sp>
      <p:sp>
        <p:nvSpPr>
          <p:cNvPr id="40964" name="AutoShape 4"/>
          <p:cNvSpPr>
            <a:spLocks/>
          </p:cNvSpPr>
          <p:nvPr/>
        </p:nvSpPr>
        <p:spPr bwMode="auto">
          <a:xfrm>
            <a:off x="3302000" y="630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Project </a:t>
            </a:r>
            <a:r>
              <a:rPr lang="es-ES" b="1" dirty="0" err="1">
                <a:solidFill>
                  <a:schemeClr val="bg1">
                    <a:lumMod val="95000"/>
                  </a:schemeClr>
                </a:solidFill>
                <a:latin typeface="Lato" charset="0"/>
                <a:ea typeface="ＭＳ Ｐゴシック" charset="0"/>
                <a:cs typeface="Lato" charset="0"/>
                <a:sym typeface="Lato" charset="0"/>
              </a:rPr>
              <a:t>Detail</a:t>
            </a:r>
            <a:endParaRPr lang="es-ES" dirty="0">
              <a:solidFill>
                <a:schemeClr val="bg1">
                  <a:lumMod val="95000"/>
                </a:schemeClr>
              </a:solidFill>
              <a:ea typeface="ＭＳ Ｐゴシック" charset="0"/>
            </a:endParaRPr>
          </a:p>
        </p:txBody>
      </p:sp>
      <p:sp>
        <p:nvSpPr>
          <p:cNvPr id="40965" name="AutoShape 5"/>
          <p:cNvSpPr>
            <a:spLocks/>
          </p:cNvSpPr>
          <p:nvPr/>
        </p:nvSpPr>
        <p:spPr bwMode="auto">
          <a:xfrm>
            <a:off x="3314700" y="1663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0966" name="AutoShape 6"/>
          <p:cNvSpPr>
            <a:spLocks/>
          </p:cNvSpPr>
          <p:nvPr/>
        </p:nvSpPr>
        <p:spPr bwMode="auto">
          <a:xfrm>
            <a:off x="12179300" y="7861300"/>
            <a:ext cx="1981200" cy="4724400"/>
          </a:xfrm>
          <a:custGeom>
            <a:avLst/>
            <a:gdLst>
              <a:gd name="T0" fmla="*/ 990600 w 21600"/>
              <a:gd name="T1" fmla="*/ 2362200 h 21600"/>
              <a:gd name="T2" fmla="*/ 990600 w 21600"/>
              <a:gd name="T3" fmla="*/ 2362200 h 21600"/>
              <a:gd name="T4" fmla="*/ 990600 w 21600"/>
              <a:gd name="T5" fmla="*/ 2362200 h 21600"/>
              <a:gd name="T6" fmla="*/ 990600 w 21600"/>
              <a:gd name="T7" fmla="*/ 23622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67" name="AutoShape 7"/>
          <p:cNvSpPr>
            <a:spLocks/>
          </p:cNvSpPr>
          <p:nvPr/>
        </p:nvSpPr>
        <p:spPr bwMode="auto">
          <a:xfrm>
            <a:off x="10504488" y="7858125"/>
            <a:ext cx="1684337" cy="4727575"/>
          </a:xfrm>
          <a:custGeom>
            <a:avLst/>
            <a:gdLst>
              <a:gd name="T0" fmla="*/ 842169 w 21600"/>
              <a:gd name="T1" fmla="*/ 2363788 h 21600"/>
              <a:gd name="T2" fmla="*/ 842169 w 21600"/>
              <a:gd name="T3" fmla="*/ 2363788 h 21600"/>
              <a:gd name="T4" fmla="*/ 842169 w 21600"/>
              <a:gd name="T5" fmla="*/ 2363788 h 21600"/>
              <a:gd name="T6" fmla="*/ 842169 w 21600"/>
              <a:gd name="T7" fmla="*/ 2363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600" y="21599"/>
                </a:lnTo>
                <a:lnTo>
                  <a:pt x="21599"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40968" name="Group 8"/>
          <p:cNvGrpSpPr>
            <a:grpSpLocks/>
          </p:cNvGrpSpPr>
          <p:nvPr/>
        </p:nvGrpSpPr>
        <p:grpSpPr bwMode="auto">
          <a:xfrm>
            <a:off x="9348788" y="5935663"/>
            <a:ext cx="2209800" cy="2857500"/>
            <a:chOff x="0" y="0"/>
            <a:chExt cx="2209800" cy="2857502"/>
          </a:xfrm>
        </p:grpSpPr>
        <p:sp>
          <p:nvSpPr>
            <p:cNvPr id="40969" name="AutoShape 9"/>
            <p:cNvSpPr>
              <a:spLocks/>
            </p:cNvSpPr>
            <p:nvPr/>
          </p:nvSpPr>
          <p:spPr bwMode="auto">
            <a:xfrm>
              <a:off x="1012304" y="1508"/>
              <a:ext cx="1197496" cy="2855994"/>
            </a:xfrm>
            <a:custGeom>
              <a:avLst/>
              <a:gdLst>
                <a:gd name="T0" fmla="*/ 598748 w 21600"/>
                <a:gd name="T1" fmla="*/ 1427997 h 21600"/>
                <a:gd name="T2" fmla="*/ 598748 w 21600"/>
                <a:gd name="T3" fmla="*/ 1427997 h 21600"/>
                <a:gd name="T4" fmla="*/ 598748 w 21600"/>
                <a:gd name="T5" fmla="*/ 1427997 h 21600"/>
                <a:gd name="T6" fmla="*/ 598748 w 21600"/>
                <a:gd name="T7" fmla="*/ 14279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0" name="AutoShape 10"/>
            <p:cNvSpPr>
              <a:spLocks/>
            </p:cNvSpPr>
            <p:nvPr/>
          </p:nvSpPr>
          <p:spPr bwMode="auto">
            <a:xfrm>
              <a:off x="0" y="0"/>
              <a:ext cx="1018169" cy="2857500"/>
            </a:xfrm>
            <a:custGeom>
              <a:avLst/>
              <a:gdLst>
                <a:gd name="T0" fmla="*/ 509085 w 21600"/>
                <a:gd name="T1" fmla="*/ 1428750 h 21600"/>
                <a:gd name="T2" fmla="*/ 509085 w 21600"/>
                <a:gd name="T3" fmla="*/ 1428750 h 21600"/>
                <a:gd name="T4" fmla="*/ 509085 w 21600"/>
                <a:gd name="T5" fmla="*/ 1428750 h 21600"/>
                <a:gd name="T6" fmla="*/ 509085 w 21600"/>
                <a:gd name="T7" fmla="*/ 142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599" y="21600"/>
                  </a:lnTo>
                  <a:lnTo>
                    <a:pt x="21599"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0971" name="AutoShape 11"/>
          <p:cNvSpPr>
            <a:spLocks/>
          </p:cNvSpPr>
          <p:nvPr/>
        </p:nvSpPr>
        <p:spPr bwMode="auto">
          <a:xfrm>
            <a:off x="17738725" y="7932738"/>
            <a:ext cx="2189163" cy="5216525"/>
          </a:xfrm>
          <a:custGeom>
            <a:avLst/>
            <a:gdLst>
              <a:gd name="T0" fmla="*/ 1094582 w 21600"/>
              <a:gd name="T1" fmla="*/ 2608263 h 21600"/>
              <a:gd name="T2" fmla="*/ 1094582 w 21600"/>
              <a:gd name="T3" fmla="*/ 2608263 h 21600"/>
              <a:gd name="T4" fmla="*/ 1094582 w 21600"/>
              <a:gd name="T5" fmla="*/ 2608263 h 21600"/>
              <a:gd name="T6" fmla="*/ 1094582 w 21600"/>
              <a:gd name="T7" fmla="*/ 26082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2" name="AutoShape 12"/>
          <p:cNvSpPr>
            <a:spLocks/>
          </p:cNvSpPr>
          <p:nvPr/>
        </p:nvSpPr>
        <p:spPr bwMode="auto">
          <a:xfrm>
            <a:off x="15889288" y="7929563"/>
            <a:ext cx="1860550" cy="5219700"/>
          </a:xfrm>
          <a:custGeom>
            <a:avLst/>
            <a:gdLst>
              <a:gd name="T0" fmla="*/ 930275 w 21600"/>
              <a:gd name="T1" fmla="*/ 2609850 h 21600"/>
              <a:gd name="T2" fmla="*/ 930275 w 21600"/>
              <a:gd name="T3" fmla="*/ 2609850 h 21600"/>
              <a:gd name="T4" fmla="*/ 930275 w 21600"/>
              <a:gd name="T5" fmla="*/ 2609850 h 21600"/>
              <a:gd name="T6" fmla="*/ 930275 w 21600"/>
              <a:gd name="T7" fmla="*/ 2609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600" y="21600"/>
                </a:lnTo>
                <a:lnTo>
                  <a:pt x="21599"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3" name="AutoShape 13"/>
          <p:cNvSpPr>
            <a:spLocks/>
          </p:cNvSpPr>
          <p:nvPr/>
        </p:nvSpPr>
        <p:spPr bwMode="auto">
          <a:xfrm>
            <a:off x="13319125" y="4222750"/>
            <a:ext cx="1198563" cy="2855913"/>
          </a:xfrm>
          <a:custGeom>
            <a:avLst/>
            <a:gdLst>
              <a:gd name="T0" fmla="*/ 599282 w 21600"/>
              <a:gd name="T1" fmla="*/ 1427957 h 21600"/>
              <a:gd name="T2" fmla="*/ 599282 w 21600"/>
              <a:gd name="T3" fmla="*/ 1427957 h 21600"/>
              <a:gd name="T4" fmla="*/ 599282 w 21600"/>
              <a:gd name="T5" fmla="*/ 1427957 h 21600"/>
              <a:gd name="T6" fmla="*/ 599282 w 21600"/>
              <a:gd name="T7" fmla="*/ 14279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4" name="AutoShape 14"/>
          <p:cNvSpPr>
            <a:spLocks/>
          </p:cNvSpPr>
          <p:nvPr/>
        </p:nvSpPr>
        <p:spPr bwMode="auto">
          <a:xfrm>
            <a:off x="12307888" y="4221163"/>
            <a:ext cx="1017587" cy="2857500"/>
          </a:xfrm>
          <a:custGeom>
            <a:avLst/>
            <a:gdLst>
              <a:gd name="T0" fmla="*/ 508794 w 21600"/>
              <a:gd name="T1" fmla="*/ 1428750 h 21600"/>
              <a:gd name="T2" fmla="*/ 508794 w 21600"/>
              <a:gd name="T3" fmla="*/ 1428750 h 21600"/>
              <a:gd name="T4" fmla="*/ 508794 w 21600"/>
              <a:gd name="T5" fmla="*/ 1428750 h 21600"/>
              <a:gd name="T6" fmla="*/ 508794 w 21600"/>
              <a:gd name="T7" fmla="*/ 142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599" y="21600"/>
                </a:lnTo>
                <a:lnTo>
                  <a:pt x="21599"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40975" name="Group 15"/>
          <p:cNvGrpSpPr>
            <a:grpSpLocks/>
          </p:cNvGrpSpPr>
          <p:nvPr/>
        </p:nvGrpSpPr>
        <p:grpSpPr bwMode="auto">
          <a:xfrm>
            <a:off x="17121188" y="4195763"/>
            <a:ext cx="2209800" cy="2857500"/>
            <a:chOff x="0" y="0"/>
            <a:chExt cx="2209800" cy="2857502"/>
          </a:xfrm>
        </p:grpSpPr>
        <p:sp>
          <p:nvSpPr>
            <p:cNvPr id="40976" name="AutoShape 16"/>
            <p:cNvSpPr>
              <a:spLocks/>
            </p:cNvSpPr>
            <p:nvPr/>
          </p:nvSpPr>
          <p:spPr bwMode="auto">
            <a:xfrm>
              <a:off x="1012304" y="1508"/>
              <a:ext cx="1197496" cy="2855994"/>
            </a:xfrm>
            <a:custGeom>
              <a:avLst/>
              <a:gdLst>
                <a:gd name="T0" fmla="*/ 598748 w 21600"/>
                <a:gd name="T1" fmla="*/ 1427997 h 21600"/>
                <a:gd name="T2" fmla="*/ 598748 w 21600"/>
                <a:gd name="T3" fmla="*/ 1427997 h 21600"/>
                <a:gd name="T4" fmla="*/ 598748 w 21600"/>
                <a:gd name="T5" fmla="*/ 1427997 h 21600"/>
                <a:gd name="T6" fmla="*/ 598748 w 21600"/>
                <a:gd name="T7" fmla="*/ 14279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7" name="AutoShape 17"/>
            <p:cNvSpPr>
              <a:spLocks/>
            </p:cNvSpPr>
            <p:nvPr/>
          </p:nvSpPr>
          <p:spPr bwMode="auto">
            <a:xfrm>
              <a:off x="0" y="0"/>
              <a:ext cx="1018169" cy="2857500"/>
            </a:xfrm>
            <a:custGeom>
              <a:avLst/>
              <a:gdLst>
                <a:gd name="T0" fmla="*/ 509085 w 21600"/>
                <a:gd name="T1" fmla="*/ 1428750 h 21600"/>
                <a:gd name="T2" fmla="*/ 509085 w 21600"/>
                <a:gd name="T3" fmla="*/ 1428750 h 21600"/>
                <a:gd name="T4" fmla="*/ 509085 w 21600"/>
                <a:gd name="T5" fmla="*/ 1428750 h 21600"/>
                <a:gd name="T6" fmla="*/ 509085 w 21600"/>
                <a:gd name="T7" fmla="*/ 142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599" y="21600"/>
                  </a:lnTo>
                  <a:lnTo>
                    <a:pt x="21599"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0978" name="Group 18"/>
          <p:cNvGrpSpPr>
            <a:grpSpLocks/>
          </p:cNvGrpSpPr>
          <p:nvPr/>
        </p:nvGrpSpPr>
        <p:grpSpPr bwMode="auto">
          <a:xfrm>
            <a:off x="19203988" y="6088063"/>
            <a:ext cx="2997200" cy="3873500"/>
            <a:chOff x="0" y="0"/>
            <a:chExt cx="2997200" cy="3873501"/>
          </a:xfrm>
        </p:grpSpPr>
        <p:sp>
          <p:nvSpPr>
            <p:cNvPr id="40979" name="AutoShape 19"/>
            <p:cNvSpPr>
              <a:spLocks/>
            </p:cNvSpPr>
            <p:nvPr/>
          </p:nvSpPr>
          <p:spPr bwMode="auto">
            <a:xfrm>
              <a:off x="1373010" y="2044"/>
              <a:ext cx="1624190" cy="3871457"/>
            </a:xfrm>
            <a:custGeom>
              <a:avLst/>
              <a:gdLst>
                <a:gd name="T0" fmla="*/ 812095 w 21600"/>
                <a:gd name="T1" fmla="*/ 1935729 h 21600"/>
                <a:gd name="T2" fmla="*/ 812095 w 21600"/>
                <a:gd name="T3" fmla="*/ 1935729 h 21600"/>
                <a:gd name="T4" fmla="*/ 812095 w 21600"/>
                <a:gd name="T5" fmla="*/ 1935729 h 21600"/>
                <a:gd name="T6" fmla="*/ 812095 w 21600"/>
                <a:gd name="T7" fmla="*/ 193572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0" y="0"/>
                  </a:lnTo>
                  <a:lnTo>
                    <a:pt x="21599" y="16312"/>
                  </a:lnTo>
                  <a:lnTo>
                    <a:pt x="0" y="2159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80" name="AutoShape 20"/>
            <p:cNvSpPr>
              <a:spLocks/>
            </p:cNvSpPr>
            <p:nvPr/>
          </p:nvSpPr>
          <p:spPr bwMode="auto">
            <a:xfrm>
              <a:off x="0" y="0"/>
              <a:ext cx="1380964" cy="3873501"/>
            </a:xfrm>
            <a:custGeom>
              <a:avLst/>
              <a:gdLst>
                <a:gd name="T0" fmla="*/ 690482 w 21600"/>
                <a:gd name="T1" fmla="*/ 1936751 h 21600"/>
                <a:gd name="T2" fmla="*/ 690482 w 21600"/>
                <a:gd name="T3" fmla="*/ 1936751 h 21600"/>
                <a:gd name="T4" fmla="*/ 690482 w 21600"/>
                <a:gd name="T5" fmla="*/ 1936751 h 21600"/>
                <a:gd name="T6" fmla="*/ 690482 w 21600"/>
                <a:gd name="T7" fmla="*/ 19367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600" y="21599"/>
                  </a:lnTo>
                  <a:lnTo>
                    <a:pt x="21599"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0981" name="Line 21"/>
          <p:cNvSpPr>
            <a:spLocks noChangeShapeType="1"/>
          </p:cNvSpPr>
          <p:nvPr/>
        </p:nvSpPr>
        <p:spPr bwMode="auto">
          <a:xfrm flipH="1" flipV="1">
            <a:off x="13750925" y="12082463"/>
            <a:ext cx="1933575" cy="14287"/>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2" name="Line 22"/>
          <p:cNvSpPr>
            <a:spLocks noChangeShapeType="1"/>
          </p:cNvSpPr>
          <p:nvPr/>
        </p:nvSpPr>
        <p:spPr bwMode="auto">
          <a:xfrm flipH="1" flipV="1">
            <a:off x="10912475" y="8772525"/>
            <a:ext cx="133350" cy="768350"/>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3" name="Line 23"/>
          <p:cNvSpPr>
            <a:spLocks noChangeShapeType="1"/>
          </p:cNvSpPr>
          <p:nvPr/>
        </p:nvSpPr>
        <p:spPr bwMode="auto">
          <a:xfrm flipH="1">
            <a:off x="11306175" y="6524625"/>
            <a:ext cx="733425" cy="419100"/>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4" name="Line 24"/>
          <p:cNvSpPr>
            <a:spLocks noChangeShapeType="1"/>
          </p:cNvSpPr>
          <p:nvPr/>
        </p:nvSpPr>
        <p:spPr bwMode="auto">
          <a:xfrm>
            <a:off x="14417675" y="5514975"/>
            <a:ext cx="2717800" cy="0"/>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5" name="Line 25"/>
          <p:cNvSpPr>
            <a:spLocks noChangeShapeType="1"/>
          </p:cNvSpPr>
          <p:nvPr/>
        </p:nvSpPr>
        <p:spPr bwMode="auto">
          <a:xfrm>
            <a:off x="18811875" y="6880225"/>
            <a:ext cx="782638" cy="835025"/>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6" name="Line 26"/>
          <p:cNvSpPr>
            <a:spLocks noChangeShapeType="1"/>
          </p:cNvSpPr>
          <p:nvPr/>
        </p:nvSpPr>
        <p:spPr bwMode="auto">
          <a:xfrm flipV="1">
            <a:off x="19613563" y="9926638"/>
            <a:ext cx="1520825" cy="862012"/>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7" name="AutoShape 27"/>
          <p:cNvSpPr>
            <a:spLocks/>
          </p:cNvSpPr>
          <p:nvPr/>
        </p:nvSpPr>
        <p:spPr bwMode="auto">
          <a:xfrm>
            <a:off x="2273300" y="5772150"/>
            <a:ext cx="6642100" cy="5080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b="1">
                <a:solidFill>
                  <a:srgbClr val="697172"/>
                </a:solidFill>
                <a:latin typeface="Lato" panose="020F0502020204030203" pitchFamily="34" charset="0"/>
                <a:sym typeface="Lato" panose="020F0502020204030203" pitchFamily="34" charset="0"/>
              </a:rPr>
              <a:t>Ipsum dolor sit amet, consectetur adipiscing elit. Vivamus sagittis lacus vel augue laoreet rutrum faucibus dolor auctor. Curabitur blandit tempus porttitor. Maecenas faucibus mollis interdum.</a:t>
            </a:r>
          </a:p>
          <a:p>
            <a:pPr algn="l" eaLnBrk="1">
              <a:lnSpc>
                <a:spcPct val="120000"/>
              </a:lnSpc>
            </a:pPr>
            <a:endParaRPr lang="es-ES" altLang="en-US" sz="1800">
              <a:solidFill>
                <a:srgbClr val="98A3A4"/>
              </a:solidFill>
              <a:latin typeface="Lato" panose="020F0502020204030203" pitchFamily="34" charset="0"/>
              <a:sym typeface="Lato" panose="020F0502020204030203" pitchFamily="34" charset="0"/>
            </a:endParaRPr>
          </a:p>
          <a:p>
            <a:pPr algn="l" eaLnBrk="1">
              <a:lnSpc>
                <a:spcPct val="120000"/>
              </a:lnSpc>
            </a:pPr>
            <a:r>
              <a:rPr lang="es-ES" altLang="en-US" sz="1800">
                <a:solidFill>
                  <a:srgbClr val="98A3A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 tortor mauris condimentum nibh, ut fermentum massa justo sit amet risus.Lorem ipsum dolor sit amet, consectetur adipiscing elit. Vivamus sagittis lacus vel augue laoreet rutrum faucibus dolor auctor. Curabitur consectetur blandit tempus porttitor.ivamus sagittis lacus vel augue laoreet</a:t>
            </a:r>
            <a:endParaRPr lang="es-ES" altLang="en-US"/>
          </a:p>
        </p:txBody>
      </p:sp>
      <p:sp>
        <p:nvSpPr>
          <p:cNvPr id="40988" name="AutoShape 28"/>
          <p:cNvSpPr>
            <a:spLocks/>
          </p:cNvSpPr>
          <p:nvPr/>
        </p:nvSpPr>
        <p:spPr bwMode="auto">
          <a:xfrm>
            <a:off x="2730500" y="5232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0989" name="AutoShape 29"/>
          <p:cNvSpPr>
            <a:spLocks/>
          </p:cNvSpPr>
          <p:nvPr/>
        </p:nvSpPr>
        <p:spPr bwMode="auto">
          <a:xfrm>
            <a:off x="14944725" y="7585075"/>
            <a:ext cx="1422400" cy="1423988"/>
          </a:xfrm>
          <a:custGeom>
            <a:avLst/>
            <a:gdLst>
              <a:gd name="T0" fmla="*/ 711200 w 21600"/>
              <a:gd name="T1" fmla="*/ 711994 h 21600"/>
              <a:gd name="T2" fmla="*/ 711200 w 21600"/>
              <a:gd name="T3" fmla="*/ 711994 h 21600"/>
              <a:gd name="T4" fmla="*/ 711200 w 21600"/>
              <a:gd name="T5" fmla="*/ 711994 h 21600"/>
              <a:gd name="T6" fmla="*/ 711200 w 21600"/>
              <a:gd name="T7" fmla="*/ 7119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0964"/>
                                        </p:tgtEl>
                                        <p:attrNameLst>
                                          <p:attrName>style.visibility</p:attrName>
                                        </p:attrNameLst>
                                      </p:cBhvr>
                                      <p:to>
                                        <p:strVal val="visible"/>
                                      </p:to>
                                    </p:set>
                                    <p:anim calcmode="lin" valueType="num">
                                      <p:cBhvr additive="base">
                                        <p:cTn id="7" dur="500" fill="hold"/>
                                        <p:tgtEl>
                                          <p:spTgt spid="40964"/>
                                        </p:tgtEl>
                                        <p:attrNameLst>
                                          <p:attrName>ppt_x</p:attrName>
                                        </p:attrNameLst>
                                      </p:cBhvr>
                                      <p:tavLst>
                                        <p:tav tm="0">
                                          <p:val>
                                            <p:strVal val="1+#ppt_w/2"/>
                                          </p:val>
                                        </p:tav>
                                        <p:tav tm="100000">
                                          <p:val>
                                            <p:strVal val="#ppt_x"/>
                                          </p:val>
                                        </p:tav>
                                      </p:tavLst>
                                    </p:anim>
                                    <p:anim calcmode="lin" valueType="num">
                                      <p:cBhvr additive="base">
                                        <p:cTn id="8" dur="500" fill="hold"/>
                                        <p:tgtEl>
                                          <p:spTgt spid="409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0965"/>
                                        </p:tgtEl>
                                        <p:attrNameLst>
                                          <p:attrName>style.visibility</p:attrName>
                                        </p:attrNameLst>
                                      </p:cBhvr>
                                      <p:to>
                                        <p:strVal val="visible"/>
                                      </p:to>
                                    </p:set>
                                    <p:anim calcmode="lin" valueType="num">
                                      <p:cBhvr additive="base">
                                        <p:cTn id="12" dur="500" fill="hold"/>
                                        <p:tgtEl>
                                          <p:spTgt spid="40965"/>
                                        </p:tgtEl>
                                        <p:attrNameLst>
                                          <p:attrName>ppt_x</p:attrName>
                                        </p:attrNameLst>
                                      </p:cBhvr>
                                      <p:tavLst>
                                        <p:tav tm="0">
                                          <p:val>
                                            <p:strVal val="1+#ppt_w/2"/>
                                          </p:val>
                                        </p:tav>
                                        <p:tav tm="100000">
                                          <p:val>
                                            <p:strVal val="#ppt_x"/>
                                          </p:val>
                                        </p:tav>
                                      </p:tavLst>
                                    </p:anim>
                                    <p:anim calcmode="lin" valueType="num">
                                      <p:cBhvr additive="base">
                                        <p:cTn id="13" dur="500" fill="hold"/>
                                        <p:tgtEl>
                                          <p:spTgt spid="4096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0962"/>
                                        </p:tgtEl>
                                        <p:attrNameLst>
                                          <p:attrName>style.visibility</p:attrName>
                                        </p:attrNameLst>
                                      </p:cBhvr>
                                      <p:to>
                                        <p:strVal val="visible"/>
                                      </p:to>
                                    </p:set>
                                    <p:anim calcmode="lin" valueType="num">
                                      <p:cBhvr additive="base">
                                        <p:cTn id="17" dur="500" fill="hold"/>
                                        <p:tgtEl>
                                          <p:spTgt spid="40962"/>
                                        </p:tgtEl>
                                        <p:attrNameLst>
                                          <p:attrName>ppt_x</p:attrName>
                                        </p:attrNameLst>
                                      </p:cBhvr>
                                      <p:tavLst>
                                        <p:tav tm="0">
                                          <p:val>
                                            <p:strVal val="1+#ppt_w/2"/>
                                          </p:val>
                                        </p:tav>
                                        <p:tav tm="100000">
                                          <p:val>
                                            <p:strVal val="#ppt_x"/>
                                          </p:val>
                                        </p:tav>
                                      </p:tavLst>
                                    </p:anim>
                                    <p:anim calcmode="lin" valueType="num">
                                      <p:cBhvr additive="base">
                                        <p:cTn id="18" dur="500" fill="hold"/>
                                        <p:tgtEl>
                                          <p:spTgt spid="4096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40988"/>
                                        </p:tgtEl>
                                        <p:attrNameLst>
                                          <p:attrName>style.visibility</p:attrName>
                                        </p:attrNameLst>
                                      </p:cBhvr>
                                      <p:to>
                                        <p:strVal val="visible"/>
                                      </p:to>
                                    </p:set>
                                    <p:anim calcmode="lin" valueType="num">
                                      <p:cBhvr additive="base">
                                        <p:cTn id="22" dur="500" fill="hold"/>
                                        <p:tgtEl>
                                          <p:spTgt spid="40988"/>
                                        </p:tgtEl>
                                        <p:attrNameLst>
                                          <p:attrName>ppt_x</p:attrName>
                                        </p:attrNameLst>
                                      </p:cBhvr>
                                      <p:tavLst>
                                        <p:tav tm="0">
                                          <p:val>
                                            <p:strVal val="0-#ppt_w/2"/>
                                          </p:val>
                                        </p:tav>
                                        <p:tav tm="100000">
                                          <p:val>
                                            <p:strVal val="#ppt_x"/>
                                          </p:val>
                                        </p:tav>
                                      </p:tavLst>
                                    </p:anim>
                                    <p:anim calcmode="lin" valueType="num">
                                      <p:cBhvr additive="base">
                                        <p:cTn id="23" dur="500" fill="hold"/>
                                        <p:tgtEl>
                                          <p:spTgt spid="4098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40987"/>
                                        </p:tgtEl>
                                        <p:attrNameLst>
                                          <p:attrName>style.visibility</p:attrName>
                                        </p:attrNameLst>
                                      </p:cBhvr>
                                      <p:to>
                                        <p:strVal val="visible"/>
                                      </p:to>
                                    </p:set>
                                    <p:anim calcmode="lin" valueType="num">
                                      <p:cBhvr additive="base">
                                        <p:cTn id="27" dur="500" fill="hold"/>
                                        <p:tgtEl>
                                          <p:spTgt spid="40987"/>
                                        </p:tgtEl>
                                        <p:attrNameLst>
                                          <p:attrName>ppt_x</p:attrName>
                                        </p:attrNameLst>
                                      </p:cBhvr>
                                      <p:tavLst>
                                        <p:tav tm="0">
                                          <p:val>
                                            <p:strVal val="0-#ppt_w/2"/>
                                          </p:val>
                                        </p:tav>
                                        <p:tav tm="100000">
                                          <p:val>
                                            <p:strVal val="#ppt_x"/>
                                          </p:val>
                                        </p:tav>
                                      </p:tavLst>
                                    </p:anim>
                                    <p:anim calcmode="lin" valueType="num">
                                      <p:cBhvr additive="base">
                                        <p:cTn id="28" dur="500" fill="hold"/>
                                        <p:tgtEl>
                                          <p:spTgt spid="40987"/>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9" presetClass="entr" presetSubtype="0" fill="hold" nodeType="afterEffect">
                                  <p:stCondLst>
                                    <p:cond delay="0"/>
                                  </p:stCondLst>
                                  <p:childTnLst>
                                    <p:set>
                                      <p:cBhvr>
                                        <p:cTn id="31" dur="1" fill="hold">
                                          <p:stCondLst>
                                            <p:cond delay="0"/>
                                          </p:stCondLst>
                                        </p:cTn>
                                        <p:tgtEl>
                                          <p:spTgt spid="40966"/>
                                        </p:tgtEl>
                                        <p:attrNameLst>
                                          <p:attrName>style.visibility</p:attrName>
                                        </p:attrNameLst>
                                      </p:cBhvr>
                                      <p:to>
                                        <p:strVal val="visible"/>
                                      </p:to>
                                    </p:set>
                                    <p:animEffect transition="in" filter="dissolve">
                                      <p:cBhvr>
                                        <p:cTn id="32" dur="500"/>
                                        <p:tgtEl>
                                          <p:spTgt spid="40966"/>
                                        </p:tgtEl>
                                      </p:cBhvr>
                                    </p:animEffect>
                                  </p:childTnLst>
                                </p:cTn>
                              </p:par>
                            </p:childTnLst>
                          </p:cTn>
                        </p:par>
                        <p:par>
                          <p:cTn id="33" fill="hold" nodeType="afterGroup">
                            <p:stCondLst>
                              <p:cond delay="3000"/>
                            </p:stCondLst>
                            <p:childTnLst>
                              <p:par>
                                <p:cTn id="34" presetID="9" presetClass="entr" presetSubtype="0" fill="hold" nodeType="afterEffect">
                                  <p:stCondLst>
                                    <p:cond delay="0"/>
                                  </p:stCondLst>
                                  <p:childTnLst>
                                    <p:set>
                                      <p:cBhvr>
                                        <p:cTn id="35" dur="1" fill="hold">
                                          <p:stCondLst>
                                            <p:cond delay="0"/>
                                          </p:stCondLst>
                                        </p:cTn>
                                        <p:tgtEl>
                                          <p:spTgt spid="40967"/>
                                        </p:tgtEl>
                                        <p:attrNameLst>
                                          <p:attrName>style.visibility</p:attrName>
                                        </p:attrNameLst>
                                      </p:cBhvr>
                                      <p:to>
                                        <p:strVal val="visible"/>
                                      </p:to>
                                    </p:set>
                                    <p:animEffect transition="in" filter="dissolve">
                                      <p:cBhvr>
                                        <p:cTn id="36" dur="500"/>
                                        <p:tgtEl>
                                          <p:spTgt spid="40967"/>
                                        </p:tgtEl>
                                      </p:cBhvr>
                                    </p:animEffect>
                                  </p:childTnLst>
                                </p:cTn>
                              </p:par>
                            </p:childTnLst>
                          </p:cTn>
                        </p:par>
                        <p:par>
                          <p:cTn id="37" fill="hold" nodeType="afterGroup">
                            <p:stCondLst>
                              <p:cond delay="3500"/>
                            </p:stCondLst>
                            <p:childTnLst>
                              <p:par>
                                <p:cTn id="38" presetID="23" presetClass="entr" presetSubtype="16" fill="hold" nodeType="afterEffect">
                                  <p:stCondLst>
                                    <p:cond delay="0"/>
                                  </p:stCondLst>
                                  <p:childTnLst>
                                    <p:set>
                                      <p:cBhvr>
                                        <p:cTn id="39" dur="1" fill="hold">
                                          <p:stCondLst>
                                            <p:cond delay="0"/>
                                          </p:stCondLst>
                                        </p:cTn>
                                        <p:tgtEl>
                                          <p:spTgt spid="40968"/>
                                        </p:tgtEl>
                                        <p:attrNameLst>
                                          <p:attrName>style.visibility</p:attrName>
                                        </p:attrNameLst>
                                      </p:cBhvr>
                                      <p:to>
                                        <p:strVal val="visible"/>
                                      </p:to>
                                    </p:set>
                                    <p:anim calcmode="lin" valueType="num">
                                      <p:cBhvr>
                                        <p:cTn id="40" dur="500" fill="hold"/>
                                        <p:tgtEl>
                                          <p:spTgt spid="40968"/>
                                        </p:tgtEl>
                                        <p:attrNameLst>
                                          <p:attrName>ppt_w</p:attrName>
                                        </p:attrNameLst>
                                      </p:cBhvr>
                                      <p:tavLst>
                                        <p:tav tm="0">
                                          <p:val>
                                            <p:fltVal val="0"/>
                                          </p:val>
                                        </p:tav>
                                        <p:tav tm="100000">
                                          <p:val>
                                            <p:strVal val="#ppt_w"/>
                                          </p:val>
                                        </p:tav>
                                      </p:tavLst>
                                    </p:anim>
                                    <p:anim calcmode="lin" valueType="num">
                                      <p:cBhvr>
                                        <p:cTn id="41" dur="500" fill="hold"/>
                                        <p:tgtEl>
                                          <p:spTgt spid="40968"/>
                                        </p:tgtEl>
                                        <p:attrNameLst>
                                          <p:attrName>ppt_h</p:attrName>
                                        </p:attrNameLst>
                                      </p:cBhvr>
                                      <p:tavLst>
                                        <p:tav tm="0">
                                          <p:val>
                                            <p:fltVal val="0"/>
                                          </p:val>
                                        </p:tav>
                                        <p:tav tm="100000">
                                          <p:val>
                                            <p:strVal val="#ppt_h"/>
                                          </p:val>
                                        </p:tav>
                                      </p:tavLst>
                                    </p:anim>
                                  </p:childTnLst>
                                </p:cTn>
                              </p:par>
                            </p:childTnLst>
                          </p:cTn>
                        </p:par>
                        <p:par>
                          <p:cTn id="42" fill="hold" nodeType="afterGroup">
                            <p:stCondLst>
                              <p:cond delay="4000"/>
                            </p:stCondLst>
                            <p:childTnLst>
                              <p:par>
                                <p:cTn id="43" presetID="9" presetClass="entr" presetSubtype="0" fill="hold" nodeType="afterEffect">
                                  <p:stCondLst>
                                    <p:cond delay="0"/>
                                  </p:stCondLst>
                                  <p:childTnLst>
                                    <p:set>
                                      <p:cBhvr>
                                        <p:cTn id="44" dur="1" fill="hold">
                                          <p:stCondLst>
                                            <p:cond delay="0"/>
                                          </p:stCondLst>
                                        </p:cTn>
                                        <p:tgtEl>
                                          <p:spTgt spid="40971"/>
                                        </p:tgtEl>
                                        <p:attrNameLst>
                                          <p:attrName>style.visibility</p:attrName>
                                        </p:attrNameLst>
                                      </p:cBhvr>
                                      <p:to>
                                        <p:strVal val="visible"/>
                                      </p:to>
                                    </p:set>
                                    <p:animEffect transition="in" filter="dissolve">
                                      <p:cBhvr>
                                        <p:cTn id="45" dur="500"/>
                                        <p:tgtEl>
                                          <p:spTgt spid="40971"/>
                                        </p:tgtEl>
                                      </p:cBhvr>
                                    </p:animEffect>
                                  </p:childTnLst>
                                </p:cTn>
                              </p:par>
                            </p:childTnLst>
                          </p:cTn>
                        </p:par>
                        <p:par>
                          <p:cTn id="46" fill="hold" nodeType="afterGroup">
                            <p:stCondLst>
                              <p:cond delay="4500"/>
                            </p:stCondLst>
                            <p:childTnLst>
                              <p:par>
                                <p:cTn id="47" presetID="9" presetClass="entr" presetSubtype="0" fill="hold" nodeType="afterEffect">
                                  <p:stCondLst>
                                    <p:cond delay="0"/>
                                  </p:stCondLst>
                                  <p:childTnLst>
                                    <p:set>
                                      <p:cBhvr>
                                        <p:cTn id="48" dur="1" fill="hold">
                                          <p:stCondLst>
                                            <p:cond delay="0"/>
                                          </p:stCondLst>
                                        </p:cTn>
                                        <p:tgtEl>
                                          <p:spTgt spid="40972"/>
                                        </p:tgtEl>
                                        <p:attrNameLst>
                                          <p:attrName>style.visibility</p:attrName>
                                        </p:attrNameLst>
                                      </p:cBhvr>
                                      <p:to>
                                        <p:strVal val="visible"/>
                                      </p:to>
                                    </p:set>
                                    <p:animEffect transition="in" filter="dissolve">
                                      <p:cBhvr>
                                        <p:cTn id="49" dur="500"/>
                                        <p:tgtEl>
                                          <p:spTgt spid="40972"/>
                                        </p:tgtEl>
                                      </p:cBhvr>
                                    </p:animEffect>
                                  </p:childTnLst>
                                </p:cTn>
                              </p:par>
                            </p:childTnLst>
                          </p:cTn>
                        </p:par>
                        <p:par>
                          <p:cTn id="50" fill="hold" nodeType="afterGroup">
                            <p:stCondLst>
                              <p:cond delay="5000"/>
                            </p:stCondLst>
                            <p:childTnLst>
                              <p:par>
                                <p:cTn id="51" presetID="9" presetClass="entr" presetSubtype="0" fill="hold" nodeType="afterEffect">
                                  <p:stCondLst>
                                    <p:cond delay="0"/>
                                  </p:stCondLst>
                                  <p:childTnLst>
                                    <p:set>
                                      <p:cBhvr>
                                        <p:cTn id="52" dur="1" fill="hold">
                                          <p:stCondLst>
                                            <p:cond delay="0"/>
                                          </p:stCondLst>
                                        </p:cTn>
                                        <p:tgtEl>
                                          <p:spTgt spid="40973"/>
                                        </p:tgtEl>
                                        <p:attrNameLst>
                                          <p:attrName>style.visibility</p:attrName>
                                        </p:attrNameLst>
                                      </p:cBhvr>
                                      <p:to>
                                        <p:strVal val="visible"/>
                                      </p:to>
                                    </p:set>
                                    <p:animEffect transition="in" filter="dissolve">
                                      <p:cBhvr>
                                        <p:cTn id="53" dur="500"/>
                                        <p:tgtEl>
                                          <p:spTgt spid="40973"/>
                                        </p:tgtEl>
                                      </p:cBhvr>
                                    </p:animEffect>
                                  </p:childTnLst>
                                </p:cTn>
                              </p:par>
                            </p:childTnLst>
                          </p:cTn>
                        </p:par>
                        <p:par>
                          <p:cTn id="54" fill="hold" nodeType="afterGroup">
                            <p:stCondLst>
                              <p:cond delay="5500"/>
                            </p:stCondLst>
                            <p:childTnLst>
                              <p:par>
                                <p:cTn id="55" presetID="9" presetClass="entr" presetSubtype="0" fill="hold" nodeType="afterEffect">
                                  <p:stCondLst>
                                    <p:cond delay="0"/>
                                  </p:stCondLst>
                                  <p:childTnLst>
                                    <p:set>
                                      <p:cBhvr>
                                        <p:cTn id="56" dur="1" fill="hold">
                                          <p:stCondLst>
                                            <p:cond delay="0"/>
                                          </p:stCondLst>
                                        </p:cTn>
                                        <p:tgtEl>
                                          <p:spTgt spid="40974"/>
                                        </p:tgtEl>
                                        <p:attrNameLst>
                                          <p:attrName>style.visibility</p:attrName>
                                        </p:attrNameLst>
                                      </p:cBhvr>
                                      <p:to>
                                        <p:strVal val="visible"/>
                                      </p:to>
                                    </p:set>
                                    <p:animEffect transition="in" filter="dissolve">
                                      <p:cBhvr>
                                        <p:cTn id="57" dur="500"/>
                                        <p:tgtEl>
                                          <p:spTgt spid="40974"/>
                                        </p:tgtEl>
                                      </p:cBhvr>
                                    </p:animEffect>
                                  </p:childTnLst>
                                </p:cTn>
                              </p:par>
                            </p:childTnLst>
                          </p:cTn>
                        </p:par>
                        <p:par>
                          <p:cTn id="58" fill="hold" nodeType="afterGroup">
                            <p:stCondLst>
                              <p:cond delay="6000"/>
                            </p:stCondLst>
                            <p:childTnLst>
                              <p:par>
                                <p:cTn id="59" presetID="23" presetClass="entr" presetSubtype="16" fill="hold" nodeType="afterEffect">
                                  <p:stCondLst>
                                    <p:cond delay="0"/>
                                  </p:stCondLst>
                                  <p:childTnLst>
                                    <p:set>
                                      <p:cBhvr>
                                        <p:cTn id="60" dur="1" fill="hold">
                                          <p:stCondLst>
                                            <p:cond delay="0"/>
                                          </p:stCondLst>
                                        </p:cTn>
                                        <p:tgtEl>
                                          <p:spTgt spid="40975"/>
                                        </p:tgtEl>
                                        <p:attrNameLst>
                                          <p:attrName>style.visibility</p:attrName>
                                        </p:attrNameLst>
                                      </p:cBhvr>
                                      <p:to>
                                        <p:strVal val="visible"/>
                                      </p:to>
                                    </p:set>
                                    <p:anim calcmode="lin" valueType="num">
                                      <p:cBhvr>
                                        <p:cTn id="61" dur="500" fill="hold"/>
                                        <p:tgtEl>
                                          <p:spTgt spid="40975"/>
                                        </p:tgtEl>
                                        <p:attrNameLst>
                                          <p:attrName>ppt_w</p:attrName>
                                        </p:attrNameLst>
                                      </p:cBhvr>
                                      <p:tavLst>
                                        <p:tav tm="0">
                                          <p:val>
                                            <p:fltVal val="0"/>
                                          </p:val>
                                        </p:tav>
                                        <p:tav tm="100000">
                                          <p:val>
                                            <p:strVal val="#ppt_w"/>
                                          </p:val>
                                        </p:tav>
                                      </p:tavLst>
                                    </p:anim>
                                    <p:anim calcmode="lin" valueType="num">
                                      <p:cBhvr>
                                        <p:cTn id="62" dur="500" fill="hold"/>
                                        <p:tgtEl>
                                          <p:spTgt spid="40975"/>
                                        </p:tgtEl>
                                        <p:attrNameLst>
                                          <p:attrName>ppt_h</p:attrName>
                                        </p:attrNameLst>
                                      </p:cBhvr>
                                      <p:tavLst>
                                        <p:tav tm="0">
                                          <p:val>
                                            <p:fltVal val="0"/>
                                          </p:val>
                                        </p:tav>
                                        <p:tav tm="100000">
                                          <p:val>
                                            <p:strVal val="#ppt_h"/>
                                          </p:val>
                                        </p:tav>
                                      </p:tavLst>
                                    </p:anim>
                                  </p:childTnLst>
                                </p:cTn>
                              </p:par>
                            </p:childTnLst>
                          </p:cTn>
                        </p:par>
                        <p:par>
                          <p:cTn id="63" fill="hold" nodeType="afterGroup">
                            <p:stCondLst>
                              <p:cond delay="6500"/>
                            </p:stCondLst>
                            <p:childTnLst>
                              <p:par>
                                <p:cTn id="64" presetID="23" presetClass="entr" presetSubtype="16" fill="hold" nodeType="afterEffect">
                                  <p:stCondLst>
                                    <p:cond delay="0"/>
                                  </p:stCondLst>
                                  <p:childTnLst>
                                    <p:set>
                                      <p:cBhvr>
                                        <p:cTn id="65" dur="1" fill="hold">
                                          <p:stCondLst>
                                            <p:cond delay="0"/>
                                          </p:stCondLst>
                                        </p:cTn>
                                        <p:tgtEl>
                                          <p:spTgt spid="40978"/>
                                        </p:tgtEl>
                                        <p:attrNameLst>
                                          <p:attrName>style.visibility</p:attrName>
                                        </p:attrNameLst>
                                      </p:cBhvr>
                                      <p:to>
                                        <p:strVal val="visible"/>
                                      </p:to>
                                    </p:set>
                                    <p:anim calcmode="lin" valueType="num">
                                      <p:cBhvr>
                                        <p:cTn id="66" dur="500" fill="hold"/>
                                        <p:tgtEl>
                                          <p:spTgt spid="40978"/>
                                        </p:tgtEl>
                                        <p:attrNameLst>
                                          <p:attrName>ppt_w</p:attrName>
                                        </p:attrNameLst>
                                      </p:cBhvr>
                                      <p:tavLst>
                                        <p:tav tm="0">
                                          <p:val>
                                            <p:fltVal val="0"/>
                                          </p:val>
                                        </p:tav>
                                        <p:tav tm="100000">
                                          <p:val>
                                            <p:strVal val="#ppt_w"/>
                                          </p:val>
                                        </p:tav>
                                      </p:tavLst>
                                    </p:anim>
                                    <p:anim calcmode="lin" valueType="num">
                                      <p:cBhvr>
                                        <p:cTn id="67" dur="500" fill="hold"/>
                                        <p:tgtEl>
                                          <p:spTgt spid="40978"/>
                                        </p:tgtEl>
                                        <p:attrNameLst>
                                          <p:attrName>ppt_h</p:attrName>
                                        </p:attrNameLst>
                                      </p:cBhvr>
                                      <p:tavLst>
                                        <p:tav tm="0">
                                          <p:val>
                                            <p:fltVal val="0"/>
                                          </p:val>
                                        </p:tav>
                                        <p:tav tm="100000">
                                          <p:val>
                                            <p:strVal val="#ppt_h"/>
                                          </p:val>
                                        </p:tav>
                                      </p:tavLst>
                                    </p:anim>
                                  </p:childTnLst>
                                </p:cTn>
                              </p:par>
                            </p:childTnLst>
                          </p:cTn>
                        </p:par>
                        <p:par>
                          <p:cTn id="68" fill="hold" nodeType="afterGroup">
                            <p:stCondLst>
                              <p:cond delay="7000"/>
                            </p:stCondLst>
                            <p:childTnLst>
                              <p:par>
                                <p:cTn id="69" presetID="9" presetClass="entr" presetSubtype="0" fill="hold" nodeType="afterEffect">
                                  <p:stCondLst>
                                    <p:cond delay="0"/>
                                  </p:stCondLst>
                                  <p:childTnLst>
                                    <p:set>
                                      <p:cBhvr>
                                        <p:cTn id="70" dur="1" fill="hold">
                                          <p:stCondLst>
                                            <p:cond delay="0"/>
                                          </p:stCondLst>
                                        </p:cTn>
                                        <p:tgtEl>
                                          <p:spTgt spid="40981"/>
                                        </p:tgtEl>
                                        <p:attrNameLst>
                                          <p:attrName>style.visibility</p:attrName>
                                        </p:attrNameLst>
                                      </p:cBhvr>
                                      <p:to>
                                        <p:strVal val="visible"/>
                                      </p:to>
                                    </p:set>
                                    <p:animEffect transition="in" filter="dissolve">
                                      <p:cBhvr>
                                        <p:cTn id="71" dur="500"/>
                                        <p:tgtEl>
                                          <p:spTgt spid="40981"/>
                                        </p:tgtEl>
                                      </p:cBhvr>
                                    </p:animEffect>
                                  </p:childTnLst>
                                </p:cTn>
                              </p:par>
                            </p:childTnLst>
                          </p:cTn>
                        </p:par>
                        <p:par>
                          <p:cTn id="72" fill="hold" nodeType="afterGroup">
                            <p:stCondLst>
                              <p:cond delay="7500"/>
                            </p:stCondLst>
                            <p:childTnLst>
                              <p:par>
                                <p:cTn id="73" presetID="9" presetClass="entr" presetSubtype="0" fill="hold" nodeType="afterEffect">
                                  <p:stCondLst>
                                    <p:cond delay="0"/>
                                  </p:stCondLst>
                                  <p:childTnLst>
                                    <p:set>
                                      <p:cBhvr>
                                        <p:cTn id="74" dur="1" fill="hold">
                                          <p:stCondLst>
                                            <p:cond delay="0"/>
                                          </p:stCondLst>
                                        </p:cTn>
                                        <p:tgtEl>
                                          <p:spTgt spid="40982"/>
                                        </p:tgtEl>
                                        <p:attrNameLst>
                                          <p:attrName>style.visibility</p:attrName>
                                        </p:attrNameLst>
                                      </p:cBhvr>
                                      <p:to>
                                        <p:strVal val="visible"/>
                                      </p:to>
                                    </p:set>
                                    <p:animEffect transition="in" filter="dissolve">
                                      <p:cBhvr>
                                        <p:cTn id="75" dur="500"/>
                                        <p:tgtEl>
                                          <p:spTgt spid="40982"/>
                                        </p:tgtEl>
                                      </p:cBhvr>
                                    </p:animEffect>
                                  </p:childTnLst>
                                </p:cTn>
                              </p:par>
                            </p:childTnLst>
                          </p:cTn>
                        </p:par>
                        <p:par>
                          <p:cTn id="76" fill="hold" nodeType="afterGroup">
                            <p:stCondLst>
                              <p:cond delay="8000"/>
                            </p:stCondLst>
                            <p:childTnLst>
                              <p:par>
                                <p:cTn id="77" presetID="9" presetClass="entr" presetSubtype="0" fill="hold" nodeType="afterEffect">
                                  <p:stCondLst>
                                    <p:cond delay="0"/>
                                  </p:stCondLst>
                                  <p:childTnLst>
                                    <p:set>
                                      <p:cBhvr>
                                        <p:cTn id="78" dur="1" fill="hold">
                                          <p:stCondLst>
                                            <p:cond delay="0"/>
                                          </p:stCondLst>
                                        </p:cTn>
                                        <p:tgtEl>
                                          <p:spTgt spid="40983"/>
                                        </p:tgtEl>
                                        <p:attrNameLst>
                                          <p:attrName>style.visibility</p:attrName>
                                        </p:attrNameLst>
                                      </p:cBhvr>
                                      <p:to>
                                        <p:strVal val="visible"/>
                                      </p:to>
                                    </p:set>
                                    <p:animEffect transition="in" filter="dissolve">
                                      <p:cBhvr>
                                        <p:cTn id="79" dur="500"/>
                                        <p:tgtEl>
                                          <p:spTgt spid="40983"/>
                                        </p:tgtEl>
                                      </p:cBhvr>
                                    </p:animEffect>
                                  </p:childTnLst>
                                </p:cTn>
                              </p:par>
                            </p:childTnLst>
                          </p:cTn>
                        </p:par>
                        <p:par>
                          <p:cTn id="80" fill="hold" nodeType="afterGroup">
                            <p:stCondLst>
                              <p:cond delay="8500"/>
                            </p:stCondLst>
                            <p:childTnLst>
                              <p:par>
                                <p:cTn id="81" presetID="9" presetClass="entr" presetSubtype="0" fill="hold" nodeType="afterEffect">
                                  <p:stCondLst>
                                    <p:cond delay="0"/>
                                  </p:stCondLst>
                                  <p:childTnLst>
                                    <p:set>
                                      <p:cBhvr>
                                        <p:cTn id="82" dur="1" fill="hold">
                                          <p:stCondLst>
                                            <p:cond delay="0"/>
                                          </p:stCondLst>
                                        </p:cTn>
                                        <p:tgtEl>
                                          <p:spTgt spid="40984"/>
                                        </p:tgtEl>
                                        <p:attrNameLst>
                                          <p:attrName>style.visibility</p:attrName>
                                        </p:attrNameLst>
                                      </p:cBhvr>
                                      <p:to>
                                        <p:strVal val="visible"/>
                                      </p:to>
                                    </p:set>
                                    <p:animEffect transition="in" filter="dissolve">
                                      <p:cBhvr>
                                        <p:cTn id="83" dur="500"/>
                                        <p:tgtEl>
                                          <p:spTgt spid="40984"/>
                                        </p:tgtEl>
                                      </p:cBhvr>
                                    </p:animEffect>
                                  </p:childTnLst>
                                </p:cTn>
                              </p:par>
                            </p:childTnLst>
                          </p:cTn>
                        </p:par>
                        <p:par>
                          <p:cTn id="84" fill="hold" nodeType="afterGroup">
                            <p:stCondLst>
                              <p:cond delay="9000"/>
                            </p:stCondLst>
                            <p:childTnLst>
                              <p:par>
                                <p:cTn id="85" presetID="9" presetClass="entr" presetSubtype="0" fill="hold" nodeType="afterEffect">
                                  <p:stCondLst>
                                    <p:cond delay="0"/>
                                  </p:stCondLst>
                                  <p:childTnLst>
                                    <p:set>
                                      <p:cBhvr>
                                        <p:cTn id="86" dur="1" fill="hold">
                                          <p:stCondLst>
                                            <p:cond delay="0"/>
                                          </p:stCondLst>
                                        </p:cTn>
                                        <p:tgtEl>
                                          <p:spTgt spid="40985"/>
                                        </p:tgtEl>
                                        <p:attrNameLst>
                                          <p:attrName>style.visibility</p:attrName>
                                        </p:attrNameLst>
                                      </p:cBhvr>
                                      <p:to>
                                        <p:strVal val="visible"/>
                                      </p:to>
                                    </p:set>
                                    <p:animEffect transition="in" filter="dissolve">
                                      <p:cBhvr>
                                        <p:cTn id="87" dur="500"/>
                                        <p:tgtEl>
                                          <p:spTgt spid="40985"/>
                                        </p:tgtEl>
                                      </p:cBhvr>
                                    </p:animEffect>
                                  </p:childTnLst>
                                </p:cTn>
                              </p:par>
                            </p:childTnLst>
                          </p:cTn>
                        </p:par>
                        <p:par>
                          <p:cTn id="88" fill="hold" nodeType="afterGroup">
                            <p:stCondLst>
                              <p:cond delay="9500"/>
                            </p:stCondLst>
                            <p:childTnLst>
                              <p:par>
                                <p:cTn id="89" presetID="9" presetClass="entr" presetSubtype="0" fill="hold" nodeType="afterEffect">
                                  <p:stCondLst>
                                    <p:cond delay="0"/>
                                  </p:stCondLst>
                                  <p:childTnLst>
                                    <p:set>
                                      <p:cBhvr>
                                        <p:cTn id="90" dur="1" fill="hold">
                                          <p:stCondLst>
                                            <p:cond delay="0"/>
                                          </p:stCondLst>
                                        </p:cTn>
                                        <p:tgtEl>
                                          <p:spTgt spid="40986"/>
                                        </p:tgtEl>
                                        <p:attrNameLst>
                                          <p:attrName>style.visibility</p:attrName>
                                        </p:attrNameLst>
                                      </p:cBhvr>
                                      <p:to>
                                        <p:strVal val="visible"/>
                                      </p:to>
                                    </p:set>
                                    <p:animEffect transition="in" filter="dissolve">
                                      <p:cBhvr>
                                        <p:cTn id="91" dur="500"/>
                                        <p:tgtEl>
                                          <p:spTgt spid="40986"/>
                                        </p:tgtEl>
                                      </p:cBhvr>
                                    </p:animEffect>
                                  </p:childTnLst>
                                </p:cTn>
                              </p:par>
                            </p:childTnLst>
                          </p:cTn>
                        </p:par>
                        <p:par>
                          <p:cTn id="92" fill="hold" nodeType="afterGroup">
                            <p:stCondLst>
                              <p:cond delay="10000"/>
                            </p:stCondLst>
                            <p:childTnLst>
                              <p:par>
                                <p:cTn id="93" presetID="9" presetClass="entr" presetSubtype="0" fill="hold" nodeType="afterEffect">
                                  <p:stCondLst>
                                    <p:cond delay="0"/>
                                  </p:stCondLst>
                                  <p:childTnLst>
                                    <p:set>
                                      <p:cBhvr>
                                        <p:cTn id="94" dur="1" fill="hold">
                                          <p:stCondLst>
                                            <p:cond delay="0"/>
                                          </p:stCondLst>
                                        </p:cTn>
                                        <p:tgtEl>
                                          <p:spTgt spid="40989"/>
                                        </p:tgtEl>
                                        <p:attrNameLst>
                                          <p:attrName>style.visibility</p:attrName>
                                        </p:attrNameLst>
                                      </p:cBhvr>
                                      <p:to>
                                        <p:strVal val="visible"/>
                                      </p:to>
                                    </p:set>
                                    <p:animEffect transition="in" filter="dissolve">
                                      <p:cBhvr>
                                        <p:cTn id="95" dur="500"/>
                                        <p:tgtEl>
                                          <p:spTgt spid="409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 grpId="0" autoUpdateAnimBg="0"/>
      <p:bldP spid="40964" grpId="0" autoUpdateAnimBg="0"/>
      <p:bldP spid="40965" grpId="0" autoUpdateAnimBg="0"/>
      <p:bldP spid="40987" grpId="0" autoUpdateAnimBg="0"/>
      <p:bldP spid="40988" grpId="0"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COFFEE</a:t>
            </a:r>
          </a:p>
          <a:p>
            <a:pPr algn="l"/>
            <a:r>
              <a:rPr lang="es-ES" b="1" dirty="0"/>
              <a:t>BREAK</a:t>
            </a:r>
          </a:p>
          <a:p>
            <a:pPr algn="l"/>
            <a:r>
              <a:rPr lang="es-ES" dirty="0"/>
              <a:t>A LITTLE PAUSE</a:t>
            </a:r>
            <a:endParaRPr lang="en-US" dirty="0"/>
          </a:p>
        </p:txBody>
      </p:sp>
    </p:spTree>
    <p:extLst>
      <p:ext uri="{BB962C8B-B14F-4D97-AF65-F5344CB8AC3E}">
        <p14:creationId xmlns:p14="http://schemas.microsoft.com/office/powerpoint/2010/main" val="164047718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3010"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301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B95EA95-8E8A-4996-BD61-1AEACAA9026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40</a:t>
            </a:fld>
            <a:endParaRPr lang="es-ES" altLang="en-US"/>
          </a:p>
        </p:txBody>
      </p:sp>
      <p:sp>
        <p:nvSpPr>
          <p:cNvPr id="43012"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Fluid </a:t>
            </a:r>
            <a:r>
              <a:rPr lang="es-ES" b="1" dirty="0" err="1">
                <a:solidFill>
                  <a:schemeClr val="bg1">
                    <a:lumMod val="95000"/>
                  </a:schemeClr>
                </a:solidFill>
                <a:latin typeface="Lato" charset="0"/>
                <a:ea typeface="ＭＳ Ｐゴシック" charset="0"/>
                <a:cs typeface="Lato" charset="0"/>
                <a:sym typeface="Lato" charset="0"/>
              </a:rPr>
              <a:t>Process</a:t>
            </a:r>
            <a:endParaRPr lang="es-ES" dirty="0">
              <a:solidFill>
                <a:schemeClr val="bg1">
                  <a:lumMod val="95000"/>
                </a:schemeClr>
              </a:solidFill>
              <a:ea typeface="ＭＳ Ｐゴシック" charset="0"/>
            </a:endParaRPr>
          </a:p>
        </p:txBody>
      </p:sp>
      <p:sp>
        <p:nvSpPr>
          <p:cNvPr id="43013"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43014" name="Group 6"/>
          <p:cNvGrpSpPr>
            <a:grpSpLocks/>
          </p:cNvGrpSpPr>
          <p:nvPr/>
        </p:nvGrpSpPr>
        <p:grpSpPr bwMode="auto">
          <a:xfrm>
            <a:off x="6145213" y="4697413"/>
            <a:ext cx="10947400" cy="7112000"/>
            <a:chOff x="-1" y="-1"/>
            <a:chExt cx="10947401" cy="7112253"/>
          </a:xfrm>
          <a:noFill/>
        </p:grpSpPr>
        <p:sp>
          <p:nvSpPr>
            <p:cNvPr id="43015" name="AutoShape 7"/>
            <p:cNvSpPr>
              <a:spLocks/>
            </p:cNvSpPr>
            <p:nvPr/>
          </p:nvSpPr>
          <p:spPr bwMode="auto">
            <a:xfrm>
              <a:off x="159808" y="-1"/>
              <a:ext cx="10693335" cy="2907829"/>
            </a:xfrm>
            <a:custGeom>
              <a:avLst/>
              <a:gdLst>
                <a:gd name="T0" fmla="*/ 5346668 w 21600"/>
                <a:gd name="T1" fmla="*/ 3598588 h 12431"/>
                <a:gd name="T2" fmla="*/ 5346668 w 21600"/>
                <a:gd name="T3" fmla="*/ 3598588 h 12431"/>
                <a:gd name="T4" fmla="*/ 5346668 w 21600"/>
                <a:gd name="T5" fmla="*/ 3598588 h 12431"/>
                <a:gd name="T6" fmla="*/ 5346668 w 21600"/>
                <a:gd name="T7" fmla="*/ 3598588 h 124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2431">
                  <a:moveTo>
                    <a:pt x="0" y="3942"/>
                  </a:moveTo>
                  <a:cubicBezTo>
                    <a:pt x="0" y="3942"/>
                    <a:pt x="10490" y="-9169"/>
                    <a:pt x="21599" y="12430"/>
                  </a:cubicBezTo>
                </a:path>
              </a:pathLst>
            </a:custGeom>
            <a:grp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6" name="AutoShape 8"/>
            <p:cNvSpPr>
              <a:spLocks/>
            </p:cNvSpPr>
            <p:nvPr/>
          </p:nvSpPr>
          <p:spPr bwMode="auto">
            <a:xfrm>
              <a:off x="171119" y="1304815"/>
              <a:ext cx="9264054" cy="1919310"/>
            </a:xfrm>
            <a:custGeom>
              <a:avLst/>
              <a:gdLst>
                <a:gd name="T0" fmla="*/ 4632027 w 21600"/>
                <a:gd name="T1" fmla="*/ 2858724 h 10857"/>
                <a:gd name="T2" fmla="*/ 4632027 w 21600"/>
                <a:gd name="T3" fmla="*/ 2858724 h 10857"/>
                <a:gd name="T4" fmla="*/ 4632027 w 21600"/>
                <a:gd name="T5" fmla="*/ 2858724 h 10857"/>
                <a:gd name="T6" fmla="*/ 4632027 w 21600"/>
                <a:gd name="T7" fmla="*/ 2858724 h 108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0857">
                  <a:moveTo>
                    <a:pt x="0" y="6557"/>
                  </a:moveTo>
                  <a:cubicBezTo>
                    <a:pt x="0" y="6557"/>
                    <a:pt x="9674" y="-10743"/>
                    <a:pt x="21599" y="10857"/>
                  </a:cubicBezTo>
                </a:path>
              </a:pathLst>
            </a:custGeom>
            <a:grp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7" name="AutoShape 9"/>
            <p:cNvSpPr>
              <a:spLocks/>
            </p:cNvSpPr>
            <p:nvPr/>
          </p:nvSpPr>
          <p:spPr bwMode="auto">
            <a:xfrm>
              <a:off x="186266" y="2805038"/>
              <a:ext cx="8367912" cy="1400052"/>
            </a:xfrm>
            <a:custGeom>
              <a:avLst/>
              <a:gdLst>
                <a:gd name="T0" fmla="*/ 4183956 w 21600"/>
                <a:gd name="T1" fmla="*/ 2399331 h 9757"/>
                <a:gd name="T2" fmla="*/ 4183956 w 21600"/>
                <a:gd name="T3" fmla="*/ 2399331 h 9757"/>
                <a:gd name="T4" fmla="*/ 4183956 w 21600"/>
                <a:gd name="T5" fmla="*/ 2399331 h 9757"/>
                <a:gd name="T6" fmla="*/ 4183956 w 21600"/>
                <a:gd name="T7" fmla="*/ 2399331 h 97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757">
                  <a:moveTo>
                    <a:pt x="0" y="9160"/>
                  </a:moveTo>
                  <a:cubicBezTo>
                    <a:pt x="0" y="9160"/>
                    <a:pt x="9109" y="-11843"/>
                    <a:pt x="21599" y="9756"/>
                  </a:cubicBezTo>
                </a:path>
              </a:pathLst>
            </a:custGeom>
            <a:grp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8" name="AutoShape 10"/>
            <p:cNvSpPr>
              <a:spLocks/>
            </p:cNvSpPr>
            <p:nvPr/>
          </p:nvSpPr>
          <p:spPr bwMode="auto">
            <a:xfrm>
              <a:off x="125743" y="4283386"/>
              <a:ext cx="7910381" cy="1366184"/>
            </a:xfrm>
            <a:custGeom>
              <a:avLst/>
              <a:gdLst>
                <a:gd name="T0" fmla="*/ 3955191 w 21600"/>
                <a:gd name="T1" fmla="*/ 2272003 h 9986"/>
                <a:gd name="T2" fmla="*/ 3955191 w 21600"/>
                <a:gd name="T3" fmla="*/ 2272003 h 9986"/>
                <a:gd name="T4" fmla="*/ 3955191 w 21600"/>
                <a:gd name="T5" fmla="*/ 2272003 h 9986"/>
                <a:gd name="T6" fmla="*/ 3955191 w 21600"/>
                <a:gd name="T7" fmla="*/ 2272003 h 998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986">
                  <a:moveTo>
                    <a:pt x="0" y="9986"/>
                  </a:moveTo>
                  <a:cubicBezTo>
                    <a:pt x="0" y="9986"/>
                    <a:pt x="8856" y="-11614"/>
                    <a:pt x="21599" y="8721"/>
                  </a:cubicBezTo>
                </a:path>
              </a:pathLst>
            </a:custGeom>
            <a:grp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9" name="AutoShape 11"/>
            <p:cNvSpPr>
              <a:spLocks/>
            </p:cNvSpPr>
            <p:nvPr/>
          </p:nvSpPr>
          <p:spPr bwMode="auto">
            <a:xfrm>
              <a:off x="95514" y="5676101"/>
              <a:ext cx="7948151" cy="1310540"/>
            </a:xfrm>
            <a:custGeom>
              <a:avLst/>
              <a:gdLst>
                <a:gd name="T0" fmla="*/ 3974076 w 21600"/>
                <a:gd name="T1" fmla="*/ 2261242 h 9706"/>
                <a:gd name="T2" fmla="*/ 3974076 w 21600"/>
                <a:gd name="T3" fmla="*/ 2261242 h 9706"/>
                <a:gd name="T4" fmla="*/ 3974076 w 21600"/>
                <a:gd name="T5" fmla="*/ 2261242 h 9706"/>
                <a:gd name="T6" fmla="*/ 3974076 w 21600"/>
                <a:gd name="T7" fmla="*/ 2261242 h 97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706">
                  <a:moveTo>
                    <a:pt x="0" y="9705"/>
                  </a:moveTo>
                  <a:cubicBezTo>
                    <a:pt x="0" y="9705"/>
                    <a:pt x="8981" y="-11894"/>
                    <a:pt x="21600" y="9351"/>
                  </a:cubicBezTo>
                </a:path>
              </a:pathLst>
            </a:custGeom>
            <a:grp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0" name="AutoShape 12"/>
            <p:cNvSpPr>
              <a:spLocks/>
            </p:cNvSpPr>
            <p:nvPr/>
          </p:nvSpPr>
          <p:spPr bwMode="auto">
            <a:xfrm>
              <a:off x="126999" y="7622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1" name="AutoShape 13"/>
            <p:cNvSpPr>
              <a:spLocks/>
            </p:cNvSpPr>
            <p:nvPr/>
          </p:nvSpPr>
          <p:spPr bwMode="auto">
            <a:xfrm>
              <a:off x="10693399" y="27815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2" name="AutoShape 14"/>
            <p:cNvSpPr>
              <a:spLocks/>
            </p:cNvSpPr>
            <p:nvPr/>
          </p:nvSpPr>
          <p:spPr bwMode="auto">
            <a:xfrm>
              <a:off x="9321799" y="31244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3" name="AutoShape 15"/>
            <p:cNvSpPr>
              <a:spLocks/>
            </p:cNvSpPr>
            <p:nvPr/>
          </p:nvSpPr>
          <p:spPr bwMode="auto">
            <a:xfrm>
              <a:off x="88899" y="23243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4" name="AutoShape 16"/>
            <p:cNvSpPr>
              <a:spLocks/>
            </p:cNvSpPr>
            <p:nvPr/>
          </p:nvSpPr>
          <p:spPr bwMode="auto">
            <a:xfrm>
              <a:off x="63499" y="39880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5" name="AutoShape 17"/>
            <p:cNvSpPr>
              <a:spLocks/>
            </p:cNvSpPr>
            <p:nvPr/>
          </p:nvSpPr>
          <p:spPr bwMode="auto">
            <a:xfrm>
              <a:off x="8420099" y="40896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6" name="AutoShape 18"/>
            <p:cNvSpPr>
              <a:spLocks/>
            </p:cNvSpPr>
            <p:nvPr/>
          </p:nvSpPr>
          <p:spPr bwMode="auto">
            <a:xfrm>
              <a:off x="7899399" y="53596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 name="AutoShape 19"/>
            <p:cNvSpPr>
              <a:spLocks/>
            </p:cNvSpPr>
            <p:nvPr/>
          </p:nvSpPr>
          <p:spPr bwMode="auto">
            <a:xfrm>
              <a:off x="25399" y="55120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8" name="AutoShape 20"/>
            <p:cNvSpPr>
              <a:spLocks/>
            </p:cNvSpPr>
            <p:nvPr/>
          </p:nvSpPr>
          <p:spPr bwMode="auto">
            <a:xfrm>
              <a:off x="-1" y="68582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9" name="AutoShape 21"/>
            <p:cNvSpPr>
              <a:spLocks/>
            </p:cNvSpPr>
            <p:nvPr/>
          </p:nvSpPr>
          <p:spPr bwMode="auto">
            <a:xfrm>
              <a:off x="7899399" y="68074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sp>
        <p:nvSpPr>
          <p:cNvPr id="43030" name="AutoShape 22"/>
          <p:cNvSpPr>
            <a:spLocks/>
          </p:cNvSpPr>
          <p:nvPr/>
        </p:nvSpPr>
        <p:spPr bwMode="auto">
          <a:xfrm>
            <a:off x="4900613" y="5140325"/>
            <a:ext cx="847725" cy="847725"/>
          </a:xfrm>
          <a:custGeom>
            <a:avLst/>
            <a:gdLst>
              <a:gd name="T0" fmla="*/ 423863 w 21600"/>
              <a:gd name="T1" fmla="*/ 423863 h 21600"/>
              <a:gd name="T2" fmla="*/ 423863 w 21600"/>
              <a:gd name="T3" fmla="*/ 423863 h 21600"/>
              <a:gd name="T4" fmla="*/ 423863 w 21600"/>
              <a:gd name="T5" fmla="*/ 423863 h 21600"/>
              <a:gd name="T6" fmla="*/ 423863 w 21600"/>
              <a:gd name="T7" fmla="*/ 4238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3031" name="AutoShape 23"/>
          <p:cNvSpPr>
            <a:spLocks/>
          </p:cNvSpPr>
          <p:nvPr/>
        </p:nvSpPr>
        <p:spPr bwMode="auto">
          <a:xfrm>
            <a:off x="4805363" y="6757988"/>
            <a:ext cx="1042987" cy="711200"/>
          </a:xfrm>
          <a:custGeom>
            <a:avLst/>
            <a:gdLst>
              <a:gd name="T0" fmla="*/ 521494 w 21600"/>
              <a:gd name="T1" fmla="*/ 355600 h 21600"/>
              <a:gd name="T2" fmla="*/ 521494 w 21600"/>
              <a:gd name="T3" fmla="*/ 355600 h 21600"/>
              <a:gd name="T4" fmla="*/ 521494 w 21600"/>
              <a:gd name="T5" fmla="*/ 355600 h 21600"/>
              <a:gd name="T6" fmla="*/ 521494 w 21600"/>
              <a:gd name="T7" fmla="*/ 355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73" y="9487"/>
                </a:moveTo>
                <a:cubicBezTo>
                  <a:pt x="18710" y="8882"/>
                  <a:pt x="18848" y="8074"/>
                  <a:pt x="18848" y="7469"/>
                </a:cubicBezTo>
                <a:cubicBezTo>
                  <a:pt x="18848" y="3431"/>
                  <a:pt x="16509" y="0"/>
                  <a:pt x="13757" y="0"/>
                </a:cubicBezTo>
                <a:cubicBezTo>
                  <a:pt x="10456" y="0"/>
                  <a:pt x="10043" y="3633"/>
                  <a:pt x="10043" y="3633"/>
                </a:cubicBezTo>
                <a:cubicBezTo>
                  <a:pt x="10043" y="3633"/>
                  <a:pt x="8667" y="1211"/>
                  <a:pt x="6328" y="1614"/>
                </a:cubicBezTo>
                <a:cubicBezTo>
                  <a:pt x="4127" y="2220"/>
                  <a:pt x="2751" y="5046"/>
                  <a:pt x="2751" y="8074"/>
                </a:cubicBezTo>
                <a:cubicBezTo>
                  <a:pt x="2751" y="8478"/>
                  <a:pt x="2751" y="9084"/>
                  <a:pt x="2889" y="9487"/>
                </a:cubicBezTo>
                <a:cubicBezTo>
                  <a:pt x="1238" y="10295"/>
                  <a:pt x="0" y="12717"/>
                  <a:pt x="0" y="15342"/>
                </a:cubicBezTo>
                <a:cubicBezTo>
                  <a:pt x="0" y="18773"/>
                  <a:pt x="1926" y="21600"/>
                  <a:pt x="4264" y="21600"/>
                </a:cubicBezTo>
                <a:cubicBezTo>
                  <a:pt x="17335" y="21600"/>
                  <a:pt x="17335" y="21600"/>
                  <a:pt x="17335" y="21600"/>
                </a:cubicBezTo>
                <a:cubicBezTo>
                  <a:pt x="19673" y="21600"/>
                  <a:pt x="21599" y="18773"/>
                  <a:pt x="21599" y="15342"/>
                </a:cubicBezTo>
                <a:cubicBezTo>
                  <a:pt x="21599" y="12515"/>
                  <a:pt x="20361" y="10295"/>
                  <a:pt x="18573" y="9487"/>
                </a:cubicBezTo>
                <a:close/>
                <a:moveTo>
                  <a:pt x="16509" y="20388"/>
                </a:moveTo>
                <a:cubicBezTo>
                  <a:pt x="10868" y="20388"/>
                  <a:pt x="10868" y="20388"/>
                  <a:pt x="10868" y="20388"/>
                </a:cubicBezTo>
                <a:cubicBezTo>
                  <a:pt x="11281" y="19581"/>
                  <a:pt x="14308" y="15342"/>
                  <a:pt x="14308" y="15342"/>
                </a:cubicBezTo>
                <a:cubicBezTo>
                  <a:pt x="14308" y="15342"/>
                  <a:pt x="14721" y="14736"/>
                  <a:pt x="14170" y="14736"/>
                </a:cubicBezTo>
                <a:cubicBezTo>
                  <a:pt x="13620" y="14736"/>
                  <a:pt x="12657" y="14736"/>
                  <a:pt x="12657" y="14736"/>
                </a:cubicBezTo>
                <a:cubicBezTo>
                  <a:pt x="12657" y="14736"/>
                  <a:pt x="12657" y="14332"/>
                  <a:pt x="12657" y="13727"/>
                </a:cubicBezTo>
                <a:cubicBezTo>
                  <a:pt x="12657" y="12112"/>
                  <a:pt x="12657" y="8882"/>
                  <a:pt x="12657" y="7469"/>
                </a:cubicBezTo>
                <a:cubicBezTo>
                  <a:pt x="12657" y="7469"/>
                  <a:pt x="12657" y="7267"/>
                  <a:pt x="12382" y="7267"/>
                </a:cubicBezTo>
                <a:cubicBezTo>
                  <a:pt x="12107" y="7267"/>
                  <a:pt x="9217" y="7267"/>
                  <a:pt x="8805" y="7267"/>
                </a:cubicBezTo>
                <a:cubicBezTo>
                  <a:pt x="8529" y="7267"/>
                  <a:pt x="8529" y="7671"/>
                  <a:pt x="8529" y="7671"/>
                </a:cubicBezTo>
                <a:cubicBezTo>
                  <a:pt x="8529" y="8882"/>
                  <a:pt x="8529" y="12112"/>
                  <a:pt x="8529" y="13727"/>
                </a:cubicBezTo>
                <a:cubicBezTo>
                  <a:pt x="8529" y="14332"/>
                  <a:pt x="8529" y="14736"/>
                  <a:pt x="8529" y="14736"/>
                </a:cubicBezTo>
                <a:cubicBezTo>
                  <a:pt x="8529" y="14736"/>
                  <a:pt x="7429" y="14736"/>
                  <a:pt x="7016" y="14736"/>
                </a:cubicBezTo>
                <a:cubicBezTo>
                  <a:pt x="6603" y="14736"/>
                  <a:pt x="7016" y="15342"/>
                  <a:pt x="7016" y="15342"/>
                </a:cubicBezTo>
                <a:cubicBezTo>
                  <a:pt x="10456" y="20388"/>
                  <a:pt x="10456" y="20388"/>
                  <a:pt x="10456" y="20388"/>
                </a:cubicBezTo>
                <a:cubicBezTo>
                  <a:pt x="5228" y="20388"/>
                  <a:pt x="5228" y="20388"/>
                  <a:pt x="5228" y="20388"/>
                </a:cubicBezTo>
                <a:cubicBezTo>
                  <a:pt x="3164" y="20388"/>
                  <a:pt x="1513" y="17966"/>
                  <a:pt x="1513" y="15140"/>
                </a:cubicBezTo>
                <a:cubicBezTo>
                  <a:pt x="1513" y="12717"/>
                  <a:pt x="2614" y="10900"/>
                  <a:pt x="3989" y="10093"/>
                </a:cubicBezTo>
                <a:cubicBezTo>
                  <a:pt x="3852" y="9689"/>
                  <a:pt x="3852" y="9285"/>
                  <a:pt x="3852" y="8882"/>
                </a:cubicBezTo>
                <a:cubicBezTo>
                  <a:pt x="3852" y="6459"/>
                  <a:pt x="5090" y="4037"/>
                  <a:pt x="7016" y="3431"/>
                </a:cubicBezTo>
                <a:cubicBezTo>
                  <a:pt x="9080" y="3229"/>
                  <a:pt x="10318" y="6056"/>
                  <a:pt x="10318" y="6056"/>
                </a:cubicBezTo>
                <a:cubicBezTo>
                  <a:pt x="10318" y="6056"/>
                  <a:pt x="10593" y="2220"/>
                  <a:pt x="13482" y="2220"/>
                </a:cubicBezTo>
                <a:cubicBezTo>
                  <a:pt x="15821" y="2220"/>
                  <a:pt x="17610" y="5046"/>
                  <a:pt x="17610" y="8478"/>
                </a:cubicBezTo>
                <a:cubicBezTo>
                  <a:pt x="17610" y="9084"/>
                  <a:pt x="17610" y="9689"/>
                  <a:pt x="17472" y="10093"/>
                </a:cubicBezTo>
                <a:cubicBezTo>
                  <a:pt x="18985" y="10699"/>
                  <a:pt x="20224" y="12717"/>
                  <a:pt x="20224" y="15140"/>
                </a:cubicBezTo>
                <a:cubicBezTo>
                  <a:pt x="20224" y="17966"/>
                  <a:pt x="18573" y="20388"/>
                  <a:pt x="16509" y="20388"/>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3032" name="AutoShape 24"/>
          <p:cNvSpPr>
            <a:spLocks/>
          </p:cNvSpPr>
          <p:nvPr/>
        </p:nvSpPr>
        <p:spPr bwMode="auto">
          <a:xfrm>
            <a:off x="4854575" y="8293100"/>
            <a:ext cx="904875" cy="895350"/>
          </a:xfrm>
          <a:custGeom>
            <a:avLst/>
            <a:gdLst>
              <a:gd name="T0" fmla="*/ 452438 w 21600"/>
              <a:gd name="T1" fmla="*/ 447675 h 21600"/>
              <a:gd name="T2" fmla="*/ 452438 w 21600"/>
              <a:gd name="T3" fmla="*/ 447675 h 21600"/>
              <a:gd name="T4" fmla="*/ 452438 w 21600"/>
              <a:gd name="T5" fmla="*/ 447675 h 21600"/>
              <a:gd name="T6" fmla="*/ 452438 w 21600"/>
              <a:gd name="T7" fmla="*/ 4476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59" y="0"/>
                  <a:pt x="0" y="4859"/>
                  <a:pt x="0" y="10800"/>
                </a:cubicBezTo>
                <a:cubicBezTo>
                  <a:pt x="0" y="16739"/>
                  <a:pt x="4859" y="21600"/>
                  <a:pt x="10800" y="21600"/>
                </a:cubicBezTo>
                <a:cubicBezTo>
                  <a:pt x="16739" y="21600"/>
                  <a:pt x="21599" y="16739"/>
                  <a:pt x="21599" y="10800"/>
                </a:cubicBezTo>
                <a:cubicBezTo>
                  <a:pt x="21599" y="4859"/>
                  <a:pt x="16739" y="0"/>
                  <a:pt x="10800" y="0"/>
                </a:cubicBezTo>
                <a:close/>
                <a:moveTo>
                  <a:pt x="14940" y="4319"/>
                </a:moveTo>
                <a:cubicBezTo>
                  <a:pt x="15659" y="3779"/>
                  <a:pt x="15659" y="3779"/>
                  <a:pt x="15659" y="3779"/>
                </a:cubicBezTo>
                <a:cubicBezTo>
                  <a:pt x="15659" y="3779"/>
                  <a:pt x="15299" y="3059"/>
                  <a:pt x="15479" y="2519"/>
                </a:cubicBezTo>
                <a:cubicBezTo>
                  <a:pt x="15659" y="2519"/>
                  <a:pt x="16379" y="2879"/>
                  <a:pt x="16920" y="3599"/>
                </a:cubicBezTo>
                <a:cubicBezTo>
                  <a:pt x="16559" y="5219"/>
                  <a:pt x="15479" y="5039"/>
                  <a:pt x="15479" y="5039"/>
                </a:cubicBezTo>
                <a:cubicBezTo>
                  <a:pt x="15479" y="5039"/>
                  <a:pt x="14759" y="5039"/>
                  <a:pt x="14940" y="4319"/>
                </a:cubicBezTo>
                <a:close/>
                <a:moveTo>
                  <a:pt x="8460" y="13859"/>
                </a:moveTo>
                <a:cubicBezTo>
                  <a:pt x="8279" y="14040"/>
                  <a:pt x="8099" y="14579"/>
                  <a:pt x="7919" y="15119"/>
                </a:cubicBezTo>
                <a:cubicBezTo>
                  <a:pt x="7739" y="15479"/>
                  <a:pt x="7559" y="15660"/>
                  <a:pt x="7379" y="15839"/>
                </a:cubicBezTo>
                <a:cubicBezTo>
                  <a:pt x="7019" y="16019"/>
                  <a:pt x="7019" y="16379"/>
                  <a:pt x="7019" y="16379"/>
                </a:cubicBezTo>
                <a:cubicBezTo>
                  <a:pt x="6839" y="17099"/>
                  <a:pt x="6839" y="17099"/>
                  <a:pt x="6839" y="17099"/>
                </a:cubicBezTo>
                <a:cubicBezTo>
                  <a:pt x="6839" y="17099"/>
                  <a:pt x="7019" y="17819"/>
                  <a:pt x="7200" y="17999"/>
                </a:cubicBezTo>
                <a:cubicBezTo>
                  <a:pt x="7200" y="18360"/>
                  <a:pt x="6659" y="19799"/>
                  <a:pt x="6659" y="19799"/>
                </a:cubicBezTo>
                <a:cubicBezTo>
                  <a:pt x="6120" y="19620"/>
                  <a:pt x="5939" y="19079"/>
                  <a:pt x="5759" y="18719"/>
                </a:cubicBezTo>
                <a:cubicBezTo>
                  <a:pt x="5759" y="18360"/>
                  <a:pt x="5400" y="18179"/>
                  <a:pt x="5579" y="17819"/>
                </a:cubicBezTo>
                <a:cubicBezTo>
                  <a:pt x="5579" y="17279"/>
                  <a:pt x="5219" y="17099"/>
                  <a:pt x="5039" y="16919"/>
                </a:cubicBezTo>
                <a:cubicBezTo>
                  <a:pt x="4859" y="16559"/>
                  <a:pt x="4679" y="16199"/>
                  <a:pt x="4679" y="16019"/>
                </a:cubicBezTo>
                <a:cubicBezTo>
                  <a:pt x="4679" y="15839"/>
                  <a:pt x="4139" y="15479"/>
                  <a:pt x="4139" y="15479"/>
                </a:cubicBezTo>
                <a:cubicBezTo>
                  <a:pt x="4139" y="15479"/>
                  <a:pt x="3240" y="14940"/>
                  <a:pt x="3060" y="14759"/>
                </a:cubicBezTo>
                <a:cubicBezTo>
                  <a:pt x="2879" y="14579"/>
                  <a:pt x="2700" y="13859"/>
                  <a:pt x="2700" y="13499"/>
                </a:cubicBezTo>
                <a:cubicBezTo>
                  <a:pt x="2700" y="13139"/>
                  <a:pt x="2879" y="12239"/>
                  <a:pt x="2879" y="12239"/>
                </a:cubicBezTo>
                <a:cubicBezTo>
                  <a:pt x="2879" y="12239"/>
                  <a:pt x="3240" y="11879"/>
                  <a:pt x="3060" y="11699"/>
                </a:cubicBezTo>
                <a:cubicBezTo>
                  <a:pt x="2700" y="11519"/>
                  <a:pt x="2700" y="10800"/>
                  <a:pt x="2700" y="10800"/>
                </a:cubicBezTo>
                <a:cubicBezTo>
                  <a:pt x="2339" y="10439"/>
                  <a:pt x="2339" y="10439"/>
                  <a:pt x="2339" y="10439"/>
                </a:cubicBezTo>
                <a:cubicBezTo>
                  <a:pt x="2339" y="10439"/>
                  <a:pt x="1979" y="9899"/>
                  <a:pt x="1800" y="9719"/>
                </a:cubicBezTo>
                <a:cubicBezTo>
                  <a:pt x="1800" y="9359"/>
                  <a:pt x="1800" y="9180"/>
                  <a:pt x="1979" y="8999"/>
                </a:cubicBezTo>
                <a:cubicBezTo>
                  <a:pt x="1979" y="8820"/>
                  <a:pt x="1800" y="8279"/>
                  <a:pt x="1800" y="8099"/>
                </a:cubicBezTo>
                <a:cubicBezTo>
                  <a:pt x="3600" y="3599"/>
                  <a:pt x="6659" y="2699"/>
                  <a:pt x="6659" y="2699"/>
                </a:cubicBezTo>
                <a:cubicBezTo>
                  <a:pt x="6839" y="3599"/>
                  <a:pt x="6839" y="3599"/>
                  <a:pt x="6839" y="3599"/>
                </a:cubicBezTo>
                <a:cubicBezTo>
                  <a:pt x="6839" y="3599"/>
                  <a:pt x="6299" y="3779"/>
                  <a:pt x="6120" y="3779"/>
                </a:cubicBezTo>
                <a:cubicBezTo>
                  <a:pt x="5759" y="3599"/>
                  <a:pt x="5579" y="3599"/>
                  <a:pt x="5579" y="3599"/>
                </a:cubicBezTo>
                <a:cubicBezTo>
                  <a:pt x="5219" y="4139"/>
                  <a:pt x="5219" y="4139"/>
                  <a:pt x="5219" y="4139"/>
                </a:cubicBezTo>
                <a:cubicBezTo>
                  <a:pt x="5219" y="4139"/>
                  <a:pt x="5039" y="4499"/>
                  <a:pt x="5039" y="4679"/>
                </a:cubicBezTo>
                <a:cubicBezTo>
                  <a:pt x="5039" y="4859"/>
                  <a:pt x="5219" y="5219"/>
                  <a:pt x="5219" y="5219"/>
                </a:cubicBezTo>
                <a:cubicBezTo>
                  <a:pt x="5219" y="5219"/>
                  <a:pt x="5759" y="5219"/>
                  <a:pt x="5759" y="5039"/>
                </a:cubicBezTo>
                <a:cubicBezTo>
                  <a:pt x="5759" y="4859"/>
                  <a:pt x="5759" y="4679"/>
                  <a:pt x="5759" y="4679"/>
                </a:cubicBezTo>
                <a:cubicBezTo>
                  <a:pt x="5579" y="4319"/>
                  <a:pt x="5579" y="4319"/>
                  <a:pt x="5579" y="4319"/>
                </a:cubicBezTo>
                <a:cubicBezTo>
                  <a:pt x="5579" y="4319"/>
                  <a:pt x="6120" y="4139"/>
                  <a:pt x="7200" y="4319"/>
                </a:cubicBezTo>
                <a:cubicBezTo>
                  <a:pt x="8460" y="4319"/>
                  <a:pt x="7919" y="5219"/>
                  <a:pt x="8460" y="5399"/>
                </a:cubicBezTo>
                <a:cubicBezTo>
                  <a:pt x="8999" y="5579"/>
                  <a:pt x="8099" y="6299"/>
                  <a:pt x="7919" y="6659"/>
                </a:cubicBezTo>
                <a:cubicBezTo>
                  <a:pt x="7739" y="7019"/>
                  <a:pt x="7379" y="6119"/>
                  <a:pt x="7379" y="6119"/>
                </a:cubicBezTo>
                <a:cubicBezTo>
                  <a:pt x="7379" y="6119"/>
                  <a:pt x="7739" y="5759"/>
                  <a:pt x="7200" y="5759"/>
                </a:cubicBezTo>
                <a:cubicBezTo>
                  <a:pt x="6659" y="5579"/>
                  <a:pt x="6299" y="6479"/>
                  <a:pt x="6659" y="6479"/>
                </a:cubicBezTo>
                <a:cubicBezTo>
                  <a:pt x="6839" y="6479"/>
                  <a:pt x="7200" y="6839"/>
                  <a:pt x="7019" y="7019"/>
                </a:cubicBezTo>
                <a:cubicBezTo>
                  <a:pt x="7019" y="7199"/>
                  <a:pt x="7019" y="7199"/>
                  <a:pt x="6839" y="7739"/>
                </a:cubicBezTo>
                <a:cubicBezTo>
                  <a:pt x="6480" y="8279"/>
                  <a:pt x="6120" y="8639"/>
                  <a:pt x="6120" y="8639"/>
                </a:cubicBezTo>
                <a:cubicBezTo>
                  <a:pt x="6120" y="8639"/>
                  <a:pt x="5759" y="8459"/>
                  <a:pt x="5939" y="8820"/>
                </a:cubicBezTo>
                <a:cubicBezTo>
                  <a:pt x="6120" y="9180"/>
                  <a:pt x="5939" y="9719"/>
                  <a:pt x="5939" y="9899"/>
                </a:cubicBezTo>
                <a:cubicBezTo>
                  <a:pt x="5939" y="10259"/>
                  <a:pt x="5219" y="9719"/>
                  <a:pt x="5219" y="9180"/>
                </a:cubicBezTo>
                <a:cubicBezTo>
                  <a:pt x="5039" y="8639"/>
                  <a:pt x="4499" y="9180"/>
                  <a:pt x="4319" y="9180"/>
                </a:cubicBezTo>
                <a:cubicBezTo>
                  <a:pt x="4139" y="9180"/>
                  <a:pt x="3779" y="8999"/>
                  <a:pt x="3779" y="8820"/>
                </a:cubicBezTo>
                <a:cubicBezTo>
                  <a:pt x="3600" y="8639"/>
                  <a:pt x="2700" y="9359"/>
                  <a:pt x="2519" y="9359"/>
                </a:cubicBezTo>
                <a:cubicBezTo>
                  <a:pt x="2339" y="9539"/>
                  <a:pt x="2339" y="9899"/>
                  <a:pt x="2700" y="9719"/>
                </a:cubicBezTo>
                <a:cubicBezTo>
                  <a:pt x="3060" y="9539"/>
                  <a:pt x="3419" y="9719"/>
                  <a:pt x="3419" y="10079"/>
                </a:cubicBezTo>
                <a:cubicBezTo>
                  <a:pt x="3240" y="10439"/>
                  <a:pt x="2879" y="10259"/>
                  <a:pt x="2879" y="10439"/>
                </a:cubicBezTo>
                <a:cubicBezTo>
                  <a:pt x="3060" y="10800"/>
                  <a:pt x="3419" y="10979"/>
                  <a:pt x="3419" y="11339"/>
                </a:cubicBezTo>
                <a:cubicBezTo>
                  <a:pt x="3600" y="11699"/>
                  <a:pt x="4499" y="11339"/>
                  <a:pt x="4859" y="11159"/>
                </a:cubicBezTo>
                <a:cubicBezTo>
                  <a:pt x="5039" y="11159"/>
                  <a:pt x="5939" y="10979"/>
                  <a:pt x="5939" y="11339"/>
                </a:cubicBezTo>
                <a:cubicBezTo>
                  <a:pt x="6120" y="11699"/>
                  <a:pt x="7019" y="11879"/>
                  <a:pt x="7379" y="11879"/>
                </a:cubicBezTo>
                <a:cubicBezTo>
                  <a:pt x="7739" y="12059"/>
                  <a:pt x="8279" y="12059"/>
                  <a:pt x="8820" y="12419"/>
                </a:cubicBezTo>
                <a:cubicBezTo>
                  <a:pt x="9179" y="12960"/>
                  <a:pt x="8460" y="13679"/>
                  <a:pt x="8460" y="13859"/>
                </a:cubicBezTo>
                <a:close/>
                <a:moveTo>
                  <a:pt x="10619" y="2519"/>
                </a:moveTo>
                <a:cubicBezTo>
                  <a:pt x="10439" y="3059"/>
                  <a:pt x="9719" y="3599"/>
                  <a:pt x="9900" y="3779"/>
                </a:cubicBezTo>
                <a:cubicBezTo>
                  <a:pt x="9900" y="3959"/>
                  <a:pt x="9900" y="4859"/>
                  <a:pt x="9179" y="4139"/>
                </a:cubicBezTo>
                <a:cubicBezTo>
                  <a:pt x="8460" y="3419"/>
                  <a:pt x="7739" y="3239"/>
                  <a:pt x="7919" y="2699"/>
                </a:cubicBezTo>
                <a:cubicBezTo>
                  <a:pt x="7919" y="2519"/>
                  <a:pt x="8639" y="2519"/>
                  <a:pt x="8639" y="2339"/>
                </a:cubicBezTo>
                <a:cubicBezTo>
                  <a:pt x="9540" y="1259"/>
                  <a:pt x="11159" y="1439"/>
                  <a:pt x="11339" y="1799"/>
                </a:cubicBezTo>
                <a:cubicBezTo>
                  <a:pt x="10979" y="2159"/>
                  <a:pt x="10619" y="1979"/>
                  <a:pt x="10619" y="2519"/>
                </a:cubicBezTo>
                <a:close/>
                <a:moveTo>
                  <a:pt x="19259" y="11159"/>
                </a:moveTo>
                <a:cubicBezTo>
                  <a:pt x="19259" y="11159"/>
                  <a:pt x="19619" y="11699"/>
                  <a:pt x="20159" y="11699"/>
                </a:cubicBezTo>
                <a:cubicBezTo>
                  <a:pt x="19800" y="15660"/>
                  <a:pt x="16559" y="18360"/>
                  <a:pt x="16559" y="18360"/>
                </a:cubicBezTo>
                <a:cubicBezTo>
                  <a:pt x="16019" y="17819"/>
                  <a:pt x="16199" y="17279"/>
                  <a:pt x="16199" y="17279"/>
                </a:cubicBezTo>
                <a:cubicBezTo>
                  <a:pt x="16379" y="16559"/>
                  <a:pt x="16379" y="16559"/>
                  <a:pt x="16379" y="16559"/>
                </a:cubicBezTo>
                <a:cubicBezTo>
                  <a:pt x="16379" y="15299"/>
                  <a:pt x="16379" y="15299"/>
                  <a:pt x="16379" y="15299"/>
                </a:cubicBezTo>
                <a:cubicBezTo>
                  <a:pt x="16379" y="15299"/>
                  <a:pt x="16379" y="13859"/>
                  <a:pt x="15119" y="14579"/>
                </a:cubicBezTo>
                <a:cubicBezTo>
                  <a:pt x="13859" y="14940"/>
                  <a:pt x="14400" y="14940"/>
                  <a:pt x="12960" y="14940"/>
                </a:cubicBezTo>
                <a:cubicBezTo>
                  <a:pt x="11519" y="15119"/>
                  <a:pt x="11879" y="12059"/>
                  <a:pt x="11879" y="12059"/>
                </a:cubicBezTo>
                <a:cubicBezTo>
                  <a:pt x="11879" y="7739"/>
                  <a:pt x="15119" y="10979"/>
                  <a:pt x="15119" y="10979"/>
                </a:cubicBezTo>
                <a:cubicBezTo>
                  <a:pt x="17099" y="12419"/>
                  <a:pt x="17459" y="10079"/>
                  <a:pt x="17459" y="10079"/>
                </a:cubicBezTo>
                <a:cubicBezTo>
                  <a:pt x="18719" y="9539"/>
                  <a:pt x="18719" y="9539"/>
                  <a:pt x="18719" y="9539"/>
                </a:cubicBezTo>
                <a:cubicBezTo>
                  <a:pt x="18899" y="8820"/>
                  <a:pt x="18899" y="8820"/>
                  <a:pt x="18899" y="8820"/>
                </a:cubicBezTo>
                <a:cubicBezTo>
                  <a:pt x="18719" y="7919"/>
                  <a:pt x="18719" y="7919"/>
                  <a:pt x="18719" y="7919"/>
                </a:cubicBezTo>
                <a:cubicBezTo>
                  <a:pt x="16739" y="7019"/>
                  <a:pt x="16739" y="7019"/>
                  <a:pt x="16739" y="7019"/>
                </a:cubicBezTo>
                <a:cubicBezTo>
                  <a:pt x="16739" y="7019"/>
                  <a:pt x="16379" y="7739"/>
                  <a:pt x="16920" y="8639"/>
                </a:cubicBezTo>
                <a:cubicBezTo>
                  <a:pt x="16920" y="8639"/>
                  <a:pt x="16739" y="9539"/>
                  <a:pt x="16379" y="9359"/>
                </a:cubicBezTo>
                <a:cubicBezTo>
                  <a:pt x="15119" y="8639"/>
                  <a:pt x="15119" y="8639"/>
                  <a:pt x="15119" y="8639"/>
                </a:cubicBezTo>
                <a:cubicBezTo>
                  <a:pt x="15119" y="8639"/>
                  <a:pt x="14759" y="8459"/>
                  <a:pt x="14220" y="8820"/>
                </a:cubicBezTo>
                <a:cubicBezTo>
                  <a:pt x="13500" y="9359"/>
                  <a:pt x="12419" y="8820"/>
                  <a:pt x="12419" y="8820"/>
                </a:cubicBezTo>
                <a:cubicBezTo>
                  <a:pt x="12419" y="8820"/>
                  <a:pt x="12419" y="8279"/>
                  <a:pt x="13140" y="7919"/>
                </a:cubicBezTo>
                <a:cubicBezTo>
                  <a:pt x="13679" y="7559"/>
                  <a:pt x="13679" y="7559"/>
                  <a:pt x="13679" y="7559"/>
                </a:cubicBezTo>
                <a:cubicBezTo>
                  <a:pt x="13679" y="7559"/>
                  <a:pt x="13500" y="6839"/>
                  <a:pt x="13679" y="6299"/>
                </a:cubicBezTo>
                <a:cubicBezTo>
                  <a:pt x="13859" y="5759"/>
                  <a:pt x="14039" y="6299"/>
                  <a:pt x="14579" y="5939"/>
                </a:cubicBezTo>
                <a:cubicBezTo>
                  <a:pt x="15119" y="5579"/>
                  <a:pt x="15479" y="6659"/>
                  <a:pt x="16199" y="6479"/>
                </a:cubicBezTo>
                <a:cubicBezTo>
                  <a:pt x="16920" y="6479"/>
                  <a:pt x="16559" y="6299"/>
                  <a:pt x="17099" y="5939"/>
                </a:cubicBezTo>
                <a:cubicBezTo>
                  <a:pt x="17640" y="5759"/>
                  <a:pt x="17999" y="6479"/>
                  <a:pt x="17999" y="6479"/>
                </a:cubicBezTo>
                <a:cubicBezTo>
                  <a:pt x="19079" y="6659"/>
                  <a:pt x="19079" y="6659"/>
                  <a:pt x="19079" y="6659"/>
                </a:cubicBezTo>
                <a:cubicBezTo>
                  <a:pt x="19079" y="6659"/>
                  <a:pt x="18899" y="5399"/>
                  <a:pt x="18899" y="5759"/>
                </a:cubicBezTo>
                <a:cubicBezTo>
                  <a:pt x="19619" y="6839"/>
                  <a:pt x="20520" y="9899"/>
                  <a:pt x="20159" y="10439"/>
                </a:cubicBezTo>
                <a:cubicBezTo>
                  <a:pt x="19979" y="10259"/>
                  <a:pt x="19800" y="10259"/>
                  <a:pt x="19800" y="10259"/>
                </a:cubicBezTo>
                <a:cubicBezTo>
                  <a:pt x="18539" y="10259"/>
                  <a:pt x="18539" y="10259"/>
                  <a:pt x="18539" y="10259"/>
                </a:cubicBezTo>
                <a:lnTo>
                  <a:pt x="19259" y="1115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3033" name="AutoShape 25"/>
          <p:cNvSpPr>
            <a:spLocks/>
          </p:cNvSpPr>
          <p:nvPr/>
        </p:nvSpPr>
        <p:spPr bwMode="auto">
          <a:xfrm>
            <a:off x="4846638" y="9834563"/>
            <a:ext cx="847725" cy="706437"/>
          </a:xfrm>
          <a:custGeom>
            <a:avLst/>
            <a:gdLst>
              <a:gd name="T0" fmla="*/ 423863 w 21600"/>
              <a:gd name="T1" fmla="*/ 353219 h 21600"/>
              <a:gd name="T2" fmla="*/ 423863 w 21600"/>
              <a:gd name="T3" fmla="*/ 353219 h 21600"/>
              <a:gd name="T4" fmla="*/ 423863 w 21600"/>
              <a:gd name="T5" fmla="*/ 353219 h 21600"/>
              <a:gd name="T6" fmla="*/ 423863 w 21600"/>
              <a:gd name="T7" fmla="*/ 353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19"/>
                </a:moveTo>
                <a:cubicBezTo>
                  <a:pt x="20951" y="14019"/>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19"/>
                  <a:pt x="16197" y="14019"/>
                </a:cubicBezTo>
                <a:lnTo>
                  <a:pt x="17788" y="14019"/>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19"/>
                </a:lnTo>
                <a:lnTo>
                  <a:pt x="5402" y="14019"/>
                </a:lnTo>
                <a:cubicBezTo>
                  <a:pt x="5661" y="14019"/>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19"/>
                  <a:pt x="913" y="14019"/>
                </a:cubicBezTo>
                <a:lnTo>
                  <a:pt x="2472" y="14019"/>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lnTo>
                  <a:pt x="20708" y="1401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3034" name="AutoShape 26"/>
          <p:cNvSpPr>
            <a:spLocks/>
          </p:cNvSpPr>
          <p:nvPr/>
        </p:nvSpPr>
        <p:spPr bwMode="auto">
          <a:xfrm>
            <a:off x="4889500" y="11349038"/>
            <a:ext cx="803275" cy="711200"/>
          </a:xfrm>
          <a:custGeom>
            <a:avLst/>
            <a:gdLst>
              <a:gd name="T0" fmla="*/ 401638 w 21600"/>
              <a:gd name="T1" fmla="*/ 355600 h 21600"/>
              <a:gd name="T2" fmla="*/ 401638 w 21600"/>
              <a:gd name="T3" fmla="*/ 355600 h 21600"/>
              <a:gd name="T4" fmla="*/ 401638 w 21600"/>
              <a:gd name="T5" fmla="*/ 355600 h 21600"/>
              <a:gd name="T6" fmla="*/ 401638 w 21600"/>
              <a:gd name="T7" fmla="*/ 355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39"/>
                  <a:pt x="5876" y="16379"/>
                </a:cubicBezTo>
                <a:cubicBezTo>
                  <a:pt x="6035" y="17279"/>
                  <a:pt x="5717" y="19079"/>
                  <a:pt x="3335" y="21600"/>
                </a:cubicBezTo>
                <a:cubicBezTo>
                  <a:pt x="3335" y="21600"/>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3035" name="AutoShape 27"/>
          <p:cNvSpPr>
            <a:spLocks/>
          </p:cNvSpPr>
          <p:nvPr/>
        </p:nvSpPr>
        <p:spPr bwMode="auto">
          <a:xfrm rot="-3041528">
            <a:off x="14708188" y="8040688"/>
            <a:ext cx="5397500" cy="5600700"/>
          </a:xfrm>
          <a:custGeom>
            <a:avLst/>
            <a:gdLst>
              <a:gd name="T0" fmla="*/ 2698750 w 21600"/>
              <a:gd name="T1" fmla="*/ 2800350 h 21600"/>
              <a:gd name="T2" fmla="*/ 2698750 w 21600"/>
              <a:gd name="T3" fmla="*/ 2800350 h 21600"/>
              <a:gd name="T4" fmla="*/ 2698750 w 21600"/>
              <a:gd name="T5" fmla="*/ 2800350 h 21600"/>
              <a:gd name="T6" fmla="*/ 2698750 w 21600"/>
              <a:gd name="T7" fmla="*/ 2800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608" y="8670"/>
                </a:moveTo>
                <a:cubicBezTo>
                  <a:pt x="21599" y="8670"/>
                  <a:pt x="21599" y="8670"/>
                  <a:pt x="21599" y="8670"/>
                </a:cubicBezTo>
                <a:cubicBezTo>
                  <a:pt x="20496" y="4411"/>
                  <a:pt x="16554" y="1064"/>
                  <a:pt x="11982" y="608"/>
                </a:cubicBezTo>
                <a:cubicBezTo>
                  <a:pt x="11667" y="304"/>
                  <a:pt x="11351" y="0"/>
                  <a:pt x="10878" y="0"/>
                </a:cubicBezTo>
                <a:cubicBezTo>
                  <a:pt x="10405" y="0"/>
                  <a:pt x="10090" y="304"/>
                  <a:pt x="9775" y="608"/>
                </a:cubicBezTo>
                <a:cubicBezTo>
                  <a:pt x="5045" y="1064"/>
                  <a:pt x="1103" y="4259"/>
                  <a:pt x="0" y="8670"/>
                </a:cubicBezTo>
                <a:cubicBezTo>
                  <a:pt x="6148" y="8670"/>
                  <a:pt x="6148" y="8670"/>
                  <a:pt x="6148" y="8670"/>
                </a:cubicBezTo>
                <a:cubicBezTo>
                  <a:pt x="6148" y="3650"/>
                  <a:pt x="9144" y="1216"/>
                  <a:pt x="9775" y="760"/>
                </a:cubicBezTo>
                <a:cubicBezTo>
                  <a:pt x="9775" y="760"/>
                  <a:pt x="9775" y="760"/>
                  <a:pt x="9775" y="912"/>
                </a:cubicBezTo>
                <a:cubicBezTo>
                  <a:pt x="6464" y="4867"/>
                  <a:pt x="6937" y="8670"/>
                  <a:pt x="6937" y="8670"/>
                </a:cubicBezTo>
                <a:cubicBezTo>
                  <a:pt x="10090" y="8670"/>
                  <a:pt x="10090" y="8670"/>
                  <a:pt x="10090" y="8670"/>
                </a:cubicBezTo>
                <a:cubicBezTo>
                  <a:pt x="10090" y="18709"/>
                  <a:pt x="10090" y="18709"/>
                  <a:pt x="10090" y="18709"/>
                </a:cubicBezTo>
                <a:cubicBezTo>
                  <a:pt x="10090" y="19014"/>
                  <a:pt x="10090" y="19014"/>
                  <a:pt x="10090" y="19014"/>
                </a:cubicBezTo>
                <a:cubicBezTo>
                  <a:pt x="10090" y="19774"/>
                  <a:pt x="10090" y="19774"/>
                  <a:pt x="10090" y="19774"/>
                </a:cubicBezTo>
                <a:cubicBezTo>
                  <a:pt x="10090" y="20839"/>
                  <a:pt x="10878" y="21599"/>
                  <a:pt x="11982" y="21599"/>
                </a:cubicBezTo>
                <a:cubicBezTo>
                  <a:pt x="12928" y="21599"/>
                  <a:pt x="13874" y="20839"/>
                  <a:pt x="13874" y="19774"/>
                </a:cubicBezTo>
                <a:cubicBezTo>
                  <a:pt x="13874" y="19014"/>
                  <a:pt x="13874" y="19014"/>
                  <a:pt x="13874" y="19014"/>
                </a:cubicBezTo>
                <a:cubicBezTo>
                  <a:pt x="12455" y="19014"/>
                  <a:pt x="12455" y="19014"/>
                  <a:pt x="12455" y="19014"/>
                </a:cubicBezTo>
                <a:cubicBezTo>
                  <a:pt x="12455" y="19318"/>
                  <a:pt x="12455" y="19318"/>
                  <a:pt x="12455" y="19318"/>
                </a:cubicBezTo>
                <a:cubicBezTo>
                  <a:pt x="12455" y="19774"/>
                  <a:pt x="12455" y="19774"/>
                  <a:pt x="12455" y="19774"/>
                </a:cubicBezTo>
                <a:cubicBezTo>
                  <a:pt x="12455" y="20078"/>
                  <a:pt x="12297" y="20383"/>
                  <a:pt x="11982" y="20383"/>
                </a:cubicBezTo>
                <a:cubicBezTo>
                  <a:pt x="11667" y="20383"/>
                  <a:pt x="11351" y="20078"/>
                  <a:pt x="11351" y="19774"/>
                </a:cubicBezTo>
                <a:cubicBezTo>
                  <a:pt x="11351" y="19318"/>
                  <a:pt x="11351" y="19318"/>
                  <a:pt x="11351" y="19318"/>
                </a:cubicBezTo>
                <a:cubicBezTo>
                  <a:pt x="11351" y="19014"/>
                  <a:pt x="11351" y="19014"/>
                  <a:pt x="11351" y="19014"/>
                </a:cubicBezTo>
                <a:cubicBezTo>
                  <a:pt x="11351" y="17036"/>
                  <a:pt x="11351" y="17036"/>
                  <a:pt x="11351" y="17036"/>
                </a:cubicBezTo>
                <a:cubicBezTo>
                  <a:pt x="11351" y="8670"/>
                  <a:pt x="11351" y="8670"/>
                  <a:pt x="11351" y="8670"/>
                </a:cubicBezTo>
                <a:cubicBezTo>
                  <a:pt x="14820" y="8670"/>
                  <a:pt x="14820" y="8670"/>
                  <a:pt x="14820" y="8670"/>
                </a:cubicBezTo>
                <a:cubicBezTo>
                  <a:pt x="14820" y="8670"/>
                  <a:pt x="15293" y="4867"/>
                  <a:pt x="11982" y="912"/>
                </a:cubicBezTo>
                <a:cubicBezTo>
                  <a:pt x="11982" y="760"/>
                  <a:pt x="11982" y="760"/>
                  <a:pt x="11982" y="760"/>
                </a:cubicBezTo>
                <a:cubicBezTo>
                  <a:pt x="12613" y="1216"/>
                  <a:pt x="15608" y="3650"/>
                  <a:pt x="15608" y="8670"/>
                </a:cubicBezTo>
                <a:close/>
              </a:path>
            </a:pathLst>
          </a:custGeom>
          <a:solidFill>
            <a:schemeClr val="accent6"/>
          </a:solidFill>
          <a:ln>
            <a:noFill/>
          </a:ln>
          <a:effectLst/>
          <a:extLst/>
        </p:spPr>
        <p:txBody>
          <a:bodyPr lIns="45719" tIns="45719" rIns="45719" bIns="45719"/>
          <a:lstStyle/>
          <a:p>
            <a:endParaRPr lang="en-US"/>
          </a:p>
        </p:txBody>
      </p:sp>
      <p:grpSp>
        <p:nvGrpSpPr>
          <p:cNvPr id="43036" name="Group 28"/>
          <p:cNvGrpSpPr>
            <a:grpSpLocks/>
          </p:cNvGrpSpPr>
          <p:nvPr/>
        </p:nvGrpSpPr>
        <p:grpSpPr bwMode="auto">
          <a:xfrm>
            <a:off x="7381875" y="4332288"/>
            <a:ext cx="1304925" cy="1295400"/>
            <a:chOff x="-1" y="0"/>
            <a:chExt cx="1304271" cy="1295400"/>
          </a:xfrm>
        </p:grpSpPr>
        <p:sp>
          <p:nvSpPr>
            <p:cNvPr id="43037" name="AutoShape 29"/>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3043" name="Group 30"/>
            <p:cNvGrpSpPr>
              <a:grpSpLocks/>
            </p:cNvGrpSpPr>
            <p:nvPr/>
          </p:nvGrpSpPr>
          <p:grpSpPr bwMode="auto">
            <a:xfrm>
              <a:off x="135869" y="270887"/>
              <a:ext cx="1168401" cy="717551"/>
              <a:chOff x="0" y="0"/>
              <a:chExt cx="1168400" cy="717550"/>
            </a:xfrm>
          </p:grpSpPr>
          <p:sp>
            <p:nvSpPr>
              <p:cNvPr id="3" name="AutoShape 31"/>
              <p:cNvSpPr>
                <a:spLocks/>
              </p:cNvSpPr>
              <p:nvPr/>
            </p:nvSpPr>
            <p:spPr bwMode="auto">
              <a:xfrm>
                <a:off x="587" y="575"/>
                <a:ext cx="1078958"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75</a:t>
                </a:r>
                <a:endParaRPr lang="es-ES">
                  <a:ea typeface="ＭＳ Ｐゴシック" charset="0"/>
                </a:endParaRPr>
              </a:p>
            </p:txBody>
          </p:sp>
          <p:sp>
            <p:nvSpPr>
              <p:cNvPr id="43040" name="AutoShape 32"/>
              <p:cNvSpPr>
                <a:spLocks/>
              </p:cNvSpPr>
              <p:nvPr/>
            </p:nvSpPr>
            <p:spPr bwMode="auto">
              <a:xfrm>
                <a:off x="622574" y="83125"/>
                <a:ext cx="545826"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41" name="Group 33"/>
          <p:cNvGrpSpPr>
            <a:grpSpLocks/>
          </p:cNvGrpSpPr>
          <p:nvPr/>
        </p:nvGrpSpPr>
        <p:grpSpPr bwMode="auto">
          <a:xfrm>
            <a:off x="8474075" y="5551488"/>
            <a:ext cx="1295400" cy="1295400"/>
            <a:chOff x="-1" y="0"/>
            <a:chExt cx="1295401" cy="1295400"/>
          </a:xfrm>
        </p:grpSpPr>
        <p:sp>
          <p:nvSpPr>
            <p:cNvPr id="43042" name="AutoShape 34"/>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3039" name="Group 35"/>
            <p:cNvGrpSpPr>
              <a:grpSpLocks/>
            </p:cNvGrpSpPr>
            <p:nvPr/>
          </p:nvGrpSpPr>
          <p:grpSpPr bwMode="auto">
            <a:xfrm>
              <a:off x="85069" y="232787"/>
              <a:ext cx="1168401" cy="711201"/>
              <a:chOff x="0" y="0"/>
              <a:chExt cx="1168400" cy="711200"/>
            </a:xfrm>
          </p:grpSpPr>
          <p:sp>
            <p:nvSpPr>
              <p:cNvPr id="43044" name="AutoShape 36"/>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30</a:t>
                </a:r>
                <a:endParaRPr lang="es-ES">
                  <a:ea typeface="ＭＳ Ｐゴシック" charset="0"/>
                </a:endParaRPr>
              </a:p>
            </p:txBody>
          </p:sp>
          <p:sp>
            <p:nvSpPr>
              <p:cNvPr id="43045" name="AutoShape 37"/>
              <p:cNvSpPr>
                <a:spLocks/>
              </p:cNvSpPr>
              <p:nvPr/>
            </p:nvSpPr>
            <p:spPr bwMode="auto">
              <a:xfrm>
                <a:off x="622955" y="577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46" name="Group 38"/>
          <p:cNvGrpSpPr>
            <a:grpSpLocks/>
          </p:cNvGrpSpPr>
          <p:nvPr/>
        </p:nvGrpSpPr>
        <p:grpSpPr bwMode="auto">
          <a:xfrm>
            <a:off x="9617075" y="6897688"/>
            <a:ext cx="1295400" cy="1295400"/>
            <a:chOff x="-1" y="0"/>
            <a:chExt cx="1295401" cy="1295400"/>
          </a:xfrm>
        </p:grpSpPr>
        <p:sp>
          <p:nvSpPr>
            <p:cNvPr id="43047" name="AutoShape 39"/>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 name="Group 40"/>
            <p:cNvGrpSpPr>
              <a:grpSpLocks/>
            </p:cNvGrpSpPr>
            <p:nvPr/>
          </p:nvGrpSpPr>
          <p:grpSpPr bwMode="auto">
            <a:xfrm>
              <a:off x="123169" y="232787"/>
              <a:ext cx="1168401" cy="711201"/>
              <a:chOff x="0" y="0"/>
              <a:chExt cx="1168400" cy="711200"/>
            </a:xfrm>
          </p:grpSpPr>
          <p:sp>
            <p:nvSpPr>
              <p:cNvPr id="43049" name="AutoShape 41"/>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85</a:t>
                </a:r>
                <a:endParaRPr lang="es-ES">
                  <a:ea typeface="ＭＳ Ｐゴシック" charset="0"/>
                </a:endParaRPr>
              </a:p>
            </p:txBody>
          </p:sp>
          <p:sp>
            <p:nvSpPr>
              <p:cNvPr id="43050" name="AutoShape 42"/>
              <p:cNvSpPr>
                <a:spLocks/>
              </p:cNvSpPr>
              <p:nvPr/>
            </p:nvSpPr>
            <p:spPr bwMode="auto">
              <a:xfrm>
                <a:off x="622955" y="704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51" name="Group 43"/>
          <p:cNvGrpSpPr>
            <a:grpSpLocks/>
          </p:cNvGrpSpPr>
          <p:nvPr/>
        </p:nvGrpSpPr>
        <p:grpSpPr bwMode="auto">
          <a:xfrm>
            <a:off x="10785475" y="8408988"/>
            <a:ext cx="1295400" cy="1295400"/>
            <a:chOff x="-1" y="0"/>
            <a:chExt cx="1295401" cy="1295400"/>
          </a:xfrm>
        </p:grpSpPr>
        <p:sp>
          <p:nvSpPr>
            <p:cNvPr id="43052" name="AutoShape 44"/>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5" name="Group 45"/>
            <p:cNvGrpSpPr>
              <a:grpSpLocks/>
            </p:cNvGrpSpPr>
            <p:nvPr/>
          </p:nvGrpSpPr>
          <p:grpSpPr bwMode="auto">
            <a:xfrm>
              <a:off x="97769" y="258187"/>
              <a:ext cx="1168401" cy="711201"/>
              <a:chOff x="0" y="0"/>
              <a:chExt cx="1168400" cy="711200"/>
            </a:xfrm>
          </p:grpSpPr>
          <p:sp>
            <p:nvSpPr>
              <p:cNvPr id="43054" name="AutoShape 46"/>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70</a:t>
                </a:r>
                <a:endParaRPr lang="es-ES">
                  <a:ea typeface="ＭＳ Ｐゴシック" charset="0"/>
                </a:endParaRPr>
              </a:p>
            </p:txBody>
          </p:sp>
          <p:sp>
            <p:nvSpPr>
              <p:cNvPr id="43055" name="AutoShape 47"/>
              <p:cNvSpPr>
                <a:spLocks/>
              </p:cNvSpPr>
              <p:nvPr/>
            </p:nvSpPr>
            <p:spPr bwMode="auto">
              <a:xfrm>
                <a:off x="622955" y="704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56" name="Group 48"/>
          <p:cNvGrpSpPr>
            <a:grpSpLocks/>
          </p:cNvGrpSpPr>
          <p:nvPr/>
        </p:nvGrpSpPr>
        <p:grpSpPr bwMode="auto">
          <a:xfrm>
            <a:off x="11788775" y="10148888"/>
            <a:ext cx="1295400" cy="1295400"/>
            <a:chOff x="-1" y="0"/>
            <a:chExt cx="1295401" cy="1295400"/>
          </a:xfrm>
        </p:grpSpPr>
        <p:sp>
          <p:nvSpPr>
            <p:cNvPr id="43057" name="AutoShape 49"/>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3027" name="Group 50"/>
            <p:cNvGrpSpPr>
              <a:grpSpLocks/>
            </p:cNvGrpSpPr>
            <p:nvPr/>
          </p:nvGrpSpPr>
          <p:grpSpPr bwMode="auto">
            <a:xfrm>
              <a:off x="123169" y="258187"/>
              <a:ext cx="1168401" cy="711201"/>
              <a:chOff x="0" y="0"/>
              <a:chExt cx="1168400" cy="711200"/>
            </a:xfrm>
          </p:grpSpPr>
          <p:sp>
            <p:nvSpPr>
              <p:cNvPr id="43059" name="AutoShape 51"/>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45</a:t>
                </a:r>
                <a:endParaRPr lang="es-ES">
                  <a:ea typeface="ＭＳ Ｐゴシック" charset="0"/>
                </a:endParaRPr>
              </a:p>
            </p:txBody>
          </p:sp>
          <p:sp>
            <p:nvSpPr>
              <p:cNvPr id="43060" name="AutoShape 52"/>
              <p:cNvSpPr>
                <a:spLocks/>
              </p:cNvSpPr>
              <p:nvPr/>
            </p:nvSpPr>
            <p:spPr bwMode="auto">
              <a:xfrm>
                <a:off x="622955" y="577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3012"/>
                                        </p:tgtEl>
                                        <p:attrNameLst>
                                          <p:attrName>style.visibility</p:attrName>
                                        </p:attrNameLst>
                                      </p:cBhvr>
                                      <p:to>
                                        <p:strVal val="visible"/>
                                      </p:to>
                                    </p:set>
                                    <p:anim calcmode="lin" valueType="num">
                                      <p:cBhvr additive="base">
                                        <p:cTn id="7" dur="500" fill="hold"/>
                                        <p:tgtEl>
                                          <p:spTgt spid="43012"/>
                                        </p:tgtEl>
                                        <p:attrNameLst>
                                          <p:attrName>ppt_x</p:attrName>
                                        </p:attrNameLst>
                                      </p:cBhvr>
                                      <p:tavLst>
                                        <p:tav tm="0">
                                          <p:val>
                                            <p:strVal val="1+#ppt_w/2"/>
                                          </p:val>
                                        </p:tav>
                                        <p:tav tm="100000">
                                          <p:val>
                                            <p:strVal val="#ppt_x"/>
                                          </p:val>
                                        </p:tav>
                                      </p:tavLst>
                                    </p:anim>
                                    <p:anim calcmode="lin" valueType="num">
                                      <p:cBhvr additive="base">
                                        <p:cTn id="8" dur="500" fill="hold"/>
                                        <p:tgtEl>
                                          <p:spTgt spid="4301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3013"/>
                                        </p:tgtEl>
                                        <p:attrNameLst>
                                          <p:attrName>style.visibility</p:attrName>
                                        </p:attrNameLst>
                                      </p:cBhvr>
                                      <p:to>
                                        <p:strVal val="visible"/>
                                      </p:to>
                                    </p:set>
                                    <p:anim calcmode="lin" valueType="num">
                                      <p:cBhvr additive="base">
                                        <p:cTn id="12" dur="500" fill="hold"/>
                                        <p:tgtEl>
                                          <p:spTgt spid="43013"/>
                                        </p:tgtEl>
                                        <p:attrNameLst>
                                          <p:attrName>ppt_x</p:attrName>
                                        </p:attrNameLst>
                                      </p:cBhvr>
                                      <p:tavLst>
                                        <p:tav tm="0">
                                          <p:val>
                                            <p:strVal val="1+#ppt_w/2"/>
                                          </p:val>
                                        </p:tav>
                                        <p:tav tm="100000">
                                          <p:val>
                                            <p:strVal val="#ppt_x"/>
                                          </p:val>
                                        </p:tav>
                                      </p:tavLst>
                                    </p:anim>
                                    <p:anim calcmode="lin" valueType="num">
                                      <p:cBhvr additive="base">
                                        <p:cTn id="13" dur="500" fill="hold"/>
                                        <p:tgtEl>
                                          <p:spTgt spid="4301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3010"/>
                                        </p:tgtEl>
                                        <p:attrNameLst>
                                          <p:attrName>style.visibility</p:attrName>
                                        </p:attrNameLst>
                                      </p:cBhvr>
                                      <p:to>
                                        <p:strVal val="visible"/>
                                      </p:to>
                                    </p:set>
                                    <p:anim calcmode="lin" valueType="num">
                                      <p:cBhvr additive="base">
                                        <p:cTn id="17" dur="500" fill="hold"/>
                                        <p:tgtEl>
                                          <p:spTgt spid="43010"/>
                                        </p:tgtEl>
                                        <p:attrNameLst>
                                          <p:attrName>ppt_x</p:attrName>
                                        </p:attrNameLst>
                                      </p:cBhvr>
                                      <p:tavLst>
                                        <p:tav tm="0">
                                          <p:val>
                                            <p:strVal val="1+#ppt_w/2"/>
                                          </p:val>
                                        </p:tav>
                                        <p:tav tm="100000">
                                          <p:val>
                                            <p:strVal val="#ppt_x"/>
                                          </p:val>
                                        </p:tav>
                                      </p:tavLst>
                                    </p:anim>
                                    <p:anim calcmode="lin" valueType="num">
                                      <p:cBhvr additive="base">
                                        <p:cTn id="18" dur="500" fill="hold"/>
                                        <p:tgtEl>
                                          <p:spTgt spid="4301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3030"/>
                                        </p:tgtEl>
                                        <p:attrNameLst>
                                          <p:attrName>style.visibility</p:attrName>
                                        </p:attrNameLst>
                                      </p:cBhvr>
                                      <p:to>
                                        <p:strVal val="visible"/>
                                      </p:to>
                                    </p:set>
                                    <p:animEffect transition="in" filter="dissolve">
                                      <p:cBhvr>
                                        <p:cTn id="22" dur="500"/>
                                        <p:tgtEl>
                                          <p:spTgt spid="4303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43031"/>
                                        </p:tgtEl>
                                        <p:attrNameLst>
                                          <p:attrName>style.visibility</p:attrName>
                                        </p:attrNameLst>
                                      </p:cBhvr>
                                      <p:to>
                                        <p:strVal val="visible"/>
                                      </p:to>
                                    </p:set>
                                    <p:animEffect transition="in" filter="dissolve">
                                      <p:cBhvr>
                                        <p:cTn id="26" dur="500"/>
                                        <p:tgtEl>
                                          <p:spTgt spid="4303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43032"/>
                                        </p:tgtEl>
                                        <p:attrNameLst>
                                          <p:attrName>style.visibility</p:attrName>
                                        </p:attrNameLst>
                                      </p:cBhvr>
                                      <p:to>
                                        <p:strVal val="visible"/>
                                      </p:to>
                                    </p:set>
                                    <p:animEffect transition="in" filter="dissolve">
                                      <p:cBhvr>
                                        <p:cTn id="30" dur="500"/>
                                        <p:tgtEl>
                                          <p:spTgt spid="4303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43033"/>
                                        </p:tgtEl>
                                        <p:attrNameLst>
                                          <p:attrName>style.visibility</p:attrName>
                                        </p:attrNameLst>
                                      </p:cBhvr>
                                      <p:to>
                                        <p:strVal val="visible"/>
                                      </p:to>
                                    </p:set>
                                    <p:animEffect transition="in" filter="dissolve">
                                      <p:cBhvr>
                                        <p:cTn id="34" dur="500"/>
                                        <p:tgtEl>
                                          <p:spTgt spid="43033"/>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43034"/>
                                        </p:tgtEl>
                                        <p:attrNameLst>
                                          <p:attrName>style.visibility</p:attrName>
                                        </p:attrNameLst>
                                      </p:cBhvr>
                                      <p:to>
                                        <p:strVal val="visible"/>
                                      </p:to>
                                    </p:set>
                                    <p:animEffect transition="in" filter="dissolve">
                                      <p:cBhvr>
                                        <p:cTn id="38" dur="500"/>
                                        <p:tgtEl>
                                          <p:spTgt spid="43034"/>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iterate type="lt">
                                    <p:tmPct val="100000"/>
                                  </p:iterate>
                                  <p:childTnLst>
                                    <p:set>
                                      <p:cBhvr>
                                        <p:cTn id="41" dur="1" fill="hold">
                                          <p:stCondLst>
                                            <p:cond delay="0"/>
                                          </p:stCondLst>
                                        </p:cTn>
                                        <p:tgtEl>
                                          <p:spTgt spid="43035"/>
                                        </p:tgtEl>
                                        <p:attrNameLst>
                                          <p:attrName>style.visibility</p:attrName>
                                        </p:attrNameLst>
                                      </p:cBhvr>
                                      <p:to>
                                        <p:strVal val="visible"/>
                                      </p:to>
                                    </p:set>
                                    <p:animEffect transition="in" filter="dissolve">
                                      <p:cBhvr>
                                        <p:cTn id="42" dur="75"/>
                                        <p:tgtEl>
                                          <p:spTgt spid="43035"/>
                                        </p:tgtEl>
                                      </p:cBhvr>
                                    </p:animEffect>
                                  </p:childTnLst>
                                </p:cTn>
                              </p:par>
                            </p:childTnLst>
                          </p:cTn>
                        </p:par>
                        <p:par>
                          <p:cTn id="43" fill="hold" nodeType="afterGroup">
                            <p:stCondLst>
                              <p:cond delay="4000"/>
                            </p:stCondLst>
                            <p:childTnLst>
                              <p:par>
                                <p:cTn id="44" presetID="22" presetClass="entr" presetSubtype="8" fill="hold" nodeType="afterEffect">
                                  <p:stCondLst>
                                    <p:cond delay="0"/>
                                  </p:stCondLst>
                                  <p:childTnLst>
                                    <p:set>
                                      <p:cBhvr>
                                        <p:cTn id="45" dur="1" fill="hold">
                                          <p:stCondLst>
                                            <p:cond delay="0"/>
                                          </p:stCondLst>
                                        </p:cTn>
                                        <p:tgtEl>
                                          <p:spTgt spid="43014"/>
                                        </p:tgtEl>
                                        <p:attrNameLst>
                                          <p:attrName>style.visibility</p:attrName>
                                        </p:attrNameLst>
                                      </p:cBhvr>
                                      <p:to>
                                        <p:strVal val="visible"/>
                                      </p:to>
                                    </p:set>
                                    <p:animEffect transition="in" filter="wipe(left)">
                                      <p:cBhvr>
                                        <p:cTn id="46" dur="500"/>
                                        <p:tgtEl>
                                          <p:spTgt spid="43014"/>
                                        </p:tgtEl>
                                      </p:cBhvr>
                                    </p:animEffect>
                                  </p:childTnLst>
                                </p:cTn>
                              </p:par>
                            </p:childTnLst>
                          </p:cTn>
                        </p:par>
                        <p:par>
                          <p:cTn id="47" fill="hold" nodeType="afterGroup">
                            <p:stCondLst>
                              <p:cond delay="4500"/>
                            </p:stCondLst>
                            <p:childTnLst>
                              <p:par>
                                <p:cTn id="48" presetID="23" presetClass="entr" presetSubtype="16" fill="hold" nodeType="afterEffect">
                                  <p:stCondLst>
                                    <p:cond delay="0"/>
                                  </p:stCondLst>
                                  <p:childTnLst>
                                    <p:set>
                                      <p:cBhvr>
                                        <p:cTn id="49" dur="1" fill="hold">
                                          <p:stCondLst>
                                            <p:cond delay="0"/>
                                          </p:stCondLst>
                                        </p:cTn>
                                        <p:tgtEl>
                                          <p:spTgt spid="43036"/>
                                        </p:tgtEl>
                                        <p:attrNameLst>
                                          <p:attrName>style.visibility</p:attrName>
                                        </p:attrNameLst>
                                      </p:cBhvr>
                                      <p:to>
                                        <p:strVal val="visible"/>
                                      </p:to>
                                    </p:set>
                                    <p:anim calcmode="lin" valueType="num">
                                      <p:cBhvr>
                                        <p:cTn id="50" dur="500" fill="hold"/>
                                        <p:tgtEl>
                                          <p:spTgt spid="43036"/>
                                        </p:tgtEl>
                                        <p:attrNameLst>
                                          <p:attrName>ppt_w</p:attrName>
                                        </p:attrNameLst>
                                      </p:cBhvr>
                                      <p:tavLst>
                                        <p:tav tm="0">
                                          <p:val>
                                            <p:fltVal val="0"/>
                                          </p:val>
                                        </p:tav>
                                        <p:tav tm="100000">
                                          <p:val>
                                            <p:strVal val="#ppt_w"/>
                                          </p:val>
                                        </p:tav>
                                      </p:tavLst>
                                    </p:anim>
                                    <p:anim calcmode="lin" valueType="num">
                                      <p:cBhvr>
                                        <p:cTn id="51" dur="500" fill="hold"/>
                                        <p:tgtEl>
                                          <p:spTgt spid="43036"/>
                                        </p:tgtEl>
                                        <p:attrNameLst>
                                          <p:attrName>ppt_h</p:attrName>
                                        </p:attrNameLst>
                                      </p:cBhvr>
                                      <p:tavLst>
                                        <p:tav tm="0">
                                          <p:val>
                                            <p:fltVal val="0"/>
                                          </p:val>
                                        </p:tav>
                                        <p:tav tm="100000">
                                          <p:val>
                                            <p:strVal val="#ppt_h"/>
                                          </p:val>
                                        </p:tav>
                                      </p:tavLst>
                                    </p:anim>
                                  </p:childTnLst>
                                </p:cTn>
                              </p:par>
                            </p:childTnLst>
                          </p:cTn>
                        </p:par>
                        <p:par>
                          <p:cTn id="52" fill="hold" nodeType="afterGroup">
                            <p:stCondLst>
                              <p:cond delay="5000"/>
                            </p:stCondLst>
                            <p:childTnLst>
                              <p:par>
                                <p:cTn id="53" presetID="23" presetClass="entr" presetSubtype="16" fill="hold" nodeType="afterEffect">
                                  <p:stCondLst>
                                    <p:cond delay="0"/>
                                  </p:stCondLst>
                                  <p:childTnLst>
                                    <p:set>
                                      <p:cBhvr>
                                        <p:cTn id="54" dur="1" fill="hold">
                                          <p:stCondLst>
                                            <p:cond delay="0"/>
                                          </p:stCondLst>
                                        </p:cTn>
                                        <p:tgtEl>
                                          <p:spTgt spid="43041"/>
                                        </p:tgtEl>
                                        <p:attrNameLst>
                                          <p:attrName>style.visibility</p:attrName>
                                        </p:attrNameLst>
                                      </p:cBhvr>
                                      <p:to>
                                        <p:strVal val="visible"/>
                                      </p:to>
                                    </p:set>
                                    <p:anim calcmode="lin" valueType="num">
                                      <p:cBhvr>
                                        <p:cTn id="55" dur="500" fill="hold"/>
                                        <p:tgtEl>
                                          <p:spTgt spid="43041"/>
                                        </p:tgtEl>
                                        <p:attrNameLst>
                                          <p:attrName>ppt_w</p:attrName>
                                        </p:attrNameLst>
                                      </p:cBhvr>
                                      <p:tavLst>
                                        <p:tav tm="0">
                                          <p:val>
                                            <p:fltVal val="0"/>
                                          </p:val>
                                        </p:tav>
                                        <p:tav tm="100000">
                                          <p:val>
                                            <p:strVal val="#ppt_w"/>
                                          </p:val>
                                        </p:tav>
                                      </p:tavLst>
                                    </p:anim>
                                    <p:anim calcmode="lin" valueType="num">
                                      <p:cBhvr>
                                        <p:cTn id="56" dur="500" fill="hold"/>
                                        <p:tgtEl>
                                          <p:spTgt spid="43041"/>
                                        </p:tgtEl>
                                        <p:attrNameLst>
                                          <p:attrName>ppt_h</p:attrName>
                                        </p:attrNameLst>
                                      </p:cBhvr>
                                      <p:tavLst>
                                        <p:tav tm="0">
                                          <p:val>
                                            <p:fltVal val="0"/>
                                          </p:val>
                                        </p:tav>
                                        <p:tav tm="100000">
                                          <p:val>
                                            <p:strVal val="#ppt_h"/>
                                          </p:val>
                                        </p:tav>
                                      </p:tavLst>
                                    </p:anim>
                                  </p:childTnLst>
                                </p:cTn>
                              </p:par>
                            </p:childTnLst>
                          </p:cTn>
                        </p:par>
                        <p:par>
                          <p:cTn id="57" fill="hold" nodeType="afterGroup">
                            <p:stCondLst>
                              <p:cond delay="5500"/>
                            </p:stCondLst>
                            <p:childTnLst>
                              <p:par>
                                <p:cTn id="58" presetID="23" presetClass="entr" presetSubtype="16" fill="hold" nodeType="afterEffect">
                                  <p:stCondLst>
                                    <p:cond delay="0"/>
                                  </p:stCondLst>
                                  <p:childTnLst>
                                    <p:set>
                                      <p:cBhvr>
                                        <p:cTn id="59" dur="1" fill="hold">
                                          <p:stCondLst>
                                            <p:cond delay="0"/>
                                          </p:stCondLst>
                                        </p:cTn>
                                        <p:tgtEl>
                                          <p:spTgt spid="43046"/>
                                        </p:tgtEl>
                                        <p:attrNameLst>
                                          <p:attrName>style.visibility</p:attrName>
                                        </p:attrNameLst>
                                      </p:cBhvr>
                                      <p:to>
                                        <p:strVal val="visible"/>
                                      </p:to>
                                    </p:set>
                                    <p:anim calcmode="lin" valueType="num">
                                      <p:cBhvr>
                                        <p:cTn id="60" dur="500" fill="hold"/>
                                        <p:tgtEl>
                                          <p:spTgt spid="43046"/>
                                        </p:tgtEl>
                                        <p:attrNameLst>
                                          <p:attrName>ppt_w</p:attrName>
                                        </p:attrNameLst>
                                      </p:cBhvr>
                                      <p:tavLst>
                                        <p:tav tm="0">
                                          <p:val>
                                            <p:fltVal val="0"/>
                                          </p:val>
                                        </p:tav>
                                        <p:tav tm="100000">
                                          <p:val>
                                            <p:strVal val="#ppt_w"/>
                                          </p:val>
                                        </p:tav>
                                      </p:tavLst>
                                    </p:anim>
                                    <p:anim calcmode="lin" valueType="num">
                                      <p:cBhvr>
                                        <p:cTn id="61" dur="500" fill="hold"/>
                                        <p:tgtEl>
                                          <p:spTgt spid="43046"/>
                                        </p:tgtEl>
                                        <p:attrNameLst>
                                          <p:attrName>ppt_h</p:attrName>
                                        </p:attrNameLst>
                                      </p:cBhvr>
                                      <p:tavLst>
                                        <p:tav tm="0">
                                          <p:val>
                                            <p:fltVal val="0"/>
                                          </p:val>
                                        </p:tav>
                                        <p:tav tm="100000">
                                          <p:val>
                                            <p:strVal val="#ppt_h"/>
                                          </p:val>
                                        </p:tav>
                                      </p:tavLst>
                                    </p:anim>
                                  </p:childTnLst>
                                </p:cTn>
                              </p:par>
                            </p:childTnLst>
                          </p:cTn>
                        </p:par>
                        <p:par>
                          <p:cTn id="62" fill="hold" nodeType="afterGroup">
                            <p:stCondLst>
                              <p:cond delay="6000"/>
                            </p:stCondLst>
                            <p:childTnLst>
                              <p:par>
                                <p:cTn id="63" presetID="23" presetClass="entr" presetSubtype="16" fill="hold" nodeType="afterEffect">
                                  <p:stCondLst>
                                    <p:cond delay="0"/>
                                  </p:stCondLst>
                                  <p:childTnLst>
                                    <p:set>
                                      <p:cBhvr>
                                        <p:cTn id="64" dur="1" fill="hold">
                                          <p:stCondLst>
                                            <p:cond delay="0"/>
                                          </p:stCondLst>
                                        </p:cTn>
                                        <p:tgtEl>
                                          <p:spTgt spid="43051"/>
                                        </p:tgtEl>
                                        <p:attrNameLst>
                                          <p:attrName>style.visibility</p:attrName>
                                        </p:attrNameLst>
                                      </p:cBhvr>
                                      <p:to>
                                        <p:strVal val="visible"/>
                                      </p:to>
                                    </p:set>
                                    <p:anim calcmode="lin" valueType="num">
                                      <p:cBhvr>
                                        <p:cTn id="65" dur="500" fill="hold"/>
                                        <p:tgtEl>
                                          <p:spTgt spid="43051"/>
                                        </p:tgtEl>
                                        <p:attrNameLst>
                                          <p:attrName>ppt_w</p:attrName>
                                        </p:attrNameLst>
                                      </p:cBhvr>
                                      <p:tavLst>
                                        <p:tav tm="0">
                                          <p:val>
                                            <p:fltVal val="0"/>
                                          </p:val>
                                        </p:tav>
                                        <p:tav tm="100000">
                                          <p:val>
                                            <p:strVal val="#ppt_w"/>
                                          </p:val>
                                        </p:tav>
                                      </p:tavLst>
                                    </p:anim>
                                    <p:anim calcmode="lin" valueType="num">
                                      <p:cBhvr>
                                        <p:cTn id="66" dur="500" fill="hold"/>
                                        <p:tgtEl>
                                          <p:spTgt spid="43051"/>
                                        </p:tgtEl>
                                        <p:attrNameLst>
                                          <p:attrName>ppt_h</p:attrName>
                                        </p:attrNameLst>
                                      </p:cBhvr>
                                      <p:tavLst>
                                        <p:tav tm="0">
                                          <p:val>
                                            <p:fltVal val="0"/>
                                          </p:val>
                                        </p:tav>
                                        <p:tav tm="100000">
                                          <p:val>
                                            <p:strVal val="#ppt_h"/>
                                          </p:val>
                                        </p:tav>
                                      </p:tavLst>
                                    </p:anim>
                                  </p:childTnLst>
                                </p:cTn>
                              </p:par>
                            </p:childTnLst>
                          </p:cTn>
                        </p:par>
                        <p:par>
                          <p:cTn id="67" fill="hold" nodeType="afterGroup">
                            <p:stCondLst>
                              <p:cond delay="6500"/>
                            </p:stCondLst>
                            <p:childTnLst>
                              <p:par>
                                <p:cTn id="68" presetID="23" presetClass="entr" presetSubtype="16" fill="hold" nodeType="afterEffect">
                                  <p:stCondLst>
                                    <p:cond delay="0"/>
                                  </p:stCondLst>
                                  <p:childTnLst>
                                    <p:set>
                                      <p:cBhvr>
                                        <p:cTn id="69" dur="1" fill="hold">
                                          <p:stCondLst>
                                            <p:cond delay="0"/>
                                          </p:stCondLst>
                                        </p:cTn>
                                        <p:tgtEl>
                                          <p:spTgt spid="43056"/>
                                        </p:tgtEl>
                                        <p:attrNameLst>
                                          <p:attrName>style.visibility</p:attrName>
                                        </p:attrNameLst>
                                      </p:cBhvr>
                                      <p:to>
                                        <p:strVal val="visible"/>
                                      </p:to>
                                    </p:set>
                                    <p:anim calcmode="lin" valueType="num">
                                      <p:cBhvr>
                                        <p:cTn id="70" dur="500" fill="hold"/>
                                        <p:tgtEl>
                                          <p:spTgt spid="43056"/>
                                        </p:tgtEl>
                                        <p:attrNameLst>
                                          <p:attrName>ppt_w</p:attrName>
                                        </p:attrNameLst>
                                      </p:cBhvr>
                                      <p:tavLst>
                                        <p:tav tm="0">
                                          <p:val>
                                            <p:fltVal val="0"/>
                                          </p:val>
                                        </p:tav>
                                        <p:tav tm="100000">
                                          <p:val>
                                            <p:strVal val="#ppt_w"/>
                                          </p:val>
                                        </p:tav>
                                      </p:tavLst>
                                    </p:anim>
                                    <p:anim calcmode="lin" valueType="num">
                                      <p:cBhvr>
                                        <p:cTn id="71" dur="500" fill="hold"/>
                                        <p:tgtEl>
                                          <p:spTgt spid="4305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0" grpId="0" autoUpdateAnimBg="0"/>
      <p:bldP spid="43012" grpId="0" autoUpdateAnimBg="0"/>
      <p:bldP spid="43013" grpId="0" autoUpdateAnimBg="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34"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4035"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531EC064-694B-4D09-9866-97640B610AB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41</a:t>
            </a:fld>
            <a:endParaRPr lang="es-ES" altLang="en-US"/>
          </a:p>
        </p:txBody>
      </p:sp>
      <p:sp>
        <p:nvSpPr>
          <p:cNvPr id="44036" name="AutoShape 4"/>
          <p:cNvSpPr>
            <a:spLocks/>
          </p:cNvSpPr>
          <p:nvPr/>
        </p:nvSpPr>
        <p:spPr bwMode="auto">
          <a:xfrm>
            <a:off x="3289300" y="744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Project </a:t>
            </a:r>
            <a:r>
              <a:rPr lang="es-ES" b="1" dirty="0" err="1">
                <a:solidFill>
                  <a:schemeClr val="bg1">
                    <a:lumMod val="95000"/>
                  </a:schemeClr>
                </a:solidFill>
                <a:latin typeface="Lato" charset="0"/>
                <a:ea typeface="ＭＳ Ｐゴシック" charset="0"/>
                <a:cs typeface="Lato" charset="0"/>
                <a:sym typeface="Lato" charset="0"/>
              </a:rPr>
              <a:t>Description</a:t>
            </a:r>
            <a:endParaRPr lang="es-ES" dirty="0">
              <a:solidFill>
                <a:schemeClr val="bg1">
                  <a:lumMod val="95000"/>
                </a:schemeClr>
              </a:solidFill>
              <a:ea typeface="ＭＳ Ｐゴシック" charset="0"/>
            </a:endParaRPr>
          </a:p>
        </p:txBody>
      </p:sp>
      <p:sp>
        <p:nvSpPr>
          <p:cNvPr id="44037"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4038" name="AutoShape 6"/>
          <p:cNvSpPr>
            <a:spLocks/>
          </p:cNvSpPr>
          <p:nvPr/>
        </p:nvSpPr>
        <p:spPr bwMode="auto">
          <a:xfrm>
            <a:off x="7505700" y="50323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39" name="AutoShape 7"/>
          <p:cNvSpPr>
            <a:spLocks/>
          </p:cNvSpPr>
          <p:nvPr/>
        </p:nvSpPr>
        <p:spPr bwMode="auto">
          <a:xfrm>
            <a:off x="75184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0" name="AutoShape 8"/>
          <p:cNvSpPr>
            <a:spLocks/>
          </p:cNvSpPr>
          <p:nvPr/>
        </p:nvSpPr>
        <p:spPr bwMode="auto">
          <a:xfrm>
            <a:off x="17780000" y="50323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41" name="AutoShape 9"/>
          <p:cNvSpPr>
            <a:spLocks/>
          </p:cNvSpPr>
          <p:nvPr/>
        </p:nvSpPr>
        <p:spPr bwMode="auto">
          <a:xfrm>
            <a:off x="177927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2" name="AutoShape 10"/>
          <p:cNvSpPr>
            <a:spLocks/>
          </p:cNvSpPr>
          <p:nvPr/>
        </p:nvSpPr>
        <p:spPr bwMode="auto">
          <a:xfrm>
            <a:off x="7505700" y="92995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43" name="AutoShape 11"/>
          <p:cNvSpPr>
            <a:spLocks/>
          </p:cNvSpPr>
          <p:nvPr/>
        </p:nvSpPr>
        <p:spPr bwMode="auto">
          <a:xfrm>
            <a:off x="75184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4" name="AutoShape 12"/>
          <p:cNvSpPr>
            <a:spLocks/>
          </p:cNvSpPr>
          <p:nvPr/>
        </p:nvSpPr>
        <p:spPr bwMode="auto">
          <a:xfrm>
            <a:off x="17780000" y="92995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45" name="AutoShape 13"/>
          <p:cNvSpPr>
            <a:spLocks/>
          </p:cNvSpPr>
          <p:nvPr/>
        </p:nvSpPr>
        <p:spPr bwMode="auto">
          <a:xfrm>
            <a:off x="177927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6" name="AutoShape 14"/>
          <p:cNvSpPr>
            <a:spLocks/>
          </p:cNvSpPr>
          <p:nvPr/>
        </p:nvSpPr>
        <p:spPr bwMode="auto">
          <a:xfrm>
            <a:off x="2286000" y="4381500"/>
            <a:ext cx="4889500" cy="3594100"/>
          </a:xfrm>
          <a:prstGeom prst="roundRect">
            <a:avLst>
              <a:gd name="adj" fmla="val 13157"/>
            </a:avLst>
          </a:prstGeom>
          <a:solidFill>
            <a:schemeClr val="accent6"/>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47" name="AutoShape 15"/>
          <p:cNvSpPr>
            <a:spLocks/>
          </p:cNvSpPr>
          <p:nvPr/>
        </p:nvSpPr>
        <p:spPr bwMode="auto">
          <a:xfrm>
            <a:off x="12585700" y="4381500"/>
            <a:ext cx="4889500" cy="3594100"/>
          </a:xfrm>
          <a:prstGeom prst="roundRect">
            <a:avLst>
              <a:gd name="adj" fmla="val 13157"/>
            </a:avLst>
          </a:pr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48" name="AutoShape 16"/>
          <p:cNvSpPr>
            <a:spLocks/>
          </p:cNvSpPr>
          <p:nvPr/>
        </p:nvSpPr>
        <p:spPr bwMode="auto">
          <a:xfrm>
            <a:off x="2286000" y="8699500"/>
            <a:ext cx="4889500" cy="3594100"/>
          </a:xfrm>
          <a:prstGeom prst="roundRect">
            <a:avLst>
              <a:gd name="adj" fmla="val 13157"/>
            </a:avLst>
          </a:pr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49" name="AutoShape 17"/>
          <p:cNvSpPr>
            <a:spLocks/>
          </p:cNvSpPr>
          <p:nvPr/>
        </p:nvSpPr>
        <p:spPr bwMode="auto">
          <a:xfrm>
            <a:off x="12585700" y="8699500"/>
            <a:ext cx="4889500" cy="3594100"/>
          </a:xfrm>
          <a:prstGeom prst="roundRect">
            <a:avLst>
              <a:gd name="adj" fmla="val 13157"/>
            </a:avLst>
          </a:prstGeom>
          <a:solidFill>
            <a:schemeClr val="accent6"/>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50" name="AutoShape 18"/>
          <p:cNvSpPr>
            <a:spLocks/>
          </p:cNvSpPr>
          <p:nvPr/>
        </p:nvSpPr>
        <p:spPr bwMode="auto">
          <a:xfrm>
            <a:off x="4373563" y="4884738"/>
            <a:ext cx="881062" cy="735012"/>
          </a:xfrm>
          <a:custGeom>
            <a:avLst/>
            <a:gdLst>
              <a:gd name="T0" fmla="*/ 440531 w 21600"/>
              <a:gd name="T1" fmla="*/ 367506 h 21600"/>
              <a:gd name="T2" fmla="*/ 440531 w 21600"/>
              <a:gd name="T3" fmla="*/ 367506 h 21600"/>
              <a:gd name="T4" fmla="*/ 440531 w 21600"/>
              <a:gd name="T5" fmla="*/ 367506 h 21600"/>
              <a:gd name="T6" fmla="*/ 440531 w 21600"/>
              <a:gd name="T7" fmla="*/ 3675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1" name="AutoShape 19"/>
          <p:cNvSpPr>
            <a:spLocks/>
          </p:cNvSpPr>
          <p:nvPr/>
        </p:nvSpPr>
        <p:spPr bwMode="auto">
          <a:xfrm>
            <a:off x="4378325" y="9075738"/>
            <a:ext cx="876300" cy="877887"/>
          </a:xfrm>
          <a:custGeom>
            <a:avLst/>
            <a:gdLst>
              <a:gd name="T0" fmla="*/ 438150 w 21600"/>
              <a:gd name="T1" fmla="*/ 438944 h 21600"/>
              <a:gd name="T2" fmla="*/ 438150 w 21600"/>
              <a:gd name="T3" fmla="*/ 438944 h 21600"/>
              <a:gd name="T4" fmla="*/ 438150 w 21600"/>
              <a:gd name="T5" fmla="*/ 438944 h 21600"/>
              <a:gd name="T6" fmla="*/ 438150 w 21600"/>
              <a:gd name="T7" fmla="*/ 4389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2" name="AutoShape 20"/>
          <p:cNvSpPr>
            <a:spLocks/>
          </p:cNvSpPr>
          <p:nvPr/>
        </p:nvSpPr>
        <p:spPr bwMode="auto">
          <a:xfrm>
            <a:off x="14660563" y="4792663"/>
            <a:ext cx="882650" cy="735012"/>
          </a:xfrm>
          <a:custGeom>
            <a:avLst/>
            <a:gdLst>
              <a:gd name="T0" fmla="*/ 441325 w 21600"/>
              <a:gd name="T1" fmla="*/ 367489 h 21579"/>
              <a:gd name="T2" fmla="*/ 441325 w 21600"/>
              <a:gd name="T3" fmla="*/ 367489 h 21579"/>
              <a:gd name="T4" fmla="*/ 441325 w 21600"/>
              <a:gd name="T5" fmla="*/ 367489 h 21579"/>
              <a:gd name="T6" fmla="*/ 441325 w 21600"/>
              <a:gd name="T7" fmla="*/ 36748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8"/>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0"/>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3" name="AutoShape 21"/>
          <p:cNvSpPr>
            <a:spLocks/>
          </p:cNvSpPr>
          <p:nvPr/>
        </p:nvSpPr>
        <p:spPr bwMode="auto">
          <a:xfrm>
            <a:off x="14589125" y="9139238"/>
            <a:ext cx="882650" cy="882650"/>
          </a:xfrm>
          <a:custGeom>
            <a:avLst/>
            <a:gdLst>
              <a:gd name="T0" fmla="*/ 441325 w 21600"/>
              <a:gd name="T1" fmla="*/ 441325 h 21600"/>
              <a:gd name="T2" fmla="*/ 441325 w 21600"/>
              <a:gd name="T3" fmla="*/ 441325 h 21600"/>
              <a:gd name="T4" fmla="*/ 441325 w 21600"/>
              <a:gd name="T5" fmla="*/ 441325 h 21600"/>
              <a:gd name="T6" fmla="*/ 441325 w 21600"/>
              <a:gd name="T7" fmla="*/ 4413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4" name="AutoShape 22"/>
          <p:cNvSpPr>
            <a:spLocks/>
          </p:cNvSpPr>
          <p:nvPr/>
        </p:nvSpPr>
        <p:spPr bwMode="auto">
          <a:xfrm>
            <a:off x="2628900" y="63404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55" name="AutoShape 23"/>
          <p:cNvSpPr>
            <a:spLocks/>
          </p:cNvSpPr>
          <p:nvPr/>
        </p:nvSpPr>
        <p:spPr bwMode="auto">
          <a:xfrm>
            <a:off x="2781300" y="59563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44056" name="AutoShape 24"/>
          <p:cNvSpPr>
            <a:spLocks/>
          </p:cNvSpPr>
          <p:nvPr/>
        </p:nvSpPr>
        <p:spPr bwMode="auto">
          <a:xfrm>
            <a:off x="12941300" y="106330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57" name="AutoShape 25"/>
          <p:cNvSpPr>
            <a:spLocks/>
          </p:cNvSpPr>
          <p:nvPr/>
        </p:nvSpPr>
        <p:spPr bwMode="auto">
          <a:xfrm>
            <a:off x="13093700" y="102489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44058" name="AutoShape 26"/>
          <p:cNvSpPr>
            <a:spLocks/>
          </p:cNvSpPr>
          <p:nvPr/>
        </p:nvSpPr>
        <p:spPr bwMode="auto">
          <a:xfrm>
            <a:off x="12941300" y="62642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59" name="AutoShape 27"/>
          <p:cNvSpPr>
            <a:spLocks/>
          </p:cNvSpPr>
          <p:nvPr/>
        </p:nvSpPr>
        <p:spPr bwMode="auto">
          <a:xfrm>
            <a:off x="13093700" y="58801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0C436D"/>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44060" name="AutoShape 28"/>
          <p:cNvSpPr>
            <a:spLocks/>
          </p:cNvSpPr>
          <p:nvPr/>
        </p:nvSpPr>
        <p:spPr bwMode="auto">
          <a:xfrm>
            <a:off x="2667000" y="107219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61" name="AutoShape 29"/>
          <p:cNvSpPr>
            <a:spLocks/>
          </p:cNvSpPr>
          <p:nvPr/>
        </p:nvSpPr>
        <p:spPr bwMode="auto">
          <a:xfrm>
            <a:off x="2819400" y="103378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0C436D"/>
                </a:solidFill>
                <a:latin typeface="Lato" charset="0"/>
                <a:ea typeface="ＭＳ Ｐゴシック" charset="0"/>
                <a:cs typeface="Lato" charset="0"/>
                <a:sym typeface="Lato" charset="0"/>
              </a:rPr>
              <a:t>Client: Apple Computers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4034"/>
                                        </p:tgtEl>
                                        <p:attrNameLst>
                                          <p:attrName>style.visibility</p:attrName>
                                        </p:attrNameLst>
                                      </p:cBhvr>
                                      <p:to>
                                        <p:strVal val="visible"/>
                                      </p:to>
                                    </p:set>
                                    <p:anim calcmode="lin" valueType="num">
                                      <p:cBhvr additive="base">
                                        <p:cTn id="7" dur="500" fill="hold"/>
                                        <p:tgtEl>
                                          <p:spTgt spid="44034"/>
                                        </p:tgtEl>
                                        <p:attrNameLst>
                                          <p:attrName>ppt_x</p:attrName>
                                        </p:attrNameLst>
                                      </p:cBhvr>
                                      <p:tavLst>
                                        <p:tav tm="0">
                                          <p:val>
                                            <p:strVal val="1+#ppt_w/2"/>
                                          </p:val>
                                        </p:tav>
                                        <p:tav tm="100000">
                                          <p:val>
                                            <p:strVal val="#ppt_x"/>
                                          </p:val>
                                        </p:tav>
                                      </p:tavLst>
                                    </p:anim>
                                    <p:anim calcmode="lin" valueType="num">
                                      <p:cBhvr additive="base">
                                        <p:cTn id="8" dur="500" fill="hold"/>
                                        <p:tgtEl>
                                          <p:spTgt spid="4403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4036"/>
                                        </p:tgtEl>
                                        <p:attrNameLst>
                                          <p:attrName>style.visibility</p:attrName>
                                        </p:attrNameLst>
                                      </p:cBhvr>
                                      <p:to>
                                        <p:strVal val="visible"/>
                                      </p:to>
                                    </p:set>
                                    <p:anim calcmode="lin" valueType="num">
                                      <p:cBhvr additive="base">
                                        <p:cTn id="12" dur="500" fill="hold"/>
                                        <p:tgtEl>
                                          <p:spTgt spid="44036"/>
                                        </p:tgtEl>
                                        <p:attrNameLst>
                                          <p:attrName>ppt_x</p:attrName>
                                        </p:attrNameLst>
                                      </p:cBhvr>
                                      <p:tavLst>
                                        <p:tav tm="0">
                                          <p:val>
                                            <p:strVal val="1+#ppt_w/2"/>
                                          </p:val>
                                        </p:tav>
                                        <p:tav tm="100000">
                                          <p:val>
                                            <p:strVal val="#ppt_x"/>
                                          </p:val>
                                        </p:tav>
                                      </p:tavLst>
                                    </p:anim>
                                    <p:anim calcmode="lin" valueType="num">
                                      <p:cBhvr additive="base">
                                        <p:cTn id="13" dur="500" fill="hold"/>
                                        <p:tgtEl>
                                          <p:spTgt spid="4403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4037"/>
                                        </p:tgtEl>
                                        <p:attrNameLst>
                                          <p:attrName>style.visibility</p:attrName>
                                        </p:attrNameLst>
                                      </p:cBhvr>
                                      <p:to>
                                        <p:strVal val="visible"/>
                                      </p:to>
                                    </p:set>
                                    <p:anim calcmode="lin" valueType="num">
                                      <p:cBhvr additive="base">
                                        <p:cTn id="17" dur="500" fill="hold"/>
                                        <p:tgtEl>
                                          <p:spTgt spid="44037"/>
                                        </p:tgtEl>
                                        <p:attrNameLst>
                                          <p:attrName>ppt_x</p:attrName>
                                        </p:attrNameLst>
                                      </p:cBhvr>
                                      <p:tavLst>
                                        <p:tav tm="0">
                                          <p:val>
                                            <p:strVal val="1+#ppt_w/2"/>
                                          </p:val>
                                        </p:tav>
                                        <p:tav tm="100000">
                                          <p:val>
                                            <p:strVal val="#ppt_x"/>
                                          </p:val>
                                        </p:tav>
                                      </p:tavLst>
                                    </p:anim>
                                    <p:anim calcmode="lin" valueType="num">
                                      <p:cBhvr additive="base">
                                        <p:cTn id="18" dur="500" fill="hold"/>
                                        <p:tgtEl>
                                          <p:spTgt spid="4403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44038"/>
                                        </p:tgtEl>
                                        <p:attrNameLst>
                                          <p:attrName>style.visibility</p:attrName>
                                        </p:attrNameLst>
                                      </p:cBhvr>
                                      <p:to>
                                        <p:strVal val="visible"/>
                                      </p:to>
                                    </p:set>
                                    <p:animEffect transition="in" filter="dissolve">
                                      <p:cBhvr>
                                        <p:cTn id="22" dur="500"/>
                                        <p:tgtEl>
                                          <p:spTgt spid="44038"/>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44039"/>
                                        </p:tgtEl>
                                        <p:attrNameLst>
                                          <p:attrName>style.visibility</p:attrName>
                                        </p:attrNameLst>
                                      </p:cBhvr>
                                      <p:to>
                                        <p:strVal val="visible"/>
                                      </p:to>
                                    </p:set>
                                    <p:animEffect transition="in" filter="dissolve">
                                      <p:cBhvr>
                                        <p:cTn id="26" dur="500"/>
                                        <p:tgtEl>
                                          <p:spTgt spid="44039"/>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44040"/>
                                        </p:tgtEl>
                                        <p:attrNameLst>
                                          <p:attrName>style.visibility</p:attrName>
                                        </p:attrNameLst>
                                      </p:cBhvr>
                                      <p:to>
                                        <p:strVal val="visible"/>
                                      </p:to>
                                    </p:set>
                                    <p:animEffect transition="in" filter="dissolve">
                                      <p:cBhvr>
                                        <p:cTn id="30" dur="500"/>
                                        <p:tgtEl>
                                          <p:spTgt spid="44040"/>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44041"/>
                                        </p:tgtEl>
                                        <p:attrNameLst>
                                          <p:attrName>style.visibility</p:attrName>
                                        </p:attrNameLst>
                                      </p:cBhvr>
                                      <p:to>
                                        <p:strVal val="visible"/>
                                      </p:to>
                                    </p:set>
                                    <p:animEffect transition="in" filter="dissolve">
                                      <p:cBhvr>
                                        <p:cTn id="34" dur="500"/>
                                        <p:tgtEl>
                                          <p:spTgt spid="44041"/>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44042"/>
                                        </p:tgtEl>
                                        <p:attrNameLst>
                                          <p:attrName>style.visibility</p:attrName>
                                        </p:attrNameLst>
                                      </p:cBhvr>
                                      <p:to>
                                        <p:strVal val="visible"/>
                                      </p:to>
                                    </p:set>
                                    <p:animEffect transition="in" filter="dissolve">
                                      <p:cBhvr>
                                        <p:cTn id="38" dur="500"/>
                                        <p:tgtEl>
                                          <p:spTgt spid="44042"/>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44043"/>
                                        </p:tgtEl>
                                        <p:attrNameLst>
                                          <p:attrName>style.visibility</p:attrName>
                                        </p:attrNameLst>
                                      </p:cBhvr>
                                      <p:to>
                                        <p:strVal val="visible"/>
                                      </p:to>
                                    </p:set>
                                    <p:animEffect transition="in" filter="dissolve">
                                      <p:cBhvr>
                                        <p:cTn id="42" dur="500"/>
                                        <p:tgtEl>
                                          <p:spTgt spid="44043"/>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44044"/>
                                        </p:tgtEl>
                                        <p:attrNameLst>
                                          <p:attrName>style.visibility</p:attrName>
                                        </p:attrNameLst>
                                      </p:cBhvr>
                                      <p:to>
                                        <p:strVal val="visible"/>
                                      </p:to>
                                    </p:set>
                                    <p:animEffect transition="in" filter="dissolve">
                                      <p:cBhvr>
                                        <p:cTn id="46" dur="500"/>
                                        <p:tgtEl>
                                          <p:spTgt spid="44044"/>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44045"/>
                                        </p:tgtEl>
                                        <p:attrNameLst>
                                          <p:attrName>style.visibility</p:attrName>
                                        </p:attrNameLst>
                                      </p:cBhvr>
                                      <p:to>
                                        <p:strVal val="visible"/>
                                      </p:to>
                                    </p:set>
                                    <p:animEffect transition="in" filter="dissolve">
                                      <p:cBhvr>
                                        <p:cTn id="50" dur="500"/>
                                        <p:tgtEl>
                                          <p:spTgt spid="44045"/>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44054"/>
                                        </p:tgtEl>
                                        <p:attrNameLst>
                                          <p:attrName>style.visibility</p:attrName>
                                        </p:attrNameLst>
                                      </p:cBhvr>
                                      <p:to>
                                        <p:strVal val="visible"/>
                                      </p:to>
                                    </p:set>
                                    <p:animEffect transition="in" filter="dissolve">
                                      <p:cBhvr>
                                        <p:cTn id="54" dur="500"/>
                                        <p:tgtEl>
                                          <p:spTgt spid="44054"/>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44055"/>
                                        </p:tgtEl>
                                        <p:attrNameLst>
                                          <p:attrName>style.visibility</p:attrName>
                                        </p:attrNameLst>
                                      </p:cBhvr>
                                      <p:to>
                                        <p:strVal val="visible"/>
                                      </p:to>
                                    </p:set>
                                    <p:animEffect transition="in" filter="dissolve">
                                      <p:cBhvr>
                                        <p:cTn id="58" dur="500"/>
                                        <p:tgtEl>
                                          <p:spTgt spid="44055"/>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44056"/>
                                        </p:tgtEl>
                                        <p:attrNameLst>
                                          <p:attrName>style.visibility</p:attrName>
                                        </p:attrNameLst>
                                      </p:cBhvr>
                                      <p:to>
                                        <p:strVal val="visible"/>
                                      </p:to>
                                    </p:set>
                                    <p:animEffect transition="in" filter="dissolve">
                                      <p:cBhvr>
                                        <p:cTn id="62" dur="500"/>
                                        <p:tgtEl>
                                          <p:spTgt spid="44056"/>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44057"/>
                                        </p:tgtEl>
                                        <p:attrNameLst>
                                          <p:attrName>style.visibility</p:attrName>
                                        </p:attrNameLst>
                                      </p:cBhvr>
                                      <p:to>
                                        <p:strVal val="visible"/>
                                      </p:to>
                                    </p:set>
                                    <p:animEffect transition="in" filter="dissolve">
                                      <p:cBhvr>
                                        <p:cTn id="66" dur="500"/>
                                        <p:tgtEl>
                                          <p:spTgt spid="44057"/>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44058"/>
                                        </p:tgtEl>
                                        <p:attrNameLst>
                                          <p:attrName>style.visibility</p:attrName>
                                        </p:attrNameLst>
                                      </p:cBhvr>
                                      <p:to>
                                        <p:strVal val="visible"/>
                                      </p:to>
                                    </p:set>
                                    <p:animEffect transition="in" filter="dissolve">
                                      <p:cBhvr>
                                        <p:cTn id="70" dur="500"/>
                                        <p:tgtEl>
                                          <p:spTgt spid="44058"/>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44059"/>
                                        </p:tgtEl>
                                        <p:attrNameLst>
                                          <p:attrName>style.visibility</p:attrName>
                                        </p:attrNameLst>
                                      </p:cBhvr>
                                      <p:to>
                                        <p:strVal val="visible"/>
                                      </p:to>
                                    </p:set>
                                    <p:animEffect transition="in" filter="dissolve">
                                      <p:cBhvr>
                                        <p:cTn id="74" dur="500"/>
                                        <p:tgtEl>
                                          <p:spTgt spid="44059"/>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44060"/>
                                        </p:tgtEl>
                                        <p:attrNameLst>
                                          <p:attrName>style.visibility</p:attrName>
                                        </p:attrNameLst>
                                      </p:cBhvr>
                                      <p:to>
                                        <p:strVal val="visible"/>
                                      </p:to>
                                    </p:set>
                                    <p:animEffect transition="in" filter="dissolve">
                                      <p:cBhvr>
                                        <p:cTn id="78" dur="500"/>
                                        <p:tgtEl>
                                          <p:spTgt spid="44060"/>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44061"/>
                                        </p:tgtEl>
                                        <p:attrNameLst>
                                          <p:attrName>style.visibility</p:attrName>
                                        </p:attrNameLst>
                                      </p:cBhvr>
                                      <p:to>
                                        <p:strVal val="visible"/>
                                      </p:to>
                                    </p:set>
                                    <p:animEffect transition="in" filter="dissolve">
                                      <p:cBhvr>
                                        <p:cTn id="82" dur="500"/>
                                        <p:tgtEl>
                                          <p:spTgt spid="44061"/>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44046"/>
                                        </p:tgtEl>
                                        <p:attrNameLst>
                                          <p:attrName>style.visibility</p:attrName>
                                        </p:attrNameLst>
                                      </p:cBhvr>
                                      <p:to>
                                        <p:strVal val="visible"/>
                                      </p:to>
                                    </p:set>
                                    <p:animEffect transition="in" filter="dissolve">
                                      <p:cBhvr>
                                        <p:cTn id="86" dur="500"/>
                                        <p:tgtEl>
                                          <p:spTgt spid="44046"/>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44047"/>
                                        </p:tgtEl>
                                        <p:attrNameLst>
                                          <p:attrName>style.visibility</p:attrName>
                                        </p:attrNameLst>
                                      </p:cBhvr>
                                      <p:to>
                                        <p:strVal val="visible"/>
                                      </p:to>
                                    </p:set>
                                    <p:animEffect transition="in" filter="dissolve">
                                      <p:cBhvr>
                                        <p:cTn id="90" dur="500"/>
                                        <p:tgtEl>
                                          <p:spTgt spid="44047"/>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44048"/>
                                        </p:tgtEl>
                                        <p:attrNameLst>
                                          <p:attrName>style.visibility</p:attrName>
                                        </p:attrNameLst>
                                      </p:cBhvr>
                                      <p:to>
                                        <p:strVal val="visible"/>
                                      </p:to>
                                    </p:set>
                                    <p:animEffect transition="in" filter="dissolve">
                                      <p:cBhvr>
                                        <p:cTn id="94" dur="500"/>
                                        <p:tgtEl>
                                          <p:spTgt spid="44048"/>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44049"/>
                                        </p:tgtEl>
                                        <p:attrNameLst>
                                          <p:attrName>style.visibility</p:attrName>
                                        </p:attrNameLst>
                                      </p:cBhvr>
                                      <p:to>
                                        <p:strVal val="visible"/>
                                      </p:to>
                                    </p:set>
                                    <p:animEffect transition="in" filter="dissolve">
                                      <p:cBhvr>
                                        <p:cTn id="98" dur="500"/>
                                        <p:tgtEl>
                                          <p:spTgt spid="44049"/>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44050"/>
                                        </p:tgtEl>
                                        <p:attrNameLst>
                                          <p:attrName>style.visibility</p:attrName>
                                        </p:attrNameLst>
                                      </p:cBhvr>
                                      <p:to>
                                        <p:strVal val="visible"/>
                                      </p:to>
                                    </p:set>
                                    <p:animEffect transition="in" filter="dissolve">
                                      <p:cBhvr>
                                        <p:cTn id="102" dur="500"/>
                                        <p:tgtEl>
                                          <p:spTgt spid="44050"/>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44051"/>
                                        </p:tgtEl>
                                        <p:attrNameLst>
                                          <p:attrName>style.visibility</p:attrName>
                                        </p:attrNameLst>
                                      </p:cBhvr>
                                      <p:to>
                                        <p:strVal val="visible"/>
                                      </p:to>
                                    </p:set>
                                    <p:animEffect transition="in" filter="dissolve">
                                      <p:cBhvr>
                                        <p:cTn id="106" dur="500"/>
                                        <p:tgtEl>
                                          <p:spTgt spid="44051"/>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44052"/>
                                        </p:tgtEl>
                                        <p:attrNameLst>
                                          <p:attrName>style.visibility</p:attrName>
                                        </p:attrNameLst>
                                      </p:cBhvr>
                                      <p:to>
                                        <p:strVal val="visible"/>
                                      </p:to>
                                    </p:set>
                                    <p:animEffect transition="in" filter="dissolve">
                                      <p:cBhvr>
                                        <p:cTn id="110" dur="500"/>
                                        <p:tgtEl>
                                          <p:spTgt spid="44052"/>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44053"/>
                                        </p:tgtEl>
                                        <p:attrNameLst>
                                          <p:attrName>style.visibility</p:attrName>
                                        </p:attrNameLst>
                                      </p:cBhvr>
                                      <p:to>
                                        <p:strVal val="visible"/>
                                      </p:to>
                                    </p:set>
                                    <p:animEffect transition="in" filter="dissolve">
                                      <p:cBhvr>
                                        <p:cTn id="114" dur="500"/>
                                        <p:tgtEl>
                                          <p:spTgt spid="440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4" grpId="0" autoUpdateAnimBg="0"/>
      <p:bldP spid="44036" grpId="0" autoUpdateAnimBg="0"/>
      <p:bldP spid="44037" grpId="0" autoUpdateAnimBg="0"/>
      <p:bldP spid="44038" grpId="0" autoUpdateAnimBg="0"/>
      <p:bldP spid="44039" grpId="0" autoUpdateAnimBg="0"/>
      <p:bldP spid="44040" grpId="0" autoUpdateAnimBg="0"/>
      <p:bldP spid="44041" grpId="0" autoUpdateAnimBg="0"/>
      <p:bldP spid="44042" grpId="0" autoUpdateAnimBg="0"/>
      <p:bldP spid="44043" grpId="0" autoUpdateAnimBg="0"/>
      <p:bldP spid="44044" grpId="0" autoUpdateAnimBg="0"/>
      <p:bldP spid="44045" grpId="0" autoUpdateAnimBg="0"/>
      <p:bldP spid="44046" grpId="0" animBg="1" autoUpdateAnimBg="0"/>
      <p:bldP spid="44047" grpId="0" animBg="1" autoUpdateAnimBg="0"/>
      <p:bldP spid="44048" grpId="0" animBg="1" autoUpdateAnimBg="0"/>
      <p:bldP spid="44049" grpId="0" animBg="1" autoUpdateAnimBg="0"/>
      <p:bldP spid="44054" grpId="0" autoUpdateAnimBg="0"/>
      <p:bldP spid="44055" grpId="0" autoUpdateAnimBg="0"/>
      <p:bldP spid="44056" grpId="0" autoUpdateAnimBg="0"/>
      <p:bldP spid="44057" grpId="0" autoUpdateAnimBg="0"/>
      <p:bldP spid="44058" grpId="0" autoUpdateAnimBg="0"/>
      <p:bldP spid="44059" grpId="0" autoUpdateAnimBg="0"/>
      <p:bldP spid="44060" grpId="0" autoUpdateAnimBg="0"/>
      <p:bldP spid="44061" grpId="0" autoUpdateAnimBg="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5058"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505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B50017F-25A6-4F7F-B853-744DBEAE5605}"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42</a:t>
            </a:fld>
            <a:endParaRPr lang="es-ES" altLang="en-US"/>
          </a:p>
        </p:txBody>
      </p:sp>
      <p:sp>
        <p:nvSpPr>
          <p:cNvPr id="45060"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Tablet </a:t>
            </a:r>
            <a:r>
              <a:rPr lang="es-ES" b="1" dirty="0" err="1">
                <a:solidFill>
                  <a:schemeClr val="bg1">
                    <a:lumMod val="95000"/>
                  </a:schemeClr>
                </a:solidFill>
                <a:latin typeface="Lato" charset="0"/>
                <a:ea typeface="ＭＳ Ｐゴシック" charset="0"/>
                <a:cs typeface="Lato" charset="0"/>
                <a:sym typeface="Lato" charset="0"/>
              </a:rPr>
              <a:t>Description</a:t>
            </a:r>
            <a:endParaRPr lang="es-ES" dirty="0">
              <a:solidFill>
                <a:schemeClr val="bg1">
                  <a:lumMod val="95000"/>
                </a:schemeClr>
              </a:solidFill>
              <a:ea typeface="ＭＳ Ｐゴシック" charset="0"/>
            </a:endParaRPr>
          </a:p>
        </p:txBody>
      </p:sp>
      <p:sp>
        <p:nvSpPr>
          <p:cNvPr id="45061"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5065" name="AutoShape 9"/>
          <p:cNvSpPr>
            <a:spLocks/>
          </p:cNvSpPr>
          <p:nvPr/>
        </p:nvSpPr>
        <p:spPr bwMode="auto">
          <a:xfrm>
            <a:off x="1841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5066" name="AutoShape 10"/>
          <p:cNvSpPr>
            <a:spLocks/>
          </p:cNvSpPr>
          <p:nvPr/>
        </p:nvSpPr>
        <p:spPr bwMode="auto">
          <a:xfrm>
            <a:off x="1841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5067" name="AutoShape 11"/>
          <p:cNvSpPr>
            <a:spLocks/>
          </p:cNvSpPr>
          <p:nvPr/>
        </p:nvSpPr>
        <p:spPr bwMode="auto">
          <a:xfrm>
            <a:off x="1778000" y="8356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5068" name="AutoShape 12"/>
          <p:cNvSpPr>
            <a:spLocks/>
          </p:cNvSpPr>
          <p:nvPr/>
        </p:nvSpPr>
        <p:spPr bwMode="auto">
          <a:xfrm>
            <a:off x="1612900" y="7265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69" name="AutoShape 13"/>
          <p:cNvSpPr>
            <a:spLocks/>
          </p:cNvSpPr>
          <p:nvPr/>
        </p:nvSpPr>
        <p:spPr bwMode="auto">
          <a:xfrm>
            <a:off x="2654300" y="5622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70" name="AutoShape 14"/>
          <p:cNvSpPr>
            <a:spLocks/>
          </p:cNvSpPr>
          <p:nvPr/>
        </p:nvSpPr>
        <p:spPr bwMode="auto">
          <a:xfrm>
            <a:off x="2336800" y="87439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71" name="AutoShape 15"/>
          <p:cNvSpPr>
            <a:spLocks/>
          </p:cNvSpPr>
          <p:nvPr/>
        </p:nvSpPr>
        <p:spPr bwMode="auto">
          <a:xfrm>
            <a:off x="1727200" y="99314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45072" name="AutoShape 16"/>
          <p:cNvSpPr>
            <a:spLocks/>
          </p:cNvSpPr>
          <p:nvPr/>
        </p:nvSpPr>
        <p:spPr bwMode="auto">
          <a:xfrm>
            <a:off x="2260600" y="103314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73" name="AutoShape 17"/>
          <p:cNvSpPr>
            <a:spLocks/>
          </p:cNvSpPr>
          <p:nvPr/>
        </p:nvSpPr>
        <p:spPr bwMode="auto">
          <a:xfrm>
            <a:off x="6751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4" name="AutoShape 18"/>
          <p:cNvSpPr>
            <a:spLocks/>
          </p:cNvSpPr>
          <p:nvPr/>
        </p:nvSpPr>
        <p:spPr bwMode="auto">
          <a:xfrm>
            <a:off x="6751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5" name="AutoShape 19"/>
          <p:cNvSpPr>
            <a:spLocks/>
          </p:cNvSpPr>
          <p:nvPr/>
        </p:nvSpPr>
        <p:spPr bwMode="auto">
          <a:xfrm>
            <a:off x="6751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6" name="AutoShape 20"/>
          <p:cNvSpPr>
            <a:spLocks/>
          </p:cNvSpPr>
          <p:nvPr/>
        </p:nvSpPr>
        <p:spPr bwMode="auto">
          <a:xfrm>
            <a:off x="6751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7" name="AutoShape 21"/>
          <p:cNvSpPr>
            <a:spLocks/>
          </p:cNvSpPr>
          <p:nvPr/>
        </p:nvSpPr>
        <p:spPr bwMode="auto">
          <a:xfrm>
            <a:off x="18097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5078" name="AutoShape 22"/>
          <p:cNvSpPr>
            <a:spLocks/>
          </p:cNvSpPr>
          <p:nvPr/>
        </p:nvSpPr>
        <p:spPr bwMode="auto">
          <a:xfrm>
            <a:off x="18097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5079" name="AutoShape 23"/>
          <p:cNvSpPr>
            <a:spLocks/>
          </p:cNvSpPr>
          <p:nvPr/>
        </p:nvSpPr>
        <p:spPr bwMode="auto">
          <a:xfrm>
            <a:off x="181483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5080" name="AutoShape 24"/>
          <p:cNvSpPr>
            <a:spLocks/>
          </p:cNvSpPr>
          <p:nvPr/>
        </p:nvSpPr>
        <p:spPr bwMode="auto">
          <a:xfrm>
            <a:off x="181229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1" name="AutoShape 25"/>
          <p:cNvSpPr>
            <a:spLocks/>
          </p:cNvSpPr>
          <p:nvPr/>
        </p:nvSpPr>
        <p:spPr bwMode="auto">
          <a:xfrm>
            <a:off x="181102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2" name="AutoShape 26"/>
          <p:cNvSpPr>
            <a:spLocks/>
          </p:cNvSpPr>
          <p:nvPr/>
        </p:nvSpPr>
        <p:spPr bwMode="auto">
          <a:xfrm>
            <a:off x="181737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3" name="AutoShape 27"/>
          <p:cNvSpPr>
            <a:spLocks/>
          </p:cNvSpPr>
          <p:nvPr/>
        </p:nvSpPr>
        <p:spPr bwMode="auto">
          <a:xfrm>
            <a:off x="181483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45084" name="AutoShape 28"/>
          <p:cNvSpPr>
            <a:spLocks/>
          </p:cNvSpPr>
          <p:nvPr/>
        </p:nvSpPr>
        <p:spPr bwMode="auto">
          <a:xfrm>
            <a:off x="181737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5" name="AutoShape 29"/>
          <p:cNvSpPr>
            <a:spLocks/>
          </p:cNvSpPr>
          <p:nvPr/>
        </p:nvSpPr>
        <p:spPr bwMode="auto">
          <a:xfrm>
            <a:off x="174450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86" name="AutoShape 30"/>
          <p:cNvSpPr>
            <a:spLocks/>
          </p:cNvSpPr>
          <p:nvPr/>
        </p:nvSpPr>
        <p:spPr bwMode="auto">
          <a:xfrm>
            <a:off x="174450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87" name="AutoShape 31"/>
          <p:cNvSpPr>
            <a:spLocks/>
          </p:cNvSpPr>
          <p:nvPr/>
        </p:nvSpPr>
        <p:spPr bwMode="auto">
          <a:xfrm>
            <a:off x="174450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88" name="AutoShape 32"/>
          <p:cNvSpPr>
            <a:spLocks/>
          </p:cNvSpPr>
          <p:nvPr/>
        </p:nvSpPr>
        <p:spPr bwMode="auto">
          <a:xfrm>
            <a:off x="174450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 name="Picture Placeholder 1"/>
          <p:cNvSpPr>
            <a:spLocks noGrp="1"/>
          </p:cNvSpPr>
          <p:nvPr>
            <p:ph type="pic" sz="quarter" idx="10"/>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5060"/>
                                        </p:tgtEl>
                                        <p:attrNameLst>
                                          <p:attrName>style.visibility</p:attrName>
                                        </p:attrNameLst>
                                      </p:cBhvr>
                                      <p:to>
                                        <p:strVal val="visible"/>
                                      </p:to>
                                    </p:set>
                                    <p:anim calcmode="lin" valueType="num">
                                      <p:cBhvr additive="base">
                                        <p:cTn id="7" dur="500" fill="hold"/>
                                        <p:tgtEl>
                                          <p:spTgt spid="45060"/>
                                        </p:tgtEl>
                                        <p:attrNameLst>
                                          <p:attrName>ppt_x</p:attrName>
                                        </p:attrNameLst>
                                      </p:cBhvr>
                                      <p:tavLst>
                                        <p:tav tm="0">
                                          <p:val>
                                            <p:strVal val="1+#ppt_w/2"/>
                                          </p:val>
                                        </p:tav>
                                        <p:tav tm="100000">
                                          <p:val>
                                            <p:strVal val="#ppt_x"/>
                                          </p:val>
                                        </p:tav>
                                      </p:tavLst>
                                    </p:anim>
                                    <p:anim calcmode="lin" valueType="num">
                                      <p:cBhvr additive="base">
                                        <p:cTn id="8" dur="500" fill="hold"/>
                                        <p:tgtEl>
                                          <p:spTgt spid="4506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5058"/>
                                        </p:tgtEl>
                                        <p:attrNameLst>
                                          <p:attrName>style.visibility</p:attrName>
                                        </p:attrNameLst>
                                      </p:cBhvr>
                                      <p:to>
                                        <p:strVal val="visible"/>
                                      </p:to>
                                    </p:set>
                                    <p:anim calcmode="lin" valueType="num">
                                      <p:cBhvr additive="base">
                                        <p:cTn id="12" dur="500" fill="hold"/>
                                        <p:tgtEl>
                                          <p:spTgt spid="45058"/>
                                        </p:tgtEl>
                                        <p:attrNameLst>
                                          <p:attrName>ppt_x</p:attrName>
                                        </p:attrNameLst>
                                      </p:cBhvr>
                                      <p:tavLst>
                                        <p:tav tm="0">
                                          <p:val>
                                            <p:strVal val="1+#ppt_w/2"/>
                                          </p:val>
                                        </p:tav>
                                        <p:tav tm="100000">
                                          <p:val>
                                            <p:strVal val="#ppt_x"/>
                                          </p:val>
                                        </p:tav>
                                      </p:tavLst>
                                    </p:anim>
                                    <p:anim calcmode="lin" valueType="num">
                                      <p:cBhvr additive="base">
                                        <p:cTn id="13" dur="500" fill="hold"/>
                                        <p:tgtEl>
                                          <p:spTgt spid="45058"/>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5061"/>
                                        </p:tgtEl>
                                        <p:attrNameLst>
                                          <p:attrName>style.visibility</p:attrName>
                                        </p:attrNameLst>
                                      </p:cBhvr>
                                      <p:to>
                                        <p:strVal val="visible"/>
                                      </p:to>
                                    </p:set>
                                    <p:anim calcmode="lin" valueType="num">
                                      <p:cBhvr additive="base">
                                        <p:cTn id="17" dur="500" fill="hold"/>
                                        <p:tgtEl>
                                          <p:spTgt spid="45061"/>
                                        </p:tgtEl>
                                        <p:attrNameLst>
                                          <p:attrName>ppt_x</p:attrName>
                                        </p:attrNameLst>
                                      </p:cBhvr>
                                      <p:tavLst>
                                        <p:tav tm="0">
                                          <p:val>
                                            <p:strVal val="1+#ppt_w/2"/>
                                          </p:val>
                                        </p:tav>
                                        <p:tav tm="100000">
                                          <p:val>
                                            <p:strVal val="#ppt_x"/>
                                          </p:val>
                                        </p:tav>
                                      </p:tavLst>
                                    </p:anim>
                                    <p:anim calcmode="lin" valueType="num">
                                      <p:cBhvr additive="base">
                                        <p:cTn id="18" dur="500" fill="hold"/>
                                        <p:tgtEl>
                                          <p:spTgt spid="45061"/>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5073"/>
                                        </p:tgtEl>
                                        <p:attrNameLst>
                                          <p:attrName>style.visibility</p:attrName>
                                        </p:attrNameLst>
                                      </p:cBhvr>
                                      <p:to>
                                        <p:strVal val="visible"/>
                                      </p:to>
                                    </p:set>
                                    <p:animEffect transition="in" filter="dissolve">
                                      <p:cBhvr>
                                        <p:cTn id="22" dur="500"/>
                                        <p:tgtEl>
                                          <p:spTgt spid="45073"/>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45074"/>
                                        </p:tgtEl>
                                        <p:attrNameLst>
                                          <p:attrName>style.visibility</p:attrName>
                                        </p:attrNameLst>
                                      </p:cBhvr>
                                      <p:to>
                                        <p:strVal val="visible"/>
                                      </p:to>
                                    </p:set>
                                    <p:animEffect transition="in" filter="dissolve">
                                      <p:cBhvr>
                                        <p:cTn id="26" dur="500"/>
                                        <p:tgtEl>
                                          <p:spTgt spid="45074"/>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45075"/>
                                        </p:tgtEl>
                                        <p:attrNameLst>
                                          <p:attrName>style.visibility</p:attrName>
                                        </p:attrNameLst>
                                      </p:cBhvr>
                                      <p:to>
                                        <p:strVal val="visible"/>
                                      </p:to>
                                    </p:set>
                                    <p:animEffect transition="in" filter="dissolve">
                                      <p:cBhvr>
                                        <p:cTn id="30" dur="500"/>
                                        <p:tgtEl>
                                          <p:spTgt spid="45075"/>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45076"/>
                                        </p:tgtEl>
                                        <p:attrNameLst>
                                          <p:attrName>style.visibility</p:attrName>
                                        </p:attrNameLst>
                                      </p:cBhvr>
                                      <p:to>
                                        <p:strVal val="visible"/>
                                      </p:to>
                                    </p:set>
                                    <p:animEffect transition="in" filter="dissolve">
                                      <p:cBhvr>
                                        <p:cTn id="34" dur="500"/>
                                        <p:tgtEl>
                                          <p:spTgt spid="45076"/>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45085"/>
                                        </p:tgtEl>
                                        <p:attrNameLst>
                                          <p:attrName>style.visibility</p:attrName>
                                        </p:attrNameLst>
                                      </p:cBhvr>
                                      <p:to>
                                        <p:strVal val="visible"/>
                                      </p:to>
                                    </p:set>
                                    <p:animEffect transition="in" filter="dissolve">
                                      <p:cBhvr>
                                        <p:cTn id="38" dur="500"/>
                                        <p:tgtEl>
                                          <p:spTgt spid="45085"/>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45086"/>
                                        </p:tgtEl>
                                        <p:attrNameLst>
                                          <p:attrName>style.visibility</p:attrName>
                                        </p:attrNameLst>
                                      </p:cBhvr>
                                      <p:to>
                                        <p:strVal val="visible"/>
                                      </p:to>
                                    </p:set>
                                    <p:animEffect transition="in" filter="dissolve">
                                      <p:cBhvr>
                                        <p:cTn id="42" dur="500"/>
                                        <p:tgtEl>
                                          <p:spTgt spid="45086"/>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45087"/>
                                        </p:tgtEl>
                                        <p:attrNameLst>
                                          <p:attrName>style.visibility</p:attrName>
                                        </p:attrNameLst>
                                      </p:cBhvr>
                                      <p:to>
                                        <p:strVal val="visible"/>
                                      </p:to>
                                    </p:set>
                                    <p:animEffect transition="in" filter="dissolve">
                                      <p:cBhvr>
                                        <p:cTn id="46" dur="500"/>
                                        <p:tgtEl>
                                          <p:spTgt spid="45087"/>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45088"/>
                                        </p:tgtEl>
                                        <p:attrNameLst>
                                          <p:attrName>style.visibility</p:attrName>
                                        </p:attrNameLst>
                                      </p:cBhvr>
                                      <p:to>
                                        <p:strVal val="visible"/>
                                      </p:to>
                                    </p:set>
                                    <p:animEffect transition="in" filter="dissolve">
                                      <p:cBhvr>
                                        <p:cTn id="50" dur="500"/>
                                        <p:tgtEl>
                                          <p:spTgt spid="45088"/>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45065"/>
                                        </p:tgtEl>
                                        <p:attrNameLst>
                                          <p:attrName>style.visibility</p:attrName>
                                        </p:attrNameLst>
                                      </p:cBhvr>
                                      <p:to>
                                        <p:strVal val="visible"/>
                                      </p:to>
                                    </p:set>
                                    <p:animEffect transition="in" filter="dissolve">
                                      <p:cBhvr>
                                        <p:cTn id="54" dur="500"/>
                                        <p:tgtEl>
                                          <p:spTgt spid="45065"/>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45066"/>
                                        </p:tgtEl>
                                        <p:attrNameLst>
                                          <p:attrName>style.visibility</p:attrName>
                                        </p:attrNameLst>
                                      </p:cBhvr>
                                      <p:to>
                                        <p:strVal val="visible"/>
                                      </p:to>
                                    </p:set>
                                    <p:animEffect transition="in" filter="dissolve">
                                      <p:cBhvr>
                                        <p:cTn id="58" dur="500"/>
                                        <p:tgtEl>
                                          <p:spTgt spid="45066"/>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45067"/>
                                        </p:tgtEl>
                                        <p:attrNameLst>
                                          <p:attrName>style.visibility</p:attrName>
                                        </p:attrNameLst>
                                      </p:cBhvr>
                                      <p:to>
                                        <p:strVal val="visible"/>
                                      </p:to>
                                    </p:set>
                                    <p:animEffect transition="in" filter="dissolve">
                                      <p:cBhvr>
                                        <p:cTn id="62" dur="500"/>
                                        <p:tgtEl>
                                          <p:spTgt spid="45067"/>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45068"/>
                                        </p:tgtEl>
                                        <p:attrNameLst>
                                          <p:attrName>style.visibility</p:attrName>
                                        </p:attrNameLst>
                                      </p:cBhvr>
                                      <p:to>
                                        <p:strVal val="visible"/>
                                      </p:to>
                                    </p:set>
                                    <p:animEffect transition="in" filter="dissolve">
                                      <p:cBhvr>
                                        <p:cTn id="66" dur="500"/>
                                        <p:tgtEl>
                                          <p:spTgt spid="45068"/>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45069"/>
                                        </p:tgtEl>
                                        <p:attrNameLst>
                                          <p:attrName>style.visibility</p:attrName>
                                        </p:attrNameLst>
                                      </p:cBhvr>
                                      <p:to>
                                        <p:strVal val="visible"/>
                                      </p:to>
                                    </p:set>
                                    <p:animEffect transition="in" filter="dissolve">
                                      <p:cBhvr>
                                        <p:cTn id="70" dur="500"/>
                                        <p:tgtEl>
                                          <p:spTgt spid="45069"/>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45070"/>
                                        </p:tgtEl>
                                        <p:attrNameLst>
                                          <p:attrName>style.visibility</p:attrName>
                                        </p:attrNameLst>
                                      </p:cBhvr>
                                      <p:to>
                                        <p:strVal val="visible"/>
                                      </p:to>
                                    </p:set>
                                    <p:animEffect transition="in" filter="dissolve">
                                      <p:cBhvr>
                                        <p:cTn id="74" dur="500"/>
                                        <p:tgtEl>
                                          <p:spTgt spid="45070"/>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45071"/>
                                        </p:tgtEl>
                                        <p:attrNameLst>
                                          <p:attrName>style.visibility</p:attrName>
                                        </p:attrNameLst>
                                      </p:cBhvr>
                                      <p:to>
                                        <p:strVal val="visible"/>
                                      </p:to>
                                    </p:set>
                                    <p:animEffect transition="in" filter="dissolve">
                                      <p:cBhvr>
                                        <p:cTn id="78" dur="500"/>
                                        <p:tgtEl>
                                          <p:spTgt spid="45071"/>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45072"/>
                                        </p:tgtEl>
                                        <p:attrNameLst>
                                          <p:attrName>style.visibility</p:attrName>
                                        </p:attrNameLst>
                                      </p:cBhvr>
                                      <p:to>
                                        <p:strVal val="visible"/>
                                      </p:to>
                                    </p:set>
                                    <p:animEffect transition="in" filter="dissolve">
                                      <p:cBhvr>
                                        <p:cTn id="82" dur="500"/>
                                        <p:tgtEl>
                                          <p:spTgt spid="45072"/>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45077"/>
                                        </p:tgtEl>
                                        <p:attrNameLst>
                                          <p:attrName>style.visibility</p:attrName>
                                        </p:attrNameLst>
                                      </p:cBhvr>
                                      <p:to>
                                        <p:strVal val="visible"/>
                                      </p:to>
                                    </p:set>
                                    <p:animEffect transition="in" filter="dissolve">
                                      <p:cBhvr>
                                        <p:cTn id="86" dur="500"/>
                                        <p:tgtEl>
                                          <p:spTgt spid="45077"/>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45078"/>
                                        </p:tgtEl>
                                        <p:attrNameLst>
                                          <p:attrName>style.visibility</p:attrName>
                                        </p:attrNameLst>
                                      </p:cBhvr>
                                      <p:to>
                                        <p:strVal val="visible"/>
                                      </p:to>
                                    </p:set>
                                    <p:animEffect transition="in" filter="dissolve">
                                      <p:cBhvr>
                                        <p:cTn id="90" dur="500"/>
                                        <p:tgtEl>
                                          <p:spTgt spid="45078"/>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45079"/>
                                        </p:tgtEl>
                                        <p:attrNameLst>
                                          <p:attrName>style.visibility</p:attrName>
                                        </p:attrNameLst>
                                      </p:cBhvr>
                                      <p:to>
                                        <p:strVal val="visible"/>
                                      </p:to>
                                    </p:set>
                                    <p:animEffect transition="in" filter="dissolve">
                                      <p:cBhvr>
                                        <p:cTn id="94" dur="500"/>
                                        <p:tgtEl>
                                          <p:spTgt spid="45079"/>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45080"/>
                                        </p:tgtEl>
                                        <p:attrNameLst>
                                          <p:attrName>style.visibility</p:attrName>
                                        </p:attrNameLst>
                                      </p:cBhvr>
                                      <p:to>
                                        <p:strVal val="visible"/>
                                      </p:to>
                                    </p:set>
                                    <p:animEffect transition="in" filter="dissolve">
                                      <p:cBhvr>
                                        <p:cTn id="98" dur="500"/>
                                        <p:tgtEl>
                                          <p:spTgt spid="45080"/>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45081"/>
                                        </p:tgtEl>
                                        <p:attrNameLst>
                                          <p:attrName>style.visibility</p:attrName>
                                        </p:attrNameLst>
                                      </p:cBhvr>
                                      <p:to>
                                        <p:strVal val="visible"/>
                                      </p:to>
                                    </p:set>
                                    <p:animEffect transition="in" filter="dissolve">
                                      <p:cBhvr>
                                        <p:cTn id="102" dur="500"/>
                                        <p:tgtEl>
                                          <p:spTgt spid="45081"/>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45082"/>
                                        </p:tgtEl>
                                        <p:attrNameLst>
                                          <p:attrName>style.visibility</p:attrName>
                                        </p:attrNameLst>
                                      </p:cBhvr>
                                      <p:to>
                                        <p:strVal val="visible"/>
                                      </p:to>
                                    </p:set>
                                    <p:animEffect transition="in" filter="dissolve">
                                      <p:cBhvr>
                                        <p:cTn id="106" dur="500"/>
                                        <p:tgtEl>
                                          <p:spTgt spid="45082"/>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45083"/>
                                        </p:tgtEl>
                                        <p:attrNameLst>
                                          <p:attrName>style.visibility</p:attrName>
                                        </p:attrNameLst>
                                      </p:cBhvr>
                                      <p:to>
                                        <p:strVal val="visible"/>
                                      </p:to>
                                    </p:set>
                                    <p:animEffect transition="in" filter="dissolve">
                                      <p:cBhvr>
                                        <p:cTn id="110" dur="500"/>
                                        <p:tgtEl>
                                          <p:spTgt spid="45083"/>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45084"/>
                                        </p:tgtEl>
                                        <p:attrNameLst>
                                          <p:attrName>style.visibility</p:attrName>
                                        </p:attrNameLst>
                                      </p:cBhvr>
                                      <p:to>
                                        <p:strVal val="visible"/>
                                      </p:to>
                                    </p:set>
                                    <p:animEffect transition="in" filter="dissolve">
                                      <p:cBhvr>
                                        <p:cTn id="114" dur="500"/>
                                        <p:tgtEl>
                                          <p:spTgt spid="450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58" grpId="0" autoUpdateAnimBg="0"/>
      <p:bldP spid="45060" grpId="0" autoUpdateAnimBg="0"/>
      <p:bldP spid="45061" grpId="0" autoUpdateAnimBg="0"/>
      <p:bldP spid="45065" grpId="0" autoUpdateAnimBg="0"/>
      <p:bldP spid="45066" grpId="0" autoUpdateAnimBg="0"/>
      <p:bldP spid="45067" grpId="0" autoUpdateAnimBg="0"/>
      <p:bldP spid="45068" grpId="0" autoUpdateAnimBg="0"/>
      <p:bldP spid="45069" grpId="0" autoUpdateAnimBg="0"/>
      <p:bldP spid="45070" grpId="0" autoUpdateAnimBg="0"/>
      <p:bldP spid="45071" grpId="0" autoUpdateAnimBg="0"/>
      <p:bldP spid="45072" grpId="0" autoUpdateAnimBg="0"/>
      <p:bldP spid="45077" grpId="0" autoUpdateAnimBg="0"/>
      <p:bldP spid="45078" grpId="0" autoUpdateAnimBg="0"/>
      <p:bldP spid="45079" grpId="0" autoUpdateAnimBg="0"/>
      <p:bldP spid="45080" grpId="0" autoUpdateAnimBg="0"/>
      <p:bldP spid="45081" grpId="0" autoUpdateAnimBg="0"/>
      <p:bldP spid="45082" grpId="0" autoUpdateAnimBg="0"/>
      <p:bldP spid="45083" grpId="0" autoUpdateAnimBg="0"/>
      <p:bldP spid="45084" grpId="0" autoUpdateAnimBg="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6082"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6083"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1BA2C114-FEA2-46E6-82E4-57CDE2220ED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43</a:t>
            </a:fld>
            <a:endParaRPr lang="es-ES" altLang="en-US"/>
          </a:p>
        </p:txBody>
      </p:sp>
      <p:sp>
        <p:nvSpPr>
          <p:cNvPr id="46084"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Steeps</a:t>
            </a:r>
            <a:r>
              <a:rPr lang="es-ES" b="1" dirty="0">
                <a:solidFill>
                  <a:schemeClr val="bg1">
                    <a:lumMod val="95000"/>
                  </a:schemeClr>
                </a:solidFill>
                <a:latin typeface="Lato" charset="0"/>
                <a:ea typeface="ＭＳ Ｐゴシック" charset="0"/>
                <a:cs typeface="Lato" charset="0"/>
                <a:sym typeface="Lato" charset="0"/>
              </a:rPr>
              <a:t> to </a:t>
            </a:r>
            <a:r>
              <a:rPr lang="es-ES" b="1" dirty="0" err="1">
                <a:solidFill>
                  <a:schemeClr val="bg1">
                    <a:lumMod val="95000"/>
                  </a:schemeClr>
                </a:solidFill>
                <a:latin typeface="Lato" charset="0"/>
                <a:ea typeface="ＭＳ Ｐゴシック" charset="0"/>
                <a:cs typeface="Lato" charset="0"/>
                <a:sym typeface="Lato" charset="0"/>
              </a:rPr>
              <a:t>Succes</a:t>
            </a:r>
            <a:endParaRPr lang="es-ES" dirty="0">
              <a:solidFill>
                <a:schemeClr val="bg1">
                  <a:lumMod val="95000"/>
                </a:schemeClr>
              </a:solidFill>
              <a:ea typeface="ＭＳ Ｐゴシック" charset="0"/>
            </a:endParaRPr>
          </a:p>
        </p:txBody>
      </p:sp>
      <p:sp>
        <p:nvSpPr>
          <p:cNvPr id="46085"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6086" name="AutoShape 6"/>
          <p:cNvSpPr>
            <a:spLocks/>
          </p:cNvSpPr>
          <p:nvPr/>
        </p:nvSpPr>
        <p:spPr bwMode="auto">
          <a:xfrm>
            <a:off x="3336925" y="10183813"/>
            <a:ext cx="1779588" cy="1776412"/>
          </a:xfrm>
          <a:custGeom>
            <a:avLst/>
            <a:gdLst>
              <a:gd name="T0" fmla="*/ 889749 w 19679"/>
              <a:gd name="T1" fmla="*/ 974910 h 19679"/>
              <a:gd name="T2" fmla="*/ 889749 w 19679"/>
              <a:gd name="T3" fmla="*/ 974910 h 19679"/>
              <a:gd name="T4" fmla="*/ 889749 w 19679"/>
              <a:gd name="T5" fmla="*/ 974910 h 19679"/>
              <a:gd name="T6" fmla="*/ 889749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46087" name="AutoShape 7"/>
          <p:cNvSpPr>
            <a:spLocks/>
          </p:cNvSpPr>
          <p:nvPr/>
        </p:nvSpPr>
        <p:spPr bwMode="auto">
          <a:xfrm>
            <a:off x="13073063" y="7851775"/>
            <a:ext cx="1779587" cy="1776413"/>
          </a:xfrm>
          <a:custGeom>
            <a:avLst/>
            <a:gdLst>
              <a:gd name="T0" fmla="*/ 889748 w 19679"/>
              <a:gd name="T1" fmla="*/ 974910 h 19679"/>
              <a:gd name="T2" fmla="*/ 889748 w 19679"/>
              <a:gd name="T3" fmla="*/ 974910 h 19679"/>
              <a:gd name="T4" fmla="*/ 889748 w 19679"/>
              <a:gd name="T5" fmla="*/ 974910 h 19679"/>
              <a:gd name="T6" fmla="*/ 889748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46088" name="AutoShape 8"/>
          <p:cNvSpPr>
            <a:spLocks/>
          </p:cNvSpPr>
          <p:nvPr/>
        </p:nvSpPr>
        <p:spPr bwMode="auto">
          <a:xfrm>
            <a:off x="8188325" y="9031288"/>
            <a:ext cx="1779588" cy="1776412"/>
          </a:xfrm>
          <a:custGeom>
            <a:avLst/>
            <a:gdLst>
              <a:gd name="T0" fmla="*/ 889749 w 19679"/>
              <a:gd name="T1" fmla="*/ 974910 h 19679"/>
              <a:gd name="T2" fmla="*/ 889749 w 19679"/>
              <a:gd name="T3" fmla="*/ 974910 h 19679"/>
              <a:gd name="T4" fmla="*/ 889749 w 19679"/>
              <a:gd name="T5" fmla="*/ 974910 h 19679"/>
              <a:gd name="T6" fmla="*/ 889749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46089" name="AutoShape 9"/>
          <p:cNvSpPr>
            <a:spLocks/>
          </p:cNvSpPr>
          <p:nvPr/>
        </p:nvSpPr>
        <p:spPr bwMode="auto">
          <a:xfrm>
            <a:off x="17867313" y="6675438"/>
            <a:ext cx="1779587" cy="1776412"/>
          </a:xfrm>
          <a:custGeom>
            <a:avLst/>
            <a:gdLst>
              <a:gd name="T0" fmla="*/ 889748 w 19679"/>
              <a:gd name="T1" fmla="*/ 974910 h 19679"/>
              <a:gd name="T2" fmla="*/ 889748 w 19679"/>
              <a:gd name="T3" fmla="*/ 974910 h 19679"/>
              <a:gd name="T4" fmla="*/ 889748 w 19679"/>
              <a:gd name="T5" fmla="*/ 974910 h 19679"/>
              <a:gd name="T6" fmla="*/ 889748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46090" name="AutoShape 10"/>
          <p:cNvSpPr>
            <a:spLocks/>
          </p:cNvSpPr>
          <p:nvPr/>
        </p:nvSpPr>
        <p:spPr bwMode="auto">
          <a:xfrm>
            <a:off x="2292350" y="9259888"/>
            <a:ext cx="4940300" cy="2976562"/>
          </a:xfrm>
          <a:custGeom>
            <a:avLst/>
            <a:gdLst>
              <a:gd name="T0" fmla="*/ 2470150 w 21600"/>
              <a:gd name="T1" fmla="*/ 1488281 h 21600"/>
              <a:gd name="T2" fmla="*/ 2470150 w 21600"/>
              <a:gd name="T3" fmla="*/ 1488281 h 21600"/>
              <a:gd name="T4" fmla="*/ 2470150 w 21600"/>
              <a:gd name="T5" fmla="*/ 1488281 h 21600"/>
              <a:gd name="T6" fmla="*/ 2470150 w 21600"/>
              <a:gd name="T7" fmla="*/ 14882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6"/>
          </a:solidFill>
          <a:ln>
            <a:noFill/>
          </a:ln>
          <a:effectLst/>
          <a:extLst/>
        </p:spPr>
        <p:txBody>
          <a:bodyPr lIns="45719" tIns="45719" rIns="45719" bIns="45719"/>
          <a:lstStyle/>
          <a:p>
            <a:endParaRPr lang="en-US"/>
          </a:p>
        </p:txBody>
      </p:sp>
      <p:sp>
        <p:nvSpPr>
          <p:cNvPr id="46091" name="AutoShape 11"/>
          <p:cNvSpPr>
            <a:spLocks/>
          </p:cNvSpPr>
          <p:nvPr/>
        </p:nvSpPr>
        <p:spPr bwMode="auto">
          <a:xfrm>
            <a:off x="7218363" y="8150225"/>
            <a:ext cx="4941887" cy="2976563"/>
          </a:xfrm>
          <a:custGeom>
            <a:avLst/>
            <a:gdLst>
              <a:gd name="T0" fmla="*/ 2470944 w 21600"/>
              <a:gd name="T1" fmla="*/ 1488282 h 21600"/>
              <a:gd name="T2" fmla="*/ 2470944 w 21600"/>
              <a:gd name="T3" fmla="*/ 1488282 h 21600"/>
              <a:gd name="T4" fmla="*/ 2470944 w 21600"/>
              <a:gd name="T5" fmla="*/ 1488282 h 21600"/>
              <a:gd name="T6" fmla="*/ 2470944 w 21600"/>
              <a:gd name="T7" fmla="*/ 1488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4"/>
          </a:solidFill>
          <a:ln>
            <a:noFill/>
          </a:ln>
          <a:effectLst/>
          <a:extLst/>
        </p:spPr>
        <p:txBody>
          <a:bodyPr lIns="45719" tIns="45719" rIns="45719" bIns="45719"/>
          <a:lstStyle/>
          <a:p>
            <a:endParaRPr lang="en-US"/>
          </a:p>
        </p:txBody>
      </p:sp>
      <p:sp>
        <p:nvSpPr>
          <p:cNvPr id="46092" name="AutoShape 12"/>
          <p:cNvSpPr>
            <a:spLocks/>
          </p:cNvSpPr>
          <p:nvPr/>
        </p:nvSpPr>
        <p:spPr bwMode="auto">
          <a:xfrm>
            <a:off x="12144375" y="7029450"/>
            <a:ext cx="4941888" cy="2976563"/>
          </a:xfrm>
          <a:custGeom>
            <a:avLst/>
            <a:gdLst>
              <a:gd name="T0" fmla="*/ 2470944 w 21600"/>
              <a:gd name="T1" fmla="*/ 1488282 h 21600"/>
              <a:gd name="T2" fmla="*/ 2470944 w 21600"/>
              <a:gd name="T3" fmla="*/ 1488282 h 21600"/>
              <a:gd name="T4" fmla="*/ 2470944 w 21600"/>
              <a:gd name="T5" fmla="*/ 1488282 h 21600"/>
              <a:gd name="T6" fmla="*/ 2470944 w 21600"/>
              <a:gd name="T7" fmla="*/ 1488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6"/>
          </a:solidFill>
          <a:ln>
            <a:noFill/>
          </a:ln>
          <a:effectLst/>
          <a:extLst/>
        </p:spPr>
        <p:txBody>
          <a:bodyPr lIns="45719" tIns="45719" rIns="45719" bIns="45719"/>
          <a:lstStyle/>
          <a:p>
            <a:endParaRPr lang="en-US"/>
          </a:p>
        </p:txBody>
      </p:sp>
      <p:sp>
        <p:nvSpPr>
          <p:cNvPr id="46093" name="AutoShape 13"/>
          <p:cNvSpPr>
            <a:spLocks/>
          </p:cNvSpPr>
          <p:nvPr/>
        </p:nvSpPr>
        <p:spPr bwMode="auto">
          <a:xfrm>
            <a:off x="17056100" y="5919788"/>
            <a:ext cx="4941888" cy="2976562"/>
          </a:xfrm>
          <a:custGeom>
            <a:avLst/>
            <a:gdLst>
              <a:gd name="T0" fmla="*/ 2470944 w 21600"/>
              <a:gd name="T1" fmla="*/ 1488281 h 21600"/>
              <a:gd name="T2" fmla="*/ 2470944 w 21600"/>
              <a:gd name="T3" fmla="*/ 1488281 h 21600"/>
              <a:gd name="T4" fmla="*/ 2470944 w 21600"/>
              <a:gd name="T5" fmla="*/ 1488281 h 21600"/>
              <a:gd name="T6" fmla="*/ 2470944 w 21600"/>
              <a:gd name="T7" fmla="*/ 14882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4"/>
          </a:solidFill>
          <a:ln>
            <a:noFill/>
          </a:ln>
          <a:effectLst/>
          <a:extLst/>
        </p:spPr>
        <p:txBody>
          <a:bodyPr lIns="45719" tIns="45719" rIns="45719" bIns="45719"/>
          <a:lstStyle/>
          <a:p>
            <a:endParaRPr lang="en-US"/>
          </a:p>
        </p:txBody>
      </p:sp>
      <p:sp>
        <p:nvSpPr>
          <p:cNvPr id="46094" name="AutoShape 14"/>
          <p:cNvSpPr>
            <a:spLocks/>
          </p:cNvSpPr>
          <p:nvPr/>
        </p:nvSpPr>
        <p:spPr bwMode="auto">
          <a:xfrm>
            <a:off x="18432463" y="7240588"/>
            <a:ext cx="717550" cy="638175"/>
          </a:xfrm>
          <a:custGeom>
            <a:avLst/>
            <a:gdLst>
              <a:gd name="T0" fmla="*/ 358758 w 21263"/>
              <a:gd name="T1" fmla="*/ 329111 h 21266"/>
              <a:gd name="T2" fmla="*/ 358758 w 21263"/>
              <a:gd name="T3" fmla="*/ 329111 h 21266"/>
              <a:gd name="T4" fmla="*/ 358758 w 21263"/>
              <a:gd name="T5" fmla="*/ 329111 h 21266"/>
              <a:gd name="T6" fmla="*/ 358758 w 21263"/>
              <a:gd name="T7" fmla="*/ 329111 h 21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63" h="21266">
                <a:moveTo>
                  <a:pt x="21141" y="2570"/>
                </a:moveTo>
                <a:cubicBezTo>
                  <a:pt x="19207" y="573"/>
                  <a:pt x="19207" y="573"/>
                  <a:pt x="19207" y="573"/>
                </a:cubicBezTo>
                <a:cubicBezTo>
                  <a:pt x="18885" y="210"/>
                  <a:pt x="18562" y="210"/>
                  <a:pt x="18240" y="573"/>
                </a:cubicBezTo>
                <a:cubicBezTo>
                  <a:pt x="18079" y="755"/>
                  <a:pt x="18079" y="936"/>
                  <a:pt x="18079" y="1118"/>
                </a:cubicBezTo>
                <a:cubicBezTo>
                  <a:pt x="17917" y="1118"/>
                  <a:pt x="17756" y="1118"/>
                  <a:pt x="17595" y="1299"/>
                </a:cubicBezTo>
                <a:cubicBezTo>
                  <a:pt x="17595" y="1299"/>
                  <a:pt x="17595" y="1299"/>
                  <a:pt x="17595" y="1299"/>
                </a:cubicBezTo>
                <a:cubicBezTo>
                  <a:pt x="12759" y="6744"/>
                  <a:pt x="12759" y="6744"/>
                  <a:pt x="12759" y="6744"/>
                </a:cubicBezTo>
                <a:cubicBezTo>
                  <a:pt x="12759" y="7289"/>
                  <a:pt x="12598" y="7834"/>
                  <a:pt x="12437" y="8197"/>
                </a:cubicBezTo>
                <a:cubicBezTo>
                  <a:pt x="12920" y="8741"/>
                  <a:pt x="12920" y="8741"/>
                  <a:pt x="12920" y="8741"/>
                </a:cubicBezTo>
                <a:cubicBezTo>
                  <a:pt x="12920" y="8741"/>
                  <a:pt x="12920" y="8741"/>
                  <a:pt x="12920" y="8741"/>
                </a:cubicBezTo>
                <a:cubicBezTo>
                  <a:pt x="13082" y="8923"/>
                  <a:pt x="13082" y="8923"/>
                  <a:pt x="13082" y="8923"/>
                </a:cubicBezTo>
                <a:cubicBezTo>
                  <a:pt x="11953" y="10012"/>
                  <a:pt x="11953" y="10012"/>
                  <a:pt x="11953" y="10012"/>
                </a:cubicBezTo>
                <a:cubicBezTo>
                  <a:pt x="8407" y="6018"/>
                  <a:pt x="8407" y="6018"/>
                  <a:pt x="8407" y="6018"/>
                </a:cubicBezTo>
                <a:cubicBezTo>
                  <a:pt x="8729" y="4385"/>
                  <a:pt x="8407" y="2751"/>
                  <a:pt x="7279" y="1481"/>
                </a:cubicBezTo>
                <a:cubicBezTo>
                  <a:pt x="6150" y="210"/>
                  <a:pt x="4538" y="-334"/>
                  <a:pt x="3088" y="210"/>
                </a:cubicBezTo>
                <a:cubicBezTo>
                  <a:pt x="5505" y="2933"/>
                  <a:pt x="5505" y="2933"/>
                  <a:pt x="5505" y="2933"/>
                </a:cubicBezTo>
                <a:cubicBezTo>
                  <a:pt x="4861" y="5474"/>
                  <a:pt x="4861" y="5474"/>
                  <a:pt x="4861" y="5474"/>
                </a:cubicBezTo>
                <a:cubicBezTo>
                  <a:pt x="2604" y="6200"/>
                  <a:pt x="2604" y="6200"/>
                  <a:pt x="2604" y="6200"/>
                </a:cubicBezTo>
                <a:cubicBezTo>
                  <a:pt x="186" y="3477"/>
                  <a:pt x="186" y="3477"/>
                  <a:pt x="186" y="3477"/>
                </a:cubicBezTo>
                <a:cubicBezTo>
                  <a:pt x="-297" y="5111"/>
                  <a:pt x="186" y="6926"/>
                  <a:pt x="1314" y="8197"/>
                </a:cubicBezTo>
                <a:cubicBezTo>
                  <a:pt x="2443" y="9467"/>
                  <a:pt x="4055" y="9830"/>
                  <a:pt x="5505" y="9286"/>
                </a:cubicBezTo>
                <a:cubicBezTo>
                  <a:pt x="5667" y="9286"/>
                  <a:pt x="5667" y="9286"/>
                  <a:pt x="5667" y="9286"/>
                </a:cubicBezTo>
                <a:cubicBezTo>
                  <a:pt x="9052" y="13279"/>
                  <a:pt x="9052" y="13279"/>
                  <a:pt x="9052" y="13279"/>
                </a:cubicBezTo>
                <a:cubicBezTo>
                  <a:pt x="5828" y="17091"/>
                  <a:pt x="5828" y="17091"/>
                  <a:pt x="5828" y="17091"/>
                </a:cubicBezTo>
                <a:cubicBezTo>
                  <a:pt x="5505" y="16909"/>
                  <a:pt x="5505" y="16909"/>
                  <a:pt x="5505" y="16909"/>
                </a:cubicBezTo>
                <a:cubicBezTo>
                  <a:pt x="4700" y="17635"/>
                  <a:pt x="4700" y="17635"/>
                  <a:pt x="4700" y="17635"/>
                </a:cubicBezTo>
                <a:cubicBezTo>
                  <a:pt x="3088" y="20539"/>
                  <a:pt x="3088" y="20539"/>
                  <a:pt x="3088" y="20539"/>
                </a:cubicBezTo>
                <a:cubicBezTo>
                  <a:pt x="3410" y="20902"/>
                  <a:pt x="3410" y="20902"/>
                  <a:pt x="3410" y="20902"/>
                </a:cubicBezTo>
                <a:cubicBezTo>
                  <a:pt x="5989" y="19087"/>
                  <a:pt x="5989" y="19087"/>
                  <a:pt x="5989" y="19087"/>
                </a:cubicBezTo>
                <a:cubicBezTo>
                  <a:pt x="6634" y="17998"/>
                  <a:pt x="6634" y="17998"/>
                  <a:pt x="6634" y="17998"/>
                </a:cubicBezTo>
                <a:cubicBezTo>
                  <a:pt x="6473" y="17817"/>
                  <a:pt x="6473" y="17817"/>
                  <a:pt x="6473" y="17817"/>
                </a:cubicBezTo>
                <a:cubicBezTo>
                  <a:pt x="9858" y="14187"/>
                  <a:pt x="9858" y="14187"/>
                  <a:pt x="9858" y="14187"/>
                </a:cubicBezTo>
                <a:cubicBezTo>
                  <a:pt x="15500" y="20539"/>
                  <a:pt x="15500" y="20539"/>
                  <a:pt x="15500" y="20539"/>
                </a:cubicBezTo>
                <a:cubicBezTo>
                  <a:pt x="15983" y="20902"/>
                  <a:pt x="16467" y="21265"/>
                  <a:pt x="16950" y="21265"/>
                </a:cubicBezTo>
                <a:cubicBezTo>
                  <a:pt x="17434" y="21265"/>
                  <a:pt x="17917" y="20902"/>
                  <a:pt x="18401" y="20539"/>
                </a:cubicBezTo>
                <a:cubicBezTo>
                  <a:pt x="19207" y="19632"/>
                  <a:pt x="19207" y="18180"/>
                  <a:pt x="18401" y="17272"/>
                </a:cubicBezTo>
                <a:cubicBezTo>
                  <a:pt x="12759" y="10919"/>
                  <a:pt x="12759" y="10919"/>
                  <a:pt x="12759" y="10919"/>
                </a:cubicBezTo>
                <a:cubicBezTo>
                  <a:pt x="13726" y="9830"/>
                  <a:pt x="13726" y="9830"/>
                  <a:pt x="13726" y="9830"/>
                </a:cubicBezTo>
                <a:cubicBezTo>
                  <a:pt x="14210" y="10375"/>
                  <a:pt x="14210" y="10375"/>
                  <a:pt x="14210" y="10375"/>
                </a:cubicBezTo>
                <a:cubicBezTo>
                  <a:pt x="14532" y="10012"/>
                  <a:pt x="15016" y="9830"/>
                  <a:pt x="15500" y="10012"/>
                </a:cubicBezTo>
                <a:cubicBezTo>
                  <a:pt x="20335" y="4385"/>
                  <a:pt x="20335" y="4385"/>
                  <a:pt x="20335" y="4385"/>
                </a:cubicBezTo>
                <a:cubicBezTo>
                  <a:pt x="20335" y="4385"/>
                  <a:pt x="20335" y="4385"/>
                  <a:pt x="20335" y="4385"/>
                </a:cubicBezTo>
                <a:cubicBezTo>
                  <a:pt x="20335" y="4385"/>
                  <a:pt x="20335" y="4385"/>
                  <a:pt x="20335" y="4385"/>
                </a:cubicBezTo>
                <a:cubicBezTo>
                  <a:pt x="20497" y="4203"/>
                  <a:pt x="20497" y="4022"/>
                  <a:pt x="20497" y="3840"/>
                </a:cubicBezTo>
                <a:cubicBezTo>
                  <a:pt x="20658" y="4022"/>
                  <a:pt x="20980" y="3840"/>
                  <a:pt x="21141" y="3659"/>
                </a:cubicBezTo>
                <a:cubicBezTo>
                  <a:pt x="21303" y="3477"/>
                  <a:pt x="21303" y="2933"/>
                  <a:pt x="21141" y="2570"/>
                </a:cubicBezTo>
                <a:close/>
                <a:moveTo>
                  <a:pt x="17111" y="18361"/>
                </a:moveTo>
                <a:cubicBezTo>
                  <a:pt x="17595" y="18361"/>
                  <a:pt x="17917" y="18906"/>
                  <a:pt x="17917" y="19269"/>
                </a:cubicBezTo>
                <a:cubicBezTo>
                  <a:pt x="17917" y="19813"/>
                  <a:pt x="17595" y="20176"/>
                  <a:pt x="17111" y="20176"/>
                </a:cubicBezTo>
                <a:cubicBezTo>
                  <a:pt x="16628" y="20176"/>
                  <a:pt x="16305" y="19813"/>
                  <a:pt x="16305" y="19269"/>
                </a:cubicBezTo>
                <a:cubicBezTo>
                  <a:pt x="16305" y="18906"/>
                  <a:pt x="16628" y="18361"/>
                  <a:pt x="17111" y="18361"/>
                </a:cubicBezTo>
                <a:close/>
                <a:moveTo>
                  <a:pt x="14371" y="7108"/>
                </a:moveTo>
                <a:cubicBezTo>
                  <a:pt x="14049" y="6744"/>
                  <a:pt x="14049" y="6744"/>
                  <a:pt x="14049" y="6744"/>
                </a:cubicBezTo>
                <a:cubicBezTo>
                  <a:pt x="17756" y="2751"/>
                  <a:pt x="17756" y="2751"/>
                  <a:pt x="17756" y="2751"/>
                </a:cubicBezTo>
                <a:cubicBezTo>
                  <a:pt x="18079" y="3114"/>
                  <a:pt x="18079" y="3114"/>
                  <a:pt x="18079" y="3114"/>
                </a:cubicBezTo>
                <a:lnTo>
                  <a:pt x="14371" y="7108"/>
                </a:lnTo>
                <a:close/>
                <a:moveTo>
                  <a:pt x="15500" y="8378"/>
                </a:moveTo>
                <a:cubicBezTo>
                  <a:pt x="15177" y="8197"/>
                  <a:pt x="15177" y="8197"/>
                  <a:pt x="15177" y="8197"/>
                </a:cubicBezTo>
                <a:cubicBezTo>
                  <a:pt x="18885" y="4022"/>
                  <a:pt x="18885" y="4022"/>
                  <a:pt x="18885" y="4022"/>
                </a:cubicBezTo>
                <a:cubicBezTo>
                  <a:pt x="19207" y="4385"/>
                  <a:pt x="19207" y="4385"/>
                  <a:pt x="19207" y="4385"/>
                </a:cubicBezTo>
                <a:lnTo>
                  <a:pt x="15500" y="837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095" name="AutoShape 15"/>
          <p:cNvSpPr>
            <a:spLocks/>
          </p:cNvSpPr>
          <p:nvPr/>
        </p:nvSpPr>
        <p:spPr bwMode="auto">
          <a:xfrm>
            <a:off x="2320925" y="7823200"/>
            <a:ext cx="4443413" cy="1098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6" name="AutoShape 16"/>
          <p:cNvSpPr>
            <a:spLocks/>
          </p:cNvSpPr>
          <p:nvPr/>
        </p:nvSpPr>
        <p:spPr bwMode="auto">
          <a:xfrm>
            <a:off x="7277100" y="6694488"/>
            <a:ext cx="4441825" cy="1098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7" name="AutoShape 17"/>
          <p:cNvSpPr>
            <a:spLocks/>
          </p:cNvSpPr>
          <p:nvPr/>
        </p:nvSpPr>
        <p:spPr bwMode="auto">
          <a:xfrm>
            <a:off x="12174538" y="5565775"/>
            <a:ext cx="4441825" cy="1100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8" name="AutoShape 18"/>
          <p:cNvSpPr>
            <a:spLocks/>
          </p:cNvSpPr>
          <p:nvPr/>
        </p:nvSpPr>
        <p:spPr bwMode="auto">
          <a:xfrm>
            <a:off x="17071975" y="4438650"/>
            <a:ext cx="4441825" cy="1098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9" name="AutoShape 19"/>
          <p:cNvSpPr>
            <a:spLocks/>
          </p:cNvSpPr>
          <p:nvPr/>
        </p:nvSpPr>
        <p:spPr bwMode="auto">
          <a:xfrm>
            <a:off x="3762375" y="10642600"/>
            <a:ext cx="901700" cy="896938"/>
          </a:xfrm>
          <a:custGeom>
            <a:avLst/>
            <a:gdLst>
              <a:gd name="T0" fmla="*/ 450828 w 20931"/>
              <a:gd name="T1" fmla="*/ 475262 h 20973"/>
              <a:gd name="T2" fmla="*/ 450828 w 20931"/>
              <a:gd name="T3" fmla="*/ 475262 h 20973"/>
              <a:gd name="T4" fmla="*/ 450828 w 20931"/>
              <a:gd name="T5" fmla="*/ 475262 h 20973"/>
              <a:gd name="T6" fmla="*/ 450828 w 20931"/>
              <a:gd name="T7" fmla="*/ 475262 h 209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31" h="20973">
                <a:moveTo>
                  <a:pt x="2007" y="1880"/>
                </a:moveTo>
                <a:cubicBezTo>
                  <a:pt x="-669" y="4580"/>
                  <a:pt x="-669" y="8822"/>
                  <a:pt x="2007" y="11330"/>
                </a:cubicBezTo>
                <a:cubicBezTo>
                  <a:pt x="3727" y="13258"/>
                  <a:pt x="6403" y="13837"/>
                  <a:pt x="8697" y="13065"/>
                </a:cubicBezTo>
                <a:cubicBezTo>
                  <a:pt x="10800" y="15187"/>
                  <a:pt x="10800" y="15187"/>
                  <a:pt x="10800" y="15187"/>
                </a:cubicBezTo>
                <a:cubicBezTo>
                  <a:pt x="10800" y="15187"/>
                  <a:pt x="12711" y="13644"/>
                  <a:pt x="13667" y="14608"/>
                </a:cubicBezTo>
                <a:cubicBezTo>
                  <a:pt x="14431" y="15380"/>
                  <a:pt x="13858" y="16537"/>
                  <a:pt x="13667" y="17308"/>
                </a:cubicBezTo>
                <a:cubicBezTo>
                  <a:pt x="13476" y="17694"/>
                  <a:pt x="13284" y="18465"/>
                  <a:pt x="14431" y="18080"/>
                </a:cubicBezTo>
                <a:cubicBezTo>
                  <a:pt x="14814" y="17887"/>
                  <a:pt x="16152" y="17115"/>
                  <a:pt x="16916" y="18080"/>
                </a:cubicBezTo>
                <a:cubicBezTo>
                  <a:pt x="17872" y="19044"/>
                  <a:pt x="16916" y="20973"/>
                  <a:pt x="16916" y="20973"/>
                </a:cubicBezTo>
                <a:cubicBezTo>
                  <a:pt x="20930" y="20973"/>
                  <a:pt x="20930" y="20973"/>
                  <a:pt x="20930" y="20973"/>
                </a:cubicBezTo>
                <a:cubicBezTo>
                  <a:pt x="20930" y="16922"/>
                  <a:pt x="20930" y="16922"/>
                  <a:pt x="20930" y="16922"/>
                </a:cubicBezTo>
                <a:cubicBezTo>
                  <a:pt x="12902" y="8822"/>
                  <a:pt x="12902" y="8822"/>
                  <a:pt x="12902" y="8822"/>
                </a:cubicBezTo>
                <a:cubicBezTo>
                  <a:pt x="13667" y="6508"/>
                  <a:pt x="13093" y="3808"/>
                  <a:pt x="11373" y="1880"/>
                </a:cubicBezTo>
                <a:cubicBezTo>
                  <a:pt x="8697" y="-627"/>
                  <a:pt x="4492" y="-627"/>
                  <a:pt x="2007" y="1880"/>
                </a:cubicBezTo>
                <a:close/>
                <a:moveTo>
                  <a:pt x="2580" y="9594"/>
                </a:moveTo>
                <a:cubicBezTo>
                  <a:pt x="1433" y="7665"/>
                  <a:pt x="1624" y="4965"/>
                  <a:pt x="3345" y="3230"/>
                </a:cubicBezTo>
                <a:cubicBezTo>
                  <a:pt x="4874" y="1494"/>
                  <a:pt x="7550" y="1301"/>
                  <a:pt x="9461" y="2651"/>
                </a:cubicBezTo>
                <a:lnTo>
                  <a:pt x="2580" y="959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nvGrpSpPr>
          <p:cNvPr id="46100" name="Group 20"/>
          <p:cNvGrpSpPr>
            <a:grpSpLocks/>
          </p:cNvGrpSpPr>
          <p:nvPr/>
        </p:nvGrpSpPr>
        <p:grpSpPr bwMode="auto">
          <a:xfrm>
            <a:off x="8659813" y="9372600"/>
            <a:ext cx="858837" cy="1027113"/>
            <a:chOff x="0" y="0"/>
            <a:chExt cx="858445" cy="1026741"/>
          </a:xfrm>
        </p:grpSpPr>
        <p:sp>
          <p:nvSpPr>
            <p:cNvPr id="46101" name="AutoShape 21"/>
            <p:cNvSpPr>
              <a:spLocks/>
            </p:cNvSpPr>
            <p:nvPr/>
          </p:nvSpPr>
          <p:spPr bwMode="auto">
            <a:xfrm>
              <a:off x="130632" y="129498"/>
              <a:ext cx="597180" cy="559620"/>
            </a:xfrm>
            <a:custGeom>
              <a:avLst/>
              <a:gdLst>
                <a:gd name="T0" fmla="*/ 298590 w 21600"/>
                <a:gd name="T1" fmla="*/ 279810 h 21600"/>
                <a:gd name="T2" fmla="*/ 298590 w 21600"/>
                <a:gd name="T3" fmla="*/ 279810 h 21600"/>
                <a:gd name="T4" fmla="*/ 298590 w 21600"/>
                <a:gd name="T5" fmla="*/ 279810 h 21600"/>
                <a:gd name="T6" fmla="*/ 298590 w 21600"/>
                <a:gd name="T7" fmla="*/ 2798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751" y="18553"/>
                  </a:moveTo>
                  <a:cubicBezTo>
                    <a:pt x="14751" y="21599"/>
                    <a:pt x="14751" y="21599"/>
                    <a:pt x="14751" y="21599"/>
                  </a:cubicBezTo>
                  <a:cubicBezTo>
                    <a:pt x="18702" y="19938"/>
                    <a:pt x="21599" y="15784"/>
                    <a:pt x="21599" y="11353"/>
                  </a:cubicBezTo>
                  <a:cubicBezTo>
                    <a:pt x="21599" y="4984"/>
                    <a:pt x="16595" y="0"/>
                    <a:pt x="10800" y="0"/>
                  </a:cubicBezTo>
                  <a:cubicBezTo>
                    <a:pt x="4741" y="0"/>
                    <a:pt x="0" y="4984"/>
                    <a:pt x="0" y="11353"/>
                  </a:cubicBezTo>
                  <a:cubicBezTo>
                    <a:pt x="0" y="15784"/>
                    <a:pt x="2634" y="19938"/>
                    <a:pt x="6585" y="21599"/>
                  </a:cubicBezTo>
                  <a:cubicBezTo>
                    <a:pt x="6585" y="18553"/>
                    <a:pt x="6585" y="18553"/>
                    <a:pt x="6585" y="18553"/>
                  </a:cubicBezTo>
                  <a:cubicBezTo>
                    <a:pt x="4214" y="16892"/>
                    <a:pt x="2634" y="14400"/>
                    <a:pt x="2634" y="11353"/>
                  </a:cubicBezTo>
                  <a:cubicBezTo>
                    <a:pt x="2634" y="6369"/>
                    <a:pt x="6321" y="2769"/>
                    <a:pt x="10800" y="2769"/>
                  </a:cubicBezTo>
                  <a:cubicBezTo>
                    <a:pt x="15278" y="2769"/>
                    <a:pt x="18965" y="6369"/>
                    <a:pt x="18965" y="11353"/>
                  </a:cubicBezTo>
                  <a:cubicBezTo>
                    <a:pt x="18965" y="14400"/>
                    <a:pt x="17385" y="17169"/>
                    <a:pt x="14751" y="18553"/>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2" name="AutoShape 22"/>
            <p:cNvSpPr>
              <a:spLocks/>
            </p:cNvSpPr>
            <p:nvPr/>
          </p:nvSpPr>
          <p:spPr bwMode="auto">
            <a:xfrm>
              <a:off x="0" y="0"/>
              <a:ext cx="858445" cy="827866"/>
            </a:xfrm>
            <a:custGeom>
              <a:avLst/>
              <a:gdLst>
                <a:gd name="T0" fmla="*/ 429223 w 21600"/>
                <a:gd name="T1" fmla="*/ 413933 h 21600"/>
                <a:gd name="T2" fmla="*/ 429223 w 21600"/>
                <a:gd name="T3" fmla="*/ 413933 h 21600"/>
                <a:gd name="T4" fmla="*/ 429223 w 21600"/>
                <a:gd name="T5" fmla="*/ 413933 h 21600"/>
                <a:gd name="T6" fmla="*/ 429223 w 21600"/>
                <a:gd name="T7" fmla="*/ 41393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759" y="0"/>
                    <a:pt x="0" y="4883"/>
                    <a:pt x="0" y="11081"/>
                  </a:cubicBezTo>
                  <a:cubicBezTo>
                    <a:pt x="0" y="15965"/>
                    <a:pt x="3294" y="20285"/>
                    <a:pt x="7871" y="21600"/>
                  </a:cubicBezTo>
                  <a:cubicBezTo>
                    <a:pt x="7871" y="20097"/>
                    <a:pt x="7871" y="20097"/>
                    <a:pt x="7871" y="20097"/>
                  </a:cubicBezTo>
                  <a:cubicBezTo>
                    <a:pt x="4027" y="18782"/>
                    <a:pt x="1464" y="15213"/>
                    <a:pt x="1464" y="11081"/>
                  </a:cubicBezTo>
                  <a:cubicBezTo>
                    <a:pt x="1464" y="5634"/>
                    <a:pt x="5674" y="1502"/>
                    <a:pt x="10800" y="1502"/>
                  </a:cubicBezTo>
                  <a:cubicBezTo>
                    <a:pt x="15925" y="1502"/>
                    <a:pt x="20135" y="5634"/>
                    <a:pt x="20135" y="11081"/>
                  </a:cubicBezTo>
                  <a:cubicBezTo>
                    <a:pt x="20135" y="15213"/>
                    <a:pt x="17389" y="18782"/>
                    <a:pt x="13545" y="20097"/>
                  </a:cubicBezTo>
                  <a:cubicBezTo>
                    <a:pt x="13545" y="21600"/>
                    <a:pt x="13545" y="21600"/>
                    <a:pt x="13545" y="21600"/>
                  </a:cubicBezTo>
                  <a:cubicBezTo>
                    <a:pt x="18122" y="20285"/>
                    <a:pt x="21600" y="16153"/>
                    <a:pt x="21600" y="11081"/>
                  </a:cubicBezTo>
                  <a:cubicBezTo>
                    <a:pt x="21600" y="4883"/>
                    <a:pt x="16657" y="0"/>
                    <a:pt x="10800" y="0"/>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3" name="AutoShape 23"/>
            <p:cNvSpPr>
              <a:spLocks/>
            </p:cNvSpPr>
            <p:nvPr/>
          </p:nvSpPr>
          <p:spPr bwMode="auto">
            <a:xfrm>
              <a:off x="307920" y="337622"/>
              <a:ext cx="261266" cy="689119"/>
            </a:xfrm>
            <a:custGeom>
              <a:avLst/>
              <a:gdLst>
                <a:gd name="T0" fmla="*/ 130633 w 21600"/>
                <a:gd name="T1" fmla="*/ 344560 h 21600"/>
                <a:gd name="T2" fmla="*/ 130633 w 21600"/>
                <a:gd name="T3" fmla="*/ 344560 h 21600"/>
                <a:gd name="T4" fmla="*/ 130633 w 21600"/>
                <a:gd name="T5" fmla="*/ 344560 h 21600"/>
                <a:gd name="T6" fmla="*/ 130633 w 21600"/>
                <a:gd name="T7" fmla="*/ 3445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9" y="18450"/>
                  </a:moveTo>
                  <a:cubicBezTo>
                    <a:pt x="14399" y="17775"/>
                    <a:pt x="14399" y="4949"/>
                    <a:pt x="14399" y="4724"/>
                  </a:cubicBezTo>
                  <a:cubicBezTo>
                    <a:pt x="16199" y="4274"/>
                    <a:pt x="17399" y="3599"/>
                    <a:pt x="17399" y="2699"/>
                  </a:cubicBezTo>
                  <a:cubicBezTo>
                    <a:pt x="17399" y="1124"/>
                    <a:pt x="13799" y="0"/>
                    <a:pt x="10200" y="0"/>
                  </a:cubicBezTo>
                  <a:cubicBezTo>
                    <a:pt x="5999" y="0"/>
                    <a:pt x="2999" y="1124"/>
                    <a:pt x="2999" y="2699"/>
                  </a:cubicBezTo>
                  <a:cubicBezTo>
                    <a:pt x="2999" y="3599"/>
                    <a:pt x="4199" y="4274"/>
                    <a:pt x="5999" y="4724"/>
                  </a:cubicBezTo>
                  <a:cubicBezTo>
                    <a:pt x="5999" y="4724"/>
                    <a:pt x="5999" y="4724"/>
                    <a:pt x="5999" y="4724"/>
                  </a:cubicBezTo>
                  <a:cubicBezTo>
                    <a:pt x="5999" y="4724"/>
                    <a:pt x="5999" y="17549"/>
                    <a:pt x="5999" y="18450"/>
                  </a:cubicBezTo>
                  <a:cubicBezTo>
                    <a:pt x="5999" y="20699"/>
                    <a:pt x="0" y="21600"/>
                    <a:pt x="0" y="21600"/>
                  </a:cubicBezTo>
                  <a:cubicBezTo>
                    <a:pt x="21600" y="21600"/>
                    <a:pt x="21600" y="21600"/>
                    <a:pt x="21600" y="21600"/>
                  </a:cubicBezTo>
                  <a:cubicBezTo>
                    <a:pt x="21600" y="21600"/>
                    <a:pt x="14399" y="20699"/>
                    <a:pt x="14399" y="18450"/>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46104" name="Group 24"/>
          <p:cNvGrpSpPr>
            <a:grpSpLocks/>
          </p:cNvGrpSpPr>
          <p:nvPr/>
        </p:nvGrpSpPr>
        <p:grpSpPr bwMode="auto">
          <a:xfrm>
            <a:off x="13512800" y="8185150"/>
            <a:ext cx="787400" cy="912813"/>
            <a:chOff x="0" y="0"/>
            <a:chExt cx="788080" cy="914221"/>
          </a:xfrm>
        </p:grpSpPr>
        <p:sp>
          <p:nvSpPr>
            <p:cNvPr id="46105" name="AutoShape 25"/>
            <p:cNvSpPr>
              <a:spLocks/>
            </p:cNvSpPr>
            <p:nvPr/>
          </p:nvSpPr>
          <p:spPr bwMode="auto">
            <a:xfrm>
              <a:off x="440096" y="179760"/>
              <a:ext cx="133053" cy="734459"/>
            </a:xfrm>
            <a:custGeom>
              <a:avLst/>
              <a:gdLst>
                <a:gd name="T0" fmla="*/ 66527 w 21600"/>
                <a:gd name="T1" fmla="*/ 367230 h 21600"/>
                <a:gd name="T2" fmla="*/ 66527 w 21600"/>
                <a:gd name="T3" fmla="*/ 367230 h 21600"/>
                <a:gd name="T4" fmla="*/ 66527 w 21600"/>
                <a:gd name="T5" fmla="*/ 367230 h 21600"/>
                <a:gd name="T6" fmla="*/ 66527 w 21600"/>
                <a:gd name="T7" fmla="*/ 3672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6" name="AutoShape 26"/>
            <p:cNvSpPr>
              <a:spLocks/>
            </p:cNvSpPr>
            <p:nvPr/>
          </p:nvSpPr>
          <p:spPr bwMode="auto">
            <a:xfrm>
              <a:off x="225165" y="328708"/>
              <a:ext cx="133053" cy="585513"/>
            </a:xfrm>
            <a:custGeom>
              <a:avLst/>
              <a:gdLst>
                <a:gd name="T0" fmla="*/ 66527 w 21600"/>
                <a:gd name="T1" fmla="*/ 292757 h 21600"/>
                <a:gd name="T2" fmla="*/ 66527 w 21600"/>
                <a:gd name="T3" fmla="*/ 292757 h 21600"/>
                <a:gd name="T4" fmla="*/ 66527 w 21600"/>
                <a:gd name="T5" fmla="*/ 292757 h 21600"/>
                <a:gd name="T6" fmla="*/ 66527 w 21600"/>
                <a:gd name="T7" fmla="*/ 2927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7" name="AutoShape 27"/>
            <p:cNvSpPr>
              <a:spLocks/>
            </p:cNvSpPr>
            <p:nvPr/>
          </p:nvSpPr>
          <p:spPr bwMode="auto">
            <a:xfrm>
              <a:off x="0" y="441702"/>
              <a:ext cx="138171" cy="472517"/>
            </a:xfrm>
            <a:custGeom>
              <a:avLst/>
              <a:gdLst>
                <a:gd name="T0" fmla="*/ 69086 w 21600"/>
                <a:gd name="T1" fmla="*/ 236258 h 21600"/>
                <a:gd name="T2" fmla="*/ 69086 w 21600"/>
                <a:gd name="T3" fmla="*/ 236258 h 21600"/>
                <a:gd name="T4" fmla="*/ 69086 w 21600"/>
                <a:gd name="T5" fmla="*/ 236258 h 21600"/>
                <a:gd name="T6" fmla="*/ 69086 w 21600"/>
                <a:gd name="T7" fmla="*/ 2362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8" name="AutoShape 28"/>
            <p:cNvSpPr>
              <a:spLocks/>
            </p:cNvSpPr>
            <p:nvPr/>
          </p:nvSpPr>
          <p:spPr bwMode="auto">
            <a:xfrm>
              <a:off x="655027" y="0"/>
              <a:ext cx="133053" cy="914221"/>
            </a:xfrm>
            <a:custGeom>
              <a:avLst/>
              <a:gdLst>
                <a:gd name="T0" fmla="*/ 66527 w 21600"/>
                <a:gd name="T1" fmla="*/ 457110 h 21600"/>
                <a:gd name="T2" fmla="*/ 66527 w 21600"/>
                <a:gd name="T3" fmla="*/ 457110 h 21600"/>
                <a:gd name="T4" fmla="*/ 66527 w 21600"/>
                <a:gd name="T5" fmla="*/ 457110 h 21600"/>
                <a:gd name="T6" fmla="*/ 66527 w 21600"/>
                <a:gd name="T7" fmla="*/ 4571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46109" name="AutoShape 29"/>
          <p:cNvSpPr>
            <a:spLocks/>
          </p:cNvSpPr>
          <p:nvPr/>
        </p:nvSpPr>
        <p:spPr bwMode="auto">
          <a:xfrm>
            <a:off x="2298700" y="73787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6110" name="AutoShape 30"/>
          <p:cNvSpPr>
            <a:spLocks/>
          </p:cNvSpPr>
          <p:nvPr/>
        </p:nvSpPr>
        <p:spPr bwMode="auto">
          <a:xfrm>
            <a:off x="7289800" y="62357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6111" name="AutoShape 31"/>
          <p:cNvSpPr>
            <a:spLocks/>
          </p:cNvSpPr>
          <p:nvPr/>
        </p:nvSpPr>
        <p:spPr bwMode="auto">
          <a:xfrm>
            <a:off x="12204700" y="50927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6112" name="AutoShape 32"/>
          <p:cNvSpPr>
            <a:spLocks/>
          </p:cNvSpPr>
          <p:nvPr/>
        </p:nvSpPr>
        <p:spPr bwMode="auto">
          <a:xfrm>
            <a:off x="17094200" y="39878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6084"/>
                                        </p:tgtEl>
                                        <p:attrNameLst>
                                          <p:attrName>style.visibility</p:attrName>
                                        </p:attrNameLst>
                                      </p:cBhvr>
                                      <p:to>
                                        <p:strVal val="visible"/>
                                      </p:to>
                                    </p:set>
                                    <p:anim calcmode="lin" valueType="num">
                                      <p:cBhvr additive="base">
                                        <p:cTn id="7" dur="500" fill="hold"/>
                                        <p:tgtEl>
                                          <p:spTgt spid="46084"/>
                                        </p:tgtEl>
                                        <p:attrNameLst>
                                          <p:attrName>ppt_x</p:attrName>
                                        </p:attrNameLst>
                                      </p:cBhvr>
                                      <p:tavLst>
                                        <p:tav tm="0">
                                          <p:val>
                                            <p:strVal val="1+#ppt_w/2"/>
                                          </p:val>
                                        </p:tav>
                                        <p:tav tm="100000">
                                          <p:val>
                                            <p:strVal val="#ppt_x"/>
                                          </p:val>
                                        </p:tav>
                                      </p:tavLst>
                                    </p:anim>
                                    <p:anim calcmode="lin" valueType="num">
                                      <p:cBhvr additive="base">
                                        <p:cTn id="8" dur="500" fill="hold"/>
                                        <p:tgtEl>
                                          <p:spTgt spid="4608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6085"/>
                                        </p:tgtEl>
                                        <p:attrNameLst>
                                          <p:attrName>style.visibility</p:attrName>
                                        </p:attrNameLst>
                                      </p:cBhvr>
                                      <p:to>
                                        <p:strVal val="visible"/>
                                      </p:to>
                                    </p:set>
                                    <p:anim calcmode="lin" valueType="num">
                                      <p:cBhvr additive="base">
                                        <p:cTn id="12" dur="500" fill="hold"/>
                                        <p:tgtEl>
                                          <p:spTgt spid="46085"/>
                                        </p:tgtEl>
                                        <p:attrNameLst>
                                          <p:attrName>ppt_x</p:attrName>
                                        </p:attrNameLst>
                                      </p:cBhvr>
                                      <p:tavLst>
                                        <p:tav tm="0">
                                          <p:val>
                                            <p:strVal val="1+#ppt_w/2"/>
                                          </p:val>
                                        </p:tav>
                                        <p:tav tm="100000">
                                          <p:val>
                                            <p:strVal val="#ppt_x"/>
                                          </p:val>
                                        </p:tav>
                                      </p:tavLst>
                                    </p:anim>
                                    <p:anim calcmode="lin" valueType="num">
                                      <p:cBhvr additive="base">
                                        <p:cTn id="13" dur="500" fill="hold"/>
                                        <p:tgtEl>
                                          <p:spTgt spid="4608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6082"/>
                                        </p:tgtEl>
                                        <p:attrNameLst>
                                          <p:attrName>style.visibility</p:attrName>
                                        </p:attrNameLst>
                                      </p:cBhvr>
                                      <p:to>
                                        <p:strVal val="visible"/>
                                      </p:to>
                                    </p:set>
                                    <p:anim calcmode="lin" valueType="num">
                                      <p:cBhvr additive="base">
                                        <p:cTn id="17" dur="500" fill="hold"/>
                                        <p:tgtEl>
                                          <p:spTgt spid="46082"/>
                                        </p:tgtEl>
                                        <p:attrNameLst>
                                          <p:attrName>ppt_x</p:attrName>
                                        </p:attrNameLst>
                                      </p:cBhvr>
                                      <p:tavLst>
                                        <p:tav tm="0">
                                          <p:val>
                                            <p:strVal val="1+#ppt_w/2"/>
                                          </p:val>
                                        </p:tav>
                                        <p:tav tm="100000">
                                          <p:val>
                                            <p:strVal val="#ppt_x"/>
                                          </p:val>
                                        </p:tav>
                                      </p:tavLst>
                                    </p:anim>
                                    <p:anim calcmode="lin" valueType="num">
                                      <p:cBhvr additive="base">
                                        <p:cTn id="18" dur="500" fill="hold"/>
                                        <p:tgtEl>
                                          <p:spTgt spid="4608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46109"/>
                                        </p:tgtEl>
                                        <p:attrNameLst>
                                          <p:attrName>style.visibility</p:attrName>
                                        </p:attrNameLst>
                                      </p:cBhvr>
                                      <p:to>
                                        <p:strVal val="visible"/>
                                      </p:to>
                                    </p:set>
                                    <p:animEffect transition="in" filter="dissolve">
                                      <p:cBhvr>
                                        <p:cTn id="22" dur="500"/>
                                        <p:tgtEl>
                                          <p:spTgt spid="46109"/>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46110"/>
                                        </p:tgtEl>
                                        <p:attrNameLst>
                                          <p:attrName>style.visibility</p:attrName>
                                        </p:attrNameLst>
                                      </p:cBhvr>
                                      <p:to>
                                        <p:strVal val="visible"/>
                                      </p:to>
                                    </p:set>
                                    <p:animEffect transition="in" filter="dissolve">
                                      <p:cBhvr>
                                        <p:cTn id="26" dur="500"/>
                                        <p:tgtEl>
                                          <p:spTgt spid="46110"/>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46111"/>
                                        </p:tgtEl>
                                        <p:attrNameLst>
                                          <p:attrName>style.visibility</p:attrName>
                                        </p:attrNameLst>
                                      </p:cBhvr>
                                      <p:to>
                                        <p:strVal val="visible"/>
                                      </p:to>
                                    </p:set>
                                    <p:animEffect transition="in" filter="dissolve">
                                      <p:cBhvr>
                                        <p:cTn id="30" dur="500"/>
                                        <p:tgtEl>
                                          <p:spTgt spid="46111"/>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46112"/>
                                        </p:tgtEl>
                                        <p:attrNameLst>
                                          <p:attrName>style.visibility</p:attrName>
                                        </p:attrNameLst>
                                      </p:cBhvr>
                                      <p:to>
                                        <p:strVal val="visible"/>
                                      </p:to>
                                    </p:set>
                                    <p:animEffect transition="in" filter="dissolve">
                                      <p:cBhvr>
                                        <p:cTn id="34" dur="500"/>
                                        <p:tgtEl>
                                          <p:spTgt spid="46112"/>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46086"/>
                                        </p:tgtEl>
                                        <p:attrNameLst>
                                          <p:attrName>style.visibility</p:attrName>
                                        </p:attrNameLst>
                                      </p:cBhvr>
                                      <p:to>
                                        <p:strVal val="visible"/>
                                      </p:to>
                                    </p:set>
                                    <p:animEffect transition="in" filter="dissolve">
                                      <p:cBhvr>
                                        <p:cTn id="38" dur="500"/>
                                        <p:tgtEl>
                                          <p:spTgt spid="46086"/>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46087"/>
                                        </p:tgtEl>
                                        <p:attrNameLst>
                                          <p:attrName>style.visibility</p:attrName>
                                        </p:attrNameLst>
                                      </p:cBhvr>
                                      <p:to>
                                        <p:strVal val="visible"/>
                                      </p:to>
                                    </p:set>
                                    <p:animEffect transition="in" filter="dissolve">
                                      <p:cBhvr>
                                        <p:cTn id="42" dur="500"/>
                                        <p:tgtEl>
                                          <p:spTgt spid="46087"/>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46088"/>
                                        </p:tgtEl>
                                        <p:attrNameLst>
                                          <p:attrName>style.visibility</p:attrName>
                                        </p:attrNameLst>
                                      </p:cBhvr>
                                      <p:to>
                                        <p:strVal val="visible"/>
                                      </p:to>
                                    </p:set>
                                    <p:animEffect transition="in" filter="dissolve">
                                      <p:cBhvr>
                                        <p:cTn id="46" dur="500"/>
                                        <p:tgtEl>
                                          <p:spTgt spid="46088"/>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46089"/>
                                        </p:tgtEl>
                                        <p:attrNameLst>
                                          <p:attrName>style.visibility</p:attrName>
                                        </p:attrNameLst>
                                      </p:cBhvr>
                                      <p:to>
                                        <p:strVal val="visible"/>
                                      </p:to>
                                    </p:set>
                                    <p:animEffect transition="in" filter="dissolve">
                                      <p:cBhvr>
                                        <p:cTn id="50" dur="500"/>
                                        <p:tgtEl>
                                          <p:spTgt spid="46089"/>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46090"/>
                                        </p:tgtEl>
                                        <p:attrNameLst>
                                          <p:attrName>style.visibility</p:attrName>
                                        </p:attrNameLst>
                                      </p:cBhvr>
                                      <p:to>
                                        <p:strVal val="visible"/>
                                      </p:to>
                                    </p:set>
                                    <p:animEffect transition="in" filter="dissolve">
                                      <p:cBhvr>
                                        <p:cTn id="54" dur="500"/>
                                        <p:tgtEl>
                                          <p:spTgt spid="46090"/>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46091"/>
                                        </p:tgtEl>
                                        <p:attrNameLst>
                                          <p:attrName>style.visibility</p:attrName>
                                        </p:attrNameLst>
                                      </p:cBhvr>
                                      <p:to>
                                        <p:strVal val="visible"/>
                                      </p:to>
                                    </p:set>
                                    <p:animEffect transition="in" filter="dissolve">
                                      <p:cBhvr>
                                        <p:cTn id="58" dur="500"/>
                                        <p:tgtEl>
                                          <p:spTgt spid="46091"/>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46092"/>
                                        </p:tgtEl>
                                        <p:attrNameLst>
                                          <p:attrName>style.visibility</p:attrName>
                                        </p:attrNameLst>
                                      </p:cBhvr>
                                      <p:to>
                                        <p:strVal val="visible"/>
                                      </p:to>
                                    </p:set>
                                    <p:animEffect transition="in" filter="dissolve">
                                      <p:cBhvr>
                                        <p:cTn id="62" dur="500"/>
                                        <p:tgtEl>
                                          <p:spTgt spid="46092"/>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46093"/>
                                        </p:tgtEl>
                                        <p:attrNameLst>
                                          <p:attrName>style.visibility</p:attrName>
                                        </p:attrNameLst>
                                      </p:cBhvr>
                                      <p:to>
                                        <p:strVal val="visible"/>
                                      </p:to>
                                    </p:set>
                                    <p:animEffect transition="in" filter="dissolve">
                                      <p:cBhvr>
                                        <p:cTn id="66" dur="500"/>
                                        <p:tgtEl>
                                          <p:spTgt spid="46093"/>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46094"/>
                                        </p:tgtEl>
                                        <p:attrNameLst>
                                          <p:attrName>style.visibility</p:attrName>
                                        </p:attrNameLst>
                                      </p:cBhvr>
                                      <p:to>
                                        <p:strVal val="visible"/>
                                      </p:to>
                                    </p:set>
                                    <p:animEffect transition="in" filter="dissolve">
                                      <p:cBhvr>
                                        <p:cTn id="70" dur="500"/>
                                        <p:tgtEl>
                                          <p:spTgt spid="46094"/>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46095"/>
                                        </p:tgtEl>
                                        <p:attrNameLst>
                                          <p:attrName>style.visibility</p:attrName>
                                        </p:attrNameLst>
                                      </p:cBhvr>
                                      <p:to>
                                        <p:strVal val="visible"/>
                                      </p:to>
                                    </p:set>
                                    <p:animEffect transition="in" filter="dissolve">
                                      <p:cBhvr>
                                        <p:cTn id="74" dur="500"/>
                                        <p:tgtEl>
                                          <p:spTgt spid="46095"/>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46096"/>
                                        </p:tgtEl>
                                        <p:attrNameLst>
                                          <p:attrName>style.visibility</p:attrName>
                                        </p:attrNameLst>
                                      </p:cBhvr>
                                      <p:to>
                                        <p:strVal val="visible"/>
                                      </p:to>
                                    </p:set>
                                    <p:animEffect transition="in" filter="dissolve">
                                      <p:cBhvr>
                                        <p:cTn id="78" dur="500"/>
                                        <p:tgtEl>
                                          <p:spTgt spid="46096"/>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46097"/>
                                        </p:tgtEl>
                                        <p:attrNameLst>
                                          <p:attrName>style.visibility</p:attrName>
                                        </p:attrNameLst>
                                      </p:cBhvr>
                                      <p:to>
                                        <p:strVal val="visible"/>
                                      </p:to>
                                    </p:set>
                                    <p:animEffect transition="in" filter="dissolve">
                                      <p:cBhvr>
                                        <p:cTn id="82" dur="500"/>
                                        <p:tgtEl>
                                          <p:spTgt spid="46097"/>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46098"/>
                                        </p:tgtEl>
                                        <p:attrNameLst>
                                          <p:attrName>style.visibility</p:attrName>
                                        </p:attrNameLst>
                                      </p:cBhvr>
                                      <p:to>
                                        <p:strVal val="visible"/>
                                      </p:to>
                                    </p:set>
                                    <p:animEffect transition="in" filter="dissolve">
                                      <p:cBhvr>
                                        <p:cTn id="86" dur="500"/>
                                        <p:tgtEl>
                                          <p:spTgt spid="46098"/>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46099"/>
                                        </p:tgtEl>
                                        <p:attrNameLst>
                                          <p:attrName>style.visibility</p:attrName>
                                        </p:attrNameLst>
                                      </p:cBhvr>
                                      <p:to>
                                        <p:strVal val="visible"/>
                                      </p:to>
                                    </p:set>
                                    <p:animEffect transition="in" filter="dissolve">
                                      <p:cBhvr>
                                        <p:cTn id="90" dur="500"/>
                                        <p:tgtEl>
                                          <p:spTgt spid="46099"/>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46100"/>
                                        </p:tgtEl>
                                        <p:attrNameLst>
                                          <p:attrName>style.visibility</p:attrName>
                                        </p:attrNameLst>
                                      </p:cBhvr>
                                      <p:to>
                                        <p:strVal val="visible"/>
                                      </p:to>
                                    </p:set>
                                    <p:animEffect transition="in" filter="dissolve">
                                      <p:cBhvr>
                                        <p:cTn id="94" dur="500"/>
                                        <p:tgtEl>
                                          <p:spTgt spid="46100"/>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46104"/>
                                        </p:tgtEl>
                                        <p:attrNameLst>
                                          <p:attrName>style.visibility</p:attrName>
                                        </p:attrNameLst>
                                      </p:cBhvr>
                                      <p:to>
                                        <p:strVal val="visible"/>
                                      </p:to>
                                    </p:set>
                                    <p:animEffect transition="in" filter="dissolve">
                                      <p:cBhvr>
                                        <p:cTn id="98" dur="500"/>
                                        <p:tgtEl>
                                          <p:spTgt spid="46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082" grpId="0" autoUpdateAnimBg="0"/>
      <p:bldP spid="46084" grpId="0" autoUpdateAnimBg="0"/>
      <p:bldP spid="46085" grpId="0" autoUpdateAnimBg="0"/>
      <p:bldP spid="46095" grpId="0" autoUpdateAnimBg="0"/>
      <p:bldP spid="46096" grpId="0" autoUpdateAnimBg="0"/>
      <p:bldP spid="46097" grpId="0" autoUpdateAnimBg="0"/>
      <p:bldP spid="46098" grpId="0" autoUpdateAnimBg="0"/>
      <p:bldP spid="46109" grpId="0" autoUpdateAnimBg="0"/>
      <p:bldP spid="46110" grpId="0" autoUpdateAnimBg="0"/>
      <p:bldP spid="46111" grpId="0" autoUpdateAnimBg="0"/>
      <p:bldP spid="46112" grpId="0" autoUpdateAnimBg="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06" name="AutoShape 2"/>
          <p:cNvSpPr>
            <a:spLocks/>
          </p:cNvSpPr>
          <p:nvPr/>
        </p:nvSpPr>
        <p:spPr bwMode="auto">
          <a:xfrm>
            <a:off x="2260600" y="2466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7107" name="AutoShape 3"/>
          <p:cNvSpPr>
            <a:spLocks/>
          </p:cNvSpPr>
          <p:nvPr/>
        </p:nvSpPr>
        <p:spPr bwMode="auto">
          <a:xfrm>
            <a:off x="224726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1A4198C-E9B4-47B3-AB07-26AD6D6F2CF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44</a:t>
            </a:fld>
            <a:endParaRPr lang="es-ES" altLang="en-US"/>
          </a:p>
        </p:txBody>
      </p:sp>
      <p:sp>
        <p:nvSpPr>
          <p:cNvPr id="47108" name="AutoShape 4"/>
          <p:cNvSpPr>
            <a:spLocks/>
          </p:cNvSpPr>
          <p:nvPr/>
        </p:nvSpPr>
        <p:spPr bwMode="auto">
          <a:xfrm>
            <a:off x="3302000" y="630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Project </a:t>
            </a:r>
            <a:r>
              <a:rPr lang="es-ES" b="1" dirty="0" err="1">
                <a:solidFill>
                  <a:schemeClr val="bg1">
                    <a:lumMod val="95000"/>
                  </a:schemeClr>
                </a:solidFill>
                <a:latin typeface="Lato" charset="0"/>
                <a:ea typeface="ＭＳ Ｐゴシック" charset="0"/>
                <a:cs typeface="Lato" charset="0"/>
                <a:sym typeface="Lato" charset="0"/>
              </a:rPr>
              <a:t>Detail</a:t>
            </a:r>
            <a:endParaRPr lang="es-ES" dirty="0">
              <a:solidFill>
                <a:schemeClr val="bg1">
                  <a:lumMod val="95000"/>
                </a:schemeClr>
              </a:solidFill>
              <a:ea typeface="ＭＳ Ｐゴシック" charset="0"/>
            </a:endParaRPr>
          </a:p>
        </p:txBody>
      </p:sp>
      <p:sp>
        <p:nvSpPr>
          <p:cNvPr id="47109" name="AutoShape 5"/>
          <p:cNvSpPr>
            <a:spLocks/>
          </p:cNvSpPr>
          <p:nvPr/>
        </p:nvSpPr>
        <p:spPr bwMode="auto">
          <a:xfrm>
            <a:off x="3314700" y="1663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7110" name="AutoShape 6"/>
          <p:cNvSpPr>
            <a:spLocks/>
          </p:cNvSpPr>
          <p:nvPr/>
        </p:nvSpPr>
        <p:spPr bwMode="auto">
          <a:xfrm>
            <a:off x="15494000" y="6305550"/>
            <a:ext cx="6642100" cy="5080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b="1">
                <a:solidFill>
                  <a:srgbClr val="697172"/>
                </a:solidFill>
                <a:latin typeface="Lato" panose="020F0502020204030203" pitchFamily="34" charset="0"/>
                <a:sym typeface="Lato" panose="020F0502020204030203" pitchFamily="34" charset="0"/>
              </a:rPr>
              <a:t>Ipsum dolor sit amet, consectetur adipiscing elit. Vivamus sagittis lacus vel augue laoreet rutrum faucibus dolor auctor. Curabitur blandit tempus porttitor. Maecenas faucibus mollis interdum.</a:t>
            </a:r>
          </a:p>
          <a:p>
            <a:pPr algn="l" eaLnBrk="1">
              <a:lnSpc>
                <a:spcPct val="120000"/>
              </a:lnSpc>
            </a:pPr>
            <a:endParaRPr lang="es-ES" altLang="en-US" sz="1800">
              <a:solidFill>
                <a:srgbClr val="98A3A4"/>
              </a:solidFill>
              <a:latin typeface="Lato" panose="020F0502020204030203" pitchFamily="34" charset="0"/>
              <a:sym typeface="Lato" panose="020F0502020204030203" pitchFamily="34" charset="0"/>
            </a:endParaRPr>
          </a:p>
          <a:p>
            <a:pPr algn="l" eaLnBrk="1">
              <a:lnSpc>
                <a:spcPct val="120000"/>
              </a:lnSpc>
            </a:pPr>
            <a:r>
              <a:rPr lang="es-ES" altLang="en-US" sz="1800">
                <a:solidFill>
                  <a:srgbClr val="98A3A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 tortor mauris condimentum nibh, ut fermentum massa justo sit amet risus.Lorem ipsum dolor sit amet, consectetur adipiscing elit. Vivamus sagittis lacus vel augue laoreet rutrum faucibus dolor auctor. Curabitur consectetur blandit tempus porttitor.ivamus sagittis lacus vel augue laoreet</a:t>
            </a:r>
            <a:endParaRPr lang="es-ES" altLang="en-US"/>
          </a:p>
        </p:txBody>
      </p:sp>
      <p:sp>
        <p:nvSpPr>
          <p:cNvPr id="47111" name="AutoShape 7"/>
          <p:cNvSpPr>
            <a:spLocks/>
          </p:cNvSpPr>
          <p:nvPr/>
        </p:nvSpPr>
        <p:spPr bwMode="auto">
          <a:xfrm>
            <a:off x="16002000" y="5740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7112" name="AutoShape 8"/>
          <p:cNvSpPr>
            <a:spLocks/>
          </p:cNvSpPr>
          <p:nvPr/>
        </p:nvSpPr>
        <p:spPr bwMode="auto">
          <a:xfrm>
            <a:off x="3432175" y="7205663"/>
            <a:ext cx="4200525" cy="2970212"/>
          </a:xfrm>
          <a:custGeom>
            <a:avLst/>
            <a:gdLst>
              <a:gd name="T0" fmla="*/ 2100263 w 21600"/>
              <a:gd name="T1" fmla="*/ 1485106 h 21600"/>
              <a:gd name="T2" fmla="*/ 2100263 w 21600"/>
              <a:gd name="T3" fmla="*/ 1485106 h 21600"/>
              <a:gd name="T4" fmla="*/ 2100263 w 21600"/>
              <a:gd name="T5" fmla="*/ 1485106 h 21600"/>
              <a:gd name="T6" fmla="*/ 2100263 w 21600"/>
              <a:gd name="T7" fmla="*/ 1485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8"/>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1" y="621"/>
                  <a:pt x="11975"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lumMod val="75000"/>
            </a:schemeClr>
          </a:solidFill>
          <a:ln>
            <a:noFill/>
          </a:ln>
          <a:effectLst/>
          <a:extLst/>
        </p:spPr>
        <p:txBody>
          <a:bodyPr lIns="38100" tIns="38100" rIns="38100" bIns="38100" anchor="ctr"/>
          <a:lstStyle/>
          <a:p>
            <a:endParaRPr lang="en-US"/>
          </a:p>
        </p:txBody>
      </p:sp>
      <p:sp>
        <p:nvSpPr>
          <p:cNvPr id="47113" name="AutoShape 9"/>
          <p:cNvSpPr>
            <a:spLocks/>
          </p:cNvSpPr>
          <p:nvPr/>
        </p:nvSpPr>
        <p:spPr bwMode="auto">
          <a:xfrm>
            <a:off x="5440363" y="4025900"/>
            <a:ext cx="6069012" cy="4294188"/>
          </a:xfrm>
          <a:custGeom>
            <a:avLst/>
            <a:gdLst>
              <a:gd name="T0" fmla="*/ 3034506 w 21600"/>
              <a:gd name="T1" fmla="*/ 2147094 h 21600"/>
              <a:gd name="T2" fmla="*/ 3034506 w 21600"/>
              <a:gd name="T3" fmla="*/ 2147094 h 21600"/>
              <a:gd name="T4" fmla="*/ 3034506 w 21600"/>
              <a:gd name="T5" fmla="*/ 2147094 h 21600"/>
              <a:gd name="T6" fmla="*/ 3034506 w 21600"/>
              <a:gd name="T7" fmla="*/ 21470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1"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solidFill>
          <a:ln>
            <a:noFill/>
          </a:ln>
          <a:effectLst/>
          <a:extLst/>
        </p:spPr>
        <p:txBody>
          <a:bodyPr lIns="38100" tIns="38100" rIns="38100" bIns="38100" anchor="ctr"/>
          <a:lstStyle/>
          <a:p>
            <a:endParaRPr lang="en-US"/>
          </a:p>
        </p:txBody>
      </p:sp>
      <p:sp>
        <p:nvSpPr>
          <p:cNvPr id="47114" name="AutoShape 10"/>
          <p:cNvSpPr>
            <a:spLocks/>
          </p:cNvSpPr>
          <p:nvPr/>
        </p:nvSpPr>
        <p:spPr bwMode="auto">
          <a:xfrm>
            <a:off x="9164638" y="7205663"/>
            <a:ext cx="4200525" cy="2970212"/>
          </a:xfrm>
          <a:custGeom>
            <a:avLst/>
            <a:gdLst>
              <a:gd name="T0" fmla="*/ 2100263 w 21600"/>
              <a:gd name="T1" fmla="*/ 1485106 h 21600"/>
              <a:gd name="T2" fmla="*/ 2100263 w 21600"/>
              <a:gd name="T3" fmla="*/ 1485106 h 21600"/>
              <a:gd name="T4" fmla="*/ 2100263 w 21600"/>
              <a:gd name="T5" fmla="*/ 1485106 h 21600"/>
              <a:gd name="T6" fmla="*/ 2100263 w 21600"/>
              <a:gd name="T7" fmla="*/ 1485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8"/>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1" y="621"/>
                  <a:pt x="11975"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lumMod val="75000"/>
            </a:schemeClr>
          </a:solidFill>
          <a:ln>
            <a:noFill/>
          </a:ln>
          <a:effectLst/>
          <a:extLst/>
        </p:spPr>
        <p:txBody>
          <a:bodyPr lIns="38100" tIns="38100" rIns="38100" bIns="38100" anchor="ctr"/>
          <a:lstStyle/>
          <a:p>
            <a:endParaRPr lang="en-US"/>
          </a:p>
        </p:txBody>
      </p:sp>
      <p:sp>
        <p:nvSpPr>
          <p:cNvPr id="47115" name="AutoShape 11"/>
          <p:cNvSpPr>
            <a:spLocks/>
          </p:cNvSpPr>
          <p:nvPr/>
        </p:nvSpPr>
        <p:spPr bwMode="auto">
          <a:xfrm>
            <a:off x="2422525" y="10420350"/>
            <a:ext cx="2749550" cy="1936750"/>
          </a:xfrm>
          <a:custGeom>
            <a:avLst/>
            <a:gdLst>
              <a:gd name="T0" fmla="*/ 1374775 w 21600"/>
              <a:gd name="T1" fmla="*/ 968375 h 21600"/>
              <a:gd name="T2" fmla="*/ 1374775 w 21600"/>
              <a:gd name="T3" fmla="*/ 968375 h 21600"/>
              <a:gd name="T4" fmla="*/ 1374775 w 21600"/>
              <a:gd name="T5" fmla="*/ 968375 h 21600"/>
              <a:gd name="T6" fmla="*/ 1374775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solidFill>
          <a:ln>
            <a:noFill/>
          </a:ln>
          <a:effectLst/>
          <a:extLst/>
        </p:spPr>
        <p:txBody>
          <a:bodyPr lIns="38100" tIns="38100" rIns="38100" bIns="38100" anchor="ctr"/>
          <a:lstStyle/>
          <a:p>
            <a:endParaRPr lang="en-US"/>
          </a:p>
        </p:txBody>
      </p:sp>
      <p:sp>
        <p:nvSpPr>
          <p:cNvPr id="47116" name="AutoShape 12"/>
          <p:cNvSpPr>
            <a:spLocks/>
          </p:cNvSpPr>
          <p:nvPr/>
        </p:nvSpPr>
        <p:spPr bwMode="auto">
          <a:xfrm>
            <a:off x="5591175" y="10420350"/>
            <a:ext cx="2749550" cy="1936750"/>
          </a:xfrm>
          <a:custGeom>
            <a:avLst/>
            <a:gdLst>
              <a:gd name="T0" fmla="*/ 1374775 w 21600"/>
              <a:gd name="T1" fmla="*/ 968375 h 21600"/>
              <a:gd name="T2" fmla="*/ 1374775 w 21600"/>
              <a:gd name="T3" fmla="*/ 968375 h 21600"/>
              <a:gd name="T4" fmla="*/ 1374775 w 21600"/>
              <a:gd name="T5" fmla="*/ 968375 h 21600"/>
              <a:gd name="T6" fmla="*/ 1374775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6"/>
          </a:solidFill>
          <a:ln>
            <a:noFill/>
          </a:ln>
          <a:effectLst/>
          <a:extLst/>
        </p:spPr>
        <p:txBody>
          <a:bodyPr lIns="38100" tIns="38100" rIns="38100" bIns="38100" anchor="ctr"/>
          <a:lstStyle/>
          <a:p>
            <a:endParaRPr lang="en-US"/>
          </a:p>
        </p:txBody>
      </p:sp>
      <p:sp>
        <p:nvSpPr>
          <p:cNvPr id="47117" name="AutoShape 13"/>
          <p:cNvSpPr>
            <a:spLocks/>
          </p:cNvSpPr>
          <p:nvPr/>
        </p:nvSpPr>
        <p:spPr bwMode="auto">
          <a:xfrm>
            <a:off x="8758238" y="10420350"/>
            <a:ext cx="2751137" cy="1936750"/>
          </a:xfrm>
          <a:custGeom>
            <a:avLst/>
            <a:gdLst>
              <a:gd name="T0" fmla="*/ 1375569 w 21600"/>
              <a:gd name="T1" fmla="*/ 968375 h 21600"/>
              <a:gd name="T2" fmla="*/ 1375569 w 21600"/>
              <a:gd name="T3" fmla="*/ 968375 h 21600"/>
              <a:gd name="T4" fmla="*/ 1375569 w 21600"/>
              <a:gd name="T5" fmla="*/ 968375 h 21600"/>
              <a:gd name="T6" fmla="*/ 1375569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solidFill>
          <a:ln>
            <a:noFill/>
          </a:ln>
          <a:effectLst/>
          <a:extLst/>
        </p:spPr>
        <p:txBody>
          <a:bodyPr lIns="38100" tIns="38100" rIns="38100" bIns="38100" anchor="ctr"/>
          <a:lstStyle/>
          <a:p>
            <a:endParaRPr lang="en-US"/>
          </a:p>
        </p:txBody>
      </p:sp>
      <p:sp>
        <p:nvSpPr>
          <p:cNvPr id="47118" name="AutoShape 14"/>
          <p:cNvSpPr>
            <a:spLocks/>
          </p:cNvSpPr>
          <p:nvPr/>
        </p:nvSpPr>
        <p:spPr bwMode="auto">
          <a:xfrm>
            <a:off x="11776075" y="10420350"/>
            <a:ext cx="2749550" cy="1936750"/>
          </a:xfrm>
          <a:custGeom>
            <a:avLst/>
            <a:gdLst>
              <a:gd name="T0" fmla="*/ 1374775 w 21600"/>
              <a:gd name="T1" fmla="*/ 968375 h 21600"/>
              <a:gd name="T2" fmla="*/ 1374775 w 21600"/>
              <a:gd name="T3" fmla="*/ 968375 h 21600"/>
              <a:gd name="T4" fmla="*/ 1374775 w 21600"/>
              <a:gd name="T5" fmla="*/ 968375 h 21600"/>
              <a:gd name="T6" fmla="*/ 1374775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6"/>
          </a:solidFill>
          <a:ln>
            <a:noFill/>
          </a:ln>
          <a:effectLst/>
          <a:extLst/>
        </p:spPr>
        <p:txBody>
          <a:bodyPr lIns="38100" tIns="38100" rIns="38100" bIns="38100" anchor="ctr"/>
          <a:lstStyle/>
          <a:p>
            <a:endParaRPr lang="en-US"/>
          </a:p>
        </p:txBody>
      </p:sp>
      <p:sp>
        <p:nvSpPr>
          <p:cNvPr id="47119" name="AutoShape 15"/>
          <p:cNvSpPr>
            <a:spLocks/>
          </p:cNvSpPr>
          <p:nvPr/>
        </p:nvSpPr>
        <p:spPr bwMode="auto">
          <a:xfrm>
            <a:off x="5083175" y="8331200"/>
            <a:ext cx="901700" cy="896938"/>
          </a:xfrm>
          <a:custGeom>
            <a:avLst/>
            <a:gdLst>
              <a:gd name="T0" fmla="*/ 450828 w 20931"/>
              <a:gd name="T1" fmla="*/ 475262 h 20973"/>
              <a:gd name="T2" fmla="*/ 450828 w 20931"/>
              <a:gd name="T3" fmla="*/ 475262 h 20973"/>
              <a:gd name="T4" fmla="*/ 450828 w 20931"/>
              <a:gd name="T5" fmla="*/ 475262 h 20973"/>
              <a:gd name="T6" fmla="*/ 450828 w 20931"/>
              <a:gd name="T7" fmla="*/ 475262 h 209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31" h="20973">
                <a:moveTo>
                  <a:pt x="2007" y="1880"/>
                </a:moveTo>
                <a:cubicBezTo>
                  <a:pt x="-669" y="4580"/>
                  <a:pt x="-669" y="8822"/>
                  <a:pt x="2007" y="11330"/>
                </a:cubicBezTo>
                <a:cubicBezTo>
                  <a:pt x="3727" y="13258"/>
                  <a:pt x="6403" y="13837"/>
                  <a:pt x="8697" y="13065"/>
                </a:cubicBezTo>
                <a:cubicBezTo>
                  <a:pt x="10800" y="15187"/>
                  <a:pt x="10800" y="15187"/>
                  <a:pt x="10800" y="15187"/>
                </a:cubicBezTo>
                <a:cubicBezTo>
                  <a:pt x="10800" y="15187"/>
                  <a:pt x="12711" y="13644"/>
                  <a:pt x="13667" y="14608"/>
                </a:cubicBezTo>
                <a:cubicBezTo>
                  <a:pt x="14431" y="15380"/>
                  <a:pt x="13858" y="16537"/>
                  <a:pt x="13667" y="17308"/>
                </a:cubicBezTo>
                <a:cubicBezTo>
                  <a:pt x="13476" y="17694"/>
                  <a:pt x="13284" y="18465"/>
                  <a:pt x="14431" y="18080"/>
                </a:cubicBezTo>
                <a:cubicBezTo>
                  <a:pt x="14814" y="17887"/>
                  <a:pt x="16152" y="17115"/>
                  <a:pt x="16916" y="18080"/>
                </a:cubicBezTo>
                <a:cubicBezTo>
                  <a:pt x="17872" y="19044"/>
                  <a:pt x="16916" y="20973"/>
                  <a:pt x="16916" y="20973"/>
                </a:cubicBezTo>
                <a:cubicBezTo>
                  <a:pt x="20930" y="20973"/>
                  <a:pt x="20930" y="20973"/>
                  <a:pt x="20930" y="20973"/>
                </a:cubicBezTo>
                <a:cubicBezTo>
                  <a:pt x="20930" y="16922"/>
                  <a:pt x="20930" y="16922"/>
                  <a:pt x="20930" y="16922"/>
                </a:cubicBezTo>
                <a:cubicBezTo>
                  <a:pt x="12902" y="8822"/>
                  <a:pt x="12902" y="8822"/>
                  <a:pt x="12902" y="8822"/>
                </a:cubicBezTo>
                <a:cubicBezTo>
                  <a:pt x="13667" y="6508"/>
                  <a:pt x="13093" y="3808"/>
                  <a:pt x="11373" y="1880"/>
                </a:cubicBezTo>
                <a:cubicBezTo>
                  <a:pt x="8697" y="-627"/>
                  <a:pt x="4492" y="-627"/>
                  <a:pt x="2007" y="1880"/>
                </a:cubicBezTo>
                <a:close/>
                <a:moveTo>
                  <a:pt x="2580" y="9594"/>
                </a:moveTo>
                <a:cubicBezTo>
                  <a:pt x="1433" y="7665"/>
                  <a:pt x="1624" y="4965"/>
                  <a:pt x="3345" y="3230"/>
                </a:cubicBezTo>
                <a:cubicBezTo>
                  <a:pt x="4874" y="1494"/>
                  <a:pt x="7550" y="1301"/>
                  <a:pt x="9461" y="2651"/>
                </a:cubicBezTo>
                <a:lnTo>
                  <a:pt x="2580" y="959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7120" name="AutoShape 16"/>
          <p:cNvSpPr>
            <a:spLocks/>
          </p:cNvSpPr>
          <p:nvPr/>
        </p:nvSpPr>
        <p:spPr bwMode="auto">
          <a:xfrm>
            <a:off x="10969625" y="8316913"/>
            <a:ext cx="977900" cy="723900"/>
          </a:xfrm>
          <a:custGeom>
            <a:avLst/>
            <a:gdLst>
              <a:gd name="T0" fmla="*/ 488950 w 21598"/>
              <a:gd name="T1" fmla="*/ 361950 h 21600"/>
              <a:gd name="T2" fmla="*/ 488950 w 21598"/>
              <a:gd name="T3" fmla="*/ 361950 h 21600"/>
              <a:gd name="T4" fmla="*/ 488950 w 21598"/>
              <a:gd name="T5" fmla="*/ 361950 h 21600"/>
              <a:gd name="T6" fmla="*/ 488950 w 21598"/>
              <a:gd name="T7" fmla="*/ 3619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0" y="19163"/>
                </a:cubicBezTo>
                <a:cubicBezTo>
                  <a:pt x="15805" y="19953"/>
                  <a:pt x="14863" y="20560"/>
                  <a:pt x="13869" y="20975"/>
                </a:cubicBezTo>
                <a:cubicBezTo>
                  <a:pt x="12878" y="21390"/>
                  <a:pt x="11855" y="21599"/>
                  <a:pt x="10801" y="21599"/>
                </a:cubicBezTo>
                <a:cubicBezTo>
                  <a:pt x="9763" y="21599"/>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39"/>
                  <a:pt x="8124" y="18325"/>
                </a:cubicBezTo>
                <a:cubicBezTo>
                  <a:pt x="8980" y="18719"/>
                  <a:pt x="9871" y="18906"/>
                  <a:pt x="10801" y="18906"/>
                </a:cubicBezTo>
                <a:moveTo>
                  <a:pt x="10696"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6" y="3953"/>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1" name="AutoShape 17"/>
          <p:cNvSpPr>
            <a:spLocks/>
          </p:cNvSpPr>
          <p:nvPr/>
        </p:nvSpPr>
        <p:spPr bwMode="auto">
          <a:xfrm>
            <a:off x="3546475" y="11061700"/>
            <a:ext cx="622300" cy="622300"/>
          </a:xfrm>
          <a:custGeom>
            <a:avLst/>
            <a:gdLst>
              <a:gd name="T0" fmla="*/ 311136 w 21591"/>
              <a:gd name="T1" fmla="*/ 311150 h 21592"/>
              <a:gd name="T2" fmla="*/ 311136 w 21591"/>
              <a:gd name="T3" fmla="*/ 311150 h 21592"/>
              <a:gd name="T4" fmla="*/ 311136 w 21591"/>
              <a:gd name="T5" fmla="*/ 311150 h 21592"/>
              <a:gd name="T6" fmla="*/ 311136 w 21591"/>
              <a:gd name="T7" fmla="*/ 311150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92">
                <a:moveTo>
                  <a:pt x="21096" y="11487"/>
                </a:moveTo>
                <a:cubicBezTo>
                  <a:pt x="21415" y="11843"/>
                  <a:pt x="21581" y="12246"/>
                  <a:pt x="21590" y="12695"/>
                </a:cubicBezTo>
                <a:cubicBezTo>
                  <a:pt x="21599" y="13146"/>
                  <a:pt x="21436" y="13532"/>
                  <a:pt x="21096" y="13854"/>
                </a:cubicBezTo>
                <a:lnTo>
                  <a:pt x="13464" y="21093"/>
                </a:lnTo>
                <a:cubicBezTo>
                  <a:pt x="13124" y="21418"/>
                  <a:pt x="12709" y="21582"/>
                  <a:pt x="12215" y="21591"/>
                </a:cubicBezTo>
                <a:cubicBezTo>
                  <a:pt x="11721" y="21599"/>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2" name="AutoShape 18"/>
          <p:cNvSpPr>
            <a:spLocks/>
          </p:cNvSpPr>
          <p:nvPr/>
        </p:nvSpPr>
        <p:spPr bwMode="auto">
          <a:xfrm>
            <a:off x="6708775" y="11034713"/>
            <a:ext cx="736600" cy="660400"/>
          </a:xfrm>
          <a:custGeom>
            <a:avLst/>
            <a:gdLst>
              <a:gd name="T0" fmla="*/ 368283 w 21549"/>
              <a:gd name="T1" fmla="*/ 332214 h 21483"/>
              <a:gd name="T2" fmla="*/ 368283 w 21549"/>
              <a:gd name="T3" fmla="*/ 332214 h 21483"/>
              <a:gd name="T4" fmla="*/ 368283 w 21549"/>
              <a:gd name="T5" fmla="*/ 332214 h 21483"/>
              <a:gd name="T6" fmla="*/ 368283 w 21549"/>
              <a:gd name="T7" fmla="*/ 332214 h 214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9" h="21483">
                <a:moveTo>
                  <a:pt x="19089" y="14101"/>
                </a:moveTo>
                <a:lnTo>
                  <a:pt x="17953" y="15971"/>
                </a:lnTo>
                <a:lnTo>
                  <a:pt x="20739" y="18367"/>
                </a:lnTo>
                <a:cubicBezTo>
                  <a:pt x="21060" y="18645"/>
                  <a:pt x="21257" y="19019"/>
                  <a:pt x="21330" y="19486"/>
                </a:cubicBezTo>
                <a:cubicBezTo>
                  <a:pt x="21401" y="19953"/>
                  <a:pt x="21321" y="20378"/>
                  <a:pt x="21086" y="20766"/>
                </a:cubicBezTo>
                <a:cubicBezTo>
                  <a:pt x="20842" y="21148"/>
                  <a:pt x="20527" y="21382"/>
                  <a:pt x="20145" y="21458"/>
                </a:cubicBezTo>
                <a:cubicBezTo>
                  <a:pt x="19762" y="21533"/>
                  <a:pt x="19408" y="21432"/>
                  <a:pt x="19089" y="21154"/>
                </a:cubicBezTo>
                <a:lnTo>
                  <a:pt x="10067" y="13440"/>
                </a:lnTo>
                <a:cubicBezTo>
                  <a:pt x="9482" y="14157"/>
                  <a:pt x="8844" y="14739"/>
                  <a:pt x="8154" y="15189"/>
                </a:cubicBezTo>
                <a:cubicBezTo>
                  <a:pt x="7466" y="15642"/>
                  <a:pt x="6769" y="15949"/>
                  <a:pt x="6060" y="16112"/>
                </a:cubicBezTo>
                <a:cubicBezTo>
                  <a:pt x="5354" y="16278"/>
                  <a:pt x="4657" y="16289"/>
                  <a:pt x="3976" y="16140"/>
                </a:cubicBezTo>
                <a:cubicBezTo>
                  <a:pt x="3295" y="15994"/>
                  <a:pt x="2666" y="15670"/>
                  <a:pt x="2098" y="15175"/>
                </a:cubicBezTo>
                <a:cubicBezTo>
                  <a:pt x="1455" y="14630"/>
                  <a:pt x="958" y="13921"/>
                  <a:pt x="606" y="13058"/>
                </a:cubicBezTo>
                <a:cubicBezTo>
                  <a:pt x="251" y="12192"/>
                  <a:pt x="54" y="11258"/>
                  <a:pt x="9" y="10257"/>
                </a:cubicBezTo>
                <a:cubicBezTo>
                  <a:pt x="-37" y="9256"/>
                  <a:pt x="78" y="8221"/>
                  <a:pt x="347" y="7155"/>
                </a:cubicBezTo>
                <a:cubicBezTo>
                  <a:pt x="615" y="6084"/>
                  <a:pt x="1040" y="5063"/>
                  <a:pt x="1617" y="4084"/>
                </a:cubicBezTo>
                <a:cubicBezTo>
                  <a:pt x="2199" y="3106"/>
                  <a:pt x="2873" y="2299"/>
                  <a:pt x="3633" y="1663"/>
                </a:cubicBezTo>
                <a:cubicBezTo>
                  <a:pt x="4394" y="1025"/>
                  <a:pt x="5175" y="566"/>
                  <a:pt x="5983" y="291"/>
                </a:cubicBezTo>
                <a:cubicBezTo>
                  <a:pt x="6785" y="10"/>
                  <a:pt x="7583" y="-66"/>
                  <a:pt x="8374" y="55"/>
                </a:cubicBezTo>
                <a:cubicBezTo>
                  <a:pt x="9163" y="173"/>
                  <a:pt x="9884" y="510"/>
                  <a:pt x="10524" y="1056"/>
                </a:cubicBezTo>
                <a:cubicBezTo>
                  <a:pt x="11095" y="1531"/>
                  <a:pt x="11550" y="2133"/>
                  <a:pt x="11886" y="2861"/>
                </a:cubicBezTo>
                <a:cubicBezTo>
                  <a:pt x="12224" y="3584"/>
                  <a:pt x="12444" y="4380"/>
                  <a:pt x="12547" y="5235"/>
                </a:cubicBezTo>
                <a:cubicBezTo>
                  <a:pt x="12653" y="6092"/>
                  <a:pt x="12639" y="6984"/>
                  <a:pt x="12505" y="7912"/>
                </a:cubicBezTo>
                <a:cubicBezTo>
                  <a:pt x="12367" y="8843"/>
                  <a:pt x="12116" y="9757"/>
                  <a:pt x="11740" y="10654"/>
                </a:cubicBezTo>
                <a:lnTo>
                  <a:pt x="16392" y="14653"/>
                </a:lnTo>
                <a:lnTo>
                  <a:pt x="17526" y="12780"/>
                </a:lnTo>
                <a:lnTo>
                  <a:pt x="16347" y="11784"/>
                </a:lnTo>
                <a:cubicBezTo>
                  <a:pt x="16242" y="11694"/>
                  <a:pt x="16176" y="11570"/>
                  <a:pt x="16155" y="11416"/>
                </a:cubicBezTo>
                <a:cubicBezTo>
                  <a:pt x="16134" y="11258"/>
                  <a:pt x="16160" y="11109"/>
                  <a:pt x="16235" y="10977"/>
                </a:cubicBezTo>
                <a:lnTo>
                  <a:pt x="16807" y="10049"/>
                </a:lnTo>
                <a:cubicBezTo>
                  <a:pt x="16882" y="9923"/>
                  <a:pt x="16981" y="9844"/>
                  <a:pt x="17105" y="9813"/>
                </a:cubicBezTo>
                <a:cubicBezTo>
                  <a:pt x="17230" y="9782"/>
                  <a:pt x="17350" y="9813"/>
                  <a:pt x="17469" y="9911"/>
                </a:cubicBezTo>
                <a:lnTo>
                  <a:pt x="21335" y="13238"/>
                </a:lnTo>
                <a:cubicBezTo>
                  <a:pt x="21455" y="13328"/>
                  <a:pt x="21525" y="13452"/>
                  <a:pt x="21541" y="13609"/>
                </a:cubicBezTo>
                <a:cubicBezTo>
                  <a:pt x="21562" y="13767"/>
                  <a:pt x="21534" y="13910"/>
                  <a:pt x="21457" y="14045"/>
                </a:cubicBezTo>
                <a:lnTo>
                  <a:pt x="20908" y="14976"/>
                </a:lnTo>
                <a:cubicBezTo>
                  <a:pt x="20835" y="15102"/>
                  <a:pt x="20729" y="15178"/>
                  <a:pt x="20600" y="15212"/>
                </a:cubicBezTo>
                <a:cubicBezTo>
                  <a:pt x="20466" y="15243"/>
                  <a:pt x="20347" y="15212"/>
                  <a:pt x="20234" y="15125"/>
                </a:cubicBezTo>
                <a:lnTo>
                  <a:pt x="19089" y="14101"/>
                </a:lnTo>
                <a:close/>
                <a:moveTo>
                  <a:pt x="9557" y="7731"/>
                </a:moveTo>
                <a:cubicBezTo>
                  <a:pt x="9761" y="7402"/>
                  <a:pt x="9895" y="7045"/>
                  <a:pt x="9963" y="6669"/>
                </a:cubicBezTo>
                <a:cubicBezTo>
                  <a:pt x="10029" y="6292"/>
                  <a:pt x="10036" y="5915"/>
                  <a:pt x="9987" y="5538"/>
                </a:cubicBezTo>
                <a:cubicBezTo>
                  <a:pt x="9930" y="5161"/>
                  <a:pt x="9820" y="4807"/>
                  <a:pt x="9654" y="4475"/>
                </a:cubicBezTo>
                <a:cubicBezTo>
                  <a:pt x="9485" y="4143"/>
                  <a:pt x="9262" y="3859"/>
                  <a:pt x="8985" y="3626"/>
                </a:cubicBezTo>
                <a:cubicBezTo>
                  <a:pt x="8708" y="3384"/>
                  <a:pt x="8412" y="3221"/>
                  <a:pt x="8097" y="3139"/>
                </a:cubicBezTo>
                <a:cubicBezTo>
                  <a:pt x="7781" y="3061"/>
                  <a:pt x="7468" y="3052"/>
                  <a:pt x="7154" y="3114"/>
                </a:cubicBezTo>
                <a:cubicBezTo>
                  <a:pt x="6839" y="3179"/>
                  <a:pt x="6544" y="3311"/>
                  <a:pt x="6267" y="3514"/>
                </a:cubicBezTo>
                <a:cubicBezTo>
                  <a:pt x="5987" y="3713"/>
                  <a:pt x="5753" y="3980"/>
                  <a:pt x="5558" y="4312"/>
                </a:cubicBezTo>
                <a:cubicBezTo>
                  <a:pt x="5281" y="4788"/>
                  <a:pt x="5135" y="5305"/>
                  <a:pt x="5119" y="5853"/>
                </a:cubicBezTo>
                <a:cubicBezTo>
                  <a:pt x="5105" y="6407"/>
                  <a:pt x="5201" y="6919"/>
                  <a:pt x="5410" y="7397"/>
                </a:cubicBezTo>
                <a:cubicBezTo>
                  <a:pt x="4971" y="7307"/>
                  <a:pt x="4532" y="7363"/>
                  <a:pt x="4103" y="7563"/>
                </a:cubicBezTo>
                <a:cubicBezTo>
                  <a:pt x="3671" y="7766"/>
                  <a:pt x="3312" y="8106"/>
                  <a:pt x="3018" y="8581"/>
                </a:cubicBezTo>
                <a:cubicBezTo>
                  <a:pt x="2817" y="8913"/>
                  <a:pt x="2680" y="9267"/>
                  <a:pt x="2615" y="9644"/>
                </a:cubicBezTo>
                <a:cubicBezTo>
                  <a:pt x="2547" y="10021"/>
                  <a:pt x="2542" y="10392"/>
                  <a:pt x="2596" y="10760"/>
                </a:cubicBezTo>
                <a:cubicBezTo>
                  <a:pt x="2655" y="11129"/>
                  <a:pt x="2765" y="11478"/>
                  <a:pt x="2936" y="11812"/>
                </a:cubicBezTo>
                <a:cubicBezTo>
                  <a:pt x="3103" y="12141"/>
                  <a:pt x="3321" y="12428"/>
                  <a:pt x="3591" y="12659"/>
                </a:cubicBezTo>
                <a:cubicBezTo>
                  <a:pt x="3868" y="12901"/>
                  <a:pt x="4164" y="13064"/>
                  <a:pt x="4481" y="13145"/>
                </a:cubicBezTo>
                <a:cubicBezTo>
                  <a:pt x="4793" y="13224"/>
                  <a:pt x="5105" y="13235"/>
                  <a:pt x="5410" y="13170"/>
                </a:cubicBezTo>
                <a:cubicBezTo>
                  <a:pt x="5718" y="13109"/>
                  <a:pt x="6011" y="12977"/>
                  <a:pt x="6286" y="12774"/>
                </a:cubicBezTo>
                <a:cubicBezTo>
                  <a:pt x="6567" y="12571"/>
                  <a:pt x="6804" y="12307"/>
                  <a:pt x="7006" y="11973"/>
                </a:cubicBezTo>
                <a:cubicBezTo>
                  <a:pt x="7299" y="11497"/>
                  <a:pt x="7452" y="10983"/>
                  <a:pt x="7468" y="10432"/>
                </a:cubicBezTo>
                <a:cubicBezTo>
                  <a:pt x="7482" y="9880"/>
                  <a:pt x="7382" y="9366"/>
                  <a:pt x="7163" y="8891"/>
                </a:cubicBezTo>
                <a:cubicBezTo>
                  <a:pt x="7607" y="8978"/>
                  <a:pt x="8041" y="8930"/>
                  <a:pt x="8473" y="8736"/>
                </a:cubicBezTo>
                <a:cubicBezTo>
                  <a:pt x="8907" y="8541"/>
                  <a:pt x="9266" y="8210"/>
                  <a:pt x="9557" y="773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3" name="AutoShape 19"/>
          <p:cNvSpPr>
            <a:spLocks/>
          </p:cNvSpPr>
          <p:nvPr/>
        </p:nvSpPr>
        <p:spPr bwMode="auto">
          <a:xfrm>
            <a:off x="7802563" y="4745038"/>
            <a:ext cx="1841500" cy="1841500"/>
          </a:xfrm>
          <a:custGeom>
            <a:avLst/>
            <a:gdLst>
              <a:gd name="T0" fmla="*/ 920750 w 21542"/>
              <a:gd name="T1" fmla="*/ 920750 h 21600"/>
              <a:gd name="T2" fmla="*/ 920750 w 21542"/>
              <a:gd name="T3" fmla="*/ 920750 h 21600"/>
              <a:gd name="T4" fmla="*/ 920750 w 21542"/>
              <a:gd name="T5" fmla="*/ 920750 h 21600"/>
              <a:gd name="T6" fmla="*/ 920750 w 21542"/>
              <a:gd name="T7" fmla="*/ 920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lnTo>
                  <a:pt x="11685" y="179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4" name="AutoShape 20"/>
          <p:cNvSpPr>
            <a:spLocks/>
          </p:cNvSpPr>
          <p:nvPr/>
        </p:nvSpPr>
        <p:spPr bwMode="auto">
          <a:xfrm>
            <a:off x="9837738" y="10948988"/>
            <a:ext cx="868362" cy="723900"/>
          </a:xfrm>
          <a:custGeom>
            <a:avLst/>
            <a:gdLst>
              <a:gd name="T0" fmla="*/ 434181 w 21600"/>
              <a:gd name="T1" fmla="*/ 361933 h 21579"/>
              <a:gd name="T2" fmla="*/ 434181 w 21600"/>
              <a:gd name="T3" fmla="*/ 361933 h 21579"/>
              <a:gd name="T4" fmla="*/ 434181 w 21600"/>
              <a:gd name="T5" fmla="*/ 361933 h 21579"/>
              <a:gd name="T6" fmla="*/ 434181 w 21600"/>
              <a:gd name="T7" fmla="*/ 361933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8"/>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5" name="AutoShape 21"/>
          <p:cNvSpPr>
            <a:spLocks/>
          </p:cNvSpPr>
          <p:nvPr/>
        </p:nvSpPr>
        <p:spPr bwMode="auto">
          <a:xfrm>
            <a:off x="12925425" y="10933113"/>
            <a:ext cx="723900" cy="723900"/>
          </a:xfrm>
          <a:custGeom>
            <a:avLst/>
            <a:gdLst>
              <a:gd name="T0" fmla="*/ 361950 w 21600"/>
              <a:gd name="T1" fmla="*/ 361950 h 21600"/>
              <a:gd name="T2" fmla="*/ 361950 w 21600"/>
              <a:gd name="T3" fmla="*/ 361950 h 21600"/>
              <a:gd name="T4" fmla="*/ 361950 w 21600"/>
              <a:gd name="T5" fmla="*/ 361950 h 21600"/>
              <a:gd name="T6" fmla="*/ 361950 w 21600"/>
              <a:gd name="T7" fmla="*/ 3619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6" name="AutoShape 22"/>
          <p:cNvSpPr>
            <a:spLocks/>
          </p:cNvSpPr>
          <p:nvPr/>
        </p:nvSpPr>
        <p:spPr bwMode="auto">
          <a:xfrm>
            <a:off x="2959100" y="118364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Sales</a:t>
            </a:r>
            <a:endParaRPr lang="es-ES">
              <a:ea typeface="ＭＳ Ｐゴシック" charset="0"/>
            </a:endParaRPr>
          </a:p>
        </p:txBody>
      </p:sp>
      <p:sp>
        <p:nvSpPr>
          <p:cNvPr id="47127" name="AutoShape 23"/>
          <p:cNvSpPr>
            <a:spLocks/>
          </p:cNvSpPr>
          <p:nvPr/>
        </p:nvSpPr>
        <p:spPr bwMode="auto">
          <a:xfrm>
            <a:off x="6121400" y="118364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Keys</a:t>
            </a:r>
            <a:endParaRPr lang="es-ES">
              <a:ea typeface="ＭＳ Ｐゴシック" charset="0"/>
            </a:endParaRPr>
          </a:p>
        </p:txBody>
      </p:sp>
      <p:sp>
        <p:nvSpPr>
          <p:cNvPr id="47128" name="AutoShape 24"/>
          <p:cNvSpPr>
            <a:spLocks/>
          </p:cNvSpPr>
          <p:nvPr/>
        </p:nvSpPr>
        <p:spPr bwMode="auto">
          <a:xfrm>
            <a:off x="9321800" y="118491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Ads</a:t>
            </a:r>
            <a:endParaRPr lang="es-ES">
              <a:ea typeface="ＭＳ Ｐゴシック" charset="0"/>
            </a:endParaRPr>
          </a:p>
        </p:txBody>
      </p:sp>
      <p:sp>
        <p:nvSpPr>
          <p:cNvPr id="47129" name="AutoShape 25"/>
          <p:cNvSpPr>
            <a:spLocks/>
          </p:cNvSpPr>
          <p:nvPr/>
        </p:nvSpPr>
        <p:spPr bwMode="auto">
          <a:xfrm>
            <a:off x="12420600" y="118491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Research</a:t>
            </a:r>
            <a:endParaRPr lang="es-ES">
              <a:ea typeface="ＭＳ Ｐゴシック" charset="0"/>
            </a:endParaRPr>
          </a:p>
        </p:txBody>
      </p:sp>
      <p:sp>
        <p:nvSpPr>
          <p:cNvPr id="47130" name="AutoShape 26"/>
          <p:cNvSpPr>
            <a:spLocks/>
          </p:cNvSpPr>
          <p:nvPr/>
        </p:nvSpPr>
        <p:spPr bwMode="auto">
          <a:xfrm>
            <a:off x="9779000" y="9385300"/>
            <a:ext cx="3365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Professional Style</a:t>
            </a:r>
            <a:endParaRPr lang="es-ES">
              <a:ea typeface="ＭＳ Ｐゴシック" charset="0"/>
            </a:endParaRPr>
          </a:p>
        </p:txBody>
      </p:sp>
      <p:sp>
        <p:nvSpPr>
          <p:cNvPr id="47131" name="AutoShape 27"/>
          <p:cNvSpPr>
            <a:spLocks/>
          </p:cNvSpPr>
          <p:nvPr/>
        </p:nvSpPr>
        <p:spPr bwMode="auto">
          <a:xfrm>
            <a:off x="3848100" y="9385300"/>
            <a:ext cx="3365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Main Market Key</a:t>
            </a:r>
            <a:endParaRPr lang="es-ES">
              <a:ea typeface="ＭＳ Ｐゴシック" charset="0"/>
            </a:endParaRPr>
          </a:p>
        </p:txBody>
      </p:sp>
      <p:sp>
        <p:nvSpPr>
          <p:cNvPr id="47132" name="AutoShape 28"/>
          <p:cNvSpPr>
            <a:spLocks/>
          </p:cNvSpPr>
          <p:nvPr/>
        </p:nvSpPr>
        <p:spPr bwMode="auto">
          <a:xfrm>
            <a:off x="6896100" y="7073900"/>
            <a:ext cx="3365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Umbrella Campaign</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7108"/>
                                        </p:tgtEl>
                                        <p:attrNameLst>
                                          <p:attrName>style.visibility</p:attrName>
                                        </p:attrNameLst>
                                      </p:cBhvr>
                                      <p:to>
                                        <p:strVal val="visible"/>
                                      </p:to>
                                    </p:set>
                                    <p:anim calcmode="lin" valueType="num">
                                      <p:cBhvr additive="base">
                                        <p:cTn id="7" dur="500" fill="hold"/>
                                        <p:tgtEl>
                                          <p:spTgt spid="47108"/>
                                        </p:tgtEl>
                                        <p:attrNameLst>
                                          <p:attrName>ppt_x</p:attrName>
                                        </p:attrNameLst>
                                      </p:cBhvr>
                                      <p:tavLst>
                                        <p:tav tm="0">
                                          <p:val>
                                            <p:strVal val="1+#ppt_w/2"/>
                                          </p:val>
                                        </p:tav>
                                        <p:tav tm="100000">
                                          <p:val>
                                            <p:strVal val="#ppt_x"/>
                                          </p:val>
                                        </p:tav>
                                      </p:tavLst>
                                    </p:anim>
                                    <p:anim calcmode="lin" valueType="num">
                                      <p:cBhvr additive="base">
                                        <p:cTn id="8" dur="500" fill="hold"/>
                                        <p:tgtEl>
                                          <p:spTgt spid="4710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7109"/>
                                        </p:tgtEl>
                                        <p:attrNameLst>
                                          <p:attrName>style.visibility</p:attrName>
                                        </p:attrNameLst>
                                      </p:cBhvr>
                                      <p:to>
                                        <p:strVal val="visible"/>
                                      </p:to>
                                    </p:set>
                                    <p:anim calcmode="lin" valueType="num">
                                      <p:cBhvr additive="base">
                                        <p:cTn id="12" dur="500" fill="hold"/>
                                        <p:tgtEl>
                                          <p:spTgt spid="47109"/>
                                        </p:tgtEl>
                                        <p:attrNameLst>
                                          <p:attrName>ppt_x</p:attrName>
                                        </p:attrNameLst>
                                      </p:cBhvr>
                                      <p:tavLst>
                                        <p:tav tm="0">
                                          <p:val>
                                            <p:strVal val="1+#ppt_w/2"/>
                                          </p:val>
                                        </p:tav>
                                        <p:tav tm="100000">
                                          <p:val>
                                            <p:strVal val="#ppt_x"/>
                                          </p:val>
                                        </p:tav>
                                      </p:tavLst>
                                    </p:anim>
                                    <p:anim calcmode="lin" valueType="num">
                                      <p:cBhvr additive="base">
                                        <p:cTn id="13" dur="500" fill="hold"/>
                                        <p:tgtEl>
                                          <p:spTgt spid="4710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7106"/>
                                        </p:tgtEl>
                                        <p:attrNameLst>
                                          <p:attrName>style.visibility</p:attrName>
                                        </p:attrNameLst>
                                      </p:cBhvr>
                                      <p:to>
                                        <p:strVal val="visible"/>
                                      </p:to>
                                    </p:set>
                                    <p:anim calcmode="lin" valueType="num">
                                      <p:cBhvr additive="base">
                                        <p:cTn id="17" dur="500" fill="hold"/>
                                        <p:tgtEl>
                                          <p:spTgt spid="47106"/>
                                        </p:tgtEl>
                                        <p:attrNameLst>
                                          <p:attrName>ppt_x</p:attrName>
                                        </p:attrNameLst>
                                      </p:cBhvr>
                                      <p:tavLst>
                                        <p:tav tm="0">
                                          <p:val>
                                            <p:strVal val="1+#ppt_w/2"/>
                                          </p:val>
                                        </p:tav>
                                        <p:tav tm="100000">
                                          <p:val>
                                            <p:strVal val="#ppt_x"/>
                                          </p:val>
                                        </p:tav>
                                      </p:tavLst>
                                    </p:anim>
                                    <p:anim calcmode="lin" valueType="num">
                                      <p:cBhvr additive="base">
                                        <p:cTn id="18" dur="500" fill="hold"/>
                                        <p:tgtEl>
                                          <p:spTgt spid="4710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47111"/>
                                        </p:tgtEl>
                                        <p:attrNameLst>
                                          <p:attrName>style.visibility</p:attrName>
                                        </p:attrNameLst>
                                      </p:cBhvr>
                                      <p:to>
                                        <p:strVal val="visible"/>
                                      </p:to>
                                    </p:set>
                                    <p:anim calcmode="lin" valueType="num">
                                      <p:cBhvr additive="base">
                                        <p:cTn id="22" dur="500" fill="hold"/>
                                        <p:tgtEl>
                                          <p:spTgt spid="47111"/>
                                        </p:tgtEl>
                                        <p:attrNameLst>
                                          <p:attrName>ppt_x</p:attrName>
                                        </p:attrNameLst>
                                      </p:cBhvr>
                                      <p:tavLst>
                                        <p:tav tm="0">
                                          <p:val>
                                            <p:strVal val="1+#ppt_w/2"/>
                                          </p:val>
                                        </p:tav>
                                        <p:tav tm="100000">
                                          <p:val>
                                            <p:strVal val="#ppt_x"/>
                                          </p:val>
                                        </p:tav>
                                      </p:tavLst>
                                    </p:anim>
                                    <p:anim calcmode="lin" valueType="num">
                                      <p:cBhvr additive="base">
                                        <p:cTn id="23" dur="500" fill="hold"/>
                                        <p:tgtEl>
                                          <p:spTgt spid="47111"/>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47110"/>
                                        </p:tgtEl>
                                        <p:attrNameLst>
                                          <p:attrName>style.visibility</p:attrName>
                                        </p:attrNameLst>
                                      </p:cBhvr>
                                      <p:to>
                                        <p:strVal val="visible"/>
                                      </p:to>
                                    </p:set>
                                    <p:anim calcmode="lin" valueType="num">
                                      <p:cBhvr additive="base">
                                        <p:cTn id="27" dur="500" fill="hold"/>
                                        <p:tgtEl>
                                          <p:spTgt spid="47110"/>
                                        </p:tgtEl>
                                        <p:attrNameLst>
                                          <p:attrName>ppt_x</p:attrName>
                                        </p:attrNameLst>
                                      </p:cBhvr>
                                      <p:tavLst>
                                        <p:tav tm="0">
                                          <p:val>
                                            <p:strVal val="1+#ppt_w/2"/>
                                          </p:val>
                                        </p:tav>
                                        <p:tav tm="100000">
                                          <p:val>
                                            <p:strVal val="#ppt_x"/>
                                          </p:val>
                                        </p:tav>
                                      </p:tavLst>
                                    </p:anim>
                                    <p:anim calcmode="lin" valueType="num">
                                      <p:cBhvr additive="base">
                                        <p:cTn id="28" dur="500" fill="hold"/>
                                        <p:tgtEl>
                                          <p:spTgt spid="47110"/>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9" presetClass="entr" presetSubtype="0" fill="hold" grpId="0" nodeType="afterEffect">
                                  <p:stCondLst>
                                    <p:cond delay="0"/>
                                  </p:stCondLst>
                                  <p:childTnLst>
                                    <p:set>
                                      <p:cBhvr>
                                        <p:cTn id="31" dur="1" fill="hold">
                                          <p:stCondLst>
                                            <p:cond delay="0"/>
                                          </p:stCondLst>
                                        </p:cTn>
                                        <p:tgtEl>
                                          <p:spTgt spid="47126"/>
                                        </p:tgtEl>
                                        <p:attrNameLst>
                                          <p:attrName>style.visibility</p:attrName>
                                        </p:attrNameLst>
                                      </p:cBhvr>
                                      <p:to>
                                        <p:strVal val="visible"/>
                                      </p:to>
                                    </p:set>
                                    <p:animEffect transition="in" filter="dissolve">
                                      <p:cBhvr>
                                        <p:cTn id="32" dur="500"/>
                                        <p:tgtEl>
                                          <p:spTgt spid="47126"/>
                                        </p:tgtEl>
                                      </p:cBhvr>
                                    </p:animEffect>
                                  </p:childTnLst>
                                </p:cTn>
                              </p:par>
                            </p:childTnLst>
                          </p:cTn>
                        </p:par>
                        <p:par>
                          <p:cTn id="33" fill="hold" nodeType="afterGroup">
                            <p:stCondLst>
                              <p:cond delay="3000"/>
                            </p:stCondLst>
                            <p:childTnLst>
                              <p:par>
                                <p:cTn id="34" presetID="9" presetClass="entr" presetSubtype="0" fill="hold" grpId="0" nodeType="afterEffect">
                                  <p:stCondLst>
                                    <p:cond delay="0"/>
                                  </p:stCondLst>
                                  <p:childTnLst>
                                    <p:set>
                                      <p:cBhvr>
                                        <p:cTn id="35" dur="1" fill="hold">
                                          <p:stCondLst>
                                            <p:cond delay="0"/>
                                          </p:stCondLst>
                                        </p:cTn>
                                        <p:tgtEl>
                                          <p:spTgt spid="47127"/>
                                        </p:tgtEl>
                                        <p:attrNameLst>
                                          <p:attrName>style.visibility</p:attrName>
                                        </p:attrNameLst>
                                      </p:cBhvr>
                                      <p:to>
                                        <p:strVal val="visible"/>
                                      </p:to>
                                    </p:set>
                                    <p:animEffect transition="in" filter="dissolve">
                                      <p:cBhvr>
                                        <p:cTn id="36" dur="500"/>
                                        <p:tgtEl>
                                          <p:spTgt spid="47127"/>
                                        </p:tgtEl>
                                      </p:cBhvr>
                                    </p:animEffect>
                                  </p:childTnLst>
                                </p:cTn>
                              </p:par>
                            </p:childTnLst>
                          </p:cTn>
                        </p:par>
                        <p:par>
                          <p:cTn id="37" fill="hold" nodeType="afterGroup">
                            <p:stCondLst>
                              <p:cond delay="3500"/>
                            </p:stCondLst>
                            <p:childTnLst>
                              <p:par>
                                <p:cTn id="38" presetID="9" presetClass="entr" presetSubtype="0" fill="hold" grpId="0" nodeType="afterEffect">
                                  <p:stCondLst>
                                    <p:cond delay="0"/>
                                  </p:stCondLst>
                                  <p:childTnLst>
                                    <p:set>
                                      <p:cBhvr>
                                        <p:cTn id="39" dur="1" fill="hold">
                                          <p:stCondLst>
                                            <p:cond delay="0"/>
                                          </p:stCondLst>
                                        </p:cTn>
                                        <p:tgtEl>
                                          <p:spTgt spid="47128"/>
                                        </p:tgtEl>
                                        <p:attrNameLst>
                                          <p:attrName>style.visibility</p:attrName>
                                        </p:attrNameLst>
                                      </p:cBhvr>
                                      <p:to>
                                        <p:strVal val="visible"/>
                                      </p:to>
                                    </p:set>
                                    <p:animEffect transition="in" filter="dissolve">
                                      <p:cBhvr>
                                        <p:cTn id="40" dur="500"/>
                                        <p:tgtEl>
                                          <p:spTgt spid="47128"/>
                                        </p:tgtEl>
                                      </p:cBhvr>
                                    </p:animEffect>
                                  </p:childTnLst>
                                </p:cTn>
                              </p:par>
                            </p:childTnLst>
                          </p:cTn>
                        </p:par>
                        <p:par>
                          <p:cTn id="41" fill="hold" nodeType="afterGroup">
                            <p:stCondLst>
                              <p:cond delay="4000"/>
                            </p:stCondLst>
                            <p:childTnLst>
                              <p:par>
                                <p:cTn id="42" presetID="9" presetClass="entr" presetSubtype="0" fill="hold" grpId="0" nodeType="afterEffect">
                                  <p:stCondLst>
                                    <p:cond delay="0"/>
                                  </p:stCondLst>
                                  <p:childTnLst>
                                    <p:set>
                                      <p:cBhvr>
                                        <p:cTn id="43" dur="1" fill="hold">
                                          <p:stCondLst>
                                            <p:cond delay="0"/>
                                          </p:stCondLst>
                                        </p:cTn>
                                        <p:tgtEl>
                                          <p:spTgt spid="47129"/>
                                        </p:tgtEl>
                                        <p:attrNameLst>
                                          <p:attrName>style.visibility</p:attrName>
                                        </p:attrNameLst>
                                      </p:cBhvr>
                                      <p:to>
                                        <p:strVal val="visible"/>
                                      </p:to>
                                    </p:set>
                                    <p:animEffect transition="in" filter="dissolve">
                                      <p:cBhvr>
                                        <p:cTn id="44" dur="500"/>
                                        <p:tgtEl>
                                          <p:spTgt spid="47129"/>
                                        </p:tgtEl>
                                      </p:cBhvr>
                                    </p:animEffect>
                                  </p:childTnLst>
                                </p:cTn>
                              </p:par>
                            </p:childTnLst>
                          </p:cTn>
                        </p:par>
                        <p:par>
                          <p:cTn id="45" fill="hold" nodeType="afterGroup">
                            <p:stCondLst>
                              <p:cond delay="4500"/>
                            </p:stCondLst>
                            <p:childTnLst>
                              <p:par>
                                <p:cTn id="46" presetID="9" presetClass="entr" presetSubtype="0" fill="hold" grpId="0" nodeType="afterEffect">
                                  <p:stCondLst>
                                    <p:cond delay="0"/>
                                  </p:stCondLst>
                                  <p:childTnLst>
                                    <p:set>
                                      <p:cBhvr>
                                        <p:cTn id="47" dur="1" fill="hold">
                                          <p:stCondLst>
                                            <p:cond delay="0"/>
                                          </p:stCondLst>
                                        </p:cTn>
                                        <p:tgtEl>
                                          <p:spTgt spid="47130"/>
                                        </p:tgtEl>
                                        <p:attrNameLst>
                                          <p:attrName>style.visibility</p:attrName>
                                        </p:attrNameLst>
                                      </p:cBhvr>
                                      <p:to>
                                        <p:strVal val="visible"/>
                                      </p:to>
                                    </p:set>
                                    <p:animEffect transition="in" filter="dissolve">
                                      <p:cBhvr>
                                        <p:cTn id="48" dur="500"/>
                                        <p:tgtEl>
                                          <p:spTgt spid="47130"/>
                                        </p:tgtEl>
                                      </p:cBhvr>
                                    </p:animEffect>
                                  </p:childTnLst>
                                </p:cTn>
                              </p:par>
                            </p:childTnLst>
                          </p:cTn>
                        </p:par>
                        <p:par>
                          <p:cTn id="49" fill="hold" nodeType="afterGroup">
                            <p:stCondLst>
                              <p:cond delay="5000"/>
                            </p:stCondLst>
                            <p:childTnLst>
                              <p:par>
                                <p:cTn id="50" presetID="9" presetClass="entr" presetSubtype="0" fill="hold" grpId="0" nodeType="afterEffect">
                                  <p:stCondLst>
                                    <p:cond delay="0"/>
                                  </p:stCondLst>
                                  <p:childTnLst>
                                    <p:set>
                                      <p:cBhvr>
                                        <p:cTn id="51" dur="1" fill="hold">
                                          <p:stCondLst>
                                            <p:cond delay="0"/>
                                          </p:stCondLst>
                                        </p:cTn>
                                        <p:tgtEl>
                                          <p:spTgt spid="47131"/>
                                        </p:tgtEl>
                                        <p:attrNameLst>
                                          <p:attrName>style.visibility</p:attrName>
                                        </p:attrNameLst>
                                      </p:cBhvr>
                                      <p:to>
                                        <p:strVal val="visible"/>
                                      </p:to>
                                    </p:set>
                                    <p:animEffect transition="in" filter="dissolve">
                                      <p:cBhvr>
                                        <p:cTn id="52" dur="500"/>
                                        <p:tgtEl>
                                          <p:spTgt spid="47131"/>
                                        </p:tgtEl>
                                      </p:cBhvr>
                                    </p:animEffect>
                                  </p:childTnLst>
                                </p:cTn>
                              </p:par>
                            </p:childTnLst>
                          </p:cTn>
                        </p:par>
                        <p:par>
                          <p:cTn id="53" fill="hold" nodeType="afterGroup">
                            <p:stCondLst>
                              <p:cond delay="5500"/>
                            </p:stCondLst>
                            <p:childTnLst>
                              <p:par>
                                <p:cTn id="54" presetID="9" presetClass="entr" presetSubtype="0" fill="hold" grpId="0" nodeType="afterEffect">
                                  <p:stCondLst>
                                    <p:cond delay="0"/>
                                  </p:stCondLst>
                                  <p:childTnLst>
                                    <p:set>
                                      <p:cBhvr>
                                        <p:cTn id="55" dur="1" fill="hold">
                                          <p:stCondLst>
                                            <p:cond delay="0"/>
                                          </p:stCondLst>
                                        </p:cTn>
                                        <p:tgtEl>
                                          <p:spTgt spid="47132"/>
                                        </p:tgtEl>
                                        <p:attrNameLst>
                                          <p:attrName>style.visibility</p:attrName>
                                        </p:attrNameLst>
                                      </p:cBhvr>
                                      <p:to>
                                        <p:strVal val="visible"/>
                                      </p:to>
                                    </p:set>
                                    <p:animEffect transition="in" filter="dissolve">
                                      <p:cBhvr>
                                        <p:cTn id="56" dur="500"/>
                                        <p:tgtEl>
                                          <p:spTgt spid="47132"/>
                                        </p:tgtEl>
                                      </p:cBhvr>
                                    </p:animEffect>
                                  </p:childTnLst>
                                </p:cTn>
                              </p:par>
                            </p:childTnLst>
                          </p:cTn>
                        </p:par>
                        <p:par>
                          <p:cTn id="57" fill="hold" nodeType="afterGroup">
                            <p:stCondLst>
                              <p:cond delay="6000"/>
                            </p:stCondLst>
                            <p:childTnLst>
                              <p:par>
                                <p:cTn id="58" presetID="9" presetClass="entr" presetSubtype="0" fill="hold" nodeType="afterEffect">
                                  <p:stCondLst>
                                    <p:cond delay="0"/>
                                  </p:stCondLst>
                                  <p:childTnLst>
                                    <p:set>
                                      <p:cBhvr>
                                        <p:cTn id="59" dur="1" fill="hold">
                                          <p:stCondLst>
                                            <p:cond delay="0"/>
                                          </p:stCondLst>
                                        </p:cTn>
                                        <p:tgtEl>
                                          <p:spTgt spid="47112"/>
                                        </p:tgtEl>
                                        <p:attrNameLst>
                                          <p:attrName>style.visibility</p:attrName>
                                        </p:attrNameLst>
                                      </p:cBhvr>
                                      <p:to>
                                        <p:strVal val="visible"/>
                                      </p:to>
                                    </p:set>
                                    <p:animEffect transition="in" filter="dissolve">
                                      <p:cBhvr>
                                        <p:cTn id="60" dur="500"/>
                                        <p:tgtEl>
                                          <p:spTgt spid="47112"/>
                                        </p:tgtEl>
                                      </p:cBhvr>
                                    </p:animEffect>
                                  </p:childTnLst>
                                </p:cTn>
                              </p:par>
                            </p:childTnLst>
                          </p:cTn>
                        </p:par>
                        <p:par>
                          <p:cTn id="61" fill="hold" nodeType="afterGroup">
                            <p:stCondLst>
                              <p:cond delay="6500"/>
                            </p:stCondLst>
                            <p:childTnLst>
                              <p:par>
                                <p:cTn id="62" presetID="9" presetClass="entr" presetSubtype="0" fill="hold" nodeType="afterEffect">
                                  <p:stCondLst>
                                    <p:cond delay="0"/>
                                  </p:stCondLst>
                                  <p:childTnLst>
                                    <p:set>
                                      <p:cBhvr>
                                        <p:cTn id="63" dur="1" fill="hold">
                                          <p:stCondLst>
                                            <p:cond delay="0"/>
                                          </p:stCondLst>
                                        </p:cTn>
                                        <p:tgtEl>
                                          <p:spTgt spid="47113"/>
                                        </p:tgtEl>
                                        <p:attrNameLst>
                                          <p:attrName>style.visibility</p:attrName>
                                        </p:attrNameLst>
                                      </p:cBhvr>
                                      <p:to>
                                        <p:strVal val="visible"/>
                                      </p:to>
                                    </p:set>
                                    <p:animEffect transition="in" filter="dissolve">
                                      <p:cBhvr>
                                        <p:cTn id="64" dur="500"/>
                                        <p:tgtEl>
                                          <p:spTgt spid="47113"/>
                                        </p:tgtEl>
                                      </p:cBhvr>
                                    </p:animEffect>
                                  </p:childTnLst>
                                </p:cTn>
                              </p:par>
                            </p:childTnLst>
                          </p:cTn>
                        </p:par>
                        <p:par>
                          <p:cTn id="65" fill="hold" nodeType="afterGroup">
                            <p:stCondLst>
                              <p:cond delay="7000"/>
                            </p:stCondLst>
                            <p:childTnLst>
                              <p:par>
                                <p:cTn id="66" presetID="9" presetClass="entr" presetSubtype="0" fill="hold" nodeType="afterEffect">
                                  <p:stCondLst>
                                    <p:cond delay="0"/>
                                  </p:stCondLst>
                                  <p:childTnLst>
                                    <p:set>
                                      <p:cBhvr>
                                        <p:cTn id="67" dur="1" fill="hold">
                                          <p:stCondLst>
                                            <p:cond delay="0"/>
                                          </p:stCondLst>
                                        </p:cTn>
                                        <p:tgtEl>
                                          <p:spTgt spid="47114"/>
                                        </p:tgtEl>
                                        <p:attrNameLst>
                                          <p:attrName>style.visibility</p:attrName>
                                        </p:attrNameLst>
                                      </p:cBhvr>
                                      <p:to>
                                        <p:strVal val="visible"/>
                                      </p:to>
                                    </p:set>
                                    <p:animEffect transition="in" filter="dissolve">
                                      <p:cBhvr>
                                        <p:cTn id="68" dur="500"/>
                                        <p:tgtEl>
                                          <p:spTgt spid="47114"/>
                                        </p:tgtEl>
                                      </p:cBhvr>
                                    </p:animEffect>
                                  </p:childTnLst>
                                </p:cTn>
                              </p:par>
                            </p:childTnLst>
                          </p:cTn>
                        </p:par>
                        <p:par>
                          <p:cTn id="69" fill="hold" nodeType="afterGroup">
                            <p:stCondLst>
                              <p:cond delay="7500"/>
                            </p:stCondLst>
                            <p:childTnLst>
                              <p:par>
                                <p:cTn id="70" presetID="9" presetClass="entr" presetSubtype="0" fill="hold" nodeType="afterEffect">
                                  <p:stCondLst>
                                    <p:cond delay="0"/>
                                  </p:stCondLst>
                                  <p:childTnLst>
                                    <p:set>
                                      <p:cBhvr>
                                        <p:cTn id="71" dur="1" fill="hold">
                                          <p:stCondLst>
                                            <p:cond delay="0"/>
                                          </p:stCondLst>
                                        </p:cTn>
                                        <p:tgtEl>
                                          <p:spTgt spid="47115"/>
                                        </p:tgtEl>
                                        <p:attrNameLst>
                                          <p:attrName>style.visibility</p:attrName>
                                        </p:attrNameLst>
                                      </p:cBhvr>
                                      <p:to>
                                        <p:strVal val="visible"/>
                                      </p:to>
                                    </p:set>
                                    <p:animEffect transition="in" filter="dissolve">
                                      <p:cBhvr>
                                        <p:cTn id="72" dur="500"/>
                                        <p:tgtEl>
                                          <p:spTgt spid="47115"/>
                                        </p:tgtEl>
                                      </p:cBhvr>
                                    </p:animEffect>
                                  </p:childTnLst>
                                </p:cTn>
                              </p:par>
                            </p:childTnLst>
                          </p:cTn>
                        </p:par>
                        <p:par>
                          <p:cTn id="73" fill="hold" nodeType="afterGroup">
                            <p:stCondLst>
                              <p:cond delay="8000"/>
                            </p:stCondLst>
                            <p:childTnLst>
                              <p:par>
                                <p:cTn id="74" presetID="9" presetClass="entr" presetSubtype="0" fill="hold" nodeType="afterEffect">
                                  <p:stCondLst>
                                    <p:cond delay="0"/>
                                  </p:stCondLst>
                                  <p:childTnLst>
                                    <p:set>
                                      <p:cBhvr>
                                        <p:cTn id="75" dur="1" fill="hold">
                                          <p:stCondLst>
                                            <p:cond delay="0"/>
                                          </p:stCondLst>
                                        </p:cTn>
                                        <p:tgtEl>
                                          <p:spTgt spid="47116"/>
                                        </p:tgtEl>
                                        <p:attrNameLst>
                                          <p:attrName>style.visibility</p:attrName>
                                        </p:attrNameLst>
                                      </p:cBhvr>
                                      <p:to>
                                        <p:strVal val="visible"/>
                                      </p:to>
                                    </p:set>
                                    <p:animEffect transition="in" filter="dissolve">
                                      <p:cBhvr>
                                        <p:cTn id="76" dur="500"/>
                                        <p:tgtEl>
                                          <p:spTgt spid="47116"/>
                                        </p:tgtEl>
                                      </p:cBhvr>
                                    </p:animEffect>
                                  </p:childTnLst>
                                </p:cTn>
                              </p:par>
                            </p:childTnLst>
                          </p:cTn>
                        </p:par>
                        <p:par>
                          <p:cTn id="77" fill="hold" nodeType="afterGroup">
                            <p:stCondLst>
                              <p:cond delay="8500"/>
                            </p:stCondLst>
                            <p:childTnLst>
                              <p:par>
                                <p:cTn id="78" presetID="9" presetClass="entr" presetSubtype="0" fill="hold" nodeType="afterEffect">
                                  <p:stCondLst>
                                    <p:cond delay="0"/>
                                  </p:stCondLst>
                                  <p:childTnLst>
                                    <p:set>
                                      <p:cBhvr>
                                        <p:cTn id="79" dur="1" fill="hold">
                                          <p:stCondLst>
                                            <p:cond delay="0"/>
                                          </p:stCondLst>
                                        </p:cTn>
                                        <p:tgtEl>
                                          <p:spTgt spid="47117"/>
                                        </p:tgtEl>
                                        <p:attrNameLst>
                                          <p:attrName>style.visibility</p:attrName>
                                        </p:attrNameLst>
                                      </p:cBhvr>
                                      <p:to>
                                        <p:strVal val="visible"/>
                                      </p:to>
                                    </p:set>
                                    <p:animEffect transition="in" filter="dissolve">
                                      <p:cBhvr>
                                        <p:cTn id="80" dur="500"/>
                                        <p:tgtEl>
                                          <p:spTgt spid="47117"/>
                                        </p:tgtEl>
                                      </p:cBhvr>
                                    </p:animEffect>
                                  </p:childTnLst>
                                </p:cTn>
                              </p:par>
                            </p:childTnLst>
                          </p:cTn>
                        </p:par>
                        <p:par>
                          <p:cTn id="81" fill="hold" nodeType="afterGroup">
                            <p:stCondLst>
                              <p:cond delay="9000"/>
                            </p:stCondLst>
                            <p:childTnLst>
                              <p:par>
                                <p:cTn id="82" presetID="9" presetClass="entr" presetSubtype="0" fill="hold" nodeType="afterEffect">
                                  <p:stCondLst>
                                    <p:cond delay="0"/>
                                  </p:stCondLst>
                                  <p:childTnLst>
                                    <p:set>
                                      <p:cBhvr>
                                        <p:cTn id="83" dur="1" fill="hold">
                                          <p:stCondLst>
                                            <p:cond delay="0"/>
                                          </p:stCondLst>
                                        </p:cTn>
                                        <p:tgtEl>
                                          <p:spTgt spid="47118"/>
                                        </p:tgtEl>
                                        <p:attrNameLst>
                                          <p:attrName>style.visibility</p:attrName>
                                        </p:attrNameLst>
                                      </p:cBhvr>
                                      <p:to>
                                        <p:strVal val="visible"/>
                                      </p:to>
                                    </p:set>
                                    <p:animEffect transition="in" filter="dissolve">
                                      <p:cBhvr>
                                        <p:cTn id="84" dur="500"/>
                                        <p:tgtEl>
                                          <p:spTgt spid="47118"/>
                                        </p:tgtEl>
                                      </p:cBhvr>
                                    </p:animEffect>
                                  </p:childTnLst>
                                </p:cTn>
                              </p:par>
                            </p:childTnLst>
                          </p:cTn>
                        </p:par>
                        <p:par>
                          <p:cTn id="85" fill="hold" nodeType="afterGroup">
                            <p:stCondLst>
                              <p:cond delay="9500"/>
                            </p:stCondLst>
                            <p:childTnLst>
                              <p:par>
                                <p:cTn id="86" presetID="9" presetClass="entr" presetSubtype="0" fill="hold" nodeType="afterEffect">
                                  <p:stCondLst>
                                    <p:cond delay="0"/>
                                  </p:stCondLst>
                                  <p:childTnLst>
                                    <p:set>
                                      <p:cBhvr>
                                        <p:cTn id="87" dur="1" fill="hold">
                                          <p:stCondLst>
                                            <p:cond delay="0"/>
                                          </p:stCondLst>
                                        </p:cTn>
                                        <p:tgtEl>
                                          <p:spTgt spid="47119"/>
                                        </p:tgtEl>
                                        <p:attrNameLst>
                                          <p:attrName>style.visibility</p:attrName>
                                        </p:attrNameLst>
                                      </p:cBhvr>
                                      <p:to>
                                        <p:strVal val="visible"/>
                                      </p:to>
                                    </p:set>
                                    <p:animEffect transition="in" filter="dissolve">
                                      <p:cBhvr>
                                        <p:cTn id="88" dur="500"/>
                                        <p:tgtEl>
                                          <p:spTgt spid="47119"/>
                                        </p:tgtEl>
                                      </p:cBhvr>
                                    </p:animEffect>
                                  </p:childTnLst>
                                </p:cTn>
                              </p:par>
                            </p:childTnLst>
                          </p:cTn>
                        </p:par>
                        <p:par>
                          <p:cTn id="89" fill="hold" nodeType="afterGroup">
                            <p:stCondLst>
                              <p:cond delay="10000"/>
                            </p:stCondLst>
                            <p:childTnLst>
                              <p:par>
                                <p:cTn id="90" presetID="9" presetClass="entr" presetSubtype="0" fill="hold" nodeType="afterEffect">
                                  <p:stCondLst>
                                    <p:cond delay="0"/>
                                  </p:stCondLst>
                                  <p:childTnLst>
                                    <p:set>
                                      <p:cBhvr>
                                        <p:cTn id="91" dur="1" fill="hold">
                                          <p:stCondLst>
                                            <p:cond delay="0"/>
                                          </p:stCondLst>
                                        </p:cTn>
                                        <p:tgtEl>
                                          <p:spTgt spid="47120"/>
                                        </p:tgtEl>
                                        <p:attrNameLst>
                                          <p:attrName>style.visibility</p:attrName>
                                        </p:attrNameLst>
                                      </p:cBhvr>
                                      <p:to>
                                        <p:strVal val="visible"/>
                                      </p:to>
                                    </p:set>
                                    <p:animEffect transition="in" filter="dissolve">
                                      <p:cBhvr>
                                        <p:cTn id="92" dur="500"/>
                                        <p:tgtEl>
                                          <p:spTgt spid="47120"/>
                                        </p:tgtEl>
                                      </p:cBhvr>
                                    </p:animEffect>
                                  </p:childTnLst>
                                </p:cTn>
                              </p:par>
                            </p:childTnLst>
                          </p:cTn>
                        </p:par>
                        <p:par>
                          <p:cTn id="93" fill="hold" nodeType="afterGroup">
                            <p:stCondLst>
                              <p:cond delay="10500"/>
                            </p:stCondLst>
                            <p:childTnLst>
                              <p:par>
                                <p:cTn id="94" presetID="9" presetClass="entr" presetSubtype="0" fill="hold" nodeType="afterEffect">
                                  <p:stCondLst>
                                    <p:cond delay="0"/>
                                  </p:stCondLst>
                                  <p:childTnLst>
                                    <p:set>
                                      <p:cBhvr>
                                        <p:cTn id="95" dur="1" fill="hold">
                                          <p:stCondLst>
                                            <p:cond delay="0"/>
                                          </p:stCondLst>
                                        </p:cTn>
                                        <p:tgtEl>
                                          <p:spTgt spid="47121"/>
                                        </p:tgtEl>
                                        <p:attrNameLst>
                                          <p:attrName>style.visibility</p:attrName>
                                        </p:attrNameLst>
                                      </p:cBhvr>
                                      <p:to>
                                        <p:strVal val="visible"/>
                                      </p:to>
                                    </p:set>
                                    <p:animEffect transition="in" filter="dissolve">
                                      <p:cBhvr>
                                        <p:cTn id="96" dur="500"/>
                                        <p:tgtEl>
                                          <p:spTgt spid="47121"/>
                                        </p:tgtEl>
                                      </p:cBhvr>
                                    </p:animEffect>
                                  </p:childTnLst>
                                </p:cTn>
                              </p:par>
                            </p:childTnLst>
                          </p:cTn>
                        </p:par>
                        <p:par>
                          <p:cTn id="97" fill="hold" nodeType="afterGroup">
                            <p:stCondLst>
                              <p:cond delay="11000"/>
                            </p:stCondLst>
                            <p:childTnLst>
                              <p:par>
                                <p:cTn id="98" presetID="9" presetClass="entr" presetSubtype="0" fill="hold" nodeType="afterEffect">
                                  <p:stCondLst>
                                    <p:cond delay="0"/>
                                  </p:stCondLst>
                                  <p:childTnLst>
                                    <p:set>
                                      <p:cBhvr>
                                        <p:cTn id="99" dur="1" fill="hold">
                                          <p:stCondLst>
                                            <p:cond delay="0"/>
                                          </p:stCondLst>
                                        </p:cTn>
                                        <p:tgtEl>
                                          <p:spTgt spid="47122"/>
                                        </p:tgtEl>
                                        <p:attrNameLst>
                                          <p:attrName>style.visibility</p:attrName>
                                        </p:attrNameLst>
                                      </p:cBhvr>
                                      <p:to>
                                        <p:strVal val="visible"/>
                                      </p:to>
                                    </p:set>
                                    <p:animEffect transition="in" filter="dissolve">
                                      <p:cBhvr>
                                        <p:cTn id="100" dur="500"/>
                                        <p:tgtEl>
                                          <p:spTgt spid="47122"/>
                                        </p:tgtEl>
                                      </p:cBhvr>
                                    </p:animEffect>
                                  </p:childTnLst>
                                </p:cTn>
                              </p:par>
                            </p:childTnLst>
                          </p:cTn>
                        </p:par>
                        <p:par>
                          <p:cTn id="101" fill="hold" nodeType="afterGroup">
                            <p:stCondLst>
                              <p:cond delay="11500"/>
                            </p:stCondLst>
                            <p:childTnLst>
                              <p:par>
                                <p:cTn id="102" presetID="9" presetClass="entr" presetSubtype="0" fill="hold" nodeType="afterEffect">
                                  <p:stCondLst>
                                    <p:cond delay="0"/>
                                  </p:stCondLst>
                                  <p:childTnLst>
                                    <p:set>
                                      <p:cBhvr>
                                        <p:cTn id="103" dur="1" fill="hold">
                                          <p:stCondLst>
                                            <p:cond delay="0"/>
                                          </p:stCondLst>
                                        </p:cTn>
                                        <p:tgtEl>
                                          <p:spTgt spid="47123"/>
                                        </p:tgtEl>
                                        <p:attrNameLst>
                                          <p:attrName>style.visibility</p:attrName>
                                        </p:attrNameLst>
                                      </p:cBhvr>
                                      <p:to>
                                        <p:strVal val="visible"/>
                                      </p:to>
                                    </p:set>
                                    <p:animEffect transition="in" filter="dissolve">
                                      <p:cBhvr>
                                        <p:cTn id="104" dur="500"/>
                                        <p:tgtEl>
                                          <p:spTgt spid="47123"/>
                                        </p:tgtEl>
                                      </p:cBhvr>
                                    </p:animEffect>
                                  </p:childTnLst>
                                </p:cTn>
                              </p:par>
                            </p:childTnLst>
                          </p:cTn>
                        </p:par>
                        <p:par>
                          <p:cTn id="105" fill="hold" nodeType="afterGroup">
                            <p:stCondLst>
                              <p:cond delay="12000"/>
                            </p:stCondLst>
                            <p:childTnLst>
                              <p:par>
                                <p:cTn id="106" presetID="9" presetClass="entr" presetSubtype="0" fill="hold" nodeType="afterEffect">
                                  <p:stCondLst>
                                    <p:cond delay="0"/>
                                  </p:stCondLst>
                                  <p:childTnLst>
                                    <p:set>
                                      <p:cBhvr>
                                        <p:cTn id="107" dur="1" fill="hold">
                                          <p:stCondLst>
                                            <p:cond delay="0"/>
                                          </p:stCondLst>
                                        </p:cTn>
                                        <p:tgtEl>
                                          <p:spTgt spid="47124"/>
                                        </p:tgtEl>
                                        <p:attrNameLst>
                                          <p:attrName>style.visibility</p:attrName>
                                        </p:attrNameLst>
                                      </p:cBhvr>
                                      <p:to>
                                        <p:strVal val="visible"/>
                                      </p:to>
                                    </p:set>
                                    <p:animEffect transition="in" filter="dissolve">
                                      <p:cBhvr>
                                        <p:cTn id="108" dur="500"/>
                                        <p:tgtEl>
                                          <p:spTgt spid="47124"/>
                                        </p:tgtEl>
                                      </p:cBhvr>
                                    </p:animEffect>
                                  </p:childTnLst>
                                </p:cTn>
                              </p:par>
                            </p:childTnLst>
                          </p:cTn>
                        </p:par>
                        <p:par>
                          <p:cTn id="109" fill="hold" nodeType="afterGroup">
                            <p:stCondLst>
                              <p:cond delay="12500"/>
                            </p:stCondLst>
                            <p:childTnLst>
                              <p:par>
                                <p:cTn id="110" presetID="9" presetClass="entr" presetSubtype="0" fill="hold" nodeType="afterEffect">
                                  <p:stCondLst>
                                    <p:cond delay="0"/>
                                  </p:stCondLst>
                                  <p:childTnLst>
                                    <p:set>
                                      <p:cBhvr>
                                        <p:cTn id="111" dur="1" fill="hold">
                                          <p:stCondLst>
                                            <p:cond delay="0"/>
                                          </p:stCondLst>
                                        </p:cTn>
                                        <p:tgtEl>
                                          <p:spTgt spid="47125"/>
                                        </p:tgtEl>
                                        <p:attrNameLst>
                                          <p:attrName>style.visibility</p:attrName>
                                        </p:attrNameLst>
                                      </p:cBhvr>
                                      <p:to>
                                        <p:strVal val="visible"/>
                                      </p:to>
                                    </p:set>
                                    <p:animEffect transition="in" filter="dissolve">
                                      <p:cBhvr>
                                        <p:cTn id="112" dur="500"/>
                                        <p:tgtEl>
                                          <p:spTgt spid="47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6" grpId="0" autoUpdateAnimBg="0"/>
      <p:bldP spid="47108" grpId="0" autoUpdateAnimBg="0"/>
      <p:bldP spid="47109" grpId="0" autoUpdateAnimBg="0"/>
      <p:bldP spid="47110" grpId="0" autoUpdateAnimBg="0"/>
      <p:bldP spid="47111" grpId="0" autoUpdateAnimBg="0"/>
      <p:bldP spid="47126" grpId="0" autoUpdateAnimBg="0"/>
      <p:bldP spid="47127" grpId="0" autoUpdateAnimBg="0"/>
      <p:bldP spid="47128" grpId="0" autoUpdateAnimBg="0"/>
      <p:bldP spid="47129" grpId="0" autoUpdateAnimBg="0"/>
      <p:bldP spid="47130" grpId="0" autoUpdateAnimBg="0"/>
      <p:bldP spid="47131" grpId="0" autoUpdateAnimBg="0"/>
      <p:bldP spid="47132" grpId="0" autoUpdateAnimBg="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30" name="AutoShape 2"/>
          <p:cNvSpPr>
            <a:spLocks/>
          </p:cNvSpPr>
          <p:nvPr/>
        </p:nvSpPr>
        <p:spPr bwMode="auto">
          <a:xfrm>
            <a:off x="2247900" y="2441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813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F94D8EDA-0616-48A7-B302-65BF0BEB70F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45</a:t>
            </a:fld>
            <a:endParaRPr lang="es-ES" altLang="en-US"/>
          </a:p>
        </p:txBody>
      </p:sp>
      <p:sp>
        <p:nvSpPr>
          <p:cNvPr id="48132" name="AutoShape 4"/>
          <p:cNvSpPr>
            <a:spLocks/>
          </p:cNvSpPr>
          <p:nvPr/>
        </p:nvSpPr>
        <p:spPr bwMode="auto">
          <a:xfrm>
            <a:off x="3289300" y="604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Iconic</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Infographic</a:t>
            </a:r>
            <a:endParaRPr lang="es-ES" dirty="0">
              <a:solidFill>
                <a:schemeClr val="bg1">
                  <a:lumMod val="95000"/>
                </a:schemeClr>
              </a:solidFill>
              <a:ea typeface="ＭＳ Ｐゴシック" charset="0"/>
            </a:endParaRPr>
          </a:p>
        </p:txBody>
      </p:sp>
      <p:sp>
        <p:nvSpPr>
          <p:cNvPr id="48133" name="AutoShape 5"/>
          <p:cNvSpPr>
            <a:spLocks/>
          </p:cNvSpPr>
          <p:nvPr/>
        </p:nvSpPr>
        <p:spPr bwMode="auto">
          <a:xfrm>
            <a:off x="3302000" y="1638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8134" name="AutoShape 6"/>
          <p:cNvSpPr>
            <a:spLocks/>
          </p:cNvSpPr>
          <p:nvPr/>
        </p:nvSpPr>
        <p:spPr bwMode="auto">
          <a:xfrm>
            <a:off x="10066338" y="6345238"/>
            <a:ext cx="4379912" cy="4378325"/>
          </a:xfrm>
          <a:custGeom>
            <a:avLst/>
            <a:gdLst>
              <a:gd name="T0" fmla="*/ 2189956 w 21600"/>
              <a:gd name="T1" fmla="*/ 2189163 h 21600"/>
              <a:gd name="T2" fmla="*/ 2189956 w 21600"/>
              <a:gd name="T3" fmla="*/ 2189163 h 21600"/>
              <a:gd name="T4" fmla="*/ 2189956 w 21600"/>
              <a:gd name="T5" fmla="*/ 2189163 h 21600"/>
              <a:gd name="T6" fmla="*/ 2189956 w 21600"/>
              <a:gd name="T7" fmla="*/ 21891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599" y="9341"/>
                  <a:pt x="21599" y="10801"/>
                </a:cubicBezTo>
                <a:cubicBezTo>
                  <a:pt x="21599" y="12280"/>
                  <a:pt x="21311" y="13669"/>
                  <a:pt x="20738" y="14971"/>
                </a:cubicBezTo>
                <a:cubicBezTo>
                  <a:pt x="20167" y="16272"/>
                  <a:pt x="19387" y="17413"/>
                  <a:pt x="18398" y="18401"/>
                </a:cubicBezTo>
                <a:cubicBezTo>
                  <a:pt x="17412" y="19386"/>
                  <a:pt x="16265" y="20171"/>
                  <a:pt x="14957" y="20738"/>
                </a:cubicBezTo>
                <a:cubicBezTo>
                  <a:pt x="13649" y="21312"/>
                  <a:pt x="12264" y="21599"/>
                  <a:pt x="10804" y="21599"/>
                </a:cubicBezTo>
                <a:cubicBezTo>
                  <a:pt x="9326" y="21599"/>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1" y="12305"/>
                  <a:pt x="6521"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9"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1"/>
                  <a:pt x="12454" y="20127"/>
                </a:cubicBezTo>
                <a:cubicBezTo>
                  <a:pt x="12482" y="20185"/>
                  <a:pt x="12496" y="20225"/>
                  <a:pt x="12496" y="20256"/>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48135" name="Group 7"/>
          <p:cNvGrpSpPr>
            <a:grpSpLocks/>
          </p:cNvGrpSpPr>
          <p:nvPr/>
        </p:nvGrpSpPr>
        <p:grpSpPr bwMode="auto">
          <a:xfrm>
            <a:off x="6556375" y="4221163"/>
            <a:ext cx="11455400" cy="8499475"/>
            <a:chOff x="-1" y="0"/>
            <a:chExt cx="11455401" cy="8500325"/>
          </a:xfrm>
        </p:grpSpPr>
        <p:sp>
          <p:nvSpPr>
            <p:cNvPr id="48136" name="AutoShape 8"/>
            <p:cNvSpPr>
              <a:spLocks/>
            </p:cNvSpPr>
            <p:nvPr/>
          </p:nvSpPr>
          <p:spPr bwMode="auto">
            <a:xfrm>
              <a:off x="1494182" y="0"/>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37" name="AutoShape 9"/>
            <p:cNvSpPr>
              <a:spLocks/>
            </p:cNvSpPr>
            <p:nvPr/>
          </p:nvSpPr>
          <p:spPr bwMode="auto">
            <a:xfrm>
              <a:off x="2020234" y="550124"/>
              <a:ext cx="881553" cy="734775"/>
            </a:xfrm>
            <a:custGeom>
              <a:avLst/>
              <a:gdLst>
                <a:gd name="T0" fmla="*/ 440777 w 21600"/>
                <a:gd name="T1" fmla="*/ 367388 h 21600"/>
                <a:gd name="T2" fmla="*/ 440777 w 21600"/>
                <a:gd name="T3" fmla="*/ 367388 h 21600"/>
                <a:gd name="T4" fmla="*/ 440777 w 21600"/>
                <a:gd name="T5" fmla="*/ 367388 h 21600"/>
                <a:gd name="T6" fmla="*/ 440777 w 21600"/>
                <a:gd name="T7" fmla="*/ 367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38" name="AutoShape 10"/>
            <p:cNvSpPr>
              <a:spLocks/>
            </p:cNvSpPr>
            <p:nvPr/>
          </p:nvSpPr>
          <p:spPr bwMode="auto">
            <a:xfrm>
              <a:off x="-1" y="3302314"/>
              <a:ext cx="1911983" cy="1911982"/>
            </a:xfrm>
            <a:custGeom>
              <a:avLst/>
              <a:gdLst>
                <a:gd name="T0" fmla="*/ 955943 w 19679"/>
                <a:gd name="T1" fmla="*/ 1049312 h 19679"/>
                <a:gd name="T2" fmla="*/ 955943 w 19679"/>
                <a:gd name="T3" fmla="*/ 1049312 h 19679"/>
                <a:gd name="T4" fmla="*/ 955943 w 19679"/>
                <a:gd name="T5" fmla="*/ 1049312 h 19679"/>
                <a:gd name="T6" fmla="*/ 955943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39" name="AutoShape 11"/>
            <p:cNvSpPr>
              <a:spLocks/>
            </p:cNvSpPr>
            <p:nvPr/>
          </p:nvSpPr>
          <p:spPr bwMode="auto">
            <a:xfrm>
              <a:off x="1304445" y="6588343"/>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0" name="AutoShape 12"/>
            <p:cNvSpPr>
              <a:spLocks/>
            </p:cNvSpPr>
            <p:nvPr/>
          </p:nvSpPr>
          <p:spPr bwMode="auto">
            <a:xfrm>
              <a:off x="540910" y="3929257"/>
              <a:ext cx="881552" cy="734975"/>
            </a:xfrm>
            <a:custGeom>
              <a:avLst/>
              <a:gdLst>
                <a:gd name="T0" fmla="*/ 440776 w 21600"/>
                <a:gd name="T1" fmla="*/ 367488 h 21600"/>
                <a:gd name="T2" fmla="*/ 440776 w 21600"/>
                <a:gd name="T3" fmla="*/ 367488 h 21600"/>
                <a:gd name="T4" fmla="*/ 440776 w 21600"/>
                <a:gd name="T5" fmla="*/ 367488 h 21600"/>
                <a:gd name="T6" fmla="*/ 440776 w 21600"/>
                <a:gd name="T7" fmla="*/ 3674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600"/>
                    <a:pt x="20263" y="21600"/>
                  </a:cubicBezTo>
                  <a:lnTo>
                    <a:pt x="1346" y="21600"/>
                  </a:lnTo>
                  <a:cubicBezTo>
                    <a:pt x="981" y="21600"/>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5"/>
                  </a:cubicBezTo>
                  <a:cubicBezTo>
                    <a:pt x="16147" y="19723"/>
                    <a:pt x="16194" y="19593"/>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1" name="AutoShape 13"/>
            <p:cNvSpPr>
              <a:spLocks/>
            </p:cNvSpPr>
            <p:nvPr/>
          </p:nvSpPr>
          <p:spPr bwMode="auto">
            <a:xfrm>
              <a:off x="1834148" y="7089844"/>
              <a:ext cx="877635" cy="877740"/>
            </a:xfrm>
            <a:custGeom>
              <a:avLst/>
              <a:gdLst>
                <a:gd name="T0" fmla="*/ 438818 w 21600"/>
                <a:gd name="T1" fmla="*/ 438870 h 21600"/>
                <a:gd name="T2" fmla="*/ 438818 w 21600"/>
                <a:gd name="T3" fmla="*/ 438870 h 21600"/>
                <a:gd name="T4" fmla="*/ 438818 w 21600"/>
                <a:gd name="T5" fmla="*/ 438870 h 21600"/>
                <a:gd name="T6" fmla="*/ 438818 w 21600"/>
                <a:gd name="T7" fmla="*/ 43887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2" name="AutoShape 14"/>
            <p:cNvSpPr>
              <a:spLocks/>
            </p:cNvSpPr>
            <p:nvPr/>
          </p:nvSpPr>
          <p:spPr bwMode="auto">
            <a:xfrm>
              <a:off x="8001799" y="12713"/>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3" name="AutoShape 15"/>
            <p:cNvSpPr>
              <a:spLocks/>
            </p:cNvSpPr>
            <p:nvPr/>
          </p:nvSpPr>
          <p:spPr bwMode="auto">
            <a:xfrm>
              <a:off x="9543418" y="3291310"/>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4" name="AutoShape 16"/>
            <p:cNvSpPr>
              <a:spLocks/>
            </p:cNvSpPr>
            <p:nvPr/>
          </p:nvSpPr>
          <p:spPr bwMode="auto">
            <a:xfrm>
              <a:off x="8357558" y="6577340"/>
              <a:ext cx="1911983" cy="1911982"/>
            </a:xfrm>
            <a:custGeom>
              <a:avLst/>
              <a:gdLst>
                <a:gd name="T0" fmla="*/ 955943 w 19679"/>
                <a:gd name="T1" fmla="*/ 1049312 h 19679"/>
                <a:gd name="T2" fmla="*/ 955943 w 19679"/>
                <a:gd name="T3" fmla="*/ 1049312 h 19679"/>
                <a:gd name="T4" fmla="*/ 955943 w 19679"/>
                <a:gd name="T5" fmla="*/ 1049312 h 19679"/>
                <a:gd name="T6" fmla="*/ 955943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5" name="AutoShape 17"/>
            <p:cNvSpPr>
              <a:spLocks/>
            </p:cNvSpPr>
            <p:nvPr/>
          </p:nvSpPr>
          <p:spPr bwMode="auto">
            <a:xfrm>
              <a:off x="8561806" y="559408"/>
              <a:ext cx="881552" cy="734854"/>
            </a:xfrm>
            <a:custGeom>
              <a:avLst/>
              <a:gdLst>
                <a:gd name="T0" fmla="*/ 440776 w 21600"/>
                <a:gd name="T1" fmla="*/ 367410 h 21579"/>
                <a:gd name="T2" fmla="*/ 440776 w 21600"/>
                <a:gd name="T3" fmla="*/ 367410 h 21579"/>
                <a:gd name="T4" fmla="*/ 440776 w 21600"/>
                <a:gd name="T5" fmla="*/ 367410 h 21579"/>
                <a:gd name="T6" fmla="*/ 440776 w 21600"/>
                <a:gd name="T7" fmla="*/ 36741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8"/>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0"/>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6" name="AutoShape 18"/>
            <p:cNvSpPr>
              <a:spLocks/>
            </p:cNvSpPr>
            <p:nvPr/>
          </p:nvSpPr>
          <p:spPr bwMode="auto">
            <a:xfrm>
              <a:off x="10103002" y="3813954"/>
              <a:ext cx="881553" cy="882228"/>
            </a:xfrm>
            <a:custGeom>
              <a:avLst/>
              <a:gdLst>
                <a:gd name="T0" fmla="*/ 440777 w 21600"/>
                <a:gd name="T1" fmla="*/ 441114 h 21600"/>
                <a:gd name="T2" fmla="*/ 440777 w 21600"/>
                <a:gd name="T3" fmla="*/ 441114 h 21600"/>
                <a:gd name="T4" fmla="*/ 440777 w 21600"/>
                <a:gd name="T5" fmla="*/ 441114 h 21600"/>
                <a:gd name="T6" fmla="*/ 440777 w 21600"/>
                <a:gd name="T7" fmla="*/ 4411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7" name="AutoShape 19"/>
            <p:cNvSpPr>
              <a:spLocks/>
            </p:cNvSpPr>
            <p:nvPr/>
          </p:nvSpPr>
          <p:spPr bwMode="auto">
            <a:xfrm>
              <a:off x="8903460" y="7069716"/>
              <a:ext cx="881552" cy="882355"/>
            </a:xfrm>
            <a:custGeom>
              <a:avLst/>
              <a:gdLst>
                <a:gd name="T0" fmla="*/ 440776 w 21600"/>
                <a:gd name="T1" fmla="*/ 441178 h 21600"/>
                <a:gd name="T2" fmla="*/ 440776 w 21600"/>
                <a:gd name="T3" fmla="*/ 441178 h 21600"/>
                <a:gd name="T4" fmla="*/ 440776 w 21600"/>
                <a:gd name="T5" fmla="*/ 441178 h 21600"/>
                <a:gd name="T6" fmla="*/ 440776 w 21600"/>
                <a:gd name="T7" fmla="*/ 44117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8148" name="Group 20"/>
          <p:cNvGrpSpPr>
            <a:grpSpLocks/>
          </p:cNvGrpSpPr>
          <p:nvPr/>
        </p:nvGrpSpPr>
        <p:grpSpPr bwMode="auto">
          <a:xfrm>
            <a:off x="8820150" y="5635625"/>
            <a:ext cx="6840538" cy="5772150"/>
            <a:chOff x="-1" y="0"/>
            <a:chExt cx="6840406" cy="5772175"/>
          </a:xfrm>
        </p:grpSpPr>
        <p:sp>
          <p:nvSpPr>
            <p:cNvPr id="48149" name="AutoShape 21"/>
            <p:cNvSpPr>
              <a:spLocks/>
            </p:cNvSpPr>
            <p:nvPr/>
          </p:nvSpPr>
          <p:spPr bwMode="auto">
            <a:xfrm rot="5400000">
              <a:off x="5828015" y="2473332"/>
              <a:ext cx="1199461" cy="825318"/>
            </a:xfrm>
            <a:custGeom>
              <a:avLst/>
              <a:gdLst>
                <a:gd name="T0" fmla="*/ 599731 w 21600"/>
                <a:gd name="T1" fmla="*/ 412659 h 21600"/>
                <a:gd name="T2" fmla="*/ 599731 w 21600"/>
                <a:gd name="T3" fmla="*/ 412659 h 21600"/>
                <a:gd name="T4" fmla="*/ 599731 w 21600"/>
                <a:gd name="T5" fmla="*/ 412659 h 21600"/>
                <a:gd name="T6" fmla="*/ 599731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599"/>
                    <a:pt x="20263" y="21599"/>
                  </a:cubicBezTo>
                  <a:lnTo>
                    <a:pt x="1336" y="21599"/>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0" name="AutoShape 22"/>
            <p:cNvSpPr>
              <a:spLocks/>
            </p:cNvSpPr>
            <p:nvPr/>
          </p:nvSpPr>
          <p:spPr bwMode="auto">
            <a:xfrm rot="-5400009">
              <a:off x="-187070" y="2473329"/>
              <a:ext cx="1199460" cy="825317"/>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599"/>
                    <a:pt x="20263" y="21599"/>
                  </a:cubicBezTo>
                  <a:lnTo>
                    <a:pt x="1336" y="21599"/>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1" name="AutoShape 23"/>
            <p:cNvSpPr>
              <a:spLocks/>
            </p:cNvSpPr>
            <p:nvPr/>
          </p:nvSpPr>
          <p:spPr bwMode="auto">
            <a:xfrm rot="-2700007">
              <a:off x="595595" y="303208"/>
              <a:ext cx="1199460" cy="825317"/>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2" name="AutoShape 24"/>
            <p:cNvSpPr>
              <a:spLocks/>
            </p:cNvSpPr>
            <p:nvPr/>
          </p:nvSpPr>
          <p:spPr bwMode="auto">
            <a:xfrm rot="2700000">
              <a:off x="4899679" y="338784"/>
              <a:ext cx="1199460" cy="825317"/>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3" name="AutoShape 25"/>
            <p:cNvSpPr>
              <a:spLocks/>
            </p:cNvSpPr>
            <p:nvPr/>
          </p:nvSpPr>
          <p:spPr bwMode="auto">
            <a:xfrm rot="7425843">
              <a:off x="4974191" y="4631595"/>
              <a:ext cx="1199461" cy="825318"/>
            </a:xfrm>
            <a:custGeom>
              <a:avLst/>
              <a:gdLst>
                <a:gd name="T0" fmla="*/ 599731 w 21600"/>
                <a:gd name="T1" fmla="*/ 412659 h 21600"/>
                <a:gd name="T2" fmla="*/ 599731 w 21600"/>
                <a:gd name="T3" fmla="*/ 412659 h 21600"/>
                <a:gd name="T4" fmla="*/ 599731 w 21600"/>
                <a:gd name="T5" fmla="*/ 412659 h 21600"/>
                <a:gd name="T6" fmla="*/ 599731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4" name="AutoShape 26"/>
            <p:cNvSpPr>
              <a:spLocks/>
            </p:cNvSpPr>
            <p:nvPr/>
          </p:nvSpPr>
          <p:spPr bwMode="auto">
            <a:xfrm rot="-8100007">
              <a:off x="702325" y="4572303"/>
              <a:ext cx="1199460" cy="825318"/>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8155" name="AutoShape 27"/>
          <p:cNvSpPr>
            <a:spLocks/>
          </p:cNvSpPr>
          <p:nvPr/>
        </p:nvSpPr>
        <p:spPr bwMode="auto">
          <a:xfrm>
            <a:off x="17322800" y="45593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8156" name="AutoShape 28"/>
          <p:cNvSpPr>
            <a:spLocks/>
          </p:cNvSpPr>
          <p:nvPr/>
        </p:nvSpPr>
        <p:spPr bwMode="auto">
          <a:xfrm>
            <a:off x="18592800" y="71310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8157" name="AutoShape 29"/>
          <p:cNvSpPr>
            <a:spLocks/>
          </p:cNvSpPr>
          <p:nvPr/>
        </p:nvSpPr>
        <p:spPr bwMode="auto">
          <a:xfrm>
            <a:off x="17614900" y="10934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8158" name="AutoShape 30"/>
          <p:cNvSpPr>
            <a:spLocks/>
          </p:cNvSpPr>
          <p:nvPr/>
        </p:nvSpPr>
        <p:spPr bwMode="auto">
          <a:xfrm>
            <a:off x="18618200" y="76850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59" name="AutoShape 31"/>
          <p:cNvSpPr>
            <a:spLocks/>
          </p:cNvSpPr>
          <p:nvPr/>
        </p:nvSpPr>
        <p:spPr bwMode="auto">
          <a:xfrm>
            <a:off x="17335500" y="49498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0" name="AutoShape 32"/>
          <p:cNvSpPr>
            <a:spLocks/>
          </p:cNvSpPr>
          <p:nvPr/>
        </p:nvSpPr>
        <p:spPr bwMode="auto">
          <a:xfrm>
            <a:off x="17640300" y="11398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1" name="AutoShape 33"/>
          <p:cNvSpPr>
            <a:spLocks/>
          </p:cNvSpPr>
          <p:nvPr/>
        </p:nvSpPr>
        <p:spPr bwMode="auto">
          <a:xfrm>
            <a:off x="2463800" y="4419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8162" name="AutoShape 34"/>
          <p:cNvSpPr>
            <a:spLocks/>
          </p:cNvSpPr>
          <p:nvPr/>
        </p:nvSpPr>
        <p:spPr bwMode="auto">
          <a:xfrm>
            <a:off x="1168400" y="7372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8163" name="AutoShape 35"/>
          <p:cNvSpPr>
            <a:spLocks/>
          </p:cNvSpPr>
          <p:nvPr/>
        </p:nvSpPr>
        <p:spPr bwMode="auto">
          <a:xfrm>
            <a:off x="2311400" y="108839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8164" name="AutoShape 36"/>
          <p:cNvSpPr>
            <a:spLocks/>
          </p:cNvSpPr>
          <p:nvPr/>
        </p:nvSpPr>
        <p:spPr bwMode="auto">
          <a:xfrm>
            <a:off x="939800" y="7900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5" name="AutoShape 37"/>
          <p:cNvSpPr>
            <a:spLocks/>
          </p:cNvSpPr>
          <p:nvPr/>
        </p:nvSpPr>
        <p:spPr bwMode="auto">
          <a:xfrm>
            <a:off x="3276600" y="4860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6" name="AutoShape 38"/>
          <p:cNvSpPr>
            <a:spLocks/>
          </p:cNvSpPr>
          <p:nvPr/>
        </p:nvSpPr>
        <p:spPr bwMode="auto">
          <a:xfrm>
            <a:off x="2870200" y="11271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grpSp>
        <p:nvGrpSpPr>
          <p:cNvPr id="48167" name="Group 39"/>
          <p:cNvGrpSpPr>
            <a:grpSpLocks/>
          </p:cNvGrpSpPr>
          <p:nvPr/>
        </p:nvGrpSpPr>
        <p:grpSpPr bwMode="auto">
          <a:xfrm>
            <a:off x="6078538" y="4433888"/>
            <a:ext cx="12331700" cy="6972300"/>
            <a:chOff x="-1" y="-1"/>
            <a:chExt cx="12331701" cy="6972301"/>
          </a:xfrm>
        </p:grpSpPr>
        <p:sp>
          <p:nvSpPr>
            <p:cNvPr id="48168" name="AutoShape 40"/>
            <p:cNvSpPr>
              <a:spLocks/>
            </p:cNvSpPr>
            <p:nvPr/>
          </p:nvSpPr>
          <p:spPr bwMode="auto">
            <a:xfrm>
              <a:off x="10833099" y="64769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69" name="AutoShape 41"/>
            <p:cNvSpPr>
              <a:spLocks/>
            </p:cNvSpPr>
            <p:nvPr/>
          </p:nvSpPr>
          <p:spPr bwMode="auto">
            <a:xfrm>
              <a:off x="11861799" y="26542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0" name="AutoShape 42"/>
            <p:cNvSpPr>
              <a:spLocks/>
            </p:cNvSpPr>
            <p:nvPr/>
          </p:nvSpPr>
          <p:spPr bwMode="auto">
            <a:xfrm>
              <a:off x="10591799" y="1396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1" name="AutoShape 43"/>
            <p:cNvSpPr>
              <a:spLocks/>
            </p:cNvSpPr>
            <p:nvPr/>
          </p:nvSpPr>
          <p:spPr bwMode="auto">
            <a:xfrm>
              <a:off x="1206499" y="65023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2" name="AutoShape 44"/>
            <p:cNvSpPr>
              <a:spLocks/>
            </p:cNvSpPr>
            <p:nvPr/>
          </p:nvSpPr>
          <p:spPr bwMode="auto">
            <a:xfrm>
              <a:off x="-1" y="28955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3" name="AutoShape 45"/>
            <p:cNvSpPr>
              <a:spLocks/>
            </p:cNvSpPr>
            <p:nvPr/>
          </p:nvSpPr>
          <p:spPr bwMode="auto">
            <a:xfrm>
              <a:off x="1295399" y="-1"/>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8132"/>
                                        </p:tgtEl>
                                        <p:attrNameLst>
                                          <p:attrName>style.visibility</p:attrName>
                                        </p:attrNameLst>
                                      </p:cBhvr>
                                      <p:to>
                                        <p:strVal val="visible"/>
                                      </p:to>
                                    </p:set>
                                    <p:anim calcmode="lin" valueType="num">
                                      <p:cBhvr additive="base">
                                        <p:cTn id="7" dur="500" fill="hold"/>
                                        <p:tgtEl>
                                          <p:spTgt spid="48132"/>
                                        </p:tgtEl>
                                        <p:attrNameLst>
                                          <p:attrName>ppt_x</p:attrName>
                                        </p:attrNameLst>
                                      </p:cBhvr>
                                      <p:tavLst>
                                        <p:tav tm="0">
                                          <p:val>
                                            <p:strVal val="1+#ppt_w/2"/>
                                          </p:val>
                                        </p:tav>
                                        <p:tav tm="100000">
                                          <p:val>
                                            <p:strVal val="#ppt_x"/>
                                          </p:val>
                                        </p:tav>
                                      </p:tavLst>
                                    </p:anim>
                                    <p:anim calcmode="lin" valueType="num">
                                      <p:cBhvr additive="base">
                                        <p:cTn id="8" dur="500" fill="hold"/>
                                        <p:tgtEl>
                                          <p:spTgt spid="4813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8133"/>
                                        </p:tgtEl>
                                        <p:attrNameLst>
                                          <p:attrName>style.visibility</p:attrName>
                                        </p:attrNameLst>
                                      </p:cBhvr>
                                      <p:to>
                                        <p:strVal val="visible"/>
                                      </p:to>
                                    </p:set>
                                    <p:anim calcmode="lin" valueType="num">
                                      <p:cBhvr additive="base">
                                        <p:cTn id="12" dur="500" fill="hold"/>
                                        <p:tgtEl>
                                          <p:spTgt spid="48133"/>
                                        </p:tgtEl>
                                        <p:attrNameLst>
                                          <p:attrName>ppt_x</p:attrName>
                                        </p:attrNameLst>
                                      </p:cBhvr>
                                      <p:tavLst>
                                        <p:tav tm="0">
                                          <p:val>
                                            <p:strVal val="1+#ppt_w/2"/>
                                          </p:val>
                                        </p:tav>
                                        <p:tav tm="100000">
                                          <p:val>
                                            <p:strVal val="#ppt_x"/>
                                          </p:val>
                                        </p:tav>
                                      </p:tavLst>
                                    </p:anim>
                                    <p:anim calcmode="lin" valueType="num">
                                      <p:cBhvr additive="base">
                                        <p:cTn id="13" dur="500" fill="hold"/>
                                        <p:tgtEl>
                                          <p:spTgt spid="4813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8130"/>
                                        </p:tgtEl>
                                        <p:attrNameLst>
                                          <p:attrName>style.visibility</p:attrName>
                                        </p:attrNameLst>
                                      </p:cBhvr>
                                      <p:to>
                                        <p:strVal val="visible"/>
                                      </p:to>
                                    </p:set>
                                    <p:anim calcmode="lin" valueType="num">
                                      <p:cBhvr additive="base">
                                        <p:cTn id="17" dur="500" fill="hold"/>
                                        <p:tgtEl>
                                          <p:spTgt spid="48130"/>
                                        </p:tgtEl>
                                        <p:attrNameLst>
                                          <p:attrName>ppt_x</p:attrName>
                                        </p:attrNameLst>
                                      </p:cBhvr>
                                      <p:tavLst>
                                        <p:tav tm="0">
                                          <p:val>
                                            <p:strVal val="1+#ppt_w/2"/>
                                          </p:val>
                                        </p:tav>
                                        <p:tav tm="100000">
                                          <p:val>
                                            <p:strVal val="#ppt_x"/>
                                          </p:val>
                                        </p:tav>
                                      </p:tavLst>
                                    </p:anim>
                                    <p:anim calcmode="lin" valueType="num">
                                      <p:cBhvr additive="base">
                                        <p:cTn id="18" dur="500" fill="hold"/>
                                        <p:tgtEl>
                                          <p:spTgt spid="4813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8134"/>
                                        </p:tgtEl>
                                        <p:attrNameLst>
                                          <p:attrName>style.visibility</p:attrName>
                                        </p:attrNameLst>
                                      </p:cBhvr>
                                      <p:to>
                                        <p:strVal val="visible"/>
                                      </p:to>
                                    </p:set>
                                    <p:animEffect transition="in" filter="dissolve">
                                      <p:cBhvr>
                                        <p:cTn id="22" dur="500"/>
                                        <p:tgtEl>
                                          <p:spTgt spid="48134"/>
                                        </p:tgtEl>
                                      </p:cBhvr>
                                    </p:animEffect>
                                  </p:childTnLst>
                                </p:cTn>
                              </p:par>
                            </p:childTnLst>
                          </p:cTn>
                        </p:par>
                        <p:par>
                          <p:cTn id="23" fill="hold" nodeType="afterGroup">
                            <p:stCondLst>
                              <p:cond delay="2000"/>
                            </p:stCondLst>
                            <p:childTnLst>
                              <p:par>
                                <p:cTn id="24" presetID="4" presetClass="entr" presetSubtype="32" fill="hold" nodeType="afterEffect">
                                  <p:stCondLst>
                                    <p:cond delay="0"/>
                                  </p:stCondLst>
                                  <p:childTnLst>
                                    <p:set>
                                      <p:cBhvr>
                                        <p:cTn id="25" dur="1" fill="hold">
                                          <p:stCondLst>
                                            <p:cond delay="0"/>
                                          </p:stCondLst>
                                        </p:cTn>
                                        <p:tgtEl>
                                          <p:spTgt spid="48148"/>
                                        </p:tgtEl>
                                        <p:attrNameLst>
                                          <p:attrName>style.visibility</p:attrName>
                                        </p:attrNameLst>
                                      </p:cBhvr>
                                      <p:to>
                                        <p:strVal val="visible"/>
                                      </p:to>
                                    </p:set>
                                    <p:animEffect transition="in" filter="box(out)">
                                      <p:cBhvr>
                                        <p:cTn id="26" dur="500"/>
                                        <p:tgtEl>
                                          <p:spTgt spid="48148"/>
                                        </p:tgtEl>
                                      </p:cBhvr>
                                    </p:animEffect>
                                  </p:childTnLst>
                                </p:cTn>
                              </p:par>
                            </p:childTnLst>
                          </p:cTn>
                        </p:par>
                        <p:par>
                          <p:cTn id="27" fill="hold" nodeType="afterGroup">
                            <p:stCondLst>
                              <p:cond delay="2500"/>
                            </p:stCondLst>
                            <p:childTnLst>
                              <p:par>
                                <p:cTn id="28" presetID="23" presetClass="entr" presetSubtype="16" fill="hold" nodeType="afterEffect">
                                  <p:stCondLst>
                                    <p:cond delay="0"/>
                                  </p:stCondLst>
                                  <p:childTnLst>
                                    <p:set>
                                      <p:cBhvr>
                                        <p:cTn id="29" dur="1" fill="hold">
                                          <p:stCondLst>
                                            <p:cond delay="0"/>
                                          </p:stCondLst>
                                        </p:cTn>
                                        <p:tgtEl>
                                          <p:spTgt spid="48135"/>
                                        </p:tgtEl>
                                        <p:attrNameLst>
                                          <p:attrName>style.visibility</p:attrName>
                                        </p:attrNameLst>
                                      </p:cBhvr>
                                      <p:to>
                                        <p:strVal val="visible"/>
                                      </p:to>
                                    </p:set>
                                    <p:anim calcmode="lin" valueType="num">
                                      <p:cBhvr>
                                        <p:cTn id="30" dur="500" fill="hold"/>
                                        <p:tgtEl>
                                          <p:spTgt spid="48135"/>
                                        </p:tgtEl>
                                        <p:attrNameLst>
                                          <p:attrName>ppt_w</p:attrName>
                                        </p:attrNameLst>
                                      </p:cBhvr>
                                      <p:tavLst>
                                        <p:tav tm="0">
                                          <p:val>
                                            <p:fltVal val="0"/>
                                          </p:val>
                                        </p:tav>
                                        <p:tav tm="100000">
                                          <p:val>
                                            <p:strVal val="#ppt_w"/>
                                          </p:val>
                                        </p:tav>
                                      </p:tavLst>
                                    </p:anim>
                                    <p:anim calcmode="lin" valueType="num">
                                      <p:cBhvr>
                                        <p:cTn id="31" dur="500" fill="hold"/>
                                        <p:tgtEl>
                                          <p:spTgt spid="48135"/>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23" presetClass="entr" presetSubtype="16" fill="hold" nodeType="afterEffect">
                                  <p:stCondLst>
                                    <p:cond delay="0"/>
                                  </p:stCondLst>
                                  <p:childTnLst>
                                    <p:set>
                                      <p:cBhvr>
                                        <p:cTn id="34" dur="1" fill="hold">
                                          <p:stCondLst>
                                            <p:cond delay="0"/>
                                          </p:stCondLst>
                                        </p:cTn>
                                        <p:tgtEl>
                                          <p:spTgt spid="48167"/>
                                        </p:tgtEl>
                                        <p:attrNameLst>
                                          <p:attrName>style.visibility</p:attrName>
                                        </p:attrNameLst>
                                      </p:cBhvr>
                                      <p:to>
                                        <p:strVal val="visible"/>
                                      </p:to>
                                    </p:set>
                                    <p:anim calcmode="lin" valueType="num">
                                      <p:cBhvr>
                                        <p:cTn id="35" dur="500" fill="hold"/>
                                        <p:tgtEl>
                                          <p:spTgt spid="48167"/>
                                        </p:tgtEl>
                                        <p:attrNameLst>
                                          <p:attrName>ppt_w</p:attrName>
                                        </p:attrNameLst>
                                      </p:cBhvr>
                                      <p:tavLst>
                                        <p:tav tm="0">
                                          <p:val>
                                            <p:fltVal val="0"/>
                                          </p:val>
                                        </p:tav>
                                        <p:tav tm="100000">
                                          <p:val>
                                            <p:strVal val="#ppt_w"/>
                                          </p:val>
                                        </p:tav>
                                      </p:tavLst>
                                    </p:anim>
                                    <p:anim calcmode="lin" valueType="num">
                                      <p:cBhvr>
                                        <p:cTn id="36" dur="500" fill="hold"/>
                                        <p:tgtEl>
                                          <p:spTgt spid="48167"/>
                                        </p:tgtEl>
                                        <p:attrNameLst>
                                          <p:attrName>ppt_h</p:attrName>
                                        </p:attrNameLst>
                                      </p:cBhvr>
                                      <p:tavLst>
                                        <p:tav tm="0">
                                          <p:val>
                                            <p:fltVal val="0"/>
                                          </p:val>
                                        </p:tav>
                                        <p:tav tm="100000">
                                          <p:val>
                                            <p:strVal val="#ppt_h"/>
                                          </p:val>
                                        </p:tav>
                                      </p:tavLst>
                                    </p:anim>
                                  </p:childTnLst>
                                </p:cTn>
                              </p:par>
                            </p:childTnLst>
                          </p:cTn>
                        </p:par>
                        <p:par>
                          <p:cTn id="37" fill="hold" nodeType="afterGroup">
                            <p:stCondLst>
                              <p:cond delay="3500"/>
                            </p:stCondLst>
                            <p:childTnLst>
                              <p:par>
                                <p:cTn id="38" presetID="9" presetClass="entr" presetSubtype="0" fill="hold" grpId="0" nodeType="afterEffect">
                                  <p:stCondLst>
                                    <p:cond delay="0"/>
                                  </p:stCondLst>
                                  <p:childTnLst>
                                    <p:set>
                                      <p:cBhvr>
                                        <p:cTn id="39" dur="1" fill="hold">
                                          <p:stCondLst>
                                            <p:cond delay="0"/>
                                          </p:stCondLst>
                                        </p:cTn>
                                        <p:tgtEl>
                                          <p:spTgt spid="48155"/>
                                        </p:tgtEl>
                                        <p:attrNameLst>
                                          <p:attrName>style.visibility</p:attrName>
                                        </p:attrNameLst>
                                      </p:cBhvr>
                                      <p:to>
                                        <p:strVal val="visible"/>
                                      </p:to>
                                    </p:set>
                                    <p:animEffect transition="in" filter="dissolve">
                                      <p:cBhvr>
                                        <p:cTn id="40" dur="500"/>
                                        <p:tgtEl>
                                          <p:spTgt spid="48155"/>
                                        </p:tgtEl>
                                      </p:cBhvr>
                                    </p:animEffect>
                                  </p:childTnLst>
                                </p:cTn>
                              </p:par>
                            </p:childTnLst>
                          </p:cTn>
                        </p:par>
                        <p:par>
                          <p:cTn id="41" fill="hold" nodeType="afterGroup">
                            <p:stCondLst>
                              <p:cond delay="4000"/>
                            </p:stCondLst>
                            <p:childTnLst>
                              <p:par>
                                <p:cTn id="42" presetID="9" presetClass="entr" presetSubtype="0" fill="hold" grpId="0" nodeType="afterEffect">
                                  <p:stCondLst>
                                    <p:cond delay="0"/>
                                  </p:stCondLst>
                                  <p:childTnLst>
                                    <p:set>
                                      <p:cBhvr>
                                        <p:cTn id="43" dur="1" fill="hold">
                                          <p:stCondLst>
                                            <p:cond delay="0"/>
                                          </p:stCondLst>
                                        </p:cTn>
                                        <p:tgtEl>
                                          <p:spTgt spid="48156"/>
                                        </p:tgtEl>
                                        <p:attrNameLst>
                                          <p:attrName>style.visibility</p:attrName>
                                        </p:attrNameLst>
                                      </p:cBhvr>
                                      <p:to>
                                        <p:strVal val="visible"/>
                                      </p:to>
                                    </p:set>
                                    <p:animEffect transition="in" filter="dissolve">
                                      <p:cBhvr>
                                        <p:cTn id="44" dur="500"/>
                                        <p:tgtEl>
                                          <p:spTgt spid="48156"/>
                                        </p:tgtEl>
                                      </p:cBhvr>
                                    </p:animEffect>
                                  </p:childTnLst>
                                </p:cTn>
                              </p:par>
                            </p:childTnLst>
                          </p:cTn>
                        </p:par>
                        <p:par>
                          <p:cTn id="45" fill="hold" nodeType="afterGroup">
                            <p:stCondLst>
                              <p:cond delay="4500"/>
                            </p:stCondLst>
                            <p:childTnLst>
                              <p:par>
                                <p:cTn id="46" presetID="9" presetClass="entr" presetSubtype="0" fill="hold" grpId="0" nodeType="afterEffect">
                                  <p:stCondLst>
                                    <p:cond delay="0"/>
                                  </p:stCondLst>
                                  <p:childTnLst>
                                    <p:set>
                                      <p:cBhvr>
                                        <p:cTn id="47" dur="1" fill="hold">
                                          <p:stCondLst>
                                            <p:cond delay="0"/>
                                          </p:stCondLst>
                                        </p:cTn>
                                        <p:tgtEl>
                                          <p:spTgt spid="48157"/>
                                        </p:tgtEl>
                                        <p:attrNameLst>
                                          <p:attrName>style.visibility</p:attrName>
                                        </p:attrNameLst>
                                      </p:cBhvr>
                                      <p:to>
                                        <p:strVal val="visible"/>
                                      </p:to>
                                    </p:set>
                                    <p:animEffect transition="in" filter="dissolve">
                                      <p:cBhvr>
                                        <p:cTn id="48" dur="500"/>
                                        <p:tgtEl>
                                          <p:spTgt spid="48157"/>
                                        </p:tgtEl>
                                      </p:cBhvr>
                                    </p:animEffect>
                                  </p:childTnLst>
                                </p:cTn>
                              </p:par>
                            </p:childTnLst>
                          </p:cTn>
                        </p:par>
                        <p:par>
                          <p:cTn id="49" fill="hold" nodeType="afterGroup">
                            <p:stCondLst>
                              <p:cond delay="5000"/>
                            </p:stCondLst>
                            <p:childTnLst>
                              <p:par>
                                <p:cTn id="50" presetID="9" presetClass="entr" presetSubtype="0" fill="hold" grpId="0" nodeType="afterEffect">
                                  <p:stCondLst>
                                    <p:cond delay="0"/>
                                  </p:stCondLst>
                                  <p:childTnLst>
                                    <p:set>
                                      <p:cBhvr>
                                        <p:cTn id="51" dur="1" fill="hold">
                                          <p:stCondLst>
                                            <p:cond delay="0"/>
                                          </p:stCondLst>
                                        </p:cTn>
                                        <p:tgtEl>
                                          <p:spTgt spid="48158"/>
                                        </p:tgtEl>
                                        <p:attrNameLst>
                                          <p:attrName>style.visibility</p:attrName>
                                        </p:attrNameLst>
                                      </p:cBhvr>
                                      <p:to>
                                        <p:strVal val="visible"/>
                                      </p:to>
                                    </p:set>
                                    <p:animEffect transition="in" filter="dissolve">
                                      <p:cBhvr>
                                        <p:cTn id="52" dur="500"/>
                                        <p:tgtEl>
                                          <p:spTgt spid="48158"/>
                                        </p:tgtEl>
                                      </p:cBhvr>
                                    </p:animEffect>
                                  </p:childTnLst>
                                </p:cTn>
                              </p:par>
                            </p:childTnLst>
                          </p:cTn>
                        </p:par>
                        <p:par>
                          <p:cTn id="53" fill="hold" nodeType="afterGroup">
                            <p:stCondLst>
                              <p:cond delay="5500"/>
                            </p:stCondLst>
                            <p:childTnLst>
                              <p:par>
                                <p:cTn id="54" presetID="9" presetClass="entr" presetSubtype="0" fill="hold" grpId="0" nodeType="afterEffect">
                                  <p:stCondLst>
                                    <p:cond delay="0"/>
                                  </p:stCondLst>
                                  <p:childTnLst>
                                    <p:set>
                                      <p:cBhvr>
                                        <p:cTn id="55" dur="1" fill="hold">
                                          <p:stCondLst>
                                            <p:cond delay="0"/>
                                          </p:stCondLst>
                                        </p:cTn>
                                        <p:tgtEl>
                                          <p:spTgt spid="48159"/>
                                        </p:tgtEl>
                                        <p:attrNameLst>
                                          <p:attrName>style.visibility</p:attrName>
                                        </p:attrNameLst>
                                      </p:cBhvr>
                                      <p:to>
                                        <p:strVal val="visible"/>
                                      </p:to>
                                    </p:set>
                                    <p:animEffect transition="in" filter="dissolve">
                                      <p:cBhvr>
                                        <p:cTn id="56" dur="500"/>
                                        <p:tgtEl>
                                          <p:spTgt spid="48159"/>
                                        </p:tgtEl>
                                      </p:cBhvr>
                                    </p:animEffect>
                                  </p:childTnLst>
                                </p:cTn>
                              </p:par>
                            </p:childTnLst>
                          </p:cTn>
                        </p:par>
                        <p:par>
                          <p:cTn id="57" fill="hold" nodeType="afterGroup">
                            <p:stCondLst>
                              <p:cond delay="6000"/>
                            </p:stCondLst>
                            <p:childTnLst>
                              <p:par>
                                <p:cTn id="58" presetID="9" presetClass="entr" presetSubtype="0" fill="hold" grpId="0" nodeType="afterEffect">
                                  <p:stCondLst>
                                    <p:cond delay="0"/>
                                  </p:stCondLst>
                                  <p:childTnLst>
                                    <p:set>
                                      <p:cBhvr>
                                        <p:cTn id="59" dur="1" fill="hold">
                                          <p:stCondLst>
                                            <p:cond delay="0"/>
                                          </p:stCondLst>
                                        </p:cTn>
                                        <p:tgtEl>
                                          <p:spTgt spid="48160"/>
                                        </p:tgtEl>
                                        <p:attrNameLst>
                                          <p:attrName>style.visibility</p:attrName>
                                        </p:attrNameLst>
                                      </p:cBhvr>
                                      <p:to>
                                        <p:strVal val="visible"/>
                                      </p:to>
                                    </p:set>
                                    <p:animEffect transition="in" filter="dissolve">
                                      <p:cBhvr>
                                        <p:cTn id="60" dur="500"/>
                                        <p:tgtEl>
                                          <p:spTgt spid="48160"/>
                                        </p:tgtEl>
                                      </p:cBhvr>
                                    </p:animEffect>
                                  </p:childTnLst>
                                </p:cTn>
                              </p:par>
                            </p:childTnLst>
                          </p:cTn>
                        </p:par>
                        <p:par>
                          <p:cTn id="61" fill="hold" nodeType="afterGroup">
                            <p:stCondLst>
                              <p:cond delay="6500"/>
                            </p:stCondLst>
                            <p:childTnLst>
                              <p:par>
                                <p:cTn id="62" presetID="9" presetClass="entr" presetSubtype="0" fill="hold" grpId="0" nodeType="afterEffect">
                                  <p:stCondLst>
                                    <p:cond delay="0"/>
                                  </p:stCondLst>
                                  <p:childTnLst>
                                    <p:set>
                                      <p:cBhvr>
                                        <p:cTn id="63" dur="1" fill="hold">
                                          <p:stCondLst>
                                            <p:cond delay="0"/>
                                          </p:stCondLst>
                                        </p:cTn>
                                        <p:tgtEl>
                                          <p:spTgt spid="48161"/>
                                        </p:tgtEl>
                                        <p:attrNameLst>
                                          <p:attrName>style.visibility</p:attrName>
                                        </p:attrNameLst>
                                      </p:cBhvr>
                                      <p:to>
                                        <p:strVal val="visible"/>
                                      </p:to>
                                    </p:set>
                                    <p:animEffect transition="in" filter="dissolve">
                                      <p:cBhvr>
                                        <p:cTn id="64" dur="500"/>
                                        <p:tgtEl>
                                          <p:spTgt spid="48161"/>
                                        </p:tgtEl>
                                      </p:cBhvr>
                                    </p:animEffect>
                                  </p:childTnLst>
                                </p:cTn>
                              </p:par>
                            </p:childTnLst>
                          </p:cTn>
                        </p:par>
                        <p:par>
                          <p:cTn id="65" fill="hold" nodeType="afterGroup">
                            <p:stCondLst>
                              <p:cond delay="7000"/>
                            </p:stCondLst>
                            <p:childTnLst>
                              <p:par>
                                <p:cTn id="66" presetID="9" presetClass="entr" presetSubtype="0" fill="hold" grpId="0" nodeType="afterEffect">
                                  <p:stCondLst>
                                    <p:cond delay="0"/>
                                  </p:stCondLst>
                                  <p:childTnLst>
                                    <p:set>
                                      <p:cBhvr>
                                        <p:cTn id="67" dur="1" fill="hold">
                                          <p:stCondLst>
                                            <p:cond delay="0"/>
                                          </p:stCondLst>
                                        </p:cTn>
                                        <p:tgtEl>
                                          <p:spTgt spid="48162"/>
                                        </p:tgtEl>
                                        <p:attrNameLst>
                                          <p:attrName>style.visibility</p:attrName>
                                        </p:attrNameLst>
                                      </p:cBhvr>
                                      <p:to>
                                        <p:strVal val="visible"/>
                                      </p:to>
                                    </p:set>
                                    <p:animEffect transition="in" filter="dissolve">
                                      <p:cBhvr>
                                        <p:cTn id="68" dur="500"/>
                                        <p:tgtEl>
                                          <p:spTgt spid="48162"/>
                                        </p:tgtEl>
                                      </p:cBhvr>
                                    </p:animEffect>
                                  </p:childTnLst>
                                </p:cTn>
                              </p:par>
                            </p:childTnLst>
                          </p:cTn>
                        </p:par>
                        <p:par>
                          <p:cTn id="69" fill="hold" nodeType="afterGroup">
                            <p:stCondLst>
                              <p:cond delay="7500"/>
                            </p:stCondLst>
                            <p:childTnLst>
                              <p:par>
                                <p:cTn id="70" presetID="9" presetClass="entr" presetSubtype="0" fill="hold" grpId="0" nodeType="afterEffect">
                                  <p:stCondLst>
                                    <p:cond delay="0"/>
                                  </p:stCondLst>
                                  <p:childTnLst>
                                    <p:set>
                                      <p:cBhvr>
                                        <p:cTn id="71" dur="1" fill="hold">
                                          <p:stCondLst>
                                            <p:cond delay="0"/>
                                          </p:stCondLst>
                                        </p:cTn>
                                        <p:tgtEl>
                                          <p:spTgt spid="48163"/>
                                        </p:tgtEl>
                                        <p:attrNameLst>
                                          <p:attrName>style.visibility</p:attrName>
                                        </p:attrNameLst>
                                      </p:cBhvr>
                                      <p:to>
                                        <p:strVal val="visible"/>
                                      </p:to>
                                    </p:set>
                                    <p:animEffect transition="in" filter="dissolve">
                                      <p:cBhvr>
                                        <p:cTn id="72" dur="500"/>
                                        <p:tgtEl>
                                          <p:spTgt spid="48163"/>
                                        </p:tgtEl>
                                      </p:cBhvr>
                                    </p:animEffect>
                                  </p:childTnLst>
                                </p:cTn>
                              </p:par>
                            </p:childTnLst>
                          </p:cTn>
                        </p:par>
                        <p:par>
                          <p:cTn id="73" fill="hold" nodeType="afterGroup">
                            <p:stCondLst>
                              <p:cond delay="8000"/>
                            </p:stCondLst>
                            <p:childTnLst>
                              <p:par>
                                <p:cTn id="74" presetID="9" presetClass="entr" presetSubtype="0" fill="hold" grpId="0" nodeType="afterEffect">
                                  <p:stCondLst>
                                    <p:cond delay="0"/>
                                  </p:stCondLst>
                                  <p:childTnLst>
                                    <p:set>
                                      <p:cBhvr>
                                        <p:cTn id="75" dur="1" fill="hold">
                                          <p:stCondLst>
                                            <p:cond delay="0"/>
                                          </p:stCondLst>
                                        </p:cTn>
                                        <p:tgtEl>
                                          <p:spTgt spid="48164"/>
                                        </p:tgtEl>
                                        <p:attrNameLst>
                                          <p:attrName>style.visibility</p:attrName>
                                        </p:attrNameLst>
                                      </p:cBhvr>
                                      <p:to>
                                        <p:strVal val="visible"/>
                                      </p:to>
                                    </p:set>
                                    <p:animEffect transition="in" filter="dissolve">
                                      <p:cBhvr>
                                        <p:cTn id="76" dur="500"/>
                                        <p:tgtEl>
                                          <p:spTgt spid="48164"/>
                                        </p:tgtEl>
                                      </p:cBhvr>
                                    </p:animEffect>
                                  </p:childTnLst>
                                </p:cTn>
                              </p:par>
                            </p:childTnLst>
                          </p:cTn>
                        </p:par>
                        <p:par>
                          <p:cTn id="77" fill="hold" nodeType="afterGroup">
                            <p:stCondLst>
                              <p:cond delay="8500"/>
                            </p:stCondLst>
                            <p:childTnLst>
                              <p:par>
                                <p:cTn id="78" presetID="9" presetClass="entr" presetSubtype="0" fill="hold" grpId="0" nodeType="afterEffect">
                                  <p:stCondLst>
                                    <p:cond delay="0"/>
                                  </p:stCondLst>
                                  <p:childTnLst>
                                    <p:set>
                                      <p:cBhvr>
                                        <p:cTn id="79" dur="1" fill="hold">
                                          <p:stCondLst>
                                            <p:cond delay="0"/>
                                          </p:stCondLst>
                                        </p:cTn>
                                        <p:tgtEl>
                                          <p:spTgt spid="48165"/>
                                        </p:tgtEl>
                                        <p:attrNameLst>
                                          <p:attrName>style.visibility</p:attrName>
                                        </p:attrNameLst>
                                      </p:cBhvr>
                                      <p:to>
                                        <p:strVal val="visible"/>
                                      </p:to>
                                    </p:set>
                                    <p:animEffect transition="in" filter="dissolve">
                                      <p:cBhvr>
                                        <p:cTn id="80" dur="500"/>
                                        <p:tgtEl>
                                          <p:spTgt spid="48165"/>
                                        </p:tgtEl>
                                      </p:cBhvr>
                                    </p:animEffect>
                                  </p:childTnLst>
                                </p:cTn>
                              </p:par>
                            </p:childTnLst>
                          </p:cTn>
                        </p:par>
                        <p:par>
                          <p:cTn id="81" fill="hold" nodeType="afterGroup">
                            <p:stCondLst>
                              <p:cond delay="9000"/>
                            </p:stCondLst>
                            <p:childTnLst>
                              <p:par>
                                <p:cTn id="82" presetID="9" presetClass="entr" presetSubtype="0" fill="hold" grpId="0" nodeType="afterEffect">
                                  <p:stCondLst>
                                    <p:cond delay="0"/>
                                  </p:stCondLst>
                                  <p:childTnLst>
                                    <p:set>
                                      <p:cBhvr>
                                        <p:cTn id="83" dur="1" fill="hold">
                                          <p:stCondLst>
                                            <p:cond delay="0"/>
                                          </p:stCondLst>
                                        </p:cTn>
                                        <p:tgtEl>
                                          <p:spTgt spid="48166"/>
                                        </p:tgtEl>
                                        <p:attrNameLst>
                                          <p:attrName>style.visibility</p:attrName>
                                        </p:attrNameLst>
                                      </p:cBhvr>
                                      <p:to>
                                        <p:strVal val="visible"/>
                                      </p:to>
                                    </p:set>
                                    <p:animEffect transition="in" filter="dissolve">
                                      <p:cBhvr>
                                        <p:cTn id="84" dur="500"/>
                                        <p:tgtEl>
                                          <p:spTgt spid="48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0" grpId="0" autoUpdateAnimBg="0"/>
      <p:bldP spid="48132" grpId="0" autoUpdateAnimBg="0"/>
      <p:bldP spid="48133" grpId="0" autoUpdateAnimBg="0"/>
      <p:bldP spid="48155" grpId="0" autoUpdateAnimBg="0"/>
      <p:bldP spid="48156" grpId="0" autoUpdateAnimBg="0"/>
      <p:bldP spid="48157" grpId="0" autoUpdateAnimBg="0"/>
      <p:bldP spid="48158" grpId="0" autoUpdateAnimBg="0"/>
      <p:bldP spid="48159" grpId="0" autoUpdateAnimBg="0"/>
      <p:bldP spid="48160" grpId="0" autoUpdateAnimBg="0"/>
      <p:bldP spid="48161" grpId="0" autoUpdateAnimBg="0"/>
      <p:bldP spid="48162" grpId="0" autoUpdateAnimBg="0"/>
      <p:bldP spid="48163" grpId="0" autoUpdateAnimBg="0"/>
      <p:bldP spid="48164" grpId="0" autoUpdateAnimBg="0"/>
      <p:bldP spid="48165" grpId="0" autoUpdateAnimBg="0"/>
      <p:bldP spid="48166" grpId="0" autoUpdateAnimBg="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54"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9155"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13C7361C-5192-4921-B178-68AD6A797E5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46</a:t>
            </a:fld>
            <a:endParaRPr lang="es-ES" altLang="en-US"/>
          </a:p>
        </p:txBody>
      </p:sp>
      <p:sp>
        <p:nvSpPr>
          <p:cNvPr id="49156"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Iconic</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Infographic</a:t>
            </a:r>
            <a:endParaRPr lang="es-ES" dirty="0">
              <a:solidFill>
                <a:schemeClr val="bg1">
                  <a:lumMod val="95000"/>
                </a:schemeClr>
              </a:solidFill>
              <a:ea typeface="ＭＳ Ｐゴシック" charset="0"/>
            </a:endParaRPr>
          </a:p>
        </p:txBody>
      </p:sp>
      <p:sp>
        <p:nvSpPr>
          <p:cNvPr id="49157"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49158" name="Group 6"/>
          <p:cNvGrpSpPr>
            <a:grpSpLocks/>
          </p:cNvGrpSpPr>
          <p:nvPr/>
        </p:nvGrpSpPr>
        <p:grpSpPr bwMode="auto">
          <a:xfrm>
            <a:off x="8696325" y="7002463"/>
            <a:ext cx="7131050" cy="1258887"/>
            <a:chOff x="-1" y="-2"/>
            <a:chExt cx="7131242" cy="1259818"/>
          </a:xfrm>
        </p:grpSpPr>
        <p:sp>
          <p:nvSpPr>
            <p:cNvPr id="49159" name="AutoShape 7"/>
            <p:cNvSpPr>
              <a:spLocks/>
            </p:cNvSpPr>
            <p:nvPr/>
          </p:nvSpPr>
          <p:spPr bwMode="auto">
            <a:xfrm rot="5400000">
              <a:off x="6067910" y="196486"/>
              <a:ext cx="1259815" cy="866846"/>
            </a:xfrm>
            <a:custGeom>
              <a:avLst/>
              <a:gdLst>
                <a:gd name="T0" fmla="*/ 629908 w 21600"/>
                <a:gd name="T1" fmla="*/ 433423 h 21600"/>
                <a:gd name="T2" fmla="*/ 629908 w 21600"/>
                <a:gd name="T3" fmla="*/ 433423 h 21600"/>
                <a:gd name="T4" fmla="*/ 629908 w 21600"/>
                <a:gd name="T5" fmla="*/ 433423 h 21600"/>
                <a:gd name="T6" fmla="*/ 629908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60" name="AutoShape 8"/>
            <p:cNvSpPr>
              <a:spLocks/>
            </p:cNvSpPr>
            <p:nvPr/>
          </p:nvSpPr>
          <p:spPr bwMode="auto">
            <a:xfrm rot="-5400011">
              <a:off x="-196483" y="196484"/>
              <a:ext cx="1259814" cy="866846"/>
            </a:xfrm>
            <a:custGeom>
              <a:avLst/>
              <a:gdLst>
                <a:gd name="T0" fmla="*/ 629907 w 21600"/>
                <a:gd name="T1" fmla="*/ 433423 h 21600"/>
                <a:gd name="T2" fmla="*/ 629907 w 21600"/>
                <a:gd name="T3" fmla="*/ 433423 h 21600"/>
                <a:gd name="T4" fmla="*/ 629907 w 21600"/>
                <a:gd name="T5" fmla="*/ 433423 h 21600"/>
                <a:gd name="T6" fmla="*/ 629907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9161" name="Group 9"/>
          <p:cNvGrpSpPr>
            <a:grpSpLocks/>
          </p:cNvGrpSpPr>
          <p:nvPr/>
        </p:nvGrpSpPr>
        <p:grpSpPr bwMode="auto">
          <a:xfrm>
            <a:off x="6292850" y="6605588"/>
            <a:ext cx="11941175" cy="2038350"/>
            <a:chOff x="-1" y="-1"/>
            <a:chExt cx="11941092" cy="2037986"/>
          </a:xfrm>
        </p:grpSpPr>
        <p:sp>
          <p:nvSpPr>
            <p:cNvPr id="49162" name="AutoShape 10"/>
            <p:cNvSpPr>
              <a:spLocks/>
            </p:cNvSpPr>
            <p:nvPr/>
          </p:nvSpPr>
          <p:spPr bwMode="auto">
            <a:xfrm>
              <a:off x="9932902" y="-1"/>
              <a:ext cx="2008189" cy="2008190"/>
            </a:xfrm>
            <a:custGeom>
              <a:avLst/>
              <a:gdLst>
                <a:gd name="T0" fmla="*/ 1004043 w 19679"/>
                <a:gd name="T1" fmla="*/ 1102111 h 19679"/>
                <a:gd name="T2" fmla="*/ 1004043 w 19679"/>
                <a:gd name="T3" fmla="*/ 1102111 h 19679"/>
                <a:gd name="T4" fmla="*/ 1004043 w 19679"/>
                <a:gd name="T5" fmla="*/ 1102111 h 19679"/>
                <a:gd name="T6" fmla="*/ 1004043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dirty="0"/>
            </a:p>
          </p:txBody>
        </p:sp>
        <p:sp>
          <p:nvSpPr>
            <p:cNvPr id="49163" name="AutoShape 11"/>
            <p:cNvSpPr>
              <a:spLocks/>
            </p:cNvSpPr>
            <p:nvPr/>
          </p:nvSpPr>
          <p:spPr bwMode="auto">
            <a:xfrm>
              <a:off x="10489258" y="526735"/>
              <a:ext cx="921796" cy="921906"/>
            </a:xfrm>
            <a:custGeom>
              <a:avLst/>
              <a:gdLst>
                <a:gd name="T0" fmla="*/ 460898 w 21600"/>
                <a:gd name="T1" fmla="*/ 460953 h 21600"/>
                <a:gd name="T2" fmla="*/ 460898 w 21600"/>
                <a:gd name="T3" fmla="*/ 460953 h 21600"/>
                <a:gd name="T4" fmla="*/ 460898 w 21600"/>
                <a:gd name="T5" fmla="*/ 460953 h 21600"/>
                <a:gd name="T6" fmla="*/ 460898 w 21600"/>
                <a:gd name="T7" fmla="*/ 460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64" name="AutoShape 12"/>
            <p:cNvSpPr>
              <a:spLocks/>
            </p:cNvSpPr>
            <p:nvPr/>
          </p:nvSpPr>
          <p:spPr bwMode="auto">
            <a:xfrm>
              <a:off x="-1" y="29796"/>
              <a:ext cx="2008190" cy="2008189"/>
            </a:xfrm>
            <a:custGeom>
              <a:avLst/>
              <a:gdLst>
                <a:gd name="T0" fmla="*/ 1004044 w 19679"/>
                <a:gd name="T1" fmla="*/ 1102111 h 19679"/>
                <a:gd name="T2" fmla="*/ 1004044 w 19679"/>
                <a:gd name="T3" fmla="*/ 1102111 h 19679"/>
                <a:gd name="T4" fmla="*/ 1004044 w 19679"/>
                <a:gd name="T5" fmla="*/ 1102111 h 19679"/>
                <a:gd name="T6" fmla="*/ 1004044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9165" name="AutoShape 13"/>
            <p:cNvSpPr>
              <a:spLocks/>
            </p:cNvSpPr>
            <p:nvPr/>
          </p:nvSpPr>
          <p:spPr bwMode="auto">
            <a:xfrm>
              <a:off x="588185" y="604001"/>
              <a:ext cx="925910" cy="771830"/>
            </a:xfrm>
            <a:custGeom>
              <a:avLst/>
              <a:gdLst>
                <a:gd name="T0" fmla="*/ 462955 w 21600"/>
                <a:gd name="T1" fmla="*/ 385897 h 21579"/>
                <a:gd name="T2" fmla="*/ 462955 w 21600"/>
                <a:gd name="T3" fmla="*/ 385897 h 21579"/>
                <a:gd name="T4" fmla="*/ 462955 w 21600"/>
                <a:gd name="T5" fmla="*/ 385897 h 21579"/>
                <a:gd name="T6" fmla="*/ 462955 w 21600"/>
                <a:gd name="T7" fmla="*/ 38589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8"/>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0"/>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9166" name="Group 14"/>
          <p:cNvGrpSpPr>
            <a:grpSpLocks/>
          </p:cNvGrpSpPr>
          <p:nvPr/>
        </p:nvGrpSpPr>
        <p:grpSpPr bwMode="auto">
          <a:xfrm>
            <a:off x="2562225" y="6570663"/>
            <a:ext cx="19570700" cy="2044700"/>
            <a:chOff x="-1" y="-1"/>
            <a:chExt cx="19570706" cy="2044772"/>
          </a:xfrm>
        </p:grpSpPr>
        <p:sp>
          <p:nvSpPr>
            <p:cNvPr id="49167" name="AutoShape 15"/>
            <p:cNvSpPr>
              <a:spLocks/>
            </p:cNvSpPr>
            <p:nvPr/>
          </p:nvSpPr>
          <p:spPr bwMode="auto">
            <a:xfrm>
              <a:off x="-1" y="-1"/>
              <a:ext cx="2008190" cy="2008190"/>
            </a:xfrm>
            <a:custGeom>
              <a:avLst/>
              <a:gdLst>
                <a:gd name="T0" fmla="*/ 1004044 w 19679"/>
                <a:gd name="T1" fmla="*/ 1102111 h 19679"/>
                <a:gd name="T2" fmla="*/ 1004044 w 19679"/>
                <a:gd name="T3" fmla="*/ 1102111 h 19679"/>
                <a:gd name="T4" fmla="*/ 1004044 w 19679"/>
                <a:gd name="T5" fmla="*/ 1102111 h 19679"/>
                <a:gd name="T6" fmla="*/ 1004044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9168" name="AutoShape 16"/>
            <p:cNvSpPr>
              <a:spLocks/>
            </p:cNvSpPr>
            <p:nvPr/>
          </p:nvSpPr>
          <p:spPr bwMode="auto">
            <a:xfrm>
              <a:off x="17562515" y="36582"/>
              <a:ext cx="2008190" cy="2008189"/>
            </a:xfrm>
            <a:custGeom>
              <a:avLst/>
              <a:gdLst>
                <a:gd name="T0" fmla="*/ 1004044 w 19679"/>
                <a:gd name="T1" fmla="*/ 1102111 h 19679"/>
                <a:gd name="T2" fmla="*/ 1004044 w 19679"/>
                <a:gd name="T3" fmla="*/ 1102111 h 19679"/>
                <a:gd name="T4" fmla="*/ 1004044 w 19679"/>
                <a:gd name="T5" fmla="*/ 1102111 h 19679"/>
                <a:gd name="T6" fmla="*/ 1004044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9169" name="AutoShape 17"/>
            <p:cNvSpPr>
              <a:spLocks/>
            </p:cNvSpPr>
            <p:nvPr/>
          </p:nvSpPr>
          <p:spPr bwMode="auto">
            <a:xfrm>
              <a:off x="587741" y="548942"/>
              <a:ext cx="925910" cy="926620"/>
            </a:xfrm>
            <a:custGeom>
              <a:avLst/>
              <a:gdLst>
                <a:gd name="T0" fmla="*/ 462955 w 21600"/>
                <a:gd name="T1" fmla="*/ 463310 h 21600"/>
                <a:gd name="T2" fmla="*/ 462955 w 21600"/>
                <a:gd name="T3" fmla="*/ 463310 h 21600"/>
                <a:gd name="T4" fmla="*/ 462955 w 21600"/>
                <a:gd name="T5" fmla="*/ 463310 h 21600"/>
                <a:gd name="T6" fmla="*/ 462955 w 21600"/>
                <a:gd name="T7" fmla="*/ 4633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70" name="AutoShape 18"/>
            <p:cNvSpPr>
              <a:spLocks/>
            </p:cNvSpPr>
            <p:nvPr/>
          </p:nvSpPr>
          <p:spPr bwMode="auto">
            <a:xfrm>
              <a:off x="18135882" y="553733"/>
              <a:ext cx="925910" cy="926753"/>
            </a:xfrm>
            <a:custGeom>
              <a:avLst/>
              <a:gdLst>
                <a:gd name="T0" fmla="*/ 462955 w 21600"/>
                <a:gd name="T1" fmla="*/ 463377 h 21600"/>
                <a:gd name="T2" fmla="*/ 462955 w 21600"/>
                <a:gd name="T3" fmla="*/ 463377 h 21600"/>
                <a:gd name="T4" fmla="*/ 462955 w 21600"/>
                <a:gd name="T5" fmla="*/ 463377 h 21600"/>
                <a:gd name="T6" fmla="*/ 462955 w 21600"/>
                <a:gd name="T7" fmla="*/ 46337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9171" name="Group 19"/>
          <p:cNvGrpSpPr>
            <a:grpSpLocks/>
          </p:cNvGrpSpPr>
          <p:nvPr/>
        </p:nvGrpSpPr>
        <p:grpSpPr bwMode="auto">
          <a:xfrm>
            <a:off x="4841875" y="7002463"/>
            <a:ext cx="14881225" cy="1258887"/>
            <a:chOff x="-1" y="-2"/>
            <a:chExt cx="14881228" cy="1259818"/>
          </a:xfrm>
        </p:grpSpPr>
        <p:sp>
          <p:nvSpPr>
            <p:cNvPr id="49172" name="AutoShape 20"/>
            <p:cNvSpPr>
              <a:spLocks/>
            </p:cNvSpPr>
            <p:nvPr/>
          </p:nvSpPr>
          <p:spPr bwMode="auto">
            <a:xfrm rot="5400000">
              <a:off x="13817896" y="196486"/>
              <a:ext cx="1259815" cy="866846"/>
            </a:xfrm>
            <a:custGeom>
              <a:avLst/>
              <a:gdLst>
                <a:gd name="T0" fmla="*/ 629908 w 21600"/>
                <a:gd name="T1" fmla="*/ 433423 h 21600"/>
                <a:gd name="T2" fmla="*/ 629908 w 21600"/>
                <a:gd name="T3" fmla="*/ 433423 h 21600"/>
                <a:gd name="T4" fmla="*/ 629908 w 21600"/>
                <a:gd name="T5" fmla="*/ 433423 h 21600"/>
                <a:gd name="T6" fmla="*/ 629908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73" name="AutoShape 21"/>
            <p:cNvSpPr>
              <a:spLocks/>
            </p:cNvSpPr>
            <p:nvPr/>
          </p:nvSpPr>
          <p:spPr bwMode="auto">
            <a:xfrm rot="-5400011">
              <a:off x="-196483" y="196484"/>
              <a:ext cx="1259814" cy="866846"/>
            </a:xfrm>
            <a:custGeom>
              <a:avLst/>
              <a:gdLst>
                <a:gd name="T0" fmla="*/ 629907 w 21600"/>
                <a:gd name="T1" fmla="*/ 433423 h 21600"/>
                <a:gd name="T2" fmla="*/ 629907 w 21600"/>
                <a:gd name="T3" fmla="*/ 433423 h 21600"/>
                <a:gd name="T4" fmla="*/ 629907 w 21600"/>
                <a:gd name="T5" fmla="*/ 433423 h 21600"/>
                <a:gd name="T6" fmla="*/ 629907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9174" name="AutoShape 22"/>
          <p:cNvSpPr>
            <a:spLocks/>
          </p:cNvSpPr>
          <p:nvPr/>
        </p:nvSpPr>
        <p:spPr bwMode="auto">
          <a:xfrm>
            <a:off x="2247900" y="11268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9175" name="AutoShape 23"/>
          <p:cNvSpPr>
            <a:spLocks/>
          </p:cNvSpPr>
          <p:nvPr/>
        </p:nvSpPr>
        <p:spPr bwMode="auto">
          <a:xfrm>
            <a:off x="9372600" y="10718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9176" name="AutoShape 24"/>
          <p:cNvSpPr>
            <a:spLocks/>
          </p:cNvSpPr>
          <p:nvPr/>
        </p:nvSpPr>
        <p:spPr bwMode="auto">
          <a:xfrm>
            <a:off x="9993313" y="5357813"/>
            <a:ext cx="4559300" cy="4559300"/>
          </a:xfrm>
          <a:custGeom>
            <a:avLst/>
            <a:gdLst>
              <a:gd name="T0" fmla="*/ 2279650 w 21600"/>
              <a:gd name="T1" fmla="*/ 2279650 h 21600"/>
              <a:gd name="T2" fmla="*/ 2279650 w 21600"/>
              <a:gd name="T3" fmla="*/ 2279650 h 21600"/>
              <a:gd name="T4" fmla="*/ 2279650 w 21600"/>
              <a:gd name="T5" fmla="*/ 2279650 h 21600"/>
              <a:gd name="T6" fmla="*/ 2279650 w 21600"/>
              <a:gd name="T7" fmla="*/ 22796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6949"/>
                </a:moveTo>
                <a:cubicBezTo>
                  <a:pt x="21599" y="7542"/>
                  <a:pt x="21407" y="8153"/>
                  <a:pt x="21017" y="8781"/>
                </a:cubicBezTo>
                <a:cubicBezTo>
                  <a:pt x="20627"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a:extLst/>
        </p:spPr>
        <p:txBody>
          <a:bodyPr lIns="38100" tIns="38100" rIns="38100" bIns="3810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9156"/>
                                        </p:tgtEl>
                                        <p:attrNameLst>
                                          <p:attrName>style.visibility</p:attrName>
                                        </p:attrNameLst>
                                      </p:cBhvr>
                                      <p:to>
                                        <p:strVal val="visible"/>
                                      </p:to>
                                    </p:set>
                                    <p:anim calcmode="lin" valueType="num">
                                      <p:cBhvr additive="base">
                                        <p:cTn id="7" dur="500" fill="hold"/>
                                        <p:tgtEl>
                                          <p:spTgt spid="49156"/>
                                        </p:tgtEl>
                                        <p:attrNameLst>
                                          <p:attrName>ppt_x</p:attrName>
                                        </p:attrNameLst>
                                      </p:cBhvr>
                                      <p:tavLst>
                                        <p:tav tm="0">
                                          <p:val>
                                            <p:strVal val="1+#ppt_w/2"/>
                                          </p:val>
                                        </p:tav>
                                        <p:tav tm="100000">
                                          <p:val>
                                            <p:strVal val="#ppt_x"/>
                                          </p:val>
                                        </p:tav>
                                      </p:tavLst>
                                    </p:anim>
                                    <p:anim calcmode="lin" valueType="num">
                                      <p:cBhvr additive="base">
                                        <p:cTn id="8" dur="500" fill="hold"/>
                                        <p:tgtEl>
                                          <p:spTgt spid="4915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9157"/>
                                        </p:tgtEl>
                                        <p:attrNameLst>
                                          <p:attrName>style.visibility</p:attrName>
                                        </p:attrNameLst>
                                      </p:cBhvr>
                                      <p:to>
                                        <p:strVal val="visible"/>
                                      </p:to>
                                    </p:set>
                                    <p:anim calcmode="lin" valueType="num">
                                      <p:cBhvr additive="base">
                                        <p:cTn id="12" dur="500" fill="hold"/>
                                        <p:tgtEl>
                                          <p:spTgt spid="49157"/>
                                        </p:tgtEl>
                                        <p:attrNameLst>
                                          <p:attrName>ppt_x</p:attrName>
                                        </p:attrNameLst>
                                      </p:cBhvr>
                                      <p:tavLst>
                                        <p:tav tm="0">
                                          <p:val>
                                            <p:strVal val="1+#ppt_w/2"/>
                                          </p:val>
                                        </p:tav>
                                        <p:tav tm="100000">
                                          <p:val>
                                            <p:strVal val="#ppt_x"/>
                                          </p:val>
                                        </p:tav>
                                      </p:tavLst>
                                    </p:anim>
                                    <p:anim calcmode="lin" valueType="num">
                                      <p:cBhvr additive="base">
                                        <p:cTn id="13" dur="500" fill="hold"/>
                                        <p:tgtEl>
                                          <p:spTgt spid="4915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9154"/>
                                        </p:tgtEl>
                                        <p:attrNameLst>
                                          <p:attrName>style.visibility</p:attrName>
                                        </p:attrNameLst>
                                      </p:cBhvr>
                                      <p:to>
                                        <p:strVal val="visible"/>
                                      </p:to>
                                    </p:set>
                                    <p:anim calcmode="lin" valueType="num">
                                      <p:cBhvr additive="base">
                                        <p:cTn id="17" dur="500" fill="hold"/>
                                        <p:tgtEl>
                                          <p:spTgt spid="49154"/>
                                        </p:tgtEl>
                                        <p:attrNameLst>
                                          <p:attrName>ppt_x</p:attrName>
                                        </p:attrNameLst>
                                      </p:cBhvr>
                                      <p:tavLst>
                                        <p:tav tm="0">
                                          <p:val>
                                            <p:strVal val="1+#ppt_w/2"/>
                                          </p:val>
                                        </p:tav>
                                        <p:tav tm="100000">
                                          <p:val>
                                            <p:strVal val="#ppt_x"/>
                                          </p:val>
                                        </p:tav>
                                      </p:tavLst>
                                    </p:anim>
                                    <p:anim calcmode="lin" valueType="num">
                                      <p:cBhvr additive="base">
                                        <p:cTn id="18" dur="500" fill="hold"/>
                                        <p:tgtEl>
                                          <p:spTgt spid="4915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9176"/>
                                        </p:tgtEl>
                                        <p:attrNameLst>
                                          <p:attrName>style.visibility</p:attrName>
                                        </p:attrNameLst>
                                      </p:cBhvr>
                                      <p:to>
                                        <p:strVal val="visible"/>
                                      </p:to>
                                    </p:set>
                                    <p:animEffect transition="in" filter="dissolve">
                                      <p:cBhvr>
                                        <p:cTn id="22" dur="500"/>
                                        <p:tgtEl>
                                          <p:spTgt spid="49176"/>
                                        </p:tgtEl>
                                      </p:cBhvr>
                                    </p:animEffect>
                                  </p:childTnLst>
                                </p:cTn>
                              </p:par>
                            </p:childTnLst>
                          </p:cTn>
                        </p:par>
                        <p:par>
                          <p:cTn id="23" fill="hold" nodeType="afterGroup">
                            <p:stCondLst>
                              <p:cond delay="2000"/>
                            </p:stCondLst>
                            <p:childTnLst>
                              <p:par>
                                <p:cTn id="24" presetID="23" presetClass="entr" presetSubtype="16" fill="hold" nodeType="afterEffect">
                                  <p:stCondLst>
                                    <p:cond delay="0"/>
                                  </p:stCondLst>
                                  <p:childTnLst>
                                    <p:set>
                                      <p:cBhvr>
                                        <p:cTn id="25" dur="1" fill="hold">
                                          <p:stCondLst>
                                            <p:cond delay="0"/>
                                          </p:stCondLst>
                                        </p:cTn>
                                        <p:tgtEl>
                                          <p:spTgt spid="49158"/>
                                        </p:tgtEl>
                                        <p:attrNameLst>
                                          <p:attrName>style.visibility</p:attrName>
                                        </p:attrNameLst>
                                      </p:cBhvr>
                                      <p:to>
                                        <p:strVal val="visible"/>
                                      </p:to>
                                    </p:set>
                                    <p:anim calcmode="lin" valueType="num">
                                      <p:cBhvr>
                                        <p:cTn id="26" dur="500" fill="hold"/>
                                        <p:tgtEl>
                                          <p:spTgt spid="49158"/>
                                        </p:tgtEl>
                                        <p:attrNameLst>
                                          <p:attrName>ppt_w</p:attrName>
                                        </p:attrNameLst>
                                      </p:cBhvr>
                                      <p:tavLst>
                                        <p:tav tm="0">
                                          <p:val>
                                            <p:fltVal val="0"/>
                                          </p:val>
                                        </p:tav>
                                        <p:tav tm="100000">
                                          <p:val>
                                            <p:strVal val="#ppt_w"/>
                                          </p:val>
                                        </p:tav>
                                      </p:tavLst>
                                    </p:anim>
                                    <p:anim calcmode="lin" valueType="num">
                                      <p:cBhvr>
                                        <p:cTn id="27" dur="500" fill="hold"/>
                                        <p:tgtEl>
                                          <p:spTgt spid="49158"/>
                                        </p:tgtEl>
                                        <p:attrNameLst>
                                          <p:attrName>ppt_h</p:attrName>
                                        </p:attrNameLst>
                                      </p:cBhvr>
                                      <p:tavLst>
                                        <p:tav tm="0">
                                          <p:val>
                                            <p:fltVal val="0"/>
                                          </p:val>
                                        </p:tav>
                                        <p:tav tm="100000">
                                          <p:val>
                                            <p:strVal val="#ppt_h"/>
                                          </p:val>
                                        </p:tav>
                                      </p:tavLst>
                                    </p:anim>
                                  </p:childTnLst>
                                </p:cTn>
                              </p:par>
                            </p:childTnLst>
                          </p:cTn>
                        </p:par>
                        <p:par>
                          <p:cTn id="28" fill="hold" nodeType="afterGroup">
                            <p:stCondLst>
                              <p:cond delay="2500"/>
                            </p:stCondLst>
                            <p:childTnLst>
                              <p:par>
                                <p:cTn id="29" presetID="23" presetClass="entr" presetSubtype="16" fill="hold" nodeType="afterEffect">
                                  <p:stCondLst>
                                    <p:cond delay="0"/>
                                  </p:stCondLst>
                                  <p:childTnLst>
                                    <p:set>
                                      <p:cBhvr>
                                        <p:cTn id="30" dur="1" fill="hold">
                                          <p:stCondLst>
                                            <p:cond delay="0"/>
                                          </p:stCondLst>
                                        </p:cTn>
                                        <p:tgtEl>
                                          <p:spTgt spid="49161"/>
                                        </p:tgtEl>
                                        <p:attrNameLst>
                                          <p:attrName>style.visibility</p:attrName>
                                        </p:attrNameLst>
                                      </p:cBhvr>
                                      <p:to>
                                        <p:strVal val="visible"/>
                                      </p:to>
                                    </p:set>
                                    <p:anim calcmode="lin" valueType="num">
                                      <p:cBhvr>
                                        <p:cTn id="31" dur="500" fill="hold"/>
                                        <p:tgtEl>
                                          <p:spTgt spid="49161"/>
                                        </p:tgtEl>
                                        <p:attrNameLst>
                                          <p:attrName>ppt_w</p:attrName>
                                        </p:attrNameLst>
                                      </p:cBhvr>
                                      <p:tavLst>
                                        <p:tav tm="0">
                                          <p:val>
                                            <p:fltVal val="0"/>
                                          </p:val>
                                        </p:tav>
                                        <p:tav tm="100000">
                                          <p:val>
                                            <p:strVal val="#ppt_w"/>
                                          </p:val>
                                        </p:tav>
                                      </p:tavLst>
                                    </p:anim>
                                    <p:anim calcmode="lin" valueType="num">
                                      <p:cBhvr>
                                        <p:cTn id="32" dur="500" fill="hold"/>
                                        <p:tgtEl>
                                          <p:spTgt spid="49161"/>
                                        </p:tgtEl>
                                        <p:attrNameLst>
                                          <p:attrName>ppt_h</p:attrName>
                                        </p:attrNameLst>
                                      </p:cBhvr>
                                      <p:tavLst>
                                        <p:tav tm="0">
                                          <p:val>
                                            <p:fltVal val="0"/>
                                          </p:val>
                                        </p:tav>
                                        <p:tav tm="100000">
                                          <p:val>
                                            <p:strVal val="#ppt_h"/>
                                          </p:val>
                                        </p:tav>
                                      </p:tavLst>
                                    </p:anim>
                                  </p:childTnLst>
                                </p:cTn>
                              </p:par>
                            </p:childTnLst>
                          </p:cTn>
                        </p:par>
                        <p:par>
                          <p:cTn id="33" fill="hold" nodeType="afterGroup">
                            <p:stCondLst>
                              <p:cond delay="3000"/>
                            </p:stCondLst>
                            <p:childTnLst>
                              <p:par>
                                <p:cTn id="34" presetID="23" presetClass="entr" presetSubtype="16" fill="hold" nodeType="afterEffect">
                                  <p:stCondLst>
                                    <p:cond delay="0"/>
                                  </p:stCondLst>
                                  <p:childTnLst>
                                    <p:set>
                                      <p:cBhvr>
                                        <p:cTn id="35" dur="1" fill="hold">
                                          <p:stCondLst>
                                            <p:cond delay="0"/>
                                          </p:stCondLst>
                                        </p:cTn>
                                        <p:tgtEl>
                                          <p:spTgt spid="49171"/>
                                        </p:tgtEl>
                                        <p:attrNameLst>
                                          <p:attrName>style.visibility</p:attrName>
                                        </p:attrNameLst>
                                      </p:cBhvr>
                                      <p:to>
                                        <p:strVal val="visible"/>
                                      </p:to>
                                    </p:set>
                                    <p:anim calcmode="lin" valueType="num">
                                      <p:cBhvr>
                                        <p:cTn id="36" dur="500" fill="hold"/>
                                        <p:tgtEl>
                                          <p:spTgt spid="49171"/>
                                        </p:tgtEl>
                                        <p:attrNameLst>
                                          <p:attrName>ppt_w</p:attrName>
                                        </p:attrNameLst>
                                      </p:cBhvr>
                                      <p:tavLst>
                                        <p:tav tm="0">
                                          <p:val>
                                            <p:fltVal val="0"/>
                                          </p:val>
                                        </p:tav>
                                        <p:tav tm="100000">
                                          <p:val>
                                            <p:strVal val="#ppt_w"/>
                                          </p:val>
                                        </p:tav>
                                      </p:tavLst>
                                    </p:anim>
                                    <p:anim calcmode="lin" valueType="num">
                                      <p:cBhvr>
                                        <p:cTn id="37" dur="500" fill="hold"/>
                                        <p:tgtEl>
                                          <p:spTgt spid="49171"/>
                                        </p:tgtEl>
                                        <p:attrNameLst>
                                          <p:attrName>ppt_h</p:attrName>
                                        </p:attrNameLst>
                                      </p:cBhvr>
                                      <p:tavLst>
                                        <p:tav tm="0">
                                          <p:val>
                                            <p:fltVal val="0"/>
                                          </p:val>
                                        </p:tav>
                                        <p:tav tm="100000">
                                          <p:val>
                                            <p:strVal val="#ppt_h"/>
                                          </p:val>
                                        </p:tav>
                                      </p:tavLst>
                                    </p:anim>
                                  </p:childTnLst>
                                </p:cTn>
                              </p:par>
                            </p:childTnLst>
                          </p:cTn>
                        </p:par>
                        <p:par>
                          <p:cTn id="38" fill="hold" nodeType="afterGroup">
                            <p:stCondLst>
                              <p:cond delay="3500"/>
                            </p:stCondLst>
                            <p:childTnLst>
                              <p:par>
                                <p:cTn id="39" presetID="23" presetClass="entr" presetSubtype="16" fill="hold" nodeType="afterEffect">
                                  <p:stCondLst>
                                    <p:cond delay="0"/>
                                  </p:stCondLst>
                                  <p:childTnLst>
                                    <p:set>
                                      <p:cBhvr>
                                        <p:cTn id="40" dur="1" fill="hold">
                                          <p:stCondLst>
                                            <p:cond delay="0"/>
                                          </p:stCondLst>
                                        </p:cTn>
                                        <p:tgtEl>
                                          <p:spTgt spid="49166"/>
                                        </p:tgtEl>
                                        <p:attrNameLst>
                                          <p:attrName>style.visibility</p:attrName>
                                        </p:attrNameLst>
                                      </p:cBhvr>
                                      <p:to>
                                        <p:strVal val="visible"/>
                                      </p:to>
                                    </p:set>
                                    <p:anim calcmode="lin" valueType="num">
                                      <p:cBhvr>
                                        <p:cTn id="41" dur="500" fill="hold"/>
                                        <p:tgtEl>
                                          <p:spTgt spid="49166"/>
                                        </p:tgtEl>
                                        <p:attrNameLst>
                                          <p:attrName>ppt_w</p:attrName>
                                        </p:attrNameLst>
                                      </p:cBhvr>
                                      <p:tavLst>
                                        <p:tav tm="0">
                                          <p:val>
                                            <p:fltVal val="0"/>
                                          </p:val>
                                        </p:tav>
                                        <p:tav tm="100000">
                                          <p:val>
                                            <p:strVal val="#ppt_w"/>
                                          </p:val>
                                        </p:tav>
                                      </p:tavLst>
                                    </p:anim>
                                    <p:anim calcmode="lin" valueType="num">
                                      <p:cBhvr>
                                        <p:cTn id="42" dur="500" fill="hold"/>
                                        <p:tgtEl>
                                          <p:spTgt spid="49166"/>
                                        </p:tgtEl>
                                        <p:attrNameLst>
                                          <p:attrName>ppt_h</p:attrName>
                                        </p:attrNameLst>
                                      </p:cBhvr>
                                      <p:tavLst>
                                        <p:tav tm="0">
                                          <p:val>
                                            <p:fltVal val="0"/>
                                          </p:val>
                                        </p:tav>
                                        <p:tav tm="100000">
                                          <p:val>
                                            <p:strVal val="#ppt_h"/>
                                          </p:val>
                                        </p:tav>
                                      </p:tavLst>
                                    </p:anim>
                                  </p:childTnLst>
                                </p:cTn>
                              </p:par>
                            </p:childTnLst>
                          </p:cTn>
                        </p:par>
                        <p:par>
                          <p:cTn id="43" fill="hold" nodeType="afterGroup">
                            <p:stCondLst>
                              <p:cond delay="4000"/>
                            </p:stCondLst>
                            <p:childTnLst>
                              <p:par>
                                <p:cTn id="44" presetID="2" presetClass="entr" presetSubtype="4" fill="hold" grpId="0" nodeType="afterEffect">
                                  <p:stCondLst>
                                    <p:cond delay="0"/>
                                  </p:stCondLst>
                                  <p:childTnLst>
                                    <p:set>
                                      <p:cBhvr>
                                        <p:cTn id="45" dur="1" fill="hold">
                                          <p:stCondLst>
                                            <p:cond delay="0"/>
                                          </p:stCondLst>
                                        </p:cTn>
                                        <p:tgtEl>
                                          <p:spTgt spid="49175"/>
                                        </p:tgtEl>
                                        <p:attrNameLst>
                                          <p:attrName>style.visibility</p:attrName>
                                        </p:attrNameLst>
                                      </p:cBhvr>
                                      <p:to>
                                        <p:strVal val="visible"/>
                                      </p:to>
                                    </p:set>
                                    <p:anim calcmode="lin" valueType="num">
                                      <p:cBhvr additive="base">
                                        <p:cTn id="46" dur="500" fill="hold"/>
                                        <p:tgtEl>
                                          <p:spTgt spid="49175"/>
                                        </p:tgtEl>
                                        <p:attrNameLst>
                                          <p:attrName>ppt_x</p:attrName>
                                        </p:attrNameLst>
                                      </p:cBhvr>
                                      <p:tavLst>
                                        <p:tav tm="0">
                                          <p:val>
                                            <p:strVal val="#ppt_x"/>
                                          </p:val>
                                        </p:tav>
                                        <p:tav tm="100000">
                                          <p:val>
                                            <p:strVal val="#ppt_x"/>
                                          </p:val>
                                        </p:tav>
                                      </p:tavLst>
                                    </p:anim>
                                    <p:anim calcmode="lin" valueType="num">
                                      <p:cBhvr additive="base">
                                        <p:cTn id="47" dur="500" fill="hold"/>
                                        <p:tgtEl>
                                          <p:spTgt spid="49175"/>
                                        </p:tgtEl>
                                        <p:attrNameLst>
                                          <p:attrName>ppt_y</p:attrName>
                                        </p:attrNameLst>
                                      </p:cBhvr>
                                      <p:tavLst>
                                        <p:tav tm="0">
                                          <p:val>
                                            <p:strVal val="1+#ppt_h/2"/>
                                          </p:val>
                                        </p:tav>
                                        <p:tav tm="100000">
                                          <p:val>
                                            <p:strVal val="#ppt_y"/>
                                          </p:val>
                                        </p:tav>
                                      </p:tavLst>
                                    </p:anim>
                                  </p:childTnLst>
                                </p:cTn>
                              </p:par>
                            </p:childTnLst>
                          </p:cTn>
                        </p:par>
                        <p:par>
                          <p:cTn id="48" fill="hold" nodeType="afterGroup">
                            <p:stCondLst>
                              <p:cond delay="4500"/>
                            </p:stCondLst>
                            <p:childTnLst>
                              <p:par>
                                <p:cTn id="49" presetID="2" presetClass="entr" presetSubtype="4" fill="hold" grpId="0" nodeType="afterEffect">
                                  <p:stCondLst>
                                    <p:cond delay="0"/>
                                  </p:stCondLst>
                                  <p:childTnLst>
                                    <p:set>
                                      <p:cBhvr>
                                        <p:cTn id="50" dur="1" fill="hold">
                                          <p:stCondLst>
                                            <p:cond delay="0"/>
                                          </p:stCondLst>
                                        </p:cTn>
                                        <p:tgtEl>
                                          <p:spTgt spid="49174"/>
                                        </p:tgtEl>
                                        <p:attrNameLst>
                                          <p:attrName>style.visibility</p:attrName>
                                        </p:attrNameLst>
                                      </p:cBhvr>
                                      <p:to>
                                        <p:strVal val="visible"/>
                                      </p:to>
                                    </p:set>
                                    <p:anim calcmode="lin" valueType="num">
                                      <p:cBhvr additive="base">
                                        <p:cTn id="51" dur="500" fill="hold"/>
                                        <p:tgtEl>
                                          <p:spTgt spid="49174"/>
                                        </p:tgtEl>
                                        <p:attrNameLst>
                                          <p:attrName>ppt_x</p:attrName>
                                        </p:attrNameLst>
                                      </p:cBhvr>
                                      <p:tavLst>
                                        <p:tav tm="0">
                                          <p:val>
                                            <p:strVal val="#ppt_x"/>
                                          </p:val>
                                        </p:tav>
                                        <p:tav tm="100000">
                                          <p:val>
                                            <p:strVal val="#ppt_x"/>
                                          </p:val>
                                        </p:tav>
                                      </p:tavLst>
                                    </p:anim>
                                    <p:anim calcmode="lin" valueType="num">
                                      <p:cBhvr additive="base">
                                        <p:cTn id="52" dur="500" fill="hold"/>
                                        <p:tgtEl>
                                          <p:spTgt spid="4917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utoUpdateAnimBg="0"/>
      <p:bldP spid="49156" grpId="0" autoUpdateAnimBg="0"/>
      <p:bldP spid="49157" grpId="0" autoUpdateAnimBg="0"/>
      <p:bldP spid="49174" grpId="0" autoUpdateAnimBg="0"/>
      <p:bldP spid="49175" grpId="0" autoUpdateAnimBg="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0178"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017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D40172F-18DF-45AB-ADC3-A3C1A50DA013}"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47</a:t>
            </a:fld>
            <a:endParaRPr lang="es-ES" altLang="en-US"/>
          </a:p>
        </p:txBody>
      </p:sp>
      <p:sp>
        <p:nvSpPr>
          <p:cNvPr id="50180"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Steeps</a:t>
            </a:r>
            <a:r>
              <a:rPr lang="es-ES" b="1" dirty="0">
                <a:solidFill>
                  <a:schemeClr val="bg1">
                    <a:lumMod val="95000"/>
                  </a:schemeClr>
                </a:solidFill>
                <a:latin typeface="Lato" charset="0"/>
                <a:ea typeface="ＭＳ Ｐゴシック" charset="0"/>
                <a:cs typeface="Lato" charset="0"/>
                <a:sym typeface="Lato" charset="0"/>
              </a:rPr>
              <a:t> to </a:t>
            </a:r>
            <a:r>
              <a:rPr lang="es-ES" b="1" dirty="0" err="1">
                <a:solidFill>
                  <a:schemeClr val="bg1">
                    <a:lumMod val="95000"/>
                  </a:schemeClr>
                </a:solidFill>
                <a:latin typeface="Lato" charset="0"/>
                <a:ea typeface="ＭＳ Ｐゴシック" charset="0"/>
                <a:cs typeface="Lato" charset="0"/>
                <a:sym typeface="Lato" charset="0"/>
              </a:rPr>
              <a:t>Succes</a:t>
            </a:r>
            <a:endParaRPr lang="es-ES" dirty="0">
              <a:solidFill>
                <a:schemeClr val="bg1">
                  <a:lumMod val="95000"/>
                </a:schemeClr>
              </a:solidFill>
              <a:ea typeface="ＭＳ Ｐゴシック" charset="0"/>
            </a:endParaRPr>
          </a:p>
        </p:txBody>
      </p:sp>
      <p:sp>
        <p:nvSpPr>
          <p:cNvPr id="50181"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50182" name="Group 6"/>
          <p:cNvGrpSpPr>
            <a:grpSpLocks/>
          </p:cNvGrpSpPr>
          <p:nvPr/>
        </p:nvGrpSpPr>
        <p:grpSpPr bwMode="auto">
          <a:xfrm>
            <a:off x="2235200" y="4027488"/>
            <a:ext cx="18588038" cy="5207000"/>
            <a:chOff x="0" y="0"/>
            <a:chExt cx="18588261" cy="5207001"/>
          </a:xfrm>
        </p:grpSpPr>
        <p:sp>
          <p:nvSpPr>
            <p:cNvPr id="50183" name="AutoShape 7"/>
            <p:cNvSpPr>
              <a:spLocks/>
            </p:cNvSpPr>
            <p:nvPr/>
          </p:nvSpPr>
          <p:spPr bwMode="auto">
            <a:xfrm>
              <a:off x="0"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4" name="AutoShape 8"/>
            <p:cNvSpPr>
              <a:spLocks/>
            </p:cNvSpPr>
            <p:nvPr/>
          </p:nvSpPr>
          <p:spPr bwMode="auto">
            <a:xfrm>
              <a:off x="828728"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5" name="AutoShape 9"/>
            <p:cNvSpPr>
              <a:spLocks/>
            </p:cNvSpPr>
            <p:nvPr/>
          </p:nvSpPr>
          <p:spPr bwMode="auto">
            <a:xfrm>
              <a:off x="1657457"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6" name="AutoShape 10"/>
            <p:cNvSpPr>
              <a:spLocks/>
            </p:cNvSpPr>
            <p:nvPr/>
          </p:nvSpPr>
          <p:spPr bwMode="auto">
            <a:xfrm>
              <a:off x="2486186"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7" name="AutoShape 11"/>
            <p:cNvSpPr>
              <a:spLocks/>
            </p:cNvSpPr>
            <p:nvPr/>
          </p:nvSpPr>
          <p:spPr bwMode="auto">
            <a:xfrm>
              <a:off x="3314915"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8" name="AutoShape 12"/>
            <p:cNvSpPr>
              <a:spLocks/>
            </p:cNvSpPr>
            <p:nvPr/>
          </p:nvSpPr>
          <p:spPr bwMode="auto">
            <a:xfrm>
              <a:off x="4143643"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9" name="AutoShape 13"/>
            <p:cNvSpPr>
              <a:spLocks/>
            </p:cNvSpPr>
            <p:nvPr/>
          </p:nvSpPr>
          <p:spPr bwMode="auto">
            <a:xfrm>
              <a:off x="4972372"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0" name="AutoShape 14"/>
            <p:cNvSpPr>
              <a:spLocks/>
            </p:cNvSpPr>
            <p:nvPr/>
          </p:nvSpPr>
          <p:spPr bwMode="auto">
            <a:xfrm>
              <a:off x="5801100"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1" name="AutoShape 15"/>
            <p:cNvSpPr>
              <a:spLocks/>
            </p:cNvSpPr>
            <p:nvPr/>
          </p:nvSpPr>
          <p:spPr bwMode="auto">
            <a:xfrm>
              <a:off x="6629830"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2" name="AutoShape 16"/>
            <p:cNvSpPr>
              <a:spLocks/>
            </p:cNvSpPr>
            <p:nvPr/>
          </p:nvSpPr>
          <p:spPr bwMode="auto">
            <a:xfrm>
              <a:off x="7458556"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3" name="AutoShape 17"/>
            <p:cNvSpPr>
              <a:spLocks/>
            </p:cNvSpPr>
            <p:nvPr/>
          </p:nvSpPr>
          <p:spPr bwMode="auto">
            <a:xfrm>
              <a:off x="8287287"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4" name="AutoShape 18"/>
            <p:cNvSpPr>
              <a:spLocks/>
            </p:cNvSpPr>
            <p:nvPr/>
          </p:nvSpPr>
          <p:spPr bwMode="auto">
            <a:xfrm>
              <a:off x="9116016"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5" name="AutoShape 19"/>
            <p:cNvSpPr>
              <a:spLocks/>
            </p:cNvSpPr>
            <p:nvPr/>
          </p:nvSpPr>
          <p:spPr bwMode="auto">
            <a:xfrm>
              <a:off x="0"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6" name="AutoShape 20"/>
            <p:cNvSpPr>
              <a:spLocks/>
            </p:cNvSpPr>
            <p:nvPr/>
          </p:nvSpPr>
          <p:spPr bwMode="auto">
            <a:xfrm>
              <a:off x="828728"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7" name="AutoShape 21"/>
            <p:cNvSpPr>
              <a:spLocks/>
            </p:cNvSpPr>
            <p:nvPr/>
          </p:nvSpPr>
          <p:spPr bwMode="auto">
            <a:xfrm>
              <a:off x="1657457"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8" name="AutoShape 22"/>
            <p:cNvSpPr>
              <a:spLocks/>
            </p:cNvSpPr>
            <p:nvPr/>
          </p:nvSpPr>
          <p:spPr bwMode="auto">
            <a:xfrm>
              <a:off x="2486186"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9" name="AutoShape 23"/>
            <p:cNvSpPr>
              <a:spLocks/>
            </p:cNvSpPr>
            <p:nvPr/>
          </p:nvSpPr>
          <p:spPr bwMode="auto">
            <a:xfrm>
              <a:off x="3314915"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0" name="AutoShape 24"/>
            <p:cNvSpPr>
              <a:spLocks/>
            </p:cNvSpPr>
            <p:nvPr/>
          </p:nvSpPr>
          <p:spPr bwMode="auto">
            <a:xfrm>
              <a:off x="4143643"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1" name="AutoShape 25"/>
            <p:cNvSpPr>
              <a:spLocks/>
            </p:cNvSpPr>
            <p:nvPr/>
          </p:nvSpPr>
          <p:spPr bwMode="auto">
            <a:xfrm>
              <a:off x="4972372"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2" name="AutoShape 26"/>
            <p:cNvSpPr>
              <a:spLocks/>
            </p:cNvSpPr>
            <p:nvPr/>
          </p:nvSpPr>
          <p:spPr bwMode="auto">
            <a:xfrm>
              <a:off x="5801100"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3" name="AutoShape 27"/>
            <p:cNvSpPr>
              <a:spLocks/>
            </p:cNvSpPr>
            <p:nvPr/>
          </p:nvSpPr>
          <p:spPr bwMode="auto">
            <a:xfrm>
              <a:off x="6629830"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4" name="AutoShape 28"/>
            <p:cNvSpPr>
              <a:spLocks/>
            </p:cNvSpPr>
            <p:nvPr/>
          </p:nvSpPr>
          <p:spPr bwMode="auto">
            <a:xfrm>
              <a:off x="7458556"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5" name="AutoShape 29"/>
            <p:cNvSpPr>
              <a:spLocks/>
            </p:cNvSpPr>
            <p:nvPr/>
          </p:nvSpPr>
          <p:spPr bwMode="auto">
            <a:xfrm>
              <a:off x="8287287"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6" name="AutoShape 30"/>
            <p:cNvSpPr>
              <a:spLocks/>
            </p:cNvSpPr>
            <p:nvPr/>
          </p:nvSpPr>
          <p:spPr bwMode="auto">
            <a:xfrm>
              <a:off x="9116016"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7" name="AutoShape 31"/>
            <p:cNvSpPr>
              <a:spLocks/>
            </p:cNvSpPr>
            <p:nvPr/>
          </p:nvSpPr>
          <p:spPr bwMode="auto">
            <a:xfrm>
              <a:off x="0"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8" name="AutoShape 32"/>
            <p:cNvSpPr>
              <a:spLocks/>
            </p:cNvSpPr>
            <p:nvPr/>
          </p:nvSpPr>
          <p:spPr bwMode="auto">
            <a:xfrm>
              <a:off x="828728"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9" name="AutoShape 33"/>
            <p:cNvSpPr>
              <a:spLocks/>
            </p:cNvSpPr>
            <p:nvPr/>
          </p:nvSpPr>
          <p:spPr bwMode="auto">
            <a:xfrm>
              <a:off x="1657457"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0" name="AutoShape 34"/>
            <p:cNvSpPr>
              <a:spLocks/>
            </p:cNvSpPr>
            <p:nvPr/>
          </p:nvSpPr>
          <p:spPr bwMode="auto">
            <a:xfrm>
              <a:off x="2486186"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1" name="AutoShape 35"/>
            <p:cNvSpPr>
              <a:spLocks/>
            </p:cNvSpPr>
            <p:nvPr/>
          </p:nvSpPr>
          <p:spPr bwMode="auto">
            <a:xfrm>
              <a:off x="3314915"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2" name="AutoShape 36"/>
            <p:cNvSpPr>
              <a:spLocks/>
            </p:cNvSpPr>
            <p:nvPr/>
          </p:nvSpPr>
          <p:spPr bwMode="auto">
            <a:xfrm>
              <a:off x="4143643"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3" name="AutoShape 37"/>
            <p:cNvSpPr>
              <a:spLocks/>
            </p:cNvSpPr>
            <p:nvPr/>
          </p:nvSpPr>
          <p:spPr bwMode="auto">
            <a:xfrm>
              <a:off x="4972372"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4" name="AutoShape 38"/>
            <p:cNvSpPr>
              <a:spLocks/>
            </p:cNvSpPr>
            <p:nvPr/>
          </p:nvSpPr>
          <p:spPr bwMode="auto">
            <a:xfrm>
              <a:off x="5801100"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5" name="AutoShape 39"/>
            <p:cNvSpPr>
              <a:spLocks/>
            </p:cNvSpPr>
            <p:nvPr/>
          </p:nvSpPr>
          <p:spPr bwMode="auto">
            <a:xfrm>
              <a:off x="6629830"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6" name="AutoShape 40"/>
            <p:cNvSpPr>
              <a:spLocks/>
            </p:cNvSpPr>
            <p:nvPr/>
          </p:nvSpPr>
          <p:spPr bwMode="auto">
            <a:xfrm>
              <a:off x="7458556"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7" name="AutoShape 41"/>
            <p:cNvSpPr>
              <a:spLocks/>
            </p:cNvSpPr>
            <p:nvPr/>
          </p:nvSpPr>
          <p:spPr bwMode="auto">
            <a:xfrm>
              <a:off x="8287287"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8" name="AutoShape 42"/>
            <p:cNvSpPr>
              <a:spLocks/>
            </p:cNvSpPr>
            <p:nvPr/>
          </p:nvSpPr>
          <p:spPr bwMode="auto">
            <a:xfrm>
              <a:off x="9116016"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9" name="AutoShape 43"/>
            <p:cNvSpPr>
              <a:spLocks/>
            </p:cNvSpPr>
            <p:nvPr/>
          </p:nvSpPr>
          <p:spPr bwMode="auto">
            <a:xfrm>
              <a:off x="0"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0" name="AutoShape 44"/>
            <p:cNvSpPr>
              <a:spLocks/>
            </p:cNvSpPr>
            <p:nvPr/>
          </p:nvSpPr>
          <p:spPr bwMode="auto">
            <a:xfrm>
              <a:off x="828728"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1" name="AutoShape 45"/>
            <p:cNvSpPr>
              <a:spLocks/>
            </p:cNvSpPr>
            <p:nvPr/>
          </p:nvSpPr>
          <p:spPr bwMode="auto">
            <a:xfrm>
              <a:off x="1657457"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2" name="AutoShape 46"/>
            <p:cNvSpPr>
              <a:spLocks/>
            </p:cNvSpPr>
            <p:nvPr/>
          </p:nvSpPr>
          <p:spPr bwMode="auto">
            <a:xfrm>
              <a:off x="2486186"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3" name="AutoShape 47"/>
            <p:cNvSpPr>
              <a:spLocks/>
            </p:cNvSpPr>
            <p:nvPr/>
          </p:nvSpPr>
          <p:spPr bwMode="auto">
            <a:xfrm>
              <a:off x="3314915"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4" name="AutoShape 48"/>
            <p:cNvSpPr>
              <a:spLocks/>
            </p:cNvSpPr>
            <p:nvPr/>
          </p:nvSpPr>
          <p:spPr bwMode="auto">
            <a:xfrm>
              <a:off x="4143643"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5" name="AutoShape 49"/>
            <p:cNvSpPr>
              <a:spLocks/>
            </p:cNvSpPr>
            <p:nvPr/>
          </p:nvSpPr>
          <p:spPr bwMode="auto">
            <a:xfrm>
              <a:off x="4972372"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6" name="AutoShape 50"/>
            <p:cNvSpPr>
              <a:spLocks/>
            </p:cNvSpPr>
            <p:nvPr/>
          </p:nvSpPr>
          <p:spPr bwMode="auto">
            <a:xfrm>
              <a:off x="5801100"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7" name="AutoShape 51"/>
            <p:cNvSpPr>
              <a:spLocks/>
            </p:cNvSpPr>
            <p:nvPr/>
          </p:nvSpPr>
          <p:spPr bwMode="auto">
            <a:xfrm>
              <a:off x="6629830"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8" name="AutoShape 52"/>
            <p:cNvSpPr>
              <a:spLocks/>
            </p:cNvSpPr>
            <p:nvPr/>
          </p:nvSpPr>
          <p:spPr bwMode="auto">
            <a:xfrm>
              <a:off x="7458556"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9" name="AutoShape 53"/>
            <p:cNvSpPr>
              <a:spLocks/>
            </p:cNvSpPr>
            <p:nvPr/>
          </p:nvSpPr>
          <p:spPr bwMode="auto">
            <a:xfrm>
              <a:off x="8287287"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0" name="AutoShape 54"/>
            <p:cNvSpPr>
              <a:spLocks/>
            </p:cNvSpPr>
            <p:nvPr/>
          </p:nvSpPr>
          <p:spPr bwMode="auto">
            <a:xfrm>
              <a:off x="9116016"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1" name="AutoShape 55"/>
            <p:cNvSpPr>
              <a:spLocks/>
            </p:cNvSpPr>
            <p:nvPr/>
          </p:nvSpPr>
          <p:spPr bwMode="auto">
            <a:xfrm>
              <a:off x="0"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2" name="AutoShape 56"/>
            <p:cNvSpPr>
              <a:spLocks/>
            </p:cNvSpPr>
            <p:nvPr/>
          </p:nvSpPr>
          <p:spPr bwMode="auto">
            <a:xfrm>
              <a:off x="828728"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3" name="AutoShape 57"/>
            <p:cNvSpPr>
              <a:spLocks/>
            </p:cNvSpPr>
            <p:nvPr/>
          </p:nvSpPr>
          <p:spPr bwMode="auto">
            <a:xfrm>
              <a:off x="1657457"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4" name="AutoShape 58"/>
            <p:cNvSpPr>
              <a:spLocks/>
            </p:cNvSpPr>
            <p:nvPr/>
          </p:nvSpPr>
          <p:spPr bwMode="auto">
            <a:xfrm>
              <a:off x="2486186"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5" name="AutoShape 59"/>
            <p:cNvSpPr>
              <a:spLocks/>
            </p:cNvSpPr>
            <p:nvPr/>
          </p:nvSpPr>
          <p:spPr bwMode="auto">
            <a:xfrm>
              <a:off x="3314915"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6" name="AutoShape 60"/>
            <p:cNvSpPr>
              <a:spLocks/>
            </p:cNvSpPr>
            <p:nvPr/>
          </p:nvSpPr>
          <p:spPr bwMode="auto">
            <a:xfrm>
              <a:off x="4143643"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7" name="AutoShape 61"/>
            <p:cNvSpPr>
              <a:spLocks/>
            </p:cNvSpPr>
            <p:nvPr/>
          </p:nvSpPr>
          <p:spPr bwMode="auto">
            <a:xfrm>
              <a:off x="4972372"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8" name="AutoShape 62"/>
            <p:cNvSpPr>
              <a:spLocks/>
            </p:cNvSpPr>
            <p:nvPr/>
          </p:nvSpPr>
          <p:spPr bwMode="auto">
            <a:xfrm>
              <a:off x="5801100"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9" name="AutoShape 63"/>
            <p:cNvSpPr>
              <a:spLocks/>
            </p:cNvSpPr>
            <p:nvPr/>
          </p:nvSpPr>
          <p:spPr bwMode="auto">
            <a:xfrm>
              <a:off x="6629830"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0" name="AutoShape 64"/>
            <p:cNvSpPr>
              <a:spLocks/>
            </p:cNvSpPr>
            <p:nvPr/>
          </p:nvSpPr>
          <p:spPr bwMode="auto">
            <a:xfrm>
              <a:off x="7458556"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1" name="AutoShape 65"/>
            <p:cNvSpPr>
              <a:spLocks/>
            </p:cNvSpPr>
            <p:nvPr/>
          </p:nvSpPr>
          <p:spPr bwMode="auto">
            <a:xfrm>
              <a:off x="8287287"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2" name="AutoShape 66"/>
            <p:cNvSpPr>
              <a:spLocks/>
            </p:cNvSpPr>
            <p:nvPr/>
          </p:nvSpPr>
          <p:spPr bwMode="auto">
            <a:xfrm>
              <a:off x="9116016"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3" name="AutoShape 67"/>
            <p:cNvSpPr>
              <a:spLocks/>
            </p:cNvSpPr>
            <p:nvPr/>
          </p:nvSpPr>
          <p:spPr bwMode="auto">
            <a:xfrm>
              <a:off x="12631962" y="0"/>
              <a:ext cx="5956299" cy="5207001"/>
            </a:xfrm>
            <a:custGeom>
              <a:avLst/>
              <a:gdLst>
                <a:gd name="T0" fmla="*/ 2978150 w 21600"/>
                <a:gd name="T1" fmla="*/ 2603501 h 21600"/>
                <a:gd name="T2" fmla="*/ 2978150 w 21600"/>
                <a:gd name="T3" fmla="*/ 2603501 h 21600"/>
                <a:gd name="T4" fmla="*/ 2978150 w 21600"/>
                <a:gd name="T5" fmla="*/ 2603501 h 21600"/>
                <a:gd name="T6" fmla="*/ 2978150 w 21600"/>
                <a:gd name="T7" fmla="*/ 2603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60"/>
                    <a:pt x="16676" y="0"/>
                    <a:pt x="10800" y="0"/>
                  </a:cubicBezTo>
                  <a:cubicBezTo>
                    <a:pt x="4764" y="0"/>
                    <a:pt x="0" y="3960"/>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4" name="AutoShape 68"/>
            <p:cNvSpPr>
              <a:spLocks/>
            </p:cNvSpPr>
            <p:nvPr/>
          </p:nvSpPr>
          <p:spPr bwMode="auto">
            <a:xfrm>
              <a:off x="14172141" y="1139500"/>
              <a:ext cx="911161" cy="905556"/>
            </a:xfrm>
            <a:custGeom>
              <a:avLst/>
              <a:gdLst>
                <a:gd name="T0" fmla="*/ 455559 w 20931"/>
                <a:gd name="T1" fmla="*/ 479829 h 20973"/>
                <a:gd name="T2" fmla="*/ 455559 w 20931"/>
                <a:gd name="T3" fmla="*/ 479829 h 20973"/>
                <a:gd name="T4" fmla="*/ 455559 w 20931"/>
                <a:gd name="T5" fmla="*/ 479829 h 20973"/>
                <a:gd name="T6" fmla="*/ 455559 w 20931"/>
                <a:gd name="T7" fmla="*/ 479829 h 209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31" h="20973">
                  <a:moveTo>
                    <a:pt x="2007" y="1880"/>
                  </a:moveTo>
                  <a:cubicBezTo>
                    <a:pt x="-669" y="4580"/>
                    <a:pt x="-669" y="8823"/>
                    <a:pt x="2007" y="11330"/>
                  </a:cubicBezTo>
                  <a:cubicBezTo>
                    <a:pt x="3727" y="13258"/>
                    <a:pt x="6403" y="13837"/>
                    <a:pt x="8697" y="13065"/>
                  </a:cubicBezTo>
                  <a:cubicBezTo>
                    <a:pt x="10800" y="15187"/>
                    <a:pt x="10800" y="15187"/>
                    <a:pt x="10800" y="15187"/>
                  </a:cubicBezTo>
                  <a:cubicBezTo>
                    <a:pt x="10800" y="15187"/>
                    <a:pt x="12711" y="13644"/>
                    <a:pt x="13667" y="14608"/>
                  </a:cubicBezTo>
                  <a:cubicBezTo>
                    <a:pt x="14431" y="15380"/>
                    <a:pt x="13858" y="16537"/>
                    <a:pt x="13667" y="17308"/>
                  </a:cubicBezTo>
                  <a:cubicBezTo>
                    <a:pt x="13476" y="17694"/>
                    <a:pt x="13284" y="18465"/>
                    <a:pt x="14431" y="18080"/>
                  </a:cubicBezTo>
                  <a:cubicBezTo>
                    <a:pt x="14814" y="17887"/>
                    <a:pt x="16152" y="17115"/>
                    <a:pt x="16916" y="18080"/>
                  </a:cubicBezTo>
                  <a:cubicBezTo>
                    <a:pt x="17872" y="19044"/>
                    <a:pt x="16916" y="20972"/>
                    <a:pt x="16916" y="20972"/>
                  </a:cubicBezTo>
                  <a:cubicBezTo>
                    <a:pt x="20930" y="20972"/>
                    <a:pt x="20930" y="20972"/>
                    <a:pt x="20930" y="20972"/>
                  </a:cubicBezTo>
                  <a:cubicBezTo>
                    <a:pt x="20930" y="16922"/>
                    <a:pt x="20930" y="16922"/>
                    <a:pt x="20930" y="16922"/>
                  </a:cubicBezTo>
                  <a:cubicBezTo>
                    <a:pt x="12902" y="8823"/>
                    <a:pt x="12902" y="8823"/>
                    <a:pt x="12902" y="8823"/>
                  </a:cubicBezTo>
                  <a:cubicBezTo>
                    <a:pt x="13667" y="6508"/>
                    <a:pt x="13093" y="3808"/>
                    <a:pt x="11373" y="1880"/>
                  </a:cubicBezTo>
                  <a:cubicBezTo>
                    <a:pt x="8697" y="-627"/>
                    <a:pt x="4492" y="-627"/>
                    <a:pt x="2007" y="1880"/>
                  </a:cubicBezTo>
                  <a:close/>
                  <a:moveTo>
                    <a:pt x="2580" y="9594"/>
                  </a:moveTo>
                  <a:cubicBezTo>
                    <a:pt x="1433" y="7665"/>
                    <a:pt x="1624" y="4965"/>
                    <a:pt x="3345" y="3230"/>
                  </a:cubicBezTo>
                  <a:cubicBezTo>
                    <a:pt x="4874" y="1494"/>
                    <a:pt x="7550" y="1301"/>
                    <a:pt x="9461" y="2651"/>
                  </a:cubicBezTo>
                  <a:lnTo>
                    <a:pt x="2580" y="959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nvGrpSpPr>
            <p:cNvPr id="50253" name="Group 69"/>
            <p:cNvGrpSpPr>
              <a:grpSpLocks/>
            </p:cNvGrpSpPr>
            <p:nvPr/>
          </p:nvGrpSpPr>
          <p:grpSpPr bwMode="auto">
            <a:xfrm>
              <a:off x="15267233" y="2100125"/>
              <a:ext cx="867148" cy="1035726"/>
              <a:chOff x="0" y="0"/>
              <a:chExt cx="867147" cy="1035726"/>
            </a:xfrm>
          </p:grpSpPr>
          <p:sp>
            <p:nvSpPr>
              <p:cNvPr id="50246" name="AutoShape 70"/>
              <p:cNvSpPr>
                <a:spLocks/>
              </p:cNvSpPr>
              <p:nvPr/>
            </p:nvSpPr>
            <p:spPr bwMode="auto">
              <a:xfrm>
                <a:off x="131956" y="130631"/>
                <a:ext cx="603234" cy="564517"/>
              </a:xfrm>
              <a:custGeom>
                <a:avLst/>
                <a:gdLst>
                  <a:gd name="T0" fmla="*/ 301617 w 21600"/>
                  <a:gd name="T1" fmla="*/ 282259 h 21600"/>
                  <a:gd name="T2" fmla="*/ 301617 w 21600"/>
                  <a:gd name="T3" fmla="*/ 282259 h 21600"/>
                  <a:gd name="T4" fmla="*/ 301617 w 21600"/>
                  <a:gd name="T5" fmla="*/ 282259 h 21600"/>
                  <a:gd name="T6" fmla="*/ 301617 w 21600"/>
                  <a:gd name="T7" fmla="*/ 2822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751" y="18553"/>
                    </a:moveTo>
                    <a:cubicBezTo>
                      <a:pt x="14751" y="21599"/>
                      <a:pt x="14751" y="21599"/>
                      <a:pt x="14751" y="21599"/>
                    </a:cubicBezTo>
                    <a:cubicBezTo>
                      <a:pt x="18702" y="19938"/>
                      <a:pt x="21599" y="15784"/>
                      <a:pt x="21599" y="11353"/>
                    </a:cubicBezTo>
                    <a:cubicBezTo>
                      <a:pt x="21599" y="4984"/>
                      <a:pt x="16595" y="0"/>
                      <a:pt x="10800" y="0"/>
                    </a:cubicBezTo>
                    <a:cubicBezTo>
                      <a:pt x="4741" y="0"/>
                      <a:pt x="0" y="4984"/>
                      <a:pt x="0" y="11353"/>
                    </a:cubicBezTo>
                    <a:cubicBezTo>
                      <a:pt x="0" y="15784"/>
                      <a:pt x="2634" y="19938"/>
                      <a:pt x="6585" y="21599"/>
                    </a:cubicBezTo>
                    <a:cubicBezTo>
                      <a:pt x="6585" y="18553"/>
                      <a:pt x="6585" y="18553"/>
                      <a:pt x="6585" y="18553"/>
                    </a:cubicBezTo>
                    <a:cubicBezTo>
                      <a:pt x="4214" y="16892"/>
                      <a:pt x="2634" y="14400"/>
                      <a:pt x="2634" y="11353"/>
                    </a:cubicBezTo>
                    <a:cubicBezTo>
                      <a:pt x="2634" y="6369"/>
                      <a:pt x="6321" y="2769"/>
                      <a:pt x="10800" y="2769"/>
                    </a:cubicBezTo>
                    <a:cubicBezTo>
                      <a:pt x="15278" y="2769"/>
                      <a:pt x="18965" y="6369"/>
                      <a:pt x="18965" y="11353"/>
                    </a:cubicBezTo>
                    <a:cubicBezTo>
                      <a:pt x="18965" y="14400"/>
                      <a:pt x="17385" y="17169"/>
                      <a:pt x="14751" y="18553"/>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7" name="AutoShape 71"/>
              <p:cNvSpPr>
                <a:spLocks/>
              </p:cNvSpPr>
              <p:nvPr/>
            </p:nvSpPr>
            <p:spPr bwMode="auto">
              <a:xfrm>
                <a:off x="0" y="0"/>
                <a:ext cx="867147" cy="835112"/>
              </a:xfrm>
              <a:custGeom>
                <a:avLst/>
                <a:gdLst>
                  <a:gd name="T0" fmla="*/ 433574 w 21600"/>
                  <a:gd name="T1" fmla="*/ 417556 h 21600"/>
                  <a:gd name="T2" fmla="*/ 433574 w 21600"/>
                  <a:gd name="T3" fmla="*/ 417556 h 21600"/>
                  <a:gd name="T4" fmla="*/ 433574 w 21600"/>
                  <a:gd name="T5" fmla="*/ 417556 h 21600"/>
                  <a:gd name="T6" fmla="*/ 433574 w 21600"/>
                  <a:gd name="T7" fmla="*/ 4175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759" y="0"/>
                      <a:pt x="0" y="4883"/>
                      <a:pt x="0" y="11081"/>
                    </a:cubicBezTo>
                    <a:cubicBezTo>
                      <a:pt x="0" y="15965"/>
                      <a:pt x="3294" y="20285"/>
                      <a:pt x="7871" y="21599"/>
                    </a:cubicBezTo>
                    <a:cubicBezTo>
                      <a:pt x="7871" y="20097"/>
                      <a:pt x="7871" y="20097"/>
                      <a:pt x="7871" y="20097"/>
                    </a:cubicBezTo>
                    <a:cubicBezTo>
                      <a:pt x="4027" y="18782"/>
                      <a:pt x="1464" y="15213"/>
                      <a:pt x="1464" y="11081"/>
                    </a:cubicBezTo>
                    <a:cubicBezTo>
                      <a:pt x="1464" y="5634"/>
                      <a:pt x="5674" y="1502"/>
                      <a:pt x="10800" y="1502"/>
                    </a:cubicBezTo>
                    <a:cubicBezTo>
                      <a:pt x="15925" y="1502"/>
                      <a:pt x="20135" y="5634"/>
                      <a:pt x="20135" y="11081"/>
                    </a:cubicBezTo>
                    <a:cubicBezTo>
                      <a:pt x="20135" y="15213"/>
                      <a:pt x="17389" y="18782"/>
                      <a:pt x="13545" y="20097"/>
                    </a:cubicBezTo>
                    <a:cubicBezTo>
                      <a:pt x="13545" y="21599"/>
                      <a:pt x="13545" y="21599"/>
                      <a:pt x="13545" y="21599"/>
                    </a:cubicBezTo>
                    <a:cubicBezTo>
                      <a:pt x="18122" y="20285"/>
                      <a:pt x="21599" y="16153"/>
                      <a:pt x="21599" y="11081"/>
                    </a:cubicBezTo>
                    <a:cubicBezTo>
                      <a:pt x="21599" y="4883"/>
                      <a:pt x="16657" y="0"/>
                      <a:pt x="10800" y="0"/>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8" name="AutoShape 72"/>
              <p:cNvSpPr>
                <a:spLocks/>
              </p:cNvSpPr>
              <p:nvPr/>
            </p:nvSpPr>
            <p:spPr bwMode="auto">
              <a:xfrm>
                <a:off x="311042" y="340576"/>
                <a:ext cx="263915" cy="695150"/>
              </a:xfrm>
              <a:custGeom>
                <a:avLst/>
                <a:gdLst>
                  <a:gd name="T0" fmla="*/ 131958 w 21600"/>
                  <a:gd name="T1" fmla="*/ 347575 h 21600"/>
                  <a:gd name="T2" fmla="*/ 131958 w 21600"/>
                  <a:gd name="T3" fmla="*/ 347575 h 21600"/>
                  <a:gd name="T4" fmla="*/ 131958 w 21600"/>
                  <a:gd name="T5" fmla="*/ 347575 h 21600"/>
                  <a:gd name="T6" fmla="*/ 131958 w 21600"/>
                  <a:gd name="T7" fmla="*/ 3475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18449"/>
                    </a:moveTo>
                    <a:cubicBezTo>
                      <a:pt x="14400" y="17774"/>
                      <a:pt x="14400" y="4949"/>
                      <a:pt x="14400" y="4724"/>
                    </a:cubicBezTo>
                    <a:cubicBezTo>
                      <a:pt x="16200" y="4274"/>
                      <a:pt x="17400" y="3599"/>
                      <a:pt x="17400" y="2700"/>
                    </a:cubicBezTo>
                    <a:cubicBezTo>
                      <a:pt x="17400" y="1125"/>
                      <a:pt x="13800" y="0"/>
                      <a:pt x="10200" y="0"/>
                    </a:cubicBezTo>
                    <a:cubicBezTo>
                      <a:pt x="6000" y="0"/>
                      <a:pt x="3000" y="1125"/>
                      <a:pt x="3000" y="2700"/>
                    </a:cubicBezTo>
                    <a:cubicBezTo>
                      <a:pt x="3000" y="3599"/>
                      <a:pt x="4200" y="4274"/>
                      <a:pt x="6000" y="4724"/>
                    </a:cubicBezTo>
                    <a:cubicBezTo>
                      <a:pt x="6000" y="4724"/>
                      <a:pt x="6000" y="4724"/>
                      <a:pt x="6000" y="4724"/>
                    </a:cubicBezTo>
                    <a:cubicBezTo>
                      <a:pt x="6000" y="4724"/>
                      <a:pt x="6000" y="17549"/>
                      <a:pt x="6000" y="18449"/>
                    </a:cubicBezTo>
                    <a:cubicBezTo>
                      <a:pt x="6000" y="20699"/>
                      <a:pt x="0" y="21599"/>
                      <a:pt x="0" y="21599"/>
                    </a:cubicBezTo>
                    <a:cubicBezTo>
                      <a:pt x="21599" y="21599"/>
                      <a:pt x="21599" y="21599"/>
                      <a:pt x="21599" y="21599"/>
                    </a:cubicBezTo>
                    <a:cubicBezTo>
                      <a:pt x="21599" y="21599"/>
                      <a:pt x="14400" y="20699"/>
                      <a:pt x="14400" y="18449"/>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2" name="Group 73"/>
            <p:cNvGrpSpPr>
              <a:grpSpLocks/>
            </p:cNvGrpSpPr>
            <p:nvPr/>
          </p:nvGrpSpPr>
          <p:grpSpPr bwMode="auto">
            <a:xfrm>
              <a:off x="16231063" y="1057561"/>
              <a:ext cx="796070" cy="922222"/>
              <a:chOff x="0" y="0"/>
              <a:chExt cx="796069" cy="922221"/>
            </a:xfrm>
          </p:grpSpPr>
          <p:sp>
            <p:nvSpPr>
              <p:cNvPr id="50250" name="AutoShape 74"/>
              <p:cNvSpPr>
                <a:spLocks/>
              </p:cNvSpPr>
              <p:nvPr/>
            </p:nvSpPr>
            <p:spPr bwMode="auto">
              <a:xfrm>
                <a:off x="444557" y="181333"/>
                <a:ext cx="134401" cy="740886"/>
              </a:xfrm>
              <a:custGeom>
                <a:avLst/>
                <a:gdLst>
                  <a:gd name="T0" fmla="*/ 67201 w 21600"/>
                  <a:gd name="T1" fmla="*/ 370443 h 21600"/>
                  <a:gd name="T2" fmla="*/ 67201 w 21600"/>
                  <a:gd name="T3" fmla="*/ 370443 h 21600"/>
                  <a:gd name="T4" fmla="*/ 67201 w 21600"/>
                  <a:gd name="T5" fmla="*/ 370443 h 21600"/>
                  <a:gd name="T6" fmla="*/ 67201 w 21600"/>
                  <a:gd name="T7" fmla="*/ 37044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51" name="AutoShape 75"/>
              <p:cNvSpPr>
                <a:spLocks/>
              </p:cNvSpPr>
              <p:nvPr/>
            </p:nvSpPr>
            <p:spPr bwMode="auto">
              <a:xfrm>
                <a:off x="227448" y="331584"/>
                <a:ext cx="134401" cy="590637"/>
              </a:xfrm>
              <a:custGeom>
                <a:avLst/>
                <a:gdLst>
                  <a:gd name="T0" fmla="*/ 67201 w 21600"/>
                  <a:gd name="T1" fmla="*/ 295319 h 21600"/>
                  <a:gd name="T2" fmla="*/ 67201 w 21600"/>
                  <a:gd name="T3" fmla="*/ 295319 h 21600"/>
                  <a:gd name="T4" fmla="*/ 67201 w 21600"/>
                  <a:gd name="T5" fmla="*/ 295319 h 21600"/>
                  <a:gd name="T6" fmla="*/ 67201 w 21600"/>
                  <a:gd name="T7" fmla="*/ 2953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52" name="AutoShape 76"/>
              <p:cNvSpPr>
                <a:spLocks/>
              </p:cNvSpPr>
              <p:nvPr/>
            </p:nvSpPr>
            <p:spPr bwMode="auto">
              <a:xfrm>
                <a:off x="0" y="445567"/>
                <a:ext cx="139572" cy="476652"/>
              </a:xfrm>
              <a:custGeom>
                <a:avLst/>
                <a:gdLst>
                  <a:gd name="T0" fmla="*/ 69786 w 21600"/>
                  <a:gd name="T1" fmla="*/ 238326 h 21600"/>
                  <a:gd name="T2" fmla="*/ 69786 w 21600"/>
                  <a:gd name="T3" fmla="*/ 238326 h 21600"/>
                  <a:gd name="T4" fmla="*/ 69786 w 21600"/>
                  <a:gd name="T5" fmla="*/ 238326 h 21600"/>
                  <a:gd name="T6" fmla="*/ 69786 w 21600"/>
                  <a:gd name="T7" fmla="*/ 2383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3" name="AutoShape 77"/>
              <p:cNvSpPr>
                <a:spLocks/>
              </p:cNvSpPr>
              <p:nvPr/>
            </p:nvSpPr>
            <p:spPr bwMode="auto">
              <a:xfrm>
                <a:off x="661668" y="0"/>
                <a:ext cx="134401" cy="922221"/>
              </a:xfrm>
              <a:custGeom>
                <a:avLst/>
                <a:gdLst>
                  <a:gd name="T0" fmla="*/ 67201 w 21600"/>
                  <a:gd name="T1" fmla="*/ 461111 h 21600"/>
                  <a:gd name="T2" fmla="*/ 67201 w 21600"/>
                  <a:gd name="T3" fmla="*/ 461111 h 21600"/>
                  <a:gd name="T4" fmla="*/ 67201 w 21600"/>
                  <a:gd name="T5" fmla="*/ 461111 h 21600"/>
                  <a:gd name="T6" fmla="*/ 67201 w 21600"/>
                  <a:gd name="T7" fmla="*/ 46111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sp>
        <p:nvSpPr>
          <p:cNvPr id="50254" name="AutoShape 78"/>
          <p:cNvSpPr>
            <a:spLocks/>
          </p:cNvSpPr>
          <p:nvPr/>
        </p:nvSpPr>
        <p:spPr bwMode="auto">
          <a:xfrm>
            <a:off x="176530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5" name="AutoShape 79"/>
          <p:cNvSpPr>
            <a:spLocks/>
          </p:cNvSpPr>
          <p:nvPr/>
        </p:nvSpPr>
        <p:spPr bwMode="auto">
          <a:xfrm>
            <a:off x="124079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6" name="AutoShape 80"/>
          <p:cNvSpPr>
            <a:spLocks/>
          </p:cNvSpPr>
          <p:nvPr/>
        </p:nvSpPr>
        <p:spPr bwMode="auto">
          <a:xfrm>
            <a:off x="74168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7" name="AutoShape 81"/>
          <p:cNvSpPr>
            <a:spLocks/>
          </p:cNvSpPr>
          <p:nvPr/>
        </p:nvSpPr>
        <p:spPr bwMode="auto">
          <a:xfrm>
            <a:off x="24003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8" name="AutoShape 82"/>
          <p:cNvSpPr>
            <a:spLocks/>
          </p:cNvSpPr>
          <p:nvPr/>
        </p:nvSpPr>
        <p:spPr bwMode="auto">
          <a:xfrm>
            <a:off x="24130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0259" name="AutoShape 83"/>
          <p:cNvSpPr>
            <a:spLocks/>
          </p:cNvSpPr>
          <p:nvPr/>
        </p:nvSpPr>
        <p:spPr bwMode="auto">
          <a:xfrm>
            <a:off x="74295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0260" name="AutoShape 84"/>
          <p:cNvSpPr>
            <a:spLocks/>
          </p:cNvSpPr>
          <p:nvPr/>
        </p:nvSpPr>
        <p:spPr bwMode="auto">
          <a:xfrm>
            <a:off x="176403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0261" name="AutoShape 85"/>
          <p:cNvSpPr>
            <a:spLocks/>
          </p:cNvSpPr>
          <p:nvPr/>
        </p:nvSpPr>
        <p:spPr bwMode="auto">
          <a:xfrm>
            <a:off x="124079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0180"/>
                                        </p:tgtEl>
                                        <p:attrNameLst>
                                          <p:attrName>style.visibility</p:attrName>
                                        </p:attrNameLst>
                                      </p:cBhvr>
                                      <p:to>
                                        <p:strVal val="visible"/>
                                      </p:to>
                                    </p:set>
                                    <p:anim calcmode="lin" valueType="num">
                                      <p:cBhvr additive="base">
                                        <p:cTn id="7" dur="500" fill="hold"/>
                                        <p:tgtEl>
                                          <p:spTgt spid="50180"/>
                                        </p:tgtEl>
                                        <p:attrNameLst>
                                          <p:attrName>ppt_x</p:attrName>
                                        </p:attrNameLst>
                                      </p:cBhvr>
                                      <p:tavLst>
                                        <p:tav tm="0">
                                          <p:val>
                                            <p:strVal val="1+#ppt_w/2"/>
                                          </p:val>
                                        </p:tav>
                                        <p:tav tm="100000">
                                          <p:val>
                                            <p:strVal val="#ppt_x"/>
                                          </p:val>
                                        </p:tav>
                                      </p:tavLst>
                                    </p:anim>
                                    <p:anim calcmode="lin" valueType="num">
                                      <p:cBhvr additive="base">
                                        <p:cTn id="8" dur="500" fill="hold"/>
                                        <p:tgtEl>
                                          <p:spTgt spid="5018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0181"/>
                                        </p:tgtEl>
                                        <p:attrNameLst>
                                          <p:attrName>style.visibility</p:attrName>
                                        </p:attrNameLst>
                                      </p:cBhvr>
                                      <p:to>
                                        <p:strVal val="visible"/>
                                      </p:to>
                                    </p:set>
                                    <p:anim calcmode="lin" valueType="num">
                                      <p:cBhvr additive="base">
                                        <p:cTn id="12" dur="500" fill="hold"/>
                                        <p:tgtEl>
                                          <p:spTgt spid="50181"/>
                                        </p:tgtEl>
                                        <p:attrNameLst>
                                          <p:attrName>ppt_x</p:attrName>
                                        </p:attrNameLst>
                                      </p:cBhvr>
                                      <p:tavLst>
                                        <p:tav tm="0">
                                          <p:val>
                                            <p:strVal val="1+#ppt_w/2"/>
                                          </p:val>
                                        </p:tav>
                                        <p:tav tm="100000">
                                          <p:val>
                                            <p:strVal val="#ppt_x"/>
                                          </p:val>
                                        </p:tav>
                                      </p:tavLst>
                                    </p:anim>
                                    <p:anim calcmode="lin" valueType="num">
                                      <p:cBhvr additive="base">
                                        <p:cTn id="13" dur="500" fill="hold"/>
                                        <p:tgtEl>
                                          <p:spTgt spid="5018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0178"/>
                                        </p:tgtEl>
                                        <p:attrNameLst>
                                          <p:attrName>style.visibility</p:attrName>
                                        </p:attrNameLst>
                                      </p:cBhvr>
                                      <p:to>
                                        <p:strVal val="visible"/>
                                      </p:to>
                                    </p:set>
                                    <p:anim calcmode="lin" valueType="num">
                                      <p:cBhvr additive="base">
                                        <p:cTn id="17" dur="500" fill="hold"/>
                                        <p:tgtEl>
                                          <p:spTgt spid="50178"/>
                                        </p:tgtEl>
                                        <p:attrNameLst>
                                          <p:attrName>ppt_x</p:attrName>
                                        </p:attrNameLst>
                                      </p:cBhvr>
                                      <p:tavLst>
                                        <p:tav tm="0">
                                          <p:val>
                                            <p:strVal val="1+#ppt_w/2"/>
                                          </p:val>
                                        </p:tav>
                                        <p:tav tm="100000">
                                          <p:val>
                                            <p:strVal val="#ppt_x"/>
                                          </p:val>
                                        </p:tav>
                                      </p:tavLst>
                                    </p:anim>
                                    <p:anim calcmode="lin" valueType="num">
                                      <p:cBhvr additive="base">
                                        <p:cTn id="18" dur="500" fill="hold"/>
                                        <p:tgtEl>
                                          <p:spTgt spid="5017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childTnLst>
                                    <p:set>
                                      <p:cBhvr>
                                        <p:cTn id="21" dur="1" fill="hold">
                                          <p:stCondLst>
                                            <p:cond delay="0"/>
                                          </p:stCondLst>
                                        </p:cTn>
                                        <p:tgtEl>
                                          <p:spTgt spid="50182"/>
                                        </p:tgtEl>
                                        <p:attrNameLst>
                                          <p:attrName>style.visibility</p:attrName>
                                        </p:attrNameLst>
                                      </p:cBhvr>
                                      <p:to>
                                        <p:strVal val="visible"/>
                                      </p:to>
                                    </p:set>
                                    <p:anim calcmode="lin" valueType="num">
                                      <p:cBhvr additive="base">
                                        <p:cTn id="22" dur="500" fill="hold"/>
                                        <p:tgtEl>
                                          <p:spTgt spid="50182"/>
                                        </p:tgtEl>
                                        <p:attrNameLst>
                                          <p:attrName>ppt_x</p:attrName>
                                        </p:attrNameLst>
                                      </p:cBhvr>
                                      <p:tavLst>
                                        <p:tav tm="0">
                                          <p:val>
                                            <p:strVal val="#ppt_x"/>
                                          </p:val>
                                        </p:tav>
                                        <p:tav tm="100000">
                                          <p:val>
                                            <p:strVal val="#ppt_x"/>
                                          </p:val>
                                        </p:tav>
                                      </p:tavLst>
                                    </p:anim>
                                    <p:anim calcmode="lin" valueType="num">
                                      <p:cBhvr additive="base">
                                        <p:cTn id="23" dur="500" fill="hold"/>
                                        <p:tgtEl>
                                          <p:spTgt spid="50182"/>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9" presetClass="entr" presetSubtype="0" fill="hold" grpId="0" nodeType="afterEffect">
                                  <p:stCondLst>
                                    <p:cond delay="0"/>
                                  </p:stCondLst>
                                  <p:childTnLst>
                                    <p:set>
                                      <p:cBhvr>
                                        <p:cTn id="26" dur="1" fill="hold">
                                          <p:stCondLst>
                                            <p:cond delay="0"/>
                                          </p:stCondLst>
                                        </p:cTn>
                                        <p:tgtEl>
                                          <p:spTgt spid="50257"/>
                                        </p:tgtEl>
                                        <p:attrNameLst>
                                          <p:attrName>style.visibility</p:attrName>
                                        </p:attrNameLst>
                                      </p:cBhvr>
                                      <p:to>
                                        <p:strVal val="visible"/>
                                      </p:to>
                                    </p:set>
                                    <p:animEffect transition="in" filter="dissolve">
                                      <p:cBhvr>
                                        <p:cTn id="27" dur="500"/>
                                        <p:tgtEl>
                                          <p:spTgt spid="50257"/>
                                        </p:tgtEl>
                                      </p:cBhvr>
                                    </p:animEffect>
                                  </p:childTnLst>
                                </p:cTn>
                              </p:par>
                            </p:childTnLst>
                          </p:cTn>
                        </p:par>
                        <p:par>
                          <p:cTn id="28" fill="hold" nodeType="afterGroup">
                            <p:stCondLst>
                              <p:cond delay="2500"/>
                            </p:stCondLst>
                            <p:childTnLst>
                              <p:par>
                                <p:cTn id="29" presetID="9" presetClass="entr" presetSubtype="0" fill="hold" grpId="0" nodeType="afterEffect">
                                  <p:stCondLst>
                                    <p:cond delay="0"/>
                                  </p:stCondLst>
                                  <p:childTnLst>
                                    <p:set>
                                      <p:cBhvr>
                                        <p:cTn id="30" dur="1" fill="hold">
                                          <p:stCondLst>
                                            <p:cond delay="0"/>
                                          </p:stCondLst>
                                        </p:cTn>
                                        <p:tgtEl>
                                          <p:spTgt spid="50256"/>
                                        </p:tgtEl>
                                        <p:attrNameLst>
                                          <p:attrName>style.visibility</p:attrName>
                                        </p:attrNameLst>
                                      </p:cBhvr>
                                      <p:to>
                                        <p:strVal val="visible"/>
                                      </p:to>
                                    </p:set>
                                    <p:animEffect transition="in" filter="dissolve">
                                      <p:cBhvr>
                                        <p:cTn id="31" dur="500"/>
                                        <p:tgtEl>
                                          <p:spTgt spid="50256"/>
                                        </p:tgtEl>
                                      </p:cBhvr>
                                    </p:animEffect>
                                  </p:childTnLst>
                                </p:cTn>
                              </p:par>
                            </p:childTnLst>
                          </p:cTn>
                        </p:par>
                        <p:par>
                          <p:cTn id="32" fill="hold" nodeType="afterGroup">
                            <p:stCondLst>
                              <p:cond delay="3000"/>
                            </p:stCondLst>
                            <p:childTnLst>
                              <p:par>
                                <p:cTn id="33" presetID="9" presetClass="entr" presetSubtype="0" fill="hold" grpId="0" nodeType="afterEffect">
                                  <p:stCondLst>
                                    <p:cond delay="0"/>
                                  </p:stCondLst>
                                  <p:childTnLst>
                                    <p:set>
                                      <p:cBhvr>
                                        <p:cTn id="34" dur="1" fill="hold">
                                          <p:stCondLst>
                                            <p:cond delay="0"/>
                                          </p:stCondLst>
                                        </p:cTn>
                                        <p:tgtEl>
                                          <p:spTgt spid="50255"/>
                                        </p:tgtEl>
                                        <p:attrNameLst>
                                          <p:attrName>style.visibility</p:attrName>
                                        </p:attrNameLst>
                                      </p:cBhvr>
                                      <p:to>
                                        <p:strVal val="visible"/>
                                      </p:to>
                                    </p:set>
                                    <p:animEffect transition="in" filter="dissolve">
                                      <p:cBhvr>
                                        <p:cTn id="35" dur="500"/>
                                        <p:tgtEl>
                                          <p:spTgt spid="50255"/>
                                        </p:tgtEl>
                                      </p:cBhvr>
                                    </p:animEffect>
                                  </p:childTnLst>
                                </p:cTn>
                              </p:par>
                            </p:childTnLst>
                          </p:cTn>
                        </p:par>
                        <p:par>
                          <p:cTn id="36" fill="hold" nodeType="afterGroup">
                            <p:stCondLst>
                              <p:cond delay="3500"/>
                            </p:stCondLst>
                            <p:childTnLst>
                              <p:par>
                                <p:cTn id="37" presetID="9" presetClass="entr" presetSubtype="0" fill="hold" grpId="0" nodeType="afterEffect">
                                  <p:stCondLst>
                                    <p:cond delay="0"/>
                                  </p:stCondLst>
                                  <p:childTnLst>
                                    <p:set>
                                      <p:cBhvr>
                                        <p:cTn id="38" dur="1" fill="hold">
                                          <p:stCondLst>
                                            <p:cond delay="0"/>
                                          </p:stCondLst>
                                        </p:cTn>
                                        <p:tgtEl>
                                          <p:spTgt spid="50254"/>
                                        </p:tgtEl>
                                        <p:attrNameLst>
                                          <p:attrName>style.visibility</p:attrName>
                                        </p:attrNameLst>
                                      </p:cBhvr>
                                      <p:to>
                                        <p:strVal val="visible"/>
                                      </p:to>
                                    </p:set>
                                    <p:animEffect transition="in" filter="dissolve">
                                      <p:cBhvr>
                                        <p:cTn id="39" dur="500"/>
                                        <p:tgtEl>
                                          <p:spTgt spid="50254"/>
                                        </p:tgtEl>
                                      </p:cBhvr>
                                    </p:animEffect>
                                  </p:childTnLst>
                                </p:cTn>
                              </p:par>
                            </p:childTnLst>
                          </p:cTn>
                        </p:par>
                        <p:par>
                          <p:cTn id="40" fill="hold" nodeType="afterGroup">
                            <p:stCondLst>
                              <p:cond delay="4000"/>
                            </p:stCondLst>
                            <p:childTnLst>
                              <p:par>
                                <p:cTn id="41" presetID="9" presetClass="entr" presetSubtype="0" fill="hold" grpId="0" nodeType="afterEffect">
                                  <p:stCondLst>
                                    <p:cond delay="0"/>
                                  </p:stCondLst>
                                  <p:childTnLst>
                                    <p:set>
                                      <p:cBhvr>
                                        <p:cTn id="42" dur="1" fill="hold">
                                          <p:stCondLst>
                                            <p:cond delay="0"/>
                                          </p:stCondLst>
                                        </p:cTn>
                                        <p:tgtEl>
                                          <p:spTgt spid="50258"/>
                                        </p:tgtEl>
                                        <p:attrNameLst>
                                          <p:attrName>style.visibility</p:attrName>
                                        </p:attrNameLst>
                                      </p:cBhvr>
                                      <p:to>
                                        <p:strVal val="visible"/>
                                      </p:to>
                                    </p:set>
                                    <p:animEffect transition="in" filter="dissolve">
                                      <p:cBhvr>
                                        <p:cTn id="43" dur="500"/>
                                        <p:tgtEl>
                                          <p:spTgt spid="50258"/>
                                        </p:tgtEl>
                                      </p:cBhvr>
                                    </p:animEffect>
                                  </p:childTnLst>
                                </p:cTn>
                              </p:par>
                            </p:childTnLst>
                          </p:cTn>
                        </p:par>
                        <p:par>
                          <p:cTn id="44" fill="hold" nodeType="afterGroup">
                            <p:stCondLst>
                              <p:cond delay="4500"/>
                            </p:stCondLst>
                            <p:childTnLst>
                              <p:par>
                                <p:cTn id="45" presetID="9" presetClass="entr" presetSubtype="0" fill="hold" grpId="0" nodeType="afterEffect">
                                  <p:stCondLst>
                                    <p:cond delay="0"/>
                                  </p:stCondLst>
                                  <p:childTnLst>
                                    <p:set>
                                      <p:cBhvr>
                                        <p:cTn id="46" dur="1" fill="hold">
                                          <p:stCondLst>
                                            <p:cond delay="0"/>
                                          </p:stCondLst>
                                        </p:cTn>
                                        <p:tgtEl>
                                          <p:spTgt spid="50259"/>
                                        </p:tgtEl>
                                        <p:attrNameLst>
                                          <p:attrName>style.visibility</p:attrName>
                                        </p:attrNameLst>
                                      </p:cBhvr>
                                      <p:to>
                                        <p:strVal val="visible"/>
                                      </p:to>
                                    </p:set>
                                    <p:animEffect transition="in" filter="dissolve">
                                      <p:cBhvr>
                                        <p:cTn id="47" dur="500"/>
                                        <p:tgtEl>
                                          <p:spTgt spid="50259"/>
                                        </p:tgtEl>
                                      </p:cBhvr>
                                    </p:animEffect>
                                  </p:childTnLst>
                                </p:cTn>
                              </p:par>
                            </p:childTnLst>
                          </p:cTn>
                        </p:par>
                        <p:par>
                          <p:cTn id="48" fill="hold" nodeType="afterGroup">
                            <p:stCondLst>
                              <p:cond delay="5000"/>
                            </p:stCondLst>
                            <p:childTnLst>
                              <p:par>
                                <p:cTn id="49" presetID="9" presetClass="entr" presetSubtype="0" fill="hold" grpId="0" nodeType="afterEffect">
                                  <p:stCondLst>
                                    <p:cond delay="0"/>
                                  </p:stCondLst>
                                  <p:childTnLst>
                                    <p:set>
                                      <p:cBhvr>
                                        <p:cTn id="50" dur="1" fill="hold">
                                          <p:stCondLst>
                                            <p:cond delay="0"/>
                                          </p:stCondLst>
                                        </p:cTn>
                                        <p:tgtEl>
                                          <p:spTgt spid="50261"/>
                                        </p:tgtEl>
                                        <p:attrNameLst>
                                          <p:attrName>style.visibility</p:attrName>
                                        </p:attrNameLst>
                                      </p:cBhvr>
                                      <p:to>
                                        <p:strVal val="visible"/>
                                      </p:to>
                                    </p:set>
                                    <p:animEffect transition="in" filter="dissolve">
                                      <p:cBhvr>
                                        <p:cTn id="51" dur="500"/>
                                        <p:tgtEl>
                                          <p:spTgt spid="50261"/>
                                        </p:tgtEl>
                                      </p:cBhvr>
                                    </p:animEffect>
                                  </p:childTnLst>
                                </p:cTn>
                              </p:par>
                            </p:childTnLst>
                          </p:cTn>
                        </p:par>
                        <p:par>
                          <p:cTn id="52" fill="hold" nodeType="afterGroup">
                            <p:stCondLst>
                              <p:cond delay="5500"/>
                            </p:stCondLst>
                            <p:childTnLst>
                              <p:par>
                                <p:cTn id="53" presetID="9" presetClass="entr" presetSubtype="0" fill="hold" grpId="0" nodeType="afterEffect">
                                  <p:stCondLst>
                                    <p:cond delay="0"/>
                                  </p:stCondLst>
                                  <p:childTnLst>
                                    <p:set>
                                      <p:cBhvr>
                                        <p:cTn id="54" dur="1" fill="hold">
                                          <p:stCondLst>
                                            <p:cond delay="0"/>
                                          </p:stCondLst>
                                        </p:cTn>
                                        <p:tgtEl>
                                          <p:spTgt spid="50260"/>
                                        </p:tgtEl>
                                        <p:attrNameLst>
                                          <p:attrName>style.visibility</p:attrName>
                                        </p:attrNameLst>
                                      </p:cBhvr>
                                      <p:to>
                                        <p:strVal val="visible"/>
                                      </p:to>
                                    </p:set>
                                    <p:animEffect transition="in" filter="dissolve">
                                      <p:cBhvr>
                                        <p:cTn id="55" dur="500"/>
                                        <p:tgtEl>
                                          <p:spTgt spid="50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78" grpId="0" autoUpdateAnimBg="0"/>
      <p:bldP spid="50180" grpId="0" autoUpdateAnimBg="0"/>
      <p:bldP spid="50181" grpId="0" autoUpdateAnimBg="0"/>
      <p:bldP spid="50254" grpId="0" autoUpdateAnimBg="0"/>
      <p:bldP spid="50255" grpId="0" autoUpdateAnimBg="0"/>
      <p:bldP spid="50256" grpId="0" autoUpdateAnimBg="0"/>
      <p:bldP spid="50257" grpId="0" autoUpdateAnimBg="0"/>
      <p:bldP spid="50258" grpId="0" autoUpdateAnimBg="0"/>
      <p:bldP spid="50259" grpId="0" autoUpdateAnimBg="0"/>
      <p:bldP spid="50260" grpId="0" autoUpdateAnimBg="0"/>
      <p:bldP spid="50261" grpId="0" autoUpdateAnimBg="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WE ARE</a:t>
            </a:r>
          </a:p>
          <a:p>
            <a:pPr algn="l"/>
            <a:r>
              <a:rPr lang="es-ES" b="1" dirty="0"/>
              <a:t>RESULTS</a:t>
            </a:r>
          </a:p>
          <a:p>
            <a:pPr algn="l"/>
            <a:r>
              <a:rPr lang="es-ES" dirty="0"/>
              <a:t>IN OUR </a:t>
            </a:r>
            <a:r>
              <a:rPr lang="es-ES" b="1" dirty="0"/>
              <a:t>SISTEM</a:t>
            </a:r>
            <a:endParaRPr lang="en-US" b="1" dirty="0"/>
          </a:p>
        </p:txBody>
      </p:sp>
    </p:spTree>
    <p:extLst>
      <p:ext uri="{BB962C8B-B14F-4D97-AF65-F5344CB8AC3E}">
        <p14:creationId xmlns:p14="http://schemas.microsoft.com/office/powerpoint/2010/main" val="258286649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2226"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2227"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65AEC55-AA15-4733-997E-102ECA1BFCD9}"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49</a:t>
            </a:fld>
            <a:endParaRPr lang="es-ES" altLang="en-US"/>
          </a:p>
        </p:txBody>
      </p:sp>
      <p:sp>
        <p:nvSpPr>
          <p:cNvPr id="52228"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Steeps</a:t>
            </a:r>
            <a:r>
              <a:rPr lang="es-ES" b="1" dirty="0">
                <a:solidFill>
                  <a:schemeClr val="bg1">
                    <a:lumMod val="95000"/>
                  </a:schemeClr>
                </a:solidFill>
                <a:latin typeface="Lato" charset="0"/>
                <a:ea typeface="ＭＳ Ｐゴシック" charset="0"/>
                <a:cs typeface="Lato" charset="0"/>
                <a:sym typeface="Lato" charset="0"/>
              </a:rPr>
              <a:t> to </a:t>
            </a:r>
            <a:r>
              <a:rPr lang="es-ES" b="1" dirty="0" err="1">
                <a:solidFill>
                  <a:schemeClr val="bg1">
                    <a:lumMod val="95000"/>
                  </a:schemeClr>
                </a:solidFill>
                <a:latin typeface="Lato" charset="0"/>
                <a:ea typeface="ＭＳ Ｐゴシック" charset="0"/>
                <a:cs typeface="Lato" charset="0"/>
                <a:sym typeface="Lato" charset="0"/>
              </a:rPr>
              <a:t>Succes</a:t>
            </a:r>
            <a:endParaRPr lang="es-ES" dirty="0">
              <a:solidFill>
                <a:schemeClr val="bg1">
                  <a:lumMod val="95000"/>
                </a:schemeClr>
              </a:solidFill>
              <a:ea typeface="ＭＳ Ｐゴシック" charset="0"/>
            </a:endParaRPr>
          </a:p>
        </p:txBody>
      </p:sp>
      <p:sp>
        <p:nvSpPr>
          <p:cNvPr id="52229"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2230" name="AutoShape 6"/>
          <p:cNvSpPr>
            <a:spLocks/>
          </p:cNvSpPr>
          <p:nvPr/>
        </p:nvSpPr>
        <p:spPr bwMode="auto">
          <a:xfrm>
            <a:off x="3111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2231" name="AutoShape 7"/>
          <p:cNvSpPr>
            <a:spLocks/>
          </p:cNvSpPr>
          <p:nvPr/>
        </p:nvSpPr>
        <p:spPr bwMode="auto">
          <a:xfrm>
            <a:off x="3111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2232" name="AutoShape 8"/>
          <p:cNvSpPr>
            <a:spLocks/>
          </p:cNvSpPr>
          <p:nvPr/>
        </p:nvSpPr>
        <p:spPr bwMode="auto">
          <a:xfrm>
            <a:off x="3048000" y="8356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2233" name="AutoShape 9"/>
          <p:cNvSpPr>
            <a:spLocks/>
          </p:cNvSpPr>
          <p:nvPr/>
        </p:nvSpPr>
        <p:spPr bwMode="auto">
          <a:xfrm>
            <a:off x="2882900" y="7265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4" name="AutoShape 10"/>
          <p:cNvSpPr>
            <a:spLocks/>
          </p:cNvSpPr>
          <p:nvPr/>
        </p:nvSpPr>
        <p:spPr bwMode="auto">
          <a:xfrm>
            <a:off x="3924300" y="5622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5" name="AutoShape 11"/>
          <p:cNvSpPr>
            <a:spLocks/>
          </p:cNvSpPr>
          <p:nvPr/>
        </p:nvSpPr>
        <p:spPr bwMode="auto">
          <a:xfrm>
            <a:off x="3606800" y="87439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6" name="AutoShape 12"/>
          <p:cNvSpPr>
            <a:spLocks/>
          </p:cNvSpPr>
          <p:nvPr/>
        </p:nvSpPr>
        <p:spPr bwMode="auto">
          <a:xfrm>
            <a:off x="2997200" y="99314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2237" name="AutoShape 13"/>
          <p:cNvSpPr>
            <a:spLocks/>
          </p:cNvSpPr>
          <p:nvPr/>
        </p:nvSpPr>
        <p:spPr bwMode="auto">
          <a:xfrm>
            <a:off x="3530600" y="103314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8" name="AutoShape 14"/>
          <p:cNvSpPr>
            <a:spLocks/>
          </p:cNvSpPr>
          <p:nvPr/>
        </p:nvSpPr>
        <p:spPr bwMode="auto">
          <a:xfrm>
            <a:off x="8021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52239" name="AutoShape 15"/>
          <p:cNvSpPr>
            <a:spLocks/>
          </p:cNvSpPr>
          <p:nvPr/>
        </p:nvSpPr>
        <p:spPr bwMode="auto">
          <a:xfrm>
            <a:off x="8021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52240" name="AutoShape 16"/>
          <p:cNvSpPr>
            <a:spLocks/>
          </p:cNvSpPr>
          <p:nvPr/>
        </p:nvSpPr>
        <p:spPr bwMode="auto">
          <a:xfrm>
            <a:off x="8021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52241" name="AutoShape 17"/>
          <p:cNvSpPr>
            <a:spLocks/>
          </p:cNvSpPr>
          <p:nvPr/>
        </p:nvSpPr>
        <p:spPr bwMode="auto">
          <a:xfrm>
            <a:off x="8021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52242" name="AutoShape 18"/>
          <p:cNvSpPr>
            <a:spLocks/>
          </p:cNvSpPr>
          <p:nvPr/>
        </p:nvSpPr>
        <p:spPr bwMode="auto">
          <a:xfrm>
            <a:off x="164211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2243" name="AutoShape 19"/>
          <p:cNvSpPr>
            <a:spLocks/>
          </p:cNvSpPr>
          <p:nvPr/>
        </p:nvSpPr>
        <p:spPr bwMode="auto">
          <a:xfrm>
            <a:off x="164211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2244" name="AutoShape 20"/>
          <p:cNvSpPr>
            <a:spLocks/>
          </p:cNvSpPr>
          <p:nvPr/>
        </p:nvSpPr>
        <p:spPr bwMode="auto">
          <a:xfrm>
            <a:off x="164719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2245" name="AutoShape 21"/>
          <p:cNvSpPr>
            <a:spLocks/>
          </p:cNvSpPr>
          <p:nvPr/>
        </p:nvSpPr>
        <p:spPr bwMode="auto">
          <a:xfrm>
            <a:off x="164465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46" name="AutoShape 22"/>
          <p:cNvSpPr>
            <a:spLocks/>
          </p:cNvSpPr>
          <p:nvPr/>
        </p:nvSpPr>
        <p:spPr bwMode="auto">
          <a:xfrm>
            <a:off x="164338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47" name="AutoShape 23"/>
          <p:cNvSpPr>
            <a:spLocks/>
          </p:cNvSpPr>
          <p:nvPr/>
        </p:nvSpPr>
        <p:spPr bwMode="auto">
          <a:xfrm>
            <a:off x="164973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48" name="AutoShape 24"/>
          <p:cNvSpPr>
            <a:spLocks/>
          </p:cNvSpPr>
          <p:nvPr/>
        </p:nvSpPr>
        <p:spPr bwMode="auto">
          <a:xfrm>
            <a:off x="164719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2249" name="AutoShape 25"/>
          <p:cNvSpPr>
            <a:spLocks/>
          </p:cNvSpPr>
          <p:nvPr/>
        </p:nvSpPr>
        <p:spPr bwMode="auto">
          <a:xfrm>
            <a:off x="164973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50" name="AutoShape 26"/>
          <p:cNvSpPr>
            <a:spLocks/>
          </p:cNvSpPr>
          <p:nvPr/>
        </p:nvSpPr>
        <p:spPr bwMode="auto">
          <a:xfrm>
            <a:off x="15768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52251" name="AutoShape 27"/>
          <p:cNvSpPr>
            <a:spLocks/>
          </p:cNvSpPr>
          <p:nvPr/>
        </p:nvSpPr>
        <p:spPr bwMode="auto">
          <a:xfrm>
            <a:off x="15768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52252" name="AutoShape 28"/>
          <p:cNvSpPr>
            <a:spLocks/>
          </p:cNvSpPr>
          <p:nvPr/>
        </p:nvSpPr>
        <p:spPr bwMode="auto">
          <a:xfrm>
            <a:off x="15768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52253" name="AutoShape 29"/>
          <p:cNvSpPr>
            <a:spLocks/>
          </p:cNvSpPr>
          <p:nvPr/>
        </p:nvSpPr>
        <p:spPr bwMode="auto">
          <a:xfrm>
            <a:off x="15768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grpSp>
        <p:nvGrpSpPr>
          <p:cNvPr id="52254" name="Group 30"/>
          <p:cNvGrpSpPr>
            <a:grpSpLocks/>
          </p:cNvGrpSpPr>
          <p:nvPr/>
        </p:nvGrpSpPr>
        <p:grpSpPr bwMode="auto">
          <a:xfrm>
            <a:off x="9213850" y="4805363"/>
            <a:ext cx="1562100" cy="6413500"/>
            <a:chOff x="0" y="0"/>
            <a:chExt cx="1562101" cy="6413501"/>
          </a:xfrm>
          <a:solidFill>
            <a:schemeClr val="accent4"/>
          </a:solidFill>
        </p:grpSpPr>
        <p:sp>
          <p:nvSpPr>
            <p:cNvPr id="52255" name="AutoShape 31"/>
            <p:cNvSpPr>
              <a:spLocks/>
            </p:cNvSpPr>
            <p:nvPr/>
          </p:nvSpPr>
          <p:spPr bwMode="auto">
            <a:xfrm>
              <a:off x="-1" y="0"/>
              <a:ext cx="1562102" cy="6413501"/>
            </a:xfrm>
            <a:custGeom>
              <a:avLst/>
              <a:gdLst>
                <a:gd name="T0" fmla="*/ 781051 w 21346"/>
                <a:gd name="T1" fmla="*/ 3206750 h 21600"/>
                <a:gd name="T2" fmla="*/ 781051 w 21346"/>
                <a:gd name="T3" fmla="*/ 3206750 h 21600"/>
                <a:gd name="T4" fmla="*/ 781051 w 21346"/>
                <a:gd name="T5" fmla="*/ 3206750 h 21600"/>
                <a:gd name="T6" fmla="*/ 781051 w 21346"/>
                <a:gd name="T7" fmla="*/ 3206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46" h="21600">
                  <a:moveTo>
                    <a:pt x="10269" y="0"/>
                  </a:moveTo>
                  <a:cubicBezTo>
                    <a:pt x="12100" y="0"/>
                    <a:pt x="13808" y="422"/>
                    <a:pt x="14174" y="844"/>
                  </a:cubicBezTo>
                  <a:cubicBezTo>
                    <a:pt x="14541" y="1267"/>
                    <a:pt x="14785" y="1236"/>
                    <a:pt x="14785" y="1478"/>
                  </a:cubicBezTo>
                  <a:cubicBezTo>
                    <a:pt x="14785" y="1689"/>
                    <a:pt x="15151" y="1960"/>
                    <a:pt x="15395" y="2322"/>
                  </a:cubicBezTo>
                  <a:cubicBezTo>
                    <a:pt x="15639" y="2684"/>
                    <a:pt x="15761" y="2926"/>
                    <a:pt x="16493" y="3167"/>
                  </a:cubicBezTo>
                  <a:cubicBezTo>
                    <a:pt x="17225" y="3378"/>
                    <a:pt x="17103" y="3589"/>
                    <a:pt x="17103" y="3589"/>
                  </a:cubicBezTo>
                  <a:cubicBezTo>
                    <a:pt x="17103" y="3589"/>
                    <a:pt x="19544" y="3620"/>
                    <a:pt x="20276" y="4042"/>
                  </a:cubicBezTo>
                  <a:cubicBezTo>
                    <a:pt x="20886" y="4464"/>
                    <a:pt x="21008" y="5188"/>
                    <a:pt x="21252" y="5641"/>
                  </a:cubicBezTo>
                  <a:cubicBezTo>
                    <a:pt x="21497" y="6124"/>
                    <a:pt x="21252" y="6697"/>
                    <a:pt x="20642" y="7059"/>
                  </a:cubicBezTo>
                  <a:cubicBezTo>
                    <a:pt x="19910" y="7421"/>
                    <a:pt x="18446" y="7451"/>
                    <a:pt x="18446" y="7451"/>
                  </a:cubicBezTo>
                  <a:cubicBezTo>
                    <a:pt x="18446" y="7451"/>
                    <a:pt x="18202" y="8205"/>
                    <a:pt x="19056" y="8839"/>
                  </a:cubicBezTo>
                  <a:cubicBezTo>
                    <a:pt x="19910" y="9502"/>
                    <a:pt x="20520" y="9834"/>
                    <a:pt x="19788" y="9864"/>
                  </a:cubicBezTo>
                  <a:cubicBezTo>
                    <a:pt x="19056" y="9894"/>
                    <a:pt x="18690" y="9925"/>
                    <a:pt x="18690" y="9925"/>
                  </a:cubicBezTo>
                  <a:cubicBezTo>
                    <a:pt x="18690" y="9925"/>
                    <a:pt x="18690" y="10769"/>
                    <a:pt x="18202" y="11312"/>
                  </a:cubicBezTo>
                  <a:cubicBezTo>
                    <a:pt x="17713" y="11855"/>
                    <a:pt x="16493" y="13243"/>
                    <a:pt x="16493" y="13605"/>
                  </a:cubicBezTo>
                  <a:cubicBezTo>
                    <a:pt x="16493" y="13937"/>
                    <a:pt x="16493" y="13877"/>
                    <a:pt x="15883" y="13877"/>
                  </a:cubicBezTo>
                  <a:cubicBezTo>
                    <a:pt x="15395" y="13877"/>
                    <a:pt x="15029" y="13877"/>
                    <a:pt x="15029" y="13877"/>
                  </a:cubicBezTo>
                  <a:cubicBezTo>
                    <a:pt x="15029" y="13877"/>
                    <a:pt x="15151" y="14420"/>
                    <a:pt x="14907" y="14570"/>
                  </a:cubicBezTo>
                  <a:cubicBezTo>
                    <a:pt x="14663" y="14691"/>
                    <a:pt x="15029" y="15325"/>
                    <a:pt x="14297" y="15988"/>
                  </a:cubicBezTo>
                  <a:cubicBezTo>
                    <a:pt x="13442" y="16652"/>
                    <a:pt x="11856" y="17738"/>
                    <a:pt x="11856" y="18221"/>
                  </a:cubicBezTo>
                  <a:cubicBezTo>
                    <a:pt x="11856" y="18703"/>
                    <a:pt x="12588" y="19277"/>
                    <a:pt x="13564" y="19518"/>
                  </a:cubicBezTo>
                  <a:cubicBezTo>
                    <a:pt x="14419" y="19729"/>
                    <a:pt x="15639" y="20212"/>
                    <a:pt x="15029" y="20332"/>
                  </a:cubicBezTo>
                  <a:cubicBezTo>
                    <a:pt x="14297" y="20453"/>
                    <a:pt x="13442" y="20423"/>
                    <a:pt x="12710" y="20393"/>
                  </a:cubicBezTo>
                  <a:cubicBezTo>
                    <a:pt x="12100" y="20332"/>
                    <a:pt x="11734" y="20182"/>
                    <a:pt x="11734" y="20182"/>
                  </a:cubicBezTo>
                  <a:cubicBezTo>
                    <a:pt x="11734" y="20182"/>
                    <a:pt x="11734" y="20423"/>
                    <a:pt x="11978" y="20604"/>
                  </a:cubicBezTo>
                  <a:cubicBezTo>
                    <a:pt x="12344" y="20815"/>
                    <a:pt x="11978" y="21599"/>
                    <a:pt x="10758" y="21599"/>
                  </a:cubicBezTo>
                  <a:cubicBezTo>
                    <a:pt x="10513" y="21599"/>
                    <a:pt x="10391" y="21599"/>
                    <a:pt x="10269" y="21599"/>
                  </a:cubicBezTo>
                  <a:cubicBezTo>
                    <a:pt x="10269" y="15174"/>
                    <a:pt x="10269" y="15174"/>
                    <a:pt x="10269" y="15174"/>
                  </a:cubicBezTo>
                  <a:cubicBezTo>
                    <a:pt x="10269" y="15053"/>
                    <a:pt x="10391" y="14902"/>
                    <a:pt x="10513" y="14812"/>
                  </a:cubicBezTo>
                  <a:cubicBezTo>
                    <a:pt x="10758" y="14661"/>
                    <a:pt x="10513" y="14329"/>
                    <a:pt x="10513" y="13846"/>
                  </a:cubicBezTo>
                  <a:cubicBezTo>
                    <a:pt x="10513" y="13846"/>
                    <a:pt x="10391" y="14027"/>
                    <a:pt x="10269" y="14208"/>
                  </a:cubicBezTo>
                  <a:lnTo>
                    <a:pt x="10269" y="0"/>
                  </a:lnTo>
                  <a:close/>
                  <a:moveTo>
                    <a:pt x="10147" y="0"/>
                  </a:moveTo>
                  <a:cubicBezTo>
                    <a:pt x="10269" y="0"/>
                    <a:pt x="10269" y="0"/>
                    <a:pt x="10269" y="0"/>
                  </a:cubicBezTo>
                  <a:cubicBezTo>
                    <a:pt x="10269" y="14208"/>
                    <a:pt x="10269" y="14208"/>
                    <a:pt x="10269" y="14208"/>
                  </a:cubicBezTo>
                  <a:cubicBezTo>
                    <a:pt x="10147" y="14359"/>
                    <a:pt x="10025" y="14510"/>
                    <a:pt x="9903" y="14601"/>
                  </a:cubicBezTo>
                  <a:cubicBezTo>
                    <a:pt x="9781" y="14782"/>
                    <a:pt x="10025" y="14932"/>
                    <a:pt x="10025" y="15053"/>
                  </a:cubicBezTo>
                  <a:cubicBezTo>
                    <a:pt x="10025" y="15204"/>
                    <a:pt x="10147" y="15385"/>
                    <a:pt x="10147" y="15385"/>
                  </a:cubicBezTo>
                  <a:cubicBezTo>
                    <a:pt x="10147" y="15385"/>
                    <a:pt x="10147" y="15294"/>
                    <a:pt x="10269" y="15174"/>
                  </a:cubicBezTo>
                  <a:cubicBezTo>
                    <a:pt x="10269" y="21599"/>
                    <a:pt x="10269" y="21599"/>
                    <a:pt x="10269" y="21599"/>
                  </a:cubicBezTo>
                  <a:cubicBezTo>
                    <a:pt x="9171" y="21509"/>
                    <a:pt x="8439" y="21177"/>
                    <a:pt x="8439" y="20725"/>
                  </a:cubicBezTo>
                  <a:cubicBezTo>
                    <a:pt x="8561" y="20212"/>
                    <a:pt x="8073" y="20121"/>
                    <a:pt x="8439" y="19820"/>
                  </a:cubicBezTo>
                  <a:cubicBezTo>
                    <a:pt x="8805" y="19518"/>
                    <a:pt x="8317" y="19307"/>
                    <a:pt x="7707" y="18824"/>
                  </a:cubicBezTo>
                  <a:cubicBezTo>
                    <a:pt x="7097" y="18372"/>
                    <a:pt x="4778" y="16320"/>
                    <a:pt x="4900" y="15807"/>
                  </a:cubicBezTo>
                  <a:cubicBezTo>
                    <a:pt x="5022" y="15264"/>
                    <a:pt x="5266" y="14812"/>
                    <a:pt x="5022" y="14480"/>
                  </a:cubicBezTo>
                  <a:cubicBezTo>
                    <a:pt x="4900" y="14118"/>
                    <a:pt x="4778" y="13816"/>
                    <a:pt x="4778" y="13816"/>
                  </a:cubicBezTo>
                  <a:cubicBezTo>
                    <a:pt x="4778" y="13816"/>
                    <a:pt x="3191" y="13967"/>
                    <a:pt x="3191" y="13484"/>
                  </a:cubicBezTo>
                  <a:cubicBezTo>
                    <a:pt x="3191" y="12972"/>
                    <a:pt x="2947" y="11524"/>
                    <a:pt x="2703" y="11071"/>
                  </a:cubicBezTo>
                  <a:cubicBezTo>
                    <a:pt x="2581" y="10649"/>
                    <a:pt x="2947" y="9774"/>
                    <a:pt x="2947" y="9774"/>
                  </a:cubicBezTo>
                  <a:cubicBezTo>
                    <a:pt x="2947" y="9774"/>
                    <a:pt x="1483" y="9744"/>
                    <a:pt x="995" y="9713"/>
                  </a:cubicBezTo>
                  <a:cubicBezTo>
                    <a:pt x="507" y="9653"/>
                    <a:pt x="2215" y="8899"/>
                    <a:pt x="2581" y="8597"/>
                  </a:cubicBezTo>
                  <a:cubicBezTo>
                    <a:pt x="2947" y="8296"/>
                    <a:pt x="2825" y="7753"/>
                    <a:pt x="2825" y="7753"/>
                  </a:cubicBezTo>
                  <a:cubicBezTo>
                    <a:pt x="2825" y="7753"/>
                    <a:pt x="263" y="7722"/>
                    <a:pt x="141" y="7179"/>
                  </a:cubicBezTo>
                  <a:cubicBezTo>
                    <a:pt x="19" y="6667"/>
                    <a:pt x="-103" y="5882"/>
                    <a:pt x="141" y="5550"/>
                  </a:cubicBezTo>
                  <a:cubicBezTo>
                    <a:pt x="263" y="5249"/>
                    <a:pt x="385" y="5279"/>
                    <a:pt x="629" y="4856"/>
                  </a:cubicBezTo>
                  <a:cubicBezTo>
                    <a:pt x="751" y="4434"/>
                    <a:pt x="1605" y="3680"/>
                    <a:pt x="2581" y="3650"/>
                  </a:cubicBezTo>
                  <a:cubicBezTo>
                    <a:pt x="3435" y="3620"/>
                    <a:pt x="4534" y="3439"/>
                    <a:pt x="4534" y="3439"/>
                  </a:cubicBezTo>
                  <a:cubicBezTo>
                    <a:pt x="4534" y="3439"/>
                    <a:pt x="3680" y="3197"/>
                    <a:pt x="4778" y="2986"/>
                  </a:cubicBezTo>
                  <a:cubicBezTo>
                    <a:pt x="5876" y="2775"/>
                    <a:pt x="6486" y="2684"/>
                    <a:pt x="5998" y="2383"/>
                  </a:cubicBezTo>
                  <a:cubicBezTo>
                    <a:pt x="5510" y="2111"/>
                    <a:pt x="5876" y="1900"/>
                    <a:pt x="6120" y="1508"/>
                  </a:cubicBezTo>
                  <a:cubicBezTo>
                    <a:pt x="6364" y="1146"/>
                    <a:pt x="7097" y="0"/>
                    <a:pt x="10147" y="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56" name="AutoShape 32"/>
            <p:cNvSpPr>
              <a:spLocks/>
            </p:cNvSpPr>
            <p:nvPr/>
          </p:nvSpPr>
          <p:spPr bwMode="auto">
            <a:xfrm>
              <a:off x="637541" y="903790"/>
              <a:ext cx="368537" cy="696768"/>
            </a:xfrm>
            <a:custGeom>
              <a:avLst/>
              <a:gdLst>
                <a:gd name="T0" fmla="*/ 184268 w 21314"/>
                <a:gd name="T1" fmla="*/ 348367 h 20729"/>
                <a:gd name="T2" fmla="*/ 184268 w 21314"/>
                <a:gd name="T3" fmla="*/ 348367 h 20729"/>
                <a:gd name="T4" fmla="*/ 184268 w 21314"/>
                <a:gd name="T5" fmla="*/ 348367 h 20729"/>
                <a:gd name="T6" fmla="*/ 184268 w 21314"/>
                <a:gd name="T7" fmla="*/ 348367 h 207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14" h="20729">
                  <a:moveTo>
                    <a:pt x="0" y="533"/>
                  </a:moveTo>
                  <a:cubicBezTo>
                    <a:pt x="0" y="533"/>
                    <a:pt x="5657" y="2933"/>
                    <a:pt x="5657" y="4799"/>
                  </a:cubicBezTo>
                  <a:cubicBezTo>
                    <a:pt x="5657" y="6933"/>
                    <a:pt x="8228" y="13333"/>
                    <a:pt x="9257" y="15199"/>
                  </a:cubicBezTo>
                  <a:cubicBezTo>
                    <a:pt x="10800" y="17066"/>
                    <a:pt x="11314" y="12800"/>
                    <a:pt x="13371" y="10933"/>
                  </a:cubicBezTo>
                  <a:cubicBezTo>
                    <a:pt x="15428" y="9066"/>
                    <a:pt x="15942" y="7199"/>
                    <a:pt x="14914" y="5866"/>
                  </a:cubicBezTo>
                  <a:cubicBezTo>
                    <a:pt x="13885" y="4266"/>
                    <a:pt x="18000" y="3733"/>
                    <a:pt x="21085" y="0"/>
                  </a:cubicBezTo>
                  <a:cubicBezTo>
                    <a:pt x="21600" y="1333"/>
                    <a:pt x="21085" y="2399"/>
                    <a:pt x="21085" y="3999"/>
                  </a:cubicBezTo>
                  <a:cubicBezTo>
                    <a:pt x="21085" y="5333"/>
                    <a:pt x="16457" y="12266"/>
                    <a:pt x="14914" y="13599"/>
                  </a:cubicBezTo>
                  <a:cubicBezTo>
                    <a:pt x="13885" y="14933"/>
                    <a:pt x="10285" y="19200"/>
                    <a:pt x="10285" y="20533"/>
                  </a:cubicBezTo>
                  <a:cubicBezTo>
                    <a:pt x="9771" y="21600"/>
                    <a:pt x="6685" y="18133"/>
                    <a:pt x="4628" y="14133"/>
                  </a:cubicBezTo>
                  <a:cubicBezTo>
                    <a:pt x="3085" y="10133"/>
                    <a:pt x="0" y="4266"/>
                    <a:pt x="0" y="533"/>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57" name="AutoShape 33"/>
            <p:cNvSpPr>
              <a:spLocks/>
            </p:cNvSpPr>
            <p:nvPr/>
          </p:nvSpPr>
          <p:spPr bwMode="auto">
            <a:xfrm>
              <a:off x="965747" y="2231110"/>
              <a:ext cx="82996" cy="142532"/>
            </a:xfrm>
            <a:custGeom>
              <a:avLst/>
              <a:gdLst>
                <a:gd name="T0" fmla="*/ 41498 w 21600"/>
                <a:gd name="T1" fmla="*/ 71262 h 18933"/>
                <a:gd name="T2" fmla="*/ 41498 w 21600"/>
                <a:gd name="T3" fmla="*/ 71262 h 18933"/>
                <a:gd name="T4" fmla="*/ 41498 w 21600"/>
                <a:gd name="T5" fmla="*/ 71262 h 18933"/>
                <a:gd name="T6" fmla="*/ 41498 w 21600"/>
                <a:gd name="T7" fmla="*/ 71262 h 189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8933">
                  <a:moveTo>
                    <a:pt x="4799" y="0"/>
                  </a:moveTo>
                  <a:cubicBezTo>
                    <a:pt x="4799" y="0"/>
                    <a:pt x="2399" y="13200"/>
                    <a:pt x="0" y="16799"/>
                  </a:cubicBezTo>
                  <a:cubicBezTo>
                    <a:pt x="0" y="21600"/>
                    <a:pt x="21600" y="16799"/>
                    <a:pt x="21600" y="16799"/>
                  </a:cubicBezTo>
                  <a:cubicBezTo>
                    <a:pt x="21600" y="0"/>
                    <a:pt x="21600" y="0"/>
                    <a:pt x="21600" y="0"/>
                  </a:cubicBezTo>
                  <a:lnTo>
                    <a:pt x="4799" y="0"/>
                  </a:ln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52258" name="Group 34"/>
          <p:cNvGrpSpPr>
            <a:grpSpLocks/>
          </p:cNvGrpSpPr>
          <p:nvPr/>
        </p:nvGrpSpPr>
        <p:grpSpPr bwMode="auto">
          <a:xfrm>
            <a:off x="12774613" y="4787900"/>
            <a:ext cx="1892300" cy="6705600"/>
            <a:chOff x="0" y="0"/>
            <a:chExt cx="1892301" cy="6705603"/>
          </a:xfrm>
          <a:solidFill>
            <a:schemeClr val="accent6"/>
          </a:solidFill>
        </p:grpSpPr>
        <p:sp>
          <p:nvSpPr>
            <p:cNvPr id="52259" name="AutoShape 35"/>
            <p:cNvSpPr>
              <a:spLocks/>
            </p:cNvSpPr>
            <p:nvPr/>
          </p:nvSpPr>
          <p:spPr bwMode="auto">
            <a:xfrm>
              <a:off x="-1" y="0"/>
              <a:ext cx="1892302" cy="6705603"/>
            </a:xfrm>
            <a:custGeom>
              <a:avLst/>
              <a:gdLst>
                <a:gd name="T0" fmla="*/ 946106 w 20967"/>
                <a:gd name="T1" fmla="*/ 3352802 h 21600"/>
                <a:gd name="T2" fmla="*/ 946106 w 20967"/>
                <a:gd name="T3" fmla="*/ 3352802 h 21600"/>
                <a:gd name="T4" fmla="*/ 946106 w 20967"/>
                <a:gd name="T5" fmla="*/ 3352802 h 21600"/>
                <a:gd name="T6" fmla="*/ 946106 w 20967"/>
                <a:gd name="T7" fmla="*/ 33528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67" h="21600">
                  <a:moveTo>
                    <a:pt x="12347" y="0"/>
                  </a:moveTo>
                  <a:cubicBezTo>
                    <a:pt x="10928" y="0"/>
                    <a:pt x="8720" y="414"/>
                    <a:pt x="8720" y="1059"/>
                  </a:cubicBezTo>
                  <a:cubicBezTo>
                    <a:pt x="8720" y="1704"/>
                    <a:pt x="8878" y="1980"/>
                    <a:pt x="9036" y="2210"/>
                  </a:cubicBezTo>
                  <a:cubicBezTo>
                    <a:pt x="9193" y="2394"/>
                    <a:pt x="9509" y="2394"/>
                    <a:pt x="9509" y="2394"/>
                  </a:cubicBezTo>
                  <a:cubicBezTo>
                    <a:pt x="9509" y="2394"/>
                    <a:pt x="9351" y="2809"/>
                    <a:pt x="9824" y="2901"/>
                  </a:cubicBezTo>
                  <a:cubicBezTo>
                    <a:pt x="10297" y="3039"/>
                    <a:pt x="10455" y="3039"/>
                    <a:pt x="10455" y="3177"/>
                  </a:cubicBezTo>
                  <a:cubicBezTo>
                    <a:pt x="10455" y="3315"/>
                    <a:pt x="10139" y="3454"/>
                    <a:pt x="9666" y="3592"/>
                  </a:cubicBezTo>
                  <a:cubicBezTo>
                    <a:pt x="9351" y="3730"/>
                    <a:pt x="7617" y="3868"/>
                    <a:pt x="6671" y="3960"/>
                  </a:cubicBezTo>
                  <a:cubicBezTo>
                    <a:pt x="5567" y="4098"/>
                    <a:pt x="4936" y="4237"/>
                    <a:pt x="4306" y="4605"/>
                  </a:cubicBezTo>
                  <a:cubicBezTo>
                    <a:pt x="3833" y="4927"/>
                    <a:pt x="3044" y="5388"/>
                    <a:pt x="1941" y="5664"/>
                  </a:cubicBezTo>
                  <a:cubicBezTo>
                    <a:pt x="995" y="5987"/>
                    <a:pt x="-266" y="6447"/>
                    <a:pt x="49" y="6908"/>
                  </a:cubicBezTo>
                  <a:cubicBezTo>
                    <a:pt x="522" y="7322"/>
                    <a:pt x="2571" y="7691"/>
                    <a:pt x="3833" y="7507"/>
                  </a:cubicBezTo>
                  <a:cubicBezTo>
                    <a:pt x="4936" y="7322"/>
                    <a:pt x="5409" y="7276"/>
                    <a:pt x="5409" y="7276"/>
                  </a:cubicBezTo>
                  <a:cubicBezTo>
                    <a:pt x="5409" y="7276"/>
                    <a:pt x="4621" y="8289"/>
                    <a:pt x="4306" y="9257"/>
                  </a:cubicBezTo>
                  <a:cubicBezTo>
                    <a:pt x="3990" y="10270"/>
                    <a:pt x="3044" y="11237"/>
                    <a:pt x="3517" y="11283"/>
                  </a:cubicBezTo>
                  <a:cubicBezTo>
                    <a:pt x="4148" y="11375"/>
                    <a:pt x="4936" y="11513"/>
                    <a:pt x="4936" y="11513"/>
                  </a:cubicBezTo>
                  <a:cubicBezTo>
                    <a:pt x="4936" y="11513"/>
                    <a:pt x="5094" y="12895"/>
                    <a:pt x="5882" y="14092"/>
                  </a:cubicBezTo>
                  <a:cubicBezTo>
                    <a:pt x="6671" y="15290"/>
                    <a:pt x="6986" y="15843"/>
                    <a:pt x="7144" y="16579"/>
                  </a:cubicBezTo>
                  <a:cubicBezTo>
                    <a:pt x="7301" y="17316"/>
                    <a:pt x="7459" y="17823"/>
                    <a:pt x="7301" y="18145"/>
                  </a:cubicBezTo>
                  <a:cubicBezTo>
                    <a:pt x="7144" y="18422"/>
                    <a:pt x="5725" y="19020"/>
                    <a:pt x="4779" y="19159"/>
                  </a:cubicBezTo>
                  <a:cubicBezTo>
                    <a:pt x="3990" y="19251"/>
                    <a:pt x="2571" y="19251"/>
                    <a:pt x="1941" y="19343"/>
                  </a:cubicBezTo>
                  <a:cubicBezTo>
                    <a:pt x="1310" y="19389"/>
                    <a:pt x="837" y="19619"/>
                    <a:pt x="2256" y="19711"/>
                  </a:cubicBezTo>
                  <a:cubicBezTo>
                    <a:pt x="3675" y="19757"/>
                    <a:pt x="6198" y="19665"/>
                    <a:pt x="6828" y="19573"/>
                  </a:cubicBezTo>
                  <a:cubicBezTo>
                    <a:pt x="7459" y="19527"/>
                    <a:pt x="8563" y="19389"/>
                    <a:pt x="8563" y="19389"/>
                  </a:cubicBezTo>
                  <a:cubicBezTo>
                    <a:pt x="8563" y="19389"/>
                    <a:pt x="8247" y="19619"/>
                    <a:pt x="9666" y="19619"/>
                  </a:cubicBezTo>
                  <a:cubicBezTo>
                    <a:pt x="11243" y="19619"/>
                    <a:pt x="11401" y="19573"/>
                    <a:pt x="11558" y="19297"/>
                  </a:cubicBezTo>
                  <a:cubicBezTo>
                    <a:pt x="11558" y="19020"/>
                    <a:pt x="11558" y="18652"/>
                    <a:pt x="11716" y="18468"/>
                  </a:cubicBezTo>
                  <a:cubicBezTo>
                    <a:pt x="12031" y="18284"/>
                    <a:pt x="10928" y="17777"/>
                    <a:pt x="11401" y="17501"/>
                  </a:cubicBezTo>
                  <a:cubicBezTo>
                    <a:pt x="12031" y="17270"/>
                    <a:pt x="12504" y="16533"/>
                    <a:pt x="12031" y="16119"/>
                  </a:cubicBezTo>
                  <a:cubicBezTo>
                    <a:pt x="11558" y="15704"/>
                    <a:pt x="12189" y="15290"/>
                    <a:pt x="12031" y="15014"/>
                  </a:cubicBezTo>
                  <a:cubicBezTo>
                    <a:pt x="11874" y="14737"/>
                    <a:pt x="11716" y="14369"/>
                    <a:pt x="11716" y="13954"/>
                  </a:cubicBezTo>
                  <a:cubicBezTo>
                    <a:pt x="11716" y="13540"/>
                    <a:pt x="11716" y="13263"/>
                    <a:pt x="11716" y="13263"/>
                  </a:cubicBezTo>
                  <a:cubicBezTo>
                    <a:pt x="11716" y="13263"/>
                    <a:pt x="12662" y="14829"/>
                    <a:pt x="12977" y="15244"/>
                  </a:cubicBezTo>
                  <a:cubicBezTo>
                    <a:pt x="13293" y="15658"/>
                    <a:pt x="13766" y="17132"/>
                    <a:pt x="13766" y="17593"/>
                  </a:cubicBezTo>
                  <a:cubicBezTo>
                    <a:pt x="13766" y="18053"/>
                    <a:pt x="14869" y="18652"/>
                    <a:pt x="14869" y="19020"/>
                  </a:cubicBezTo>
                  <a:cubicBezTo>
                    <a:pt x="15027" y="19435"/>
                    <a:pt x="15027" y="19665"/>
                    <a:pt x="15342" y="19665"/>
                  </a:cubicBezTo>
                  <a:cubicBezTo>
                    <a:pt x="15815" y="19665"/>
                    <a:pt x="15027" y="20126"/>
                    <a:pt x="14712" y="20494"/>
                  </a:cubicBezTo>
                  <a:cubicBezTo>
                    <a:pt x="14554" y="20817"/>
                    <a:pt x="13608" y="21599"/>
                    <a:pt x="15185" y="21599"/>
                  </a:cubicBezTo>
                  <a:cubicBezTo>
                    <a:pt x="16919" y="21599"/>
                    <a:pt x="18653" y="21415"/>
                    <a:pt x="18653" y="20909"/>
                  </a:cubicBezTo>
                  <a:cubicBezTo>
                    <a:pt x="18811" y="20448"/>
                    <a:pt x="18496" y="19988"/>
                    <a:pt x="18969" y="19803"/>
                  </a:cubicBezTo>
                  <a:cubicBezTo>
                    <a:pt x="19442" y="19619"/>
                    <a:pt x="19442" y="19205"/>
                    <a:pt x="19442" y="18928"/>
                  </a:cubicBezTo>
                  <a:cubicBezTo>
                    <a:pt x="19284" y="18698"/>
                    <a:pt x="19599" y="18237"/>
                    <a:pt x="19442" y="17731"/>
                  </a:cubicBezTo>
                  <a:cubicBezTo>
                    <a:pt x="19126" y="17178"/>
                    <a:pt x="19126" y="16257"/>
                    <a:pt x="18811" y="15566"/>
                  </a:cubicBezTo>
                  <a:cubicBezTo>
                    <a:pt x="18338" y="14875"/>
                    <a:pt x="18180" y="13816"/>
                    <a:pt x="18023" y="12987"/>
                  </a:cubicBezTo>
                  <a:cubicBezTo>
                    <a:pt x="17707" y="12158"/>
                    <a:pt x="17550" y="11744"/>
                    <a:pt x="17865" y="11605"/>
                  </a:cubicBezTo>
                  <a:cubicBezTo>
                    <a:pt x="18180" y="11513"/>
                    <a:pt x="19757" y="11375"/>
                    <a:pt x="20230" y="11329"/>
                  </a:cubicBezTo>
                  <a:cubicBezTo>
                    <a:pt x="20703" y="11329"/>
                    <a:pt x="19757" y="10454"/>
                    <a:pt x="19284" y="9717"/>
                  </a:cubicBezTo>
                  <a:cubicBezTo>
                    <a:pt x="18969" y="9026"/>
                    <a:pt x="18496" y="8566"/>
                    <a:pt x="18180" y="8059"/>
                  </a:cubicBezTo>
                  <a:cubicBezTo>
                    <a:pt x="17707" y="7553"/>
                    <a:pt x="17707" y="7322"/>
                    <a:pt x="18496" y="6954"/>
                  </a:cubicBezTo>
                  <a:cubicBezTo>
                    <a:pt x="19126" y="6585"/>
                    <a:pt x="20072" y="6355"/>
                    <a:pt x="20388" y="5526"/>
                  </a:cubicBezTo>
                  <a:cubicBezTo>
                    <a:pt x="20860" y="4697"/>
                    <a:pt x="21334" y="4144"/>
                    <a:pt x="20545" y="3914"/>
                  </a:cubicBezTo>
                  <a:cubicBezTo>
                    <a:pt x="19757" y="3730"/>
                    <a:pt x="18338" y="3822"/>
                    <a:pt x="17234" y="3592"/>
                  </a:cubicBezTo>
                  <a:cubicBezTo>
                    <a:pt x="16131" y="3315"/>
                    <a:pt x="15973" y="3039"/>
                    <a:pt x="15500" y="2993"/>
                  </a:cubicBezTo>
                  <a:cubicBezTo>
                    <a:pt x="15027" y="2947"/>
                    <a:pt x="14869" y="2947"/>
                    <a:pt x="14869" y="2763"/>
                  </a:cubicBezTo>
                  <a:cubicBezTo>
                    <a:pt x="14869" y="2579"/>
                    <a:pt x="15027" y="2394"/>
                    <a:pt x="15027" y="2394"/>
                  </a:cubicBezTo>
                  <a:cubicBezTo>
                    <a:pt x="15027" y="2394"/>
                    <a:pt x="15815" y="2256"/>
                    <a:pt x="15973" y="2026"/>
                  </a:cubicBezTo>
                  <a:cubicBezTo>
                    <a:pt x="16131" y="1796"/>
                    <a:pt x="16288" y="1243"/>
                    <a:pt x="16131" y="875"/>
                  </a:cubicBezTo>
                  <a:cubicBezTo>
                    <a:pt x="15815" y="506"/>
                    <a:pt x="14712" y="0"/>
                    <a:pt x="12347" y="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60" name="AutoShape 36"/>
            <p:cNvSpPr>
              <a:spLocks/>
            </p:cNvSpPr>
            <p:nvPr/>
          </p:nvSpPr>
          <p:spPr bwMode="auto">
            <a:xfrm>
              <a:off x="902562" y="875167"/>
              <a:ext cx="481332" cy="368173"/>
            </a:xfrm>
            <a:custGeom>
              <a:avLst/>
              <a:gdLst>
                <a:gd name="T0" fmla="*/ 240666 w 21600"/>
                <a:gd name="T1" fmla="*/ 184087 h 21600"/>
                <a:gd name="T2" fmla="*/ 240666 w 21600"/>
                <a:gd name="T3" fmla="*/ 184087 h 21600"/>
                <a:gd name="T4" fmla="*/ 240666 w 21600"/>
                <a:gd name="T5" fmla="*/ 184087 h 21600"/>
                <a:gd name="T6" fmla="*/ 240666 w 21600"/>
                <a:gd name="T7" fmla="*/ 18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0" y="9969"/>
                  </a:moveTo>
                  <a:cubicBezTo>
                    <a:pt x="635" y="10800"/>
                    <a:pt x="635" y="11630"/>
                    <a:pt x="0" y="12461"/>
                  </a:cubicBezTo>
                  <a:cubicBezTo>
                    <a:pt x="635" y="15784"/>
                    <a:pt x="635" y="19107"/>
                    <a:pt x="635" y="21600"/>
                  </a:cubicBezTo>
                  <a:cubicBezTo>
                    <a:pt x="4447" y="19107"/>
                    <a:pt x="2541" y="13292"/>
                    <a:pt x="5082" y="12461"/>
                  </a:cubicBezTo>
                  <a:cubicBezTo>
                    <a:pt x="8258" y="12461"/>
                    <a:pt x="8258" y="14123"/>
                    <a:pt x="8894" y="16615"/>
                  </a:cubicBezTo>
                  <a:cubicBezTo>
                    <a:pt x="9529" y="18276"/>
                    <a:pt x="9529" y="20769"/>
                    <a:pt x="9529" y="20769"/>
                  </a:cubicBezTo>
                  <a:cubicBezTo>
                    <a:pt x="9529" y="20769"/>
                    <a:pt x="19058" y="7476"/>
                    <a:pt x="21600" y="3323"/>
                  </a:cubicBezTo>
                  <a:cubicBezTo>
                    <a:pt x="20329" y="2492"/>
                    <a:pt x="19694" y="1661"/>
                    <a:pt x="19694" y="0"/>
                  </a:cubicBezTo>
                  <a:cubicBezTo>
                    <a:pt x="16517" y="4153"/>
                    <a:pt x="9529" y="11630"/>
                    <a:pt x="5717" y="11630"/>
                  </a:cubicBezTo>
                  <a:cubicBezTo>
                    <a:pt x="3811" y="11630"/>
                    <a:pt x="2541" y="10800"/>
                    <a:pt x="1270" y="9969"/>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61" name="AutoShape 37"/>
            <p:cNvSpPr>
              <a:spLocks/>
            </p:cNvSpPr>
            <p:nvPr/>
          </p:nvSpPr>
          <p:spPr bwMode="auto">
            <a:xfrm>
              <a:off x="671926" y="1877083"/>
              <a:ext cx="200556" cy="283675"/>
            </a:xfrm>
            <a:custGeom>
              <a:avLst/>
              <a:gdLst>
                <a:gd name="T0" fmla="*/ 100278 w 20000"/>
                <a:gd name="T1" fmla="*/ 141838 h 21600"/>
                <a:gd name="T2" fmla="*/ 100278 w 20000"/>
                <a:gd name="T3" fmla="*/ 141838 h 21600"/>
                <a:gd name="T4" fmla="*/ 100278 w 20000"/>
                <a:gd name="T5" fmla="*/ 141838 h 21600"/>
                <a:gd name="T6" fmla="*/ 100278 w 20000"/>
                <a:gd name="T7" fmla="*/ 1418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00" h="21600">
                  <a:moveTo>
                    <a:pt x="8480" y="1079"/>
                  </a:moveTo>
                  <a:cubicBezTo>
                    <a:pt x="19999" y="0"/>
                    <a:pt x="19999" y="0"/>
                    <a:pt x="19999" y="0"/>
                  </a:cubicBezTo>
                  <a:cubicBezTo>
                    <a:pt x="19999" y="0"/>
                    <a:pt x="9920" y="5400"/>
                    <a:pt x="9920" y="11879"/>
                  </a:cubicBezTo>
                  <a:cubicBezTo>
                    <a:pt x="9920" y="17279"/>
                    <a:pt x="9920" y="19440"/>
                    <a:pt x="9920" y="19440"/>
                  </a:cubicBezTo>
                  <a:cubicBezTo>
                    <a:pt x="1280" y="21599"/>
                    <a:pt x="1280" y="21599"/>
                    <a:pt x="1280" y="21599"/>
                  </a:cubicBezTo>
                  <a:cubicBezTo>
                    <a:pt x="1280" y="21599"/>
                    <a:pt x="-1600" y="15119"/>
                    <a:pt x="1280" y="9720"/>
                  </a:cubicBezTo>
                  <a:cubicBezTo>
                    <a:pt x="4159" y="4319"/>
                    <a:pt x="7039" y="2159"/>
                    <a:pt x="8480" y="1079"/>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62" name="AutoShape 38"/>
            <p:cNvSpPr>
              <a:spLocks/>
            </p:cNvSpPr>
            <p:nvPr/>
          </p:nvSpPr>
          <p:spPr bwMode="auto">
            <a:xfrm>
              <a:off x="673930" y="2559114"/>
              <a:ext cx="84234" cy="247461"/>
            </a:xfrm>
            <a:custGeom>
              <a:avLst/>
              <a:gdLst>
                <a:gd name="T0" fmla="*/ 42117 w 21600"/>
                <a:gd name="T1" fmla="*/ 123731 h 21600"/>
                <a:gd name="T2" fmla="*/ 42117 w 21600"/>
                <a:gd name="T3" fmla="*/ 123731 h 21600"/>
                <a:gd name="T4" fmla="*/ 42117 w 21600"/>
                <a:gd name="T5" fmla="*/ 123731 h 21600"/>
                <a:gd name="T6" fmla="*/ 42117 w 21600"/>
                <a:gd name="T7" fmla="*/ 123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9" y="0"/>
                  </a:moveTo>
                  <a:cubicBezTo>
                    <a:pt x="14399" y="0"/>
                    <a:pt x="18000" y="11435"/>
                    <a:pt x="18000" y="16517"/>
                  </a:cubicBezTo>
                  <a:cubicBezTo>
                    <a:pt x="21600" y="20329"/>
                    <a:pt x="21600" y="21599"/>
                    <a:pt x="21600" y="21599"/>
                  </a:cubicBezTo>
                  <a:cubicBezTo>
                    <a:pt x="0" y="20329"/>
                    <a:pt x="0" y="20329"/>
                    <a:pt x="0" y="20329"/>
                  </a:cubicBezTo>
                  <a:cubicBezTo>
                    <a:pt x="0" y="20329"/>
                    <a:pt x="3599" y="10164"/>
                    <a:pt x="14399" y="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2228"/>
                                        </p:tgtEl>
                                        <p:attrNameLst>
                                          <p:attrName>style.visibility</p:attrName>
                                        </p:attrNameLst>
                                      </p:cBhvr>
                                      <p:to>
                                        <p:strVal val="visible"/>
                                      </p:to>
                                    </p:set>
                                    <p:anim calcmode="lin" valueType="num">
                                      <p:cBhvr additive="base">
                                        <p:cTn id="7" dur="500" fill="hold"/>
                                        <p:tgtEl>
                                          <p:spTgt spid="52228"/>
                                        </p:tgtEl>
                                        <p:attrNameLst>
                                          <p:attrName>ppt_x</p:attrName>
                                        </p:attrNameLst>
                                      </p:cBhvr>
                                      <p:tavLst>
                                        <p:tav tm="0">
                                          <p:val>
                                            <p:strVal val="1+#ppt_w/2"/>
                                          </p:val>
                                        </p:tav>
                                        <p:tav tm="100000">
                                          <p:val>
                                            <p:strVal val="#ppt_x"/>
                                          </p:val>
                                        </p:tav>
                                      </p:tavLst>
                                    </p:anim>
                                    <p:anim calcmode="lin" valueType="num">
                                      <p:cBhvr additive="base">
                                        <p:cTn id="8" dur="500" fill="hold"/>
                                        <p:tgtEl>
                                          <p:spTgt spid="5222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2229"/>
                                        </p:tgtEl>
                                        <p:attrNameLst>
                                          <p:attrName>style.visibility</p:attrName>
                                        </p:attrNameLst>
                                      </p:cBhvr>
                                      <p:to>
                                        <p:strVal val="visible"/>
                                      </p:to>
                                    </p:set>
                                    <p:anim calcmode="lin" valueType="num">
                                      <p:cBhvr additive="base">
                                        <p:cTn id="12" dur="500" fill="hold"/>
                                        <p:tgtEl>
                                          <p:spTgt spid="52229"/>
                                        </p:tgtEl>
                                        <p:attrNameLst>
                                          <p:attrName>ppt_x</p:attrName>
                                        </p:attrNameLst>
                                      </p:cBhvr>
                                      <p:tavLst>
                                        <p:tav tm="0">
                                          <p:val>
                                            <p:strVal val="1+#ppt_w/2"/>
                                          </p:val>
                                        </p:tav>
                                        <p:tav tm="100000">
                                          <p:val>
                                            <p:strVal val="#ppt_x"/>
                                          </p:val>
                                        </p:tav>
                                      </p:tavLst>
                                    </p:anim>
                                    <p:anim calcmode="lin" valueType="num">
                                      <p:cBhvr additive="base">
                                        <p:cTn id="13" dur="500" fill="hold"/>
                                        <p:tgtEl>
                                          <p:spTgt spid="5222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2226"/>
                                        </p:tgtEl>
                                        <p:attrNameLst>
                                          <p:attrName>style.visibility</p:attrName>
                                        </p:attrNameLst>
                                      </p:cBhvr>
                                      <p:to>
                                        <p:strVal val="visible"/>
                                      </p:to>
                                    </p:set>
                                    <p:anim calcmode="lin" valueType="num">
                                      <p:cBhvr additive="base">
                                        <p:cTn id="17" dur="500" fill="hold"/>
                                        <p:tgtEl>
                                          <p:spTgt spid="52226"/>
                                        </p:tgtEl>
                                        <p:attrNameLst>
                                          <p:attrName>ppt_x</p:attrName>
                                        </p:attrNameLst>
                                      </p:cBhvr>
                                      <p:tavLst>
                                        <p:tav tm="0">
                                          <p:val>
                                            <p:strVal val="1+#ppt_w/2"/>
                                          </p:val>
                                        </p:tav>
                                        <p:tav tm="100000">
                                          <p:val>
                                            <p:strVal val="#ppt_x"/>
                                          </p:val>
                                        </p:tav>
                                      </p:tavLst>
                                    </p:anim>
                                    <p:anim calcmode="lin" valueType="num">
                                      <p:cBhvr additive="base">
                                        <p:cTn id="18" dur="500" fill="hold"/>
                                        <p:tgtEl>
                                          <p:spTgt spid="5222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2230"/>
                                        </p:tgtEl>
                                        <p:attrNameLst>
                                          <p:attrName>style.visibility</p:attrName>
                                        </p:attrNameLst>
                                      </p:cBhvr>
                                      <p:to>
                                        <p:strVal val="visible"/>
                                      </p:to>
                                    </p:set>
                                    <p:animEffect transition="in" filter="dissolve">
                                      <p:cBhvr>
                                        <p:cTn id="22" dur="500"/>
                                        <p:tgtEl>
                                          <p:spTgt spid="5223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2231"/>
                                        </p:tgtEl>
                                        <p:attrNameLst>
                                          <p:attrName>style.visibility</p:attrName>
                                        </p:attrNameLst>
                                      </p:cBhvr>
                                      <p:to>
                                        <p:strVal val="visible"/>
                                      </p:to>
                                    </p:set>
                                    <p:animEffect transition="in" filter="dissolve">
                                      <p:cBhvr>
                                        <p:cTn id="26" dur="500"/>
                                        <p:tgtEl>
                                          <p:spTgt spid="5223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52232"/>
                                        </p:tgtEl>
                                        <p:attrNameLst>
                                          <p:attrName>style.visibility</p:attrName>
                                        </p:attrNameLst>
                                      </p:cBhvr>
                                      <p:to>
                                        <p:strVal val="visible"/>
                                      </p:to>
                                    </p:set>
                                    <p:animEffect transition="in" filter="dissolve">
                                      <p:cBhvr>
                                        <p:cTn id="30" dur="500"/>
                                        <p:tgtEl>
                                          <p:spTgt spid="5223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2233"/>
                                        </p:tgtEl>
                                        <p:attrNameLst>
                                          <p:attrName>style.visibility</p:attrName>
                                        </p:attrNameLst>
                                      </p:cBhvr>
                                      <p:to>
                                        <p:strVal val="visible"/>
                                      </p:to>
                                    </p:set>
                                    <p:animEffect transition="in" filter="dissolve">
                                      <p:cBhvr>
                                        <p:cTn id="34" dur="500"/>
                                        <p:tgtEl>
                                          <p:spTgt spid="52233"/>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52238"/>
                                        </p:tgtEl>
                                        <p:attrNameLst>
                                          <p:attrName>style.visibility</p:attrName>
                                        </p:attrNameLst>
                                      </p:cBhvr>
                                      <p:to>
                                        <p:strVal val="visible"/>
                                      </p:to>
                                    </p:set>
                                    <p:animEffect transition="in" filter="dissolve">
                                      <p:cBhvr>
                                        <p:cTn id="38" dur="500"/>
                                        <p:tgtEl>
                                          <p:spTgt spid="52238"/>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52239"/>
                                        </p:tgtEl>
                                        <p:attrNameLst>
                                          <p:attrName>style.visibility</p:attrName>
                                        </p:attrNameLst>
                                      </p:cBhvr>
                                      <p:to>
                                        <p:strVal val="visible"/>
                                      </p:to>
                                    </p:set>
                                    <p:animEffect transition="in" filter="dissolve">
                                      <p:cBhvr>
                                        <p:cTn id="42" dur="500"/>
                                        <p:tgtEl>
                                          <p:spTgt spid="52239"/>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52240"/>
                                        </p:tgtEl>
                                        <p:attrNameLst>
                                          <p:attrName>style.visibility</p:attrName>
                                        </p:attrNameLst>
                                      </p:cBhvr>
                                      <p:to>
                                        <p:strVal val="visible"/>
                                      </p:to>
                                    </p:set>
                                    <p:animEffect transition="in" filter="dissolve">
                                      <p:cBhvr>
                                        <p:cTn id="46" dur="500"/>
                                        <p:tgtEl>
                                          <p:spTgt spid="52240"/>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52241"/>
                                        </p:tgtEl>
                                        <p:attrNameLst>
                                          <p:attrName>style.visibility</p:attrName>
                                        </p:attrNameLst>
                                      </p:cBhvr>
                                      <p:to>
                                        <p:strVal val="visible"/>
                                      </p:to>
                                    </p:set>
                                    <p:animEffect transition="in" filter="dissolve">
                                      <p:cBhvr>
                                        <p:cTn id="50" dur="500"/>
                                        <p:tgtEl>
                                          <p:spTgt spid="52241"/>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52250"/>
                                        </p:tgtEl>
                                        <p:attrNameLst>
                                          <p:attrName>style.visibility</p:attrName>
                                        </p:attrNameLst>
                                      </p:cBhvr>
                                      <p:to>
                                        <p:strVal val="visible"/>
                                      </p:to>
                                    </p:set>
                                    <p:animEffect transition="in" filter="dissolve">
                                      <p:cBhvr>
                                        <p:cTn id="54" dur="500"/>
                                        <p:tgtEl>
                                          <p:spTgt spid="52250"/>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52251"/>
                                        </p:tgtEl>
                                        <p:attrNameLst>
                                          <p:attrName>style.visibility</p:attrName>
                                        </p:attrNameLst>
                                      </p:cBhvr>
                                      <p:to>
                                        <p:strVal val="visible"/>
                                      </p:to>
                                    </p:set>
                                    <p:animEffect transition="in" filter="dissolve">
                                      <p:cBhvr>
                                        <p:cTn id="58" dur="500"/>
                                        <p:tgtEl>
                                          <p:spTgt spid="52251"/>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52252"/>
                                        </p:tgtEl>
                                        <p:attrNameLst>
                                          <p:attrName>style.visibility</p:attrName>
                                        </p:attrNameLst>
                                      </p:cBhvr>
                                      <p:to>
                                        <p:strVal val="visible"/>
                                      </p:to>
                                    </p:set>
                                    <p:animEffect transition="in" filter="dissolve">
                                      <p:cBhvr>
                                        <p:cTn id="62" dur="500"/>
                                        <p:tgtEl>
                                          <p:spTgt spid="52252"/>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52253"/>
                                        </p:tgtEl>
                                        <p:attrNameLst>
                                          <p:attrName>style.visibility</p:attrName>
                                        </p:attrNameLst>
                                      </p:cBhvr>
                                      <p:to>
                                        <p:strVal val="visible"/>
                                      </p:to>
                                    </p:set>
                                    <p:animEffect transition="in" filter="dissolve">
                                      <p:cBhvr>
                                        <p:cTn id="66" dur="500"/>
                                        <p:tgtEl>
                                          <p:spTgt spid="52253"/>
                                        </p:tgtEl>
                                      </p:cBhvr>
                                    </p:animEffect>
                                  </p:childTnLst>
                                </p:cTn>
                              </p:par>
                            </p:childTnLst>
                          </p:cTn>
                        </p:par>
                        <p:par>
                          <p:cTn id="67" fill="hold" nodeType="afterGroup">
                            <p:stCondLst>
                              <p:cond delay="7500"/>
                            </p:stCondLst>
                            <p:childTnLst>
                              <p:par>
                                <p:cTn id="68" presetID="23" presetClass="entr" presetSubtype="16" fill="hold" nodeType="afterEffect">
                                  <p:stCondLst>
                                    <p:cond delay="0"/>
                                  </p:stCondLst>
                                  <p:childTnLst>
                                    <p:set>
                                      <p:cBhvr>
                                        <p:cTn id="69" dur="1" fill="hold">
                                          <p:stCondLst>
                                            <p:cond delay="0"/>
                                          </p:stCondLst>
                                        </p:cTn>
                                        <p:tgtEl>
                                          <p:spTgt spid="52254"/>
                                        </p:tgtEl>
                                        <p:attrNameLst>
                                          <p:attrName>style.visibility</p:attrName>
                                        </p:attrNameLst>
                                      </p:cBhvr>
                                      <p:to>
                                        <p:strVal val="visible"/>
                                      </p:to>
                                    </p:set>
                                    <p:anim calcmode="lin" valueType="num">
                                      <p:cBhvr>
                                        <p:cTn id="70" dur="500" fill="hold"/>
                                        <p:tgtEl>
                                          <p:spTgt spid="52254"/>
                                        </p:tgtEl>
                                        <p:attrNameLst>
                                          <p:attrName>ppt_w</p:attrName>
                                        </p:attrNameLst>
                                      </p:cBhvr>
                                      <p:tavLst>
                                        <p:tav tm="0">
                                          <p:val>
                                            <p:fltVal val="0"/>
                                          </p:val>
                                        </p:tav>
                                        <p:tav tm="100000">
                                          <p:val>
                                            <p:strVal val="#ppt_w"/>
                                          </p:val>
                                        </p:tav>
                                      </p:tavLst>
                                    </p:anim>
                                    <p:anim calcmode="lin" valueType="num">
                                      <p:cBhvr>
                                        <p:cTn id="71" dur="500" fill="hold"/>
                                        <p:tgtEl>
                                          <p:spTgt spid="52254"/>
                                        </p:tgtEl>
                                        <p:attrNameLst>
                                          <p:attrName>ppt_h</p:attrName>
                                        </p:attrNameLst>
                                      </p:cBhvr>
                                      <p:tavLst>
                                        <p:tav tm="0">
                                          <p:val>
                                            <p:fltVal val="0"/>
                                          </p:val>
                                        </p:tav>
                                        <p:tav tm="100000">
                                          <p:val>
                                            <p:strVal val="#ppt_h"/>
                                          </p:val>
                                        </p:tav>
                                      </p:tavLst>
                                    </p:anim>
                                  </p:childTnLst>
                                </p:cTn>
                              </p:par>
                            </p:childTnLst>
                          </p:cTn>
                        </p:par>
                        <p:par>
                          <p:cTn id="72" fill="hold" nodeType="afterGroup">
                            <p:stCondLst>
                              <p:cond delay="8000"/>
                            </p:stCondLst>
                            <p:childTnLst>
                              <p:par>
                                <p:cTn id="73" presetID="23" presetClass="entr" presetSubtype="16" fill="hold" nodeType="afterEffect">
                                  <p:stCondLst>
                                    <p:cond delay="0"/>
                                  </p:stCondLst>
                                  <p:childTnLst>
                                    <p:set>
                                      <p:cBhvr>
                                        <p:cTn id="74" dur="1" fill="hold">
                                          <p:stCondLst>
                                            <p:cond delay="0"/>
                                          </p:stCondLst>
                                        </p:cTn>
                                        <p:tgtEl>
                                          <p:spTgt spid="52258"/>
                                        </p:tgtEl>
                                        <p:attrNameLst>
                                          <p:attrName>style.visibility</p:attrName>
                                        </p:attrNameLst>
                                      </p:cBhvr>
                                      <p:to>
                                        <p:strVal val="visible"/>
                                      </p:to>
                                    </p:set>
                                    <p:anim calcmode="lin" valueType="num">
                                      <p:cBhvr>
                                        <p:cTn id="75" dur="500" fill="hold"/>
                                        <p:tgtEl>
                                          <p:spTgt spid="52258"/>
                                        </p:tgtEl>
                                        <p:attrNameLst>
                                          <p:attrName>ppt_w</p:attrName>
                                        </p:attrNameLst>
                                      </p:cBhvr>
                                      <p:tavLst>
                                        <p:tav tm="0">
                                          <p:val>
                                            <p:fltVal val="0"/>
                                          </p:val>
                                        </p:tav>
                                        <p:tav tm="100000">
                                          <p:val>
                                            <p:strVal val="#ppt_w"/>
                                          </p:val>
                                        </p:tav>
                                      </p:tavLst>
                                    </p:anim>
                                    <p:anim calcmode="lin" valueType="num">
                                      <p:cBhvr>
                                        <p:cTn id="76" dur="500" fill="hold"/>
                                        <p:tgtEl>
                                          <p:spTgt spid="52258"/>
                                        </p:tgtEl>
                                        <p:attrNameLst>
                                          <p:attrName>ppt_h</p:attrName>
                                        </p:attrNameLst>
                                      </p:cBhvr>
                                      <p:tavLst>
                                        <p:tav tm="0">
                                          <p:val>
                                            <p:fltVal val="0"/>
                                          </p:val>
                                        </p:tav>
                                        <p:tav tm="100000">
                                          <p:val>
                                            <p:strVal val="#ppt_h"/>
                                          </p:val>
                                        </p:tav>
                                      </p:tavLst>
                                    </p:anim>
                                  </p:childTnLst>
                                </p:cTn>
                              </p:par>
                            </p:childTnLst>
                          </p:cTn>
                        </p:par>
                        <p:par>
                          <p:cTn id="77" fill="hold" nodeType="afterGroup">
                            <p:stCondLst>
                              <p:cond delay="8500"/>
                            </p:stCondLst>
                            <p:childTnLst>
                              <p:par>
                                <p:cTn id="78" presetID="9" presetClass="entr" presetSubtype="0" fill="hold" grpId="0" nodeType="afterEffect">
                                  <p:stCondLst>
                                    <p:cond delay="0"/>
                                  </p:stCondLst>
                                  <p:childTnLst>
                                    <p:set>
                                      <p:cBhvr>
                                        <p:cTn id="79" dur="1" fill="hold">
                                          <p:stCondLst>
                                            <p:cond delay="0"/>
                                          </p:stCondLst>
                                        </p:cTn>
                                        <p:tgtEl>
                                          <p:spTgt spid="52234"/>
                                        </p:tgtEl>
                                        <p:attrNameLst>
                                          <p:attrName>style.visibility</p:attrName>
                                        </p:attrNameLst>
                                      </p:cBhvr>
                                      <p:to>
                                        <p:strVal val="visible"/>
                                      </p:to>
                                    </p:set>
                                    <p:animEffect transition="in" filter="dissolve">
                                      <p:cBhvr>
                                        <p:cTn id="80" dur="500"/>
                                        <p:tgtEl>
                                          <p:spTgt spid="52234"/>
                                        </p:tgtEl>
                                      </p:cBhvr>
                                    </p:animEffect>
                                  </p:childTnLst>
                                </p:cTn>
                              </p:par>
                            </p:childTnLst>
                          </p:cTn>
                        </p:par>
                        <p:par>
                          <p:cTn id="81" fill="hold" nodeType="afterGroup">
                            <p:stCondLst>
                              <p:cond delay="9000"/>
                            </p:stCondLst>
                            <p:childTnLst>
                              <p:par>
                                <p:cTn id="82" presetID="9" presetClass="entr" presetSubtype="0" fill="hold" grpId="0" nodeType="afterEffect">
                                  <p:stCondLst>
                                    <p:cond delay="0"/>
                                  </p:stCondLst>
                                  <p:childTnLst>
                                    <p:set>
                                      <p:cBhvr>
                                        <p:cTn id="83" dur="1" fill="hold">
                                          <p:stCondLst>
                                            <p:cond delay="0"/>
                                          </p:stCondLst>
                                        </p:cTn>
                                        <p:tgtEl>
                                          <p:spTgt spid="52235"/>
                                        </p:tgtEl>
                                        <p:attrNameLst>
                                          <p:attrName>style.visibility</p:attrName>
                                        </p:attrNameLst>
                                      </p:cBhvr>
                                      <p:to>
                                        <p:strVal val="visible"/>
                                      </p:to>
                                    </p:set>
                                    <p:animEffect transition="in" filter="dissolve">
                                      <p:cBhvr>
                                        <p:cTn id="84" dur="500"/>
                                        <p:tgtEl>
                                          <p:spTgt spid="52235"/>
                                        </p:tgtEl>
                                      </p:cBhvr>
                                    </p:animEffect>
                                  </p:childTnLst>
                                </p:cTn>
                              </p:par>
                            </p:childTnLst>
                          </p:cTn>
                        </p:par>
                        <p:par>
                          <p:cTn id="85" fill="hold" nodeType="afterGroup">
                            <p:stCondLst>
                              <p:cond delay="9500"/>
                            </p:stCondLst>
                            <p:childTnLst>
                              <p:par>
                                <p:cTn id="86" presetID="9" presetClass="entr" presetSubtype="0" fill="hold" grpId="0" nodeType="afterEffect">
                                  <p:stCondLst>
                                    <p:cond delay="0"/>
                                  </p:stCondLst>
                                  <p:childTnLst>
                                    <p:set>
                                      <p:cBhvr>
                                        <p:cTn id="87" dur="1" fill="hold">
                                          <p:stCondLst>
                                            <p:cond delay="0"/>
                                          </p:stCondLst>
                                        </p:cTn>
                                        <p:tgtEl>
                                          <p:spTgt spid="52236"/>
                                        </p:tgtEl>
                                        <p:attrNameLst>
                                          <p:attrName>style.visibility</p:attrName>
                                        </p:attrNameLst>
                                      </p:cBhvr>
                                      <p:to>
                                        <p:strVal val="visible"/>
                                      </p:to>
                                    </p:set>
                                    <p:animEffect transition="in" filter="dissolve">
                                      <p:cBhvr>
                                        <p:cTn id="88" dur="500"/>
                                        <p:tgtEl>
                                          <p:spTgt spid="52236"/>
                                        </p:tgtEl>
                                      </p:cBhvr>
                                    </p:animEffect>
                                  </p:childTnLst>
                                </p:cTn>
                              </p:par>
                            </p:childTnLst>
                          </p:cTn>
                        </p:par>
                        <p:par>
                          <p:cTn id="89" fill="hold" nodeType="afterGroup">
                            <p:stCondLst>
                              <p:cond delay="10000"/>
                            </p:stCondLst>
                            <p:childTnLst>
                              <p:par>
                                <p:cTn id="90" presetID="9" presetClass="entr" presetSubtype="0" fill="hold" grpId="0" nodeType="afterEffect">
                                  <p:stCondLst>
                                    <p:cond delay="0"/>
                                  </p:stCondLst>
                                  <p:childTnLst>
                                    <p:set>
                                      <p:cBhvr>
                                        <p:cTn id="91" dur="1" fill="hold">
                                          <p:stCondLst>
                                            <p:cond delay="0"/>
                                          </p:stCondLst>
                                        </p:cTn>
                                        <p:tgtEl>
                                          <p:spTgt spid="52237"/>
                                        </p:tgtEl>
                                        <p:attrNameLst>
                                          <p:attrName>style.visibility</p:attrName>
                                        </p:attrNameLst>
                                      </p:cBhvr>
                                      <p:to>
                                        <p:strVal val="visible"/>
                                      </p:to>
                                    </p:set>
                                    <p:animEffect transition="in" filter="dissolve">
                                      <p:cBhvr>
                                        <p:cTn id="92" dur="500"/>
                                        <p:tgtEl>
                                          <p:spTgt spid="52237"/>
                                        </p:tgtEl>
                                      </p:cBhvr>
                                    </p:animEffect>
                                  </p:childTnLst>
                                </p:cTn>
                              </p:par>
                            </p:childTnLst>
                          </p:cTn>
                        </p:par>
                        <p:par>
                          <p:cTn id="93" fill="hold" nodeType="afterGroup">
                            <p:stCondLst>
                              <p:cond delay="10500"/>
                            </p:stCondLst>
                            <p:childTnLst>
                              <p:par>
                                <p:cTn id="94" presetID="9" presetClass="entr" presetSubtype="0" fill="hold" grpId="0" nodeType="afterEffect">
                                  <p:stCondLst>
                                    <p:cond delay="0"/>
                                  </p:stCondLst>
                                  <p:childTnLst>
                                    <p:set>
                                      <p:cBhvr>
                                        <p:cTn id="95" dur="1" fill="hold">
                                          <p:stCondLst>
                                            <p:cond delay="0"/>
                                          </p:stCondLst>
                                        </p:cTn>
                                        <p:tgtEl>
                                          <p:spTgt spid="52242"/>
                                        </p:tgtEl>
                                        <p:attrNameLst>
                                          <p:attrName>style.visibility</p:attrName>
                                        </p:attrNameLst>
                                      </p:cBhvr>
                                      <p:to>
                                        <p:strVal val="visible"/>
                                      </p:to>
                                    </p:set>
                                    <p:animEffect transition="in" filter="dissolve">
                                      <p:cBhvr>
                                        <p:cTn id="96" dur="500"/>
                                        <p:tgtEl>
                                          <p:spTgt spid="52242"/>
                                        </p:tgtEl>
                                      </p:cBhvr>
                                    </p:animEffect>
                                  </p:childTnLst>
                                </p:cTn>
                              </p:par>
                            </p:childTnLst>
                          </p:cTn>
                        </p:par>
                        <p:par>
                          <p:cTn id="97" fill="hold" nodeType="afterGroup">
                            <p:stCondLst>
                              <p:cond delay="11000"/>
                            </p:stCondLst>
                            <p:childTnLst>
                              <p:par>
                                <p:cTn id="98" presetID="9" presetClass="entr" presetSubtype="0" fill="hold" grpId="0" nodeType="afterEffect">
                                  <p:stCondLst>
                                    <p:cond delay="0"/>
                                  </p:stCondLst>
                                  <p:childTnLst>
                                    <p:set>
                                      <p:cBhvr>
                                        <p:cTn id="99" dur="1" fill="hold">
                                          <p:stCondLst>
                                            <p:cond delay="0"/>
                                          </p:stCondLst>
                                        </p:cTn>
                                        <p:tgtEl>
                                          <p:spTgt spid="52243"/>
                                        </p:tgtEl>
                                        <p:attrNameLst>
                                          <p:attrName>style.visibility</p:attrName>
                                        </p:attrNameLst>
                                      </p:cBhvr>
                                      <p:to>
                                        <p:strVal val="visible"/>
                                      </p:to>
                                    </p:set>
                                    <p:animEffect transition="in" filter="dissolve">
                                      <p:cBhvr>
                                        <p:cTn id="100" dur="500"/>
                                        <p:tgtEl>
                                          <p:spTgt spid="52243"/>
                                        </p:tgtEl>
                                      </p:cBhvr>
                                    </p:animEffect>
                                  </p:childTnLst>
                                </p:cTn>
                              </p:par>
                            </p:childTnLst>
                          </p:cTn>
                        </p:par>
                        <p:par>
                          <p:cTn id="101" fill="hold" nodeType="afterGroup">
                            <p:stCondLst>
                              <p:cond delay="11500"/>
                            </p:stCondLst>
                            <p:childTnLst>
                              <p:par>
                                <p:cTn id="102" presetID="9" presetClass="entr" presetSubtype="0" fill="hold" grpId="0" nodeType="afterEffect">
                                  <p:stCondLst>
                                    <p:cond delay="0"/>
                                  </p:stCondLst>
                                  <p:childTnLst>
                                    <p:set>
                                      <p:cBhvr>
                                        <p:cTn id="103" dur="1" fill="hold">
                                          <p:stCondLst>
                                            <p:cond delay="0"/>
                                          </p:stCondLst>
                                        </p:cTn>
                                        <p:tgtEl>
                                          <p:spTgt spid="52244"/>
                                        </p:tgtEl>
                                        <p:attrNameLst>
                                          <p:attrName>style.visibility</p:attrName>
                                        </p:attrNameLst>
                                      </p:cBhvr>
                                      <p:to>
                                        <p:strVal val="visible"/>
                                      </p:to>
                                    </p:set>
                                    <p:animEffect transition="in" filter="dissolve">
                                      <p:cBhvr>
                                        <p:cTn id="104" dur="500"/>
                                        <p:tgtEl>
                                          <p:spTgt spid="52244"/>
                                        </p:tgtEl>
                                      </p:cBhvr>
                                    </p:animEffect>
                                  </p:childTnLst>
                                </p:cTn>
                              </p:par>
                            </p:childTnLst>
                          </p:cTn>
                        </p:par>
                        <p:par>
                          <p:cTn id="105" fill="hold" nodeType="afterGroup">
                            <p:stCondLst>
                              <p:cond delay="12000"/>
                            </p:stCondLst>
                            <p:childTnLst>
                              <p:par>
                                <p:cTn id="106" presetID="9" presetClass="entr" presetSubtype="0" fill="hold" grpId="0" nodeType="afterEffect">
                                  <p:stCondLst>
                                    <p:cond delay="0"/>
                                  </p:stCondLst>
                                  <p:childTnLst>
                                    <p:set>
                                      <p:cBhvr>
                                        <p:cTn id="107" dur="1" fill="hold">
                                          <p:stCondLst>
                                            <p:cond delay="0"/>
                                          </p:stCondLst>
                                        </p:cTn>
                                        <p:tgtEl>
                                          <p:spTgt spid="52245"/>
                                        </p:tgtEl>
                                        <p:attrNameLst>
                                          <p:attrName>style.visibility</p:attrName>
                                        </p:attrNameLst>
                                      </p:cBhvr>
                                      <p:to>
                                        <p:strVal val="visible"/>
                                      </p:to>
                                    </p:set>
                                    <p:animEffect transition="in" filter="dissolve">
                                      <p:cBhvr>
                                        <p:cTn id="108" dur="500"/>
                                        <p:tgtEl>
                                          <p:spTgt spid="52245"/>
                                        </p:tgtEl>
                                      </p:cBhvr>
                                    </p:animEffect>
                                  </p:childTnLst>
                                </p:cTn>
                              </p:par>
                            </p:childTnLst>
                          </p:cTn>
                        </p:par>
                        <p:par>
                          <p:cTn id="109" fill="hold" nodeType="afterGroup">
                            <p:stCondLst>
                              <p:cond delay="12500"/>
                            </p:stCondLst>
                            <p:childTnLst>
                              <p:par>
                                <p:cTn id="110" presetID="9" presetClass="entr" presetSubtype="0" fill="hold" grpId="0" nodeType="afterEffect">
                                  <p:stCondLst>
                                    <p:cond delay="0"/>
                                  </p:stCondLst>
                                  <p:childTnLst>
                                    <p:set>
                                      <p:cBhvr>
                                        <p:cTn id="111" dur="1" fill="hold">
                                          <p:stCondLst>
                                            <p:cond delay="0"/>
                                          </p:stCondLst>
                                        </p:cTn>
                                        <p:tgtEl>
                                          <p:spTgt spid="52246"/>
                                        </p:tgtEl>
                                        <p:attrNameLst>
                                          <p:attrName>style.visibility</p:attrName>
                                        </p:attrNameLst>
                                      </p:cBhvr>
                                      <p:to>
                                        <p:strVal val="visible"/>
                                      </p:to>
                                    </p:set>
                                    <p:animEffect transition="in" filter="dissolve">
                                      <p:cBhvr>
                                        <p:cTn id="112" dur="500"/>
                                        <p:tgtEl>
                                          <p:spTgt spid="52246"/>
                                        </p:tgtEl>
                                      </p:cBhvr>
                                    </p:animEffect>
                                  </p:childTnLst>
                                </p:cTn>
                              </p:par>
                            </p:childTnLst>
                          </p:cTn>
                        </p:par>
                        <p:par>
                          <p:cTn id="113" fill="hold" nodeType="afterGroup">
                            <p:stCondLst>
                              <p:cond delay="13000"/>
                            </p:stCondLst>
                            <p:childTnLst>
                              <p:par>
                                <p:cTn id="114" presetID="9" presetClass="entr" presetSubtype="0" fill="hold" grpId="0" nodeType="afterEffect">
                                  <p:stCondLst>
                                    <p:cond delay="0"/>
                                  </p:stCondLst>
                                  <p:childTnLst>
                                    <p:set>
                                      <p:cBhvr>
                                        <p:cTn id="115" dur="1" fill="hold">
                                          <p:stCondLst>
                                            <p:cond delay="0"/>
                                          </p:stCondLst>
                                        </p:cTn>
                                        <p:tgtEl>
                                          <p:spTgt spid="52247"/>
                                        </p:tgtEl>
                                        <p:attrNameLst>
                                          <p:attrName>style.visibility</p:attrName>
                                        </p:attrNameLst>
                                      </p:cBhvr>
                                      <p:to>
                                        <p:strVal val="visible"/>
                                      </p:to>
                                    </p:set>
                                    <p:animEffect transition="in" filter="dissolve">
                                      <p:cBhvr>
                                        <p:cTn id="116" dur="500"/>
                                        <p:tgtEl>
                                          <p:spTgt spid="52247"/>
                                        </p:tgtEl>
                                      </p:cBhvr>
                                    </p:animEffect>
                                  </p:childTnLst>
                                </p:cTn>
                              </p:par>
                            </p:childTnLst>
                          </p:cTn>
                        </p:par>
                        <p:par>
                          <p:cTn id="117" fill="hold" nodeType="afterGroup">
                            <p:stCondLst>
                              <p:cond delay="13500"/>
                            </p:stCondLst>
                            <p:childTnLst>
                              <p:par>
                                <p:cTn id="118" presetID="9" presetClass="entr" presetSubtype="0" fill="hold" grpId="0" nodeType="afterEffect">
                                  <p:stCondLst>
                                    <p:cond delay="0"/>
                                  </p:stCondLst>
                                  <p:childTnLst>
                                    <p:set>
                                      <p:cBhvr>
                                        <p:cTn id="119" dur="1" fill="hold">
                                          <p:stCondLst>
                                            <p:cond delay="0"/>
                                          </p:stCondLst>
                                        </p:cTn>
                                        <p:tgtEl>
                                          <p:spTgt spid="52248"/>
                                        </p:tgtEl>
                                        <p:attrNameLst>
                                          <p:attrName>style.visibility</p:attrName>
                                        </p:attrNameLst>
                                      </p:cBhvr>
                                      <p:to>
                                        <p:strVal val="visible"/>
                                      </p:to>
                                    </p:set>
                                    <p:animEffect transition="in" filter="dissolve">
                                      <p:cBhvr>
                                        <p:cTn id="120" dur="500"/>
                                        <p:tgtEl>
                                          <p:spTgt spid="52248"/>
                                        </p:tgtEl>
                                      </p:cBhvr>
                                    </p:animEffect>
                                  </p:childTnLst>
                                </p:cTn>
                              </p:par>
                            </p:childTnLst>
                          </p:cTn>
                        </p:par>
                        <p:par>
                          <p:cTn id="121" fill="hold" nodeType="afterGroup">
                            <p:stCondLst>
                              <p:cond delay="14000"/>
                            </p:stCondLst>
                            <p:childTnLst>
                              <p:par>
                                <p:cTn id="122" presetID="9" presetClass="entr" presetSubtype="0" fill="hold" grpId="0" nodeType="afterEffect">
                                  <p:stCondLst>
                                    <p:cond delay="0"/>
                                  </p:stCondLst>
                                  <p:childTnLst>
                                    <p:set>
                                      <p:cBhvr>
                                        <p:cTn id="123" dur="1" fill="hold">
                                          <p:stCondLst>
                                            <p:cond delay="0"/>
                                          </p:stCondLst>
                                        </p:cTn>
                                        <p:tgtEl>
                                          <p:spTgt spid="52249"/>
                                        </p:tgtEl>
                                        <p:attrNameLst>
                                          <p:attrName>style.visibility</p:attrName>
                                        </p:attrNameLst>
                                      </p:cBhvr>
                                      <p:to>
                                        <p:strVal val="visible"/>
                                      </p:to>
                                    </p:set>
                                    <p:animEffect transition="in" filter="dissolve">
                                      <p:cBhvr>
                                        <p:cTn id="124" dur="500"/>
                                        <p:tgtEl>
                                          <p:spTgt spid="52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6" grpId="0" autoUpdateAnimBg="0"/>
      <p:bldP spid="52228" grpId="0" autoUpdateAnimBg="0"/>
      <p:bldP spid="52229" grpId="0" autoUpdateAnimBg="0"/>
      <p:bldP spid="52230" grpId="0" autoUpdateAnimBg="0"/>
      <p:bldP spid="52231" grpId="0" autoUpdateAnimBg="0"/>
      <p:bldP spid="52232" grpId="0" autoUpdateAnimBg="0"/>
      <p:bldP spid="52233" grpId="0" autoUpdateAnimBg="0"/>
      <p:bldP spid="52234" grpId="0" autoUpdateAnimBg="0"/>
      <p:bldP spid="52235" grpId="0" autoUpdateAnimBg="0"/>
      <p:bldP spid="52236" grpId="0" autoUpdateAnimBg="0"/>
      <p:bldP spid="52237" grpId="0" autoUpdateAnimBg="0"/>
      <p:bldP spid="52242" grpId="0" autoUpdateAnimBg="0"/>
      <p:bldP spid="52243" grpId="0" autoUpdateAnimBg="0"/>
      <p:bldP spid="52244" grpId="0" autoUpdateAnimBg="0"/>
      <p:bldP spid="52245" grpId="0" autoUpdateAnimBg="0"/>
      <p:bldP spid="52246" grpId="0" autoUpdateAnimBg="0"/>
      <p:bldP spid="52247" grpId="0" autoUpdateAnimBg="0"/>
      <p:bldP spid="52248" grpId="0" autoUpdateAnimBg="0"/>
      <p:bldP spid="52249" grpId="0"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3250" name="AutoShape 2"/>
          <p:cNvSpPr>
            <a:spLocks/>
          </p:cNvSpPr>
          <p:nvPr/>
        </p:nvSpPr>
        <p:spPr bwMode="auto">
          <a:xfrm>
            <a:off x="2260600" y="3101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325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A81CE71-1414-4FE2-AF5D-2D07BB9CAA90}"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50</a:t>
            </a:fld>
            <a:endParaRPr lang="es-ES" altLang="en-US"/>
          </a:p>
        </p:txBody>
      </p:sp>
      <p:sp>
        <p:nvSpPr>
          <p:cNvPr id="53252" name="AutoShape 4"/>
          <p:cNvSpPr>
            <a:spLocks/>
          </p:cNvSpPr>
          <p:nvPr/>
        </p:nvSpPr>
        <p:spPr bwMode="auto">
          <a:xfrm>
            <a:off x="3302000" y="1265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People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Infographics</a:t>
            </a:r>
            <a:endParaRPr lang="es-ES" dirty="0">
              <a:solidFill>
                <a:schemeClr val="bg1">
                  <a:lumMod val="95000"/>
                </a:schemeClr>
              </a:solidFill>
              <a:ea typeface="ＭＳ Ｐゴシック" charset="0"/>
            </a:endParaRPr>
          </a:p>
        </p:txBody>
      </p:sp>
      <p:sp>
        <p:nvSpPr>
          <p:cNvPr id="53253" name="AutoShape 5"/>
          <p:cNvSpPr>
            <a:spLocks/>
          </p:cNvSpPr>
          <p:nvPr/>
        </p:nvSpPr>
        <p:spPr bwMode="auto">
          <a:xfrm>
            <a:off x="3314700" y="2298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3254" name="AutoShape 6"/>
          <p:cNvSpPr>
            <a:spLocks/>
          </p:cNvSpPr>
          <p:nvPr/>
        </p:nvSpPr>
        <p:spPr bwMode="auto">
          <a:xfrm>
            <a:off x="171831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3255" name="AutoShape 7"/>
          <p:cNvSpPr>
            <a:spLocks/>
          </p:cNvSpPr>
          <p:nvPr/>
        </p:nvSpPr>
        <p:spPr bwMode="auto">
          <a:xfrm>
            <a:off x="171831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3256" name="AutoShape 8"/>
          <p:cNvSpPr>
            <a:spLocks/>
          </p:cNvSpPr>
          <p:nvPr/>
        </p:nvSpPr>
        <p:spPr bwMode="auto">
          <a:xfrm>
            <a:off x="172339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3257" name="AutoShape 9"/>
          <p:cNvSpPr>
            <a:spLocks/>
          </p:cNvSpPr>
          <p:nvPr/>
        </p:nvSpPr>
        <p:spPr bwMode="auto">
          <a:xfrm>
            <a:off x="172085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58" name="AutoShape 10"/>
          <p:cNvSpPr>
            <a:spLocks/>
          </p:cNvSpPr>
          <p:nvPr/>
        </p:nvSpPr>
        <p:spPr bwMode="auto">
          <a:xfrm>
            <a:off x="171958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59" name="AutoShape 11"/>
          <p:cNvSpPr>
            <a:spLocks/>
          </p:cNvSpPr>
          <p:nvPr/>
        </p:nvSpPr>
        <p:spPr bwMode="auto">
          <a:xfrm>
            <a:off x="172593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60" name="AutoShape 12"/>
          <p:cNvSpPr>
            <a:spLocks/>
          </p:cNvSpPr>
          <p:nvPr/>
        </p:nvSpPr>
        <p:spPr bwMode="auto">
          <a:xfrm>
            <a:off x="172339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3261" name="AutoShape 13"/>
          <p:cNvSpPr>
            <a:spLocks/>
          </p:cNvSpPr>
          <p:nvPr/>
        </p:nvSpPr>
        <p:spPr bwMode="auto">
          <a:xfrm>
            <a:off x="172593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62" name="AutoShape 14"/>
          <p:cNvSpPr>
            <a:spLocks/>
          </p:cNvSpPr>
          <p:nvPr/>
        </p:nvSpPr>
        <p:spPr bwMode="auto">
          <a:xfrm>
            <a:off x="16530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3" name="AutoShape 15"/>
          <p:cNvSpPr>
            <a:spLocks/>
          </p:cNvSpPr>
          <p:nvPr/>
        </p:nvSpPr>
        <p:spPr bwMode="auto">
          <a:xfrm>
            <a:off x="16530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4" name="AutoShape 16"/>
          <p:cNvSpPr>
            <a:spLocks/>
          </p:cNvSpPr>
          <p:nvPr/>
        </p:nvSpPr>
        <p:spPr bwMode="auto">
          <a:xfrm>
            <a:off x="16530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5" name="AutoShape 17"/>
          <p:cNvSpPr>
            <a:spLocks/>
          </p:cNvSpPr>
          <p:nvPr/>
        </p:nvSpPr>
        <p:spPr bwMode="auto">
          <a:xfrm>
            <a:off x="16530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6" name="AutoShape 18"/>
          <p:cNvSpPr>
            <a:spLocks/>
          </p:cNvSpPr>
          <p:nvPr/>
        </p:nvSpPr>
        <p:spPr bwMode="auto">
          <a:xfrm>
            <a:off x="8502650" y="5195888"/>
            <a:ext cx="512763" cy="1265237"/>
          </a:xfrm>
          <a:custGeom>
            <a:avLst/>
            <a:gdLst>
              <a:gd name="T0" fmla="*/ 256382 w 21600"/>
              <a:gd name="T1" fmla="*/ 632619 h 21600"/>
              <a:gd name="T2" fmla="*/ 256382 w 21600"/>
              <a:gd name="T3" fmla="*/ 632619 h 21600"/>
              <a:gd name="T4" fmla="*/ 256382 w 21600"/>
              <a:gd name="T5" fmla="*/ 632619 h 21600"/>
              <a:gd name="T6" fmla="*/ 256382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67" name="AutoShape 19"/>
          <p:cNvSpPr>
            <a:spLocks/>
          </p:cNvSpPr>
          <p:nvPr/>
        </p:nvSpPr>
        <p:spPr bwMode="auto">
          <a:xfrm>
            <a:off x="5229225" y="5195888"/>
            <a:ext cx="514350" cy="1265237"/>
          </a:xfrm>
          <a:custGeom>
            <a:avLst/>
            <a:gdLst>
              <a:gd name="T0" fmla="*/ 257175 w 21600"/>
              <a:gd name="T1" fmla="*/ 632619 h 21600"/>
              <a:gd name="T2" fmla="*/ 257175 w 21600"/>
              <a:gd name="T3" fmla="*/ 632619 h 21600"/>
              <a:gd name="T4" fmla="*/ 257175 w 21600"/>
              <a:gd name="T5" fmla="*/ 632619 h 21600"/>
              <a:gd name="T6" fmla="*/ 257175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49" y="2676"/>
                  <a:pt x="13949" y="3138"/>
                </a:cubicBezTo>
                <a:cubicBezTo>
                  <a:pt x="13049" y="3507"/>
                  <a:pt x="11924" y="3692"/>
                  <a:pt x="10800" y="3692"/>
                </a:cubicBezTo>
                <a:cubicBezTo>
                  <a:pt x="9674" y="3692"/>
                  <a:pt x="8550" y="3507"/>
                  <a:pt x="7649" y="3138"/>
                </a:cubicBezTo>
                <a:cubicBezTo>
                  <a:pt x="6750" y="2676"/>
                  <a:pt x="6299" y="2307"/>
                  <a:pt x="6299" y="1753"/>
                </a:cubicBezTo>
                <a:cubicBezTo>
                  <a:pt x="6299" y="1292"/>
                  <a:pt x="6750" y="830"/>
                  <a:pt x="7649" y="553"/>
                </a:cubicBezTo>
                <a:cubicBezTo>
                  <a:pt x="8550" y="184"/>
                  <a:pt x="9674" y="0"/>
                  <a:pt x="10800" y="0"/>
                </a:cubicBezTo>
                <a:cubicBezTo>
                  <a:pt x="11924" y="0"/>
                  <a:pt x="13049" y="184"/>
                  <a:pt x="13949" y="553"/>
                </a:cubicBezTo>
                <a:cubicBezTo>
                  <a:pt x="14849" y="830"/>
                  <a:pt x="15299" y="1292"/>
                  <a:pt x="15299"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749" y="21600"/>
                  <a:pt x="13949" y="21600"/>
                </a:cubicBezTo>
                <a:cubicBezTo>
                  <a:pt x="12375"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449" y="21600"/>
                  <a:pt x="7649" y="21600"/>
                </a:cubicBezTo>
                <a:cubicBezTo>
                  <a:pt x="6074" y="21600"/>
                  <a:pt x="5175" y="21323"/>
                  <a:pt x="5175" y="20676"/>
                </a:cubicBezTo>
                <a:cubicBezTo>
                  <a:pt x="5175" y="6369"/>
                  <a:pt x="5175" y="6369"/>
                  <a:pt x="5175" y="6369"/>
                </a:cubicBezTo>
                <a:cubicBezTo>
                  <a:pt x="4275" y="6369"/>
                  <a:pt x="4275" y="6369"/>
                  <a:pt x="4275" y="6369"/>
                </a:cubicBezTo>
                <a:cubicBezTo>
                  <a:pt x="4275" y="12369"/>
                  <a:pt x="4275" y="12369"/>
                  <a:pt x="4275" y="12369"/>
                </a:cubicBezTo>
                <a:cubicBezTo>
                  <a:pt x="4275" y="12923"/>
                  <a:pt x="3374" y="13199"/>
                  <a:pt x="2024" y="13199"/>
                </a:cubicBezTo>
                <a:cubicBezTo>
                  <a:pt x="674" y="13199"/>
                  <a:pt x="0" y="12923"/>
                  <a:pt x="0" y="12369"/>
                </a:cubicBezTo>
                <a:cubicBezTo>
                  <a:pt x="0" y="5538"/>
                  <a:pt x="0" y="5538"/>
                  <a:pt x="0" y="5538"/>
                </a:cubicBezTo>
                <a:cubicBezTo>
                  <a:pt x="0" y="4430"/>
                  <a:pt x="2024" y="3876"/>
                  <a:pt x="5625" y="3876"/>
                </a:cubicBezTo>
                <a:cubicBezTo>
                  <a:pt x="15975" y="3876"/>
                  <a:pt x="15975" y="3876"/>
                  <a:pt x="15975" y="3876"/>
                </a:cubicBezTo>
                <a:cubicBezTo>
                  <a:pt x="19799"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68" name="AutoShape 20"/>
          <p:cNvSpPr>
            <a:spLocks/>
          </p:cNvSpPr>
          <p:nvPr/>
        </p:nvSpPr>
        <p:spPr bwMode="auto">
          <a:xfrm>
            <a:off x="4146550" y="5195888"/>
            <a:ext cx="511175" cy="1265237"/>
          </a:xfrm>
          <a:custGeom>
            <a:avLst/>
            <a:gdLst>
              <a:gd name="T0" fmla="*/ 255588 w 21600"/>
              <a:gd name="T1" fmla="*/ 632619 h 21600"/>
              <a:gd name="T2" fmla="*/ 255588 w 21600"/>
              <a:gd name="T3" fmla="*/ 632619 h 21600"/>
              <a:gd name="T4" fmla="*/ 255588 w 21600"/>
              <a:gd name="T5" fmla="*/ 632619 h 21600"/>
              <a:gd name="T6" fmla="*/ 255588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69" name="AutoShape 21"/>
          <p:cNvSpPr>
            <a:spLocks/>
          </p:cNvSpPr>
          <p:nvPr/>
        </p:nvSpPr>
        <p:spPr bwMode="auto">
          <a:xfrm>
            <a:off x="9593263" y="5195888"/>
            <a:ext cx="515937" cy="1265237"/>
          </a:xfrm>
          <a:custGeom>
            <a:avLst/>
            <a:gdLst>
              <a:gd name="T0" fmla="*/ 257969 w 21600"/>
              <a:gd name="T1" fmla="*/ 632619 h 21600"/>
              <a:gd name="T2" fmla="*/ 257969 w 21600"/>
              <a:gd name="T3" fmla="*/ 632619 h 21600"/>
              <a:gd name="T4" fmla="*/ 257969 w 21600"/>
              <a:gd name="T5" fmla="*/ 632619 h 21600"/>
              <a:gd name="T6" fmla="*/ 257969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004" y="12276"/>
                  <a:pt x="10004" y="12276"/>
                  <a:pt x="10004" y="12276"/>
                </a:cubicBezTo>
                <a:cubicBezTo>
                  <a:pt x="10004" y="20676"/>
                  <a:pt x="10004" y="20676"/>
                  <a:pt x="10004" y="20676"/>
                </a:cubicBezTo>
                <a:cubicBezTo>
                  <a:pt x="10004"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0" name="AutoShape 22"/>
          <p:cNvSpPr>
            <a:spLocks/>
          </p:cNvSpPr>
          <p:nvPr/>
        </p:nvSpPr>
        <p:spPr bwMode="auto">
          <a:xfrm>
            <a:off x="6318250" y="5195888"/>
            <a:ext cx="520700" cy="1265237"/>
          </a:xfrm>
          <a:custGeom>
            <a:avLst/>
            <a:gdLst>
              <a:gd name="T0" fmla="*/ 260350 w 21600"/>
              <a:gd name="T1" fmla="*/ 632619 h 21600"/>
              <a:gd name="T2" fmla="*/ 260350 w 21600"/>
              <a:gd name="T3" fmla="*/ 632619 h 21600"/>
              <a:gd name="T4" fmla="*/ 260350 w 21600"/>
              <a:gd name="T5" fmla="*/ 632619 h 21600"/>
              <a:gd name="T6" fmla="*/ 260350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50" y="2676"/>
                  <a:pt x="13950" y="3138"/>
                </a:cubicBezTo>
                <a:cubicBezTo>
                  <a:pt x="13050" y="3507"/>
                  <a:pt x="11925" y="3692"/>
                  <a:pt x="10800" y="3692"/>
                </a:cubicBezTo>
                <a:cubicBezTo>
                  <a:pt x="9675"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850" y="830"/>
                  <a:pt x="15299" y="1292"/>
                  <a:pt x="15299"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750" y="21600"/>
                  <a:pt x="13950" y="21600"/>
                </a:cubicBezTo>
                <a:cubicBezTo>
                  <a:pt x="12375"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450" y="21600"/>
                  <a:pt x="7650" y="21600"/>
                </a:cubicBezTo>
                <a:cubicBezTo>
                  <a:pt x="6075"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2025" y="3876"/>
                  <a:pt x="5625" y="3876"/>
                </a:cubicBezTo>
                <a:cubicBezTo>
                  <a:pt x="15975" y="3876"/>
                  <a:pt x="15975" y="3876"/>
                  <a:pt x="15975" y="3876"/>
                </a:cubicBezTo>
                <a:cubicBezTo>
                  <a:pt x="19800" y="3876"/>
                  <a:pt x="21599" y="4430"/>
                  <a:pt x="21599" y="5538"/>
                </a:cubicBezTo>
                <a:lnTo>
                  <a:pt x="21599"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1" name="AutoShape 23"/>
          <p:cNvSpPr>
            <a:spLocks/>
          </p:cNvSpPr>
          <p:nvPr/>
        </p:nvSpPr>
        <p:spPr bwMode="auto">
          <a:xfrm>
            <a:off x="7408863" y="5195888"/>
            <a:ext cx="515937" cy="1265237"/>
          </a:xfrm>
          <a:custGeom>
            <a:avLst/>
            <a:gdLst>
              <a:gd name="T0" fmla="*/ 257969 w 21600"/>
              <a:gd name="T1" fmla="*/ 632619 h 21600"/>
              <a:gd name="T2" fmla="*/ 257969 w 21600"/>
              <a:gd name="T3" fmla="*/ 632619 h 21600"/>
              <a:gd name="T4" fmla="*/ 257969 w 21600"/>
              <a:gd name="T5" fmla="*/ 632619 h 21600"/>
              <a:gd name="T6" fmla="*/ 257969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2" name="AutoShape 24"/>
          <p:cNvSpPr>
            <a:spLocks/>
          </p:cNvSpPr>
          <p:nvPr/>
        </p:nvSpPr>
        <p:spPr bwMode="auto">
          <a:xfrm>
            <a:off x="9053513" y="5195888"/>
            <a:ext cx="520700" cy="1265237"/>
          </a:xfrm>
          <a:custGeom>
            <a:avLst/>
            <a:gdLst>
              <a:gd name="T0" fmla="*/ 260350 w 21600"/>
              <a:gd name="T1" fmla="*/ 632619 h 21600"/>
              <a:gd name="T2" fmla="*/ 260350 w 21600"/>
              <a:gd name="T3" fmla="*/ 632619 h 21600"/>
              <a:gd name="T4" fmla="*/ 260350 w 21600"/>
              <a:gd name="T5" fmla="*/ 632619 h 21600"/>
              <a:gd name="T6" fmla="*/ 260350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3" name="AutoShape 25"/>
          <p:cNvSpPr>
            <a:spLocks/>
          </p:cNvSpPr>
          <p:nvPr/>
        </p:nvSpPr>
        <p:spPr bwMode="auto">
          <a:xfrm>
            <a:off x="5783263" y="5195888"/>
            <a:ext cx="511175" cy="1265237"/>
          </a:xfrm>
          <a:custGeom>
            <a:avLst/>
            <a:gdLst>
              <a:gd name="T0" fmla="*/ 255588 w 21600"/>
              <a:gd name="T1" fmla="*/ 632619 h 21600"/>
              <a:gd name="T2" fmla="*/ 255588 w 21600"/>
              <a:gd name="T3" fmla="*/ 632619 h 21600"/>
              <a:gd name="T4" fmla="*/ 255588 w 21600"/>
              <a:gd name="T5" fmla="*/ 632619 h 21600"/>
              <a:gd name="T6" fmla="*/ 255588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730"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595" y="21323"/>
                  <a:pt x="11595" y="20676"/>
                </a:cubicBezTo>
                <a:cubicBezTo>
                  <a:pt x="11595" y="12276"/>
                  <a:pt x="11595" y="12276"/>
                  <a:pt x="11595" y="12276"/>
                </a:cubicBezTo>
                <a:cubicBezTo>
                  <a:pt x="10231" y="12276"/>
                  <a:pt x="10231" y="12276"/>
                  <a:pt x="10231" y="12276"/>
                </a:cubicBezTo>
                <a:cubicBezTo>
                  <a:pt x="10231" y="20676"/>
                  <a:pt x="10231" y="20676"/>
                  <a:pt x="10231" y="20676"/>
                </a:cubicBezTo>
                <a:cubicBezTo>
                  <a:pt x="10231" y="21323"/>
                  <a:pt x="9322" y="21600"/>
                  <a:pt x="7730"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4" name="AutoShape 26"/>
          <p:cNvSpPr>
            <a:spLocks/>
          </p:cNvSpPr>
          <p:nvPr/>
        </p:nvSpPr>
        <p:spPr bwMode="auto">
          <a:xfrm>
            <a:off x="4697413" y="5195888"/>
            <a:ext cx="519112" cy="1265237"/>
          </a:xfrm>
          <a:custGeom>
            <a:avLst/>
            <a:gdLst>
              <a:gd name="T0" fmla="*/ 259556 w 21600"/>
              <a:gd name="T1" fmla="*/ 632619 h 21600"/>
              <a:gd name="T2" fmla="*/ 259556 w 21600"/>
              <a:gd name="T3" fmla="*/ 632619 h 21600"/>
              <a:gd name="T4" fmla="*/ 259556 w 21600"/>
              <a:gd name="T5" fmla="*/ 632619 h 21600"/>
              <a:gd name="T6" fmla="*/ 259556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5" name="AutoShape 27"/>
          <p:cNvSpPr>
            <a:spLocks/>
          </p:cNvSpPr>
          <p:nvPr/>
        </p:nvSpPr>
        <p:spPr bwMode="auto">
          <a:xfrm>
            <a:off x="10144125" y="5195888"/>
            <a:ext cx="519113" cy="1265237"/>
          </a:xfrm>
          <a:custGeom>
            <a:avLst/>
            <a:gdLst>
              <a:gd name="T0" fmla="*/ 259557 w 21600"/>
              <a:gd name="T1" fmla="*/ 632619 h 21600"/>
              <a:gd name="T2" fmla="*/ 259557 w 21600"/>
              <a:gd name="T3" fmla="*/ 632619 h 21600"/>
              <a:gd name="T4" fmla="*/ 259557 w 21600"/>
              <a:gd name="T5" fmla="*/ 632619 h 21600"/>
              <a:gd name="T6" fmla="*/ 259557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350" y="13199"/>
                </a:cubicBezTo>
                <a:cubicBezTo>
                  <a:pt x="18000"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6" name="AutoShape 28"/>
          <p:cNvSpPr>
            <a:spLocks/>
          </p:cNvSpPr>
          <p:nvPr/>
        </p:nvSpPr>
        <p:spPr bwMode="auto">
          <a:xfrm>
            <a:off x="6873875" y="5195888"/>
            <a:ext cx="515938" cy="1265237"/>
          </a:xfrm>
          <a:custGeom>
            <a:avLst/>
            <a:gdLst>
              <a:gd name="T0" fmla="*/ 257969 w 21600"/>
              <a:gd name="T1" fmla="*/ 632619 h 21600"/>
              <a:gd name="T2" fmla="*/ 257969 w 21600"/>
              <a:gd name="T3" fmla="*/ 632619 h 21600"/>
              <a:gd name="T4" fmla="*/ 257969 w 21600"/>
              <a:gd name="T5" fmla="*/ 632619 h 21600"/>
              <a:gd name="T6" fmla="*/ 257969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7" name="AutoShape 29"/>
          <p:cNvSpPr>
            <a:spLocks/>
          </p:cNvSpPr>
          <p:nvPr/>
        </p:nvSpPr>
        <p:spPr bwMode="auto">
          <a:xfrm>
            <a:off x="7964488" y="5195888"/>
            <a:ext cx="514350" cy="1265237"/>
          </a:xfrm>
          <a:custGeom>
            <a:avLst/>
            <a:gdLst>
              <a:gd name="T0" fmla="*/ 257175 w 21600"/>
              <a:gd name="T1" fmla="*/ 632619 h 21600"/>
              <a:gd name="T2" fmla="*/ 257175 w 21600"/>
              <a:gd name="T3" fmla="*/ 632619 h 21600"/>
              <a:gd name="T4" fmla="*/ 257175 w 21600"/>
              <a:gd name="T5" fmla="*/ 632619 h 21600"/>
              <a:gd name="T6" fmla="*/ 257175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849" y="2676"/>
                  <a:pt x="13949" y="3138"/>
                </a:cubicBezTo>
                <a:cubicBezTo>
                  <a:pt x="13049" y="3507"/>
                  <a:pt x="11924" y="3692"/>
                  <a:pt x="10800" y="3692"/>
                </a:cubicBezTo>
                <a:cubicBezTo>
                  <a:pt x="9449" y="3692"/>
                  <a:pt x="8550" y="3507"/>
                  <a:pt x="7649" y="3138"/>
                </a:cubicBezTo>
                <a:cubicBezTo>
                  <a:pt x="6750" y="2676"/>
                  <a:pt x="6299" y="2307"/>
                  <a:pt x="6299" y="1753"/>
                </a:cubicBezTo>
                <a:cubicBezTo>
                  <a:pt x="6299" y="1292"/>
                  <a:pt x="6750" y="830"/>
                  <a:pt x="7649" y="553"/>
                </a:cubicBezTo>
                <a:cubicBezTo>
                  <a:pt x="8550" y="184"/>
                  <a:pt x="9449" y="0"/>
                  <a:pt x="10800" y="0"/>
                </a:cubicBezTo>
                <a:cubicBezTo>
                  <a:pt x="11924" y="0"/>
                  <a:pt x="13049" y="184"/>
                  <a:pt x="13949" y="553"/>
                </a:cubicBezTo>
                <a:cubicBezTo>
                  <a:pt x="14849" y="830"/>
                  <a:pt x="15075" y="1292"/>
                  <a:pt x="15075"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525" y="21600"/>
                  <a:pt x="13949" y="21600"/>
                </a:cubicBezTo>
                <a:cubicBezTo>
                  <a:pt x="12149"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225" y="21600"/>
                  <a:pt x="7649" y="21600"/>
                </a:cubicBezTo>
                <a:cubicBezTo>
                  <a:pt x="5849" y="21600"/>
                  <a:pt x="5175" y="21323"/>
                  <a:pt x="5175" y="20676"/>
                </a:cubicBezTo>
                <a:cubicBezTo>
                  <a:pt x="5175" y="6369"/>
                  <a:pt x="5175" y="6369"/>
                  <a:pt x="5175" y="6369"/>
                </a:cubicBezTo>
                <a:cubicBezTo>
                  <a:pt x="4049" y="6369"/>
                  <a:pt x="4049" y="6369"/>
                  <a:pt x="4049" y="6369"/>
                </a:cubicBezTo>
                <a:cubicBezTo>
                  <a:pt x="4049" y="12369"/>
                  <a:pt x="4049" y="12369"/>
                  <a:pt x="4049" y="12369"/>
                </a:cubicBezTo>
                <a:cubicBezTo>
                  <a:pt x="4049" y="12923"/>
                  <a:pt x="3374" y="13199"/>
                  <a:pt x="2024" y="13199"/>
                </a:cubicBezTo>
                <a:cubicBezTo>
                  <a:pt x="674" y="13199"/>
                  <a:pt x="0" y="12923"/>
                  <a:pt x="0" y="12369"/>
                </a:cubicBezTo>
                <a:cubicBezTo>
                  <a:pt x="0" y="5538"/>
                  <a:pt x="0" y="5538"/>
                  <a:pt x="0" y="5538"/>
                </a:cubicBezTo>
                <a:cubicBezTo>
                  <a:pt x="0" y="4430"/>
                  <a:pt x="1799" y="3876"/>
                  <a:pt x="5625" y="3876"/>
                </a:cubicBezTo>
                <a:cubicBezTo>
                  <a:pt x="15975" y="3876"/>
                  <a:pt x="15975" y="3876"/>
                  <a:pt x="15975" y="3876"/>
                </a:cubicBezTo>
                <a:cubicBezTo>
                  <a:pt x="19575"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8" name="AutoShape 30"/>
          <p:cNvSpPr>
            <a:spLocks/>
          </p:cNvSpPr>
          <p:nvPr/>
        </p:nvSpPr>
        <p:spPr bwMode="auto">
          <a:xfrm>
            <a:off x="10731500" y="5195888"/>
            <a:ext cx="514350" cy="1265237"/>
          </a:xfrm>
          <a:custGeom>
            <a:avLst/>
            <a:gdLst>
              <a:gd name="T0" fmla="*/ 257175 w 21600"/>
              <a:gd name="T1" fmla="*/ 632619 h 21600"/>
              <a:gd name="T2" fmla="*/ 257175 w 21600"/>
              <a:gd name="T3" fmla="*/ 632619 h 21600"/>
              <a:gd name="T4" fmla="*/ 257175 w 21600"/>
              <a:gd name="T5" fmla="*/ 632619 h 21600"/>
              <a:gd name="T6" fmla="*/ 257175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9" name="AutoShape 31"/>
          <p:cNvSpPr>
            <a:spLocks/>
          </p:cNvSpPr>
          <p:nvPr/>
        </p:nvSpPr>
        <p:spPr bwMode="auto">
          <a:xfrm>
            <a:off x="11825288" y="5195888"/>
            <a:ext cx="511175" cy="1265237"/>
          </a:xfrm>
          <a:custGeom>
            <a:avLst/>
            <a:gdLst>
              <a:gd name="T0" fmla="*/ 255588 w 21600"/>
              <a:gd name="T1" fmla="*/ 632619 h 21600"/>
              <a:gd name="T2" fmla="*/ 255588 w 21600"/>
              <a:gd name="T3" fmla="*/ 632619 h 21600"/>
              <a:gd name="T4" fmla="*/ 255588 w 21600"/>
              <a:gd name="T5" fmla="*/ 632619 h 21600"/>
              <a:gd name="T6" fmla="*/ 255588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0" name="AutoShape 32"/>
          <p:cNvSpPr>
            <a:spLocks/>
          </p:cNvSpPr>
          <p:nvPr/>
        </p:nvSpPr>
        <p:spPr bwMode="auto">
          <a:xfrm>
            <a:off x="11282363" y="5195888"/>
            <a:ext cx="519112" cy="1265237"/>
          </a:xfrm>
          <a:custGeom>
            <a:avLst/>
            <a:gdLst>
              <a:gd name="T0" fmla="*/ 259556 w 21600"/>
              <a:gd name="T1" fmla="*/ 632619 h 21600"/>
              <a:gd name="T2" fmla="*/ 259556 w 21600"/>
              <a:gd name="T3" fmla="*/ 632619 h 21600"/>
              <a:gd name="T4" fmla="*/ 259556 w 21600"/>
              <a:gd name="T5" fmla="*/ 632619 h 21600"/>
              <a:gd name="T6" fmla="*/ 259556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1" name="AutoShape 33"/>
          <p:cNvSpPr>
            <a:spLocks/>
          </p:cNvSpPr>
          <p:nvPr/>
        </p:nvSpPr>
        <p:spPr bwMode="auto">
          <a:xfrm>
            <a:off x="12376150" y="5195888"/>
            <a:ext cx="519113" cy="1265237"/>
          </a:xfrm>
          <a:custGeom>
            <a:avLst/>
            <a:gdLst>
              <a:gd name="T0" fmla="*/ 259557 w 21600"/>
              <a:gd name="T1" fmla="*/ 632619 h 21600"/>
              <a:gd name="T2" fmla="*/ 259557 w 21600"/>
              <a:gd name="T3" fmla="*/ 632619 h 21600"/>
              <a:gd name="T4" fmla="*/ 259557 w 21600"/>
              <a:gd name="T5" fmla="*/ 632619 h 21600"/>
              <a:gd name="T6" fmla="*/ 259557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2" name="AutoShape 34"/>
          <p:cNvSpPr>
            <a:spLocks/>
          </p:cNvSpPr>
          <p:nvPr/>
        </p:nvSpPr>
        <p:spPr bwMode="auto">
          <a:xfrm>
            <a:off x="8502650" y="7637463"/>
            <a:ext cx="512763" cy="1263650"/>
          </a:xfrm>
          <a:custGeom>
            <a:avLst/>
            <a:gdLst>
              <a:gd name="T0" fmla="*/ 256382 w 21600"/>
              <a:gd name="T1" fmla="*/ 631825 h 21600"/>
              <a:gd name="T2" fmla="*/ 256382 w 21600"/>
              <a:gd name="T3" fmla="*/ 631825 h 21600"/>
              <a:gd name="T4" fmla="*/ 256382 w 21600"/>
              <a:gd name="T5" fmla="*/ 631825 h 21600"/>
              <a:gd name="T6" fmla="*/ 256382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3" name="AutoShape 35"/>
          <p:cNvSpPr>
            <a:spLocks/>
          </p:cNvSpPr>
          <p:nvPr/>
        </p:nvSpPr>
        <p:spPr bwMode="auto">
          <a:xfrm>
            <a:off x="5229225" y="7637463"/>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49" y="2676"/>
                  <a:pt x="13949" y="3138"/>
                </a:cubicBezTo>
                <a:cubicBezTo>
                  <a:pt x="13049" y="3507"/>
                  <a:pt x="11924" y="3692"/>
                  <a:pt x="10800" y="3692"/>
                </a:cubicBezTo>
                <a:cubicBezTo>
                  <a:pt x="9674" y="3692"/>
                  <a:pt x="8550" y="3507"/>
                  <a:pt x="7649" y="3138"/>
                </a:cubicBezTo>
                <a:cubicBezTo>
                  <a:pt x="6750" y="2676"/>
                  <a:pt x="6299" y="2307"/>
                  <a:pt x="6299" y="1753"/>
                </a:cubicBezTo>
                <a:cubicBezTo>
                  <a:pt x="6299" y="1292"/>
                  <a:pt x="6750" y="830"/>
                  <a:pt x="7649" y="553"/>
                </a:cubicBezTo>
                <a:cubicBezTo>
                  <a:pt x="8550" y="184"/>
                  <a:pt x="9674" y="0"/>
                  <a:pt x="10800" y="0"/>
                </a:cubicBezTo>
                <a:cubicBezTo>
                  <a:pt x="11924" y="0"/>
                  <a:pt x="13049" y="184"/>
                  <a:pt x="13949" y="553"/>
                </a:cubicBezTo>
                <a:cubicBezTo>
                  <a:pt x="14849" y="830"/>
                  <a:pt x="15299" y="1292"/>
                  <a:pt x="15299"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749" y="21600"/>
                  <a:pt x="13949" y="21600"/>
                </a:cubicBezTo>
                <a:cubicBezTo>
                  <a:pt x="12375"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449" y="21600"/>
                  <a:pt x="7649" y="21600"/>
                </a:cubicBezTo>
                <a:cubicBezTo>
                  <a:pt x="6074" y="21600"/>
                  <a:pt x="5175" y="21323"/>
                  <a:pt x="5175" y="20676"/>
                </a:cubicBezTo>
                <a:cubicBezTo>
                  <a:pt x="5175" y="6369"/>
                  <a:pt x="5175" y="6369"/>
                  <a:pt x="5175" y="6369"/>
                </a:cubicBezTo>
                <a:cubicBezTo>
                  <a:pt x="4275" y="6369"/>
                  <a:pt x="4275" y="6369"/>
                  <a:pt x="4275" y="6369"/>
                </a:cubicBezTo>
                <a:cubicBezTo>
                  <a:pt x="4275" y="12369"/>
                  <a:pt x="4275" y="12369"/>
                  <a:pt x="4275" y="12369"/>
                </a:cubicBezTo>
                <a:cubicBezTo>
                  <a:pt x="4275" y="12923"/>
                  <a:pt x="3374" y="13199"/>
                  <a:pt x="2024" y="13199"/>
                </a:cubicBezTo>
                <a:cubicBezTo>
                  <a:pt x="674" y="13199"/>
                  <a:pt x="0" y="12923"/>
                  <a:pt x="0" y="12369"/>
                </a:cubicBezTo>
                <a:cubicBezTo>
                  <a:pt x="0" y="5538"/>
                  <a:pt x="0" y="5538"/>
                  <a:pt x="0" y="5538"/>
                </a:cubicBezTo>
                <a:cubicBezTo>
                  <a:pt x="0" y="4430"/>
                  <a:pt x="2024" y="3876"/>
                  <a:pt x="5625" y="3876"/>
                </a:cubicBezTo>
                <a:cubicBezTo>
                  <a:pt x="15975" y="3876"/>
                  <a:pt x="15975" y="3876"/>
                  <a:pt x="15975" y="3876"/>
                </a:cubicBezTo>
                <a:cubicBezTo>
                  <a:pt x="19799"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4" name="AutoShape 36"/>
          <p:cNvSpPr>
            <a:spLocks/>
          </p:cNvSpPr>
          <p:nvPr/>
        </p:nvSpPr>
        <p:spPr bwMode="auto">
          <a:xfrm>
            <a:off x="4146550" y="7637463"/>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5" name="AutoShape 37"/>
          <p:cNvSpPr>
            <a:spLocks/>
          </p:cNvSpPr>
          <p:nvPr/>
        </p:nvSpPr>
        <p:spPr bwMode="auto">
          <a:xfrm>
            <a:off x="9593263" y="7637463"/>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004" y="12276"/>
                  <a:pt x="10004" y="12276"/>
                  <a:pt x="10004" y="12276"/>
                </a:cubicBezTo>
                <a:cubicBezTo>
                  <a:pt x="10004" y="20676"/>
                  <a:pt x="10004" y="20676"/>
                  <a:pt x="10004" y="20676"/>
                </a:cubicBezTo>
                <a:cubicBezTo>
                  <a:pt x="10004"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6" name="AutoShape 38"/>
          <p:cNvSpPr>
            <a:spLocks/>
          </p:cNvSpPr>
          <p:nvPr/>
        </p:nvSpPr>
        <p:spPr bwMode="auto">
          <a:xfrm>
            <a:off x="6318250" y="7637463"/>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50" y="2676"/>
                  <a:pt x="13950" y="3138"/>
                </a:cubicBezTo>
                <a:cubicBezTo>
                  <a:pt x="13050" y="3507"/>
                  <a:pt x="11925" y="3692"/>
                  <a:pt x="10800" y="3692"/>
                </a:cubicBezTo>
                <a:cubicBezTo>
                  <a:pt x="9675"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850" y="830"/>
                  <a:pt x="15299" y="1292"/>
                  <a:pt x="15299"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750" y="21600"/>
                  <a:pt x="13950" y="21600"/>
                </a:cubicBezTo>
                <a:cubicBezTo>
                  <a:pt x="12375"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450" y="21600"/>
                  <a:pt x="7650" y="21600"/>
                </a:cubicBezTo>
                <a:cubicBezTo>
                  <a:pt x="6075"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2025" y="3876"/>
                  <a:pt x="5625" y="3876"/>
                </a:cubicBezTo>
                <a:cubicBezTo>
                  <a:pt x="15975" y="3876"/>
                  <a:pt x="15975" y="3876"/>
                  <a:pt x="15975" y="3876"/>
                </a:cubicBezTo>
                <a:cubicBezTo>
                  <a:pt x="19800"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7" name="AutoShape 39"/>
          <p:cNvSpPr>
            <a:spLocks/>
          </p:cNvSpPr>
          <p:nvPr/>
        </p:nvSpPr>
        <p:spPr bwMode="auto">
          <a:xfrm>
            <a:off x="7408863" y="7637463"/>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8" name="AutoShape 40"/>
          <p:cNvSpPr>
            <a:spLocks/>
          </p:cNvSpPr>
          <p:nvPr/>
        </p:nvSpPr>
        <p:spPr bwMode="auto">
          <a:xfrm>
            <a:off x="9053513" y="7637463"/>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9" name="AutoShape 41"/>
          <p:cNvSpPr>
            <a:spLocks/>
          </p:cNvSpPr>
          <p:nvPr/>
        </p:nvSpPr>
        <p:spPr bwMode="auto">
          <a:xfrm>
            <a:off x="5783263" y="7637463"/>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730"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595" y="21323"/>
                  <a:pt x="11595" y="20676"/>
                </a:cubicBezTo>
                <a:cubicBezTo>
                  <a:pt x="11595" y="12276"/>
                  <a:pt x="11595" y="12276"/>
                  <a:pt x="11595" y="12276"/>
                </a:cubicBezTo>
                <a:cubicBezTo>
                  <a:pt x="10231" y="12276"/>
                  <a:pt x="10231" y="12276"/>
                  <a:pt x="10231" y="12276"/>
                </a:cubicBezTo>
                <a:cubicBezTo>
                  <a:pt x="10231" y="20676"/>
                  <a:pt x="10231" y="20676"/>
                  <a:pt x="10231" y="20676"/>
                </a:cubicBezTo>
                <a:cubicBezTo>
                  <a:pt x="10231" y="21323"/>
                  <a:pt x="9322" y="21600"/>
                  <a:pt x="7730"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0" name="AutoShape 42"/>
          <p:cNvSpPr>
            <a:spLocks/>
          </p:cNvSpPr>
          <p:nvPr/>
        </p:nvSpPr>
        <p:spPr bwMode="auto">
          <a:xfrm>
            <a:off x="4697413" y="7637463"/>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1" name="AutoShape 43"/>
          <p:cNvSpPr>
            <a:spLocks/>
          </p:cNvSpPr>
          <p:nvPr/>
        </p:nvSpPr>
        <p:spPr bwMode="auto">
          <a:xfrm>
            <a:off x="10144125" y="7637463"/>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350" y="13199"/>
                </a:cubicBezTo>
                <a:cubicBezTo>
                  <a:pt x="18000"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2" name="AutoShape 44"/>
          <p:cNvSpPr>
            <a:spLocks/>
          </p:cNvSpPr>
          <p:nvPr/>
        </p:nvSpPr>
        <p:spPr bwMode="auto">
          <a:xfrm>
            <a:off x="6873875" y="7637463"/>
            <a:ext cx="515938"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3" name="AutoShape 45"/>
          <p:cNvSpPr>
            <a:spLocks/>
          </p:cNvSpPr>
          <p:nvPr/>
        </p:nvSpPr>
        <p:spPr bwMode="auto">
          <a:xfrm>
            <a:off x="7964488" y="7637463"/>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849" y="2676"/>
                  <a:pt x="13949" y="3138"/>
                </a:cubicBezTo>
                <a:cubicBezTo>
                  <a:pt x="13049" y="3507"/>
                  <a:pt x="11924" y="3692"/>
                  <a:pt x="10800" y="3692"/>
                </a:cubicBezTo>
                <a:cubicBezTo>
                  <a:pt x="9449" y="3692"/>
                  <a:pt x="8550" y="3507"/>
                  <a:pt x="7649" y="3138"/>
                </a:cubicBezTo>
                <a:cubicBezTo>
                  <a:pt x="6750" y="2676"/>
                  <a:pt x="6299" y="2307"/>
                  <a:pt x="6299" y="1753"/>
                </a:cubicBezTo>
                <a:cubicBezTo>
                  <a:pt x="6299" y="1292"/>
                  <a:pt x="6750" y="830"/>
                  <a:pt x="7649" y="553"/>
                </a:cubicBezTo>
                <a:cubicBezTo>
                  <a:pt x="8550" y="184"/>
                  <a:pt x="9449" y="0"/>
                  <a:pt x="10800" y="0"/>
                </a:cubicBezTo>
                <a:cubicBezTo>
                  <a:pt x="11924" y="0"/>
                  <a:pt x="13049" y="184"/>
                  <a:pt x="13949" y="553"/>
                </a:cubicBezTo>
                <a:cubicBezTo>
                  <a:pt x="14849" y="830"/>
                  <a:pt x="15075" y="1292"/>
                  <a:pt x="15075"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525" y="21600"/>
                  <a:pt x="13949" y="21600"/>
                </a:cubicBezTo>
                <a:cubicBezTo>
                  <a:pt x="12149"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225" y="21600"/>
                  <a:pt x="7649" y="21600"/>
                </a:cubicBezTo>
                <a:cubicBezTo>
                  <a:pt x="5849" y="21600"/>
                  <a:pt x="5175" y="21323"/>
                  <a:pt x="5175" y="20676"/>
                </a:cubicBezTo>
                <a:cubicBezTo>
                  <a:pt x="5175" y="6369"/>
                  <a:pt x="5175" y="6369"/>
                  <a:pt x="5175" y="6369"/>
                </a:cubicBezTo>
                <a:cubicBezTo>
                  <a:pt x="4049" y="6369"/>
                  <a:pt x="4049" y="6369"/>
                  <a:pt x="4049" y="6369"/>
                </a:cubicBezTo>
                <a:cubicBezTo>
                  <a:pt x="4049" y="12369"/>
                  <a:pt x="4049" y="12369"/>
                  <a:pt x="4049" y="12369"/>
                </a:cubicBezTo>
                <a:cubicBezTo>
                  <a:pt x="4049" y="12923"/>
                  <a:pt x="3374" y="13199"/>
                  <a:pt x="2024" y="13199"/>
                </a:cubicBezTo>
                <a:cubicBezTo>
                  <a:pt x="674" y="13199"/>
                  <a:pt x="0" y="12923"/>
                  <a:pt x="0" y="12369"/>
                </a:cubicBezTo>
                <a:cubicBezTo>
                  <a:pt x="0" y="5538"/>
                  <a:pt x="0" y="5538"/>
                  <a:pt x="0" y="5538"/>
                </a:cubicBezTo>
                <a:cubicBezTo>
                  <a:pt x="0" y="4430"/>
                  <a:pt x="1799" y="3876"/>
                  <a:pt x="5625" y="3876"/>
                </a:cubicBezTo>
                <a:cubicBezTo>
                  <a:pt x="15975" y="3876"/>
                  <a:pt x="15975" y="3876"/>
                  <a:pt x="15975" y="3876"/>
                </a:cubicBezTo>
                <a:cubicBezTo>
                  <a:pt x="19575"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4" name="AutoShape 46"/>
          <p:cNvSpPr>
            <a:spLocks/>
          </p:cNvSpPr>
          <p:nvPr/>
        </p:nvSpPr>
        <p:spPr bwMode="auto">
          <a:xfrm>
            <a:off x="10731500" y="7637463"/>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5" name="AutoShape 47"/>
          <p:cNvSpPr>
            <a:spLocks/>
          </p:cNvSpPr>
          <p:nvPr/>
        </p:nvSpPr>
        <p:spPr bwMode="auto">
          <a:xfrm>
            <a:off x="11825288" y="7637463"/>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6" name="AutoShape 48"/>
          <p:cNvSpPr>
            <a:spLocks/>
          </p:cNvSpPr>
          <p:nvPr/>
        </p:nvSpPr>
        <p:spPr bwMode="auto">
          <a:xfrm>
            <a:off x="11282363" y="7637463"/>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7" name="AutoShape 49"/>
          <p:cNvSpPr>
            <a:spLocks/>
          </p:cNvSpPr>
          <p:nvPr/>
        </p:nvSpPr>
        <p:spPr bwMode="auto">
          <a:xfrm>
            <a:off x="12376150" y="7637463"/>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8" name="AutoShape 50"/>
          <p:cNvSpPr>
            <a:spLocks/>
          </p:cNvSpPr>
          <p:nvPr/>
        </p:nvSpPr>
        <p:spPr bwMode="auto">
          <a:xfrm>
            <a:off x="8502650" y="10079038"/>
            <a:ext cx="512763" cy="1263650"/>
          </a:xfrm>
          <a:custGeom>
            <a:avLst/>
            <a:gdLst>
              <a:gd name="T0" fmla="*/ 256382 w 21600"/>
              <a:gd name="T1" fmla="*/ 631825 h 21600"/>
              <a:gd name="T2" fmla="*/ 256382 w 21600"/>
              <a:gd name="T3" fmla="*/ 631825 h 21600"/>
              <a:gd name="T4" fmla="*/ 256382 w 21600"/>
              <a:gd name="T5" fmla="*/ 631825 h 21600"/>
              <a:gd name="T6" fmla="*/ 256382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9" name="AutoShape 51"/>
          <p:cNvSpPr>
            <a:spLocks/>
          </p:cNvSpPr>
          <p:nvPr/>
        </p:nvSpPr>
        <p:spPr bwMode="auto">
          <a:xfrm>
            <a:off x="5229225" y="10079038"/>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49" y="2676"/>
                  <a:pt x="13949" y="3138"/>
                </a:cubicBezTo>
                <a:cubicBezTo>
                  <a:pt x="13049" y="3507"/>
                  <a:pt x="11924" y="3692"/>
                  <a:pt x="10800" y="3692"/>
                </a:cubicBezTo>
                <a:cubicBezTo>
                  <a:pt x="9674" y="3692"/>
                  <a:pt x="8550" y="3507"/>
                  <a:pt x="7649" y="3138"/>
                </a:cubicBezTo>
                <a:cubicBezTo>
                  <a:pt x="6750" y="2676"/>
                  <a:pt x="6299" y="2307"/>
                  <a:pt x="6299" y="1753"/>
                </a:cubicBezTo>
                <a:cubicBezTo>
                  <a:pt x="6299" y="1292"/>
                  <a:pt x="6750" y="830"/>
                  <a:pt x="7649" y="553"/>
                </a:cubicBezTo>
                <a:cubicBezTo>
                  <a:pt x="8550" y="184"/>
                  <a:pt x="9674" y="0"/>
                  <a:pt x="10800" y="0"/>
                </a:cubicBezTo>
                <a:cubicBezTo>
                  <a:pt x="11924" y="0"/>
                  <a:pt x="13049" y="184"/>
                  <a:pt x="13949" y="553"/>
                </a:cubicBezTo>
                <a:cubicBezTo>
                  <a:pt x="14849" y="830"/>
                  <a:pt x="15299" y="1292"/>
                  <a:pt x="15299"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749" y="21600"/>
                  <a:pt x="13949" y="21600"/>
                </a:cubicBezTo>
                <a:cubicBezTo>
                  <a:pt x="12375"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449" y="21600"/>
                  <a:pt x="7649" y="21600"/>
                </a:cubicBezTo>
                <a:cubicBezTo>
                  <a:pt x="6074" y="21600"/>
                  <a:pt x="5175" y="21323"/>
                  <a:pt x="5175" y="20676"/>
                </a:cubicBezTo>
                <a:cubicBezTo>
                  <a:pt x="5175" y="6369"/>
                  <a:pt x="5175" y="6369"/>
                  <a:pt x="5175" y="6369"/>
                </a:cubicBezTo>
                <a:cubicBezTo>
                  <a:pt x="4275" y="6369"/>
                  <a:pt x="4275" y="6369"/>
                  <a:pt x="4275" y="6369"/>
                </a:cubicBezTo>
                <a:cubicBezTo>
                  <a:pt x="4275" y="12369"/>
                  <a:pt x="4275" y="12369"/>
                  <a:pt x="4275" y="12369"/>
                </a:cubicBezTo>
                <a:cubicBezTo>
                  <a:pt x="4275" y="12923"/>
                  <a:pt x="3374" y="13199"/>
                  <a:pt x="2024" y="13199"/>
                </a:cubicBezTo>
                <a:cubicBezTo>
                  <a:pt x="674" y="13199"/>
                  <a:pt x="0" y="12923"/>
                  <a:pt x="0" y="12369"/>
                </a:cubicBezTo>
                <a:cubicBezTo>
                  <a:pt x="0" y="5538"/>
                  <a:pt x="0" y="5538"/>
                  <a:pt x="0" y="5538"/>
                </a:cubicBezTo>
                <a:cubicBezTo>
                  <a:pt x="0" y="4430"/>
                  <a:pt x="2024" y="3876"/>
                  <a:pt x="5625" y="3876"/>
                </a:cubicBezTo>
                <a:cubicBezTo>
                  <a:pt x="15975" y="3876"/>
                  <a:pt x="15975" y="3876"/>
                  <a:pt x="15975" y="3876"/>
                </a:cubicBezTo>
                <a:cubicBezTo>
                  <a:pt x="19799"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0" name="AutoShape 52"/>
          <p:cNvSpPr>
            <a:spLocks/>
          </p:cNvSpPr>
          <p:nvPr/>
        </p:nvSpPr>
        <p:spPr bwMode="auto">
          <a:xfrm>
            <a:off x="4146550" y="10079038"/>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1" name="AutoShape 53"/>
          <p:cNvSpPr>
            <a:spLocks/>
          </p:cNvSpPr>
          <p:nvPr/>
        </p:nvSpPr>
        <p:spPr bwMode="auto">
          <a:xfrm>
            <a:off x="9593263" y="10079038"/>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004" y="12276"/>
                  <a:pt x="10004" y="12276"/>
                  <a:pt x="10004" y="12276"/>
                </a:cubicBezTo>
                <a:cubicBezTo>
                  <a:pt x="10004" y="20676"/>
                  <a:pt x="10004" y="20676"/>
                  <a:pt x="10004" y="20676"/>
                </a:cubicBezTo>
                <a:cubicBezTo>
                  <a:pt x="10004"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2" name="AutoShape 54"/>
          <p:cNvSpPr>
            <a:spLocks/>
          </p:cNvSpPr>
          <p:nvPr/>
        </p:nvSpPr>
        <p:spPr bwMode="auto">
          <a:xfrm>
            <a:off x="6318250" y="10079038"/>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50" y="2676"/>
                  <a:pt x="13950" y="3138"/>
                </a:cubicBezTo>
                <a:cubicBezTo>
                  <a:pt x="13050" y="3507"/>
                  <a:pt x="11925" y="3692"/>
                  <a:pt x="10800" y="3692"/>
                </a:cubicBezTo>
                <a:cubicBezTo>
                  <a:pt x="9675"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850" y="830"/>
                  <a:pt x="15299" y="1292"/>
                  <a:pt x="15299"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750" y="21600"/>
                  <a:pt x="13950" y="21600"/>
                </a:cubicBezTo>
                <a:cubicBezTo>
                  <a:pt x="12375"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450" y="21600"/>
                  <a:pt x="7650" y="21600"/>
                </a:cubicBezTo>
                <a:cubicBezTo>
                  <a:pt x="6075"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2025" y="3876"/>
                  <a:pt x="5625" y="3876"/>
                </a:cubicBezTo>
                <a:cubicBezTo>
                  <a:pt x="15975" y="3876"/>
                  <a:pt x="15975" y="3876"/>
                  <a:pt x="15975" y="3876"/>
                </a:cubicBezTo>
                <a:cubicBezTo>
                  <a:pt x="19800"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3" name="AutoShape 55"/>
          <p:cNvSpPr>
            <a:spLocks/>
          </p:cNvSpPr>
          <p:nvPr/>
        </p:nvSpPr>
        <p:spPr bwMode="auto">
          <a:xfrm>
            <a:off x="7408863" y="10079038"/>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4" name="AutoShape 56"/>
          <p:cNvSpPr>
            <a:spLocks/>
          </p:cNvSpPr>
          <p:nvPr/>
        </p:nvSpPr>
        <p:spPr bwMode="auto">
          <a:xfrm>
            <a:off x="9053513" y="10079038"/>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5" name="AutoShape 57"/>
          <p:cNvSpPr>
            <a:spLocks/>
          </p:cNvSpPr>
          <p:nvPr/>
        </p:nvSpPr>
        <p:spPr bwMode="auto">
          <a:xfrm>
            <a:off x="5783263" y="10079038"/>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730"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595" y="21323"/>
                  <a:pt x="11595" y="20676"/>
                </a:cubicBezTo>
                <a:cubicBezTo>
                  <a:pt x="11595" y="12276"/>
                  <a:pt x="11595" y="12276"/>
                  <a:pt x="11595" y="12276"/>
                </a:cubicBezTo>
                <a:cubicBezTo>
                  <a:pt x="10231" y="12276"/>
                  <a:pt x="10231" y="12276"/>
                  <a:pt x="10231" y="12276"/>
                </a:cubicBezTo>
                <a:cubicBezTo>
                  <a:pt x="10231" y="20676"/>
                  <a:pt x="10231" y="20676"/>
                  <a:pt x="10231" y="20676"/>
                </a:cubicBezTo>
                <a:cubicBezTo>
                  <a:pt x="10231" y="21323"/>
                  <a:pt x="9322" y="21600"/>
                  <a:pt x="7730"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6" name="AutoShape 58"/>
          <p:cNvSpPr>
            <a:spLocks/>
          </p:cNvSpPr>
          <p:nvPr/>
        </p:nvSpPr>
        <p:spPr bwMode="auto">
          <a:xfrm>
            <a:off x="4697413" y="10079038"/>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7" name="AutoShape 59"/>
          <p:cNvSpPr>
            <a:spLocks/>
          </p:cNvSpPr>
          <p:nvPr/>
        </p:nvSpPr>
        <p:spPr bwMode="auto">
          <a:xfrm>
            <a:off x="10144125" y="10079038"/>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350" y="13199"/>
                </a:cubicBezTo>
                <a:cubicBezTo>
                  <a:pt x="18000"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8" name="AutoShape 60"/>
          <p:cNvSpPr>
            <a:spLocks/>
          </p:cNvSpPr>
          <p:nvPr/>
        </p:nvSpPr>
        <p:spPr bwMode="auto">
          <a:xfrm>
            <a:off x="6873875" y="10079038"/>
            <a:ext cx="515938"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9" name="AutoShape 61"/>
          <p:cNvSpPr>
            <a:spLocks/>
          </p:cNvSpPr>
          <p:nvPr/>
        </p:nvSpPr>
        <p:spPr bwMode="auto">
          <a:xfrm>
            <a:off x="7964488" y="10079038"/>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849" y="2676"/>
                  <a:pt x="13949" y="3138"/>
                </a:cubicBezTo>
                <a:cubicBezTo>
                  <a:pt x="13049" y="3507"/>
                  <a:pt x="11924" y="3692"/>
                  <a:pt x="10800" y="3692"/>
                </a:cubicBezTo>
                <a:cubicBezTo>
                  <a:pt x="9449" y="3692"/>
                  <a:pt x="8550" y="3507"/>
                  <a:pt x="7649" y="3138"/>
                </a:cubicBezTo>
                <a:cubicBezTo>
                  <a:pt x="6750" y="2676"/>
                  <a:pt x="6299" y="2307"/>
                  <a:pt x="6299" y="1753"/>
                </a:cubicBezTo>
                <a:cubicBezTo>
                  <a:pt x="6299" y="1292"/>
                  <a:pt x="6750" y="830"/>
                  <a:pt x="7649" y="553"/>
                </a:cubicBezTo>
                <a:cubicBezTo>
                  <a:pt x="8550" y="184"/>
                  <a:pt x="9449" y="0"/>
                  <a:pt x="10800" y="0"/>
                </a:cubicBezTo>
                <a:cubicBezTo>
                  <a:pt x="11924" y="0"/>
                  <a:pt x="13049" y="184"/>
                  <a:pt x="13949" y="553"/>
                </a:cubicBezTo>
                <a:cubicBezTo>
                  <a:pt x="14849" y="830"/>
                  <a:pt x="15075" y="1292"/>
                  <a:pt x="15075"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525" y="21600"/>
                  <a:pt x="13949" y="21600"/>
                </a:cubicBezTo>
                <a:cubicBezTo>
                  <a:pt x="12149"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225" y="21600"/>
                  <a:pt x="7649" y="21600"/>
                </a:cubicBezTo>
                <a:cubicBezTo>
                  <a:pt x="5849" y="21600"/>
                  <a:pt x="5175" y="21323"/>
                  <a:pt x="5175" y="20676"/>
                </a:cubicBezTo>
                <a:cubicBezTo>
                  <a:pt x="5175" y="6369"/>
                  <a:pt x="5175" y="6369"/>
                  <a:pt x="5175" y="6369"/>
                </a:cubicBezTo>
                <a:cubicBezTo>
                  <a:pt x="4049" y="6369"/>
                  <a:pt x="4049" y="6369"/>
                  <a:pt x="4049" y="6369"/>
                </a:cubicBezTo>
                <a:cubicBezTo>
                  <a:pt x="4049" y="12369"/>
                  <a:pt x="4049" y="12369"/>
                  <a:pt x="4049" y="12369"/>
                </a:cubicBezTo>
                <a:cubicBezTo>
                  <a:pt x="4049" y="12923"/>
                  <a:pt x="3374" y="13199"/>
                  <a:pt x="2024" y="13199"/>
                </a:cubicBezTo>
                <a:cubicBezTo>
                  <a:pt x="674" y="13199"/>
                  <a:pt x="0" y="12923"/>
                  <a:pt x="0" y="12369"/>
                </a:cubicBezTo>
                <a:cubicBezTo>
                  <a:pt x="0" y="5538"/>
                  <a:pt x="0" y="5538"/>
                  <a:pt x="0" y="5538"/>
                </a:cubicBezTo>
                <a:cubicBezTo>
                  <a:pt x="0" y="4430"/>
                  <a:pt x="1799" y="3876"/>
                  <a:pt x="5625" y="3876"/>
                </a:cubicBezTo>
                <a:cubicBezTo>
                  <a:pt x="15975" y="3876"/>
                  <a:pt x="15975" y="3876"/>
                  <a:pt x="15975" y="3876"/>
                </a:cubicBezTo>
                <a:cubicBezTo>
                  <a:pt x="19575"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0" name="AutoShape 62"/>
          <p:cNvSpPr>
            <a:spLocks/>
          </p:cNvSpPr>
          <p:nvPr/>
        </p:nvSpPr>
        <p:spPr bwMode="auto">
          <a:xfrm>
            <a:off x="10731500" y="10079038"/>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1" name="AutoShape 63"/>
          <p:cNvSpPr>
            <a:spLocks/>
          </p:cNvSpPr>
          <p:nvPr/>
        </p:nvSpPr>
        <p:spPr bwMode="auto">
          <a:xfrm>
            <a:off x="11825288" y="10079038"/>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2" name="AutoShape 64"/>
          <p:cNvSpPr>
            <a:spLocks/>
          </p:cNvSpPr>
          <p:nvPr/>
        </p:nvSpPr>
        <p:spPr bwMode="auto">
          <a:xfrm>
            <a:off x="11282363" y="10079038"/>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3" name="AutoShape 65"/>
          <p:cNvSpPr>
            <a:spLocks/>
          </p:cNvSpPr>
          <p:nvPr/>
        </p:nvSpPr>
        <p:spPr bwMode="auto">
          <a:xfrm>
            <a:off x="12376150" y="10079038"/>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4" name="AutoShape 66"/>
          <p:cNvSpPr>
            <a:spLocks/>
          </p:cNvSpPr>
          <p:nvPr/>
        </p:nvSpPr>
        <p:spPr bwMode="auto">
          <a:xfrm>
            <a:off x="2181225" y="5091113"/>
            <a:ext cx="1524000" cy="1524000"/>
          </a:xfrm>
          <a:custGeom>
            <a:avLst/>
            <a:gdLst>
              <a:gd name="T0" fmla="*/ 761961 w 19679"/>
              <a:gd name="T1" fmla="*/ 836384 h 19679"/>
              <a:gd name="T2" fmla="*/ 761961 w 19679"/>
              <a:gd name="T3" fmla="*/ 836384 h 19679"/>
              <a:gd name="T4" fmla="*/ 761961 w 19679"/>
              <a:gd name="T5" fmla="*/ 836384 h 19679"/>
              <a:gd name="T6" fmla="*/ 761961 w 19679"/>
              <a:gd name="T7" fmla="*/ 83638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0C436D"/>
          </a:solidFill>
          <a:ln w="508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315" name="AutoShape 67"/>
          <p:cNvSpPr>
            <a:spLocks/>
          </p:cNvSpPr>
          <p:nvPr/>
        </p:nvSpPr>
        <p:spPr bwMode="auto">
          <a:xfrm>
            <a:off x="2181225" y="7529513"/>
            <a:ext cx="1524000" cy="1524000"/>
          </a:xfrm>
          <a:custGeom>
            <a:avLst/>
            <a:gdLst>
              <a:gd name="T0" fmla="*/ 761961 w 19679"/>
              <a:gd name="T1" fmla="*/ 836384 h 19679"/>
              <a:gd name="T2" fmla="*/ 761961 w 19679"/>
              <a:gd name="T3" fmla="*/ 836384 h 19679"/>
              <a:gd name="T4" fmla="*/ 761961 w 19679"/>
              <a:gd name="T5" fmla="*/ 836384 h 19679"/>
              <a:gd name="T6" fmla="*/ 761961 w 19679"/>
              <a:gd name="T7" fmla="*/ 83638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46C1A4"/>
          </a:solidFill>
          <a:ln w="508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316" name="AutoShape 68"/>
          <p:cNvSpPr>
            <a:spLocks/>
          </p:cNvSpPr>
          <p:nvPr/>
        </p:nvSpPr>
        <p:spPr bwMode="auto">
          <a:xfrm>
            <a:off x="2181225" y="9904413"/>
            <a:ext cx="1524000" cy="1524000"/>
          </a:xfrm>
          <a:custGeom>
            <a:avLst/>
            <a:gdLst>
              <a:gd name="T0" fmla="*/ 761961 w 19679"/>
              <a:gd name="T1" fmla="*/ 836384 h 19679"/>
              <a:gd name="T2" fmla="*/ 761961 w 19679"/>
              <a:gd name="T3" fmla="*/ 836384 h 19679"/>
              <a:gd name="T4" fmla="*/ 761961 w 19679"/>
              <a:gd name="T5" fmla="*/ 836384 h 19679"/>
              <a:gd name="T6" fmla="*/ 761961 w 19679"/>
              <a:gd name="T7" fmla="*/ 83638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39A28A"/>
          </a:solidFill>
          <a:ln w="508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317" name="AutoShape 69"/>
          <p:cNvSpPr>
            <a:spLocks/>
          </p:cNvSpPr>
          <p:nvPr/>
        </p:nvSpPr>
        <p:spPr bwMode="auto">
          <a:xfrm>
            <a:off x="1612900" y="54419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50</a:t>
            </a:r>
            <a:endParaRPr lang="es-ES">
              <a:ea typeface="ＭＳ Ｐゴシック" charset="0"/>
            </a:endParaRPr>
          </a:p>
        </p:txBody>
      </p:sp>
      <p:sp>
        <p:nvSpPr>
          <p:cNvPr id="53318" name="AutoShape 70"/>
          <p:cNvSpPr>
            <a:spLocks/>
          </p:cNvSpPr>
          <p:nvPr/>
        </p:nvSpPr>
        <p:spPr bwMode="auto">
          <a:xfrm>
            <a:off x="3175000" y="54927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53319" name="AutoShape 71"/>
          <p:cNvSpPr>
            <a:spLocks/>
          </p:cNvSpPr>
          <p:nvPr/>
        </p:nvSpPr>
        <p:spPr bwMode="auto">
          <a:xfrm>
            <a:off x="1600200" y="79057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60</a:t>
            </a:r>
            <a:endParaRPr lang="es-ES">
              <a:ea typeface="ＭＳ Ｐゴシック" charset="0"/>
            </a:endParaRPr>
          </a:p>
        </p:txBody>
      </p:sp>
      <p:sp>
        <p:nvSpPr>
          <p:cNvPr id="53320" name="AutoShape 72"/>
          <p:cNvSpPr>
            <a:spLocks/>
          </p:cNvSpPr>
          <p:nvPr/>
        </p:nvSpPr>
        <p:spPr bwMode="auto">
          <a:xfrm>
            <a:off x="3175000" y="79438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53321" name="AutoShape 73"/>
          <p:cNvSpPr>
            <a:spLocks/>
          </p:cNvSpPr>
          <p:nvPr/>
        </p:nvSpPr>
        <p:spPr bwMode="auto">
          <a:xfrm>
            <a:off x="1612900" y="102425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90</a:t>
            </a:r>
            <a:endParaRPr lang="es-ES">
              <a:ea typeface="ＭＳ Ｐゴシック" charset="0"/>
            </a:endParaRPr>
          </a:p>
        </p:txBody>
      </p:sp>
      <p:sp>
        <p:nvSpPr>
          <p:cNvPr id="53322" name="AutoShape 74"/>
          <p:cNvSpPr>
            <a:spLocks/>
          </p:cNvSpPr>
          <p:nvPr/>
        </p:nvSpPr>
        <p:spPr bwMode="auto">
          <a:xfrm>
            <a:off x="3175000" y="102933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53323" name="AutoShape 75"/>
          <p:cNvSpPr>
            <a:spLocks/>
          </p:cNvSpPr>
          <p:nvPr/>
        </p:nvSpPr>
        <p:spPr bwMode="auto">
          <a:xfrm>
            <a:off x="12941300" y="51943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4" name="AutoShape 76"/>
          <p:cNvSpPr>
            <a:spLocks/>
          </p:cNvSpPr>
          <p:nvPr/>
        </p:nvSpPr>
        <p:spPr bwMode="auto">
          <a:xfrm>
            <a:off x="12941300" y="76327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5" name="AutoShape 77"/>
          <p:cNvSpPr>
            <a:spLocks/>
          </p:cNvSpPr>
          <p:nvPr/>
        </p:nvSpPr>
        <p:spPr bwMode="auto">
          <a:xfrm>
            <a:off x="12941300" y="100838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6" name="AutoShape 78"/>
          <p:cNvSpPr>
            <a:spLocks/>
          </p:cNvSpPr>
          <p:nvPr/>
        </p:nvSpPr>
        <p:spPr bwMode="auto">
          <a:xfrm>
            <a:off x="13500100" y="51943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7" name="AutoShape 79"/>
          <p:cNvSpPr>
            <a:spLocks/>
          </p:cNvSpPr>
          <p:nvPr/>
        </p:nvSpPr>
        <p:spPr bwMode="auto">
          <a:xfrm>
            <a:off x="13500100" y="76327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8" name="AutoShape 80"/>
          <p:cNvSpPr>
            <a:spLocks/>
          </p:cNvSpPr>
          <p:nvPr/>
        </p:nvSpPr>
        <p:spPr bwMode="auto">
          <a:xfrm>
            <a:off x="13500100" y="100838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9" name="AutoShape 81"/>
          <p:cNvSpPr>
            <a:spLocks/>
          </p:cNvSpPr>
          <p:nvPr/>
        </p:nvSpPr>
        <p:spPr bwMode="auto">
          <a:xfrm>
            <a:off x="14058900" y="51943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30" name="AutoShape 82"/>
          <p:cNvSpPr>
            <a:spLocks/>
          </p:cNvSpPr>
          <p:nvPr/>
        </p:nvSpPr>
        <p:spPr bwMode="auto">
          <a:xfrm>
            <a:off x="14058900" y="76327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31" name="AutoShape 83"/>
          <p:cNvSpPr>
            <a:spLocks/>
          </p:cNvSpPr>
          <p:nvPr/>
        </p:nvSpPr>
        <p:spPr bwMode="auto">
          <a:xfrm>
            <a:off x="14058900" y="100838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3252"/>
                                        </p:tgtEl>
                                        <p:attrNameLst>
                                          <p:attrName>style.visibility</p:attrName>
                                        </p:attrNameLst>
                                      </p:cBhvr>
                                      <p:to>
                                        <p:strVal val="visible"/>
                                      </p:to>
                                    </p:set>
                                    <p:anim calcmode="lin" valueType="num">
                                      <p:cBhvr additive="base">
                                        <p:cTn id="7" dur="500" fill="hold"/>
                                        <p:tgtEl>
                                          <p:spTgt spid="53252"/>
                                        </p:tgtEl>
                                        <p:attrNameLst>
                                          <p:attrName>ppt_x</p:attrName>
                                        </p:attrNameLst>
                                      </p:cBhvr>
                                      <p:tavLst>
                                        <p:tav tm="0">
                                          <p:val>
                                            <p:strVal val="1+#ppt_w/2"/>
                                          </p:val>
                                        </p:tav>
                                        <p:tav tm="100000">
                                          <p:val>
                                            <p:strVal val="#ppt_x"/>
                                          </p:val>
                                        </p:tav>
                                      </p:tavLst>
                                    </p:anim>
                                    <p:anim calcmode="lin" valueType="num">
                                      <p:cBhvr additive="base">
                                        <p:cTn id="8" dur="500" fill="hold"/>
                                        <p:tgtEl>
                                          <p:spTgt spid="532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3253"/>
                                        </p:tgtEl>
                                        <p:attrNameLst>
                                          <p:attrName>style.visibility</p:attrName>
                                        </p:attrNameLst>
                                      </p:cBhvr>
                                      <p:to>
                                        <p:strVal val="visible"/>
                                      </p:to>
                                    </p:set>
                                    <p:anim calcmode="lin" valueType="num">
                                      <p:cBhvr additive="base">
                                        <p:cTn id="12" dur="500" fill="hold"/>
                                        <p:tgtEl>
                                          <p:spTgt spid="53253"/>
                                        </p:tgtEl>
                                        <p:attrNameLst>
                                          <p:attrName>ppt_x</p:attrName>
                                        </p:attrNameLst>
                                      </p:cBhvr>
                                      <p:tavLst>
                                        <p:tav tm="0">
                                          <p:val>
                                            <p:strVal val="1+#ppt_w/2"/>
                                          </p:val>
                                        </p:tav>
                                        <p:tav tm="100000">
                                          <p:val>
                                            <p:strVal val="#ppt_x"/>
                                          </p:val>
                                        </p:tav>
                                      </p:tavLst>
                                    </p:anim>
                                    <p:anim calcmode="lin" valueType="num">
                                      <p:cBhvr additive="base">
                                        <p:cTn id="13" dur="500" fill="hold"/>
                                        <p:tgtEl>
                                          <p:spTgt spid="5325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3250"/>
                                        </p:tgtEl>
                                        <p:attrNameLst>
                                          <p:attrName>style.visibility</p:attrName>
                                        </p:attrNameLst>
                                      </p:cBhvr>
                                      <p:to>
                                        <p:strVal val="visible"/>
                                      </p:to>
                                    </p:set>
                                    <p:anim calcmode="lin" valueType="num">
                                      <p:cBhvr additive="base">
                                        <p:cTn id="17" dur="500" fill="hold"/>
                                        <p:tgtEl>
                                          <p:spTgt spid="53250"/>
                                        </p:tgtEl>
                                        <p:attrNameLst>
                                          <p:attrName>ppt_x</p:attrName>
                                        </p:attrNameLst>
                                      </p:cBhvr>
                                      <p:tavLst>
                                        <p:tav tm="0">
                                          <p:val>
                                            <p:strVal val="1+#ppt_w/2"/>
                                          </p:val>
                                        </p:tav>
                                        <p:tav tm="100000">
                                          <p:val>
                                            <p:strVal val="#ppt_x"/>
                                          </p:val>
                                        </p:tav>
                                      </p:tavLst>
                                    </p:anim>
                                    <p:anim calcmode="lin" valueType="num">
                                      <p:cBhvr additive="base">
                                        <p:cTn id="18" dur="500" fill="hold"/>
                                        <p:tgtEl>
                                          <p:spTgt spid="5325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3254"/>
                                        </p:tgtEl>
                                        <p:attrNameLst>
                                          <p:attrName>style.visibility</p:attrName>
                                        </p:attrNameLst>
                                      </p:cBhvr>
                                      <p:to>
                                        <p:strVal val="visible"/>
                                      </p:to>
                                    </p:set>
                                    <p:animEffect transition="in" filter="dissolve">
                                      <p:cBhvr>
                                        <p:cTn id="22" dur="500"/>
                                        <p:tgtEl>
                                          <p:spTgt spid="53254"/>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3255"/>
                                        </p:tgtEl>
                                        <p:attrNameLst>
                                          <p:attrName>style.visibility</p:attrName>
                                        </p:attrNameLst>
                                      </p:cBhvr>
                                      <p:to>
                                        <p:strVal val="visible"/>
                                      </p:to>
                                    </p:set>
                                    <p:animEffect transition="in" filter="dissolve">
                                      <p:cBhvr>
                                        <p:cTn id="26" dur="500"/>
                                        <p:tgtEl>
                                          <p:spTgt spid="53255"/>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53256"/>
                                        </p:tgtEl>
                                        <p:attrNameLst>
                                          <p:attrName>style.visibility</p:attrName>
                                        </p:attrNameLst>
                                      </p:cBhvr>
                                      <p:to>
                                        <p:strVal val="visible"/>
                                      </p:to>
                                    </p:set>
                                    <p:animEffect transition="in" filter="dissolve">
                                      <p:cBhvr>
                                        <p:cTn id="30" dur="500"/>
                                        <p:tgtEl>
                                          <p:spTgt spid="53256"/>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3257"/>
                                        </p:tgtEl>
                                        <p:attrNameLst>
                                          <p:attrName>style.visibility</p:attrName>
                                        </p:attrNameLst>
                                      </p:cBhvr>
                                      <p:to>
                                        <p:strVal val="visible"/>
                                      </p:to>
                                    </p:set>
                                    <p:animEffect transition="in" filter="dissolve">
                                      <p:cBhvr>
                                        <p:cTn id="34" dur="500"/>
                                        <p:tgtEl>
                                          <p:spTgt spid="53257"/>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53258"/>
                                        </p:tgtEl>
                                        <p:attrNameLst>
                                          <p:attrName>style.visibility</p:attrName>
                                        </p:attrNameLst>
                                      </p:cBhvr>
                                      <p:to>
                                        <p:strVal val="visible"/>
                                      </p:to>
                                    </p:set>
                                    <p:animEffect transition="in" filter="dissolve">
                                      <p:cBhvr>
                                        <p:cTn id="38" dur="500"/>
                                        <p:tgtEl>
                                          <p:spTgt spid="53258"/>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53259"/>
                                        </p:tgtEl>
                                        <p:attrNameLst>
                                          <p:attrName>style.visibility</p:attrName>
                                        </p:attrNameLst>
                                      </p:cBhvr>
                                      <p:to>
                                        <p:strVal val="visible"/>
                                      </p:to>
                                    </p:set>
                                    <p:animEffect transition="in" filter="dissolve">
                                      <p:cBhvr>
                                        <p:cTn id="42" dur="500"/>
                                        <p:tgtEl>
                                          <p:spTgt spid="53259"/>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53260"/>
                                        </p:tgtEl>
                                        <p:attrNameLst>
                                          <p:attrName>style.visibility</p:attrName>
                                        </p:attrNameLst>
                                      </p:cBhvr>
                                      <p:to>
                                        <p:strVal val="visible"/>
                                      </p:to>
                                    </p:set>
                                    <p:animEffect transition="in" filter="dissolve">
                                      <p:cBhvr>
                                        <p:cTn id="46" dur="500"/>
                                        <p:tgtEl>
                                          <p:spTgt spid="53260"/>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53261"/>
                                        </p:tgtEl>
                                        <p:attrNameLst>
                                          <p:attrName>style.visibility</p:attrName>
                                        </p:attrNameLst>
                                      </p:cBhvr>
                                      <p:to>
                                        <p:strVal val="visible"/>
                                      </p:to>
                                    </p:set>
                                    <p:animEffect transition="in" filter="dissolve">
                                      <p:cBhvr>
                                        <p:cTn id="50" dur="500"/>
                                        <p:tgtEl>
                                          <p:spTgt spid="53261"/>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53262"/>
                                        </p:tgtEl>
                                        <p:attrNameLst>
                                          <p:attrName>style.visibility</p:attrName>
                                        </p:attrNameLst>
                                      </p:cBhvr>
                                      <p:to>
                                        <p:strVal val="visible"/>
                                      </p:to>
                                    </p:set>
                                    <p:animEffect transition="in" filter="dissolve">
                                      <p:cBhvr>
                                        <p:cTn id="54" dur="500"/>
                                        <p:tgtEl>
                                          <p:spTgt spid="53262"/>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53263"/>
                                        </p:tgtEl>
                                        <p:attrNameLst>
                                          <p:attrName>style.visibility</p:attrName>
                                        </p:attrNameLst>
                                      </p:cBhvr>
                                      <p:to>
                                        <p:strVal val="visible"/>
                                      </p:to>
                                    </p:set>
                                    <p:animEffect transition="in" filter="dissolve">
                                      <p:cBhvr>
                                        <p:cTn id="58" dur="500"/>
                                        <p:tgtEl>
                                          <p:spTgt spid="53263"/>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53264"/>
                                        </p:tgtEl>
                                        <p:attrNameLst>
                                          <p:attrName>style.visibility</p:attrName>
                                        </p:attrNameLst>
                                      </p:cBhvr>
                                      <p:to>
                                        <p:strVal val="visible"/>
                                      </p:to>
                                    </p:set>
                                    <p:animEffect transition="in" filter="dissolve">
                                      <p:cBhvr>
                                        <p:cTn id="62" dur="500"/>
                                        <p:tgtEl>
                                          <p:spTgt spid="53264"/>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53265"/>
                                        </p:tgtEl>
                                        <p:attrNameLst>
                                          <p:attrName>style.visibility</p:attrName>
                                        </p:attrNameLst>
                                      </p:cBhvr>
                                      <p:to>
                                        <p:strVal val="visible"/>
                                      </p:to>
                                    </p:set>
                                    <p:animEffect transition="in" filter="dissolve">
                                      <p:cBhvr>
                                        <p:cTn id="66" dur="500"/>
                                        <p:tgtEl>
                                          <p:spTgt spid="53265"/>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53266"/>
                                        </p:tgtEl>
                                        <p:attrNameLst>
                                          <p:attrName>style.visibility</p:attrName>
                                        </p:attrNameLst>
                                      </p:cBhvr>
                                      <p:to>
                                        <p:strVal val="visible"/>
                                      </p:to>
                                    </p:set>
                                    <p:animEffect transition="in" filter="dissolve">
                                      <p:cBhvr>
                                        <p:cTn id="70" dur="500"/>
                                        <p:tgtEl>
                                          <p:spTgt spid="53266"/>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53267"/>
                                        </p:tgtEl>
                                        <p:attrNameLst>
                                          <p:attrName>style.visibility</p:attrName>
                                        </p:attrNameLst>
                                      </p:cBhvr>
                                      <p:to>
                                        <p:strVal val="visible"/>
                                      </p:to>
                                    </p:set>
                                    <p:animEffect transition="in" filter="dissolve">
                                      <p:cBhvr>
                                        <p:cTn id="74" dur="500"/>
                                        <p:tgtEl>
                                          <p:spTgt spid="53267"/>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53268"/>
                                        </p:tgtEl>
                                        <p:attrNameLst>
                                          <p:attrName>style.visibility</p:attrName>
                                        </p:attrNameLst>
                                      </p:cBhvr>
                                      <p:to>
                                        <p:strVal val="visible"/>
                                      </p:to>
                                    </p:set>
                                    <p:animEffect transition="in" filter="dissolve">
                                      <p:cBhvr>
                                        <p:cTn id="78" dur="500"/>
                                        <p:tgtEl>
                                          <p:spTgt spid="53268"/>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53269"/>
                                        </p:tgtEl>
                                        <p:attrNameLst>
                                          <p:attrName>style.visibility</p:attrName>
                                        </p:attrNameLst>
                                      </p:cBhvr>
                                      <p:to>
                                        <p:strVal val="visible"/>
                                      </p:to>
                                    </p:set>
                                    <p:animEffect transition="in" filter="dissolve">
                                      <p:cBhvr>
                                        <p:cTn id="82" dur="500"/>
                                        <p:tgtEl>
                                          <p:spTgt spid="53269"/>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53270"/>
                                        </p:tgtEl>
                                        <p:attrNameLst>
                                          <p:attrName>style.visibility</p:attrName>
                                        </p:attrNameLst>
                                      </p:cBhvr>
                                      <p:to>
                                        <p:strVal val="visible"/>
                                      </p:to>
                                    </p:set>
                                    <p:animEffect transition="in" filter="dissolve">
                                      <p:cBhvr>
                                        <p:cTn id="86" dur="500"/>
                                        <p:tgtEl>
                                          <p:spTgt spid="53270"/>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53271"/>
                                        </p:tgtEl>
                                        <p:attrNameLst>
                                          <p:attrName>style.visibility</p:attrName>
                                        </p:attrNameLst>
                                      </p:cBhvr>
                                      <p:to>
                                        <p:strVal val="visible"/>
                                      </p:to>
                                    </p:set>
                                    <p:animEffect transition="in" filter="dissolve">
                                      <p:cBhvr>
                                        <p:cTn id="90" dur="500"/>
                                        <p:tgtEl>
                                          <p:spTgt spid="53271"/>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53272"/>
                                        </p:tgtEl>
                                        <p:attrNameLst>
                                          <p:attrName>style.visibility</p:attrName>
                                        </p:attrNameLst>
                                      </p:cBhvr>
                                      <p:to>
                                        <p:strVal val="visible"/>
                                      </p:to>
                                    </p:set>
                                    <p:animEffect transition="in" filter="dissolve">
                                      <p:cBhvr>
                                        <p:cTn id="94" dur="500"/>
                                        <p:tgtEl>
                                          <p:spTgt spid="53272"/>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53273"/>
                                        </p:tgtEl>
                                        <p:attrNameLst>
                                          <p:attrName>style.visibility</p:attrName>
                                        </p:attrNameLst>
                                      </p:cBhvr>
                                      <p:to>
                                        <p:strVal val="visible"/>
                                      </p:to>
                                    </p:set>
                                    <p:animEffect transition="in" filter="dissolve">
                                      <p:cBhvr>
                                        <p:cTn id="98" dur="500"/>
                                        <p:tgtEl>
                                          <p:spTgt spid="53273"/>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53274"/>
                                        </p:tgtEl>
                                        <p:attrNameLst>
                                          <p:attrName>style.visibility</p:attrName>
                                        </p:attrNameLst>
                                      </p:cBhvr>
                                      <p:to>
                                        <p:strVal val="visible"/>
                                      </p:to>
                                    </p:set>
                                    <p:animEffect transition="in" filter="dissolve">
                                      <p:cBhvr>
                                        <p:cTn id="102" dur="500"/>
                                        <p:tgtEl>
                                          <p:spTgt spid="53274"/>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53275"/>
                                        </p:tgtEl>
                                        <p:attrNameLst>
                                          <p:attrName>style.visibility</p:attrName>
                                        </p:attrNameLst>
                                      </p:cBhvr>
                                      <p:to>
                                        <p:strVal val="visible"/>
                                      </p:to>
                                    </p:set>
                                    <p:animEffect transition="in" filter="dissolve">
                                      <p:cBhvr>
                                        <p:cTn id="106" dur="500"/>
                                        <p:tgtEl>
                                          <p:spTgt spid="53275"/>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53276"/>
                                        </p:tgtEl>
                                        <p:attrNameLst>
                                          <p:attrName>style.visibility</p:attrName>
                                        </p:attrNameLst>
                                      </p:cBhvr>
                                      <p:to>
                                        <p:strVal val="visible"/>
                                      </p:to>
                                    </p:set>
                                    <p:animEffect transition="in" filter="dissolve">
                                      <p:cBhvr>
                                        <p:cTn id="110" dur="500"/>
                                        <p:tgtEl>
                                          <p:spTgt spid="53276"/>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53277"/>
                                        </p:tgtEl>
                                        <p:attrNameLst>
                                          <p:attrName>style.visibility</p:attrName>
                                        </p:attrNameLst>
                                      </p:cBhvr>
                                      <p:to>
                                        <p:strVal val="visible"/>
                                      </p:to>
                                    </p:set>
                                    <p:animEffect transition="in" filter="dissolve">
                                      <p:cBhvr>
                                        <p:cTn id="114" dur="500"/>
                                        <p:tgtEl>
                                          <p:spTgt spid="53277"/>
                                        </p:tgtEl>
                                      </p:cBhvr>
                                    </p:animEffect>
                                  </p:childTnLst>
                                </p:cTn>
                              </p:par>
                            </p:childTnLst>
                          </p:cTn>
                        </p:par>
                        <p:par>
                          <p:cTn id="115" fill="hold" nodeType="afterGroup">
                            <p:stCondLst>
                              <p:cond delay="13500"/>
                            </p:stCondLst>
                            <p:childTnLst>
                              <p:par>
                                <p:cTn id="116" presetID="9" presetClass="entr" presetSubtype="0" fill="hold" nodeType="afterEffect">
                                  <p:stCondLst>
                                    <p:cond delay="0"/>
                                  </p:stCondLst>
                                  <p:childTnLst>
                                    <p:set>
                                      <p:cBhvr>
                                        <p:cTn id="117" dur="1" fill="hold">
                                          <p:stCondLst>
                                            <p:cond delay="0"/>
                                          </p:stCondLst>
                                        </p:cTn>
                                        <p:tgtEl>
                                          <p:spTgt spid="53278"/>
                                        </p:tgtEl>
                                        <p:attrNameLst>
                                          <p:attrName>style.visibility</p:attrName>
                                        </p:attrNameLst>
                                      </p:cBhvr>
                                      <p:to>
                                        <p:strVal val="visible"/>
                                      </p:to>
                                    </p:set>
                                    <p:animEffect transition="in" filter="dissolve">
                                      <p:cBhvr>
                                        <p:cTn id="118" dur="500"/>
                                        <p:tgtEl>
                                          <p:spTgt spid="53278"/>
                                        </p:tgtEl>
                                      </p:cBhvr>
                                    </p:animEffect>
                                  </p:childTnLst>
                                </p:cTn>
                              </p:par>
                            </p:childTnLst>
                          </p:cTn>
                        </p:par>
                        <p:par>
                          <p:cTn id="119" fill="hold" nodeType="afterGroup">
                            <p:stCondLst>
                              <p:cond delay="14000"/>
                            </p:stCondLst>
                            <p:childTnLst>
                              <p:par>
                                <p:cTn id="120" presetID="9" presetClass="entr" presetSubtype="0" fill="hold" nodeType="afterEffect">
                                  <p:stCondLst>
                                    <p:cond delay="0"/>
                                  </p:stCondLst>
                                  <p:childTnLst>
                                    <p:set>
                                      <p:cBhvr>
                                        <p:cTn id="121" dur="1" fill="hold">
                                          <p:stCondLst>
                                            <p:cond delay="0"/>
                                          </p:stCondLst>
                                        </p:cTn>
                                        <p:tgtEl>
                                          <p:spTgt spid="53279"/>
                                        </p:tgtEl>
                                        <p:attrNameLst>
                                          <p:attrName>style.visibility</p:attrName>
                                        </p:attrNameLst>
                                      </p:cBhvr>
                                      <p:to>
                                        <p:strVal val="visible"/>
                                      </p:to>
                                    </p:set>
                                    <p:animEffect transition="in" filter="dissolve">
                                      <p:cBhvr>
                                        <p:cTn id="122" dur="500"/>
                                        <p:tgtEl>
                                          <p:spTgt spid="53279"/>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53280"/>
                                        </p:tgtEl>
                                        <p:attrNameLst>
                                          <p:attrName>style.visibility</p:attrName>
                                        </p:attrNameLst>
                                      </p:cBhvr>
                                      <p:to>
                                        <p:strVal val="visible"/>
                                      </p:to>
                                    </p:set>
                                    <p:animEffect transition="in" filter="dissolve">
                                      <p:cBhvr>
                                        <p:cTn id="126" dur="500"/>
                                        <p:tgtEl>
                                          <p:spTgt spid="53280"/>
                                        </p:tgtEl>
                                      </p:cBhvr>
                                    </p:animEffect>
                                  </p:childTnLst>
                                </p:cTn>
                              </p:par>
                            </p:childTnLst>
                          </p:cTn>
                        </p:par>
                        <p:par>
                          <p:cTn id="127" fill="hold" nodeType="afterGroup">
                            <p:stCondLst>
                              <p:cond delay="15000"/>
                            </p:stCondLst>
                            <p:childTnLst>
                              <p:par>
                                <p:cTn id="128" presetID="9" presetClass="entr" presetSubtype="0" fill="hold" nodeType="afterEffect">
                                  <p:stCondLst>
                                    <p:cond delay="0"/>
                                  </p:stCondLst>
                                  <p:childTnLst>
                                    <p:set>
                                      <p:cBhvr>
                                        <p:cTn id="129" dur="1" fill="hold">
                                          <p:stCondLst>
                                            <p:cond delay="0"/>
                                          </p:stCondLst>
                                        </p:cTn>
                                        <p:tgtEl>
                                          <p:spTgt spid="53281"/>
                                        </p:tgtEl>
                                        <p:attrNameLst>
                                          <p:attrName>style.visibility</p:attrName>
                                        </p:attrNameLst>
                                      </p:cBhvr>
                                      <p:to>
                                        <p:strVal val="visible"/>
                                      </p:to>
                                    </p:set>
                                    <p:animEffect transition="in" filter="dissolve">
                                      <p:cBhvr>
                                        <p:cTn id="130" dur="500"/>
                                        <p:tgtEl>
                                          <p:spTgt spid="53281"/>
                                        </p:tgtEl>
                                      </p:cBhvr>
                                    </p:animEffect>
                                  </p:childTnLst>
                                </p:cTn>
                              </p:par>
                            </p:childTnLst>
                          </p:cTn>
                        </p:par>
                        <p:par>
                          <p:cTn id="131" fill="hold" nodeType="afterGroup">
                            <p:stCondLst>
                              <p:cond delay="15500"/>
                            </p:stCondLst>
                            <p:childTnLst>
                              <p:par>
                                <p:cTn id="132" presetID="9" presetClass="entr" presetSubtype="0" fill="hold" nodeType="afterEffect">
                                  <p:stCondLst>
                                    <p:cond delay="0"/>
                                  </p:stCondLst>
                                  <p:childTnLst>
                                    <p:set>
                                      <p:cBhvr>
                                        <p:cTn id="133" dur="1" fill="hold">
                                          <p:stCondLst>
                                            <p:cond delay="0"/>
                                          </p:stCondLst>
                                        </p:cTn>
                                        <p:tgtEl>
                                          <p:spTgt spid="53282"/>
                                        </p:tgtEl>
                                        <p:attrNameLst>
                                          <p:attrName>style.visibility</p:attrName>
                                        </p:attrNameLst>
                                      </p:cBhvr>
                                      <p:to>
                                        <p:strVal val="visible"/>
                                      </p:to>
                                    </p:set>
                                    <p:animEffect transition="in" filter="dissolve">
                                      <p:cBhvr>
                                        <p:cTn id="134" dur="500"/>
                                        <p:tgtEl>
                                          <p:spTgt spid="53282"/>
                                        </p:tgtEl>
                                      </p:cBhvr>
                                    </p:animEffect>
                                  </p:childTnLst>
                                </p:cTn>
                              </p:par>
                            </p:childTnLst>
                          </p:cTn>
                        </p:par>
                        <p:par>
                          <p:cTn id="135" fill="hold" nodeType="afterGroup">
                            <p:stCondLst>
                              <p:cond delay="16000"/>
                            </p:stCondLst>
                            <p:childTnLst>
                              <p:par>
                                <p:cTn id="136" presetID="9" presetClass="entr" presetSubtype="0" fill="hold" nodeType="afterEffect">
                                  <p:stCondLst>
                                    <p:cond delay="0"/>
                                  </p:stCondLst>
                                  <p:childTnLst>
                                    <p:set>
                                      <p:cBhvr>
                                        <p:cTn id="137" dur="1" fill="hold">
                                          <p:stCondLst>
                                            <p:cond delay="0"/>
                                          </p:stCondLst>
                                        </p:cTn>
                                        <p:tgtEl>
                                          <p:spTgt spid="53283"/>
                                        </p:tgtEl>
                                        <p:attrNameLst>
                                          <p:attrName>style.visibility</p:attrName>
                                        </p:attrNameLst>
                                      </p:cBhvr>
                                      <p:to>
                                        <p:strVal val="visible"/>
                                      </p:to>
                                    </p:set>
                                    <p:animEffect transition="in" filter="dissolve">
                                      <p:cBhvr>
                                        <p:cTn id="138" dur="500"/>
                                        <p:tgtEl>
                                          <p:spTgt spid="53283"/>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53284"/>
                                        </p:tgtEl>
                                        <p:attrNameLst>
                                          <p:attrName>style.visibility</p:attrName>
                                        </p:attrNameLst>
                                      </p:cBhvr>
                                      <p:to>
                                        <p:strVal val="visible"/>
                                      </p:to>
                                    </p:set>
                                    <p:animEffect transition="in" filter="dissolve">
                                      <p:cBhvr>
                                        <p:cTn id="142" dur="500"/>
                                        <p:tgtEl>
                                          <p:spTgt spid="53284"/>
                                        </p:tgtEl>
                                      </p:cBhvr>
                                    </p:animEffect>
                                  </p:childTnLst>
                                </p:cTn>
                              </p:par>
                            </p:childTnLst>
                          </p:cTn>
                        </p:par>
                        <p:par>
                          <p:cTn id="143" fill="hold" nodeType="afterGroup">
                            <p:stCondLst>
                              <p:cond delay="17000"/>
                            </p:stCondLst>
                            <p:childTnLst>
                              <p:par>
                                <p:cTn id="144" presetID="9" presetClass="entr" presetSubtype="0" fill="hold" nodeType="afterEffect">
                                  <p:stCondLst>
                                    <p:cond delay="0"/>
                                  </p:stCondLst>
                                  <p:childTnLst>
                                    <p:set>
                                      <p:cBhvr>
                                        <p:cTn id="145" dur="1" fill="hold">
                                          <p:stCondLst>
                                            <p:cond delay="0"/>
                                          </p:stCondLst>
                                        </p:cTn>
                                        <p:tgtEl>
                                          <p:spTgt spid="53285"/>
                                        </p:tgtEl>
                                        <p:attrNameLst>
                                          <p:attrName>style.visibility</p:attrName>
                                        </p:attrNameLst>
                                      </p:cBhvr>
                                      <p:to>
                                        <p:strVal val="visible"/>
                                      </p:to>
                                    </p:set>
                                    <p:animEffect transition="in" filter="dissolve">
                                      <p:cBhvr>
                                        <p:cTn id="146" dur="500"/>
                                        <p:tgtEl>
                                          <p:spTgt spid="53285"/>
                                        </p:tgtEl>
                                      </p:cBhvr>
                                    </p:animEffect>
                                  </p:childTnLst>
                                </p:cTn>
                              </p:par>
                            </p:childTnLst>
                          </p:cTn>
                        </p:par>
                        <p:par>
                          <p:cTn id="147" fill="hold" nodeType="afterGroup">
                            <p:stCondLst>
                              <p:cond delay="17500"/>
                            </p:stCondLst>
                            <p:childTnLst>
                              <p:par>
                                <p:cTn id="148" presetID="9" presetClass="entr" presetSubtype="0" fill="hold" nodeType="afterEffect">
                                  <p:stCondLst>
                                    <p:cond delay="0"/>
                                  </p:stCondLst>
                                  <p:childTnLst>
                                    <p:set>
                                      <p:cBhvr>
                                        <p:cTn id="149" dur="1" fill="hold">
                                          <p:stCondLst>
                                            <p:cond delay="0"/>
                                          </p:stCondLst>
                                        </p:cTn>
                                        <p:tgtEl>
                                          <p:spTgt spid="53286"/>
                                        </p:tgtEl>
                                        <p:attrNameLst>
                                          <p:attrName>style.visibility</p:attrName>
                                        </p:attrNameLst>
                                      </p:cBhvr>
                                      <p:to>
                                        <p:strVal val="visible"/>
                                      </p:to>
                                    </p:set>
                                    <p:animEffect transition="in" filter="dissolve">
                                      <p:cBhvr>
                                        <p:cTn id="150" dur="500"/>
                                        <p:tgtEl>
                                          <p:spTgt spid="53286"/>
                                        </p:tgtEl>
                                      </p:cBhvr>
                                    </p:animEffect>
                                  </p:childTnLst>
                                </p:cTn>
                              </p:par>
                            </p:childTnLst>
                          </p:cTn>
                        </p:par>
                        <p:par>
                          <p:cTn id="151" fill="hold" nodeType="afterGroup">
                            <p:stCondLst>
                              <p:cond delay="18000"/>
                            </p:stCondLst>
                            <p:childTnLst>
                              <p:par>
                                <p:cTn id="152" presetID="9" presetClass="entr" presetSubtype="0" fill="hold" nodeType="afterEffect">
                                  <p:stCondLst>
                                    <p:cond delay="0"/>
                                  </p:stCondLst>
                                  <p:childTnLst>
                                    <p:set>
                                      <p:cBhvr>
                                        <p:cTn id="153" dur="1" fill="hold">
                                          <p:stCondLst>
                                            <p:cond delay="0"/>
                                          </p:stCondLst>
                                        </p:cTn>
                                        <p:tgtEl>
                                          <p:spTgt spid="53287"/>
                                        </p:tgtEl>
                                        <p:attrNameLst>
                                          <p:attrName>style.visibility</p:attrName>
                                        </p:attrNameLst>
                                      </p:cBhvr>
                                      <p:to>
                                        <p:strVal val="visible"/>
                                      </p:to>
                                    </p:set>
                                    <p:animEffect transition="in" filter="dissolve">
                                      <p:cBhvr>
                                        <p:cTn id="154" dur="500"/>
                                        <p:tgtEl>
                                          <p:spTgt spid="53287"/>
                                        </p:tgtEl>
                                      </p:cBhvr>
                                    </p:animEffect>
                                  </p:childTnLst>
                                </p:cTn>
                              </p:par>
                            </p:childTnLst>
                          </p:cTn>
                        </p:par>
                        <p:par>
                          <p:cTn id="155" fill="hold" nodeType="afterGroup">
                            <p:stCondLst>
                              <p:cond delay="18500"/>
                            </p:stCondLst>
                            <p:childTnLst>
                              <p:par>
                                <p:cTn id="156" presetID="9" presetClass="entr" presetSubtype="0" fill="hold" nodeType="afterEffect">
                                  <p:stCondLst>
                                    <p:cond delay="0"/>
                                  </p:stCondLst>
                                  <p:childTnLst>
                                    <p:set>
                                      <p:cBhvr>
                                        <p:cTn id="157" dur="1" fill="hold">
                                          <p:stCondLst>
                                            <p:cond delay="0"/>
                                          </p:stCondLst>
                                        </p:cTn>
                                        <p:tgtEl>
                                          <p:spTgt spid="53288"/>
                                        </p:tgtEl>
                                        <p:attrNameLst>
                                          <p:attrName>style.visibility</p:attrName>
                                        </p:attrNameLst>
                                      </p:cBhvr>
                                      <p:to>
                                        <p:strVal val="visible"/>
                                      </p:to>
                                    </p:set>
                                    <p:animEffect transition="in" filter="dissolve">
                                      <p:cBhvr>
                                        <p:cTn id="158" dur="500"/>
                                        <p:tgtEl>
                                          <p:spTgt spid="53288"/>
                                        </p:tgtEl>
                                      </p:cBhvr>
                                    </p:animEffect>
                                  </p:childTnLst>
                                </p:cTn>
                              </p:par>
                            </p:childTnLst>
                          </p:cTn>
                        </p:par>
                        <p:par>
                          <p:cTn id="159" fill="hold" nodeType="afterGroup">
                            <p:stCondLst>
                              <p:cond delay="19000"/>
                            </p:stCondLst>
                            <p:childTnLst>
                              <p:par>
                                <p:cTn id="160" presetID="9" presetClass="entr" presetSubtype="0" fill="hold" nodeType="afterEffect">
                                  <p:stCondLst>
                                    <p:cond delay="0"/>
                                  </p:stCondLst>
                                  <p:childTnLst>
                                    <p:set>
                                      <p:cBhvr>
                                        <p:cTn id="161" dur="1" fill="hold">
                                          <p:stCondLst>
                                            <p:cond delay="0"/>
                                          </p:stCondLst>
                                        </p:cTn>
                                        <p:tgtEl>
                                          <p:spTgt spid="53289"/>
                                        </p:tgtEl>
                                        <p:attrNameLst>
                                          <p:attrName>style.visibility</p:attrName>
                                        </p:attrNameLst>
                                      </p:cBhvr>
                                      <p:to>
                                        <p:strVal val="visible"/>
                                      </p:to>
                                    </p:set>
                                    <p:animEffect transition="in" filter="dissolve">
                                      <p:cBhvr>
                                        <p:cTn id="162" dur="500"/>
                                        <p:tgtEl>
                                          <p:spTgt spid="53289"/>
                                        </p:tgtEl>
                                      </p:cBhvr>
                                    </p:animEffect>
                                  </p:childTnLst>
                                </p:cTn>
                              </p:par>
                            </p:childTnLst>
                          </p:cTn>
                        </p:par>
                        <p:par>
                          <p:cTn id="163" fill="hold" nodeType="afterGroup">
                            <p:stCondLst>
                              <p:cond delay="19500"/>
                            </p:stCondLst>
                            <p:childTnLst>
                              <p:par>
                                <p:cTn id="164" presetID="9" presetClass="entr" presetSubtype="0" fill="hold" nodeType="afterEffect">
                                  <p:stCondLst>
                                    <p:cond delay="0"/>
                                  </p:stCondLst>
                                  <p:childTnLst>
                                    <p:set>
                                      <p:cBhvr>
                                        <p:cTn id="165" dur="1" fill="hold">
                                          <p:stCondLst>
                                            <p:cond delay="0"/>
                                          </p:stCondLst>
                                        </p:cTn>
                                        <p:tgtEl>
                                          <p:spTgt spid="53290"/>
                                        </p:tgtEl>
                                        <p:attrNameLst>
                                          <p:attrName>style.visibility</p:attrName>
                                        </p:attrNameLst>
                                      </p:cBhvr>
                                      <p:to>
                                        <p:strVal val="visible"/>
                                      </p:to>
                                    </p:set>
                                    <p:animEffect transition="in" filter="dissolve">
                                      <p:cBhvr>
                                        <p:cTn id="166" dur="500"/>
                                        <p:tgtEl>
                                          <p:spTgt spid="53290"/>
                                        </p:tgtEl>
                                      </p:cBhvr>
                                    </p:animEffect>
                                  </p:childTnLst>
                                </p:cTn>
                              </p:par>
                            </p:childTnLst>
                          </p:cTn>
                        </p:par>
                        <p:par>
                          <p:cTn id="167" fill="hold" nodeType="afterGroup">
                            <p:stCondLst>
                              <p:cond delay="20000"/>
                            </p:stCondLst>
                            <p:childTnLst>
                              <p:par>
                                <p:cTn id="168" presetID="9" presetClass="entr" presetSubtype="0" fill="hold" nodeType="afterEffect">
                                  <p:stCondLst>
                                    <p:cond delay="0"/>
                                  </p:stCondLst>
                                  <p:childTnLst>
                                    <p:set>
                                      <p:cBhvr>
                                        <p:cTn id="169" dur="1" fill="hold">
                                          <p:stCondLst>
                                            <p:cond delay="0"/>
                                          </p:stCondLst>
                                        </p:cTn>
                                        <p:tgtEl>
                                          <p:spTgt spid="53291"/>
                                        </p:tgtEl>
                                        <p:attrNameLst>
                                          <p:attrName>style.visibility</p:attrName>
                                        </p:attrNameLst>
                                      </p:cBhvr>
                                      <p:to>
                                        <p:strVal val="visible"/>
                                      </p:to>
                                    </p:set>
                                    <p:animEffect transition="in" filter="dissolve">
                                      <p:cBhvr>
                                        <p:cTn id="170" dur="500"/>
                                        <p:tgtEl>
                                          <p:spTgt spid="53291"/>
                                        </p:tgtEl>
                                      </p:cBhvr>
                                    </p:animEffect>
                                  </p:childTnLst>
                                </p:cTn>
                              </p:par>
                            </p:childTnLst>
                          </p:cTn>
                        </p:par>
                        <p:par>
                          <p:cTn id="171" fill="hold" nodeType="afterGroup">
                            <p:stCondLst>
                              <p:cond delay="20500"/>
                            </p:stCondLst>
                            <p:childTnLst>
                              <p:par>
                                <p:cTn id="172" presetID="9" presetClass="entr" presetSubtype="0" fill="hold" nodeType="afterEffect">
                                  <p:stCondLst>
                                    <p:cond delay="0"/>
                                  </p:stCondLst>
                                  <p:childTnLst>
                                    <p:set>
                                      <p:cBhvr>
                                        <p:cTn id="173" dur="1" fill="hold">
                                          <p:stCondLst>
                                            <p:cond delay="0"/>
                                          </p:stCondLst>
                                        </p:cTn>
                                        <p:tgtEl>
                                          <p:spTgt spid="53292"/>
                                        </p:tgtEl>
                                        <p:attrNameLst>
                                          <p:attrName>style.visibility</p:attrName>
                                        </p:attrNameLst>
                                      </p:cBhvr>
                                      <p:to>
                                        <p:strVal val="visible"/>
                                      </p:to>
                                    </p:set>
                                    <p:animEffect transition="in" filter="dissolve">
                                      <p:cBhvr>
                                        <p:cTn id="174" dur="500"/>
                                        <p:tgtEl>
                                          <p:spTgt spid="53292"/>
                                        </p:tgtEl>
                                      </p:cBhvr>
                                    </p:animEffect>
                                  </p:childTnLst>
                                </p:cTn>
                              </p:par>
                            </p:childTnLst>
                          </p:cTn>
                        </p:par>
                        <p:par>
                          <p:cTn id="175" fill="hold" nodeType="afterGroup">
                            <p:stCondLst>
                              <p:cond delay="21000"/>
                            </p:stCondLst>
                            <p:childTnLst>
                              <p:par>
                                <p:cTn id="176" presetID="9" presetClass="entr" presetSubtype="0" fill="hold" nodeType="afterEffect">
                                  <p:stCondLst>
                                    <p:cond delay="0"/>
                                  </p:stCondLst>
                                  <p:childTnLst>
                                    <p:set>
                                      <p:cBhvr>
                                        <p:cTn id="177" dur="1" fill="hold">
                                          <p:stCondLst>
                                            <p:cond delay="0"/>
                                          </p:stCondLst>
                                        </p:cTn>
                                        <p:tgtEl>
                                          <p:spTgt spid="53293"/>
                                        </p:tgtEl>
                                        <p:attrNameLst>
                                          <p:attrName>style.visibility</p:attrName>
                                        </p:attrNameLst>
                                      </p:cBhvr>
                                      <p:to>
                                        <p:strVal val="visible"/>
                                      </p:to>
                                    </p:set>
                                    <p:animEffect transition="in" filter="dissolve">
                                      <p:cBhvr>
                                        <p:cTn id="178" dur="500"/>
                                        <p:tgtEl>
                                          <p:spTgt spid="53293"/>
                                        </p:tgtEl>
                                      </p:cBhvr>
                                    </p:animEffect>
                                  </p:childTnLst>
                                </p:cTn>
                              </p:par>
                            </p:childTnLst>
                          </p:cTn>
                        </p:par>
                        <p:par>
                          <p:cTn id="179" fill="hold" nodeType="afterGroup">
                            <p:stCondLst>
                              <p:cond delay="21500"/>
                            </p:stCondLst>
                            <p:childTnLst>
                              <p:par>
                                <p:cTn id="180" presetID="9" presetClass="entr" presetSubtype="0" fill="hold" nodeType="afterEffect">
                                  <p:stCondLst>
                                    <p:cond delay="0"/>
                                  </p:stCondLst>
                                  <p:childTnLst>
                                    <p:set>
                                      <p:cBhvr>
                                        <p:cTn id="181" dur="1" fill="hold">
                                          <p:stCondLst>
                                            <p:cond delay="0"/>
                                          </p:stCondLst>
                                        </p:cTn>
                                        <p:tgtEl>
                                          <p:spTgt spid="53294"/>
                                        </p:tgtEl>
                                        <p:attrNameLst>
                                          <p:attrName>style.visibility</p:attrName>
                                        </p:attrNameLst>
                                      </p:cBhvr>
                                      <p:to>
                                        <p:strVal val="visible"/>
                                      </p:to>
                                    </p:set>
                                    <p:animEffect transition="in" filter="dissolve">
                                      <p:cBhvr>
                                        <p:cTn id="182" dur="500"/>
                                        <p:tgtEl>
                                          <p:spTgt spid="53294"/>
                                        </p:tgtEl>
                                      </p:cBhvr>
                                    </p:animEffect>
                                  </p:childTnLst>
                                </p:cTn>
                              </p:par>
                            </p:childTnLst>
                          </p:cTn>
                        </p:par>
                        <p:par>
                          <p:cTn id="183" fill="hold" nodeType="afterGroup">
                            <p:stCondLst>
                              <p:cond delay="22000"/>
                            </p:stCondLst>
                            <p:childTnLst>
                              <p:par>
                                <p:cTn id="184" presetID="9" presetClass="entr" presetSubtype="0" fill="hold" nodeType="afterEffect">
                                  <p:stCondLst>
                                    <p:cond delay="0"/>
                                  </p:stCondLst>
                                  <p:childTnLst>
                                    <p:set>
                                      <p:cBhvr>
                                        <p:cTn id="185" dur="1" fill="hold">
                                          <p:stCondLst>
                                            <p:cond delay="0"/>
                                          </p:stCondLst>
                                        </p:cTn>
                                        <p:tgtEl>
                                          <p:spTgt spid="53295"/>
                                        </p:tgtEl>
                                        <p:attrNameLst>
                                          <p:attrName>style.visibility</p:attrName>
                                        </p:attrNameLst>
                                      </p:cBhvr>
                                      <p:to>
                                        <p:strVal val="visible"/>
                                      </p:to>
                                    </p:set>
                                    <p:animEffect transition="in" filter="dissolve">
                                      <p:cBhvr>
                                        <p:cTn id="186" dur="500"/>
                                        <p:tgtEl>
                                          <p:spTgt spid="53295"/>
                                        </p:tgtEl>
                                      </p:cBhvr>
                                    </p:animEffect>
                                  </p:childTnLst>
                                </p:cTn>
                              </p:par>
                            </p:childTnLst>
                          </p:cTn>
                        </p:par>
                        <p:par>
                          <p:cTn id="187" fill="hold" nodeType="afterGroup">
                            <p:stCondLst>
                              <p:cond delay="22500"/>
                            </p:stCondLst>
                            <p:childTnLst>
                              <p:par>
                                <p:cTn id="188" presetID="9" presetClass="entr" presetSubtype="0" fill="hold" nodeType="afterEffect">
                                  <p:stCondLst>
                                    <p:cond delay="0"/>
                                  </p:stCondLst>
                                  <p:childTnLst>
                                    <p:set>
                                      <p:cBhvr>
                                        <p:cTn id="189" dur="1" fill="hold">
                                          <p:stCondLst>
                                            <p:cond delay="0"/>
                                          </p:stCondLst>
                                        </p:cTn>
                                        <p:tgtEl>
                                          <p:spTgt spid="53296"/>
                                        </p:tgtEl>
                                        <p:attrNameLst>
                                          <p:attrName>style.visibility</p:attrName>
                                        </p:attrNameLst>
                                      </p:cBhvr>
                                      <p:to>
                                        <p:strVal val="visible"/>
                                      </p:to>
                                    </p:set>
                                    <p:animEffect transition="in" filter="dissolve">
                                      <p:cBhvr>
                                        <p:cTn id="190" dur="500"/>
                                        <p:tgtEl>
                                          <p:spTgt spid="53296"/>
                                        </p:tgtEl>
                                      </p:cBhvr>
                                    </p:animEffect>
                                  </p:childTnLst>
                                </p:cTn>
                              </p:par>
                            </p:childTnLst>
                          </p:cTn>
                        </p:par>
                        <p:par>
                          <p:cTn id="191" fill="hold" nodeType="afterGroup">
                            <p:stCondLst>
                              <p:cond delay="23000"/>
                            </p:stCondLst>
                            <p:childTnLst>
                              <p:par>
                                <p:cTn id="192" presetID="9" presetClass="entr" presetSubtype="0" fill="hold" nodeType="afterEffect">
                                  <p:stCondLst>
                                    <p:cond delay="0"/>
                                  </p:stCondLst>
                                  <p:childTnLst>
                                    <p:set>
                                      <p:cBhvr>
                                        <p:cTn id="193" dur="1" fill="hold">
                                          <p:stCondLst>
                                            <p:cond delay="0"/>
                                          </p:stCondLst>
                                        </p:cTn>
                                        <p:tgtEl>
                                          <p:spTgt spid="53297"/>
                                        </p:tgtEl>
                                        <p:attrNameLst>
                                          <p:attrName>style.visibility</p:attrName>
                                        </p:attrNameLst>
                                      </p:cBhvr>
                                      <p:to>
                                        <p:strVal val="visible"/>
                                      </p:to>
                                    </p:set>
                                    <p:animEffect transition="in" filter="dissolve">
                                      <p:cBhvr>
                                        <p:cTn id="194" dur="500"/>
                                        <p:tgtEl>
                                          <p:spTgt spid="53297"/>
                                        </p:tgtEl>
                                      </p:cBhvr>
                                    </p:animEffect>
                                  </p:childTnLst>
                                </p:cTn>
                              </p:par>
                            </p:childTnLst>
                          </p:cTn>
                        </p:par>
                        <p:par>
                          <p:cTn id="195" fill="hold" nodeType="afterGroup">
                            <p:stCondLst>
                              <p:cond delay="23500"/>
                            </p:stCondLst>
                            <p:childTnLst>
                              <p:par>
                                <p:cTn id="196" presetID="9" presetClass="entr" presetSubtype="0" fill="hold" nodeType="afterEffect">
                                  <p:stCondLst>
                                    <p:cond delay="0"/>
                                  </p:stCondLst>
                                  <p:childTnLst>
                                    <p:set>
                                      <p:cBhvr>
                                        <p:cTn id="197" dur="1" fill="hold">
                                          <p:stCondLst>
                                            <p:cond delay="0"/>
                                          </p:stCondLst>
                                        </p:cTn>
                                        <p:tgtEl>
                                          <p:spTgt spid="53298"/>
                                        </p:tgtEl>
                                        <p:attrNameLst>
                                          <p:attrName>style.visibility</p:attrName>
                                        </p:attrNameLst>
                                      </p:cBhvr>
                                      <p:to>
                                        <p:strVal val="visible"/>
                                      </p:to>
                                    </p:set>
                                    <p:animEffect transition="in" filter="dissolve">
                                      <p:cBhvr>
                                        <p:cTn id="198" dur="500"/>
                                        <p:tgtEl>
                                          <p:spTgt spid="53298"/>
                                        </p:tgtEl>
                                      </p:cBhvr>
                                    </p:animEffect>
                                  </p:childTnLst>
                                </p:cTn>
                              </p:par>
                            </p:childTnLst>
                          </p:cTn>
                        </p:par>
                        <p:par>
                          <p:cTn id="199" fill="hold" nodeType="afterGroup">
                            <p:stCondLst>
                              <p:cond delay="24000"/>
                            </p:stCondLst>
                            <p:childTnLst>
                              <p:par>
                                <p:cTn id="200" presetID="9" presetClass="entr" presetSubtype="0" fill="hold" nodeType="afterEffect">
                                  <p:stCondLst>
                                    <p:cond delay="0"/>
                                  </p:stCondLst>
                                  <p:childTnLst>
                                    <p:set>
                                      <p:cBhvr>
                                        <p:cTn id="201" dur="1" fill="hold">
                                          <p:stCondLst>
                                            <p:cond delay="0"/>
                                          </p:stCondLst>
                                        </p:cTn>
                                        <p:tgtEl>
                                          <p:spTgt spid="53299"/>
                                        </p:tgtEl>
                                        <p:attrNameLst>
                                          <p:attrName>style.visibility</p:attrName>
                                        </p:attrNameLst>
                                      </p:cBhvr>
                                      <p:to>
                                        <p:strVal val="visible"/>
                                      </p:to>
                                    </p:set>
                                    <p:animEffect transition="in" filter="dissolve">
                                      <p:cBhvr>
                                        <p:cTn id="202" dur="500"/>
                                        <p:tgtEl>
                                          <p:spTgt spid="53299"/>
                                        </p:tgtEl>
                                      </p:cBhvr>
                                    </p:animEffect>
                                  </p:childTnLst>
                                </p:cTn>
                              </p:par>
                            </p:childTnLst>
                          </p:cTn>
                        </p:par>
                        <p:par>
                          <p:cTn id="203" fill="hold" nodeType="afterGroup">
                            <p:stCondLst>
                              <p:cond delay="24500"/>
                            </p:stCondLst>
                            <p:childTnLst>
                              <p:par>
                                <p:cTn id="204" presetID="9" presetClass="entr" presetSubtype="0" fill="hold" nodeType="afterEffect">
                                  <p:stCondLst>
                                    <p:cond delay="0"/>
                                  </p:stCondLst>
                                  <p:childTnLst>
                                    <p:set>
                                      <p:cBhvr>
                                        <p:cTn id="205" dur="1" fill="hold">
                                          <p:stCondLst>
                                            <p:cond delay="0"/>
                                          </p:stCondLst>
                                        </p:cTn>
                                        <p:tgtEl>
                                          <p:spTgt spid="53300"/>
                                        </p:tgtEl>
                                        <p:attrNameLst>
                                          <p:attrName>style.visibility</p:attrName>
                                        </p:attrNameLst>
                                      </p:cBhvr>
                                      <p:to>
                                        <p:strVal val="visible"/>
                                      </p:to>
                                    </p:set>
                                    <p:animEffect transition="in" filter="dissolve">
                                      <p:cBhvr>
                                        <p:cTn id="206" dur="500"/>
                                        <p:tgtEl>
                                          <p:spTgt spid="53300"/>
                                        </p:tgtEl>
                                      </p:cBhvr>
                                    </p:animEffect>
                                  </p:childTnLst>
                                </p:cTn>
                              </p:par>
                            </p:childTnLst>
                          </p:cTn>
                        </p:par>
                        <p:par>
                          <p:cTn id="207" fill="hold" nodeType="afterGroup">
                            <p:stCondLst>
                              <p:cond delay="25000"/>
                            </p:stCondLst>
                            <p:childTnLst>
                              <p:par>
                                <p:cTn id="208" presetID="9" presetClass="entr" presetSubtype="0" fill="hold" nodeType="afterEffect">
                                  <p:stCondLst>
                                    <p:cond delay="0"/>
                                  </p:stCondLst>
                                  <p:childTnLst>
                                    <p:set>
                                      <p:cBhvr>
                                        <p:cTn id="209" dur="1" fill="hold">
                                          <p:stCondLst>
                                            <p:cond delay="0"/>
                                          </p:stCondLst>
                                        </p:cTn>
                                        <p:tgtEl>
                                          <p:spTgt spid="53301"/>
                                        </p:tgtEl>
                                        <p:attrNameLst>
                                          <p:attrName>style.visibility</p:attrName>
                                        </p:attrNameLst>
                                      </p:cBhvr>
                                      <p:to>
                                        <p:strVal val="visible"/>
                                      </p:to>
                                    </p:set>
                                    <p:animEffect transition="in" filter="dissolve">
                                      <p:cBhvr>
                                        <p:cTn id="210" dur="500"/>
                                        <p:tgtEl>
                                          <p:spTgt spid="53301"/>
                                        </p:tgtEl>
                                      </p:cBhvr>
                                    </p:animEffect>
                                  </p:childTnLst>
                                </p:cTn>
                              </p:par>
                            </p:childTnLst>
                          </p:cTn>
                        </p:par>
                        <p:par>
                          <p:cTn id="211" fill="hold" nodeType="afterGroup">
                            <p:stCondLst>
                              <p:cond delay="25500"/>
                            </p:stCondLst>
                            <p:childTnLst>
                              <p:par>
                                <p:cTn id="212" presetID="9" presetClass="entr" presetSubtype="0" fill="hold" nodeType="afterEffect">
                                  <p:stCondLst>
                                    <p:cond delay="0"/>
                                  </p:stCondLst>
                                  <p:childTnLst>
                                    <p:set>
                                      <p:cBhvr>
                                        <p:cTn id="213" dur="1" fill="hold">
                                          <p:stCondLst>
                                            <p:cond delay="0"/>
                                          </p:stCondLst>
                                        </p:cTn>
                                        <p:tgtEl>
                                          <p:spTgt spid="53302"/>
                                        </p:tgtEl>
                                        <p:attrNameLst>
                                          <p:attrName>style.visibility</p:attrName>
                                        </p:attrNameLst>
                                      </p:cBhvr>
                                      <p:to>
                                        <p:strVal val="visible"/>
                                      </p:to>
                                    </p:set>
                                    <p:animEffect transition="in" filter="dissolve">
                                      <p:cBhvr>
                                        <p:cTn id="214" dur="500"/>
                                        <p:tgtEl>
                                          <p:spTgt spid="53302"/>
                                        </p:tgtEl>
                                      </p:cBhvr>
                                    </p:animEffect>
                                  </p:childTnLst>
                                </p:cTn>
                              </p:par>
                            </p:childTnLst>
                          </p:cTn>
                        </p:par>
                        <p:par>
                          <p:cTn id="215" fill="hold" nodeType="afterGroup">
                            <p:stCondLst>
                              <p:cond delay="26000"/>
                            </p:stCondLst>
                            <p:childTnLst>
                              <p:par>
                                <p:cTn id="216" presetID="9" presetClass="entr" presetSubtype="0" fill="hold" nodeType="afterEffect">
                                  <p:stCondLst>
                                    <p:cond delay="0"/>
                                  </p:stCondLst>
                                  <p:childTnLst>
                                    <p:set>
                                      <p:cBhvr>
                                        <p:cTn id="217" dur="1" fill="hold">
                                          <p:stCondLst>
                                            <p:cond delay="0"/>
                                          </p:stCondLst>
                                        </p:cTn>
                                        <p:tgtEl>
                                          <p:spTgt spid="53303"/>
                                        </p:tgtEl>
                                        <p:attrNameLst>
                                          <p:attrName>style.visibility</p:attrName>
                                        </p:attrNameLst>
                                      </p:cBhvr>
                                      <p:to>
                                        <p:strVal val="visible"/>
                                      </p:to>
                                    </p:set>
                                    <p:animEffect transition="in" filter="dissolve">
                                      <p:cBhvr>
                                        <p:cTn id="218" dur="500"/>
                                        <p:tgtEl>
                                          <p:spTgt spid="53303"/>
                                        </p:tgtEl>
                                      </p:cBhvr>
                                    </p:animEffect>
                                  </p:childTnLst>
                                </p:cTn>
                              </p:par>
                            </p:childTnLst>
                          </p:cTn>
                        </p:par>
                        <p:par>
                          <p:cTn id="219" fill="hold" nodeType="afterGroup">
                            <p:stCondLst>
                              <p:cond delay="26500"/>
                            </p:stCondLst>
                            <p:childTnLst>
                              <p:par>
                                <p:cTn id="220" presetID="9" presetClass="entr" presetSubtype="0" fill="hold" nodeType="afterEffect">
                                  <p:stCondLst>
                                    <p:cond delay="0"/>
                                  </p:stCondLst>
                                  <p:childTnLst>
                                    <p:set>
                                      <p:cBhvr>
                                        <p:cTn id="221" dur="1" fill="hold">
                                          <p:stCondLst>
                                            <p:cond delay="0"/>
                                          </p:stCondLst>
                                        </p:cTn>
                                        <p:tgtEl>
                                          <p:spTgt spid="53304"/>
                                        </p:tgtEl>
                                        <p:attrNameLst>
                                          <p:attrName>style.visibility</p:attrName>
                                        </p:attrNameLst>
                                      </p:cBhvr>
                                      <p:to>
                                        <p:strVal val="visible"/>
                                      </p:to>
                                    </p:set>
                                    <p:animEffect transition="in" filter="dissolve">
                                      <p:cBhvr>
                                        <p:cTn id="222" dur="500"/>
                                        <p:tgtEl>
                                          <p:spTgt spid="53304"/>
                                        </p:tgtEl>
                                      </p:cBhvr>
                                    </p:animEffect>
                                  </p:childTnLst>
                                </p:cTn>
                              </p:par>
                            </p:childTnLst>
                          </p:cTn>
                        </p:par>
                        <p:par>
                          <p:cTn id="223" fill="hold" nodeType="afterGroup">
                            <p:stCondLst>
                              <p:cond delay="27000"/>
                            </p:stCondLst>
                            <p:childTnLst>
                              <p:par>
                                <p:cTn id="224" presetID="9" presetClass="entr" presetSubtype="0" fill="hold" nodeType="afterEffect">
                                  <p:stCondLst>
                                    <p:cond delay="0"/>
                                  </p:stCondLst>
                                  <p:childTnLst>
                                    <p:set>
                                      <p:cBhvr>
                                        <p:cTn id="225" dur="1" fill="hold">
                                          <p:stCondLst>
                                            <p:cond delay="0"/>
                                          </p:stCondLst>
                                        </p:cTn>
                                        <p:tgtEl>
                                          <p:spTgt spid="53305"/>
                                        </p:tgtEl>
                                        <p:attrNameLst>
                                          <p:attrName>style.visibility</p:attrName>
                                        </p:attrNameLst>
                                      </p:cBhvr>
                                      <p:to>
                                        <p:strVal val="visible"/>
                                      </p:to>
                                    </p:set>
                                    <p:animEffect transition="in" filter="dissolve">
                                      <p:cBhvr>
                                        <p:cTn id="226" dur="500"/>
                                        <p:tgtEl>
                                          <p:spTgt spid="53305"/>
                                        </p:tgtEl>
                                      </p:cBhvr>
                                    </p:animEffect>
                                  </p:childTnLst>
                                </p:cTn>
                              </p:par>
                            </p:childTnLst>
                          </p:cTn>
                        </p:par>
                        <p:par>
                          <p:cTn id="227" fill="hold" nodeType="afterGroup">
                            <p:stCondLst>
                              <p:cond delay="27500"/>
                            </p:stCondLst>
                            <p:childTnLst>
                              <p:par>
                                <p:cTn id="228" presetID="9" presetClass="entr" presetSubtype="0" fill="hold" nodeType="afterEffect">
                                  <p:stCondLst>
                                    <p:cond delay="0"/>
                                  </p:stCondLst>
                                  <p:childTnLst>
                                    <p:set>
                                      <p:cBhvr>
                                        <p:cTn id="229" dur="1" fill="hold">
                                          <p:stCondLst>
                                            <p:cond delay="0"/>
                                          </p:stCondLst>
                                        </p:cTn>
                                        <p:tgtEl>
                                          <p:spTgt spid="53306"/>
                                        </p:tgtEl>
                                        <p:attrNameLst>
                                          <p:attrName>style.visibility</p:attrName>
                                        </p:attrNameLst>
                                      </p:cBhvr>
                                      <p:to>
                                        <p:strVal val="visible"/>
                                      </p:to>
                                    </p:set>
                                    <p:animEffect transition="in" filter="dissolve">
                                      <p:cBhvr>
                                        <p:cTn id="230" dur="500"/>
                                        <p:tgtEl>
                                          <p:spTgt spid="53306"/>
                                        </p:tgtEl>
                                      </p:cBhvr>
                                    </p:animEffect>
                                  </p:childTnLst>
                                </p:cTn>
                              </p:par>
                            </p:childTnLst>
                          </p:cTn>
                        </p:par>
                        <p:par>
                          <p:cTn id="231" fill="hold" nodeType="afterGroup">
                            <p:stCondLst>
                              <p:cond delay="28000"/>
                            </p:stCondLst>
                            <p:childTnLst>
                              <p:par>
                                <p:cTn id="232" presetID="9" presetClass="entr" presetSubtype="0" fill="hold" nodeType="afterEffect">
                                  <p:stCondLst>
                                    <p:cond delay="0"/>
                                  </p:stCondLst>
                                  <p:childTnLst>
                                    <p:set>
                                      <p:cBhvr>
                                        <p:cTn id="233" dur="1" fill="hold">
                                          <p:stCondLst>
                                            <p:cond delay="0"/>
                                          </p:stCondLst>
                                        </p:cTn>
                                        <p:tgtEl>
                                          <p:spTgt spid="53307"/>
                                        </p:tgtEl>
                                        <p:attrNameLst>
                                          <p:attrName>style.visibility</p:attrName>
                                        </p:attrNameLst>
                                      </p:cBhvr>
                                      <p:to>
                                        <p:strVal val="visible"/>
                                      </p:to>
                                    </p:set>
                                    <p:animEffect transition="in" filter="dissolve">
                                      <p:cBhvr>
                                        <p:cTn id="234" dur="500"/>
                                        <p:tgtEl>
                                          <p:spTgt spid="53307"/>
                                        </p:tgtEl>
                                      </p:cBhvr>
                                    </p:animEffect>
                                  </p:childTnLst>
                                </p:cTn>
                              </p:par>
                            </p:childTnLst>
                          </p:cTn>
                        </p:par>
                        <p:par>
                          <p:cTn id="235" fill="hold" nodeType="afterGroup">
                            <p:stCondLst>
                              <p:cond delay="28500"/>
                            </p:stCondLst>
                            <p:childTnLst>
                              <p:par>
                                <p:cTn id="236" presetID="9" presetClass="entr" presetSubtype="0" fill="hold" nodeType="afterEffect">
                                  <p:stCondLst>
                                    <p:cond delay="0"/>
                                  </p:stCondLst>
                                  <p:childTnLst>
                                    <p:set>
                                      <p:cBhvr>
                                        <p:cTn id="237" dur="1" fill="hold">
                                          <p:stCondLst>
                                            <p:cond delay="0"/>
                                          </p:stCondLst>
                                        </p:cTn>
                                        <p:tgtEl>
                                          <p:spTgt spid="53308"/>
                                        </p:tgtEl>
                                        <p:attrNameLst>
                                          <p:attrName>style.visibility</p:attrName>
                                        </p:attrNameLst>
                                      </p:cBhvr>
                                      <p:to>
                                        <p:strVal val="visible"/>
                                      </p:to>
                                    </p:set>
                                    <p:animEffect transition="in" filter="dissolve">
                                      <p:cBhvr>
                                        <p:cTn id="238" dur="500"/>
                                        <p:tgtEl>
                                          <p:spTgt spid="53308"/>
                                        </p:tgtEl>
                                      </p:cBhvr>
                                    </p:animEffect>
                                  </p:childTnLst>
                                </p:cTn>
                              </p:par>
                            </p:childTnLst>
                          </p:cTn>
                        </p:par>
                        <p:par>
                          <p:cTn id="239" fill="hold" nodeType="afterGroup">
                            <p:stCondLst>
                              <p:cond delay="29000"/>
                            </p:stCondLst>
                            <p:childTnLst>
                              <p:par>
                                <p:cTn id="240" presetID="9" presetClass="entr" presetSubtype="0" fill="hold" nodeType="afterEffect">
                                  <p:stCondLst>
                                    <p:cond delay="0"/>
                                  </p:stCondLst>
                                  <p:childTnLst>
                                    <p:set>
                                      <p:cBhvr>
                                        <p:cTn id="241" dur="1" fill="hold">
                                          <p:stCondLst>
                                            <p:cond delay="0"/>
                                          </p:stCondLst>
                                        </p:cTn>
                                        <p:tgtEl>
                                          <p:spTgt spid="53309"/>
                                        </p:tgtEl>
                                        <p:attrNameLst>
                                          <p:attrName>style.visibility</p:attrName>
                                        </p:attrNameLst>
                                      </p:cBhvr>
                                      <p:to>
                                        <p:strVal val="visible"/>
                                      </p:to>
                                    </p:set>
                                    <p:animEffect transition="in" filter="dissolve">
                                      <p:cBhvr>
                                        <p:cTn id="242" dur="500"/>
                                        <p:tgtEl>
                                          <p:spTgt spid="53309"/>
                                        </p:tgtEl>
                                      </p:cBhvr>
                                    </p:animEffect>
                                  </p:childTnLst>
                                </p:cTn>
                              </p:par>
                            </p:childTnLst>
                          </p:cTn>
                        </p:par>
                        <p:par>
                          <p:cTn id="243" fill="hold" nodeType="afterGroup">
                            <p:stCondLst>
                              <p:cond delay="29500"/>
                            </p:stCondLst>
                            <p:childTnLst>
                              <p:par>
                                <p:cTn id="244" presetID="9" presetClass="entr" presetSubtype="0" fill="hold" nodeType="afterEffect">
                                  <p:stCondLst>
                                    <p:cond delay="0"/>
                                  </p:stCondLst>
                                  <p:childTnLst>
                                    <p:set>
                                      <p:cBhvr>
                                        <p:cTn id="245" dur="1" fill="hold">
                                          <p:stCondLst>
                                            <p:cond delay="0"/>
                                          </p:stCondLst>
                                        </p:cTn>
                                        <p:tgtEl>
                                          <p:spTgt spid="53310"/>
                                        </p:tgtEl>
                                        <p:attrNameLst>
                                          <p:attrName>style.visibility</p:attrName>
                                        </p:attrNameLst>
                                      </p:cBhvr>
                                      <p:to>
                                        <p:strVal val="visible"/>
                                      </p:to>
                                    </p:set>
                                    <p:animEffect transition="in" filter="dissolve">
                                      <p:cBhvr>
                                        <p:cTn id="246" dur="500"/>
                                        <p:tgtEl>
                                          <p:spTgt spid="53310"/>
                                        </p:tgtEl>
                                      </p:cBhvr>
                                    </p:animEffect>
                                  </p:childTnLst>
                                </p:cTn>
                              </p:par>
                            </p:childTnLst>
                          </p:cTn>
                        </p:par>
                        <p:par>
                          <p:cTn id="247" fill="hold" nodeType="afterGroup">
                            <p:stCondLst>
                              <p:cond delay="30000"/>
                            </p:stCondLst>
                            <p:childTnLst>
                              <p:par>
                                <p:cTn id="248" presetID="9" presetClass="entr" presetSubtype="0" fill="hold" nodeType="afterEffect">
                                  <p:stCondLst>
                                    <p:cond delay="0"/>
                                  </p:stCondLst>
                                  <p:childTnLst>
                                    <p:set>
                                      <p:cBhvr>
                                        <p:cTn id="249" dur="1" fill="hold">
                                          <p:stCondLst>
                                            <p:cond delay="0"/>
                                          </p:stCondLst>
                                        </p:cTn>
                                        <p:tgtEl>
                                          <p:spTgt spid="53311"/>
                                        </p:tgtEl>
                                        <p:attrNameLst>
                                          <p:attrName>style.visibility</p:attrName>
                                        </p:attrNameLst>
                                      </p:cBhvr>
                                      <p:to>
                                        <p:strVal val="visible"/>
                                      </p:to>
                                    </p:set>
                                    <p:animEffect transition="in" filter="dissolve">
                                      <p:cBhvr>
                                        <p:cTn id="250" dur="500"/>
                                        <p:tgtEl>
                                          <p:spTgt spid="53311"/>
                                        </p:tgtEl>
                                      </p:cBhvr>
                                    </p:animEffect>
                                  </p:childTnLst>
                                </p:cTn>
                              </p:par>
                            </p:childTnLst>
                          </p:cTn>
                        </p:par>
                        <p:par>
                          <p:cTn id="251" fill="hold" nodeType="afterGroup">
                            <p:stCondLst>
                              <p:cond delay="30500"/>
                            </p:stCondLst>
                            <p:childTnLst>
                              <p:par>
                                <p:cTn id="252" presetID="9" presetClass="entr" presetSubtype="0" fill="hold" nodeType="afterEffect">
                                  <p:stCondLst>
                                    <p:cond delay="0"/>
                                  </p:stCondLst>
                                  <p:childTnLst>
                                    <p:set>
                                      <p:cBhvr>
                                        <p:cTn id="253" dur="1" fill="hold">
                                          <p:stCondLst>
                                            <p:cond delay="0"/>
                                          </p:stCondLst>
                                        </p:cTn>
                                        <p:tgtEl>
                                          <p:spTgt spid="53312"/>
                                        </p:tgtEl>
                                        <p:attrNameLst>
                                          <p:attrName>style.visibility</p:attrName>
                                        </p:attrNameLst>
                                      </p:cBhvr>
                                      <p:to>
                                        <p:strVal val="visible"/>
                                      </p:to>
                                    </p:set>
                                    <p:animEffect transition="in" filter="dissolve">
                                      <p:cBhvr>
                                        <p:cTn id="254" dur="500"/>
                                        <p:tgtEl>
                                          <p:spTgt spid="53312"/>
                                        </p:tgtEl>
                                      </p:cBhvr>
                                    </p:animEffect>
                                  </p:childTnLst>
                                </p:cTn>
                              </p:par>
                            </p:childTnLst>
                          </p:cTn>
                        </p:par>
                        <p:par>
                          <p:cTn id="255" fill="hold" nodeType="afterGroup">
                            <p:stCondLst>
                              <p:cond delay="31000"/>
                            </p:stCondLst>
                            <p:childTnLst>
                              <p:par>
                                <p:cTn id="256" presetID="9" presetClass="entr" presetSubtype="0" fill="hold" nodeType="afterEffect">
                                  <p:stCondLst>
                                    <p:cond delay="0"/>
                                  </p:stCondLst>
                                  <p:childTnLst>
                                    <p:set>
                                      <p:cBhvr>
                                        <p:cTn id="257" dur="1" fill="hold">
                                          <p:stCondLst>
                                            <p:cond delay="0"/>
                                          </p:stCondLst>
                                        </p:cTn>
                                        <p:tgtEl>
                                          <p:spTgt spid="53313"/>
                                        </p:tgtEl>
                                        <p:attrNameLst>
                                          <p:attrName>style.visibility</p:attrName>
                                        </p:attrNameLst>
                                      </p:cBhvr>
                                      <p:to>
                                        <p:strVal val="visible"/>
                                      </p:to>
                                    </p:set>
                                    <p:animEffect transition="in" filter="dissolve">
                                      <p:cBhvr>
                                        <p:cTn id="258" dur="500"/>
                                        <p:tgtEl>
                                          <p:spTgt spid="53313"/>
                                        </p:tgtEl>
                                      </p:cBhvr>
                                    </p:animEffect>
                                  </p:childTnLst>
                                </p:cTn>
                              </p:par>
                            </p:childTnLst>
                          </p:cTn>
                        </p:par>
                        <p:par>
                          <p:cTn id="259" fill="hold" nodeType="afterGroup">
                            <p:stCondLst>
                              <p:cond delay="31500"/>
                            </p:stCondLst>
                            <p:childTnLst>
                              <p:par>
                                <p:cTn id="260" presetID="9" presetClass="entr" presetSubtype="0" fill="hold" nodeType="afterEffect">
                                  <p:stCondLst>
                                    <p:cond delay="0"/>
                                  </p:stCondLst>
                                  <p:childTnLst>
                                    <p:set>
                                      <p:cBhvr>
                                        <p:cTn id="261" dur="1" fill="hold">
                                          <p:stCondLst>
                                            <p:cond delay="0"/>
                                          </p:stCondLst>
                                        </p:cTn>
                                        <p:tgtEl>
                                          <p:spTgt spid="53314"/>
                                        </p:tgtEl>
                                        <p:attrNameLst>
                                          <p:attrName>style.visibility</p:attrName>
                                        </p:attrNameLst>
                                      </p:cBhvr>
                                      <p:to>
                                        <p:strVal val="visible"/>
                                      </p:to>
                                    </p:set>
                                    <p:animEffect transition="in" filter="dissolve">
                                      <p:cBhvr>
                                        <p:cTn id="262" dur="500"/>
                                        <p:tgtEl>
                                          <p:spTgt spid="53314"/>
                                        </p:tgtEl>
                                      </p:cBhvr>
                                    </p:animEffect>
                                  </p:childTnLst>
                                </p:cTn>
                              </p:par>
                            </p:childTnLst>
                          </p:cTn>
                        </p:par>
                        <p:par>
                          <p:cTn id="263" fill="hold" nodeType="afterGroup">
                            <p:stCondLst>
                              <p:cond delay="32000"/>
                            </p:stCondLst>
                            <p:childTnLst>
                              <p:par>
                                <p:cTn id="264" presetID="9" presetClass="entr" presetSubtype="0" fill="hold" nodeType="afterEffect">
                                  <p:stCondLst>
                                    <p:cond delay="0"/>
                                  </p:stCondLst>
                                  <p:childTnLst>
                                    <p:set>
                                      <p:cBhvr>
                                        <p:cTn id="265" dur="1" fill="hold">
                                          <p:stCondLst>
                                            <p:cond delay="0"/>
                                          </p:stCondLst>
                                        </p:cTn>
                                        <p:tgtEl>
                                          <p:spTgt spid="53315"/>
                                        </p:tgtEl>
                                        <p:attrNameLst>
                                          <p:attrName>style.visibility</p:attrName>
                                        </p:attrNameLst>
                                      </p:cBhvr>
                                      <p:to>
                                        <p:strVal val="visible"/>
                                      </p:to>
                                    </p:set>
                                    <p:animEffect transition="in" filter="dissolve">
                                      <p:cBhvr>
                                        <p:cTn id="266" dur="500"/>
                                        <p:tgtEl>
                                          <p:spTgt spid="53315"/>
                                        </p:tgtEl>
                                      </p:cBhvr>
                                    </p:animEffect>
                                  </p:childTnLst>
                                </p:cTn>
                              </p:par>
                            </p:childTnLst>
                          </p:cTn>
                        </p:par>
                        <p:par>
                          <p:cTn id="267" fill="hold" nodeType="afterGroup">
                            <p:stCondLst>
                              <p:cond delay="32500"/>
                            </p:stCondLst>
                            <p:childTnLst>
                              <p:par>
                                <p:cTn id="268" presetID="9" presetClass="entr" presetSubtype="0" fill="hold" nodeType="afterEffect">
                                  <p:stCondLst>
                                    <p:cond delay="0"/>
                                  </p:stCondLst>
                                  <p:childTnLst>
                                    <p:set>
                                      <p:cBhvr>
                                        <p:cTn id="269" dur="1" fill="hold">
                                          <p:stCondLst>
                                            <p:cond delay="0"/>
                                          </p:stCondLst>
                                        </p:cTn>
                                        <p:tgtEl>
                                          <p:spTgt spid="53316"/>
                                        </p:tgtEl>
                                        <p:attrNameLst>
                                          <p:attrName>style.visibility</p:attrName>
                                        </p:attrNameLst>
                                      </p:cBhvr>
                                      <p:to>
                                        <p:strVal val="visible"/>
                                      </p:to>
                                    </p:set>
                                    <p:animEffect transition="in" filter="dissolve">
                                      <p:cBhvr>
                                        <p:cTn id="270" dur="500"/>
                                        <p:tgtEl>
                                          <p:spTgt spid="53316"/>
                                        </p:tgtEl>
                                      </p:cBhvr>
                                    </p:animEffect>
                                  </p:childTnLst>
                                </p:cTn>
                              </p:par>
                            </p:childTnLst>
                          </p:cTn>
                        </p:par>
                        <p:par>
                          <p:cTn id="271" fill="hold" nodeType="afterGroup">
                            <p:stCondLst>
                              <p:cond delay="33000"/>
                            </p:stCondLst>
                            <p:childTnLst>
                              <p:par>
                                <p:cTn id="272" presetID="9" presetClass="entr" presetSubtype="0" fill="hold" grpId="0" nodeType="afterEffect">
                                  <p:stCondLst>
                                    <p:cond delay="0"/>
                                  </p:stCondLst>
                                  <p:childTnLst>
                                    <p:set>
                                      <p:cBhvr>
                                        <p:cTn id="273" dur="1" fill="hold">
                                          <p:stCondLst>
                                            <p:cond delay="0"/>
                                          </p:stCondLst>
                                        </p:cTn>
                                        <p:tgtEl>
                                          <p:spTgt spid="53317"/>
                                        </p:tgtEl>
                                        <p:attrNameLst>
                                          <p:attrName>style.visibility</p:attrName>
                                        </p:attrNameLst>
                                      </p:cBhvr>
                                      <p:to>
                                        <p:strVal val="visible"/>
                                      </p:to>
                                    </p:set>
                                    <p:animEffect transition="in" filter="dissolve">
                                      <p:cBhvr>
                                        <p:cTn id="274" dur="500"/>
                                        <p:tgtEl>
                                          <p:spTgt spid="53317"/>
                                        </p:tgtEl>
                                      </p:cBhvr>
                                    </p:animEffect>
                                  </p:childTnLst>
                                </p:cTn>
                              </p:par>
                            </p:childTnLst>
                          </p:cTn>
                        </p:par>
                        <p:par>
                          <p:cTn id="275" fill="hold" nodeType="afterGroup">
                            <p:stCondLst>
                              <p:cond delay="33500"/>
                            </p:stCondLst>
                            <p:childTnLst>
                              <p:par>
                                <p:cTn id="276" presetID="9" presetClass="entr" presetSubtype="0" fill="hold" grpId="0" nodeType="afterEffect">
                                  <p:stCondLst>
                                    <p:cond delay="0"/>
                                  </p:stCondLst>
                                  <p:childTnLst>
                                    <p:set>
                                      <p:cBhvr>
                                        <p:cTn id="277" dur="1" fill="hold">
                                          <p:stCondLst>
                                            <p:cond delay="0"/>
                                          </p:stCondLst>
                                        </p:cTn>
                                        <p:tgtEl>
                                          <p:spTgt spid="53318"/>
                                        </p:tgtEl>
                                        <p:attrNameLst>
                                          <p:attrName>style.visibility</p:attrName>
                                        </p:attrNameLst>
                                      </p:cBhvr>
                                      <p:to>
                                        <p:strVal val="visible"/>
                                      </p:to>
                                    </p:set>
                                    <p:animEffect transition="in" filter="dissolve">
                                      <p:cBhvr>
                                        <p:cTn id="278" dur="500"/>
                                        <p:tgtEl>
                                          <p:spTgt spid="53318"/>
                                        </p:tgtEl>
                                      </p:cBhvr>
                                    </p:animEffect>
                                  </p:childTnLst>
                                </p:cTn>
                              </p:par>
                            </p:childTnLst>
                          </p:cTn>
                        </p:par>
                        <p:par>
                          <p:cTn id="279" fill="hold" nodeType="afterGroup">
                            <p:stCondLst>
                              <p:cond delay="34000"/>
                            </p:stCondLst>
                            <p:childTnLst>
                              <p:par>
                                <p:cTn id="280" presetID="9" presetClass="entr" presetSubtype="0" fill="hold" grpId="0" nodeType="afterEffect">
                                  <p:stCondLst>
                                    <p:cond delay="0"/>
                                  </p:stCondLst>
                                  <p:childTnLst>
                                    <p:set>
                                      <p:cBhvr>
                                        <p:cTn id="281" dur="1" fill="hold">
                                          <p:stCondLst>
                                            <p:cond delay="0"/>
                                          </p:stCondLst>
                                        </p:cTn>
                                        <p:tgtEl>
                                          <p:spTgt spid="53319"/>
                                        </p:tgtEl>
                                        <p:attrNameLst>
                                          <p:attrName>style.visibility</p:attrName>
                                        </p:attrNameLst>
                                      </p:cBhvr>
                                      <p:to>
                                        <p:strVal val="visible"/>
                                      </p:to>
                                    </p:set>
                                    <p:animEffect transition="in" filter="dissolve">
                                      <p:cBhvr>
                                        <p:cTn id="282" dur="500"/>
                                        <p:tgtEl>
                                          <p:spTgt spid="53319"/>
                                        </p:tgtEl>
                                      </p:cBhvr>
                                    </p:animEffect>
                                  </p:childTnLst>
                                </p:cTn>
                              </p:par>
                            </p:childTnLst>
                          </p:cTn>
                        </p:par>
                        <p:par>
                          <p:cTn id="283" fill="hold" nodeType="afterGroup">
                            <p:stCondLst>
                              <p:cond delay="34500"/>
                            </p:stCondLst>
                            <p:childTnLst>
                              <p:par>
                                <p:cTn id="284" presetID="9" presetClass="entr" presetSubtype="0" fill="hold" grpId="0" nodeType="afterEffect">
                                  <p:stCondLst>
                                    <p:cond delay="0"/>
                                  </p:stCondLst>
                                  <p:childTnLst>
                                    <p:set>
                                      <p:cBhvr>
                                        <p:cTn id="285" dur="1" fill="hold">
                                          <p:stCondLst>
                                            <p:cond delay="0"/>
                                          </p:stCondLst>
                                        </p:cTn>
                                        <p:tgtEl>
                                          <p:spTgt spid="53320"/>
                                        </p:tgtEl>
                                        <p:attrNameLst>
                                          <p:attrName>style.visibility</p:attrName>
                                        </p:attrNameLst>
                                      </p:cBhvr>
                                      <p:to>
                                        <p:strVal val="visible"/>
                                      </p:to>
                                    </p:set>
                                    <p:animEffect transition="in" filter="dissolve">
                                      <p:cBhvr>
                                        <p:cTn id="286" dur="500"/>
                                        <p:tgtEl>
                                          <p:spTgt spid="53320"/>
                                        </p:tgtEl>
                                      </p:cBhvr>
                                    </p:animEffect>
                                  </p:childTnLst>
                                </p:cTn>
                              </p:par>
                            </p:childTnLst>
                          </p:cTn>
                        </p:par>
                        <p:par>
                          <p:cTn id="287" fill="hold" nodeType="afterGroup">
                            <p:stCondLst>
                              <p:cond delay="35000"/>
                            </p:stCondLst>
                            <p:childTnLst>
                              <p:par>
                                <p:cTn id="288" presetID="9" presetClass="entr" presetSubtype="0" fill="hold" grpId="0" nodeType="afterEffect">
                                  <p:stCondLst>
                                    <p:cond delay="0"/>
                                  </p:stCondLst>
                                  <p:childTnLst>
                                    <p:set>
                                      <p:cBhvr>
                                        <p:cTn id="289" dur="1" fill="hold">
                                          <p:stCondLst>
                                            <p:cond delay="0"/>
                                          </p:stCondLst>
                                        </p:cTn>
                                        <p:tgtEl>
                                          <p:spTgt spid="53321"/>
                                        </p:tgtEl>
                                        <p:attrNameLst>
                                          <p:attrName>style.visibility</p:attrName>
                                        </p:attrNameLst>
                                      </p:cBhvr>
                                      <p:to>
                                        <p:strVal val="visible"/>
                                      </p:to>
                                    </p:set>
                                    <p:animEffect transition="in" filter="dissolve">
                                      <p:cBhvr>
                                        <p:cTn id="290" dur="500"/>
                                        <p:tgtEl>
                                          <p:spTgt spid="53321"/>
                                        </p:tgtEl>
                                      </p:cBhvr>
                                    </p:animEffect>
                                  </p:childTnLst>
                                </p:cTn>
                              </p:par>
                            </p:childTnLst>
                          </p:cTn>
                        </p:par>
                        <p:par>
                          <p:cTn id="291" fill="hold" nodeType="afterGroup">
                            <p:stCondLst>
                              <p:cond delay="35500"/>
                            </p:stCondLst>
                            <p:childTnLst>
                              <p:par>
                                <p:cTn id="292" presetID="9" presetClass="entr" presetSubtype="0" fill="hold" grpId="0" nodeType="afterEffect">
                                  <p:stCondLst>
                                    <p:cond delay="0"/>
                                  </p:stCondLst>
                                  <p:childTnLst>
                                    <p:set>
                                      <p:cBhvr>
                                        <p:cTn id="293" dur="1" fill="hold">
                                          <p:stCondLst>
                                            <p:cond delay="0"/>
                                          </p:stCondLst>
                                        </p:cTn>
                                        <p:tgtEl>
                                          <p:spTgt spid="53322"/>
                                        </p:tgtEl>
                                        <p:attrNameLst>
                                          <p:attrName>style.visibility</p:attrName>
                                        </p:attrNameLst>
                                      </p:cBhvr>
                                      <p:to>
                                        <p:strVal val="visible"/>
                                      </p:to>
                                    </p:set>
                                    <p:animEffect transition="in" filter="dissolve">
                                      <p:cBhvr>
                                        <p:cTn id="294" dur="500"/>
                                        <p:tgtEl>
                                          <p:spTgt spid="53322"/>
                                        </p:tgtEl>
                                      </p:cBhvr>
                                    </p:animEffect>
                                  </p:childTnLst>
                                </p:cTn>
                              </p:par>
                            </p:childTnLst>
                          </p:cTn>
                        </p:par>
                        <p:par>
                          <p:cTn id="295" fill="hold" nodeType="afterGroup">
                            <p:stCondLst>
                              <p:cond delay="36000"/>
                            </p:stCondLst>
                            <p:childTnLst>
                              <p:par>
                                <p:cTn id="296" presetID="9" presetClass="entr" presetSubtype="0" fill="hold" nodeType="afterEffect">
                                  <p:stCondLst>
                                    <p:cond delay="0"/>
                                  </p:stCondLst>
                                  <p:childTnLst>
                                    <p:set>
                                      <p:cBhvr>
                                        <p:cTn id="297" dur="1" fill="hold">
                                          <p:stCondLst>
                                            <p:cond delay="0"/>
                                          </p:stCondLst>
                                        </p:cTn>
                                        <p:tgtEl>
                                          <p:spTgt spid="53323"/>
                                        </p:tgtEl>
                                        <p:attrNameLst>
                                          <p:attrName>style.visibility</p:attrName>
                                        </p:attrNameLst>
                                      </p:cBhvr>
                                      <p:to>
                                        <p:strVal val="visible"/>
                                      </p:to>
                                    </p:set>
                                    <p:animEffect transition="in" filter="dissolve">
                                      <p:cBhvr>
                                        <p:cTn id="298" dur="500"/>
                                        <p:tgtEl>
                                          <p:spTgt spid="53323"/>
                                        </p:tgtEl>
                                      </p:cBhvr>
                                    </p:animEffect>
                                  </p:childTnLst>
                                </p:cTn>
                              </p:par>
                            </p:childTnLst>
                          </p:cTn>
                        </p:par>
                        <p:par>
                          <p:cTn id="299" fill="hold" nodeType="afterGroup">
                            <p:stCondLst>
                              <p:cond delay="36500"/>
                            </p:stCondLst>
                            <p:childTnLst>
                              <p:par>
                                <p:cTn id="300" presetID="9" presetClass="entr" presetSubtype="0" fill="hold" nodeType="afterEffect">
                                  <p:stCondLst>
                                    <p:cond delay="0"/>
                                  </p:stCondLst>
                                  <p:childTnLst>
                                    <p:set>
                                      <p:cBhvr>
                                        <p:cTn id="301" dur="1" fill="hold">
                                          <p:stCondLst>
                                            <p:cond delay="0"/>
                                          </p:stCondLst>
                                        </p:cTn>
                                        <p:tgtEl>
                                          <p:spTgt spid="53324"/>
                                        </p:tgtEl>
                                        <p:attrNameLst>
                                          <p:attrName>style.visibility</p:attrName>
                                        </p:attrNameLst>
                                      </p:cBhvr>
                                      <p:to>
                                        <p:strVal val="visible"/>
                                      </p:to>
                                    </p:set>
                                    <p:animEffect transition="in" filter="dissolve">
                                      <p:cBhvr>
                                        <p:cTn id="302" dur="500"/>
                                        <p:tgtEl>
                                          <p:spTgt spid="53324"/>
                                        </p:tgtEl>
                                      </p:cBhvr>
                                    </p:animEffect>
                                  </p:childTnLst>
                                </p:cTn>
                              </p:par>
                            </p:childTnLst>
                          </p:cTn>
                        </p:par>
                        <p:par>
                          <p:cTn id="303" fill="hold" nodeType="afterGroup">
                            <p:stCondLst>
                              <p:cond delay="37000"/>
                            </p:stCondLst>
                            <p:childTnLst>
                              <p:par>
                                <p:cTn id="304" presetID="9" presetClass="entr" presetSubtype="0" fill="hold" nodeType="afterEffect">
                                  <p:stCondLst>
                                    <p:cond delay="0"/>
                                  </p:stCondLst>
                                  <p:childTnLst>
                                    <p:set>
                                      <p:cBhvr>
                                        <p:cTn id="305" dur="1" fill="hold">
                                          <p:stCondLst>
                                            <p:cond delay="0"/>
                                          </p:stCondLst>
                                        </p:cTn>
                                        <p:tgtEl>
                                          <p:spTgt spid="53325"/>
                                        </p:tgtEl>
                                        <p:attrNameLst>
                                          <p:attrName>style.visibility</p:attrName>
                                        </p:attrNameLst>
                                      </p:cBhvr>
                                      <p:to>
                                        <p:strVal val="visible"/>
                                      </p:to>
                                    </p:set>
                                    <p:animEffect transition="in" filter="dissolve">
                                      <p:cBhvr>
                                        <p:cTn id="306" dur="500"/>
                                        <p:tgtEl>
                                          <p:spTgt spid="53325"/>
                                        </p:tgtEl>
                                      </p:cBhvr>
                                    </p:animEffect>
                                  </p:childTnLst>
                                </p:cTn>
                              </p:par>
                            </p:childTnLst>
                          </p:cTn>
                        </p:par>
                        <p:par>
                          <p:cTn id="307" fill="hold" nodeType="afterGroup">
                            <p:stCondLst>
                              <p:cond delay="37500"/>
                            </p:stCondLst>
                            <p:childTnLst>
                              <p:par>
                                <p:cTn id="308" presetID="9" presetClass="entr" presetSubtype="0" fill="hold" nodeType="afterEffect">
                                  <p:stCondLst>
                                    <p:cond delay="0"/>
                                  </p:stCondLst>
                                  <p:childTnLst>
                                    <p:set>
                                      <p:cBhvr>
                                        <p:cTn id="309" dur="1" fill="hold">
                                          <p:stCondLst>
                                            <p:cond delay="0"/>
                                          </p:stCondLst>
                                        </p:cTn>
                                        <p:tgtEl>
                                          <p:spTgt spid="53326"/>
                                        </p:tgtEl>
                                        <p:attrNameLst>
                                          <p:attrName>style.visibility</p:attrName>
                                        </p:attrNameLst>
                                      </p:cBhvr>
                                      <p:to>
                                        <p:strVal val="visible"/>
                                      </p:to>
                                    </p:set>
                                    <p:animEffect transition="in" filter="dissolve">
                                      <p:cBhvr>
                                        <p:cTn id="310" dur="500"/>
                                        <p:tgtEl>
                                          <p:spTgt spid="53326"/>
                                        </p:tgtEl>
                                      </p:cBhvr>
                                    </p:animEffect>
                                  </p:childTnLst>
                                </p:cTn>
                              </p:par>
                            </p:childTnLst>
                          </p:cTn>
                        </p:par>
                        <p:par>
                          <p:cTn id="311" fill="hold" nodeType="afterGroup">
                            <p:stCondLst>
                              <p:cond delay="38000"/>
                            </p:stCondLst>
                            <p:childTnLst>
                              <p:par>
                                <p:cTn id="312" presetID="9" presetClass="entr" presetSubtype="0" fill="hold" nodeType="afterEffect">
                                  <p:stCondLst>
                                    <p:cond delay="0"/>
                                  </p:stCondLst>
                                  <p:childTnLst>
                                    <p:set>
                                      <p:cBhvr>
                                        <p:cTn id="313" dur="1" fill="hold">
                                          <p:stCondLst>
                                            <p:cond delay="0"/>
                                          </p:stCondLst>
                                        </p:cTn>
                                        <p:tgtEl>
                                          <p:spTgt spid="53327"/>
                                        </p:tgtEl>
                                        <p:attrNameLst>
                                          <p:attrName>style.visibility</p:attrName>
                                        </p:attrNameLst>
                                      </p:cBhvr>
                                      <p:to>
                                        <p:strVal val="visible"/>
                                      </p:to>
                                    </p:set>
                                    <p:animEffect transition="in" filter="dissolve">
                                      <p:cBhvr>
                                        <p:cTn id="314" dur="500"/>
                                        <p:tgtEl>
                                          <p:spTgt spid="53327"/>
                                        </p:tgtEl>
                                      </p:cBhvr>
                                    </p:animEffect>
                                  </p:childTnLst>
                                </p:cTn>
                              </p:par>
                            </p:childTnLst>
                          </p:cTn>
                        </p:par>
                        <p:par>
                          <p:cTn id="315" fill="hold" nodeType="afterGroup">
                            <p:stCondLst>
                              <p:cond delay="38500"/>
                            </p:stCondLst>
                            <p:childTnLst>
                              <p:par>
                                <p:cTn id="316" presetID="9" presetClass="entr" presetSubtype="0" fill="hold" nodeType="afterEffect">
                                  <p:stCondLst>
                                    <p:cond delay="0"/>
                                  </p:stCondLst>
                                  <p:childTnLst>
                                    <p:set>
                                      <p:cBhvr>
                                        <p:cTn id="317" dur="1" fill="hold">
                                          <p:stCondLst>
                                            <p:cond delay="0"/>
                                          </p:stCondLst>
                                        </p:cTn>
                                        <p:tgtEl>
                                          <p:spTgt spid="53328"/>
                                        </p:tgtEl>
                                        <p:attrNameLst>
                                          <p:attrName>style.visibility</p:attrName>
                                        </p:attrNameLst>
                                      </p:cBhvr>
                                      <p:to>
                                        <p:strVal val="visible"/>
                                      </p:to>
                                    </p:set>
                                    <p:animEffect transition="in" filter="dissolve">
                                      <p:cBhvr>
                                        <p:cTn id="318" dur="500"/>
                                        <p:tgtEl>
                                          <p:spTgt spid="53328"/>
                                        </p:tgtEl>
                                      </p:cBhvr>
                                    </p:animEffect>
                                  </p:childTnLst>
                                </p:cTn>
                              </p:par>
                            </p:childTnLst>
                          </p:cTn>
                        </p:par>
                        <p:par>
                          <p:cTn id="319" fill="hold" nodeType="afterGroup">
                            <p:stCondLst>
                              <p:cond delay="39000"/>
                            </p:stCondLst>
                            <p:childTnLst>
                              <p:par>
                                <p:cTn id="320" presetID="9" presetClass="entr" presetSubtype="0" fill="hold" nodeType="afterEffect">
                                  <p:stCondLst>
                                    <p:cond delay="0"/>
                                  </p:stCondLst>
                                  <p:childTnLst>
                                    <p:set>
                                      <p:cBhvr>
                                        <p:cTn id="321" dur="1" fill="hold">
                                          <p:stCondLst>
                                            <p:cond delay="0"/>
                                          </p:stCondLst>
                                        </p:cTn>
                                        <p:tgtEl>
                                          <p:spTgt spid="53329"/>
                                        </p:tgtEl>
                                        <p:attrNameLst>
                                          <p:attrName>style.visibility</p:attrName>
                                        </p:attrNameLst>
                                      </p:cBhvr>
                                      <p:to>
                                        <p:strVal val="visible"/>
                                      </p:to>
                                    </p:set>
                                    <p:animEffect transition="in" filter="dissolve">
                                      <p:cBhvr>
                                        <p:cTn id="322" dur="500"/>
                                        <p:tgtEl>
                                          <p:spTgt spid="53329"/>
                                        </p:tgtEl>
                                      </p:cBhvr>
                                    </p:animEffect>
                                  </p:childTnLst>
                                </p:cTn>
                              </p:par>
                            </p:childTnLst>
                          </p:cTn>
                        </p:par>
                        <p:par>
                          <p:cTn id="323" fill="hold" nodeType="afterGroup">
                            <p:stCondLst>
                              <p:cond delay="39500"/>
                            </p:stCondLst>
                            <p:childTnLst>
                              <p:par>
                                <p:cTn id="324" presetID="9" presetClass="entr" presetSubtype="0" fill="hold" nodeType="afterEffect">
                                  <p:stCondLst>
                                    <p:cond delay="0"/>
                                  </p:stCondLst>
                                  <p:childTnLst>
                                    <p:set>
                                      <p:cBhvr>
                                        <p:cTn id="325" dur="1" fill="hold">
                                          <p:stCondLst>
                                            <p:cond delay="0"/>
                                          </p:stCondLst>
                                        </p:cTn>
                                        <p:tgtEl>
                                          <p:spTgt spid="53330"/>
                                        </p:tgtEl>
                                        <p:attrNameLst>
                                          <p:attrName>style.visibility</p:attrName>
                                        </p:attrNameLst>
                                      </p:cBhvr>
                                      <p:to>
                                        <p:strVal val="visible"/>
                                      </p:to>
                                    </p:set>
                                    <p:animEffect transition="in" filter="dissolve">
                                      <p:cBhvr>
                                        <p:cTn id="326" dur="500"/>
                                        <p:tgtEl>
                                          <p:spTgt spid="53330"/>
                                        </p:tgtEl>
                                      </p:cBhvr>
                                    </p:animEffect>
                                  </p:childTnLst>
                                </p:cTn>
                              </p:par>
                            </p:childTnLst>
                          </p:cTn>
                        </p:par>
                        <p:par>
                          <p:cTn id="327" fill="hold" nodeType="afterGroup">
                            <p:stCondLst>
                              <p:cond delay="40000"/>
                            </p:stCondLst>
                            <p:childTnLst>
                              <p:par>
                                <p:cTn id="328" presetID="9" presetClass="entr" presetSubtype="0" fill="hold" nodeType="afterEffect">
                                  <p:stCondLst>
                                    <p:cond delay="0"/>
                                  </p:stCondLst>
                                  <p:childTnLst>
                                    <p:set>
                                      <p:cBhvr>
                                        <p:cTn id="329" dur="1" fill="hold">
                                          <p:stCondLst>
                                            <p:cond delay="0"/>
                                          </p:stCondLst>
                                        </p:cTn>
                                        <p:tgtEl>
                                          <p:spTgt spid="53331"/>
                                        </p:tgtEl>
                                        <p:attrNameLst>
                                          <p:attrName>style.visibility</p:attrName>
                                        </p:attrNameLst>
                                      </p:cBhvr>
                                      <p:to>
                                        <p:strVal val="visible"/>
                                      </p:to>
                                    </p:set>
                                    <p:animEffect transition="in" filter="dissolve">
                                      <p:cBhvr>
                                        <p:cTn id="330" dur="500"/>
                                        <p:tgtEl>
                                          <p:spTgt spid="53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0" grpId="0" autoUpdateAnimBg="0"/>
      <p:bldP spid="53252" grpId="0" autoUpdateAnimBg="0"/>
      <p:bldP spid="53253" grpId="0" autoUpdateAnimBg="0"/>
      <p:bldP spid="53254" grpId="0" autoUpdateAnimBg="0"/>
      <p:bldP spid="53255" grpId="0" autoUpdateAnimBg="0"/>
      <p:bldP spid="53256" grpId="0" autoUpdateAnimBg="0"/>
      <p:bldP spid="53257" grpId="0" autoUpdateAnimBg="0"/>
      <p:bldP spid="53258" grpId="0" autoUpdateAnimBg="0"/>
      <p:bldP spid="53259" grpId="0" autoUpdateAnimBg="0"/>
      <p:bldP spid="53260" grpId="0" autoUpdateAnimBg="0"/>
      <p:bldP spid="53261" grpId="0" autoUpdateAnimBg="0"/>
      <p:bldP spid="53317" grpId="0" autoUpdateAnimBg="0"/>
      <p:bldP spid="53318" grpId="0" autoUpdateAnimBg="0"/>
      <p:bldP spid="53319" grpId="0" autoUpdateAnimBg="0"/>
      <p:bldP spid="53320" grpId="0" autoUpdateAnimBg="0"/>
      <p:bldP spid="53321" grpId="0" autoUpdateAnimBg="0"/>
      <p:bldP spid="53322"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74"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4275"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407B0E7-3FBD-42A2-A380-8702E37DF7D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51</a:t>
            </a:fld>
            <a:endParaRPr lang="es-ES" altLang="en-US"/>
          </a:p>
        </p:txBody>
      </p:sp>
      <p:sp>
        <p:nvSpPr>
          <p:cNvPr id="54276"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Circle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Iconic</a:t>
            </a:r>
            <a:r>
              <a:rPr lang="es-ES" b="1" dirty="0">
                <a:solidFill>
                  <a:schemeClr val="bg1">
                    <a:lumMod val="95000"/>
                  </a:schemeClr>
                </a:solidFill>
                <a:latin typeface="Lato" charset="0"/>
                <a:ea typeface="ＭＳ Ｐゴシック" charset="0"/>
                <a:cs typeface="Lato" charset="0"/>
                <a:sym typeface="Lato" charset="0"/>
              </a:rPr>
              <a:t> Chart</a:t>
            </a:r>
            <a:endParaRPr lang="es-ES" dirty="0">
              <a:solidFill>
                <a:schemeClr val="bg1">
                  <a:lumMod val="95000"/>
                </a:schemeClr>
              </a:solidFill>
              <a:ea typeface="ＭＳ Ｐゴシック" charset="0"/>
            </a:endParaRPr>
          </a:p>
        </p:txBody>
      </p:sp>
      <p:sp>
        <p:nvSpPr>
          <p:cNvPr id="54277"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4278" name="AutoShape 6"/>
          <p:cNvSpPr>
            <a:spLocks/>
          </p:cNvSpPr>
          <p:nvPr/>
        </p:nvSpPr>
        <p:spPr bwMode="auto">
          <a:xfrm>
            <a:off x="8747125" y="4602163"/>
            <a:ext cx="6865938" cy="6908800"/>
          </a:xfrm>
          <a:custGeom>
            <a:avLst/>
            <a:gdLst>
              <a:gd name="T0" fmla="*/ 3432795 w 19679"/>
              <a:gd name="T1" fmla="*/ 3791607 h 19679"/>
              <a:gd name="T2" fmla="*/ 3432795 w 19679"/>
              <a:gd name="T3" fmla="*/ 3791607 h 19679"/>
              <a:gd name="T4" fmla="*/ 3432795 w 19679"/>
              <a:gd name="T5" fmla="*/ 3791607 h 19679"/>
              <a:gd name="T6" fmla="*/ 3432795 w 19679"/>
              <a:gd name="T7" fmla="*/ 379160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no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54279" name="AutoShape 7"/>
          <p:cNvSpPr>
            <a:spLocks/>
          </p:cNvSpPr>
          <p:nvPr/>
        </p:nvSpPr>
        <p:spPr bwMode="auto">
          <a:xfrm rot="10800000">
            <a:off x="11690350" y="1104582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54280" name="AutoShape 8"/>
          <p:cNvSpPr>
            <a:spLocks/>
          </p:cNvSpPr>
          <p:nvPr/>
        </p:nvSpPr>
        <p:spPr bwMode="auto">
          <a:xfrm rot="10800000">
            <a:off x="9182100" y="997902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54281" name="AutoShape 9"/>
          <p:cNvSpPr>
            <a:spLocks/>
          </p:cNvSpPr>
          <p:nvPr/>
        </p:nvSpPr>
        <p:spPr bwMode="auto">
          <a:xfrm rot="10800000">
            <a:off x="14008100" y="1001712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54282" name="AutoShape 10"/>
          <p:cNvSpPr>
            <a:spLocks/>
          </p:cNvSpPr>
          <p:nvPr/>
        </p:nvSpPr>
        <p:spPr bwMode="auto">
          <a:xfrm rot="-4">
            <a:off x="11895138" y="11269663"/>
            <a:ext cx="620712" cy="515937"/>
          </a:xfrm>
          <a:custGeom>
            <a:avLst/>
            <a:gdLst>
              <a:gd name="T0" fmla="*/ 310356 w 21600"/>
              <a:gd name="T1" fmla="*/ 257969 h 21600"/>
              <a:gd name="T2" fmla="*/ 310356 w 21600"/>
              <a:gd name="T3" fmla="*/ 257969 h 21600"/>
              <a:gd name="T4" fmla="*/ 310356 w 21600"/>
              <a:gd name="T5" fmla="*/ 257969 h 21600"/>
              <a:gd name="T6" fmla="*/ 310356 w 21600"/>
              <a:gd name="T7" fmla="*/ 257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600" y="14810"/>
                  <a:pt x="21600" y="15115"/>
                </a:cubicBezTo>
                <a:lnTo>
                  <a:pt x="21600" y="20504"/>
                </a:lnTo>
                <a:cubicBezTo>
                  <a:pt x="21600"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1B6AA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83" name="AutoShape 11"/>
          <p:cNvSpPr>
            <a:spLocks/>
          </p:cNvSpPr>
          <p:nvPr/>
        </p:nvSpPr>
        <p:spPr bwMode="auto">
          <a:xfrm rot="-4">
            <a:off x="9386888" y="10218738"/>
            <a:ext cx="619125" cy="515937"/>
          </a:xfrm>
          <a:custGeom>
            <a:avLst/>
            <a:gdLst>
              <a:gd name="T0" fmla="*/ 309563 w 21600"/>
              <a:gd name="T1" fmla="*/ 257957 h 21579"/>
              <a:gd name="T2" fmla="*/ 309563 w 21600"/>
              <a:gd name="T3" fmla="*/ 257957 h 21579"/>
              <a:gd name="T4" fmla="*/ 309563 w 21600"/>
              <a:gd name="T5" fmla="*/ 257957 h 21579"/>
              <a:gd name="T6" fmla="*/ 309563 w 21600"/>
              <a:gd name="T7" fmla="*/ 25795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84" name="AutoShape 12"/>
          <p:cNvSpPr>
            <a:spLocks/>
          </p:cNvSpPr>
          <p:nvPr/>
        </p:nvSpPr>
        <p:spPr bwMode="auto">
          <a:xfrm rot="-4">
            <a:off x="14216063" y="10247313"/>
            <a:ext cx="619125" cy="619125"/>
          </a:xfrm>
          <a:custGeom>
            <a:avLst/>
            <a:gdLst>
              <a:gd name="T0" fmla="*/ 309563 w 21600"/>
              <a:gd name="T1" fmla="*/ 309563 h 21600"/>
              <a:gd name="T2" fmla="*/ 309563 w 21600"/>
              <a:gd name="T3" fmla="*/ 309563 h 21600"/>
              <a:gd name="T4" fmla="*/ 309563 w 21600"/>
              <a:gd name="T5" fmla="*/ 309563 h 21600"/>
              <a:gd name="T6" fmla="*/ 309563 w 21600"/>
              <a:gd name="T7" fmla="*/ 3095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85" name="AutoShape 13"/>
          <p:cNvSpPr>
            <a:spLocks/>
          </p:cNvSpPr>
          <p:nvPr/>
        </p:nvSpPr>
        <p:spPr bwMode="auto">
          <a:xfrm>
            <a:off x="11639550" y="420687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54286" name="AutoShape 14"/>
          <p:cNvSpPr>
            <a:spLocks/>
          </p:cNvSpPr>
          <p:nvPr/>
        </p:nvSpPr>
        <p:spPr bwMode="auto">
          <a:xfrm>
            <a:off x="14401800" y="552767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54287" name="AutoShape 15"/>
          <p:cNvSpPr>
            <a:spLocks/>
          </p:cNvSpPr>
          <p:nvPr/>
        </p:nvSpPr>
        <p:spPr bwMode="auto">
          <a:xfrm>
            <a:off x="8208963" y="7859713"/>
            <a:ext cx="1033462" cy="1041400"/>
          </a:xfrm>
          <a:custGeom>
            <a:avLst/>
            <a:gdLst>
              <a:gd name="T0" fmla="*/ 516705 w 19679"/>
              <a:gd name="T1" fmla="*/ 571529 h 19679"/>
              <a:gd name="T2" fmla="*/ 516705 w 19679"/>
              <a:gd name="T3" fmla="*/ 571529 h 19679"/>
              <a:gd name="T4" fmla="*/ 516705 w 19679"/>
              <a:gd name="T5" fmla="*/ 571529 h 19679"/>
              <a:gd name="T6" fmla="*/ 516705 w 19679"/>
              <a:gd name="T7" fmla="*/ 57152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54288" name="AutoShape 16"/>
          <p:cNvSpPr>
            <a:spLocks/>
          </p:cNvSpPr>
          <p:nvPr/>
        </p:nvSpPr>
        <p:spPr bwMode="auto">
          <a:xfrm>
            <a:off x="15125700" y="7859713"/>
            <a:ext cx="1033463" cy="1041400"/>
          </a:xfrm>
          <a:custGeom>
            <a:avLst/>
            <a:gdLst>
              <a:gd name="T0" fmla="*/ 516705 w 19679"/>
              <a:gd name="T1" fmla="*/ 571529 h 19679"/>
              <a:gd name="T2" fmla="*/ 516705 w 19679"/>
              <a:gd name="T3" fmla="*/ 571529 h 19679"/>
              <a:gd name="T4" fmla="*/ 516705 w 19679"/>
              <a:gd name="T5" fmla="*/ 571529 h 19679"/>
              <a:gd name="T6" fmla="*/ 516705 w 19679"/>
              <a:gd name="T7" fmla="*/ 57152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54289" name="AutoShape 17"/>
          <p:cNvSpPr>
            <a:spLocks/>
          </p:cNvSpPr>
          <p:nvPr/>
        </p:nvSpPr>
        <p:spPr bwMode="auto">
          <a:xfrm>
            <a:off x="9067800" y="527367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w="63500" cap="flat" cmpd="sng">
            <a:solidFill>
              <a:srgbClr val="3BB7A2"/>
            </a:solidFill>
            <a:prstDash val="solid"/>
            <a:bevel/>
            <a:headEnd/>
            <a:tailEnd/>
          </a:ln>
          <a:effectLst/>
          <a:extLst/>
        </p:spPr>
        <p:txBody>
          <a:bodyPr lIns="45719" tIns="45719" rIns="45719" bIns="45719" anchor="ctr"/>
          <a:lstStyle/>
          <a:p>
            <a:endParaRPr lang="en-US"/>
          </a:p>
        </p:txBody>
      </p:sp>
      <p:sp>
        <p:nvSpPr>
          <p:cNvPr id="54290" name="AutoShape 18"/>
          <p:cNvSpPr>
            <a:spLocks/>
          </p:cNvSpPr>
          <p:nvPr/>
        </p:nvSpPr>
        <p:spPr bwMode="auto">
          <a:xfrm>
            <a:off x="11849100" y="4437063"/>
            <a:ext cx="619125" cy="515937"/>
          </a:xfrm>
          <a:custGeom>
            <a:avLst/>
            <a:gdLst>
              <a:gd name="T0" fmla="*/ 309563 w 21600"/>
              <a:gd name="T1" fmla="*/ 257969 h 21600"/>
              <a:gd name="T2" fmla="*/ 309563 w 21600"/>
              <a:gd name="T3" fmla="*/ 257969 h 21600"/>
              <a:gd name="T4" fmla="*/ 309563 w 21600"/>
              <a:gd name="T5" fmla="*/ 257969 h 21600"/>
              <a:gd name="T6" fmla="*/ 309563 w 21600"/>
              <a:gd name="T7" fmla="*/ 257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600" y="14810"/>
                  <a:pt x="21600" y="15115"/>
                </a:cubicBezTo>
                <a:lnTo>
                  <a:pt x="21600" y="20504"/>
                </a:lnTo>
                <a:cubicBezTo>
                  <a:pt x="21600"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1" name="AutoShape 19"/>
          <p:cNvSpPr>
            <a:spLocks/>
          </p:cNvSpPr>
          <p:nvPr/>
        </p:nvSpPr>
        <p:spPr bwMode="auto">
          <a:xfrm>
            <a:off x="8420100" y="8086725"/>
            <a:ext cx="619125" cy="620713"/>
          </a:xfrm>
          <a:custGeom>
            <a:avLst/>
            <a:gdLst>
              <a:gd name="T0" fmla="*/ 309563 w 21600"/>
              <a:gd name="T1" fmla="*/ 310357 h 21600"/>
              <a:gd name="T2" fmla="*/ 309563 w 21600"/>
              <a:gd name="T3" fmla="*/ 310357 h 21600"/>
              <a:gd name="T4" fmla="*/ 309563 w 21600"/>
              <a:gd name="T5" fmla="*/ 310357 h 21600"/>
              <a:gd name="T6" fmla="*/ 309563 w 21600"/>
              <a:gd name="T7" fmla="*/ 3103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1B6AA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2" name="AutoShape 20"/>
          <p:cNvSpPr>
            <a:spLocks/>
          </p:cNvSpPr>
          <p:nvPr/>
        </p:nvSpPr>
        <p:spPr bwMode="auto">
          <a:xfrm>
            <a:off x="14611350" y="5811838"/>
            <a:ext cx="620713" cy="515937"/>
          </a:xfrm>
          <a:custGeom>
            <a:avLst/>
            <a:gdLst>
              <a:gd name="T0" fmla="*/ 310357 w 21600"/>
              <a:gd name="T1" fmla="*/ 257957 h 21579"/>
              <a:gd name="T2" fmla="*/ 310357 w 21600"/>
              <a:gd name="T3" fmla="*/ 257957 h 21579"/>
              <a:gd name="T4" fmla="*/ 310357 w 21600"/>
              <a:gd name="T5" fmla="*/ 257957 h 21579"/>
              <a:gd name="T6" fmla="*/ 310357 w 21600"/>
              <a:gd name="T7" fmla="*/ 25795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3" name="AutoShape 21"/>
          <p:cNvSpPr>
            <a:spLocks/>
          </p:cNvSpPr>
          <p:nvPr/>
        </p:nvSpPr>
        <p:spPr bwMode="auto">
          <a:xfrm>
            <a:off x="9274175" y="5464175"/>
            <a:ext cx="619125" cy="619125"/>
          </a:xfrm>
          <a:custGeom>
            <a:avLst/>
            <a:gdLst>
              <a:gd name="T0" fmla="*/ 309563 w 21600"/>
              <a:gd name="T1" fmla="*/ 309563 h 21600"/>
              <a:gd name="T2" fmla="*/ 309563 w 21600"/>
              <a:gd name="T3" fmla="*/ 309563 h 21600"/>
              <a:gd name="T4" fmla="*/ 309563 w 21600"/>
              <a:gd name="T5" fmla="*/ 309563 h 21600"/>
              <a:gd name="T6" fmla="*/ 309563 w 21600"/>
              <a:gd name="T7" fmla="*/ 3095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4" name="AutoShape 22"/>
          <p:cNvSpPr>
            <a:spLocks/>
          </p:cNvSpPr>
          <p:nvPr/>
        </p:nvSpPr>
        <p:spPr bwMode="auto">
          <a:xfrm>
            <a:off x="15352713" y="8099425"/>
            <a:ext cx="619125" cy="547688"/>
          </a:xfrm>
          <a:custGeom>
            <a:avLst/>
            <a:gdLst>
              <a:gd name="T0" fmla="*/ 309563 w 21600"/>
              <a:gd name="T1" fmla="*/ 273844 h 21600"/>
              <a:gd name="T2" fmla="*/ 309563 w 21600"/>
              <a:gd name="T3" fmla="*/ 273844 h 21600"/>
              <a:gd name="T4" fmla="*/ 309563 w 21600"/>
              <a:gd name="T5" fmla="*/ 273844 h 21600"/>
              <a:gd name="T6" fmla="*/ 309563 w 21600"/>
              <a:gd name="T7" fmla="*/ 2738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639"/>
                </a:moveTo>
                <a:cubicBezTo>
                  <a:pt x="21600" y="3959"/>
                  <a:pt x="16676" y="0"/>
                  <a:pt x="10800" y="0"/>
                </a:cubicBezTo>
                <a:cubicBezTo>
                  <a:pt x="4764" y="0"/>
                  <a:pt x="0" y="3959"/>
                  <a:pt x="0" y="8639"/>
                </a:cubicBezTo>
                <a:cubicBezTo>
                  <a:pt x="0" y="12059"/>
                  <a:pt x="2382" y="14939"/>
                  <a:pt x="5876" y="16379"/>
                </a:cubicBezTo>
                <a:cubicBezTo>
                  <a:pt x="6035" y="17279"/>
                  <a:pt x="5717" y="19079"/>
                  <a:pt x="3335" y="21599"/>
                </a:cubicBezTo>
                <a:cubicBezTo>
                  <a:pt x="3335" y="21599"/>
                  <a:pt x="8576" y="19979"/>
                  <a:pt x="11435" y="17279"/>
                </a:cubicBezTo>
                <a:cubicBezTo>
                  <a:pt x="17152" y="16919"/>
                  <a:pt x="21600" y="13139"/>
                  <a:pt x="21600"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4295" name="AutoShape 23"/>
          <p:cNvSpPr>
            <a:spLocks/>
          </p:cNvSpPr>
          <p:nvPr/>
        </p:nvSpPr>
        <p:spPr bwMode="auto">
          <a:xfrm>
            <a:off x="9852025" y="5883275"/>
            <a:ext cx="4676775" cy="4676775"/>
          </a:xfrm>
          <a:custGeom>
            <a:avLst/>
            <a:gdLst>
              <a:gd name="T0" fmla="*/ 2338269 w 19679"/>
              <a:gd name="T1" fmla="*/ 2566653 h 19679"/>
              <a:gd name="T2" fmla="*/ 2338269 w 19679"/>
              <a:gd name="T3" fmla="*/ 2566653 h 19679"/>
              <a:gd name="T4" fmla="*/ 2338269 w 19679"/>
              <a:gd name="T5" fmla="*/ 2566653 h 19679"/>
              <a:gd name="T6" fmla="*/ 2338269 w 19679"/>
              <a:gd name="T7" fmla="*/ 256665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a:noFill/>
          </a:ln>
          <a:effectLst/>
          <a:extLst/>
        </p:spPr>
        <p:txBody>
          <a:bodyPr lIns="0" tIns="0" rIns="0" bIns="0" anchor="ctr"/>
          <a:lstStyle/>
          <a:p>
            <a:endParaRPr lang="en-US"/>
          </a:p>
        </p:txBody>
      </p:sp>
      <p:sp>
        <p:nvSpPr>
          <p:cNvPr id="54296" name="AutoShape 24"/>
          <p:cNvSpPr>
            <a:spLocks/>
          </p:cNvSpPr>
          <p:nvPr/>
        </p:nvSpPr>
        <p:spPr bwMode="auto">
          <a:xfrm>
            <a:off x="11623675" y="7497763"/>
            <a:ext cx="1174750" cy="1174750"/>
          </a:xfrm>
          <a:custGeom>
            <a:avLst/>
            <a:gdLst>
              <a:gd name="T0" fmla="*/ 587375 w 21600"/>
              <a:gd name="T1" fmla="*/ 587375 h 21600"/>
              <a:gd name="T2" fmla="*/ 587375 w 21600"/>
              <a:gd name="T3" fmla="*/ 587375 h 21600"/>
              <a:gd name="T4" fmla="*/ 587375 w 21600"/>
              <a:gd name="T5" fmla="*/ 587375 h 21600"/>
              <a:gd name="T6" fmla="*/ 587375 w 21600"/>
              <a:gd name="T7" fmla="*/ 587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7" name="AutoShape 25"/>
          <p:cNvSpPr>
            <a:spLocks/>
          </p:cNvSpPr>
          <p:nvPr/>
        </p:nvSpPr>
        <p:spPr bwMode="auto">
          <a:xfrm>
            <a:off x="3530600" y="56165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298" name="AutoShape 26"/>
          <p:cNvSpPr>
            <a:spLocks/>
          </p:cNvSpPr>
          <p:nvPr/>
        </p:nvSpPr>
        <p:spPr bwMode="auto">
          <a:xfrm>
            <a:off x="3543300" y="5168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299" name="AutoShape 27"/>
          <p:cNvSpPr>
            <a:spLocks/>
          </p:cNvSpPr>
          <p:nvPr/>
        </p:nvSpPr>
        <p:spPr bwMode="auto">
          <a:xfrm>
            <a:off x="3530600" y="78390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0" name="AutoShape 28"/>
          <p:cNvSpPr>
            <a:spLocks/>
          </p:cNvSpPr>
          <p:nvPr/>
        </p:nvSpPr>
        <p:spPr bwMode="auto">
          <a:xfrm>
            <a:off x="3543300" y="73914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1" name="AutoShape 29"/>
          <p:cNvSpPr>
            <a:spLocks/>
          </p:cNvSpPr>
          <p:nvPr/>
        </p:nvSpPr>
        <p:spPr bwMode="auto">
          <a:xfrm>
            <a:off x="3530600" y="100869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2" name="AutoShape 30"/>
          <p:cNvSpPr>
            <a:spLocks/>
          </p:cNvSpPr>
          <p:nvPr/>
        </p:nvSpPr>
        <p:spPr bwMode="auto">
          <a:xfrm>
            <a:off x="3543300" y="96393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3" name="AutoShape 31"/>
          <p:cNvSpPr>
            <a:spLocks/>
          </p:cNvSpPr>
          <p:nvPr/>
        </p:nvSpPr>
        <p:spPr bwMode="auto">
          <a:xfrm>
            <a:off x="16941800" y="55022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4" name="AutoShape 32"/>
          <p:cNvSpPr>
            <a:spLocks/>
          </p:cNvSpPr>
          <p:nvPr/>
        </p:nvSpPr>
        <p:spPr bwMode="auto">
          <a:xfrm>
            <a:off x="16954500" y="50546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5" name="AutoShape 33"/>
          <p:cNvSpPr>
            <a:spLocks/>
          </p:cNvSpPr>
          <p:nvPr/>
        </p:nvSpPr>
        <p:spPr bwMode="auto">
          <a:xfrm>
            <a:off x="16941800" y="77247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6" name="AutoShape 34"/>
          <p:cNvSpPr>
            <a:spLocks/>
          </p:cNvSpPr>
          <p:nvPr/>
        </p:nvSpPr>
        <p:spPr bwMode="auto">
          <a:xfrm>
            <a:off x="16954500" y="7277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7" name="AutoShape 35"/>
          <p:cNvSpPr>
            <a:spLocks/>
          </p:cNvSpPr>
          <p:nvPr/>
        </p:nvSpPr>
        <p:spPr bwMode="auto">
          <a:xfrm>
            <a:off x="16941800" y="99726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8" name="AutoShape 36"/>
          <p:cNvSpPr>
            <a:spLocks/>
          </p:cNvSpPr>
          <p:nvPr/>
        </p:nvSpPr>
        <p:spPr bwMode="auto">
          <a:xfrm>
            <a:off x="16954500" y="95250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4274"/>
                                        </p:tgtEl>
                                        <p:attrNameLst>
                                          <p:attrName>style.visibility</p:attrName>
                                        </p:attrNameLst>
                                      </p:cBhvr>
                                      <p:to>
                                        <p:strVal val="visible"/>
                                      </p:to>
                                    </p:set>
                                    <p:anim calcmode="lin" valueType="num">
                                      <p:cBhvr additive="base">
                                        <p:cTn id="7" dur="500" fill="hold"/>
                                        <p:tgtEl>
                                          <p:spTgt spid="54274"/>
                                        </p:tgtEl>
                                        <p:attrNameLst>
                                          <p:attrName>ppt_x</p:attrName>
                                        </p:attrNameLst>
                                      </p:cBhvr>
                                      <p:tavLst>
                                        <p:tav tm="0">
                                          <p:val>
                                            <p:strVal val="1+#ppt_w/2"/>
                                          </p:val>
                                        </p:tav>
                                        <p:tav tm="100000">
                                          <p:val>
                                            <p:strVal val="#ppt_x"/>
                                          </p:val>
                                        </p:tav>
                                      </p:tavLst>
                                    </p:anim>
                                    <p:anim calcmode="lin" valueType="num">
                                      <p:cBhvr additive="base">
                                        <p:cTn id="8" dur="500" fill="hold"/>
                                        <p:tgtEl>
                                          <p:spTgt spid="5427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4276"/>
                                        </p:tgtEl>
                                        <p:attrNameLst>
                                          <p:attrName>style.visibility</p:attrName>
                                        </p:attrNameLst>
                                      </p:cBhvr>
                                      <p:to>
                                        <p:strVal val="visible"/>
                                      </p:to>
                                    </p:set>
                                    <p:anim calcmode="lin" valueType="num">
                                      <p:cBhvr additive="base">
                                        <p:cTn id="12" dur="500" fill="hold"/>
                                        <p:tgtEl>
                                          <p:spTgt spid="54276"/>
                                        </p:tgtEl>
                                        <p:attrNameLst>
                                          <p:attrName>ppt_x</p:attrName>
                                        </p:attrNameLst>
                                      </p:cBhvr>
                                      <p:tavLst>
                                        <p:tav tm="0">
                                          <p:val>
                                            <p:strVal val="1+#ppt_w/2"/>
                                          </p:val>
                                        </p:tav>
                                        <p:tav tm="100000">
                                          <p:val>
                                            <p:strVal val="#ppt_x"/>
                                          </p:val>
                                        </p:tav>
                                      </p:tavLst>
                                    </p:anim>
                                    <p:anim calcmode="lin" valueType="num">
                                      <p:cBhvr additive="base">
                                        <p:cTn id="13" dur="500" fill="hold"/>
                                        <p:tgtEl>
                                          <p:spTgt spid="5427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4277"/>
                                        </p:tgtEl>
                                        <p:attrNameLst>
                                          <p:attrName>style.visibility</p:attrName>
                                        </p:attrNameLst>
                                      </p:cBhvr>
                                      <p:to>
                                        <p:strVal val="visible"/>
                                      </p:to>
                                    </p:set>
                                    <p:anim calcmode="lin" valueType="num">
                                      <p:cBhvr additive="base">
                                        <p:cTn id="17" dur="500" fill="hold"/>
                                        <p:tgtEl>
                                          <p:spTgt spid="54277"/>
                                        </p:tgtEl>
                                        <p:attrNameLst>
                                          <p:attrName>ppt_x</p:attrName>
                                        </p:attrNameLst>
                                      </p:cBhvr>
                                      <p:tavLst>
                                        <p:tav tm="0">
                                          <p:val>
                                            <p:strVal val="1+#ppt_w/2"/>
                                          </p:val>
                                        </p:tav>
                                        <p:tav tm="100000">
                                          <p:val>
                                            <p:strVal val="#ppt_x"/>
                                          </p:val>
                                        </p:tav>
                                      </p:tavLst>
                                    </p:anim>
                                    <p:anim calcmode="lin" valueType="num">
                                      <p:cBhvr additive="base">
                                        <p:cTn id="18" dur="500" fill="hold"/>
                                        <p:tgtEl>
                                          <p:spTgt spid="5427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2" fill="hold" grpId="0" nodeType="afterEffect">
                                  <p:stCondLst>
                                    <p:cond delay="0"/>
                                  </p:stCondLst>
                                  <p:childTnLst>
                                    <p:set>
                                      <p:cBhvr>
                                        <p:cTn id="21" dur="1" fill="hold">
                                          <p:stCondLst>
                                            <p:cond delay="0"/>
                                          </p:stCondLst>
                                        </p:cTn>
                                        <p:tgtEl>
                                          <p:spTgt spid="54297"/>
                                        </p:tgtEl>
                                        <p:attrNameLst>
                                          <p:attrName>style.visibility</p:attrName>
                                        </p:attrNameLst>
                                      </p:cBhvr>
                                      <p:to>
                                        <p:strVal val="visible"/>
                                      </p:to>
                                    </p:set>
                                    <p:animEffect transition="in" filter="wipe(right)">
                                      <p:cBhvr>
                                        <p:cTn id="22" dur="500"/>
                                        <p:tgtEl>
                                          <p:spTgt spid="54297"/>
                                        </p:tgtEl>
                                      </p:cBhvr>
                                    </p:animEffect>
                                  </p:childTnLst>
                                </p:cTn>
                              </p:par>
                            </p:childTnLst>
                          </p:cTn>
                        </p:par>
                        <p:par>
                          <p:cTn id="23" fill="hold" nodeType="afterGroup">
                            <p:stCondLst>
                              <p:cond delay="2000"/>
                            </p:stCondLst>
                            <p:childTnLst>
                              <p:par>
                                <p:cTn id="24" presetID="22" presetClass="entr" presetSubtype="2" fill="hold" grpId="0" nodeType="afterEffect">
                                  <p:stCondLst>
                                    <p:cond delay="0"/>
                                  </p:stCondLst>
                                  <p:childTnLst>
                                    <p:set>
                                      <p:cBhvr>
                                        <p:cTn id="25" dur="1" fill="hold">
                                          <p:stCondLst>
                                            <p:cond delay="0"/>
                                          </p:stCondLst>
                                        </p:cTn>
                                        <p:tgtEl>
                                          <p:spTgt spid="54298"/>
                                        </p:tgtEl>
                                        <p:attrNameLst>
                                          <p:attrName>style.visibility</p:attrName>
                                        </p:attrNameLst>
                                      </p:cBhvr>
                                      <p:to>
                                        <p:strVal val="visible"/>
                                      </p:to>
                                    </p:set>
                                    <p:animEffect transition="in" filter="wipe(right)">
                                      <p:cBhvr>
                                        <p:cTn id="26" dur="500"/>
                                        <p:tgtEl>
                                          <p:spTgt spid="54298"/>
                                        </p:tgtEl>
                                      </p:cBhvr>
                                    </p:animEffect>
                                  </p:childTnLst>
                                </p:cTn>
                              </p:par>
                            </p:childTnLst>
                          </p:cTn>
                        </p:par>
                        <p:par>
                          <p:cTn id="27" fill="hold" nodeType="afterGroup">
                            <p:stCondLst>
                              <p:cond delay="2500"/>
                            </p:stCondLst>
                            <p:childTnLst>
                              <p:par>
                                <p:cTn id="28" presetID="22" presetClass="entr" presetSubtype="2" fill="hold" grpId="0" nodeType="afterEffect">
                                  <p:stCondLst>
                                    <p:cond delay="0"/>
                                  </p:stCondLst>
                                  <p:childTnLst>
                                    <p:set>
                                      <p:cBhvr>
                                        <p:cTn id="29" dur="1" fill="hold">
                                          <p:stCondLst>
                                            <p:cond delay="0"/>
                                          </p:stCondLst>
                                        </p:cTn>
                                        <p:tgtEl>
                                          <p:spTgt spid="54299"/>
                                        </p:tgtEl>
                                        <p:attrNameLst>
                                          <p:attrName>style.visibility</p:attrName>
                                        </p:attrNameLst>
                                      </p:cBhvr>
                                      <p:to>
                                        <p:strVal val="visible"/>
                                      </p:to>
                                    </p:set>
                                    <p:animEffect transition="in" filter="wipe(right)">
                                      <p:cBhvr>
                                        <p:cTn id="30" dur="500"/>
                                        <p:tgtEl>
                                          <p:spTgt spid="54299"/>
                                        </p:tgtEl>
                                      </p:cBhvr>
                                    </p:animEffect>
                                  </p:childTnLst>
                                </p:cTn>
                              </p:par>
                            </p:childTnLst>
                          </p:cTn>
                        </p:par>
                        <p:par>
                          <p:cTn id="31" fill="hold" nodeType="afterGroup">
                            <p:stCondLst>
                              <p:cond delay="3000"/>
                            </p:stCondLst>
                            <p:childTnLst>
                              <p:par>
                                <p:cTn id="32" presetID="22" presetClass="entr" presetSubtype="2" fill="hold" grpId="0" nodeType="afterEffect">
                                  <p:stCondLst>
                                    <p:cond delay="0"/>
                                  </p:stCondLst>
                                  <p:childTnLst>
                                    <p:set>
                                      <p:cBhvr>
                                        <p:cTn id="33" dur="1" fill="hold">
                                          <p:stCondLst>
                                            <p:cond delay="0"/>
                                          </p:stCondLst>
                                        </p:cTn>
                                        <p:tgtEl>
                                          <p:spTgt spid="54300"/>
                                        </p:tgtEl>
                                        <p:attrNameLst>
                                          <p:attrName>style.visibility</p:attrName>
                                        </p:attrNameLst>
                                      </p:cBhvr>
                                      <p:to>
                                        <p:strVal val="visible"/>
                                      </p:to>
                                    </p:set>
                                    <p:animEffect transition="in" filter="wipe(right)">
                                      <p:cBhvr>
                                        <p:cTn id="34" dur="500"/>
                                        <p:tgtEl>
                                          <p:spTgt spid="54300"/>
                                        </p:tgtEl>
                                      </p:cBhvr>
                                    </p:animEffect>
                                  </p:childTnLst>
                                </p:cTn>
                              </p:par>
                            </p:childTnLst>
                          </p:cTn>
                        </p:par>
                        <p:par>
                          <p:cTn id="35" fill="hold" nodeType="afterGroup">
                            <p:stCondLst>
                              <p:cond delay="3500"/>
                            </p:stCondLst>
                            <p:childTnLst>
                              <p:par>
                                <p:cTn id="36" presetID="22" presetClass="entr" presetSubtype="2" fill="hold" grpId="0" nodeType="afterEffect">
                                  <p:stCondLst>
                                    <p:cond delay="0"/>
                                  </p:stCondLst>
                                  <p:childTnLst>
                                    <p:set>
                                      <p:cBhvr>
                                        <p:cTn id="37" dur="1" fill="hold">
                                          <p:stCondLst>
                                            <p:cond delay="0"/>
                                          </p:stCondLst>
                                        </p:cTn>
                                        <p:tgtEl>
                                          <p:spTgt spid="54301"/>
                                        </p:tgtEl>
                                        <p:attrNameLst>
                                          <p:attrName>style.visibility</p:attrName>
                                        </p:attrNameLst>
                                      </p:cBhvr>
                                      <p:to>
                                        <p:strVal val="visible"/>
                                      </p:to>
                                    </p:set>
                                    <p:animEffect transition="in" filter="wipe(right)">
                                      <p:cBhvr>
                                        <p:cTn id="38" dur="500"/>
                                        <p:tgtEl>
                                          <p:spTgt spid="54301"/>
                                        </p:tgtEl>
                                      </p:cBhvr>
                                    </p:animEffect>
                                  </p:childTnLst>
                                </p:cTn>
                              </p:par>
                            </p:childTnLst>
                          </p:cTn>
                        </p:par>
                        <p:par>
                          <p:cTn id="39" fill="hold" nodeType="afterGroup">
                            <p:stCondLst>
                              <p:cond delay="4000"/>
                            </p:stCondLst>
                            <p:childTnLst>
                              <p:par>
                                <p:cTn id="40" presetID="22" presetClass="entr" presetSubtype="2" fill="hold" grpId="0" nodeType="afterEffect">
                                  <p:stCondLst>
                                    <p:cond delay="0"/>
                                  </p:stCondLst>
                                  <p:childTnLst>
                                    <p:set>
                                      <p:cBhvr>
                                        <p:cTn id="41" dur="1" fill="hold">
                                          <p:stCondLst>
                                            <p:cond delay="0"/>
                                          </p:stCondLst>
                                        </p:cTn>
                                        <p:tgtEl>
                                          <p:spTgt spid="54302"/>
                                        </p:tgtEl>
                                        <p:attrNameLst>
                                          <p:attrName>style.visibility</p:attrName>
                                        </p:attrNameLst>
                                      </p:cBhvr>
                                      <p:to>
                                        <p:strVal val="visible"/>
                                      </p:to>
                                    </p:set>
                                    <p:animEffect transition="in" filter="wipe(right)">
                                      <p:cBhvr>
                                        <p:cTn id="42" dur="500"/>
                                        <p:tgtEl>
                                          <p:spTgt spid="54302"/>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54303"/>
                                        </p:tgtEl>
                                        <p:attrNameLst>
                                          <p:attrName>style.visibility</p:attrName>
                                        </p:attrNameLst>
                                      </p:cBhvr>
                                      <p:to>
                                        <p:strVal val="visible"/>
                                      </p:to>
                                    </p:set>
                                    <p:animEffect transition="in" filter="wipe(left)">
                                      <p:cBhvr>
                                        <p:cTn id="46" dur="500"/>
                                        <p:tgtEl>
                                          <p:spTgt spid="54303"/>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54304"/>
                                        </p:tgtEl>
                                        <p:attrNameLst>
                                          <p:attrName>style.visibility</p:attrName>
                                        </p:attrNameLst>
                                      </p:cBhvr>
                                      <p:to>
                                        <p:strVal val="visible"/>
                                      </p:to>
                                    </p:set>
                                    <p:animEffect transition="in" filter="wipe(left)">
                                      <p:cBhvr>
                                        <p:cTn id="50" dur="500"/>
                                        <p:tgtEl>
                                          <p:spTgt spid="54304"/>
                                        </p:tgtEl>
                                      </p:cBhvr>
                                    </p:animEffect>
                                  </p:childTnLst>
                                </p:cTn>
                              </p:par>
                            </p:childTnLst>
                          </p:cTn>
                        </p:par>
                        <p:par>
                          <p:cTn id="51" fill="hold" nodeType="afterGroup">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54305"/>
                                        </p:tgtEl>
                                        <p:attrNameLst>
                                          <p:attrName>style.visibility</p:attrName>
                                        </p:attrNameLst>
                                      </p:cBhvr>
                                      <p:to>
                                        <p:strVal val="visible"/>
                                      </p:to>
                                    </p:set>
                                    <p:animEffect transition="in" filter="wipe(left)">
                                      <p:cBhvr>
                                        <p:cTn id="54" dur="500"/>
                                        <p:tgtEl>
                                          <p:spTgt spid="54305"/>
                                        </p:tgtEl>
                                      </p:cBhvr>
                                    </p:animEffect>
                                  </p:childTnLst>
                                </p:cTn>
                              </p:par>
                            </p:childTnLst>
                          </p:cTn>
                        </p:par>
                        <p:par>
                          <p:cTn id="55" fill="hold" nodeType="afterGroup">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54306"/>
                                        </p:tgtEl>
                                        <p:attrNameLst>
                                          <p:attrName>style.visibility</p:attrName>
                                        </p:attrNameLst>
                                      </p:cBhvr>
                                      <p:to>
                                        <p:strVal val="visible"/>
                                      </p:to>
                                    </p:set>
                                    <p:animEffect transition="in" filter="wipe(left)">
                                      <p:cBhvr>
                                        <p:cTn id="58" dur="500"/>
                                        <p:tgtEl>
                                          <p:spTgt spid="54306"/>
                                        </p:tgtEl>
                                      </p:cBhvr>
                                    </p:animEffect>
                                  </p:childTnLst>
                                </p:cTn>
                              </p:par>
                            </p:childTnLst>
                          </p:cTn>
                        </p:par>
                        <p:par>
                          <p:cTn id="59" fill="hold" nodeType="afterGroup">
                            <p:stCondLst>
                              <p:cond delay="6500"/>
                            </p:stCondLst>
                            <p:childTnLst>
                              <p:par>
                                <p:cTn id="60" presetID="22" presetClass="entr" presetSubtype="8" fill="hold" grpId="0" nodeType="afterEffect">
                                  <p:stCondLst>
                                    <p:cond delay="0"/>
                                  </p:stCondLst>
                                  <p:childTnLst>
                                    <p:set>
                                      <p:cBhvr>
                                        <p:cTn id="61" dur="1" fill="hold">
                                          <p:stCondLst>
                                            <p:cond delay="0"/>
                                          </p:stCondLst>
                                        </p:cTn>
                                        <p:tgtEl>
                                          <p:spTgt spid="54307"/>
                                        </p:tgtEl>
                                        <p:attrNameLst>
                                          <p:attrName>style.visibility</p:attrName>
                                        </p:attrNameLst>
                                      </p:cBhvr>
                                      <p:to>
                                        <p:strVal val="visible"/>
                                      </p:to>
                                    </p:set>
                                    <p:animEffect transition="in" filter="wipe(left)">
                                      <p:cBhvr>
                                        <p:cTn id="62" dur="500"/>
                                        <p:tgtEl>
                                          <p:spTgt spid="54307"/>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54308"/>
                                        </p:tgtEl>
                                        <p:attrNameLst>
                                          <p:attrName>style.visibility</p:attrName>
                                        </p:attrNameLst>
                                      </p:cBhvr>
                                      <p:to>
                                        <p:strVal val="visible"/>
                                      </p:to>
                                    </p:set>
                                    <p:animEffect transition="in" filter="wipe(left)">
                                      <p:cBhvr>
                                        <p:cTn id="66" dur="500"/>
                                        <p:tgtEl>
                                          <p:spTgt spid="54308"/>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54278"/>
                                        </p:tgtEl>
                                        <p:attrNameLst>
                                          <p:attrName>style.visibility</p:attrName>
                                        </p:attrNameLst>
                                      </p:cBhvr>
                                      <p:to>
                                        <p:strVal val="visible"/>
                                      </p:to>
                                    </p:set>
                                    <p:animEffect transition="in" filter="dissolve">
                                      <p:cBhvr>
                                        <p:cTn id="70" dur="500"/>
                                        <p:tgtEl>
                                          <p:spTgt spid="54278"/>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54279"/>
                                        </p:tgtEl>
                                        <p:attrNameLst>
                                          <p:attrName>style.visibility</p:attrName>
                                        </p:attrNameLst>
                                      </p:cBhvr>
                                      <p:to>
                                        <p:strVal val="visible"/>
                                      </p:to>
                                    </p:set>
                                    <p:animEffect transition="in" filter="dissolve">
                                      <p:cBhvr>
                                        <p:cTn id="74" dur="500"/>
                                        <p:tgtEl>
                                          <p:spTgt spid="54279"/>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54280"/>
                                        </p:tgtEl>
                                        <p:attrNameLst>
                                          <p:attrName>style.visibility</p:attrName>
                                        </p:attrNameLst>
                                      </p:cBhvr>
                                      <p:to>
                                        <p:strVal val="visible"/>
                                      </p:to>
                                    </p:set>
                                    <p:animEffect transition="in" filter="dissolve">
                                      <p:cBhvr>
                                        <p:cTn id="78" dur="500"/>
                                        <p:tgtEl>
                                          <p:spTgt spid="54280"/>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54281"/>
                                        </p:tgtEl>
                                        <p:attrNameLst>
                                          <p:attrName>style.visibility</p:attrName>
                                        </p:attrNameLst>
                                      </p:cBhvr>
                                      <p:to>
                                        <p:strVal val="visible"/>
                                      </p:to>
                                    </p:set>
                                    <p:animEffect transition="in" filter="dissolve">
                                      <p:cBhvr>
                                        <p:cTn id="82" dur="500"/>
                                        <p:tgtEl>
                                          <p:spTgt spid="54281"/>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54282"/>
                                        </p:tgtEl>
                                        <p:attrNameLst>
                                          <p:attrName>style.visibility</p:attrName>
                                        </p:attrNameLst>
                                      </p:cBhvr>
                                      <p:to>
                                        <p:strVal val="visible"/>
                                      </p:to>
                                    </p:set>
                                    <p:animEffect transition="in" filter="dissolve">
                                      <p:cBhvr>
                                        <p:cTn id="86" dur="500"/>
                                        <p:tgtEl>
                                          <p:spTgt spid="54282"/>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54283"/>
                                        </p:tgtEl>
                                        <p:attrNameLst>
                                          <p:attrName>style.visibility</p:attrName>
                                        </p:attrNameLst>
                                      </p:cBhvr>
                                      <p:to>
                                        <p:strVal val="visible"/>
                                      </p:to>
                                    </p:set>
                                    <p:animEffect transition="in" filter="dissolve">
                                      <p:cBhvr>
                                        <p:cTn id="90" dur="500"/>
                                        <p:tgtEl>
                                          <p:spTgt spid="54283"/>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54284"/>
                                        </p:tgtEl>
                                        <p:attrNameLst>
                                          <p:attrName>style.visibility</p:attrName>
                                        </p:attrNameLst>
                                      </p:cBhvr>
                                      <p:to>
                                        <p:strVal val="visible"/>
                                      </p:to>
                                    </p:set>
                                    <p:animEffect transition="in" filter="dissolve">
                                      <p:cBhvr>
                                        <p:cTn id="94" dur="500"/>
                                        <p:tgtEl>
                                          <p:spTgt spid="54284"/>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54285"/>
                                        </p:tgtEl>
                                        <p:attrNameLst>
                                          <p:attrName>style.visibility</p:attrName>
                                        </p:attrNameLst>
                                      </p:cBhvr>
                                      <p:to>
                                        <p:strVal val="visible"/>
                                      </p:to>
                                    </p:set>
                                    <p:animEffect transition="in" filter="dissolve">
                                      <p:cBhvr>
                                        <p:cTn id="98" dur="500"/>
                                        <p:tgtEl>
                                          <p:spTgt spid="54285"/>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54286"/>
                                        </p:tgtEl>
                                        <p:attrNameLst>
                                          <p:attrName>style.visibility</p:attrName>
                                        </p:attrNameLst>
                                      </p:cBhvr>
                                      <p:to>
                                        <p:strVal val="visible"/>
                                      </p:to>
                                    </p:set>
                                    <p:animEffect transition="in" filter="dissolve">
                                      <p:cBhvr>
                                        <p:cTn id="102" dur="500"/>
                                        <p:tgtEl>
                                          <p:spTgt spid="54286"/>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54287"/>
                                        </p:tgtEl>
                                        <p:attrNameLst>
                                          <p:attrName>style.visibility</p:attrName>
                                        </p:attrNameLst>
                                      </p:cBhvr>
                                      <p:to>
                                        <p:strVal val="visible"/>
                                      </p:to>
                                    </p:set>
                                    <p:animEffect transition="in" filter="dissolve">
                                      <p:cBhvr>
                                        <p:cTn id="106" dur="500"/>
                                        <p:tgtEl>
                                          <p:spTgt spid="54287"/>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54288"/>
                                        </p:tgtEl>
                                        <p:attrNameLst>
                                          <p:attrName>style.visibility</p:attrName>
                                        </p:attrNameLst>
                                      </p:cBhvr>
                                      <p:to>
                                        <p:strVal val="visible"/>
                                      </p:to>
                                    </p:set>
                                    <p:animEffect transition="in" filter="dissolve">
                                      <p:cBhvr>
                                        <p:cTn id="110" dur="500"/>
                                        <p:tgtEl>
                                          <p:spTgt spid="54288"/>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54289"/>
                                        </p:tgtEl>
                                        <p:attrNameLst>
                                          <p:attrName>style.visibility</p:attrName>
                                        </p:attrNameLst>
                                      </p:cBhvr>
                                      <p:to>
                                        <p:strVal val="visible"/>
                                      </p:to>
                                    </p:set>
                                    <p:animEffect transition="in" filter="dissolve">
                                      <p:cBhvr>
                                        <p:cTn id="114" dur="500"/>
                                        <p:tgtEl>
                                          <p:spTgt spid="54289"/>
                                        </p:tgtEl>
                                      </p:cBhvr>
                                    </p:animEffect>
                                  </p:childTnLst>
                                </p:cTn>
                              </p:par>
                            </p:childTnLst>
                          </p:cTn>
                        </p:par>
                        <p:par>
                          <p:cTn id="115" fill="hold" nodeType="afterGroup">
                            <p:stCondLst>
                              <p:cond delay="13500"/>
                            </p:stCondLst>
                            <p:childTnLst>
                              <p:par>
                                <p:cTn id="116" presetID="9" presetClass="entr" presetSubtype="0" fill="hold" nodeType="afterEffect">
                                  <p:stCondLst>
                                    <p:cond delay="0"/>
                                  </p:stCondLst>
                                  <p:childTnLst>
                                    <p:set>
                                      <p:cBhvr>
                                        <p:cTn id="117" dur="1" fill="hold">
                                          <p:stCondLst>
                                            <p:cond delay="0"/>
                                          </p:stCondLst>
                                        </p:cTn>
                                        <p:tgtEl>
                                          <p:spTgt spid="54290"/>
                                        </p:tgtEl>
                                        <p:attrNameLst>
                                          <p:attrName>style.visibility</p:attrName>
                                        </p:attrNameLst>
                                      </p:cBhvr>
                                      <p:to>
                                        <p:strVal val="visible"/>
                                      </p:to>
                                    </p:set>
                                    <p:animEffect transition="in" filter="dissolve">
                                      <p:cBhvr>
                                        <p:cTn id="118" dur="500"/>
                                        <p:tgtEl>
                                          <p:spTgt spid="54290"/>
                                        </p:tgtEl>
                                      </p:cBhvr>
                                    </p:animEffect>
                                  </p:childTnLst>
                                </p:cTn>
                              </p:par>
                            </p:childTnLst>
                          </p:cTn>
                        </p:par>
                        <p:par>
                          <p:cTn id="119" fill="hold" nodeType="afterGroup">
                            <p:stCondLst>
                              <p:cond delay="14000"/>
                            </p:stCondLst>
                            <p:childTnLst>
                              <p:par>
                                <p:cTn id="120" presetID="9" presetClass="entr" presetSubtype="0" fill="hold" nodeType="afterEffect">
                                  <p:stCondLst>
                                    <p:cond delay="0"/>
                                  </p:stCondLst>
                                  <p:childTnLst>
                                    <p:set>
                                      <p:cBhvr>
                                        <p:cTn id="121" dur="1" fill="hold">
                                          <p:stCondLst>
                                            <p:cond delay="0"/>
                                          </p:stCondLst>
                                        </p:cTn>
                                        <p:tgtEl>
                                          <p:spTgt spid="54291"/>
                                        </p:tgtEl>
                                        <p:attrNameLst>
                                          <p:attrName>style.visibility</p:attrName>
                                        </p:attrNameLst>
                                      </p:cBhvr>
                                      <p:to>
                                        <p:strVal val="visible"/>
                                      </p:to>
                                    </p:set>
                                    <p:animEffect transition="in" filter="dissolve">
                                      <p:cBhvr>
                                        <p:cTn id="122" dur="500"/>
                                        <p:tgtEl>
                                          <p:spTgt spid="54291"/>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54292"/>
                                        </p:tgtEl>
                                        <p:attrNameLst>
                                          <p:attrName>style.visibility</p:attrName>
                                        </p:attrNameLst>
                                      </p:cBhvr>
                                      <p:to>
                                        <p:strVal val="visible"/>
                                      </p:to>
                                    </p:set>
                                    <p:animEffect transition="in" filter="dissolve">
                                      <p:cBhvr>
                                        <p:cTn id="126" dur="500"/>
                                        <p:tgtEl>
                                          <p:spTgt spid="54292"/>
                                        </p:tgtEl>
                                      </p:cBhvr>
                                    </p:animEffect>
                                  </p:childTnLst>
                                </p:cTn>
                              </p:par>
                            </p:childTnLst>
                          </p:cTn>
                        </p:par>
                        <p:par>
                          <p:cTn id="127" fill="hold" nodeType="afterGroup">
                            <p:stCondLst>
                              <p:cond delay="15000"/>
                            </p:stCondLst>
                            <p:childTnLst>
                              <p:par>
                                <p:cTn id="128" presetID="9" presetClass="entr" presetSubtype="0" fill="hold" nodeType="afterEffect">
                                  <p:stCondLst>
                                    <p:cond delay="0"/>
                                  </p:stCondLst>
                                  <p:childTnLst>
                                    <p:set>
                                      <p:cBhvr>
                                        <p:cTn id="129" dur="1" fill="hold">
                                          <p:stCondLst>
                                            <p:cond delay="0"/>
                                          </p:stCondLst>
                                        </p:cTn>
                                        <p:tgtEl>
                                          <p:spTgt spid="54293"/>
                                        </p:tgtEl>
                                        <p:attrNameLst>
                                          <p:attrName>style.visibility</p:attrName>
                                        </p:attrNameLst>
                                      </p:cBhvr>
                                      <p:to>
                                        <p:strVal val="visible"/>
                                      </p:to>
                                    </p:set>
                                    <p:animEffect transition="in" filter="dissolve">
                                      <p:cBhvr>
                                        <p:cTn id="130" dur="500"/>
                                        <p:tgtEl>
                                          <p:spTgt spid="54293"/>
                                        </p:tgtEl>
                                      </p:cBhvr>
                                    </p:animEffect>
                                  </p:childTnLst>
                                </p:cTn>
                              </p:par>
                            </p:childTnLst>
                          </p:cTn>
                        </p:par>
                        <p:par>
                          <p:cTn id="131" fill="hold" nodeType="afterGroup">
                            <p:stCondLst>
                              <p:cond delay="15500"/>
                            </p:stCondLst>
                            <p:childTnLst>
                              <p:par>
                                <p:cTn id="132" presetID="9" presetClass="entr" presetSubtype="0" fill="hold" nodeType="afterEffect">
                                  <p:stCondLst>
                                    <p:cond delay="0"/>
                                  </p:stCondLst>
                                  <p:childTnLst>
                                    <p:set>
                                      <p:cBhvr>
                                        <p:cTn id="133" dur="1" fill="hold">
                                          <p:stCondLst>
                                            <p:cond delay="0"/>
                                          </p:stCondLst>
                                        </p:cTn>
                                        <p:tgtEl>
                                          <p:spTgt spid="54294"/>
                                        </p:tgtEl>
                                        <p:attrNameLst>
                                          <p:attrName>style.visibility</p:attrName>
                                        </p:attrNameLst>
                                      </p:cBhvr>
                                      <p:to>
                                        <p:strVal val="visible"/>
                                      </p:to>
                                    </p:set>
                                    <p:animEffect transition="in" filter="dissolve">
                                      <p:cBhvr>
                                        <p:cTn id="134" dur="500"/>
                                        <p:tgtEl>
                                          <p:spTgt spid="54294"/>
                                        </p:tgtEl>
                                      </p:cBhvr>
                                    </p:animEffect>
                                  </p:childTnLst>
                                </p:cTn>
                              </p:par>
                            </p:childTnLst>
                          </p:cTn>
                        </p:par>
                        <p:par>
                          <p:cTn id="135" fill="hold" nodeType="afterGroup">
                            <p:stCondLst>
                              <p:cond delay="16000"/>
                            </p:stCondLst>
                            <p:childTnLst>
                              <p:par>
                                <p:cTn id="136" presetID="9" presetClass="entr" presetSubtype="0" fill="hold" nodeType="afterEffect">
                                  <p:stCondLst>
                                    <p:cond delay="0"/>
                                  </p:stCondLst>
                                  <p:childTnLst>
                                    <p:set>
                                      <p:cBhvr>
                                        <p:cTn id="137" dur="1" fill="hold">
                                          <p:stCondLst>
                                            <p:cond delay="0"/>
                                          </p:stCondLst>
                                        </p:cTn>
                                        <p:tgtEl>
                                          <p:spTgt spid="54295"/>
                                        </p:tgtEl>
                                        <p:attrNameLst>
                                          <p:attrName>style.visibility</p:attrName>
                                        </p:attrNameLst>
                                      </p:cBhvr>
                                      <p:to>
                                        <p:strVal val="visible"/>
                                      </p:to>
                                    </p:set>
                                    <p:animEffect transition="in" filter="dissolve">
                                      <p:cBhvr>
                                        <p:cTn id="138" dur="500"/>
                                        <p:tgtEl>
                                          <p:spTgt spid="54295"/>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54296"/>
                                        </p:tgtEl>
                                        <p:attrNameLst>
                                          <p:attrName>style.visibility</p:attrName>
                                        </p:attrNameLst>
                                      </p:cBhvr>
                                      <p:to>
                                        <p:strVal val="visible"/>
                                      </p:to>
                                    </p:set>
                                    <p:animEffect transition="in" filter="dissolve">
                                      <p:cBhvr>
                                        <p:cTn id="142" dur="500"/>
                                        <p:tgtEl>
                                          <p:spTgt spid="54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4" grpId="0" autoUpdateAnimBg="0"/>
      <p:bldP spid="54276" grpId="0" autoUpdateAnimBg="0"/>
      <p:bldP spid="54277" grpId="0" autoUpdateAnimBg="0"/>
      <p:bldP spid="54297" grpId="0" autoUpdateAnimBg="0"/>
      <p:bldP spid="54298" grpId="0" autoUpdateAnimBg="0"/>
      <p:bldP spid="54299" grpId="0" autoUpdateAnimBg="0"/>
      <p:bldP spid="54300" grpId="0" autoUpdateAnimBg="0"/>
      <p:bldP spid="54301" grpId="0" autoUpdateAnimBg="0"/>
      <p:bldP spid="54302" grpId="0" autoUpdateAnimBg="0"/>
      <p:bldP spid="54303" grpId="0" autoUpdateAnimBg="0"/>
      <p:bldP spid="54304" grpId="0" autoUpdateAnimBg="0"/>
      <p:bldP spid="54305" grpId="0" autoUpdateAnimBg="0"/>
      <p:bldP spid="54306" grpId="0" autoUpdateAnimBg="0"/>
      <p:bldP spid="54307" grpId="0" autoUpdateAnimBg="0"/>
      <p:bldP spid="54308"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5298"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529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726478A-2CB3-4797-B7E4-85118C8E9620}"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52</a:t>
            </a:fld>
            <a:endParaRPr lang="es-ES" altLang="en-US"/>
          </a:p>
        </p:txBody>
      </p:sp>
      <p:sp>
        <p:nvSpPr>
          <p:cNvPr id="55300"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Circle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Mix</a:t>
            </a:r>
            <a:r>
              <a:rPr lang="es-ES" b="1" dirty="0">
                <a:solidFill>
                  <a:schemeClr val="bg1">
                    <a:lumMod val="95000"/>
                  </a:schemeClr>
                </a:solidFill>
                <a:latin typeface="Lato" charset="0"/>
                <a:ea typeface="ＭＳ Ｐゴシック" charset="0"/>
                <a:cs typeface="Lato" charset="0"/>
                <a:sym typeface="Lato" charset="0"/>
              </a:rPr>
              <a:t> Chart</a:t>
            </a:r>
            <a:endParaRPr lang="es-ES" dirty="0">
              <a:solidFill>
                <a:schemeClr val="bg1">
                  <a:lumMod val="95000"/>
                </a:schemeClr>
              </a:solidFill>
              <a:ea typeface="ＭＳ Ｐゴシック" charset="0"/>
            </a:endParaRPr>
          </a:p>
        </p:txBody>
      </p:sp>
      <p:sp>
        <p:nvSpPr>
          <p:cNvPr id="55301"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55302" name="Group 6"/>
          <p:cNvGrpSpPr>
            <a:grpSpLocks/>
          </p:cNvGrpSpPr>
          <p:nvPr/>
        </p:nvGrpSpPr>
        <p:grpSpPr bwMode="auto">
          <a:xfrm>
            <a:off x="12507913" y="4024313"/>
            <a:ext cx="4152900" cy="4152900"/>
            <a:chOff x="-1" y="-1"/>
            <a:chExt cx="4152901" cy="4152901"/>
          </a:xfrm>
          <a:solidFill>
            <a:schemeClr val="accent6">
              <a:alpha val="71000"/>
            </a:schemeClr>
          </a:solidFill>
        </p:grpSpPr>
        <p:sp>
          <p:nvSpPr>
            <p:cNvPr id="55303" name="AutoShape 7"/>
            <p:cNvSpPr>
              <a:spLocks/>
            </p:cNvSpPr>
            <p:nvPr/>
          </p:nvSpPr>
          <p:spPr bwMode="auto">
            <a:xfrm>
              <a:off x="0" y="0"/>
              <a:ext cx="4152900" cy="4152900"/>
            </a:xfrm>
            <a:custGeom>
              <a:avLst/>
              <a:gdLst>
                <a:gd name="T0" fmla="*/ 2076344 w 19679"/>
                <a:gd name="T1" fmla="*/ 2279146 h 19679"/>
                <a:gd name="T2" fmla="*/ 2076344 w 19679"/>
                <a:gd name="T3" fmla="*/ 2279146 h 19679"/>
                <a:gd name="T4" fmla="*/ 2076344 w 19679"/>
                <a:gd name="T5" fmla="*/ 2279146 h 19679"/>
                <a:gd name="T6" fmla="*/ 2076344 w 19679"/>
                <a:gd name="T7" fmla="*/ 227914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04" name="AutoShape 8"/>
            <p:cNvSpPr>
              <a:spLocks/>
            </p:cNvSpPr>
            <p:nvPr/>
          </p:nvSpPr>
          <p:spPr bwMode="auto">
            <a:xfrm>
              <a:off x="1531917" y="1430647"/>
              <a:ext cx="1042862" cy="869128"/>
            </a:xfrm>
            <a:custGeom>
              <a:avLst/>
              <a:gdLst>
                <a:gd name="T0" fmla="*/ 521431 w 21600"/>
                <a:gd name="T1" fmla="*/ 434564 h 21600"/>
                <a:gd name="T2" fmla="*/ 521431 w 21600"/>
                <a:gd name="T3" fmla="*/ 434564 h 21600"/>
                <a:gd name="T4" fmla="*/ 521431 w 21600"/>
                <a:gd name="T5" fmla="*/ 434564 h 21600"/>
                <a:gd name="T6" fmla="*/ 521431 w 21600"/>
                <a:gd name="T7" fmla="*/ 4345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dirty="0"/>
            </a:p>
          </p:txBody>
        </p:sp>
      </p:grpSp>
      <p:grpSp>
        <p:nvGrpSpPr>
          <p:cNvPr id="55305" name="Group 9"/>
          <p:cNvGrpSpPr>
            <a:grpSpLocks/>
          </p:cNvGrpSpPr>
          <p:nvPr/>
        </p:nvGrpSpPr>
        <p:grpSpPr bwMode="auto">
          <a:xfrm>
            <a:off x="3727450" y="5732463"/>
            <a:ext cx="3340100" cy="3341687"/>
            <a:chOff x="0" y="-1"/>
            <a:chExt cx="3340102" cy="3340103"/>
          </a:xfrm>
          <a:solidFill>
            <a:schemeClr val="accent6">
              <a:alpha val="71000"/>
            </a:schemeClr>
          </a:solidFill>
        </p:grpSpPr>
        <p:sp>
          <p:nvSpPr>
            <p:cNvPr id="55306" name="AutoShape 10"/>
            <p:cNvSpPr>
              <a:spLocks/>
            </p:cNvSpPr>
            <p:nvPr/>
          </p:nvSpPr>
          <p:spPr bwMode="auto">
            <a:xfrm>
              <a:off x="0" y="0"/>
              <a:ext cx="3340102" cy="3340102"/>
            </a:xfrm>
            <a:custGeom>
              <a:avLst/>
              <a:gdLst>
                <a:gd name="T0" fmla="*/ 1669966 w 19679"/>
                <a:gd name="T1" fmla="*/ 1833076 h 19679"/>
                <a:gd name="T2" fmla="*/ 1669966 w 19679"/>
                <a:gd name="T3" fmla="*/ 1833076 h 19679"/>
                <a:gd name="T4" fmla="*/ 1669966 w 19679"/>
                <a:gd name="T5" fmla="*/ 1833076 h 19679"/>
                <a:gd name="T6" fmla="*/ 1669966 w 19679"/>
                <a:gd name="T7" fmla="*/ 18330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07" name="AutoShape 11"/>
            <p:cNvSpPr>
              <a:spLocks/>
            </p:cNvSpPr>
            <p:nvPr/>
          </p:nvSpPr>
          <p:spPr bwMode="auto">
            <a:xfrm>
              <a:off x="1265439" y="1152692"/>
              <a:ext cx="838755" cy="839397"/>
            </a:xfrm>
            <a:custGeom>
              <a:avLst/>
              <a:gdLst>
                <a:gd name="T0" fmla="*/ 419377 w 21600"/>
                <a:gd name="T1" fmla="*/ 419699 h 21600"/>
                <a:gd name="T2" fmla="*/ 419377 w 21600"/>
                <a:gd name="T3" fmla="*/ 419699 h 21600"/>
                <a:gd name="T4" fmla="*/ 419377 w 21600"/>
                <a:gd name="T5" fmla="*/ 419699 h 21600"/>
                <a:gd name="T6" fmla="*/ 419377 w 21600"/>
                <a:gd name="T7" fmla="*/ 41969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55308" name="Group 12"/>
          <p:cNvGrpSpPr>
            <a:grpSpLocks/>
          </p:cNvGrpSpPr>
          <p:nvPr/>
        </p:nvGrpSpPr>
        <p:grpSpPr bwMode="auto">
          <a:xfrm>
            <a:off x="16065500" y="4914900"/>
            <a:ext cx="4445000" cy="4445000"/>
            <a:chOff x="0" y="0"/>
            <a:chExt cx="4445001" cy="4445001"/>
          </a:xfrm>
          <a:solidFill>
            <a:schemeClr val="accent4">
              <a:alpha val="70000"/>
            </a:schemeClr>
          </a:solidFill>
        </p:grpSpPr>
        <p:sp>
          <p:nvSpPr>
            <p:cNvPr id="55309" name="AutoShape 13"/>
            <p:cNvSpPr>
              <a:spLocks/>
            </p:cNvSpPr>
            <p:nvPr/>
          </p:nvSpPr>
          <p:spPr bwMode="auto">
            <a:xfrm>
              <a:off x="0" y="0"/>
              <a:ext cx="4445001" cy="4445001"/>
            </a:xfrm>
            <a:custGeom>
              <a:avLst/>
              <a:gdLst>
                <a:gd name="T0" fmla="*/ 2222388 w 19679"/>
                <a:gd name="T1" fmla="*/ 2439454 h 19679"/>
                <a:gd name="T2" fmla="*/ 2222388 w 19679"/>
                <a:gd name="T3" fmla="*/ 2439454 h 19679"/>
                <a:gd name="T4" fmla="*/ 2222388 w 19679"/>
                <a:gd name="T5" fmla="*/ 2439454 h 19679"/>
                <a:gd name="T6" fmla="*/ 2222388 w 19679"/>
                <a:gd name="T7" fmla="*/ 243945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10" name="AutoShape 14"/>
            <p:cNvSpPr>
              <a:spLocks/>
            </p:cNvSpPr>
            <p:nvPr/>
          </p:nvSpPr>
          <p:spPr bwMode="auto">
            <a:xfrm>
              <a:off x="1673549" y="1750698"/>
              <a:ext cx="1116212" cy="930464"/>
            </a:xfrm>
            <a:custGeom>
              <a:avLst/>
              <a:gdLst>
                <a:gd name="T0" fmla="*/ 558106 w 21600"/>
                <a:gd name="T1" fmla="*/ 465210 h 21579"/>
                <a:gd name="T2" fmla="*/ 558106 w 21600"/>
                <a:gd name="T3" fmla="*/ 465210 h 21579"/>
                <a:gd name="T4" fmla="*/ 558106 w 21600"/>
                <a:gd name="T5" fmla="*/ 465210 h 21579"/>
                <a:gd name="T6" fmla="*/ 558106 w 21600"/>
                <a:gd name="T7" fmla="*/ 46521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solidFill>
                  <a:schemeClr val="bg1"/>
                </a:solidFill>
              </a:endParaRPr>
            </a:p>
          </p:txBody>
        </p:sp>
      </p:grpSp>
      <p:grpSp>
        <p:nvGrpSpPr>
          <p:cNvPr id="55311" name="Group 15"/>
          <p:cNvGrpSpPr>
            <a:grpSpLocks/>
          </p:cNvGrpSpPr>
          <p:nvPr/>
        </p:nvGrpSpPr>
        <p:grpSpPr bwMode="auto">
          <a:xfrm>
            <a:off x="7148513" y="7656513"/>
            <a:ext cx="4914900" cy="4914900"/>
            <a:chOff x="-1" y="-1"/>
            <a:chExt cx="4914901" cy="4914901"/>
          </a:xfrm>
          <a:solidFill>
            <a:schemeClr val="accent6">
              <a:alpha val="71000"/>
            </a:schemeClr>
          </a:solidFill>
        </p:grpSpPr>
        <p:sp>
          <p:nvSpPr>
            <p:cNvPr id="55312" name="AutoShape 16"/>
            <p:cNvSpPr>
              <a:spLocks/>
            </p:cNvSpPr>
            <p:nvPr/>
          </p:nvSpPr>
          <p:spPr bwMode="auto">
            <a:xfrm>
              <a:off x="-1" y="0"/>
              <a:ext cx="4914901" cy="4914900"/>
            </a:xfrm>
            <a:custGeom>
              <a:avLst/>
              <a:gdLst>
                <a:gd name="T0" fmla="*/ 2457326 w 19679"/>
                <a:gd name="T1" fmla="*/ 2697338 h 19679"/>
                <a:gd name="T2" fmla="*/ 2457326 w 19679"/>
                <a:gd name="T3" fmla="*/ 2697338 h 19679"/>
                <a:gd name="T4" fmla="*/ 2457326 w 19679"/>
                <a:gd name="T5" fmla="*/ 2697338 h 19679"/>
                <a:gd name="T6" fmla="*/ 2457326 w 19679"/>
                <a:gd name="T7" fmla="*/ 26973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13" name="AutoShape 17"/>
            <p:cNvSpPr>
              <a:spLocks/>
            </p:cNvSpPr>
            <p:nvPr/>
          </p:nvSpPr>
          <p:spPr bwMode="auto">
            <a:xfrm>
              <a:off x="1853836" y="1594751"/>
              <a:ext cx="1228726" cy="1228910"/>
            </a:xfrm>
            <a:custGeom>
              <a:avLst/>
              <a:gdLst>
                <a:gd name="T0" fmla="*/ 614363 w 21600"/>
                <a:gd name="T1" fmla="*/ 614455 h 21600"/>
                <a:gd name="T2" fmla="*/ 614363 w 21600"/>
                <a:gd name="T3" fmla="*/ 614455 h 21600"/>
                <a:gd name="T4" fmla="*/ 614363 w 21600"/>
                <a:gd name="T5" fmla="*/ 614455 h 21600"/>
                <a:gd name="T6" fmla="*/ 614363 w 21600"/>
                <a:gd name="T7" fmla="*/ 6144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55314" name="AutoShape 18"/>
          <p:cNvSpPr>
            <a:spLocks/>
          </p:cNvSpPr>
          <p:nvPr/>
        </p:nvSpPr>
        <p:spPr bwMode="auto">
          <a:xfrm>
            <a:off x="6299200" y="4913313"/>
            <a:ext cx="3833813" cy="3836987"/>
          </a:xfrm>
          <a:custGeom>
            <a:avLst/>
            <a:gdLst>
              <a:gd name="T0" fmla="*/ 1916809 w 19679"/>
              <a:gd name="T1" fmla="*/ 2105771 h 19679"/>
              <a:gd name="T2" fmla="*/ 1916809 w 19679"/>
              <a:gd name="T3" fmla="*/ 2105771 h 19679"/>
              <a:gd name="T4" fmla="*/ 1916809 w 19679"/>
              <a:gd name="T5" fmla="*/ 2105771 h 19679"/>
              <a:gd name="T6" fmla="*/ 1916809 w 19679"/>
              <a:gd name="T7" fmla="*/ 21057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a:extLst/>
        </p:spPr>
        <p:txBody>
          <a:bodyPr lIns="0" tIns="0" rIns="0" bIns="0" anchor="ctr"/>
          <a:lstStyle/>
          <a:p>
            <a:endParaRPr lang="en-US"/>
          </a:p>
        </p:txBody>
      </p:sp>
      <p:sp>
        <p:nvSpPr>
          <p:cNvPr id="55315" name="AutoShape 19"/>
          <p:cNvSpPr>
            <a:spLocks/>
          </p:cNvSpPr>
          <p:nvPr/>
        </p:nvSpPr>
        <p:spPr bwMode="auto">
          <a:xfrm>
            <a:off x="9544050" y="5467350"/>
            <a:ext cx="3835400" cy="3833813"/>
          </a:xfrm>
          <a:custGeom>
            <a:avLst/>
            <a:gdLst>
              <a:gd name="T0" fmla="*/ 1917603 w 19679"/>
              <a:gd name="T1" fmla="*/ 2104029 h 19679"/>
              <a:gd name="T2" fmla="*/ 1917603 w 19679"/>
              <a:gd name="T3" fmla="*/ 2104029 h 19679"/>
              <a:gd name="T4" fmla="*/ 1917603 w 19679"/>
              <a:gd name="T5" fmla="*/ 2104029 h 19679"/>
              <a:gd name="T6" fmla="*/ 1917603 w 19679"/>
              <a:gd name="T7" fmla="*/ 210402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a:extLst/>
        </p:spPr>
        <p:txBody>
          <a:bodyPr lIns="0" tIns="0" rIns="0" bIns="0" anchor="ctr"/>
          <a:lstStyle/>
          <a:p>
            <a:endParaRPr lang="en-US"/>
          </a:p>
        </p:txBody>
      </p:sp>
      <p:sp>
        <p:nvSpPr>
          <p:cNvPr id="55316" name="AutoShape 20"/>
          <p:cNvSpPr>
            <a:spLocks/>
          </p:cNvSpPr>
          <p:nvPr/>
        </p:nvSpPr>
        <p:spPr bwMode="auto">
          <a:xfrm>
            <a:off x="13430250" y="7078663"/>
            <a:ext cx="3173413" cy="3176587"/>
          </a:xfrm>
          <a:custGeom>
            <a:avLst/>
            <a:gdLst>
              <a:gd name="T0" fmla="*/ 1586626 w 19679"/>
              <a:gd name="T1" fmla="*/ 1743338 h 19679"/>
              <a:gd name="T2" fmla="*/ 1586626 w 19679"/>
              <a:gd name="T3" fmla="*/ 1743338 h 19679"/>
              <a:gd name="T4" fmla="*/ 1586626 w 19679"/>
              <a:gd name="T5" fmla="*/ 1743338 h 19679"/>
              <a:gd name="T6" fmla="*/ 1586626 w 19679"/>
              <a:gd name="T7" fmla="*/ 17433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a:extLst/>
        </p:spPr>
        <p:txBody>
          <a:bodyPr lIns="0" tIns="0" rIns="0" bIns="0" anchor="ctr"/>
          <a:lstStyle/>
          <a:p>
            <a:endParaRPr lang="en-US"/>
          </a:p>
        </p:txBody>
      </p:sp>
      <p:sp>
        <p:nvSpPr>
          <p:cNvPr id="55317" name="AutoShape 21"/>
          <p:cNvSpPr>
            <a:spLocks/>
          </p:cNvSpPr>
          <p:nvPr/>
        </p:nvSpPr>
        <p:spPr bwMode="auto">
          <a:xfrm>
            <a:off x="6489700" y="59007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Finder</a:t>
            </a:r>
            <a:endParaRPr lang="es-ES">
              <a:ea typeface="ＭＳ Ｐゴシック" charset="0"/>
            </a:endParaRPr>
          </a:p>
        </p:txBody>
      </p:sp>
      <p:sp>
        <p:nvSpPr>
          <p:cNvPr id="55318" name="AutoShape 22"/>
          <p:cNvSpPr>
            <a:spLocks/>
          </p:cNvSpPr>
          <p:nvPr/>
        </p:nvSpPr>
        <p:spPr bwMode="auto">
          <a:xfrm>
            <a:off x="6654800" y="6365875"/>
            <a:ext cx="31750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a:solidFill>
                  <a:srgbClr val="FFFFFF"/>
                </a:solidFill>
                <a:latin typeface="Verdana" charset="0"/>
                <a:ea typeface="ＭＳ Ｐゴシック" charset="0"/>
                <a:cs typeface="Verdana" charset="0"/>
                <a:sym typeface="Verdana" charset="0"/>
              </a:rPr>
              <a:t>A Subtitle About this</a:t>
            </a:r>
            <a:endParaRPr lang="es-ES">
              <a:ea typeface="ＭＳ Ｐゴシック" charset="0"/>
            </a:endParaRPr>
          </a:p>
        </p:txBody>
      </p:sp>
      <p:sp>
        <p:nvSpPr>
          <p:cNvPr id="55319" name="AutoShape 23"/>
          <p:cNvSpPr>
            <a:spLocks/>
          </p:cNvSpPr>
          <p:nvPr/>
        </p:nvSpPr>
        <p:spPr bwMode="auto">
          <a:xfrm>
            <a:off x="7181850" y="6754813"/>
            <a:ext cx="2146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Donec at dictum lectus sce felis tellus, volutpat quis </a:t>
            </a:r>
            <a:endParaRPr lang="es-ES">
              <a:ea typeface="ＭＳ Ｐゴシック" charset="0"/>
            </a:endParaRPr>
          </a:p>
        </p:txBody>
      </p:sp>
      <p:sp>
        <p:nvSpPr>
          <p:cNvPr id="55320" name="AutoShape 24"/>
          <p:cNvSpPr>
            <a:spLocks/>
          </p:cNvSpPr>
          <p:nvPr/>
        </p:nvSpPr>
        <p:spPr bwMode="auto">
          <a:xfrm>
            <a:off x="9652000" y="64849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Finder</a:t>
            </a:r>
            <a:endParaRPr lang="es-ES">
              <a:ea typeface="ＭＳ Ｐゴシック" charset="0"/>
            </a:endParaRPr>
          </a:p>
        </p:txBody>
      </p:sp>
      <p:sp>
        <p:nvSpPr>
          <p:cNvPr id="55321" name="AutoShape 25"/>
          <p:cNvSpPr>
            <a:spLocks/>
          </p:cNvSpPr>
          <p:nvPr/>
        </p:nvSpPr>
        <p:spPr bwMode="auto">
          <a:xfrm>
            <a:off x="9817100" y="6950075"/>
            <a:ext cx="31750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a:solidFill>
                  <a:srgbClr val="FFFFFF"/>
                </a:solidFill>
                <a:latin typeface="Verdana" charset="0"/>
                <a:ea typeface="ＭＳ Ｐゴシック" charset="0"/>
                <a:cs typeface="Verdana" charset="0"/>
                <a:sym typeface="Verdana" charset="0"/>
              </a:rPr>
              <a:t>A Subtitle About this</a:t>
            </a:r>
            <a:endParaRPr lang="es-ES">
              <a:ea typeface="ＭＳ Ｐゴシック" charset="0"/>
            </a:endParaRPr>
          </a:p>
        </p:txBody>
      </p:sp>
      <p:sp>
        <p:nvSpPr>
          <p:cNvPr id="55322" name="AutoShape 26"/>
          <p:cNvSpPr>
            <a:spLocks/>
          </p:cNvSpPr>
          <p:nvPr/>
        </p:nvSpPr>
        <p:spPr bwMode="auto">
          <a:xfrm>
            <a:off x="10344150" y="7339013"/>
            <a:ext cx="2146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Donec at dictum lectus sce felis tellus, volutpat quis </a:t>
            </a:r>
            <a:endParaRPr lang="es-ES">
              <a:ea typeface="ＭＳ Ｐゴシック" charset="0"/>
            </a:endParaRPr>
          </a:p>
        </p:txBody>
      </p:sp>
      <p:sp>
        <p:nvSpPr>
          <p:cNvPr id="55323" name="AutoShape 27"/>
          <p:cNvSpPr>
            <a:spLocks/>
          </p:cNvSpPr>
          <p:nvPr/>
        </p:nvSpPr>
        <p:spPr bwMode="auto">
          <a:xfrm>
            <a:off x="13246100" y="7780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Finder</a:t>
            </a:r>
            <a:endParaRPr lang="es-ES">
              <a:ea typeface="ＭＳ Ｐゴシック" charset="0"/>
            </a:endParaRPr>
          </a:p>
        </p:txBody>
      </p:sp>
      <p:sp>
        <p:nvSpPr>
          <p:cNvPr id="55324" name="AutoShape 28"/>
          <p:cNvSpPr>
            <a:spLocks/>
          </p:cNvSpPr>
          <p:nvPr/>
        </p:nvSpPr>
        <p:spPr bwMode="auto">
          <a:xfrm>
            <a:off x="13411200" y="8245475"/>
            <a:ext cx="31750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a:solidFill>
                  <a:srgbClr val="FFFFFF"/>
                </a:solidFill>
                <a:latin typeface="Verdana" charset="0"/>
                <a:ea typeface="ＭＳ Ｐゴシック" charset="0"/>
                <a:cs typeface="Verdana" charset="0"/>
                <a:sym typeface="Verdana" charset="0"/>
              </a:rPr>
              <a:t>A Subtitle About this</a:t>
            </a:r>
            <a:endParaRPr lang="es-ES">
              <a:ea typeface="ＭＳ Ｐゴシック" charset="0"/>
            </a:endParaRPr>
          </a:p>
        </p:txBody>
      </p:sp>
      <p:sp>
        <p:nvSpPr>
          <p:cNvPr id="55325" name="AutoShape 29"/>
          <p:cNvSpPr>
            <a:spLocks/>
          </p:cNvSpPr>
          <p:nvPr/>
        </p:nvSpPr>
        <p:spPr bwMode="auto">
          <a:xfrm>
            <a:off x="13938250" y="8634413"/>
            <a:ext cx="2146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Donec at dictum lectus sce felis tellus, volutpat quis </a:t>
            </a:r>
            <a:endParaRPr lang="es-ES">
              <a:ea typeface="ＭＳ Ｐゴシック" charset="0"/>
            </a:endParaRPr>
          </a:p>
        </p:txBody>
      </p:sp>
      <p:sp>
        <p:nvSpPr>
          <p:cNvPr id="55326" name="AutoShape 30"/>
          <p:cNvSpPr>
            <a:spLocks/>
          </p:cNvSpPr>
          <p:nvPr/>
        </p:nvSpPr>
        <p:spPr bwMode="auto">
          <a:xfrm>
            <a:off x="12406313" y="45847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a:extLst/>
        </p:spPr>
        <p:txBody>
          <a:bodyPr lIns="0" tIns="0" rIns="0" bIns="0" anchor="ctr"/>
          <a:lstStyle/>
          <a:p>
            <a:endParaRPr lang="en-US"/>
          </a:p>
        </p:txBody>
      </p:sp>
      <p:sp>
        <p:nvSpPr>
          <p:cNvPr id="55327" name="AutoShape 31"/>
          <p:cNvSpPr>
            <a:spLocks/>
          </p:cNvSpPr>
          <p:nvPr/>
        </p:nvSpPr>
        <p:spPr bwMode="auto">
          <a:xfrm>
            <a:off x="11707813" y="96774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alpha val="71000"/>
            </a:schemeClr>
          </a:solidFill>
          <a:ln>
            <a:noFill/>
          </a:ln>
          <a:effectLst/>
          <a:extLst/>
        </p:spPr>
        <p:txBody>
          <a:bodyPr lIns="0" tIns="0" rIns="0" bIns="0" anchor="ctr"/>
          <a:lstStyle/>
          <a:p>
            <a:endParaRPr lang="en-US"/>
          </a:p>
        </p:txBody>
      </p:sp>
      <p:sp>
        <p:nvSpPr>
          <p:cNvPr id="55328" name="AutoShape 32"/>
          <p:cNvSpPr>
            <a:spLocks/>
          </p:cNvSpPr>
          <p:nvPr/>
        </p:nvSpPr>
        <p:spPr bwMode="auto">
          <a:xfrm>
            <a:off x="16076613" y="80010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alpha val="71000"/>
            </a:schemeClr>
          </a:solidFill>
          <a:ln>
            <a:noFill/>
          </a:ln>
          <a:effectLst/>
          <a:extLst/>
        </p:spPr>
        <p:txBody>
          <a:bodyPr lIns="0" tIns="0" rIns="0" bIns="0" anchor="ctr"/>
          <a:lstStyle/>
          <a:p>
            <a:endParaRPr lang="en-US"/>
          </a:p>
        </p:txBody>
      </p:sp>
      <p:sp>
        <p:nvSpPr>
          <p:cNvPr id="55329" name="AutoShape 33"/>
          <p:cNvSpPr>
            <a:spLocks/>
          </p:cNvSpPr>
          <p:nvPr/>
        </p:nvSpPr>
        <p:spPr bwMode="auto">
          <a:xfrm>
            <a:off x="4545013" y="92837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alpha val="71000"/>
            </a:schemeClr>
          </a:solidFill>
          <a:ln>
            <a:noFill/>
          </a:ln>
          <a:effectLst/>
          <a:extLst/>
        </p:spPr>
        <p:txBody>
          <a:bodyPr lIns="0" tIns="0" rIns="0" bIns="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5298"/>
                                        </p:tgtEl>
                                        <p:attrNameLst>
                                          <p:attrName>style.visibility</p:attrName>
                                        </p:attrNameLst>
                                      </p:cBhvr>
                                      <p:to>
                                        <p:strVal val="visible"/>
                                      </p:to>
                                    </p:set>
                                    <p:anim calcmode="lin" valueType="num">
                                      <p:cBhvr additive="base">
                                        <p:cTn id="7" dur="500" fill="hold"/>
                                        <p:tgtEl>
                                          <p:spTgt spid="55298"/>
                                        </p:tgtEl>
                                        <p:attrNameLst>
                                          <p:attrName>ppt_x</p:attrName>
                                        </p:attrNameLst>
                                      </p:cBhvr>
                                      <p:tavLst>
                                        <p:tav tm="0">
                                          <p:val>
                                            <p:strVal val="1+#ppt_w/2"/>
                                          </p:val>
                                        </p:tav>
                                        <p:tav tm="100000">
                                          <p:val>
                                            <p:strVal val="#ppt_x"/>
                                          </p:val>
                                        </p:tav>
                                      </p:tavLst>
                                    </p:anim>
                                    <p:anim calcmode="lin" valueType="num">
                                      <p:cBhvr additive="base">
                                        <p:cTn id="8" dur="500" fill="hold"/>
                                        <p:tgtEl>
                                          <p:spTgt spid="5529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5300"/>
                                        </p:tgtEl>
                                        <p:attrNameLst>
                                          <p:attrName>style.visibility</p:attrName>
                                        </p:attrNameLst>
                                      </p:cBhvr>
                                      <p:to>
                                        <p:strVal val="visible"/>
                                      </p:to>
                                    </p:set>
                                    <p:anim calcmode="lin" valueType="num">
                                      <p:cBhvr additive="base">
                                        <p:cTn id="12" dur="500" fill="hold"/>
                                        <p:tgtEl>
                                          <p:spTgt spid="55300"/>
                                        </p:tgtEl>
                                        <p:attrNameLst>
                                          <p:attrName>ppt_x</p:attrName>
                                        </p:attrNameLst>
                                      </p:cBhvr>
                                      <p:tavLst>
                                        <p:tav tm="0">
                                          <p:val>
                                            <p:strVal val="1+#ppt_w/2"/>
                                          </p:val>
                                        </p:tav>
                                        <p:tav tm="100000">
                                          <p:val>
                                            <p:strVal val="#ppt_x"/>
                                          </p:val>
                                        </p:tav>
                                      </p:tavLst>
                                    </p:anim>
                                    <p:anim calcmode="lin" valueType="num">
                                      <p:cBhvr additive="base">
                                        <p:cTn id="13" dur="500" fill="hold"/>
                                        <p:tgtEl>
                                          <p:spTgt spid="5530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5301"/>
                                        </p:tgtEl>
                                        <p:attrNameLst>
                                          <p:attrName>style.visibility</p:attrName>
                                        </p:attrNameLst>
                                      </p:cBhvr>
                                      <p:to>
                                        <p:strVal val="visible"/>
                                      </p:to>
                                    </p:set>
                                    <p:anim calcmode="lin" valueType="num">
                                      <p:cBhvr additive="base">
                                        <p:cTn id="17" dur="500" fill="hold"/>
                                        <p:tgtEl>
                                          <p:spTgt spid="55301"/>
                                        </p:tgtEl>
                                        <p:attrNameLst>
                                          <p:attrName>ppt_x</p:attrName>
                                        </p:attrNameLst>
                                      </p:cBhvr>
                                      <p:tavLst>
                                        <p:tav tm="0">
                                          <p:val>
                                            <p:strVal val="1+#ppt_w/2"/>
                                          </p:val>
                                        </p:tav>
                                        <p:tav tm="100000">
                                          <p:val>
                                            <p:strVal val="#ppt_x"/>
                                          </p:val>
                                        </p:tav>
                                      </p:tavLst>
                                    </p:anim>
                                    <p:anim calcmode="lin" valueType="num">
                                      <p:cBhvr additive="base">
                                        <p:cTn id="18" dur="500" fill="hold"/>
                                        <p:tgtEl>
                                          <p:spTgt spid="55301"/>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3" presetClass="entr" presetSubtype="16" fill="hold" nodeType="afterEffect">
                                  <p:stCondLst>
                                    <p:cond delay="100"/>
                                  </p:stCondLst>
                                  <p:childTnLst>
                                    <p:set>
                                      <p:cBhvr>
                                        <p:cTn id="21" dur="1" fill="hold">
                                          <p:stCondLst>
                                            <p:cond delay="0"/>
                                          </p:stCondLst>
                                        </p:cTn>
                                        <p:tgtEl>
                                          <p:spTgt spid="55305"/>
                                        </p:tgtEl>
                                        <p:attrNameLst>
                                          <p:attrName>style.visibility</p:attrName>
                                        </p:attrNameLst>
                                      </p:cBhvr>
                                      <p:to>
                                        <p:strVal val="visible"/>
                                      </p:to>
                                    </p:set>
                                    <p:anim calcmode="lin" valueType="num">
                                      <p:cBhvr>
                                        <p:cTn id="22" dur="500" fill="hold"/>
                                        <p:tgtEl>
                                          <p:spTgt spid="55305"/>
                                        </p:tgtEl>
                                        <p:attrNameLst>
                                          <p:attrName>ppt_w</p:attrName>
                                        </p:attrNameLst>
                                      </p:cBhvr>
                                      <p:tavLst>
                                        <p:tav tm="0">
                                          <p:val>
                                            <p:fltVal val="0"/>
                                          </p:val>
                                        </p:tav>
                                        <p:tav tm="100000">
                                          <p:val>
                                            <p:strVal val="#ppt_w"/>
                                          </p:val>
                                        </p:tav>
                                      </p:tavLst>
                                    </p:anim>
                                    <p:anim calcmode="lin" valueType="num">
                                      <p:cBhvr>
                                        <p:cTn id="23" dur="500" fill="hold"/>
                                        <p:tgtEl>
                                          <p:spTgt spid="55305"/>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100"/>
                            </p:stCondLst>
                            <p:childTnLst>
                              <p:par>
                                <p:cTn id="25" presetID="23" presetClass="entr" presetSubtype="16" fill="hold" nodeType="afterEffect">
                                  <p:stCondLst>
                                    <p:cond delay="100"/>
                                  </p:stCondLst>
                                  <p:childTnLst>
                                    <p:set>
                                      <p:cBhvr>
                                        <p:cTn id="26" dur="1" fill="hold">
                                          <p:stCondLst>
                                            <p:cond delay="0"/>
                                          </p:stCondLst>
                                        </p:cTn>
                                        <p:tgtEl>
                                          <p:spTgt spid="55311"/>
                                        </p:tgtEl>
                                        <p:attrNameLst>
                                          <p:attrName>style.visibility</p:attrName>
                                        </p:attrNameLst>
                                      </p:cBhvr>
                                      <p:to>
                                        <p:strVal val="visible"/>
                                      </p:to>
                                    </p:set>
                                    <p:anim calcmode="lin" valueType="num">
                                      <p:cBhvr>
                                        <p:cTn id="27" dur="500" fill="hold"/>
                                        <p:tgtEl>
                                          <p:spTgt spid="55311"/>
                                        </p:tgtEl>
                                        <p:attrNameLst>
                                          <p:attrName>ppt_w</p:attrName>
                                        </p:attrNameLst>
                                      </p:cBhvr>
                                      <p:tavLst>
                                        <p:tav tm="0">
                                          <p:val>
                                            <p:fltVal val="0"/>
                                          </p:val>
                                        </p:tav>
                                        <p:tav tm="100000">
                                          <p:val>
                                            <p:strVal val="#ppt_w"/>
                                          </p:val>
                                        </p:tav>
                                      </p:tavLst>
                                    </p:anim>
                                    <p:anim calcmode="lin" valueType="num">
                                      <p:cBhvr>
                                        <p:cTn id="28" dur="500" fill="hold"/>
                                        <p:tgtEl>
                                          <p:spTgt spid="55311"/>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700"/>
                            </p:stCondLst>
                            <p:childTnLst>
                              <p:par>
                                <p:cTn id="30" presetID="23" presetClass="entr" presetSubtype="16" fill="hold" nodeType="afterEffect">
                                  <p:stCondLst>
                                    <p:cond delay="100"/>
                                  </p:stCondLst>
                                  <p:childTnLst>
                                    <p:set>
                                      <p:cBhvr>
                                        <p:cTn id="31" dur="1" fill="hold">
                                          <p:stCondLst>
                                            <p:cond delay="0"/>
                                          </p:stCondLst>
                                        </p:cTn>
                                        <p:tgtEl>
                                          <p:spTgt spid="55302"/>
                                        </p:tgtEl>
                                        <p:attrNameLst>
                                          <p:attrName>style.visibility</p:attrName>
                                        </p:attrNameLst>
                                      </p:cBhvr>
                                      <p:to>
                                        <p:strVal val="visible"/>
                                      </p:to>
                                    </p:set>
                                    <p:anim calcmode="lin" valueType="num">
                                      <p:cBhvr>
                                        <p:cTn id="32" dur="500" fill="hold"/>
                                        <p:tgtEl>
                                          <p:spTgt spid="55302"/>
                                        </p:tgtEl>
                                        <p:attrNameLst>
                                          <p:attrName>ppt_w</p:attrName>
                                        </p:attrNameLst>
                                      </p:cBhvr>
                                      <p:tavLst>
                                        <p:tav tm="0">
                                          <p:val>
                                            <p:fltVal val="0"/>
                                          </p:val>
                                        </p:tav>
                                        <p:tav tm="100000">
                                          <p:val>
                                            <p:strVal val="#ppt_w"/>
                                          </p:val>
                                        </p:tav>
                                      </p:tavLst>
                                    </p:anim>
                                    <p:anim calcmode="lin" valueType="num">
                                      <p:cBhvr>
                                        <p:cTn id="33" dur="500" fill="hold"/>
                                        <p:tgtEl>
                                          <p:spTgt spid="55302"/>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300"/>
                            </p:stCondLst>
                            <p:childTnLst>
                              <p:par>
                                <p:cTn id="35" presetID="23" presetClass="entr" presetSubtype="16" fill="hold" nodeType="afterEffect">
                                  <p:stCondLst>
                                    <p:cond delay="100"/>
                                  </p:stCondLst>
                                  <p:childTnLst>
                                    <p:set>
                                      <p:cBhvr>
                                        <p:cTn id="36" dur="1" fill="hold">
                                          <p:stCondLst>
                                            <p:cond delay="0"/>
                                          </p:stCondLst>
                                        </p:cTn>
                                        <p:tgtEl>
                                          <p:spTgt spid="55308"/>
                                        </p:tgtEl>
                                        <p:attrNameLst>
                                          <p:attrName>style.visibility</p:attrName>
                                        </p:attrNameLst>
                                      </p:cBhvr>
                                      <p:to>
                                        <p:strVal val="visible"/>
                                      </p:to>
                                    </p:set>
                                    <p:anim calcmode="lin" valueType="num">
                                      <p:cBhvr>
                                        <p:cTn id="37" dur="500" fill="hold"/>
                                        <p:tgtEl>
                                          <p:spTgt spid="55308"/>
                                        </p:tgtEl>
                                        <p:attrNameLst>
                                          <p:attrName>ppt_w</p:attrName>
                                        </p:attrNameLst>
                                      </p:cBhvr>
                                      <p:tavLst>
                                        <p:tav tm="0">
                                          <p:val>
                                            <p:fltVal val="0"/>
                                          </p:val>
                                        </p:tav>
                                        <p:tav tm="100000">
                                          <p:val>
                                            <p:strVal val="#ppt_w"/>
                                          </p:val>
                                        </p:tav>
                                      </p:tavLst>
                                    </p:anim>
                                    <p:anim calcmode="lin" valueType="num">
                                      <p:cBhvr>
                                        <p:cTn id="38" dur="500" fill="hold"/>
                                        <p:tgtEl>
                                          <p:spTgt spid="55308"/>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900"/>
                            </p:stCondLst>
                            <p:childTnLst>
                              <p:par>
                                <p:cTn id="40" presetID="9" presetClass="entr" presetSubtype="0" fill="hold" nodeType="afterEffect">
                                  <p:stCondLst>
                                    <p:cond delay="100"/>
                                  </p:stCondLst>
                                  <p:childTnLst>
                                    <p:set>
                                      <p:cBhvr>
                                        <p:cTn id="41" dur="1" fill="hold">
                                          <p:stCondLst>
                                            <p:cond delay="0"/>
                                          </p:stCondLst>
                                        </p:cTn>
                                        <p:tgtEl>
                                          <p:spTgt spid="55314"/>
                                        </p:tgtEl>
                                        <p:attrNameLst>
                                          <p:attrName>style.visibility</p:attrName>
                                        </p:attrNameLst>
                                      </p:cBhvr>
                                      <p:to>
                                        <p:strVal val="visible"/>
                                      </p:to>
                                    </p:set>
                                    <p:animEffect transition="in" filter="dissolve">
                                      <p:cBhvr>
                                        <p:cTn id="42" dur="500"/>
                                        <p:tgtEl>
                                          <p:spTgt spid="55314"/>
                                        </p:tgtEl>
                                      </p:cBhvr>
                                    </p:animEffect>
                                  </p:childTnLst>
                                </p:cTn>
                              </p:par>
                            </p:childTnLst>
                          </p:cTn>
                        </p:par>
                        <p:par>
                          <p:cTn id="43" fill="hold" nodeType="afterGroup">
                            <p:stCondLst>
                              <p:cond delay="4500"/>
                            </p:stCondLst>
                            <p:childTnLst>
                              <p:par>
                                <p:cTn id="44" presetID="9" presetClass="entr" presetSubtype="0" fill="hold" nodeType="afterEffect">
                                  <p:stCondLst>
                                    <p:cond delay="100"/>
                                  </p:stCondLst>
                                  <p:childTnLst>
                                    <p:set>
                                      <p:cBhvr>
                                        <p:cTn id="45" dur="1" fill="hold">
                                          <p:stCondLst>
                                            <p:cond delay="0"/>
                                          </p:stCondLst>
                                        </p:cTn>
                                        <p:tgtEl>
                                          <p:spTgt spid="55315"/>
                                        </p:tgtEl>
                                        <p:attrNameLst>
                                          <p:attrName>style.visibility</p:attrName>
                                        </p:attrNameLst>
                                      </p:cBhvr>
                                      <p:to>
                                        <p:strVal val="visible"/>
                                      </p:to>
                                    </p:set>
                                    <p:animEffect transition="in" filter="dissolve">
                                      <p:cBhvr>
                                        <p:cTn id="46" dur="500"/>
                                        <p:tgtEl>
                                          <p:spTgt spid="55315"/>
                                        </p:tgtEl>
                                      </p:cBhvr>
                                    </p:animEffect>
                                  </p:childTnLst>
                                </p:cTn>
                              </p:par>
                            </p:childTnLst>
                          </p:cTn>
                        </p:par>
                        <p:par>
                          <p:cTn id="47" fill="hold" nodeType="afterGroup">
                            <p:stCondLst>
                              <p:cond delay="5100"/>
                            </p:stCondLst>
                            <p:childTnLst>
                              <p:par>
                                <p:cTn id="48" presetID="9" presetClass="entr" presetSubtype="0" fill="hold" nodeType="afterEffect">
                                  <p:stCondLst>
                                    <p:cond delay="100"/>
                                  </p:stCondLst>
                                  <p:childTnLst>
                                    <p:set>
                                      <p:cBhvr>
                                        <p:cTn id="49" dur="1" fill="hold">
                                          <p:stCondLst>
                                            <p:cond delay="0"/>
                                          </p:stCondLst>
                                        </p:cTn>
                                        <p:tgtEl>
                                          <p:spTgt spid="55316"/>
                                        </p:tgtEl>
                                        <p:attrNameLst>
                                          <p:attrName>style.visibility</p:attrName>
                                        </p:attrNameLst>
                                      </p:cBhvr>
                                      <p:to>
                                        <p:strVal val="visible"/>
                                      </p:to>
                                    </p:set>
                                    <p:animEffect transition="in" filter="dissolve">
                                      <p:cBhvr>
                                        <p:cTn id="50" dur="500"/>
                                        <p:tgtEl>
                                          <p:spTgt spid="55316"/>
                                        </p:tgtEl>
                                      </p:cBhvr>
                                    </p:animEffect>
                                  </p:childTnLst>
                                </p:cTn>
                              </p:par>
                            </p:childTnLst>
                          </p:cTn>
                        </p:par>
                        <p:par>
                          <p:cTn id="51" fill="hold" nodeType="afterGroup">
                            <p:stCondLst>
                              <p:cond delay="5700"/>
                            </p:stCondLst>
                            <p:childTnLst>
                              <p:par>
                                <p:cTn id="52" presetID="9" presetClass="entr" presetSubtype="0" fill="hold" grpId="0" nodeType="afterEffect">
                                  <p:stCondLst>
                                    <p:cond delay="100"/>
                                  </p:stCondLst>
                                  <p:childTnLst>
                                    <p:set>
                                      <p:cBhvr>
                                        <p:cTn id="53" dur="1" fill="hold">
                                          <p:stCondLst>
                                            <p:cond delay="0"/>
                                          </p:stCondLst>
                                        </p:cTn>
                                        <p:tgtEl>
                                          <p:spTgt spid="55317"/>
                                        </p:tgtEl>
                                        <p:attrNameLst>
                                          <p:attrName>style.visibility</p:attrName>
                                        </p:attrNameLst>
                                      </p:cBhvr>
                                      <p:to>
                                        <p:strVal val="visible"/>
                                      </p:to>
                                    </p:set>
                                    <p:animEffect transition="in" filter="dissolve">
                                      <p:cBhvr>
                                        <p:cTn id="54" dur="500"/>
                                        <p:tgtEl>
                                          <p:spTgt spid="55317"/>
                                        </p:tgtEl>
                                      </p:cBhvr>
                                    </p:animEffect>
                                  </p:childTnLst>
                                </p:cTn>
                              </p:par>
                            </p:childTnLst>
                          </p:cTn>
                        </p:par>
                        <p:par>
                          <p:cTn id="55" fill="hold" nodeType="afterGroup">
                            <p:stCondLst>
                              <p:cond delay="6300"/>
                            </p:stCondLst>
                            <p:childTnLst>
                              <p:par>
                                <p:cTn id="56" presetID="9" presetClass="entr" presetSubtype="0" fill="hold" grpId="0" nodeType="afterEffect">
                                  <p:stCondLst>
                                    <p:cond delay="100"/>
                                  </p:stCondLst>
                                  <p:childTnLst>
                                    <p:set>
                                      <p:cBhvr>
                                        <p:cTn id="57" dur="1" fill="hold">
                                          <p:stCondLst>
                                            <p:cond delay="0"/>
                                          </p:stCondLst>
                                        </p:cTn>
                                        <p:tgtEl>
                                          <p:spTgt spid="55318"/>
                                        </p:tgtEl>
                                        <p:attrNameLst>
                                          <p:attrName>style.visibility</p:attrName>
                                        </p:attrNameLst>
                                      </p:cBhvr>
                                      <p:to>
                                        <p:strVal val="visible"/>
                                      </p:to>
                                    </p:set>
                                    <p:animEffect transition="in" filter="dissolve">
                                      <p:cBhvr>
                                        <p:cTn id="58" dur="500"/>
                                        <p:tgtEl>
                                          <p:spTgt spid="55318"/>
                                        </p:tgtEl>
                                      </p:cBhvr>
                                    </p:animEffect>
                                  </p:childTnLst>
                                </p:cTn>
                              </p:par>
                            </p:childTnLst>
                          </p:cTn>
                        </p:par>
                        <p:par>
                          <p:cTn id="59" fill="hold" nodeType="afterGroup">
                            <p:stCondLst>
                              <p:cond delay="6900"/>
                            </p:stCondLst>
                            <p:childTnLst>
                              <p:par>
                                <p:cTn id="60" presetID="9" presetClass="entr" presetSubtype="0" fill="hold" grpId="0" nodeType="afterEffect">
                                  <p:stCondLst>
                                    <p:cond delay="100"/>
                                  </p:stCondLst>
                                  <p:childTnLst>
                                    <p:set>
                                      <p:cBhvr>
                                        <p:cTn id="61" dur="1" fill="hold">
                                          <p:stCondLst>
                                            <p:cond delay="0"/>
                                          </p:stCondLst>
                                        </p:cTn>
                                        <p:tgtEl>
                                          <p:spTgt spid="55319"/>
                                        </p:tgtEl>
                                        <p:attrNameLst>
                                          <p:attrName>style.visibility</p:attrName>
                                        </p:attrNameLst>
                                      </p:cBhvr>
                                      <p:to>
                                        <p:strVal val="visible"/>
                                      </p:to>
                                    </p:set>
                                    <p:animEffect transition="in" filter="dissolve">
                                      <p:cBhvr>
                                        <p:cTn id="62" dur="500"/>
                                        <p:tgtEl>
                                          <p:spTgt spid="55319"/>
                                        </p:tgtEl>
                                      </p:cBhvr>
                                    </p:animEffect>
                                  </p:childTnLst>
                                </p:cTn>
                              </p:par>
                            </p:childTnLst>
                          </p:cTn>
                        </p:par>
                        <p:par>
                          <p:cTn id="63" fill="hold" nodeType="afterGroup">
                            <p:stCondLst>
                              <p:cond delay="7500"/>
                            </p:stCondLst>
                            <p:childTnLst>
                              <p:par>
                                <p:cTn id="64" presetID="9" presetClass="entr" presetSubtype="0" fill="hold" grpId="0" nodeType="afterEffect">
                                  <p:stCondLst>
                                    <p:cond delay="100"/>
                                  </p:stCondLst>
                                  <p:childTnLst>
                                    <p:set>
                                      <p:cBhvr>
                                        <p:cTn id="65" dur="1" fill="hold">
                                          <p:stCondLst>
                                            <p:cond delay="0"/>
                                          </p:stCondLst>
                                        </p:cTn>
                                        <p:tgtEl>
                                          <p:spTgt spid="55320"/>
                                        </p:tgtEl>
                                        <p:attrNameLst>
                                          <p:attrName>style.visibility</p:attrName>
                                        </p:attrNameLst>
                                      </p:cBhvr>
                                      <p:to>
                                        <p:strVal val="visible"/>
                                      </p:to>
                                    </p:set>
                                    <p:animEffect transition="in" filter="dissolve">
                                      <p:cBhvr>
                                        <p:cTn id="66" dur="500"/>
                                        <p:tgtEl>
                                          <p:spTgt spid="55320"/>
                                        </p:tgtEl>
                                      </p:cBhvr>
                                    </p:animEffect>
                                  </p:childTnLst>
                                </p:cTn>
                              </p:par>
                            </p:childTnLst>
                          </p:cTn>
                        </p:par>
                        <p:par>
                          <p:cTn id="67" fill="hold" nodeType="afterGroup">
                            <p:stCondLst>
                              <p:cond delay="8100"/>
                            </p:stCondLst>
                            <p:childTnLst>
                              <p:par>
                                <p:cTn id="68" presetID="9" presetClass="entr" presetSubtype="0" fill="hold" grpId="0" nodeType="afterEffect">
                                  <p:stCondLst>
                                    <p:cond delay="100"/>
                                  </p:stCondLst>
                                  <p:childTnLst>
                                    <p:set>
                                      <p:cBhvr>
                                        <p:cTn id="69" dur="1" fill="hold">
                                          <p:stCondLst>
                                            <p:cond delay="0"/>
                                          </p:stCondLst>
                                        </p:cTn>
                                        <p:tgtEl>
                                          <p:spTgt spid="55321"/>
                                        </p:tgtEl>
                                        <p:attrNameLst>
                                          <p:attrName>style.visibility</p:attrName>
                                        </p:attrNameLst>
                                      </p:cBhvr>
                                      <p:to>
                                        <p:strVal val="visible"/>
                                      </p:to>
                                    </p:set>
                                    <p:animEffect transition="in" filter="dissolve">
                                      <p:cBhvr>
                                        <p:cTn id="70" dur="500"/>
                                        <p:tgtEl>
                                          <p:spTgt spid="55321"/>
                                        </p:tgtEl>
                                      </p:cBhvr>
                                    </p:animEffect>
                                  </p:childTnLst>
                                </p:cTn>
                              </p:par>
                            </p:childTnLst>
                          </p:cTn>
                        </p:par>
                        <p:par>
                          <p:cTn id="71" fill="hold" nodeType="afterGroup">
                            <p:stCondLst>
                              <p:cond delay="8700"/>
                            </p:stCondLst>
                            <p:childTnLst>
                              <p:par>
                                <p:cTn id="72" presetID="9" presetClass="entr" presetSubtype="0" fill="hold" grpId="0" nodeType="afterEffect">
                                  <p:stCondLst>
                                    <p:cond delay="100"/>
                                  </p:stCondLst>
                                  <p:childTnLst>
                                    <p:set>
                                      <p:cBhvr>
                                        <p:cTn id="73" dur="1" fill="hold">
                                          <p:stCondLst>
                                            <p:cond delay="0"/>
                                          </p:stCondLst>
                                        </p:cTn>
                                        <p:tgtEl>
                                          <p:spTgt spid="55322"/>
                                        </p:tgtEl>
                                        <p:attrNameLst>
                                          <p:attrName>style.visibility</p:attrName>
                                        </p:attrNameLst>
                                      </p:cBhvr>
                                      <p:to>
                                        <p:strVal val="visible"/>
                                      </p:to>
                                    </p:set>
                                    <p:animEffect transition="in" filter="dissolve">
                                      <p:cBhvr>
                                        <p:cTn id="74" dur="500"/>
                                        <p:tgtEl>
                                          <p:spTgt spid="55322"/>
                                        </p:tgtEl>
                                      </p:cBhvr>
                                    </p:animEffect>
                                  </p:childTnLst>
                                </p:cTn>
                              </p:par>
                            </p:childTnLst>
                          </p:cTn>
                        </p:par>
                        <p:par>
                          <p:cTn id="75" fill="hold" nodeType="afterGroup">
                            <p:stCondLst>
                              <p:cond delay="9300"/>
                            </p:stCondLst>
                            <p:childTnLst>
                              <p:par>
                                <p:cTn id="76" presetID="9" presetClass="entr" presetSubtype="0" fill="hold" grpId="0" nodeType="afterEffect">
                                  <p:stCondLst>
                                    <p:cond delay="100"/>
                                  </p:stCondLst>
                                  <p:childTnLst>
                                    <p:set>
                                      <p:cBhvr>
                                        <p:cTn id="77" dur="1" fill="hold">
                                          <p:stCondLst>
                                            <p:cond delay="0"/>
                                          </p:stCondLst>
                                        </p:cTn>
                                        <p:tgtEl>
                                          <p:spTgt spid="55323"/>
                                        </p:tgtEl>
                                        <p:attrNameLst>
                                          <p:attrName>style.visibility</p:attrName>
                                        </p:attrNameLst>
                                      </p:cBhvr>
                                      <p:to>
                                        <p:strVal val="visible"/>
                                      </p:to>
                                    </p:set>
                                    <p:animEffect transition="in" filter="dissolve">
                                      <p:cBhvr>
                                        <p:cTn id="78" dur="500"/>
                                        <p:tgtEl>
                                          <p:spTgt spid="55323"/>
                                        </p:tgtEl>
                                      </p:cBhvr>
                                    </p:animEffect>
                                  </p:childTnLst>
                                </p:cTn>
                              </p:par>
                            </p:childTnLst>
                          </p:cTn>
                        </p:par>
                        <p:par>
                          <p:cTn id="79" fill="hold" nodeType="afterGroup">
                            <p:stCondLst>
                              <p:cond delay="9900"/>
                            </p:stCondLst>
                            <p:childTnLst>
                              <p:par>
                                <p:cTn id="80" presetID="9" presetClass="entr" presetSubtype="0" fill="hold" grpId="0" nodeType="afterEffect">
                                  <p:stCondLst>
                                    <p:cond delay="100"/>
                                  </p:stCondLst>
                                  <p:childTnLst>
                                    <p:set>
                                      <p:cBhvr>
                                        <p:cTn id="81" dur="1" fill="hold">
                                          <p:stCondLst>
                                            <p:cond delay="0"/>
                                          </p:stCondLst>
                                        </p:cTn>
                                        <p:tgtEl>
                                          <p:spTgt spid="55324"/>
                                        </p:tgtEl>
                                        <p:attrNameLst>
                                          <p:attrName>style.visibility</p:attrName>
                                        </p:attrNameLst>
                                      </p:cBhvr>
                                      <p:to>
                                        <p:strVal val="visible"/>
                                      </p:to>
                                    </p:set>
                                    <p:animEffect transition="in" filter="dissolve">
                                      <p:cBhvr>
                                        <p:cTn id="82" dur="500"/>
                                        <p:tgtEl>
                                          <p:spTgt spid="55324"/>
                                        </p:tgtEl>
                                      </p:cBhvr>
                                    </p:animEffect>
                                  </p:childTnLst>
                                </p:cTn>
                              </p:par>
                            </p:childTnLst>
                          </p:cTn>
                        </p:par>
                        <p:par>
                          <p:cTn id="83" fill="hold" nodeType="afterGroup">
                            <p:stCondLst>
                              <p:cond delay="10500"/>
                            </p:stCondLst>
                            <p:childTnLst>
                              <p:par>
                                <p:cTn id="84" presetID="9" presetClass="entr" presetSubtype="0" fill="hold" grpId="0" nodeType="afterEffect">
                                  <p:stCondLst>
                                    <p:cond delay="100"/>
                                  </p:stCondLst>
                                  <p:childTnLst>
                                    <p:set>
                                      <p:cBhvr>
                                        <p:cTn id="85" dur="1" fill="hold">
                                          <p:stCondLst>
                                            <p:cond delay="0"/>
                                          </p:stCondLst>
                                        </p:cTn>
                                        <p:tgtEl>
                                          <p:spTgt spid="55325"/>
                                        </p:tgtEl>
                                        <p:attrNameLst>
                                          <p:attrName>style.visibility</p:attrName>
                                        </p:attrNameLst>
                                      </p:cBhvr>
                                      <p:to>
                                        <p:strVal val="visible"/>
                                      </p:to>
                                    </p:set>
                                    <p:animEffect transition="in" filter="dissolve">
                                      <p:cBhvr>
                                        <p:cTn id="86" dur="500"/>
                                        <p:tgtEl>
                                          <p:spTgt spid="55325"/>
                                        </p:tgtEl>
                                      </p:cBhvr>
                                    </p:animEffect>
                                  </p:childTnLst>
                                </p:cTn>
                              </p:par>
                            </p:childTnLst>
                          </p:cTn>
                        </p:par>
                        <p:par>
                          <p:cTn id="87" fill="hold" nodeType="afterGroup">
                            <p:stCondLst>
                              <p:cond delay="11100"/>
                            </p:stCondLst>
                            <p:childTnLst>
                              <p:par>
                                <p:cTn id="88" presetID="9" presetClass="entr" presetSubtype="0" fill="hold" nodeType="afterEffect">
                                  <p:stCondLst>
                                    <p:cond delay="100"/>
                                  </p:stCondLst>
                                  <p:childTnLst>
                                    <p:set>
                                      <p:cBhvr>
                                        <p:cTn id="89" dur="1" fill="hold">
                                          <p:stCondLst>
                                            <p:cond delay="0"/>
                                          </p:stCondLst>
                                        </p:cTn>
                                        <p:tgtEl>
                                          <p:spTgt spid="55326"/>
                                        </p:tgtEl>
                                        <p:attrNameLst>
                                          <p:attrName>style.visibility</p:attrName>
                                        </p:attrNameLst>
                                      </p:cBhvr>
                                      <p:to>
                                        <p:strVal val="visible"/>
                                      </p:to>
                                    </p:set>
                                    <p:animEffect transition="in" filter="dissolve">
                                      <p:cBhvr>
                                        <p:cTn id="90" dur="500"/>
                                        <p:tgtEl>
                                          <p:spTgt spid="55326"/>
                                        </p:tgtEl>
                                      </p:cBhvr>
                                    </p:animEffect>
                                  </p:childTnLst>
                                </p:cTn>
                              </p:par>
                            </p:childTnLst>
                          </p:cTn>
                        </p:par>
                        <p:par>
                          <p:cTn id="91" fill="hold" nodeType="afterGroup">
                            <p:stCondLst>
                              <p:cond delay="11700"/>
                            </p:stCondLst>
                            <p:childTnLst>
                              <p:par>
                                <p:cTn id="92" presetID="9" presetClass="entr" presetSubtype="0" fill="hold" nodeType="afterEffect">
                                  <p:stCondLst>
                                    <p:cond delay="100"/>
                                  </p:stCondLst>
                                  <p:childTnLst>
                                    <p:set>
                                      <p:cBhvr>
                                        <p:cTn id="93" dur="1" fill="hold">
                                          <p:stCondLst>
                                            <p:cond delay="0"/>
                                          </p:stCondLst>
                                        </p:cTn>
                                        <p:tgtEl>
                                          <p:spTgt spid="55327"/>
                                        </p:tgtEl>
                                        <p:attrNameLst>
                                          <p:attrName>style.visibility</p:attrName>
                                        </p:attrNameLst>
                                      </p:cBhvr>
                                      <p:to>
                                        <p:strVal val="visible"/>
                                      </p:to>
                                    </p:set>
                                    <p:animEffect transition="in" filter="dissolve">
                                      <p:cBhvr>
                                        <p:cTn id="94" dur="500"/>
                                        <p:tgtEl>
                                          <p:spTgt spid="55327"/>
                                        </p:tgtEl>
                                      </p:cBhvr>
                                    </p:animEffect>
                                  </p:childTnLst>
                                </p:cTn>
                              </p:par>
                            </p:childTnLst>
                          </p:cTn>
                        </p:par>
                        <p:par>
                          <p:cTn id="95" fill="hold" nodeType="afterGroup">
                            <p:stCondLst>
                              <p:cond delay="12300"/>
                            </p:stCondLst>
                            <p:childTnLst>
                              <p:par>
                                <p:cTn id="96" presetID="9" presetClass="entr" presetSubtype="0" fill="hold" nodeType="afterEffect">
                                  <p:stCondLst>
                                    <p:cond delay="100"/>
                                  </p:stCondLst>
                                  <p:childTnLst>
                                    <p:set>
                                      <p:cBhvr>
                                        <p:cTn id="97" dur="1" fill="hold">
                                          <p:stCondLst>
                                            <p:cond delay="0"/>
                                          </p:stCondLst>
                                        </p:cTn>
                                        <p:tgtEl>
                                          <p:spTgt spid="55328"/>
                                        </p:tgtEl>
                                        <p:attrNameLst>
                                          <p:attrName>style.visibility</p:attrName>
                                        </p:attrNameLst>
                                      </p:cBhvr>
                                      <p:to>
                                        <p:strVal val="visible"/>
                                      </p:to>
                                    </p:set>
                                    <p:animEffect transition="in" filter="dissolve">
                                      <p:cBhvr>
                                        <p:cTn id="98" dur="500"/>
                                        <p:tgtEl>
                                          <p:spTgt spid="55328"/>
                                        </p:tgtEl>
                                      </p:cBhvr>
                                    </p:animEffect>
                                  </p:childTnLst>
                                </p:cTn>
                              </p:par>
                            </p:childTnLst>
                          </p:cTn>
                        </p:par>
                        <p:par>
                          <p:cTn id="99" fill="hold" nodeType="afterGroup">
                            <p:stCondLst>
                              <p:cond delay="12900"/>
                            </p:stCondLst>
                            <p:childTnLst>
                              <p:par>
                                <p:cTn id="100" presetID="9" presetClass="entr" presetSubtype="0" fill="hold" nodeType="afterEffect">
                                  <p:stCondLst>
                                    <p:cond delay="100"/>
                                  </p:stCondLst>
                                  <p:childTnLst>
                                    <p:set>
                                      <p:cBhvr>
                                        <p:cTn id="101" dur="1" fill="hold">
                                          <p:stCondLst>
                                            <p:cond delay="0"/>
                                          </p:stCondLst>
                                        </p:cTn>
                                        <p:tgtEl>
                                          <p:spTgt spid="55329"/>
                                        </p:tgtEl>
                                        <p:attrNameLst>
                                          <p:attrName>style.visibility</p:attrName>
                                        </p:attrNameLst>
                                      </p:cBhvr>
                                      <p:to>
                                        <p:strVal val="visible"/>
                                      </p:to>
                                    </p:set>
                                    <p:animEffect transition="in" filter="dissolve">
                                      <p:cBhvr>
                                        <p:cTn id="102" dur="500"/>
                                        <p:tgtEl>
                                          <p:spTgt spid="55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utoUpdateAnimBg="0"/>
      <p:bldP spid="55300" grpId="0" autoUpdateAnimBg="0"/>
      <p:bldP spid="55301" grpId="0" autoUpdateAnimBg="0"/>
      <p:bldP spid="55317" grpId="0" autoUpdateAnimBg="0"/>
      <p:bldP spid="55318" grpId="0" autoUpdateAnimBg="0"/>
      <p:bldP spid="55319" grpId="0" autoUpdateAnimBg="0"/>
      <p:bldP spid="55320" grpId="0" autoUpdateAnimBg="0"/>
      <p:bldP spid="55321" grpId="0" autoUpdateAnimBg="0"/>
      <p:bldP spid="55322" grpId="0" autoUpdateAnimBg="0"/>
      <p:bldP spid="55323" grpId="0" autoUpdateAnimBg="0"/>
      <p:bldP spid="55324" grpId="0" autoUpdateAnimBg="0"/>
      <p:bldP spid="55325" grpId="0" autoUpdateAnimBg="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6322"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8F585CFF-9A01-4BAF-B1B7-8E6A7439F7D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53</a:t>
            </a:fld>
            <a:endParaRPr lang="es-ES" altLang="en-US"/>
          </a:p>
        </p:txBody>
      </p:sp>
      <p:sp>
        <p:nvSpPr>
          <p:cNvPr id="56323"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Modern Bold Chart </a:t>
            </a:r>
            <a:r>
              <a:rPr lang="es-ES" b="1" dirty="0" err="1">
                <a:solidFill>
                  <a:schemeClr val="bg1">
                    <a:lumMod val="95000"/>
                  </a:schemeClr>
                </a:solidFill>
                <a:latin typeface="Lato" charset="0"/>
                <a:ea typeface="ＭＳ Ｐゴシック" charset="0"/>
                <a:cs typeface="Lato" charset="0"/>
                <a:sym typeface="Lato" charset="0"/>
              </a:rPr>
              <a:t>Percent</a:t>
            </a:r>
            <a:endParaRPr lang="es-ES" dirty="0">
              <a:solidFill>
                <a:schemeClr val="bg1">
                  <a:lumMod val="95000"/>
                </a:schemeClr>
              </a:solidFill>
              <a:ea typeface="ＭＳ Ｐゴシック" charset="0"/>
            </a:endParaRPr>
          </a:p>
        </p:txBody>
      </p:sp>
      <p:sp>
        <p:nvSpPr>
          <p:cNvPr id="56324" name="AutoShape 4"/>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6325" name="AutoShape 5"/>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aphicFrame>
        <p:nvGraphicFramePr>
          <p:cNvPr id="2" name="Object 6"/>
          <p:cNvGraphicFramePr>
            <a:graphicFrameLocks noChangeAspect="1"/>
          </p:cNvGraphicFramePr>
          <p:nvPr>
            <p:extLst>
              <p:ext uri="{D42A27DB-BD31-4B8C-83A1-F6EECF244321}">
                <p14:modId xmlns:p14="http://schemas.microsoft.com/office/powerpoint/2010/main" val="2920190871"/>
              </p:ext>
            </p:extLst>
          </p:nvPr>
        </p:nvGraphicFramePr>
        <p:xfrm>
          <a:off x="2066925" y="3632200"/>
          <a:ext cx="5016500" cy="5016500"/>
        </p:xfrm>
        <a:graphic>
          <a:graphicData uri="http://schemas.openxmlformats.org/drawingml/2006/chart">
            <c:chart xmlns:c="http://schemas.openxmlformats.org/drawingml/2006/chart" xmlns:r="http://schemas.openxmlformats.org/officeDocument/2006/relationships" r:id="rId2"/>
          </a:graphicData>
        </a:graphic>
      </p:graphicFrame>
      <p:sp>
        <p:nvSpPr>
          <p:cNvPr id="56327" name="AutoShape 7"/>
          <p:cNvSpPr>
            <a:spLocks/>
          </p:cNvSpPr>
          <p:nvPr/>
        </p:nvSpPr>
        <p:spPr bwMode="auto">
          <a:xfrm>
            <a:off x="3422650" y="4979988"/>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3" y="20638"/>
                  <a:pt x="2881" y="16796"/>
                </a:cubicBezTo>
                <a:cubicBezTo>
                  <a:pt x="-961" y="12953"/>
                  <a:pt x="-961" y="6724"/>
                  <a:pt x="2881" y="2881"/>
                </a:cubicBezTo>
                <a:cubicBezTo>
                  <a:pt x="6723"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28" name="AutoShape 8"/>
          <p:cNvSpPr>
            <a:spLocks/>
          </p:cNvSpPr>
          <p:nvPr/>
        </p:nvSpPr>
        <p:spPr bwMode="auto">
          <a:xfrm>
            <a:off x="3044825"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20%</a:t>
            </a:r>
            <a:endParaRPr lang="es-ES">
              <a:ea typeface="ＭＳ Ｐゴシック" charset="0"/>
            </a:endParaRPr>
          </a:p>
        </p:txBody>
      </p:sp>
      <p:graphicFrame>
        <p:nvGraphicFramePr>
          <p:cNvPr id="3" name="Object 9"/>
          <p:cNvGraphicFramePr>
            <a:graphicFrameLocks noChangeAspect="1"/>
          </p:cNvGraphicFramePr>
          <p:nvPr>
            <p:extLst>
              <p:ext uri="{D42A27DB-BD31-4B8C-83A1-F6EECF244321}">
                <p14:modId xmlns:p14="http://schemas.microsoft.com/office/powerpoint/2010/main" val="3077249748"/>
              </p:ext>
            </p:extLst>
          </p:nvPr>
        </p:nvGraphicFramePr>
        <p:xfrm>
          <a:off x="7181850" y="3632200"/>
          <a:ext cx="5016500" cy="5016500"/>
        </p:xfrm>
        <a:graphic>
          <a:graphicData uri="http://schemas.openxmlformats.org/drawingml/2006/chart">
            <c:chart xmlns:c="http://schemas.openxmlformats.org/drawingml/2006/chart" xmlns:r="http://schemas.openxmlformats.org/officeDocument/2006/relationships" r:id="rId3"/>
          </a:graphicData>
        </a:graphic>
      </p:graphicFrame>
      <p:sp>
        <p:nvSpPr>
          <p:cNvPr id="56330" name="AutoShape 10"/>
          <p:cNvSpPr>
            <a:spLocks/>
          </p:cNvSpPr>
          <p:nvPr/>
        </p:nvSpPr>
        <p:spPr bwMode="auto">
          <a:xfrm>
            <a:off x="8575675" y="5032375"/>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31" name="AutoShape 11"/>
          <p:cNvSpPr>
            <a:spLocks/>
          </p:cNvSpPr>
          <p:nvPr/>
        </p:nvSpPr>
        <p:spPr bwMode="auto">
          <a:xfrm>
            <a:off x="8221663"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50%</a:t>
            </a:r>
            <a:endParaRPr lang="es-ES">
              <a:ea typeface="ＭＳ Ｐゴシック" charset="0"/>
            </a:endParaRPr>
          </a:p>
        </p:txBody>
      </p:sp>
      <p:graphicFrame>
        <p:nvGraphicFramePr>
          <p:cNvPr id="4" name="Object 12"/>
          <p:cNvGraphicFramePr>
            <a:graphicFrameLocks noChangeAspect="1"/>
          </p:cNvGraphicFramePr>
          <p:nvPr>
            <p:extLst>
              <p:ext uri="{D42A27DB-BD31-4B8C-83A1-F6EECF244321}">
                <p14:modId xmlns:p14="http://schemas.microsoft.com/office/powerpoint/2010/main" val="3333798759"/>
              </p:ext>
            </p:extLst>
          </p:nvPr>
        </p:nvGraphicFramePr>
        <p:xfrm>
          <a:off x="12549188" y="3632200"/>
          <a:ext cx="5016500" cy="5016500"/>
        </p:xfrm>
        <a:graphic>
          <a:graphicData uri="http://schemas.openxmlformats.org/drawingml/2006/chart">
            <c:chart xmlns:c="http://schemas.openxmlformats.org/drawingml/2006/chart" xmlns:r="http://schemas.openxmlformats.org/officeDocument/2006/relationships" r:id="rId4"/>
          </a:graphicData>
        </a:graphic>
      </p:graphicFrame>
      <p:sp>
        <p:nvSpPr>
          <p:cNvPr id="56333" name="AutoShape 13"/>
          <p:cNvSpPr>
            <a:spLocks/>
          </p:cNvSpPr>
          <p:nvPr/>
        </p:nvSpPr>
        <p:spPr bwMode="auto">
          <a:xfrm>
            <a:off x="13930313" y="5032375"/>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34" name="AutoShape 14"/>
          <p:cNvSpPr>
            <a:spLocks/>
          </p:cNvSpPr>
          <p:nvPr/>
        </p:nvSpPr>
        <p:spPr bwMode="auto">
          <a:xfrm>
            <a:off x="13527088" y="5303838"/>
            <a:ext cx="3084512"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70%</a:t>
            </a:r>
            <a:endParaRPr lang="es-ES">
              <a:ea typeface="ＭＳ Ｐゴシック" charset="0"/>
            </a:endParaRPr>
          </a:p>
        </p:txBody>
      </p:sp>
      <p:graphicFrame>
        <p:nvGraphicFramePr>
          <p:cNvPr id="5" name="Object 15"/>
          <p:cNvGraphicFramePr>
            <a:graphicFrameLocks noChangeAspect="1"/>
          </p:cNvGraphicFramePr>
          <p:nvPr>
            <p:extLst>
              <p:ext uri="{D42A27DB-BD31-4B8C-83A1-F6EECF244321}">
                <p14:modId xmlns:p14="http://schemas.microsoft.com/office/powerpoint/2010/main" val="3599096424"/>
              </p:ext>
            </p:extLst>
          </p:nvPr>
        </p:nvGraphicFramePr>
        <p:xfrm>
          <a:off x="17475200" y="3632200"/>
          <a:ext cx="5016500" cy="5016500"/>
        </p:xfrm>
        <a:graphic>
          <a:graphicData uri="http://schemas.openxmlformats.org/drawingml/2006/chart">
            <c:chart xmlns:c="http://schemas.openxmlformats.org/drawingml/2006/chart" xmlns:r="http://schemas.openxmlformats.org/officeDocument/2006/relationships" r:id="rId5"/>
          </a:graphicData>
        </a:graphic>
      </p:graphicFrame>
      <p:sp>
        <p:nvSpPr>
          <p:cNvPr id="56336" name="AutoShape 16"/>
          <p:cNvSpPr>
            <a:spLocks/>
          </p:cNvSpPr>
          <p:nvPr/>
        </p:nvSpPr>
        <p:spPr bwMode="auto">
          <a:xfrm>
            <a:off x="18869025" y="5032375"/>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37" name="AutoShape 17"/>
          <p:cNvSpPr>
            <a:spLocks/>
          </p:cNvSpPr>
          <p:nvPr/>
        </p:nvSpPr>
        <p:spPr bwMode="auto">
          <a:xfrm>
            <a:off x="18478500" y="5303838"/>
            <a:ext cx="3084513"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30%</a:t>
            </a:r>
            <a:endParaRPr lang="es-ES">
              <a:ea typeface="ＭＳ Ｐゴシック" charset="0"/>
            </a:endParaRPr>
          </a:p>
        </p:txBody>
      </p:sp>
      <p:sp>
        <p:nvSpPr>
          <p:cNvPr id="56338" name="AutoShape 18"/>
          <p:cNvSpPr>
            <a:spLocks/>
          </p:cNvSpPr>
          <p:nvPr/>
        </p:nvSpPr>
        <p:spPr bwMode="auto">
          <a:xfrm>
            <a:off x="28321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39" name="AutoShape 19"/>
          <p:cNvSpPr>
            <a:spLocks/>
          </p:cNvSpPr>
          <p:nvPr/>
        </p:nvSpPr>
        <p:spPr bwMode="auto">
          <a:xfrm>
            <a:off x="23114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0" name="AutoShape 20"/>
          <p:cNvSpPr>
            <a:spLocks/>
          </p:cNvSpPr>
          <p:nvPr/>
        </p:nvSpPr>
        <p:spPr bwMode="auto">
          <a:xfrm>
            <a:off x="178308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1" name="AutoShape 21"/>
          <p:cNvSpPr>
            <a:spLocks/>
          </p:cNvSpPr>
          <p:nvPr/>
        </p:nvSpPr>
        <p:spPr bwMode="auto">
          <a:xfrm>
            <a:off x="73914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2" name="AutoShape 22"/>
          <p:cNvSpPr>
            <a:spLocks/>
          </p:cNvSpPr>
          <p:nvPr/>
        </p:nvSpPr>
        <p:spPr bwMode="auto">
          <a:xfrm>
            <a:off x="128270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3" name="AutoShape 23"/>
          <p:cNvSpPr>
            <a:spLocks/>
          </p:cNvSpPr>
          <p:nvPr/>
        </p:nvSpPr>
        <p:spPr bwMode="auto">
          <a:xfrm>
            <a:off x="78486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44" name="AutoShape 24"/>
          <p:cNvSpPr>
            <a:spLocks/>
          </p:cNvSpPr>
          <p:nvPr/>
        </p:nvSpPr>
        <p:spPr bwMode="auto">
          <a:xfrm>
            <a:off x="133858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45" name="AutoShape 25"/>
          <p:cNvSpPr>
            <a:spLocks/>
          </p:cNvSpPr>
          <p:nvPr/>
        </p:nvSpPr>
        <p:spPr bwMode="auto">
          <a:xfrm>
            <a:off x="183896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46" name="AutoShape 26"/>
          <p:cNvSpPr>
            <a:spLocks/>
          </p:cNvSpPr>
          <p:nvPr/>
        </p:nvSpPr>
        <p:spPr bwMode="auto">
          <a:xfrm>
            <a:off x="2247900" y="12157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6347" name="AutoShape 27"/>
          <p:cNvSpPr>
            <a:spLocks/>
          </p:cNvSpPr>
          <p:nvPr/>
        </p:nvSpPr>
        <p:spPr bwMode="auto">
          <a:xfrm>
            <a:off x="9372600" y="11607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6323"/>
                                        </p:tgtEl>
                                        <p:attrNameLst>
                                          <p:attrName>style.visibility</p:attrName>
                                        </p:attrNameLst>
                                      </p:cBhvr>
                                      <p:to>
                                        <p:strVal val="visible"/>
                                      </p:to>
                                    </p:set>
                                    <p:anim calcmode="lin" valueType="num">
                                      <p:cBhvr additive="base">
                                        <p:cTn id="7" dur="500" fill="hold"/>
                                        <p:tgtEl>
                                          <p:spTgt spid="56323"/>
                                        </p:tgtEl>
                                        <p:attrNameLst>
                                          <p:attrName>ppt_x</p:attrName>
                                        </p:attrNameLst>
                                      </p:cBhvr>
                                      <p:tavLst>
                                        <p:tav tm="0">
                                          <p:val>
                                            <p:strVal val="1+#ppt_w/2"/>
                                          </p:val>
                                        </p:tav>
                                        <p:tav tm="100000">
                                          <p:val>
                                            <p:strVal val="#ppt_x"/>
                                          </p:val>
                                        </p:tav>
                                      </p:tavLst>
                                    </p:anim>
                                    <p:anim calcmode="lin" valueType="num">
                                      <p:cBhvr additive="base">
                                        <p:cTn id="8" dur="500" fill="hold"/>
                                        <p:tgtEl>
                                          <p:spTgt spid="5632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6324"/>
                                        </p:tgtEl>
                                        <p:attrNameLst>
                                          <p:attrName>style.visibility</p:attrName>
                                        </p:attrNameLst>
                                      </p:cBhvr>
                                      <p:to>
                                        <p:strVal val="visible"/>
                                      </p:to>
                                    </p:set>
                                    <p:anim calcmode="lin" valueType="num">
                                      <p:cBhvr additive="base">
                                        <p:cTn id="12" dur="500" fill="hold"/>
                                        <p:tgtEl>
                                          <p:spTgt spid="56324"/>
                                        </p:tgtEl>
                                        <p:attrNameLst>
                                          <p:attrName>ppt_x</p:attrName>
                                        </p:attrNameLst>
                                      </p:cBhvr>
                                      <p:tavLst>
                                        <p:tav tm="0">
                                          <p:val>
                                            <p:strVal val="1+#ppt_w/2"/>
                                          </p:val>
                                        </p:tav>
                                        <p:tav tm="100000">
                                          <p:val>
                                            <p:strVal val="#ppt_x"/>
                                          </p:val>
                                        </p:tav>
                                      </p:tavLst>
                                    </p:anim>
                                    <p:anim calcmode="lin" valueType="num">
                                      <p:cBhvr additive="base">
                                        <p:cTn id="13" dur="500" fill="hold"/>
                                        <p:tgtEl>
                                          <p:spTgt spid="5632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6325"/>
                                        </p:tgtEl>
                                        <p:attrNameLst>
                                          <p:attrName>style.visibility</p:attrName>
                                        </p:attrNameLst>
                                      </p:cBhvr>
                                      <p:to>
                                        <p:strVal val="visible"/>
                                      </p:to>
                                    </p:set>
                                    <p:anim calcmode="lin" valueType="num">
                                      <p:cBhvr additive="base">
                                        <p:cTn id="17" dur="500" fill="hold"/>
                                        <p:tgtEl>
                                          <p:spTgt spid="56325"/>
                                        </p:tgtEl>
                                        <p:attrNameLst>
                                          <p:attrName>ppt_x</p:attrName>
                                        </p:attrNameLst>
                                      </p:cBhvr>
                                      <p:tavLst>
                                        <p:tav tm="0">
                                          <p:val>
                                            <p:strVal val="1+#ppt_w/2"/>
                                          </p:val>
                                        </p:tav>
                                        <p:tav tm="100000">
                                          <p:val>
                                            <p:strVal val="#ppt_x"/>
                                          </p:val>
                                        </p:tav>
                                      </p:tavLst>
                                    </p:anim>
                                    <p:anim calcmode="lin" valueType="num">
                                      <p:cBhvr additive="base">
                                        <p:cTn id="18" dur="500" fill="hold"/>
                                        <p:tgtEl>
                                          <p:spTgt spid="56325"/>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56327"/>
                                        </p:tgtEl>
                                        <p:attrNameLst>
                                          <p:attrName>style.visibility</p:attrName>
                                        </p:attrNameLst>
                                      </p:cBhvr>
                                      <p:to>
                                        <p:strVal val="visible"/>
                                      </p:to>
                                    </p:set>
                                    <p:animEffect transition="in" filter="dissolve">
                                      <p:cBhvr>
                                        <p:cTn id="22" dur="500"/>
                                        <p:tgtEl>
                                          <p:spTgt spid="56327"/>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6328"/>
                                        </p:tgtEl>
                                        <p:attrNameLst>
                                          <p:attrName>style.visibility</p:attrName>
                                        </p:attrNameLst>
                                      </p:cBhvr>
                                      <p:to>
                                        <p:strVal val="visible"/>
                                      </p:to>
                                    </p:set>
                                    <p:animEffect transition="in" filter="dissolve">
                                      <p:cBhvr>
                                        <p:cTn id="26" dur="500"/>
                                        <p:tgtEl>
                                          <p:spTgt spid="56328"/>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56330"/>
                                        </p:tgtEl>
                                        <p:attrNameLst>
                                          <p:attrName>style.visibility</p:attrName>
                                        </p:attrNameLst>
                                      </p:cBhvr>
                                      <p:to>
                                        <p:strVal val="visible"/>
                                      </p:to>
                                    </p:set>
                                    <p:animEffect transition="in" filter="dissolve">
                                      <p:cBhvr>
                                        <p:cTn id="30" dur="500"/>
                                        <p:tgtEl>
                                          <p:spTgt spid="56330"/>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6331"/>
                                        </p:tgtEl>
                                        <p:attrNameLst>
                                          <p:attrName>style.visibility</p:attrName>
                                        </p:attrNameLst>
                                      </p:cBhvr>
                                      <p:to>
                                        <p:strVal val="visible"/>
                                      </p:to>
                                    </p:set>
                                    <p:animEffect transition="in" filter="dissolve">
                                      <p:cBhvr>
                                        <p:cTn id="34" dur="500"/>
                                        <p:tgtEl>
                                          <p:spTgt spid="56331"/>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56333"/>
                                        </p:tgtEl>
                                        <p:attrNameLst>
                                          <p:attrName>style.visibility</p:attrName>
                                        </p:attrNameLst>
                                      </p:cBhvr>
                                      <p:to>
                                        <p:strVal val="visible"/>
                                      </p:to>
                                    </p:set>
                                    <p:animEffect transition="in" filter="dissolve">
                                      <p:cBhvr>
                                        <p:cTn id="38" dur="500"/>
                                        <p:tgtEl>
                                          <p:spTgt spid="56333"/>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56334"/>
                                        </p:tgtEl>
                                        <p:attrNameLst>
                                          <p:attrName>style.visibility</p:attrName>
                                        </p:attrNameLst>
                                      </p:cBhvr>
                                      <p:to>
                                        <p:strVal val="visible"/>
                                      </p:to>
                                    </p:set>
                                    <p:animEffect transition="in" filter="dissolve">
                                      <p:cBhvr>
                                        <p:cTn id="42" dur="500"/>
                                        <p:tgtEl>
                                          <p:spTgt spid="56334"/>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56336"/>
                                        </p:tgtEl>
                                        <p:attrNameLst>
                                          <p:attrName>style.visibility</p:attrName>
                                        </p:attrNameLst>
                                      </p:cBhvr>
                                      <p:to>
                                        <p:strVal val="visible"/>
                                      </p:to>
                                    </p:set>
                                    <p:animEffect transition="in" filter="dissolve">
                                      <p:cBhvr>
                                        <p:cTn id="46" dur="500"/>
                                        <p:tgtEl>
                                          <p:spTgt spid="5633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56337"/>
                                        </p:tgtEl>
                                        <p:attrNameLst>
                                          <p:attrName>style.visibility</p:attrName>
                                        </p:attrNameLst>
                                      </p:cBhvr>
                                      <p:to>
                                        <p:strVal val="visible"/>
                                      </p:to>
                                    </p:set>
                                    <p:animEffect transition="in" filter="dissolve">
                                      <p:cBhvr>
                                        <p:cTn id="50" dur="500"/>
                                        <p:tgtEl>
                                          <p:spTgt spid="56337"/>
                                        </p:tgtEl>
                                      </p:cBhvr>
                                    </p:animEffect>
                                  </p:childTnLst>
                                </p:cTn>
                              </p:par>
                            </p:childTnLst>
                          </p:cTn>
                        </p:par>
                        <p:par>
                          <p:cTn id="51" fill="hold" nodeType="afterGroup">
                            <p:stCondLst>
                              <p:cond delay="5500"/>
                            </p:stCondLst>
                            <p:childTnLst>
                              <p:par>
                                <p:cTn id="52" presetID="23" presetClass="entr" presetSubtype="16" fill="hold" grpId="0" nodeType="afterEffect">
                                  <p:stCondLst>
                                    <p:cond delay="0"/>
                                  </p:stCondLst>
                                  <p:childTnLst>
                                    <p:set>
                                      <p:cBhvr>
                                        <p:cTn id="53" dur="1" fill="hold">
                                          <p:stCondLst>
                                            <p:cond delay="0"/>
                                          </p:stCondLst>
                                        </p:cTn>
                                        <p:tgtEl>
                                          <p:spTgt spid="2"/>
                                        </p:tgtEl>
                                        <p:attrNameLst>
                                          <p:attrName>style.visibility</p:attrName>
                                        </p:attrNameLst>
                                      </p:cBhvr>
                                      <p:to>
                                        <p:strVal val="visible"/>
                                      </p:to>
                                    </p:set>
                                    <p:anim calcmode="lin" valueType="num">
                                      <p:cBhvr>
                                        <p:cTn id="54" dur="500" fill="hold"/>
                                        <p:tgtEl>
                                          <p:spTgt spid="2"/>
                                        </p:tgtEl>
                                        <p:attrNameLst>
                                          <p:attrName>ppt_w</p:attrName>
                                        </p:attrNameLst>
                                      </p:cBhvr>
                                      <p:tavLst>
                                        <p:tav tm="0">
                                          <p:val>
                                            <p:fltVal val="0"/>
                                          </p:val>
                                        </p:tav>
                                        <p:tav tm="100000">
                                          <p:val>
                                            <p:strVal val="#ppt_w"/>
                                          </p:val>
                                        </p:tav>
                                      </p:tavLst>
                                    </p:anim>
                                    <p:anim calcmode="lin" valueType="num">
                                      <p:cBhvr>
                                        <p:cTn id="55" dur="500" fill="hold"/>
                                        <p:tgtEl>
                                          <p:spTgt spid="2"/>
                                        </p:tgtEl>
                                        <p:attrNameLst>
                                          <p:attrName>ppt_h</p:attrName>
                                        </p:attrNameLst>
                                      </p:cBhvr>
                                      <p:tavLst>
                                        <p:tav tm="0">
                                          <p:val>
                                            <p:fltVal val="0"/>
                                          </p:val>
                                        </p:tav>
                                        <p:tav tm="100000">
                                          <p:val>
                                            <p:strVal val="#ppt_h"/>
                                          </p:val>
                                        </p:tav>
                                      </p:tavLst>
                                    </p:anim>
                                  </p:childTnLst>
                                </p:cTn>
                              </p:par>
                            </p:childTnLst>
                          </p:cTn>
                        </p:par>
                        <p:par>
                          <p:cTn id="56" fill="hold" nodeType="afterGroup">
                            <p:stCondLst>
                              <p:cond delay="6000"/>
                            </p:stCondLst>
                            <p:childTnLst>
                              <p:par>
                                <p:cTn id="57" presetID="23" presetClass="entr" presetSubtype="16" fill="hold" grpId="0" nodeType="after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500" fill="hold"/>
                                        <p:tgtEl>
                                          <p:spTgt spid="3"/>
                                        </p:tgtEl>
                                        <p:attrNameLst>
                                          <p:attrName>ppt_w</p:attrName>
                                        </p:attrNameLst>
                                      </p:cBhvr>
                                      <p:tavLst>
                                        <p:tav tm="0">
                                          <p:val>
                                            <p:fltVal val="0"/>
                                          </p:val>
                                        </p:tav>
                                        <p:tav tm="100000">
                                          <p:val>
                                            <p:strVal val="#ppt_w"/>
                                          </p:val>
                                        </p:tav>
                                      </p:tavLst>
                                    </p:anim>
                                    <p:anim calcmode="lin" valueType="num">
                                      <p:cBhvr>
                                        <p:cTn id="60" dur="500" fill="hold"/>
                                        <p:tgtEl>
                                          <p:spTgt spid="3"/>
                                        </p:tgtEl>
                                        <p:attrNameLst>
                                          <p:attrName>ppt_h</p:attrName>
                                        </p:attrNameLst>
                                      </p:cBhvr>
                                      <p:tavLst>
                                        <p:tav tm="0">
                                          <p:val>
                                            <p:fltVal val="0"/>
                                          </p:val>
                                        </p:tav>
                                        <p:tav tm="100000">
                                          <p:val>
                                            <p:strVal val="#ppt_h"/>
                                          </p:val>
                                        </p:tav>
                                      </p:tavLst>
                                    </p:anim>
                                  </p:childTnLst>
                                </p:cTn>
                              </p:par>
                            </p:childTnLst>
                          </p:cTn>
                        </p:par>
                        <p:par>
                          <p:cTn id="61" fill="hold" nodeType="afterGroup">
                            <p:stCondLst>
                              <p:cond delay="6500"/>
                            </p:stCondLst>
                            <p:childTnLst>
                              <p:par>
                                <p:cTn id="62" presetID="23" presetClass="entr" presetSubtype="16" fill="hold" grpId="0" nodeType="afterEffect">
                                  <p:stCondLst>
                                    <p:cond delay="0"/>
                                  </p:stCondLst>
                                  <p:childTnLst>
                                    <p:set>
                                      <p:cBhvr>
                                        <p:cTn id="63" dur="1" fill="hold">
                                          <p:stCondLst>
                                            <p:cond delay="0"/>
                                          </p:stCondLst>
                                        </p:cTn>
                                        <p:tgtEl>
                                          <p:spTgt spid="4"/>
                                        </p:tgtEl>
                                        <p:attrNameLst>
                                          <p:attrName>style.visibility</p:attrName>
                                        </p:attrNameLst>
                                      </p:cBhvr>
                                      <p:to>
                                        <p:strVal val="visible"/>
                                      </p:to>
                                    </p:set>
                                    <p:anim calcmode="lin" valueType="num">
                                      <p:cBhvr>
                                        <p:cTn id="64" dur="500" fill="hold"/>
                                        <p:tgtEl>
                                          <p:spTgt spid="4"/>
                                        </p:tgtEl>
                                        <p:attrNameLst>
                                          <p:attrName>ppt_w</p:attrName>
                                        </p:attrNameLst>
                                      </p:cBhvr>
                                      <p:tavLst>
                                        <p:tav tm="0">
                                          <p:val>
                                            <p:fltVal val="0"/>
                                          </p:val>
                                        </p:tav>
                                        <p:tav tm="100000">
                                          <p:val>
                                            <p:strVal val="#ppt_w"/>
                                          </p:val>
                                        </p:tav>
                                      </p:tavLst>
                                    </p:anim>
                                    <p:anim calcmode="lin" valueType="num">
                                      <p:cBhvr>
                                        <p:cTn id="65" dur="500" fill="hold"/>
                                        <p:tgtEl>
                                          <p:spTgt spid="4"/>
                                        </p:tgtEl>
                                        <p:attrNameLst>
                                          <p:attrName>ppt_h</p:attrName>
                                        </p:attrNameLst>
                                      </p:cBhvr>
                                      <p:tavLst>
                                        <p:tav tm="0">
                                          <p:val>
                                            <p:fltVal val="0"/>
                                          </p:val>
                                        </p:tav>
                                        <p:tav tm="100000">
                                          <p:val>
                                            <p:strVal val="#ppt_h"/>
                                          </p:val>
                                        </p:tav>
                                      </p:tavLst>
                                    </p:anim>
                                  </p:childTnLst>
                                </p:cTn>
                              </p:par>
                            </p:childTnLst>
                          </p:cTn>
                        </p:par>
                        <p:par>
                          <p:cTn id="66" fill="hold" nodeType="afterGroup">
                            <p:stCondLst>
                              <p:cond delay="7000"/>
                            </p:stCondLst>
                            <p:childTnLst>
                              <p:par>
                                <p:cTn id="67" presetID="23" presetClass="entr" presetSubtype="16" fill="hold" grpId="0" nodeType="afterEffect">
                                  <p:stCondLst>
                                    <p:cond delay="0"/>
                                  </p:stCondLst>
                                  <p:childTnLst>
                                    <p:set>
                                      <p:cBhvr>
                                        <p:cTn id="68" dur="1" fill="hold">
                                          <p:stCondLst>
                                            <p:cond delay="0"/>
                                          </p:stCondLst>
                                        </p:cTn>
                                        <p:tgtEl>
                                          <p:spTgt spid="5"/>
                                        </p:tgtEl>
                                        <p:attrNameLst>
                                          <p:attrName>style.visibility</p:attrName>
                                        </p:attrNameLst>
                                      </p:cBhvr>
                                      <p:to>
                                        <p:strVal val="visible"/>
                                      </p:to>
                                    </p:set>
                                    <p:anim calcmode="lin" valueType="num">
                                      <p:cBhvr>
                                        <p:cTn id="69" dur="500" fill="hold"/>
                                        <p:tgtEl>
                                          <p:spTgt spid="5"/>
                                        </p:tgtEl>
                                        <p:attrNameLst>
                                          <p:attrName>ppt_w</p:attrName>
                                        </p:attrNameLst>
                                      </p:cBhvr>
                                      <p:tavLst>
                                        <p:tav tm="0">
                                          <p:val>
                                            <p:fltVal val="0"/>
                                          </p:val>
                                        </p:tav>
                                        <p:tav tm="100000">
                                          <p:val>
                                            <p:strVal val="#ppt_w"/>
                                          </p:val>
                                        </p:tav>
                                      </p:tavLst>
                                    </p:anim>
                                    <p:anim calcmode="lin" valueType="num">
                                      <p:cBhvr>
                                        <p:cTn id="70" dur="500" fill="hold"/>
                                        <p:tgtEl>
                                          <p:spTgt spid="5"/>
                                        </p:tgtEl>
                                        <p:attrNameLst>
                                          <p:attrName>ppt_h</p:attrName>
                                        </p:attrNameLst>
                                      </p:cBhvr>
                                      <p:tavLst>
                                        <p:tav tm="0">
                                          <p:val>
                                            <p:fltVal val="0"/>
                                          </p:val>
                                        </p:tav>
                                        <p:tav tm="100000">
                                          <p:val>
                                            <p:strVal val="#ppt_h"/>
                                          </p:val>
                                        </p:tav>
                                      </p:tavLst>
                                    </p:anim>
                                  </p:childTnLst>
                                </p:cTn>
                              </p:par>
                            </p:childTnLst>
                          </p:cTn>
                        </p:par>
                        <p:par>
                          <p:cTn id="71" fill="hold" nodeType="afterGroup">
                            <p:stCondLst>
                              <p:cond delay="7500"/>
                            </p:stCondLst>
                            <p:childTnLst>
                              <p:par>
                                <p:cTn id="72" presetID="9" presetClass="entr" presetSubtype="0" fill="hold" grpId="0" nodeType="afterEffect">
                                  <p:stCondLst>
                                    <p:cond delay="0"/>
                                  </p:stCondLst>
                                  <p:childTnLst>
                                    <p:set>
                                      <p:cBhvr>
                                        <p:cTn id="73" dur="1" fill="hold">
                                          <p:stCondLst>
                                            <p:cond delay="0"/>
                                          </p:stCondLst>
                                        </p:cTn>
                                        <p:tgtEl>
                                          <p:spTgt spid="56338"/>
                                        </p:tgtEl>
                                        <p:attrNameLst>
                                          <p:attrName>style.visibility</p:attrName>
                                        </p:attrNameLst>
                                      </p:cBhvr>
                                      <p:to>
                                        <p:strVal val="visible"/>
                                      </p:to>
                                    </p:set>
                                    <p:animEffect transition="in" filter="dissolve">
                                      <p:cBhvr>
                                        <p:cTn id="74" dur="500"/>
                                        <p:tgtEl>
                                          <p:spTgt spid="56338"/>
                                        </p:tgtEl>
                                      </p:cBhvr>
                                    </p:animEffect>
                                  </p:childTnLst>
                                </p:cTn>
                              </p:par>
                            </p:childTnLst>
                          </p:cTn>
                        </p:par>
                        <p:par>
                          <p:cTn id="75" fill="hold" nodeType="afterGroup">
                            <p:stCondLst>
                              <p:cond delay="8000"/>
                            </p:stCondLst>
                            <p:childTnLst>
                              <p:par>
                                <p:cTn id="76" presetID="9" presetClass="entr" presetSubtype="0" fill="hold" grpId="0" nodeType="afterEffect">
                                  <p:stCondLst>
                                    <p:cond delay="0"/>
                                  </p:stCondLst>
                                  <p:childTnLst>
                                    <p:set>
                                      <p:cBhvr>
                                        <p:cTn id="77" dur="1" fill="hold">
                                          <p:stCondLst>
                                            <p:cond delay="0"/>
                                          </p:stCondLst>
                                        </p:cTn>
                                        <p:tgtEl>
                                          <p:spTgt spid="56339"/>
                                        </p:tgtEl>
                                        <p:attrNameLst>
                                          <p:attrName>style.visibility</p:attrName>
                                        </p:attrNameLst>
                                      </p:cBhvr>
                                      <p:to>
                                        <p:strVal val="visible"/>
                                      </p:to>
                                    </p:set>
                                    <p:animEffect transition="in" filter="dissolve">
                                      <p:cBhvr>
                                        <p:cTn id="78" dur="500"/>
                                        <p:tgtEl>
                                          <p:spTgt spid="56339"/>
                                        </p:tgtEl>
                                      </p:cBhvr>
                                    </p:animEffect>
                                  </p:childTnLst>
                                </p:cTn>
                              </p:par>
                            </p:childTnLst>
                          </p:cTn>
                        </p:par>
                        <p:par>
                          <p:cTn id="79" fill="hold" nodeType="afterGroup">
                            <p:stCondLst>
                              <p:cond delay="8500"/>
                            </p:stCondLst>
                            <p:childTnLst>
                              <p:par>
                                <p:cTn id="80" presetID="9" presetClass="entr" presetSubtype="0" fill="hold" grpId="0" nodeType="afterEffect">
                                  <p:stCondLst>
                                    <p:cond delay="0"/>
                                  </p:stCondLst>
                                  <p:childTnLst>
                                    <p:set>
                                      <p:cBhvr>
                                        <p:cTn id="81" dur="1" fill="hold">
                                          <p:stCondLst>
                                            <p:cond delay="0"/>
                                          </p:stCondLst>
                                        </p:cTn>
                                        <p:tgtEl>
                                          <p:spTgt spid="56340"/>
                                        </p:tgtEl>
                                        <p:attrNameLst>
                                          <p:attrName>style.visibility</p:attrName>
                                        </p:attrNameLst>
                                      </p:cBhvr>
                                      <p:to>
                                        <p:strVal val="visible"/>
                                      </p:to>
                                    </p:set>
                                    <p:animEffect transition="in" filter="dissolve">
                                      <p:cBhvr>
                                        <p:cTn id="82" dur="500"/>
                                        <p:tgtEl>
                                          <p:spTgt spid="56340"/>
                                        </p:tgtEl>
                                      </p:cBhvr>
                                    </p:animEffect>
                                  </p:childTnLst>
                                </p:cTn>
                              </p:par>
                            </p:childTnLst>
                          </p:cTn>
                        </p:par>
                        <p:par>
                          <p:cTn id="83" fill="hold" nodeType="afterGroup">
                            <p:stCondLst>
                              <p:cond delay="9000"/>
                            </p:stCondLst>
                            <p:childTnLst>
                              <p:par>
                                <p:cTn id="84" presetID="9" presetClass="entr" presetSubtype="0" fill="hold" grpId="0" nodeType="afterEffect">
                                  <p:stCondLst>
                                    <p:cond delay="0"/>
                                  </p:stCondLst>
                                  <p:childTnLst>
                                    <p:set>
                                      <p:cBhvr>
                                        <p:cTn id="85" dur="1" fill="hold">
                                          <p:stCondLst>
                                            <p:cond delay="0"/>
                                          </p:stCondLst>
                                        </p:cTn>
                                        <p:tgtEl>
                                          <p:spTgt spid="56341"/>
                                        </p:tgtEl>
                                        <p:attrNameLst>
                                          <p:attrName>style.visibility</p:attrName>
                                        </p:attrNameLst>
                                      </p:cBhvr>
                                      <p:to>
                                        <p:strVal val="visible"/>
                                      </p:to>
                                    </p:set>
                                    <p:animEffect transition="in" filter="dissolve">
                                      <p:cBhvr>
                                        <p:cTn id="86" dur="500"/>
                                        <p:tgtEl>
                                          <p:spTgt spid="56341"/>
                                        </p:tgtEl>
                                      </p:cBhvr>
                                    </p:animEffect>
                                  </p:childTnLst>
                                </p:cTn>
                              </p:par>
                            </p:childTnLst>
                          </p:cTn>
                        </p:par>
                        <p:par>
                          <p:cTn id="87" fill="hold" nodeType="afterGroup">
                            <p:stCondLst>
                              <p:cond delay="9500"/>
                            </p:stCondLst>
                            <p:childTnLst>
                              <p:par>
                                <p:cTn id="88" presetID="9" presetClass="entr" presetSubtype="0" fill="hold" grpId="0" nodeType="afterEffect">
                                  <p:stCondLst>
                                    <p:cond delay="0"/>
                                  </p:stCondLst>
                                  <p:childTnLst>
                                    <p:set>
                                      <p:cBhvr>
                                        <p:cTn id="89" dur="1" fill="hold">
                                          <p:stCondLst>
                                            <p:cond delay="0"/>
                                          </p:stCondLst>
                                        </p:cTn>
                                        <p:tgtEl>
                                          <p:spTgt spid="56342"/>
                                        </p:tgtEl>
                                        <p:attrNameLst>
                                          <p:attrName>style.visibility</p:attrName>
                                        </p:attrNameLst>
                                      </p:cBhvr>
                                      <p:to>
                                        <p:strVal val="visible"/>
                                      </p:to>
                                    </p:set>
                                    <p:animEffect transition="in" filter="dissolve">
                                      <p:cBhvr>
                                        <p:cTn id="90" dur="500"/>
                                        <p:tgtEl>
                                          <p:spTgt spid="56342"/>
                                        </p:tgtEl>
                                      </p:cBhvr>
                                    </p:animEffect>
                                  </p:childTnLst>
                                </p:cTn>
                              </p:par>
                            </p:childTnLst>
                          </p:cTn>
                        </p:par>
                        <p:par>
                          <p:cTn id="91" fill="hold" nodeType="afterGroup">
                            <p:stCondLst>
                              <p:cond delay="10000"/>
                            </p:stCondLst>
                            <p:childTnLst>
                              <p:par>
                                <p:cTn id="92" presetID="9" presetClass="entr" presetSubtype="0" fill="hold" grpId="0" nodeType="afterEffect">
                                  <p:stCondLst>
                                    <p:cond delay="0"/>
                                  </p:stCondLst>
                                  <p:childTnLst>
                                    <p:set>
                                      <p:cBhvr>
                                        <p:cTn id="93" dur="1" fill="hold">
                                          <p:stCondLst>
                                            <p:cond delay="0"/>
                                          </p:stCondLst>
                                        </p:cTn>
                                        <p:tgtEl>
                                          <p:spTgt spid="56343"/>
                                        </p:tgtEl>
                                        <p:attrNameLst>
                                          <p:attrName>style.visibility</p:attrName>
                                        </p:attrNameLst>
                                      </p:cBhvr>
                                      <p:to>
                                        <p:strVal val="visible"/>
                                      </p:to>
                                    </p:set>
                                    <p:animEffect transition="in" filter="dissolve">
                                      <p:cBhvr>
                                        <p:cTn id="94" dur="500"/>
                                        <p:tgtEl>
                                          <p:spTgt spid="56343"/>
                                        </p:tgtEl>
                                      </p:cBhvr>
                                    </p:animEffect>
                                  </p:childTnLst>
                                </p:cTn>
                              </p:par>
                            </p:childTnLst>
                          </p:cTn>
                        </p:par>
                        <p:par>
                          <p:cTn id="95" fill="hold" nodeType="afterGroup">
                            <p:stCondLst>
                              <p:cond delay="10500"/>
                            </p:stCondLst>
                            <p:childTnLst>
                              <p:par>
                                <p:cTn id="96" presetID="9" presetClass="entr" presetSubtype="0" fill="hold" grpId="0" nodeType="afterEffect">
                                  <p:stCondLst>
                                    <p:cond delay="0"/>
                                  </p:stCondLst>
                                  <p:childTnLst>
                                    <p:set>
                                      <p:cBhvr>
                                        <p:cTn id="97" dur="1" fill="hold">
                                          <p:stCondLst>
                                            <p:cond delay="0"/>
                                          </p:stCondLst>
                                        </p:cTn>
                                        <p:tgtEl>
                                          <p:spTgt spid="56344"/>
                                        </p:tgtEl>
                                        <p:attrNameLst>
                                          <p:attrName>style.visibility</p:attrName>
                                        </p:attrNameLst>
                                      </p:cBhvr>
                                      <p:to>
                                        <p:strVal val="visible"/>
                                      </p:to>
                                    </p:set>
                                    <p:animEffect transition="in" filter="dissolve">
                                      <p:cBhvr>
                                        <p:cTn id="98" dur="500"/>
                                        <p:tgtEl>
                                          <p:spTgt spid="56344"/>
                                        </p:tgtEl>
                                      </p:cBhvr>
                                    </p:animEffect>
                                  </p:childTnLst>
                                </p:cTn>
                              </p:par>
                            </p:childTnLst>
                          </p:cTn>
                        </p:par>
                        <p:par>
                          <p:cTn id="99" fill="hold" nodeType="afterGroup">
                            <p:stCondLst>
                              <p:cond delay="11000"/>
                            </p:stCondLst>
                            <p:childTnLst>
                              <p:par>
                                <p:cTn id="100" presetID="9" presetClass="entr" presetSubtype="0" fill="hold" grpId="0" nodeType="afterEffect">
                                  <p:stCondLst>
                                    <p:cond delay="0"/>
                                  </p:stCondLst>
                                  <p:childTnLst>
                                    <p:set>
                                      <p:cBhvr>
                                        <p:cTn id="101" dur="1" fill="hold">
                                          <p:stCondLst>
                                            <p:cond delay="0"/>
                                          </p:stCondLst>
                                        </p:cTn>
                                        <p:tgtEl>
                                          <p:spTgt spid="56345"/>
                                        </p:tgtEl>
                                        <p:attrNameLst>
                                          <p:attrName>style.visibility</p:attrName>
                                        </p:attrNameLst>
                                      </p:cBhvr>
                                      <p:to>
                                        <p:strVal val="visible"/>
                                      </p:to>
                                    </p:set>
                                    <p:animEffect transition="in" filter="dissolve">
                                      <p:cBhvr>
                                        <p:cTn id="102" dur="500"/>
                                        <p:tgtEl>
                                          <p:spTgt spid="56345"/>
                                        </p:tgtEl>
                                      </p:cBhvr>
                                    </p:animEffect>
                                  </p:childTnLst>
                                </p:cTn>
                              </p:par>
                            </p:childTnLst>
                          </p:cTn>
                        </p:par>
                        <p:par>
                          <p:cTn id="103" fill="hold" nodeType="afterGroup">
                            <p:stCondLst>
                              <p:cond delay="11500"/>
                            </p:stCondLst>
                            <p:childTnLst>
                              <p:par>
                                <p:cTn id="104" presetID="2" presetClass="entr" presetSubtype="2" fill="hold" grpId="0" nodeType="afterEffect">
                                  <p:stCondLst>
                                    <p:cond delay="0"/>
                                  </p:stCondLst>
                                  <p:childTnLst>
                                    <p:set>
                                      <p:cBhvr>
                                        <p:cTn id="105" dur="1" fill="hold">
                                          <p:stCondLst>
                                            <p:cond delay="0"/>
                                          </p:stCondLst>
                                        </p:cTn>
                                        <p:tgtEl>
                                          <p:spTgt spid="56347"/>
                                        </p:tgtEl>
                                        <p:attrNameLst>
                                          <p:attrName>style.visibility</p:attrName>
                                        </p:attrNameLst>
                                      </p:cBhvr>
                                      <p:to>
                                        <p:strVal val="visible"/>
                                      </p:to>
                                    </p:set>
                                    <p:anim calcmode="lin" valueType="num">
                                      <p:cBhvr additive="base">
                                        <p:cTn id="106" dur="500" fill="hold"/>
                                        <p:tgtEl>
                                          <p:spTgt spid="56347"/>
                                        </p:tgtEl>
                                        <p:attrNameLst>
                                          <p:attrName>ppt_x</p:attrName>
                                        </p:attrNameLst>
                                      </p:cBhvr>
                                      <p:tavLst>
                                        <p:tav tm="0">
                                          <p:val>
                                            <p:strVal val="1+#ppt_w/2"/>
                                          </p:val>
                                        </p:tav>
                                        <p:tav tm="100000">
                                          <p:val>
                                            <p:strVal val="#ppt_x"/>
                                          </p:val>
                                        </p:tav>
                                      </p:tavLst>
                                    </p:anim>
                                    <p:anim calcmode="lin" valueType="num">
                                      <p:cBhvr additive="base">
                                        <p:cTn id="107" dur="500" fill="hold"/>
                                        <p:tgtEl>
                                          <p:spTgt spid="56347"/>
                                        </p:tgtEl>
                                        <p:attrNameLst>
                                          <p:attrName>ppt_y</p:attrName>
                                        </p:attrNameLst>
                                      </p:cBhvr>
                                      <p:tavLst>
                                        <p:tav tm="0">
                                          <p:val>
                                            <p:strVal val="#ppt_y"/>
                                          </p:val>
                                        </p:tav>
                                        <p:tav tm="100000">
                                          <p:val>
                                            <p:strVal val="#ppt_y"/>
                                          </p:val>
                                        </p:tav>
                                      </p:tavLst>
                                    </p:anim>
                                  </p:childTnLst>
                                </p:cTn>
                              </p:par>
                            </p:childTnLst>
                          </p:cTn>
                        </p:par>
                        <p:par>
                          <p:cTn id="108" fill="hold" nodeType="afterGroup">
                            <p:stCondLst>
                              <p:cond delay="12000"/>
                            </p:stCondLst>
                            <p:childTnLst>
                              <p:par>
                                <p:cTn id="109" presetID="2" presetClass="entr" presetSubtype="2" fill="hold" grpId="0" nodeType="afterEffect">
                                  <p:stCondLst>
                                    <p:cond delay="0"/>
                                  </p:stCondLst>
                                  <p:childTnLst>
                                    <p:set>
                                      <p:cBhvr>
                                        <p:cTn id="110" dur="1" fill="hold">
                                          <p:stCondLst>
                                            <p:cond delay="0"/>
                                          </p:stCondLst>
                                        </p:cTn>
                                        <p:tgtEl>
                                          <p:spTgt spid="56346"/>
                                        </p:tgtEl>
                                        <p:attrNameLst>
                                          <p:attrName>style.visibility</p:attrName>
                                        </p:attrNameLst>
                                      </p:cBhvr>
                                      <p:to>
                                        <p:strVal val="visible"/>
                                      </p:to>
                                    </p:set>
                                    <p:anim calcmode="lin" valueType="num">
                                      <p:cBhvr additive="base">
                                        <p:cTn id="111" dur="500" fill="hold"/>
                                        <p:tgtEl>
                                          <p:spTgt spid="56346"/>
                                        </p:tgtEl>
                                        <p:attrNameLst>
                                          <p:attrName>ppt_x</p:attrName>
                                        </p:attrNameLst>
                                      </p:cBhvr>
                                      <p:tavLst>
                                        <p:tav tm="0">
                                          <p:val>
                                            <p:strVal val="1+#ppt_w/2"/>
                                          </p:val>
                                        </p:tav>
                                        <p:tav tm="100000">
                                          <p:val>
                                            <p:strVal val="#ppt_x"/>
                                          </p:val>
                                        </p:tav>
                                      </p:tavLst>
                                    </p:anim>
                                    <p:anim calcmode="lin" valueType="num">
                                      <p:cBhvr additive="base">
                                        <p:cTn id="112" dur="500" fill="hold"/>
                                        <p:tgtEl>
                                          <p:spTgt spid="563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3" grpId="0" autoUpdateAnimBg="0"/>
      <p:bldP spid="56324" grpId="0" autoUpdateAnimBg="0"/>
      <p:bldP spid="56325" grpId="0" autoUpdateAnimBg="0"/>
      <p:bldGraphic spid="2" grpId="0">
        <p:bldAsOne/>
      </p:bldGraphic>
      <p:bldP spid="56328" grpId="0" autoUpdateAnimBg="0"/>
      <p:bldGraphic spid="3" grpId="0">
        <p:bldAsOne/>
      </p:bldGraphic>
      <p:bldP spid="56331" grpId="0" autoUpdateAnimBg="0"/>
      <p:bldGraphic spid="4" grpId="0">
        <p:bldAsOne/>
      </p:bldGraphic>
      <p:bldP spid="56334" grpId="0" autoUpdateAnimBg="0"/>
      <p:bldGraphic spid="5" grpId="0">
        <p:bldAsOne/>
      </p:bldGraphic>
      <p:bldP spid="56337" grpId="0" autoUpdateAnimBg="0"/>
      <p:bldP spid="56338" grpId="0" autoUpdateAnimBg="0"/>
      <p:bldP spid="56339" grpId="0" autoUpdateAnimBg="0"/>
      <p:bldP spid="56340" grpId="0" autoUpdateAnimBg="0"/>
      <p:bldP spid="56341" grpId="0" autoUpdateAnimBg="0"/>
      <p:bldP spid="56342" grpId="0" autoUpdateAnimBg="0"/>
      <p:bldP spid="56343" grpId="0" autoUpdateAnimBg="0"/>
      <p:bldP spid="56344" grpId="0" autoUpdateAnimBg="0"/>
      <p:bldP spid="56345" grpId="0" autoUpdateAnimBg="0"/>
      <p:bldP spid="56346" grpId="0" autoUpdateAnimBg="0"/>
      <p:bldP spid="56347"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7346"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734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6044DFA7-8AF6-4933-A97D-F0034E2D9C3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54</a:t>
            </a:fld>
            <a:endParaRPr lang="es-ES" altLang="en-US"/>
          </a:p>
        </p:txBody>
      </p:sp>
      <p:sp>
        <p:nvSpPr>
          <p:cNvPr id="57348"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lumMod val="95000"/>
                  </a:schemeClr>
                </a:solidFill>
                <a:latin typeface="Lato" charset="0"/>
                <a:ea typeface="ＭＳ Ｐゴシック" charset="0"/>
                <a:cs typeface="Lato" charset="0"/>
                <a:sym typeface="Lato" charset="0"/>
              </a:rPr>
              <a:t>Circle</a:t>
            </a:r>
            <a:r>
              <a:rPr lang="es-ES" b="1" dirty="0">
                <a:solidFill>
                  <a:schemeClr val="bg1">
                    <a:lumMod val="95000"/>
                  </a:schemeClr>
                </a:solidFill>
                <a:latin typeface="Lato" charset="0"/>
                <a:ea typeface="ＭＳ Ｐゴシック" charset="0"/>
                <a:cs typeface="Lato" charset="0"/>
                <a:sym typeface="Lato" charset="0"/>
              </a:rPr>
              <a:t> </a:t>
            </a:r>
            <a:r>
              <a:rPr lang="es-ES" b="1" dirty="0" err="1">
                <a:solidFill>
                  <a:schemeClr val="bg1">
                    <a:lumMod val="95000"/>
                  </a:schemeClr>
                </a:solidFill>
                <a:latin typeface="Lato" charset="0"/>
                <a:ea typeface="ＭＳ Ｐゴシック" charset="0"/>
                <a:cs typeface="Lato" charset="0"/>
                <a:sym typeface="Lato" charset="0"/>
              </a:rPr>
              <a:t>Mix</a:t>
            </a:r>
            <a:r>
              <a:rPr lang="es-ES" b="1" dirty="0">
                <a:solidFill>
                  <a:schemeClr val="bg1">
                    <a:lumMod val="95000"/>
                  </a:schemeClr>
                </a:solidFill>
                <a:latin typeface="Lato" charset="0"/>
                <a:ea typeface="ＭＳ Ｐゴシック" charset="0"/>
                <a:cs typeface="Lato" charset="0"/>
                <a:sym typeface="Lato" charset="0"/>
              </a:rPr>
              <a:t> Chart</a:t>
            </a:r>
            <a:endParaRPr lang="es-ES" dirty="0">
              <a:solidFill>
                <a:schemeClr val="bg1">
                  <a:lumMod val="95000"/>
                </a:schemeClr>
              </a:solidFill>
              <a:ea typeface="ＭＳ Ｐゴシック" charset="0"/>
            </a:endParaRPr>
          </a:p>
        </p:txBody>
      </p:sp>
      <p:sp>
        <p:nvSpPr>
          <p:cNvPr id="57349"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7350" name="AutoShape 6"/>
          <p:cNvSpPr>
            <a:spLocks/>
          </p:cNvSpPr>
          <p:nvPr/>
        </p:nvSpPr>
        <p:spPr bwMode="auto">
          <a:xfrm>
            <a:off x="17259300" y="5054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7351" name="AutoShape 7"/>
          <p:cNvSpPr>
            <a:spLocks/>
          </p:cNvSpPr>
          <p:nvPr/>
        </p:nvSpPr>
        <p:spPr bwMode="auto">
          <a:xfrm>
            <a:off x="17259300" y="6610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7352" name="AutoShape 8"/>
          <p:cNvSpPr>
            <a:spLocks/>
          </p:cNvSpPr>
          <p:nvPr/>
        </p:nvSpPr>
        <p:spPr bwMode="auto">
          <a:xfrm>
            <a:off x="17310100" y="8305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7353" name="AutoShape 9"/>
          <p:cNvSpPr>
            <a:spLocks/>
          </p:cNvSpPr>
          <p:nvPr/>
        </p:nvSpPr>
        <p:spPr bwMode="auto">
          <a:xfrm>
            <a:off x="17284700" y="7164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7354" name="AutoShape 10"/>
          <p:cNvSpPr>
            <a:spLocks/>
          </p:cNvSpPr>
          <p:nvPr/>
        </p:nvSpPr>
        <p:spPr bwMode="auto">
          <a:xfrm>
            <a:off x="17272000" y="5445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7355" name="AutoShape 11"/>
          <p:cNvSpPr>
            <a:spLocks/>
          </p:cNvSpPr>
          <p:nvPr/>
        </p:nvSpPr>
        <p:spPr bwMode="auto">
          <a:xfrm>
            <a:off x="17335500" y="8769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7356" name="AutoShape 12"/>
          <p:cNvSpPr>
            <a:spLocks/>
          </p:cNvSpPr>
          <p:nvPr/>
        </p:nvSpPr>
        <p:spPr bwMode="auto">
          <a:xfrm>
            <a:off x="17310100" y="10045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7357" name="AutoShape 13"/>
          <p:cNvSpPr>
            <a:spLocks/>
          </p:cNvSpPr>
          <p:nvPr/>
        </p:nvSpPr>
        <p:spPr bwMode="auto">
          <a:xfrm>
            <a:off x="17335500" y="10509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graphicFrame>
        <p:nvGraphicFramePr>
          <p:cNvPr id="57358" name="Object 14"/>
          <p:cNvGraphicFramePr>
            <a:graphicFrameLocks noChangeAspect="1"/>
          </p:cNvGraphicFramePr>
          <p:nvPr>
            <p:extLst>
              <p:ext uri="{D42A27DB-BD31-4B8C-83A1-F6EECF244321}">
                <p14:modId xmlns:p14="http://schemas.microsoft.com/office/powerpoint/2010/main" val="1393177625"/>
              </p:ext>
            </p:extLst>
          </p:nvPr>
        </p:nvGraphicFramePr>
        <p:xfrm>
          <a:off x="1447800" y="3878263"/>
          <a:ext cx="15708313" cy="8636000"/>
        </p:xfrm>
        <a:graphic>
          <a:graphicData uri="http://schemas.openxmlformats.org/presentationml/2006/ole">
            <mc:AlternateContent xmlns:mc="http://schemas.openxmlformats.org/markup-compatibility/2006">
              <mc:Choice xmlns:v="urn:schemas-microsoft-com:vml" Requires="v">
                <p:oleObj spid="_x0000_s57367" name="Chart" r:id="rId3" imgW="11791938" imgH="6477123" progId="MSGraph.Chart.8">
                  <p:embed/>
                </p:oleObj>
              </mc:Choice>
              <mc:Fallback>
                <p:oleObj name="Chart" r:id="rId3" imgW="11791938" imgH="6477123" progId="MSGraph.Chart.8">
                  <p:embed/>
                  <p:pic>
                    <p:nvPicPr>
                      <p:cNvPr id="0" name="Object 14"/>
                      <p:cNvPicPr>
                        <a:picLocks noChangeAspect="1" noChangeArrowheads="1"/>
                      </p:cNvPicPr>
                      <p:nvPr/>
                    </p:nvPicPr>
                    <p:blipFill>
                      <a:blip r:embed="rId4"/>
                      <a:srcRect/>
                      <a:stretch>
                        <a:fillRect/>
                      </a:stretch>
                    </p:blipFill>
                    <p:spPr bwMode="auto">
                      <a:xfrm>
                        <a:off x="1447800" y="3878263"/>
                        <a:ext cx="15708313" cy="8636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7346"/>
                                        </p:tgtEl>
                                        <p:attrNameLst>
                                          <p:attrName>style.visibility</p:attrName>
                                        </p:attrNameLst>
                                      </p:cBhvr>
                                      <p:to>
                                        <p:strVal val="visible"/>
                                      </p:to>
                                    </p:set>
                                    <p:anim calcmode="lin" valueType="num">
                                      <p:cBhvr additive="base">
                                        <p:cTn id="7" dur="500" fill="hold"/>
                                        <p:tgtEl>
                                          <p:spTgt spid="57346"/>
                                        </p:tgtEl>
                                        <p:attrNameLst>
                                          <p:attrName>ppt_x</p:attrName>
                                        </p:attrNameLst>
                                      </p:cBhvr>
                                      <p:tavLst>
                                        <p:tav tm="0">
                                          <p:val>
                                            <p:strVal val="1+#ppt_w/2"/>
                                          </p:val>
                                        </p:tav>
                                        <p:tav tm="100000">
                                          <p:val>
                                            <p:strVal val="#ppt_x"/>
                                          </p:val>
                                        </p:tav>
                                      </p:tavLst>
                                    </p:anim>
                                    <p:anim calcmode="lin" valueType="num">
                                      <p:cBhvr additive="base">
                                        <p:cTn id="8" dur="500" fill="hold"/>
                                        <p:tgtEl>
                                          <p:spTgt spid="5734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7348"/>
                                        </p:tgtEl>
                                        <p:attrNameLst>
                                          <p:attrName>style.visibility</p:attrName>
                                        </p:attrNameLst>
                                      </p:cBhvr>
                                      <p:to>
                                        <p:strVal val="visible"/>
                                      </p:to>
                                    </p:set>
                                    <p:anim calcmode="lin" valueType="num">
                                      <p:cBhvr additive="base">
                                        <p:cTn id="12" dur="500" fill="hold"/>
                                        <p:tgtEl>
                                          <p:spTgt spid="57348"/>
                                        </p:tgtEl>
                                        <p:attrNameLst>
                                          <p:attrName>ppt_x</p:attrName>
                                        </p:attrNameLst>
                                      </p:cBhvr>
                                      <p:tavLst>
                                        <p:tav tm="0">
                                          <p:val>
                                            <p:strVal val="1+#ppt_w/2"/>
                                          </p:val>
                                        </p:tav>
                                        <p:tav tm="100000">
                                          <p:val>
                                            <p:strVal val="#ppt_x"/>
                                          </p:val>
                                        </p:tav>
                                      </p:tavLst>
                                    </p:anim>
                                    <p:anim calcmode="lin" valueType="num">
                                      <p:cBhvr additive="base">
                                        <p:cTn id="13" dur="500" fill="hold"/>
                                        <p:tgtEl>
                                          <p:spTgt spid="57348"/>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7349"/>
                                        </p:tgtEl>
                                        <p:attrNameLst>
                                          <p:attrName>style.visibility</p:attrName>
                                        </p:attrNameLst>
                                      </p:cBhvr>
                                      <p:to>
                                        <p:strVal val="visible"/>
                                      </p:to>
                                    </p:set>
                                    <p:anim calcmode="lin" valueType="num">
                                      <p:cBhvr additive="base">
                                        <p:cTn id="17" dur="500" fill="hold"/>
                                        <p:tgtEl>
                                          <p:spTgt spid="57349"/>
                                        </p:tgtEl>
                                        <p:attrNameLst>
                                          <p:attrName>ppt_x</p:attrName>
                                        </p:attrNameLst>
                                      </p:cBhvr>
                                      <p:tavLst>
                                        <p:tav tm="0">
                                          <p:val>
                                            <p:strVal val="1+#ppt_w/2"/>
                                          </p:val>
                                        </p:tav>
                                        <p:tav tm="100000">
                                          <p:val>
                                            <p:strVal val="#ppt_x"/>
                                          </p:val>
                                        </p:tav>
                                      </p:tavLst>
                                    </p:anim>
                                    <p:anim calcmode="lin" valueType="num">
                                      <p:cBhvr additive="base">
                                        <p:cTn id="18" dur="500" fill="hold"/>
                                        <p:tgtEl>
                                          <p:spTgt spid="57349"/>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7350"/>
                                        </p:tgtEl>
                                        <p:attrNameLst>
                                          <p:attrName>style.visibility</p:attrName>
                                        </p:attrNameLst>
                                      </p:cBhvr>
                                      <p:to>
                                        <p:strVal val="visible"/>
                                      </p:to>
                                    </p:set>
                                    <p:animEffect transition="in" filter="dissolve">
                                      <p:cBhvr>
                                        <p:cTn id="22" dur="500"/>
                                        <p:tgtEl>
                                          <p:spTgt spid="5735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7351"/>
                                        </p:tgtEl>
                                        <p:attrNameLst>
                                          <p:attrName>style.visibility</p:attrName>
                                        </p:attrNameLst>
                                      </p:cBhvr>
                                      <p:to>
                                        <p:strVal val="visible"/>
                                      </p:to>
                                    </p:set>
                                    <p:animEffect transition="in" filter="dissolve">
                                      <p:cBhvr>
                                        <p:cTn id="26" dur="500"/>
                                        <p:tgtEl>
                                          <p:spTgt spid="5735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57352"/>
                                        </p:tgtEl>
                                        <p:attrNameLst>
                                          <p:attrName>style.visibility</p:attrName>
                                        </p:attrNameLst>
                                      </p:cBhvr>
                                      <p:to>
                                        <p:strVal val="visible"/>
                                      </p:to>
                                    </p:set>
                                    <p:animEffect transition="in" filter="dissolve">
                                      <p:cBhvr>
                                        <p:cTn id="30" dur="500"/>
                                        <p:tgtEl>
                                          <p:spTgt spid="5735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7353"/>
                                        </p:tgtEl>
                                        <p:attrNameLst>
                                          <p:attrName>style.visibility</p:attrName>
                                        </p:attrNameLst>
                                      </p:cBhvr>
                                      <p:to>
                                        <p:strVal val="visible"/>
                                      </p:to>
                                    </p:set>
                                    <p:animEffect transition="in" filter="dissolve">
                                      <p:cBhvr>
                                        <p:cTn id="34" dur="500"/>
                                        <p:tgtEl>
                                          <p:spTgt spid="57353"/>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57354"/>
                                        </p:tgtEl>
                                        <p:attrNameLst>
                                          <p:attrName>style.visibility</p:attrName>
                                        </p:attrNameLst>
                                      </p:cBhvr>
                                      <p:to>
                                        <p:strVal val="visible"/>
                                      </p:to>
                                    </p:set>
                                    <p:animEffect transition="in" filter="dissolve">
                                      <p:cBhvr>
                                        <p:cTn id="38" dur="500"/>
                                        <p:tgtEl>
                                          <p:spTgt spid="57354"/>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57355"/>
                                        </p:tgtEl>
                                        <p:attrNameLst>
                                          <p:attrName>style.visibility</p:attrName>
                                        </p:attrNameLst>
                                      </p:cBhvr>
                                      <p:to>
                                        <p:strVal val="visible"/>
                                      </p:to>
                                    </p:set>
                                    <p:animEffect transition="in" filter="dissolve">
                                      <p:cBhvr>
                                        <p:cTn id="42" dur="500"/>
                                        <p:tgtEl>
                                          <p:spTgt spid="57355"/>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57356"/>
                                        </p:tgtEl>
                                        <p:attrNameLst>
                                          <p:attrName>style.visibility</p:attrName>
                                        </p:attrNameLst>
                                      </p:cBhvr>
                                      <p:to>
                                        <p:strVal val="visible"/>
                                      </p:to>
                                    </p:set>
                                    <p:animEffect transition="in" filter="dissolve">
                                      <p:cBhvr>
                                        <p:cTn id="46" dur="500"/>
                                        <p:tgtEl>
                                          <p:spTgt spid="5735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57357"/>
                                        </p:tgtEl>
                                        <p:attrNameLst>
                                          <p:attrName>style.visibility</p:attrName>
                                        </p:attrNameLst>
                                      </p:cBhvr>
                                      <p:to>
                                        <p:strVal val="visible"/>
                                      </p:to>
                                    </p:set>
                                    <p:animEffect transition="in" filter="dissolve">
                                      <p:cBhvr>
                                        <p:cTn id="50" dur="500"/>
                                        <p:tgtEl>
                                          <p:spTgt spid="57357"/>
                                        </p:tgtEl>
                                      </p:cBhvr>
                                    </p:animEffect>
                                  </p:childTnLst>
                                </p:cTn>
                              </p:par>
                            </p:childTnLst>
                          </p:cTn>
                        </p:par>
                        <p:par>
                          <p:cTn id="51" fill="hold" nodeType="afterGroup">
                            <p:stCondLst>
                              <p:cond delay="5500"/>
                            </p:stCondLst>
                            <p:childTnLst>
                              <p:par>
                                <p:cTn id="52" presetID="2" presetClass="entr" presetSubtype="4" fill="hold" grpId="0" nodeType="afterEffect">
                                  <p:stCondLst>
                                    <p:cond delay="0"/>
                                  </p:stCondLst>
                                  <p:childTnLst>
                                    <p:set>
                                      <p:cBhvr>
                                        <p:cTn id="53" dur="1" fill="hold">
                                          <p:stCondLst>
                                            <p:cond delay="0"/>
                                          </p:stCondLst>
                                        </p:cTn>
                                        <p:tgtEl>
                                          <p:spTgt spid="57358"/>
                                        </p:tgtEl>
                                        <p:attrNameLst>
                                          <p:attrName>style.visibility</p:attrName>
                                        </p:attrNameLst>
                                      </p:cBhvr>
                                      <p:to>
                                        <p:strVal val="visible"/>
                                      </p:to>
                                    </p:set>
                                    <p:anim calcmode="lin" valueType="num">
                                      <p:cBhvr additive="base">
                                        <p:cTn id="54" dur="500" fill="hold"/>
                                        <p:tgtEl>
                                          <p:spTgt spid="57358"/>
                                        </p:tgtEl>
                                        <p:attrNameLst>
                                          <p:attrName>ppt_x</p:attrName>
                                        </p:attrNameLst>
                                      </p:cBhvr>
                                      <p:tavLst>
                                        <p:tav tm="0">
                                          <p:val>
                                            <p:strVal val="#ppt_x"/>
                                          </p:val>
                                        </p:tav>
                                        <p:tav tm="100000">
                                          <p:val>
                                            <p:strVal val="#ppt_x"/>
                                          </p:val>
                                        </p:tav>
                                      </p:tavLst>
                                    </p:anim>
                                    <p:anim calcmode="lin" valueType="num">
                                      <p:cBhvr additive="base">
                                        <p:cTn id="55" dur="500" fill="hold"/>
                                        <p:tgtEl>
                                          <p:spTgt spid="573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6" grpId="0" autoUpdateAnimBg="0"/>
      <p:bldP spid="57348" grpId="0" autoUpdateAnimBg="0"/>
      <p:bldP spid="57349" grpId="0" autoUpdateAnimBg="0"/>
      <p:bldP spid="57350" grpId="0" autoUpdateAnimBg="0"/>
      <p:bldP spid="57351" grpId="0" autoUpdateAnimBg="0"/>
      <p:bldP spid="57352" grpId="0" autoUpdateAnimBg="0"/>
      <p:bldP spid="57353" grpId="0" autoUpdateAnimBg="0"/>
      <p:bldP spid="57354" grpId="0" autoUpdateAnimBg="0"/>
      <p:bldP spid="57355" grpId="0" autoUpdateAnimBg="0"/>
      <p:bldP spid="57356" grpId="0" autoUpdateAnimBg="0"/>
      <p:bldP spid="57357" grpId="0" autoUpdateAnimBg="0"/>
      <p:bldOleChart spid="57358"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8370"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ACBCC4DE-9853-4A8E-BEFC-63439B8D141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55</a:t>
            </a:fld>
            <a:endParaRPr lang="es-ES" altLang="en-US"/>
          </a:p>
        </p:txBody>
      </p:sp>
      <p:sp>
        <p:nvSpPr>
          <p:cNvPr id="58371"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Modern Light Chart </a:t>
            </a:r>
            <a:r>
              <a:rPr lang="es-ES" b="1" dirty="0" err="1">
                <a:solidFill>
                  <a:schemeClr val="bg1">
                    <a:lumMod val="95000"/>
                  </a:schemeClr>
                </a:solidFill>
                <a:latin typeface="Lato" charset="0"/>
                <a:ea typeface="ＭＳ Ｐゴシック" charset="0"/>
                <a:cs typeface="Lato" charset="0"/>
                <a:sym typeface="Lato" charset="0"/>
              </a:rPr>
              <a:t>Percent</a:t>
            </a:r>
            <a:endParaRPr lang="es-ES" dirty="0">
              <a:solidFill>
                <a:schemeClr val="bg1">
                  <a:lumMod val="95000"/>
                </a:schemeClr>
              </a:solidFill>
              <a:ea typeface="ＭＳ Ｐゴシック" charset="0"/>
            </a:endParaRPr>
          </a:p>
        </p:txBody>
      </p:sp>
      <p:sp>
        <p:nvSpPr>
          <p:cNvPr id="58372" name="AutoShape 4"/>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8373" name="AutoShape 5"/>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aphicFrame>
        <p:nvGraphicFramePr>
          <p:cNvPr id="2" name="Object 6"/>
          <p:cNvGraphicFramePr>
            <a:graphicFrameLocks noChangeAspect="1"/>
          </p:cNvGraphicFramePr>
          <p:nvPr>
            <p:extLst>
              <p:ext uri="{D42A27DB-BD31-4B8C-83A1-F6EECF244321}">
                <p14:modId xmlns:p14="http://schemas.microsoft.com/office/powerpoint/2010/main" val="1379608526"/>
              </p:ext>
            </p:extLst>
          </p:nvPr>
        </p:nvGraphicFramePr>
        <p:xfrm>
          <a:off x="2066925" y="3632200"/>
          <a:ext cx="5016500" cy="5016500"/>
        </p:xfrm>
        <a:graphic>
          <a:graphicData uri="http://schemas.openxmlformats.org/drawingml/2006/chart">
            <c:chart xmlns:c="http://schemas.openxmlformats.org/drawingml/2006/chart" xmlns:r="http://schemas.openxmlformats.org/officeDocument/2006/relationships" r:id="rId2"/>
          </a:graphicData>
        </a:graphic>
      </p:graphicFrame>
      <p:sp>
        <p:nvSpPr>
          <p:cNvPr id="58375" name="AutoShape 7"/>
          <p:cNvSpPr>
            <a:spLocks/>
          </p:cNvSpPr>
          <p:nvPr/>
        </p:nvSpPr>
        <p:spPr bwMode="auto">
          <a:xfrm>
            <a:off x="3003550" y="4560888"/>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3" y="20638"/>
                  <a:pt x="2881" y="16796"/>
                </a:cubicBezTo>
                <a:cubicBezTo>
                  <a:pt x="-961" y="12953"/>
                  <a:pt x="-961" y="6724"/>
                  <a:pt x="2881" y="2881"/>
                </a:cubicBezTo>
                <a:cubicBezTo>
                  <a:pt x="6723" y="-961"/>
                  <a:pt x="12953" y="-961"/>
                  <a:pt x="16796" y="2881"/>
                </a:cubicBezTo>
              </a:path>
            </a:pathLst>
          </a:custGeom>
          <a:solidFill>
            <a:schemeClr val="bg1">
              <a:lumMod val="95000"/>
            </a:schemeClr>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58376" name="AutoShape 8"/>
          <p:cNvSpPr>
            <a:spLocks/>
          </p:cNvSpPr>
          <p:nvPr/>
        </p:nvSpPr>
        <p:spPr bwMode="auto">
          <a:xfrm>
            <a:off x="3044825"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20%</a:t>
            </a:r>
            <a:endParaRPr lang="es-ES">
              <a:ea typeface="ＭＳ Ｐゴシック" charset="0"/>
            </a:endParaRPr>
          </a:p>
        </p:txBody>
      </p:sp>
      <p:graphicFrame>
        <p:nvGraphicFramePr>
          <p:cNvPr id="3" name="Object 9"/>
          <p:cNvGraphicFramePr>
            <a:graphicFrameLocks noChangeAspect="1"/>
          </p:cNvGraphicFramePr>
          <p:nvPr>
            <p:extLst>
              <p:ext uri="{D42A27DB-BD31-4B8C-83A1-F6EECF244321}">
                <p14:modId xmlns:p14="http://schemas.microsoft.com/office/powerpoint/2010/main" val="3715188705"/>
              </p:ext>
            </p:extLst>
          </p:nvPr>
        </p:nvGraphicFramePr>
        <p:xfrm>
          <a:off x="7181850" y="3632200"/>
          <a:ext cx="5016500" cy="5016500"/>
        </p:xfrm>
        <a:graphic>
          <a:graphicData uri="http://schemas.openxmlformats.org/drawingml/2006/chart">
            <c:chart xmlns:c="http://schemas.openxmlformats.org/drawingml/2006/chart" xmlns:r="http://schemas.openxmlformats.org/officeDocument/2006/relationships" r:id="rId3"/>
          </a:graphicData>
        </a:graphic>
      </p:graphicFrame>
      <p:sp>
        <p:nvSpPr>
          <p:cNvPr id="58378" name="AutoShape 10"/>
          <p:cNvSpPr>
            <a:spLocks/>
          </p:cNvSpPr>
          <p:nvPr/>
        </p:nvSpPr>
        <p:spPr bwMode="auto">
          <a:xfrm>
            <a:off x="8105775" y="4575175"/>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1">
              <a:lumMod val="95000"/>
            </a:schemeClr>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58379" name="AutoShape 11"/>
          <p:cNvSpPr>
            <a:spLocks/>
          </p:cNvSpPr>
          <p:nvPr/>
        </p:nvSpPr>
        <p:spPr bwMode="auto">
          <a:xfrm>
            <a:off x="8221663"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50%</a:t>
            </a:r>
            <a:endParaRPr lang="es-ES">
              <a:ea typeface="ＭＳ Ｐゴシック" charset="0"/>
            </a:endParaRPr>
          </a:p>
        </p:txBody>
      </p:sp>
      <p:graphicFrame>
        <p:nvGraphicFramePr>
          <p:cNvPr id="4" name="Object 12"/>
          <p:cNvGraphicFramePr>
            <a:graphicFrameLocks noChangeAspect="1"/>
          </p:cNvGraphicFramePr>
          <p:nvPr>
            <p:extLst>
              <p:ext uri="{D42A27DB-BD31-4B8C-83A1-F6EECF244321}">
                <p14:modId xmlns:p14="http://schemas.microsoft.com/office/powerpoint/2010/main" val="3123631063"/>
              </p:ext>
            </p:extLst>
          </p:nvPr>
        </p:nvGraphicFramePr>
        <p:xfrm>
          <a:off x="12549188" y="3632200"/>
          <a:ext cx="5016500" cy="5016500"/>
        </p:xfrm>
        <a:graphic>
          <a:graphicData uri="http://schemas.openxmlformats.org/drawingml/2006/chart">
            <c:chart xmlns:c="http://schemas.openxmlformats.org/drawingml/2006/chart" xmlns:r="http://schemas.openxmlformats.org/officeDocument/2006/relationships" r:id="rId4"/>
          </a:graphicData>
        </a:graphic>
      </p:graphicFrame>
      <p:sp>
        <p:nvSpPr>
          <p:cNvPr id="58381" name="AutoShape 13"/>
          <p:cNvSpPr>
            <a:spLocks/>
          </p:cNvSpPr>
          <p:nvPr/>
        </p:nvSpPr>
        <p:spPr bwMode="auto">
          <a:xfrm>
            <a:off x="13485813" y="4575175"/>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1">
              <a:lumMod val="95000"/>
            </a:schemeClr>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58382" name="AutoShape 14"/>
          <p:cNvSpPr>
            <a:spLocks/>
          </p:cNvSpPr>
          <p:nvPr/>
        </p:nvSpPr>
        <p:spPr bwMode="auto">
          <a:xfrm>
            <a:off x="13527088" y="5303838"/>
            <a:ext cx="3084512"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70%</a:t>
            </a:r>
            <a:endParaRPr lang="es-ES">
              <a:ea typeface="ＭＳ Ｐゴシック" charset="0"/>
            </a:endParaRPr>
          </a:p>
        </p:txBody>
      </p:sp>
      <p:graphicFrame>
        <p:nvGraphicFramePr>
          <p:cNvPr id="5" name="Object 15"/>
          <p:cNvGraphicFramePr>
            <a:graphicFrameLocks noChangeAspect="1"/>
          </p:cNvGraphicFramePr>
          <p:nvPr>
            <p:extLst>
              <p:ext uri="{D42A27DB-BD31-4B8C-83A1-F6EECF244321}">
                <p14:modId xmlns:p14="http://schemas.microsoft.com/office/powerpoint/2010/main" val="3961027411"/>
              </p:ext>
            </p:extLst>
          </p:nvPr>
        </p:nvGraphicFramePr>
        <p:xfrm>
          <a:off x="17475200" y="3632200"/>
          <a:ext cx="5016500" cy="5016500"/>
        </p:xfrm>
        <a:graphic>
          <a:graphicData uri="http://schemas.openxmlformats.org/drawingml/2006/chart">
            <c:chart xmlns:c="http://schemas.openxmlformats.org/drawingml/2006/chart" xmlns:r="http://schemas.openxmlformats.org/officeDocument/2006/relationships" r:id="rId5"/>
          </a:graphicData>
        </a:graphic>
      </p:graphicFrame>
      <p:sp>
        <p:nvSpPr>
          <p:cNvPr id="58384" name="AutoShape 16"/>
          <p:cNvSpPr>
            <a:spLocks/>
          </p:cNvSpPr>
          <p:nvPr/>
        </p:nvSpPr>
        <p:spPr bwMode="auto">
          <a:xfrm>
            <a:off x="18399125" y="4537075"/>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1">
              <a:lumMod val="95000"/>
            </a:schemeClr>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58385" name="AutoShape 17"/>
          <p:cNvSpPr>
            <a:spLocks/>
          </p:cNvSpPr>
          <p:nvPr/>
        </p:nvSpPr>
        <p:spPr bwMode="auto">
          <a:xfrm>
            <a:off x="18478500" y="5303838"/>
            <a:ext cx="3084513"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30%</a:t>
            </a:r>
            <a:endParaRPr lang="es-ES">
              <a:ea typeface="ＭＳ Ｐゴシック" charset="0"/>
            </a:endParaRPr>
          </a:p>
        </p:txBody>
      </p:sp>
      <p:sp>
        <p:nvSpPr>
          <p:cNvPr id="58386" name="AutoShape 18"/>
          <p:cNvSpPr>
            <a:spLocks/>
          </p:cNvSpPr>
          <p:nvPr/>
        </p:nvSpPr>
        <p:spPr bwMode="auto">
          <a:xfrm>
            <a:off x="28321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87" name="AutoShape 19"/>
          <p:cNvSpPr>
            <a:spLocks/>
          </p:cNvSpPr>
          <p:nvPr/>
        </p:nvSpPr>
        <p:spPr bwMode="auto">
          <a:xfrm>
            <a:off x="23114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88" name="AutoShape 20"/>
          <p:cNvSpPr>
            <a:spLocks/>
          </p:cNvSpPr>
          <p:nvPr/>
        </p:nvSpPr>
        <p:spPr bwMode="auto">
          <a:xfrm>
            <a:off x="178308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89" name="AutoShape 21"/>
          <p:cNvSpPr>
            <a:spLocks/>
          </p:cNvSpPr>
          <p:nvPr/>
        </p:nvSpPr>
        <p:spPr bwMode="auto">
          <a:xfrm>
            <a:off x="73914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90" name="AutoShape 22"/>
          <p:cNvSpPr>
            <a:spLocks/>
          </p:cNvSpPr>
          <p:nvPr/>
        </p:nvSpPr>
        <p:spPr bwMode="auto">
          <a:xfrm>
            <a:off x="128270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91" name="AutoShape 23"/>
          <p:cNvSpPr>
            <a:spLocks/>
          </p:cNvSpPr>
          <p:nvPr/>
        </p:nvSpPr>
        <p:spPr bwMode="auto">
          <a:xfrm>
            <a:off x="78486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92" name="AutoShape 24"/>
          <p:cNvSpPr>
            <a:spLocks/>
          </p:cNvSpPr>
          <p:nvPr/>
        </p:nvSpPr>
        <p:spPr bwMode="auto">
          <a:xfrm>
            <a:off x="133858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93" name="AutoShape 25"/>
          <p:cNvSpPr>
            <a:spLocks/>
          </p:cNvSpPr>
          <p:nvPr/>
        </p:nvSpPr>
        <p:spPr bwMode="auto">
          <a:xfrm>
            <a:off x="183896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94" name="AutoShape 26"/>
          <p:cNvSpPr>
            <a:spLocks/>
          </p:cNvSpPr>
          <p:nvPr/>
        </p:nvSpPr>
        <p:spPr bwMode="auto">
          <a:xfrm>
            <a:off x="2247900" y="11903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8395" name="AutoShape 27"/>
          <p:cNvSpPr>
            <a:spLocks/>
          </p:cNvSpPr>
          <p:nvPr/>
        </p:nvSpPr>
        <p:spPr bwMode="auto">
          <a:xfrm>
            <a:off x="9372600" y="11353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8371"/>
                                        </p:tgtEl>
                                        <p:attrNameLst>
                                          <p:attrName>style.visibility</p:attrName>
                                        </p:attrNameLst>
                                      </p:cBhvr>
                                      <p:to>
                                        <p:strVal val="visible"/>
                                      </p:to>
                                    </p:set>
                                    <p:anim calcmode="lin" valueType="num">
                                      <p:cBhvr additive="base">
                                        <p:cTn id="7" dur="500" fill="hold"/>
                                        <p:tgtEl>
                                          <p:spTgt spid="58371"/>
                                        </p:tgtEl>
                                        <p:attrNameLst>
                                          <p:attrName>ppt_x</p:attrName>
                                        </p:attrNameLst>
                                      </p:cBhvr>
                                      <p:tavLst>
                                        <p:tav tm="0">
                                          <p:val>
                                            <p:strVal val="1+#ppt_w/2"/>
                                          </p:val>
                                        </p:tav>
                                        <p:tav tm="100000">
                                          <p:val>
                                            <p:strVal val="#ppt_x"/>
                                          </p:val>
                                        </p:tav>
                                      </p:tavLst>
                                    </p:anim>
                                    <p:anim calcmode="lin" valueType="num">
                                      <p:cBhvr additive="base">
                                        <p:cTn id="8" dur="500" fill="hold"/>
                                        <p:tgtEl>
                                          <p:spTgt spid="58371"/>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8372"/>
                                        </p:tgtEl>
                                        <p:attrNameLst>
                                          <p:attrName>style.visibility</p:attrName>
                                        </p:attrNameLst>
                                      </p:cBhvr>
                                      <p:to>
                                        <p:strVal val="visible"/>
                                      </p:to>
                                    </p:set>
                                    <p:anim calcmode="lin" valueType="num">
                                      <p:cBhvr additive="base">
                                        <p:cTn id="12" dur="500" fill="hold"/>
                                        <p:tgtEl>
                                          <p:spTgt spid="58372"/>
                                        </p:tgtEl>
                                        <p:attrNameLst>
                                          <p:attrName>ppt_x</p:attrName>
                                        </p:attrNameLst>
                                      </p:cBhvr>
                                      <p:tavLst>
                                        <p:tav tm="0">
                                          <p:val>
                                            <p:strVal val="1+#ppt_w/2"/>
                                          </p:val>
                                        </p:tav>
                                        <p:tav tm="100000">
                                          <p:val>
                                            <p:strVal val="#ppt_x"/>
                                          </p:val>
                                        </p:tav>
                                      </p:tavLst>
                                    </p:anim>
                                    <p:anim calcmode="lin" valueType="num">
                                      <p:cBhvr additive="base">
                                        <p:cTn id="13" dur="500" fill="hold"/>
                                        <p:tgtEl>
                                          <p:spTgt spid="58372"/>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8373"/>
                                        </p:tgtEl>
                                        <p:attrNameLst>
                                          <p:attrName>style.visibility</p:attrName>
                                        </p:attrNameLst>
                                      </p:cBhvr>
                                      <p:to>
                                        <p:strVal val="visible"/>
                                      </p:to>
                                    </p:set>
                                    <p:anim calcmode="lin" valueType="num">
                                      <p:cBhvr additive="base">
                                        <p:cTn id="17" dur="500" fill="hold"/>
                                        <p:tgtEl>
                                          <p:spTgt spid="58373"/>
                                        </p:tgtEl>
                                        <p:attrNameLst>
                                          <p:attrName>ppt_x</p:attrName>
                                        </p:attrNameLst>
                                      </p:cBhvr>
                                      <p:tavLst>
                                        <p:tav tm="0">
                                          <p:val>
                                            <p:strVal val="1+#ppt_w/2"/>
                                          </p:val>
                                        </p:tav>
                                        <p:tav tm="100000">
                                          <p:val>
                                            <p:strVal val="#ppt_x"/>
                                          </p:val>
                                        </p:tav>
                                      </p:tavLst>
                                    </p:anim>
                                    <p:anim calcmode="lin" valueType="num">
                                      <p:cBhvr additive="base">
                                        <p:cTn id="18" dur="500" fill="hold"/>
                                        <p:tgtEl>
                                          <p:spTgt spid="58373"/>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8386"/>
                                        </p:tgtEl>
                                        <p:attrNameLst>
                                          <p:attrName>style.visibility</p:attrName>
                                        </p:attrNameLst>
                                      </p:cBhvr>
                                      <p:to>
                                        <p:strVal val="visible"/>
                                      </p:to>
                                    </p:set>
                                    <p:animEffect transition="in" filter="dissolve">
                                      <p:cBhvr>
                                        <p:cTn id="22" dur="500"/>
                                        <p:tgtEl>
                                          <p:spTgt spid="58386"/>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dissolve">
                                      <p:cBhvr>
                                        <p:cTn id="26" dur="500"/>
                                        <p:tgtEl>
                                          <p:spTgt spid="2"/>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58375"/>
                                        </p:tgtEl>
                                        <p:attrNameLst>
                                          <p:attrName>style.visibility</p:attrName>
                                        </p:attrNameLst>
                                      </p:cBhvr>
                                      <p:to>
                                        <p:strVal val="visible"/>
                                      </p:to>
                                    </p:set>
                                    <p:animEffect transition="in" filter="dissolve">
                                      <p:cBhvr>
                                        <p:cTn id="30" dur="500"/>
                                        <p:tgtEl>
                                          <p:spTgt spid="58375"/>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8376"/>
                                        </p:tgtEl>
                                        <p:attrNameLst>
                                          <p:attrName>style.visibility</p:attrName>
                                        </p:attrNameLst>
                                      </p:cBhvr>
                                      <p:to>
                                        <p:strVal val="visible"/>
                                      </p:to>
                                    </p:set>
                                    <p:animEffect transition="in" filter="dissolve">
                                      <p:cBhvr>
                                        <p:cTn id="34" dur="500"/>
                                        <p:tgtEl>
                                          <p:spTgt spid="58376"/>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dissolve">
                                      <p:cBhvr>
                                        <p:cTn id="38" dur="500"/>
                                        <p:tgtEl>
                                          <p:spTgt spid="3"/>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58378"/>
                                        </p:tgtEl>
                                        <p:attrNameLst>
                                          <p:attrName>style.visibility</p:attrName>
                                        </p:attrNameLst>
                                      </p:cBhvr>
                                      <p:to>
                                        <p:strVal val="visible"/>
                                      </p:to>
                                    </p:set>
                                    <p:animEffect transition="in" filter="dissolve">
                                      <p:cBhvr>
                                        <p:cTn id="42" dur="500"/>
                                        <p:tgtEl>
                                          <p:spTgt spid="58378"/>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58379"/>
                                        </p:tgtEl>
                                        <p:attrNameLst>
                                          <p:attrName>style.visibility</p:attrName>
                                        </p:attrNameLst>
                                      </p:cBhvr>
                                      <p:to>
                                        <p:strVal val="visible"/>
                                      </p:to>
                                    </p:set>
                                    <p:animEffect transition="in" filter="dissolve">
                                      <p:cBhvr>
                                        <p:cTn id="46" dur="500"/>
                                        <p:tgtEl>
                                          <p:spTgt spid="58379"/>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4"/>
                                        </p:tgtEl>
                                        <p:attrNameLst>
                                          <p:attrName>style.visibility</p:attrName>
                                        </p:attrNameLst>
                                      </p:cBhvr>
                                      <p:to>
                                        <p:strVal val="visible"/>
                                      </p:to>
                                    </p:set>
                                    <p:animEffect transition="in" filter="dissolve">
                                      <p:cBhvr>
                                        <p:cTn id="50" dur="500"/>
                                        <p:tgtEl>
                                          <p:spTgt spid="4"/>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58381"/>
                                        </p:tgtEl>
                                        <p:attrNameLst>
                                          <p:attrName>style.visibility</p:attrName>
                                        </p:attrNameLst>
                                      </p:cBhvr>
                                      <p:to>
                                        <p:strVal val="visible"/>
                                      </p:to>
                                    </p:set>
                                    <p:animEffect transition="in" filter="dissolve">
                                      <p:cBhvr>
                                        <p:cTn id="54" dur="500"/>
                                        <p:tgtEl>
                                          <p:spTgt spid="58381"/>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58382"/>
                                        </p:tgtEl>
                                        <p:attrNameLst>
                                          <p:attrName>style.visibility</p:attrName>
                                        </p:attrNameLst>
                                      </p:cBhvr>
                                      <p:to>
                                        <p:strVal val="visible"/>
                                      </p:to>
                                    </p:set>
                                    <p:animEffect transition="in" filter="dissolve">
                                      <p:cBhvr>
                                        <p:cTn id="58" dur="500"/>
                                        <p:tgtEl>
                                          <p:spTgt spid="58382"/>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dissolve">
                                      <p:cBhvr>
                                        <p:cTn id="62" dur="500"/>
                                        <p:tgtEl>
                                          <p:spTgt spid="5"/>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58384"/>
                                        </p:tgtEl>
                                        <p:attrNameLst>
                                          <p:attrName>style.visibility</p:attrName>
                                        </p:attrNameLst>
                                      </p:cBhvr>
                                      <p:to>
                                        <p:strVal val="visible"/>
                                      </p:to>
                                    </p:set>
                                    <p:animEffect transition="in" filter="dissolve">
                                      <p:cBhvr>
                                        <p:cTn id="66" dur="500"/>
                                        <p:tgtEl>
                                          <p:spTgt spid="58384"/>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58385"/>
                                        </p:tgtEl>
                                        <p:attrNameLst>
                                          <p:attrName>style.visibility</p:attrName>
                                        </p:attrNameLst>
                                      </p:cBhvr>
                                      <p:to>
                                        <p:strVal val="visible"/>
                                      </p:to>
                                    </p:set>
                                    <p:animEffect transition="in" filter="dissolve">
                                      <p:cBhvr>
                                        <p:cTn id="70" dur="500"/>
                                        <p:tgtEl>
                                          <p:spTgt spid="58385"/>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58387"/>
                                        </p:tgtEl>
                                        <p:attrNameLst>
                                          <p:attrName>style.visibility</p:attrName>
                                        </p:attrNameLst>
                                      </p:cBhvr>
                                      <p:to>
                                        <p:strVal val="visible"/>
                                      </p:to>
                                    </p:set>
                                    <p:animEffect transition="in" filter="dissolve">
                                      <p:cBhvr>
                                        <p:cTn id="74" dur="500"/>
                                        <p:tgtEl>
                                          <p:spTgt spid="58387"/>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58388"/>
                                        </p:tgtEl>
                                        <p:attrNameLst>
                                          <p:attrName>style.visibility</p:attrName>
                                        </p:attrNameLst>
                                      </p:cBhvr>
                                      <p:to>
                                        <p:strVal val="visible"/>
                                      </p:to>
                                    </p:set>
                                    <p:animEffect transition="in" filter="dissolve">
                                      <p:cBhvr>
                                        <p:cTn id="78" dur="500"/>
                                        <p:tgtEl>
                                          <p:spTgt spid="58388"/>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58389"/>
                                        </p:tgtEl>
                                        <p:attrNameLst>
                                          <p:attrName>style.visibility</p:attrName>
                                        </p:attrNameLst>
                                      </p:cBhvr>
                                      <p:to>
                                        <p:strVal val="visible"/>
                                      </p:to>
                                    </p:set>
                                    <p:animEffect transition="in" filter="dissolve">
                                      <p:cBhvr>
                                        <p:cTn id="82" dur="500"/>
                                        <p:tgtEl>
                                          <p:spTgt spid="58389"/>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58390"/>
                                        </p:tgtEl>
                                        <p:attrNameLst>
                                          <p:attrName>style.visibility</p:attrName>
                                        </p:attrNameLst>
                                      </p:cBhvr>
                                      <p:to>
                                        <p:strVal val="visible"/>
                                      </p:to>
                                    </p:set>
                                    <p:animEffect transition="in" filter="dissolve">
                                      <p:cBhvr>
                                        <p:cTn id="86" dur="500"/>
                                        <p:tgtEl>
                                          <p:spTgt spid="58390"/>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58391"/>
                                        </p:tgtEl>
                                        <p:attrNameLst>
                                          <p:attrName>style.visibility</p:attrName>
                                        </p:attrNameLst>
                                      </p:cBhvr>
                                      <p:to>
                                        <p:strVal val="visible"/>
                                      </p:to>
                                    </p:set>
                                    <p:animEffect transition="in" filter="dissolve">
                                      <p:cBhvr>
                                        <p:cTn id="90" dur="500"/>
                                        <p:tgtEl>
                                          <p:spTgt spid="58391"/>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58392"/>
                                        </p:tgtEl>
                                        <p:attrNameLst>
                                          <p:attrName>style.visibility</p:attrName>
                                        </p:attrNameLst>
                                      </p:cBhvr>
                                      <p:to>
                                        <p:strVal val="visible"/>
                                      </p:to>
                                    </p:set>
                                    <p:animEffect transition="in" filter="dissolve">
                                      <p:cBhvr>
                                        <p:cTn id="94" dur="500"/>
                                        <p:tgtEl>
                                          <p:spTgt spid="58392"/>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58393"/>
                                        </p:tgtEl>
                                        <p:attrNameLst>
                                          <p:attrName>style.visibility</p:attrName>
                                        </p:attrNameLst>
                                      </p:cBhvr>
                                      <p:to>
                                        <p:strVal val="visible"/>
                                      </p:to>
                                    </p:set>
                                    <p:animEffect transition="in" filter="dissolve">
                                      <p:cBhvr>
                                        <p:cTn id="98" dur="500"/>
                                        <p:tgtEl>
                                          <p:spTgt spid="58393"/>
                                        </p:tgtEl>
                                      </p:cBhvr>
                                    </p:animEffect>
                                  </p:childTnLst>
                                </p:cTn>
                              </p:par>
                            </p:childTnLst>
                          </p:cTn>
                        </p:par>
                        <p:par>
                          <p:cTn id="99" fill="hold" nodeType="afterGroup">
                            <p:stCondLst>
                              <p:cond delay="11500"/>
                            </p:stCondLst>
                            <p:childTnLst>
                              <p:par>
                                <p:cTn id="100" presetID="2" presetClass="entr" presetSubtype="2" fill="hold" grpId="0" nodeType="afterEffect">
                                  <p:stCondLst>
                                    <p:cond delay="0"/>
                                  </p:stCondLst>
                                  <p:childTnLst>
                                    <p:set>
                                      <p:cBhvr>
                                        <p:cTn id="101" dur="1" fill="hold">
                                          <p:stCondLst>
                                            <p:cond delay="0"/>
                                          </p:stCondLst>
                                        </p:cTn>
                                        <p:tgtEl>
                                          <p:spTgt spid="58395"/>
                                        </p:tgtEl>
                                        <p:attrNameLst>
                                          <p:attrName>style.visibility</p:attrName>
                                        </p:attrNameLst>
                                      </p:cBhvr>
                                      <p:to>
                                        <p:strVal val="visible"/>
                                      </p:to>
                                    </p:set>
                                    <p:anim calcmode="lin" valueType="num">
                                      <p:cBhvr additive="base">
                                        <p:cTn id="102" dur="500" fill="hold"/>
                                        <p:tgtEl>
                                          <p:spTgt spid="58395"/>
                                        </p:tgtEl>
                                        <p:attrNameLst>
                                          <p:attrName>ppt_x</p:attrName>
                                        </p:attrNameLst>
                                      </p:cBhvr>
                                      <p:tavLst>
                                        <p:tav tm="0">
                                          <p:val>
                                            <p:strVal val="1+#ppt_w/2"/>
                                          </p:val>
                                        </p:tav>
                                        <p:tav tm="100000">
                                          <p:val>
                                            <p:strVal val="#ppt_x"/>
                                          </p:val>
                                        </p:tav>
                                      </p:tavLst>
                                    </p:anim>
                                    <p:anim calcmode="lin" valueType="num">
                                      <p:cBhvr additive="base">
                                        <p:cTn id="103" dur="500" fill="hold"/>
                                        <p:tgtEl>
                                          <p:spTgt spid="58395"/>
                                        </p:tgtEl>
                                        <p:attrNameLst>
                                          <p:attrName>ppt_y</p:attrName>
                                        </p:attrNameLst>
                                      </p:cBhvr>
                                      <p:tavLst>
                                        <p:tav tm="0">
                                          <p:val>
                                            <p:strVal val="#ppt_y"/>
                                          </p:val>
                                        </p:tav>
                                        <p:tav tm="100000">
                                          <p:val>
                                            <p:strVal val="#ppt_y"/>
                                          </p:val>
                                        </p:tav>
                                      </p:tavLst>
                                    </p:anim>
                                  </p:childTnLst>
                                </p:cTn>
                              </p:par>
                            </p:childTnLst>
                          </p:cTn>
                        </p:par>
                        <p:par>
                          <p:cTn id="104" fill="hold" nodeType="afterGroup">
                            <p:stCondLst>
                              <p:cond delay="12000"/>
                            </p:stCondLst>
                            <p:childTnLst>
                              <p:par>
                                <p:cTn id="105" presetID="2" presetClass="entr" presetSubtype="2" fill="hold" grpId="0" nodeType="afterEffect">
                                  <p:stCondLst>
                                    <p:cond delay="0"/>
                                  </p:stCondLst>
                                  <p:childTnLst>
                                    <p:set>
                                      <p:cBhvr>
                                        <p:cTn id="106" dur="1" fill="hold">
                                          <p:stCondLst>
                                            <p:cond delay="0"/>
                                          </p:stCondLst>
                                        </p:cTn>
                                        <p:tgtEl>
                                          <p:spTgt spid="58394"/>
                                        </p:tgtEl>
                                        <p:attrNameLst>
                                          <p:attrName>style.visibility</p:attrName>
                                        </p:attrNameLst>
                                      </p:cBhvr>
                                      <p:to>
                                        <p:strVal val="visible"/>
                                      </p:to>
                                    </p:set>
                                    <p:anim calcmode="lin" valueType="num">
                                      <p:cBhvr additive="base">
                                        <p:cTn id="107" dur="500" fill="hold"/>
                                        <p:tgtEl>
                                          <p:spTgt spid="58394"/>
                                        </p:tgtEl>
                                        <p:attrNameLst>
                                          <p:attrName>ppt_x</p:attrName>
                                        </p:attrNameLst>
                                      </p:cBhvr>
                                      <p:tavLst>
                                        <p:tav tm="0">
                                          <p:val>
                                            <p:strVal val="1+#ppt_w/2"/>
                                          </p:val>
                                        </p:tav>
                                        <p:tav tm="100000">
                                          <p:val>
                                            <p:strVal val="#ppt_x"/>
                                          </p:val>
                                        </p:tav>
                                      </p:tavLst>
                                    </p:anim>
                                    <p:anim calcmode="lin" valueType="num">
                                      <p:cBhvr additive="base">
                                        <p:cTn id="108" dur="500" fill="hold"/>
                                        <p:tgtEl>
                                          <p:spTgt spid="5839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71" grpId="0" autoUpdateAnimBg="0"/>
      <p:bldP spid="58372" grpId="0" autoUpdateAnimBg="0"/>
      <p:bldP spid="58373" grpId="0" autoUpdateAnimBg="0"/>
      <p:bldGraphic spid="2" grpId="0">
        <p:bldAsOne/>
      </p:bldGraphic>
      <p:bldP spid="58376" grpId="0" autoUpdateAnimBg="0"/>
      <p:bldGraphic spid="3" grpId="0">
        <p:bldAsOne/>
      </p:bldGraphic>
      <p:bldP spid="58379" grpId="0" autoUpdateAnimBg="0"/>
      <p:bldGraphic spid="4" grpId="0">
        <p:bldAsOne/>
      </p:bldGraphic>
      <p:bldP spid="58382" grpId="0" autoUpdateAnimBg="0"/>
      <p:bldGraphic spid="5" grpId="0">
        <p:bldAsOne/>
      </p:bldGraphic>
      <p:bldP spid="58385" grpId="0" autoUpdateAnimBg="0"/>
      <p:bldP spid="58386" grpId="0" autoUpdateAnimBg="0"/>
      <p:bldP spid="58387" grpId="0" autoUpdateAnimBg="0"/>
      <p:bldP spid="58388" grpId="0" autoUpdateAnimBg="0"/>
      <p:bldP spid="58389" grpId="0" autoUpdateAnimBg="0"/>
      <p:bldP spid="58390" grpId="0" autoUpdateAnimBg="0"/>
      <p:bldP spid="58391" grpId="0" autoUpdateAnimBg="0"/>
      <p:bldP spid="58392" grpId="0" autoUpdateAnimBg="0"/>
      <p:bldP spid="58393" grpId="0" autoUpdateAnimBg="0"/>
      <p:bldP spid="58394" grpId="0" autoUpdateAnimBg="0"/>
      <p:bldP spid="58395" grpId="0"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9394" name="AutoShape 2"/>
          <p:cNvSpPr>
            <a:spLocks/>
          </p:cNvSpPr>
          <p:nvPr/>
        </p:nvSpPr>
        <p:spPr bwMode="auto">
          <a:xfrm>
            <a:off x="2235200" y="3990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9395"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8F0996E-025E-4653-AEE6-BB41D203ABE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56</a:t>
            </a:fld>
            <a:endParaRPr lang="es-ES" altLang="en-US"/>
          </a:p>
        </p:txBody>
      </p:sp>
      <p:sp>
        <p:nvSpPr>
          <p:cNvPr id="59396" name="AutoShape 4"/>
          <p:cNvSpPr>
            <a:spLocks/>
          </p:cNvSpPr>
          <p:nvPr/>
        </p:nvSpPr>
        <p:spPr bwMode="auto">
          <a:xfrm>
            <a:off x="3289300" y="2141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lumMod val="95000"/>
                  </a:schemeClr>
                </a:solidFill>
                <a:latin typeface="Lato" charset="0"/>
                <a:ea typeface="ＭＳ Ｐゴシック" charset="0"/>
                <a:cs typeface="Lato" charset="0"/>
                <a:sym typeface="Lato" charset="0"/>
              </a:rPr>
              <a:t>Bar </a:t>
            </a:r>
            <a:r>
              <a:rPr lang="es-ES" b="1" dirty="0" err="1">
                <a:solidFill>
                  <a:schemeClr val="bg1">
                    <a:lumMod val="95000"/>
                  </a:schemeClr>
                </a:solidFill>
                <a:latin typeface="Lato" charset="0"/>
                <a:ea typeface="ＭＳ Ｐゴシック" charset="0"/>
                <a:cs typeface="Lato" charset="0"/>
                <a:sym typeface="Lato" charset="0"/>
              </a:rPr>
              <a:t>Mix</a:t>
            </a:r>
            <a:r>
              <a:rPr lang="es-ES" b="1" dirty="0">
                <a:solidFill>
                  <a:schemeClr val="bg1">
                    <a:lumMod val="95000"/>
                  </a:schemeClr>
                </a:solidFill>
                <a:latin typeface="Lato" charset="0"/>
                <a:ea typeface="ＭＳ Ｐゴシック" charset="0"/>
                <a:cs typeface="Lato" charset="0"/>
                <a:sym typeface="Lato" charset="0"/>
              </a:rPr>
              <a:t> Chart</a:t>
            </a:r>
            <a:endParaRPr lang="es-ES" dirty="0">
              <a:solidFill>
                <a:schemeClr val="bg1">
                  <a:lumMod val="95000"/>
                </a:schemeClr>
              </a:solidFill>
              <a:ea typeface="ＭＳ Ｐゴシック" charset="0"/>
            </a:endParaRPr>
          </a:p>
        </p:txBody>
      </p:sp>
      <p:sp>
        <p:nvSpPr>
          <p:cNvPr id="59397" name="AutoShape 5"/>
          <p:cNvSpPr>
            <a:spLocks/>
          </p:cNvSpPr>
          <p:nvPr/>
        </p:nvSpPr>
        <p:spPr bwMode="auto">
          <a:xfrm>
            <a:off x="3302000" y="3162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3" name="Object 6"/>
          <p:cNvGraphicFramePr>
            <a:graphicFrameLocks noChangeAspect="1"/>
          </p:cNvGraphicFramePr>
          <p:nvPr>
            <p:extLst>
              <p:ext uri="{D42A27DB-BD31-4B8C-83A1-F6EECF244321}">
                <p14:modId xmlns:p14="http://schemas.microsoft.com/office/powerpoint/2010/main" val="2180545478"/>
              </p:ext>
            </p:extLst>
          </p:nvPr>
        </p:nvGraphicFramePr>
        <p:xfrm>
          <a:off x="4424363" y="5145088"/>
          <a:ext cx="15616237" cy="356076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 name="Object 7"/>
          <p:cNvGraphicFramePr>
            <a:graphicFrameLocks noChangeAspect="1"/>
          </p:cNvGraphicFramePr>
          <p:nvPr>
            <p:extLst>
              <p:ext uri="{D42A27DB-BD31-4B8C-83A1-F6EECF244321}">
                <p14:modId xmlns:p14="http://schemas.microsoft.com/office/powerpoint/2010/main" val="2925684445"/>
              </p:ext>
            </p:extLst>
          </p:nvPr>
        </p:nvGraphicFramePr>
        <p:xfrm>
          <a:off x="4430713" y="8256588"/>
          <a:ext cx="15616237" cy="3560762"/>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9396"/>
                                        </p:tgtEl>
                                        <p:attrNameLst>
                                          <p:attrName>style.visibility</p:attrName>
                                        </p:attrNameLst>
                                      </p:cBhvr>
                                      <p:to>
                                        <p:strVal val="visible"/>
                                      </p:to>
                                    </p:set>
                                    <p:anim calcmode="lin" valueType="num">
                                      <p:cBhvr additive="base">
                                        <p:cTn id="7" dur="500" fill="hold"/>
                                        <p:tgtEl>
                                          <p:spTgt spid="59396"/>
                                        </p:tgtEl>
                                        <p:attrNameLst>
                                          <p:attrName>ppt_x</p:attrName>
                                        </p:attrNameLst>
                                      </p:cBhvr>
                                      <p:tavLst>
                                        <p:tav tm="0">
                                          <p:val>
                                            <p:strVal val="1+#ppt_w/2"/>
                                          </p:val>
                                        </p:tav>
                                        <p:tav tm="100000">
                                          <p:val>
                                            <p:strVal val="#ppt_x"/>
                                          </p:val>
                                        </p:tav>
                                      </p:tavLst>
                                    </p:anim>
                                    <p:anim calcmode="lin" valueType="num">
                                      <p:cBhvr additive="base">
                                        <p:cTn id="8" dur="500" fill="hold"/>
                                        <p:tgtEl>
                                          <p:spTgt spid="593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9397"/>
                                        </p:tgtEl>
                                        <p:attrNameLst>
                                          <p:attrName>style.visibility</p:attrName>
                                        </p:attrNameLst>
                                      </p:cBhvr>
                                      <p:to>
                                        <p:strVal val="visible"/>
                                      </p:to>
                                    </p:set>
                                    <p:anim calcmode="lin" valueType="num">
                                      <p:cBhvr additive="base">
                                        <p:cTn id="12" dur="500" fill="hold"/>
                                        <p:tgtEl>
                                          <p:spTgt spid="59397"/>
                                        </p:tgtEl>
                                        <p:attrNameLst>
                                          <p:attrName>ppt_x</p:attrName>
                                        </p:attrNameLst>
                                      </p:cBhvr>
                                      <p:tavLst>
                                        <p:tav tm="0">
                                          <p:val>
                                            <p:strVal val="1+#ppt_w/2"/>
                                          </p:val>
                                        </p:tav>
                                        <p:tav tm="100000">
                                          <p:val>
                                            <p:strVal val="#ppt_x"/>
                                          </p:val>
                                        </p:tav>
                                      </p:tavLst>
                                    </p:anim>
                                    <p:anim calcmode="lin" valueType="num">
                                      <p:cBhvr additive="base">
                                        <p:cTn id="13" dur="500" fill="hold"/>
                                        <p:tgtEl>
                                          <p:spTgt spid="5939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9394"/>
                                        </p:tgtEl>
                                        <p:attrNameLst>
                                          <p:attrName>style.visibility</p:attrName>
                                        </p:attrNameLst>
                                      </p:cBhvr>
                                      <p:to>
                                        <p:strVal val="visible"/>
                                      </p:to>
                                    </p:set>
                                    <p:anim calcmode="lin" valueType="num">
                                      <p:cBhvr additive="base">
                                        <p:cTn id="17" dur="500" fill="hold"/>
                                        <p:tgtEl>
                                          <p:spTgt spid="59394"/>
                                        </p:tgtEl>
                                        <p:attrNameLst>
                                          <p:attrName>ppt_x</p:attrName>
                                        </p:attrNameLst>
                                      </p:cBhvr>
                                      <p:tavLst>
                                        <p:tav tm="0">
                                          <p:val>
                                            <p:strVal val="1+#ppt_w/2"/>
                                          </p:val>
                                        </p:tav>
                                        <p:tav tm="100000">
                                          <p:val>
                                            <p:strVal val="#ppt_x"/>
                                          </p:val>
                                        </p:tav>
                                      </p:tavLst>
                                    </p:anim>
                                    <p:anim calcmode="lin" valueType="num">
                                      <p:cBhvr additive="base">
                                        <p:cTn id="18" dur="500" fill="hold"/>
                                        <p:tgtEl>
                                          <p:spTgt spid="5939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grpId="0" nodeType="afterEffect">
                                  <p:stCondLst>
                                    <p:cond delay="500"/>
                                  </p:stCondLst>
                                  <p:childTnLst>
                                    <p:set>
                                      <p:cBhvr>
                                        <p:cTn id="21" dur="1" fill="hold">
                                          <p:stCondLst>
                                            <p:cond delay="0"/>
                                          </p:stCondLst>
                                        </p:cTn>
                                        <p:tgtEl>
                                          <p:spTgt spid="3"/>
                                        </p:tgtEl>
                                        <p:attrNameLst>
                                          <p:attrName>style.visibility</p:attrName>
                                        </p:attrNameLst>
                                      </p:cBhvr>
                                      <p:to>
                                        <p:strVal val="visible"/>
                                      </p:to>
                                    </p:set>
                                    <p:animEffect transition="in" filter="wipe(left)">
                                      <p:cBhvr>
                                        <p:cTn id="22" dur="500"/>
                                        <p:tgtEl>
                                          <p:spTgt spid="3"/>
                                        </p:tgtEl>
                                      </p:cBhvr>
                                    </p:animEffect>
                                  </p:childTnLst>
                                </p:cTn>
                              </p:par>
                            </p:childTnLst>
                          </p:cTn>
                        </p:par>
                        <p:par>
                          <p:cTn id="23" fill="hold" nodeType="afterGroup">
                            <p:stCondLst>
                              <p:cond delay="2500"/>
                            </p:stCondLst>
                            <p:childTnLst>
                              <p:par>
                                <p:cTn id="24" presetID="22" presetClass="entr" presetSubtype="8" fill="hold" grpId="0" nodeType="afterEffect">
                                  <p:stCondLst>
                                    <p:cond delay="500"/>
                                  </p:stCondLst>
                                  <p:childTnLst>
                                    <p:set>
                                      <p:cBhvr>
                                        <p:cTn id="25" dur="1" fill="hold">
                                          <p:stCondLst>
                                            <p:cond delay="0"/>
                                          </p:stCondLst>
                                        </p:cTn>
                                        <p:tgtEl>
                                          <p:spTgt spid="2"/>
                                        </p:tgtEl>
                                        <p:attrNameLst>
                                          <p:attrName>style.visibility</p:attrName>
                                        </p:attrNameLst>
                                      </p:cBhvr>
                                      <p:to>
                                        <p:strVal val="visible"/>
                                      </p:to>
                                    </p:set>
                                    <p:animEffect transition="in" filter="wipe(left)">
                                      <p:cBhvr>
                                        <p:cTn id="2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4" grpId="0" autoUpdateAnimBg="0"/>
      <p:bldP spid="59396" grpId="0" autoUpdateAnimBg="0"/>
      <p:bldP spid="59397" grpId="0" autoUpdateAnimBg="0"/>
      <p:bldGraphic spid="3" grpId="0">
        <p:bldAsOne/>
      </p:bldGraphic>
      <p:bldGraphic spid="2" grpId="0">
        <p:bldAsOne/>
      </p:bldGraphic>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WE ARE</a:t>
            </a:r>
          </a:p>
          <a:p>
            <a:pPr algn="l"/>
            <a:r>
              <a:rPr lang="es-ES" b="1" dirty="0"/>
              <a:t>THE BEST</a:t>
            </a:r>
          </a:p>
          <a:p>
            <a:pPr algn="l"/>
            <a:r>
              <a:rPr lang="es-ES" b="1" dirty="0"/>
              <a:t>OPTION</a:t>
            </a:r>
            <a:r>
              <a:rPr lang="es-ES" dirty="0"/>
              <a:t> FOR</a:t>
            </a:r>
          </a:p>
          <a:p>
            <a:pPr algn="l"/>
            <a:r>
              <a:rPr lang="es-ES" dirty="0"/>
              <a:t>YOUR BUSINESS</a:t>
            </a:r>
            <a:endParaRPr lang="en-US" dirty="0"/>
          </a:p>
        </p:txBody>
      </p:sp>
    </p:spTree>
    <p:extLst>
      <p:ext uri="{BB962C8B-B14F-4D97-AF65-F5344CB8AC3E}">
        <p14:creationId xmlns:p14="http://schemas.microsoft.com/office/powerpoint/2010/main" val="137747239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42" name="AutoShape 2"/>
          <p:cNvSpPr>
            <a:spLocks/>
          </p:cNvSpPr>
          <p:nvPr/>
        </p:nvSpPr>
        <p:spPr bwMode="auto">
          <a:xfrm>
            <a:off x="2235200" y="3990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1443"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A8A848E-D0AA-41AB-AC89-1CB1BE6755C9}"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58</a:t>
            </a:fld>
            <a:endParaRPr lang="es-ES" altLang="en-US"/>
          </a:p>
        </p:txBody>
      </p:sp>
      <p:sp>
        <p:nvSpPr>
          <p:cNvPr id="61444" name="AutoShape 4"/>
          <p:cNvSpPr>
            <a:spLocks/>
          </p:cNvSpPr>
          <p:nvPr/>
        </p:nvSpPr>
        <p:spPr bwMode="auto">
          <a:xfrm>
            <a:off x="3289300" y="2141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solidFill>
                <a:latin typeface="Lato" charset="0"/>
                <a:ea typeface="ＭＳ Ｐゴシック" charset="0"/>
                <a:cs typeface="Lato" charset="0"/>
                <a:sym typeface="Lato" charset="0"/>
              </a:rPr>
              <a:t>Bar </a:t>
            </a:r>
            <a:r>
              <a:rPr lang="es-ES" b="1" dirty="0" err="1">
                <a:solidFill>
                  <a:schemeClr val="bg1"/>
                </a:solidFill>
                <a:latin typeface="Lato" charset="0"/>
                <a:ea typeface="ＭＳ Ｐゴシック" charset="0"/>
                <a:cs typeface="Lato" charset="0"/>
                <a:sym typeface="Lato" charset="0"/>
              </a:rPr>
              <a:t>Mix</a:t>
            </a:r>
            <a:r>
              <a:rPr lang="es-ES" b="1" dirty="0">
                <a:solidFill>
                  <a:schemeClr val="bg1"/>
                </a:solidFill>
                <a:latin typeface="Lato" charset="0"/>
                <a:ea typeface="ＭＳ Ｐゴシック" charset="0"/>
                <a:cs typeface="Lato" charset="0"/>
                <a:sym typeface="Lato" charset="0"/>
              </a:rPr>
              <a:t> Chart</a:t>
            </a:r>
            <a:endParaRPr lang="es-ES" dirty="0">
              <a:solidFill>
                <a:schemeClr val="bg1"/>
              </a:solidFill>
              <a:ea typeface="ＭＳ Ｐゴシック" charset="0"/>
            </a:endParaRPr>
          </a:p>
        </p:txBody>
      </p:sp>
      <p:sp>
        <p:nvSpPr>
          <p:cNvPr id="61445" name="AutoShape 5"/>
          <p:cNvSpPr>
            <a:spLocks/>
          </p:cNvSpPr>
          <p:nvPr/>
        </p:nvSpPr>
        <p:spPr bwMode="auto">
          <a:xfrm>
            <a:off x="3302000" y="3162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2" name="Object 6"/>
          <p:cNvGraphicFramePr>
            <a:graphicFrameLocks noChangeAspect="1"/>
          </p:cNvGraphicFramePr>
          <p:nvPr>
            <p:extLst>
              <p:ext uri="{D42A27DB-BD31-4B8C-83A1-F6EECF244321}">
                <p14:modId xmlns:p14="http://schemas.microsoft.com/office/powerpoint/2010/main" val="680853418"/>
              </p:ext>
            </p:extLst>
          </p:nvPr>
        </p:nvGraphicFramePr>
        <p:xfrm>
          <a:off x="1270000" y="4930775"/>
          <a:ext cx="8280400" cy="8280400"/>
        </p:xfrm>
        <a:graphic>
          <a:graphicData uri="http://schemas.openxmlformats.org/drawingml/2006/chart">
            <c:chart xmlns:c="http://schemas.openxmlformats.org/drawingml/2006/chart" xmlns:r="http://schemas.openxmlformats.org/officeDocument/2006/relationships" r:id="rId2"/>
          </a:graphicData>
        </a:graphic>
      </p:graphicFrame>
      <p:sp>
        <p:nvSpPr>
          <p:cNvPr id="61447" name="AutoShape 7"/>
          <p:cNvSpPr>
            <a:spLocks/>
          </p:cNvSpPr>
          <p:nvPr/>
        </p:nvSpPr>
        <p:spPr bwMode="auto">
          <a:xfrm>
            <a:off x="2946400" y="86566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61448" name="AutoShape 8"/>
          <p:cNvSpPr>
            <a:spLocks/>
          </p:cNvSpPr>
          <p:nvPr/>
        </p:nvSpPr>
        <p:spPr bwMode="auto">
          <a:xfrm>
            <a:off x="3860800" y="89169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49" name="AutoShape 9"/>
          <p:cNvSpPr>
            <a:spLocks/>
          </p:cNvSpPr>
          <p:nvPr/>
        </p:nvSpPr>
        <p:spPr bwMode="auto">
          <a:xfrm>
            <a:off x="6096000" y="72977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61450" name="AutoShape 10"/>
          <p:cNvSpPr>
            <a:spLocks/>
          </p:cNvSpPr>
          <p:nvPr/>
        </p:nvSpPr>
        <p:spPr bwMode="auto">
          <a:xfrm>
            <a:off x="7023100" y="75580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51" name="AutoShape 11"/>
          <p:cNvSpPr>
            <a:spLocks/>
          </p:cNvSpPr>
          <p:nvPr/>
        </p:nvSpPr>
        <p:spPr bwMode="auto">
          <a:xfrm>
            <a:off x="5359400" y="102949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61452" name="AutoShape 12"/>
          <p:cNvSpPr>
            <a:spLocks/>
          </p:cNvSpPr>
          <p:nvPr/>
        </p:nvSpPr>
        <p:spPr bwMode="auto">
          <a:xfrm>
            <a:off x="6286500" y="105552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53" name="AutoShape 13"/>
          <p:cNvSpPr>
            <a:spLocks/>
          </p:cNvSpPr>
          <p:nvPr/>
        </p:nvSpPr>
        <p:spPr bwMode="auto">
          <a:xfrm>
            <a:off x="4343400" y="65738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5</a:t>
            </a:r>
            <a:endParaRPr lang="es-ES">
              <a:ea typeface="ＭＳ Ｐゴシック" charset="0"/>
            </a:endParaRPr>
          </a:p>
        </p:txBody>
      </p:sp>
      <p:sp>
        <p:nvSpPr>
          <p:cNvPr id="61454" name="AutoShape 14"/>
          <p:cNvSpPr>
            <a:spLocks/>
          </p:cNvSpPr>
          <p:nvPr/>
        </p:nvSpPr>
        <p:spPr bwMode="auto">
          <a:xfrm>
            <a:off x="4813300" y="68341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55" name="AutoShape 15"/>
          <p:cNvSpPr>
            <a:spLocks/>
          </p:cNvSpPr>
          <p:nvPr/>
        </p:nvSpPr>
        <p:spPr bwMode="auto">
          <a:xfrm>
            <a:off x="12369800" y="70358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56" name="AutoShape 16"/>
          <p:cNvSpPr>
            <a:spLocks/>
          </p:cNvSpPr>
          <p:nvPr/>
        </p:nvSpPr>
        <p:spPr bwMode="auto">
          <a:xfrm>
            <a:off x="11125200" y="6959600"/>
            <a:ext cx="6350000" cy="254000"/>
          </a:xfrm>
          <a:custGeom>
            <a:avLst/>
            <a:gdLst>
              <a:gd name="T0" fmla="*/ 3175000 w 21600"/>
              <a:gd name="T1" fmla="*/ 127000 h 21600"/>
              <a:gd name="T2" fmla="*/ 3175000 w 21600"/>
              <a:gd name="T3" fmla="*/ 127000 h 21600"/>
              <a:gd name="T4" fmla="*/ 3175000 w 21600"/>
              <a:gd name="T5" fmla="*/ 127000 h 21600"/>
              <a:gd name="T6" fmla="*/ 31750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57" name="AutoShape 17"/>
          <p:cNvSpPr>
            <a:spLocks/>
          </p:cNvSpPr>
          <p:nvPr/>
        </p:nvSpPr>
        <p:spPr bwMode="auto">
          <a:xfrm>
            <a:off x="11125200" y="64801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61458" name="AutoShape 18"/>
          <p:cNvSpPr>
            <a:spLocks/>
          </p:cNvSpPr>
          <p:nvPr/>
        </p:nvSpPr>
        <p:spPr bwMode="auto">
          <a:xfrm>
            <a:off x="11125200" y="60404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Commercial</a:t>
            </a:r>
            <a:endParaRPr lang="es-ES">
              <a:ea typeface="ＭＳ Ｐゴシック" charset="0"/>
            </a:endParaRPr>
          </a:p>
        </p:txBody>
      </p:sp>
      <p:sp>
        <p:nvSpPr>
          <p:cNvPr id="61459" name="AutoShape 19"/>
          <p:cNvSpPr>
            <a:spLocks/>
          </p:cNvSpPr>
          <p:nvPr/>
        </p:nvSpPr>
        <p:spPr bwMode="auto">
          <a:xfrm>
            <a:off x="12369800" y="85217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0" name="AutoShape 20"/>
          <p:cNvSpPr>
            <a:spLocks/>
          </p:cNvSpPr>
          <p:nvPr/>
        </p:nvSpPr>
        <p:spPr bwMode="auto">
          <a:xfrm>
            <a:off x="11125200" y="8445500"/>
            <a:ext cx="7569200" cy="254000"/>
          </a:xfrm>
          <a:custGeom>
            <a:avLst/>
            <a:gdLst>
              <a:gd name="T0" fmla="*/ 3784600 w 21600"/>
              <a:gd name="T1" fmla="*/ 127000 h 21600"/>
              <a:gd name="T2" fmla="*/ 3784600 w 21600"/>
              <a:gd name="T3" fmla="*/ 127000 h 21600"/>
              <a:gd name="T4" fmla="*/ 3784600 w 21600"/>
              <a:gd name="T5" fmla="*/ 127000 h 21600"/>
              <a:gd name="T6" fmla="*/ 37846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1" name="AutoShape 21"/>
          <p:cNvSpPr>
            <a:spLocks/>
          </p:cNvSpPr>
          <p:nvPr/>
        </p:nvSpPr>
        <p:spPr bwMode="auto">
          <a:xfrm>
            <a:off x="11125200" y="79660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61462" name="AutoShape 22"/>
          <p:cNvSpPr>
            <a:spLocks/>
          </p:cNvSpPr>
          <p:nvPr/>
        </p:nvSpPr>
        <p:spPr bwMode="auto">
          <a:xfrm>
            <a:off x="11125200" y="7526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Individual</a:t>
            </a:r>
            <a:endParaRPr lang="es-ES">
              <a:ea typeface="ＭＳ Ｐゴシック" charset="0"/>
            </a:endParaRPr>
          </a:p>
        </p:txBody>
      </p:sp>
      <p:sp>
        <p:nvSpPr>
          <p:cNvPr id="61463" name="AutoShape 23"/>
          <p:cNvSpPr>
            <a:spLocks/>
          </p:cNvSpPr>
          <p:nvPr/>
        </p:nvSpPr>
        <p:spPr bwMode="auto">
          <a:xfrm>
            <a:off x="12369800" y="100584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4" name="AutoShape 24"/>
          <p:cNvSpPr>
            <a:spLocks/>
          </p:cNvSpPr>
          <p:nvPr/>
        </p:nvSpPr>
        <p:spPr bwMode="auto">
          <a:xfrm>
            <a:off x="11125200" y="9982200"/>
            <a:ext cx="4622800" cy="228600"/>
          </a:xfrm>
          <a:custGeom>
            <a:avLst/>
            <a:gdLst>
              <a:gd name="T0" fmla="*/ 2311400 w 21600"/>
              <a:gd name="T1" fmla="*/ 114300 h 21600"/>
              <a:gd name="T2" fmla="*/ 2311400 w 21600"/>
              <a:gd name="T3" fmla="*/ 114300 h 21600"/>
              <a:gd name="T4" fmla="*/ 2311400 w 21600"/>
              <a:gd name="T5" fmla="*/ 114300 h 21600"/>
              <a:gd name="T6" fmla="*/ 2311400 w 21600"/>
              <a:gd name="T7" fmla="*/ 114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5" name="AutoShape 25"/>
          <p:cNvSpPr>
            <a:spLocks/>
          </p:cNvSpPr>
          <p:nvPr/>
        </p:nvSpPr>
        <p:spPr bwMode="auto">
          <a:xfrm>
            <a:off x="11125200" y="95027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61466" name="AutoShape 26"/>
          <p:cNvSpPr>
            <a:spLocks/>
          </p:cNvSpPr>
          <p:nvPr/>
        </p:nvSpPr>
        <p:spPr bwMode="auto">
          <a:xfrm>
            <a:off x="11125200" y="90630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Corporative</a:t>
            </a:r>
            <a:endParaRPr lang="es-ES">
              <a:ea typeface="ＭＳ Ｐゴシック" charset="0"/>
            </a:endParaRPr>
          </a:p>
        </p:txBody>
      </p:sp>
      <p:sp>
        <p:nvSpPr>
          <p:cNvPr id="61467" name="AutoShape 27"/>
          <p:cNvSpPr>
            <a:spLocks/>
          </p:cNvSpPr>
          <p:nvPr/>
        </p:nvSpPr>
        <p:spPr bwMode="auto">
          <a:xfrm>
            <a:off x="12369800" y="116459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8" name="AutoShape 28"/>
          <p:cNvSpPr>
            <a:spLocks/>
          </p:cNvSpPr>
          <p:nvPr/>
        </p:nvSpPr>
        <p:spPr bwMode="auto">
          <a:xfrm>
            <a:off x="11125200" y="11569700"/>
            <a:ext cx="1905000" cy="254000"/>
          </a:xfrm>
          <a:custGeom>
            <a:avLst/>
            <a:gdLst>
              <a:gd name="T0" fmla="*/ 952500 w 21600"/>
              <a:gd name="T1" fmla="*/ 127000 h 21600"/>
              <a:gd name="T2" fmla="*/ 952500 w 21600"/>
              <a:gd name="T3" fmla="*/ 127000 h 21600"/>
              <a:gd name="T4" fmla="*/ 952500 w 21600"/>
              <a:gd name="T5" fmla="*/ 127000 h 21600"/>
              <a:gd name="T6" fmla="*/ 9525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9" name="AutoShape 29"/>
          <p:cNvSpPr>
            <a:spLocks/>
          </p:cNvSpPr>
          <p:nvPr/>
        </p:nvSpPr>
        <p:spPr bwMode="auto">
          <a:xfrm>
            <a:off x="11125200" y="110902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61470" name="AutoShape 30"/>
          <p:cNvSpPr>
            <a:spLocks/>
          </p:cNvSpPr>
          <p:nvPr/>
        </p:nvSpPr>
        <p:spPr bwMode="auto">
          <a:xfrm>
            <a:off x="11125200" y="106505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Delivery</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44"/>
                                        </p:tgtEl>
                                        <p:attrNameLst>
                                          <p:attrName>style.visibility</p:attrName>
                                        </p:attrNameLst>
                                      </p:cBhvr>
                                      <p:to>
                                        <p:strVal val="visible"/>
                                      </p:to>
                                    </p:set>
                                    <p:anim calcmode="lin" valueType="num">
                                      <p:cBhvr additive="base">
                                        <p:cTn id="7" dur="500" fill="hold"/>
                                        <p:tgtEl>
                                          <p:spTgt spid="61444"/>
                                        </p:tgtEl>
                                        <p:attrNameLst>
                                          <p:attrName>ppt_x</p:attrName>
                                        </p:attrNameLst>
                                      </p:cBhvr>
                                      <p:tavLst>
                                        <p:tav tm="0">
                                          <p:val>
                                            <p:strVal val="1+#ppt_w/2"/>
                                          </p:val>
                                        </p:tav>
                                        <p:tav tm="100000">
                                          <p:val>
                                            <p:strVal val="#ppt_x"/>
                                          </p:val>
                                        </p:tav>
                                      </p:tavLst>
                                    </p:anim>
                                    <p:anim calcmode="lin" valueType="num">
                                      <p:cBhvr additive="base">
                                        <p:cTn id="8" dur="500" fill="hold"/>
                                        <p:tgtEl>
                                          <p:spTgt spid="6144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45"/>
                                        </p:tgtEl>
                                        <p:attrNameLst>
                                          <p:attrName>style.visibility</p:attrName>
                                        </p:attrNameLst>
                                      </p:cBhvr>
                                      <p:to>
                                        <p:strVal val="visible"/>
                                      </p:to>
                                    </p:set>
                                    <p:anim calcmode="lin" valueType="num">
                                      <p:cBhvr additive="base">
                                        <p:cTn id="12" dur="500" fill="hold"/>
                                        <p:tgtEl>
                                          <p:spTgt spid="61445"/>
                                        </p:tgtEl>
                                        <p:attrNameLst>
                                          <p:attrName>ppt_x</p:attrName>
                                        </p:attrNameLst>
                                      </p:cBhvr>
                                      <p:tavLst>
                                        <p:tav tm="0">
                                          <p:val>
                                            <p:strVal val="1+#ppt_w/2"/>
                                          </p:val>
                                        </p:tav>
                                        <p:tav tm="100000">
                                          <p:val>
                                            <p:strVal val="#ppt_x"/>
                                          </p:val>
                                        </p:tav>
                                      </p:tavLst>
                                    </p:anim>
                                    <p:anim calcmode="lin" valueType="num">
                                      <p:cBhvr additive="base">
                                        <p:cTn id="13" dur="500" fill="hold"/>
                                        <p:tgtEl>
                                          <p:spTgt spid="6144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1442"/>
                                        </p:tgtEl>
                                        <p:attrNameLst>
                                          <p:attrName>style.visibility</p:attrName>
                                        </p:attrNameLst>
                                      </p:cBhvr>
                                      <p:to>
                                        <p:strVal val="visible"/>
                                      </p:to>
                                    </p:set>
                                    <p:anim calcmode="lin" valueType="num">
                                      <p:cBhvr additive="base">
                                        <p:cTn id="17" dur="500" fill="hold"/>
                                        <p:tgtEl>
                                          <p:spTgt spid="61442"/>
                                        </p:tgtEl>
                                        <p:attrNameLst>
                                          <p:attrName>ppt_x</p:attrName>
                                        </p:attrNameLst>
                                      </p:cBhvr>
                                      <p:tavLst>
                                        <p:tav tm="0">
                                          <p:val>
                                            <p:strVal val="1+#ppt_w/2"/>
                                          </p:val>
                                        </p:tav>
                                        <p:tav tm="100000">
                                          <p:val>
                                            <p:strVal val="#ppt_x"/>
                                          </p:val>
                                        </p:tav>
                                      </p:tavLst>
                                    </p:anim>
                                    <p:anim calcmode="lin" valueType="num">
                                      <p:cBhvr additive="base">
                                        <p:cTn id="18" dur="500" fill="hold"/>
                                        <p:tgtEl>
                                          <p:spTgt spid="6144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500" fill="hold"/>
                                        <p:tgtEl>
                                          <p:spTgt spid="2"/>
                                        </p:tgtEl>
                                        <p:attrNameLst>
                                          <p:attrName>ppt_x</p:attrName>
                                        </p:attrNameLst>
                                      </p:cBhvr>
                                      <p:tavLst>
                                        <p:tav tm="0">
                                          <p:val>
                                            <p:strVal val="#ppt_x"/>
                                          </p:val>
                                        </p:tav>
                                        <p:tav tm="100000">
                                          <p:val>
                                            <p:strVal val="#ppt_x"/>
                                          </p:val>
                                        </p:tav>
                                      </p:tavLst>
                                    </p:anim>
                                    <p:anim calcmode="lin" valueType="num">
                                      <p:cBhvr additive="base">
                                        <p:cTn id="23" dur="500" fill="hold"/>
                                        <p:tgtEl>
                                          <p:spTgt spid="2"/>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61447"/>
                                        </p:tgtEl>
                                        <p:attrNameLst>
                                          <p:attrName>style.visibility</p:attrName>
                                        </p:attrNameLst>
                                      </p:cBhvr>
                                      <p:to>
                                        <p:strVal val="visible"/>
                                      </p:to>
                                    </p:set>
                                    <p:anim calcmode="lin" valueType="num">
                                      <p:cBhvr additive="base">
                                        <p:cTn id="27" dur="500" fill="hold"/>
                                        <p:tgtEl>
                                          <p:spTgt spid="61447"/>
                                        </p:tgtEl>
                                        <p:attrNameLst>
                                          <p:attrName>ppt_x</p:attrName>
                                        </p:attrNameLst>
                                      </p:cBhvr>
                                      <p:tavLst>
                                        <p:tav tm="0">
                                          <p:val>
                                            <p:strVal val="1+#ppt_w/2"/>
                                          </p:val>
                                        </p:tav>
                                        <p:tav tm="100000">
                                          <p:val>
                                            <p:strVal val="#ppt_x"/>
                                          </p:val>
                                        </p:tav>
                                      </p:tavLst>
                                    </p:anim>
                                    <p:anim calcmode="lin" valueType="num">
                                      <p:cBhvr additive="base">
                                        <p:cTn id="28" dur="500" fill="hold"/>
                                        <p:tgtEl>
                                          <p:spTgt spid="61447"/>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61448"/>
                                        </p:tgtEl>
                                        <p:attrNameLst>
                                          <p:attrName>style.visibility</p:attrName>
                                        </p:attrNameLst>
                                      </p:cBhvr>
                                      <p:to>
                                        <p:strVal val="visible"/>
                                      </p:to>
                                    </p:set>
                                    <p:anim calcmode="lin" valueType="num">
                                      <p:cBhvr additive="base">
                                        <p:cTn id="32" dur="500" fill="hold"/>
                                        <p:tgtEl>
                                          <p:spTgt spid="61448"/>
                                        </p:tgtEl>
                                        <p:attrNameLst>
                                          <p:attrName>ppt_x</p:attrName>
                                        </p:attrNameLst>
                                      </p:cBhvr>
                                      <p:tavLst>
                                        <p:tav tm="0">
                                          <p:val>
                                            <p:strVal val="1+#ppt_w/2"/>
                                          </p:val>
                                        </p:tav>
                                        <p:tav tm="100000">
                                          <p:val>
                                            <p:strVal val="#ppt_x"/>
                                          </p:val>
                                        </p:tav>
                                      </p:tavLst>
                                    </p:anim>
                                    <p:anim calcmode="lin" valueType="num">
                                      <p:cBhvr additive="base">
                                        <p:cTn id="33" dur="500" fill="hold"/>
                                        <p:tgtEl>
                                          <p:spTgt spid="61448"/>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2" fill="hold" grpId="0" nodeType="afterEffect">
                                  <p:stCondLst>
                                    <p:cond delay="0"/>
                                  </p:stCondLst>
                                  <p:childTnLst>
                                    <p:set>
                                      <p:cBhvr>
                                        <p:cTn id="36" dur="1" fill="hold">
                                          <p:stCondLst>
                                            <p:cond delay="0"/>
                                          </p:stCondLst>
                                        </p:cTn>
                                        <p:tgtEl>
                                          <p:spTgt spid="61449"/>
                                        </p:tgtEl>
                                        <p:attrNameLst>
                                          <p:attrName>style.visibility</p:attrName>
                                        </p:attrNameLst>
                                      </p:cBhvr>
                                      <p:to>
                                        <p:strVal val="visible"/>
                                      </p:to>
                                    </p:set>
                                    <p:anim calcmode="lin" valueType="num">
                                      <p:cBhvr additive="base">
                                        <p:cTn id="37" dur="500" fill="hold"/>
                                        <p:tgtEl>
                                          <p:spTgt spid="61449"/>
                                        </p:tgtEl>
                                        <p:attrNameLst>
                                          <p:attrName>ppt_x</p:attrName>
                                        </p:attrNameLst>
                                      </p:cBhvr>
                                      <p:tavLst>
                                        <p:tav tm="0">
                                          <p:val>
                                            <p:strVal val="1+#ppt_w/2"/>
                                          </p:val>
                                        </p:tav>
                                        <p:tav tm="100000">
                                          <p:val>
                                            <p:strVal val="#ppt_x"/>
                                          </p:val>
                                        </p:tav>
                                      </p:tavLst>
                                    </p:anim>
                                    <p:anim calcmode="lin" valueType="num">
                                      <p:cBhvr additive="base">
                                        <p:cTn id="38" dur="500" fill="hold"/>
                                        <p:tgtEl>
                                          <p:spTgt spid="61449"/>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2" fill="hold" grpId="0" nodeType="afterEffect">
                                  <p:stCondLst>
                                    <p:cond delay="0"/>
                                  </p:stCondLst>
                                  <p:childTnLst>
                                    <p:set>
                                      <p:cBhvr>
                                        <p:cTn id="41" dur="1" fill="hold">
                                          <p:stCondLst>
                                            <p:cond delay="0"/>
                                          </p:stCondLst>
                                        </p:cTn>
                                        <p:tgtEl>
                                          <p:spTgt spid="61450"/>
                                        </p:tgtEl>
                                        <p:attrNameLst>
                                          <p:attrName>style.visibility</p:attrName>
                                        </p:attrNameLst>
                                      </p:cBhvr>
                                      <p:to>
                                        <p:strVal val="visible"/>
                                      </p:to>
                                    </p:set>
                                    <p:anim calcmode="lin" valueType="num">
                                      <p:cBhvr additive="base">
                                        <p:cTn id="42" dur="500" fill="hold"/>
                                        <p:tgtEl>
                                          <p:spTgt spid="61450"/>
                                        </p:tgtEl>
                                        <p:attrNameLst>
                                          <p:attrName>ppt_x</p:attrName>
                                        </p:attrNameLst>
                                      </p:cBhvr>
                                      <p:tavLst>
                                        <p:tav tm="0">
                                          <p:val>
                                            <p:strVal val="1+#ppt_w/2"/>
                                          </p:val>
                                        </p:tav>
                                        <p:tav tm="100000">
                                          <p:val>
                                            <p:strVal val="#ppt_x"/>
                                          </p:val>
                                        </p:tav>
                                      </p:tavLst>
                                    </p:anim>
                                    <p:anim calcmode="lin" valueType="num">
                                      <p:cBhvr additive="base">
                                        <p:cTn id="43" dur="500" fill="hold"/>
                                        <p:tgtEl>
                                          <p:spTgt spid="61450"/>
                                        </p:tgtEl>
                                        <p:attrNameLst>
                                          <p:attrName>ppt_y</p:attrName>
                                        </p:attrNameLst>
                                      </p:cBhvr>
                                      <p:tavLst>
                                        <p:tav tm="0">
                                          <p:val>
                                            <p:strVal val="#ppt_y"/>
                                          </p:val>
                                        </p:tav>
                                        <p:tav tm="100000">
                                          <p:val>
                                            <p:strVal val="#ppt_y"/>
                                          </p:val>
                                        </p:tav>
                                      </p:tavLst>
                                    </p:anim>
                                  </p:childTnLst>
                                </p:cTn>
                              </p:par>
                            </p:childTnLst>
                          </p:cTn>
                        </p:par>
                        <p:par>
                          <p:cTn id="44" fill="hold" nodeType="afterGroup">
                            <p:stCondLst>
                              <p:cond delay="4000"/>
                            </p:stCondLst>
                            <p:childTnLst>
                              <p:par>
                                <p:cTn id="45" presetID="2" presetClass="entr" presetSubtype="2" fill="hold" grpId="0" nodeType="afterEffect">
                                  <p:stCondLst>
                                    <p:cond delay="0"/>
                                  </p:stCondLst>
                                  <p:childTnLst>
                                    <p:set>
                                      <p:cBhvr>
                                        <p:cTn id="46" dur="1" fill="hold">
                                          <p:stCondLst>
                                            <p:cond delay="0"/>
                                          </p:stCondLst>
                                        </p:cTn>
                                        <p:tgtEl>
                                          <p:spTgt spid="61451"/>
                                        </p:tgtEl>
                                        <p:attrNameLst>
                                          <p:attrName>style.visibility</p:attrName>
                                        </p:attrNameLst>
                                      </p:cBhvr>
                                      <p:to>
                                        <p:strVal val="visible"/>
                                      </p:to>
                                    </p:set>
                                    <p:anim calcmode="lin" valueType="num">
                                      <p:cBhvr additive="base">
                                        <p:cTn id="47" dur="500" fill="hold"/>
                                        <p:tgtEl>
                                          <p:spTgt spid="61451"/>
                                        </p:tgtEl>
                                        <p:attrNameLst>
                                          <p:attrName>ppt_x</p:attrName>
                                        </p:attrNameLst>
                                      </p:cBhvr>
                                      <p:tavLst>
                                        <p:tav tm="0">
                                          <p:val>
                                            <p:strVal val="1+#ppt_w/2"/>
                                          </p:val>
                                        </p:tav>
                                        <p:tav tm="100000">
                                          <p:val>
                                            <p:strVal val="#ppt_x"/>
                                          </p:val>
                                        </p:tav>
                                      </p:tavLst>
                                    </p:anim>
                                    <p:anim calcmode="lin" valueType="num">
                                      <p:cBhvr additive="base">
                                        <p:cTn id="48" dur="500" fill="hold"/>
                                        <p:tgtEl>
                                          <p:spTgt spid="61451"/>
                                        </p:tgtEl>
                                        <p:attrNameLst>
                                          <p:attrName>ppt_y</p:attrName>
                                        </p:attrNameLst>
                                      </p:cBhvr>
                                      <p:tavLst>
                                        <p:tav tm="0">
                                          <p:val>
                                            <p:strVal val="#ppt_y"/>
                                          </p:val>
                                        </p:tav>
                                        <p:tav tm="100000">
                                          <p:val>
                                            <p:strVal val="#ppt_y"/>
                                          </p:val>
                                        </p:tav>
                                      </p:tavLst>
                                    </p:anim>
                                  </p:childTnLst>
                                </p:cTn>
                              </p:par>
                            </p:childTnLst>
                          </p:cTn>
                        </p:par>
                        <p:par>
                          <p:cTn id="49" fill="hold" nodeType="afterGroup">
                            <p:stCondLst>
                              <p:cond delay="4500"/>
                            </p:stCondLst>
                            <p:childTnLst>
                              <p:par>
                                <p:cTn id="50" presetID="2" presetClass="entr" presetSubtype="2" fill="hold" grpId="0" nodeType="afterEffect">
                                  <p:stCondLst>
                                    <p:cond delay="0"/>
                                  </p:stCondLst>
                                  <p:childTnLst>
                                    <p:set>
                                      <p:cBhvr>
                                        <p:cTn id="51" dur="1" fill="hold">
                                          <p:stCondLst>
                                            <p:cond delay="0"/>
                                          </p:stCondLst>
                                        </p:cTn>
                                        <p:tgtEl>
                                          <p:spTgt spid="61452"/>
                                        </p:tgtEl>
                                        <p:attrNameLst>
                                          <p:attrName>style.visibility</p:attrName>
                                        </p:attrNameLst>
                                      </p:cBhvr>
                                      <p:to>
                                        <p:strVal val="visible"/>
                                      </p:to>
                                    </p:set>
                                    <p:anim calcmode="lin" valueType="num">
                                      <p:cBhvr additive="base">
                                        <p:cTn id="52" dur="500" fill="hold"/>
                                        <p:tgtEl>
                                          <p:spTgt spid="61452"/>
                                        </p:tgtEl>
                                        <p:attrNameLst>
                                          <p:attrName>ppt_x</p:attrName>
                                        </p:attrNameLst>
                                      </p:cBhvr>
                                      <p:tavLst>
                                        <p:tav tm="0">
                                          <p:val>
                                            <p:strVal val="1+#ppt_w/2"/>
                                          </p:val>
                                        </p:tav>
                                        <p:tav tm="100000">
                                          <p:val>
                                            <p:strVal val="#ppt_x"/>
                                          </p:val>
                                        </p:tav>
                                      </p:tavLst>
                                    </p:anim>
                                    <p:anim calcmode="lin" valueType="num">
                                      <p:cBhvr additive="base">
                                        <p:cTn id="53" dur="500" fill="hold"/>
                                        <p:tgtEl>
                                          <p:spTgt spid="61452"/>
                                        </p:tgtEl>
                                        <p:attrNameLst>
                                          <p:attrName>ppt_y</p:attrName>
                                        </p:attrNameLst>
                                      </p:cBhvr>
                                      <p:tavLst>
                                        <p:tav tm="0">
                                          <p:val>
                                            <p:strVal val="#ppt_y"/>
                                          </p:val>
                                        </p:tav>
                                        <p:tav tm="100000">
                                          <p:val>
                                            <p:strVal val="#ppt_y"/>
                                          </p:val>
                                        </p:tav>
                                      </p:tavLst>
                                    </p:anim>
                                  </p:childTnLst>
                                </p:cTn>
                              </p:par>
                            </p:childTnLst>
                          </p:cTn>
                        </p:par>
                        <p:par>
                          <p:cTn id="54" fill="hold" nodeType="afterGroup">
                            <p:stCondLst>
                              <p:cond delay="5000"/>
                            </p:stCondLst>
                            <p:childTnLst>
                              <p:par>
                                <p:cTn id="55" presetID="2" presetClass="entr" presetSubtype="2" fill="hold" grpId="0" nodeType="afterEffect">
                                  <p:stCondLst>
                                    <p:cond delay="0"/>
                                  </p:stCondLst>
                                  <p:childTnLst>
                                    <p:set>
                                      <p:cBhvr>
                                        <p:cTn id="56" dur="1" fill="hold">
                                          <p:stCondLst>
                                            <p:cond delay="0"/>
                                          </p:stCondLst>
                                        </p:cTn>
                                        <p:tgtEl>
                                          <p:spTgt spid="61453"/>
                                        </p:tgtEl>
                                        <p:attrNameLst>
                                          <p:attrName>style.visibility</p:attrName>
                                        </p:attrNameLst>
                                      </p:cBhvr>
                                      <p:to>
                                        <p:strVal val="visible"/>
                                      </p:to>
                                    </p:set>
                                    <p:anim calcmode="lin" valueType="num">
                                      <p:cBhvr additive="base">
                                        <p:cTn id="57" dur="500" fill="hold"/>
                                        <p:tgtEl>
                                          <p:spTgt spid="61453"/>
                                        </p:tgtEl>
                                        <p:attrNameLst>
                                          <p:attrName>ppt_x</p:attrName>
                                        </p:attrNameLst>
                                      </p:cBhvr>
                                      <p:tavLst>
                                        <p:tav tm="0">
                                          <p:val>
                                            <p:strVal val="1+#ppt_w/2"/>
                                          </p:val>
                                        </p:tav>
                                        <p:tav tm="100000">
                                          <p:val>
                                            <p:strVal val="#ppt_x"/>
                                          </p:val>
                                        </p:tav>
                                      </p:tavLst>
                                    </p:anim>
                                    <p:anim calcmode="lin" valueType="num">
                                      <p:cBhvr additive="base">
                                        <p:cTn id="58" dur="500" fill="hold"/>
                                        <p:tgtEl>
                                          <p:spTgt spid="61453"/>
                                        </p:tgtEl>
                                        <p:attrNameLst>
                                          <p:attrName>ppt_y</p:attrName>
                                        </p:attrNameLst>
                                      </p:cBhvr>
                                      <p:tavLst>
                                        <p:tav tm="0">
                                          <p:val>
                                            <p:strVal val="#ppt_y"/>
                                          </p:val>
                                        </p:tav>
                                        <p:tav tm="100000">
                                          <p:val>
                                            <p:strVal val="#ppt_y"/>
                                          </p:val>
                                        </p:tav>
                                      </p:tavLst>
                                    </p:anim>
                                  </p:childTnLst>
                                </p:cTn>
                              </p:par>
                            </p:childTnLst>
                          </p:cTn>
                        </p:par>
                        <p:par>
                          <p:cTn id="59" fill="hold" nodeType="afterGroup">
                            <p:stCondLst>
                              <p:cond delay="5500"/>
                            </p:stCondLst>
                            <p:childTnLst>
                              <p:par>
                                <p:cTn id="60" presetID="2" presetClass="entr" presetSubtype="2" fill="hold" grpId="0" nodeType="afterEffect">
                                  <p:stCondLst>
                                    <p:cond delay="0"/>
                                  </p:stCondLst>
                                  <p:childTnLst>
                                    <p:set>
                                      <p:cBhvr>
                                        <p:cTn id="61" dur="1" fill="hold">
                                          <p:stCondLst>
                                            <p:cond delay="0"/>
                                          </p:stCondLst>
                                        </p:cTn>
                                        <p:tgtEl>
                                          <p:spTgt spid="61454"/>
                                        </p:tgtEl>
                                        <p:attrNameLst>
                                          <p:attrName>style.visibility</p:attrName>
                                        </p:attrNameLst>
                                      </p:cBhvr>
                                      <p:to>
                                        <p:strVal val="visible"/>
                                      </p:to>
                                    </p:set>
                                    <p:anim calcmode="lin" valueType="num">
                                      <p:cBhvr additive="base">
                                        <p:cTn id="62" dur="500" fill="hold"/>
                                        <p:tgtEl>
                                          <p:spTgt spid="61454"/>
                                        </p:tgtEl>
                                        <p:attrNameLst>
                                          <p:attrName>ppt_x</p:attrName>
                                        </p:attrNameLst>
                                      </p:cBhvr>
                                      <p:tavLst>
                                        <p:tav tm="0">
                                          <p:val>
                                            <p:strVal val="1+#ppt_w/2"/>
                                          </p:val>
                                        </p:tav>
                                        <p:tav tm="100000">
                                          <p:val>
                                            <p:strVal val="#ppt_x"/>
                                          </p:val>
                                        </p:tav>
                                      </p:tavLst>
                                    </p:anim>
                                    <p:anim calcmode="lin" valueType="num">
                                      <p:cBhvr additive="base">
                                        <p:cTn id="63" dur="500" fill="hold"/>
                                        <p:tgtEl>
                                          <p:spTgt spid="61454"/>
                                        </p:tgtEl>
                                        <p:attrNameLst>
                                          <p:attrName>ppt_y</p:attrName>
                                        </p:attrNameLst>
                                      </p:cBhvr>
                                      <p:tavLst>
                                        <p:tav tm="0">
                                          <p:val>
                                            <p:strVal val="#ppt_y"/>
                                          </p:val>
                                        </p:tav>
                                        <p:tav tm="100000">
                                          <p:val>
                                            <p:strVal val="#ppt_y"/>
                                          </p:val>
                                        </p:tav>
                                      </p:tavLst>
                                    </p:anim>
                                  </p:childTnLst>
                                </p:cTn>
                              </p:par>
                            </p:childTnLst>
                          </p:cTn>
                        </p:par>
                        <p:par>
                          <p:cTn id="64" fill="hold" nodeType="afterGroup">
                            <p:stCondLst>
                              <p:cond delay="6000"/>
                            </p:stCondLst>
                            <p:childTnLst>
                              <p:par>
                                <p:cTn id="65" presetID="9" presetClass="entr" presetSubtype="0" fill="hold" grpId="0" nodeType="afterEffect">
                                  <p:stCondLst>
                                    <p:cond delay="0"/>
                                  </p:stCondLst>
                                  <p:childTnLst>
                                    <p:set>
                                      <p:cBhvr>
                                        <p:cTn id="66" dur="1" fill="hold">
                                          <p:stCondLst>
                                            <p:cond delay="0"/>
                                          </p:stCondLst>
                                        </p:cTn>
                                        <p:tgtEl>
                                          <p:spTgt spid="61457"/>
                                        </p:tgtEl>
                                        <p:attrNameLst>
                                          <p:attrName>style.visibility</p:attrName>
                                        </p:attrNameLst>
                                      </p:cBhvr>
                                      <p:to>
                                        <p:strVal val="visible"/>
                                      </p:to>
                                    </p:set>
                                    <p:animEffect transition="in" filter="dissolve">
                                      <p:cBhvr>
                                        <p:cTn id="67" dur="500"/>
                                        <p:tgtEl>
                                          <p:spTgt spid="61457"/>
                                        </p:tgtEl>
                                      </p:cBhvr>
                                    </p:animEffect>
                                  </p:childTnLst>
                                </p:cTn>
                              </p:par>
                            </p:childTnLst>
                          </p:cTn>
                        </p:par>
                        <p:par>
                          <p:cTn id="68" fill="hold" nodeType="afterGroup">
                            <p:stCondLst>
                              <p:cond delay="6500"/>
                            </p:stCondLst>
                            <p:childTnLst>
                              <p:par>
                                <p:cTn id="69" presetID="9" presetClass="entr" presetSubtype="0" fill="hold" grpId="0" nodeType="afterEffect">
                                  <p:stCondLst>
                                    <p:cond delay="0"/>
                                  </p:stCondLst>
                                  <p:childTnLst>
                                    <p:set>
                                      <p:cBhvr>
                                        <p:cTn id="70" dur="1" fill="hold">
                                          <p:stCondLst>
                                            <p:cond delay="0"/>
                                          </p:stCondLst>
                                        </p:cTn>
                                        <p:tgtEl>
                                          <p:spTgt spid="61461"/>
                                        </p:tgtEl>
                                        <p:attrNameLst>
                                          <p:attrName>style.visibility</p:attrName>
                                        </p:attrNameLst>
                                      </p:cBhvr>
                                      <p:to>
                                        <p:strVal val="visible"/>
                                      </p:to>
                                    </p:set>
                                    <p:animEffect transition="in" filter="dissolve">
                                      <p:cBhvr>
                                        <p:cTn id="71" dur="500"/>
                                        <p:tgtEl>
                                          <p:spTgt spid="61461"/>
                                        </p:tgtEl>
                                      </p:cBhvr>
                                    </p:animEffect>
                                  </p:childTnLst>
                                </p:cTn>
                              </p:par>
                            </p:childTnLst>
                          </p:cTn>
                        </p:par>
                        <p:par>
                          <p:cTn id="72" fill="hold" nodeType="afterGroup">
                            <p:stCondLst>
                              <p:cond delay="7000"/>
                            </p:stCondLst>
                            <p:childTnLst>
                              <p:par>
                                <p:cTn id="73" presetID="9" presetClass="entr" presetSubtype="0" fill="hold" grpId="0" nodeType="afterEffect">
                                  <p:stCondLst>
                                    <p:cond delay="0"/>
                                  </p:stCondLst>
                                  <p:childTnLst>
                                    <p:set>
                                      <p:cBhvr>
                                        <p:cTn id="74" dur="1" fill="hold">
                                          <p:stCondLst>
                                            <p:cond delay="0"/>
                                          </p:stCondLst>
                                        </p:cTn>
                                        <p:tgtEl>
                                          <p:spTgt spid="61465"/>
                                        </p:tgtEl>
                                        <p:attrNameLst>
                                          <p:attrName>style.visibility</p:attrName>
                                        </p:attrNameLst>
                                      </p:cBhvr>
                                      <p:to>
                                        <p:strVal val="visible"/>
                                      </p:to>
                                    </p:set>
                                    <p:animEffect transition="in" filter="dissolve">
                                      <p:cBhvr>
                                        <p:cTn id="75" dur="500"/>
                                        <p:tgtEl>
                                          <p:spTgt spid="61465"/>
                                        </p:tgtEl>
                                      </p:cBhvr>
                                    </p:animEffect>
                                  </p:childTnLst>
                                </p:cTn>
                              </p:par>
                            </p:childTnLst>
                          </p:cTn>
                        </p:par>
                        <p:par>
                          <p:cTn id="76" fill="hold" nodeType="afterGroup">
                            <p:stCondLst>
                              <p:cond delay="7500"/>
                            </p:stCondLst>
                            <p:childTnLst>
                              <p:par>
                                <p:cTn id="77" presetID="9" presetClass="entr" presetSubtype="0" fill="hold" grpId="0" nodeType="afterEffect">
                                  <p:stCondLst>
                                    <p:cond delay="0"/>
                                  </p:stCondLst>
                                  <p:childTnLst>
                                    <p:set>
                                      <p:cBhvr>
                                        <p:cTn id="78" dur="1" fill="hold">
                                          <p:stCondLst>
                                            <p:cond delay="0"/>
                                          </p:stCondLst>
                                        </p:cTn>
                                        <p:tgtEl>
                                          <p:spTgt spid="61469"/>
                                        </p:tgtEl>
                                        <p:attrNameLst>
                                          <p:attrName>style.visibility</p:attrName>
                                        </p:attrNameLst>
                                      </p:cBhvr>
                                      <p:to>
                                        <p:strVal val="visible"/>
                                      </p:to>
                                    </p:set>
                                    <p:animEffect transition="in" filter="dissolve">
                                      <p:cBhvr>
                                        <p:cTn id="79" dur="500"/>
                                        <p:tgtEl>
                                          <p:spTgt spid="61469"/>
                                        </p:tgtEl>
                                      </p:cBhvr>
                                    </p:animEffect>
                                  </p:childTnLst>
                                </p:cTn>
                              </p:par>
                            </p:childTnLst>
                          </p:cTn>
                        </p:par>
                        <p:par>
                          <p:cTn id="80" fill="hold" nodeType="afterGroup">
                            <p:stCondLst>
                              <p:cond delay="8000"/>
                            </p:stCondLst>
                            <p:childTnLst>
                              <p:par>
                                <p:cTn id="81" presetID="9" presetClass="entr" presetSubtype="0" fill="hold" nodeType="afterEffect">
                                  <p:stCondLst>
                                    <p:cond delay="0"/>
                                  </p:stCondLst>
                                  <p:childTnLst>
                                    <p:set>
                                      <p:cBhvr>
                                        <p:cTn id="82" dur="1" fill="hold">
                                          <p:stCondLst>
                                            <p:cond delay="0"/>
                                          </p:stCondLst>
                                        </p:cTn>
                                        <p:tgtEl>
                                          <p:spTgt spid="61455"/>
                                        </p:tgtEl>
                                        <p:attrNameLst>
                                          <p:attrName>style.visibility</p:attrName>
                                        </p:attrNameLst>
                                      </p:cBhvr>
                                      <p:to>
                                        <p:strVal val="visible"/>
                                      </p:to>
                                    </p:set>
                                    <p:animEffect transition="in" filter="dissolve">
                                      <p:cBhvr>
                                        <p:cTn id="83" dur="500"/>
                                        <p:tgtEl>
                                          <p:spTgt spid="61455"/>
                                        </p:tgtEl>
                                      </p:cBhvr>
                                    </p:animEffect>
                                  </p:childTnLst>
                                </p:cTn>
                              </p:par>
                            </p:childTnLst>
                          </p:cTn>
                        </p:par>
                        <p:par>
                          <p:cTn id="84" fill="hold" nodeType="afterGroup">
                            <p:stCondLst>
                              <p:cond delay="8500"/>
                            </p:stCondLst>
                            <p:childTnLst>
                              <p:par>
                                <p:cTn id="85" presetID="9" presetClass="entr" presetSubtype="0" fill="hold" nodeType="afterEffect">
                                  <p:stCondLst>
                                    <p:cond delay="0"/>
                                  </p:stCondLst>
                                  <p:childTnLst>
                                    <p:set>
                                      <p:cBhvr>
                                        <p:cTn id="86" dur="1" fill="hold">
                                          <p:stCondLst>
                                            <p:cond delay="0"/>
                                          </p:stCondLst>
                                        </p:cTn>
                                        <p:tgtEl>
                                          <p:spTgt spid="61456"/>
                                        </p:tgtEl>
                                        <p:attrNameLst>
                                          <p:attrName>style.visibility</p:attrName>
                                        </p:attrNameLst>
                                      </p:cBhvr>
                                      <p:to>
                                        <p:strVal val="visible"/>
                                      </p:to>
                                    </p:set>
                                    <p:animEffect transition="in" filter="dissolve">
                                      <p:cBhvr>
                                        <p:cTn id="87" dur="500"/>
                                        <p:tgtEl>
                                          <p:spTgt spid="61456"/>
                                        </p:tgtEl>
                                      </p:cBhvr>
                                    </p:animEffect>
                                  </p:childTnLst>
                                </p:cTn>
                              </p:par>
                            </p:childTnLst>
                          </p:cTn>
                        </p:par>
                        <p:par>
                          <p:cTn id="88" fill="hold" nodeType="afterGroup">
                            <p:stCondLst>
                              <p:cond delay="9000"/>
                            </p:stCondLst>
                            <p:childTnLst>
                              <p:par>
                                <p:cTn id="89" presetID="9" presetClass="entr" presetSubtype="0" fill="hold" grpId="0" nodeType="afterEffect">
                                  <p:stCondLst>
                                    <p:cond delay="0"/>
                                  </p:stCondLst>
                                  <p:childTnLst>
                                    <p:set>
                                      <p:cBhvr>
                                        <p:cTn id="90" dur="1" fill="hold">
                                          <p:stCondLst>
                                            <p:cond delay="0"/>
                                          </p:stCondLst>
                                        </p:cTn>
                                        <p:tgtEl>
                                          <p:spTgt spid="61458"/>
                                        </p:tgtEl>
                                        <p:attrNameLst>
                                          <p:attrName>style.visibility</p:attrName>
                                        </p:attrNameLst>
                                      </p:cBhvr>
                                      <p:to>
                                        <p:strVal val="visible"/>
                                      </p:to>
                                    </p:set>
                                    <p:animEffect transition="in" filter="dissolve">
                                      <p:cBhvr>
                                        <p:cTn id="91" dur="500"/>
                                        <p:tgtEl>
                                          <p:spTgt spid="61458"/>
                                        </p:tgtEl>
                                      </p:cBhvr>
                                    </p:animEffect>
                                  </p:childTnLst>
                                </p:cTn>
                              </p:par>
                            </p:childTnLst>
                          </p:cTn>
                        </p:par>
                        <p:par>
                          <p:cTn id="92" fill="hold" nodeType="afterGroup">
                            <p:stCondLst>
                              <p:cond delay="9500"/>
                            </p:stCondLst>
                            <p:childTnLst>
                              <p:par>
                                <p:cTn id="93" presetID="9" presetClass="entr" presetSubtype="0" fill="hold" nodeType="afterEffect">
                                  <p:stCondLst>
                                    <p:cond delay="0"/>
                                  </p:stCondLst>
                                  <p:childTnLst>
                                    <p:set>
                                      <p:cBhvr>
                                        <p:cTn id="94" dur="1" fill="hold">
                                          <p:stCondLst>
                                            <p:cond delay="0"/>
                                          </p:stCondLst>
                                        </p:cTn>
                                        <p:tgtEl>
                                          <p:spTgt spid="61459"/>
                                        </p:tgtEl>
                                        <p:attrNameLst>
                                          <p:attrName>style.visibility</p:attrName>
                                        </p:attrNameLst>
                                      </p:cBhvr>
                                      <p:to>
                                        <p:strVal val="visible"/>
                                      </p:to>
                                    </p:set>
                                    <p:animEffect transition="in" filter="dissolve">
                                      <p:cBhvr>
                                        <p:cTn id="95" dur="500"/>
                                        <p:tgtEl>
                                          <p:spTgt spid="61459"/>
                                        </p:tgtEl>
                                      </p:cBhvr>
                                    </p:animEffect>
                                  </p:childTnLst>
                                </p:cTn>
                              </p:par>
                            </p:childTnLst>
                          </p:cTn>
                        </p:par>
                        <p:par>
                          <p:cTn id="96" fill="hold" nodeType="afterGroup">
                            <p:stCondLst>
                              <p:cond delay="10000"/>
                            </p:stCondLst>
                            <p:childTnLst>
                              <p:par>
                                <p:cTn id="97" presetID="9" presetClass="entr" presetSubtype="0" fill="hold" nodeType="afterEffect">
                                  <p:stCondLst>
                                    <p:cond delay="0"/>
                                  </p:stCondLst>
                                  <p:childTnLst>
                                    <p:set>
                                      <p:cBhvr>
                                        <p:cTn id="98" dur="1" fill="hold">
                                          <p:stCondLst>
                                            <p:cond delay="0"/>
                                          </p:stCondLst>
                                        </p:cTn>
                                        <p:tgtEl>
                                          <p:spTgt spid="61460"/>
                                        </p:tgtEl>
                                        <p:attrNameLst>
                                          <p:attrName>style.visibility</p:attrName>
                                        </p:attrNameLst>
                                      </p:cBhvr>
                                      <p:to>
                                        <p:strVal val="visible"/>
                                      </p:to>
                                    </p:set>
                                    <p:animEffect transition="in" filter="dissolve">
                                      <p:cBhvr>
                                        <p:cTn id="99" dur="500"/>
                                        <p:tgtEl>
                                          <p:spTgt spid="61460"/>
                                        </p:tgtEl>
                                      </p:cBhvr>
                                    </p:animEffect>
                                  </p:childTnLst>
                                </p:cTn>
                              </p:par>
                            </p:childTnLst>
                          </p:cTn>
                        </p:par>
                        <p:par>
                          <p:cTn id="100" fill="hold" nodeType="afterGroup">
                            <p:stCondLst>
                              <p:cond delay="10500"/>
                            </p:stCondLst>
                            <p:childTnLst>
                              <p:par>
                                <p:cTn id="101" presetID="9" presetClass="entr" presetSubtype="0" fill="hold" grpId="0" nodeType="afterEffect">
                                  <p:stCondLst>
                                    <p:cond delay="0"/>
                                  </p:stCondLst>
                                  <p:childTnLst>
                                    <p:set>
                                      <p:cBhvr>
                                        <p:cTn id="102" dur="1" fill="hold">
                                          <p:stCondLst>
                                            <p:cond delay="0"/>
                                          </p:stCondLst>
                                        </p:cTn>
                                        <p:tgtEl>
                                          <p:spTgt spid="61462"/>
                                        </p:tgtEl>
                                        <p:attrNameLst>
                                          <p:attrName>style.visibility</p:attrName>
                                        </p:attrNameLst>
                                      </p:cBhvr>
                                      <p:to>
                                        <p:strVal val="visible"/>
                                      </p:to>
                                    </p:set>
                                    <p:animEffect transition="in" filter="dissolve">
                                      <p:cBhvr>
                                        <p:cTn id="103" dur="500"/>
                                        <p:tgtEl>
                                          <p:spTgt spid="61462"/>
                                        </p:tgtEl>
                                      </p:cBhvr>
                                    </p:animEffect>
                                  </p:childTnLst>
                                </p:cTn>
                              </p:par>
                            </p:childTnLst>
                          </p:cTn>
                        </p:par>
                        <p:par>
                          <p:cTn id="104" fill="hold" nodeType="afterGroup">
                            <p:stCondLst>
                              <p:cond delay="11000"/>
                            </p:stCondLst>
                            <p:childTnLst>
                              <p:par>
                                <p:cTn id="105" presetID="9" presetClass="entr" presetSubtype="0" fill="hold" nodeType="afterEffect">
                                  <p:stCondLst>
                                    <p:cond delay="0"/>
                                  </p:stCondLst>
                                  <p:childTnLst>
                                    <p:set>
                                      <p:cBhvr>
                                        <p:cTn id="106" dur="1" fill="hold">
                                          <p:stCondLst>
                                            <p:cond delay="0"/>
                                          </p:stCondLst>
                                        </p:cTn>
                                        <p:tgtEl>
                                          <p:spTgt spid="61463"/>
                                        </p:tgtEl>
                                        <p:attrNameLst>
                                          <p:attrName>style.visibility</p:attrName>
                                        </p:attrNameLst>
                                      </p:cBhvr>
                                      <p:to>
                                        <p:strVal val="visible"/>
                                      </p:to>
                                    </p:set>
                                    <p:animEffect transition="in" filter="dissolve">
                                      <p:cBhvr>
                                        <p:cTn id="107" dur="500"/>
                                        <p:tgtEl>
                                          <p:spTgt spid="61463"/>
                                        </p:tgtEl>
                                      </p:cBhvr>
                                    </p:animEffect>
                                  </p:childTnLst>
                                </p:cTn>
                              </p:par>
                            </p:childTnLst>
                          </p:cTn>
                        </p:par>
                        <p:par>
                          <p:cTn id="108" fill="hold" nodeType="afterGroup">
                            <p:stCondLst>
                              <p:cond delay="11500"/>
                            </p:stCondLst>
                            <p:childTnLst>
                              <p:par>
                                <p:cTn id="109" presetID="9" presetClass="entr" presetSubtype="0" fill="hold" nodeType="afterEffect">
                                  <p:stCondLst>
                                    <p:cond delay="0"/>
                                  </p:stCondLst>
                                  <p:childTnLst>
                                    <p:set>
                                      <p:cBhvr>
                                        <p:cTn id="110" dur="1" fill="hold">
                                          <p:stCondLst>
                                            <p:cond delay="0"/>
                                          </p:stCondLst>
                                        </p:cTn>
                                        <p:tgtEl>
                                          <p:spTgt spid="61464"/>
                                        </p:tgtEl>
                                        <p:attrNameLst>
                                          <p:attrName>style.visibility</p:attrName>
                                        </p:attrNameLst>
                                      </p:cBhvr>
                                      <p:to>
                                        <p:strVal val="visible"/>
                                      </p:to>
                                    </p:set>
                                    <p:animEffect transition="in" filter="dissolve">
                                      <p:cBhvr>
                                        <p:cTn id="111" dur="500"/>
                                        <p:tgtEl>
                                          <p:spTgt spid="61464"/>
                                        </p:tgtEl>
                                      </p:cBhvr>
                                    </p:animEffect>
                                  </p:childTnLst>
                                </p:cTn>
                              </p:par>
                            </p:childTnLst>
                          </p:cTn>
                        </p:par>
                        <p:par>
                          <p:cTn id="112" fill="hold" nodeType="afterGroup">
                            <p:stCondLst>
                              <p:cond delay="12000"/>
                            </p:stCondLst>
                            <p:childTnLst>
                              <p:par>
                                <p:cTn id="113" presetID="9" presetClass="entr" presetSubtype="0" fill="hold" grpId="0" nodeType="afterEffect">
                                  <p:stCondLst>
                                    <p:cond delay="0"/>
                                  </p:stCondLst>
                                  <p:childTnLst>
                                    <p:set>
                                      <p:cBhvr>
                                        <p:cTn id="114" dur="1" fill="hold">
                                          <p:stCondLst>
                                            <p:cond delay="0"/>
                                          </p:stCondLst>
                                        </p:cTn>
                                        <p:tgtEl>
                                          <p:spTgt spid="61466"/>
                                        </p:tgtEl>
                                        <p:attrNameLst>
                                          <p:attrName>style.visibility</p:attrName>
                                        </p:attrNameLst>
                                      </p:cBhvr>
                                      <p:to>
                                        <p:strVal val="visible"/>
                                      </p:to>
                                    </p:set>
                                    <p:animEffect transition="in" filter="dissolve">
                                      <p:cBhvr>
                                        <p:cTn id="115" dur="500"/>
                                        <p:tgtEl>
                                          <p:spTgt spid="61466"/>
                                        </p:tgtEl>
                                      </p:cBhvr>
                                    </p:animEffect>
                                  </p:childTnLst>
                                </p:cTn>
                              </p:par>
                            </p:childTnLst>
                          </p:cTn>
                        </p:par>
                        <p:par>
                          <p:cTn id="116" fill="hold" nodeType="afterGroup">
                            <p:stCondLst>
                              <p:cond delay="12500"/>
                            </p:stCondLst>
                            <p:childTnLst>
                              <p:par>
                                <p:cTn id="117" presetID="9" presetClass="entr" presetSubtype="0" fill="hold" nodeType="afterEffect">
                                  <p:stCondLst>
                                    <p:cond delay="0"/>
                                  </p:stCondLst>
                                  <p:childTnLst>
                                    <p:set>
                                      <p:cBhvr>
                                        <p:cTn id="118" dur="1" fill="hold">
                                          <p:stCondLst>
                                            <p:cond delay="0"/>
                                          </p:stCondLst>
                                        </p:cTn>
                                        <p:tgtEl>
                                          <p:spTgt spid="61467"/>
                                        </p:tgtEl>
                                        <p:attrNameLst>
                                          <p:attrName>style.visibility</p:attrName>
                                        </p:attrNameLst>
                                      </p:cBhvr>
                                      <p:to>
                                        <p:strVal val="visible"/>
                                      </p:to>
                                    </p:set>
                                    <p:animEffect transition="in" filter="dissolve">
                                      <p:cBhvr>
                                        <p:cTn id="119" dur="500"/>
                                        <p:tgtEl>
                                          <p:spTgt spid="61467"/>
                                        </p:tgtEl>
                                      </p:cBhvr>
                                    </p:animEffect>
                                  </p:childTnLst>
                                </p:cTn>
                              </p:par>
                            </p:childTnLst>
                          </p:cTn>
                        </p:par>
                        <p:par>
                          <p:cTn id="120" fill="hold" nodeType="afterGroup">
                            <p:stCondLst>
                              <p:cond delay="13000"/>
                            </p:stCondLst>
                            <p:childTnLst>
                              <p:par>
                                <p:cTn id="121" presetID="9" presetClass="entr" presetSubtype="0" fill="hold" nodeType="afterEffect">
                                  <p:stCondLst>
                                    <p:cond delay="0"/>
                                  </p:stCondLst>
                                  <p:childTnLst>
                                    <p:set>
                                      <p:cBhvr>
                                        <p:cTn id="122" dur="1" fill="hold">
                                          <p:stCondLst>
                                            <p:cond delay="0"/>
                                          </p:stCondLst>
                                        </p:cTn>
                                        <p:tgtEl>
                                          <p:spTgt spid="61468"/>
                                        </p:tgtEl>
                                        <p:attrNameLst>
                                          <p:attrName>style.visibility</p:attrName>
                                        </p:attrNameLst>
                                      </p:cBhvr>
                                      <p:to>
                                        <p:strVal val="visible"/>
                                      </p:to>
                                    </p:set>
                                    <p:animEffect transition="in" filter="dissolve">
                                      <p:cBhvr>
                                        <p:cTn id="123" dur="500"/>
                                        <p:tgtEl>
                                          <p:spTgt spid="61468"/>
                                        </p:tgtEl>
                                      </p:cBhvr>
                                    </p:animEffect>
                                  </p:childTnLst>
                                </p:cTn>
                              </p:par>
                            </p:childTnLst>
                          </p:cTn>
                        </p:par>
                        <p:par>
                          <p:cTn id="124" fill="hold" nodeType="afterGroup">
                            <p:stCondLst>
                              <p:cond delay="13500"/>
                            </p:stCondLst>
                            <p:childTnLst>
                              <p:par>
                                <p:cTn id="125" presetID="9" presetClass="entr" presetSubtype="0" fill="hold" grpId="0" nodeType="afterEffect">
                                  <p:stCondLst>
                                    <p:cond delay="0"/>
                                  </p:stCondLst>
                                  <p:childTnLst>
                                    <p:set>
                                      <p:cBhvr>
                                        <p:cTn id="126" dur="1" fill="hold">
                                          <p:stCondLst>
                                            <p:cond delay="0"/>
                                          </p:stCondLst>
                                        </p:cTn>
                                        <p:tgtEl>
                                          <p:spTgt spid="61470"/>
                                        </p:tgtEl>
                                        <p:attrNameLst>
                                          <p:attrName>style.visibility</p:attrName>
                                        </p:attrNameLst>
                                      </p:cBhvr>
                                      <p:to>
                                        <p:strVal val="visible"/>
                                      </p:to>
                                    </p:set>
                                    <p:animEffect transition="in" filter="dissolve">
                                      <p:cBhvr>
                                        <p:cTn id="127" dur="500"/>
                                        <p:tgtEl>
                                          <p:spTgt spid="614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2" grpId="0" autoUpdateAnimBg="0"/>
      <p:bldP spid="61444" grpId="0" autoUpdateAnimBg="0"/>
      <p:bldP spid="61445" grpId="0" autoUpdateAnimBg="0"/>
      <p:bldGraphic spid="2" grpId="0">
        <p:bldAsOne/>
      </p:bldGraphic>
      <p:bldP spid="61447" grpId="0" autoUpdateAnimBg="0"/>
      <p:bldP spid="61448" grpId="0" autoUpdateAnimBg="0"/>
      <p:bldP spid="61449" grpId="0" autoUpdateAnimBg="0"/>
      <p:bldP spid="61450" grpId="0" autoUpdateAnimBg="0"/>
      <p:bldP spid="61451" grpId="0" autoUpdateAnimBg="0"/>
      <p:bldP spid="61452" grpId="0" autoUpdateAnimBg="0"/>
      <p:bldP spid="61453" grpId="0" autoUpdateAnimBg="0"/>
      <p:bldP spid="61454" grpId="0" autoUpdateAnimBg="0"/>
      <p:bldP spid="61457" grpId="0" autoUpdateAnimBg="0"/>
      <p:bldP spid="61458" grpId="0" autoUpdateAnimBg="0"/>
      <p:bldP spid="61461" grpId="0" autoUpdateAnimBg="0"/>
      <p:bldP spid="61462" grpId="0" autoUpdateAnimBg="0"/>
      <p:bldP spid="61465" grpId="0" autoUpdateAnimBg="0"/>
      <p:bldP spid="61466" grpId="0" autoUpdateAnimBg="0"/>
      <p:bldP spid="61469" grpId="0" autoUpdateAnimBg="0"/>
      <p:bldP spid="61470" grpId="0" autoUpdateAnimBg="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2466" name="AutoShape 2"/>
          <p:cNvSpPr>
            <a:spLocks/>
          </p:cNvSpPr>
          <p:nvPr/>
        </p:nvSpPr>
        <p:spPr bwMode="auto">
          <a:xfrm>
            <a:off x="2235200" y="2974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246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40385C3-06B0-4E64-B789-A6955A13ADD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59</a:t>
            </a:fld>
            <a:endParaRPr lang="es-ES" altLang="en-US"/>
          </a:p>
        </p:txBody>
      </p:sp>
      <p:sp>
        <p:nvSpPr>
          <p:cNvPr id="62468" name="AutoShape 4"/>
          <p:cNvSpPr>
            <a:spLocks/>
          </p:cNvSpPr>
          <p:nvPr/>
        </p:nvSpPr>
        <p:spPr bwMode="auto">
          <a:xfrm>
            <a:off x="3289300" y="1125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Percent Info Bar</a:t>
            </a:r>
            <a:endParaRPr lang="es-ES">
              <a:ea typeface="ＭＳ Ｐゴシック" charset="0"/>
            </a:endParaRPr>
          </a:p>
        </p:txBody>
      </p:sp>
      <p:sp>
        <p:nvSpPr>
          <p:cNvPr id="62469" name="AutoShape 5"/>
          <p:cNvSpPr>
            <a:spLocks/>
          </p:cNvSpPr>
          <p:nvPr/>
        </p:nvSpPr>
        <p:spPr bwMode="auto">
          <a:xfrm>
            <a:off x="3302000" y="2146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2470" name="AutoShape 6"/>
          <p:cNvSpPr>
            <a:spLocks/>
          </p:cNvSpPr>
          <p:nvPr/>
        </p:nvSpPr>
        <p:spPr bwMode="auto">
          <a:xfrm>
            <a:off x="12839700" y="4783138"/>
            <a:ext cx="4157663" cy="868362"/>
          </a:xfrm>
          <a:prstGeom prst="roundRect">
            <a:avLst>
              <a:gd name="adj" fmla="val 26315"/>
            </a:avLst>
          </a:prstGeom>
          <a:solidFill>
            <a:srgbClr val="0C436D"/>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1" name="AutoShape 7"/>
          <p:cNvSpPr>
            <a:spLocks/>
          </p:cNvSpPr>
          <p:nvPr/>
        </p:nvSpPr>
        <p:spPr bwMode="auto">
          <a:xfrm>
            <a:off x="12988925" y="4892675"/>
            <a:ext cx="31750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35%</a:t>
            </a:r>
            <a:r>
              <a:rPr lang="es-ES" sz="3000">
                <a:solidFill>
                  <a:srgbClr val="FFFFFF"/>
                </a:solidFill>
                <a:latin typeface="Lato" charset="0"/>
                <a:ea typeface="ＭＳ Ｐゴシック" charset="0"/>
                <a:cs typeface="Lato" charset="0"/>
                <a:sym typeface="Lato" charset="0"/>
              </a:rPr>
              <a:t> | Production</a:t>
            </a:r>
            <a:endParaRPr lang="es-ES">
              <a:ea typeface="ＭＳ Ｐゴシック" charset="0"/>
            </a:endParaRPr>
          </a:p>
        </p:txBody>
      </p:sp>
      <p:sp>
        <p:nvSpPr>
          <p:cNvPr id="62472" name="AutoShape 8"/>
          <p:cNvSpPr>
            <a:spLocks/>
          </p:cNvSpPr>
          <p:nvPr/>
        </p:nvSpPr>
        <p:spPr bwMode="auto">
          <a:xfrm>
            <a:off x="12839700" y="5783263"/>
            <a:ext cx="6918325" cy="868362"/>
          </a:xfrm>
          <a:prstGeom prst="roundRect">
            <a:avLst>
              <a:gd name="adj" fmla="val 26315"/>
            </a:avLst>
          </a:prstGeom>
          <a:solidFill>
            <a:srgbClr val="46C1A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3" name="AutoShape 9"/>
          <p:cNvSpPr>
            <a:spLocks/>
          </p:cNvSpPr>
          <p:nvPr/>
        </p:nvSpPr>
        <p:spPr bwMode="auto">
          <a:xfrm>
            <a:off x="12988925" y="5894388"/>
            <a:ext cx="38608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75%</a:t>
            </a:r>
            <a:r>
              <a:rPr lang="es-ES" sz="3000">
                <a:solidFill>
                  <a:srgbClr val="FFFFFF"/>
                </a:solidFill>
                <a:latin typeface="Lato" charset="0"/>
                <a:ea typeface="ＭＳ Ｐゴシック" charset="0"/>
                <a:cs typeface="Lato" charset="0"/>
                <a:sym typeface="Lato" charset="0"/>
              </a:rPr>
              <a:t> | Results</a:t>
            </a:r>
            <a:endParaRPr lang="es-ES">
              <a:ea typeface="ＭＳ Ｐゴシック" charset="0"/>
            </a:endParaRPr>
          </a:p>
        </p:txBody>
      </p:sp>
      <p:sp>
        <p:nvSpPr>
          <p:cNvPr id="62474" name="AutoShape 10"/>
          <p:cNvSpPr>
            <a:spLocks/>
          </p:cNvSpPr>
          <p:nvPr/>
        </p:nvSpPr>
        <p:spPr bwMode="auto">
          <a:xfrm>
            <a:off x="12839700" y="6775450"/>
            <a:ext cx="8216900" cy="868363"/>
          </a:xfrm>
          <a:prstGeom prst="roundRect">
            <a:avLst>
              <a:gd name="adj" fmla="val 26315"/>
            </a:avLst>
          </a:prstGeom>
          <a:solidFill>
            <a:srgbClr val="0C436D"/>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5" name="AutoShape 11"/>
          <p:cNvSpPr>
            <a:spLocks/>
          </p:cNvSpPr>
          <p:nvPr/>
        </p:nvSpPr>
        <p:spPr bwMode="auto">
          <a:xfrm>
            <a:off x="12988925" y="6884988"/>
            <a:ext cx="42545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80%</a:t>
            </a:r>
            <a:r>
              <a:rPr lang="es-ES" sz="3000">
                <a:solidFill>
                  <a:srgbClr val="FFFFFF"/>
                </a:solidFill>
                <a:latin typeface="Lato" charset="0"/>
                <a:ea typeface="ＭＳ Ｐゴシック" charset="0"/>
                <a:cs typeface="Lato" charset="0"/>
                <a:sym typeface="Lato" charset="0"/>
              </a:rPr>
              <a:t> | Icons</a:t>
            </a:r>
            <a:endParaRPr lang="es-ES">
              <a:ea typeface="ＭＳ Ｐゴシック" charset="0"/>
            </a:endParaRPr>
          </a:p>
        </p:txBody>
      </p:sp>
      <p:sp>
        <p:nvSpPr>
          <p:cNvPr id="62476" name="AutoShape 12"/>
          <p:cNvSpPr>
            <a:spLocks/>
          </p:cNvSpPr>
          <p:nvPr/>
        </p:nvSpPr>
        <p:spPr bwMode="auto">
          <a:xfrm>
            <a:off x="12839700" y="7775575"/>
            <a:ext cx="5781675" cy="868363"/>
          </a:xfrm>
          <a:prstGeom prst="roundRect">
            <a:avLst>
              <a:gd name="adj" fmla="val 26315"/>
            </a:avLst>
          </a:prstGeom>
          <a:solidFill>
            <a:srgbClr val="46C1A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7" name="AutoShape 13"/>
          <p:cNvSpPr>
            <a:spLocks/>
          </p:cNvSpPr>
          <p:nvPr/>
        </p:nvSpPr>
        <p:spPr bwMode="auto">
          <a:xfrm>
            <a:off x="12988925" y="7885113"/>
            <a:ext cx="31750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60%</a:t>
            </a:r>
            <a:r>
              <a:rPr lang="es-ES" sz="3000">
                <a:solidFill>
                  <a:srgbClr val="FFFFFF"/>
                </a:solidFill>
                <a:latin typeface="Lato" charset="0"/>
                <a:ea typeface="ＭＳ Ｐゴシック" charset="0"/>
                <a:cs typeface="Lato" charset="0"/>
                <a:sym typeface="Lato" charset="0"/>
              </a:rPr>
              <a:t> | Pictures</a:t>
            </a:r>
            <a:endParaRPr lang="es-ES">
              <a:ea typeface="ＭＳ Ｐゴシック" charset="0"/>
            </a:endParaRPr>
          </a:p>
        </p:txBody>
      </p:sp>
      <p:sp>
        <p:nvSpPr>
          <p:cNvPr id="62478" name="AutoShape 14"/>
          <p:cNvSpPr>
            <a:spLocks/>
          </p:cNvSpPr>
          <p:nvPr/>
        </p:nvSpPr>
        <p:spPr bwMode="auto">
          <a:xfrm>
            <a:off x="12839700" y="8782050"/>
            <a:ext cx="7404100" cy="868363"/>
          </a:xfrm>
          <a:prstGeom prst="roundRect">
            <a:avLst>
              <a:gd name="adj" fmla="val 26315"/>
            </a:avLst>
          </a:prstGeom>
          <a:solidFill>
            <a:srgbClr val="0C436D"/>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9" name="AutoShape 15"/>
          <p:cNvSpPr>
            <a:spLocks/>
          </p:cNvSpPr>
          <p:nvPr/>
        </p:nvSpPr>
        <p:spPr bwMode="auto">
          <a:xfrm>
            <a:off x="12988925" y="8891588"/>
            <a:ext cx="38608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80%</a:t>
            </a:r>
            <a:r>
              <a:rPr lang="es-ES" sz="3000">
                <a:solidFill>
                  <a:srgbClr val="FFFFFF"/>
                </a:solidFill>
                <a:latin typeface="Lato" charset="0"/>
                <a:ea typeface="ＭＳ Ｐゴシック" charset="0"/>
                <a:cs typeface="Lato" charset="0"/>
                <a:sym typeface="Lato" charset="0"/>
              </a:rPr>
              <a:t> | Color Options</a:t>
            </a:r>
            <a:endParaRPr lang="es-ES">
              <a:ea typeface="ＭＳ Ｐゴシック" charset="0"/>
            </a:endParaRPr>
          </a:p>
        </p:txBody>
      </p:sp>
      <p:sp>
        <p:nvSpPr>
          <p:cNvPr id="62480" name="AutoShape 16"/>
          <p:cNvSpPr>
            <a:spLocks/>
          </p:cNvSpPr>
          <p:nvPr/>
        </p:nvSpPr>
        <p:spPr bwMode="auto">
          <a:xfrm>
            <a:off x="12839700" y="9782175"/>
            <a:ext cx="4806950" cy="868363"/>
          </a:xfrm>
          <a:prstGeom prst="roundRect">
            <a:avLst>
              <a:gd name="adj" fmla="val 26315"/>
            </a:avLst>
          </a:prstGeom>
          <a:solidFill>
            <a:srgbClr val="46C1A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81" name="AutoShape 17"/>
          <p:cNvSpPr>
            <a:spLocks/>
          </p:cNvSpPr>
          <p:nvPr/>
        </p:nvSpPr>
        <p:spPr bwMode="auto">
          <a:xfrm>
            <a:off x="12988925" y="9891713"/>
            <a:ext cx="25146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45%</a:t>
            </a:r>
            <a:r>
              <a:rPr lang="es-ES" sz="3000">
                <a:solidFill>
                  <a:srgbClr val="FFFFFF"/>
                </a:solidFill>
                <a:latin typeface="Lato" charset="0"/>
                <a:ea typeface="ＭＳ Ｐゴシック" charset="0"/>
                <a:cs typeface="Lato" charset="0"/>
                <a:sym typeface="Lato" charset="0"/>
              </a:rPr>
              <a:t> | Chart</a:t>
            </a:r>
            <a:endParaRPr lang="es-ES">
              <a:ea typeface="ＭＳ Ｐゴシック" charset="0"/>
            </a:endParaRPr>
          </a:p>
        </p:txBody>
      </p:sp>
      <p:sp>
        <p:nvSpPr>
          <p:cNvPr id="2" name="Picture Placeholder 1"/>
          <p:cNvSpPr>
            <a:spLocks noGrp="1"/>
          </p:cNvSpPr>
          <p:nvPr>
            <p:ph type="pic" sz="quarter" idx="10"/>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2468"/>
                                        </p:tgtEl>
                                        <p:attrNameLst>
                                          <p:attrName>style.visibility</p:attrName>
                                        </p:attrNameLst>
                                      </p:cBhvr>
                                      <p:to>
                                        <p:strVal val="visible"/>
                                      </p:to>
                                    </p:set>
                                    <p:anim calcmode="lin" valueType="num">
                                      <p:cBhvr additive="base">
                                        <p:cTn id="7" dur="500" fill="hold"/>
                                        <p:tgtEl>
                                          <p:spTgt spid="62468"/>
                                        </p:tgtEl>
                                        <p:attrNameLst>
                                          <p:attrName>ppt_x</p:attrName>
                                        </p:attrNameLst>
                                      </p:cBhvr>
                                      <p:tavLst>
                                        <p:tav tm="0">
                                          <p:val>
                                            <p:strVal val="1+#ppt_w/2"/>
                                          </p:val>
                                        </p:tav>
                                        <p:tav tm="100000">
                                          <p:val>
                                            <p:strVal val="#ppt_x"/>
                                          </p:val>
                                        </p:tav>
                                      </p:tavLst>
                                    </p:anim>
                                    <p:anim calcmode="lin" valueType="num">
                                      <p:cBhvr additive="base">
                                        <p:cTn id="8" dur="500" fill="hold"/>
                                        <p:tgtEl>
                                          <p:spTgt spid="6246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2469"/>
                                        </p:tgtEl>
                                        <p:attrNameLst>
                                          <p:attrName>style.visibility</p:attrName>
                                        </p:attrNameLst>
                                      </p:cBhvr>
                                      <p:to>
                                        <p:strVal val="visible"/>
                                      </p:to>
                                    </p:set>
                                    <p:anim calcmode="lin" valueType="num">
                                      <p:cBhvr additive="base">
                                        <p:cTn id="12" dur="500" fill="hold"/>
                                        <p:tgtEl>
                                          <p:spTgt spid="62469"/>
                                        </p:tgtEl>
                                        <p:attrNameLst>
                                          <p:attrName>ppt_x</p:attrName>
                                        </p:attrNameLst>
                                      </p:cBhvr>
                                      <p:tavLst>
                                        <p:tav tm="0">
                                          <p:val>
                                            <p:strVal val="1+#ppt_w/2"/>
                                          </p:val>
                                        </p:tav>
                                        <p:tav tm="100000">
                                          <p:val>
                                            <p:strVal val="#ppt_x"/>
                                          </p:val>
                                        </p:tav>
                                      </p:tavLst>
                                    </p:anim>
                                    <p:anim calcmode="lin" valueType="num">
                                      <p:cBhvr additive="base">
                                        <p:cTn id="13" dur="500" fill="hold"/>
                                        <p:tgtEl>
                                          <p:spTgt spid="6246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2466"/>
                                        </p:tgtEl>
                                        <p:attrNameLst>
                                          <p:attrName>style.visibility</p:attrName>
                                        </p:attrNameLst>
                                      </p:cBhvr>
                                      <p:to>
                                        <p:strVal val="visible"/>
                                      </p:to>
                                    </p:set>
                                    <p:anim calcmode="lin" valueType="num">
                                      <p:cBhvr additive="base">
                                        <p:cTn id="17" dur="500" fill="hold"/>
                                        <p:tgtEl>
                                          <p:spTgt spid="62466"/>
                                        </p:tgtEl>
                                        <p:attrNameLst>
                                          <p:attrName>ppt_x</p:attrName>
                                        </p:attrNameLst>
                                      </p:cBhvr>
                                      <p:tavLst>
                                        <p:tav tm="0">
                                          <p:val>
                                            <p:strVal val="1+#ppt_w/2"/>
                                          </p:val>
                                        </p:tav>
                                        <p:tav tm="100000">
                                          <p:val>
                                            <p:strVal val="#ppt_x"/>
                                          </p:val>
                                        </p:tav>
                                      </p:tavLst>
                                    </p:anim>
                                    <p:anim calcmode="lin" valueType="num">
                                      <p:cBhvr additive="base">
                                        <p:cTn id="18" dur="500" fill="hold"/>
                                        <p:tgtEl>
                                          <p:spTgt spid="6246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62470"/>
                                        </p:tgtEl>
                                        <p:attrNameLst>
                                          <p:attrName>style.visibility</p:attrName>
                                        </p:attrNameLst>
                                      </p:cBhvr>
                                      <p:to>
                                        <p:strVal val="visible"/>
                                      </p:to>
                                    </p:set>
                                    <p:animEffect transition="in" filter="wipe(left)">
                                      <p:cBhvr>
                                        <p:cTn id="22" dur="500"/>
                                        <p:tgtEl>
                                          <p:spTgt spid="62470"/>
                                        </p:tgtEl>
                                      </p:cBhvr>
                                    </p:animEffect>
                                  </p:childTnLst>
                                </p:cTn>
                              </p:par>
                            </p:childTnLst>
                          </p:cTn>
                        </p:par>
                        <p:par>
                          <p:cTn id="23" fill="hold" nodeType="afterGroup">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62471"/>
                                        </p:tgtEl>
                                        <p:attrNameLst>
                                          <p:attrName>style.visibility</p:attrName>
                                        </p:attrNameLst>
                                      </p:cBhvr>
                                      <p:to>
                                        <p:strVal val="visible"/>
                                      </p:to>
                                    </p:set>
                                    <p:animEffect transition="in" filter="wipe(left)">
                                      <p:cBhvr>
                                        <p:cTn id="26" dur="500"/>
                                        <p:tgtEl>
                                          <p:spTgt spid="62471"/>
                                        </p:tgtEl>
                                      </p:cBhvr>
                                    </p:animEffect>
                                  </p:childTnLst>
                                </p:cTn>
                              </p:par>
                            </p:childTnLst>
                          </p:cTn>
                        </p:par>
                        <p:par>
                          <p:cTn id="27" fill="hold" nodeType="afterGroup">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62472"/>
                                        </p:tgtEl>
                                        <p:attrNameLst>
                                          <p:attrName>style.visibility</p:attrName>
                                        </p:attrNameLst>
                                      </p:cBhvr>
                                      <p:to>
                                        <p:strVal val="visible"/>
                                      </p:to>
                                    </p:set>
                                    <p:animEffect transition="in" filter="wipe(left)">
                                      <p:cBhvr>
                                        <p:cTn id="30" dur="500"/>
                                        <p:tgtEl>
                                          <p:spTgt spid="62472"/>
                                        </p:tgtEl>
                                      </p:cBhvr>
                                    </p:animEffect>
                                  </p:childTnLst>
                                </p:cTn>
                              </p:par>
                            </p:childTnLst>
                          </p:cTn>
                        </p:par>
                        <p:par>
                          <p:cTn id="31" fill="hold" nodeType="afterGroup">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62473"/>
                                        </p:tgtEl>
                                        <p:attrNameLst>
                                          <p:attrName>style.visibility</p:attrName>
                                        </p:attrNameLst>
                                      </p:cBhvr>
                                      <p:to>
                                        <p:strVal val="visible"/>
                                      </p:to>
                                    </p:set>
                                    <p:animEffect transition="in" filter="wipe(left)">
                                      <p:cBhvr>
                                        <p:cTn id="34" dur="500"/>
                                        <p:tgtEl>
                                          <p:spTgt spid="62473"/>
                                        </p:tgtEl>
                                      </p:cBhvr>
                                    </p:animEffect>
                                  </p:childTnLst>
                                </p:cTn>
                              </p:par>
                            </p:childTnLst>
                          </p:cTn>
                        </p:par>
                        <p:par>
                          <p:cTn id="35" fill="hold" nodeType="afterGroup">
                            <p:stCondLst>
                              <p:cond delay="3500"/>
                            </p:stCondLst>
                            <p:childTnLst>
                              <p:par>
                                <p:cTn id="36" presetID="22" presetClass="entr" presetSubtype="8" fill="hold" grpId="0" nodeType="afterEffect">
                                  <p:stCondLst>
                                    <p:cond delay="0"/>
                                  </p:stCondLst>
                                  <p:childTnLst>
                                    <p:set>
                                      <p:cBhvr>
                                        <p:cTn id="37" dur="1" fill="hold">
                                          <p:stCondLst>
                                            <p:cond delay="0"/>
                                          </p:stCondLst>
                                        </p:cTn>
                                        <p:tgtEl>
                                          <p:spTgt spid="62474"/>
                                        </p:tgtEl>
                                        <p:attrNameLst>
                                          <p:attrName>style.visibility</p:attrName>
                                        </p:attrNameLst>
                                      </p:cBhvr>
                                      <p:to>
                                        <p:strVal val="visible"/>
                                      </p:to>
                                    </p:set>
                                    <p:animEffect transition="in" filter="wipe(left)">
                                      <p:cBhvr>
                                        <p:cTn id="38" dur="500"/>
                                        <p:tgtEl>
                                          <p:spTgt spid="62474"/>
                                        </p:tgtEl>
                                      </p:cBhvr>
                                    </p:animEffect>
                                  </p:childTnLst>
                                </p:cTn>
                              </p:par>
                            </p:childTnLst>
                          </p:cTn>
                        </p:par>
                        <p:par>
                          <p:cTn id="39" fill="hold" nodeType="afterGroup">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62475"/>
                                        </p:tgtEl>
                                        <p:attrNameLst>
                                          <p:attrName>style.visibility</p:attrName>
                                        </p:attrNameLst>
                                      </p:cBhvr>
                                      <p:to>
                                        <p:strVal val="visible"/>
                                      </p:to>
                                    </p:set>
                                    <p:animEffect transition="in" filter="wipe(left)">
                                      <p:cBhvr>
                                        <p:cTn id="42" dur="500"/>
                                        <p:tgtEl>
                                          <p:spTgt spid="62475"/>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62476"/>
                                        </p:tgtEl>
                                        <p:attrNameLst>
                                          <p:attrName>style.visibility</p:attrName>
                                        </p:attrNameLst>
                                      </p:cBhvr>
                                      <p:to>
                                        <p:strVal val="visible"/>
                                      </p:to>
                                    </p:set>
                                    <p:animEffect transition="in" filter="wipe(left)">
                                      <p:cBhvr>
                                        <p:cTn id="46" dur="500"/>
                                        <p:tgtEl>
                                          <p:spTgt spid="62476"/>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62477"/>
                                        </p:tgtEl>
                                        <p:attrNameLst>
                                          <p:attrName>style.visibility</p:attrName>
                                        </p:attrNameLst>
                                      </p:cBhvr>
                                      <p:to>
                                        <p:strVal val="visible"/>
                                      </p:to>
                                    </p:set>
                                    <p:animEffect transition="in" filter="wipe(left)">
                                      <p:cBhvr>
                                        <p:cTn id="50" dur="500"/>
                                        <p:tgtEl>
                                          <p:spTgt spid="62477"/>
                                        </p:tgtEl>
                                      </p:cBhvr>
                                    </p:animEffect>
                                  </p:childTnLst>
                                </p:cTn>
                              </p:par>
                            </p:childTnLst>
                          </p:cTn>
                        </p:par>
                        <p:par>
                          <p:cTn id="51" fill="hold" nodeType="afterGroup">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62478"/>
                                        </p:tgtEl>
                                        <p:attrNameLst>
                                          <p:attrName>style.visibility</p:attrName>
                                        </p:attrNameLst>
                                      </p:cBhvr>
                                      <p:to>
                                        <p:strVal val="visible"/>
                                      </p:to>
                                    </p:set>
                                    <p:animEffect transition="in" filter="wipe(left)">
                                      <p:cBhvr>
                                        <p:cTn id="54" dur="500"/>
                                        <p:tgtEl>
                                          <p:spTgt spid="62478"/>
                                        </p:tgtEl>
                                      </p:cBhvr>
                                    </p:animEffect>
                                  </p:childTnLst>
                                </p:cTn>
                              </p:par>
                            </p:childTnLst>
                          </p:cTn>
                        </p:par>
                        <p:par>
                          <p:cTn id="55" fill="hold" nodeType="afterGroup">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62479"/>
                                        </p:tgtEl>
                                        <p:attrNameLst>
                                          <p:attrName>style.visibility</p:attrName>
                                        </p:attrNameLst>
                                      </p:cBhvr>
                                      <p:to>
                                        <p:strVal val="visible"/>
                                      </p:to>
                                    </p:set>
                                    <p:animEffect transition="in" filter="wipe(left)">
                                      <p:cBhvr>
                                        <p:cTn id="58" dur="500"/>
                                        <p:tgtEl>
                                          <p:spTgt spid="62479"/>
                                        </p:tgtEl>
                                      </p:cBhvr>
                                    </p:animEffect>
                                  </p:childTnLst>
                                </p:cTn>
                              </p:par>
                            </p:childTnLst>
                          </p:cTn>
                        </p:par>
                        <p:par>
                          <p:cTn id="59" fill="hold" nodeType="afterGroup">
                            <p:stCondLst>
                              <p:cond delay="6500"/>
                            </p:stCondLst>
                            <p:childTnLst>
                              <p:par>
                                <p:cTn id="60" presetID="22" presetClass="entr" presetSubtype="8" fill="hold" grpId="0" nodeType="afterEffect">
                                  <p:stCondLst>
                                    <p:cond delay="0"/>
                                  </p:stCondLst>
                                  <p:childTnLst>
                                    <p:set>
                                      <p:cBhvr>
                                        <p:cTn id="61" dur="1" fill="hold">
                                          <p:stCondLst>
                                            <p:cond delay="0"/>
                                          </p:stCondLst>
                                        </p:cTn>
                                        <p:tgtEl>
                                          <p:spTgt spid="62480"/>
                                        </p:tgtEl>
                                        <p:attrNameLst>
                                          <p:attrName>style.visibility</p:attrName>
                                        </p:attrNameLst>
                                      </p:cBhvr>
                                      <p:to>
                                        <p:strVal val="visible"/>
                                      </p:to>
                                    </p:set>
                                    <p:animEffect transition="in" filter="wipe(left)">
                                      <p:cBhvr>
                                        <p:cTn id="62" dur="500"/>
                                        <p:tgtEl>
                                          <p:spTgt spid="62480"/>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62481"/>
                                        </p:tgtEl>
                                        <p:attrNameLst>
                                          <p:attrName>style.visibility</p:attrName>
                                        </p:attrNameLst>
                                      </p:cBhvr>
                                      <p:to>
                                        <p:strVal val="visible"/>
                                      </p:to>
                                    </p:set>
                                    <p:animEffect transition="in" filter="wipe(left)">
                                      <p:cBhvr>
                                        <p:cTn id="66" dur="500"/>
                                        <p:tgtEl>
                                          <p:spTgt spid="624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466" grpId="0" autoUpdateAnimBg="0"/>
      <p:bldP spid="62468" grpId="0" autoUpdateAnimBg="0"/>
      <p:bldP spid="62469" grpId="0" autoUpdateAnimBg="0"/>
      <p:bldP spid="62470" grpId="0" animBg="1" autoUpdateAnimBg="0"/>
      <p:bldP spid="62471" grpId="0" autoUpdateAnimBg="0"/>
      <p:bldP spid="62472" grpId="0" animBg="1" autoUpdateAnimBg="0"/>
      <p:bldP spid="62473" grpId="0" autoUpdateAnimBg="0"/>
      <p:bldP spid="62474" grpId="0" animBg="1" autoUpdateAnimBg="0"/>
      <p:bldP spid="62475" grpId="0" autoUpdateAnimBg="0"/>
      <p:bldP spid="62476" grpId="0" animBg="1" autoUpdateAnimBg="0"/>
      <p:bldP spid="62477" grpId="0" autoUpdateAnimBg="0"/>
      <p:bldP spid="62478" grpId="0" animBg="1" autoUpdateAnimBg="0"/>
      <p:bldP spid="62479" grpId="0" autoUpdateAnimBg="0"/>
      <p:bldP spid="62480" grpId="0" animBg="1" autoUpdateAnimBg="0"/>
      <p:bldP spid="62481" grpId="0" autoUpdateAnimBg="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3490"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3491"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B47717D-9CC8-419A-BA30-9BCD9B709F63}"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60</a:t>
            </a:fld>
            <a:endParaRPr lang="es-ES" altLang="en-US"/>
          </a:p>
        </p:txBody>
      </p:sp>
      <p:sp>
        <p:nvSpPr>
          <p:cNvPr id="63492"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Mail Results</a:t>
            </a:r>
            <a:endParaRPr lang="es-ES">
              <a:ea typeface="ＭＳ Ｐゴシック" charset="0"/>
            </a:endParaRPr>
          </a:p>
        </p:txBody>
      </p:sp>
      <p:sp>
        <p:nvSpPr>
          <p:cNvPr id="63493"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3494" name="AutoShape 6"/>
          <p:cNvSpPr>
            <a:spLocks/>
          </p:cNvSpPr>
          <p:nvPr/>
        </p:nvSpPr>
        <p:spPr bwMode="auto">
          <a:xfrm>
            <a:off x="10421938" y="6788150"/>
            <a:ext cx="3009900" cy="2616200"/>
          </a:xfrm>
          <a:custGeom>
            <a:avLst/>
            <a:gdLst>
              <a:gd name="T0" fmla="*/ 1504950 w 21600"/>
              <a:gd name="T1" fmla="*/ 1308100 h 21600"/>
              <a:gd name="T2" fmla="*/ 1504950 w 21600"/>
              <a:gd name="T3" fmla="*/ 1308100 h 21600"/>
              <a:gd name="T4" fmla="*/ 1504950 w 21600"/>
              <a:gd name="T5" fmla="*/ 1308100 h 21600"/>
              <a:gd name="T6" fmla="*/ 1504950 w 21600"/>
              <a:gd name="T7" fmla="*/ 1308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600" y="7250"/>
                </a:cubicBezTo>
                <a:lnTo>
                  <a:pt x="21600" y="19981"/>
                </a:lnTo>
                <a:cubicBezTo>
                  <a:pt x="21600" y="20416"/>
                  <a:pt x="21470" y="20800"/>
                  <a:pt x="21208" y="21118"/>
                </a:cubicBezTo>
                <a:cubicBezTo>
                  <a:pt x="20946" y="21438"/>
                  <a:pt x="20632" y="21600"/>
                  <a:pt x="20265" y="21600"/>
                </a:cubicBezTo>
                <a:lnTo>
                  <a:pt x="1346" y="21600"/>
                </a:lnTo>
                <a:cubicBezTo>
                  <a:pt x="979" y="21600"/>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chemeClr val="accent4"/>
          </a:solidFill>
          <a:ln>
            <a:noFill/>
          </a:ln>
          <a:effectLst/>
          <a:extLst/>
        </p:spPr>
        <p:txBody>
          <a:bodyPr lIns="38100" tIns="38100" rIns="38100" bIns="38100" anchor="ctr"/>
          <a:lstStyle/>
          <a:p>
            <a:endParaRPr lang="en-US"/>
          </a:p>
        </p:txBody>
      </p:sp>
      <p:grpSp>
        <p:nvGrpSpPr>
          <p:cNvPr id="63495" name="Group 7"/>
          <p:cNvGrpSpPr>
            <a:grpSpLocks/>
          </p:cNvGrpSpPr>
          <p:nvPr/>
        </p:nvGrpSpPr>
        <p:grpSpPr bwMode="auto">
          <a:xfrm>
            <a:off x="2352675" y="5233988"/>
            <a:ext cx="19011900" cy="5473700"/>
            <a:chOff x="0" y="0"/>
            <a:chExt cx="19011900" cy="5473700"/>
          </a:xfrm>
        </p:grpSpPr>
        <p:grpSp>
          <p:nvGrpSpPr>
            <p:cNvPr id="63498" name="Group 8"/>
            <p:cNvGrpSpPr>
              <a:grpSpLocks/>
            </p:cNvGrpSpPr>
            <p:nvPr/>
          </p:nvGrpSpPr>
          <p:grpSpPr bwMode="auto">
            <a:xfrm>
              <a:off x="11730037" y="127000"/>
              <a:ext cx="7281863" cy="5346700"/>
              <a:chOff x="-1922463" y="0"/>
              <a:chExt cx="7281863" cy="5346700"/>
            </a:xfrm>
          </p:grpSpPr>
          <p:sp>
            <p:nvSpPr>
              <p:cNvPr id="63497" name="AutoShape 9"/>
              <p:cNvSpPr>
                <a:spLocks/>
              </p:cNvSpPr>
              <p:nvPr/>
            </p:nvSpPr>
            <p:spPr bwMode="auto">
              <a:xfrm>
                <a:off x="-1922463" y="0"/>
                <a:ext cx="7281863" cy="5346700"/>
              </a:xfrm>
              <a:custGeom>
                <a:avLst/>
                <a:gdLst>
                  <a:gd name="T0" fmla="*/ 3640932 w 21600"/>
                  <a:gd name="T1" fmla="*/ 2673350 h 21600"/>
                  <a:gd name="T2" fmla="*/ 3640932 w 21600"/>
                  <a:gd name="T3" fmla="*/ 2673350 h 21600"/>
                  <a:gd name="T4" fmla="*/ 3640932 w 21600"/>
                  <a:gd name="T5" fmla="*/ 2673350 h 21600"/>
                  <a:gd name="T6" fmla="*/ 3640932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651" y="0"/>
                    </a:moveTo>
                    <a:cubicBezTo>
                      <a:pt x="9690" y="0"/>
                      <a:pt x="6408" y="3936"/>
                      <a:pt x="5803" y="9086"/>
                    </a:cubicBezTo>
                    <a:lnTo>
                      <a:pt x="0" y="10825"/>
                    </a:lnTo>
                    <a:lnTo>
                      <a:pt x="5807" y="12546"/>
                    </a:lnTo>
                    <a:cubicBezTo>
                      <a:pt x="6421" y="17680"/>
                      <a:pt x="9698" y="21599"/>
                      <a:pt x="13651" y="21599"/>
                    </a:cubicBezTo>
                    <a:cubicBezTo>
                      <a:pt x="18041" y="21599"/>
                      <a:pt x="21599" y="16764"/>
                      <a:pt x="21599" y="10800"/>
                    </a:cubicBezTo>
                    <a:cubicBezTo>
                      <a:pt x="21599" y="4835"/>
                      <a:pt x="18041" y="0"/>
                      <a:pt x="13651" y="0"/>
                    </a:cubicBezTo>
                    <a:close/>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 name="AutoShape 10"/>
              <p:cNvSpPr>
                <a:spLocks/>
              </p:cNvSpPr>
              <p:nvPr/>
            </p:nvSpPr>
            <p:spPr bwMode="auto">
              <a:xfrm>
                <a:off x="657225" y="1792287"/>
                <a:ext cx="4178300" cy="22907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Suspendisse feugiat biben- dum egestas. Sed bibendum urna id sem tincidunt commodoat dictum</a:t>
                </a:r>
                <a:endParaRPr lang="es-ES">
                  <a:ea typeface="ＭＳ Ｐゴシック" charset="0"/>
                </a:endParaRPr>
              </a:p>
            </p:txBody>
          </p:sp>
          <p:sp>
            <p:nvSpPr>
              <p:cNvPr id="3" name="AutoShape 11"/>
              <p:cNvSpPr>
                <a:spLocks/>
              </p:cNvSpPr>
              <p:nvPr/>
            </p:nvSpPr>
            <p:spPr bwMode="auto">
              <a:xfrm>
                <a:off x="657225" y="1281112"/>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Followers</a:t>
                </a:r>
                <a:endParaRPr lang="es-ES">
                  <a:ea typeface="ＭＳ Ｐゴシック" charset="0"/>
                </a:endParaRPr>
              </a:p>
            </p:txBody>
          </p:sp>
        </p:grpSp>
        <p:grpSp>
          <p:nvGrpSpPr>
            <p:cNvPr id="63499" name="Group 12"/>
            <p:cNvGrpSpPr>
              <a:grpSpLocks/>
            </p:cNvGrpSpPr>
            <p:nvPr/>
          </p:nvGrpSpPr>
          <p:grpSpPr bwMode="auto">
            <a:xfrm>
              <a:off x="0" y="0"/>
              <a:ext cx="7449344" cy="5346700"/>
              <a:chOff x="0" y="0"/>
              <a:chExt cx="7449344" cy="5346700"/>
            </a:xfrm>
          </p:grpSpPr>
          <p:sp>
            <p:nvSpPr>
              <p:cNvPr id="63501" name="AutoShape 13"/>
              <p:cNvSpPr>
                <a:spLocks/>
              </p:cNvSpPr>
              <p:nvPr/>
            </p:nvSpPr>
            <p:spPr bwMode="auto">
              <a:xfrm>
                <a:off x="0" y="0"/>
                <a:ext cx="7449344" cy="5346700"/>
              </a:xfrm>
              <a:custGeom>
                <a:avLst/>
                <a:gdLst>
                  <a:gd name="T0" fmla="*/ 3724672 w 21600"/>
                  <a:gd name="T1" fmla="*/ 2673350 h 21600"/>
                  <a:gd name="T2" fmla="*/ 3724672 w 21600"/>
                  <a:gd name="T3" fmla="*/ 2673350 h 21600"/>
                  <a:gd name="T4" fmla="*/ 3724672 w 21600"/>
                  <a:gd name="T5" fmla="*/ 2673350 h 21600"/>
                  <a:gd name="T6" fmla="*/ 3724672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770" y="0"/>
                    </a:moveTo>
                    <a:cubicBezTo>
                      <a:pt x="3478" y="0"/>
                      <a:pt x="0" y="4835"/>
                      <a:pt x="0" y="10800"/>
                    </a:cubicBezTo>
                    <a:cubicBezTo>
                      <a:pt x="0" y="16764"/>
                      <a:pt x="3478" y="21599"/>
                      <a:pt x="7770" y="21599"/>
                    </a:cubicBezTo>
                    <a:cubicBezTo>
                      <a:pt x="11601" y="21599"/>
                      <a:pt x="14783" y="17744"/>
                      <a:pt x="15421" y="12672"/>
                    </a:cubicBezTo>
                    <a:lnTo>
                      <a:pt x="21599" y="11062"/>
                    </a:lnTo>
                    <a:lnTo>
                      <a:pt x="15456" y="9217"/>
                    </a:lnTo>
                    <a:cubicBezTo>
                      <a:pt x="14905" y="4003"/>
                      <a:pt x="11674" y="0"/>
                      <a:pt x="7770" y="0"/>
                    </a:cubicBezTo>
                    <a:close/>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3502" name="AutoShape 14"/>
              <p:cNvSpPr>
                <a:spLocks/>
              </p:cNvSpPr>
              <p:nvPr/>
            </p:nvSpPr>
            <p:spPr bwMode="auto">
              <a:xfrm>
                <a:off x="657225" y="1792287"/>
                <a:ext cx="4178300" cy="22907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Suspendisse feugiat biben- dum egestas. Sed bibendum urna id sem tincidunt commodoat dictum</a:t>
                </a:r>
                <a:endParaRPr lang="es-ES">
                  <a:ea typeface="ＭＳ Ｐゴシック" charset="0"/>
                </a:endParaRPr>
              </a:p>
            </p:txBody>
          </p:sp>
          <p:sp>
            <p:nvSpPr>
              <p:cNvPr id="63503" name="AutoShape 15"/>
              <p:cNvSpPr>
                <a:spLocks/>
              </p:cNvSpPr>
              <p:nvPr/>
            </p:nvSpPr>
            <p:spPr bwMode="auto">
              <a:xfrm>
                <a:off x="657225" y="1281112"/>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Brand Lovers</a:t>
                </a:r>
                <a:endParaRPr lang="es-ES">
                  <a:ea typeface="ＭＳ Ｐゴシック" charset="0"/>
                </a:endParaRPr>
              </a:p>
            </p:txBody>
          </p:sp>
        </p:grpSp>
      </p:grpSp>
      <p:sp>
        <p:nvSpPr>
          <p:cNvPr id="63504" name="AutoShape 16"/>
          <p:cNvSpPr>
            <a:spLocks/>
          </p:cNvSpPr>
          <p:nvPr/>
        </p:nvSpPr>
        <p:spPr bwMode="auto">
          <a:xfrm>
            <a:off x="8382000" y="10239375"/>
            <a:ext cx="6997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Suspendisse feugiat biben</a:t>
            </a:r>
            <a:endParaRPr lang="es-ES">
              <a:ea typeface="ＭＳ Ｐゴシック" charset="0"/>
            </a:endParaRPr>
          </a:p>
        </p:txBody>
      </p:sp>
      <p:sp>
        <p:nvSpPr>
          <p:cNvPr id="63505" name="AutoShape 17"/>
          <p:cNvSpPr>
            <a:spLocks/>
          </p:cNvSpPr>
          <p:nvPr/>
        </p:nvSpPr>
        <p:spPr bwMode="auto">
          <a:xfrm>
            <a:off x="9969500" y="9690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3492"/>
                                        </p:tgtEl>
                                        <p:attrNameLst>
                                          <p:attrName>style.visibility</p:attrName>
                                        </p:attrNameLst>
                                      </p:cBhvr>
                                      <p:to>
                                        <p:strVal val="visible"/>
                                      </p:to>
                                    </p:set>
                                    <p:anim calcmode="lin" valueType="num">
                                      <p:cBhvr additive="base">
                                        <p:cTn id="7" dur="500" fill="hold"/>
                                        <p:tgtEl>
                                          <p:spTgt spid="63492"/>
                                        </p:tgtEl>
                                        <p:attrNameLst>
                                          <p:attrName>ppt_x</p:attrName>
                                        </p:attrNameLst>
                                      </p:cBhvr>
                                      <p:tavLst>
                                        <p:tav tm="0">
                                          <p:val>
                                            <p:strVal val="1+#ppt_w/2"/>
                                          </p:val>
                                        </p:tav>
                                        <p:tav tm="100000">
                                          <p:val>
                                            <p:strVal val="#ppt_x"/>
                                          </p:val>
                                        </p:tav>
                                      </p:tavLst>
                                    </p:anim>
                                    <p:anim calcmode="lin" valueType="num">
                                      <p:cBhvr additive="base">
                                        <p:cTn id="8" dur="500" fill="hold"/>
                                        <p:tgtEl>
                                          <p:spTgt spid="6349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3493"/>
                                        </p:tgtEl>
                                        <p:attrNameLst>
                                          <p:attrName>style.visibility</p:attrName>
                                        </p:attrNameLst>
                                      </p:cBhvr>
                                      <p:to>
                                        <p:strVal val="visible"/>
                                      </p:to>
                                    </p:set>
                                    <p:anim calcmode="lin" valueType="num">
                                      <p:cBhvr additive="base">
                                        <p:cTn id="12" dur="500" fill="hold"/>
                                        <p:tgtEl>
                                          <p:spTgt spid="63493"/>
                                        </p:tgtEl>
                                        <p:attrNameLst>
                                          <p:attrName>ppt_x</p:attrName>
                                        </p:attrNameLst>
                                      </p:cBhvr>
                                      <p:tavLst>
                                        <p:tav tm="0">
                                          <p:val>
                                            <p:strVal val="1+#ppt_w/2"/>
                                          </p:val>
                                        </p:tav>
                                        <p:tav tm="100000">
                                          <p:val>
                                            <p:strVal val="#ppt_x"/>
                                          </p:val>
                                        </p:tav>
                                      </p:tavLst>
                                    </p:anim>
                                    <p:anim calcmode="lin" valueType="num">
                                      <p:cBhvr additive="base">
                                        <p:cTn id="13" dur="500" fill="hold"/>
                                        <p:tgtEl>
                                          <p:spTgt spid="6349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3490"/>
                                        </p:tgtEl>
                                        <p:attrNameLst>
                                          <p:attrName>style.visibility</p:attrName>
                                        </p:attrNameLst>
                                      </p:cBhvr>
                                      <p:to>
                                        <p:strVal val="visible"/>
                                      </p:to>
                                    </p:set>
                                    <p:anim calcmode="lin" valueType="num">
                                      <p:cBhvr additive="base">
                                        <p:cTn id="17" dur="500" fill="hold"/>
                                        <p:tgtEl>
                                          <p:spTgt spid="63490"/>
                                        </p:tgtEl>
                                        <p:attrNameLst>
                                          <p:attrName>ppt_x</p:attrName>
                                        </p:attrNameLst>
                                      </p:cBhvr>
                                      <p:tavLst>
                                        <p:tav tm="0">
                                          <p:val>
                                            <p:strVal val="1+#ppt_w/2"/>
                                          </p:val>
                                        </p:tav>
                                        <p:tav tm="100000">
                                          <p:val>
                                            <p:strVal val="#ppt_x"/>
                                          </p:val>
                                        </p:tav>
                                      </p:tavLst>
                                    </p:anim>
                                    <p:anim calcmode="lin" valueType="num">
                                      <p:cBhvr additive="base">
                                        <p:cTn id="18" dur="500" fill="hold"/>
                                        <p:tgtEl>
                                          <p:spTgt spid="6349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3504"/>
                                        </p:tgtEl>
                                        <p:attrNameLst>
                                          <p:attrName>style.visibility</p:attrName>
                                        </p:attrNameLst>
                                      </p:cBhvr>
                                      <p:to>
                                        <p:strVal val="visible"/>
                                      </p:to>
                                    </p:set>
                                    <p:animEffect transition="in" filter="dissolve">
                                      <p:cBhvr>
                                        <p:cTn id="22" dur="500"/>
                                        <p:tgtEl>
                                          <p:spTgt spid="63504"/>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3505"/>
                                        </p:tgtEl>
                                        <p:attrNameLst>
                                          <p:attrName>style.visibility</p:attrName>
                                        </p:attrNameLst>
                                      </p:cBhvr>
                                      <p:to>
                                        <p:strVal val="visible"/>
                                      </p:to>
                                    </p:set>
                                    <p:animEffect transition="in" filter="dissolve">
                                      <p:cBhvr>
                                        <p:cTn id="26" dur="500"/>
                                        <p:tgtEl>
                                          <p:spTgt spid="63505"/>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63494"/>
                                        </p:tgtEl>
                                        <p:attrNameLst>
                                          <p:attrName>style.visibility</p:attrName>
                                        </p:attrNameLst>
                                      </p:cBhvr>
                                      <p:to>
                                        <p:strVal val="visible"/>
                                      </p:to>
                                    </p:set>
                                    <p:animEffect transition="in" filter="dissolve">
                                      <p:cBhvr>
                                        <p:cTn id="30" dur="500"/>
                                        <p:tgtEl>
                                          <p:spTgt spid="63494"/>
                                        </p:tgtEl>
                                      </p:cBhvr>
                                    </p:animEffect>
                                  </p:childTnLst>
                                </p:cTn>
                              </p:par>
                            </p:childTnLst>
                          </p:cTn>
                        </p:par>
                        <p:par>
                          <p:cTn id="31" fill="hold" nodeType="afterGroup">
                            <p:stCondLst>
                              <p:cond delay="3000"/>
                            </p:stCondLst>
                            <p:childTnLst>
                              <p:par>
                                <p:cTn id="32" presetID="23" presetClass="entr" presetSubtype="16" fill="hold" nodeType="afterEffect">
                                  <p:stCondLst>
                                    <p:cond delay="0"/>
                                  </p:stCondLst>
                                  <p:childTnLst>
                                    <p:set>
                                      <p:cBhvr>
                                        <p:cTn id="33" dur="1" fill="hold">
                                          <p:stCondLst>
                                            <p:cond delay="0"/>
                                          </p:stCondLst>
                                        </p:cTn>
                                        <p:tgtEl>
                                          <p:spTgt spid="63495"/>
                                        </p:tgtEl>
                                        <p:attrNameLst>
                                          <p:attrName>style.visibility</p:attrName>
                                        </p:attrNameLst>
                                      </p:cBhvr>
                                      <p:to>
                                        <p:strVal val="visible"/>
                                      </p:to>
                                    </p:set>
                                    <p:anim calcmode="lin" valueType="num">
                                      <p:cBhvr>
                                        <p:cTn id="34" dur="500" fill="hold"/>
                                        <p:tgtEl>
                                          <p:spTgt spid="63495"/>
                                        </p:tgtEl>
                                        <p:attrNameLst>
                                          <p:attrName>ppt_w</p:attrName>
                                        </p:attrNameLst>
                                      </p:cBhvr>
                                      <p:tavLst>
                                        <p:tav tm="0">
                                          <p:val>
                                            <p:fltVal val="0"/>
                                          </p:val>
                                        </p:tav>
                                        <p:tav tm="100000">
                                          <p:val>
                                            <p:strVal val="#ppt_w"/>
                                          </p:val>
                                        </p:tav>
                                      </p:tavLst>
                                    </p:anim>
                                    <p:anim calcmode="lin" valueType="num">
                                      <p:cBhvr>
                                        <p:cTn id="35" dur="500" fill="hold"/>
                                        <p:tgtEl>
                                          <p:spTgt spid="6349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90" grpId="0" autoUpdateAnimBg="0"/>
      <p:bldP spid="63492" grpId="0" autoUpdateAnimBg="0"/>
      <p:bldP spid="63493" grpId="0" autoUpdateAnimBg="0"/>
      <p:bldP spid="63504" grpId="0" autoUpdateAnimBg="0"/>
      <p:bldP spid="63505" grpId="0"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3" name="AutoShape 1"/>
          <p:cNvSpPr>
            <a:spLocks/>
          </p:cNvSpPr>
          <p:nvPr/>
        </p:nvSpPr>
        <p:spPr bwMode="auto">
          <a:xfrm>
            <a:off x="2222500" y="4171950"/>
            <a:ext cx="5002213" cy="4862513"/>
          </a:xfrm>
          <a:custGeom>
            <a:avLst/>
            <a:gdLst>
              <a:gd name="T0" fmla="*/ 2501107 w 21600"/>
              <a:gd name="T1" fmla="*/ 2431257 h 21600"/>
              <a:gd name="T2" fmla="*/ 2501107 w 21600"/>
              <a:gd name="T3" fmla="*/ 2431257 h 21600"/>
              <a:gd name="T4" fmla="*/ 2501107 w 21600"/>
              <a:gd name="T5" fmla="*/ 2431257 h 21600"/>
              <a:gd name="T6" fmla="*/ 2501107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4514" name="AutoShape 2"/>
          <p:cNvSpPr>
            <a:spLocks/>
          </p:cNvSpPr>
          <p:nvPr/>
        </p:nvSpPr>
        <p:spPr bwMode="auto">
          <a:xfrm>
            <a:off x="7207250" y="4171950"/>
            <a:ext cx="5002213" cy="4862513"/>
          </a:xfrm>
          <a:custGeom>
            <a:avLst/>
            <a:gdLst>
              <a:gd name="T0" fmla="*/ 2501107 w 21600"/>
              <a:gd name="T1" fmla="*/ 2431257 h 21600"/>
              <a:gd name="T2" fmla="*/ 2501107 w 21600"/>
              <a:gd name="T3" fmla="*/ 2431257 h 21600"/>
              <a:gd name="T4" fmla="*/ 2501107 w 21600"/>
              <a:gd name="T5" fmla="*/ 2431257 h 21600"/>
              <a:gd name="T6" fmla="*/ 2501107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BB7A2"/>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4515" name="AutoShape 3"/>
          <p:cNvSpPr>
            <a:spLocks/>
          </p:cNvSpPr>
          <p:nvPr/>
        </p:nvSpPr>
        <p:spPr bwMode="auto">
          <a:xfrm>
            <a:off x="17195800" y="4171950"/>
            <a:ext cx="5003800" cy="4862513"/>
          </a:xfrm>
          <a:custGeom>
            <a:avLst/>
            <a:gdLst>
              <a:gd name="T0" fmla="*/ 2501900 w 21600"/>
              <a:gd name="T1" fmla="*/ 2431257 h 21600"/>
              <a:gd name="T2" fmla="*/ 2501900 w 21600"/>
              <a:gd name="T3" fmla="*/ 2431257 h 21600"/>
              <a:gd name="T4" fmla="*/ 2501900 w 21600"/>
              <a:gd name="T5" fmla="*/ 2431257 h 21600"/>
              <a:gd name="T6" fmla="*/ 2501900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BB7A2"/>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4516" name="AutoShape 4"/>
          <p:cNvSpPr>
            <a:spLocks/>
          </p:cNvSpPr>
          <p:nvPr/>
        </p:nvSpPr>
        <p:spPr bwMode="auto">
          <a:xfrm>
            <a:off x="12209463" y="4171950"/>
            <a:ext cx="5003800" cy="4862513"/>
          </a:xfrm>
          <a:custGeom>
            <a:avLst/>
            <a:gdLst>
              <a:gd name="T0" fmla="*/ 2501900 w 21600"/>
              <a:gd name="T1" fmla="*/ 2431257 h 21600"/>
              <a:gd name="T2" fmla="*/ 2501900 w 21600"/>
              <a:gd name="T3" fmla="*/ 2431257 h 21600"/>
              <a:gd name="T4" fmla="*/ 2501900 w 21600"/>
              <a:gd name="T5" fmla="*/ 2431257 h 21600"/>
              <a:gd name="T6" fmla="*/ 2501900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outerShdw blurRad="50800" dist="12700" algn="ctr" rotWithShape="0">
              <a:srgbClr val="000000">
                <a:alpha val="50000"/>
              </a:srgbClr>
            </a:outerShdw>
          </a:effectLst>
        </p:spPr>
        <p:txBody>
          <a:bodyPr lIns="0" tIns="0" rIns="0" bIns="0" anchor="ctr"/>
          <a:lstStyle/>
          <a:p>
            <a:endParaRPr lang="en-US"/>
          </a:p>
        </p:txBody>
      </p:sp>
      <p:sp>
        <p:nvSpPr>
          <p:cNvPr id="64517" name="AutoShape 5"/>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18" name="AutoShape 6"/>
          <p:cNvSpPr>
            <a:spLocks/>
          </p:cNvSpPr>
          <p:nvPr/>
        </p:nvSpPr>
        <p:spPr bwMode="auto">
          <a:xfrm>
            <a:off x="2235200" y="2720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4519" name="AutoShape 7"/>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92E0B0C-EB09-4F7D-A028-1095457C55F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61</a:t>
            </a:fld>
            <a:endParaRPr lang="es-ES" altLang="en-US"/>
          </a:p>
        </p:txBody>
      </p:sp>
      <p:sp>
        <p:nvSpPr>
          <p:cNvPr id="64520" name="AutoShape 8"/>
          <p:cNvSpPr>
            <a:spLocks/>
          </p:cNvSpPr>
          <p:nvPr/>
        </p:nvSpPr>
        <p:spPr bwMode="auto">
          <a:xfrm>
            <a:off x="3289300" y="884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Box Info</a:t>
            </a:r>
            <a:endParaRPr lang="es-ES">
              <a:ea typeface="ＭＳ Ｐゴシック" charset="0"/>
            </a:endParaRPr>
          </a:p>
        </p:txBody>
      </p:sp>
      <p:sp>
        <p:nvSpPr>
          <p:cNvPr id="64521" name="AutoShape 9"/>
          <p:cNvSpPr>
            <a:spLocks/>
          </p:cNvSpPr>
          <p:nvPr/>
        </p:nvSpPr>
        <p:spPr bwMode="auto">
          <a:xfrm>
            <a:off x="3302000" y="1892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4522" name="AutoShape 10"/>
          <p:cNvSpPr>
            <a:spLocks/>
          </p:cNvSpPr>
          <p:nvPr/>
        </p:nvSpPr>
        <p:spPr bwMode="auto">
          <a:xfrm>
            <a:off x="2524125" y="6570663"/>
            <a:ext cx="4460875" cy="461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Twitter</a:t>
            </a:r>
            <a:endParaRPr lang="es-ES">
              <a:ea typeface="ＭＳ Ｐゴシック" charset="0"/>
            </a:endParaRPr>
          </a:p>
        </p:txBody>
      </p:sp>
      <p:sp>
        <p:nvSpPr>
          <p:cNvPr id="64523" name="AutoShape 11"/>
          <p:cNvSpPr>
            <a:spLocks/>
          </p:cNvSpPr>
          <p:nvPr/>
        </p:nvSpPr>
        <p:spPr bwMode="auto">
          <a:xfrm>
            <a:off x="4181475" y="5353050"/>
            <a:ext cx="1084263" cy="765175"/>
          </a:xfrm>
          <a:custGeom>
            <a:avLst/>
            <a:gdLst>
              <a:gd name="T0" fmla="*/ 542132 w 21600"/>
              <a:gd name="T1" fmla="*/ 382588 h 21600"/>
              <a:gd name="T2" fmla="*/ 542132 w 21600"/>
              <a:gd name="T3" fmla="*/ 382588 h 21600"/>
              <a:gd name="T4" fmla="*/ 542132 w 21600"/>
              <a:gd name="T5" fmla="*/ 382588 h 21600"/>
              <a:gd name="T6" fmla="*/ 542132 w 21600"/>
              <a:gd name="T7" fmla="*/ 3825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85" y="9255"/>
                </a:moveTo>
                <a:cubicBezTo>
                  <a:pt x="21063" y="9210"/>
                  <a:pt x="21230" y="9255"/>
                  <a:pt x="21377" y="9380"/>
                </a:cubicBezTo>
                <a:cubicBezTo>
                  <a:pt x="21526" y="9505"/>
                  <a:pt x="21600" y="9721"/>
                  <a:pt x="21600" y="10023"/>
                </a:cubicBezTo>
                <a:cubicBezTo>
                  <a:pt x="21600" y="10346"/>
                  <a:pt x="21497" y="10621"/>
                  <a:pt x="21289" y="10853"/>
                </a:cubicBezTo>
                <a:cubicBezTo>
                  <a:pt x="21080" y="11083"/>
                  <a:pt x="20841" y="11291"/>
                  <a:pt x="20569" y="11475"/>
                </a:cubicBezTo>
                <a:cubicBezTo>
                  <a:pt x="20295" y="11659"/>
                  <a:pt x="20011" y="11802"/>
                  <a:pt x="19717" y="11903"/>
                </a:cubicBezTo>
                <a:cubicBezTo>
                  <a:pt x="19426" y="12000"/>
                  <a:pt x="19198" y="12063"/>
                  <a:pt x="19034" y="12087"/>
                </a:cubicBezTo>
                <a:cubicBezTo>
                  <a:pt x="18696" y="13626"/>
                  <a:pt x="18179" y="14991"/>
                  <a:pt x="17474" y="16176"/>
                </a:cubicBezTo>
                <a:cubicBezTo>
                  <a:pt x="16769" y="17364"/>
                  <a:pt x="15949" y="18355"/>
                  <a:pt x="15014" y="19143"/>
                </a:cubicBezTo>
                <a:cubicBezTo>
                  <a:pt x="14076" y="19939"/>
                  <a:pt x="13068" y="20543"/>
                  <a:pt x="11988" y="20964"/>
                </a:cubicBezTo>
                <a:cubicBezTo>
                  <a:pt x="10911" y="21388"/>
                  <a:pt x="9836" y="21599"/>
                  <a:pt x="8766" y="21599"/>
                </a:cubicBezTo>
                <a:cubicBezTo>
                  <a:pt x="7058" y="21599"/>
                  <a:pt x="5432" y="21082"/>
                  <a:pt x="3899" y="20043"/>
                </a:cubicBezTo>
                <a:cubicBezTo>
                  <a:pt x="2369" y="19008"/>
                  <a:pt x="1101" y="17493"/>
                  <a:pt x="95" y="15492"/>
                </a:cubicBezTo>
                <a:cubicBezTo>
                  <a:pt x="31" y="15314"/>
                  <a:pt x="0" y="15172"/>
                  <a:pt x="0" y="15061"/>
                </a:cubicBezTo>
                <a:cubicBezTo>
                  <a:pt x="0" y="14842"/>
                  <a:pt x="51" y="14654"/>
                  <a:pt x="156" y="14505"/>
                </a:cubicBezTo>
                <a:cubicBezTo>
                  <a:pt x="261" y="14352"/>
                  <a:pt x="396" y="14279"/>
                  <a:pt x="548" y="14279"/>
                </a:cubicBezTo>
                <a:cubicBezTo>
                  <a:pt x="658" y="14279"/>
                  <a:pt x="780" y="14349"/>
                  <a:pt x="913" y="14480"/>
                </a:cubicBezTo>
                <a:cubicBezTo>
                  <a:pt x="1872" y="15693"/>
                  <a:pt x="2996" y="16291"/>
                  <a:pt x="4279" y="16284"/>
                </a:cubicBezTo>
                <a:cubicBezTo>
                  <a:pt x="4737" y="16284"/>
                  <a:pt x="5197" y="16197"/>
                  <a:pt x="5655" y="16030"/>
                </a:cubicBezTo>
                <a:cubicBezTo>
                  <a:pt x="6113" y="15863"/>
                  <a:pt x="6531" y="15599"/>
                  <a:pt x="6913" y="15234"/>
                </a:cubicBezTo>
                <a:cubicBezTo>
                  <a:pt x="6688" y="15057"/>
                  <a:pt x="6502" y="14824"/>
                  <a:pt x="6357" y="14536"/>
                </a:cubicBezTo>
                <a:cubicBezTo>
                  <a:pt x="6213" y="14248"/>
                  <a:pt x="6142" y="13924"/>
                  <a:pt x="6142" y="13574"/>
                </a:cubicBezTo>
                <a:cubicBezTo>
                  <a:pt x="6142" y="13320"/>
                  <a:pt x="6171" y="13101"/>
                  <a:pt x="6235" y="12921"/>
                </a:cubicBezTo>
                <a:cubicBezTo>
                  <a:pt x="6095" y="12855"/>
                  <a:pt x="5919" y="12743"/>
                  <a:pt x="5713" y="12580"/>
                </a:cubicBezTo>
                <a:cubicBezTo>
                  <a:pt x="5508" y="12420"/>
                  <a:pt x="5307" y="12229"/>
                  <a:pt x="5116" y="12017"/>
                </a:cubicBezTo>
                <a:cubicBezTo>
                  <a:pt x="4923" y="11802"/>
                  <a:pt x="4764" y="11562"/>
                  <a:pt x="4634" y="11298"/>
                </a:cubicBezTo>
                <a:cubicBezTo>
                  <a:pt x="4507" y="11041"/>
                  <a:pt x="4440" y="10787"/>
                  <a:pt x="4440" y="10527"/>
                </a:cubicBezTo>
                <a:cubicBezTo>
                  <a:pt x="4440" y="10350"/>
                  <a:pt x="4480" y="10190"/>
                  <a:pt x="4558" y="10054"/>
                </a:cubicBezTo>
                <a:cubicBezTo>
                  <a:pt x="4636" y="9915"/>
                  <a:pt x="4734" y="9790"/>
                  <a:pt x="4852" y="9679"/>
                </a:cubicBezTo>
                <a:cubicBezTo>
                  <a:pt x="4531" y="9401"/>
                  <a:pt x="4235" y="8991"/>
                  <a:pt x="3961" y="8449"/>
                </a:cubicBezTo>
                <a:cubicBezTo>
                  <a:pt x="3689" y="7907"/>
                  <a:pt x="3552" y="7365"/>
                  <a:pt x="3552" y="6820"/>
                </a:cubicBezTo>
                <a:cubicBezTo>
                  <a:pt x="3552" y="6455"/>
                  <a:pt x="3681" y="6215"/>
                  <a:pt x="3939" y="6104"/>
                </a:cubicBezTo>
                <a:cubicBezTo>
                  <a:pt x="3664" y="5718"/>
                  <a:pt x="3446" y="5267"/>
                  <a:pt x="3287" y="4756"/>
                </a:cubicBezTo>
                <a:cubicBezTo>
                  <a:pt x="3126" y="4249"/>
                  <a:pt x="3047" y="3717"/>
                  <a:pt x="3047" y="3175"/>
                </a:cubicBezTo>
                <a:cubicBezTo>
                  <a:pt x="3047" y="2921"/>
                  <a:pt x="3084" y="2689"/>
                  <a:pt x="3160" y="2484"/>
                </a:cubicBezTo>
                <a:cubicBezTo>
                  <a:pt x="3231" y="2279"/>
                  <a:pt x="3380" y="2178"/>
                  <a:pt x="3596" y="2178"/>
                </a:cubicBezTo>
                <a:cubicBezTo>
                  <a:pt x="3738" y="2178"/>
                  <a:pt x="4068" y="2327"/>
                  <a:pt x="4582" y="2626"/>
                </a:cubicBezTo>
                <a:cubicBezTo>
                  <a:pt x="5097" y="2925"/>
                  <a:pt x="5655" y="3262"/>
                  <a:pt x="6252" y="3634"/>
                </a:cubicBezTo>
                <a:cubicBezTo>
                  <a:pt x="6852" y="4002"/>
                  <a:pt x="7422" y="4381"/>
                  <a:pt x="7971" y="4756"/>
                </a:cubicBezTo>
                <a:cubicBezTo>
                  <a:pt x="8514" y="5135"/>
                  <a:pt x="8898" y="5399"/>
                  <a:pt x="9116" y="5552"/>
                </a:cubicBezTo>
                <a:cubicBezTo>
                  <a:pt x="9312" y="5712"/>
                  <a:pt x="9501" y="5882"/>
                  <a:pt x="9675" y="6073"/>
                </a:cubicBezTo>
                <a:cubicBezTo>
                  <a:pt x="9848" y="6268"/>
                  <a:pt x="10022" y="6469"/>
                  <a:pt x="10196" y="6681"/>
                </a:cubicBezTo>
                <a:cubicBezTo>
                  <a:pt x="10350" y="6118"/>
                  <a:pt x="10536" y="5527"/>
                  <a:pt x="10747" y="4909"/>
                </a:cubicBezTo>
                <a:cubicBezTo>
                  <a:pt x="10957" y="4294"/>
                  <a:pt x="11192" y="3703"/>
                  <a:pt x="11449" y="3137"/>
                </a:cubicBezTo>
                <a:cubicBezTo>
                  <a:pt x="11709" y="2574"/>
                  <a:pt x="11993" y="2039"/>
                  <a:pt x="12306" y="1542"/>
                </a:cubicBezTo>
                <a:cubicBezTo>
                  <a:pt x="12617" y="1038"/>
                  <a:pt x="12967" y="632"/>
                  <a:pt x="13349" y="312"/>
                </a:cubicBezTo>
                <a:cubicBezTo>
                  <a:pt x="13410" y="243"/>
                  <a:pt x="13503" y="215"/>
                  <a:pt x="13631" y="215"/>
                </a:cubicBezTo>
                <a:cubicBezTo>
                  <a:pt x="13770" y="215"/>
                  <a:pt x="13876" y="257"/>
                  <a:pt x="13947" y="343"/>
                </a:cubicBezTo>
                <a:cubicBezTo>
                  <a:pt x="14071" y="278"/>
                  <a:pt x="14233" y="208"/>
                  <a:pt x="14434" y="121"/>
                </a:cubicBezTo>
                <a:cubicBezTo>
                  <a:pt x="14630" y="41"/>
                  <a:pt x="14799" y="0"/>
                  <a:pt x="14931" y="0"/>
                </a:cubicBezTo>
                <a:cubicBezTo>
                  <a:pt x="15156" y="0"/>
                  <a:pt x="15325" y="149"/>
                  <a:pt x="15433" y="448"/>
                </a:cubicBezTo>
                <a:cubicBezTo>
                  <a:pt x="15677" y="448"/>
                  <a:pt x="15898" y="535"/>
                  <a:pt x="16098" y="705"/>
                </a:cubicBezTo>
                <a:cubicBezTo>
                  <a:pt x="16294" y="878"/>
                  <a:pt x="16395" y="1156"/>
                  <a:pt x="16395" y="1546"/>
                </a:cubicBezTo>
                <a:cubicBezTo>
                  <a:pt x="16395" y="1890"/>
                  <a:pt x="16289" y="2185"/>
                  <a:pt x="16079" y="2425"/>
                </a:cubicBezTo>
                <a:cubicBezTo>
                  <a:pt x="16831" y="2904"/>
                  <a:pt x="17452" y="3595"/>
                  <a:pt x="17949" y="4506"/>
                </a:cubicBezTo>
                <a:cubicBezTo>
                  <a:pt x="18446" y="5416"/>
                  <a:pt x="18799" y="6427"/>
                  <a:pt x="19009" y="7532"/>
                </a:cubicBezTo>
                <a:cubicBezTo>
                  <a:pt x="19056" y="7556"/>
                  <a:pt x="19144" y="7567"/>
                  <a:pt x="19279" y="7567"/>
                </a:cubicBezTo>
                <a:cubicBezTo>
                  <a:pt x="19646" y="7567"/>
                  <a:pt x="19991" y="7476"/>
                  <a:pt x="20312" y="7292"/>
                </a:cubicBezTo>
                <a:cubicBezTo>
                  <a:pt x="20630" y="7108"/>
                  <a:pt x="20853" y="7021"/>
                  <a:pt x="20978" y="7021"/>
                </a:cubicBezTo>
                <a:cubicBezTo>
                  <a:pt x="21120" y="7021"/>
                  <a:pt x="21242" y="7098"/>
                  <a:pt x="21347" y="7257"/>
                </a:cubicBezTo>
                <a:cubicBezTo>
                  <a:pt x="21453" y="7421"/>
                  <a:pt x="21506" y="7601"/>
                  <a:pt x="21506" y="7799"/>
                </a:cubicBezTo>
                <a:cubicBezTo>
                  <a:pt x="21506" y="8053"/>
                  <a:pt x="21431" y="8321"/>
                  <a:pt x="21276" y="8606"/>
                </a:cubicBezTo>
                <a:cubicBezTo>
                  <a:pt x="21125" y="8883"/>
                  <a:pt x="20995" y="9099"/>
                  <a:pt x="20885" y="9255"/>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24" name="AutoShape 12"/>
          <p:cNvSpPr>
            <a:spLocks/>
          </p:cNvSpPr>
          <p:nvPr/>
        </p:nvSpPr>
        <p:spPr bwMode="auto">
          <a:xfrm>
            <a:off x="9167813" y="5168900"/>
            <a:ext cx="939800" cy="939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6"/>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close/>
              </a:path>
            </a:pathLst>
          </a:custGeom>
          <a:solidFill>
            <a:srgbClr val="FFFFFF"/>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647700">
              <a:defRPr/>
            </a:pPr>
            <a:r>
              <a:rPr lang="es-ES" sz="4200">
                <a:solidFill>
                  <a:srgbClr val="FFFFFF"/>
                </a:solidFill>
                <a:effectLst>
                  <a:outerShdw blurRad="38100" dist="38100" dir="2700000" algn="tl">
                    <a:srgbClr val="DDDDDD"/>
                  </a:outerShdw>
                </a:effectLst>
                <a:ea typeface="ＭＳ Ｐゴシック" charset="0"/>
              </a:rPr>
              <a:t>2</a:t>
            </a:r>
            <a:endParaRPr lang="es-ES">
              <a:ea typeface="ＭＳ Ｐゴシック" charset="0"/>
            </a:endParaRPr>
          </a:p>
        </p:txBody>
      </p:sp>
      <p:sp>
        <p:nvSpPr>
          <p:cNvPr id="64525" name="AutoShape 13"/>
          <p:cNvSpPr>
            <a:spLocks/>
          </p:cNvSpPr>
          <p:nvPr/>
        </p:nvSpPr>
        <p:spPr bwMode="auto">
          <a:xfrm>
            <a:off x="7526338" y="6570663"/>
            <a:ext cx="4460875" cy="461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Facebook</a:t>
            </a:r>
            <a:endParaRPr lang="es-ES">
              <a:ea typeface="ＭＳ Ｐゴシック" charset="0"/>
            </a:endParaRPr>
          </a:p>
        </p:txBody>
      </p:sp>
      <p:sp>
        <p:nvSpPr>
          <p:cNvPr id="64526" name="AutoShape 14"/>
          <p:cNvSpPr>
            <a:spLocks/>
          </p:cNvSpPr>
          <p:nvPr/>
        </p:nvSpPr>
        <p:spPr bwMode="auto">
          <a:xfrm>
            <a:off x="19319875" y="4892675"/>
            <a:ext cx="939800" cy="939800"/>
          </a:xfrm>
          <a:custGeom>
            <a:avLst/>
            <a:gdLst>
              <a:gd name="T0" fmla="*/ 469900 w 21600"/>
              <a:gd name="T1" fmla="*/ 469900 h 21600"/>
              <a:gd name="T2" fmla="*/ 469900 w 21600"/>
              <a:gd name="T3" fmla="*/ 469900 h 21600"/>
              <a:gd name="T4" fmla="*/ 469900 w 21600"/>
              <a:gd name="T5" fmla="*/ 469900 h 21600"/>
              <a:gd name="T6" fmla="*/ 469900 w 21600"/>
              <a:gd name="T7" fmla="*/ 4699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03" y="0"/>
                </a:moveTo>
                <a:cubicBezTo>
                  <a:pt x="2958" y="0"/>
                  <a:pt x="3296" y="72"/>
                  <a:pt x="3616" y="212"/>
                </a:cubicBezTo>
                <a:cubicBezTo>
                  <a:pt x="3937" y="356"/>
                  <a:pt x="4214" y="543"/>
                  <a:pt x="4457" y="777"/>
                </a:cubicBezTo>
                <a:cubicBezTo>
                  <a:pt x="4698" y="1013"/>
                  <a:pt x="4884" y="1289"/>
                  <a:pt x="5018" y="1611"/>
                </a:cubicBezTo>
                <a:cubicBezTo>
                  <a:pt x="5150" y="1931"/>
                  <a:pt x="5216" y="2270"/>
                  <a:pt x="5216" y="2630"/>
                </a:cubicBezTo>
                <a:cubicBezTo>
                  <a:pt x="5216" y="2987"/>
                  <a:pt x="5150" y="3324"/>
                  <a:pt x="5018" y="3643"/>
                </a:cubicBezTo>
                <a:cubicBezTo>
                  <a:pt x="4884" y="3957"/>
                  <a:pt x="4698" y="4239"/>
                  <a:pt x="4457" y="4470"/>
                </a:cubicBezTo>
                <a:cubicBezTo>
                  <a:pt x="4214" y="4703"/>
                  <a:pt x="3937" y="4890"/>
                  <a:pt x="3616" y="5034"/>
                </a:cubicBezTo>
                <a:cubicBezTo>
                  <a:pt x="3299" y="5178"/>
                  <a:pt x="2961" y="5247"/>
                  <a:pt x="2603" y="5247"/>
                </a:cubicBezTo>
                <a:cubicBezTo>
                  <a:pt x="2246" y="5247"/>
                  <a:pt x="1911" y="5178"/>
                  <a:pt x="1593" y="5034"/>
                </a:cubicBezTo>
                <a:cubicBezTo>
                  <a:pt x="1281" y="4890"/>
                  <a:pt x="1004" y="4703"/>
                  <a:pt x="772" y="4470"/>
                </a:cubicBezTo>
                <a:cubicBezTo>
                  <a:pt x="540" y="4239"/>
                  <a:pt x="354" y="3957"/>
                  <a:pt x="211" y="3643"/>
                </a:cubicBezTo>
                <a:cubicBezTo>
                  <a:pt x="68" y="3327"/>
                  <a:pt x="0" y="2987"/>
                  <a:pt x="0" y="2630"/>
                </a:cubicBezTo>
                <a:cubicBezTo>
                  <a:pt x="0" y="2270"/>
                  <a:pt x="68" y="1931"/>
                  <a:pt x="211" y="1611"/>
                </a:cubicBezTo>
                <a:cubicBezTo>
                  <a:pt x="354" y="1289"/>
                  <a:pt x="540" y="1013"/>
                  <a:pt x="772" y="777"/>
                </a:cubicBezTo>
                <a:cubicBezTo>
                  <a:pt x="1004" y="543"/>
                  <a:pt x="1281" y="356"/>
                  <a:pt x="1593" y="212"/>
                </a:cubicBezTo>
                <a:cubicBezTo>
                  <a:pt x="1911" y="74"/>
                  <a:pt x="2246" y="0"/>
                  <a:pt x="2603" y="0"/>
                </a:cubicBezTo>
                <a:moveTo>
                  <a:pt x="4546" y="6810"/>
                </a:moveTo>
                <a:cubicBezTo>
                  <a:pt x="4692" y="6810"/>
                  <a:pt x="4821" y="6865"/>
                  <a:pt x="4935" y="6977"/>
                </a:cubicBezTo>
                <a:cubicBezTo>
                  <a:pt x="5050" y="7086"/>
                  <a:pt x="5110" y="7219"/>
                  <a:pt x="5110" y="7377"/>
                </a:cubicBezTo>
                <a:lnTo>
                  <a:pt x="5110" y="21032"/>
                </a:lnTo>
                <a:cubicBezTo>
                  <a:pt x="5110" y="21179"/>
                  <a:pt x="5050" y="21312"/>
                  <a:pt x="4935" y="21427"/>
                </a:cubicBezTo>
                <a:cubicBezTo>
                  <a:pt x="4821" y="21542"/>
                  <a:pt x="4692" y="21600"/>
                  <a:pt x="4546" y="21600"/>
                </a:cubicBezTo>
                <a:lnTo>
                  <a:pt x="698" y="21600"/>
                </a:lnTo>
                <a:cubicBezTo>
                  <a:pt x="552" y="21600"/>
                  <a:pt x="420" y="21542"/>
                  <a:pt x="306" y="21427"/>
                </a:cubicBezTo>
                <a:cubicBezTo>
                  <a:pt x="194" y="21312"/>
                  <a:pt x="134" y="21179"/>
                  <a:pt x="134" y="21032"/>
                </a:cubicBezTo>
                <a:lnTo>
                  <a:pt x="134" y="7377"/>
                </a:lnTo>
                <a:cubicBezTo>
                  <a:pt x="134" y="7230"/>
                  <a:pt x="194" y="7098"/>
                  <a:pt x="306" y="6983"/>
                </a:cubicBezTo>
                <a:cubicBezTo>
                  <a:pt x="420" y="6870"/>
                  <a:pt x="552" y="6810"/>
                  <a:pt x="698" y="6810"/>
                </a:cubicBezTo>
                <a:lnTo>
                  <a:pt x="4546" y="6810"/>
                </a:lnTo>
                <a:close/>
                <a:moveTo>
                  <a:pt x="15874" y="6462"/>
                </a:moveTo>
                <a:cubicBezTo>
                  <a:pt x="17608" y="6462"/>
                  <a:pt x="18996" y="6899"/>
                  <a:pt x="20037" y="7777"/>
                </a:cubicBezTo>
                <a:cubicBezTo>
                  <a:pt x="21079" y="8658"/>
                  <a:pt x="21600" y="10002"/>
                  <a:pt x="21600" y="11821"/>
                </a:cubicBezTo>
                <a:lnTo>
                  <a:pt x="21600" y="21027"/>
                </a:lnTo>
                <a:cubicBezTo>
                  <a:pt x="21600" y="21173"/>
                  <a:pt x="21539" y="21306"/>
                  <a:pt x="21428" y="21421"/>
                </a:cubicBezTo>
                <a:cubicBezTo>
                  <a:pt x="21313" y="21536"/>
                  <a:pt x="21179" y="21594"/>
                  <a:pt x="21036" y="21594"/>
                </a:cubicBezTo>
                <a:lnTo>
                  <a:pt x="17076" y="21594"/>
                </a:lnTo>
                <a:cubicBezTo>
                  <a:pt x="16930" y="21594"/>
                  <a:pt x="16804" y="21536"/>
                  <a:pt x="16698" y="21421"/>
                </a:cubicBezTo>
                <a:cubicBezTo>
                  <a:pt x="16595" y="21306"/>
                  <a:pt x="16541" y="21173"/>
                  <a:pt x="16541" y="21027"/>
                </a:cubicBezTo>
                <a:lnTo>
                  <a:pt x="16541" y="12702"/>
                </a:lnTo>
                <a:cubicBezTo>
                  <a:pt x="16541" y="12005"/>
                  <a:pt x="16415" y="11470"/>
                  <a:pt x="16163" y="11101"/>
                </a:cubicBezTo>
                <a:cubicBezTo>
                  <a:pt x="15911" y="10736"/>
                  <a:pt x="15402" y="10552"/>
                  <a:pt x="14638" y="10552"/>
                </a:cubicBezTo>
                <a:cubicBezTo>
                  <a:pt x="14152" y="10552"/>
                  <a:pt x="13745" y="10632"/>
                  <a:pt x="13416" y="10794"/>
                </a:cubicBezTo>
                <a:cubicBezTo>
                  <a:pt x="13090" y="10958"/>
                  <a:pt x="12827" y="11171"/>
                  <a:pt x="12641" y="11441"/>
                </a:cubicBezTo>
                <a:cubicBezTo>
                  <a:pt x="12455" y="11714"/>
                  <a:pt x="12326" y="12040"/>
                  <a:pt x="12252" y="12414"/>
                </a:cubicBezTo>
                <a:cubicBezTo>
                  <a:pt x="12177" y="12791"/>
                  <a:pt x="12140" y="13194"/>
                  <a:pt x="12140" y="13629"/>
                </a:cubicBezTo>
                <a:lnTo>
                  <a:pt x="12140" y="21026"/>
                </a:lnTo>
                <a:cubicBezTo>
                  <a:pt x="12140" y="21173"/>
                  <a:pt x="12083" y="21306"/>
                  <a:pt x="11968" y="21421"/>
                </a:cubicBezTo>
                <a:cubicBezTo>
                  <a:pt x="11854" y="21536"/>
                  <a:pt x="11725" y="21594"/>
                  <a:pt x="11577" y="21594"/>
                </a:cubicBezTo>
                <a:lnTo>
                  <a:pt x="7728" y="21594"/>
                </a:lnTo>
                <a:cubicBezTo>
                  <a:pt x="7579" y="21594"/>
                  <a:pt x="7451" y="21536"/>
                  <a:pt x="7336" y="21421"/>
                </a:cubicBezTo>
                <a:cubicBezTo>
                  <a:pt x="7219" y="21306"/>
                  <a:pt x="7164" y="21173"/>
                  <a:pt x="7164" y="21026"/>
                </a:cubicBezTo>
                <a:lnTo>
                  <a:pt x="7164" y="7371"/>
                </a:lnTo>
                <a:cubicBezTo>
                  <a:pt x="7164" y="7224"/>
                  <a:pt x="7219" y="7092"/>
                  <a:pt x="7336" y="6977"/>
                </a:cubicBezTo>
                <a:cubicBezTo>
                  <a:pt x="7451" y="6864"/>
                  <a:pt x="7579" y="6804"/>
                  <a:pt x="7728" y="6804"/>
                </a:cubicBezTo>
                <a:lnTo>
                  <a:pt x="11468" y="6804"/>
                </a:lnTo>
                <a:cubicBezTo>
                  <a:pt x="11768" y="6804"/>
                  <a:pt x="11937" y="6919"/>
                  <a:pt x="11974" y="7155"/>
                </a:cubicBezTo>
                <a:cubicBezTo>
                  <a:pt x="12014" y="7388"/>
                  <a:pt x="12031" y="7610"/>
                  <a:pt x="12031" y="7823"/>
                </a:cubicBezTo>
                <a:cubicBezTo>
                  <a:pt x="12552" y="7334"/>
                  <a:pt x="13145" y="6985"/>
                  <a:pt x="13805" y="6775"/>
                </a:cubicBezTo>
                <a:cubicBezTo>
                  <a:pt x="14466" y="6565"/>
                  <a:pt x="15162" y="6462"/>
                  <a:pt x="15874" y="6462"/>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27" name="AutoShape 15"/>
          <p:cNvSpPr>
            <a:spLocks/>
          </p:cNvSpPr>
          <p:nvPr/>
        </p:nvSpPr>
        <p:spPr bwMode="auto">
          <a:xfrm>
            <a:off x="17530763" y="6570663"/>
            <a:ext cx="4460875" cy="461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In</a:t>
            </a:r>
            <a:endParaRPr lang="es-ES">
              <a:ea typeface="ＭＳ Ｐゴシック" charset="0"/>
            </a:endParaRPr>
          </a:p>
        </p:txBody>
      </p:sp>
      <p:sp>
        <p:nvSpPr>
          <p:cNvPr id="64528" name="AutoShape 16"/>
          <p:cNvSpPr>
            <a:spLocks/>
          </p:cNvSpPr>
          <p:nvPr/>
        </p:nvSpPr>
        <p:spPr bwMode="auto">
          <a:xfrm>
            <a:off x="14149388" y="5291138"/>
            <a:ext cx="939800" cy="857250"/>
          </a:xfrm>
          <a:custGeom>
            <a:avLst/>
            <a:gdLst>
              <a:gd name="T0" fmla="*/ 469900 w 21600"/>
              <a:gd name="T1" fmla="*/ 428625 h 21600"/>
              <a:gd name="T2" fmla="*/ 469900 w 21600"/>
              <a:gd name="T3" fmla="*/ 428625 h 21600"/>
              <a:gd name="T4" fmla="*/ 469900 w 21600"/>
              <a:gd name="T5" fmla="*/ 428625 h 21600"/>
              <a:gd name="T6" fmla="*/ 469900 w 21600"/>
              <a:gd name="T7" fmla="*/ 428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2" y="0"/>
                </a:moveTo>
                <a:cubicBezTo>
                  <a:pt x="12298" y="0"/>
                  <a:pt x="13702" y="282"/>
                  <a:pt x="15008" y="844"/>
                </a:cubicBezTo>
                <a:cubicBezTo>
                  <a:pt x="16317" y="1409"/>
                  <a:pt x="17462" y="2177"/>
                  <a:pt x="18448" y="3157"/>
                </a:cubicBezTo>
                <a:cubicBezTo>
                  <a:pt x="19432" y="4134"/>
                  <a:pt x="20200" y="5277"/>
                  <a:pt x="20760" y="6590"/>
                </a:cubicBezTo>
                <a:cubicBezTo>
                  <a:pt x="21317" y="7901"/>
                  <a:pt x="21600" y="9307"/>
                  <a:pt x="21600" y="10801"/>
                </a:cubicBezTo>
                <a:cubicBezTo>
                  <a:pt x="21600" y="12292"/>
                  <a:pt x="21317" y="13698"/>
                  <a:pt x="20760" y="15011"/>
                </a:cubicBezTo>
                <a:cubicBezTo>
                  <a:pt x="20200" y="16322"/>
                  <a:pt x="19429" y="17468"/>
                  <a:pt x="18448" y="18445"/>
                </a:cubicBezTo>
                <a:cubicBezTo>
                  <a:pt x="17462" y="19425"/>
                  <a:pt x="16317" y="20193"/>
                  <a:pt x="15008" y="20755"/>
                </a:cubicBezTo>
                <a:cubicBezTo>
                  <a:pt x="13702" y="21317"/>
                  <a:pt x="12297" y="21599"/>
                  <a:pt x="10802" y="21599"/>
                </a:cubicBezTo>
                <a:cubicBezTo>
                  <a:pt x="10271" y="21599"/>
                  <a:pt x="9748" y="21560"/>
                  <a:pt x="9239" y="21487"/>
                </a:cubicBezTo>
                <a:cubicBezTo>
                  <a:pt x="8728" y="21410"/>
                  <a:pt x="8222" y="21300"/>
                  <a:pt x="7716" y="21156"/>
                </a:cubicBezTo>
                <a:cubicBezTo>
                  <a:pt x="7922" y="20840"/>
                  <a:pt x="8131" y="20481"/>
                  <a:pt x="8346" y="20072"/>
                </a:cubicBezTo>
                <a:cubicBezTo>
                  <a:pt x="8558" y="19668"/>
                  <a:pt x="8719" y="19256"/>
                  <a:pt x="8827" y="18832"/>
                </a:cubicBezTo>
                <a:lnTo>
                  <a:pt x="8976" y="18276"/>
                </a:lnTo>
                <a:cubicBezTo>
                  <a:pt x="9033" y="18072"/>
                  <a:pt x="9104" y="17773"/>
                  <a:pt x="9194" y="17386"/>
                </a:cubicBezTo>
                <a:cubicBezTo>
                  <a:pt x="9282" y="16999"/>
                  <a:pt x="9415" y="16497"/>
                  <a:pt x="9587" y="15873"/>
                </a:cubicBezTo>
                <a:cubicBezTo>
                  <a:pt x="9793" y="16243"/>
                  <a:pt x="10135" y="16562"/>
                  <a:pt x="10613" y="16827"/>
                </a:cubicBezTo>
                <a:cubicBezTo>
                  <a:pt x="11091" y="17093"/>
                  <a:pt x="11622" y="17225"/>
                  <a:pt x="12210" y="17225"/>
                </a:cubicBezTo>
                <a:cubicBezTo>
                  <a:pt x="13078" y="17225"/>
                  <a:pt x="13869" y="17044"/>
                  <a:pt x="14593" y="16672"/>
                </a:cubicBezTo>
                <a:cubicBezTo>
                  <a:pt x="15313" y="16299"/>
                  <a:pt x="15927" y="15788"/>
                  <a:pt x="16438" y="15121"/>
                </a:cubicBezTo>
                <a:cubicBezTo>
                  <a:pt x="16947" y="14464"/>
                  <a:pt x="17343" y="13679"/>
                  <a:pt x="17628" y="12769"/>
                </a:cubicBezTo>
                <a:cubicBezTo>
                  <a:pt x="17914" y="11866"/>
                  <a:pt x="18055" y="10886"/>
                  <a:pt x="18055" y="9832"/>
                </a:cubicBezTo>
                <a:cubicBezTo>
                  <a:pt x="18055" y="9039"/>
                  <a:pt x="17891" y="8268"/>
                  <a:pt x="17575" y="7520"/>
                </a:cubicBezTo>
                <a:cubicBezTo>
                  <a:pt x="17252" y="6769"/>
                  <a:pt x="16792" y="6108"/>
                  <a:pt x="16187" y="5529"/>
                </a:cubicBezTo>
                <a:cubicBezTo>
                  <a:pt x="15582" y="4947"/>
                  <a:pt x="14864" y="4487"/>
                  <a:pt x="14022" y="4151"/>
                </a:cubicBezTo>
                <a:cubicBezTo>
                  <a:pt x="13182" y="3812"/>
                  <a:pt x="12244" y="3643"/>
                  <a:pt x="11207" y="3643"/>
                </a:cubicBezTo>
                <a:cubicBezTo>
                  <a:pt x="9935" y="3643"/>
                  <a:pt x="8812" y="3849"/>
                  <a:pt x="7846" y="4264"/>
                </a:cubicBezTo>
                <a:cubicBezTo>
                  <a:pt x="6876" y="4679"/>
                  <a:pt x="6068" y="5213"/>
                  <a:pt x="5424" y="5865"/>
                </a:cubicBezTo>
                <a:cubicBezTo>
                  <a:pt x="4779" y="6517"/>
                  <a:pt x="4296" y="7243"/>
                  <a:pt x="3968" y="8036"/>
                </a:cubicBezTo>
                <a:cubicBezTo>
                  <a:pt x="3646" y="8827"/>
                  <a:pt x="3485" y="9615"/>
                  <a:pt x="3485" y="10389"/>
                </a:cubicBezTo>
                <a:cubicBezTo>
                  <a:pt x="3485" y="11326"/>
                  <a:pt x="3663" y="12171"/>
                  <a:pt x="4024" y="12922"/>
                </a:cubicBezTo>
                <a:cubicBezTo>
                  <a:pt x="4383" y="13676"/>
                  <a:pt x="4943" y="14204"/>
                  <a:pt x="5703" y="14509"/>
                </a:cubicBezTo>
                <a:cubicBezTo>
                  <a:pt x="5983" y="14599"/>
                  <a:pt x="6167" y="14509"/>
                  <a:pt x="6257" y="14238"/>
                </a:cubicBezTo>
                <a:cubicBezTo>
                  <a:pt x="6274" y="14147"/>
                  <a:pt x="6308" y="14006"/>
                  <a:pt x="6351" y="13811"/>
                </a:cubicBezTo>
                <a:cubicBezTo>
                  <a:pt x="6396" y="13619"/>
                  <a:pt x="6435" y="13472"/>
                  <a:pt x="6472" y="13373"/>
                </a:cubicBezTo>
                <a:cubicBezTo>
                  <a:pt x="6509" y="13229"/>
                  <a:pt x="6515" y="13122"/>
                  <a:pt x="6486" y="13063"/>
                </a:cubicBezTo>
                <a:cubicBezTo>
                  <a:pt x="6458" y="13004"/>
                  <a:pt x="6401" y="12902"/>
                  <a:pt x="6311" y="12766"/>
                </a:cubicBezTo>
                <a:cubicBezTo>
                  <a:pt x="5833" y="12236"/>
                  <a:pt x="5596" y="11535"/>
                  <a:pt x="5596" y="10674"/>
                </a:cubicBezTo>
                <a:cubicBezTo>
                  <a:pt x="5596" y="9988"/>
                  <a:pt x="5720" y="9333"/>
                  <a:pt x="5966" y="8708"/>
                </a:cubicBezTo>
                <a:cubicBezTo>
                  <a:pt x="6215" y="8079"/>
                  <a:pt x="6571" y="7531"/>
                  <a:pt x="7029" y="7056"/>
                </a:cubicBezTo>
                <a:cubicBezTo>
                  <a:pt x="7490" y="6585"/>
                  <a:pt x="8049" y="6204"/>
                  <a:pt x="8708" y="5924"/>
                </a:cubicBezTo>
                <a:cubicBezTo>
                  <a:pt x="9366" y="5639"/>
                  <a:pt x="10101" y="5498"/>
                  <a:pt x="10913" y="5498"/>
                </a:cubicBezTo>
                <a:cubicBezTo>
                  <a:pt x="11636" y="5498"/>
                  <a:pt x="12278" y="5605"/>
                  <a:pt x="12843" y="5814"/>
                </a:cubicBezTo>
                <a:cubicBezTo>
                  <a:pt x="13406" y="6026"/>
                  <a:pt x="13880" y="6319"/>
                  <a:pt x="14270" y="6687"/>
                </a:cubicBezTo>
                <a:cubicBezTo>
                  <a:pt x="14658" y="7059"/>
                  <a:pt x="14949" y="7491"/>
                  <a:pt x="15144" y="7986"/>
                </a:cubicBezTo>
                <a:cubicBezTo>
                  <a:pt x="15336" y="8483"/>
                  <a:pt x="15435" y="9028"/>
                  <a:pt x="15435" y="9621"/>
                </a:cubicBezTo>
                <a:cubicBezTo>
                  <a:pt x="15435" y="10397"/>
                  <a:pt x="15353" y="11134"/>
                  <a:pt x="15186" y="11837"/>
                </a:cubicBezTo>
                <a:cubicBezTo>
                  <a:pt x="15017" y="12543"/>
                  <a:pt x="14782" y="13156"/>
                  <a:pt x="14474" y="13676"/>
                </a:cubicBezTo>
                <a:cubicBezTo>
                  <a:pt x="14166" y="14195"/>
                  <a:pt x="13812" y="14613"/>
                  <a:pt x="13391" y="14918"/>
                </a:cubicBezTo>
                <a:cubicBezTo>
                  <a:pt x="12979" y="15223"/>
                  <a:pt x="12512" y="15378"/>
                  <a:pt x="11998" y="15378"/>
                </a:cubicBezTo>
                <a:cubicBezTo>
                  <a:pt x="11718" y="15378"/>
                  <a:pt x="11461" y="15319"/>
                  <a:pt x="11223" y="15206"/>
                </a:cubicBezTo>
                <a:cubicBezTo>
                  <a:pt x="10986" y="15093"/>
                  <a:pt x="10780" y="14941"/>
                  <a:pt x="10613" y="14749"/>
                </a:cubicBezTo>
                <a:cubicBezTo>
                  <a:pt x="10443" y="14554"/>
                  <a:pt x="10330" y="14334"/>
                  <a:pt x="10268" y="14085"/>
                </a:cubicBezTo>
                <a:cubicBezTo>
                  <a:pt x="10206" y="13840"/>
                  <a:pt x="10209" y="13566"/>
                  <a:pt x="10279" y="13269"/>
                </a:cubicBezTo>
                <a:cubicBezTo>
                  <a:pt x="10446" y="12586"/>
                  <a:pt x="10644" y="11902"/>
                  <a:pt x="10884" y="11219"/>
                </a:cubicBezTo>
                <a:cubicBezTo>
                  <a:pt x="11122" y="10536"/>
                  <a:pt x="11243" y="9948"/>
                  <a:pt x="11243" y="9457"/>
                </a:cubicBezTo>
                <a:cubicBezTo>
                  <a:pt x="11243" y="9016"/>
                  <a:pt x="11122" y="8635"/>
                  <a:pt x="10884" y="8322"/>
                </a:cubicBezTo>
                <a:cubicBezTo>
                  <a:pt x="10644" y="8008"/>
                  <a:pt x="10279" y="7847"/>
                  <a:pt x="9779" y="7847"/>
                </a:cubicBezTo>
                <a:cubicBezTo>
                  <a:pt x="9186" y="7847"/>
                  <a:pt x="8688" y="8113"/>
                  <a:pt x="8292" y="8638"/>
                </a:cubicBezTo>
                <a:cubicBezTo>
                  <a:pt x="7897" y="9163"/>
                  <a:pt x="7696" y="9827"/>
                  <a:pt x="7696" y="10618"/>
                </a:cubicBezTo>
                <a:cubicBezTo>
                  <a:pt x="7679" y="10824"/>
                  <a:pt x="7690" y="11030"/>
                  <a:pt x="7724" y="11227"/>
                </a:cubicBezTo>
                <a:cubicBezTo>
                  <a:pt x="7744" y="11388"/>
                  <a:pt x="7778" y="11572"/>
                  <a:pt x="7826" y="11772"/>
                </a:cubicBezTo>
                <a:cubicBezTo>
                  <a:pt x="7877" y="11976"/>
                  <a:pt x="7945" y="12165"/>
                  <a:pt x="8035" y="12334"/>
                </a:cubicBezTo>
                <a:cubicBezTo>
                  <a:pt x="7738" y="13602"/>
                  <a:pt x="7498" y="14619"/>
                  <a:pt x="7312" y="15376"/>
                </a:cubicBezTo>
                <a:cubicBezTo>
                  <a:pt x="7128" y="16133"/>
                  <a:pt x="6989" y="16723"/>
                  <a:pt x="6899" y="17146"/>
                </a:cubicBezTo>
                <a:cubicBezTo>
                  <a:pt x="6792" y="17643"/>
                  <a:pt x="6712" y="18005"/>
                  <a:pt x="6656" y="18228"/>
                </a:cubicBezTo>
                <a:cubicBezTo>
                  <a:pt x="6565" y="18634"/>
                  <a:pt x="6503" y="19052"/>
                  <a:pt x="6475" y="19485"/>
                </a:cubicBezTo>
                <a:cubicBezTo>
                  <a:pt x="6441" y="19917"/>
                  <a:pt x="6435" y="20318"/>
                  <a:pt x="6452" y="20688"/>
                </a:cubicBezTo>
                <a:cubicBezTo>
                  <a:pt x="5517" y="20281"/>
                  <a:pt x="4649" y="19744"/>
                  <a:pt x="3858" y="19072"/>
                </a:cubicBezTo>
                <a:cubicBezTo>
                  <a:pt x="3066" y="18403"/>
                  <a:pt x="2382" y="17641"/>
                  <a:pt x="1808" y="16788"/>
                </a:cubicBezTo>
                <a:cubicBezTo>
                  <a:pt x="1235" y="15935"/>
                  <a:pt x="791" y="15003"/>
                  <a:pt x="474" y="13989"/>
                </a:cubicBezTo>
                <a:cubicBezTo>
                  <a:pt x="158" y="12975"/>
                  <a:pt x="0" y="11916"/>
                  <a:pt x="0" y="10807"/>
                </a:cubicBezTo>
                <a:cubicBezTo>
                  <a:pt x="0" y="9313"/>
                  <a:pt x="282" y="7907"/>
                  <a:pt x="847" y="6596"/>
                </a:cubicBezTo>
                <a:cubicBezTo>
                  <a:pt x="1410" y="5283"/>
                  <a:pt x="2182" y="4139"/>
                  <a:pt x="3159" y="3162"/>
                </a:cubicBezTo>
                <a:cubicBezTo>
                  <a:pt x="4135" y="2179"/>
                  <a:pt x="5279" y="1414"/>
                  <a:pt x="6594" y="850"/>
                </a:cubicBezTo>
                <a:cubicBezTo>
                  <a:pt x="7897" y="282"/>
                  <a:pt x="9301" y="0"/>
                  <a:pt x="10802"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29" name="AutoShape 17"/>
          <p:cNvSpPr>
            <a:spLocks/>
          </p:cNvSpPr>
          <p:nvPr/>
        </p:nvSpPr>
        <p:spPr bwMode="auto">
          <a:xfrm>
            <a:off x="12480925" y="6542088"/>
            <a:ext cx="4460875" cy="4492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Pinterest</a:t>
            </a:r>
            <a:endParaRPr lang="es-ES">
              <a:ea typeface="ＭＳ Ｐゴシック" charset="0"/>
            </a:endParaRPr>
          </a:p>
        </p:txBody>
      </p:sp>
      <p:sp>
        <p:nvSpPr>
          <p:cNvPr id="64530" name="AutoShape 18"/>
          <p:cNvSpPr>
            <a:spLocks/>
          </p:cNvSpPr>
          <p:nvPr/>
        </p:nvSpPr>
        <p:spPr bwMode="auto">
          <a:xfrm>
            <a:off x="26416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1" name="AutoShape 19"/>
          <p:cNvSpPr>
            <a:spLocks/>
          </p:cNvSpPr>
          <p:nvPr/>
        </p:nvSpPr>
        <p:spPr bwMode="auto">
          <a:xfrm>
            <a:off x="76200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2" name="AutoShape 20"/>
          <p:cNvSpPr>
            <a:spLocks/>
          </p:cNvSpPr>
          <p:nvPr/>
        </p:nvSpPr>
        <p:spPr bwMode="auto">
          <a:xfrm>
            <a:off x="125095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3" name="AutoShape 21"/>
          <p:cNvSpPr>
            <a:spLocks/>
          </p:cNvSpPr>
          <p:nvPr/>
        </p:nvSpPr>
        <p:spPr bwMode="auto">
          <a:xfrm>
            <a:off x="175895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4" name="AutoShape 22"/>
          <p:cNvSpPr>
            <a:spLocks/>
          </p:cNvSpPr>
          <p:nvPr/>
        </p:nvSpPr>
        <p:spPr bwMode="auto">
          <a:xfrm>
            <a:off x="30861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64535" name="AutoShape 23"/>
          <p:cNvSpPr>
            <a:spLocks/>
          </p:cNvSpPr>
          <p:nvPr/>
        </p:nvSpPr>
        <p:spPr bwMode="auto">
          <a:xfrm>
            <a:off x="25654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6" name="AutoShape 24"/>
          <p:cNvSpPr>
            <a:spLocks/>
          </p:cNvSpPr>
          <p:nvPr/>
        </p:nvSpPr>
        <p:spPr bwMode="auto">
          <a:xfrm>
            <a:off x="175768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7" name="AutoShape 25"/>
          <p:cNvSpPr>
            <a:spLocks/>
          </p:cNvSpPr>
          <p:nvPr/>
        </p:nvSpPr>
        <p:spPr bwMode="auto">
          <a:xfrm>
            <a:off x="75184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8" name="AutoShape 26"/>
          <p:cNvSpPr>
            <a:spLocks/>
          </p:cNvSpPr>
          <p:nvPr/>
        </p:nvSpPr>
        <p:spPr bwMode="auto">
          <a:xfrm>
            <a:off x="124460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9" name="AutoShape 27"/>
          <p:cNvSpPr>
            <a:spLocks/>
          </p:cNvSpPr>
          <p:nvPr/>
        </p:nvSpPr>
        <p:spPr bwMode="auto">
          <a:xfrm>
            <a:off x="79756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64540" name="AutoShape 28"/>
          <p:cNvSpPr>
            <a:spLocks/>
          </p:cNvSpPr>
          <p:nvPr/>
        </p:nvSpPr>
        <p:spPr bwMode="auto">
          <a:xfrm>
            <a:off x="130048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64541" name="AutoShape 29"/>
          <p:cNvSpPr>
            <a:spLocks/>
          </p:cNvSpPr>
          <p:nvPr/>
        </p:nvSpPr>
        <p:spPr bwMode="auto">
          <a:xfrm>
            <a:off x="181356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4520"/>
                                        </p:tgtEl>
                                        <p:attrNameLst>
                                          <p:attrName>style.visibility</p:attrName>
                                        </p:attrNameLst>
                                      </p:cBhvr>
                                      <p:to>
                                        <p:strVal val="visible"/>
                                      </p:to>
                                    </p:set>
                                    <p:anim calcmode="lin" valueType="num">
                                      <p:cBhvr additive="base">
                                        <p:cTn id="7" dur="500" fill="hold"/>
                                        <p:tgtEl>
                                          <p:spTgt spid="64520"/>
                                        </p:tgtEl>
                                        <p:attrNameLst>
                                          <p:attrName>ppt_x</p:attrName>
                                        </p:attrNameLst>
                                      </p:cBhvr>
                                      <p:tavLst>
                                        <p:tav tm="0">
                                          <p:val>
                                            <p:strVal val="1+#ppt_w/2"/>
                                          </p:val>
                                        </p:tav>
                                        <p:tav tm="100000">
                                          <p:val>
                                            <p:strVal val="#ppt_x"/>
                                          </p:val>
                                        </p:tav>
                                      </p:tavLst>
                                    </p:anim>
                                    <p:anim calcmode="lin" valueType="num">
                                      <p:cBhvr additive="base">
                                        <p:cTn id="8" dur="500" fill="hold"/>
                                        <p:tgtEl>
                                          <p:spTgt spid="6452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4521"/>
                                        </p:tgtEl>
                                        <p:attrNameLst>
                                          <p:attrName>style.visibility</p:attrName>
                                        </p:attrNameLst>
                                      </p:cBhvr>
                                      <p:to>
                                        <p:strVal val="visible"/>
                                      </p:to>
                                    </p:set>
                                    <p:anim calcmode="lin" valueType="num">
                                      <p:cBhvr additive="base">
                                        <p:cTn id="12" dur="500" fill="hold"/>
                                        <p:tgtEl>
                                          <p:spTgt spid="64521"/>
                                        </p:tgtEl>
                                        <p:attrNameLst>
                                          <p:attrName>ppt_x</p:attrName>
                                        </p:attrNameLst>
                                      </p:cBhvr>
                                      <p:tavLst>
                                        <p:tav tm="0">
                                          <p:val>
                                            <p:strVal val="1+#ppt_w/2"/>
                                          </p:val>
                                        </p:tav>
                                        <p:tav tm="100000">
                                          <p:val>
                                            <p:strVal val="#ppt_x"/>
                                          </p:val>
                                        </p:tav>
                                      </p:tavLst>
                                    </p:anim>
                                    <p:anim calcmode="lin" valueType="num">
                                      <p:cBhvr additive="base">
                                        <p:cTn id="13" dur="500" fill="hold"/>
                                        <p:tgtEl>
                                          <p:spTgt spid="6452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4518"/>
                                        </p:tgtEl>
                                        <p:attrNameLst>
                                          <p:attrName>style.visibility</p:attrName>
                                        </p:attrNameLst>
                                      </p:cBhvr>
                                      <p:to>
                                        <p:strVal val="visible"/>
                                      </p:to>
                                    </p:set>
                                    <p:anim calcmode="lin" valueType="num">
                                      <p:cBhvr additive="base">
                                        <p:cTn id="17" dur="500" fill="hold"/>
                                        <p:tgtEl>
                                          <p:spTgt spid="64518"/>
                                        </p:tgtEl>
                                        <p:attrNameLst>
                                          <p:attrName>ppt_x</p:attrName>
                                        </p:attrNameLst>
                                      </p:cBhvr>
                                      <p:tavLst>
                                        <p:tav tm="0">
                                          <p:val>
                                            <p:strVal val="1+#ppt_w/2"/>
                                          </p:val>
                                        </p:tav>
                                        <p:tav tm="100000">
                                          <p:val>
                                            <p:strVal val="#ppt_x"/>
                                          </p:val>
                                        </p:tav>
                                      </p:tavLst>
                                    </p:anim>
                                    <p:anim calcmode="lin" valueType="num">
                                      <p:cBhvr additive="base">
                                        <p:cTn id="18" dur="500" fill="hold"/>
                                        <p:tgtEl>
                                          <p:spTgt spid="6451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4530"/>
                                        </p:tgtEl>
                                        <p:attrNameLst>
                                          <p:attrName>style.visibility</p:attrName>
                                        </p:attrNameLst>
                                      </p:cBhvr>
                                      <p:to>
                                        <p:strVal val="visible"/>
                                      </p:to>
                                    </p:set>
                                    <p:animEffect transition="in" filter="dissolve">
                                      <p:cBhvr>
                                        <p:cTn id="22" dur="500"/>
                                        <p:tgtEl>
                                          <p:spTgt spid="6453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4531"/>
                                        </p:tgtEl>
                                        <p:attrNameLst>
                                          <p:attrName>style.visibility</p:attrName>
                                        </p:attrNameLst>
                                      </p:cBhvr>
                                      <p:to>
                                        <p:strVal val="visible"/>
                                      </p:to>
                                    </p:set>
                                    <p:animEffect transition="in" filter="dissolve">
                                      <p:cBhvr>
                                        <p:cTn id="26" dur="500"/>
                                        <p:tgtEl>
                                          <p:spTgt spid="6453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64532"/>
                                        </p:tgtEl>
                                        <p:attrNameLst>
                                          <p:attrName>style.visibility</p:attrName>
                                        </p:attrNameLst>
                                      </p:cBhvr>
                                      <p:to>
                                        <p:strVal val="visible"/>
                                      </p:to>
                                    </p:set>
                                    <p:animEffect transition="in" filter="dissolve">
                                      <p:cBhvr>
                                        <p:cTn id="30" dur="500"/>
                                        <p:tgtEl>
                                          <p:spTgt spid="6453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64533"/>
                                        </p:tgtEl>
                                        <p:attrNameLst>
                                          <p:attrName>style.visibility</p:attrName>
                                        </p:attrNameLst>
                                      </p:cBhvr>
                                      <p:to>
                                        <p:strVal val="visible"/>
                                      </p:to>
                                    </p:set>
                                    <p:animEffect transition="in" filter="dissolve">
                                      <p:cBhvr>
                                        <p:cTn id="34" dur="500"/>
                                        <p:tgtEl>
                                          <p:spTgt spid="64533"/>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64534"/>
                                        </p:tgtEl>
                                        <p:attrNameLst>
                                          <p:attrName>style.visibility</p:attrName>
                                        </p:attrNameLst>
                                      </p:cBhvr>
                                      <p:to>
                                        <p:strVal val="visible"/>
                                      </p:to>
                                    </p:set>
                                    <p:animEffect transition="in" filter="dissolve">
                                      <p:cBhvr>
                                        <p:cTn id="38" dur="500"/>
                                        <p:tgtEl>
                                          <p:spTgt spid="64534"/>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64535"/>
                                        </p:tgtEl>
                                        <p:attrNameLst>
                                          <p:attrName>style.visibility</p:attrName>
                                        </p:attrNameLst>
                                      </p:cBhvr>
                                      <p:to>
                                        <p:strVal val="visible"/>
                                      </p:to>
                                    </p:set>
                                    <p:animEffect transition="in" filter="dissolve">
                                      <p:cBhvr>
                                        <p:cTn id="42" dur="500"/>
                                        <p:tgtEl>
                                          <p:spTgt spid="64535"/>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64536"/>
                                        </p:tgtEl>
                                        <p:attrNameLst>
                                          <p:attrName>style.visibility</p:attrName>
                                        </p:attrNameLst>
                                      </p:cBhvr>
                                      <p:to>
                                        <p:strVal val="visible"/>
                                      </p:to>
                                    </p:set>
                                    <p:animEffect transition="in" filter="dissolve">
                                      <p:cBhvr>
                                        <p:cTn id="46" dur="500"/>
                                        <p:tgtEl>
                                          <p:spTgt spid="6453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64537"/>
                                        </p:tgtEl>
                                        <p:attrNameLst>
                                          <p:attrName>style.visibility</p:attrName>
                                        </p:attrNameLst>
                                      </p:cBhvr>
                                      <p:to>
                                        <p:strVal val="visible"/>
                                      </p:to>
                                    </p:set>
                                    <p:animEffect transition="in" filter="dissolve">
                                      <p:cBhvr>
                                        <p:cTn id="50" dur="500"/>
                                        <p:tgtEl>
                                          <p:spTgt spid="64537"/>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64538"/>
                                        </p:tgtEl>
                                        <p:attrNameLst>
                                          <p:attrName>style.visibility</p:attrName>
                                        </p:attrNameLst>
                                      </p:cBhvr>
                                      <p:to>
                                        <p:strVal val="visible"/>
                                      </p:to>
                                    </p:set>
                                    <p:animEffect transition="in" filter="dissolve">
                                      <p:cBhvr>
                                        <p:cTn id="54" dur="500"/>
                                        <p:tgtEl>
                                          <p:spTgt spid="64538"/>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64539"/>
                                        </p:tgtEl>
                                        <p:attrNameLst>
                                          <p:attrName>style.visibility</p:attrName>
                                        </p:attrNameLst>
                                      </p:cBhvr>
                                      <p:to>
                                        <p:strVal val="visible"/>
                                      </p:to>
                                    </p:set>
                                    <p:animEffect transition="in" filter="dissolve">
                                      <p:cBhvr>
                                        <p:cTn id="58" dur="500"/>
                                        <p:tgtEl>
                                          <p:spTgt spid="64539"/>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64540"/>
                                        </p:tgtEl>
                                        <p:attrNameLst>
                                          <p:attrName>style.visibility</p:attrName>
                                        </p:attrNameLst>
                                      </p:cBhvr>
                                      <p:to>
                                        <p:strVal val="visible"/>
                                      </p:to>
                                    </p:set>
                                    <p:animEffect transition="in" filter="dissolve">
                                      <p:cBhvr>
                                        <p:cTn id="62" dur="500"/>
                                        <p:tgtEl>
                                          <p:spTgt spid="64540"/>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64541"/>
                                        </p:tgtEl>
                                        <p:attrNameLst>
                                          <p:attrName>style.visibility</p:attrName>
                                        </p:attrNameLst>
                                      </p:cBhvr>
                                      <p:to>
                                        <p:strVal val="visible"/>
                                      </p:to>
                                    </p:set>
                                    <p:animEffect transition="in" filter="dissolve">
                                      <p:cBhvr>
                                        <p:cTn id="66" dur="500"/>
                                        <p:tgtEl>
                                          <p:spTgt spid="64541"/>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64513"/>
                                        </p:tgtEl>
                                        <p:attrNameLst>
                                          <p:attrName>style.visibility</p:attrName>
                                        </p:attrNameLst>
                                      </p:cBhvr>
                                      <p:to>
                                        <p:strVal val="visible"/>
                                      </p:to>
                                    </p:set>
                                    <p:animEffect transition="in" filter="dissolve">
                                      <p:cBhvr>
                                        <p:cTn id="70" dur="500"/>
                                        <p:tgtEl>
                                          <p:spTgt spid="64513"/>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64514"/>
                                        </p:tgtEl>
                                        <p:attrNameLst>
                                          <p:attrName>style.visibility</p:attrName>
                                        </p:attrNameLst>
                                      </p:cBhvr>
                                      <p:to>
                                        <p:strVal val="visible"/>
                                      </p:to>
                                    </p:set>
                                    <p:animEffect transition="in" filter="dissolve">
                                      <p:cBhvr>
                                        <p:cTn id="74" dur="500"/>
                                        <p:tgtEl>
                                          <p:spTgt spid="64514"/>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64515"/>
                                        </p:tgtEl>
                                        <p:attrNameLst>
                                          <p:attrName>style.visibility</p:attrName>
                                        </p:attrNameLst>
                                      </p:cBhvr>
                                      <p:to>
                                        <p:strVal val="visible"/>
                                      </p:to>
                                    </p:set>
                                    <p:animEffect transition="in" filter="dissolve">
                                      <p:cBhvr>
                                        <p:cTn id="78" dur="500"/>
                                        <p:tgtEl>
                                          <p:spTgt spid="64515"/>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64516"/>
                                        </p:tgtEl>
                                        <p:attrNameLst>
                                          <p:attrName>style.visibility</p:attrName>
                                        </p:attrNameLst>
                                      </p:cBhvr>
                                      <p:to>
                                        <p:strVal val="visible"/>
                                      </p:to>
                                    </p:set>
                                    <p:animEffect transition="in" filter="dissolve">
                                      <p:cBhvr>
                                        <p:cTn id="82" dur="500"/>
                                        <p:tgtEl>
                                          <p:spTgt spid="64516"/>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64522"/>
                                        </p:tgtEl>
                                        <p:attrNameLst>
                                          <p:attrName>style.visibility</p:attrName>
                                        </p:attrNameLst>
                                      </p:cBhvr>
                                      <p:to>
                                        <p:strVal val="visible"/>
                                      </p:to>
                                    </p:set>
                                    <p:animEffect transition="in" filter="dissolve">
                                      <p:cBhvr>
                                        <p:cTn id="86" dur="500"/>
                                        <p:tgtEl>
                                          <p:spTgt spid="64522"/>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64523"/>
                                        </p:tgtEl>
                                        <p:attrNameLst>
                                          <p:attrName>style.visibility</p:attrName>
                                        </p:attrNameLst>
                                      </p:cBhvr>
                                      <p:to>
                                        <p:strVal val="visible"/>
                                      </p:to>
                                    </p:set>
                                    <p:animEffect transition="in" filter="dissolve">
                                      <p:cBhvr>
                                        <p:cTn id="90" dur="500"/>
                                        <p:tgtEl>
                                          <p:spTgt spid="64523"/>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64524"/>
                                        </p:tgtEl>
                                        <p:attrNameLst>
                                          <p:attrName>style.visibility</p:attrName>
                                        </p:attrNameLst>
                                      </p:cBhvr>
                                      <p:to>
                                        <p:strVal val="visible"/>
                                      </p:to>
                                    </p:set>
                                    <p:animEffect transition="in" filter="dissolve">
                                      <p:cBhvr>
                                        <p:cTn id="94" dur="500"/>
                                        <p:tgtEl>
                                          <p:spTgt spid="64524"/>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64525"/>
                                        </p:tgtEl>
                                        <p:attrNameLst>
                                          <p:attrName>style.visibility</p:attrName>
                                        </p:attrNameLst>
                                      </p:cBhvr>
                                      <p:to>
                                        <p:strVal val="visible"/>
                                      </p:to>
                                    </p:set>
                                    <p:animEffect transition="in" filter="dissolve">
                                      <p:cBhvr>
                                        <p:cTn id="98" dur="500"/>
                                        <p:tgtEl>
                                          <p:spTgt spid="64525"/>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64526"/>
                                        </p:tgtEl>
                                        <p:attrNameLst>
                                          <p:attrName>style.visibility</p:attrName>
                                        </p:attrNameLst>
                                      </p:cBhvr>
                                      <p:to>
                                        <p:strVal val="visible"/>
                                      </p:to>
                                    </p:set>
                                    <p:animEffect transition="in" filter="dissolve">
                                      <p:cBhvr>
                                        <p:cTn id="102" dur="500"/>
                                        <p:tgtEl>
                                          <p:spTgt spid="64526"/>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64527"/>
                                        </p:tgtEl>
                                        <p:attrNameLst>
                                          <p:attrName>style.visibility</p:attrName>
                                        </p:attrNameLst>
                                      </p:cBhvr>
                                      <p:to>
                                        <p:strVal val="visible"/>
                                      </p:to>
                                    </p:set>
                                    <p:animEffect transition="in" filter="dissolve">
                                      <p:cBhvr>
                                        <p:cTn id="106" dur="500"/>
                                        <p:tgtEl>
                                          <p:spTgt spid="64527"/>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64528"/>
                                        </p:tgtEl>
                                        <p:attrNameLst>
                                          <p:attrName>style.visibility</p:attrName>
                                        </p:attrNameLst>
                                      </p:cBhvr>
                                      <p:to>
                                        <p:strVal val="visible"/>
                                      </p:to>
                                    </p:set>
                                    <p:animEffect transition="in" filter="dissolve">
                                      <p:cBhvr>
                                        <p:cTn id="110" dur="500"/>
                                        <p:tgtEl>
                                          <p:spTgt spid="64528"/>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64529"/>
                                        </p:tgtEl>
                                        <p:attrNameLst>
                                          <p:attrName>style.visibility</p:attrName>
                                        </p:attrNameLst>
                                      </p:cBhvr>
                                      <p:to>
                                        <p:strVal val="visible"/>
                                      </p:to>
                                    </p:set>
                                    <p:animEffect transition="in" filter="dissolve">
                                      <p:cBhvr>
                                        <p:cTn id="114" dur="500"/>
                                        <p:tgtEl>
                                          <p:spTgt spid="645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18" grpId="0" autoUpdateAnimBg="0"/>
      <p:bldP spid="64520" grpId="0" autoUpdateAnimBg="0"/>
      <p:bldP spid="64521" grpId="0" autoUpdateAnimBg="0"/>
      <p:bldP spid="64522" grpId="0" autoUpdateAnimBg="0"/>
      <p:bldP spid="64524" grpId="0" animBg="1" autoUpdateAnimBg="0"/>
      <p:bldP spid="64525" grpId="0" autoUpdateAnimBg="0"/>
      <p:bldP spid="64527" grpId="0" autoUpdateAnimBg="0"/>
      <p:bldP spid="64529" grpId="0" autoUpdateAnimBg="0"/>
      <p:bldP spid="64530" grpId="0" autoUpdateAnimBg="0"/>
      <p:bldP spid="64531" grpId="0" autoUpdateAnimBg="0"/>
      <p:bldP spid="64532" grpId="0" autoUpdateAnimBg="0"/>
      <p:bldP spid="64533" grpId="0" autoUpdateAnimBg="0"/>
      <p:bldP spid="64534" grpId="0" autoUpdateAnimBg="0"/>
      <p:bldP spid="64535" grpId="0" autoUpdateAnimBg="0"/>
      <p:bldP spid="64536" grpId="0" autoUpdateAnimBg="0"/>
      <p:bldP spid="64537" grpId="0" autoUpdateAnimBg="0"/>
      <p:bldP spid="64538" grpId="0" autoUpdateAnimBg="0"/>
      <p:bldP spid="64539" grpId="0" autoUpdateAnimBg="0"/>
      <p:bldP spid="64540" grpId="0" autoUpdateAnimBg="0"/>
      <p:bldP spid="64541" grpId="0"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5538"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553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38AC505-E8E2-4A6D-AC55-35BF27119C75}"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62</a:t>
            </a:fld>
            <a:endParaRPr lang="es-ES" altLang="en-US"/>
          </a:p>
        </p:txBody>
      </p:sp>
      <p:sp>
        <p:nvSpPr>
          <p:cNvPr id="65540" name="AutoShape 4"/>
          <p:cNvSpPr>
            <a:spLocks/>
          </p:cNvSpPr>
          <p:nvPr/>
        </p:nvSpPr>
        <p:spPr bwMode="auto">
          <a:xfrm>
            <a:off x="3289300" y="744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a:solidFill>
                  <a:schemeClr val="bg1"/>
                </a:solidFill>
                <a:latin typeface="Lato" charset="0"/>
                <a:ea typeface="ＭＳ Ｐゴシック" charset="0"/>
                <a:cs typeface="Lato" charset="0"/>
                <a:sym typeface="Lato" charset="0"/>
              </a:rPr>
              <a:t>Project </a:t>
            </a:r>
            <a:r>
              <a:rPr lang="es-ES" b="1" dirty="0" err="1">
                <a:solidFill>
                  <a:schemeClr val="bg1"/>
                </a:solidFill>
                <a:latin typeface="Lato" charset="0"/>
                <a:ea typeface="ＭＳ Ｐゴシック" charset="0"/>
                <a:cs typeface="Lato" charset="0"/>
                <a:sym typeface="Lato" charset="0"/>
              </a:rPr>
              <a:t>Description</a:t>
            </a:r>
            <a:endParaRPr lang="es-ES" dirty="0">
              <a:solidFill>
                <a:schemeClr val="bg1"/>
              </a:solidFill>
              <a:ea typeface="ＭＳ Ｐゴシック" charset="0"/>
            </a:endParaRPr>
          </a:p>
        </p:txBody>
      </p:sp>
      <p:sp>
        <p:nvSpPr>
          <p:cNvPr id="65541"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5542" name="AutoShape 6"/>
          <p:cNvSpPr>
            <a:spLocks/>
          </p:cNvSpPr>
          <p:nvPr/>
        </p:nvSpPr>
        <p:spPr bwMode="auto">
          <a:xfrm>
            <a:off x="7505700" y="53752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43" name="AutoShape 7"/>
          <p:cNvSpPr>
            <a:spLocks/>
          </p:cNvSpPr>
          <p:nvPr/>
        </p:nvSpPr>
        <p:spPr bwMode="auto">
          <a:xfrm>
            <a:off x="75184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solidFill>
                <a:latin typeface="Lato" charset="0"/>
                <a:ea typeface="ＭＳ Ｐゴシック" charset="0"/>
                <a:cs typeface="Lato" charset="0"/>
                <a:sym typeface="Lato" charset="0"/>
              </a:rPr>
              <a:t>Subtitle in this area</a:t>
            </a:r>
            <a:endParaRPr lang="es-ES">
              <a:solidFill>
                <a:schemeClr val="bg1"/>
              </a:solidFill>
              <a:ea typeface="ＭＳ Ｐゴシック" charset="0"/>
            </a:endParaRPr>
          </a:p>
        </p:txBody>
      </p:sp>
      <p:sp>
        <p:nvSpPr>
          <p:cNvPr id="65548" name="AutoShape 12"/>
          <p:cNvSpPr>
            <a:spLocks/>
          </p:cNvSpPr>
          <p:nvPr/>
        </p:nvSpPr>
        <p:spPr bwMode="auto">
          <a:xfrm>
            <a:off x="7518400" y="48387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65549" name="AutoShape 13"/>
          <p:cNvSpPr>
            <a:spLocks/>
          </p:cNvSpPr>
          <p:nvPr/>
        </p:nvSpPr>
        <p:spPr bwMode="auto">
          <a:xfrm>
            <a:off x="17780000" y="53752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50" name="AutoShape 14"/>
          <p:cNvSpPr>
            <a:spLocks/>
          </p:cNvSpPr>
          <p:nvPr/>
        </p:nvSpPr>
        <p:spPr bwMode="auto">
          <a:xfrm>
            <a:off x="177927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solidFill>
                <a:latin typeface="Lato" charset="0"/>
                <a:ea typeface="ＭＳ Ｐゴシック" charset="0"/>
                <a:cs typeface="Lato" charset="0"/>
                <a:sym typeface="Lato" charset="0"/>
              </a:rPr>
              <a:t>Subtitle in this area</a:t>
            </a:r>
            <a:endParaRPr lang="es-ES">
              <a:solidFill>
                <a:schemeClr val="bg1"/>
              </a:solidFill>
              <a:ea typeface="ＭＳ Ｐゴシック" charset="0"/>
            </a:endParaRPr>
          </a:p>
        </p:txBody>
      </p:sp>
      <p:sp>
        <p:nvSpPr>
          <p:cNvPr id="65551" name="AutoShape 15"/>
          <p:cNvSpPr>
            <a:spLocks/>
          </p:cNvSpPr>
          <p:nvPr/>
        </p:nvSpPr>
        <p:spPr bwMode="auto">
          <a:xfrm>
            <a:off x="17792700" y="48387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65552" name="AutoShape 16"/>
          <p:cNvSpPr>
            <a:spLocks/>
          </p:cNvSpPr>
          <p:nvPr/>
        </p:nvSpPr>
        <p:spPr bwMode="auto">
          <a:xfrm>
            <a:off x="7505700" y="96424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53" name="AutoShape 17"/>
          <p:cNvSpPr>
            <a:spLocks/>
          </p:cNvSpPr>
          <p:nvPr/>
        </p:nvSpPr>
        <p:spPr bwMode="auto">
          <a:xfrm>
            <a:off x="75184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solidFill>
                <a:latin typeface="Lato" charset="0"/>
                <a:ea typeface="ＭＳ Ｐゴシック" charset="0"/>
                <a:cs typeface="Lato" charset="0"/>
                <a:sym typeface="Lato" charset="0"/>
              </a:rPr>
              <a:t>Subtitle in this area</a:t>
            </a:r>
            <a:endParaRPr lang="es-ES">
              <a:solidFill>
                <a:schemeClr val="bg1"/>
              </a:solidFill>
              <a:ea typeface="ＭＳ Ｐゴシック" charset="0"/>
            </a:endParaRPr>
          </a:p>
        </p:txBody>
      </p:sp>
      <p:sp>
        <p:nvSpPr>
          <p:cNvPr id="65554" name="AutoShape 18"/>
          <p:cNvSpPr>
            <a:spLocks/>
          </p:cNvSpPr>
          <p:nvPr/>
        </p:nvSpPr>
        <p:spPr bwMode="auto">
          <a:xfrm>
            <a:off x="7518400" y="91059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65555" name="AutoShape 19"/>
          <p:cNvSpPr>
            <a:spLocks/>
          </p:cNvSpPr>
          <p:nvPr/>
        </p:nvSpPr>
        <p:spPr bwMode="auto">
          <a:xfrm>
            <a:off x="17780000" y="96424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56" name="AutoShape 20"/>
          <p:cNvSpPr>
            <a:spLocks/>
          </p:cNvSpPr>
          <p:nvPr/>
        </p:nvSpPr>
        <p:spPr bwMode="auto">
          <a:xfrm>
            <a:off x="177927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solidFill>
                <a:latin typeface="Lato" charset="0"/>
                <a:ea typeface="ＭＳ Ｐゴシック" charset="0"/>
                <a:cs typeface="Lato" charset="0"/>
                <a:sym typeface="Lato" charset="0"/>
              </a:rPr>
              <a:t>Subtitle in this area</a:t>
            </a:r>
            <a:endParaRPr lang="es-ES">
              <a:solidFill>
                <a:schemeClr val="bg1"/>
              </a:solidFill>
              <a:ea typeface="ＭＳ Ｐゴシック" charset="0"/>
            </a:endParaRPr>
          </a:p>
        </p:txBody>
      </p:sp>
      <p:sp>
        <p:nvSpPr>
          <p:cNvPr id="65557" name="AutoShape 21"/>
          <p:cNvSpPr>
            <a:spLocks/>
          </p:cNvSpPr>
          <p:nvPr/>
        </p:nvSpPr>
        <p:spPr bwMode="auto">
          <a:xfrm>
            <a:off x="17792700" y="91059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5540"/>
                                        </p:tgtEl>
                                        <p:attrNameLst>
                                          <p:attrName>style.visibility</p:attrName>
                                        </p:attrNameLst>
                                      </p:cBhvr>
                                      <p:to>
                                        <p:strVal val="visible"/>
                                      </p:to>
                                    </p:set>
                                    <p:anim calcmode="lin" valueType="num">
                                      <p:cBhvr additive="base">
                                        <p:cTn id="7" dur="500" fill="hold"/>
                                        <p:tgtEl>
                                          <p:spTgt spid="65540"/>
                                        </p:tgtEl>
                                        <p:attrNameLst>
                                          <p:attrName>ppt_x</p:attrName>
                                        </p:attrNameLst>
                                      </p:cBhvr>
                                      <p:tavLst>
                                        <p:tav tm="0">
                                          <p:val>
                                            <p:strVal val="1+#ppt_w/2"/>
                                          </p:val>
                                        </p:tav>
                                        <p:tav tm="100000">
                                          <p:val>
                                            <p:strVal val="#ppt_x"/>
                                          </p:val>
                                        </p:tav>
                                      </p:tavLst>
                                    </p:anim>
                                    <p:anim calcmode="lin" valueType="num">
                                      <p:cBhvr additive="base">
                                        <p:cTn id="8" dur="500" fill="hold"/>
                                        <p:tgtEl>
                                          <p:spTgt spid="6554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5541"/>
                                        </p:tgtEl>
                                        <p:attrNameLst>
                                          <p:attrName>style.visibility</p:attrName>
                                        </p:attrNameLst>
                                      </p:cBhvr>
                                      <p:to>
                                        <p:strVal val="visible"/>
                                      </p:to>
                                    </p:set>
                                    <p:anim calcmode="lin" valueType="num">
                                      <p:cBhvr additive="base">
                                        <p:cTn id="12" dur="500" fill="hold"/>
                                        <p:tgtEl>
                                          <p:spTgt spid="65541"/>
                                        </p:tgtEl>
                                        <p:attrNameLst>
                                          <p:attrName>ppt_x</p:attrName>
                                        </p:attrNameLst>
                                      </p:cBhvr>
                                      <p:tavLst>
                                        <p:tav tm="0">
                                          <p:val>
                                            <p:strVal val="1+#ppt_w/2"/>
                                          </p:val>
                                        </p:tav>
                                        <p:tav tm="100000">
                                          <p:val>
                                            <p:strVal val="#ppt_x"/>
                                          </p:val>
                                        </p:tav>
                                      </p:tavLst>
                                    </p:anim>
                                    <p:anim calcmode="lin" valueType="num">
                                      <p:cBhvr additive="base">
                                        <p:cTn id="13" dur="500" fill="hold"/>
                                        <p:tgtEl>
                                          <p:spTgt spid="6554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5538"/>
                                        </p:tgtEl>
                                        <p:attrNameLst>
                                          <p:attrName>style.visibility</p:attrName>
                                        </p:attrNameLst>
                                      </p:cBhvr>
                                      <p:to>
                                        <p:strVal val="visible"/>
                                      </p:to>
                                    </p:set>
                                    <p:anim calcmode="lin" valueType="num">
                                      <p:cBhvr additive="base">
                                        <p:cTn id="17" dur="500" fill="hold"/>
                                        <p:tgtEl>
                                          <p:spTgt spid="65538"/>
                                        </p:tgtEl>
                                        <p:attrNameLst>
                                          <p:attrName>ppt_x</p:attrName>
                                        </p:attrNameLst>
                                      </p:cBhvr>
                                      <p:tavLst>
                                        <p:tav tm="0">
                                          <p:val>
                                            <p:strVal val="1+#ppt_w/2"/>
                                          </p:val>
                                        </p:tav>
                                        <p:tav tm="100000">
                                          <p:val>
                                            <p:strVal val="#ppt_x"/>
                                          </p:val>
                                        </p:tav>
                                      </p:tavLst>
                                    </p:anim>
                                    <p:anim calcmode="lin" valueType="num">
                                      <p:cBhvr additive="base">
                                        <p:cTn id="18" dur="500" fill="hold"/>
                                        <p:tgtEl>
                                          <p:spTgt spid="6553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5542"/>
                                        </p:tgtEl>
                                        <p:attrNameLst>
                                          <p:attrName>style.visibility</p:attrName>
                                        </p:attrNameLst>
                                      </p:cBhvr>
                                      <p:to>
                                        <p:strVal val="visible"/>
                                      </p:to>
                                    </p:set>
                                    <p:animEffect transition="in" filter="dissolve">
                                      <p:cBhvr>
                                        <p:cTn id="22" dur="500"/>
                                        <p:tgtEl>
                                          <p:spTgt spid="65542"/>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5543"/>
                                        </p:tgtEl>
                                        <p:attrNameLst>
                                          <p:attrName>style.visibility</p:attrName>
                                        </p:attrNameLst>
                                      </p:cBhvr>
                                      <p:to>
                                        <p:strVal val="visible"/>
                                      </p:to>
                                    </p:set>
                                    <p:animEffect transition="in" filter="dissolve">
                                      <p:cBhvr>
                                        <p:cTn id="26" dur="500"/>
                                        <p:tgtEl>
                                          <p:spTgt spid="65543"/>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65548"/>
                                        </p:tgtEl>
                                        <p:attrNameLst>
                                          <p:attrName>style.visibility</p:attrName>
                                        </p:attrNameLst>
                                      </p:cBhvr>
                                      <p:to>
                                        <p:strVal val="visible"/>
                                      </p:to>
                                    </p:set>
                                    <p:animEffect transition="in" filter="dissolve">
                                      <p:cBhvr>
                                        <p:cTn id="30" dur="500"/>
                                        <p:tgtEl>
                                          <p:spTgt spid="65548"/>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65549"/>
                                        </p:tgtEl>
                                        <p:attrNameLst>
                                          <p:attrName>style.visibility</p:attrName>
                                        </p:attrNameLst>
                                      </p:cBhvr>
                                      <p:to>
                                        <p:strVal val="visible"/>
                                      </p:to>
                                    </p:set>
                                    <p:animEffect transition="in" filter="dissolve">
                                      <p:cBhvr>
                                        <p:cTn id="34" dur="500"/>
                                        <p:tgtEl>
                                          <p:spTgt spid="65549"/>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65550"/>
                                        </p:tgtEl>
                                        <p:attrNameLst>
                                          <p:attrName>style.visibility</p:attrName>
                                        </p:attrNameLst>
                                      </p:cBhvr>
                                      <p:to>
                                        <p:strVal val="visible"/>
                                      </p:to>
                                    </p:set>
                                    <p:animEffect transition="in" filter="dissolve">
                                      <p:cBhvr>
                                        <p:cTn id="38" dur="500"/>
                                        <p:tgtEl>
                                          <p:spTgt spid="65550"/>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65551"/>
                                        </p:tgtEl>
                                        <p:attrNameLst>
                                          <p:attrName>style.visibility</p:attrName>
                                        </p:attrNameLst>
                                      </p:cBhvr>
                                      <p:to>
                                        <p:strVal val="visible"/>
                                      </p:to>
                                    </p:set>
                                    <p:animEffect transition="in" filter="dissolve">
                                      <p:cBhvr>
                                        <p:cTn id="42" dur="500"/>
                                        <p:tgtEl>
                                          <p:spTgt spid="65551"/>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65552"/>
                                        </p:tgtEl>
                                        <p:attrNameLst>
                                          <p:attrName>style.visibility</p:attrName>
                                        </p:attrNameLst>
                                      </p:cBhvr>
                                      <p:to>
                                        <p:strVal val="visible"/>
                                      </p:to>
                                    </p:set>
                                    <p:animEffect transition="in" filter="dissolve">
                                      <p:cBhvr>
                                        <p:cTn id="46" dur="500"/>
                                        <p:tgtEl>
                                          <p:spTgt spid="65552"/>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65553"/>
                                        </p:tgtEl>
                                        <p:attrNameLst>
                                          <p:attrName>style.visibility</p:attrName>
                                        </p:attrNameLst>
                                      </p:cBhvr>
                                      <p:to>
                                        <p:strVal val="visible"/>
                                      </p:to>
                                    </p:set>
                                    <p:animEffect transition="in" filter="dissolve">
                                      <p:cBhvr>
                                        <p:cTn id="50" dur="500"/>
                                        <p:tgtEl>
                                          <p:spTgt spid="65553"/>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65554"/>
                                        </p:tgtEl>
                                        <p:attrNameLst>
                                          <p:attrName>style.visibility</p:attrName>
                                        </p:attrNameLst>
                                      </p:cBhvr>
                                      <p:to>
                                        <p:strVal val="visible"/>
                                      </p:to>
                                    </p:set>
                                    <p:animEffect transition="in" filter="dissolve">
                                      <p:cBhvr>
                                        <p:cTn id="54" dur="500"/>
                                        <p:tgtEl>
                                          <p:spTgt spid="65554"/>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65555"/>
                                        </p:tgtEl>
                                        <p:attrNameLst>
                                          <p:attrName>style.visibility</p:attrName>
                                        </p:attrNameLst>
                                      </p:cBhvr>
                                      <p:to>
                                        <p:strVal val="visible"/>
                                      </p:to>
                                    </p:set>
                                    <p:animEffect transition="in" filter="dissolve">
                                      <p:cBhvr>
                                        <p:cTn id="58" dur="500"/>
                                        <p:tgtEl>
                                          <p:spTgt spid="65555"/>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65556"/>
                                        </p:tgtEl>
                                        <p:attrNameLst>
                                          <p:attrName>style.visibility</p:attrName>
                                        </p:attrNameLst>
                                      </p:cBhvr>
                                      <p:to>
                                        <p:strVal val="visible"/>
                                      </p:to>
                                    </p:set>
                                    <p:animEffect transition="in" filter="dissolve">
                                      <p:cBhvr>
                                        <p:cTn id="62" dur="500"/>
                                        <p:tgtEl>
                                          <p:spTgt spid="65556"/>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65557"/>
                                        </p:tgtEl>
                                        <p:attrNameLst>
                                          <p:attrName>style.visibility</p:attrName>
                                        </p:attrNameLst>
                                      </p:cBhvr>
                                      <p:to>
                                        <p:strVal val="visible"/>
                                      </p:to>
                                    </p:set>
                                    <p:animEffect transition="in" filter="dissolve">
                                      <p:cBhvr>
                                        <p:cTn id="66" dur="500"/>
                                        <p:tgtEl>
                                          <p:spTgt spid="655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8" grpId="0" autoUpdateAnimBg="0"/>
      <p:bldP spid="65540" grpId="0" autoUpdateAnimBg="0"/>
      <p:bldP spid="65541" grpId="0" autoUpdateAnimBg="0"/>
      <p:bldP spid="65542" grpId="0" autoUpdateAnimBg="0"/>
      <p:bldP spid="65543" grpId="0" autoUpdateAnimBg="0"/>
      <p:bldP spid="65548" grpId="0" autoUpdateAnimBg="0"/>
      <p:bldP spid="65549" grpId="0" autoUpdateAnimBg="0"/>
      <p:bldP spid="65550" grpId="0" autoUpdateAnimBg="0"/>
      <p:bldP spid="65551" grpId="0" autoUpdateAnimBg="0"/>
      <p:bldP spid="65552" grpId="0" autoUpdateAnimBg="0"/>
      <p:bldP spid="65553" grpId="0" autoUpdateAnimBg="0"/>
      <p:bldP spid="65554" grpId="0" autoUpdateAnimBg="0"/>
      <p:bldP spid="65555" grpId="0" autoUpdateAnimBg="0"/>
      <p:bldP spid="65556" grpId="0" autoUpdateAnimBg="0"/>
      <p:bldP spid="65557" grpId="0"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6562"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6563"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7F529CA-9745-4F05-B2A2-6C4FF3BE3B3B}"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63</a:t>
            </a:fld>
            <a:endParaRPr lang="es-ES" altLang="en-US"/>
          </a:p>
        </p:txBody>
      </p:sp>
      <p:sp>
        <p:nvSpPr>
          <p:cNvPr id="66564" name="AutoShape 4"/>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dirty="0" err="1">
                <a:solidFill>
                  <a:schemeClr val="bg1"/>
                </a:solidFill>
                <a:latin typeface="Lato" charset="0"/>
                <a:ea typeface="ＭＳ Ｐゴシック" charset="0"/>
                <a:cs typeface="Lato" charset="0"/>
                <a:sym typeface="Lato" charset="0"/>
              </a:rPr>
              <a:t>Arrow</a:t>
            </a:r>
            <a:r>
              <a:rPr lang="es-ES" b="1" dirty="0">
                <a:solidFill>
                  <a:schemeClr val="bg1"/>
                </a:solidFill>
                <a:latin typeface="Lato" charset="0"/>
                <a:ea typeface="ＭＳ Ｐゴシック" charset="0"/>
                <a:cs typeface="Lato" charset="0"/>
                <a:sym typeface="Lato" charset="0"/>
              </a:rPr>
              <a:t> </a:t>
            </a:r>
            <a:r>
              <a:rPr lang="es-ES" b="1" dirty="0" err="1">
                <a:solidFill>
                  <a:schemeClr val="bg1"/>
                </a:solidFill>
                <a:latin typeface="Lato" charset="0"/>
                <a:ea typeface="ＭＳ Ｐゴシック" charset="0"/>
                <a:cs typeface="Lato" charset="0"/>
                <a:sym typeface="Lato" charset="0"/>
              </a:rPr>
              <a:t>Infographics</a:t>
            </a:r>
            <a:endParaRPr lang="es-ES" dirty="0">
              <a:solidFill>
                <a:schemeClr val="bg1"/>
              </a:solidFill>
              <a:ea typeface="ＭＳ Ｐゴシック" charset="0"/>
            </a:endParaRPr>
          </a:p>
        </p:txBody>
      </p:sp>
      <p:sp>
        <p:nvSpPr>
          <p:cNvPr id="66565"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6570" name="AutoShape 10"/>
          <p:cNvSpPr>
            <a:spLocks/>
          </p:cNvSpPr>
          <p:nvPr/>
        </p:nvSpPr>
        <p:spPr bwMode="auto">
          <a:xfrm>
            <a:off x="2797175" y="7189788"/>
            <a:ext cx="7364413" cy="5346700"/>
          </a:xfrm>
          <a:custGeom>
            <a:avLst/>
            <a:gdLst>
              <a:gd name="T0" fmla="*/ 3682207 w 21600"/>
              <a:gd name="T1" fmla="*/ 2673350 h 21600"/>
              <a:gd name="T2" fmla="*/ 3682207 w 21600"/>
              <a:gd name="T3" fmla="*/ 2673350 h 21600"/>
              <a:gd name="T4" fmla="*/ 3682207 w 21600"/>
              <a:gd name="T5" fmla="*/ 2673350 h 21600"/>
              <a:gd name="T6" fmla="*/ 3682207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858" y="0"/>
                </a:moveTo>
                <a:cubicBezTo>
                  <a:pt x="3518" y="0"/>
                  <a:pt x="0" y="4835"/>
                  <a:pt x="0" y="10800"/>
                </a:cubicBezTo>
                <a:cubicBezTo>
                  <a:pt x="0" y="16764"/>
                  <a:pt x="3518" y="21599"/>
                  <a:pt x="7858" y="21599"/>
                </a:cubicBezTo>
                <a:cubicBezTo>
                  <a:pt x="11773" y="21599"/>
                  <a:pt x="15018" y="17665"/>
                  <a:pt x="15616" y="12517"/>
                </a:cubicBezTo>
                <a:lnTo>
                  <a:pt x="21599" y="10779"/>
                </a:lnTo>
                <a:lnTo>
                  <a:pt x="15613" y="9058"/>
                </a:lnTo>
                <a:cubicBezTo>
                  <a:pt x="15007" y="3922"/>
                  <a:pt x="11766" y="0"/>
                  <a:pt x="7858"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66571" name="AutoShape 11"/>
          <p:cNvSpPr>
            <a:spLocks/>
          </p:cNvSpPr>
          <p:nvPr/>
        </p:nvSpPr>
        <p:spPr bwMode="auto">
          <a:xfrm>
            <a:off x="3403600" y="97567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6572" name="AutoShape 12"/>
          <p:cNvSpPr>
            <a:spLocks/>
          </p:cNvSpPr>
          <p:nvPr/>
        </p:nvSpPr>
        <p:spPr bwMode="auto">
          <a:xfrm>
            <a:off x="3403600" y="9245600"/>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Bookmark</a:t>
            </a:r>
            <a:endParaRPr lang="es-ES">
              <a:ea typeface="ＭＳ Ｐゴシック" charset="0"/>
            </a:endParaRPr>
          </a:p>
        </p:txBody>
      </p:sp>
      <p:sp>
        <p:nvSpPr>
          <p:cNvPr id="66573" name="AutoShape 13"/>
          <p:cNvSpPr>
            <a:spLocks/>
          </p:cNvSpPr>
          <p:nvPr/>
        </p:nvSpPr>
        <p:spPr bwMode="auto">
          <a:xfrm>
            <a:off x="4829175" y="8024813"/>
            <a:ext cx="1168400" cy="1066800"/>
          </a:xfrm>
          <a:custGeom>
            <a:avLst/>
            <a:gdLst>
              <a:gd name="T0" fmla="*/ 584200 w 21514"/>
              <a:gd name="T1" fmla="*/ 533919 h 21589"/>
              <a:gd name="T2" fmla="*/ 584200 w 21514"/>
              <a:gd name="T3" fmla="*/ 533919 h 21589"/>
              <a:gd name="T4" fmla="*/ 584200 w 21514"/>
              <a:gd name="T5" fmla="*/ 533919 h 21589"/>
              <a:gd name="T6" fmla="*/ 584200 w 21514"/>
              <a:gd name="T7" fmla="*/ 533919 h 215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4" h="21589">
                <a:moveTo>
                  <a:pt x="21361" y="20641"/>
                </a:moveTo>
                <a:cubicBezTo>
                  <a:pt x="21548" y="20866"/>
                  <a:pt x="21563" y="21109"/>
                  <a:pt x="21408" y="21357"/>
                </a:cubicBezTo>
                <a:cubicBezTo>
                  <a:pt x="21319" y="21501"/>
                  <a:pt x="21195" y="21577"/>
                  <a:pt x="21038" y="21588"/>
                </a:cubicBezTo>
                <a:cubicBezTo>
                  <a:pt x="20963" y="21588"/>
                  <a:pt x="20895" y="21560"/>
                  <a:pt x="20836" y="21507"/>
                </a:cubicBezTo>
                <a:lnTo>
                  <a:pt x="15037" y="17552"/>
                </a:lnTo>
                <a:cubicBezTo>
                  <a:pt x="14487" y="18272"/>
                  <a:pt x="13903" y="18878"/>
                  <a:pt x="13294" y="19374"/>
                </a:cubicBezTo>
                <a:cubicBezTo>
                  <a:pt x="12685" y="19871"/>
                  <a:pt x="12081" y="20235"/>
                  <a:pt x="11482" y="20460"/>
                </a:cubicBezTo>
                <a:cubicBezTo>
                  <a:pt x="10887" y="20692"/>
                  <a:pt x="10320" y="20779"/>
                  <a:pt x="9786" y="20725"/>
                </a:cubicBezTo>
                <a:cubicBezTo>
                  <a:pt x="9249" y="20669"/>
                  <a:pt x="8774" y="20460"/>
                  <a:pt x="8355" y="20091"/>
                </a:cubicBezTo>
                <a:cubicBezTo>
                  <a:pt x="7788" y="19594"/>
                  <a:pt x="7432" y="18884"/>
                  <a:pt x="7291" y="17947"/>
                </a:cubicBezTo>
                <a:cubicBezTo>
                  <a:pt x="7148" y="17016"/>
                  <a:pt x="7181" y="15992"/>
                  <a:pt x="7392" y="14861"/>
                </a:cubicBezTo>
                <a:lnTo>
                  <a:pt x="3996" y="11855"/>
                </a:lnTo>
                <a:cubicBezTo>
                  <a:pt x="3427" y="12151"/>
                  <a:pt x="2883" y="12295"/>
                  <a:pt x="2366" y="12283"/>
                </a:cubicBezTo>
                <a:cubicBezTo>
                  <a:pt x="1843" y="12278"/>
                  <a:pt x="1387" y="12097"/>
                  <a:pt x="991" y="11745"/>
                </a:cubicBezTo>
                <a:cubicBezTo>
                  <a:pt x="609" y="11392"/>
                  <a:pt x="340" y="10924"/>
                  <a:pt x="178" y="10334"/>
                </a:cubicBezTo>
                <a:cubicBezTo>
                  <a:pt x="16" y="9745"/>
                  <a:pt x="-37" y="9085"/>
                  <a:pt x="26" y="8346"/>
                </a:cubicBezTo>
                <a:cubicBezTo>
                  <a:pt x="87" y="7607"/>
                  <a:pt x="253" y="6831"/>
                  <a:pt x="532" y="6022"/>
                </a:cubicBezTo>
                <a:cubicBezTo>
                  <a:pt x="808" y="5212"/>
                  <a:pt x="1180" y="4417"/>
                  <a:pt x="1654" y="3647"/>
                </a:cubicBezTo>
                <a:cubicBezTo>
                  <a:pt x="2124" y="2868"/>
                  <a:pt x="2644" y="2208"/>
                  <a:pt x="3214" y="1653"/>
                </a:cubicBezTo>
                <a:cubicBezTo>
                  <a:pt x="3780" y="1100"/>
                  <a:pt x="4347" y="682"/>
                  <a:pt x="4919" y="400"/>
                </a:cubicBezTo>
                <a:cubicBezTo>
                  <a:pt x="5485" y="127"/>
                  <a:pt x="6031" y="-11"/>
                  <a:pt x="6549" y="0"/>
                </a:cubicBezTo>
                <a:cubicBezTo>
                  <a:pt x="7069" y="5"/>
                  <a:pt x="7523" y="186"/>
                  <a:pt x="7912" y="539"/>
                </a:cubicBezTo>
                <a:cubicBezTo>
                  <a:pt x="8308" y="908"/>
                  <a:pt x="8582" y="1393"/>
                  <a:pt x="8736" y="1988"/>
                </a:cubicBezTo>
                <a:cubicBezTo>
                  <a:pt x="8889" y="2589"/>
                  <a:pt x="8936" y="3255"/>
                  <a:pt x="8877" y="3994"/>
                </a:cubicBezTo>
                <a:lnTo>
                  <a:pt x="12252" y="7034"/>
                </a:lnTo>
                <a:cubicBezTo>
                  <a:pt x="13081" y="6467"/>
                  <a:pt x="13885" y="6137"/>
                  <a:pt x="14662" y="6047"/>
                </a:cubicBezTo>
                <a:cubicBezTo>
                  <a:pt x="15440" y="5960"/>
                  <a:pt x="16112" y="6168"/>
                  <a:pt x="16679" y="6682"/>
                </a:cubicBezTo>
                <a:cubicBezTo>
                  <a:pt x="17091" y="7051"/>
                  <a:pt x="17391" y="7542"/>
                  <a:pt x="17583" y="8148"/>
                </a:cubicBezTo>
                <a:cubicBezTo>
                  <a:pt x="17773" y="8752"/>
                  <a:pt x="17859" y="9432"/>
                  <a:pt x="17845" y="10179"/>
                </a:cubicBezTo>
                <a:cubicBezTo>
                  <a:pt x="17829" y="10929"/>
                  <a:pt x="17717" y="11722"/>
                  <a:pt x="17503" y="12571"/>
                </a:cubicBezTo>
                <a:cubicBezTo>
                  <a:pt x="17290" y="13414"/>
                  <a:pt x="16979" y="14263"/>
                  <a:pt x="16569" y="15110"/>
                </a:cubicBezTo>
                <a:lnTo>
                  <a:pt x="21361" y="20641"/>
                </a:lnTo>
                <a:close/>
                <a:moveTo>
                  <a:pt x="2087" y="9948"/>
                </a:moveTo>
                <a:cubicBezTo>
                  <a:pt x="2244" y="10075"/>
                  <a:pt x="2431" y="10143"/>
                  <a:pt x="2649" y="10143"/>
                </a:cubicBezTo>
                <a:cubicBezTo>
                  <a:pt x="2881" y="10143"/>
                  <a:pt x="3125" y="10058"/>
                  <a:pt x="3382" y="9906"/>
                </a:cubicBezTo>
                <a:cubicBezTo>
                  <a:pt x="3637" y="9745"/>
                  <a:pt x="3907" y="9536"/>
                  <a:pt x="4183" y="9282"/>
                </a:cubicBezTo>
                <a:cubicBezTo>
                  <a:pt x="4460" y="9023"/>
                  <a:pt x="4731" y="8727"/>
                  <a:pt x="4998" y="8385"/>
                </a:cubicBezTo>
                <a:cubicBezTo>
                  <a:pt x="5263" y="8041"/>
                  <a:pt x="5511" y="7683"/>
                  <a:pt x="5743" y="7316"/>
                </a:cubicBezTo>
                <a:cubicBezTo>
                  <a:pt x="5813" y="7189"/>
                  <a:pt x="5844" y="7051"/>
                  <a:pt x="5820" y="6902"/>
                </a:cubicBezTo>
                <a:cubicBezTo>
                  <a:pt x="5797" y="6758"/>
                  <a:pt x="5743" y="6637"/>
                  <a:pt x="5652" y="6549"/>
                </a:cubicBezTo>
                <a:cubicBezTo>
                  <a:pt x="5549" y="6456"/>
                  <a:pt x="5434" y="6417"/>
                  <a:pt x="5310" y="6434"/>
                </a:cubicBezTo>
                <a:cubicBezTo>
                  <a:pt x="5186" y="6445"/>
                  <a:pt x="5083" y="6521"/>
                  <a:pt x="5001" y="6654"/>
                </a:cubicBezTo>
                <a:cubicBezTo>
                  <a:pt x="4417" y="7590"/>
                  <a:pt x="3902" y="8236"/>
                  <a:pt x="3455" y="8588"/>
                </a:cubicBezTo>
                <a:cubicBezTo>
                  <a:pt x="3005" y="8935"/>
                  <a:pt x="2736" y="9093"/>
                  <a:pt x="2647" y="9057"/>
                </a:cubicBezTo>
                <a:cubicBezTo>
                  <a:pt x="2541" y="8969"/>
                  <a:pt x="2424" y="8935"/>
                  <a:pt x="2298" y="8964"/>
                </a:cubicBezTo>
                <a:cubicBezTo>
                  <a:pt x="2171" y="8989"/>
                  <a:pt x="2070" y="9057"/>
                  <a:pt x="1996" y="9167"/>
                </a:cubicBezTo>
                <a:cubicBezTo>
                  <a:pt x="1923" y="9294"/>
                  <a:pt x="1895" y="9432"/>
                  <a:pt x="1918" y="9578"/>
                </a:cubicBezTo>
                <a:cubicBezTo>
                  <a:pt x="1942" y="9728"/>
                  <a:pt x="1998" y="9849"/>
                  <a:pt x="2087" y="9948"/>
                </a:cubicBezTo>
                <a:moveTo>
                  <a:pt x="9299" y="14647"/>
                </a:moveTo>
                <a:cubicBezTo>
                  <a:pt x="9357" y="14720"/>
                  <a:pt x="9444" y="14757"/>
                  <a:pt x="9554" y="14757"/>
                </a:cubicBezTo>
                <a:cubicBezTo>
                  <a:pt x="9704" y="14757"/>
                  <a:pt x="9828" y="14681"/>
                  <a:pt x="9924" y="14526"/>
                </a:cubicBezTo>
                <a:cubicBezTo>
                  <a:pt x="9999" y="14399"/>
                  <a:pt x="10029" y="14266"/>
                  <a:pt x="10011" y="14131"/>
                </a:cubicBezTo>
                <a:cubicBezTo>
                  <a:pt x="9999" y="13993"/>
                  <a:pt x="9940" y="13877"/>
                  <a:pt x="9835" y="13784"/>
                </a:cubicBezTo>
                <a:lnTo>
                  <a:pt x="5945" y="10301"/>
                </a:lnTo>
                <a:cubicBezTo>
                  <a:pt x="5825" y="10428"/>
                  <a:pt x="5701" y="10549"/>
                  <a:pt x="5579" y="10670"/>
                </a:cubicBezTo>
                <a:cubicBezTo>
                  <a:pt x="5457" y="10791"/>
                  <a:pt x="5333" y="10901"/>
                  <a:pt x="5216" y="10989"/>
                </a:cubicBezTo>
                <a:lnTo>
                  <a:pt x="9299" y="14647"/>
                </a:lnTo>
                <a:close/>
                <a:moveTo>
                  <a:pt x="14353" y="15028"/>
                </a:moveTo>
                <a:cubicBezTo>
                  <a:pt x="14428" y="14918"/>
                  <a:pt x="14459" y="14791"/>
                  <a:pt x="14444" y="14641"/>
                </a:cubicBezTo>
                <a:cubicBezTo>
                  <a:pt x="14428" y="14495"/>
                  <a:pt x="14370" y="14373"/>
                  <a:pt x="14264" y="14283"/>
                </a:cubicBezTo>
                <a:cubicBezTo>
                  <a:pt x="14175" y="14196"/>
                  <a:pt x="14067" y="14156"/>
                  <a:pt x="13943" y="14173"/>
                </a:cubicBezTo>
                <a:cubicBezTo>
                  <a:pt x="13821" y="14196"/>
                  <a:pt x="13718" y="14266"/>
                  <a:pt x="13648" y="14393"/>
                </a:cubicBezTo>
                <a:cubicBezTo>
                  <a:pt x="13266" y="15005"/>
                  <a:pt x="12882" y="15530"/>
                  <a:pt x="12498" y="15959"/>
                </a:cubicBezTo>
                <a:cubicBezTo>
                  <a:pt x="12114" y="16387"/>
                  <a:pt x="11758" y="16731"/>
                  <a:pt x="11428" y="16977"/>
                </a:cubicBezTo>
                <a:cubicBezTo>
                  <a:pt x="11097" y="17225"/>
                  <a:pt x="10807" y="17386"/>
                  <a:pt x="10554" y="17462"/>
                </a:cubicBezTo>
                <a:cubicBezTo>
                  <a:pt x="10299" y="17541"/>
                  <a:pt x="10118" y="17518"/>
                  <a:pt x="10013" y="17403"/>
                </a:cubicBezTo>
                <a:cubicBezTo>
                  <a:pt x="9910" y="17315"/>
                  <a:pt x="9800" y="17281"/>
                  <a:pt x="9685" y="17310"/>
                </a:cubicBezTo>
                <a:cubicBezTo>
                  <a:pt x="9568" y="17335"/>
                  <a:pt x="9472" y="17420"/>
                  <a:pt x="9399" y="17552"/>
                </a:cubicBezTo>
                <a:cubicBezTo>
                  <a:pt x="9324" y="17662"/>
                  <a:pt x="9292" y="17789"/>
                  <a:pt x="9303" y="17936"/>
                </a:cubicBezTo>
                <a:cubicBezTo>
                  <a:pt x="9315" y="18085"/>
                  <a:pt x="9376" y="18207"/>
                  <a:pt x="9488" y="18294"/>
                </a:cubicBezTo>
                <a:cubicBezTo>
                  <a:pt x="9706" y="18503"/>
                  <a:pt x="9961" y="18604"/>
                  <a:pt x="10261" y="18604"/>
                </a:cubicBezTo>
                <a:cubicBezTo>
                  <a:pt x="10568" y="18604"/>
                  <a:pt x="10898" y="18508"/>
                  <a:pt x="11254" y="18317"/>
                </a:cubicBezTo>
                <a:cubicBezTo>
                  <a:pt x="11610" y="18125"/>
                  <a:pt x="11964" y="17865"/>
                  <a:pt x="12325" y="17541"/>
                </a:cubicBezTo>
                <a:cubicBezTo>
                  <a:pt x="12683" y="17214"/>
                  <a:pt x="13034" y="16836"/>
                  <a:pt x="13379" y="16399"/>
                </a:cubicBezTo>
                <a:cubicBezTo>
                  <a:pt x="13721" y="15959"/>
                  <a:pt x="14046" y="15502"/>
                  <a:pt x="14353" y="1502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6574" name="AutoShape 14"/>
          <p:cNvSpPr>
            <a:spLocks/>
          </p:cNvSpPr>
          <p:nvPr/>
        </p:nvSpPr>
        <p:spPr bwMode="auto">
          <a:xfrm>
            <a:off x="13847763" y="3646488"/>
            <a:ext cx="7618412" cy="5346700"/>
          </a:xfrm>
          <a:custGeom>
            <a:avLst/>
            <a:gdLst>
              <a:gd name="T0" fmla="*/ 3809206 w 21600"/>
              <a:gd name="T1" fmla="*/ 2673350 h 21600"/>
              <a:gd name="T2" fmla="*/ 3809206 w 21600"/>
              <a:gd name="T3" fmla="*/ 2673350 h 21600"/>
              <a:gd name="T4" fmla="*/ 3809206 w 21600"/>
              <a:gd name="T5" fmla="*/ 2673350 h 21600"/>
              <a:gd name="T6" fmla="*/ 3809206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002" y="0"/>
                </a:moveTo>
                <a:cubicBezTo>
                  <a:pt x="10111" y="0"/>
                  <a:pt x="6906" y="4157"/>
                  <a:pt x="6459" y="9517"/>
                </a:cubicBezTo>
                <a:lnTo>
                  <a:pt x="0" y="11624"/>
                </a:lnTo>
                <a:lnTo>
                  <a:pt x="6556" y="12962"/>
                </a:lnTo>
                <a:cubicBezTo>
                  <a:pt x="7261" y="17891"/>
                  <a:pt x="10327" y="21599"/>
                  <a:pt x="14002" y="21599"/>
                </a:cubicBezTo>
                <a:cubicBezTo>
                  <a:pt x="18198" y="21599"/>
                  <a:pt x="21599" y="16764"/>
                  <a:pt x="21599" y="10800"/>
                </a:cubicBezTo>
                <a:cubicBezTo>
                  <a:pt x="21599" y="4835"/>
                  <a:pt x="18198" y="0"/>
                  <a:pt x="14002"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66575" name="AutoShape 15"/>
          <p:cNvSpPr>
            <a:spLocks/>
          </p:cNvSpPr>
          <p:nvPr/>
        </p:nvSpPr>
        <p:spPr bwMode="auto">
          <a:xfrm>
            <a:off x="16713200" y="62134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6576" name="AutoShape 16"/>
          <p:cNvSpPr>
            <a:spLocks/>
          </p:cNvSpPr>
          <p:nvPr/>
        </p:nvSpPr>
        <p:spPr bwMode="auto">
          <a:xfrm>
            <a:off x="16713200" y="5702300"/>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App Star</a:t>
            </a:r>
            <a:endParaRPr lang="es-ES">
              <a:ea typeface="ＭＳ Ｐゴシック" charset="0"/>
            </a:endParaRPr>
          </a:p>
        </p:txBody>
      </p:sp>
      <p:sp>
        <p:nvSpPr>
          <p:cNvPr id="66577" name="AutoShape 17"/>
          <p:cNvSpPr>
            <a:spLocks/>
          </p:cNvSpPr>
          <p:nvPr/>
        </p:nvSpPr>
        <p:spPr bwMode="auto">
          <a:xfrm>
            <a:off x="18322925" y="4445000"/>
            <a:ext cx="977900" cy="977900"/>
          </a:xfrm>
          <a:custGeom>
            <a:avLst/>
            <a:gdLst>
              <a:gd name="T0" fmla="*/ 488927 w 21497"/>
              <a:gd name="T1" fmla="*/ 488950 h 21544"/>
              <a:gd name="T2" fmla="*/ 488927 w 21497"/>
              <a:gd name="T3" fmla="*/ 488950 h 21544"/>
              <a:gd name="T4" fmla="*/ 488927 w 21497"/>
              <a:gd name="T5" fmla="*/ 488950 h 21544"/>
              <a:gd name="T6" fmla="*/ 488927 w 21497"/>
              <a:gd name="T7" fmla="*/ 488950 h 215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7" h="21544">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89" y="0"/>
                  <a:pt x="11203" y="180"/>
                  <a:pt x="11382" y="551"/>
                </a:cubicBezTo>
                <a:lnTo>
                  <a:pt x="14293" y="6739"/>
                </a:lnTo>
                <a:lnTo>
                  <a:pt x="20779" y="7738"/>
                </a:lnTo>
                <a:cubicBezTo>
                  <a:pt x="21167" y="7789"/>
                  <a:pt x="21392" y="7941"/>
                  <a:pt x="21473" y="8189"/>
                </a:cubicBezTo>
                <a:cubicBezTo>
                  <a:pt x="21547" y="8437"/>
                  <a:pt x="21448" y="8710"/>
                  <a:pt x="21178" y="9006"/>
                </a:cubicBezTo>
                <a:lnTo>
                  <a:pt x="16473" y="13804"/>
                </a:lnTo>
                <a:lnTo>
                  <a:pt x="17574" y="20597"/>
                </a:lnTo>
                <a:cubicBezTo>
                  <a:pt x="17643" y="21005"/>
                  <a:pt x="17576" y="21281"/>
                  <a:pt x="17375" y="21442"/>
                </a:cubicBezTo>
                <a:cubicBezTo>
                  <a:pt x="17177" y="21600"/>
                  <a:pt x="16899" y="21574"/>
                  <a:pt x="16548" y="21369"/>
                </a:cubicBezTo>
                <a:lnTo>
                  <a:pt x="10753" y="18172"/>
                </a:lnTo>
                <a:lnTo>
                  <a:pt x="4947" y="21369"/>
                </a:lnTo>
                <a:cubicBezTo>
                  <a:pt x="4596" y="21574"/>
                  <a:pt x="4321" y="21600"/>
                  <a:pt x="4120" y="21442"/>
                </a:cubicBezTo>
                <a:cubicBezTo>
                  <a:pt x="3919" y="21281"/>
                  <a:pt x="3849" y="21002"/>
                  <a:pt x="3922" y="20597"/>
                </a:cubicBezTo>
                <a:lnTo>
                  <a:pt x="5022" y="13804"/>
                </a:lnTo>
                <a:lnTo>
                  <a:pt x="357" y="9006"/>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6564"/>
                                        </p:tgtEl>
                                        <p:attrNameLst>
                                          <p:attrName>style.visibility</p:attrName>
                                        </p:attrNameLst>
                                      </p:cBhvr>
                                      <p:to>
                                        <p:strVal val="visible"/>
                                      </p:to>
                                    </p:set>
                                    <p:anim calcmode="lin" valueType="num">
                                      <p:cBhvr additive="base">
                                        <p:cTn id="7" dur="500" fill="hold"/>
                                        <p:tgtEl>
                                          <p:spTgt spid="66564"/>
                                        </p:tgtEl>
                                        <p:attrNameLst>
                                          <p:attrName>ppt_x</p:attrName>
                                        </p:attrNameLst>
                                      </p:cBhvr>
                                      <p:tavLst>
                                        <p:tav tm="0">
                                          <p:val>
                                            <p:strVal val="1+#ppt_w/2"/>
                                          </p:val>
                                        </p:tav>
                                        <p:tav tm="100000">
                                          <p:val>
                                            <p:strVal val="#ppt_x"/>
                                          </p:val>
                                        </p:tav>
                                      </p:tavLst>
                                    </p:anim>
                                    <p:anim calcmode="lin" valueType="num">
                                      <p:cBhvr additive="base">
                                        <p:cTn id="8" dur="500" fill="hold"/>
                                        <p:tgtEl>
                                          <p:spTgt spid="665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6565"/>
                                        </p:tgtEl>
                                        <p:attrNameLst>
                                          <p:attrName>style.visibility</p:attrName>
                                        </p:attrNameLst>
                                      </p:cBhvr>
                                      <p:to>
                                        <p:strVal val="visible"/>
                                      </p:to>
                                    </p:set>
                                    <p:anim calcmode="lin" valueType="num">
                                      <p:cBhvr additive="base">
                                        <p:cTn id="12" dur="500" fill="hold"/>
                                        <p:tgtEl>
                                          <p:spTgt spid="66565"/>
                                        </p:tgtEl>
                                        <p:attrNameLst>
                                          <p:attrName>ppt_x</p:attrName>
                                        </p:attrNameLst>
                                      </p:cBhvr>
                                      <p:tavLst>
                                        <p:tav tm="0">
                                          <p:val>
                                            <p:strVal val="1+#ppt_w/2"/>
                                          </p:val>
                                        </p:tav>
                                        <p:tav tm="100000">
                                          <p:val>
                                            <p:strVal val="#ppt_x"/>
                                          </p:val>
                                        </p:tav>
                                      </p:tavLst>
                                    </p:anim>
                                    <p:anim calcmode="lin" valueType="num">
                                      <p:cBhvr additive="base">
                                        <p:cTn id="13" dur="500" fill="hold"/>
                                        <p:tgtEl>
                                          <p:spTgt spid="6656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6562"/>
                                        </p:tgtEl>
                                        <p:attrNameLst>
                                          <p:attrName>style.visibility</p:attrName>
                                        </p:attrNameLst>
                                      </p:cBhvr>
                                      <p:to>
                                        <p:strVal val="visible"/>
                                      </p:to>
                                    </p:set>
                                    <p:anim calcmode="lin" valueType="num">
                                      <p:cBhvr additive="base">
                                        <p:cTn id="17" dur="500" fill="hold"/>
                                        <p:tgtEl>
                                          <p:spTgt spid="66562"/>
                                        </p:tgtEl>
                                        <p:attrNameLst>
                                          <p:attrName>ppt_x</p:attrName>
                                        </p:attrNameLst>
                                      </p:cBhvr>
                                      <p:tavLst>
                                        <p:tav tm="0">
                                          <p:val>
                                            <p:strVal val="1+#ppt_w/2"/>
                                          </p:val>
                                        </p:tav>
                                        <p:tav tm="100000">
                                          <p:val>
                                            <p:strVal val="#ppt_x"/>
                                          </p:val>
                                        </p:tav>
                                      </p:tavLst>
                                    </p:anim>
                                    <p:anim calcmode="lin" valueType="num">
                                      <p:cBhvr additive="base">
                                        <p:cTn id="18" dur="500" fill="hold"/>
                                        <p:tgtEl>
                                          <p:spTgt spid="6656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6571"/>
                                        </p:tgtEl>
                                        <p:attrNameLst>
                                          <p:attrName>style.visibility</p:attrName>
                                        </p:attrNameLst>
                                      </p:cBhvr>
                                      <p:to>
                                        <p:strVal val="visible"/>
                                      </p:to>
                                    </p:set>
                                    <p:animEffect transition="in" filter="dissolve">
                                      <p:cBhvr>
                                        <p:cTn id="22" dur="500"/>
                                        <p:tgtEl>
                                          <p:spTgt spid="66571"/>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6572"/>
                                        </p:tgtEl>
                                        <p:attrNameLst>
                                          <p:attrName>style.visibility</p:attrName>
                                        </p:attrNameLst>
                                      </p:cBhvr>
                                      <p:to>
                                        <p:strVal val="visible"/>
                                      </p:to>
                                    </p:set>
                                    <p:animEffect transition="in" filter="dissolve">
                                      <p:cBhvr>
                                        <p:cTn id="26" dur="500"/>
                                        <p:tgtEl>
                                          <p:spTgt spid="66572"/>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66575"/>
                                        </p:tgtEl>
                                        <p:attrNameLst>
                                          <p:attrName>style.visibility</p:attrName>
                                        </p:attrNameLst>
                                      </p:cBhvr>
                                      <p:to>
                                        <p:strVal val="visible"/>
                                      </p:to>
                                    </p:set>
                                    <p:animEffect transition="in" filter="dissolve">
                                      <p:cBhvr>
                                        <p:cTn id="30" dur="500"/>
                                        <p:tgtEl>
                                          <p:spTgt spid="66575"/>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66576"/>
                                        </p:tgtEl>
                                        <p:attrNameLst>
                                          <p:attrName>style.visibility</p:attrName>
                                        </p:attrNameLst>
                                      </p:cBhvr>
                                      <p:to>
                                        <p:strVal val="visible"/>
                                      </p:to>
                                    </p:set>
                                    <p:animEffect transition="in" filter="dissolve">
                                      <p:cBhvr>
                                        <p:cTn id="34" dur="500"/>
                                        <p:tgtEl>
                                          <p:spTgt spid="66576"/>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66570"/>
                                        </p:tgtEl>
                                        <p:attrNameLst>
                                          <p:attrName>style.visibility</p:attrName>
                                        </p:attrNameLst>
                                      </p:cBhvr>
                                      <p:to>
                                        <p:strVal val="visible"/>
                                      </p:to>
                                    </p:set>
                                    <p:animEffect transition="in" filter="dissolve">
                                      <p:cBhvr>
                                        <p:cTn id="38" dur="500"/>
                                        <p:tgtEl>
                                          <p:spTgt spid="66570"/>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66573"/>
                                        </p:tgtEl>
                                        <p:attrNameLst>
                                          <p:attrName>style.visibility</p:attrName>
                                        </p:attrNameLst>
                                      </p:cBhvr>
                                      <p:to>
                                        <p:strVal val="visible"/>
                                      </p:to>
                                    </p:set>
                                    <p:animEffect transition="in" filter="dissolve">
                                      <p:cBhvr>
                                        <p:cTn id="42" dur="500"/>
                                        <p:tgtEl>
                                          <p:spTgt spid="66573"/>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66574"/>
                                        </p:tgtEl>
                                        <p:attrNameLst>
                                          <p:attrName>style.visibility</p:attrName>
                                        </p:attrNameLst>
                                      </p:cBhvr>
                                      <p:to>
                                        <p:strVal val="visible"/>
                                      </p:to>
                                    </p:set>
                                    <p:animEffect transition="in" filter="dissolve">
                                      <p:cBhvr>
                                        <p:cTn id="46" dur="500"/>
                                        <p:tgtEl>
                                          <p:spTgt spid="66574"/>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66577"/>
                                        </p:tgtEl>
                                        <p:attrNameLst>
                                          <p:attrName>style.visibility</p:attrName>
                                        </p:attrNameLst>
                                      </p:cBhvr>
                                      <p:to>
                                        <p:strVal val="visible"/>
                                      </p:to>
                                    </p:set>
                                    <p:animEffect transition="in" filter="dissolve">
                                      <p:cBhvr>
                                        <p:cTn id="50" dur="500"/>
                                        <p:tgtEl>
                                          <p:spTgt spid="665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562" grpId="0" autoUpdateAnimBg="0"/>
      <p:bldP spid="66564" grpId="0" autoUpdateAnimBg="0"/>
      <p:bldP spid="66565" grpId="0" autoUpdateAnimBg="0"/>
      <p:bldP spid="66571" grpId="0" autoUpdateAnimBg="0"/>
      <p:bldP spid="66572" grpId="0" autoUpdateAnimBg="0"/>
      <p:bldP spid="66575" grpId="0" autoUpdateAnimBg="0"/>
      <p:bldP spid="66576" grpId="0" autoUpdateAnimBg="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7586"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758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9DE6D9CC-BF38-4538-A956-2665509AADB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64</a:t>
            </a:fld>
            <a:endParaRPr lang="es-ES" altLang="en-US"/>
          </a:p>
        </p:txBody>
      </p:sp>
      <p:sp>
        <p:nvSpPr>
          <p:cNvPr id="67588" name="AutoShape 4"/>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chemeClr val="bg1"/>
                </a:solidFill>
                <a:latin typeface="Lato" charset="0"/>
                <a:ea typeface="ＭＳ Ｐゴシック" charset="0"/>
                <a:cs typeface="Lato" charset="0"/>
                <a:sym typeface="Lato" charset="0"/>
              </a:rPr>
              <a:t>World Keys </a:t>
            </a:r>
            <a:endParaRPr lang="es-ES">
              <a:solidFill>
                <a:schemeClr val="bg1"/>
              </a:solidFill>
              <a:ea typeface="ＭＳ Ｐゴシック" charset="0"/>
            </a:endParaRPr>
          </a:p>
        </p:txBody>
      </p:sp>
      <p:sp>
        <p:nvSpPr>
          <p:cNvPr id="67589"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7590" name="AutoShape 6"/>
          <p:cNvSpPr>
            <a:spLocks/>
          </p:cNvSpPr>
          <p:nvPr/>
        </p:nvSpPr>
        <p:spPr bwMode="auto">
          <a:xfrm>
            <a:off x="10442575" y="6373813"/>
            <a:ext cx="3492500" cy="3492500"/>
          </a:xfrm>
          <a:custGeom>
            <a:avLst/>
            <a:gdLst>
              <a:gd name="T0" fmla="*/ 1746250 w 21600"/>
              <a:gd name="T1" fmla="*/ 1746250 h 21600"/>
              <a:gd name="T2" fmla="*/ 1746250 w 21600"/>
              <a:gd name="T3" fmla="*/ 1746250 h 21600"/>
              <a:gd name="T4" fmla="*/ 1746250 w 21600"/>
              <a:gd name="T5" fmla="*/ 1746250 h 21600"/>
              <a:gd name="T6" fmla="*/ 1746250 w 21600"/>
              <a:gd name="T7" fmla="*/ 174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600" y="9341"/>
                  <a:pt x="21600" y="10801"/>
                </a:cubicBezTo>
                <a:cubicBezTo>
                  <a:pt x="21600"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3"/>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1"/>
                  <a:pt x="12454" y="20127"/>
                </a:cubicBezTo>
                <a:cubicBezTo>
                  <a:pt x="12482" y="20185"/>
                  <a:pt x="12496" y="20225"/>
                  <a:pt x="12496" y="20256"/>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7591" name="AutoShape 7"/>
          <p:cNvSpPr>
            <a:spLocks/>
          </p:cNvSpPr>
          <p:nvPr/>
        </p:nvSpPr>
        <p:spPr bwMode="auto">
          <a:xfrm>
            <a:off x="2260600" y="60483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67592" name="AutoShape 8"/>
          <p:cNvSpPr>
            <a:spLocks/>
          </p:cNvSpPr>
          <p:nvPr/>
        </p:nvSpPr>
        <p:spPr bwMode="auto">
          <a:xfrm>
            <a:off x="16548100" y="60991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a:t>
            </a:r>
            <a:endParaRPr lang="es-ES">
              <a:ea typeface="ＭＳ Ｐゴシック" charset="0"/>
            </a:endParaRPr>
          </a:p>
        </p:txBody>
      </p:sp>
      <p:sp>
        <p:nvSpPr>
          <p:cNvPr id="67593" name="AutoShape 9"/>
          <p:cNvSpPr>
            <a:spLocks/>
          </p:cNvSpPr>
          <p:nvPr/>
        </p:nvSpPr>
        <p:spPr bwMode="auto">
          <a:xfrm>
            <a:off x="16548100" y="10023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vestibul.</a:t>
            </a:r>
            <a:endParaRPr lang="es-ES">
              <a:ea typeface="ＭＳ Ｐゴシック" charset="0"/>
            </a:endParaRPr>
          </a:p>
        </p:txBody>
      </p:sp>
      <p:sp>
        <p:nvSpPr>
          <p:cNvPr id="67594" name="AutoShape 10"/>
          <p:cNvSpPr>
            <a:spLocks/>
          </p:cNvSpPr>
          <p:nvPr/>
        </p:nvSpPr>
        <p:spPr bwMode="auto">
          <a:xfrm>
            <a:off x="2260600" y="9896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a:t>
            </a:r>
            <a:endParaRPr lang="es-ES">
              <a:ea typeface="ＭＳ Ｐゴシック" charset="0"/>
            </a:endParaRPr>
          </a:p>
        </p:txBody>
      </p:sp>
      <p:sp>
        <p:nvSpPr>
          <p:cNvPr id="67595" name="AutoShape 11"/>
          <p:cNvSpPr>
            <a:spLocks/>
          </p:cNvSpPr>
          <p:nvPr/>
        </p:nvSpPr>
        <p:spPr bwMode="auto">
          <a:xfrm>
            <a:off x="2273300" y="56515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chemeClr val="bg1"/>
                </a:solidFill>
                <a:latin typeface="Lato" charset="0"/>
                <a:ea typeface="ＭＳ Ｐゴシック" charset="0"/>
                <a:cs typeface="Lato" charset="0"/>
                <a:sym typeface="Lato" charset="0"/>
              </a:rPr>
              <a:t>Subtitle in this area</a:t>
            </a:r>
            <a:endParaRPr lang="es-ES">
              <a:solidFill>
                <a:schemeClr val="bg1"/>
              </a:solidFill>
              <a:ea typeface="ＭＳ Ｐゴシック" charset="0"/>
            </a:endParaRPr>
          </a:p>
        </p:txBody>
      </p:sp>
      <p:sp>
        <p:nvSpPr>
          <p:cNvPr id="67596" name="AutoShape 12"/>
          <p:cNvSpPr>
            <a:spLocks/>
          </p:cNvSpPr>
          <p:nvPr/>
        </p:nvSpPr>
        <p:spPr bwMode="auto">
          <a:xfrm>
            <a:off x="2273300" y="95123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chemeClr val="bg1"/>
                </a:solidFill>
                <a:latin typeface="Lato" charset="0"/>
                <a:ea typeface="ＭＳ Ｐゴシック" charset="0"/>
                <a:cs typeface="Lato" charset="0"/>
                <a:sym typeface="Lato" charset="0"/>
              </a:rPr>
              <a:t>Subtitle in this area</a:t>
            </a:r>
            <a:endParaRPr lang="es-ES">
              <a:solidFill>
                <a:schemeClr val="bg1"/>
              </a:solidFill>
              <a:ea typeface="ＭＳ Ｐゴシック" charset="0"/>
            </a:endParaRPr>
          </a:p>
        </p:txBody>
      </p:sp>
      <p:sp>
        <p:nvSpPr>
          <p:cNvPr id="67597" name="AutoShape 13"/>
          <p:cNvSpPr>
            <a:spLocks/>
          </p:cNvSpPr>
          <p:nvPr/>
        </p:nvSpPr>
        <p:spPr bwMode="auto">
          <a:xfrm>
            <a:off x="16548100" y="57150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solidFill>
                <a:latin typeface="Lato" charset="0"/>
                <a:ea typeface="ＭＳ Ｐゴシック" charset="0"/>
                <a:cs typeface="Lato" charset="0"/>
                <a:sym typeface="Lato" charset="0"/>
              </a:rPr>
              <a:t>Subtitle in this area</a:t>
            </a:r>
            <a:endParaRPr lang="es-ES">
              <a:solidFill>
                <a:schemeClr val="bg1"/>
              </a:solidFill>
              <a:ea typeface="ＭＳ Ｐゴシック" charset="0"/>
            </a:endParaRPr>
          </a:p>
        </p:txBody>
      </p:sp>
      <p:sp>
        <p:nvSpPr>
          <p:cNvPr id="67598" name="AutoShape 14"/>
          <p:cNvSpPr>
            <a:spLocks/>
          </p:cNvSpPr>
          <p:nvPr/>
        </p:nvSpPr>
        <p:spPr bwMode="auto">
          <a:xfrm>
            <a:off x="16548100" y="96266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chemeClr val="bg1"/>
                </a:solidFill>
                <a:latin typeface="Lato" charset="0"/>
                <a:ea typeface="ＭＳ Ｐゴシック" charset="0"/>
                <a:cs typeface="Lato" charset="0"/>
                <a:sym typeface="Lato" charset="0"/>
              </a:rPr>
              <a:t>Subtitle in this area</a:t>
            </a:r>
            <a:endParaRPr lang="es-ES">
              <a:solidFill>
                <a:schemeClr val="bg1"/>
              </a:solidFill>
              <a:ea typeface="ＭＳ Ｐゴシック" charset="0"/>
            </a:endParaRPr>
          </a:p>
        </p:txBody>
      </p:sp>
      <p:grpSp>
        <p:nvGrpSpPr>
          <p:cNvPr id="67599" name="Group 15"/>
          <p:cNvGrpSpPr>
            <a:grpSpLocks/>
          </p:cNvGrpSpPr>
          <p:nvPr/>
        </p:nvGrpSpPr>
        <p:grpSpPr bwMode="auto">
          <a:xfrm>
            <a:off x="13293725" y="5448300"/>
            <a:ext cx="2479675" cy="1698625"/>
            <a:chOff x="0" y="0"/>
            <a:chExt cx="2479410" cy="1698691"/>
          </a:xfrm>
        </p:grpSpPr>
        <p:sp>
          <p:nvSpPr>
            <p:cNvPr id="67600" name="AutoShape 16"/>
            <p:cNvSpPr>
              <a:spLocks/>
            </p:cNvSpPr>
            <p:nvPr/>
          </p:nvSpPr>
          <p:spPr bwMode="auto">
            <a:xfrm>
              <a:off x="1082409" y="-1"/>
              <a:ext cx="1397001" cy="1397002"/>
            </a:xfrm>
            <a:custGeom>
              <a:avLst/>
              <a:gdLst>
                <a:gd name="T0" fmla="*/ 698465 w 19679"/>
                <a:gd name="T1" fmla="*/ 766686 h 19679"/>
                <a:gd name="T2" fmla="*/ 698465 w 19679"/>
                <a:gd name="T3" fmla="*/ 766686 h 19679"/>
                <a:gd name="T4" fmla="*/ 698465 w 19679"/>
                <a:gd name="T5" fmla="*/ 766686 h 19679"/>
                <a:gd name="T6" fmla="*/ 698465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01" name="Line 17"/>
            <p:cNvSpPr>
              <a:spLocks noChangeShapeType="1"/>
            </p:cNvSpPr>
            <p:nvPr/>
          </p:nvSpPr>
          <p:spPr bwMode="auto">
            <a:xfrm flipV="1">
              <a:off x="0" y="663601"/>
              <a:ext cx="1690507" cy="1035090"/>
            </a:xfrm>
            <a:prstGeom prst="line">
              <a:avLst/>
            </a:prstGeom>
            <a:noFill/>
            <a:ln w="38100" cap="flat" cmpd="sng">
              <a:solidFill>
                <a:srgbClr val="0C436D"/>
              </a:solidFill>
              <a:prstDash val="solid"/>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02" name="AutoShape 18"/>
            <p:cNvSpPr>
              <a:spLocks/>
            </p:cNvSpPr>
            <p:nvPr/>
          </p:nvSpPr>
          <p:spPr bwMode="auto">
            <a:xfrm>
              <a:off x="1538250" y="454381"/>
              <a:ext cx="508001" cy="508001"/>
            </a:xfrm>
            <a:custGeom>
              <a:avLst/>
              <a:gdLst>
                <a:gd name="T0" fmla="*/ 254001 w 21600"/>
                <a:gd name="T1" fmla="*/ 254001 h 21600"/>
                <a:gd name="T2" fmla="*/ 254001 w 21600"/>
                <a:gd name="T3" fmla="*/ 254001 h 21600"/>
                <a:gd name="T4" fmla="*/ 254001 w 21600"/>
                <a:gd name="T5" fmla="*/ 254001 h 21600"/>
                <a:gd name="T6" fmla="*/ 254001 w 21600"/>
                <a:gd name="T7" fmla="*/ 2540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67603" name="Group 19"/>
          <p:cNvGrpSpPr>
            <a:grpSpLocks/>
          </p:cNvGrpSpPr>
          <p:nvPr/>
        </p:nvGrpSpPr>
        <p:grpSpPr bwMode="auto">
          <a:xfrm>
            <a:off x="13501688" y="9074150"/>
            <a:ext cx="2271712" cy="1797050"/>
            <a:chOff x="0" y="0"/>
            <a:chExt cx="2271448" cy="1796191"/>
          </a:xfrm>
        </p:grpSpPr>
        <p:sp>
          <p:nvSpPr>
            <p:cNvPr id="67604" name="AutoShape 20"/>
            <p:cNvSpPr>
              <a:spLocks/>
            </p:cNvSpPr>
            <p:nvPr/>
          </p:nvSpPr>
          <p:spPr bwMode="auto">
            <a:xfrm>
              <a:off x="874447" y="399190"/>
              <a:ext cx="1397001" cy="1397001"/>
            </a:xfrm>
            <a:custGeom>
              <a:avLst/>
              <a:gdLst>
                <a:gd name="T0" fmla="*/ 698465 w 19679"/>
                <a:gd name="T1" fmla="*/ 766686 h 19679"/>
                <a:gd name="T2" fmla="*/ 698465 w 19679"/>
                <a:gd name="T3" fmla="*/ 766686 h 19679"/>
                <a:gd name="T4" fmla="*/ 698465 w 19679"/>
                <a:gd name="T5" fmla="*/ 766686 h 19679"/>
                <a:gd name="T6" fmla="*/ 698465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05" name="Line 21"/>
            <p:cNvSpPr>
              <a:spLocks noChangeShapeType="1"/>
            </p:cNvSpPr>
            <p:nvPr/>
          </p:nvSpPr>
          <p:spPr bwMode="auto">
            <a:xfrm>
              <a:off x="0" y="0"/>
              <a:ext cx="1641284" cy="1121827"/>
            </a:xfrm>
            <a:prstGeom prst="line">
              <a:avLst/>
            </a:prstGeom>
            <a:noFill/>
            <a:ln w="38100" cap="flat" cmpd="sng">
              <a:solidFill>
                <a:srgbClr val="0C436D"/>
              </a:solidFill>
              <a:prstDash val="solid"/>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06" name="AutoShape 22"/>
            <p:cNvSpPr>
              <a:spLocks/>
            </p:cNvSpPr>
            <p:nvPr/>
          </p:nvSpPr>
          <p:spPr bwMode="auto">
            <a:xfrm>
              <a:off x="1318969" y="883565"/>
              <a:ext cx="508001" cy="419101"/>
            </a:xfrm>
            <a:custGeom>
              <a:avLst/>
              <a:gdLst>
                <a:gd name="T0" fmla="*/ 254001 w 21600"/>
                <a:gd name="T1" fmla="*/ 209551 h 21600"/>
                <a:gd name="T2" fmla="*/ 254001 w 21600"/>
                <a:gd name="T3" fmla="*/ 209551 h 21600"/>
                <a:gd name="T4" fmla="*/ 254001 w 21600"/>
                <a:gd name="T5" fmla="*/ 209551 h 21600"/>
                <a:gd name="T6" fmla="*/ 254001 w 21600"/>
                <a:gd name="T7" fmla="*/ 2095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67607" name="Group 23"/>
          <p:cNvGrpSpPr>
            <a:grpSpLocks/>
          </p:cNvGrpSpPr>
          <p:nvPr/>
        </p:nvGrpSpPr>
        <p:grpSpPr bwMode="auto">
          <a:xfrm>
            <a:off x="8267700" y="5448300"/>
            <a:ext cx="2522538" cy="1778000"/>
            <a:chOff x="0" y="0"/>
            <a:chExt cx="2523133" cy="1778332"/>
          </a:xfrm>
        </p:grpSpPr>
        <p:sp>
          <p:nvSpPr>
            <p:cNvPr id="67608" name="AutoShape 24"/>
            <p:cNvSpPr>
              <a:spLocks/>
            </p:cNvSpPr>
            <p:nvPr/>
          </p:nvSpPr>
          <p:spPr bwMode="auto">
            <a:xfrm>
              <a:off x="-1" y="-1"/>
              <a:ext cx="1397002" cy="1397002"/>
            </a:xfrm>
            <a:custGeom>
              <a:avLst/>
              <a:gdLst>
                <a:gd name="T0" fmla="*/ 698466 w 19679"/>
                <a:gd name="T1" fmla="*/ 766686 h 19679"/>
                <a:gd name="T2" fmla="*/ 698466 w 19679"/>
                <a:gd name="T3" fmla="*/ 766686 h 19679"/>
                <a:gd name="T4" fmla="*/ 698466 w 19679"/>
                <a:gd name="T5" fmla="*/ 766686 h 19679"/>
                <a:gd name="T6" fmla="*/ 698466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09" name="Line 25"/>
            <p:cNvSpPr>
              <a:spLocks noChangeShapeType="1"/>
            </p:cNvSpPr>
            <p:nvPr/>
          </p:nvSpPr>
          <p:spPr bwMode="auto">
            <a:xfrm>
              <a:off x="768531" y="719272"/>
              <a:ext cx="1754602" cy="1059060"/>
            </a:xfrm>
            <a:prstGeom prst="line">
              <a:avLst/>
            </a:prstGeom>
            <a:noFill/>
            <a:ln w="38100" cap="flat" cmpd="sng">
              <a:solidFill>
                <a:srgbClr val="0C436D"/>
              </a:solidFill>
              <a:prstDash val="solid"/>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10" name="AutoShape 26"/>
            <p:cNvSpPr>
              <a:spLocks/>
            </p:cNvSpPr>
            <p:nvPr/>
          </p:nvSpPr>
          <p:spPr bwMode="auto">
            <a:xfrm>
              <a:off x="463783" y="412079"/>
              <a:ext cx="508001" cy="508001"/>
            </a:xfrm>
            <a:custGeom>
              <a:avLst/>
              <a:gdLst>
                <a:gd name="T0" fmla="*/ 254001 w 21376"/>
                <a:gd name="T1" fmla="*/ 254001 h 21600"/>
                <a:gd name="T2" fmla="*/ 254001 w 21376"/>
                <a:gd name="T3" fmla="*/ 254001 h 21600"/>
                <a:gd name="T4" fmla="*/ 254001 w 21376"/>
                <a:gd name="T5" fmla="*/ 254001 h 21600"/>
                <a:gd name="T6" fmla="*/ 254001 w 21376"/>
                <a:gd name="T7" fmla="*/ 2540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67611" name="Group 27"/>
          <p:cNvGrpSpPr>
            <a:grpSpLocks/>
          </p:cNvGrpSpPr>
          <p:nvPr/>
        </p:nvGrpSpPr>
        <p:grpSpPr bwMode="auto">
          <a:xfrm>
            <a:off x="8267700" y="8890000"/>
            <a:ext cx="2574925" cy="1981200"/>
            <a:chOff x="0" y="0"/>
            <a:chExt cx="2576051" cy="1981200"/>
          </a:xfrm>
        </p:grpSpPr>
        <p:sp>
          <p:nvSpPr>
            <p:cNvPr id="67612" name="AutoShape 28"/>
            <p:cNvSpPr>
              <a:spLocks/>
            </p:cNvSpPr>
            <p:nvPr/>
          </p:nvSpPr>
          <p:spPr bwMode="auto">
            <a:xfrm>
              <a:off x="-1" y="584199"/>
              <a:ext cx="1397002" cy="1397001"/>
            </a:xfrm>
            <a:custGeom>
              <a:avLst/>
              <a:gdLst>
                <a:gd name="T0" fmla="*/ 698466 w 19679"/>
                <a:gd name="T1" fmla="*/ 766686 h 19679"/>
                <a:gd name="T2" fmla="*/ 698466 w 19679"/>
                <a:gd name="T3" fmla="*/ 766686 h 19679"/>
                <a:gd name="T4" fmla="*/ 698466 w 19679"/>
                <a:gd name="T5" fmla="*/ 766686 h 19679"/>
                <a:gd name="T6" fmla="*/ 698466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13" name="Line 29"/>
            <p:cNvSpPr>
              <a:spLocks noChangeShapeType="1"/>
            </p:cNvSpPr>
            <p:nvPr/>
          </p:nvSpPr>
          <p:spPr bwMode="auto">
            <a:xfrm flipV="1">
              <a:off x="708335" y="0"/>
              <a:ext cx="1867716" cy="1287463"/>
            </a:xfrm>
            <a:prstGeom prst="line">
              <a:avLst/>
            </a:prstGeom>
            <a:noFill/>
            <a:ln w="38100" cap="flat" cmpd="sng">
              <a:solidFill>
                <a:srgbClr val="0C436D"/>
              </a:solidFill>
              <a:prstDash val="solid"/>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14" name="AutoShape 30"/>
            <p:cNvSpPr>
              <a:spLocks/>
            </p:cNvSpPr>
            <p:nvPr/>
          </p:nvSpPr>
          <p:spPr bwMode="auto">
            <a:xfrm>
              <a:off x="474247" y="995939"/>
              <a:ext cx="508001" cy="508001"/>
            </a:xfrm>
            <a:custGeom>
              <a:avLst/>
              <a:gdLst>
                <a:gd name="T0" fmla="*/ 253989 w 21591"/>
                <a:gd name="T1" fmla="*/ 255182 h 21498"/>
                <a:gd name="T2" fmla="*/ 253989 w 21591"/>
                <a:gd name="T3" fmla="*/ 255182 h 21498"/>
                <a:gd name="T4" fmla="*/ 253989 w 21591"/>
                <a:gd name="T5" fmla="*/ 255182 h 21498"/>
                <a:gd name="T6" fmla="*/ 253989 w 21591"/>
                <a:gd name="T7" fmla="*/ 255182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7"/>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7588"/>
                                        </p:tgtEl>
                                        <p:attrNameLst>
                                          <p:attrName>style.visibility</p:attrName>
                                        </p:attrNameLst>
                                      </p:cBhvr>
                                      <p:to>
                                        <p:strVal val="visible"/>
                                      </p:to>
                                    </p:set>
                                    <p:anim calcmode="lin" valueType="num">
                                      <p:cBhvr additive="base">
                                        <p:cTn id="7" dur="500" fill="hold"/>
                                        <p:tgtEl>
                                          <p:spTgt spid="67588"/>
                                        </p:tgtEl>
                                        <p:attrNameLst>
                                          <p:attrName>ppt_x</p:attrName>
                                        </p:attrNameLst>
                                      </p:cBhvr>
                                      <p:tavLst>
                                        <p:tav tm="0">
                                          <p:val>
                                            <p:strVal val="1+#ppt_w/2"/>
                                          </p:val>
                                        </p:tav>
                                        <p:tav tm="100000">
                                          <p:val>
                                            <p:strVal val="#ppt_x"/>
                                          </p:val>
                                        </p:tav>
                                      </p:tavLst>
                                    </p:anim>
                                    <p:anim calcmode="lin" valueType="num">
                                      <p:cBhvr additive="base">
                                        <p:cTn id="8" dur="500" fill="hold"/>
                                        <p:tgtEl>
                                          <p:spTgt spid="6758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7589"/>
                                        </p:tgtEl>
                                        <p:attrNameLst>
                                          <p:attrName>style.visibility</p:attrName>
                                        </p:attrNameLst>
                                      </p:cBhvr>
                                      <p:to>
                                        <p:strVal val="visible"/>
                                      </p:to>
                                    </p:set>
                                    <p:anim calcmode="lin" valueType="num">
                                      <p:cBhvr additive="base">
                                        <p:cTn id="12" dur="500" fill="hold"/>
                                        <p:tgtEl>
                                          <p:spTgt spid="67589"/>
                                        </p:tgtEl>
                                        <p:attrNameLst>
                                          <p:attrName>ppt_x</p:attrName>
                                        </p:attrNameLst>
                                      </p:cBhvr>
                                      <p:tavLst>
                                        <p:tav tm="0">
                                          <p:val>
                                            <p:strVal val="1+#ppt_w/2"/>
                                          </p:val>
                                        </p:tav>
                                        <p:tav tm="100000">
                                          <p:val>
                                            <p:strVal val="#ppt_x"/>
                                          </p:val>
                                        </p:tav>
                                      </p:tavLst>
                                    </p:anim>
                                    <p:anim calcmode="lin" valueType="num">
                                      <p:cBhvr additive="base">
                                        <p:cTn id="13" dur="500" fill="hold"/>
                                        <p:tgtEl>
                                          <p:spTgt spid="6758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7586"/>
                                        </p:tgtEl>
                                        <p:attrNameLst>
                                          <p:attrName>style.visibility</p:attrName>
                                        </p:attrNameLst>
                                      </p:cBhvr>
                                      <p:to>
                                        <p:strVal val="visible"/>
                                      </p:to>
                                    </p:set>
                                    <p:anim calcmode="lin" valueType="num">
                                      <p:cBhvr additive="base">
                                        <p:cTn id="17" dur="500" fill="hold"/>
                                        <p:tgtEl>
                                          <p:spTgt spid="67586"/>
                                        </p:tgtEl>
                                        <p:attrNameLst>
                                          <p:attrName>ppt_x</p:attrName>
                                        </p:attrNameLst>
                                      </p:cBhvr>
                                      <p:tavLst>
                                        <p:tav tm="0">
                                          <p:val>
                                            <p:strVal val="1+#ppt_w/2"/>
                                          </p:val>
                                        </p:tav>
                                        <p:tav tm="100000">
                                          <p:val>
                                            <p:strVal val="#ppt_x"/>
                                          </p:val>
                                        </p:tav>
                                      </p:tavLst>
                                    </p:anim>
                                    <p:anim calcmode="lin" valueType="num">
                                      <p:cBhvr additive="base">
                                        <p:cTn id="18" dur="500" fill="hold"/>
                                        <p:tgtEl>
                                          <p:spTgt spid="6758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67590"/>
                                        </p:tgtEl>
                                        <p:attrNameLst>
                                          <p:attrName>style.visibility</p:attrName>
                                        </p:attrNameLst>
                                      </p:cBhvr>
                                      <p:to>
                                        <p:strVal val="visible"/>
                                      </p:to>
                                    </p:set>
                                    <p:animEffect transition="in" filter="dissolve">
                                      <p:cBhvr>
                                        <p:cTn id="22" dur="500"/>
                                        <p:tgtEl>
                                          <p:spTgt spid="67590"/>
                                        </p:tgtEl>
                                      </p:cBhvr>
                                    </p:animEffect>
                                  </p:childTnLst>
                                </p:cTn>
                              </p:par>
                            </p:childTnLst>
                          </p:cTn>
                        </p:par>
                        <p:par>
                          <p:cTn id="23" fill="hold" nodeType="afterGroup">
                            <p:stCondLst>
                              <p:cond delay="2000"/>
                            </p:stCondLst>
                            <p:childTnLst>
                              <p:par>
                                <p:cTn id="24" presetID="18" presetClass="entr" presetSubtype="9" fill="hold" nodeType="afterEffect">
                                  <p:stCondLst>
                                    <p:cond delay="0"/>
                                  </p:stCondLst>
                                  <p:childTnLst>
                                    <p:set>
                                      <p:cBhvr>
                                        <p:cTn id="25" dur="1" fill="hold">
                                          <p:stCondLst>
                                            <p:cond delay="0"/>
                                          </p:stCondLst>
                                        </p:cTn>
                                        <p:tgtEl>
                                          <p:spTgt spid="67607"/>
                                        </p:tgtEl>
                                        <p:attrNameLst>
                                          <p:attrName>style.visibility</p:attrName>
                                        </p:attrNameLst>
                                      </p:cBhvr>
                                      <p:to>
                                        <p:strVal val="visible"/>
                                      </p:to>
                                    </p:set>
                                    <p:animEffect transition="in" filter="strips(upLeft)">
                                      <p:cBhvr>
                                        <p:cTn id="26" dur="500"/>
                                        <p:tgtEl>
                                          <p:spTgt spid="67607"/>
                                        </p:tgtEl>
                                      </p:cBhvr>
                                    </p:animEffect>
                                  </p:childTnLst>
                                </p:cTn>
                              </p:par>
                            </p:childTnLst>
                          </p:cTn>
                        </p:par>
                        <p:par>
                          <p:cTn id="27" fill="hold" nodeType="afterGroup">
                            <p:stCondLst>
                              <p:cond delay="2500"/>
                            </p:stCondLst>
                            <p:childTnLst>
                              <p:par>
                                <p:cTn id="28" presetID="18" presetClass="entr" presetSubtype="3" fill="hold" nodeType="afterEffect">
                                  <p:stCondLst>
                                    <p:cond delay="0"/>
                                  </p:stCondLst>
                                  <p:childTnLst>
                                    <p:set>
                                      <p:cBhvr>
                                        <p:cTn id="29" dur="1" fill="hold">
                                          <p:stCondLst>
                                            <p:cond delay="0"/>
                                          </p:stCondLst>
                                        </p:cTn>
                                        <p:tgtEl>
                                          <p:spTgt spid="67599"/>
                                        </p:tgtEl>
                                        <p:attrNameLst>
                                          <p:attrName>style.visibility</p:attrName>
                                        </p:attrNameLst>
                                      </p:cBhvr>
                                      <p:to>
                                        <p:strVal val="visible"/>
                                      </p:to>
                                    </p:set>
                                    <p:animEffect transition="in" filter="strips(upRight)">
                                      <p:cBhvr>
                                        <p:cTn id="30" dur="500"/>
                                        <p:tgtEl>
                                          <p:spTgt spid="67599"/>
                                        </p:tgtEl>
                                      </p:cBhvr>
                                    </p:animEffect>
                                  </p:childTnLst>
                                </p:cTn>
                              </p:par>
                            </p:childTnLst>
                          </p:cTn>
                        </p:par>
                        <p:par>
                          <p:cTn id="31" fill="hold" nodeType="afterGroup">
                            <p:stCondLst>
                              <p:cond delay="3000"/>
                            </p:stCondLst>
                            <p:childTnLst>
                              <p:par>
                                <p:cTn id="32" presetID="18" presetClass="entr" presetSubtype="6" fill="hold" nodeType="afterEffect">
                                  <p:stCondLst>
                                    <p:cond delay="0"/>
                                  </p:stCondLst>
                                  <p:childTnLst>
                                    <p:set>
                                      <p:cBhvr>
                                        <p:cTn id="33" dur="1" fill="hold">
                                          <p:stCondLst>
                                            <p:cond delay="0"/>
                                          </p:stCondLst>
                                        </p:cTn>
                                        <p:tgtEl>
                                          <p:spTgt spid="67603"/>
                                        </p:tgtEl>
                                        <p:attrNameLst>
                                          <p:attrName>style.visibility</p:attrName>
                                        </p:attrNameLst>
                                      </p:cBhvr>
                                      <p:to>
                                        <p:strVal val="visible"/>
                                      </p:to>
                                    </p:set>
                                    <p:animEffect transition="in" filter="strips(downRight)">
                                      <p:cBhvr>
                                        <p:cTn id="34" dur="500"/>
                                        <p:tgtEl>
                                          <p:spTgt spid="67603"/>
                                        </p:tgtEl>
                                      </p:cBhvr>
                                    </p:animEffect>
                                  </p:childTnLst>
                                </p:cTn>
                              </p:par>
                            </p:childTnLst>
                          </p:cTn>
                        </p:par>
                        <p:par>
                          <p:cTn id="35" fill="hold" nodeType="afterGroup">
                            <p:stCondLst>
                              <p:cond delay="3500"/>
                            </p:stCondLst>
                            <p:childTnLst>
                              <p:par>
                                <p:cTn id="36" presetID="18" presetClass="entr" presetSubtype="12" fill="hold" nodeType="afterEffect">
                                  <p:stCondLst>
                                    <p:cond delay="0"/>
                                  </p:stCondLst>
                                  <p:childTnLst>
                                    <p:set>
                                      <p:cBhvr>
                                        <p:cTn id="37" dur="1" fill="hold">
                                          <p:stCondLst>
                                            <p:cond delay="0"/>
                                          </p:stCondLst>
                                        </p:cTn>
                                        <p:tgtEl>
                                          <p:spTgt spid="67611"/>
                                        </p:tgtEl>
                                        <p:attrNameLst>
                                          <p:attrName>style.visibility</p:attrName>
                                        </p:attrNameLst>
                                      </p:cBhvr>
                                      <p:to>
                                        <p:strVal val="visible"/>
                                      </p:to>
                                    </p:set>
                                    <p:animEffect transition="in" filter="strips(downLeft)">
                                      <p:cBhvr>
                                        <p:cTn id="38" dur="500"/>
                                        <p:tgtEl>
                                          <p:spTgt spid="67611"/>
                                        </p:tgtEl>
                                      </p:cBhvr>
                                    </p:animEffect>
                                  </p:childTnLst>
                                </p:cTn>
                              </p:par>
                            </p:childTnLst>
                          </p:cTn>
                        </p:par>
                        <p:par>
                          <p:cTn id="39" fill="hold" nodeType="afterGroup">
                            <p:stCondLst>
                              <p:cond delay="4000"/>
                            </p:stCondLst>
                            <p:childTnLst>
                              <p:par>
                                <p:cTn id="40" presetID="22" presetClass="entr" presetSubtype="2" fill="hold" grpId="0" nodeType="afterEffect">
                                  <p:stCondLst>
                                    <p:cond delay="0"/>
                                  </p:stCondLst>
                                  <p:childTnLst>
                                    <p:set>
                                      <p:cBhvr>
                                        <p:cTn id="41" dur="1" fill="hold">
                                          <p:stCondLst>
                                            <p:cond delay="0"/>
                                          </p:stCondLst>
                                        </p:cTn>
                                        <p:tgtEl>
                                          <p:spTgt spid="67591"/>
                                        </p:tgtEl>
                                        <p:attrNameLst>
                                          <p:attrName>style.visibility</p:attrName>
                                        </p:attrNameLst>
                                      </p:cBhvr>
                                      <p:to>
                                        <p:strVal val="visible"/>
                                      </p:to>
                                    </p:set>
                                    <p:animEffect transition="in" filter="wipe(right)">
                                      <p:cBhvr>
                                        <p:cTn id="42" dur="500"/>
                                        <p:tgtEl>
                                          <p:spTgt spid="67591"/>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67592"/>
                                        </p:tgtEl>
                                        <p:attrNameLst>
                                          <p:attrName>style.visibility</p:attrName>
                                        </p:attrNameLst>
                                      </p:cBhvr>
                                      <p:to>
                                        <p:strVal val="visible"/>
                                      </p:to>
                                    </p:set>
                                    <p:animEffect transition="in" filter="wipe(left)">
                                      <p:cBhvr>
                                        <p:cTn id="46" dur="500"/>
                                        <p:tgtEl>
                                          <p:spTgt spid="67592"/>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67593"/>
                                        </p:tgtEl>
                                        <p:attrNameLst>
                                          <p:attrName>style.visibility</p:attrName>
                                        </p:attrNameLst>
                                      </p:cBhvr>
                                      <p:to>
                                        <p:strVal val="visible"/>
                                      </p:to>
                                    </p:set>
                                    <p:animEffect transition="in" filter="wipe(left)">
                                      <p:cBhvr>
                                        <p:cTn id="50" dur="500"/>
                                        <p:tgtEl>
                                          <p:spTgt spid="67593"/>
                                        </p:tgtEl>
                                      </p:cBhvr>
                                    </p:animEffect>
                                  </p:childTnLst>
                                </p:cTn>
                              </p:par>
                            </p:childTnLst>
                          </p:cTn>
                        </p:par>
                        <p:par>
                          <p:cTn id="51" fill="hold" nodeType="afterGroup">
                            <p:stCondLst>
                              <p:cond delay="5500"/>
                            </p:stCondLst>
                            <p:childTnLst>
                              <p:par>
                                <p:cTn id="52" presetID="22" presetClass="entr" presetSubtype="2" fill="hold" grpId="0" nodeType="afterEffect">
                                  <p:stCondLst>
                                    <p:cond delay="0"/>
                                  </p:stCondLst>
                                  <p:childTnLst>
                                    <p:set>
                                      <p:cBhvr>
                                        <p:cTn id="53" dur="1" fill="hold">
                                          <p:stCondLst>
                                            <p:cond delay="0"/>
                                          </p:stCondLst>
                                        </p:cTn>
                                        <p:tgtEl>
                                          <p:spTgt spid="67594"/>
                                        </p:tgtEl>
                                        <p:attrNameLst>
                                          <p:attrName>style.visibility</p:attrName>
                                        </p:attrNameLst>
                                      </p:cBhvr>
                                      <p:to>
                                        <p:strVal val="visible"/>
                                      </p:to>
                                    </p:set>
                                    <p:animEffect transition="in" filter="wipe(right)">
                                      <p:cBhvr>
                                        <p:cTn id="54" dur="500"/>
                                        <p:tgtEl>
                                          <p:spTgt spid="67594"/>
                                        </p:tgtEl>
                                      </p:cBhvr>
                                    </p:animEffect>
                                  </p:childTnLst>
                                </p:cTn>
                              </p:par>
                            </p:childTnLst>
                          </p:cTn>
                        </p:par>
                        <p:par>
                          <p:cTn id="55" fill="hold" nodeType="afterGroup">
                            <p:stCondLst>
                              <p:cond delay="6000"/>
                            </p:stCondLst>
                            <p:childTnLst>
                              <p:par>
                                <p:cTn id="56" presetID="22" presetClass="entr" presetSubtype="2" fill="hold" grpId="0" nodeType="afterEffect">
                                  <p:stCondLst>
                                    <p:cond delay="0"/>
                                  </p:stCondLst>
                                  <p:childTnLst>
                                    <p:set>
                                      <p:cBhvr>
                                        <p:cTn id="57" dur="1" fill="hold">
                                          <p:stCondLst>
                                            <p:cond delay="0"/>
                                          </p:stCondLst>
                                        </p:cTn>
                                        <p:tgtEl>
                                          <p:spTgt spid="67595"/>
                                        </p:tgtEl>
                                        <p:attrNameLst>
                                          <p:attrName>style.visibility</p:attrName>
                                        </p:attrNameLst>
                                      </p:cBhvr>
                                      <p:to>
                                        <p:strVal val="visible"/>
                                      </p:to>
                                    </p:set>
                                    <p:animEffect transition="in" filter="wipe(right)">
                                      <p:cBhvr>
                                        <p:cTn id="58" dur="500"/>
                                        <p:tgtEl>
                                          <p:spTgt spid="67595"/>
                                        </p:tgtEl>
                                      </p:cBhvr>
                                    </p:animEffect>
                                  </p:childTnLst>
                                </p:cTn>
                              </p:par>
                            </p:childTnLst>
                          </p:cTn>
                        </p:par>
                        <p:par>
                          <p:cTn id="59" fill="hold" nodeType="afterGroup">
                            <p:stCondLst>
                              <p:cond delay="6500"/>
                            </p:stCondLst>
                            <p:childTnLst>
                              <p:par>
                                <p:cTn id="60" presetID="22" presetClass="entr" presetSubtype="2" fill="hold" grpId="0" nodeType="afterEffect">
                                  <p:stCondLst>
                                    <p:cond delay="0"/>
                                  </p:stCondLst>
                                  <p:childTnLst>
                                    <p:set>
                                      <p:cBhvr>
                                        <p:cTn id="61" dur="1" fill="hold">
                                          <p:stCondLst>
                                            <p:cond delay="0"/>
                                          </p:stCondLst>
                                        </p:cTn>
                                        <p:tgtEl>
                                          <p:spTgt spid="67596"/>
                                        </p:tgtEl>
                                        <p:attrNameLst>
                                          <p:attrName>style.visibility</p:attrName>
                                        </p:attrNameLst>
                                      </p:cBhvr>
                                      <p:to>
                                        <p:strVal val="visible"/>
                                      </p:to>
                                    </p:set>
                                    <p:animEffect transition="in" filter="wipe(right)">
                                      <p:cBhvr>
                                        <p:cTn id="62" dur="500"/>
                                        <p:tgtEl>
                                          <p:spTgt spid="67596"/>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67597"/>
                                        </p:tgtEl>
                                        <p:attrNameLst>
                                          <p:attrName>style.visibility</p:attrName>
                                        </p:attrNameLst>
                                      </p:cBhvr>
                                      <p:to>
                                        <p:strVal val="visible"/>
                                      </p:to>
                                    </p:set>
                                    <p:animEffect transition="in" filter="wipe(left)">
                                      <p:cBhvr>
                                        <p:cTn id="66" dur="500"/>
                                        <p:tgtEl>
                                          <p:spTgt spid="67597"/>
                                        </p:tgtEl>
                                      </p:cBhvr>
                                    </p:animEffect>
                                  </p:childTnLst>
                                </p:cTn>
                              </p:par>
                            </p:childTnLst>
                          </p:cTn>
                        </p:par>
                        <p:par>
                          <p:cTn id="67" fill="hold" nodeType="afterGroup">
                            <p:stCondLst>
                              <p:cond delay="7500"/>
                            </p:stCondLst>
                            <p:childTnLst>
                              <p:par>
                                <p:cTn id="68" presetID="22" presetClass="entr" presetSubtype="8" fill="hold" grpId="0" nodeType="afterEffect">
                                  <p:stCondLst>
                                    <p:cond delay="0"/>
                                  </p:stCondLst>
                                  <p:childTnLst>
                                    <p:set>
                                      <p:cBhvr>
                                        <p:cTn id="69" dur="1" fill="hold">
                                          <p:stCondLst>
                                            <p:cond delay="0"/>
                                          </p:stCondLst>
                                        </p:cTn>
                                        <p:tgtEl>
                                          <p:spTgt spid="67598"/>
                                        </p:tgtEl>
                                        <p:attrNameLst>
                                          <p:attrName>style.visibility</p:attrName>
                                        </p:attrNameLst>
                                      </p:cBhvr>
                                      <p:to>
                                        <p:strVal val="visible"/>
                                      </p:to>
                                    </p:set>
                                    <p:animEffect transition="in" filter="wipe(left)">
                                      <p:cBhvr>
                                        <p:cTn id="70" dur="500"/>
                                        <p:tgtEl>
                                          <p:spTgt spid="675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586" grpId="0" autoUpdateAnimBg="0"/>
      <p:bldP spid="67588" grpId="0" autoUpdateAnimBg="0"/>
      <p:bldP spid="67589" grpId="0" autoUpdateAnimBg="0"/>
      <p:bldP spid="67591" grpId="0" autoUpdateAnimBg="0"/>
      <p:bldP spid="67592" grpId="0" autoUpdateAnimBg="0"/>
      <p:bldP spid="67593" grpId="0" autoUpdateAnimBg="0"/>
      <p:bldP spid="67594" grpId="0" autoUpdateAnimBg="0"/>
      <p:bldP spid="67595" grpId="0" autoUpdateAnimBg="0"/>
      <p:bldP spid="67596" grpId="0" autoUpdateAnimBg="0"/>
      <p:bldP spid="67597" grpId="0" autoUpdateAnimBg="0"/>
      <p:bldP spid="67598" grpId="0"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8610"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8611"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5525CD26-6C75-4EBC-90C4-2FC603DEEA4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65</a:t>
            </a:fld>
            <a:endParaRPr lang="es-ES" altLang="en-US"/>
          </a:p>
        </p:txBody>
      </p:sp>
      <p:sp>
        <p:nvSpPr>
          <p:cNvPr id="68612"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chemeClr val="bg1"/>
                </a:solidFill>
                <a:latin typeface="Lato" charset="0"/>
                <a:ea typeface="ＭＳ Ｐゴシック" charset="0"/>
                <a:cs typeface="Lato" charset="0"/>
                <a:sym typeface="Lato" charset="0"/>
              </a:rPr>
              <a:t>Multi Bar Chart</a:t>
            </a:r>
            <a:endParaRPr lang="es-ES">
              <a:solidFill>
                <a:schemeClr val="bg1"/>
              </a:solidFill>
              <a:ea typeface="ＭＳ Ｐゴシック" charset="0"/>
            </a:endParaRPr>
          </a:p>
        </p:txBody>
      </p:sp>
      <p:sp>
        <p:nvSpPr>
          <p:cNvPr id="68613"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68614" name="Object 6"/>
          <p:cNvGraphicFramePr>
            <a:graphicFrameLocks noChangeAspect="1"/>
          </p:cNvGraphicFramePr>
          <p:nvPr>
            <p:extLst>
              <p:ext uri="{D42A27DB-BD31-4B8C-83A1-F6EECF244321}">
                <p14:modId xmlns:p14="http://schemas.microsoft.com/office/powerpoint/2010/main" val="2785911216"/>
              </p:ext>
            </p:extLst>
          </p:nvPr>
        </p:nvGraphicFramePr>
        <p:xfrm>
          <a:off x="4122738" y="3560763"/>
          <a:ext cx="15714662" cy="6864350"/>
        </p:xfrm>
        <a:graphic>
          <a:graphicData uri="http://schemas.openxmlformats.org/presentationml/2006/ole">
            <mc:AlternateContent xmlns:mc="http://schemas.openxmlformats.org/markup-compatibility/2006">
              <mc:Choice xmlns:v="urn:schemas-microsoft-com:vml" Requires="v">
                <p:oleObj spid="_x0000_s68624" name="Chart" r:id="rId3" imgW="11791938" imgH="5153199" progId="MSGraph.Chart.8">
                  <p:embed/>
                </p:oleObj>
              </mc:Choice>
              <mc:Fallback>
                <p:oleObj name="Chart" r:id="rId3" imgW="11791938" imgH="5153199" progId="MSGraph.Chart.8">
                  <p:embed/>
                  <p:pic>
                    <p:nvPicPr>
                      <p:cNvPr id="0" name="Object 6"/>
                      <p:cNvPicPr>
                        <a:picLocks noChangeAspect="1" noChangeArrowheads="1"/>
                      </p:cNvPicPr>
                      <p:nvPr/>
                    </p:nvPicPr>
                    <p:blipFill>
                      <a:blip r:embed="rId4"/>
                      <a:srcRect/>
                      <a:stretch>
                        <a:fillRect/>
                      </a:stretch>
                    </p:blipFill>
                    <p:spPr bwMode="auto">
                      <a:xfrm>
                        <a:off x="4122738" y="3560763"/>
                        <a:ext cx="15714662" cy="6864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68615" name="AutoShape 7"/>
          <p:cNvSpPr>
            <a:spLocks/>
          </p:cNvSpPr>
          <p:nvPr/>
        </p:nvSpPr>
        <p:spPr bwMode="auto">
          <a:xfrm>
            <a:off x="2247900" y="106076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8616" name="AutoShape 8"/>
          <p:cNvSpPr>
            <a:spLocks/>
          </p:cNvSpPr>
          <p:nvPr/>
        </p:nvSpPr>
        <p:spPr bwMode="auto">
          <a:xfrm>
            <a:off x="9372600" y="10058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8610"/>
                                        </p:tgtEl>
                                        <p:attrNameLst>
                                          <p:attrName>style.visibility</p:attrName>
                                        </p:attrNameLst>
                                      </p:cBhvr>
                                      <p:to>
                                        <p:strVal val="visible"/>
                                      </p:to>
                                    </p:set>
                                    <p:anim calcmode="lin" valueType="num">
                                      <p:cBhvr additive="base">
                                        <p:cTn id="7" dur="500" fill="hold"/>
                                        <p:tgtEl>
                                          <p:spTgt spid="68610"/>
                                        </p:tgtEl>
                                        <p:attrNameLst>
                                          <p:attrName>ppt_x</p:attrName>
                                        </p:attrNameLst>
                                      </p:cBhvr>
                                      <p:tavLst>
                                        <p:tav tm="0">
                                          <p:val>
                                            <p:strVal val="1+#ppt_w/2"/>
                                          </p:val>
                                        </p:tav>
                                        <p:tav tm="100000">
                                          <p:val>
                                            <p:strVal val="#ppt_x"/>
                                          </p:val>
                                        </p:tav>
                                      </p:tavLst>
                                    </p:anim>
                                    <p:anim calcmode="lin" valueType="num">
                                      <p:cBhvr additive="base">
                                        <p:cTn id="8" dur="500" fill="hold"/>
                                        <p:tgtEl>
                                          <p:spTgt spid="6861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8612"/>
                                        </p:tgtEl>
                                        <p:attrNameLst>
                                          <p:attrName>style.visibility</p:attrName>
                                        </p:attrNameLst>
                                      </p:cBhvr>
                                      <p:to>
                                        <p:strVal val="visible"/>
                                      </p:to>
                                    </p:set>
                                    <p:anim calcmode="lin" valueType="num">
                                      <p:cBhvr additive="base">
                                        <p:cTn id="12" dur="500" fill="hold"/>
                                        <p:tgtEl>
                                          <p:spTgt spid="68612"/>
                                        </p:tgtEl>
                                        <p:attrNameLst>
                                          <p:attrName>ppt_x</p:attrName>
                                        </p:attrNameLst>
                                      </p:cBhvr>
                                      <p:tavLst>
                                        <p:tav tm="0">
                                          <p:val>
                                            <p:strVal val="1+#ppt_w/2"/>
                                          </p:val>
                                        </p:tav>
                                        <p:tav tm="100000">
                                          <p:val>
                                            <p:strVal val="#ppt_x"/>
                                          </p:val>
                                        </p:tav>
                                      </p:tavLst>
                                    </p:anim>
                                    <p:anim calcmode="lin" valueType="num">
                                      <p:cBhvr additive="base">
                                        <p:cTn id="13" dur="500" fill="hold"/>
                                        <p:tgtEl>
                                          <p:spTgt spid="68612"/>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8613"/>
                                        </p:tgtEl>
                                        <p:attrNameLst>
                                          <p:attrName>style.visibility</p:attrName>
                                        </p:attrNameLst>
                                      </p:cBhvr>
                                      <p:to>
                                        <p:strVal val="visible"/>
                                      </p:to>
                                    </p:set>
                                    <p:anim calcmode="lin" valueType="num">
                                      <p:cBhvr additive="base">
                                        <p:cTn id="17" dur="500" fill="hold"/>
                                        <p:tgtEl>
                                          <p:spTgt spid="68613"/>
                                        </p:tgtEl>
                                        <p:attrNameLst>
                                          <p:attrName>ppt_x</p:attrName>
                                        </p:attrNameLst>
                                      </p:cBhvr>
                                      <p:tavLst>
                                        <p:tav tm="0">
                                          <p:val>
                                            <p:strVal val="1+#ppt_w/2"/>
                                          </p:val>
                                        </p:tav>
                                        <p:tav tm="100000">
                                          <p:val>
                                            <p:strVal val="#ppt_x"/>
                                          </p:val>
                                        </p:tav>
                                      </p:tavLst>
                                    </p:anim>
                                    <p:anim calcmode="lin" valueType="num">
                                      <p:cBhvr additive="base">
                                        <p:cTn id="18" dur="500" fill="hold"/>
                                        <p:tgtEl>
                                          <p:spTgt spid="68613"/>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68614"/>
                                        </p:tgtEl>
                                        <p:attrNameLst>
                                          <p:attrName>style.visibility</p:attrName>
                                        </p:attrNameLst>
                                      </p:cBhvr>
                                      <p:to>
                                        <p:strVal val="visible"/>
                                      </p:to>
                                    </p:set>
                                    <p:anim calcmode="lin" valueType="num">
                                      <p:cBhvr additive="base">
                                        <p:cTn id="22" dur="500" fill="hold"/>
                                        <p:tgtEl>
                                          <p:spTgt spid="68614"/>
                                        </p:tgtEl>
                                        <p:attrNameLst>
                                          <p:attrName>ppt_x</p:attrName>
                                        </p:attrNameLst>
                                      </p:cBhvr>
                                      <p:tavLst>
                                        <p:tav tm="0">
                                          <p:val>
                                            <p:strVal val="0-#ppt_w/2"/>
                                          </p:val>
                                        </p:tav>
                                        <p:tav tm="100000">
                                          <p:val>
                                            <p:strVal val="#ppt_x"/>
                                          </p:val>
                                        </p:tav>
                                      </p:tavLst>
                                    </p:anim>
                                    <p:anim calcmode="lin" valueType="num">
                                      <p:cBhvr additive="base">
                                        <p:cTn id="23" dur="500" fill="hold"/>
                                        <p:tgtEl>
                                          <p:spTgt spid="68614"/>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68616"/>
                                        </p:tgtEl>
                                        <p:attrNameLst>
                                          <p:attrName>style.visibility</p:attrName>
                                        </p:attrNameLst>
                                      </p:cBhvr>
                                      <p:to>
                                        <p:strVal val="visible"/>
                                      </p:to>
                                    </p:set>
                                    <p:anim calcmode="lin" valueType="num">
                                      <p:cBhvr additive="base">
                                        <p:cTn id="27" dur="500" fill="hold"/>
                                        <p:tgtEl>
                                          <p:spTgt spid="68616"/>
                                        </p:tgtEl>
                                        <p:attrNameLst>
                                          <p:attrName>ppt_x</p:attrName>
                                        </p:attrNameLst>
                                      </p:cBhvr>
                                      <p:tavLst>
                                        <p:tav tm="0">
                                          <p:val>
                                            <p:strVal val="1+#ppt_w/2"/>
                                          </p:val>
                                        </p:tav>
                                        <p:tav tm="100000">
                                          <p:val>
                                            <p:strVal val="#ppt_x"/>
                                          </p:val>
                                        </p:tav>
                                      </p:tavLst>
                                    </p:anim>
                                    <p:anim calcmode="lin" valueType="num">
                                      <p:cBhvr additive="base">
                                        <p:cTn id="28" dur="500" fill="hold"/>
                                        <p:tgtEl>
                                          <p:spTgt spid="68616"/>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68615"/>
                                        </p:tgtEl>
                                        <p:attrNameLst>
                                          <p:attrName>style.visibility</p:attrName>
                                        </p:attrNameLst>
                                      </p:cBhvr>
                                      <p:to>
                                        <p:strVal val="visible"/>
                                      </p:to>
                                    </p:set>
                                    <p:anim calcmode="lin" valueType="num">
                                      <p:cBhvr additive="base">
                                        <p:cTn id="32" dur="500" fill="hold"/>
                                        <p:tgtEl>
                                          <p:spTgt spid="68615"/>
                                        </p:tgtEl>
                                        <p:attrNameLst>
                                          <p:attrName>ppt_x</p:attrName>
                                        </p:attrNameLst>
                                      </p:cBhvr>
                                      <p:tavLst>
                                        <p:tav tm="0">
                                          <p:val>
                                            <p:strVal val="1+#ppt_w/2"/>
                                          </p:val>
                                        </p:tav>
                                        <p:tav tm="100000">
                                          <p:val>
                                            <p:strVal val="#ppt_x"/>
                                          </p:val>
                                        </p:tav>
                                      </p:tavLst>
                                    </p:anim>
                                    <p:anim calcmode="lin" valueType="num">
                                      <p:cBhvr additive="base">
                                        <p:cTn id="33" dur="500" fill="hold"/>
                                        <p:tgtEl>
                                          <p:spTgt spid="686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0" grpId="0" autoUpdateAnimBg="0"/>
      <p:bldP spid="68612" grpId="0" autoUpdateAnimBg="0"/>
      <p:bldP spid="68613" grpId="0" autoUpdateAnimBg="0"/>
      <p:bldOleChart spid="68614" grpId="0"/>
      <p:bldP spid="68615" grpId="0" autoUpdateAnimBg="0"/>
      <p:bldP spid="68616" grpId="0"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bg bwMode="auto">
      <p:bgPr>
        <a:solidFill>
          <a:srgbClr val="FFFFFF"/>
        </a:solidFill>
        <a:effectLst/>
      </p:bgPr>
    </p:bg>
    <p:spTree>
      <p:nvGrpSpPr>
        <p:cNvPr id="1" name=""/>
        <p:cNvGrpSpPr/>
        <p:nvPr/>
      </p:nvGrpSpPr>
      <p:grpSpPr>
        <a:xfrm>
          <a:off x="0" y="0"/>
          <a:ext cx="0" cy="0"/>
          <a:chOff x="0" y="0"/>
          <a:chExt cx="0" cy="0"/>
        </a:xfrm>
      </p:grpSpPr>
      <p:grpSp>
        <p:nvGrpSpPr>
          <p:cNvPr id="69633" name="Group 1"/>
          <p:cNvGrpSpPr>
            <a:grpSpLocks/>
          </p:cNvGrpSpPr>
          <p:nvPr/>
        </p:nvGrpSpPr>
        <p:grpSpPr bwMode="auto">
          <a:xfrm>
            <a:off x="-38100" y="-38100"/>
            <a:ext cx="24460200" cy="13766800"/>
            <a:chOff x="0" y="0"/>
            <a:chExt cx="24460202" cy="13766803"/>
          </a:xfrm>
        </p:grpSpPr>
        <p:sp>
          <p:nvSpPr>
            <p:cNvPr id="69634" name="AutoShape 2"/>
            <p:cNvSpPr>
              <a:spLocks/>
            </p:cNvSpPr>
            <p:nvPr/>
          </p:nvSpPr>
          <p:spPr bwMode="auto">
            <a:xfrm>
              <a:off x="2714836" y="0"/>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5" name="AutoShape 3"/>
            <p:cNvSpPr>
              <a:spLocks/>
            </p:cNvSpPr>
            <p:nvPr/>
          </p:nvSpPr>
          <p:spPr bwMode="auto">
            <a:xfrm>
              <a:off x="8154305" y="0"/>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6" name="AutoShape 4"/>
            <p:cNvSpPr>
              <a:spLocks/>
            </p:cNvSpPr>
            <p:nvPr/>
          </p:nvSpPr>
          <p:spPr bwMode="auto">
            <a:xfrm>
              <a:off x="13578537" y="0"/>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7" name="AutoShape 5"/>
            <p:cNvSpPr>
              <a:spLocks/>
            </p:cNvSpPr>
            <p:nvPr/>
          </p:nvSpPr>
          <p:spPr bwMode="auto">
            <a:xfrm>
              <a:off x="19018014" y="0"/>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8" name="AutoShape 6"/>
            <p:cNvSpPr>
              <a:spLocks/>
            </p:cNvSpPr>
            <p:nvPr/>
          </p:nvSpPr>
          <p:spPr bwMode="auto">
            <a:xfrm>
              <a:off x="5429672" y="2750217"/>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9" name="AutoShape 7"/>
            <p:cNvSpPr>
              <a:spLocks/>
            </p:cNvSpPr>
            <p:nvPr/>
          </p:nvSpPr>
          <p:spPr bwMode="auto">
            <a:xfrm>
              <a:off x="16293374" y="2750217"/>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0" name="AutoShape 8" descr="bigstock-Black-and-white-photo-of-majes-60407555-small.png"/>
            <p:cNvSpPr>
              <a:spLocks/>
            </p:cNvSpPr>
            <p:nvPr/>
          </p:nvSpPr>
          <p:spPr bwMode="auto">
            <a:xfrm>
              <a:off x="21732847" y="2750217"/>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1" name="AutoShape 9"/>
            <p:cNvSpPr>
              <a:spLocks/>
            </p:cNvSpPr>
            <p:nvPr/>
          </p:nvSpPr>
          <p:spPr bwMode="auto">
            <a:xfrm>
              <a:off x="0" y="2750217"/>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2" name="AutoShape 10"/>
            <p:cNvSpPr>
              <a:spLocks/>
            </p:cNvSpPr>
            <p:nvPr/>
          </p:nvSpPr>
          <p:spPr bwMode="auto">
            <a:xfrm>
              <a:off x="2714836" y="5484719"/>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3" name="AutoShape 11"/>
            <p:cNvSpPr>
              <a:spLocks/>
            </p:cNvSpPr>
            <p:nvPr/>
          </p:nvSpPr>
          <p:spPr bwMode="auto">
            <a:xfrm>
              <a:off x="19018014" y="5484719"/>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4" name="AutoShape 12"/>
            <p:cNvSpPr>
              <a:spLocks/>
            </p:cNvSpPr>
            <p:nvPr/>
          </p:nvSpPr>
          <p:spPr bwMode="auto">
            <a:xfrm>
              <a:off x="5429672" y="8234937"/>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5" name="AutoShape 13"/>
            <p:cNvSpPr>
              <a:spLocks/>
            </p:cNvSpPr>
            <p:nvPr/>
          </p:nvSpPr>
          <p:spPr bwMode="auto">
            <a:xfrm>
              <a:off x="16293374" y="8234937"/>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6" name="AutoShape 14" descr="bigstock-Black-and-white-photo-of-majes-60407555-small.jpg"/>
            <p:cNvSpPr>
              <a:spLocks/>
            </p:cNvSpPr>
            <p:nvPr/>
          </p:nvSpPr>
          <p:spPr bwMode="auto">
            <a:xfrm>
              <a:off x="21732847" y="8234937"/>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7" name="AutoShape 15"/>
            <p:cNvSpPr>
              <a:spLocks/>
            </p:cNvSpPr>
            <p:nvPr/>
          </p:nvSpPr>
          <p:spPr bwMode="auto">
            <a:xfrm>
              <a:off x="0" y="8234937"/>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8" name="AutoShape 16"/>
            <p:cNvSpPr>
              <a:spLocks/>
            </p:cNvSpPr>
            <p:nvPr/>
          </p:nvSpPr>
          <p:spPr bwMode="auto">
            <a:xfrm>
              <a:off x="2714836" y="11000868"/>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9" name="AutoShape 17"/>
            <p:cNvSpPr>
              <a:spLocks/>
            </p:cNvSpPr>
            <p:nvPr/>
          </p:nvSpPr>
          <p:spPr bwMode="auto">
            <a:xfrm>
              <a:off x="8154305" y="11000868"/>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50" name="AutoShape 18"/>
            <p:cNvSpPr>
              <a:spLocks/>
            </p:cNvSpPr>
            <p:nvPr/>
          </p:nvSpPr>
          <p:spPr bwMode="auto">
            <a:xfrm>
              <a:off x="13578537" y="11000868"/>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51" name="AutoShape 19"/>
            <p:cNvSpPr>
              <a:spLocks/>
            </p:cNvSpPr>
            <p:nvPr/>
          </p:nvSpPr>
          <p:spPr bwMode="auto">
            <a:xfrm>
              <a:off x="19018014" y="11000868"/>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69652" name="Group 20"/>
          <p:cNvGrpSpPr>
            <a:grpSpLocks/>
          </p:cNvGrpSpPr>
          <p:nvPr/>
        </p:nvGrpSpPr>
        <p:grpSpPr bwMode="auto">
          <a:xfrm>
            <a:off x="6896100" y="3875088"/>
            <a:ext cx="10274300" cy="5562600"/>
            <a:chOff x="0" y="0"/>
            <a:chExt cx="10274300" cy="5562600"/>
          </a:xfrm>
        </p:grpSpPr>
        <p:sp>
          <p:nvSpPr>
            <p:cNvPr id="69653" name="AutoShape 21"/>
            <p:cNvSpPr>
              <a:spLocks/>
            </p:cNvSpPr>
            <p:nvPr/>
          </p:nvSpPr>
          <p:spPr bwMode="auto">
            <a:xfrm>
              <a:off x="1231900" y="0"/>
              <a:ext cx="80137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70000"/>
                </a:lnSpc>
                <a:defRPr/>
              </a:pPr>
              <a:r>
                <a:rPr lang="es-ES" sz="10000">
                  <a:solidFill>
                    <a:srgbClr val="FFFFFF"/>
                  </a:solidFill>
                  <a:latin typeface="Lato" charset="0"/>
                  <a:ea typeface="ＭＳ Ｐゴシック" charset="0"/>
                  <a:cs typeface="Lato" charset="0"/>
                  <a:sym typeface="Lato" charset="0"/>
                </a:rPr>
                <a:t>WE ARE</a:t>
              </a:r>
              <a:endParaRPr lang="es-ES">
                <a:ea typeface="ＭＳ Ｐゴシック" charset="0"/>
              </a:endParaRPr>
            </a:p>
          </p:txBody>
        </p:sp>
        <p:sp>
          <p:nvSpPr>
            <p:cNvPr id="69654" name="AutoShape 22"/>
            <p:cNvSpPr>
              <a:spLocks/>
            </p:cNvSpPr>
            <p:nvPr/>
          </p:nvSpPr>
          <p:spPr bwMode="auto">
            <a:xfrm>
              <a:off x="0" y="1206500"/>
              <a:ext cx="10210800" cy="1930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12000" b="1">
                  <a:solidFill>
                    <a:srgbClr val="FFFFFF"/>
                  </a:solidFill>
                  <a:latin typeface="Lato" charset="0"/>
                  <a:ea typeface="ＭＳ Ｐゴシック" charset="0"/>
                  <a:cs typeface="Lato" charset="0"/>
                  <a:sym typeface="Lato" charset="0"/>
                </a:rPr>
                <a:t>ALL YOU</a:t>
              </a:r>
              <a:endParaRPr lang="es-ES">
                <a:ea typeface="ＭＳ Ｐゴシック" charset="0"/>
              </a:endParaRPr>
            </a:p>
          </p:txBody>
        </p:sp>
        <p:sp>
          <p:nvSpPr>
            <p:cNvPr id="69655" name="AutoShape 23"/>
            <p:cNvSpPr>
              <a:spLocks/>
            </p:cNvSpPr>
            <p:nvPr/>
          </p:nvSpPr>
          <p:spPr bwMode="auto">
            <a:xfrm>
              <a:off x="863600" y="2794000"/>
              <a:ext cx="94107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70000"/>
                </a:lnSpc>
                <a:defRPr/>
              </a:pPr>
              <a:r>
                <a:rPr lang="es-ES" sz="10000">
                  <a:solidFill>
                    <a:srgbClr val="FFFFFF"/>
                  </a:solidFill>
                  <a:latin typeface="Lato" charset="0"/>
                  <a:ea typeface="ＭＳ Ｐゴシック" charset="0"/>
                  <a:cs typeface="Lato" charset="0"/>
                  <a:sym typeface="Lato" charset="0"/>
                </a:rPr>
                <a:t>NEED TO</a:t>
              </a:r>
              <a:endParaRPr lang="es-ES">
                <a:ea typeface="ＭＳ Ｐゴシック" charset="0"/>
              </a:endParaRPr>
            </a:p>
          </p:txBody>
        </p:sp>
        <p:sp>
          <p:nvSpPr>
            <p:cNvPr id="69656" name="AutoShape 24"/>
            <p:cNvSpPr>
              <a:spLocks/>
            </p:cNvSpPr>
            <p:nvPr/>
          </p:nvSpPr>
          <p:spPr bwMode="auto">
            <a:xfrm>
              <a:off x="1231900" y="4165600"/>
              <a:ext cx="8013700" cy="1397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70000"/>
                </a:lnSpc>
                <a:defRPr/>
              </a:pPr>
              <a:r>
                <a:rPr lang="es-ES" sz="8500">
                  <a:solidFill>
                    <a:srgbClr val="FFFFFF"/>
                  </a:solidFill>
                  <a:latin typeface="Lato" charset="0"/>
                  <a:ea typeface="ＭＳ Ｐゴシック" charset="0"/>
                  <a:cs typeface="Lato" charset="0"/>
                  <a:sym typeface="Lato" charset="0"/>
                </a:rPr>
                <a:t>SUCCESS</a:t>
              </a:r>
              <a:endParaRPr lang="es-ES">
                <a:ea typeface="ＭＳ Ｐゴシック" charset="0"/>
              </a:endParaRPr>
            </a:p>
          </p:txBody>
        </p:sp>
      </p:grpSp>
      <p:sp>
        <p:nvSpPr>
          <p:cNvPr id="3" name="Picture Placeholder 2"/>
          <p:cNvSpPr>
            <a:spLocks noGrp="1"/>
          </p:cNvSpPr>
          <p:nvPr>
            <p:ph type="pic" sz="quarter" idx="10"/>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74044008" presetClass="entr" presetSubtype="0" fill="hold" nodeType="afterEffect">
                                  <p:stCondLst>
                                    <p:cond delay="0"/>
                                  </p:stCondLst>
                                  <p:childTnLst>
                                    <p:set>
                                      <p:cBhvr>
                                        <p:cTn id="6" dur="1" fill="hold">
                                          <p:stCondLst>
                                            <p:cond delay="499"/>
                                          </p:stCondLst>
                                        </p:cTn>
                                        <p:tgtEl>
                                          <p:spTgt spid="69633"/>
                                        </p:tgtEl>
                                        <p:attrNameLst>
                                          <p:attrName>style.visibility</p:attrName>
                                        </p:attrNameLst>
                                      </p:cBhvr>
                                      <p:to>
                                        <p:strVal val="visible"/>
                                      </p:to>
                                    </p:set>
                                  </p:childTnLst>
                                </p:cTn>
                              </p:par>
                            </p:childTnLst>
                          </p:cTn>
                        </p:par>
                        <p:par>
                          <p:cTn id="7" fill="hold" nodeType="afterGroup">
                            <p:stCondLst>
                              <p:cond delay="500"/>
                            </p:stCondLst>
                            <p:childTnLst>
                              <p:par>
                                <p:cTn id="8" presetID="23" presetClass="entr" presetSubtype="16" fill="hold" nodeType="afterEffect">
                                  <p:stCondLst>
                                    <p:cond delay="0"/>
                                  </p:stCondLst>
                                  <p:childTnLst>
                                    <p:set>
                                      <p:cBhvr>
                                        <p:cTn id="9" dur="1" fill="hold">
                                          <p:stCondLst>
                                            <p:cond delay="0"/>
                                          </p:stCondLst>
                                        </p:cTn>
                                        <p:tgtEl>
                                          <p:spTgt spid="69652"/>
                                        </p:tgtEl>
                                        <p:attrNameLst>
                                          <p:attrName>style.visibility</p:attrName>
                                        </p:attrNameLst>
                                      </p:cBhvr>
                                      <p:to>
                                        <p:strVal val="visible"/>
                                      </p:to>
                                    </p:set>
                                    <p:anim calcmode="lin" valueType="num">
                                      <p:cBhvr>
                                        <p:cTn id="10" dur="500" fill="hold"/>
                                        <p:tgtEl>
                                          <p:spTgt spid="69652"/>
                                        </p:tgtEl>
                                        <p:attrNameLst>
                                          <p:attrName>ppt_w</p:attrName>
                                        </p:attrNameLst>
                                      </p:cBhvr>
                                      <p:tavLst>
                                        <p:tav tm="0">
                                          <p:val>
                                            <p:fltVal val="0"/>
                                          </p:val>
                                        </p:tav>
                                        <p:tav tm="100000">
                                          <p:val>
                                            <p:strVal val="#ppt_w"/>
                                          </p:val>
                                        </p:tav>
                                      </p:tavLst>
                                    </p:anim>
                                    <p:anim calcmode="lin" valueType="num">
                                      <p:cBhvr>
                                        <p:cTn id="11" dur="500" fill="hold"/>
                                        <p:tgtEl>
                                          <p:spTgt spid="6965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0658"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7065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6BE7F67-B973-4C03-96B7-D19AC9775A05}"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67</a:t>
            </a:fld>
            <a:endParaRPr lang="es-ES" altLang="en-US"/>
          </a:p>
        </p:txBody>
      </p:sp>
      <p:sp>
        <p:nvSpPr>
          <p:cNvPr id="70660"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Data Table Example</a:t>
            </a:r>
            <a:endParaRPr lang="es-ES">
              <a:ea typeface="ＭＳ Ｐゴシック" charset="0"/>
            </a:endParaRPr>
          </a:p>
        </p:txBody>
      </p:sp>
      <p:sp>
        <p:nvSpPr>
          <p:cNvPr id="70661"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70662" name="Group 6"/>
          <p:cNvGraphicFramePr>
            <a:graphicFrameLocks noGrp="1"/>
          </p:cNvGraphicFramePr>
          <p:nvPr/>
        </p:nvGraphicFramePr>
        <p:xfrm>
          <a:off x="2222500" y="4076700"/>
          <a:ext cx="20002500" cy="6548441"/>
        </p:xfrm>
        <a:graphic>
          <a:graphicData uri="http://schemas.openxmlformats.org/drawingml/2006/table">
            <a:tbl>
              <a:tblPr/>
              <a:tblGrid>
                <a:gridCol w="3333750">
                  <a:extLst>
                    <a:ext uri="{9D8B030D-6E8A-4147-A177-3AD203B41FA5}">
                      <a16:colId xmlns:a16="http://schemas.microsoft.com/office/drawing/2014/main" val="20000"/>
                    </a:ext>
                  </a:extLst>
                </a:gridCol>
                <a:gridCol w="3333750">
                  <a:extLst>
                    <a:ext uri="{9D8B030D-6E8A-4147-A177-3AD203B41FA5}">
                      <a16:colId xmlns:a16="http://schemas.microsoft.com/office/drawing/2014/main" val="20001"/>
                    </a:ext>
                  </a:extLst>
                </a:gridCol>
                <a:gridCol w="3333750">
                  <a:extLst>
                    <a:ext uri="{9D8B030D-6E8A-4147-A177-3AD203B41FA5}">
                      <a16:colId xmlns:a16="http://schemas.microsoft.com/office/drawing/2014/main" val="20002"/>
                    </a:ext>
                  </a:extLst>
                </a:gridCol>
                <a:gridCol w="3333750">
                  <a:extLst>
                    <a:ext uri="{9D8B030D-6E8A-4147-A177-3AD203B41FA5}">
                      <a16:colId xmlns:a16="http://schemas.microsoft.com/office/drawing/2014/main" val="20003"/>
                    </a:ext>
                  </a:extLst>
                </a:gridCol>
                <a:gridCol w="3333750">
                  <a:extLst>
                    <a:ext uri="{9D8B030D-6E8A-4147-A177-3AD203B41FA5}">
                      <a16:colId xmlns:a16="http://schemas.microsoft.com/office/drawing/2014/main" val="20004"/>
                    </a:ext>
                  </a:extLst>
                </a:gridCol>
                <a:gridCol w="3333750">
                  <a:extLst>
                    <a:ext uri="{9D8B030D-6E8A-4147-A177-3AD203B41FA5}">
                      <a16:colId xmlns:a16="http://schemas.microsoft.com/office/drawing/2014/main" val="20005"/>
                    </a:ext>
                  </a:extLst>
                </a:gridCol>
              </a:tblGrid>
              <a:tr h="819149">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Blue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0C436D"/>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Aqua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46C1A4"/>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Green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0C436D"/>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Yellow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46C1A4"/>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Orange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0C436D"/>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Pink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46C1A4"/>
                    </a:solidFill>
                  </a:tcPr>
                </a:tc>
                <a:extLst>
                  <a:ext uri="{0D108BD9-81ED-4DB2-BD59-A6C34878D82A}">
                    <a16:rowId xmlns:a16="http://schemas.microsoft.com/office/drawing/2014/main" val="10000"/>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1"/>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2"/>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3"/>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4"/>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5"/>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6"/>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7"/>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8"/>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9"/>
                  </a:ext>
                </a:extLst>
              </a:tr>
            </a:tbl>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0660"/>
                                        </p:tgtEl>
                                        <p:attrNameLst>
                                          <p:attrName>style.visibility</p:attrName>
                                        </p:attrNameLst>
                                      </p:cBhvr>
                                      <p:to>
                                        <p:strVal val="visible"/>
                                      </p:to>
                                    </p:set>
                                    <p:anim calcmode="lin" valueType="num">
                                      <p:cBhvr additive="base">
                                        <p:cTn id="7" dur="500" fill="hold"/>
                                        <p:tgtEl>
                                          <p:spTgt spid="70660"/>
                                        </p:tgtEl>
                                        <p:attrNameLst>
                                          <p:attrName>ppt_x</p:attrName>
                                        </p:attrNameLst>
                                      </p:cBhvr>
                                      <p:tavLst>
                                        <p:tav tm="0">
                                          <p:val>
                                            <p:strVal val="1+#ppt_w/2"/>
                                          </p:val>
                                        </p:tav>
                                        <p:tav tm="100000">
                                          <p:val>
                                            <p:strVal val="#ppt_x"/>
                                          </p:val>
                                        </p:tav>
                                      </p:tavLst>
                                    </p:anim>
                                    <p:anim calcmode="lin" valueType="num">
                                      <p:cBhvr additive="base">
                                        <p:cTn id="8" dur="500" fill="hold"/>
                                        <p:tgtEl>
                                          <p:spTgt spid="7066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70661"/>
                                        </p:tgtEl>
                                        <p:attrNameLst>
                                          <p:attrName>style.visibility</p:attrName>
                                        </p:attrNameLst>
                                      </p:cBhvr>
                                      <p:to>
                                        <p:strVal val="visible"/>
                                      </p:to>
                                    </p:set>
                                    <p:anim calcmode="lin" valueType="num">
                                      <p:cBhvr additive="base">
                                        <p:cTn id="12" dur="500" fill="hold"/>
                                        <p:tgtEl>
                                          <p:spTgt spid="70661"/>
                                        </p:tgtEl>
                                        <p:attrNameLst>
                                          <p:attrName>ppt_x</p:attrName>
                                        </p:attrNameLst>
                                      </p:cBhvr>
                                      <p:tavLst>
                                        <p:tav tm="0">
                                          <p:val>
                                            <p:strVal val="1+#ppt_w/2"/>
                                          </p:val>
                                        </p:tav>
                                        <p:tav tm="100000">
                                          <p:val>
                                            <p:strVal val="#ppt_x"/>
                                          </p:val>
                                        </p:tav>
                                      </p:tavLst>
                                    </p:anim>
                                    <p:anim calcmode="lin" valueType="num">
                                      <p:cBhvr additive="base">
                                        <p:cTn id="13" dur="500" fill="hold"/>
                                        <p:tgtEl>
                                          <p:spTgt spid="7066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70658"/>
                                        </p:tgtEl>
                                        <p:attrNameLst>
                                          <p:attrName>style.visibility</p:attrName>
                                        </p:attrNameLst>
                                      </p:cBhvr>
                                      <p:to>
                                        <p:strVal val="visible"/>
                                      </p:to>
                                    </p:set>
                                    <p:anim calcmode="lin" valueType="num">
                                      <p:cBhvr additive="base">
                                        <p:cTn id="17" dur="500" fill="hold"/>
                                        <p:tgtEl>
                                          <p:spTgt spid="70658"/>
                                        </p:tgtEl>
                                        <p:attrNameLst>
                                          <p:attrName>ppt_x</p:attrName>
                                        </p:attrNameLst>
                                      </p:cBhvr>
                                      <p:tavLst>
                                        <p:tav tm="0">
                                          <p:val>
                                            <p:strVal val="1+#ppt_w/2"/>
                                          </p:val>
                                        </p:tav>
                                        <p:tav tm="100000">
                                          <p:val>
                                            <p:strVal val="#ppt_x"/>
                                          </p:val>
                                        </p:tav>
                                      </p:tavLst>
                                    </p:anim>
                                    <p:anim calcmode="lin" valueType="num">
                                      <p:cBhvr additive="base">
                                        <p:cTn id="18" dur="500" fill="hold"/>
                                        <p:tgtEl>
                                          <p:spTgt spid="7065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childTnLst>
                                    <p:set>
                                      <p:cBhvr>
                                        <p:cTn id="21" dur="1" fill="hold">
                                          <p:stCondLst>
                                            <p:cond delay="0"/>
                                          </p:stCondLst>
                                        </p:cTn>
                                        <p:tgtEl>
                                          <p:spTgt spid="70662"/>
                                        </p:tgtEl>
                                        <p:attrNameLst>
                                          <p:attrName>style.visibility</p:attrName>
                                        </p:attrNameLst>
                                      </p:cBhvr>
                                      <p:to>
                                        <p:strVal val="visible"/>
                                      </p:to>
                                    </p:set>
                                    <p:anim calcmode="lin" valueType="num">
                                      <p:cBhvr additive="base">
                                        <p:cTn id="22" dur="500" fill="hold"/>
                                        <p:tgtEl>
                                          <p:spTgt spid="70662"/>
                                        </p:tgtEl>
                                        <p:attrNameLst>
                                          <p:attrName>ppt_x</p:attrName>
                                        </p:attrNameLst>
                                      </p:cBhvr>
                                      <p:tavLst>
                                        <p:tav tm="0">
                                          <p:val>
                                            <p:strVal val="#ppt_x"/>
                                          </p:val>
                                        </p:tav>
                                        <p:tav tm="100000">
                                          <p:val>
                                            <p:strVal val="#ppt_x"/>
                                          </p:val>
                                        </p:tav>
                                      </p:tavLst>
                                    </p:anim>
                                    <p:anim calcmode="lin" valueType="num">
                                      <p:cBhvr additive="base">
                                        <p:cTn id="23" dur="500" fill="hold"/>
                                        <p:tgtEl>
                                          <p:spTgt spid="706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658" grpId="0" autoUpdateAnimBg="0"/>
      <p:bldP spid="70660" grpId="0" autoUpdateAnimBg="0"/>
      <p:bldP spid="70661" grpId="0"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82" name="AutoShape 2"/>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A96AB41-E55C-4178-9635-E992E0B0E7D1}"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68</a:t>
            </a:fld>
            <a:endParaRPr lang="es-ES" altLang="en-US"/>
          </a:p>
        </p:txBody>
      </p:sp>
      <p:sp>
        <p:nvSpPr>
          <p:cNvPr id="71683" name="AutoShape 3"/>
          <p:cNvSpPr>
            <a:spLocks/>
          </p:cNvSpPr>
          <p:nvPr/>
        </p:nvSpPr>
        <p:spPr bwMode="auto">
          <a:xfrm>
            <a:off x="3302000" y="19256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Font Awesome</a:t>
            </a:r>
            <a:endParaRPr lang="es-ES">
              <a:ea typeface="ＭＳ Ｐゴシック" charset="0"/>
            </a:endParaRPr>
          </a:p>
        </p:txBody>
      </p:sp>
      <p:sp>
        <p:nvSpPr>
          <p:cNvPr id="71684" name="AutoShape 4"/>
          <p:cNvSpPr>
            <a:spLocks/>
          </p:cNvSpPr>
          <p:nvPr/>
        </p:nvSpPr>
        <p:spPr bwMode="auto">
          <a:xfrm>
            <a:off x="3314700" y="29591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71685" name="AutoShape 5"/>
          <p:cNvSpPr>
            <a:spLocks/>
          </p:cNvSpPr>
          <p:nvPr/>
        </p:nvSpPr>
        <p:spPr bwMode="auto">
          <a:xfrm>
            <a:off x="2247900" y="3775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pSp>
        <p:nvGrpSpPr>
          <p:cNvPr id="71686" name="Group 6"/>
          <p:cNvGrpSpPr>
            <a:grpSpLocks/>
          </p:cNvGrpSpPr>
          <p:nvPr/>
        </p:nvGrpSpPr>
        <p:grpSpPr bwMode="auto">
          <a:xfrm>
            <a:off x="2449513" y="5821363"/>
            <a:ext cx="19459575" cy="4910137"/>
            <a:chOff x="0" y="0"/>
            <a:chExt cx="19459791" cy="4909941"/>
          </a:xfrm>
        </p:grpSpPr>
        <p:sp>
          <p:nvSpPr>
            <p:cNvPr id="71687" name="AutoShape 7"/>
            <p:cNvSpPr>
              <a:spLocks/>
            </p:cNvSpPr>
            <p:nvPr/>
          </p:nvSpPr>
          <p:spPr bwMode="auto">
            <a:xfrm>
              <a:off x="0"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19" y="1408"/>
                    <a:pt x="17466" y="2176"/>
                    <a:pt x="18449" y="3156"/>
                  </a:cubicBezTo>
                  <a:cubicBezTo>
                    <a:pt x="19432" y="4133"/>
                    <a:pt x="20201" y="5277"/>
                    <a:pt x="20760" y="6590"/>
                  </a:cubicBezTo>
                  <a:cubicBezTo>
                    <a:pt x="21320" y="7900"/>
                    <a:pt x="21599" y="9303"/>
                    <a:pt x="21599" y="10799"/>
                  </a:cubicBezTo>
                  <a:cubicBezTo>
                    <a:pt x="21599" y="12296"/>
                    <a:pt x="21320" y="13696"/>
                    <a:pt x="20760" y="15009"/>
                  </a:cubicBezTo>
                  <a:cubicBezTo>
                    <a:pt x="20201" y="16320"/>
                    <a:pt x="19432" y="17463"/>
                    <a:pt x="18449" y="18443"/>
                  </a:cubicBezTo>
                  <a:cubicBezTo>
                    <a:pt x="17466" y="19423"/>
                    <a:pt x="16319" y="20191"/>
                    <a:pt x="15014" y="20752"/>
                  </a:cubicBezTo>
                  <a:cubicBezTo>
                    <a:pt x="13705" y="21320"/>
                    <a:pt x="12304" y="21600"/>
                    <a:pt x="10807" y="21600"/>
                  </a:cubicBezTo>
                  <a:cubicBezTo>
                    <a:pt x="9309" y="21600"/>
                    <a:pt x="7905" y="21320"/>
                    <a:pt x="6594" y="20752"/>
                  </a:cubicBezTo>
                  <a:cubicBezTo>
                    <a:pt x="5280" y="20191"/>
                    <a:pt x="4136" y="19423"/>
                    <a:pt x="3158" y="18443"/>
                  </a:cubicBezTo>
                  <a:cubicBezTo>
                    <a:pt x="2181" y="17463"/>
                    <a:pt x="1409" y="16320"/>
                    <a:pt x="844" y="15009"/>
                  </a:cubicBezTo>
                  <a:cubicBezTo>
                    <a:pt x="282" y="13696"/>
                    <a:pt x="0" y="12296"/>
                    <a:pt x="0" y="10800"/>
                  </a:cubicBezTo>
                  <a:cubicBezTo>
                    <a:pt x="0" y="9303"/>
                    <a:pt x="282" y="7900"/>
                    <a:pt x="844" y="6590"/>
                  </a:cubicBezTo>
                  <a:cubicBezTo>
                    <a:pt x="1409" y="5277"/>
                    <a:pt x="2181" y="4133"/>
                    <a:pt x="3158" y="3156"/>
                  </a:cubicBezTo>
                  <a:cubicBezTo>
                    <a:pt x="4136" y="2176"/>
                    <a:pt x="5280" y="1408"/>
                    <a:pt x="6594" y="844"/>
                  </a:cubicBezTo>
                  <a:cubicBezTo>
                    <a:pt x="7905" y="279"/>
                    <a:pt x="9309" y="0"/>
                    <a:pt x="10807" y="0"/>
                  </a:cubicBezTo>
                  <a:moveTo>
                    <a:pt x="3246" y="10800"/>
                  </a:moveTo>
                  <a:cubicBezTo>
                    <a:pt x="3246" y="11853"/>
                    <a:pt x="3444" y="12838"/>
                    <a:pt x="3839" y="13747"/>
                  </a:cubicBezTo>
                  <a:cubicBezTo>
                    <a:pt x="4238" y="14656"/>
                    <a:pt x="4777" y="15453"/>
                    <a:pt x="5458" y="16139"/>
                  </a:cubicBezTo>
                  <a:cubicBezTo>
                    <a:pt x="6136" y="16825"/>
                    <a:pt x="6936" y="17364"/>
                    <a:pt x="7851" y="17762"/>
                  </a:cubicBezTo>
                  <a:cubicBezTo>
                    <a:pt x="8767" y="18155"/>
                    <a:pt x="9753" y="18355"/>
                    <a:pt x="10807" y="18355"/>
                  </a:cubicBezTo>
                  <a:lnTo>
                    <a:pt x="10807" y="3241"/>
                  </a:lnTo>
                  <a:cubicBezTo>
                    <a:pt x="9753" y="3241"/>
                    <a:pt x="8767" y="3439"/>
                    <a:pt x="7851" y="3834"/>
                  </a:cubicBezTo>
                  <a:cubicBezTo>
                    <a:pt x="6936" y="4232"/>
                    <a:pt x="6136" y="4771"/>
                    <a:pt x="5458" y="5457"/>
                  </a:cubicBezTo>
                  <a:cubicBezTo>
                    <a:pt x="4777" y="6144"/>
                    <a:pt x="4238" y="6940"/>
                    <a:pt x="3839" y="7849"/>
                  </a:cubicBezTo>
                  <a:cubicBezTo>
                    <a:pt x="3444" y="8764"/>
                    <a:pt x="3246" y="9744"/>
                    <a:pt x="3246" y="1080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88" name="AutoShape 8"/>
            <p:cNvSpPr>
              <a:spLocks/>
            </p:cNvSpPr>
            <p:nvPr/>
          </p:nvSpPr>
          <p:spPr bwMode="auto">
            <a:xfrm>
              <a:off x="970382" y="12096"/>
              <a:ext cx="417495" cy="417494"/>
            </a:xfrm>
            <a:custGeom>
              <a:avLst/>
              <a:gdLst>
                <a:gd name="T0" fmla="*/ 208748 w 21502"/>
                <a:gd name="T1" fmla="*/ 208747 h 21600"/>
                <a:gd name="T2" fmla="*/ 208748 w 21502"/>
                <a:gd name="T3" fmla="*/ 208747 h 21600"/>
                <a:gd name="T4" fmla="*/ 208748 w 21502"/>
                <a:gd name="T5" fmla="*/ 208747 h 21600"/>
                <a:gd name="T6" fmla="*/ 208748 w 21502"/>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02" h="21600">
                  <a:moveTo>
                    <a:pt x="20786" y="13513"/>
                  </a:moveTo>
                  <a:cubicBezTo>
                    <a:pt x="21135" y="13698"/>
                    <a:pt x="21361" y="13966"/>
                    <a:pt x="21455" y="14312"/>
                  </a:cubicBezTo>
                  <a:cubicBezTo>
                    <a:pt x="21550" y="14662"/>
                    <a:pt x="21502" y="15000"/>
                    <a:pt x="21311" y="15326"/>
                  </a:cubicBezTo>
                  <a:lnTo>
                    <a:pt x="20229" y="17070"/>
                  </a:lnTo>
                  <a:cubicBezTo>
                    <a:pt x="20028" y="17399"/>
                    <a:pt x="19739" y="17608"/>
                    <a:pt x="19356" y="17696"/>
                  </a:cubicBezTo>
                  <a:cubicBezTo>
                    <a:pt x="18975" y="17784"/>
                    <a:pt x="18607" y="17740"/>
                    <a:pt x="18255" y="17564"/>
                  </a:cubicBezTo>
                  <a:lnTo>
                    <a:pt x="13277" y="14865"/>
                  </a:lnTo>
                  <a:lnTo>
                    <a:pt x="13277" y="20248"/>
                  </a:lnTo>
                  <a:cubicBezTo>
                    <a:pt x="13277" y="20633"/>
                    <a:pt x="13135" y="20953"/>
                    <a:pt x="12855" y="21212"/>
                  </a:cubicBezTo>
                  <a:cubicBezTo>
                    <a:pt x="12576" y="21470"/>
                    <a:pt x="12227" y="21600"/>
                    <a:pt x="11815" y="21600"/>
                  </a:cubicBezTo>
                  <a:lnTo>
                    <a:pt x="9697" y="21600"/>
                  </a:lnTo>
                  <a:cubicBezTo>
                    <a:pt x="9285" y="21600"/>
                    <a:pt x="8939" y="21470"/>
                    <a:pt x="8666" y="21212"/>
                  </a:cubicBezTo>
                  <a:cubicBezTo>
                    <a:pt x="8389" y="20953"/>
                    <a:pt x="8251" y="20642"/>
                    <a:pt x="8251" y="20278"/>
                  </a:cubicBezTo>
                  <a:lnTo>
                    <a:pt x="8251" y="14865"/>
                  </a:lnTo>
                  <a:lnTo>
                    <a:pt x="3256" y="17564"/>
                  </a:lnTo>
                  <a:cubicBezTo>
                    <a:pt x="2904" y="17749"/>
                    <a:pt x="2536" y="17796"/>
                    <a:pt x="2156" y="17705"/>
                  </a:cubicBezTo>
                  <a:cubicBezTo>
                    <a:pt x="1776" y="17611"/>
                    <a:pt x="1483" y="17399"/>
                    <a:pt x="1282" y="17070"/>
                  </a:cubicBezTo>
                  <a:lnTo>
                    <a:pt x="201" y="15326"/>
                  </a:lnTo>
                  <a:cubicBezTo>
                    <a:pt x="22" y="15000"/>
                    <a:pt x="-25" y="14662"/>
                    <a:pt x="66" y="14312"/>
                  </a:cubicBezTo>
                  <a:cubicBezTo>
                    <a:pt x="157" y="13966"/>
                    <a:pt x="377" y="13698"/>
                    <a:pt x="729" y="13513"/>
                  </a:cubicBezTo>
                  <a:lnTo>
                    <a:pt x="5752" y="10800"/>
                  </a:lnTo>
                  <a:lnTo>
                    <a:pt x="729" y="8086"/>
                  </a:lnTo>
                  <a:cubicBezTo>
                    <a:pt x="377" y="7898"/>
                    <a:pt x="151" y="7630"/>
                    <a:pt x="50" y="7284"/>
                  </a:cubicBezTo>
                  <a:cubicBezTo>
                    <a:pt x="-50" y="6937"/>
                    <a:pt x="0" y="6599"/>
                    <a:pt x="201" y="6270"/>
                  </a:cubicBezTo>
                  <a:lnTo>
                    <a:pt x="1282" y="4526"/>
                  </a:lnTo>
                  <a:cubicBezTo>
                    <a:pt x="1483" y="4200"/>
                    <a:pt x="1776" y="3991"/>
                    <a:pt x="2156" y="3903"/>
                  </a:cubicBezTo>
                  <a:cubicBezTo>
                    <a:pt x="2536" y="3812"/>
                    <a:pt x="2904" y="3859"/>
                    <a:pt x="3256" y="4035"/>
                  </a:cubicBezTo>
                  <a:lnTo>
                    <a:pt x="8251" y="6734"/>
                  </a:lnTo>
                  <a:lnTo>
                    <a:pt x="8251" y="1348"/>
                  </a:lnTo>
                  <a:cubicBezTo>
                    <a:pt x="8251" y="966"/>
                    <a:pt x="8389" y="646"/>
                    <a:pt x="8666" y="387"/>
                  </a:cubicBezTo>
                  <a:cubicBezTo>
                    <a:pt x="8939" y="129"/>
                    <a:pt x="9285" y="0"/>
                    <a:pt x="9697" y="0"/>
                  </a:cubicBezTo>
                  <a:lnTo>
                    <a:pt x="11815" y="0"/>
                  </a:lnTo>
                  <a:cubicBezTo>
                    <a:pt x="12227" y="0"/>
                    <a:pt x="12576" y="129"/>
                    <a:pt x="12855" y="387"/>
                  </a:cubicBezTo>
                  <a:cubicBezTo>
                    <a:pt x="13135" y="646"/>
                    <a:pt x="13277" y="957"/>
                    <a:pt x="13277" y="1324"/>
                  </a:cubicBezTo>
                  <a:lnTo>
                    <a:pt x="13277" y="6734"/>
                  </a:lnTo>
                  <a:lnTo>
                    <a:pt x="18255" y="4035"/>
                  </a:lnTo>
                  <a:cubicBezTo>
                    <a:pt x="18607" y="3868"/>
                    <a:pt x="18975" y="3824"/>
                    <a:pt x="19356" y="3909"/>
                  </a:cubicBezTo>
                  <a:cubicBezTo>
                    <a:pt x="19739" y="3994"/>
                    <a:pt x="20028" y="4200"/>
                    <a:pt x="20229" y="4526"/>
                  </a:cubicBezTo>
                  <a:lnTo>
                    <a:pt x="21282" y="6270"/>
                  </a:lnTo>
                  <a:cubicBezTo>
                    <a:pt x="21484" y="6599"/>
                    <a:pt x="21537" y="6937"/>
                    <a:pt x="21446" y="7284"/>
                  </a:cubicBezTo>
                  <a:cubicBezTo>
                    <a:pt x="21358" y="7630"/>
                    <a:pt x="21135" y="7898"/>
                    <a:pt x="20786" y="8086"/>
                  </a:cubicBezTo>
                  <a:lnTo>
                    <a:pt x="15775" y="10799"/>
                  </a:lnTo>
                  <a:lnTo>
                    <a:pt x="20786" y="1351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89" name="AutoShape 9"/>
            <p:cNvSpPr>
              <a:spLocks/>
            </p:cNvSpPr>
            <p:nvPr/>
          </p:nvSpPr>
          <p:spPr bwMode="auto">
            <a:xfrm>
              <a:off x="2012167"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82"/>
                    <a:pt x="15014" y="844"/>
                  </a:cubicBezTo>
                  <a:cubicBezTo>
                    <a:pt x="16322" y="1406"/>
                    <a:pt x="17466" y="2180"/>
                    <a:pt x="18449" y="3154"/>
                  </a:cubicBezTo>
                  <a:cubicBezTo>
                    <a:pt x="19432" y="4134"/>
                    <a:pt x="20204" y="5277"/>
                    <a:pt x="20760" y="6591"/>
                  </a:cubicBezTo>
                  <a:cubicBezTo>
                    <a:pt x="21323" y="7901"/>
                    <a:pt x="21599" y="9304"/>
                    <a:pt x="21599" y="10801"/>
                  </a:cubicBezTo>
                  <a:cubicBezTo>
                    <a:pt x="21599" y="12298"/>
                    <a:pt x="21323" y="13701"/>
                    <a:pt x="20760" y="15011"/>
                  </a:cubicBezTo>
                  <a:cubicBezTo>
                    <a:pt x="20204" y="16322"/>
                    <a:pt x="19432" y="17468"/>
                    <a:pt x="18449" y="18445"/>
                  </a:cubicBezTo>
                  <a:cubicBezTo>
                    <a:pt x="17466" y="19422"/>
                    <a:pt x="16322" y="20193"/>
                    <a:pt x="15014" y="20758"/>
                  </a:cubicBezTo>
                  <a:cubicBezTo>
                    <a:pt x="13705" y="21320"/>
                    <a:pt x="12304" y="21600"/>
                    <a:pt x="10807" y="21600"/>
                  </a:cubicBezTo>
                  <a:cubicBezTo>
                    <a:pt x="9309" y="21600"/>
                    <a:pt x="7905" y="21320"/>
                    <a:pt x="6594" y="20758"/>
                  </a:cubicBezTo>
                  <a:cubicBezTo>
                    <a:pt x="5280" y="20193"/>
                    <a:pt x="4136" y="19422"/>
                    <a:pt x="3158" y="18445"/>
                  </a:cubicBezTo>
                  <a:cubicBezTo>
                    <a:pt x="2181" y="17468"/>
                    <a:pt x="1409" y="16322"/>
                    <a:pt x="847" y="15011"/>
                  </a:cubicBezTo>
                  <a:cubicBezTo>
                    <a:pt x="282" y="13701"/>
                    <a:pt x="0" y="12298"/>
                    <a:pt x="0" y="10801"/>
                  </a:cubicBezTo>
                  <a:cubicBezTo>
                    <a:pt x="0" y="9304"/>
                    <a:pt x="282" y="7901"/>
                    <a:pt x="847" y="6591"/>
                  </a:cubicBezTo>
                  <a:cubicBezTo>
                    <a:pt x="1409" y="5277"/>
                    <a:pt x="2181" y="4134"/>
                    <a:pt x="3158" y="3154"/>
                  </a:cubicBezTo>
                  <a:cubicBezTo>
                    <a:pt x="4136" y="2180"/>
                    <a:pt x="5280" y="1406"/>
                    <a:pt x="6594" y="844"/>
                  </a:cubicBezTo>
                  <a:cubicBezTo>
                    <a:pt x="7905" y="282"/>
                    <a:pt x="9309" y="0"/>
                    <a:pt x="10807" y="0"/>
                  </a:cubicBezTo>
                  <a:moveTo>
                    <a:pt x="10807" y="3241"/>
                  </a:moveTo>
                  <a:cubicBezTo>
                    <a:pt x="9753" y="3241"/>
                    <a:pt x="8767" y="3442"/>
                    <a:pt x="7851" y="3837"/>
                  </a:cubicBezTo>
                  <a:cubicBezTo>
                    <a:pt x="6936" y="4235"/>
                    <a:pt x="6139" y="4775"/>
                    <a:pt x="5458" y="5461"/>
                  </a:cubicBezTo>
                  <a:cubicBezTo>
                    <a:pt x="4777" y="6147"/>
                    <a:pt x="4238" y="6943"/>
                    <a:pt x="3842" y="7853"/>
                  </a:cubicBezTo>
                  <a:cubicBezTo>
                    <a:pt x="3446" y="8765"/>
                    <a:pt x="3246" y="9745"/>
                    <a:pt x="3246" y="10801"/>
                  </a:cubicBezTo>
                  <a:cubicBezTo>
                    <a:pt x="3246" y="11561"/>
                    <a:pt x="3353" y="12281"/>
                    <a:pt x="3565" y="12964"/>
                  </a:cubicBezTo>
                  <a:cubicBezTo>
                    <a:pt x="3777" y="13647"/>
                    <a:pt x="4077" y="14286"/>
                    <a:pt x="4464" y="14870"/>
                  </a:cubicBezTo>
                  <a:lnTo>
                    <a:pt x="14878" y="4461"/>
                  </a:lnTo>
                  <a:cubicBezTo>
                    <a:pt x="14282" y="4072"/>
                    <a:pt x="13646" y="3772"/>
                    <a:pt x="12965" y="3563"/>
                  </a:cubicBezTo>
                  <a:cubicBezTo>
                    <a:pt x="12284" y="3351"/>
                    <a:pt x="11564" y="3241"/>
                    <a:pt x="10807" y="3241"/>
                  </a:cubicBezTo>
                  <a:moveTo>
                    <a:pt x="10807" y="18358"/>
                  </a:moveTo>
                  <a:cubicBezTo>
                    <a:pt x="11863" y="18358"/>
                    <a:pt x="12844" y="18160"/>
                    <a:pt x="13756" y="17762"/>
                  </a:cubicBezTo>
                  <a:cubicBezTo>
                    <a:pt x="14666" y="17364"/>
                    <a:pt x="15463" y="16824"/>
                    <a:pt x="16149" y="16141"/>
                  </a:cubicBezTo>
                  <a:cubicBezTo>
                    <a:pt x="16836" y="15458"/>
                    <a:pt x="17376" y="14656"/>
                    <a:pt x="17774" y="13746"/>
                  </a:cubicBezTo>
                  <a:cubicBezTo>
                    <a:pt x="18169" y="12837"/>
                    <a:pt x="18367" y="11854"/>
                    <a:pt x="18367" y="10801"/>
                  </a:cubicBezTo>
                  <a:cubicBezTo>
                    <a:pt x="18367" y="10044"/>
                    <a:pt x="18263" y="9327"/>
                    <a:pt x="18051" y="8638"/>
                  </a:cubicBezTo>
                  <a:cubicBezTo>
                    <a:pt x="17839" y="7952"/>
                    <a:pt x="17548" y="7319"/>
                    <a:pt x="17178" y="6732"/>
                  </a:cubicBezTo>
                  <a:lnTo>
                    <a:pt x="6735" y="17169"/>
                  </a:lnTo>
                  <a:cubicBezTo>
                    <a:pt x="7331" y="17539"/>
                    <a:pt x="7970" y="17827"/>
                    <a:pt x="8651" y="18041"/>
                  </a:cubicBezTo>
                  <a:cubicBezTo>
                    <a:pt x="9332" y="18250"/>
                    <a:pt x="10049" y="18358"/>
                    <a:pt x="10807" y="1835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0" name="AutoShape 10"/>
            <p:cNvSpPr>
              <a:spLocks/>
            </p:cNvSpPr>
            <p:nvPr/>
          </p:nvSpPr>
          <p:spPr bwMode="auto">
            <a:xfrm>
              <a:off x="3024299"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600"/>
                    <a:pt x="20263" y="21600"/>
                  </a:cubicBezTo>
                  <a:lnTo>
                    <a:pt x="1370" y="21600"/>
                  </a:lnTo>
                  <a:cubicBezTo>
                    <a:pt x="1003" y="21600"/>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1" name="AutoShape 11"/>
            <p:cNvSpPr>
              <a:spLocks/>
            </p:cNvSpPr>
            <p:nvPr/>
          </p:nvSpPr>
          <p:spPr bwMode="auto">
            <a:xfrm>
              <a:off x="4090274"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4" y="21600"/>
                  </a:moveTo>
                  <a:lnTo>
                    <a:pt x="0" y="21600"/>
                  </a:lnTo>
                  <a:lnTo>
                    <a:pt x="0" y="0"/>
                  </a:lnTo>
                  <a:lnTo>
                    <a:pt x="1804" y="0"/>
                  </a:lnTo>
                  <a:lnTo>
                    <a:pt x="1804" y="21600"/>
                  </a:lnTo>
                  <a:close/>
                  <a:moveTo>
                    <a:pt x="3094" y="21600"/>
                  </a:moveTo>
                  <a:lnTo>
                    <a:pt x="2661" y="21600"/>
                  </a:lnTo>
                  <a:lnTo>
                    <a:pt x="2661" y="0"/>
                  </a:lnTo>
                  <a:lnTo>
                    <a:pt x="3094" y="0"/>
                  </a:lnTo>
                  <a:lnTo>
                    <a:pt x="3094" y="21600"/>
                  </a:lnTo>
                  <a:close/>
                  <a:moveTo>
                    <a:pt x="5542" y="21600"/>
                  </a:moveTo>
                  <a:lnTo>
                    <a:pt x="4171" y="21600"/>
                  </a:lnTo>
                  <a:lnTo>
                    <a:pt x="4171" y="0"/>
                  </a:lnTo>
                  <a:lnTo>
                    <a:pt x="5542" y="0"/>
                  </a:lnTo>
                  <a:lnTo>
                    <a:pt x="5542" y="21600"/>
                  </a:lnTo>
                  <a:close/>
                  <a:moveTo>
                    <a:pt x="7302" y="21600"/>
                  </a:moveTo>
                  <a:lnTo>
                    <a:pt x="6387" y="21600"/>
                  </a:lnTo>
                  <a:lnTo>
                    <a:pt x="6387" y="0"/>
                  </a:lnTo>
                  <a:lnTo>
                    <a:pt x="7302" y="0"/>
                  </a:lnTo>
                  <a:lnTo>
                    <a:pt x="7302" y="21600"/>
                  </a:lnTo>
                  <a:close/>
                  <a:moveTo>
                    <a:pt x="9271" y="21600"/>
                  </a:moveTo>
                  <a:lnTo>
                    <a:pt x="8380" y="21600"/>
                  </a:lnTo>
                  <a:lnTo>
                    <a:pt x="8380" y="0"/>
                  </a:lnTo>
                  <a:lnTo>
                    <a:pt x="9271" y="0"/>
                  </a:lnTo>
                  <a:lnTo>
                    <a:pt x="9271" y="21600"/>
                  </a:lnTo>
                  <a:close/>
                  <a:moveTo>
                    <a:pt x="11016" y="21600"/>
                  </a:moveTo>
                  <a:lnTo>
                    <a:pt x="10583" y="21600"/>
                  </a:lnTo>
                  <a:lnTo>
                    <a:pt x="10583" y="0"/>
                  </a:lnTo>
                  <a:lnTo>
                    <a:pt x="11016" y="0"/>
                  </a:lnTo>
                  <a:lnTo>
                    <a:pt x="11016" y="21600"/>
                  </a:lnTo>
                  <a:close/>
                  <a:moveTo>
                    <a:pt x="13677" y="21600"/>
                  </a:moveTo>
                  <a:lnTo>
                    <a:pt x="11885" y="21600"/>
                  </a:lnTo>
                  <a:lnTo>
                    <a:pt x="11885" y="0"/>
                  </a:lnTo>
                  <a:lnTo>
                    <a:pt x="13677" y="0"/>
                  </a:lnTo>
                  <a:lnTo>
                    <a:pt x="13677" y="21600"/>
                  </a:lnTo>
                  <a:close/>
                  <a:moveTo>
                    <a:pt x="15212" y="21600"/>
                  </a:moveTo>
                  <a:lnTo>
                    <a:pt x="14309" y="21600"/>
                  </a:lnTo>
                  <a:lnTo>
                    <a:pt x="14309" y="0"/>
                  </a:lnTo>
                  <a:lnTo>
                    <a:pt x="15212" y="0"/>
                  </a:lnTo>
                  <a:lnTo>
                    <a:pt x="15212" y="21600"/>
                  </a:lnTo>
                  <a:close/>
                  <a:moveTo>
                    <a:pt x="16970" y="21600"/>
                  </a:moveTo>
                  <a:lnTo>
                    <a:pt x="16512" y="21600"/>
                  </a:lnTo>
                  <a:lnTo>
                    <a:pt x="16512" y="0"/>
                  </a:lnTo>
                  <a:lnTo>
                    <a:pt x="16970" y="0"/>
                  </a:lnTo>
                  <a:lnTo>
                    <a:pt x="16970" y="21600"/>
                  </a:lnTo>
                  <a:close/>
                  <a:moveTo>
                    <a:pt x="18938" y="21600"/>
                  </a:moveTo>
                  <a:lnTo>
                    <a:pt x="18505" y="21600"/>
                  </a:lnTo>
                  <a:lnTo>
                    <a:pt x="18505" y="0"/>
                  </a:lnTo>
                  <a:lnTo>
                    <a:pt x="18938" y="0"/>
                  </a:lnTo>
                  <a:lnTo>
                    <a:pt x="18938" y="21600"/>
                  </a:lnTo>
                  <a:close/>
                  <a:moveTo>
                    <a:pt x="21599" y="21600"/>
                  </a:moveTo>
                  <a:lnTo>
                    <a:pt x="19807" y="21600"/>
                  </a:lnTo>
                  <a:lnTo>
                    <a:pt x="19807" y="0"/>
                  </a:lnTo>
                  <a:lnTo>
                    <a:pt x="21599" y="0"/>
                  </a:lnTo>
                  <a:lnTo>
                    <a:pt x="21599"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2" name="AutoShape 12"/>
            <p:cNvSpPr>
              <a:spLocks/>
            </p:cNvSpPr>
            <p:nvPr/>
          </p:nvSpPr>
          <p:spPr bwMode="auto">
            <a:xfrm>
              <a:off x="5100588" y="12096"/>
              <a:ext cx="417495" cy="417494"/>
            </a:xfrm>
            <a:custGeom>
              <a:avLst/>
              <a:gdLst>
                <a:gd name="T0" fmla="*/ 208748 w 21376"/>
                <a:gd name="T1" fmla="*/ 208747 h 21600"/>
                <a:gd name="T2" fmla="*/ 208748 w 21376"/>
                <a:gd name="T3" fmla="*/ 208747 h 21600"/>
                <a:gd name="T4" fmla="*/ 208748 w 21376"/>
                <a:gd name="T5" fmla="*/ 208747 h 21600"/>
                <a:gd name="T6" fmla="*/ 208748 w 21376"/>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3" name="AutoShape 13"/>
            <p:cNvSpPr>
              <a:spLocks/>
            </p:cNvSpPr>
            <p:nvPr/>
          </p:nvSpPr>
          <p:spPr bwMode="auto">
            <a:xfrm>
              <a:off x="6126633"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80" y="5513"/>
                  </a:moveTo>
                  <a:cubicBezTo>
                    <a:pt x="17129" y="6606"/>
                    <a:pt x="17242" y="7684"/>
                    <a:pt x="17416" y="8751"/>
                  </a:cubicBezTo>
                  <a:cubicBezTo>
                    <a:pt x="17593" y="9818"/>
                    <a:pt x="17852" y="10843"/>
                    <a:pt x="18196" y="11820"/>
                  </a:cubicBezTo>
                  <a:cubicBezTo>
                    <a:pt x="18539" y="12800"/>
                    <a:pt x="18988" y="13717"/>
                    <a:pt x="19540" y="14575"/>
                  </a:cubicBezTo>
                  <a:cubicBezTo>
                    <a:pt x="20094" y="15436"/>
                    <a:pt x="20779" y="16210"/>
                    <a:pt x="21599" y="16896"/>
                  </a:cubicBezTo>
                  <a:cubicBezTo>
                    <a:pt x="21564" y="17526"/>
                    <a:pt x="21335" y="18042"/>
                    <a:pt x="20910" y="18443"/>
                  </a:cubicBezTo>
                  <a:cubicBezTo>
                    <a:pt x="20486" y="18844"/>
                    <a:pt x="19994" y="19042"/>
                    <a:pt x="19437" y="19042"/>
                  </a:cubicBezTo>
                  <a:lnTo>
                    <a:pt x="13679" y="19042"/>
                  </a:lnTo>
                  <a:cubicBezTo>
                    <a:pt x="13530" y="19781"/>
                    <a:pt x="13194" y="20394"/>
                    <a:pt x="12666" y="20874"/>
                  </a:cubicBezTo>
                  <a:cubicBezTo>
                    <a:pt x="12137" y="21357"/>
                    <a:pt x="11519" y="21600"/>
                    <a:pt x="10816" y="21600"/>
                  </a:cubicBezTo>
                  <a:cubicBezTo>
                    <a:pt x="10113" y="21600"/>
                    <a:pt x="9493" y="21357"/>
                    <a:pt x="8957" y="20874"/>
                  </a:cubicBezTo>
                  <a:cubicBezTo>
                    <a:pt x="8420" y="20394"/>
                    <a:pt x="8074" y="19781"/>
                    <a:pt x="7920" y="19042"/>
                  </a:cubicBezTo>
                  <a:lnTo>
                    <a:pt x="2159" y="19042"/>
                  </a:lnTo>
                  <a:cubicBezTo>
                    <a:pt x="1603" y="19042"/>
                    <a:pt x="1113" y="18841"/>
                    <a:pt x="687" y="18438"/>
                  </a:cubicBezTo>
                  <a:cubicBezTo>
                    <a:pt x="261" y="18031"/>
                    <a:pt x="30" y="17514"/>
                    <a:pt x="0" y="16896"/>
                  </a:cubicBezTo>
                  <a:cubicBezTo>
                    <a:pt x="851" y="16193"/>
                    <a:pt x="1554" y="15414"/>
                    <a:pt x="2111" y="14564"/>
                  </a:cubicBezTo>
                  <a:cubicBezTo>
                    <a:pt x="2667" y="13712"/>
                    <a:pt x="3113" y="12805"/>
                    <a:pt x="3449" y="11848"/>
                  </a:cubicBezTo>
                  <a:cubicBezTo>
                    <a:pt x="3785" y="10888"/>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6" y="0"/>
                  </a:cubicBezTo>
                  <a:cubicBezTo>
                    <a:pt x="11422" y="0"/>
                    <a:pt x="12091" y="149"/>
                    <a:pt x="12817" y="448"/>
                  </a:cubicBezTo>
                  <a:cubicBezTo>
                    <a:pt x="13545" y="745"/>
                    <a:pt x="14225" y="1143"/>
                    <a:pt x="14851" y="1634"/>
                  </a:cubicBezTo>
                  <a:cubicBezTo>
                    <a:pt x="15477" y="2131"/>
                    <a:pt x="16005" y="2713"/>
                    <a:pt x="16434" y="3382"/>
                  </a:cubicBezTo>
                  <a:cubicBezTo>
                    <a:pt x="16864" y="4045"/>
                    <a:pt x="17080" y="4759"/>
                    <a:pt x="17080" y="5513"/>
                  </a:cubicBezTo>
                  <a:moveTo>
                    <a:pt x="18688" y="16899"/>
                  </a:moveTo>
                  <a:cubicBezTo>
                    <a:pt x="18050" y="16123"/>
                    <a:pt x="17519" y="15295"/>
                    <a:pt x="17098" y="14417"/>
                  </a:cubicBezTo>
                  <a:cubicBezTo>
                    <a:pt x="16677" y="13537"/>
                    <a:pt x="16331" y="12630"/>
                    <a:pt x="16067" y="11687"/>
                  </a:cubicBezTo>
                  <a:cubicBezTo>
                    <a:pt x="15800" y="10747"/>
                    <a:pt x="15595" y="9782"/>
                    <a:pt x="15451" y="8796"/>
                  </a:cubicBezTo>
                  <a:cubicBezTo>
                    <a:pt x="15308" y="7808"/>
                    <a:pt x="15205" y="6806"/>
                    <a:pt x="15138" y="5787"/>
                  </a:cubicBezTo>
                  <a:cubicBezTo>
                    <a:pt x="15105" y="5293"/>
                    <a:pt x="14938" y="4824"/>
                    <a:pt x="14635" y="4381"/>
                  </a:cubicBezTo>
                  <a:cubicBezTo>
                    <a:pt x="14333" y="3941"/>
                    <a:pt x="13969" y="3554"/>
                    <a:pt x="13543" y="3221"/>
                  </a:cubicBezTo>
                  <a:cubicBezTo>
                    <a:pt x="13117" y="2888"/>
                    <a:pt x="12660" y="2628"/>
                    <a:pt x="12173" y="2444"/>
                  </a:cubicBezTo>
                  <a:cubicBezTo>
                    <a:pt x="11686" y="2258"/>
                    <a:pt x="11234" y="2168"/>
                    <a:pt x="10816"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1"/>
                  </a:cubicBezTo>
                  <a:cubicBezTo>
                    <a:pt x="5294" y="12594"/>
                    <a:pt x="4937" y="13514"/>
                    <a:pt x="4499" y="14403"/>
                  </a:cubicBezTo>
                  <a:cubicBezTo>
                    <a:pt x="4060" y="15290"/>
                    <a:pt x="3534" y="16123"/>
                    <a:pt x="2921" y="16899"/>
                  </a:cubicBezTo>
                  <a:lnTo>
                    <a:pt x="18688" y="16899"/>
                  </a:lnTo>
                  <a:close/>
                  <a:moveTo>
                    <a:pt x="10816" y="20625"/>
                  </a:moveTo>
                  <a:cubicBezTo>
                    <a:pt x="10965" y="20625"/>
                    <a:pt x="11037" y="20535"/>
                    <a:pt x="11037" y="20354"/>
                  </a:cubicBezTo>
                  <a:cubicBezTo>
                    <a:pt x="11037" y="20174"/>
                    <a:pt x="10965" y="20081"/>
                    <a:pt x="10816" y="20072"/>
                  </a:cubicBezTo>
                  <a:cubicBezTo>
                    <a:pt x="10383" y="20072"/>
                    <a:pt x="10011" y="19903"/>
                    <a:pt x="9698" y="19570"/>
                  </a:cubicBezTo>
                  <a:cubicBezTo>
                    <a:pt x="9387" y="19236"/>
                    <a:pt x="9234" y="18833"/>
                    <a:pt x="9234" y="18353"/>
                  </a:cubicBezTo>
                  <a:cubicBezTo>
                    <a:pt x="9234" y="18175"/>
                    <a:pt x="9154" y="18085"/>
                    <a:pt x="9000" y="18085"/>
                  </a:cubicBezTo>
                  <a:cubicBezTo>
                    <a:pt x="8836" y="18085"/>
                    <a:pt x="8754" y="18175"/>
                    <a:pt x="8754" y="18353"/>
                  </a:cubicBezTo>
                  <a:cubicBezTo>
                    <a:pt x="8754" y="18985"/>
                    <a:pt x="8954" y="19522"/>
                    <a:pt x="9357" y="19965"/>
                  </a:cubicBezTo>
                  <a:cubicBezTo>
                    <a:pt x="9757" y="20405"/>
                    <a:pt x="10244" y="20625"/>
                    <a:pt x="10816" y="2062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4" name="AutoShape 14"/>
            <p:cNvSpPr>
              <a:spLocks/>
            </p:cNvSpPr>
            <p:nvPr/>
          </p:nvSpPr>
          <p:spPr bwMode="auto">
            <a:xfrm>
              <a:off x="7095191" y="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600"/>
                    <a:pt x="7493" y="21600"/>
                  </a:cubicBezTo>
                  <a:cubicBezTo>
                    <a:pt x="7217" y="21600"/>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4"/>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5" name="AutoShape 15"/>
            <p:cNvSpPr>
              <a:spLocks/>
            </p:cNvSpPr>
            <p:nvPr/>
          </p:nvSpPr>
          <p:spPr bwMode="auto">
            <a:xfrm>
              <a:off x="8043210" y="12096"/>
              <a:ext cx="417495" cy="417494"/>
            </a:xfrm>
            <a:custGeom>
              <a:avLst/>
              <a:gdLst>
                <a:gd name="T0" fmla="*/ 208738 w 21459"/>
                <a:gd name="T1" fmla="*/ 209492 h 21561"/>
                <a:gd name="T2" fmla="*/ 208738 w 21459"/>
                <a:gd name="T3" fmla="*/ 209492 h 21561"/>
                <a:gd name="T4" fmla="*/ 208738 w 21459"/>
                <a:gd name="T5" fmla="*/ 209492 h 21561"/>
                <a:gd name="T6" fmla="*/ 208738 w 21459"/>
                <a:gd name="T7" fmla="*/ 209492 h 215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59" h="21561">
                  <a:moveTo>
                    <a:pt x="20359" y="4319"/>
                  </a:moveTo>
                  <a:cubicBezTo>
                    <a:pt x="20703" y="4451"/>
                    <a:pt x="20960" y="4653"/>
                    <a:pt x="21125" y="4923"/>
                  </a:cubicBezTo>
                  <a:cubicBezTo>
                    <a:pt x="21468" y="5418"/>
                    <a:pt x="21547" y="6025"/>
                    <a:pt x="21363" y="6735"/>
                  </a:cubicBezTo>
                  <a:lnTo>
                    <a:pt x="17812" y="19432"/>
                  </a:lnTo>
                  <a:cubicBezTo>
                    <a:pt x="17663" y="20051"/>
                    <a:pt x="17338" y="20561"/>
                    <a:pt x="16840" y="20960"/>
                  </a:cubicBezTo>
                  <a:cubicBezTo>
                    <a:pt x="16342" y="21361"/>
                    <a:pt x="15810" y="21560"/>
                    <a:pt x="15242" y="21560"/>
                  </a:cubicBezTo>
                  <a:lnTo>
                    <a:pt x="3374" y="21560"/>
                  </a:lnTo>
                  <a:cubicBezTo>
                    <a:pt x="3031" y="21560"/>
                    <a:pt x="2698" y="21496"/>
                    <a:pt x="2378" y="21358"/>
                  </a:cubicBezTo>
                  <a:cubicBezTo>
                    <a:pt x="2056" y="21223"/>
                    <a:pt x="1747" y="21042"/>
                    <a:pt x="1456" y="20810"/>
                  </a:cubicBezTo>
                  <a:cubicBezTo>
                    <a:pt x="1162" y="20581"/>
                    <a:pt x="906" y="20312"/>
                    <a:pt x="683" y="19998"/>
                  </a:cubicBezTo>
                  <a:cubicBezTo>
                    <a:pt x="463" y="19685"/>
                    <a:pt x="287" y="19345"/>
                    <a:pt x="161" y="18978"/>
                  </a:cubicBezTo>
                  <a:cubicBezTo>
                    <a:pt x="-46" y="18345"/>
                    <a:pt x="-53" y="17750"/>
                    <a:pt x="138" y="17199"/>
                  </a:cubicBezTo>
                  <a:cubicBezTo>
                    <a:pt x="156" y="17049"/>
                    <a:pt x="172" y="16900"/>
                    <a:pt x="188" y="16759"/>
                  </a:cubicBezTo>
                  <a:cubicBezTo>
                    <a:pt x="206" y="16613"/>
                    <a:pt x="222" y="16449"/>
                    <a:pt x="237" y="16273"/>
                  </a:cubicBezTo>
                  <a:cubicBezTo>
                    <a:pt x="237" y="16179"/>
                    <a:pt x="222" y="16082"/>
                    <a:pt x="188" y="15985"/>
                  </a:cubicBezTo>
                  <a:cubicBezTo>
                    <a:pt x="156" y="15889"/>
                    <a:pt x="146" y="15792"/>
                    <a:pt x="161" y="15695"/>
                  </a:cubicBezTo>
                  <a:cubicBezTo>
                    <a:pt x="180" y="15549"/>
                    <a:pt x="245" y="15402"/>
                    <a:pt x="358" y="15256"/>
                  </a:cubicBezTo>
                  <a:cubicBezTo>
                    <a:pt x="471" y="15109"/>
                    <a:pt x="578" y="14942"/>
                    <a:pt x="678" y="14757"/>
                  </a:cubicBezTo>
                  <a:cubicBezTo>
                    <a:pt x="872" y="14411"/>
                    <a:pt x="1060" y="13986"/>
                    <a:pt x="1249" y="13485"/>
                  </a:cubicBezTo>
                  <a:cubicBezTo>
                    <a:pt x="1438" y="12987"/>
                    <a:pt x="1574" y="12553"/>
                    <a:pt x="1655" y="12190"/>
                  </a:cubicBezTo>
                  <a:cubicBezTo>
                    <a:pt x="1689" y="12040"/>
                    <a:pt x="1686" y="11896"/>
                    <a:pt x="1642" y="11762"/>
                  </a:cubicBezTo>
                  <a:cubicBezTo>
                    <a:pt x="1603" y="11627"/>
                    <a:pt x="1597" y="11504"/>
                    <a:pt x="1631" y="11389"/>
                  </a:cubicBezTo>
                  <a:cubicBezTo>
                    <a:pt x="1665" y="11240"/>
                    <a:pt x="1734" y="11111"/>
                    <a:pt x="1838" y="11005"/>
                  </a:cubicBezTo>
                  <a:cubicBezTo>
                    <a:pt x="1943" y="10897"/>
                    <a:pt x="2027" y="10788"/>
                    <a:pt x="2095" y="10671"/>
                  </a:cubicBezTo>
                  <a:cubicBezTo>
                    <a:pt x="2179" y="10507"/>
                    <a:pt x="2268" y="10308"/>
                    <a:pt x="2365" y="10082"/>
                  </a:cubicBezTo>
                  <a:cubicBezTo>
                    <a:pt x="2459" y="9859"/>
                    <a:pt x="2551" y="9628"/>
                    <a:pt x="2635" y="9390"/>
                  </a:cubicBezTo>
                  <a:cubicBezTo>
                    <a:pt x="2719" y="9150"/>
                    <a:pt x="2784" y="8918"/>
                    <a:pt x="2837" y="8690"/>
                  </a:cubicBezTo>
                  <a:cubicBezTo>
                    <a:pt x="2887" y="8461"/>
                    <a:pt x="2918" y="8271"/>
                    <a:pt x="2936" y="8118"/>
                  </a:cubicBezTo>
                  <a:cubicBezTo>
                    <a:pt x="2952" y="7972"/>
                    <a:pt x="2944" y="7816"/>
                    <a:pt x="2910" y="7655"/>
                  </a:cubicBezTo>
                  <a:cubicBezTo>
                    <a:pt x="2876" y="7497"/>
                    <a:pt x="2876" y="7365"/>
                    <a:pt x="2910" y="7248"/>
                  </a:cubicBezTo>
                  <a:cubicBezTo>
                    <a:pt x="2960" y="7101"/>
                    <a:pt x="3046" y="6978"/>
                    <a:pt x="3167" y="6878"/>
                  </a:cubicBezTo>
                  <a:cubicBezTo>
                    <a:pt x="3288" y="6778"/>
                    <a:pt x="3390" y="6664"/>
                    <a:pt x="3476" y="6532"/>
                  </a:cubicBezTo>
                  <a:cubicBezTo>
                    <a:pt x="3557" y="6421"/>
                    <a:pt x="3649" y="6263"/>
                    <a:pt x="3746" y="6049"/>
                  </a:cubicBezTo>
                  <a:cubicBezTo>
                    <a:pt x="3840" y="5841"/>
                    <a:pt x="3937" y="5609"/>
                    <a:pt x="4034" y="5354"/>
                  </a:cubicBezTo>
                  <a:cubicBezTo>
                    <a:pt x="4129" y="5102"/>
                    <a:pt x="4210" y="4856"/>
                    <a:pt x="4278" y="4618"/>
                  </a:cubicBezTo>
                  <a:cubicBezTo>
                    <a:pt x="4344" y="4381"/>
                    <a:pt x="4385" y="4170"/>
                    <a:pt x="4404" y="3979"/>
                  </a:cubicBezTo>
                  <a:cubicBezTo>
                    <a:pt x="4420" y="3868"/>
                    <a:pt x="4404" y="3754"/>
                    <a:pt x="4354" y="3636"/>
                  </a:cubicBezTo>
                  <a:cubicBezTo>
                    <a:pt x="4304" y="3519"/>
                    <a:pt x="4294" y="3390"/>
                    <a:pt x="4328" y="3249"/>
                  </a:cubicBezTo>
                  <a:cubicBezTo>
                    <a:pt x="4362" y="3120"/>
                    <a:pt x="4438" y="2980"/>
                    <a:pt x="4561" y="2836"/>
                  </a:cubicBezTo>
                  <a:cubicBezTo>
                    <a:pt x="4682" y="2692"/>
                    <a:pt x="4792" y="2543"/>
                    <a:pt x="4894" y="2393"/>
                  </a:cubicBezTo>
                  <a:cubicBezTo>
                    <a:pt x="5025" y="2159"/>
                    <a:pt x="5145" y="1886"/>
                    <a:pt x="5250" y="1573"/>
                  </a:cubicBezTo>
                  <a:cubicBezTo>
                    <a:pt x="5355" y="1262"/>
                    <a:pt x="5481" y="975"/>
                    <a:pt x="5625" y="717"/>
                  </a:cubicBezTo>
                  <a:cubicBezTo>
                    <a:pt x="5772" y="462"/>
                    <a:pt x="5966" y="259"/>
                    <a:pt x="6204" y="116"/>
                  </a:cubicBezTo>
                  <a:cubicBezTo>
                    <a:pt x="6440" y="-31"/>
                    <a:pt x="6767" y="-39"/>
                    <a:pt x="7176" y="92"/>
                  </a:cubicBezTo>
                  <a:lnTo>
                    <a:pt x="7150" y="151"/>
                  </a:lnTo>
                  <a:cubicBezTo>
                    <a:pt x="7409" y="54"/>
                    <a:pt x="7635" y="10"/>
                    <a:pt x="7829" y="10"/>
                  </a:cubicBezTo>
                  <a:lnTo>
                    <a:pt x="17613" y="10"/>
                  </a:lnTo>
                  <a:cubicBezTo>
                    <a:pt x="18266" y="10"/>
                    <a:pt x="18764" y="277"/>
                    <a:pt x="19107" y="805"/>
                  </a:cubicBezTo>
                  <a:cubicBezTo>
                    <a:pt x="19448" y="1303"/>
                    <a:pt x="19524" y="1904"/>
                    <a:pt x="19330" y="2616"/>
                  </a:cubicBezTo>
                  <a:lnTo>
                    <a:pt x="15782" y="15329"/>
                  </a:lnTo>
                  <a:cubicBezTo>
                    <a:pt x="15630" y="15918"/>
                    <a:pt x="15307" y="16419"/>
                    <a:pt x="14809" y="16829"/>
                  </a:cubicBezTo>
                  <a:cubicBezTo>
                    <a:pt x="14312" y="17243"/>
                    <a:pt x="13782" y="17448"/>
                    <a:pt x="13221" y="17448"/>
                  </a:cubicBezTo>
                  <a:lnTo>
                    <a:pt x="2019" y="17448"/>
                  </a:lnTo>
                  <a:cubicBezTo>
                    <a:pt x="1935" y="17448"/>
                    <a:pt x="1852" y="17460"/>
                    <a:pt x="1762" y="17477"/>
                  </a:cubicBezTo>
                  <a:cubicBezTo>
                    <a:pt x="1676" y="17495"/>
                    <a:pt x="1597" y="17551"/>
                    <a:pt x="1529" y="17644"/>
                  </a:cubicBezTo>
                  <a:cubicBezTo>
                    <a:pt x="1430" y="17832"/>
                    <a:pt x="1430" y="18096"/>
                    <a:pt x="1529" y="18430"/>
                  </a:cubicBezTo>
                  <a:cubicBezTo>
                    <a:pt x="1665" y="18834"/>
                    <a:pt x="1914" y="19186"/>
                    <a:pt x="2284" y="19488"/>
                  </a:cubicBezTo>
                  <a:cubicBezTo>
                    <a:pt x="2651" y="19796"/>
                    <a:pt x="3015" y="19945"/>
                    <a:pt x="3374" y="19945"/>
                  </a:cubicBezTo>
                  <a:lnTo>
                    <a:pt x="15242" y="19945"/>
                  </a:lnTo>
                  <a:cubicBezTo>
                    <a:pt x="15485" y="19945"/>
                    <a:pt x="15724" y="19846"/>
                    <a:pt x="15962" y="19643"/>
                  </a:cubicBezTo>
                  <a:cubicBezTo>
                    <a:pt x="16201" y="19444"/>
                    <a:pt x="16358" y="19221"/>
                    <a:pt x="16434" y="18975"/>
                  </a:cubicBezTo>
                  <a:lnTo>
                    <a:pt x="20310" y="5128"/>
                  </a:lnTo>
                  <a:cubicBezTo>
                    <a:pt x="20344" y="4979"/>
                    <a:pt x="20365" y="4841"/>
                    <a:pt x="20373" y="4715"/>
                  </a:cubicBezTo>
                  <a:cubicBezTo>
                    <a:pt x="20378" y="4592"/>
                    <a:pt x="20373" y="4460"/>
                    <a:pt x="20359" y="4319"/>
                  </a:cubicBezTo>
                  <a:moveTo>
                    <a:pt x="6285" y="8083"/>
                  </a:moveTo>
                  <a:cubicBezTo>
                    <a:pt x="6201" y="8446"/>
                    <a:pt x="6311" y="8628"/>
                    <a:pt x="6610" y="8628"/>
                  </a:cubicBezTo>
                  <a:lnTo>
                    <a:pt x="14325" y="8628"/>
                  </a:lnTo>
                  <a:cubicBezTo>
                    <a:pt x="14461" y="8628"/>
                    <a:pt x="14587" y="8578"/>
                    <a:pt x="14707" y="8473"/>
                  </a:cubicBezTo>
                  <a:cubicBezTo>
                    <a:pt x="14830" y="8370"/>
                    <a:pt x="14906" y="8238"/>
                    <a:pt x="14940" y="8083"/>
                  </a:cubicBezTo>
                  <a:lnTo>
                    <a:pt x="15242" y="7028"/>
                  </a:lnTo>
                  <a:cubicBezTo>
                    <a:pt x="15276" y="6881"/>
                    <a:pt x="15263" y="6752"/>
                    <a:pt x="15205" y="6641"/>
                  </a:cubicBezTo>
                  <a:cubicBezTo>
                    <a:pt x="15145" y="6535"/>
                    <a:pt x="15051" y="6483"/>
                    <a:pt x="14914" y="6483"/>
                  </a:cubicBezTo>
                  <a:lnTo>
                    <a:pt x="7202" y="6483"/>
                  </a:lnTo>
                  <a:cubicBezTo>
                    <a:pt x="7066" y="6483"/>
                    <a:pt x="6935" y="6532"/>
                    <a:pt x="6807" y="6638"/>
                  </a:cubicBezTo>
                  <a:cubicBezTo>
                    <a:pt x="6676" y="6740"/>
                    <a:pt x="6594" y="6869"/>
                    <a:pt x="6560" y="7028"/>
                  </a:cubicBezTo>
                  <a:lnTo>
                    <a:pt x="6285" y="8083"/>
                  </a:lnTo>
                  <a:close/>
                  <a:moveTo>
                    <a:pt x="7150" y="4867"/>
                  </a:moveTo>
                  <a:cubicBezTo>
                    <a:pt x="7116" y="5017"/>
                    <a:pt x="7132" y="5140"/>
                    <a:pt x="7195" y="5240"/>
                  </a:cubicBezTo>
                  <a:cubicBezTo>
                    <a:pt x="7257" y="5336"/>
                    <a:pt x="7354" y="5386"/>
                    <a:pt x="7488" y="5386"/>
                  </a:cubicBezTo>
                  <a:lnTo>
                    <a:pt x="15192" y="5386"/>
                  </a:lnTo>
                  <a:cubicBezTo>
                    <a:pt x="15326" y="5386"/>
                    <a:pt x="15451" y="5336"/>
                    <a:pt x="15575" y="5240"/>
                  </a:cubicBezTo>
                  <a:cubicBezTo>
                    <a:pt x="15695" y="5140"/>
                    <a:pt x="15784" y="5017"/>
                    <a:pt x="15845" y="4867"/>
                  </a:cubicBezTo>
                  <a:lnTo>
                    <a:pt x="16120" y="3771"/>
                  </a:lnTo>
                  <a:cubicBezTo>
                    <a:pt x="16154" y="3622"/>
                    <a:pt x="16141" y="3493"/>
                    <a:pt x="16083" y="3387"/>
                  </a:cubicBezTo>
                  <a:cubicBezTo>
                    <a:pt x="16023" y="3279"/>
                    <a:pt x="15923" y="3223"/>
                    <a:pt x="15782" y="3223"/>
                  </a:cubicBezTo>
                  <a:lnTo>
                    <a:pt x="8078" y="3223"/>
                  </a:lnTo>
                  <a:cubicBezTo>
                    <a:pt x="7944" y="3223"/>
                    <a:pt x="7818" y="3279"/>
                    <a:pt x="7695" y="3387"/>
                  </a:cubicBezTo>
                  <a:cubicBezTo>
                    <a:pt x="7575" y="3493"/>
                    <a:pt x="7488" y="3622"/>
                    <a:pt x="7438" y="3771"/>
                  </a:cubicBezTo>
                  <a:lnTo>
                    <a:pt x="7150" y="486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6" name="AutoShape 16"/>
            <p:cNvSpPr>
              <a:spLocks/>
            </p:cNvSpPr>
            <p:nvPr/>
          </p:nvSpPr>
          <p:spPr bwMode="auto">
            <a:xfrm>
              <a:off x="8970016"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599" y="1154"/>
                    <a:pt x="21599" y="1583"/>
                  </a:cubicBezTo>
                  <a:lnTo>
                    <a:pt x="21599" y="20013"/>
                  </a:lnTo>
                  <a:cubicBezTo>
                    <a:pt x="21599"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7" name="AutoShape 17"/>
            <p:cNvSpPr>
              <a:spLocks/>
            </p:cNvSpPr>
            <p:nvPr/>
          </p:nvSpPr>
          <p:spPr bwMode="auto">
            <a:xfrm>
              <a:off x="9944045"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600"/>
                    <a:pt x="19633" y="21600"/>
                  </a:cubicBezTo>
                  <a:cubicBezTo>
                    <a:pt x="19093" y="21600"/>
                    <a:pt x="18632" y="21447"/>
                    <a:pt x="18254" y="21145"/>
                  </a:cubicBezTo>
                  <a:lnTo>
                    <a:pt x="10807" y="15190"/>
                  </a:lnTo>
                  <a:lnTo>
                    <a:pt x="3359" y="21145"/>
                  </a:lnTo>
                  <a:cubicBezTo>
                    <a:pt x="2981" y="21447"/>
                    <a:pt x="2520" y="21600"/>
                    <a:pt x="1980" y="21600"/>
                  </a:cubicBezTo>
                  <a:cubicBezTo>
                    <a:pt x="1440" y="21600"/>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8" name="AutoShape 18"/>
            <p:cNvSpPr>
              <a:spLocks/>
            </p:cNvSpPr>
            <p:nvPr/>
          </p:nvSpPr>
          <p:spPr bwMode="auto">
            <a:xfrm>
              <a:off x="10945896"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152"/>
                  </a:moveTo>
                  <a:lnTo>
                    <a:pt x="0" y="5936"/>
                  </a:lnTo>
                  <a:cubicBezTo>
                    <a:pt x="0" y="5498"/>
                    <a:pt x="132" y="5116"/>
                    <a:pt x="396" y="4796"/>
                  </a:cubicBezTo>
                  <a:cubicBezTo>
                    <a:pt x="663" y="4479"/>
                    <a:pt x="979" y="4317"/>
                    <a:pt x="1346" y="4317"/>
                  </a:cubicBezTo>
                  <a:lnTo>
                    <a:pt x="6316" y="4317"/>
                  </a:lnTo>
                  <a:lnTo>
                    <a:pt x="6316" y="1072"/>
                  </a:lnTo>
                  <a:cubicBezTo>
                    <a:pt x="6316" y="781"/>
                    <a:pt x="6399" y="528"/>
                    <a:pt x="6568" y="320"/>
                  </a:cubicBezTo>
                  <a:cubicBezTo>
                    <a:pt x="6737" y="108"/>
                    <a:pt x="6945" y="0"/>
                    <a:pt x="7195" y="0"/>
                  </a:cubicBezTo>
                  <a:lnTo>
                    <a:pt x="14402" y="0"/>
                  </a:lnTo>
                  <a:cubicBezTo>
                    <a:pt x="14661" y="0"/>
                    <a:pt x="14877" y="108"/>
                    <a:pt x="15053" y="320"/>
                  </a:cubicBezTo>
                  <a:cubicBezTo>
                    <a:pt x="15227" y="528"/>
                    <a:pt x="15318" y="781"/>
                    <a:pt x="15318" y="1072"/>
                  </a:cubicBezTo>
                  <a:lnTo>
                    <a:pt x="15318" y="4317"/>
                  </a:lnTo>
                  <a:lnTo>
                    <a:pt x="20263" y="4317"/>
                  </a:lnTo>
                  <a:cubicBezTo>
                    <a:pt x="20630" y="4317"/>
                    <a:pt x="20943" y="4479"/>
                    <a:pt x="21205" y="4796"/>
                  </a:cubicBezTo>
                  <a:cubicBezTo>
                    <a:pt x="21467" y="5116"/>
                    <a:pt x="21599" y="5498"/>
                    <a:pt x="21599" y="5936"/>
                  </a:cubicBezTo>
                  <a:lnTo>
                    <a:pt x="21599" y="11152"/>
                  </a:lnTo>
                  <a:lnTo>
                    <a:pt x="0" y="11152"/>
                  </a:lnTo>
                  <a:close/>
                  <a:moveTo>
                    <a:pt x="21599" y="12782"/>
                  </a:moveTo>
                  <a:lnTo>
                    <a:pt x="21599" y="19981"/>
                  </a:lnTo>
                  <a:cubicBezTo>
                    <a:pt x="21599" y="20425"/>
                    <a:pt x="21467" y="20801"/>
                    <a:pt x="21205" y="21121"/>
                  </a:cubicBezTo>
                  <a:cubicBezTo>
                    <a:pt x="20943" y="21438"/>
                    <a:pt x="20630" y="21600"/>
                    <a:pt x="20263" y="21600"/>
                  </a:cubicBezTo>
                  <a:lnTo>
                    <a:pt x="1346" y="21600"/>
                  </a:lnTo>
                  <a:cubicBezTo>
                    <a:pt x="979" y="21600"/>
                    <a:pt x="663" y="21438"/>
                    <a:pt x="396" y="21121"/>
                  </a:cubicBezTo>
                  <a:cubicBezTo>
                    <a:pt x="132" y="20801"/>
                    <a:pt x="0" y="20425"/>
                    <a:pt x="0" y="19981"/>
                  </a:cubicBezTo>
                  <a:lnTo>
                    <a:pt x="0" y="12782"/>
                  </a:lnTo>
                  <a:lnTo>
                    <a:pt x="8355" y="12782"/>
                  </a:lnTo>
                  <a:cubicBezTo>
                    <a:pt x="8340" y="12841"/>
                    <a:pt x="8333" y="12929"/>
                    <a:pt x="8333" y="13052"/>
                  </a:cubicBezTo>
                  <a:lnTo>
                    <a:pt x="8333" y="15199"/>
                  </a:lnTo>
                  <a:cubicBezTo>
                    <a:pt x="8333" y="15713"/>
                    <a:pt x="8482" y="16160"/>
                    <a:pt x="8783" y="16542"/>
                  </a:cubicBezTo>
                  <a:cubicBezTo>
                    <a:pt x="9085" y="16921"/>
                    <a:pt x="9462" y="17112"/>
                    <a:pt x="9914" y="17112"/>
                  </a:cubicBezTo>
                  <a:lnTo>
                    <a:pt x="11707" y="17112"/>
                  </a:lnTo>
                  <a:cubicBezTo>
                    <a:pt x="12137" y="17112"/>
                    <a:pt x="12507" y="16924"/>
                    <a:pt x="12816" y="16548"/>
                  </a:cubicBezTo>
                  <a:cubicBezTo>
                    <a:pt x="13124" y="16175"/>
                    <a:pt x="13278" y="15725"/>
                    <a:pt x="13278" y="15199"/>
                  </a:cubicBezTo>
                  <a:lnTo>
                    <a:pt x="13278" y="13052"/>
                  </a:lnTo>
                  <a:cubicBezTo>
                    <a:pt x="13278" y="12938"/>
                    <a:pt x="13266" y="12847"/>
                    <a:pt x="13242" y="12782"/>
                  </a:cubicBezTo>
                  <a:lnTo>
                    <a:pt x="21599" y="12782"/>
                  </a:lnTo>
                  <a:close/>
                  <a:moveTo>
                    <a:pt x="8108" y="4320"/>
                  </a:moveTo>
                  <a:lnTo>
                    <a:pt x="13511" y="4320"/>
                  </a:lnTo>
                  <a:lnTo>
                    <a:pt x="13511" y="2170"/>
                  </a:lnTo>
                  <a:lnTo>
                    <a:pt x="8108" y="2170"/>
                  </a:lnTo>
                  <a:lnTo>
                    <a:pt x="8108" y="4320"/>
                  </a:lnTo>
                  <a:close/>
                  <a:moveTo>
                    <a:pt x="11707" y="12782"/>
                  </a:moveTo>
                  <a:cubicBezTo>
                    <a:pt x="11849" y="12782"/>
                    <a:pt x="11922" y="12873"/>
                    <a:pt x="11929" y="13052"/>
                  </a:cubicBezTo>
                  <a:lnTo>
                    <a:pt x="11929" y="15199"/>
                  </a:lnTo>
                  <a:cubicBezTo>
                    <a:pt x="11929" y="15367"/>
                    <a:pt x="11856" y="15455"/>
                    <a:pt x="11707" y="15467"/>
                  </a:cubicBezTo>
                  <a:lnTo>
                    <a:pt x="9914" y="15467"/>
                  </a:lnTo>
                  <a:cubicBezTo>
                    <a:pt x="9758" y="15467"/>
                    <a:pt x="9675" y="15379"/>
                    <a:pt x="9667" y="15199"/>
                  </a:cubicBezTo>
                  <a:lnTo>
                    <a:pt x="9667" y="13052"/>
                  </a:lnTo>
                  <a:cubicBezTo>
                    <a:pt x="9667" y="12882"/>
                    <a:pt x="9750" y="12794"/>
                    <a:pt x="9914" y="12782"/>
                  </a:cubicBezTo>
                  <a:lnTo>
                    <a:pt x="11707" y="1278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9" name="AutoShape 19"/>
            <p:cNvSpPr>
              <a:spLocks/>
            </p:cNvSpPr>
            <p:nvPr/>
          </p:nvSpPr>
          <p:spPr bwMode="auto">
            <a:xfrm>
              <a:off x="11956212" y="12096"/>
              <a:ext cx="417495" cy="417494"/>
            </a:xfrm>
            <a:custGeom>
              <a:avLst/>
              <a:gdLst>
                <a:gd name="T0" fmla="*/ 208747 w 21600"/>
                <a:gd name="T1" fmla="*/ 208737 h 21579"/>
                <a:gd name="T2" fmla="*/ 208747 w 21600"/>
                <a:gd name="T3" fmla="*/ 208737 h 21579"/>
                <a:gd name="T4" fmla="*/ 208747 w 21600"/>
                <a:gd name="T5" fmla="*/ 208737 h 21579"/>
                <a:gd name="T6" fmla="*/ 208747 w 21600"/>
                <a:gd name="T7" fmla="*/ 20873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0" name="AutoShape 20"/>
            <p:cNvSpPr>
              <a:spLocks/>
            </p:cNvSpPr>
            <p:nvPr/>
          </p:nvSpPr>
          <p:spPr bwMode="auto">
            <a:xfrm>
              <a:off x="12966520"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1" name="AutoShape 21"/>
            <p:cNvSpPr>
              <a:spLocks/>
            </p:cNvSpPr>
            <p:nvPr/>
          </p:nvSpPr>
          <p:spPr bwMode="auto">
            <a:xfrm>
              <a:off x="12966520"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82"/>
                    <a:pt x="15014" y="844"/>
                  </a:cubicBezTo>
                  <a:cubicBezTo>
                    <a:pt x="16322" y="1408"/>
                    <a:pt x="17466" y="2176"/>
                    <a:pt x="18449" y="3156"/>
                  </a:cubicBezTo>
                  <a:cubicBezTo>
                    <a:pt x="19432" y="4133"/>
                    <a:pt x="20204" y="5280"/>
                    <a:pt x="20760" y="6590"/>
                  </a:cubicBezTo>
                  <a:cubicBezTo>
                    <a:pt x="21320" y="7900"/>
                    <a:pt x="21599" y="9303"/>
                    <a:pt x="21599" y="10799"/>
                  </a:cubicBezTo>
                  <a:cubicBezTo>
                    <a:pt x="21599" y="12296"/>
                    <a:pt x="21320" y="13696"/>
                    <a:pt x="20760" y="15009"/>
                  </a:cubicBezTo>
                  <a:cubicBezTo>
                    <a:pt x="20204" y="16320"/>
                    <a:pt x="19432" y="17463"/>
                    <a:pt x="18449" y="18443"/>
                  </a:cubicBezTo>
                  <a:cubicBezTo>
                    <a:pt x="17466" y="19423"/>
                    <a:pt x="16322" y="20191"/>
                    <a:pt x="15014" y="20755"/>
                  </a:cubicBezTo>
                  <a:cubicBezTo>
                    <a:pt x="13705" y="21320"/>
                    <a:pt x="12304" y="21600"/>
                    <a:pt x="10807" y="21600"/>
                  </a:cubicBezTo>
                  <a:cubicBezTo>
                    <a:pt x="9309" y="21600"/>
                    <a:pt x="7905" y="21320"/>
                    <a:pt x="6594" y="20755"/>
                  </a:cubicBezTo>
                  <a:cubicBezTo>
                    <a:pt x="5280" y="20191"/>
                    <a:pt x="4136" y="19423"/>
                    <a:pt x="3158" y="18443"/>
                  </a:cubicBezTo>
                  <a:cubicBezTo>
                    <a:pt x="2181" y="17463"/>
                    <a:pt x="1409" y="16320"/>
                    <a:pt x="844" y="15009"/>
                  </a:cubicBezTo>
                  <a:cubicBezTo>
                    <a:pt x="282" y="13696"/>
                    <a:pt x="0" y="12296"/>
                    <a:pt x="0" y="10800"/>
                  </a:cubicBezTo>
                  <a:cubicBezTo>
                    <a:pt x="0" y="9303"/>
                    <a:pt x="282" y="7900"/>
                    <a:pt x="844" y="6590"/>
                  </a:cubicBezTo>
                  <a:cubicBezTo>
                    <a:pt x="1409" y="5280"/>
                    <a:pt x="2181" y="4133"/>
                    <a:pt x="3158" y="3156"/>
                  </a:cubicBezTo>
                  <a:cubicBezTo>
                    <a:pt x="4136" y="2176"/>
                    <a:pt x="5280" y="1408"/>
                    <a:pt x="6594" y="844"/>
                  </a:cubicBezTo>
                  <a:cubicBezTo>
                    <a:pt x="7905" y="282"/>
                    <a:pt x="9309" y="0"/>
                    <a:pt x="10807" y="0"/>
                  </a:cubicBezTo>
                  <a:moveTo>
                    <a:pt x="12524" y="3961"/>
                  </a:moveTo>
                  <a:cubicBezTo>
                    <a:pt x="12524" y="3871"/>
                    <a:pt x="12488" y="3772"/>
                    <a:pt x="12417" y="3664"/>
                  </a:cubicBezTo>
                  <a:cubicBezTo>
                    <a:pt x="12344" y="3594"/>
                    <a:pt x="12239" y="3554"/>
                    <a:pt x="12103" y="3543"/>
                  </a:cubicBezTo>
                  <a:lnTo>
                    <a:pt x="9496" y="3543"/>
                  </a:lnTo>
                  <a:cubicBezTo>
                    <a:pt x="9368" y="3543"/>
                    <a:pt x="9270" y="3583"/>
                    <a:pt x="9196" y="3664"/>
                  </a:cubicBezTo>
                  <a:cubicBezTo>
                    <a:pt x="9125" y="3775"/>
                    <a:pt x="9089" y="3873"/>
                    <a:pt x="9089" y="3961"/>
                  </a:cubicBezTo>
                  <a:lnTo>
                    <a:pt x="9278" y="13948"/>
                  </a:lnTo>
                  <a:cubicBezTo>
                    <a:pt x="9315" y="14210"/>
                    <a:pt x="9453" y="14340"/>
                    <a:pt x="9696" y="14340"/>
                  </a:cubicBezTo>
                  <a:lnTo>
                    <a:pt x="11889" y="14340"/>
                  </a:lnTo>
                  <a:cubicBezTo>
                    <a:pt x="11996" y="14340"/>
                    <a:pt x="12092" y="14304"/>
                    <a:pt x="12171" y="14233"/>
                  </a:cubicBezTo>
                  <a:cubicBezTo>
                    <a:pt x="12253" y="14162"/>
                    <a:pt x="12296" y="14066"/>
                    <a:pt x="12296" y="13948"/>
                  </a:cubicBezTo>
                  <a:lnTo>
                    <a:pt x="12524" y="3961"/>
                  </a:lnTo>
                  <a:close/>
                  <a:moveTo>
                    <a:pt x="12442" y="15639"/>
                  </a:moveTo>
                  <a:cubicBezTo>
                    <a:pt x="12442" y="15532"/>
                    <a:pt x="12400" y="15436"/>
                    <a:pt x="12315" y="15354"/>
                  </a:cubicBezTo>
                  <a:cubicBezTo>
                    <a:pt x="12228" y="15275"/>
                    <a:pt x="12132" y="15232"/>
                    <a:pt x="12024" y="15232"/>
                  </a:cubicBezTo>
                  <a:lnTo>
                    <a:pt x="9589" y="15232"/>
                  </a:lnTo>
                  <a:cubicBezTo>
                    <a:pt x="9481" y="15232"/>
                    <a:pt x="9388" y="15275"/>
                    <a:pt x="9312" y="15354"/>
                  </a:cubicBezTo>
                  <a:cubicBezTo>
                    <a:pt x="9236" y="15436"/>
                    <a:pt x="9196" y="15532"/>
                    <a:pt x="9196" y="15639"/>
                  </a:cubicBezTo>
                  <a:lnTo>
                    <a:pt x="9196" y="17991"/>
                  </a:lnTo>
                  <a:cubicBezTo>
                    <a:pt x="9196" y="18098"/>
                    <a:pt x="9233" y="18194"/>
                    <a:pt x="9306" y="18282"/>
                  </a:cubicBezTo>
                  <a:cubicBezTo>
                    <a:pt x="9377" y="18367"/>
                    <a:pt x="9473" y="18409"/>
                    <a:pt x="9589" y="18409"/>
                  </a:cubicBezTo>
                  <a:lnTo>
                    <a:pt x="12024" y="18409"/>
                  </a:lnTo>
                  <a:cubicBezTo>
                    <a:pt x="12132" y="18409"/>
                    <a:pt x="12228" y="18369"/>
                    <a:pt x="12315" y="18288"/>
                  </a:cubicBezTo>
                  <a:cubicBezTo>
                    <a:pt x="12400" y="18206"/>
                    <a:pt x="12442" y="18107"/>
                    <a:pt x="12442" y="17991"/>
                  </a:cubicBezTo>
                  <a:lnTo>
                    <a:pt x="12442" y="1563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2" name="AutoShape 22"/>
            <p:cNvSpPr>
              <a:spLocks/>
            </p:cNvSpPr>
            <p:nvPr/>
          </p:nvSpPr>
          <p:spPr bwMode="auto">
            <a:xfrm>
              <a:off x="13947179"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7" y="12500"/>
                  </a:moveTo>
                  <a:cubicBezTo>
                    <a:pt x="17868" y="12791"/>
                    <a:pt x="18218" y="13020"/>
                    <a:pt x="18600" y="13190"/>
                  </a:cubicBezTo>
                  <a:cubicBezTo>
                    <a:pt x="18985" y="13358"/>
                    <a:pt x="19386" y="13455"/>
                    <a:pt x="19810" y="13469"/>
                  </a:cubicBezTo>
                  <a:lnTo>
                    <a:pt x="19810" y="17282"/>
                  </a:lnTo>
                  <a:cubicBezTo>
                    <a:pt x="19810" y="17869"/>
                    <a:pt x="19712" y="18427"/>
                    <a:pt x="19516" y="18950"/>
                  </a:cubicBezTo>
                  <a:cubicBezTo>
                    <a:pt x="19320" y="19467"/>
                    <a:pt x="19058" y="19925"/>
                    <a:pt x="18730" y="20319"/>
                  </a:cubicBezTo>
                  <a:cubicBezTo>
                    <a:pt x="18402" y="20712"/>
                    <a:pt x="18022" y="21024"/>
                    <a:pt x="17594" y="21256"/>
                  </a:cubicBezTo>
                  <a:cubicBezTo>
                    <a:pt x="17163" y="21485"/>
                    <a:pt x="16698" y="21600"/>
                    <a:pt x="16198" y="21600"/>
                  </a:cubicBezTo>
                  <a:lnTo>
                    <a:pt x="3596" y="21600"/>
                  </a:lnTo>
                  <a:cubicBezTo>
                    <a:pt x="3107" y="21600"/>
                    <a:pt x="2639" y="21485"/>
                    <a:pt x="2198" y="21256"/>
                  </a:cubicBezTo>
                  <a:cubicBezTo>
                    <a:pt x="1757" y="21024"/>
                    <a:pt x="1376" y="20710"/>
                    <a:pt x="1055" y="20319"/>
                  </a:cubicBezTo>
                  <a:cubicBezTo>
                    <a:pt x="734" y="19925"/>
                    <a:pt x="479" y="19467"/>
                    <a:pt x="286" y="18950"/>
                  </a:cubicBezTo>
                  <a:cubicBezTo>
                    <a:pt x="95" y="18427"/>
                    <a:pt x="0" y="17869"/>
                    <a:pt x="0" y="17282"/>
                  </a:cubicBezTo>
                  <a:lnTo>
                    <a:pt x="0" y="4317"/>
                  </a:lnTo>
                  <a:cubicBezTo>
                    <a:pt x="0" y="3727"/>
                    <a:pt x="95" y="3169"/>
                    <a:pt x="286" y="2637"/>
                  </a:cubicBezTo>
                  <a:cubicBezTo>
                    <a:pt x="479" y="2105"/>
                    <a:pt x="734" y="1650"/>
                    <a:pt x="1055" y="1265"/>
                  </a:cubicBezTo>
                  <a:cubicBezTo>
                    <a:pt x="1376" y="881"/>
                    <a:pt x="1757" y="575"/>
                    <a:pt x="2198" y="346"/>
                  </a:cubicBezTo>
                  <a:cubicBezTo>
                    <a:pt x="2639" y="114"/>
                    <a:pt x="3107" y="0"/>
                    <a:pt x="3596" y="0"/>
                  </a:cubicBezTo>
                  <a:lnTo>
                    <a:pt x="10420" y="0"/>
                  </a:lnTo>
                  <a:cubicBezTo>
                    <a:pt x="10403" y="132"/>
                    <a:pt x="10388" y="261"/>
                    <a:pt x="10373" y="387"/>
                  </a:cubicBezTo>
                  <a:cubicBezTo>
                    <a:pt x="10356" y="514"/>
                    <a:pt x="10349" y="652"/>
                    <a:pt x="10349" y="801"/>
                  </a:cubicBezTo>
                  <a:lnTo>
                    <a:pt x="10349" y="2041"/>
                  </a:lnTo>
                  <a:cubicBezTo>
                    <a:pt x="10349" y="2255"/>
                    <a:pt x="10373" y="2478"/>
                    <a:pt x="10420" y="2713"/>
                  </a:cubicBezTo>
                  <a:lnTo>
                    <a:pt x="3596" y="2713"/>
                  </a:lnTo>
                  <a:cubicBezTo>
                    <a:pt x="3231" y="2713"/>
                    <a:pt x="2916" y="2872"/>
                    <a:pt x="2654" y="3183"/>
                  </a:cubicBezTo>
                  <a:cubicBezTo>
                    <a:pt x="2392" y="3501"/>
                    <a:pt x="2262" y="3877"/>
                    <a:pt x="2262" y="4317"/>
                  </a:cubicBezTo>
                  <a:lnTo>
                    <a:pt x="2262" y="17282"/>
                  </a:lnTo>
                  <a:cubicBezTo>
                    <a:pt x="2262" y="17722"/>
                    <a:pt x="2392" y="18101"/>
                    <a:pt x="2654" y="18413"/>
                  </a:cubicBezTo>
                  <a:cubicBezTo>
                    <a:pt x="2916" y="18727"/>
                    <a:pt x="3231" y="18886"/>
                    <a:pt x="3596" y="18886"/>
                  </a:cubicBezTo>
                  <a:lnTo>
                    <a:pt x="16198" y="18886"/>
                  </a:lnTo>
                  <a:cubicBezTo>
                    <a:pt x="16566" y="18886"/>
                    <a:pt x="16881" y="18727"/>
                    <a:pt x="17148" y="18413"/>
                  </a:cubicBezTo>
                  <a:cubicBezTo>
                    <a:pt x="17413" y="18101"/>
                    <a:pt x="17547" y="17722"/>
                    <a:pt x="17547" y="17282"/>
                  </a:cubicBezTo>
                  <a:lnTo>
                    <a:pt x="17547" y="12500"/>
                  </a:lnTo>
                  <a:close/>
                  <a:moveTo>
                    <a:pt x="21599" y="2011"/>
                  </a:moveTo>
                  <a:lnTo>
                    <a:pt x="21599" y="8902"/>
                  </a:lnTo>
                  <a:cubicBezTo>
                    <a:pt x="21599" y="9137"/>
                    <a:pt x="21531" y="9331"/>
                    <a:pt x="21394" y="9492"/>
                  </a:cubicBezTo>
                  <a:cubicBezTo>
                    <a:pt x="21257" y="9651"/>
                    <a:pt x="21102" y="9722"/>
                    <a:pt x="20931" y="9701"/>
                  </a:cubicBezTo>
                  <a:lnTo>
                    <a:pt x="19922" y="9701"/>
                  </a:lnTo>
                  <a:cubicBezTo>
                    <a:pt x="19726" y="9701"/>
                    <a:pt x="19565" y="9625"/>
                    <a:pt x="19438" y="9472"/>
                  </a:cubicBezTo>
                  <a:cubicBezTo>
                    <a:pt x="19308" y="9316"/>
                    <a:pt x="19244" y="9125"/>
                    <a:pt x="19244" y="8902"/>
                  </a:cubicBezTo>
                  <a:lnTo>
                    <a:pt x="19244" y="5134"/>
                  </a:lnTo>
                  <a:lnTo>
                    <a:pt x="10195" y="15960"/>
                  </a:lnTo>
                  <a:cubicBezTo>
                    <a:pt x="10070" y="16110"/>
                    <a:pt x="9911" y="16183"/>
                    <a:pt x="9720" y="16183"/>
                  </a:cubicBezTo>
                  <a:cubicBezTo>
                    <a:pt x="9529" y="16183"/>
                    <a:pt x="9365" y="16113"/>
                    <a:pt x="9233" y="15960"/>
                  </a:cubicBezTo>
                  <a:lnTo>
                    <a:pt x="8307" y="14835"/>
                  </a:lnTo>
                  <a:cubicBezTo>
                    <a:pt x="8182" y="14682"/>
                    <a:pt x="8118" y="14492"/>
                    <a:pt x="8114" y="14259"/>
                  </a:cubicBezTo>
                  <a:cubicBezTo>
                    <a:pt x="8111" y="14025"/>
                    <a:pt x="8175" y="13831"/>
                    <a:pt x="8307" y="13684"/>
                  </a:cubicBezTo>
                  <a:lnTo>
                    <a:pt x="17332" y="2825"/>
                  </a:lnTo>
                  <a:lnTo>
                    <a:pt x="14181" y="2825"/>
                  </a:lnTo>
                  <a:cubicBezTo>
                    <a:pt x="13985" y="2825"/>
                    <a:pt x="13823" y="2749"/>
                    <a:pt x="13698" y="2593"/>
                  </a:cubicBezTo>
                  <a:cubicBezTo>
                    <a:pt x="13574" y="2440"/>
                    <a:pt x="13512" y="2246"/>
                    <a:pt x="13512" y="2011"/>
                  </a:cubicBezTo>
                  <a:lnTo>
                    <a:pt x="13512" y="801"/>
                  </a:lnTo>
                  <a:cubicBezTo>
                    <a:pt x="13495" y="587"/>
                    <a:pt x="13556" y="399"/>
                    <a:pt x="13694" y="237"/>
                  </a:cubicBezTo>
                  <a:cubicBezTo>
                    <a:pt x="13831" y="82"/>
                    <a:pt x="13992" y="0"/>
                    <a:pt x="14181" y="0"/>
                  </a:cubicBezTo>
                  <a:lnTo>
                    <a:pt x="20931" y="0"/>
                  </a:lnTo>
                  <a:cubicBezTo>
                    <a:pt x="21110" y="0"/>
                    <a:pt x="21267" y="82"/>
                    <a:pt x="21399" y="246"/>
                  </a:cubicBezTo>
                  <a:cubicBezTo>
                    <a:pt x="21533" y="411"/>
                    <a:pt x="21599" y="599"/>
                    <a:pt x="21599" y="801"/>
                  </a:cubicBezTo>
                  <a:lnTo>
                    <a:pt x="21599" y="201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3" name="AutoShape 23"/>
            <p:cNvSpPr>
              <a:spLocks/>
            </p:cNvSpPr>
            <p:nvPr/>
          </p:nvSpPr>
          <p:spPr bwMode="auto">
            <a:xfrm>
              <a:off x="14959307" y="781993"/>
              <a:ext cx="417494" cy="417494"/>
            </a:xfrm>
            <a:custGeom>
              <a:avLst/>
              <a:gdLst>
                <a:gd name="T0" fmla="*/ 208747 w 21598"/>
                <a:gd name="T1" fmla="*/ 209134 h 21580"/>
                <a:gd name="T2" fmla="*/ 208747 w 21598"/>
                <a:gd name="T3" fmla="*/ 209134 h 21580"/>
                <a:gd name="T4" fmla="*/ 208747 w 21598"/>
                <a:gd name="T5" fmla="*/ 209134 h 21580"/>
                <a:gd name="T6" fmla="*/ 208747 w 21598"/>
                <a:gd name="T7" fmla="*/ 209134 h 215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580">
                  <a:moveTo>
                    <a:pt x="7580" y="21301"/>
                  </a:moveTo>
                  <a:cubicBezTo>
                    <a:pt x="7531" y="21433"/>
                    <a:pt x="7446" y="21518"/>
                    <a:pt x="7321" y="21556"/>
                  </a:cubicBezTo>
                  <a:cubicBezTo>
                    <a:pt x="7289" y="21571"/>
                    <a:pt x="7248" y="21579"/>
                    <a:pt x="7191" y="21579"/>
                  </a:cubicBezTo>
                  <a:cubicBezTo>
                    <a:pt x="7145" y="21579"/>
                    <a:pt x="7074" y="21565"/>
                    <a:pt x="6981" y="21527"/>
                  </a:cubicBezTo>
                  <a:lnTo>
                    <a:pt x="5400" y="20459"/>
                  </a:lnTo>
                  <a:cubicBezTo>
                    <a:pt x="5290" y="20382"/>
                    <a:pt x="5219" y="20274"/>
                    <a:pt x="5185" y="20127"/>
                  </a:cubicBezTo>
                  <a:cubicBezTo>
                    <a:pt x="5148" y="19983"/>
                    <a:pt x="5163" y="19846"/>
                    <a:pt x="5224" y="19713"/>
                  </a:cubicBezTo>
                  <a:lnTo>
                    <a:pt x="5997" y="18100"/>
                  </a:lnTo>
                  <a:cubicBezTo>
                    <a:pt x="4867" y="17463"/>
                    <a:pt x="3814" y="16627"/>
                    <a:pt x="2845" y="15591"/>
                  </a:cubicBezTo>
                  <a:cubicBezTo>
                    <a:pt x="1876" y="14558"/>
                    <a:pt x="1027" y="13344"/>
                    <a:pt x="293" y="11944"/>
                  </a:cubicBezTo>
                  <a:cubicBezTo>
                    <a:pt x="97" y="11601"/>
                    <a:pt x="0" y="11220"/>
                    <a:pt x="0" y="10812"/>
                  </a:cubicBezTo>
                  <a:cubicBezTo>
                    <a:pt x="0" y="10398"/>
                    <a:pt x="97" y="10008"/>
                    <a:pt x="293" y="9644"/>
                  </a:cubicBezTo>
                  <a:cubicBezTo>
                    <a:pt x="902" y="8473"/>
                    <a:pt x="1597" y="7420"/>
                    <a:pt x="2378" y="6490"/>
                  </a:cubicBezTo>
                  <a:cubicBezTo>
                    <a:pt x="3159" y="5557"/>
                    <a:pt x="4003" y="4771"/>
                    <a:pt x="4908" y="4128"/>
                  </a:cubicBezTo>
                  <a:cubicBezTo>
                    <a:pt x="5814" y="3489"/>
                    <a:pt x="6761" y="3001"/>
                    <a:pt x="7749" y="2670"/>
                  </a:cubicBezTo>
                  <a:cubicBezTo>
                    <a:pt x="8738" y="2338"/>
                    <a:pt x="9753" y="2171"/>
                    <a:pt x="10801" y="2171"/>
                  </a:cubicBezTo>
                  <a:cubicBezTo>
                    <a:pt x="11214" y="2171"/>
                    <a:pt x="11625" y="2203"/>
                    <a:pt x="12032" y="2268"/>
                  </a:cubicBezTo>
                  <a:cubicBezTo>
                    <a:pt x="12435" y="2335"/>
                    <a:pt x="12839" y="2415"/>
                    <a:pt x="13238" y="2506"/>
                  </a:cubicBezTo>
                  <a:lnTo>
                    <a:pt x="14280" y="290"/>
                  </a:lnTo>
                  <a:cubicBezTo>
                    <a:pt x="14342" y="158"/>
                    <a:pt x="14437" y="73"/>
                    <a:pt x="14562" y="38"/>
                  </a:cubicBezTo>
                  <a:cubicBezTo>
                    <a:pt x="14655" y="-20"/>
                    <a:pt x="14767" y="-12"/>
                    <a:pt x="14902" y="62"/>
                  </a:cubicBezTo>
                  <a:lnTo>
                    <a:pt x="16458" y="1133"/>
                  </a:lnTo>
                  <a:cubicBezTo>
                    <a:pt x="16568" y="1206"/>
                    <a:pt x="16644" y="1314"/>
                    <a:pt x="16688" y="1461"/>
                  </a:cubicBezTo>
                  <a:cubicBezTo>
                    <a:pt x="16730" y="1608"/>
                    <a:pt x="16715" y="1746"/>
                    <a:pt x="16647" y="1878"/>
                  </a:cubicBezTo>
                  <a:lnTo>
                    <a:pt x="7580" y="21301"/>
                  </a:lnTo>
                  <a:close/>
                  <a:moveTo>
                    <a:pt x="7531" y="14770"/>
                  </a:moveTo>
                  <a:cubicBezTo>
                    <a:pt x="6861" y="14180"/>
                    <a:pt x="6323" y="13432"/>
                    <a:pt x="5916" y="12528"/>
                  </a:cubicBezTo>
                  <a:cubicBezTo>
                    <a:pt x="5510" y="11627"/>
                    <a:pt x="5307" y="10627"/>
                    <a:pt x="5307" y="9530"/>
                  </a:cubicBezTo>
                  <a:cubicBezTo>
                    <a:pt x="5307" y="8799"/>
                    <a:pt x="5405" y="8107"/>
                    <a:pt x="5606" y="7444"/>
                  </a:cubicBezTo>
                  <a:cubicBezTo>
                    <a:pt x="5804" y="6783"/>
                    <a:pt x="6071" y="6173"/>
                    <a:pt x="6408" y="5613"/>
                  </a:cubicBezTo>
                  <a:cubicBezTo>
                    <a:pt x="5493" y="6182"/>
                    <a:pt x="4644" y="6901"/>
                    <a:pt x="3861" y="7766"/>
                  </a:cubicBezTo>
                  <a:cubicBezTo>
                    <a:pt x="3075" y="8632"/>
                    <a:pt x="2390" y="9644"/>
                    <a:pt x="1803" y="10797"/>
                  </a:cubicBezTo>
                  <a:cubicBezTo>
                    <a:pt x="2444" y="12024"/>
                    <a:pt x="3193" y="13097"/>
                    <a:pt x="4047" y="14019"/>
                  </a:cubicBezTo>
                  <a:cubicBezTo>
                    <a:pt x="4903" y="14943"/>
                    <a:pt x="5843" y="15679"/>
                    <a:pt x="6866" y="16231"/>
                  </a:cubicBezTo>
                  <a:lnTo>
                    <a:pt x="7531" y="14770"/>
                  </a:lnTo>
                  <a:close/>
                  <a:moveTo>
                    <a:pt x="7191" y="9530"/>
                  </a:moveTo>
                  <a:cubicBezTo>
                    <a:pt x="7191" y="9747"/>
                    <a:pt x="7257" y="9935"/>
                    <a:pt x="7385" y="10093"/>
                  </a:cubicBezTo>
                  <a:cubicBezTo>
                    <a:pt x="7514" y="10251"/>
                    <a:pt x="7678" y="10331"/>
                    <a:pt x="7872" y="10331"/>
                  </a:cubicBezTo>
                  <a:cubicBezTo>
                    <a:pt x="8067" y="10331"/>
                    <a:pt x="8226" y="10248"/>
                    <a:pt x="8351" y="10084"/>
                  </a:cubicBezTo>
                  <a:cubicBezTo>
                    <a:pt x="8478" y="9923"/>
                    <a:pt x="8540" y="9735"/>
                    <a:pt x="8540" y="9530"/>
                  </a:cubicBezTo>
                  <a:cubicBezTo>
                    <a:pt x="8540" y="8799"/>
                    <a:pt x="8750" y="8186"/>
                    <a:pt x="9166" y="7690"/>
                  </a:cubicBezTo>
                  <a:cubicBezTo>
                    <a:pt x="9585" y="7194"/>
                    <a:pt x="10094" y="6945"/>
                    <a:pt x="10695" y="6945"/>
                  </a:cubicBezTo>
                  <a:cubicBezTo>
                    <a:pt x="10891" y="6945"/>
                    <a:pt x="11053" y="6866"/>
                    <a:pt x="11182" y="6701"/>
                  </a:cubicBezTo>
                  <a:cubicBezTo>
                    <a:pt x="11310" y="6534"/>
                    <a:pt x="11376" y="6346"/>
                    <a:pt x="11376" y="6132"/>
                  </a:cubicBezTo>
                  <a:cubicBezTo>
                    <a:pt x="11376" y="5897"/>
                    <a:pt x="11310" y="5704"/>
                    <a:pt x="11182" y="5557"/>
                  </a:cubicBezTo>
                  <a:cubicBezTo>
                    <a:pt x="11053" y="5407"/>
                    <a:pt x="10891" y="5331"/>
                    <a:pt x="10695" y="5331"/>
                  </a:cubicBezTo>
                  <a:cubicBezTo>
                    <a:pt x="10218" y="5331"/>
                    <a:pt x="9763" y="5440"/>
                    <a:pt x="9330" y="5663"/>
                  </a:cubicBezTo>
                  <a:cubicBezTo>
                    <a:pt x="8897" y="5883"/>
                    <a:pt x="8525" y="6179"/>
                    <a:pt x="8217" y="6552"/>
                  </a:cubicBezTo>
                  <a:cubicBezTo>
                    <a:pt x="7908" y="6927"/>
                    <a:pt x="7661" y="7376"/>
                    <a:pt x="7475" y="7892"/>
                  </a:cubicBezTo>
                  <a:cubicBezTo>
                    <a:pt x="7287" y="8415"/>
                    <a:pt x="7191" y="8960"/>
                    <a:pt x="7191" y="9530"/>
                  </a:cubicBezTo>
                  <a:moveTo>
                    <a:pt x="21333" y="9644"/>
                  </a:moveTo>
                  <a:cubicBezTo>
                    <a:pt x="21511" y="10008"/>
                    <a:pt x="21600" y="10398"/>
                    <a:pt x="21597" y="10812"/>
                  </a:cubicBezTo>
                  <a:cubicBezTo>
                    <a:pt x="21592" y="11220"/>
                    <a:pt x="21504" y="11601"/>
                    <a:pt x="21333" y="11944"/>
                  </a:cubicBezTo>
                  <a:cubicBezTo>
                    <a:pt x="20082" y="14327"/>
                    <a:pt x="18550" y="16163"/>
                    <a:pt x="16735" y="17451"/>
                  </a:cubicBezTo>
                  <a:cubicBezTo>
                    <a:pt x="14919" y="18745"/>
                    <a:pt x="12964" y="19400"/>
                    <a:pt x="10872" y="19417"/>
                  </a:cubicBezTo>
                  <a:lnTo>
                    <a:pt x="11902" y="17184"/>
                  </a:lnTo>
                  <a:cubicBezTo>
                    <a:pt x="13534" y="16950"/>
                    <a:pt x="15024" y="16272"/>
                    <a:pt x="16378" y="15148"/>
                  </a:cubicBezTo>
                  <a:cubicBezTo>
                    <a:pt x="17728" y="14024"/>
                    <a:pt x="18869" y="12575"/>
                    <a:pt x="19798" y="10797"/>
                  </a:cubicBezTo>
                  <a:cubicBezTo>
                    <a:pt x="18947" y="9204"/>
                    <a:pt x="17919" y="7878"/>
                    <a:pt x="16715" y="6819"/>
                  </a:cubicBezTo>
                  <a:lnTo>
                    <a:pt x="17606" y="4897"/>
                  </a:lnTo>
                  <a:cubicBezTo>
                    <a:pt x="18325" y="5513"/>
                    <a:pt x="18998" y="6214"/>
                    <a:pt x="19622" y="7003"/>
                  </a:cubicBezTo>
                  <a:cubicBezTo>
                    <a:pt x="20246" y="7790"/>
                    <a:pt x="20816" y="8670"/>
                    <a:pt x="21333" y="9644"/>
                  </a:cubicBezTo>
                  <a:moveTo>
                    <a:pt x="16096" y="9530"/>
                  </a:moveTo>
                  <a:cubicBezTo>
                    <a:pt x="16096" y="10222"/>
                    <a:pt x="16010" y="10882"/>
                    <a:pt x="15844" y="11504"/>
                  </a:cubicBezTo>
                  <a:cubicBezTo>
                    <a:pt x="15675" y="12129"/>
                    <a:pt x="15440" y="12695"/>
                    <a:pt x="15134" y="13212"/>
                  </a:cubicBezTo>
                  <a:cubicBezTo>
                    <a:pt x="14831" y="13728"/>
                    <a:pt x="14466" y="14186"/>
                    <a:pt x="14045" y="14588"/>
                  </a:cubicBezTo>
                  <a:cubicBezTo>
                    <a:pt x="13625" y="14990"/>
                    <a:pt x="13162" y="15310"/>
                    <a:pt x="12663" y="15544"/>
                  </a:cubicBezTo>
                  <a:lnTo>
                    <a:pt x="16001" y="8377"/>
                  </a:lnTo>
                  <a:cubicBezTo>
                    <a:pt x="16032" y="8567"/>
                    <a:pt x="16057" y="8749"/>
                    <a:pt x="16072" y="8934"/>
                  </a:cubicBezTo>
                  <a:cubicBezTo>
                    <a:pt x="16089" y="9116"/>
                    <a:pt x="16096" y="9315"/>
                    <a:pt x="16096" y="953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4" name="AutoShape 24"/>
            <p:cNvSpPr>
              <a:spLocks/>
            </p:cNvSpPr>
            <p:nvPr/>
          </p:nvSpPr>
          <p:spPr bwMode="auto">
            <a:xfrm>
              <a:off x="15931512" y="780172"/>
              <a:ext cx="417495" cy="417494"/>
            </a:xfrm>
            <a:custGeom>
              <a:avLst/>
              <a:gdLst>
                <a:gd name="T0" fmla="*/ 208748 w 21598"/>
                <a:gd name="T1" fmla="*/ 208747 h 21600"/>
                <a:gd name="T2" fmla="*/ 208748 w 21598"/>
                <a:gd name="T3" fmla="*/ 208747 h 21600"/>
                <a:gd name="T4" fmla="*/ 208748 w 21598"/>
                <a:gd name="T5" fmla="*/ 208747 h 21600"/>
                <a:gd name="T6" fmla="*/ 208748 w 2159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1" y="19163"/>
                  </a:cubicBezTo>
                  <a:cubicBezTo>
                    <a:pt x="15805" y="19953"/>
                    <a:pt x="14863" y="20560"/>
                    <a:pt x="13869" y="20975"/>
                  </a:cubicBezTo>
                  <a:cubicBezTo>
                    <a:pt x="12878" y="21390"/>
                    <a:pt x="11855" y="21600"/>
                    <a:pt x="10801" y="21600"/>
                  </a:cubicBezTo>
                  <a:cubicBezTo>
                    <a:pt x="9763" y="21600"/>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40"/>
                    <a:pt x="8124" y="18325"/>
                  </a:cubicBezTo>
                  <a:cubicBezTo>
                    <a:pt x="8980" y="18719"/>
                    <a:pt x="9871" y="18906"/>
                    <a:pt x="10801" y="18906"/>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5" y="3953"/>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5" name="AutoShape 25"/>
            <p:cNvSpPr>
              <a:spLocks/>
            </p:cNvSpPr>
            <p:nvPr/>
          </p:nvSpPr>
          <p:spPr bwMode="auto">
            <a:xfrm>
              <a:off x="16941824" y="780172"/>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0"/>
                  </a:moveTo>
                  <a:cubicBezTo>
                    <a:pt x="20811" y="10"/>
                    <a:pt x="20921" y="52"/>
                    <a:pt x="21049" y="116"/>
                  </a:cubicBezTo>
                  <a:cubicBezTo>
                    <a:pt x="21416" y="342"/>
                    <a:pt x="21599" y="730"/>
                    <a:pt x="21599" y="1281"/>
                  </a:cubicBezTo>
                  <a:lnTo>
                    <a:pt x="21599" y="20332"/>
                  </a:lnTo>
                  <a:cubicBezTo>
                    <a:pt x="21599" y="20883"/>
                    <a:pt x="21416" y="21271"/>
                    <a:pt x="21049" y="21497"/>
                  </a:cubicBezTo>
                  <a:cubicBezTo>
                    <a:pt x="20921" y="21564"/>
                    <a:pt x="20811" y="21600"/>
                    <a:pt x="20708" y="21600"/>
                  </a:cubicBezTo>
                  <a:cubicBezTo>
                    <a:pt x="20451" y="21600"/>
                    <a:pt x="20236" y="21476"/>
                    <a:pt x="20065" y="21229"/>
                  </a:cubicBezTo>
                  <a:lnTo>
                    <a:pt x="14402" y="13267"/>
                  </a:lnTo>
                  <a:lnTo>
                    <a:pt x="14402" y="17275"/>
                  </a:lnTo>
                  <a:cubicBezTo>
                    <a:pt x="14402" y="17801"/>
                    <a:pt x="14331" y="18305"/>
                    <a:pt x="14187" y="18775"/>
                  </a:cubicBezTo>
                  <a:cubicBezTo>
                    <a:pt x="14042" y="19248"/>
                    <a:pt x="13849" y="19665"/>
                    <a:pt x="13606" y="20028"/>
                  </a:cubicBezTo>
                  <a:cubicBezTo>
                    <a:pt x="13364" y="20385"/>
                    <a:pt x="13080" y="20671"/>
                    <a:pt x="12757" y="20879"/>
                  </a:cubicBezTo>
                  <a:cubicBezTo>
                    <a:pt x="12431" y="21091"/>
                    <a:pt x="12084" y="21193"/>
                    <a:pt x="11707" y="21193"/>
                  </a:cubicBezTo>
                  <a:lnTo>
                    <a:pt x="2705" y="21193"/>
                  </a:lnTo>
                  <a:cubicBezTo>
                    <a:pt x="2340" y="21193"/>
                    <a:pt x="1990" y="21091"/>
                    <a:pt x="1664" y="20879"/>
                  </a:cubicBezTo>
                  <a:cubicBezTo>
                    <a:pt x="1334" y="20671"/>
                    <a:pt x="1047" y="20385"/>
                    <a:pt x="802" y="20028"/>
                  </a:cubicBezTo>
                  <a:cubicBezTo>
                    <a:pt x="555" y="19665"/>
                    <a:pt x="359" y="19252"/>
                    <a:pt x="215" y="18786"/>
                  </a:cubicBezTo>
                  <a:cubicBezTo>
                    <a:pt x="71" y="18316"/>
                    <a:pt x="0" y="17815"/>
                    <a:pt x="0" y="17275"/>
                  </a:cubicBezTo>
                  <a:lnTo>
                    <a:pt x="0" y="4293"/>
                  </a:lnTo>
                  <a:cubicBezTo>
                    <a:pt x="0" y="3760"/>
                    <a:pt x="70" y="3262"/>
                    <a:pt x="215" y="2789"/>
                  </a:cubicBezTo>
                  <a:cubicBezTo>
                    <a:pt x="359" y="2312"/>
                    <a:pt x="555" y="1906"/>
                    <a:pt x="802" y="1560"/>
                  </a:cubicBezTo>
                  <a:cubicBezTo>
                    <a:pt x="1047" y="1221"/>
                    <a:pt x="1334" y="946"/>
                    <a:pt x="1664" y="734"/>
                  </a:cubicBezTo>
                  <a:cubicBezTo>
                    <a:pt x="1990" y="526"/>
                    <a:pt x="2340" y="420"/>
                    <a:pt x="2705" y="420"/>
                  </a:cubicBezTo>
                  <a:lnTo>
                    <a:pt x="11707" y="420"/>
                  </a:lnTo>
                  <a:cubicBezTo>
                    <a:pt x="12074" y="420"/>
                    <a:pt x="12421" y="526"/>
                    <a:pt x="12752" y="734"/>
                  </a:cubicBezTo>
                  <a:cubicBezTo>
                    <a:pt x="13078" y="946"/>
                    <a:pt x="13364" y="1221"/>
                    <a:pt x="13606" y="1560"/>
                  </a:cubicBezTo>
                  <a:cubicBezTo>
                    <a:pt x="13849" y="1906"/>
                    <a:pt x="14042" y="2312"/>
                    <a:pt x="14187" y="2789"/>
                  </a:cubicBezTo>
                  <a:cubicBezTo>
                    <a:pt x="14331" y="3262"/>
                    <a:pt x="14402" y="3760"/>
                    <a:pt x="14402" y="4293"/>
                  </a:cubicBezTo>
                  <a:lnTo>
                    <a:pt x="14402" y="8346"/>
                  </a:lnTo>
                  <a:lnTo>
                    <a:pt x="20065" y="388"/>
                  </a:lnTo>
                  <a:cubicBezTo>
                    <a:pt x="20243" y="127"/>
                    <a:pt x="20456" y="0"/>
                    <a:pt x="2070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6" name="AutoShape 26"/>
            <p:cNvSpPr>
              <a:spLocks/>
            </p:cNvSpPr>
            <p:nvPr/>
          </p:nvSpPr>
          <p:spPr bwMode="auto">
            <a:xfrm>
              <a:off x="17981786"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599" y="1177"/>
                    <a:pt x="21599" y="1618"/>
                  </a:cubicBezTo>
                  <a:lnTo>
                    <a:pt x="21599" y="19981"/>
                  </a:lnTo>
                  <a:cubicBezTo>
                    <a:pt x="21599" y="20422"/>
                    <a:pt x="21467" y="20801"/>
                    <a:pt x="21205" y="21121"/>
                  </a:cubicBezTo>
                  <a:cubicBezTo>
                    <a:pt x="20943" y="21438"/>
                    <a:pt x="20630" y="21600"/>
                    <a:pt x="20263" y="21600"/>
                  </a:cubicBezTo>
                  <a:lnTo>
                    <a:pt x="1346" y="21600"/>
                  </a:lnTo>
                  <a:cubicBezTo>
                    <a:pt x="981" y="21600"/>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7" name="AutoShape 27"/>
            <p:cNvSpPr>
              <a:spLocks/>
            </p:cNvSpPr>
            <p:nvPr/>
          </p:nvSpPr>
          <p:spPr bwMode="auto">
            <a:xfrm>
              <a:off x="19030199" y="783812"/>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23" y="0"/>
                  </a:moveTo>
                  <a:cubicBezTo>
                    <a:pt x="20825" y="0"/>
                    <a:pt x="21081" y="103"/>
                    <a:pt x="21289" y="308"/>
                  </a:cubicBezTo>
                  <a:cubicBezTo>
                    <a:pt x="21493" y="518"/>
                    <a:pt x="21599" y="774"/>
                    <a:pt x="21599" y="1076"/>
                  </a:cubicBezTo>
                  <a:cubicBezTo>
                    <a:pt x="21599" y="1379"/>
                    <a:pt x="21493" y="1629"/>
                    <a:pt x="21280" y="1834"/>
                  </a:cubicBezTo>
                  <a:lnTo>
                    <a:pt x="13494" y="9622"/>
                  </a:lnTo>
                  <a:lnTo>
                    <a:pt x="13494" y="20523"/>
                  </a:lnTo>
                  <a:cubicBezTo>
                    <a:pt x="13494" y="20825"/>
                    <a:pt x="13388" y="21081"/>
                    <a:pt x="13184" y="21289"/>
                  </a:cubicBezTo>
                  <a:cubicBezTo>
                    <a:pt x="12976" y="21496"/>
                    <a:pt x="12723" y="21600"/>
                    <a:pt x="12418" y="21600"/>
                  </a:cubicBezTo>
                  <a:cubicBezTo>
                    <a:pt x="12115" y="21600"/>
                    <a:pt x="11862" y="21493"/>
                    <a:pt x="11660" y="21283"/>
                  </a:cubicBezTo>
                  <a:lnTo>
                    <a:pt x="8407" y="18044"/>
                  </a:lnTo>
                  <a:cubicBezTo>
                    <a:pt x="8197" y="17831"/>
                    <a:pt x="8096" y="17574"/>
                    <a:pt x="8105" y="17272"/>
                  </a:cubicBezTo>
                  <a:lnTo>
                    <a:pt x="8105" y="9622"/>
                  </a:lnTo>
                  <a:lnTo>
                    <a:pt x="316" y="1834"/>
                  </a:lnTo>
                  <a:cubicBezTo>
                    <a:pt x="106" y="1620"/>
                    <a:pt x="0" y="1370"/>
                    <a:pt x="0" y="1076"/>
                  </a:cubicBezTo>
                  <a:cubicBezTo>
                    <a:pt x="0" y="774"/>
                    <a:pt x="103" y="518"/>
                    <a:pt x="308" y="308"/>
                  </a:cubicBezTo>
                  <a:cubicBezTo>
                    <a:pt x="515" y="103"/>
                    <a:pt x="771" y="0"/>
                    <a:pt x="1073" y="0"/>
                  </a:cubicBezTo>
                  <a:lnTo>
                    <a:pt x="20523"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8" name="AutoShape 28"/>
            <p:cNvSpPr>
              <a:spLocks/>
            </p:cNvSpPr>
            <p:nvPr/>
          </p:nvSpPr>
          <p:spPr bwMode="auto">
            <a:xfrm>
              <a:off x="10274" y="1491708"/>
              <a:ext cx="417495" cy="417495"/>
            </a:xfrm>
            <a:custGeom>
              <a:avLst/>
              <a:gdLst>
                <a:gd name="T0" fmla="*/ 208747 w 21600"/>
                <a:gd name="T1" fmla="*/ 209561 h 21558"/>
                <a:gd name="T2" fmla="*/ 208747 w 21600"/>
                <a:gd name="T3" fmla="*/ 209561 h 21558"/>
                <a:gd name="T4" fmla="*/ 208747 w 21600"/>
                <a:gd name="T5" fmla="*/ 209561 h 21558"/>
                <a:gd name="T6" fmla="*/ 208747 w 21600"/>
                <a:gd name="T7" fmla="*/ 209561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7"/>
                    <a:pt x="10800" y="21557"/>
                  </a:cubicBezTo>
                  <a:cubicBezTo>
                    <a:pt x="9168" y="21557"/>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9" name="AutoShape 29"/>
            <p:cNvSpPr>
              <a:spLocks/>
            </p:cNvSpPr>
            <p:nvPr/>
          </p:nvSpPr>
          <p:spPr bwMode="auto">
            <a:xfrm>
              <a:off x="982478"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600"/>
                    <a:pt x="2262" y="21600"/>
                  </a:cubicBezTo>
                  <a:lnTo>
                    <a:pt x="1348" y="21600"/>
                  </a:lnTo>
                  <a:cubicBezTo>
                    <a:pt x="1221" y="21600"/>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0" name="AutoShape 30"/>
            <p:cNvSpPr>
              <a:spLocks/>
            </p:cNvSpPr>
            <p:nvPr/>
          </p:nvSpPr>
          <p:spPr bwMode="auto">
            <a:xfrm>
              <a:off x="2008526" y="1491708"/>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19"/>
                  </a:moveTo>
                  <a:cubicBezTo>
                    <a:pt x="20630" y="3219"/>
                    <a:pt x="20943" y="3384"/>
                    <a:pt x="21205" y="3713"/>
                  </a:cubicBezTo>
                  <a:cubicBezTo>
                    <a:pt x="21467" y="4039"/>
                    <a:pt x="21599" y="4424"/>
                    <a:pt x="21599" y="4867"/>
                  </a:cubicBezTo>
                  <a:lnTo>
                    <a:pt x="21599" y="19981"/>
                  </a:lnTo>
                  <a:cubicBezTo>
                    <a:pt x="21599" y="20422"/>
                    <a:pt x="21467" y="20800"/>
                    <a:pt x="21205" y="21124"/>
                  </a:cubicBezTo>
                  <a:cubicBezTo>
                    <a:pt x="20943" y="21441"/>
                    <a:pt x="20630" y="21600"/>
                    <a:pt x="20263" y="21600"/>
                  </a:cubicBezTo>
                  <a:lnTo>
                    <a:pt x="1346" y="21600"/>
                  </a:lnTo>
                  <a:cubicBezTo>
                    <a:pt x="981" y="21600"/>
                    <a:pt x="663" y="21441"/>
                    <a:pt x="399" y="21124"/>
                  </a:cubicBezTo>
                  <a:cubicBezTo>
                    <a:pt x="132" y="20801"/>
                    <a:pt x="0" y="20422"/>
                    <a:pt x="0" y="19981"/>
                  </a:cubicBezTo>
                  <a:lnTo>
                    <a:pt x="0" y="1615"/>
                  </a:lnTo>
                  <a:cubicBezTo>
                    <a:pt x="0" y="1177"/>
                    <a:pt x="132" y="796"/>
                    <a:pt x="399" y="475"/>
                  </a:cubicBezTo>
                  <a:cubicBezTo>
                    <a:pt x="663" y="158"/>
                    <a:pt x="981" y="0"/>
                    <a:pt x="1346" y="0"/>
                  </a:cubicBezTo>
                  <a:lnTo>
                    <a:pt x="9457" y="0"/>
                  </a:lnTo>
                  <a:cubicBezTo>
                    <a:pt x="9824" y="0"/>
                    <a:pt x="10140" y="158"/>
                    <a:pt x="10407" y="475"/>
                  </a:cubicBezTo>
                  <a:cubicBezTo>
                    <a:pt x="10673" y="796"/>
                    <a:pt x="10806" y="1177"/>
                    <a:pt x="10806" y="1615"/>
                  </a:cubicBezTo>
                  <a:cubicBezTo>
                    <a:pt x="10806" y="2056"/>
                    <a:pt x="10935" y="2435"/>
                    <a:pt x="11197" y="2749"/>
                  </a:cubicBezTo>
                  <a:cubicBezTo>
                    <a:pt x="11459" y="3060"/>
                    <a:pt x="11773" y="3219"/>
                    <a:pt x="12142" y="3219"/>
                  </a:cubicBezTo>
                  <a:lnTo>
                    <a:pt x="20263" y="321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1" name="AutoShape 31"/>
            <p:cNvSpPr>
              <a:spLocks/>
            </p:cNvSpPr>
            <p:nvPr/>
          </p:nvSpPr>
          <p:spPr bwMode="auto">
            <a:xfrm>
              <a:off x="3036393" y="1491708"/>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276" y="7975"/>
                  </a:moveTo>
                  <a:cubicBezTo>
                    <a:pt x="3988" y="7975"/>
                    <a:pt x="3706" y="8031"/>
                    <a:pt x="3434" y="8148"/>
                  </a:cubicBezTo>
                  <a:cubicBezTo>
                    <a:pt x="3160" y="8266"/>
                    <a:pt x="2903" y="8427"/>
                    <a:pt x="2666" y="8627"/>
                  </a:cubicBezTo>
                  <a:cubicBezTo>
                    <a:pt x="2428" y="8830"/>
                    <a:pt x="2220" y="9071"/>
                    <a:pt x="2044" y="9344"/>
                  </a:cubicBezTo>
                  <a:cubicBezTo>
                    <a:pt x="1867" y="9620"/>
                    <a:pt x="1730" y="9926"/>
                    <a:pt x="1628" y="10252"/>
                  </a:cubicBezTo>
                  <a:lnTo>
                    <a:pt x="0" y="16271"/>
                  </a:lnTo>
                  <a:lnTo>
                    <a:pt x="0" y="1618"/>
                  </a:lnTo>
                  <a:cubicBezTo>
                    <a:pt x="0" y="1177"/>
                    <a:pt x="132" y="796"/>
                    <a:pt x="399" y="478"/>
                  </a:cubicBezTo>
                  <a:cubicBezTo>
                    <a:pt x="663" y="161"/>
                    <a:pt x="981" y="0"/>
                    <a:pt x="1348" y="0"/>
                  </a:cubicBezTo>
                  <a:lnTo>
                    <a:pt x="9459" y="0"/>
                  </a:lnTo>
                  <a:cubicBezTo>
                    <a:pt x="9824" y="0"/>
                    <a:pt x="10140" y="161"/>
                    <a:pt x="10407" y="478"/>
                  </a:cubicBezTo>
                  <a:cubicBezTo>
                    <a:pt x="10673" y="796"/>
                    <a:pt x="10806" y="1177"/>
                    <a:pt x="10806" y="1618"/>
                  </a:cubicBezTo>
                  <a:cubicBezTo>
                    <a:pt x="10806" y="2059"/>
                    <a:pt x="10938" y="2438"/>
                    <a:pt x="11197" y="2749"/>
                  </a:cubicBezTo>
                  <a:cubicBezTo>
                    <a:pt x="11459" y="3063"/>
                    <a:pt x="11773" y="3222"/>
                    <a:pt x="12142" y="3222"/>
                  </a:cubicBezTo>
                  <a:lnTo>
                    <a:pt x="17332" y="3222"/>
                  </a:lnTo>
                  <a:cubicBezTo>
                    <a:pt x="17700" y="3222"/>
                    <a:pt x="18015" y="3384"/>
                    <a:pt x="18277" y="3713"/>
                  </a:cubicBezTo>
                  <a:cubicBezTo>
                    <a:pt x="18539" y="4042"/>
                    <a:pt x="18669" y="4426"/>
                    <a:pt x="18669" y="4867"/>
                  </a:cubicBezTo>
                  <a:lnTo>
                    <a:pt x="18669" y="7975"/>
                  </a:lnTo>
                  <a:lnTo>
                    <a:pt x="4276" y="7975"/>
                  </a:lnTo>
                  <a:close/>
                  <a:moveTo>
                    <a:pt x="21599" y="10140"/>
                  </a:moveTo>
                  <a:lnTo>
                    <a:pt x="18552" y="20800"/>
                  </a:lnTo>
                  <a:cubicBezTo>
                    <a:pt x="18505" y="21015"/>
                    <a:pt x="18385" y="21203"/>
                    <a:pt x="18194" y="21362"/>
                  </a:cubicBezTo>
                  <a:cubicBezTo>
                    <a:pt x="18003" y="21520"/>
                    <a:pt x="17817" y="21600"/>
                    <a:pt x="17638" y="21600"/>
                  </a:cubicBezTo>
                  <a:lnTo>
                    <a:pt x="504" y="21600"/>
                  </a:lnTo>
                  <a:lnTo>
                    <a:pt x="3388" y="10913"/>
                  </a:lnTo>
                  <a:cubicBezTo>
                    <a:pt x="3434" y="10698"/>
                    <a:pt x="3552" y="10516"/>
                    <a:pt x="3745" y="10363"/>
                  </a:cubicBezTo>
                  <a:cubicBezTo>
                    <a:pt x="3936" y="10213"/>
                    <a:pt x="4120" y="10140"/>
                    <a:pt x="4301" y="10140"/>
                  </a:cubicBezTo>
                  <a:lnTo>
                    <a:pt x="21599" y="1014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2" name="AutoShape 32"/>
            <p:cNvSpPr>
              <a:spLocks/>
            </p:cNvSpPr>
            <p:nvPr/>
          </p:nvSpPr>
          <p:spPr bwMode="auto">
            <a:xfrm>
              <a:off x="4095088"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51" y="7569"/>
                  </a:moveTo>
                  <a:cubicBezTo>
                    <a:pt x="21273" y="7569"/>
                    <a:pt x="21379" y="7618"/>
                    <a:pt x="21468" y="7727"/>
                  </a:cubicBezTo>
                  <a:cubicBezTo>
                    <a:pt x="21554" y="7834"/>
                    <a:pt x="21599" y="7958"/>
                    <a:pt x="21599" y="8105"/>
                  </a:cubicBezTo>
                  <a:lnTo>
                    <a:pt x="21599" y="13494"/>
                  </a:lnTo>
                  <a:cubicBezTo>
                    <a:pt x="21599" y="13641"/>
                    <a:pt x="21556" y="13768"/>
                    <a:pt x="21472" y="13872"/>
                  </a:cubicBezTo>
                  <a:cubicBezTo>
                    <a:pt x="21388" y="13978"/>
                    <a:pt x="21280" y="14033"/>
                    <a:pt x="21151" y="14033"/>
                  </a:cubicBezTo>
                  <a:lnTo>
                    <a:pt x="19807" y="14033"/>
                  </a:lnTo>
                  <a:lnTo>
                    <a:pt x="19807" y="19984"/>
                  </a:lnTo>
                  <a:cubicBezTo>
                    <a:pt x="19807" y="20419"/>
                    <a:pt x="19675" y="20796"/>
                    <a:pt x="19411" y="21116"/>
                  </a:cubicBezTo>
                  <a:cubicBezTo>
                    <a:pt x="19144" y="21438"/>
                    <a:pt x="18825" y="21600"/>
                    <a:pt x="18451" y="21600"/>
                  </a:cubicBezTo>
                  <a:lnTo>
                    <a:pt x="3146" y="21600"/>
                  </a:lnTo>
                  <a:cubicBezTo>
                    <a:pt x="2772" y="21600"/>
                    <a:pt x="2455" y="21438"/>
                    <a:pt x="2198" y="21116"/>
                  </a:cubicBezTo>
                  <a:cubicBezTo>
                    <a:pt x="1941" y="20796"/>
                    <a:pt x="1814" y="20419"/>
                    <a:pt x="1814" y="19984"/>
                  </a:cubicBezTo>
                  <a:lnTo>
                    <a:pt x="1814" y="14033"/>
                  </a:lnTo>
                  <a:lnTo>
                    <a:pt x="446" y="14033"/>
                  </a:lnTo>
                  <a:cubicBezTo>
                    <a:pt x="324" y="14033"/>
                    <a:pt x="218" y="13981"/>
                    <a:pt x="132" y="13880"/>
                  </a:cubicBezTo>
                  <a:cubicBezTo>
                    <a:pt x="43" y="13780"/>
                    <a:pt x="0" y="13650"/>
                    <a:pt x="0" y="13494"/>
                  </a:cubicBezTo>
                  <a:lnTo>
                    <a:pt x="0" y="8105"/>
                  </a:lnTo>
                  <a:cubicBezTo>
                    <a:pt x="0" y="7958"/>
                    <a:pt x="43" y="7834"/>
                    <a:pt x="132" y="7727"/>
                  </a:cubicBezTo>
                  <a:cubicBezTo>
                    <a:pt x="218" y="7618"/>
                    <a:pt x="324" y="7569"/>
                    <a:pt x="446" y="7569"/>
                  </a:cubicBezTo>
                  <a:lnTo>
                    <a:pt x="6638" y="7569"/>
                  </a:lnTo>
                  <a:cubicBezTo>
                    <a:pt x="6203" y="7569"/>
                    <a:pt x="5791" y="7468"/>
                    <a:pt x="5404" y="7270"/>
                  </a:cubicBezTo>
                  <a:cubicBezTo>
                    <a:pt x="5018" y="7074"/>
                    <a:pt x="4682" y="6803"/>
                    <a:pt x="4399" y="6466"/>
                  </a:cubicBezTo>
                  <a:cubicBezTo>
                    <a:pt x="4116" y="6126"/>
                    <a:pt x="3892" y="5723"/>
                    <a:pt x="3727" y="5266"/>
                  </a:cubicBezTo>
                  <a:cubicBezTo>
                    <a:pt x="3561" y="4808"/>
                    <a:pt x="3480" y="4316"/>
                    <a:pt x="3480" y="3789"/>
                  </a:cubicBezTo>
                  <a:cubicBezTo>
                    <a:pt x="3480" y="3267"/>
                    <a:pt x="3561" y="2775"/>
                    <a:pt x="3727" y="2312"/>
                  </a:cubicBezTo>
                  <a:cubicBezTo>
                    <a:pt x="3892" y="1845"/>
                    <a:pt x="4116" y="1445"/>
                    <a:pt x="4399" y="1102"/>
                  </a:cubicBezTo>
                  <a:cubicBezTo>
                    <a:pt x="4682" y="765"/>
                    <a:pt x="5016" y="495"/>
                    <a:pt x="5399" y="296"/>
                  </a:cubicBezTo>
                  <a:cubicBezTo>
                    <a:pt x="5781" y="100"/>
                    <a:pt x="6194" y="0"/>
                    <a:pt x="6638" y="0"/>
                  </a:cubicBezTo>
                  <a:cubicBezTo>
                    <a:pt x="7106" y="0"/>
                    <a:pt x="7550" y="112"/>
                    <a:pt x="7967" y="336"/>
                  </a:cubicBezTo>
                  <a:cubicBezTo>
                    <a:pt x="8385" y="561"/>
                    <a:pt x="8723" y="883"/>
                    <a:pt x="8985" y="1295"/>
                  </a:cubicBezTo>
                  <a:lnTo>
                    <a:pt x="10799" y="4094"/>
                  </a:lnTo>
                  <a:lnTo>
                    <a:pt x="12614" y="1295"/>
                  </a:lnTo>
                  <a:cubicBezTo>
                    <a:pt x="12883" y="883"/>
                    <a:pt x="13224" y="561"/>
                    <a:pt x="13636" y="336"/>
                  </a:cubicBezTo>
                  <a:cubicBezTo>
                    <a:pt x="14049" y="112"/>
                    <a:pt x="14493" y="0"/>
                    <a:pt x="14971" y="0"/>
                  </a:cubicBezTo>
                  <a:cubicBezTo>
                    <a:pt x="15405" y="0"/>
                    <a:pt x="15815" y="100"/>
                    <a:pt x="16199" y="296"/>
                  </a:cubicBezTo>
                  <a:cubicBezTo>
                    <a:pt x="16581" y="495"/>
                    <a:pt x="16915" y="765"/>
                    <a:pt x="17198" y="1102"/>
                  </a:cubicBezTo>
                  <a:cubicBezTo>
                    <a:pt x="17481" y="1445"/>
                    <a:pt x="17704" y="1845"/>
                    <a:pt x="17870" y="2303"/>
                  </a:cubicBezTo>
                  <a:cubicBezTo>
                    <a:pt x="18036" y="2761"/>
                    <a:pt x="18117" y="3259"/>
                    <a:pt x="18117" y="3789"/>
                  </a:cubicBezTo>
                  <a:cubicBezTo>
                    <a:pt x="18117" y="4315"/>
                    <a:pt x="18036" y="4808"/>
                    <a:pt x="17870" y="5266"/>
                  </a:cubicBezTo>
                  <a:cubicBezTo>
                    <a:pt x="17704" y="5723"/>
                    <a:pt x="17481" y="6126"/>
                    <a:pt x="17198" y="6466"/>
                  </a:cubicBezTo>
                  <a:cubicBezTo>
                    <a:pt x="16915" y="6803"/>
                    <a:pt x="16581" y="7074"/>
                    <a:pt x="16199" y="7269"/>
                  </a:cubicBezTo>
                  <a:cubicBezTo>
                    <a:pt x="15815" y="7468"/>
                    <a:pt x="15405" y="7569"/>
                    <a:pt x="14971" y="7569"/>
                  </a:cubicBezTo>
                  <a:lnTo>
                    <a:pt x="21151" y="7569"/>
                  </a:lnTo>
                  <a:close/>
                  <a:moveTo>
                    <a:pt x="5294" y="3789"/>
                  </a:moveTo>
                  <a:cubicBezTo>
                    <a:pt x="5294" y="4243"/>
                    <a:pt x="5424" y="4621"/>
                    <a:pt x="5680" y="4929"/>
                  </a:cubicBezTo>
                  <a:cubicBezTo>
                    <a:pt x="5937" y="5234"/>
                    <a:pt x="6256" y="5389"/>
                    <a:pt x="6638" y="5389"/>
                  </a:cubicBezTo>
                  <a:lnTo>
                    <a:pt x="9362" y="5389"/>
                  </a:lnTo>
                  <a:lnTo>
                    <a:pt x="7629" y="2689"/>
                  </a:lnTo>
                  <a:cubicBezTo>
                    <a:pt x="7550" y="2597"/>
                    <a:pt x="7430" y="2484"/>
                    <a:pt x="7260" y="2349"/>
                  </a:cubicBezTo>
                  <a:cubicBezTo>
                    <a:pt x="7092" y="2217"/>
                    <a:pt x="6885" y="2150"/>
                    <a:pt x="6638" y="2150"/>
                  </a:cubicBezTo>
                  <a:cubicBezTo>
                    <a:pt x="6264" y="2150"/>
                    <a:pt x="5947" y="2312"/>
                    <a:pt x="5685" y="2634"/>
                  </a:cubicBezTo>
                  <a:cubicBezTo>
                    <a:pt x="5426" y="2954"/>
                    <a:pt x="5294" y="3342"/>
                    <a:pt x="5294" y="3789"/>
                  </a:cubicBezTo>
                  <a:moveTo>
                    <a:pt x="13063" y="7569"/>
                  </a:moveTo>
                  <a:lnTo>
                    <a:pt x="8534" y="7569"/>
                  </a:lnTo>
                  <a:lnTo>
                    <a:pt x="8534" y="18553"/>
                  </a:lnTo>
                  <a:cubicBezTo>
                    <a:pt x="8534" y="18856"/>
                    <a:pt x="8628" y="19118"/>
                    <a:pt x="8810" y="19334"/>
                  </a:cubicBezTo>
                  <a:cubicBezTo>
                    <a:pt x="8995" y="19547"/>
                    <a:pt x="9208" y="19656"/>
                    <a:pt x="9456" y="19656"/>
                  </a:cubicBezTo>
                  <a:lnTo>
                    <a:pt x="12144" y="19656"/>
                  </a:lnTo>
                  <a:cubicBezTo>
                    <a:pt x="12396" y="19656"/>
                    <a:pt x="12612" y="19547"/>
                    <a:pt x="12792" y="19334"/>
                  </a:cubicBezTo>
                  <a:cubicBezTo>
                    <a:pt x="12972" y="19118"/>
                    <a:pt x="13063" y="18856"/>
                    <a:pt x="13063" y="18553"/>
                  </a:cubicBezTo>
                  <a:lnTo>
                    <a:pt x="13063" y="7569"/>
                  </a:lnTo>
                  <a:close/>
                  <a:moveTo>
                    <a:pt x="12235" y="5389"/>
                  </a:moveTo>
                  <a:lnTo>
                    <a:pt x="14971" y="5389"/>
                  </a:lnTo>
                  <a:cubicBezTo>
                    <a:pt x="15345" y="5389"/>
                    <a:pt x="15660" y="5234"/>
                    <a:pt x="15916" y="4929"/>
                  </a:cubicBezTo>
                  <a:cubicBezTo>
                    <a:pt x="16173" y="4621"/>
                    <a:pt x="16303" y="4243"/>
                    <a:pt x="16303" y="3789"/>
                  </a:cubicBezTo>
                  <a:cubicBezTo>
                    <a:pt x="16303" y="3339"/>
                    <a:pt x="16173" y="2954"/>
                    <a:pt x="15916" y="2634"/>
                  </a:cubicBezTo>
                  <a:cubicBezTo>
                    <a:pt x="15660" y="2312"/>
                    <a:pt x="15345" y="2150"/>
                    <a:pt x="14971" y="2150"/>
                  </a:cubicBezTo>
                  <a:cubicBezTo>
                    <a:pt x="14716" y="2150"/>
                    <a:pt x="14507" y="2217"/>
                    <a:pt x="14342" y="2349"/>
                  </a:cubicBezTo>
                  <a:cubicBezTo>
                    <a:pt x="14179" y="2484"/>
                    <a:pt x="14059" y="2597"/>
                    <a:pt x="13982" y="2689"/>
                  </a:cubicBezTo>
                  <a:lnTo>
                    <a:pt x="12235" y="538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3" name="AutoShape 33"/>
            <p:cNvSpPr>
              <a:spLocks/>
            </p:cNvSpPr>
            <p:nvPr/>
          </p:nvSpPr>
          <p:spPr bwMode="auto">
            <a:xfrm>
              <a:off x="5100588" y="1503805"/>
              <a:ext cx="417495" cy="417494"/>
            </a:xfrm>
            <a:custGeom>
              <a:avLst/>
              <a:gdLst>
                <a:gd name="T0" fmla="*/ 208748 w 21424"/>
                <a:gd name="T1" fmla="*/ 208747 h 21600"/>
                <a:gd name="T2" fmla="*/ 208748 w 21424"/>
                <a:gd name="T3" fmla="*/ 208747 h 21600"/>
                <a:gd name="T4" fmla="*/ 208748 w 21424"/>
                <a:gd name="T5" fmla="*/ 208747 h 21600"/>
                <a:gd name="T6" fmla="*/ 208748 w 21424"/>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24" h="21600">
                  <a:moveTo>
                    <a:pt x="12593" y="10421"/>
                  </a:moveTo>
                  <a:lnTo>
                    <a:pt x="12593" y="19432"/>
                  </a:lnTo>
                  <a:lnTo>
                    <a:pt x="16047" y="19432"/>
                  </a:lnTo>
                  <a:cubicBezTo>
                    <a:pt x="16352" y="19432"/>
                    <a:pt x="16611" y="19538"/>
                    <a:pt x="16821" y="19749"/>
                  </a:cubicBezTo>
                  <a:cubicBezTo>
                    <a:pt x="17027" y="19961"/>
                    <a:pt x="17135" y="20210"/>
                    <a:pt x="17135" y="20504"/>
                  </a:cubicBezTo>
                  <a:cubicBezTo>
                    <a:pt x="17135" y="20809"/>
                    <a:pt x="17027" y="21071"/>
                    <a:pt x="16821" y="21282"/>
                  </a:cubicBezTo>
                  <a:cubicBezTo>
                    <a:pt x="16611" y="21494"/>
                    <a:pt x="16352" y="21600"/>
                    <a:pt x="16047" y="21600"/>
                  </a:cubicBezTo>
                  <a:lnTo>
                    <a:pt x="5350" y="21600"/>
                  </a:lnTo>
                  <a:cubicBezTo>
                    <a:pt x="5062" y="21600"/>
                    <a:pt x="4812" y="21494"/>
                    <a:pt x="4602" y="21282"/>
                  </a:cubicBezTo>
                  <a:cubicBezTo>
                    <a:pt x="4396" y="21071"/>
                    <a:pt x="4288" y="20809"/>
                    <a:pt x="4288" y="20504"/>
                  </a:cubicBezTo>
                  <a:cubicBezTo>
                    <a:pt x="4288" y="20210"/>
                    <a:pt x="4396" y="19961"/>
                    <a:pt x="4602" y="19749"/>
                  </a:cubicBezTo>
                  <a:cubicBezTo>
                    <a:pt x="4812" y="19538"/>
                    <a:pt x="5062" y="19432"/>
                    <a:pt x="5350" y="19432"/>
                  </a:cubicBezTo>
                  <a:lnTo>
                    <a:pt x="8833" y="19432"/>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1" y="1101"/>
                    <a:pt x="21433" y="1497"/>
                    <a:pt x="21090" y="1841"/>
                  </a:cubicBezTo>
                  <a:lnTo>
                    <a:pt x="12593" y="1042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4" name="AutoShape 34"/>
            <p:cNvSpPr>
              <a:spLocks/>
            </p:cNvSpPr>
            <p:nvPr/>
          </p:nvSpPr>
          <p:spPr bwMode="auto">
            <a:xfrm>
              <a:off x="6126633"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599" y="9341"/>
                    <a:pt x="21599" y="10801"/>
                  </a:cubicBezTo>
                  <a:cubicBezTo>
                    <a:pt x="21599"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1"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2"/>
                    <a:pt x="12454" y="20127"/>
                  </a:cubicBezTo>
                  <a:cubicBezTo>
                    <a:pt x="12482" y="20185"/>
                    <a:pt x="12496" y="20225"/>
                    <a:pt x="12496" y="2025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5" name="AutoShape 35"/>
            <p:cNvSpPr>
              <a:spLocks/>
            </p:cNvSpPr>
            <p:nvPr/>
          </p:nvSpPr>
          <p:spPr bwMode="auto">
            <a:xfrm>
              <a:off x="6122992"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0"/>
                  </a:moveTo>
                  <a:cubicBezTo>
                    <a:pt x="20951" y="0"/>
                    <a:pt x="21159" y="105"/>
                    <a:pt x="21335" y="317"/>
                  </a:cubicBezTo>
                  <a:cubicBezTo>
                    <a:pt x="21511" y="528"/>
                    <a:pt x="21599" y="778"/>
                    <a:pt x="21599" y="1069"/>
                  </a:cubicBezTo>
                  <a:lnTo>
                    <a:pt x="21599" y="20501"/>
                  </a:lnTo>
                  <a:cubicBezTo>
                    <a:pt x="21599" y="20812"/>
                    <a:pt x="21511" y="21074"/>
                    <a:pt x="21335" y="21282"/>
                  </a:cubicBezTo>
                  <a:cubicBezTo>
                    <a:pt x="21159" y="21494"/>
                    <a:pt x="20951" y="21600"/>
                    <a:pt x="20708" y="21600"/>
                  </a:cubicBezTo>
                  <a:lnTo>
                    <a:pt x="913" y="21600"/>
                  </a:lnTo>
                  <a:cubicBezTo>
                    <a:pt x="656" y="21600"/>
                    <a:pt x="440" y="21494"/>
                    <a:pt x="261" y="21282"/>
                  </a:cubicBezTo>
                  <a:cubicBezTo>
                    <a:pt x="85" y="21074"/>
                    <a:pt x="0" y="20812"/>
                    <a:pt x="0" y="20501"/>
                  </a:cubicBezTo>
                  <a:lnTo>
                    <a:pt x="0" y="1069"/>
                  </a:lnTo>
                  <a:cubicBezTo>
                    <a:pt x="0" y="778"/>
                    <a:pt x="85" y="528"/>
                    <a:pt x="261" y="317"/>
                  </a:cubicBezTo>
                  <a:cubicBezTo>
                    <a:pt x="438" y="105"/>
                    <a:pt x="653" y="0"/>
                    <a:pt x="913" y="0"/>
                  </a:cubicBezTo>
                  <a:lnTo>
                    <a:pt x="20708" y="0"/>
                  </a:lnTo>
                  <a:close/>
                  <a:moveTo>
                    <a:pt x="19805" y="6483"/>
                  </a:moveTo>
                  <a:cubicBezTo>
                    <a:pt x="19313" y="6483"/>
                    <a:pt x="18845" y="6368"/>
                    <a:pt x="18400" y="6139"/>
                  </a:cubicBezTo>
                  <a:cubicBezTo>
                    <a:pt x="17954" y="5910"/>
                    <a:pt x="17572" y="5601"/>
                    <a:pt x="17257" y="5217"/>
                  </a:cubicBezTo>
                  <a:cubicBezTo>
                    <a:pt x="16941" y="4832"/>
                    <a:pt x="16686" y="4376"/>
                    <a:pt x="16490" y="3845"/>
                  </a:cubicBezTo>
                  <a:cubicBezTo>
                    <a:pt x="16297" y="3316"/>
                    <a:pt x="16196" y="2755"/>
                    <a:pt x="16196" y="2164"/>
                  </a:cubicBezTo>
                  <a:lnTo>
                    <a:pt x="5405" y="2164"/>
                  </a:lnTo>
                  <a:cubicBezTo>
                    <a:pt x="5405" y="2755"/>
                    <a:pt x="5310" y="3316"/>
                    <a:pt x="5116" y="3845"/>
                  </a:cubicBezTo>
                  <a:cubicBezTo>
                    <a:pt x="4925" y="4376"/>
                    <a:pt x="4668" y="4832"/>
                    <a:pt x="4350" y="5217"/>
                  </a:cubicBezTo>
                  <a:cubicBezTo>
                    <a:pt x="4029" y="5601"/>
                    <a:pt x="3650" y="5910"/>
                    <a:pt x="3207" y="6139"/>
                  </a:cubicBezTo>
                  <a:cubicBezTo>
                    <a:pt x="2766" y="6368"/>
                    <a:pt x="2298" y="6483"/>
                    <a:pt x="1811" y="6483"/>
                  </a:cubicBezTo>
                  <a:lnTo>
                    <a:pt x="1811" y="15116"/>
                  </a:lnTo>
                  <a:cubicBezTo>
                    <a:pt x="2298" y="15116"/>
                    <a:pt x="2768" y="15231"/>
                    <a:pt x="3207" y="15463"/>
                  </a:cubicBezTo>
                  <a:cubicBezTo>
                    <a:pt x="3650" y="15692"/>
                    <a:pt x="4029" y="15998"/>
                    <a:pt x="4350" y="16382"/>
                  </a:cubicBezTo>
                  <a:cubicBezTo>
                    <a:pt x="4671" y="16767"/>
                    <a:pt x="4925" y="17223"/>
                    <a:pt x="5116" y="17754"/>
                  </a:cubicBezTo>
                  <a:cubicBezTo>
                    <a:pt x="5310" y="18283"/>
                    <a:pt x="5405" y="18844"/>
                    <a:pt x="5405" y="19434"/>
                  </a:cubicBezTo>
                  <a:lnTo>
                    <a:pt x="16196" y="19434"/>
                  </a:lnTo>
                  <a:cubicBezTo>
                    <a:pt x="16196" y="18844"/>
                    <a:pt x="16297" y="18283"/>
                    <a:pt x="16490" y="17754"/>
                  </a:cubicBezTo>
                  <a:cubicBezTo>
                    <a:pt x="16686" y="17223"/>
                    <a:pt x="16943" y="16767"/>
                    <a:pt x="17257" y="16382"/>
                  </a:cubicBezTo>
                  <a:cubicBezTo>
                    <a:pt x="17570" y="15998"/>
                    <a:pt x="17952" y="15692"/>
                    <a:pt x="18395" y="15463"/>
                  </a:cubicBezTo>
                  <a:cubicBezTo>
                    <a:pt x="18836" y="15231"/>
                    <a:pt x="19306" y="15116"/>
                    <a:pt x="19805" y="15116"/>
                  </a:cubicBezTo>
                  <a:lnTo>
                    <a:pt x="19805" y="6483"/>
                  </a:lnTo>
                  <a:close/>
                  <a:moveTo>
                    <a:pt x="10803" y="3768"/>
                  </a:moveTo>
                  <a:cubicBezTo>
                    <a:pt x="11430" y="3768"/>
                    <a:pt x="12013" y="3951"/>
                    <a:pt x="12556" y="4318"/>
                  </a:cubicBezTo>
                  <a:cubicBezTo>
                    <a:pt x="13100" y="4682"/>
                    <a:pt x="13574" y="5181"/>
                    <a:pt x="13981" y="5813"/>
                  </a:cubicBezTo>
                  <a:cubicBezTo>
                    <a:pt x="14387" y="6447"/>
                    <a:pt x="14710" y="7194"/>
                    <a:pt x="14953" y="8051"/>
                  </a:cubicBezTo>
                  <a:cubicBezTo>
                    <a:pt x="15195" y="8909"/>
                    <a:pt x="15315" y="9826"/>
                    <a:pt x="15315" y="10801"/>
                  </a:cubicBezTo>
                  <a:cubicBezTo>
                    <a:pt x="15315" y="11776"/>
                    <a:pt x="15193" y="12690"/>
                    <a:pt x="14953" y="13548"/>
                  </a:cubicBezTo>
                  <a:cubicBezTo>
                    <a:pt x="14708" y="14405"/>
                    <a:pt x="14387" y="15152"/>
                    <a:pt x="13981" y="15786"/>
                  </a:cubicBezTo>
                  <a:cubicBezTo>
                    <a:pt x="13574" y="16418"/>
                    <a:pt x="13100" y="16917"/>
                    <a:pt x="12551" y="17284"/>
                  </a:cubicBezTo>
                  <a:cubicBezTo>
                    <a:pt x="12005" y="17648"/>
                    <a:pt x="11423" y="17831"/>
                    <a:pt x="10803" y="17831"/>
                  </a:cubicBezTo>
                  <a:cubicBezTo>
                    <a:pt x="10179" y="17831"/>
                    <a:pt x="9594" y="17648"/>
                    <a:pt x="9045" y="17284"/>
                  </a:cubicBezTo>
                  <a:cubicBezTo>
                    <a:pt x="8497" y="16917"/>
                    <a:pt x="8022" y="16418"/>
                    <a:pt x="7616" y="15786"/>
                  </a:cubicBezTo>
                  <a:cubicBezTo>
                    <a:pt x="7209" y="15152"/>
                    <a:pt x="6891" y="14405"/>
                    <a:pt x="6661" y="13548"/>
                  </a:cubicBezTo>
                  <a:cubicBezTo>
                    <a:pt x="6428" y="12690"/>
                    <a:pt x="6313" y="11776"/>
                    <a:pt x="6313" y="10801"/>
                  </a:cubicBezTo>
                  <a:cubicBezTo>
                    <a:pt x="6313" y="9826"/>
                    <a:pt x="6428" y="8909"/>
                    <a:pt x="6661" y="8051"/>
                  </a:cubicBezTo>
                  <a:cubicBezTo>
                    <a:pt x="6891" y="7194"/>
                    <a:pt x="7209" y="6447"/>
                    <a:pt x="7616" y="5813"/>
                  </a:cubicBezTo>
                  <a:cubicBezTo>
                    <a:pt x="8022" y="5181"/>
                    <a:pt x="8497" y="4682"/>
                    <a:pt x="9045" y="4318"/>
                  </a:cubicBezTo>
                  <a:cubicBezTo>
                    <a:pt x="9594" y="3951"/>
                    <a:pt x="10179" y="3768"/>
                    <a:pt x="10803" y="3768"/>
                  </a:cubicBezTo>
                  <a:moveTo>
                    <a:pt x="13489" y="13078"/>
                  </a:moveTo>
                  <a:lnTo>
                    <a:pt x="11836" y="13078"/>
                  </a:lnTo>
                  <a:lnTo>
                    <a:pt x="11836" y="5640"/>
                  </a:lnTo>
                  <a:lnTo>
                    <a:pt x="10196" y="5640"/>
                  </a:lnTo>
                  <a:lnTo>
                    <a:pt x="8108" y="7972"/>
                  </a:lnTo>
                  <a:lnTo>
                    <a:pt x="9209" y="9365"/>
                  </a:lnTo>
                  <a:lnTo>
                    <a:pt x="9667" y="8871"/>
                  </a:lnTo>
                  <a:cubicBezTo>
                    <a:pt x="9728" y="8815"/>
                    <a:pt x="9775" y="8753"/>
                    <a:pt x="9802" y="8683"/>
                  </a:cubicBezTo>
                  <a:cubicBezTo>
                    <a:pt x="9831" y="8612"/>
                    <a:pt x="9858" y="8560"/>
                    <a:pt x="9890" y="8521"/>
                  </a:cubicBezTo>
                  <a:cubicBezTo>
                    <a:pt x="9922" y="8501"/>
                    <a:pt x="9951" y="8460"/>
                    <a:pt x="9983" y="8380"/>
                  </a:cubicBezTo>
                  <a:lnTo>
                    <a:pt x="10008" y="8380"/>
                  </a:lnTo>
                  <a:lnTo>
                    <a:pt x="10008" y="8607"/>
                  </a:lnTo>
                  <a:cubicBezTo>
                    <a:pt x="10008" y="8680"/>
                    <a:pt x="10003" y="8756"/>
                    <a:pt x="9995" y="8839"/>
                  </a:cubicBezTo>
                  <a:cubicBezTo>
                    <a:pt x="9988" y="8918"/>
                    <a:pt x="9983" y="9003"/>
                    <a:pt x="9983" y="9100"/>
                  </a:cubicBezTo>
                  <a:lnTo>
                    <a:pt x="9983" y="13078"/>
                  </a:lnTo>
                  <a:lnTo>
                    <a:pt x="8355" y="13078"/>
                  </a:lnTo>
                  <a:lnTo>
                    <a:pt x="8355" y="14890"/>
                  </a:lnTo>
                  <a:lnTo>
                    <a:pt x="13489" y="14890"/>
                  </a:lnTo>
                  <a:lnTo>
                    <a:pt x="13489" y="1307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6" name="AutoShape 36"/>
            <p:cNvSpPr>
              <a:spLocks/>
            </p:cNvSpPr>
            <p:nvPr/>
          </p:nvSpPr>
          <p:spPr bwMode="auto">
            <a:xfrm>
              <a:off x="7091551" y="226494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0218"/>
                  </a:moveTo>
                  <a:cubicBezTo>
                    <a:pt x="21518" y="10382"/>
                    <a:pt x="21599" y="10574"/>
                    <a:pt x="21599" y="10800"/>
                  </a:cubicBezTo>
                  <a:cubicBezTo>
                    <a:pt x="21599" y="11023"/>
                    <a:pt x="21518" y="11217"/>
                    <a:pt x="21357" y="11381"/>
                  </a:cubicBezTo>
                  <a:lnTo>
                    <a:pt x="17895" y="14840"/>
                  </a:lnTo>
                  <a:cubicBezTo>
                    <a:pt x="17649" y="15086"/>
                    <a:pt x="17448" y="15173"/>
                    <a:pt x="17285" y="15103"/>
                  </a:cubicBezTo>
                  <a:cubicBezTo>
                    <a:pt x="17121" y="15038"/>
                    <a:pt x="17042" y="14829"/>
                    <a:pt x="17042" y="14476"/>
                  </a:cubicBezTo>
                  <a:lnTo>
                    <a:pt x="17042" y="12096"/>
                  </a:lnTo>
                  <a:lnTo>
                    <a:pt x="12159" y="12096"/>
                  </a:lnTo>
                  <a:lnTo>
                    <a:pt x="12159" y="17031"/>
                  </a:lnTo>
                  <a:lnTo>
                    <a:pt x="14483" y="17031"/>
                  </a:lnTo>
                  <a:cubicBezTo>
                    <a:pt x="14836" y="17031"/>
                    <a:pt x="15048" y="17113"/>
                    <a:pt x="15121" y="17280"/>
                  </a:cubicBezTo>
                  <a:cubicBezTo>
                    <a:pt x="15192" y="17449"/>
                    <a:pt x="15102" y="17647"/>
                    <a:pt x="14850" y="17884"/>
                  </a:cubicBezTo>
                  <a:lnTo>
                    <a:pt x="11388" y="21340"/>
                  </a:lnTo>
                  <a:cubicBezTo>
                    <a:pt x="11225" y="21504"/>
                    <a:pt x="11032" y="21588"/>
                    <a:pt x="10807" y="21600"/>
                  </a:cubicBezTo>
                  <a:cubicBezTo>
                    <a:pt x="10581" y="21600"/>
                    <a:pt x="10389" y="21512"/>
                    <a:pt x="10225" y="21340"/>
                  </a:cubicBezTo>
                  <a:lnTo>
                    <a:pt x="6763" y="17884"/>
                  </a:lnTo>
                  <a:cubicBezTo>
                    <a:pt x="6520" y="17638"/>
                    <a:pt x="6430" y="17438"/>
                    <a:pt x="6492" y="17274"/>
                  </a:cubicBezTo>
                  <a:cubicBezTo>
                    <a:pt x="6554" y="17110"/>
                    <a:pt x="6763" y="17031"/>
                    <a:pt x="7116" y="17031"/>
                  </a:cubicBezTo>
                  <a:lnTo>
                    <a:pt x="9440" y="17031"/>
                  </a:lnTo>
                  <a:lnTo>
                    <a:pt x="9440" y="12096"/>
                  </a:lnTo>
                  <a:lnTo>
                    <a:pt x="4571" y="12096"/>
                  </a:lnTo>
                  <a:lnTo>
                    <a:pt x="4571" y="14476"/>
                  </a:lnTo>
                  <a:cubicBezTo>
                    <a:pt x="4571" y="14829"/>
                    <a:pt x="4489" y="15038"/>
                    <a:pt x="4320" y="15103"/>
                  </a:cubicBezTo>
                  <a:cubicBezTo>
                    <a:pt x="4153" y="15173"/>
                    <a:pt x="3950" y="15086"/>
                    <a:pt x="3704" y="14840"/>
                  </a:cubicBezTo>
                  <a:lnTo>
                    <a:pt x="242" y="11381"/>
                  </a:lnTo>
                  <a:cubicBezTo>
                    <a:pt x="81" y="11217"/>
                    <a:pt x="0" y="11023"/>
                    <a:pt x="0" y="10800"/>
                  </a:cubicBezTo>
                  <a:cubicBezTo>
                    <a:pt x="0" y="10574"/>
                    <a:pt x="81" y="10382"/>
                    <a:pt x="242" y="10218"/>
                  </a:cubicBezTo>
                  <a:lnTo>
                    <a:pt x="3704" y="6756"/>
                  </a:lnTo>
                  <a:cubicBezTo>
                    <a:pt x="3950" y="6513"/>
                    <a:pt x="4153" y="6426"/>
                    <a:pt x="4320" y="6494"/>
                  </a:cubicBezTo>
                  <a:cubicBezTo>
                    <a:pt x="4489" y="6561"/>
                    <a:pt x="4571" y="6770"/>
                    <a:pt x="4571" y="7120"/>
                  </a:cubicBezTo>
                  <a:lnTo>
                    <a:pt x="4571" y="9422"/>
                  </a:lnTo>
                  <a:lnTo>
                    <a:pt x="9440" y="9422"/>
                  </a:lnTo>
                  <a:lnTo>
                    <a:pt x="9440" y="4568"/>
                  </a:lnTo>
                  <a:lnTo>
                    <a:pt x="7116" y="4568"/>
                  </a:lnTo>
                  <a:cubicBezTo>
                    <a:pt x="6783" y="4568"/>
                    <a:pt x="6582" y="4486"/>
                    <a:pt x="6506" y="4317"/>
                  </a:cubicBezTo>
                  <a:cubicBezTo>
                    <a:pt x="6435" y="4153"/>
                    <a:pt x="6520" y="3950"/>
                    <a:pt x="6763" y="3715"/>
                  </a:cubicBezTo>
                  <a:lnTo>
                    <a:pt x="10225" y="256"/>
                  </a:lnTo>
                  <a:cubicBezTo>
                    <a:pt x="10389" y="93"/>
                    <a:pt x="10581" y="8"/>
                    <a:pt x="10807" y="0"/>
                  </a:cubicBezTo>
                  <a:cubicBezTo>
                    <a:pt x="11032" y="0"/>
                    <a:pt x="11225" y="84"/>
                    <a:pt x="11388" y="256"/>
                  </a:cubicBezTo>
                  <a:lnTo>
                    <a:pt x="14850" y="3715"/>
                  </a:lnTo>
                  <a:cubicBezTo>
                    <a:pt x="15093" y="3958"/>
                    <a:pt x="15181" y="4161"/>
                    <a:pt x="15113" y="4325"/>
                  </a:cubicBezTo>
                  <a:cubicBezTo>
                    <a:pt x="15048" y="4486"/>
                    <a:pt x="14836" y="4568"/>
                    <a:pt x="14483" y="4568"/>
                  </a:cubicBezTo>
                  <a:lnTo>
                    <a:pt x="12159" y="4568"/>
                  </a:lnTo>
                  <a:lnTo>
                    <a:pt x="12159" y="9422"/>
                  </a:lnTo>
                  <a:lnTo>
                    <a:pt x="17042" y="9422"/>
                  </a:lnTo>
                  <a:lnTo>
                    <a:pt x="17042" y="7120"/>
                  </a:lnTo>
                  <a:cubicBezTo>
                    <a:pt x="17042" y="6770"/>
                    <a:pt x="17121" y="6561"/>
                    <a:pt x="17285" y="6494"/>
                  </a:cubicBezTo>
                  <a:cubicBezTo>
                    <a:pt x="17448" y="6426"/>
                    <a:pt x="17649" y="6513"/>
                    <a:pt x="17895" y="6756"/>
                  </a:cubicBezTo>
                  <a:lnTo>
                    <a:pt x="21357" y="1021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7" name="AutoShape 37"/>
            <p:cNvSpPr>
              <a:spLocks/>
            </p:cNvSpPr>
            <p:nvPr/>
          </p:nvSpPr>
          <p:spPr bwMode="auto">
            <a:xfrm>
              <a:off x="8049842" y="226494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412" y="0"/>
                  </a:moveTo>
                  <a:cubicBezTo>
                    <a:pt x="20751" y="0"/>
                    <a:pt x="21033" y="104"/>
                    <a:pt x="21260" y="316"/>
                  </a:cubicBezTo>
                  <a:cubicBezTo>
                    <a:pt x="21487" y="530"/>
                    <a:pt x="21599" y="790"/>
                    <a:pt x="21599" y="1109"/>
                  </a:cubicBezTo>
                  <a:lnTo>
                    <a:pt x="21599" y="15003"/>
                  </a:lnTo>
                  <a:cubicBezTo>
                    <a:pt x="21599" y="15537"/>
                    <a:pt x="21466" y="16008"/>
                    <a:pt x="21203" y="16415"/>
                  </a:cubicBezTo>
                  <a:cubicBezTo>
                    <a:pt x="20936" y="16827"/>
                    <a:pt x="20582" y="17169"/>
                    <a:pt x="20143" y="17446"/>
                  </a:cubicBezTo>
                  <a:cubicBezTo>
                    <a:pt x="19700" y="17719"/>
                    <a:pt x="19219" y="17931"/>
                    <a:pt x="18701" y="18078"/>
                  </a:cubicBezTo>
                  <a:cubicBezTo>
                    <a:pt x="18177" y="18228"/>
                    <a:pt x="17668" y="18301"/>
                    <a:pt x="17174" y="18301"/>
                  </a:cubicBezTo>
                  <a:cubicBezTo>
                    <a:pt x="16686" y="18301"/>
                    <a:pt x="16172" y="18228"/>
                    <a:pt x="15644" y="18078"/>
                  </a:cubicBezTo>
                  <a:cubicBezTo>
                    <a:pt x="15117" y="17931"/>
                    <a:pt x="14642" y="17719"/>
                    <a:pt x="14215" y="17446"/>
                  </a:cubicBezTo>
                  <a:cubicBezTo>
                    <a:pt x="13788" y="17169"/>
                    <a:pt x="13445" y="16830"/>
                    <a:pt x="13179" y="16423"/>
                  </a:cubicBezTo>
                  <a:cubicBezTo>
                    <a:pt x="12912" y="16019"/>
                    <a:pt x="12779" y="15545"/>
                    <a:pt x="12779" y="15003"/>
                  </a:cubicBezTo>
                  <a:cubicBezTo>
                    <a:pt x="12779" y="14492"/>
                    <a:pt x="12912" y="14029"/>
                    <a:pt x="13179" y="13611"/>
                  </a:cubicBezTo>
                  <a:cubicBezTo>
                    <a:pt x="13445" y="13198"/>
                    <a:pt x="13788" y="12851"/>
                    <a:pt x="14215" y="12572"/>
                  </a:cubicBezTo>
                  <a:cubicBezTo>
                    <a:pt x="14642" y="12295"/>
                    <a:pt x="15117" y="12080"/>
                    <a:pt x="15644" y="11936"/>
                  </a:cubicBezTo>
                  <a:cubicBezTo>
                    <a:pt x="16172" y="11792"/>
                    <a:pt x="16686" y="11719"/>
                    <a:pt x="17174" y="11719"/>
                  </a:cubicBezTo>
                  <a:cubicBezTo>
                    <a:pt x="17441" y="11719"/>
                    <a:pt x="17692" y="11736"/>
                    <a:pt x="17940" y="11775"/>
                  </a:cubicBezTo>
                  <a:cubicBezTo>
                    <a:pt x="18183" y="11812"/>
                    <a:pt x="18422" y="11854"/>
                    <a:pt x="18652" y="11908"/>
                  </a:cubicBezTo>
                  <a:lnTo>
                    <a:pt x="18652" y="4648"/>
                  </a:lnTo>
                  <a:lnTo>
                    <a:pt x="8823" y="7285"/>
                  </a:lnTo>
                  <a:lnTo>
                    <a:pt x="8823" y="18301"/>
                  </a:lnTo>
                  <a:cubicBezTo>
                    <a:pt x="8823" y="18835"/>
                    <a:pt x="8690" y="19307"/>
                    <a:pt x="8423" y="19716"/>
                  </a:cubicBezTo>
                  <a:cubicBezTo>
                    <a:pt x="8157" y="20125"/>
                    <a:pt x="7811" y="20467"/>
                    <a:pt x="7384" y="20744"/>
                  </a:cubicBezTo>
                  <a:cubicBezTo>
                    <a:pt x="6960" y="21018"/>
                    <a:pt x="6485" y="21230"/>
                    <a:pt x="5955" y="21376"/>
                  </a:cubicBezTo>
                  <a:cubicBezTo>
                    <a:pt x="5428" y="21526"/>
                    <a:pt x="4919" y="21600"/>
                    <a:pt x="4425" y="21600"/>
                  </a:cubicBezTo>
                  <a:cubicBezTo>
                    <a:pt x="3913" y="21600"/>
                    <a:pt x="3398" y="21526"/>
                    <a:pt x="2880" y="21376"/>
                  </a:cubicBezTo>
                  <a:cubicBezTo>
                    <a:pt x="2362" y="21230"/>
                    <a:pt x="1887" y="21018"/>
                    <a:pt x="1450" y="20744"/>
                  </a:cubicBezTo>
                  <a:cubicBezTo>
                    <a:pt x="1014" y="20467"/>
                    <a:pt x="666" y="20125"/>
                    <a:pt x="399" y="19716"/>
                  </a:cubicBezTo>
                  <a:cubicBezTo>
                    <a:pt x="133" y="19307"/>
                    <a:pt x="0" y="18835"/>
                    <a:pt x="0" y="18301"/>
                  </a:cubicBezTo>
                  <a:cubicBezTo>
                    <a:pt x="0" y="17790"/>
                    <a:pt x="133" y="17327"/>
                    <a:pt x="399" y="16909"/>
                  </a:cubicBezTo>
                  <a:cubicBezTo>
                    <a:pt x="666" y="16497"/>
                    <a:pt x="1014" y="16149"/>
                    <a:pt x="1450" y="15870"/>
                  </a:cubicBezTo>
                  <a:cubicBezTo>
                    <a:pt x="1887" y="15590"/>
                    <a:pt x="2362" y="15376"/>
                    <a:pt x="2880" y="15229"/>
                  </a:cubicBezTo>
                  <a:cubicBezTo>
                    <a:pt x="3398" y="15079"/>
                    <a:pt x="3913" y="15003"/>
                    <a:pt x="4425" y="15003"/>
                  </a:cubicBezTo>
                  <a:cubicBezTo>
                    <a:pt x="4667" y="15003"/>
                    <a:pt x="4913" y="15023"/>
                    <a:pt x="5158" y="15059"/>
                  </a:cubicBezTo>
                  <a:cubicBezTo>
                    <a:pt x="5403" y="15096"/>
                    <a:pt x="5649" y="15144"/>
                    <a:pt x="5888" y="15209"/>
                  </a:cubicBezTo>
                  <a:lnTo>
                    <a:pt x="5888" y="4676"/>
                  </a:lnTo>
                  <a:cubicBezTo>
                    <a:pt x="5888" y="4433"/>
                    <a:pt x="5967" y="4216"/>
                    <a:pt x="6121" y="4029"/>
                  </a:cubicBezTo>
                  <a:cubicBezTo>
                    <a:pt x="6276" y="3837"/>
                    <a:pt x="6482" y="3707"/>
                    <a:pt x="6745" y="3634"/>
                  </a:cubicBezTo>
                  <a:cubicBezTo>
                    <a:pt x="6966" y="3583"/>
                    <a:pt x="7445" y="3453"/>
                    <a:pt x="8187" y="3241"/>
                  </a:cubicBezTo>
                  <a:cubicBezTo>
                    <a:pt x="8926" y="3035"/>
                    <a:pt x="9786" y="2798"/>
                    <a:pt x="10771" y="2533"/>
                  </a:cubicBezTo>
                  <a:cubicBezTo>
                    <a:pt x="11755" y="2267"/>
                    <a:pt x="12791" y="1985"/>
                    <a:pt x="13888" y="1688"/>
                  </a:cubicBezTo>
                  <a:cubicBezTo>
                    <a:pt x="14984" y="1392"/>
                    <a:pt x="16005" y="1118"/>
                    <a:pt x="16947" y="872"/>
                  </a:cubicBezTo>
                  <a:cubicBezTo>
                    <a:pt x="17892" y="624"/>
                    <a:pt x="18683" y="415"/>
                    <a:pt x="19328" y="248"/>
                  </a:cubicBezTo>
                  <a:cubicBezTo>
                    <a:pt x="19976" y="81"/>
                    <a:pt x="20336" y="0"/>
                    <a:pt x="20412"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8" name="AutoShape 38"/>
            <p:cNvSpPr>
              <a:spLocks/>
            </p:cNvSpPr>
            <p:nvPr/>
          </p:nvSpPr>
          <p:spPr bwMode="auto">
            <a:xfrm>
              <a:off x="8978475" y="2277040"/>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600"/>
                    <a:pt x="10775" y="21600"/>
                  </a:cubicBezTo>
                  <a:cubicBezTo>
                    <a:pt x="9287" y="21600"/>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9" name="AutoShape 39"/>
            <p:cNvSpPr>
              <a:spLocks/>
            </p:cNvSpPr>
            <p:nvPr/>
          </p:nvSpPr>
          <p:spPr bwMode="auto">
            <a:xfrm>
              <a:off x="9933116" y="2266764"/>
              <a:ext cx="417495" cy="417495"/>
            </a:xfrm>
            <a:custGeom>
              <a:avLst/>
              <a:gdLst>
                <a:gd name="T0" fmla="*/ 208738 w 21595"/>
                <a:gd name="T1" fmla="*/ 208747 h 21600"/>
                <a:gd name="T2" fmla="*/ 208738 w 21595"/>
                <a:gd name="T3" fmla="*/ 208747 h 21600"/>
                <a:gd name="T4" fmla="*/ 208738 w 21595"/>
                <a:gd name="T5" fmla="*/ 208747 h 21600"/>
                <a:gd name="T6" fmla="*/ 208738 w 21595"/>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5"/>
                  </a:lnTo>
                  <a:cubicBezTo>
                    <a:pt x="10482" y="20930"/>
                    <a:pt x="10237" y="21146"/>
                    <a:pt x="9929" y="21330"/>
                  </a:cubicBezTo>
                  <a:cubicBezTo>
                    <a:pt x="9620" y="21511"/>
                    <a:pt x="9339" y="21600"/>
                    <a:pt x="9079" y="21600"/>
                  </a:cubicBezTo>
                  <a:lnTo>
                    <a:pt x="8043" y="21600"/>
                  </a:lnTo>
                  <a:lnTo>
                    <a:pt x="8043" y="2159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0" name="AutoShape 40"/>
            <p:cNvSpPr>
              <a:spLocks/>
            </p:cNvSpPr>
            <p:nvPr/>
          </p:nvSpPr>
          <p:spPr bwMode="auto">
            <a:xfrm>
              <a:off x="10957346"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6"/>
                    <a:pt x="18449" y="3156"/>
                  </a:cubicBezTo>
                  <a:cubicBezTo>
                    <a:pt x="19432" y="4136"/>
                    <a:pt x="20201" y="5279"/>
                    <a:pt x="20760" y="6590"/>
                  </a:cubicBezTo>
                  <a:cubicBezTo>
                    <a:pt x="21317" y="7903"/>
                    <a:pt x="21599" y="9306"/>
                    <a:pt x="21599" y="10800"/>
                  </a:cubicBezTo>
                  <a:cubicBezTo>
                    <a:pt x="21599" y="12296"/>
                    <a:pt x="21317" y="13699"/>
                    <a:pt x="20760" y="15009"/>
                  </a:cubicBezTo>
                  <a:cubicBezTo>
                    <a:pt x="20201" y="16322"/>
                    <a:pt x="19430" y="17466"/>
                    <a:pt x="18449" y="18443"/>
                  </a:cubicBezTo>
                  <a:cubicBezTo>
                    <a:pt x="17463" y="19423"/>
                    <a:pt x="16319" y="20191"/>
                    <a:pt x="15011" y="20752"/>
                  </a:cubicBezTo>
                  <a:cubicBezTo>
                    <a:pt x="13705" y="21320"/>
                    <a:pt x="12301" y="21600"/>
                    <a:pt x="10807" y="21600"/>
                  </a:cubicBezTo>
                  <a:cubicBezTo>
                    <a:pt x="9309" y="21600"/>
                    <a:pt x="7905" y="21320"/>
                    <a:pt x="6594" y="20752"/>
                  </a:cubicBezTo>
                  <a:cubicBezTo>
                    <a:pt x="5280" y="20191"/>
                    <a:pt x="4136" y="19423"/>
                    <a:pt x="3158" y="18443"/>
                  </a:cubicBezTo>
                  <a:cubicBezTo>
                    <a:pt x="2178" y="17466"/>
                    <a:pt x="1409" y="16322"/>
                    <a:pt x="847" y="15009"/>
                  </a:cubicBezTo>
                  <a:cubicBezTo>
                    <a:pt x="282" y="13699"/>
                    <a:pt x="0" y="12296"/>
                    <a:pt x="0" y="10800"/>
                  </a:cubicBezTo>
                  <a:cubicBezTo>
                    <a:pt x="0" y="9306"/>
                    <a:pt x="282" y="7903"/>
                    <a:pt x="847" y="6590"/>
                  </a:cubicBezTo>
                  <a:cubicBezTo>
                    <a:pt x="1409" y="5279"/>
                    <a:pt x="2181" y="4136"/>
                    <a:pt x="3158" y="3156"/>
                  </a:cubicBezTo>
                  <a:cubicBezTo>
                    <a:pt x="4136" y="2176"/>
                    <a:pt x="5280" y="1408"/>
                    <a:pt x="6594" y="847"/>
                  </a:cubicBezTo>
                  <a:cubicBezTo>
                    <a:pt x="7902" y="282"/>
                    <a:pt x="9306" y="0"/>
                    <a:pt x="10807" y="0"/>
                  </a:cubicBezTo>
                  <a:moveTo>
                    <a:pt x="10807" y="18355"/>
                  </a:moveTo>
                  <a:cubicBezTo>
                    <a:pt x="11860" y="18355"/>
                    <a:pt x="12844" y="18158"/>
                    <a:pt x="13756" y="17762"/>
                  </a:cubicBezTo>
                  <a:cubicBezTo>
                    <a:pt x="14666" y="17364"/>
                    <a:pt x="15463" y="16825"/>
                    <a:pt x="16147" y="16139"/>
                  </a:cubicBezTo>
                  <a:cubicBezTo>
                    <a:pt x="16836" y="15453"/>
                    <a:pt x="17378" y="14656"/>
                    <a:pt x="17774" y="13747"/>
                  </a:cubicBezTo>
                  <a:cubicBezTo>
                    <a:pt x="18169" y="12838"/>
                    <a:pt x="18367" y="11853"/>
                    <a:pt x="18367" y="10799"/>
                  </a:cubicBezTo>
                  <a:cubicBezTo>
                    <a:pt x="18367" y="9746"/>
                    <a:pt x="18169" y="8764"/>
                    <a:pt x="17774" y="7852"/>
                  </a:cubicBezTo>
                  <a:cubicBezTo>
                    <a:pt x="17376" y="6942"/>
                    <a:pt x="16836" y="6146"/>
                    <a:pt x="16147" y="5460"/>
                  </a:cubicBezTo>
                  <a:cubicBezTo>
                    <a:pt x="15466" y="4774"/>
                    <a:pt x="14666" y="4235"/>
                    <a:pt x="13748" y="3839"/>
                  </a:cubicBezTo>
                  <a:cubicBezTo>
                    <a:pt x="12832" y="3444"/>
                    <a:pt x="11852" y="3244"/>
                    <a:pt x="10807" y="3244"/>
                  </a:cubicBezTo>
                  <a:cubicBezTo>
                    <a:pt x="9753" y="3244"/>
                    <a:pt x="8764" y="3444"/>
                    <a:pt x="7851" y="3839"/>
                  </a:cubicBezTo>
                  <a:cubicBezTo>
                    <a:pt x="6936" y="4235"/>
                    <a:pt x="6139" y="4774"/>
                    <a:pt x="5455" y="5460"/>
                  </a:cubicBezTo>
                  <a:cubicBezTo>
                    <a:pt x="4772" y="6146"/>
                    <a:pt x="4235" y="6942"/>
                    <a:pt x="3839" y="7852"/>
                  </a:cubicBezTo>
                  <a:cubicBezTo>
                    <a:pt x="3444" y="8764"/>
                    <a:pt x="3246" y="9746"/>
                    <a:pt x="3246" y="10799"/>
                  </a:cubicBezTo>
                  <a:cubicBezTo>
                    <a:pt x="3246" y="11853"/>
                    <a:pt x="3444" y="12838"/>
                    <a:pt x="3839" y="13747"/>
                  </a:cubicBezTo>
                  <a:cubicBezTo>
                    <a:pt x="4238" y="14656"/>
                    <a:pt x="4774" y="15453"/>
                    <a:pt x="5455" y="16139"/>
                  </a:cubicBezTo>
                  <a:cubicBezTo>
                    <a:pt x="6136" y="16825"/>
                    <a:pt x="6933" y="17364"/>
                    <a:pt x="7851" y="17762"/>
                  </a:cubicBezTo>
                  <a:cubicBezTo>
                    <a:pt x="8764" y="18160"/>
                    <a:pt x="9753" y="18355"/>
                    <a:pt x="10807" y="18355"/>
                  </a:cubicBezTo>
                  <a:moveTo>
                    <a:pt x="14674" y="7397"/>
                  </a:moveTo>
                  <a:cubicBezTo>
                    <a:pt x="14765" y="7307"/>
                    <a:pt x="14889" y="7262"/>
                    <a:pt x="15047" y="7262"/>
                  </a:cubicBezTo>
                  <a:cubicBezTo>
                    <a:pt x="15206" y="7262"/>
                    <a:pt x="15333" y="7307"/>
                    <a:pt x="15432" y="7397"/>
                  </a:cubicBezTo>
                  <a:lnTo>
                    <a:pt x="16972" y="8950"/>
                  </a:lnTo>
                  <a:cubicBezTo>
                    <a:pt x="17065" y="9040"/>
                    <a:pt x="17113" y="9165"/>
                    <a:pt x="17118" y="9323"/>
                  </a:cubicBezTo>
                  <a:cubicBezTo>
                    <a:pt x="17121" y="9478"/>
                    <a:pt x="17073" y="9605"/>
                    <a:pt x="16972" y="9693"/>
                  </a:cubicBezTo>
                  <a:lnTo>
                    <a:pt x="11442" y="15235"/>
                  </a:lnTo>
                  <a:cubicBezTo>
                    <a:pt x="11335" y="15343"/>
                    <a:pt x="11188" y="15436"/>
                    <a:pt x="11004" y="15506"/>
                  </a:cubicBezTo>
                  <a:cubicBezTo>
                    <a:pt x="10821" y="15577"/>
                    <a:pt x="10651" y="15614"/>
                    <a:pt x="10496" y="15614"/>
                  </a:cubicBezTo>
                  <a:lnTo>
                    <a:pt x="8953" y="15614"/>
                  </a:lnTo>
                  <a:cubicBezTo>
                    <a:pt x="8809" y="15614"/>
                    <a:pt x="8645" y="15577"/>
                    <a:pt x="8453" y="15506"/>
                  </a:cubicBezTo>
                  <a:cubicBezTo>
                    <a:pt x="8261" y="15436"/>
                    <a:pt x="8114" y="15343"/>
                    <a:pt x="8007" y="15235"/>
                  </a:cubicBezTo>
                  <a:lnTo>
                    <a:pt x="4627" y="11855"/>
                  </a:lnTo>
                  <a:cubicBezTo>
                    <a:pt x="4537" y="11768"/>
                    <a:pt x="4492" y="11644"/>
                    <a:pt x="4492" y="11486"/>
                  </a:cubicBezTo>
                  <a:cubicBezTo>
                    <a:pt x="4492" y="11327"/>
                    <a:pt x="4537" y="11206"/>
                    <a:pt x="4627" y="11113"/>
                  </a:cubicBezTo>
                  <a:lnTo>
                    <a:pt x="6181" y="9560"/>
                  </a:lnTo>
                  <a:cubicBezTo>
                    <a:pt x="6272" y="9467"/>
                    <a:pt x="6396" y="9424"/>
                    <a:pt x="6554" y="9424"/>
                  </a:cubicBezTo>
                  <a:cubicBezTo>
                    <a:pt x="6713" y="9424"/>
                    <a:pt x="6837" y="9467"/>
                    <a:pt x="6927" y="9560"/>
                  </a:cubicBezTo>
                  <a:lnTo>
                    <a:pt x="9337" y="11994"/>
                  </a:lnTo>
                  <a:cubicBezTo>
                    <a:pt x="9597" y="12217"/>
                    <a:pt x="9860" y="12217"/>
                    <a:pt x="10120" y="11994"/>
                  </a:cubicBezTo>
                  <a:lnTo>
                    <a:pt x="14674" y="73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1" name="AutoShape 41"/>
            <p:cNvSpPr>
              <a:spLocks/>
            </p:cNvSpPr>
            <p:nvPr/>
          </p:nvSpPr>
          <p:spPr bwMode="auto">
            <a:xfrm>
              <a:off x="11955558"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600"/>
                    <a:pt x="10807" y="21600"/>
                  </a:cubicBezTo>
                  <a:cubicBezTo>
                    <a:pt x="9309" y="21600"/>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2" name="AutoShape 42"/>
            <p:cNvSpPr>
              <a:spLocks/>
            </p:cNvSpPr>
            <p:nvPr/>
          </p:nvSpPr>
          <p:spPr bwMode="auto">
            <a:xfrm>
              <a:off x="12971330" y="2268584"/>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55" y="7482"/>
                  </a:moveTo>
                  <a:lnTo>
                    <a:pt x="5879" y="19672"/>
                  </a:lnTo>
                  <a:lnTo>
                    <a:pt x="0" y="21600"/>
                  </a:lnTo>
                  <a:lnTo>
                    <a:pt x="1929" y="15721"/>
                  </a:lnTo>
                  <a:lnTo>
                    <a:pt x="14117" y="3542"/>
                  </a:lnTo>
                  <a:lnTo>
                    <a:pt x="18055" y="7482"/>
                  </a:lnTo>
                  <a:close/>
                  <a:moveTo>
                    <a:pt x="14484" y="6483"/>
                  </a:moveTo>
                  <a:cubicBezTo>
                    <a:pt x="14672" y="6295"/>
                    <a:pt x="14672" y="6092"/>
                    <a:pt x="14484" y="5878"/>
                  </a:cubicBezTo>
                  <a:cubicBezTo>
                    <a:pt x="14393" y="5784"/>
                    <a:pt x="14287" y="5737"/>
                    <a:pt x="14169" y="5737"/>
                  </a:cubicBezTo>
                  <a:cubicBezTo>
                    <a:pt x="14052" y="5737"/>
                    <a:pt x="13958" y="5784"/>
                    <a:pt x="13882" y="5878"/>
                  </a:cubicBezTo>
                  <a:lnTo>
                    <a:pt x="4179" y="15554"/>
                  </a:lnTo>
                  <a:cubicBezTo>
                    <a:pt x="4085" y="15648"/>
                    <a:pt x="4035" y="15751"/>
                    <a:pt x="4035" y="15868"/>
                  </a:cubicBezTo>
                  <a:cubicBezTo>
                    <a:pt x="4035" y="15986"/>
                    <a:pt x="4085" y="16092"/>
                    <a:pt x="4179" y="16186"/>
                  </a:cubicBezTo>
                  <a:cubicBezTo>
                    <a:pt x="4252" y="16262"/>
                    <a:pt x="4358" y="16297"/>
                    <a:pt x="4487" y="16297"/>
                  </a:cubicBezTo>
                  <a:cubicBezTo>
                    <a:pt x="4598" y="16297"/>
                    <a:pt x="4695" y="16262"/>
                    <a:pt x="4784" y="16186"/>
                  </a:cubicBezTo>
                  <a:lnTo>
                    <a:pt x="14484" y="6483"/>
                  </a:lnTo>
                  <a:close/>
                  <a:moveTo>
                    <a:pt x="21106" y="2068"/>
                  </a:moveTo>
                  <a:cubicBezTo>
                    <a:pt x="21435" y="2394"/>
                    <a:pt x="21599" y="2790"/>
                    <a:pt x="21599" y="3254"/>
                  </a:cubicBezTo>
                  <a:cubicBezTo>
                    <a:pt x="21599" y="3721"/>
                    <a:pt x="21435" y="4109"/>
                    <a:pt x="21106" y="4429"/>
                  </a:cubicBezTo>
                  <a:lnTo>
                    <a:pt x="19435" y="6101"/>
                  </a:lnTo>
                  <a:lnTo>
                    <a:pt x="15497" y="2165"/>
                  </a:lnTo>
                  <a:lnTo>
                    <a:pt x="17171" y="490"/>
                  </a:lnTo>
                  <a:cubicBezTo>
                    <a:pt x="17494" y="164"/>
                    <a:pt x="17890" y="0"/>
                    <a:pt x="18348" y="0"/>
                  </a:cubicBezTo>
                  <a:cubicBezTo>
                    <a:pt x="18807" y="0"/>
                    <a:pt x="19203" y="164"/>
                    <a:pt x="19529" y="490"/>
                  </a:cubicBezTo>
                  <a:lnTo>
                    <a:pt x="20331" y="1266"/>
                  </a:lnTo>
                  <a:lnTo>
                    <a:pt x="21106" y="206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3" name="AutoShape 43"/>
            <p:cNvSpPr>
              <a:spLocks/>
            </p:cNvSpPr>
            <p:nvPr/>
          </p:nvSpPr>
          <p:spPr bwMode="auto">
            <a:xfrm>
              <a:off x="13943530" y="226676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600"/>
                    <a:pt x="20263" y="21600"/>
                  </a:cubicBezTo>
                  <a:lnTo>
                    <a:pt x="1346" y="21600"/>
                  </a:lnTo>
                  <a:cubicBezTo>
                    <a:pt x="981" y="21600"/>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lnTo>
                    <a:pt x="18001" y="1728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4" name="AutoShape 44"/>
            <p:cNvSpPr>
              <a:spLocks/>
            </p:cNvSpPr>
            <p:nvPr/>
          </p:nvSpPr>
          <p:spPr bwMode="auto">
            <a:xfrm>
              <a:off x="14953846" y="2268584"/>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600"/>
                    <a:pt x="7762" y="21600"/>
                  </a:cubicBezTo>
                  <a:lnTo>
                    <a:pt x="7705" y="21600"/>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5" name="AutoShape 45"/>
            <p:cNvSpPr>
              <a:spLocks/>
            </p:cNvSpPr>
            <p:nvPr/>
          </p:nvSpPr>
          <p:spPr bwMode="auto">
            <a:xfrm>
              <a:off x="15941800"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599" y="9422"/>
                    <a:pt x="21599" y="9786"/>
                  </a:cubicBezTo>
                  <a:lnTo>
                    <a:pt x="21599" y="11813"/>
                  </a:lnTo>
                  <a:cubicBezTo>
                    <a:pt x="21599" y="12180"/>
                    <a:pt x="21470" y="12489"/>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600"/>
                    <a:pt x="11811" y="21600"/>
                  </a:cubicBezTo>
                  <a:lnTo>
                    <a:pt x="9787" y="21600"/>
                  </a:lnTo>
                  <a:cubicBezTo>
                    <a:pt x="9423" y="21600"/>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6" name="AutoShape 46"/>
            <p:cNvSpPr>
              <a:spLocks/>
            </p:cNvSpPr>
            <p:nvPr/>
          </p:nvSpPr>
          <p:spPr bwMode="auto">
            <a:xfrm>
              <a:off x="16950280" y="226676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79"/>
                    <a:pt x="15011" y="847"/>
                  </a:cubicBezTo>
                  <a:cubicBezTo>
                    <a:pt x="16319" y="1408"/>
                    <a:pt x="17463" y="2176"/>
                    <a:pt x="18449" y="3156"/>
                  </a:cubicBezTo>
                  <a:cubicBezTo>
                    <a:pt x="19432" y="4136"/>
                    <a:pt x="20201" y="5279"/>
                    <a:pt x="20760" y="6590"/>
                  </a:cubicBezTo>
                  <a:cubicBezTo>
                    <a:pt x="21317" y="7903"/>
                    <a:pt x="21599" y="9306"/>
                    <a:pt x="21599" y="10799"/>
                  </a:cubicBezTo>
                  <a:cubicBezTo>
                    <a:pt x="21599" y="12296"/>
                    <a:pt x="21317" y="13699"/>
                    <a:pt x="20760" y="15009"/>
                  </a:cubicBezTo>
                  <a:cubicBezTo>
                    <a:pt x="20201" y="16322"/>
                    <a:pt x="19430" y="17466"/>
                    <a:pt x="18449" y="18443"/>
                  </a:cubicBezTo>
                  <a:cubicBezTo>
                    <a:pt x="17463" y="19422"/>
                    <a:pt x="16319" y="20191"/>
                    <a:pt x="15011" y="20755"/>
                  </a:cubicBezTo>
                  <a:cubicBezTo>
                    <a:pt x="13705" y="21320"/>
                    <a:pt x="12301" y="21600"/>
                    <a:pt x="10807" y="21600"/>
                  </a:cubicBezTo>
                  <a:cubicBezTo>
                    <a:pt x="9309" y="21600"/>
                    <a:pt x="7905" y="21320"/>
                    <a:pt x="6594" y="20755"/>
                  </a:cubicBezTo>
                  <a:cubicBezTo>
                    <a:pt x="5280" y="20191"/>
                    <a:pt x="4136" y="19423"/>
                    <a:pt x="3158" y="18443"/>
                  </a:cubicBezTo>
                  <a:cubicBezTo>
                    <a:pt x="2178" y="17466"/>
                    <a:pt x="1409" y="16322"/>
                    <a:pt x="847" y="15009"/>
                  </a:cubicBezTo>
                  <a:cubicBezTo>
                    <a:pt x="282" y="13699"/>
                    <a:pt x="0" y="12296"/>
                    <a:pt x="0" y="10799"/>
                  </a:cubicBezTo>
                  <a:cubicBezTo>
                    <a:pt x="0" y="9306"/>
                    <a:pt x="282" y="7903"/>
                    <a:pt x="847" y="6590"/>
                  </a:cubicBezTo>
                  <a:cubicBezTo>
                    <a:pt x="1409" y="5279"/>
                    <a:pt x="2181" y="4136"/>
                    <a:pt x="3158" y="3156"/>
                  </a:cubicBezTo>
                  <a:cubicBezTo>
                    <a:pt x="4136" y="2176"/>
                    <a:pt x="5280" y="1408"/>
                    <a:pt x="6594" y="847"/>
                  </a:cubicBezTo>
                  <a:cubicBezTo>
                    <a:pt x="7902" y="282"/>
                    <a:pt x="9306" y="0"/>
                    <a:pt x="10807" y="0"/>
                  </a:cubicBezTo>
                  <a:moveTo>
                    <a:pt x="17042" y="9749"/>
                  </a:moveTo>
                  <a:cubicBezTo>
                    <a:pt x="17042" y="9622"/>
                    <a:pt x="16994" y="9518"/>
                    <a:pt x="16898" y="9433"/>
                  </a:cubicBezTo>
                  <a:cubicBezTo>
                    <a:pt x="16805" y="9345"/>
                    <a:pt x="16703" y="9303"/>
                    <a:pt x="16596" y="9303"/>
                  </a:cubicBezTo>
                  <a:lnTo>
                    <a:pt x="12349" y="9303"/>
                  </a:lnTo>
                  <a:lnTo>
                    <a:pt x="12349" y="4627"/>
                  </a:lnTo>
                  <a:cubicBezTo>
                    <a:pt x="12349" y="4328"/>
                    <a:pt x="12202" y="4184"/>
                    <a:pt x="11917" y="4192"/>
                  </a:cubicBezTo>
                  <a:lnTo>
                    <a:pt x="9699" y="4192"/>
                  </a:lnTo>
                  <a:cubicBezTo>
                    <a:pt x="9402" y="4192"/>
                    <a:pt x="9253" y="4336"/>
                    <a:pt x="9253" y="4627"/>
                  </a:cubicBezTo>
                  <a:lnTo>
                    <a:pt x="9253" y="9303"/>
                  </a:lnTo>
                  <a:lnTo>
                    <a:pt x="5020" y="9303"/>
                  </a:lnTo>
                  <a:cubicBezTo>
                    <a:pt x="4724" y="9303"/>
                    <a:pt x="4574" y="9453"/>
                    <a:pt x="4574" y="9749"/>
                  </a:cubicBezTo>
                  <a:lnTo>
                    <a:pt x="4574" y="11884"/>
                  </a:lnTo>
                  <a:cubicBezTo>
                    <a:pt x="4574" y="12180"/>
                    <a:pt x="4724" y="12330"/>
                    <a:pt x="5020" y="12330"/>
                  </a:cubicBezTo>
                  <a:lnTo>
                    <a:pt x="9253" y="12330"/>
                  </a:lnTo>
                  <a:lnTo>
                    <a:pt x="9253" y="16980"/>
                  </a:lnTo>
                  <a:cubicBezTo>
                    <a:pt x="9253" y="17277"/>
                    <a:pt x="9402" y="17424"/>
                    <a:pt x="9699" y="17412"/>
                  </a:cubicBezTo>
                  <a:lnTo>
                    <a:pt x="11917" y="17412"/>
                  </a:lnTo>
                  <a:cubicBezTo>
                    <a:pt x="12214" y="17412"/>
                    <a:pt x="12358" y="17268"/>
                    <a:pt x="12349" y="16980"/>
                  </a:cubicBezTo>
                  <a:lnTo>
                    <a:pt x="12349" y="12330"/>
                  </a:lnTo>
                  <a:lnTo>
                    <a:pt x="16596" y="12330"/>
                  </a:lnTo>
                  <a:cubicBezTo>
                    <a:pt x="16703" y="12330"/>
                    <a:pt x="16805" y="12287"/>
                    <a:pt x="16898" y="12200"/>
                  </a:cubicBezTo>
                  <a:cubicBezTo>
                    <a:pt x="16994" y="12118"/>
                    <a:pt x="17042" y="12011"/>
                    <a:pt x="17042" y="11884"/>
                  </a:cubicBezTo>
                  <a:lnTo>
                    <a:pt x="17042" y="974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7" name="AutoShape 47"/>
            <p:cNvSpPr>
              <a:spLocks/>
            </p:cNvSpPr>
            <p:nvPr/>
          </p:nvSpPr>
          <p:spPr bwMode="auto">
            <a:xfrm>
              <a:off x="17978142" y="2268584"/>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16" y="12964"/>
                  </a:moveTo>
                  <a:cubicBezTo>
                    <a:pt x="19281" y="12964"/>
                    <a:pt x="19631" y="13046"/>
                    <a:pt x="19959" y="13217"/>
                  </a:cubicBezTo>
                  <a:cubicBezTo>
                    <a:pt x="20287" y="13387"/>
                    <a:pt x="20571" y="13616"/>
                    <a:pt x="20806" y="13904"/>
                  </a:cubicBezTo>
                  <a:cubicBezTo>
                    <a:pt x="21049" y="14198"/>
                    <a:pt x="21240" y="14539"/>
                    <a:pt x="21384" y="14932"/>
                  </a:cubicBezTo>
                  <a:cubicBezTo>
                    <a:pt x="21529" y="15329"/>
                    <a:pt x="21599" y="15743"/>
                    <a:pt x="21599" y="16183"/>
                  </a:cubicBezTo>
                  <a:lnTo>
                    <a:pt x="21599" y="21050"/>
                  </a:lnTo>
                  <a:cubicBezTo>
                    <a:pt x="21599" y="21414"/>
                    <a:pt x="21448" y="21600"/>
                    <a:pt x="21142" y="21600"/>
                  </a:cubicBezTo>
                  <a:lnTo>
                    <a:pt x="457" y="21600"/>
                  </a:lnTo>
                  <a:cubicBezTo>
                    <a:pt x="151" y="21600"/>
                    <a:pt x="0" y="21414"/>
                    <a:pt x="0" y="21050"/>
                  </a:cubicBezTo>
                  <a:lnTo>
                    <a:pt x="0" y="16183"/>
                  </a:lnTo>
                  <a:cubicBezTo>
                    <a:pt x="0" y="15743"/>
                    <a:pt x="70" y="15329"/>
                    <a:pt x="215" y="14932"/>
                  </a:cubicBezTo>
                  <a:cubicBezTo>
                    <a:pt x="362" y="14539"/>
                    <a:pt x="558" y="14198"/>
                    <a:pt x="800" y="13904"/>
                  </a:cubicBezTo>
                  <a:cubicBezTo>
                    <a:pt x="1047" y="13616"/>
                    <a:pt x="1336" y="13387"/>
                    <a:pt x="1664" y="13217"/>
                  </a:cubicBezTo>
                  <a:cubicBezTo>
                    <a:pt x="1992" y="13046"/>
                    <a:pt x="2337" y="12964"/>
                    <a:pt x="2707" y="12964"/>
                  </a:cubicBezTo>
                  <a:lnTo>
                    <a:pt x="18916" y="12964"/>
                  </a:lnTo>
                  <a:close/>
                  <a:moveTo>
                    <a:pt x="18459" y="18348"/>
                  </a:moveTo>
                  <a:cubicBezTo>
                    <a:pt x="18459" y="18198"/>
                    <a:pt x="18412" y="18069"/>
                    <a:pt x="18321" y="17963"/>
                  </a:cubicBezTo>
                  <a:cubicBezTo>
                    <a:pt x="18233" y="17855"/>
                    <a:pt x="18126" y="17802"/>
                    <a:pt x="17998" y="17802"/>
                  </a:cubicBezTo>
                  <a:lnTo>
                    <a:pt x="3596" y="17802"/>
                  </a:lnTo>
                  <a:cubicBezTo>
                    <a:pt x="3468" y="17802"/>
                    <a:pt x="3358" y="17852"/>
                    <a:pt x="3273" y="17954"/>
                  </a:cubicBezTo>
                  <a:cubicBezTo>
                    <a:pt x="3182" y="18057"/>
                    <a:pt x="3136" y="18189"/>
                    <a:pt x="3136" y="18348"/>
                  </a:cubicBezTo>
                  <a:lnTo>
                    <a:pt x="3136" y="18886"/>
                  </a:lnTo>
                  <a:cubicBezTo>
                    <a:pt x="3136" y="19032"/>
                    <a:pt x="3182" y="19156"/>
                    <a:pt x="3273" y="19259"/>
                  </a:cubicBezTo>
                  <a:cubicBezTo>
                    <a:pt x="3358" y="19356"/>
                    <a:pt x="3468" y="19403"/>
                    <a:pt x="3596" y="19403"/>
                  </a:cubicBezTo>
                  <a:lnTo>
                    <a:pt x="18001" y="19403"/>
                  </a:lnTo>
                  <a:cubicBezTo>
                    <a:pt x="18128" y="19403"/>
                    <a:pt x="18236" y="19358"/>
                    <a:pt x="18324" y="19265"/>
                  </a:cubicBezTo>
                  <a:cubicBezTo>
                    <a:pt x="18414" y="19168"/>
                    <a:pt x="18461" y="19041"/>
                    <a:pt x="18461" y="18886"/>
                  </a:cubicBezTo>
                  <a:lnTo>
                    <a:pt x="18461" y="18348"/>
                  </a:lnTo>
                  <a:lnTo>
                    <a:pt x="18459" y="18348"/>
                  </a:lnTo>
                  <a:close/>
                  <a:moveTo>
                    <a:pt x="18001" y="11346"/>
                  </a:moveTo>
                  <a:lnTo>
                    <a:pt x="3598" y="11346"/>
                  </a:lnTo>
                  <a:lnTo>
                    <a:pt x="3598" y="1069"/>
                  </a:lnTo>
                  <a:cubicBezTo>
                    <a:pt x="3598" y="781"/>
                    <a:pt x="3684" y="528"/>
                    <a:pt x="3860" y="314"/>
                  </a:cubicBezTo>
                  <a:cubicBezTo>
                    <a:pt x="4034" y="105"/>
                    <a:pt x="4252" y="0"/>
                    <a:pt x="4511" y="0"/>
                  </a:cubicBezTo>
                  <a:lnTo>
                    <a:pt x="12140" y="0"/>
                  </a:lnTo>
                  <a:lnTo>
                    <a:pt x="12140" y="5386"/>
                  </a:lnTo>
                  <a:cubicBezTo>
                    <a:pt x="12140" y="5845"/>
                    <a:pt x="12274" y="6235"/>
                    <a:pt x="12539" y="6550"/>
                  </a:cubicBezTo>
                  <a:cubicBezTo>
                    <a:pt x="12803" y="6873"/>
                    <a:pt x="13119" y="7031"/>
                    <a:pt x="13489" y="7031"/>
                  </a:cubicBezTo>
                  <a:lnTo>
                    <a:pt x="18001" y="7031"/>
                  </a:lnTo>
                  <a:lnTo>
                    <a:pt x="18001" y="11346"/>
                  </a:lnTo>
                  <a:close/>
                  <a:moveTo>
                    <a:pt x="18001" y="5386"/>
                  </a:moveTo>
                  <a:lnTo>
                    <a:pt x="13489" y="5386"/>
                  </a:lnTo>
                  <a:lnTo>
                    <a:pt x="13489" y="0"/>
                  </a:lnTo>
                  <a:lnTo>
                    <a:pt x="18001" y="538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8" name="AutoShape 48"/>
            <p:cNvSpPr>
              <a:spLocks/>
            </p:cNvSpPr>
            <p:nvPr/>
          </p:nvSpPr>
          <p:spPr bwMode="auto">
            <a:xfrm>
              <a:off x="19032022" y="2268584"/>
              <a:ext cx="417495" cy="417494"/>
            </a:xfrm>
            <a:custGeom>
              <a:avLst/>
              <a:gdLst>
                <a:gd name="T0" fmla="*/ 208748 w 21514"/>
                <a:gd name="T1" fmla="*/ 208950 h 21589"/>
                <a:gd name="T2" fmla="*/ 208748 w 21514"/>
                <a:gd name="T3" fmla="*/ 208950 h 21589"/>
                <a:gd name="T4" fmla="*/ 208748 w 21514"/>
                <a:gd name="T5" fmla="*/ 208950 h 21589"/>
                <a:gd name="T6" fmla="*/ 208748 w 21514"/>
                <a:gd name="T7" fmla="*/ 208950 h 215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4" h="21589">
                  <a:moveTo>
                    <a:pt x="21361" y="20641"/>
                  </a:moveTo>
                  <a:cubicBezTo>
                    <a:pt x="21548" y="20866"/>
                    <a:pt x="21562" y="21109"/>
                    <a:pt x="21408" y="21357"/>
                  </a:cubicBezTo>
                  <a:cubicBezTo>
                    <a:pt x="21319" y="21501"/>
                    <a:pt x="21195" y="21577"/>
                    <a:pt x="21038" y="21589"/>
                  </a:cubicBezTo>
                  <a:cubicBezTo>
                    <a:pt x="20963" y="21589"/>
                    <a:pt x="20895" y="21560"/>
                    <a:pt x="20836" y="21507"/>
                  </a:cubicBezTo>
                  <a:lnTo>
                    <a:pt x="15037" y="17552"/>
                  </a:lnTo>
                  <a:cubicBezTo>
                    <a:pt x="14487" y="18272"/>
                    <a:pt x="13903" y="18878"/>
                    <a:pt x="13294" y="19374"/>
                  </a:cubicBezTo>
                  <a:cubicBezTo>
                    <a:pt x="12685" y="19871"/>
                    <a:pt x="12081" y="20235"/>
                    <a:pt x="11482" y="20460"/>
                  </a:cubicBezTo>
                  <a:cubicBezTo>
                    <a:pt x="10887" y="20692"/>
                    <a:pt x="10320" y="20779"/>
                    <a:pt x="9786" y="20725"/>
                  </a:cubicBezTo>
                  <a:cubicBezTo>
                    <a:pt x="9249" y="20669"/>
                    <a:pt x="8774" y="20460"/>
                    <a:pt x="8355" y="20091"/>
                  </a:cubicBezTo>
                  <a:cubicBezTo>
                    <a:pt x="7788" y="19594"/>
                    <a:pt x="7432" y="18884"/>
                    <a:pt x="7291" y="17947"/>
                  </a:cubicBezTo>
                  <a:cubicBezTo>
                    <a:pt x="7148" y="17016"/>
                    <a:pt x="7181" y="15992"/>
                    <a:pt x="7392" y="14861"/>
                  </a:cubicBezTo>
                  <a:lnTo>
                    <a:pt x="3996" y="11855"/>
                  </a:lnTo>
                  <a:cubicBezTo>
                    <a:pt x="3427" y="12151"/>
                    <a:pt x="2883" y="12295"/>
                    <a:pt x="2366" y="12283"/>
                  </a:cubicBezTo>
                  <a:cubicBezTo>
                    <a:pt x="1843" y="12278"/>
                    <a:pt x="1387" y="12097"/>
                    <a:pt x="991" y="11745"/>
                  </a:cubicBezTo>
                  <a:cubicBezTo>
                    <a:pt x="609" y="11392"/>
                    <a:pt x="340" y="10924"/>
                    <a:pt x="178" y="10334"/>
                  </a:cubicBezTo>
                  <a:cubicBezTo>
                    <a:pt x="16" y="9745"/>
                    <a:pt x="-37" y="9085"/>
                    <a:pt x="26" y="8346"/>
                  </a:cubicBezTo>
                  <a:cubicBezTo>
                    <a:pt x="87" y="7607"/>
                    <a:pt x="253" y="6831"/>
                    <a:pt x="532" y="6022"/>
                  </a:cubicBezTo>
                  <a:cubicBezTo>
                    <a:pt x="808" y="5212"/>
                    <a:pt x="1180" y="4417"/>
                    <a:pt x="1654" y="3647"/>
                  </a:cubicBezTo>
                  <a:cubicBezTo>
                    <a:pt x="2124" y="2868"/>
                    <a:pt x="2644" y="2208"/>
                    <a:pt x="3214" y="1653"/>
                  </a:cubicBezTo>
                  <a:cubicBezTo>
                    <a:pt x="3780" y="1100"/>
                    <a:pt x="4347" y="682"/>
                    <a:pt x="4919" y="400"/>
                  </a:cubicBezTo>
                  <a:cubicBezTo>
                    <a:pt x="5485" y="127"/>
                    <a:pt x="6031" y="-11"/>
                    <a:pt x="6549" y="0"/>
                  </a:cubicBezTo>
                  <a:cubicBezTo>
                    <a:pt x="7069" y="5"/>
                    <a:pt x="7523" y="186"/>
                    <a:pt x="7912" y="539"/>
                  </a:cubicBezTo>
                  <a:cubicBezTo>
                    <a:pt x="8308" y="908"/>
                    <a:pt x="8582" y="1393"/>
                    <a:pt x="8736" y="1988"/>
                  </a:cubicBezTo>
                  <a:cubicBezTo>
                    <a:pt x="8889" y="2589"/>
                    <a:pt x="8936" y="3255"/>
                    <a:pt x="8877" y="3994"/>
                  </a:cubicBezTo>
                  <a:lnTo>
                    <a:pt x="12252" y="7034"/>
                  </a:lnTo>
                  <a:cubicBezTo>
                    <a:pt x="13081" y="6467"/>
                    <a:pt x="13885" y="6137"/>
                    <a:pt x="14662" y="6047"/>
                  </a:cubicBezTo>
                  <a:cubicBezTo>
                    <a:pt x="15440" y="5960"/>
                    <a:pt x="16112" y="6168"/>
                    <a:pt x="16679" y="6682"/>
                  </a:cubicBezTo>
                  <a:cubicBezTo>
                    <a:pt x="17091" y="7051"/>
                    <a:pt x="17391" y="7542"/>
                    <a:pt x="17583" y="8148"/>
                  </a:cubicBezTo>
                  <a:cubicBezTo>
                    <a:pt x="17773" y="8752"/>
                    <a:pt x="17859" y="9432"/>
                    <a:pt x="17845" y="10179"/>
                  </a:cubicBezTo>
                  <a:cubicBezTo>
                    <a:pt x="17829" y="10929"/>
                    <a:pt x="17717" y="11722"/>
                    <a:pt x="17503" y="12571"/>
                  </a:cubicBezTo>
                  <a:cubicBezTo>
                    <a:pt x="17290" y="13414"/>
                    <a:pt x="16979" y="14263"/>
                    <a:pt x="16569" y="15110"/>
                  </a:cubicBezTo>
                  <a:lnTo>
                    <a:pt x="21361" y="20641"/>
                  </a:lnTo>
                  <a:close/>
                  <a:moveTo>
                    <a:pt x="2087" y="9948"/>
                  </a:moveTo>
                  <a:cubicBezTo>
                    <a:pt x="2244" y="10075"/>
                    <a:pt x="2431" y="10143"/>
                    <a:pt x="2649" y="10143"/>
                  </a:cubicBezTo>
                  <a:cubicBezTo>
                    <a:pt x="2881" y="10143"/>
                    <a:pt x="3125" y="10058"/>
                    <a:pt x="3382" y="9906"/>
                  </a:cubicBezTo>
                  <a:cubicBezTo>
                    <a:pt x="3637" y="9745"/>
                    <a:pt x="3907" y="9536"/>
                    <a:pt x="4183" y="9282"/>
                  </a:cubicBezTo>
                  <a:cubicBezTo>
                    <a:pt x="4460" y="9023"/>
                    <a:pt x="4731" y="8727"/>
                    <a:pt x="4998" y="8385"/>
                  </a:cubicBezTo>
                  <a:cubicBezTo>
                    <a:pt x="5263" y="8041"/>
                    <a:pt x="5511" y="7683"/>
                    <a:pt x="5743" y="7316"/>
                  </a:cubicBezTo>
                  <a:cubicBezTo>
                    <a:pt x="5813" y="7189"/>
                    <a:pt x="5844" y="7051"/>
                    <a:pt x="5820" y="6902"/>
                  </a:cubicBezTo>
                  <a:cubicBezTo>
                    <a:pt x="5797" y="6758"/>
                    <a:pt x="5743" y="6637"/>
                    <a:pt x="5652" y="6549"/>
                  </a:cubicBezTo>
                  <a:cubicBezTo>
                    <a:pt x="5549" y="6456"/>
                    <a:pt x="5434" y="6417"/>
                    <a:pt x="5310" y="6434"/>
                  </a:cubicBezTo>
                  <a:cubicBezTo>
                    <a:pt x="5186" y="6445"/>
                    <a:pt x="5083" y="6521"/>
                    <a:pt x="5001" y="6654"/>
                  </a:cubicBezTo>
                  <a:cubicBezTo>
                    <a:pt x="4417" y="7590"/>
                    <a:pt x="3902" y="8236"/>
                    <a:pt x="3455" y="8588"/>
                  </a:cubicBezTo>
                  <a:cubicBezTo>
                    <a:pt x="3005" y="8935"/>
                    <a:pt x="2736" y="9093"/>
                    <a:pt x="2647" y="9057"/>
                  </a:cubicBezTo>
                  <a:cubicBezTo>
                    <a:pt x="2541" y="8969"/>
                    <a:pt x="2424" y="8935"/>
                    <a:pt x="2298" y="8964"/>
                  </a:cubicBezTo>
                  <a:cubicBezTo>
                    <a:pt x="2171" y="8989"/>
                    <a:pt x="2070" y="9057"/>
                    <a:pt x="1996" y="9167"/>
                  </a:cubicBezTo>
                  <a:cubicBezTo>
                    <a:pt x="1923" y="9294"/>
                    <a:pt x="1895" y="9432"/>
                    <a:pt x="1918" y="9578"/>
                  </a:cubicBezTo>
                  <a:cubicBezTo>
                    <a:pt x="1942" y="9728"/>
                    <a:pt x="1998" y="9849"/>
                    <a:pt x="2087" y="9948"/>
                  </a:cubicBezTo>
                  <a:moveTo>
                    <a:pt x="9299" y="14647"/>
                  </a:moveTo>
                  <a:cubicBezTo>
                    <a:pt x="9357" y="14720"/>
                    <a:pt x="9444" y="14757"/>
                    <a:pt x="9554" y="14757"/>
                  </a:cubicBezTo>
                  <a:cubicBezTo>
                    <a:pt x="9704" y="14757"/>
                    <a:pt x="9828" y="14681"/>
                    <a:pt x="9924" y="14526"/>
                  </a:cubicBezTo>
                  <a:cubicBezTo>
                    <a:pt x="9999" y="14399"/>
                    <a:pt x="10029" y="14266"/>
                    <a:pt x="10011" y="14131"/>
                  </a:cubicBezTo>
                  <a:cubicBezTo>
                    <a:pt x="9999" y="13993"/>
                    <a:pt x="9940" y="13877"/>
                    <a:pt x="9835" y="13784"/>
                  </a:cubicBezTo>
                  <a:lnTo>
                    <a:pt x="5945" y="10301"/>
                  </a:lnTo>
                  <a:cubicBezTo>
                    <a:pt x="5825" y="10428"/>
                    <a:pt x="5701" y="10549"/>
                    <a:pt x="5579" y="10670"/>
                  </a:cubicBezTo>
                  <a:cubicBezTo>
                    <a:pt x="5457" y="10791"/>
                    <a:pt x="5333" y="10901"/>
                    <a:pt x="5216" y="10989"/>
                  </a:cubicBezTo>
                  <a:lnTo>
                    <a:pt x="9299" y="14647"/>
                  </a:lnTo>
                  <a:close/>
                  <a:moveTo>
                    <a:pt x="14353" y="15028"/>
                  </a:moveTo>
                  <a:cubicBezTo>
                    <a:pt x="14428" y="14918"/>
                    <a:pt x="14459" y="14791"/>
                    <a:pt x="14444" y="14641"/>
                  </a:cubicBezTo>
                  <a:cubicBezTo>
                    <a:pt x="14428" y="14495"/>
                    <a:pt x="14370" y="14373"/>
                    <a:pt x="14264" y="14283"/>
                  </a:cubicBezTo>
                  <a:cubicBezTo>
                    <a:pt x="14175" y="14196"/>
                    <a:pt x="14067" y="14156"/>
                    <a:pt x="13943" y="14173"/>
                  </a:cubicBezTo>
                  <a:cubicBezTo>
                    <a:pt x="13821" y="14196"/>
                    <a:pt x="13718" y="14266"/>
                    <a:pt x="13648" y="14393"/>
                  </a:cubicBezTo>
                  <a:cubicBezTo>
                    <a:pt x="13266" y="15005"/>
                    <a:pt x="12882" y="15530"/>
                    <a:pt x="12498" y="15959"/>
                  </a:cubicBezTo>
                  <a:cubicBezTo>
                    <a:pt x="12114" y="16387"/>
                    <a:pt x="11758" y="16731"/>
                    <a:pt x="11428" y="16977"/>
                  </a:cubicBezTo>
                  <a:cubicBezTo>
                    <a:pt x="11097" y="17225"/>
                    <a:pt x="10807" y="17386"/>
                    <a:pt x="10554" y="17462"/>
                  </a:cubicBezTo>
                  <a:cubicBezTo>
                    <a:pt x="10299" y="17541"/>
                    <a:pt x="10118" y="17518"/>
                    <a:pt x="10013" y="17403"/>
                  </a:cubicBezTo>
                  <a:cubicBezTo>
                    <a:pt x="9910" y="17315"/>
                    <a:pt x="9800" y="17281"/>
                    <a:pt x="9685" y="17310"/>
                  </a:cubicBezTo>
                  <a:cubicBezTo>
                    <a:pt x="9568" y="17335"/>
                    <a:pt x="9472" y="17420"/>
                    <a:pt x="9399" y="17552"/>
                  </a:cubicBezTo>
                  <a:cubicBezTo>
                    <a:pt x="9324" y="17662"/>
                    <a:pt x="9292" y="17789"/>
                    <a:pt x="9303" y="17936"/>
                  </a:cubicBezTo>
                  <a:cubicBezTo>
                    <a:pt x="9315" y="18085"/>
                    <a:pt x="9376" y="18207"/>
                    <a:pt x="9488" y="18294"/>
                  </a:cubicBezTo>
                  <a:cubicBezTo>
                    <a:pt x="9706" y="18503"/>
                    <a:pt x="9961" y="18604"/>
                    <a:pt x="10261" y="18604"/>
                  </a:cubicBezTo>
                  <a:cubicBezTo>
                    <a:pt x="10568" y="18604"/>
                    <a:pt x="10898" y="18508"/>
                    <a:pt x="11254" y="18317"/>
                  </a:cubicBezTo>
                  <a:cubicBezTo>
                    <a:pt x="11610" y="18125"/>
                    <a:pt x="11964" y="17865"/>
                    <a:pt x="12325" y="17541"/>
                  </a:cubicBezTo>
                  <a:cubicBezTo>
                    <a:pt x="12683" y="17214"/>
                    <a:pt x="13034" y="16836"/>
                    <a:pt x="13379" y="16399"/>
                  </a:cubicBezTo>
                  <a:cubicBezTo>
                    <a:pt x="13721" y="15959"/>
                    <a:pt x="14046" y="15502"/>
                    <a:pt x="14353" y="1502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9" name="AutoShape 49"/>
            <p:cNvSpPr>
              <a:spLocks/>
            </p:cNvSpPr>
            <p:nvPr/>
          </p:nvSpPr>
          <p:spPr bwMode="auto">
            <a:xfrm>
              <a:off x="17978142"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143" y="21047"/>
                  </a:moveTo>
                  <a:cubicBezTo>
                    <a:pt x="3143" y="21200"/>
                    <a:pt x="3101" y="21329"/>
                    <a:pt x="3025" y="21435"/>
                  </a:cubicBezTo>
                  <a:cubicBezTo>
                    <a:pt x="2947" y="21544"/>
                    <a:pt x="2841" y="21600"/>
                    <a:pt x="2707" y="21600"/>
                  </a:cubicBezTo>
                  <a:lnTo>
                    <a:pt x="457" y="21600"/>
                  </a:lnTo>
                  <a:cubicBezTo>
                    <a:pt x="154" y="21600"/>
                    <a:pt x="0" y="21414"/>
                    <a:pt x="0" y="21047"/>
                  </a:cubicBezTo>
                  <a:lnTo>
                    <a:pt x="0" y="17393"/>
                  </a:lnTo>
                  <a:cubicBezTo>
                    <a:pt x="0" y="17244"/>
                    <a:pt x="46" y="17114"/>
                    <a:pt x="134" y="17006"/>
                  </a:cubicBezTo>
                  <a:cubicBezTo>
                    <a:pt x="225" y="16900"/>
                    <a:pt x="332" y="16844"/>
                    <a:pt x="457" y="16844"/>
                  </a:cubicBezTo>
                  <a:lnTo>
                    <a:pt x="2707" y="16844"/>
                  </a:lnTo>
                  <a:cubicBezTo>
                    <a:pt x="2834" y="16844"/>
                    <a:pt x="2937" y="16900"/>
                    <a:pt x="3018" y="17006"/>
                  </a:cubicBezTo>
                  <a:cubicBezTo>
                    <a:pt x="3101" y="17114"/>
                    <a:pt x="3143" y="17244"/>
                    <a:pt x="3143" y="17393"/>
                  </a:cubicBezTo>
                  <a:lnTo>
                    <a:pt x="3143" y="21047"/>
                  </a:lnTo>
                  <a:close/>
                  <a:moveTo>
                    <a:pt x="7757" y="21047"/>
                  </a:moveTo>
                  <a:cubicBezTo>
                    <a:pt x="7757" y="21200"/>
                    <a:pt x="7715" y="21329"/>
                    <a:pt x="7634" y="21435"/>
                  </a:cubicBezTo>
                  <a:cubicBezTo>
                    <a:pt x="7551" y="21544"/>
                    <a:pt x="7448" y="21600"/>
                    <a:pt x="7324" y="21600"/>
                  </a:cubicBezTo>
                  <a:lnTo>
                    <a:pt x="5062" y="21600"/>
                  </a:lnTo>
                  <a:cubicBezTo>
                    <a:pt x="4934" y="21600"/>
                    <a:pt x="4829" y="21544"/>
                    <a:pt x="4739" y="21435"/>
                  </a:cubicBezTo>
                  <a:cubicBezTo>
                    <a:pt x="4648" y="21329"/>
                    <a:pt x="4604" y="21200"/>
                    <a:pt x="4604" y="21047"/>
                  </a:cubicBezTo>
                  <a:lnTo>
                    <a:pt x="4604" y="14947"/>
                  </a:lnTo>
                  <a:cubicBezTo>
                    <a:pt x="4604" y="14797"/>
                    <a:pt x="4648" y="14668"/>
                    <a:pt x="4739" y="14559"/>
                  </a:cubicBezTo>
                  <a:cubicBezTo>
                    <a:pt x="4829" y="14453"/>
                    <a:pt x="4934" y="14398"/>
                    <a:pt x="5062" y="14398"/>
                  </a:cubicBezTo>
                  <a:lnTo>
                    <a:pt x="7324" y="14398"/>
                  </a:lnTo>
                  <a:cubicBezTo>
                    <a:pt x="7448" y="14398"/>
                    <a:pt x="7551" y="14453"/>
                    <a:pt x="7634" y="14559"/>
                  </a:cubicBezTo>
                  <a:cubicBezTo>
                    <a:pt x="7715" y="14668"/>
                    <a:pt x="7757" y="14797"/>
                    <a:pt x="7757" y="14947"/>
                  </a:cubicBezTo>
                  <a:lnTo>
                    <a:pt x="7757" y="21047"/>
                  </a:lnTo>
                  <a:close/>
                  <a:moveTo>
                    <a:pt x="12388" y="21047"/>
                  </a:moveTo>
                  <a:cubicBezTo>
                    <a:pt x="12388" y="21200"/>
                    <a:pt x="12342" y="21329"/>
                    <a:pt x="12251" y="21435"/>
                  </a:cubicBezTo>
                  <a:cubicBezTo>
                    <a:pt x="12165" y="21544"/>
                    <a:pt x="12055" y="21600"/>
                    <a:pt x="11928" y="21600"/>
                  </a:cubicBezTo>
                  <a:lnTo>
                    <a:pt x="9666" y="21600"/>
                  </a:lnTo>
                  <a:cubicBezTo>
                    <a:pt x="9541" y="21600"/>
                    <a:pt x="9434" y="21544"/>
                    <a:pt x="9343" y="21435"/>
                  </a:cubicBezTo>
                  <a:cubicBezTo>
                    <a:pt x="9255" y="21329"/>
                    <a:pt x="9208" y="21200"/>
                    <a:pt x="9208" y="21047"/>
                  </a:cubicBezTo>
                  <a:lnTo>
                    <a:pt x="9208" y="11546"/>
                  </a:lnTo>
                  <a:cubicBezTo>
                    <a:pt x="9208" y="11393"/>
                    <a:pt x="9255" y="11264"/>
                    <a:pt x="9343" y="11158"/>
                  </a:cubicBezTo>
                  <a:cubicBezTo>
                    <a:pt x="9434" y="11049"/>
                    <a:pt x="9541" y="10996"/>
                    <a:pt x="9666" y="10996"/>
                  </a:cubicBezTo>
                  <a:lnTo>
                    <a:pt x="11928" y="10996"/>
                  </a:lnTo>
                  <a:cubicBezTo>
                    <a:pt x="12055" y="10996"/>
                    <a:pt x="12165" y="11049"/>
                    <a:pt x="12251" y="11158"/>
                  </a:cubicBezTo>
                  <a:cubicBezTo>
                    <a:pt x="12342" y="11264"/>
                    <a:pt x="12388" y="11393"/>
                    <a:pt x="12388" y="11546"/>
                  </a:cubicBezTo>
                  <a:lnTo>
                    <a:pt x="12388" y="21047"/>
                  </a:lnTo>
                  <a:close/>
                  <a:moveTo>
                    <a:pt x="16993" y="21047"/>
                  </a:moveTo>
                  <a:cubicBezTo>
                    <a:pt x="16993" y="21200"/>
                    <a:pt x="16946" y="21329"/>
                    <a:pt x="16856" y="21435"/>
                  </a:cubicBezTo>
                  <a:cubicBezTo>
                    <a:pt x="16767" y="21544"/>
                    <a:pt x="16660" y="21600"/>
                    <a:pt x="16535" y="21600"/>
                  </a:cubicBezTo>
                  <a:lnTo>
                    <a:pt x="14285" y="21600"/>
                  </a:lnTo>
                  <a:cubicBezTo>
                    <a:pt x="14158" y="21600"/>
                    <a:pt x="14055" y="21544"/>
                    <a:pt x="13974" y="21435"/>
                  </a:cubicBezTo>
                  <a:cubicBezTo>
                    <a:pt x="13894" y="21329"/>
                    <a:pt x="13850" y="21200"/>
                    <a:pt x="13850" y="21047"/>
                  </a:cubicBezTo>
                  <a:lnTo>
                    <a:pt x="13850" y="7058"/>
                  </a:lnTo>
                  <a:cubicBezTo>
                    <a:pt x="13850" y="6908"/>
                    <a:pt x="13891" y="6781"/>
                    <a:pt x="13967" y="6670"/>
                  </a:cubicBezTo>
                  <a:cubicBezTo>
                    <a:pt x="14045" y="6564"/>
                    <a:pt x="14151" y="6511"/>
                    <a:pt x="14285" y="6511"/>
                  </a:cubicBezTo>
                  <a:lnTo>
                    <a:pt x="16535" y="6511"/>
                  </a:lnTo>
                  <a:cubicBezTo>
                    <a:pt x="16660" y="6511"/>
                    <a:pt x="16767" y="6561"/>
                    <a:pt x="16855" y="6664"/>
                  </a:cubicBezTo>
                  <a:cubicBezTo>
                    <a:pt x="16946" y="6767"/>
                    <a:pt x="16993" y="6899"/>
                    <a:pt x="16993" y="7058"/>
                  </a:cubicBezTo>
                  <a:lnTo>
                    <a:pt x="16993" y="21047"/>
                  </a:lnTo>
                  <a:close/>
                  <a:moveTo>
                    <a:pt x="21599" y="21047"/>
                  </a:moveTo>
                  <a:cubicBezTo>
                    <a:pt x="21599" y="21414"/>
                    <a:pt x="21448" y="21600"/>
                    <a:pt x="21139" y="21600"/>
                  </a:cubicBezTo>
                  <a:lnTo>
                    <a:pt x="18914" y="21600"/>
                  </a:lnTo>
                  <a:cubicBezTo>
                    <a:pt x="18611" y="21600"/>
                    <a:pt x="18456" y="21414"/>
                    <a:pt x="18456" y="21047"/>
                  </a:cubicBezTo>
                  <a:lnTo>
                    <a:pt x="18456" y="549"/>
                  </a:lnTo>
                  <a:cubicBezTo>
                    <a:pt x="18456" y="182"/>
                    <a:pt x="18608" y="0"/>
                    <a:pt x="18914" y="0"/>
                  </a:cubicBezTo>
                  <a:lnTo>
                    <a:pt x="21139" y="0"/>
                  </a:lnTo>
                  <a:cubicBezTo>
                    <a:pt x="21445" y="0"/>
                    <a:pt x="21599" y="182"/>
                    <a:pt x="21599" y="549"/>
                  </a:cubicBezTo>
                  <a:lnTo>
                    <a:pt x="21599" y="2104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0" name="AutoShape 50"/>
            <p:cNvSpPr>
              <a:spLocks/>
            </p:cNvSpPr>
            <p:nvPr/>
          </p:nvSpPr>
          <p:spPr bwMode="auto">
            <a:xfrm>
              <a:off x="19030199"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865" y="10197"/>
                  </a:moveTo>
                  <a:cubicBezTo>
                    <a:pt x="15001" y="10365"/>
                    <a:pt x="15071" y="10573"/>
                    <a:pt x="15076" y="10817"/>
                  </a:cubicBezTo>
                  <a:cubicBezTo>
                    <a:pt x="15079" y="11061"/>
                    <a:pt x="15009" y="11255"/>
                    <a:pt x="14865" y="11407"/>
                  </a:cubicBezTo>
                  <a:lnTo>
                    <a:pt x="7797" y="19179"/>
                  </a:lnTo>
                  <a:cubicBezTo>
                    <a:pt x="7642" y="19350"/>
                    <a:pt x="7460" y="19435"/>
                    <a:pt x="7247" y="19435"/>
                  </a:cubicBezTo>
                  <a:cubicBezTo>
                    <a:pt x="7180" y="19435"/>
                    <a:pt x="7078" y="19414"/>
                    <a:pt x="6940" y="19379"/>
                  </a:cubicBezTo>
                  <a:cubicBezTo>
                    <a:pt x="6625" y="19229"/>
                    <a:pt x="6467" y="18962"/>
                    <a:pt x="6467" y="18577"/>
                  </a:cubicBezTo>
                  <a:lnTo>
                    <a:pt x="6467" y="14486"/>
                  </a:lnTo>
                  <a:lnTo>
                    <a:pt x="996" y="14486"/>
                  </a:lnTo>
                  <a:cubicBezTo>
                    <a:pt x="715" y="14486"/>
                    <a:pt x="477" y="14380"/>
                    <a:pt x="285" y="14168"/>
                  </a:cubicBezTo>
                  <a:cubicBezTo>
                    <a:pt x="93" y="13957"/>
                    <a:pt x="0" y="13698"/>
                    <a:pt x="0" y="13390"/>
                  </a:cubicBezTo>
                  <a:lnTo>
                    <a:pt x="0" y="8215"/>
                  </a:lnTo>
                  <a:cubicBezTo>
                    <a:pt x="0" y="7903"/>
                    <a:pt x="93" y="7651"/>
                    <a:pt x="285" y="7448"/>
                  </a:cubicBezTo>
                  <a:cubicBezTo>
                    <a:pt x="475" y="7245"/>
                    <a:pt x="712" y="7146"/>
                    <a:pt x="996" y="7146"/>
                  </a:cubicBezTo>
                  <a:lnTo>
                    <a:pt x="6467" y="7146"/>
                  </a:lnTo>
                  <a:lnTo>
                    <a:pt x="6467" y="3025"/>
                  </a:lnTo>
                  <a:cubicBezTo>
                    <a:pt x="6467" y="2640"/>
                    <a:pt x="6624" y="2376"/>
                    <a:pt x="6940" y="2223"/>
                  </a:cubicBezTo>
                  <a:cubicBezTo>
                    <a:pt x="7273" y="2094"/>
                    <a:pt x="7556" y="2158"/>
                    <a:pt x="7797" y="2420"/>
                  </a:cubicBezTo>
                  <a:lnTo>
                    <a:pt x="14865" y="10197"/>
                  </a:lnTo>
                  <a:close/>
                  <a:moveTo>
                    <a:pt x="17663" y="0"/>
                  </a:moveTo>
                  <a:cubicBezTo>
                    <a:pt x="18200" y="0"/>
                    <a:pt x="18708" y="114"/>
                    <a:pt x="19178" y="343"/>
                  </a:cubicBezTo>
                  <a:cubicBezTo>
                    <a:pt x="19653" y="572"/>
                    <a:pt x="20067" y="884"/>
                    <a:pt x="20425" y="1265"/>
                  </a:cubicBezTo>
                  <a:cubicBezTo>
                    <a:pt x="20782" y="1647"/>
                    <a:pt x="21068" y="2105"/>
                    <a:pt x="21282" y="2634"/>
                  </a:cubicBezTo>
                  <a:cubicBezTo>
                    <a:pt x="21493" y="3166"/>
                    <a:pt x="21599" y="3727"/>
                    <a:pt x="21599" y="4317"/>
                  </a:cubicBezTo>
                  <a:lnTo>
                    <a:pt x="21599" y="17282"/>
                  </a:lnTo>
                  <a:cubicBezTo>
                    <a:pt x="21599" y="17869"/>
                    <a:pt x="21493" y="18424"/>
                    <a:pt x="21282" y="18947"/>
                  </a:cubicBezTo>
                  <a:cubicBezTo>
                    <a:pt x="21068" y="19467"/>
                    <a:pt x="20780" y="19922"/>
                    <a:pt x="20425" y="20319"/>
                  </a:cubicBezTo>
                  <a:cubicBezTo>
                    <a:pt x="20067" y="20712"/>
                    <a:pt x="19653" y="21021"/>
                    <a:pt x="19186" y="21253"/>
                  </a:cubicBezTo>
                  <a:cubicBezTo>
                    <a:pt x="18716" y="21482"/>
                    <a:pt x="18208" y="21600"/>
                    <a:pt x="17663" y="21600"/>
                  </a:cubicBezTo>
                  <a:lnTo>
                    <a:pt x="11784" y="21600"/>
                  </a:lnTo>
                  <a:lnTo>
                    <a:pt x="11784" y="18886"/>
                  </a:lnTo>
                  <a:lnTo>
                    <a:pt x="17663" y="18886"/>
                  </a:lnTo>
                  <a:cubicBezTo>
                    <a:pt x="18064" y="18886"/>
                    <a:pt x="18409" y="18727"/>
                    <a:pt x="18700" y="18413"/>
                  </a:cubicBezTo>
                  <a:cubicBezTo>
                    <a:pt x="18991" y="18098"/>
                    <a:pt x="19135" y="17720"/>
                    <a:pt x="19135" y="17282"/>
                  </a:cubicBezTo>
                  <a:lnTo>
                    <a:pt x="19135" y="4317"/>
                  </a:lnTo>
                  <a:cubicBezTo>
                    <a:pt x="19135" y="3874"/>
                    <a:pt x="18991" y="3498"/>
                    <a:pt x="18708" y="3183"/>
                  </a:cubicBezTo>
                  <a:cubicBezTo>
                    <a:pt x="18422" y="2872"/>
                    <a:pt x="18075" y="2713"/>
                    <a:pt x="17663" y="2713"/>
                  </a:cubicBezTo>
                  <a:lnTo>
                    <a:pt x="11784" y="2713"/>
                  </a:lnTo>
                  <a:lnTo>
                    <a:pt x="11784" y="0"/>
                  </a:lnTo>
                  <a:lnTo>
                    <a:pt x="17663"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1" name="AutoShape 51"/>
            <p:cNvSpPr>
              <a:spLocks/>
            </p:cNvSpPr>
            <p:nvPr/>
          </p:nvSpPr>
          <p:spPr bwMode="auto">
            <a:xfrm>
              <a:off x="8454" y="3791172"/>
              <a:ext cx="417495" cy="417494"/>
            </a:xfrm>
            <a:custGeom>
              <a:avLst/>
              <a:gdLst>
                <a:gd name="T0" fmla="*/ 208738 w 21597"/>
                <a:gd name="T1" fmla="*/ 208747 h 21600"/>
                <a:gd name="T2" fmla="*/ 208738 w 21597"/>
                <a:gd name="T3" fmla="*/ 208747 h 21600"/>
                <a:gd name="T4" fmla="*/ 208738 w 21597"/>
                <a:gd name="T5" fmla="*/ 208747 h 21600"/>
                <a:gd name="T6" fmla="*/ 208738 w 21597"/>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600">
                  <a:moveTo>
                    <a:pt x="3919" y="21599"/>
                  </a:moveTo>
                  <a:cubicBezTo>
                    <a:pt x="3385" y="21599"/>
                    <a:pt x="2878" y="21485"/>
                    <a:pt x="2408" y="21256"/>
                  </a:cubicBezTo>
                  <a:cubicBezTo>
                    <a:pt x="1933" y="21027"/>
                    <a:pt x="1519" y="20715"/>
                    <a:pt x="1164" y="20319"/>
                  </a:cubicBezTo>
                  <a:cubicBezTo>
                    <a:pt x="801" y="19928"/>
                    <a:pt x="520" y="19470"/>
                    <a:pt x="312" y="18947"/>
                  </a:cubicBezTo>
                  <a:cubicBezTo>
                    <a:pt x="101" y="18430"/>
                    <a:pt x="0" y="17872"/>
                    <a:pt x="0" y="17281"/>
                  </a:cubicBezTo>
                  <a:lnTo>
                    <a:pt x="0" y="4318"/>
                  </a:lnTo>
                  <a:cubicBezTo>
                    <a:pt x="0" y="3727"/>
                    <a:pt x="101" y="3169"/>
                    <a:pt x="312" y="2652"/>
                  </a:cubicBezTo>
                  <a:cubicBezTo>
                    <a:pt x="520" y="2129"/>
                    <a:pt x="803" y="1674"/>
                    <a:pt x="1164" y="1280"/>
                  </a:cubicBezTo>
                  <a:cubicBezTo>
                    <a:pt x="1519" y="887"/>
                    <a:pt x="1933" y="575"/>
                    <a:pt x="2408" y="343"/>
                  </a:cubicBezTo>
                  <a:cubicBezTo>
                    <a:pt x="2881" y="114"/>
                    <a:pt x="3385" y="0"/>
                    <a:pt x="3919" y="0"/>
                  </a:cubicBezTo>
                  <a:lnTo>
                    <a:pt x="9813" y="0"/>
                  </a:lnTo>
                  <a:lnTo>
                    <a:pt x="9813" y="2714"/>
                  </a:lnTo>
                  <a:lnTo>
                    <a:pt x="3919" y="2714"/>
                  </a:lnTo>
                  <a:cubicBezTo>
                    <a:pt x="3522" y="2714"/>
                    <a:pt x="3177" y="2872"/>
                    <a:pt x="2891" y="3184"/>
                  </a:cubicBezTo>
                  <a:cubicBezTo>
                    <a:pt x="2608" y="3501"/>
                    <a:pt x="2464" y="3877"/>
                    <a:pt x="2464" y="4318"/>
                  </a:cubicBezTo>
                  <a:lnTo>
                    <a:pt x="2464" y="17281"/>
                  </a:lnTo>
                  <a:cubicBezTo>
                    <a:pt x="2464" y="17725"/>
                    <a:pt x="2608" y="18101"/>
                    <a:pt x="2891" y="18415"/>
                  </a:cubicBezTo>
                  <a:cubicBezTo>
                    <a:pt x="3174" y="18729"/>
                    <a:pt x="3519" y="18885"/>
                    <a:pt x="3919" y="18885"/>
                  </a:cubicBezTo>
                  <a:lnTo>
                    <a:pt x="9813" y="18885"/>
                  </a:lnTo>
                  <a:lnTo>
                    <a:pt x="9813" y="21600"/>
                  </a:lnTo>
                  <a:lnTo>
                    <a:pt x="3919" y="21600"/>
                  </a:lnTo>
                  <a:lnTo>
                    <a:pt x="3919" y="21599"/>
                  </a:lnTo>
                  <a:close/>
                  <a:moveTo>
                    <a:pt x="21359" y="10199"/>
                  </a:moveTo>
                  <a:cubicBezTo>
                    <a:pt x="21514" y="10369"/>
                    <a:pt x="21591" y="10572"/>
                    <a:pt x="21597" y="10819"/>
                  </a:cubicBezTo>
                  <a:cubicBezTo>
                    <a:pt x="21599" y="11059"/>
                    <a:pt x="21522" y="11256"/>
                    <a:pt x="21359" y="11406"/>
                  </a:cubicBezTo>
                  <a:lnTo>
                    <a:pt x="14294" y="19185"/>
                  </a:lnTo>
                  <a:cubicBezTo>
                    <a:pt x="14136" y="19352"/>
                    <a:pt x="13954" y="19437"/>
                    <a:pt x="13741" y="19437"/>
                  </a:cubicBezTo>
                  <a:cubicBezTo>
                    <a:pt x="13658" y="19437"/>
                    <a:pt x="13565" y="19420"/>
                    <a:pt x="13460" y="19382"/>
                  </a:cubicBezTo>
                  <a:cubicBezTo>
                    <a:pt x="13129" y="19232"/>
                    <a:pt x="12961" y="18964"/>
                    <a:pt x="12961" y="18583"/>
                  </a:cubicBezTo>
                  <a:lnTo>
                    <a:pt x="12961" y="14488"/>
                  </a:lnTo>
                  <a:lnTo>
                    <a:pt x="7490" y="14488"/>
                  </a:lnTo>
                  <a:cubicBezTo>
                    <a:pt x="7209" y="14488"/>
                    <a:pt x="6974" y="14382"/>
                    <a:pt x="6779" y="14173"/>
                  </a:cubicBezTo>
                  <a:cubicBezTo>
                    <a:pt x="6590" y="13959"/>
                    <a:pt x="6494" y="13697"/>
                    <a:pt x="6494" y="13389"/>
                  </a:cubicBezTo>
                  <a:lnTo>
                    <a:pt x="6494" y="8216"/>
                  </a:lnTo>
                  <a:cubicBezTo>
                    <a:pt x="6494" y="7910"/>
                    <a:pt x="6590" y="7655"/>
                    <a:pt x="6779" y="7446"/>
                  </a:cubicBezTo>
                  <a:cubicBezTo>
                    <a:pt x="6972" y="7246"/>
                    <a:pt x="7207" y="7147"/>
                    <a:pt x="7490" y="7147"/>
                  </a:cubicBezTo>
                  <a:lnTo>
                    <a:pt x="12961" y="7147"/>
                  </a:lnTo>
                  <a:lnTo>
                    <a:pt x="12961" y="3028"/>
                  </a:lnTo>
                  <a:cubicBezTo>
                    <a:pt x="12961" y="2643"/>
                    <a:pt x="13127" y="2376"/>
                    <a:pt x="13460" y="2223"/>
                  </a:cubicBezTo>
                  <a:cubicBezTo>
                    <a:pt x="13794" y="2091"/>
                    <a:pt x="14072" y="2162"/>
                    <a:pt x="14294" y="2423"/>
                  </a:cubicBezTo>
                  <a:lnTo>
                    <a:pt x="21359" y="1019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2" name="AutoShape 52"/>
            <p:cNvSpPr>
              <a:spLocks/>
            </p:cNvSpPr>
            <p:nvPr/>
          </p:nvSpPr>
          <p:spPr bwMode="auto">
            <a:xfrm>
              <a:off x="982478" y="377907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3" name="AutoShape 53"/>
            <p:cNvSpPr>
              <a:spLocks/>
            </p:cNvSpPr>
            <p:nvPr/>
          </p:nvSpPr>
          <p:spPr bwMode="auto">
            <a:xfrm>
              <a:off x="2004884" y="3791172"/>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2" y="9366"/>
                  </a:moveTo>
                  <a:cubicBezTo>
                    <a:pt x="969" y="9366"/>
                    <a:pt x="657" y="9262"/>
                    <a:pt x="392" y="9056"/>
                  </a:cubicBezTo>
                  <a:cubicBezTo>
                    <a:pt x="132" y="8850"/>
                    <a:pt x="0" y="8601"/>
                    <a:pt x="0" y="8310"/>
                  </a:cubicBezTo>
                  <a:cubicBezTo>
                    <a:pt x="0" y="8014"/>
                    <a:pt x="135" y="7762"/>
                    <a:pt x="403" y="7556"/>
                  </a:cubicBezTo>
                  <a:lnTo>
                    <a:pt x="9819" y="307"/>
                  </a:lnTo>
                  <a:cubicBezTo>
                    <a:pt x="10087" y="101"/>
                    <a:pt x="10410" y="0"/>
                    <a:pt x="10788" y="0"/>
                  </a:cubicBezTo>
                  <a:cubicBezTo>
                    <a:pt x="11174" y="0"/>
                    <a:pt x="11501" y="101"/>
                    <a:pt x="11772" y="307"/>
                  </a:cubicBezTo>
                  <a:lnTo>
                    <a:pt x="21192" y="7556"/>
                  </a:lnTo>
                  <a:cubicBezTo>
                    <a:pt x="21460" y="7762"/>
                    <a:pt x="21596" y="8014"/>
                    <a:pt x="21596" y="8310"/>
                  </a:cubicBezTo>
                  <a:cubicBezTo>
                    <a:pt x="21596" y="8593"/>
                    <a:pt x="21464" y="8838"/>
                    <a:pt x="21199" y="9047"/>
                  </a:cubicBezTo>
                  <a:cubicBezTo>
                    <a:pt x="20939" y="9259"/>
                    <a:pt x="20612" y="9366"/>
                    <a:pt x="20223" y="9366"/>
                  </a:cubicBezTo>
                  <a:lnTo>
                    <a:pt x="1332" y="9366"/>
                  </a:lnTo>
                  <a:close/>
                  <a:moveTo>
                    <a:pt x="20227" y="12233"/>
                  </a:moveTo>
                  <a:cubicBezTo>
                    <a:pt x="20612" y="12233"/>
                    <a:pt x="20939" y="12337"/>
                    <a:pt x="21203" y="12543"/>
                  </a:cubicBezTo>
                  <a:cubicBezTo>
                    <a:pt x="21467" y="12752"/>
                    <a:pt x="21599" y="12998"/>
                    <a:pt x="21599" y="13286"/>
                  </a:cubicBezTo>
                  <a:cubicBezTo>
                    <a:pt x="21599" y="13585"/>
                    <a:pt x="21464" y="13837"/>
                    <a:pt x="21196" y="14046"/>
                  </a:cubicBezTo>
                  <a:lnTo>
                    <a:pt x="11776" y="21289"/>
                  </a:lnTo>
                  <a:cubicBezTo>
                    <a:pt x="11508" y="21498"/>
                    <a:pt x="11181" y="21600"/>
                    <a:pt x="10792" y="21600"/>
                  </a:cubicBezTo>
                  <a:cubicBezTo>
                    <a:pt x="10403" y="21600"/>
                    <a:pt x="10084" y="21498"/>
                    <a:pt x="9823" y="21289"/>
                  </a:cubicBezTo>
                  <a:lnTo>
                    <a:pt x="407" y="14046"/>
                  </a:lnTo>
                  <a:cubicBezTo>
                    <a:pt x="139" y="13837"/>
                    <a:pt x="3" y="13585"/>
                    <a:pt x="3" y="13286"/>
                  </a:cubicBezTo>
                  <a:cubicBezTo>
                    <a:pt x="3" y="13006"/>
                    <a:pt x="135" y="12764"/>
                    <a:pt x="396" y="12549"/>
                  </a:cubicBezTo>
                  <a:cubicBezTo>
                    <a:pt x="660" y="12337"/>
                    <a:pt x="972" y="12233"/>
                    <a:pt x="1336" y="12233"/>
                  </a:cubicBezTo>
                  <a:lnTo>
                    <a:pt x="20227" y="1223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4" name="AutoShape 54"/>
            <p:cNvSpPr>
              <a:spLocks/>
            </p:cNvSpPr>
            <p:nvPr/>
          </p:nvSpPr>
          <p:spPr bwMode="auto">
            <a:xfrm>
              <a:off x="3027291" y="3787530"/>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27" y="0"/>
                    <a:pt x="20942" y="234"/>
                    <a:pt x="21203" y="709"/>
                  </a:cubicBezTo>
                  <a:cubicBezTo>
                    <a:pt x="21467" y="1198"/>
                    <a:pt x="21599" y="1764"/>
                    <a:pt x="21599" y="2428"/>
                  </a:cubicBezTo>
                  <a:cubicBezTo>
                    <a:pt x="21599" y="3119"/>
                    <a:pt x="21464" y="3698"/>
                    <a:pt x="21196" y="4180"/>
                  </a:cubicBezTo>
                  <a:lnTo>
                    <a:pt x="11774" y="20883"/>
                  </a:lnTo>
                  <a:cubicBezTo>
                    <a:pt x="11506" y="21359"/>
                    <a:pt x="11179" y="21600"/>
                    <a:pt x="10790" y="21600"/>
                  </a:cubicBezTo>
                  <a:cubicBezTo>
                    <a:pt x="10379" y="21600"/>
                    <a:pt x="10071" y="21359"/>
                    <a:pt x="9858" y="20883"/>
                  </a:cubicBezTo>
                  <a:lnTo>
                    <a:pt x="403" y="4180"/>
                  </a:lnTo>
                  <a:cubicBezTo>
                    <a:pt x="135" y="3698"/>
                    <a:pt x="0" y="3119"/>
                    <a:pt x="0" y="2428"/>
                  </a:cubicBezTo>
                  <a:cubicBezTo>
                    <a:pt x="0" y="1784"/>
                    <a:pt x="132" y="1224"/>
                    <a:pt x="392" y="729"/>
                  </a:cubicBezTo>
                  <a:cubicBezTo>
                    <a:pt x="657" y="240"/>
                    <a:pt x="969" y="0"/>
                    <a:pt x="1336" y="0"/>
                  </a:cubicBezTo>
                  <a:lnTo>
                    <a:pt x="20263"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5" name="AutoShape 55"/>
            <p:cNvSpPr>
              <a:spLocks/>
            </p:cNvSpPr>
            <p:nvPr/>
          </p:nvSpPr>
          <p:spPr bwMode="auto">
            <a:xfrm>
              <a:off x="4042467" y="380205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6" name="AutoShape 56"/>
            <p:cNvSpPr>
              <a:spLocks/>
            </p:cNvSpPr>
            <p:nvPr/>
          </p:nvSpPr>
          <p:spPr bwMode="auto">
            <a:xfrm>
              <a:off x="5091480" y="3780894"/>
              <a:ext cx="417495" cy="417495"/>
            </a:xfrm>
            <a:custGeom>
              <a:avLst/>
              <a:gdLst>
                <a:gd name="T0" fmla="*/ 208738 w 21497"/>
                <a:gd name="T1" fmla="*/ 208747 h 21544"/>
                <a:gd name="T2" fmla="*/ 208738 w 21497"/>
                <a:gd name="T3" fmla="*/ 208747 h 21544"/>
                <a:gd name="T4" fmla="*/ 208738 w 21497"/>
                <a:gd name="T5" fmla="*/ 208747 h 21544"/>
                <a:gd name="T6" fmla="*/ 208738 w 21497"/>
                <a:gd name="T7" fmla="*/ 208747 h 215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7" h="21544">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89" y="0"/>
                    <a:pt x="11203" y="180"/>
                    <a:pt x="11382" y="551"/>
                  </a:cubicBezTo>
                  <a:lnTo>
                    <a:pt x="14293" y="6739"/>
                  </a:lnTo>
                  <a:lnTo>
                    <a:pt x="20779" y="7738"/>
                  </a:lnTo>
                  <a:cubicBezTo>
                    <a:pt x="21167" y="7789"/>
                    <a:pt x="21392" y="7941"/>
                    <a:pt x="21473" y="8189"/>
                  </a:cubicBezTo>
                  <a:cubicBezTo>
                    <a:pt x="21547" y="8437"/>
                    <a:pt x="21448" y="8710"/>
                    <a:pt x="21178" y="9006"/>
                  </a:cubicBezTo>
                  <a:lnTo>
                    <a:pt x="16473" y="13804"/>
                  </a:lnTo>
                  <a:lnTo>
                    <a:pt x="17574" y="20597"/>
                  </a:lnTo>
                  <a:cubicBezTo>
                    <a:pt x="17643" y="21005"/>
                    <a:pt x="17576" y="21281"/>
                    <a:pt x="17375" y="21442"/>
                  </a:cubicBezTo>
                  <a:cubicBezTo>
                    <a:pt x="17177" y="21600"/>
                    <a:pt x="16899" y="21574"/>
                    <a:pt x="16548" y="21369"/>
                  </a:cubicBezTo>
                  <a:lnTo>
                    <a:pt x="10753" y="18172"/>
                  </a:lnTo>
                  <a:lnTo>
                    <a:pt x="4947" y="21369"/>
                  </a:lnTo>
                  <a:cubicBezTo>
                    <a:pt x="4596" y="21574"/>
                    <a:pt x="4321" y="21600"/>
                    <a:pt x="4120" y="21442"/>
                  </a:cubicBezTo>
                  <a:cubicBezTo>
                    <a:pt x="3919" y="21281"/>
                    <a:pt x="3849" y="21002"/>
                    <a:pt x="3922" y="20597"/>
                  </a:cubicBezTo>
                  <a:lnTo>
                    <a:pt x="5022" y="13804"/>
                  </a:lnTo>
                  <a:lnTo>
                    <a:pt x="357" y="900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7" name="AutoShape 57"/>
            <p:cNvSpPr>
              <a:spLocks/>
            </p:cNvSpPr>
            <p:nvPr/>
          </p:nvSpPr>
          <p:spPr bwMode="auto">
            <a:xfrm>
              <a:off x="6131447" y="378089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0958" y="0"/>
                    <a:pt x="11088" y="62"/>
                    <a:pt x="11196" y="183"/>
                  </a:cubicBezTo>
                  <a:cubicBezTo>
                    <a:pt x="11303" y="304"/>
                    <a:pt x="11381" y="426"/>
                    <a:pt x="11435" y="553"/>
                  </a:cubicBezTo>
                  <a:lnTo>
                    <a:pt x="14364" y="6759"/>
                  </a:lnTo>
                  <a:lnTo>
                    <a:pt x="20888" y="7759"/>
                  </a:lnTo>
                  <a:cubicBezTo>
                    <a:pt x="21045" y="7795"/>
                    <a:pt x="21198" y="7852"/>
                    <a:pt x="21360" y="7934"/>
                  </a:cubicBezTo>
                  <a:cubicBezTo>
                    <a:pt x="21519" y="8016"/>
                    <a:pt x="21599" y="8160"/>
                    <a:pt x="21599" y="8366"/>
                  </a:cubicBezTo>
                  <a:cubicBezTo>
                    <a:pt x="21599" y="8493"/>
                    <a:pt x="21567" y="8611"/>
                    <a:pt x="21508" y="8724"/>
                  </a:cubicBezTo>
                  <a:cubicBezTo>
                    <a:pt x="21449" y="8837"/>
                    <a:pt x="21376" y="8939"/>
                    <a:pt x="21290" y="9026"/>
                  </a:cubicBezTo>
                  <a:lnTo>
                    <a:pt x="16556" y="13840"/>
                  </a:lnTo>
                  <a:lnTo>
                    <a:pt x="17664" y="20654"/>
                  </a:lnTo>
                  <a:cubicBezTo>
                    <a:pt x="17664" y="20687"/>
                    <a:pt x="17669" y="20730"/>
                    <a:pt x="17677" y="20775"/>
                  </a:cubicBezTo>
                  <a:cubicBezTo>
                    <a:pt x="17688" y="20820"/>
                    <a:pt x="17691" y="20874"/>
                    <a:pt x="17691" y="20936"/>
                  </a:cubicBezTo>
                  <a:cubicBezTo>
                    <a:pt x="17691" y="21120"/>
                    <a:pt x="17653" y="21272"/>
                    <a:pt x="17575" y="21402"/>
                  </a:cubicBezTo>
                  <a:cubicBezTo>
                    <a:pt x="17499" y="21535"/>
                    <a:pt x="17359" y="21600"/>
                    <a:pt x="17163" y="21600"/>
                  </a:cubicBezTo>
                  <a:cubicBezTo>
                    <a:pt x="16966" y="21600"/>
                    <a:pt x="16788" y="21540"/>
                    <a:pt x="16635" y="21424"/>
                  </a:cubicBezTo>
                  <a:lnTo>
                    <a:pt x="10802" y="18220"/>
                  </a:lnTo>
                  <a:lnTo>
                    <a:pt x="4964" y="21424"/>
                  </a:lnTo>
                  <a:cubicBezTo>
                    <a:pt x="4808" y="21532"/>
                    <a:pt x="4641" y="21591"/>
                    <a:pt x="4461" y="21600"/>
                  </a:cubicBezTo>
                  <a:cubicBezTo>
                    <a:pt x="4261" y="21600"/>
                    <a:pt x="4121" y="21535"/>
                    <a:pt x="4035" y="21402"/>
                  </a:cubicBezTo>
                  <a:cubicBezTo>
                    <a:pt x="3949" y="21272"/>
                    <a:pt x="3906" y="21119"/>
                    <a:pt x="3906" y="20936"/>
                  </a:cubicBezTo>
                  <a:cubicBezTo>
                    <a:pt x="3906" y="20885"/>
                    <a:pt x="3908" y="20831"/>
                    <a:pt x="3919" y="20781"/>
                  </a:cubicBezTo>
                  <a:cubicBezTo>
                    <a:pt x="3927" y="20733"/>
                    <a:pt x="3933" y="20688"/>
                    <a:pt x="3933" y="20654"/>
                  </a:cubicBezTo>
                  <a:lnTo>
                    <a:pt x="5040" y="13840"/>
                  </a:lnTo>
                  <a:lnTo>
                    <a:pt x="347" y="9026"/>
                  </a:lnTo>
                  <a:cubicBezTo>
                    <a:pt x="261" y="8939"/>
                    <a:pt x="180" y="8837"/>
                    <a:pt x="107" y="8724"/>
                  </a:cubicBezTo>
                  <a:cubicBezTo>
                    <a:pt x="35" y="8611"/>
                    <a:pt x="0" y="8493"/>
                    <a:pt x="0" y="8366"/>
                  </a:cubicBezTo>
                  <a:cubicBezTo>
                    <a:pt x="0" y="8160"/>
                    <a:pt x="78" y="8016"/>
                    <a:pt x="237" y="7934"/>
                  </a:cubicBezTo>
                  <a:cubicBezTo>
                    <a:pt x="398" y="7852"/>
                    <a:pt x="552" y="7795"/>
                    <a:pt x="708" y="7759"/>
                  </a:cubicBezTo>
                  <a:lnTo>
                    <a:pt x="7235" y="6759"/>
                  </a:lnTo>
                  <a:lnTo>
                    <a:pt x="10161" y="553"/>
                  </a:lnTo>
                  <a:cubicBezTo>
                    <a:pt x="10215" y="426"/>
                    <a:pt x="10301" y="304"/>
                    <a:pt x="10420" y="183"/>
                  </a:cubicBezTo>
                  <a:cubicBezTo>
                    <a:pt x="10538" y="62"/>
                    <a:pt x="10668" y="0"/>
                    <a:pt x="10800" y="0"/>
                  </a:cubicBezTo>
                  <a:moveTo>
                    <a:pt x="8612" y="8719"/>
                  </a:moveTo>
                  <a:lnTo>
                    <a:pt x="3725" y="9475"/>
                  </a:lnTo>
                  <a:lnTo>
                    <a:pt x="7260" y="13098"/>
                  </a:lnTo>
                  <a:lnTo>
                    <a:pt x="6422" y="18192"/>
                  </a:lnTo>
                  <a:lnTo>
                    <a:pt x="10802" y="15786"/>
                  </a:lnTo>
                  <a:lnTo>
                    <a:pt x="15191" y="18192"/>
                  </a:lnTo>
                  <a:lnTo>
                    <a:pt x="14342" y="13098"/>
                  </a:lnTo>
                  <a:lnTo>
                    <a:pt x="17876" y="9475"/>
                  </a:lnTo>
                  <a:lnTo>
                    <a:pt x="13000" y="8719"/>
                  </a:lnTo>
                  <a:lnTo>
                    <a:pt x="10805" y="4068"/>
                  </a:lnTo>
                  <a:lnTo>
                    <a:pt x="8612" y="871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8" name="AutoShape 58"/>
            <p:cNvSpPr>
              <a:spLocks/>
            </p:cNvSpPr>
            <p:nvPr/>
          </p:nvSpPr>
          <p:spPr bwMode="auto">
            <a:xfrm>
              <a:off x="7195602" y="3782716"/>
              <a:ext cx="219123" cy="417495"/>
            </a:xfrm>
            <a:custGeom>
              <a:avLst/>
              <a:gdLst>
                <a:gd name="T0" fmla="*/ 109562 w 21492"/>
                <a:gd name="T1" fmla="*/ 208738 h 21545"/>
                <a:gd name="T2" fmla="*/ 109562 w 21492"/>
                <a:gd name="T3" fmla="*/ 208738 h 21545"/>
                <a:gd name="T4" fmla="*/ 109562 w 21492"/>
                <a:gd name="T5" fmla="*/ 208738 h 21545"/>
                <a:gd name="T6" fmla="*/ 109562 w 21492"/>
                <a:gd name="T7" fmla="*/ 208738 h 215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2" h="21545">
                  <a:moveTo>
                    <a:pt x="21491" y="18170"/>
                  </a:moveTo>
                  <a:lnTo>
                    <a:pt x="9883" y="21363"/>
                  </a:lnTo>
                  <a:cubicBezTo>
                    <a:pt x="9182" y="21571"/>
                    <a:pt x="8636" y="21599"/>
                    <a:pt x="8230" y="21450"/>
                  </a:cubicBezTo>
                  <a:cubicBezTo>
                    <a:pt x="7823" y="21301"/>
                    <a:pt x="7694" y="21019"/>
                    <a:pt x="7834" y="20594"/>
                  </a:cubicBezTo>
                  <a:lnTo>
                    <a:pt x="10039" y="13800"/>
                  </a:lnTo>
                  <a:lnTo>
                    <a:pt x="710" y="9002"/>
                  </a:lnTo>
                  <a:cubicBezTo>
                    <a:pt x="116" y="8706"/>
                    <a:pt x="-108" y="8436"/>
                    <a:pt x="47" y="8188"/>
                  </a:cubicBezTo>
                  <a:cubicBezTo>
                    <a:pt x="197" y="7940"/>
                    <a:pt x="662" y="7788"/>
                    <a:pt x="1433" y="7735"/>
                  </a:cubicBezTo>
                  <a:lnTo>
                    <a:pt x="14395" y="6738"/>
                  </a:lnTo>
                  <a:lnTo>
                    <a:pt x="20212" y="551"/>
                  </a:lnTo>
                  <a:cubicBezTo>
                    <a:pt x="20603" y="183"/>
                    <a:pt x="21031" y="0"/>
                    <a:pt x="21491" y="0"/>
                  </a:cubicBezTo>
                  <a:lnTo>
                    <a:pt x="21491" y="1817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9" name="AutoShape 59"/>
            <p:cNvSpPr>
              <a:spLocks/>
            </p:cNvSpPr>
            <p:nvPr/>
          </p:nvSpPr>
          <p:spPr bwMode="auto">
            <a:xfrm>
              <a:off x="8044374" y="3779076"/>
              <a:ext cx="417494" cy="417494"/>
            </a:xfrm>
            <a:custGeom>
              <a:avLst/>
              <a:gdLst>
                <a:gd name="T0" fmla="*/ 208737 w 21591"/>
                <a:gd name="T1" fmla="*/ 208747 h 21592"/>
                <a:gd name="T2" fmla="*/ 208737 w 21591"/>
                <a:gd name="T3" fmla="*/ 208747 h 21592"/>
                <a:gd name="T4" fmla="*/ 208737 w 21591"/>
                <a:gd name="T5" fmla="*/ 208747 h 21592"/>
                <a:gd name="T6" fmla="*/ 208737 w 21591"/>
                <a:gd name="T7" fmla="*/ 208747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599"/>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0" name="AutoShape 60"/>
            <p:cNvSpPr>
              <a:spLocks/>
            </p:cNvSpPr>
            <p:nvPr/>
          </p:nvSpPr>
          <p:spPr bwMode="auto">
            <a:xfrm>
              <a:off x="8976651" y="3782716"/>
              <a:ext cx="417494" cy="417494"/>
            </a:xfrm>
            <a:custGeom>
              <a:avLst/>
              <a:gdLst>
                <a:gd name="T0" fmla="*/ 208747 w 21600"/>
                <a:gd name="T1" fmla="*/ 208747 h 21592"/>
                <a:gd name="T2" fmla="*/ 208747 w 21600"/>
                <a:gd name="T3" fmla="*/ 208747 h 21592"/>
                <a:gd name="T4" fmla="*/ 208747 w 21600"/>
                <a:gd name="T5" fmla="*/ 208747 h 21592"/>
                <a:gd name="T6" fmla="*/ 208747 w 21600"/>
                <a:gd name="T7" fmla="*/ 208747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1" name="AutoShape 61"/>
            <p:cNvSpPr>
              <a:spLocks/>
            </p:cNvSpPr>
            <p:nvPr/>
          </p:nvSpPr>
          <p:spPr bwMode="auto">
            <a:xfrm>
              <a:off x="9933116" y="378089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5"/>
                    <a:pt x="21335" y="314"/>
                  </a:cubicBezTo>
                  <a:cubicBezTo>
                    <a:pt x="21511" y="528"/>
                    <a:pt x="21599" y="781"/>
                    <a:pt x="21599" y="1069"/>
                  </a:cubicBezTo>
                  <a:lnTo>
                    <a:pt x="21599" y="4117"/>
                  </a:lnTo>
                  <a:cubicBezTo>
                    <a:pt x="21599" y="4411"/>
                    <a:pt x="21511" y="4661"/>
                    <a:pt x="21335" y="4872"/>
                  </a:cubicBezTo>
                  <a:cubicBezTo>
                    <a:pt x="21161" y="5084"/>
                    <a:pt x="20943" y="5189"/>
                    <a:pt x="20684" y="5189"/>
                  </a:cubicBezTo>
                  <a:lnTo>
                    <a:pt x="891" y="5189"/>
                  </a:lnTo>
                  <a:cubicBezTo>
                    <a:pt x="646" y="5189"/>
                    <a:pt x="438" y="5084"/>
                    <a:pt x="261" y="4872"/>
                  </a:cubicBezTo>
                  <a:cubicBezTo>
                    <a:pt x="88" y="4661"/>
                    <a:pt x="0" y="4411"/>
                    <a:pt x="0" y="4117"/>
                  </a:cubicBezTo>
                  <a:lnTo>
                    <a:pt x="0" y="1069"/>
                  </a:lnTo>
                  <a:cubicBezTo>
                    <a:pt x="0" y="781"/>
                    <a:pt x="88" y="528"/>
                    <a:pt x="261" y="314"/>
                  </a:cubicBezTo>
                  <a:cubicBezTo>
                    <a:pt x="438" y="105"/>
                    <a:pt x="646" y="0"/>
                    <a:pt x="891" y="0"/>
                  </a:cubicBezTo>
                  <a:lnTo>
                    <a:pt x="20684" y="0"/>
                  </a:lnTo>
                  <a:close/>
                  <a:moveTo>
                    <a:pt x="20684" y="8212"/>
                  </a:moveTo>
                  <a:cubicBezTo>
                    <a:pt x="20941" y="8212"/>
                    <a:pt x="21159" y="8318"/>
                    <a:pt x="21335" y="8526"/>
                  </a:cubicBezTo>
                  <a:cubicBezTo>
                    <a:pt x="21511" y="8741"/>
                    <a:pt x="21599" y="8987"/>
                    <a:pt x="21599" y="9266"/>
                  </a:cubicBezTo>
                  <a:lnTo>
                    <a:pt x="21599" y="12292"/>
                  </a:lnTo>
                  <a:cubicBezTo>
                    <a:pt x="21599" y="12597"/>
                    <a:pt x="21511" y="12858"/>
                    <a:pt x="21335" y="13070"/>
                  </a:cubicBezTo>
                  <a:cubicBezTo>
                    <a:pt x="21161" y="13281"/>
                    <a:pt x="20943" y="13387"/>
                    <a:pt x="20684" y="13387"/>
                  </a:cubicBezTo>
                  <a:lnTo>
                    <a:pt x="891" y="13387"/>
                  </a:lnTo>
                  <a:cubicBezTo>
                    <a:pt x="646" y="13387"/>
                    <a:pt x="438" y="13281"/>
                    <a:pt x="261" y="13070"/>
                  </a:cubicBezTo>
                  <a:cubicBezTo>
                    <a:pt x="88" y="12859"/>
                    <a:pt x="0" y="12597"/>
                    <a:pt x="0" y="12292"/>
                  </a:cubicBezTo>
                  <a:lnTo>
                    <a:pt x="0" y="9266"/>
                  </a:lnTo>
                  <a:cubicBezTo>
                    <a:pt x="0" y="8976"/>
                    <a:pt x="88" y="8729"/>
                    <a:pt x="261" y="8520"/>
                  </a:cubicBezTo>
                  <a:cubicBezTo>
                    <a:pt x="438" y="8315"/>
                    <a:pt x="646" y="8212"/>
                    <a:pt x="891" y="8212"/>
                  </a:cubicBezTo>
                  <a:lnTo>
                    <a:pt x="20684" y="8212"/>
                  </a:lnTo>
                  <a:close/>
                  <a:moveTo>
                    <a:pt x="20684" y="16410"/>
                  </a:moveTo>
                  <a:cubicBezTo>
                    <a:pt x="20941" y="16410"/>
                    <a:pt x="21159" y="16515"/>
                    <a:pt x="21335" y="16724"/>
                  </a:cubicBezTo>
                  <a:cubicBezTo>
                    <a:pt x="21511" y="16938"/>
                    <a:pt x="21599" y="17188"/>
                    <a:pt x="21599" y="17479"/>
                  </a:cubicBezTo>
                  <a:lnTo>
                    <a:pt x="21599" y="20527"/>
                  </a:lnTo>
                  <a:cubicBezTo>
                    <a:pt x="21599" y="20821"/>
                    <a:pt x="21511" y="21071"/>
                    <a:pt x="21335" y="21282"/>
                  </a:cubicBezTo>
                  <a:cubicBezTo>
                    <a:pt x="21161" y="21491"/>
                    <a:pt x="20943" y="21600"/>
                    <a:pt x="20684" y="21600"/>
                  </a:cubicBezTo>
                  <a:lnTo>
                    <a:pt x="891" y="21600"/>
                  </a:lnTo>
                  <a:cubicBezTo>
                    <a:pt x="646" y="21600"/>
                    <a:pt x="438" y="21491"/>
                    <a:pt x="261" y="21282"/>
                  </a:cubicBezTo>
                  <a:cubicBezTo>
                    <a:pt x="88" y="21071"/>
                    <a:pt x="0" y="20821"/>
                    <a:pt x="0" y="20527"/>
                  </a:cubicBezTo>
                  <a:lnTo>
                    <a:pt x="0" y="17479"/>
                  </a:lnTo>
                  <a:cubicBezTo>
                    <a:pt x="0" y="17188"/>
                    <a:pt x="88" y="16938"/>
                    <a:pt x="261" y="16724"/>
                  </a:cubicBezTo>
                  <a:cubicBezTo>
                    <a:pt x="438" y="16515"/>
                    <a:pt x="646" y="16410"/>
                    <a:pt x="891" y="16410"/>
                  </a:cubicBezTo>
                  <a:lnTo>
                    <a:pt x="20684" y="16410"/>
                  </a:lnTo>
                  <a:close/>
                  <a:moveTo>
                    <a:pt x="20520" y="9704"/>
                  </a:moveTo>
                  <a:lnTo>
                    <a:pt x="8810" y="9704"/>
                  </a:lnTo>
                  <a:lnTo>
                    <a:pt x="8810" y="11869"/>
                  </a:lnTo>
                  <a:lnTo>
                    <a:pt x="20520" y="11869"/>
                  </a:lnTo>
                  <a:lnTo>
                    <a:pt x="20520" y="9704"/>
                  </a:lnTo>
                  <a:close/>
                  <a:moveTo>
                    <a:pt x="20520" y="17916"/>
                  </a:moveTo>
                  <a:lnTo>
                    <a:pt x="12409" y="17916"/>
                  </a:lnTo>
                  <a:lnTo>
                    <a:pt x="12409" y="20066"/>
                  </a:lnTo>
                  <a:lnTo>
                    <a:pt x="20520" y="20066"/>
                  </a:lnTo>
                  <a:lnTo>
                    <a:pt x="20520" y="17916"/>
                  </a:lnTo>
                  <a:close/>
                  <a:moveTo>
                    <a:pt x="20520" y="1533"/>
                  </a:moveTo>
                  <a:lnTo>
                    <a:pt x="16003" y="1533"/>
                  </a:lnTo>
                  <a:lnTo>
                    <a:pt x="16003" y="3683"/>
                  </a:lnTo>
                  <a:lnTo>
                    <a:pt x="20520" y="3683"/>
                  </a:lnTo>
                  <a:lnTo>
                    <a:pt x="20520" y="153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2" name="AutoShape 62"/>
            <p:cNvSpPr>
              <a:spLocks/>
            </p:cNvSpPr>
            <p:nvPr/>
          </p:nvSpPr>
          <p:spPr bwMode="auto">
            <a:xfrm>
              <a:off x="10955523" y="378089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74" y="10049"/>
                  </a:moveTo>
                  <a:cubicBezTo>
                    <a:pt x="110" y="9662"/>
                    <a:pt x="28" y="9253"/>
                    <a:pt x="28" y="8829"/>
                  </a:cubicBezTo>
                  <a:cubicBezTo>
                    <a:pt x="28" y="8128"/>
                    <a:pt x="211" y="7492"/>
                    <a:pt x="582" y="6924"/>
                  </a:cubicBezTo>
                  <a:cubicBezTo>
                    <a:pt x="494" y="6390"/>
                    <a:pt x="525" y="5854"/>
                    <a:pt x="683" y="5314"/>
                  </a:cubicBezTo>
                  <a:cubicBezTo>
                    <a:pt x="842" y="4774"/>
                    <a:pt x="1104" y="4300"/>
                    <a:pt x="1475" y="3896"/>
                  </a:cubicBezTo>
                  <a:cubicBezTo>
                    <a:pt x="1511" y="3133"/>
                    <a:pt x="1712" y="2511"/>
                    <a:pt x="2082" y="2014"/>
                  </a:cubicBezTo>
                  <a:cubicBezTo>
                    <a:pt x="2452" y="1517"/>
                    <a:pt x="2913" y="1115"/>
                    <a:pt x="3461" y="810"/>
                  </a:cubicBezTo>
                  <a:cubicBezTo>
                    <a:pt x="4012" y="502"/>
                    <a:pt x="4620" y="293"/>
                    <a:pt x="5286" y="177"/>
                  </a:cubicBezTo>
                  <a:cubicBezTo>
                    <a:pt x="5953" y="56"/>
                    <a:pt x="6603" y="0"/>
                    <a:pt x="7233" y="0"/>
                  </a:cubicBezTo>
                  <a:cubicBezTo>
                    <a:pt x="7880" y="0"/>
                    <a:pt x="8536" y="45"/>
                    <a:pt x="9189" y="132"/>
                  </a:cubicBezTo>
                  <a:cubicBezTo>
                    <a:pt x="9839" y="225"/>
                    <a:pt x="10480" y="353"/>
                    <a:pt x="11102" y="525"/>
                  </a:cubicBezTo>
                  <a:cubicBezTo>
                    <a:pt x="11735" y="706"/>
                    <a:pt x="12362" y="898"/>
                    <a:pt x="12989" y="1099"/>
                  </a:cubicBezTo>
                  <a:cubicBezTo>
                    <a:pt x="13617" y="1302"/>
                    <a:pt x="14264" y="1407"/>
                    <a:pt x="14931" y="1407"/>
                  </a:cubicBezTo>
                  <a:lnTo>
                    <a:pt x="20006" y="1407"/>
                  </a:lnTo>
                  <a:cubicBezTo>
                    <a:pt x="20447" y="1407"/>
                    <a:pt x="20822" y="1562"/>
                    <a:pt x="21133" y="1876"/>
                  </a:cubicBezTo>
                  <a:cubicBezTo>
                    <a:pt x="21444" y="2195"/>
                    <a:pt x="21599" y="2571"/>
                    <a:pt x="21599" y="3011"/>
                  </a:cubicBezTo>
                  <a:lnTo>
                    <a:pt x="21599" y="11711"/>
                  </a:lnTo>
                  <a:cubicBezTo>
                    <a:pt x="21599" y="12151"/>
                    <a:pt x="21444" y="12533"/>
                    <a:pt x="21133" y="12847"/>
                  </a:cubicBezTo>
                  <a:cubicBezTo>
                    <a:pt x="20822" y="13160"/>
                    <a:pt x="20447" y="13321"/>
                    <a:pt x="20006" y="13321"/>
                  </a:cubicBezTo>
                  <a:lnTo>
                    <a:pt x="15284" y="13321"/>
                  </a:lnTo>
                  <a:cubicBezTo>
                    <a:pt x="15044" y="13448"/>
                    <a:pt x="14846" y="13587"/>
                    <a:pt x="14702" y="13734"/>
                  </a:cubicBezTo>
                  <a:cubicBezTo>
                    <a:pt x="14558" y="13883"/>
                    <a:pt x="14405" y="14056"/>
                    <a:pt x="14241" y="14254"/>
                  </a:cubicBezTo>
                  <a:cubicBezTo>
                    <a:pt x="14097" y="14434"/>
                    <a:pt x="13950" y="14612"/>
                    <a:pt x="13803" y="14782"/>
                  </a:cubicBezTo>
                  <a:cubicBezTo>
                    <a:pt x="13653" y="14954"/>
                    <a:pt x="13495" y="15121"/>
                    <a:pt x="13323" y="15279"/>
                  </a:cubicBezTo>
                  <a:cubicBezTo>
                    <a:pt x="13026" y="15601"/>
                    <a:pt x="12681" y="15909"/>
                    <a:pt x="12297" y="16211"/>
                  </a:cubicBezTo>
                  <a:cubicBezTo>
                    <a:pt x="11907" y="16522"/>
                    <a:pt x="11616" y="16853"/>
                    <a:pt x="11416" y="17217"/>
                  </a:cubicBezTo>
                  <a:cubicBezTo>
                    <a:pt x="11189" y="17604"/>
                    <a:pt x="11051" y="18051"/>
                    <a:pt x="10997" y="18562"/>
                  </a:cubicBezTo>
                  <a:cubicBezTo>
                    <a:pt x="10941" y="19071"/>
                    <a:pt x="10859" y="19551"/>
                    <a:pt x="10746" y="20003"/>
                  </a:cubicBezTo>
                  <a:cubicBezTo>
                    <a:pt x="10633" y="20450"/>
                    <a:pt x="10438" y="20831"/>
                    <a:pt x="10152" y="21139"/>
                  </a:cubicBezTo>
                  <a:cubicBezTo>
                    <a:pt x="9867" y="21444"/>
                    <a:pt x="9384" y="21600"/>
                    <a:pt x="8697" y="21600"/>
                  </a:cubicBezTo>
                  <a:cubicBezTo>
                    <a:pt x="8146" y="21600"/>
                    <a:pt x="7643" y="21484"/>
                    <a:pt x="7188" y="21258"/>
                  </a:cubicBezTo>
                  <a:cubicBezTo>
                    <a:pt x="6733" y="21023"/>
                    <a:pt x="6349" y="20715"/>
                    <a:pt x="6038" y="20328"/>
                  </a:cubicBezTo>
                  <a:cubicBezTo>
                    <a:pt x="5730" y="19938"/>
                    <a:pt x="5484" y="19495"/>
                    <a:pt x="5309" y="18995"/>
                  </a:cubicBezTo>
                  <a:cubicBezTo>
                    <a:pt x="5134" y="18492"/>
                    <a:pt x="5043" y="17991"/>
                    <a:pt x="5043" y="17472"/>
                  </a:cubicBezTo>
                  <a:cubicBezTo>
                    <a:pt x="5043" y="16941"/>
                    <a:pt x="5123" y="16432"/>
                    <a:pt x="5281" y="15954"/>
                  </a:cubicBezTo>
                  <a:cubicBezTo>
                    <a:pt x="5439" y="15469"/>
                    <a:pt x="5626" y="14988"/>
                    <a:pt x="5840" y="14513"/>
                  </a:cubicBezTo>
                  <a:cubicBezTo>
                    <a:pt x="5527" y="14530"/>
                    <a:pt x="5210" y="14547"/>
                    <a:pt x="4902" y="14562"/>
                  </a:cubicBezTo>
                  <a:cubicBezTo>
                    <a:pt x="4591" y="14584"/>
                    <a:pt x="4275" y="14590"/>
                    <a:pt x="3961" y="14590"/>
                  </a:cubicBezTo>
                  <a:cubicBezTo>
                    <a:pt x="3464" y="14590"/>
                    <a:pt x="2978" y="14547"/>
                    <a:pt x="2506" y="14451"/>
                  </a:cubicBezTo>
                  <a:cubicBezTo>
                    <a:pt x="2031" y="14352"/>
                    <a:pt x="1613" y="14197"/>
                    <a:pt x="1243" y="13977"/>
                  </a:cubicBezTo>
                  <a:cubicBezTo>
                    <a:pt x="870" y="13756"/>
                    <a:pt x="573" y="13454"/>
                    <a:pt x="344" y="13061"/>
                  </a:cubicBezTo>
                  <a:cubicBezTo>
                    <a:pt x="113" y="12674"/>
                    <a:pt x="0" y="12191"/>
                    <a:pt x="0" y="11603"/>
                  </a:cubicBezTo>
                  <a:cubicBezTo>
                    <a:pt x="0" y="11341"/>
                    <a:pt x="22" y="11081"/>
                    <a:pt x="64" y="10826"/>
                  </a:cubicBezTo>
                  <a:cubicBezTo>
                    <a:pt x="115" y="10569"/>
                    <a:pt x="183" y="10309"/>
                    <a:pt x="274" y="10049"/>
                  </a:cubicBezTo>
                  <a:moveTo>
                    <a:pt x="2438" y="7249"/>
                  </a:moveTo>
                  <a:cubicBezTo>
                    <a:pt x="1907" y="7696"/>
                    <a:pt x="1641" y="8247"/>
                    <a:pt x="1641" y="8914"/>
                  </a:cubicBezTo>
                  <a:cubicBezTo>
                    <a:pt x="1641" y="9125"/>
                    <a:pt x="1695" y="9318"/>
                    <a:pt x="1802" y="9504"/>
                  </a:cubicBezTo>
                  <a:cubicBezTo>
                    <a:pt x="1913" y="9688"/>
                    <a:pt x="2034" y="9840"/>
                    <a:pt x="2170" y="9967"/>
                  </a:cubicBezTo>
                  <a:cubicBezTo>
                    <a:pt x="2026" y="10233"/>
                    <a:pt x="1896" y="10487"/>
                    <a:pt x="1783" y="10747"/>
                  </a:cubicBezTo>
                  <a:cubicBezTo>
                    <a:pt x="1669" y="11007"/>
                    <a:pt x="1613" y="11293"/>
                    <a:pt x="1613" y="11606"/>
                  </a:cubicBezTo>
                  <a:cubicBezTo>
                    <a:pt x="1613" y="11923"/>
                    <a:pt x="1689" y="12171"/>
                    <a:pt x="1850" y="12358"/>
                  </a:cubicBezTo>
                  <a:cubicBezTo>
                    <a:pt x="2009" y="12541"/>
                    <a:pt x="2201" y="12677"/>
                    <a:pt x="2430" y="12767"/>
                  </a:cubicBezTo>
                  <a:cubicBezTo>
                    <a:pt x="2661" y="12860"/>
                    <a:pt x="2913" y="12914"/>
                    <a:pt x="3190" y="12931"/>
                  </a:cubicBezTo>
                  <a:cubicBezTo>
                    <a:pt x="3467" y="12948"/>
                    <a:pt x="3724" y="12959"/>
                    <a:pt x="3967" y="12959"/>
                  </a:cubicBezTo>
                  <a:cubicBezTo>
                    <a:pt x="4388" y="12959"/>
                    <a:pt x="4803" y="12943"/>
                    <a:pt x="5199" y="12914"/>
                  </a:cubicBezTo>
                  <a:cubicBezTo>
                    <a:pt x="5597" y="12895"/>
                    <a:pt x="5996" y="12878"/>
                    <a:pt x="6403" y="12878"/>
                  </a:cubicBezTo>
                  <a:cubicBezTo>
                    <a:pt x="6682" y="12878"/>
                    <a:pt x="6959" y="12895"/>
                    <a:pt x="7236" y="12914"/>
                  </a:cubicBezTo>
                  <a:cubicBezTo>
                    <a:pt x="7510" y="12943"/>
                    <a:pt x="7779" y="13016"/>
                    <a:pt x="8039" y="13121"/>
                  </a:cubicBezTo>
                  <a:cubicBezTo>
                    <a:pt x="8039" y="13491"/>
                    <a:pt x="7965" y="13844"/>
                    <a:pt x="7818" y="14174"/>
                  </a:cubicBezTo>
                  <a:cubicBezTo>
                    <a:pt x="7669" y="14511"/>
                    <a:pt x="7507" y="14847"/>
                    <a:pt x="7329" y="15189"/>
                  </a:cubicBezTo>
                  <a:cubicBezTo>
                    <a:pt x="7151" y="15531"/>
                    <a:pt x="6999" y="15889"/>
                    <a:pt x="6863" y="16260"/>
                  </a:cubicBezTo>
                  <a:cubicBezTo>
                    <a:pt x="6728" y="16630"/>
                    <a:pt x="6660" y="17031"/>
                    <a:pt x="6660" y="17474"/>
                  </a:cubicBezTo>
                  <a:cubicBezTo>
                    <a:pt x="6660" y="17771"/>
                    <a:pt x="6708" y="18071"/>
                    <a:pt x="6795" y="18362"/>
                  </a:cubicBezTo>
                  <a:cubicBezTo>
                    <a:pt x="6886" y="18655"/>
                    <a:pt x="7019" y="18918"/>
                    <a:pt x="7197" y="19161"/>
                  </a:cubicBezTo>
                  <a:cubicBezTo>
                    <a:pt x="7372" y="19398"/>
                    <a:pt x="7584" y="19593"/>
                    <a:pt x="7832" y="19740"/>
                  </a:cubicBezTo>
                  <a:cubicBezTo>
                    <a:pt x="8081" y="19890"/>
                    <a:pt x="8372" y="19964"/>
                    <a:pt x="8708" y="19964"/>
                  </a:cubicBezTo>
                  <a:cubicBezTo>
                    <a:pt x="8745" y="19964"/>
                    <a:pt x="8793" y="19966"/>
                    <a:pt x="8864" y="19978"/>
                  </a:cubicBezTo>
                  <a:cubicBezTo>
                    <a:pt x="8932" y="19983"/>
                    <a:pt x="8982" y="19983"/>
                    <a:pt x="9019" y="19964"/>
                  </a:cubicBezTo>
                  <a:cubicBezTo>
                    <a:pt x="9090" y="19930"/>
                    <a:pt x="9132" y="19890"/>
                    <a:pt x="9141" y="19856"/>
                  </a:cubicBezTo>
                  <a:cubicBezTo>
                    <a:pt x="9152" y="19819"/>
                    <a:pt x="9166" y="19763"/>
                    <a:pt x="9183" y="19692"/>
                  </a:cubicBezTo>
                  <a:cubicBezTo>
                    <a:pt x="9291" y="19161"/>
                    <a:pt x="9392" y="18604"/>
                    <a:pt x="9485" y="18014"/>
                  </a:cubicBezTo>
                  <a:cubicBezTo>
                    <a:pt x="9582" y="17429"/>
                    <a:pt x="9760" y="16901"/>
                    <a:pt x="10008" y="16420"/>
                  </a:cubicBezTo>
                  <a:cubicBezTo>
                    <a:pt x="10271" y="15963"/>
                    <a:pt x="10604" y="15564"/>
                    <a:pt x="11009" y="15234"/>
                  </a:cubicBezTo>
                  <a:cubicBezTo>
                    <a:pt x="11415" y="14898"/>
                    <a:pt x="11803" y="14544"/>
                    <a:pt x="12173" y="14174"/>
                  </a:cubicBezTo>
                  <a:cubicBezTo>
                    <a:pt x="12433" y="13897"/>
                    <a:pt x="12656" y="13643"/>
                    <a:pt x="12840" y="13411"/>
                  </a:cubicBezTo>
                  <a:cubicBezTo>
                    <a:pt x="13023" y="13180"/>
                    <a:pt x="13215" y="12965"/>
                    <a:pt x="13408" y="12762"/>
                  </a:cubicBezTo>
                  <a:cubicBezTo>
                    <a:pt x="13600" y="12555"/>
                    <a:pt x="13814" y="12369"/>
                    <a:pt x="14043" y="12194"/>
                  </a:cubicBezTo>
                  <a:cubicBezTo>
                    <a:pt x="14275" y="12016"/>
                    <a:pt x="14575" y="11855"/>
                    <a:pt x="14942" y="11713"/>
                  </a:cubicBezTo>
                  <a:lnTo>
                    <a:pt x="14970" y="11713"/>
                  </a:lnTo>
                  <a:lnTo>
                    <a:pt x="14970" y="3014"/>
                  </a:lnTo>
                  <a:cubicBezTo>
                    <a:pt x="14323" y="3014"/>
                    <a:pt x="13701" y="2943"/>
                    <a:pt x="13111" y="2794"/>
                  </a:cubicBezTo>
                  <a:cubicBezTo>
                    <a:pt x="12520" y="2647"/>
                    <a:pt x="11921" y="2480"/>
                    <a:pt x="11311" y="2308"/>
                  </a:cubicBezTo>
                  <a:cubicBezTo>
                    <a:pt x="10703" y="2132"/>
                    <a:pt x="10068" y="1966"/>
                    <a:pt x="9404" y="1819"/>
                  </a:cubicBezTo>
                  <a:cubicBezTo>
                    <a:pt x="8742" y="1669"/>
                    <a:pt x="8022" y="1599"/>
                    <a:pt x="7245" y="1599"/>
                  </a:cubicBezTo>
                  <a:cubicBezTo>
                    <a:pt x="6838" y="1599"/>
                    <a:pt x="6394" y="1630"/>
                    <a:pt x="5911" y="1697"/>
                  </a:cubicBezTo>
                  <a:cubicBezTo>
                    <a:pt x="5428" y="1768"/>
                    <a:pt x="4981" y="1890"/>
                    <a:pt x="4566" y="2062"/>
                  </a:cubicBezTo>
                  <a:cubicBezTo>
                    <a:pt x="4150" y="2237"/>
                    <a:pt x="3800" y="2491"/>
                    <a:pt x="3509" y="2822"/>
                  </a:cubicBezTo>
                  <a:cubicBezTo>
                    <a:pt x="3221" y="3147"/>
                    <a:pt x="3077" y="3585"/>
                    <a:pt x="3077" y="4124"/>
                  </a:cubicBezTo>
                  <a:cubicBezTo>
                    <a:pt x="3077" y="4218"/>
                    <a:pt x="3082" y="4297"/>
                    <a:pt x="3091" y="4367"/>
                  </a:cubicBezTo>
                  <a:cubicBezTo>
                    <a:pt x="3099" y="4438"/>
                    <a:pt x="3113" y="4528"/>
                    <a:pt x="3133" y="4627"/>
                  </a:cubicBezTo>
                  <a:cubicBezTo>
                    <a:pt x="2817" y="4771"/>
                    <a:pt x="2579" y="5009"/>
                    <a:pt x="2415" y="5345"/>
                  </a:cubicBezTo>
                  <a:cubicBezTo>
                    <a:pt x="2252" y="5676"/>
                    <a:pt x="2172" y="6012"/>
                    <a:pt x="2172" y="6342"/>
                  </a:cubicBezTo>
                  <a:cubicBezTo>
                    <a:pt x="2167" y="6696"/>
                    <a:pt x="2260" y="7001"/>
                    <a:pt x="2438" y="7249"/>
                  </a:cubicBezTo>
                  <a:moveTo>
                    <a:pt x="17344" y="3071"/>
                  </a:moveTo>
                  <a:cubicBezTo>
                    <a:pt x="17050" y="3071"/>
                    <a:pt x="16793" y="3170"/>
                    <a:pt x="16578" y="3373"/>
                  </a:cubicBezTo>
                  <a:cubicBezTo>
                    <a:pt x="16366" y="3579"/>
                    <a:pt x="16262" y="3836"/>
                    <a:pt x="16262" y="4153"/>
                  </a:cubicBezTo>
                  <a:cubicBezTo>
                    <a:pt x="16262" y="4449"/>
                    <a:pt x="16366" y="4704"/>
                    <a:pt x="16578" y="4918"/>
                  </a:cubicBezTo>
                  <a:cubicBezTo>
                    <a:pt x="16790" y="5130"/>
                    <a:pt x="17047" y="5235"/>
                    <a:pt x="17344" y="5235"/>
                  </a:cubicBezTo>
                  <a:cubicBezTo>
                    <a:pt x="17658" y="5235"/>
                    <a:pt x="17918" y="5130"/>
                    <a:pt x="18121" y="4918"/>
                  </a:cubicBezTo>
                  <a:cubicBezTo>
                    <a:pt x="18322" y="4704"/>
                    <a:pt x="18423" y="4449"/>
                    <a:pt x="18423" y="4153"/>
                  </a:cubicBezTo>
                  <a:cubicBezTo>
                    <a:pt x="18423" y="3836"/>
                    <a:pt x="18322" y="3579"/>
                    <a:pt x="18121" y="3373"/>
                  </a:cubicBezTo>
                  <a:cubicBezTo>
                    <a:pt x="17920" y="3170"/>
                    <a:pt x="17660" y="3071"/>
                    <a:pt x="17344" y="307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3" name="AutoShape 63"/>
            <p:cNvSpPr>
              <a:spLocks/>
            </p:cNvSpPr>
            <p:nvPr/>
          </p:nvSpPr>
          <p:spPr bwMode="auto">
            <a:xfrm>
              <a:off x="13950824"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599" y="4427"/>
                    <a:pt x="21599" y="4865"/>
                  </a:cubicBezTo>
                  <a:lnTo>
                    <a:pt x="21599" y="19984"/>
                  </a:lnTo>
                  <a:cubicBezTo>
                    <a:pt x="21599"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4" name="AutoShape 64"/>
            <p:cNvSpPr>
              <a:spLocks/>
            </p:cNvSpPr>
            <p:nvPr/>
          </p:nvSpPr>
          <p:spPr bwMode="auto">
            <a:xfrm>
              <a:off x="14961141"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600"/>
                    <a:pt x="20263" y="21600"/>
                  </a:cubicBezTo>
                  <a:lnTo>
                    <a:pt x="1346" y="21600"/>
                  </a:lnTo>
                  <a:cubicBezTo>
                    <a:pt x="979" y="21600"/>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5" name="AutoShape 65"/>
            <p:cNvSpPr>
              <a:spLocks/>
            </p:cNvSpPr>
            <p:nvPr/>
          </p:nvSpPr>
          <p:spPr bwMode="auto">
            <a:xfrm>
              <a:off x="15929697" y="12096"/>
              <a:ext cx="417494" cy="417494"/>
            </a:xfrm>
            <a:custGeom>
              <a:avLst/>
              <a:gdLst>
                <a:gd name="T0" fmla="*/ 208747 w 21590"/>
                <a:gd name="T1" fmla="*/ 208747 h 21600"/>
                <a:gd name="T2" fmla="*/ 208747 w 21590"/>
                <a:gd name="T3" fmla="*/ 208747 h 21600"/>
                <a:gd name="T4" fmla="*/ 208747 w 21590"/>
                <a:gd name="T5" fmla="*/ 208747 h 21600"/>
                <a:gd name="T6" fmla="*/ 208747 w 2159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0" h="21600">
                  <a:moveTo>
                    <a:pt x="21292" y="12679"/>
                  </a:moveTo>
                  <a:cubicBezTo>
                    <a:pt x="21501" y="12885"/>
                    <a:pt x="21600" y="13136"/>
                    <a:pt x="21588" y="13436"/>
                  </a:cubicBezTo>
                  <a:cubicBezTo>
                    <a:pt x="21588" y="13662"/>
                    <a:pt x="21518" y="13865"/>
                    <a:pt x="21374" y="14043"/>
                  </a:cubicBezTo>
                  <a:cubicBezTo>
                    <a:pt x="21230" y="14224"/>
                    <a:pt x="21046" y="14342"/>
                    <a:pt x="20820" y="14393"/>
                  </a:cubicBezTo>
                  <a:lnTo>
                    <a:pt x="18197" y="15057"/>
                  </a:lnTo>
                  <a:cubicBezTo>
                    <a:pt x="18250" y="15220"/>
                    <a:pt x="18318" y="15438"/>
                    <a:pt x="18400" y="15706"/>
                  </a:cubicBezTo>
                  <a:cubicBezTo>
                    <a:pt x="18479" y="15977"/>
                    <a:pt x="18564" y="16254"/>
                    <a:pt x="18649" y="16531"/>
                  </a:cubicBezTo>
                  <a:cubicBezTo>
                    <a:pt x="18736" y="16810"/>
                    <a:pt x="18809" y="17081"/>
                    <a:pt x="18874" y="17333"/>
                  </a:cubicBezTo>
                  <a:cubicBezTo>
                    <a:pt x="18937" y="17592"/>
                    <a:pt x="18968" y="17801"/>
                    <a:pt x="18968" y="17962"/>
                  </a:cubicBezTo>
                  <a:cubicBezTo>
                    <a:pt x="18968" y="18225"/>
                    <a:pt x="18872" y="18459"/>
                    <a:pt x="18677" y="18660"/>
                  </a:cubicBezTo>
                  <a:cubicBezTo>
                    <a:pt x="18482" y="18860"/>
                    <a:pt x="18245" y="18965"/>
                    <a:pt x="17968" y="18965"/>
                  </a:cubicBezTo>
                  <a:cubicBezTo>
                    <a:pt x="17804" y="18965"/>
                    <a:pt x="17592" y="18934"/>
                    <a:pt x="17333" y="18869"/>
                  </a:cubicBezTo>
                  <a:cubicBezTo>
                    <a:pt x="17070" y="18807"/>
                    <a:pt x="16802" y="18733"/>
                    <a:pt x="16525" y="18646"/>
                  </a:cubicBezTo>
                  <a:cubicBezTo>
                    <a:pt x="16251" y="18561"/>
                    <a:pt x="15983" y="18476"/>
                    <a:pt x="15715" y="18397"/>
                  </a:cubicBezTo>
                  <a:cubicBezTo>
                    <a:pt x="15449" y="18315"/>
                    <a:pt x="15232" y="18250"/>
                    <a:pt x="15059" y="18194"/>
                  </a:cubicBezTo>
                  <a:lnTo>
                    <a:pt x="14399" y="20817"/>
                  </a:lnTo>
                  <a:cubicBezTo>
                    <a:pt x="14345" y="21040"/>
                    <a:pt x="14223" y="21227"/>
                    <a:pt x="14040" y="21376"/>
                  </a:cubicBezTo>
                  <a:cubicBezTo>
                    <a:pt x="13854" y="21526"/>
                    <a:pt x="13650" y="21600"/>
                    <a:pt x="13424" y="21600"/>
                  </a:cubicBezTo>
                  <a:cubicBezTo>
                    <a:pt x="13128" y="21600"/>
                    <a:pt x="12879" y="21498"/>
                    <a:pt x="12682" y="21289"/>
                  </a:cubicBezTo>
                  <a:lnTo>
                    <a:pt x="10801" y="19357"/>
                  </a:lnTo>
                  <a:lnTo>
                    <a:pt x="8881" y="21289"/>
                  </a:lnTo>
                  <a:cubicBezTo>
                    <a:pt x="8720" y="21498"/>
                    <a:pt x="8480" y="21600"/>
                    <a:pt x="8166" y="21600"/>
                  </a:cubicBezTo>
                  <a:cubicBezTo>
                    <a:pt x="7940" y="21600"/>
                    <a:pt x="7737" y="21526"/>
                    <a:pt x="7556" y="21376"/>
                  </a:cubicBezTo>
                  <a:cubicBezTo>
                    <a:pt x="7378" y="21227"/>
                    <a:pt x="7254" y="21040"/>
                    <a:pt x="7192" y="20817"/>
                  </a:cubicBezTo>
                  <a:lnTo>
                    <a:pt x="6528" y="18194"/>
                  </a:lnTo>
                  <a:cubicBezTo>
                    <a:pt x="6367" y="18250"/>
                    <a:pt x="6153" y="18315"/>
                    <a:pt x="5887" y="18397"/>
                  </a:cubicBezTo>
                  <a:cubicBezTo>
                    <a:pt x="5622" y="18479"/>
                    <a:pt x="5348" y="18561"/>
                    <a:pt x="5068" y="18646"/>
                  </a:cubicBezTo>
                  <a:cubicBezTo>
                    <a:pt x="4792" y="18733"/>
                    <a:pt x="4523" y="18807"/>
                    <a:pt x="4266" y="18869"/>
                  </a:cubicBezTo>
                  <a:cubicBezTo>
                    <a:pt x="4009" y="18934"/>
                    <a:pt x="3795" y="18965"/>
                    <a:pt x="3623" y="18965"/>
                  </a:cubicBezTo>
                  <a:cubicBezTo>
                    <a:pt x="3346" y="18965"/>
                    <a:pt x="3111" y="18860"/>
                    <a:pt x="2922" y="18660"/>
                  </a:cubicBezTo>
                  <a:cubicBezTo>
                    <a:pt x="2730" y="18459"/>
                    <a:pt x="2637" y="18225"/>
                    <a:pt x="2637" y="17962"/>
                  </a:cubicBezTo>
                  <a:cubicBezTo>
                    <a:pt x="2637" y="17801"/>
                    <a:pt x="2668" y="17592"/>
                    <a:pt x="2730" y="17333"/>
                  </a:cubicBezTo>
                  <a:cubicBezTo>
                    <a:pt x="2795" y="17081"/>
                    <a:pt x="2866" y="16810"/>
                    <a:pt x="2948" y="16531"/>
                  </a:cubicBezTo>
                  <a:cubicBezTo>
                    <a:pt x="3030" y="16254"/>
                    <a:pt x="3111" y="15980"/>
                    <a:pt x="3196" y="15712"/>
                  </a:cubicBezTo>
                  <a:cubicBezTo>
                    <a:pt x="3284" y="15446"/>
                    <a:pt x="3351" y="15229"/>
                    <a:pt x="3408" y="15057"/>
                  </a:cubicBezTo>
                  <a:lnTo>
                    <a:pt x="770" y="14393"/>
                  </a:lnTo>
                  <a:cubicBezTo>
                    <a:pt x="545" y="14342"/>
                    <a:pt x="361" y="14224"/>
                    <a:pt x="217" y="14034"/>
                  </a:cubicBezTo>
                  <a:cubicBezTo>
                    <a:pt x="73" y="13854"/>
                    <a:pt x="0" y="13650"/>
                    <a:pt x="0" y="13436"/>
                  </a:cubicBezTo>
                  <a:cubicBezTo>
                    <a:pt x="0" y="13136"/>
                    <a:pt x="104" y="12885"/>
                    <a:pt x="310" y="12679"/>
                  </a:cubicBezTo>
                  <a:lnTo>
                    <a:pt x="2245" y="10798"/>
                  </a:lnTo>
                  <a:lnTo>
                    <a:pt x="310" y="8920"/>
                  </a:lnTo>
                  <a:cubicBezTo>
                    <a:pt x="104" y="8714"/>
                    <a:pt x="0" y="8460"/>
                    <a:pt x="0" y="8160"/>
                  </a:cubicBezTo>
                  <a:cubicBezTo>
                    <a:pt x="0" y="7937"/>
                    <a:pt x="76" y="7734"/>
                    <a:pt x="225" y="7556"/>
                  </a:cubicBezTo>
                  <a:cubicBezTo>
                    <a:pt x="372" y="7373"/>
                    <a:pt x="556" y="7257"/>
                    <a:pt x="770" y="7203"/>
                  </a:cubicBezTo>
                  <a:lnTo>
                    <a:pt x="3408" y="6540"/>
                  </a:lnTo>
                  <a:cubicBezTo>
                    <a:pt x="3351" y="6381"/>
                    <a:pt x="3284" y="6161"/>
                    <a:pt x="3196" y="5893"/>
                  </a:cubicBezTo>
                  <a:cubicBezTo>
                    <a:pt x="3111" y="5622"/>
                    <a:pt x="3030" y="5345"/>
                    <a:pt x="2948" y="5068"/>
                  </a:cubicBezTo>
                  <a:cubicBezTo>
                    <a:pt x="2866" y="4786"/>
                    <a:pt x="2795" y="4518"/>
                    <a:pt x="2730" y="4264"/>
                  </a:cubicBezTo>
                  <a:cubicBezTo>
                    <a:pt x="2668" y="4007"/>
                    <a:pt x="2637" y="3795"/>
                    <a:pt x="2637" y="3634"/>
                  </a:cubicBezTo>
                  <a:cubicBezTo>
                    <a:pt x="2637" y="3354"/>
                    <a:pt x="2733" y="3117"/>
                    <a:pt x="2928" y="2925"/>
                  </a:cubicBezTo>
                  <a:cubicBezTo>
                    <a:pt x="3120" y="2730"/>
                    <a:pt x="3351" y="2634"/>
                    <a:pt x="3623" y="2634"/>
                  </a:cubicBezTo>
                  <a:cubicBezTo>
                    <a:pt x="3786" y="2634"/>
                    <a:pt x="3995" y="2665"/>
                    <a:pt x="4258" y="2730"/>
                  </a:cubicBezTo>
                  <a:cubicBezTo>
                    <a:pt x="4521" y="2792"/>
                    <a:pt x="4792" y="2866"/>
                    <a:pt x="5068" y="2950"/>
                  </a:cubicBezTo>
                  <a:cubicBezTo>
                    <a:pt x="5348" y="3038"/>
                    <a:pt x="5622" y="3120"/>
                    <a:pt x="5887" y="3205"/>
                  </a:cubicBezTo>
                  <a:cubicBezTo>
                    <a:pt x="6153" y="3284"/>
                    <a:pt x="6367" y="3349"/>
                    <a:pt x="6528" y="3405"/>
                  </a:cubicBezTo>
                  <a:lnTo>
                    <a:pt x="7192" y="782"/>
                  </a:lnTo>
                  <a:cubicBezTo>
                    <a:pt x="7246" y="556"/>
                    <a:pt x="7367" y="369"/>
                    <a:pt x="7556" y="220"/>
                  </a:cubicBezTo>
                  <a:cubicBezTo>
                    <a:pt x="7748" y="70"/>
                    <a:pt x="7949" y="0"/>
                    <a:pt x="8166" y="0"/>
                  </a:cubicBezTo>
                  <a:cubicBezTo>
                    <a:pt x="8480" y="0"/>
                    <a:pt x="8720" y="101"/>
                    <a:pt x="8881" y="307"/>
                  </a:cubicBezTo>
                  <a:lnTo>
                    <a:pt x="10801" y="2242"/>
                  </a:lnTo>
                  <a:lnTo>
                    <a:pt x="12682" y="307"/>
                  </a:lnTo>
                  <a:cubicBezTo>
                    <a:pt x="12888" y="101"/>
                    <a:pt x="13128" y="0"/>
                    <a:pt x="13399" y="0"/>
                  </a:cubicBezTo>
                  <a:cubicBezTo>
                    <a:pt x="13642" y="0"/>
                    <a:pt x="13854" y="67"/>
                    <a:pt x="14040" y="208"/>
                  </a:cubicBezTo>
                  <a:cubicBezTo>
                    <a:pt x="14223" y="347"/>
                    <a:pt x="14345" y="539"/>
                    <a:pt x="14399" y="782"/>
                  </a:cubicBezTo>
                  <a:lnTo>
                    <a:pt x="15059" y="3405"/>
                  </a:lnTo>
                  <a:cubicBezTo>
                    <a:pt x="15223" y="3349"/>
                    <a:pt x="15438" y="3284"/>
                    <a:pt x="15709" y="3205"/>
                  </a:cubicBezTo>
                  <a:cubicBezTo>
                    <a:pt x="15980" y="3120"/>
                    <a:pt x="16251" y="3038"/>
                    <a:pt x="16525" y="2950"/>
                  </a:cubicBezTo>
                  <a:cubicBezTo>
                    <a:pt x="16802" y="2866"/>
                    <a:pt x="17070" y="2792"/>
                    <a:pt x="17333" y="2730"/>
                  </a:cubicBezTo>
                  <a:cubicBezTo>
                    <a:pt x="17592" y="2665"/>
                    <a:pt x="17804" y="2634"/>
                    <a:pt x="17968" y="2634"/>
                  </a:cubicBezTo>
                  <a:cubicBezTo>
                    <a:pt x="18228" y="2634"/>
                    <a:pt x="18459" y="2730"/>
                    <a:pt x="18663" y="2925"/>
                  </a:cubicBezTo>
                  <a:cubicBezTo>
                    <a:pt x="18866" y="3117"/>
                    <a:pt x="18968" y="3354"/>
                    <a:pt x="18968" y="3634"/>
                  </a:cubicBezTo>
                  <a:cubicBezTo>
                    <a:pt x="18968" y="3795"/>
                    <a:pt x="18937" y="4007"/>
                    <a:pt x="18874" y="4264"/>
                  </a:cubicBezTo>
                  <a:cubicBezTo>
                    <a:pt x="18809" y="4518"/>
                    <a:pt x="18736" y="4786"/>
                    <a:pt x="18649" y="5068"/>
                  </a:cubicBezTo>
                  <a:cubicBezTo>
                    <a:pt x="18564" y="5345"/>
                    <a:pt x="18479" y="5619"/>
                    <a:pt x="18400" y="5884"/>
                  </a:cubicBezTo>
                  <a:cubicBezTo>
                    <a:pt x="18318" y="6150"/>
                    <a:pt x="18250" y="6370"/>
                    <a:pt x="18197" y="6540"/>
                  </a:cubicBezTo>
                  <a:lnTo>
                    <a:pt x="20820" y="7203"/>
                  </a:lnTo>
                  <a:cubicBezTo>
                    <a:pt x="21046" y="7257"/>
                    <a:pt x="21230" y="7378"/>
                    <a:pt x="21374" y="7559"/>
                  </a:cubicBezTo>
                  <a:cubicBezTo>
                    <a:pt x="21518" y="7748"/>
                    <a:pt x="21588" y="7946"/>
                    <a:pt x="21588" y="8161"/>
                  </a:cubicBezTo>
                  <a:cubicBezTo>
                    <a:pt x="21588" y="8460"/>
                    <a:pt x="21489" y="8714"/>
                    <a:pt x="21292" y="8920"/>
                  </a:cubicBezTo>
                  <a:lnTo>
                    <a:pt x="19332" y="10798"/>
                  </a:lnTo>
                  <a:lnTo>
                    <a:pt x="21292" y="1267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6" name="AutoShape 66"/>
            <p:cNvSpPr>
              <a:spLocks/>
            </p:cNvSpPr>
            <p:nvPr/>
          </p:nvSpPr>
          <p:spPr bwMode="auto">
            <a:xfrm>
              <a:off x="16941824" y="12096"/>
              <a:ext cx="417495" cy="417494"/>
            </a:xfrm>
            <a:custGeom>
              <a:avLst/>
              <a:gdLst>
                <a:gd name="T0" fmla="*/ 208748 w 21598"/>
                <a:gd name="T1" fmla="*/ 208747 h 21600"/>
                <a:gd name="T2" fmla="*/ 208748 w 21598"/>
                <a:gd name="T3" fmla="*/ 208747 h 21600"/>
                <a:gd name="T4" fmla="*/ 208748 w 21598"/>
                <a:gd name="T5" fmla="*/ 208747 h 21600"/>
                <a:gd name="T6" fmla="*/ 208748 w 2159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7" name="AutoShape 67"/>
            <p:cNvSpPr>
              <a:spLocks/>
            </p:cNvSpPr>
            <p:nvPr/>
          </p:nvSpPr>
          <p:spPr bwMode="auto">
            <a:xfrm>
              <a:off x="17979962"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62" y="0"/>
                  </a:moveTo>
                  <a:cubicBezTo>
                    <a:pt x="18198" y="0"/>
                    <a:pt x="18703" y="117"/>
                    <a:pt x="19175" y="343"/>
                  </a:cubicBezTo>
                  <a:cubicBezTo>
                    <a:pt x="19651" y="575"/>
                    <a:pt x="20064" y="887"/>
                    <a:pt x="20422" y="1280"/>
                  </a:cubicBezTo>
                  <a:cubicBezTo>
                    <a:pt x="20780" y="1674"/>
                    <a:pt x="21066" y="2132"/>
                    <a:pt x="21279" y="2652"/>
                  </a:cubicBezTo>
                  <a:cubicBezTo>
                    <a:pt x="21493" y="3169"/>
                    <a:pt x="21599" y="3727"/>
                    <a:pt x="21599" y="4317"/>
                  </a:cubicBezTo>
                  <a:lnTo>
                    <a:pt x="21599" y="17282"/>
                  </a:lnTo>
                  <a:cubicBezTo>
                    <a:pt x="21599" y="17872"/>
                    <a:pt x="21493" y="18430"/>
                    <a:pt x="21279" y="18947"/>
                  </a:cubicBezTo>
                  <a:cubicBezTo>
                    <a:pt x="21066" y="19467"/>
                    <a:pt x="20780" y="19925"/>
                    <a:pt x="20422" y="20319"/>
                  </a:cubicBezTo>
                  <a:cubicBezTo>
                    <a:pt x="20064" y="20712"/>
                    <a:pt x="19651" y="21024"/>
                    <a:pt x="19183" y="21256"/>
                  </a:cubicBezTo>
                  <a:cubicBezTo>
                    <a:pt x="18714" y="21485"/>
                    <a:pt x="18209" y="21600"/>
                    <a:pt x="17662" y="21600"/>
                  </a:cubicBezTo>
                  <a:lnTo>
                    <a:pt x="3924" y="21600"/>
                  </a:lnTo>
                  <a:cubicBezTo>
                    <a:pt x="3387" y="21600"/>
                    <a:pt x="2883" y="21485"/>
                    <a:pt x="2410" y="21256"/>
                  </a:cubicBezTo>
                  <a:cubicBezTo>
                    <a:pt x="1935" y="21024"/>
                    <a:pt x="1521" y="20712"/>
                    <a:pt x="1163" y="20319"/>
                  </a:cubicBezTo>
                  <a:cubicBezTo>
                    <a:pt x="806" y="19925"/>
                    <a:pt x="523" y="19467"/>
                    <a:pt x="312" y="18947"/>
                  </a:cubicBezTo>
                  <a:cubicBezTo>
                    <a:pt x="104" y="18430"/>
                    <a:pt x="0" y="17872"/>
                    <a:pt x="0" y="17282"/>
                  </a:cubicBezTo>
                  <a:lnTo>
                    <a:pt x="0" y="4317"/>
                  </a:lnTo>
                  <a:cubicBezTo>
                    <a:pt x="0" y="3727"/>
                    <a:pt x="104" y="3169"/>
                    <a:pt x="312" y="2652"/>
                  </a:cubicBezTo>
                  <a:cubicBezTo>
                    <a:pt x="523" y="2132"/>
                    <a:pt x="806" y="1674"/>
                    <a:pt x="1163" y="1280"/>
                  </a:cubicBezTo>
                  <a:cubicBezTo>
                    <a:pt x="1521" y="887"/>
                    <a:pt x="1935" y="575"/>
                    <a:pt x="2410" y="343"/>
                  </a:cubicBezTo>
                  <a:cubicBezTo>
                    <a:pt x="2883" y="117"/>
                    <a:pt x="3387" y="0"/>
                    <a:pt x="3924" y="0"/>
                  </a:cubicBezTo>
                  <a:lnTo>
                    <a:pt x="17662" y="0"/>
                  </a:lnTo>
                  <a:close/>
                  <a:moveTo>
                    <a:pt x="17662" y="2713"/>
                  </a:moveTo>
                  <a:lnTo>
                    <a:pt x="3924" y="2713"/>
                  </a:lnTo>
                  <a:cubicBezTo>
                    <a:pt x="3523" y="2713"/>
                    <a:pt x="3179" y="2872"/>
                    <a:pt x="2896" y="3186"/>
                  </a:cubicBezTo>
                  <a:cubicBezTo>
                    <a:pt x="2608" y="3501"/>
                    <a:pt x="2466" y="3877"/>
                    <a:pt x="2466" y="4317"/>
                  </a:cubicBezTo>
                  <a:lnTo>
                    <a:pt x="2466" y="17282"/>
                  </a:lnTo>
                  <a:cubicBezTo>
                    <a:pt x="2466" y="17723"/>
                    <a:pt x="2608" y="18099"/>
                    <a:pt x="2896" y="18413"/>
                  </a:cubicBezTo>
                  <a:cubicBezTo>
                    <a:pt x="3179" y="18727"/>
                    <a:pt x="3523" y="18886"/>
                    <a:pt x="3924" y="18886"/>
                  </a:cubicBezTo>
                  <a:lnTo>
                    <a:pt x="17662" y="18886"/>
                  </a:lnTo>
                  <a:cubicBezTo>
                    <a:pt x="18062" y="18886"/>
                    <a:pt x="18407" y="18727"/>
                    <a:pt x="18698" y="18413"/>
                  </a:cubicBezTo>
                  <a:cubicBezTo>
                    <a:pt x="18989" y="18101"/>
                    <a:pt x="19133" y="17723"/>
                    <a:pt x="19133" y="17282"/>
                  </a:cubicBezTo>
                  <a:lnTo>
                    <a:pt x="19133" y="4317"/>
                  </a:lnTo>
                  <a:cubicBezTo>
                    <a:pt x="19133" y="3877"/>
                    <a:pt x="18989" y="3501"/>
                    <a:pt x="18698" y="3186"/>
                  </a:cubicBezTo>
                  <a:cubicBezTo>
                    <a:pt x="18407" y="2872"/>
                    <a:pt x="18062" y="2713"/>
                    <a:pt x="17662" y="2713"/>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8" name="AutoShape 68"/>
            <p:cNvSpPr>
              <a:spLocks/>
            </p:cNvSpPr>
            <p:nvPr/>
          </p:nvSpPr>
          <p:spPr bwMode="auto">
            <a:xfrm>
              <a:off x="18978179"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2"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1"/>
                  </a:cubicBezTo>
                  <a:cubicBezTo>
                    <a:pt x="19512" y="20281"/>
                    <a:pt x="18940" y="20747"/>
                    <a:pt x="18290" y="21090"/>
                  </a:cubicBezTo>
                  <a:cubicBezTo>
                    <a:pt x="17640"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4" y="10929"/>
                  </a:cubicBezTo>
                  <a:cubicBezTo>
                    <a:pt x="3249" y="10552"/>
                    <a:pt x="3055" y="10140"/>
                    <a:pt x="2916" y="9688"/>
                  </a:cubicBezTo>
                  <a:cubicBezTo>
                    <a:pt x="2779" y="9239"/>
                    <a:pt x="2712" y="8758"/>
                    <a:pt x="2712" y="8240"/>
                  </a:cubicBezTo>
                  <a:cubicBezTo>
                    <a:pt x="2712" y="7635"/>
                    <a:pt x="2805" y="7071"/>
                    <a:pt x="2992" y="6547"/>
                  </a:cubicBezTo>
                  <a:cubicBezTo>
                    <a:pt x="3180" y="6023"/>
                    <a:pt x="3434" y="5568"/>
                    <a:pt x="3756"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20" y="0"/>
                    <a:pt x="15218" y="169"/>
                    <a:pt x="15876" y="509"/>
                  </a:cubicBezTo>
                  <a:cubicBezTo>
                    <a:pt x="16536" y="852"/>
                    <a:pt x="17109" y="1312"/>
                    <a:pt x="17594" y="1894"/>
                  </a:cubicBezTo>
                  <a:cubicBezTo>
                    <a:pt x="18081" y="2476"/>
                    <a:pt x="18465" y="3167"/>
                    <a:pt x="18748" y="3956"/>
                  </a:cubicBezTo>
                  <a:cubicBezTo>
                    <a:pt x="19032" y="4744"/>
                    <a:pt x="19173" y="5580"/>
                    <a:pt x="19173" y="6463"/>
                  </a:cubicBezTo>
                  <a:cubicBezTo>
                    <a:pt x="19173" y="6987"/>
                    <a:pt x="19125" y="7491"/>
                    <a:pt x="19024" y="7972"/>
                  </a:cubicBezTo>
                  <a:cubicBezTo>
                    <a:pt x="18924" y="8453"/>
                    <a:pt x="18784" y="8914"/>
                    <a:pt x="18612" y="934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9" name="AutoShape 69"/>
            <p:cNvSpPr>
              <a:spLocks/>
            </p:cNvSpPr>
            <p:nvPr/>
          </p:nvSpPr>
          <p:spPr bwMode="auto">
            <a:xfrm>
              <a:off x="0"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599" y="9091"/>
                    <a:pt x="21599" y="9218"/>
                  </a:cubicBezTo>
                  <a:lnTo>
                    <a:pt x="21599" y="12409"/>
                  </a:lnTo>
                  <a:cubicBezTo>
                    <a:pt x="21599"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9"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8"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2"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8"/>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0" name="AutoShape 70"/>
            <p:cNvSpPr>
              <a:spLocks/>
            </p:cNvSpPr>
            <p:nvPr/>
          </p:nvSpPr>
          <p:spPr bwMode="auto">
            <a:xfrm>
              <a:off x="982478" y="783812"/>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34" y="6152"/>
                  </a:moveTo>
                  <a:cubicBezTo>
                    <a:pt x="11406" y="6502"/>
                    <a:pt x="11552" y="6917"/>
                    <a:pt x="11672" y="7394"/>
                  </a:cubicBezTo>
                  <a:cubicBezTo>
                    <a:pt x="11747" y="7411"/>
                    <a:pt x="11886" y="7434"/>
                    <a:pt x="12088" y="7462"/>
                  </a:cubicBezTo>
                  <a:cubicBezTo>
                    <a:pt x="12291" y="7487"/>
                    <a:pt x="12500" y="7527"/>
                    <a:pt x="12714" y="7578"/>
                  </a:cubicBezTo>
                  <a:cubicBezTo>
                    <a:pt x="12928" y="7626"/>
                    <a:pt x="13119" y="7679"/>
                    <a:pt x="13289" y="7730"/>
                  </a:cubicBezTo>
                  <a:cubicBezTo>
                    <a:pt x="13458" y="7787"/>
                    <a:pt x="13543" y="7849"/>
                    <a:pt x="13543" y="7922"/>
                  </a:cubicBezTo>
                  <a:lnTo>
                    <a:pt x="13543" y="10328"/>
                  </a:lnTo>
                  <a:cubicBezTo>
                    <a:pt x="13543" y="10415"/>
                    <a:pt x="13458" y="10494"/>
                    <a:pt x="13289" y="10548"/>
                  </a:cubicBezTo>
                  <a:cubicBezTo>
                    <a:pt x="13119" y="10610"/>
                    <a:pt x="12928" y="10658"/>
                    <a:pt x="12714" y="10706"/>
                  </a:cubicBezTo>
                  <a:cubicBezTo>
                    <a:pt x="12500" y="10751"/>
                    <a:pt x="12288" y="10782"/>
                    <a:pt x="12076" y="10800"/>
                  </a:cubicBezTo>
                  <a:cubicBezTo>
                    <a:pt x="11867" y="10819"/>
                    <a:pt x="11730" y="10836"/>
                    <a:pt x="11672" y="10856"/>
                  </a:cubicBezTo>
                  <a:cubicBezTo>
                    <a:pt x="11566" y="11243"/>
                    <a:pt x="11429" y="11638"/>
                    <a:pt x="11255" y="12045"/>
                  </a:cubicBezTo>
                  <a:cubicBezTo>
                    <a:pt x="11429" y="12324"/>
                    <a:pt x="11594" y="12595"/>
                    <a:pt x="11756" y="12864"/>
                  </a:cubicBezTo>
                  <a:cubicBezTo>
                    <a:pt x="11919" y="13126"/>
                    <a:pt x="12100" y="13394"/>
                    <a:pt x="12302" y="13654"/>
                  </a:cubicBezTo>
                  <a:lnTo>
                    <a:pt x="12326" y="13787"/>
                  </a:lnTo>
                  <a:cubicBezTo>
                    <a:pt x="12326" y="13841"/>
                    <a:pt x="12248" y="13976"/>
                    <a:pt x="12095" y="14194"/>
                  </a:cubicBezTo>
                  <a:cubicBezTo>
                    <a:pt x="11940" y="14411"/>
                    <a:pt x="11761" y="14637"/>
                    <a:pt x="11559" y="14877"/>
                  </a:cubicBezTo>
                  <a:cubicBezTo>
                    <a:pt x="11356" y="15117"/>
                    <a:pt x="11166" y="15326"/>
                    <a:pt x="10991" y="15512"/>
                  </a:cubicBezTo>
                  <a:cubicBezTo>
                    <a:pt x="10812" y="15696"/>
                    <a:pt x="10702" y="15789"/>
                    <a:pt x="10657" y="15789"/>
                  </a:cubicBezTo>
                  <a:cubicBezTo>
                    <a:pt x="10643" y="15789"/>
                    <a:pt x="10565" y="15727"/>
                    <a:pt x="10426" y="15605"/>
                  </a:cubicBezTo>
                  <a:cubicBezTo>
                    <a:pt x="10288" y="15484"/>
                    <a:pt x="10135" y="15346"/>
                    <a:pt x="9965" y="15187"/>
                  </a:cubicBezTo>
                  <a:cubicBezTo>
                    <a:pt x="9796" y="15029"/>
                    <a:pt x="9638" y="14885"/>
                    <a:pt x="9492" y="14747"/>
                  </a:cubicBezTo>
                  <a:cubicBezTo>
                    <a:pt x="9344" y="14614"/>
                    <a:pt x="9250" y="14524"/>
                    <a:pt x="9205" y="14476"/>
                  </a:cubicBezTo>
                  <a:cubicBezTo>
                    <a:pt x="8866" y="14685"/>
                    <a:pt x="8536" y="14851"/>
                    <a:pt x="8212" y="14978"/>
                  </a:cubicBezTo>
                  <a:cubicBezTo>
                    <a:pt x="8212" y="15069"/>
                    <a:pt x="8200" y="15235"/>
                    <a:pt x="8179" y="15475"/>
                  </a:cubicBezTo>
                  <a:cubicBezTo>
                    <a:pt x="8155" y="15721"/>
                    <a:pt x="8127" y="15975"/>
                    <a:pt x="8089" y="16241"/>
                  </a:cubicBezTo>
                  <a:cubicBezTo>
                    <a:pt x="8052" y="16509"/>
                    <a:pt x="8004" y="16743"/>
                    <a:pt x="7948" y="16944"/>
                  </a:cubicBezTo>
                  <a:cubicBezTo>
                    <a:pt x="7892" y="17147"/>
                    <a:pt x="7833" y="17249"/>
                    <a:pt x="7774" y="17249"/>
                  </a:cubicBezTo>
                  <a:lnTo>
                    <a:pt x="5768" y="17249"/>
                  </a:lnTo>
                  <a:cubicBezTo>
                    <a:pt x="5707" y="17249"/>
                    <a:pt x="5651" y="17147"/>
                    <a:pt x="5594" y="16944"/>
                  </a:cubicBezTo>
                  <a:cubicBezTo>
                    <a:pt x="5538" y="16743"/>
                    <a:pt x="5493" y="16509"/>
                    <a:pt x="5462" y="16241"/>
                  </a:cubicBezTo>
                  <a:cubicBezTo>
                    <a:pt x="5434" y="15975"/>
                    <a:pt x="5406" y="15721"/>
                    <a:pt x="5385" y="15484"/>
                  </a:cubicBezTo>
                  <a:cubicBezTo>
                    <a:pt x="5361" y="15244"/>
                    <a:pt x="5352" y="15077"/>
                    <a:pt x="5352" y="14978"/>
                  </a:cubicBezTo>
                  <a:cubicBezTo>
                    <a:pt x="5013" y="14871"/>
                    <a:pt x="4681" y="14702"/>
                    <a:pt x="4359" y="14476"/>
                  </a:cubicBezTo>
                  <a:cubicBezTo>
                    <a:pt x="4126" y="14685"/>
                    <a:pt x="3895" y="14894"/>
                    <a:pt x="3667" y="15106"/>
                  </a:cubicBezTo>
                  <a:cubicBezTo>
                    <a:pt x="3438" y="15320"/>
                    <a:pt x="3212" y="15535"/>
                    <a:pt x="2996" y="15761"/>
                  </a:cubicBezTo>
                  <a:lnTo>
                    <a:pt x="2883" y="15789"/>
                  </a:lnTo>
                  <a:cubicBezTo>
                    <a:pt x="2855" y="15789"/>
                    <a:pt x="2751" y="15696"/>
                    <a:pt x="2572" y="15512"/>
                  </a:cubicBezTo>
                  <a:cubicBezTo>
                    <a:pt x="2396" y="15326"/>
                    <a:pt x="2212" y="15117"/>
                    <a:pt x="2021" y="14877"/>
                  </a:cubicBezTo>
                  <a:cubicBezTo>
                    <a:pt x="1828" y="14637"/>
                    <a:pt x="1657" y="14411"/>
                    <a:pt x="1504" y="14194"/>
                  </a:cubicBezTo>
                  <a:cubicBezTo>
                    <a:pt x="1348" y="13976"/>
                    <a:pt x="1273" y="13841"/>
                    <a:pt x="1273" y="13787"/>
                  </a:cubicBezTo>
                  <a:cubicBezTo>
                    <a:pt x="1273" y="13770"/>
                    <a:pt x="1320" y="13677"/>
                    <a:pt x="1419" y="13510"/>
                  </a:cubicBezTo>
                  <a:cubicBezTo>
                    <a:pt x="1515" y="13346"/>
                    <a:pt x="1628" y="13163"/>
                    <a:pt x="1751" y="12971"/>
                  </a:cubicBezTo>
                  <a:cubicBezTo>
                    <a:pt x="1875" y="12776"/>
                    <a:pt x="1991" y="12590"/>
                    <a:pt x="2099" y="12415"/>
                  </a:cubicBezTo>
                  <a:cubicBezTo>
                    <a:pt x="2210" y="12240"/>
                    <a:pt x="2278" y="12127"/>
                    <a:pt x="2308" y="12070"/>
                  </a:cubicBezTo>
                  <a:cubicBezTo>
                    <a:pt x="2134" y="11686"/>
                    <a:pt x="1988" y="11260"/>
                    <a:pt x="1868" y="10800"/>
                  </a:cubicBezTo>
                  <a:cubicBezTo>
                    <a:pt x="1793" y="10783"/>
                    <a:pt x="1654" y="10760"/>
                    <a:pt x="1452" y="10732"/>
                  </a:cubicBezTo>
                  <a:cubicBezTo>
                    <a:pt x="1249" y="10706"/>
                    <a:pt x="1042" y="10675"/>
                    <a:pt x="826" y="10639"/>
                  </a:cubicBezTo>
                  <a:cubicBezTo>
                    <a:pt x="611" y="10602"/>
                    <a:pt x="421" y="10554"/>
                    <a:pt x="251" y="10497"/>
                  </a:cubicBezTo>
                  <a:cubicBezTo>
                    <a:pt x="82" y="10438"/>
                    <a:pt x="0" y="10373"/>
                    <a:pt x="0" y="10300"/>
                  </a:cubicBezTo>
                  <a:lnTo>
                    <a:pt x="0" y="7869"/>
                  </a:lnTo>
                  <a:cubicBezTo>
                    <a:pt x="0" y="7798"/>
                    <a:pt x="82" y="7724"/>
                    <a:pt x="251" y="7660"/>
                  </a:cubicBezTo>
                  <a:cubicBezTo>
                    <a:pt x="421" y="7589"/>
                    <a:pt x="616" y="7538"/>
                    <a:pt x="837" y="7501"/>
                  </a:cubicBezTo>
                  <a:cubicBezTo>
                    <a:pt x="1059" y="7468"/>
                    <a:pt x="1273" y="7434"/>
                    <a:pt x="1475" y="7408"/>
                  </a:cubicBezTo>
                  <a:cubicBezTo>
                    <a:pt x="1678" y="7380"/>
                    <a:pt x="1817" y="7366"/>
                    <a:pt x="1892" y="7366"/>
                  </a:cubicBezTo>
                  <a:cubicBezTo>
                    <a:pt x="1981" y="6925"/>
                    <a:pt x="2120" y="6530"/>
                    <a:pt x="2308" y="6177"/>
                  </a:cubicBezTo>
                  <a:cubicBezTo>
                    <a:pt x="2134" y="5900"/>
                    <a:pt x="1965" y="5621"/>
                    <a:pt x="1795" y="5347"/>
                  </a:cubicBezTo>
                  <a:cubicBezTo>
                    <a:pt x="1628" y="5073"/>
                    <a:pt x="1452" y="4802"/>
                    <a:pt x="1273" y="4542"/>
                  </a:cubicBezTo>
                  <a:lnTo>
                    <a:pt x="1228" y="4407"/>
                  </a:lnTo>
                  <a:cubicBezTo>
                    <a:pt x="1228" y="4353"/>
                    <a:pt x="1303" y="4221"/>
                    <a:pt x="1456" y="4009"/>
                  </a:cubicBezTo>
                  <a:cubicBezTo>
                    <a:pt x="1612" y="3797"/>
                    <a:pt x="1788" y="3574"/>
                    <a:pt x="1986" y="3334"/>
                  </a:cubicBezTo>
                  <a:cubicBezTo>
                    <a:pt x="2186" y="3094"/>
                    <a:pt x="2374" y="2882"/>
                    <a:pt x="2551" y="2696"/>
                  </a:cubicBezTo>
                  <a:cubicBezTo>
                    <a:pt x="2727" y="2515"/>
                    <a:pt x="2838" y="2419"/>
                    <a:pt x="2883" y="2419"/>
                  </a:cubicBezTo>
                  <a:cubicBezTo>
                    <a:pt x="2899" y="2419"/>
                    <a:pt x="2975" y="2478"/>
                    <a:pt x="3113" y="2597"/>
                  </a:cubicBezTo>
                  <a:cubicBezTo>
                    <a:pt x="3252" y="2713"/>
                    <a:pt x="3408" y="2851"/>
                    <a:pt x="3577" y="3006"/>
                  </a:cubicBezTo>
                  <a:cubicBezTo>
                    <a:pt x="3744" y="3164"/>
                    <a:pt x="3907" y="3320"/>
                    <a:pt x="4060" y="3469"/>
                  </a:cubicBezTo>
                  <a:cubicBezTo>
                    <a:pt x="4215" y="3616"/>
                    <a:pt x="4307" y="3706"/>
                    <a:pt x="4335" y="3743"/>
                  </a:cubicBezTo>
                  <a:cubicBezTo>
                    <a:pt x="4660" y="3517"/>
                    <a:pt x="4999" y="3354"/>
                    <a:pt x="5352" y="3243"/>
                  </a:cubicBezTo>
                  <a:cubicBezTo>
                    <a:pt x="5352" y="3173"/>
                    <a:pt x="5361" y="3003"/>
                    <a:pt x="5385" y="2746"/>
                  </a:cubicBezTo>
                  <a:cubicBezTo>
                    <a:pt x="5406" y="2484"/>
                    <a:pt x="5434" y="2224"/>
                    <a:pt x="5462" y="1967"/>
                  </a:cubicBezTo>
                  <a:cubicBezTo>
                    <a:pt x="5493" y="1707"/>
                    <a:pt x="5533" y="1476"/>
                    <a:pt x="5582" y="1264"/>
                  </a:cubicBezTo>
                  <a:cubicBezTo>
                    <a:pt x="5630" y="1052"/>
                    <a:pt x="5693" y="948"/>
                    <a:pt x="5768" y="948"/>
                  </a:cubicBezTo>
                  <a:lnTo>
                    <a:pt x="7774" y="948"/>
                  </a:lnTo>
                  <a:cubicBezTo>
                    <a:pt x="7833" y="948"/>
                    <a:pt x="7891" y="1052"/>
                    <a:pt x="7948" y="1264"/>
                  </a:cubicBezTo>
                  <a:cubicBezTo>
                    <a:pt x="8004" y="1476"/>
                    <a:pt x="8047" y="1707"/>
                    <a:pt x="8077" y="1967"/>
                  </a:cubicBezTo>
                  <a:cubicBezTo>
                    <a:pt x="8108" y="2224"/>
                    <a:pt x="8134" y="2484"/>
                    <a:pt x="8155" y="2746"/>
                  </a:cubicBezTo>
                  <a:cubicBezTo>
                    <a:pt x="8179" y="3003"/>
                    <a:pt x="8197" y="3173"/>
                    <a:pt x="8212" y="3243"/>
                  </a:cubicBezTo>
                  <a:cubicBezTo>
                    <a:pt x="8551" y="3354"/>
                    <a:pt x="8873" y="3512"/>
                    <a:pt x="9181" y="3715"/>
                  </a:cubicBezTo>
                  <a:cubicBezTo>
                    <a:pt x="9414" y="3512"/>
                    <a:pt x="9650" y="3305"/>
                    <a:pt x="9885" y="3105"/>
                  </a:cubicBezTo>
                  <a:cubicBezTo>
                    <a:pt x="10123" y="2899"/>
                    <a:pt x="10351" y="2690"/>
                    <a:pt x="10568" y="2475"/>
                  </a:cubicBezTo>
                  <a:lnTo>
                    <a:pt x="10657" y="2419"/>
                  </a:lnTo>
                  <a:cubicBezTo>
                    <a:pt x="10688" y="2419"/>
                    <a:pt x="10791" y="2518"/>
                    <a:pt x="10968" y="2710"/>
                  </a:cubicBezTo>
                  <a:cubicBezTo>
                    <a:pt x="11144" y="2904"/>
                    <a:pt x="11330" y="3116"/>
                    <a:pt x="11526" y="3348"/>
                  </a:cubicBezTo>
                  <a:cubicBezTo>
                    <a:pt x="11721" y="3577"/>
                    <a:pt x="11900" y="3797"/>
                    <a:pt x="12060" y="4009"/>
                  </a:cubicBezTo>
                  <a:cubicBezTo>
                    <a:pt x="12222" y="4220"/>
                    <a:pt x="12302" y="4353"/>
                    <a:pt x="12302" y="4407"/>
                  </a:cubicBezTo>
                  <a:cubicBezTo>
                    <a:pt x="12302" y="4443"/>
                    <a:pt x="12253" y="4542"/>
                    <a:pt x="12152" y="4712"/>
                  </a:cubicBezTo>
                  <a:cubicBezTo>
                    <a:pt x="12048" y="4878"/>
                    <a:pt x="11935" y="5056"/>
                    <a:pt x="11813" y="5251"/>
                  </a:cubicBezTo>
                  <a:cubicBezTo>
                    <a:pt x="11688" y="5446"/>
                    <a:pt x="11568" y="5629"/>
                    <a:pt x="11453" y="5807"/>
                  </a:cubicBezTo>
                  <a:cubicBezTo>
                    <a:pt x="11335" y="5982"/>
                    <a:pt x="11260" y="6095"/>
                    <a:pt x="11234" y="6152"/>
                  </a:cubicBezTo>
                  <a:moveTo>
                    <a:pt x="6781" y="11545"/>
                  </a:moveTo>
                  <a:cubicBezTo>
                    <a:pt x="7061" y="11545"/>
                    <a:pt x="7322" y="11480"/>
                    <a:pt x="7569" y="11356"/>
                  </a:cubicBezTo>
                  <a:cubicBezTo>
                    <a:pt x="7819" y="11229"/>
                    <a:pt x="8035" y="11056"/>
                    <a:pt x="8219" y="10836"/>
                  </a:cubicBezTo>
                  <a:cubicBezTo>
                    <a:pt x="8402" y="10616"/>
                    <a:pt x="8546" y="10356"/>
                    <a:pt x="8652" y="10059"/>
                  </a:cubicBezTo>
                  <a:cubicBezTo>
                    <a:pt x="8758" y="9760"/>
                    <a:pt x="8809" y="9447"/>
                    <a:pt x="8809" y="9111"/>
                  </a:cubicBezTo>
                  <a:cubicBezTo>
                    <a:pt x="8809" y="8778"/>
                    <a:pt x="8758" y="8458"/>
                    <a:pt x="8652" y="8159"/>
                  </a:cubicBezTo>
                  <a:cubicBezTo>
                    <a:pt x="8546" y="7857"/>
                    <a:pt x="8402" y="7592"/>
                    <a:pt x="8219" y="7372"/>
                  </a:cubicBezTo>
                  <a:cubicBezTo>
                    <a:pt x="8035" y="7151"/>
                    <a:pt x="7819" y="6979"/>
                    <a:pt x="7569" y="6846"/>
                  </a:cubicBezTo>
                  <a:cubicBezTo>
                    <a:pt x="7322" y="6717"/>
                    <a:pt x="7061" y="6649"/>
                    <a:pt x="6781" y="6649"/>
                  </a:cubicBezTo>
                  <a:cubicBezTo>
                    <a:pt x="6211" y="6649"/>
                    <a:pt x="5726" y="6889"/>
                    <a:pt x="5328" y="7366"/>
                  </a:cubicBezTo>
                  <a:cubicBezTo>
                    <a:pt x="4931" y="7843"/>
                    <a:pt x="4730" y="8425"/>
                    <a:pt x="4730" y="9111"/>
                  </a:cubicBezTo>
                  <a:cubicBezTo>
                    <a:pt x="4730" y="9447"/>
                    <a:pt x="4785" y="9760"/>
                    <a:pt x="4895" y="10060"/>
                  </a:cubicBezTo>
                  <a:cubicBezTo>
                    <a:pt x="5003" y="10356"/>
                    <a:pt x="5149" y="10616"/>
                    <a:pt x="5333" y="10836"/>
                  </a:cubicBezTo>
                  <a:cubicBezTo>
                    <a:pt x="5517" y="11056"/>
                    <a:pt x="5735" y="11229"/>
                    <a:pt x="5987" y="11356"/>
                  </a:cubicBezTo>
                  <a:cubicBezTo>
                    <a:pt x="6239" y="11480"/>
                    <a:pt x="6500" y="11545"/>
                    <a:pt x="6781" y="11545"/>
                  </a:cubicBezTo>
                  <a:moveTo>
                    <a:pt x="20496" y="16952"/>
                  </a:moveTo>
                  <a:cubicBezTo>
                    <a:pt x="20427" y="17293"/>
                    <a:pt x="20340" y="17613"/>
                    <a:pt x="20234" y="17912"/>
                  </a:cubicBezTo>
                  <a:cubicBezTo>
                    <a:pt x="20251" y="17963"/>
                    <a:pt x="20293" y="18050"/>
                    <a:pt x="20364" y="18161"/>
                  </a:cubicBezTo>
                  <a:cubicBezTo>
                    <a:pt x="20437" y="18273"/>
                    <a:pt x="20507" y="18398"/>
                    <a:pt x="20573" y="18528"/>
                  </a:cubicBezTo>
                  <a:cubicBezTo>
                    <a:pt x="20642" y="18655"/>
                    <a:pt x="20700" y="18779"/>
                    <a:pt x="20755" y="18897"/>
                  </a:cubicBezTo>
                  <a:cubicBezTo>
                    <a:pt x="20806" y="19013"/>
                    <a:pt x="20832" y="19098"/>
                    <a:pt x="20832" y="19140"/>
                  </a:cubicBezTo>
                  <a:cubicBezTo>
                    <a:pt x="20832" y="19177"/>
                    <a:pt x="20762" y="19281"/>
                    <a:pt x="20625" y="19459"/>
                  </a:cubicBezTo>
                  <a:cubicBezTo>
                    <a:pt x="20486" y="19634"/>
                    <a:pt x="20324" y="19821"/>
                    <a:pt x="20140" y="20013"/>
                  </a:cubicBezTo>
                  <a:cubicBezTo>
                    <a:pt x="19957" y="20205"/>
                    <a:pt x="19778" y="20388"/>
                    <a:pt x="19611" y="20558"/>
                  </a:cubicBezTo>
                  <a:cubicBezTo>
                    <a:pt x="19441" y="20730"/>
                    <a:pt x="19333" y="20848"/>
                    <a:pt x="19288" y="20911"/>
                  </a:cubicBezTo>
                  <a:lnTo>
                    <a:pt x="19199" y="20967"/>
                  </a:lnTo>
                  <a:cubicBezTo>
                    <a:pt x="19168" y="20967"/>
                    <a:pt x="19107" y="20928"/>
                    <a:pt x="19013" y="20851"/>
                  </a:cubicBezTo>
                  <a:cubicBezTo>
                    <a:pt x="18919" y="20772"/>
                    <a:pt x="18822" y="20685"/>
                    <a:pt x="18726" y="20586"/>
                  </a:cubicBezTo>
                  <a:cubicBezTo>
                    <a:pt x="18629" y="20487"/>
                    <a:pt x="18533" y="20391"/>
                    <a:pt x="18438" y="20295"/>
                  </a:cubicBezTo>
                  <a:cubicBezTo>
                    <a:pt x="18344" y="20199"/>
                    <a:pt x="18283" y="20137"/>
                    <a:pt x="18253" y="20100"/>
                  </a:cubicBezTo>
                  <a:cubicBezTo>
                    <a:pt x="17975" y="20208"/>
                    <a:pt x="17681" y="20295"/>
                    <a:pt x="17372" y="20357"/>
                  </a:cubicBezTo>
                  <a:cubicBezTo>
                    <a:pt x="17358" y="20411"/>
                    <a:pt x="17323" y="20510"/>
                    <a:pt x="17273" y="20648"/>
                  </a:cubicBezTo>
                  <a:cubicBezTo>
                    <a:pt x="17219" y="20786"/>
                    <a:pt x="17160" y="20925"/>
                    <a:pt x="17097" y="21060"/>
                  </a:cubicBezTo>
                  <a:cubicBezTo>
                    <a:pt x="17033" y="21196"/>
                    <a:pt x="16972" y="21320"/>
                    <a:pt x="16911" y="21430"/>
                  </a:cubicBezTo>
                  <a:cubicBezTo>
                    <a:pt x="16852" y="21546"/>
                    <a:pt x="16798" y="21600"/>
                    <a:pt x="16753" y="21600"/>
                  </a:cubicBezTo>
                  <a:cubicBezTo>
                    <a:pt x="16709" y="21600"/>
                    <a:pt x="16577" y="21568"/>
                    <a:pt x="16360" y="21498"/>
                  </a:cubicBezTo>
                  <a:cubicBezTo>
                    <a:pt x="16141" y="21430"/>
                    <a:pt x="15906" y="21348"/>
                    <a:pt x="15654" y="21247"/>
                  </a:cubicBezTo>
                  <a:cubicBezTo>
                    <a:pt x="15405" y="21148"/>
                    <a:pt x="15179" y="21043"/>
                    <a:pt x="14979" y="20930"/>
                  </a:cubicBezTo>
                  <a:cubicBezTo>
                    <a:pt x="14778" y="20817"/>
                    <a:pt x="14680" y="20719"/>
                    <a:pt x="14680" y="20628"/>
                  </a:cubicBezTo>
                  <a:cubicBezTo>
                    <a:pt x="14680" y="20419"/>
                    <a:pt x="14698" y="20205"/>
                    <a:pt x="14736" y="19984"/>
                  </a:cubicBezTo>
                  <a:cubicBezTo>
                    <a:pt x="14774" y="19764"/>
                    <a:pt x="14809" y="19555"/>
                    <a:pt x="14837" y="19355"/>
                  </a:cubicBezTo>
                  <a:cubicBezTo>
                    <a:pt x="14717" y="19247"/>
                    <a:pt x="14611" y="19129"/>
                    <a:pt x="14517" y="18999"/>
                  </a:cubicBezTo>
                  <a:cubicBezTo>
                    <a:pt x="14423" y="18869"/>
                    <a:pt x="14338" y="18731"/>
                    <a:pt x="14263" y="18587"/>
                  </a:cubicBezTo>
                  <a:cubicBezTo>
                    <a:pt x="14091" y="18607"/>
                    <a:pt x="13919" y="18618"/>
                    <a:pt x="13750" y="18629"/>
                  </a:cubicBezTo>
                  <a:cubicBezTo>
                    <a:pt x="13583" y="18638"/>
                    <a:pt x="13413" y="18640"/>
                    <a:pt x="13251" y="18640"/>
                  </a:cubicBezTo>
                  <a:lnTo>
                    <a:pt x="13086" y="18640"/>
                  </a:lnTo>
                  <a:cubicBezTo>
                    <a:pt x="13037" y="18640"/>
                    <a:pt x="13006" y="18590"/>
                    <a:pt x="12990" y="18491"/>
                  </a:cubicBezTo>
                  <a:cubicBezTo>
                    <a:pt x="12976" y="18417"/>
                    <a:pt x="12945" y="18259"/>
                    <a:pt x="12900" y="18011"/>
                  </a:cubicBezTo>
                  <a:cubicBezTo>
                    <a:pt x="12855" y="17762"/>
                    <a:pt x="12804" y="17503"/>
                    <a:pt x="12747" y="17229"/>
                  </a:cubicBezTo>
                  <a:cubicBezTo>
                    <a:pt x="12691" y="16952"/>
                    <a:pt x="12644" y="16704"/>
                    <a:pt x="12608" y="16478"/>
                  </a:cubicBezTo>
                  <a:cubicBezTo>
                    <a:pt x="12568" y="16252"/>
                    <a:pt x="12552" y="16122"/>
                    <a:pt x="12552" y="16085"/>
                  </a:cubicBezTo>
                  <a:cubicBezTo>
                    <a:pt x="12552" y="16032"/>
                    <a:pt x="12601" y="15973"/>
                    <a:pt x="12702" y="15910"/>
                  </a:cubicBezTo>
                  <a:cubicBezTo>
                    <a:pt x="12804" y="15848"/>
                    <a:pt x="12921" y="15783"/>
                    <a:pt x="13053" y="15713"/>
                  </a:cubicBezTo>
                  <a:cubicBezTo>
                    <a:pt x="13183" y="15645"/>
                    <a:pt x="13310" y="15591"/>
                    <a:pt x="13430" y="15546"/>
                  </a:cubicBezTo>
                  <a:cubicBezTo>
                    <a:pt x="13550" y="15501"/>
                    <a:pt x="13632" y="15470"/>
                    <a:pt x="13677" y="15453"/>
                  </a:cubicBezTo>
                  <a:cubicBezTo>
                    <a:pt x="13708" y="15241"/>
                    <a:pt x="13743" y="15069"/>
                    <a:pt x="13785" y="14922"/>
                  </a:cubicBezTo>
                  <a:cubicBezTo>
                    <a:pt x="13825" y="14778"/>
                    <a:pt x="13884" y="14614"/>
                    <a:pt x="13959" y="14422"/>
                  </a:cubicBezTo>
                  <a:cubicBezTo>
                    <a:pt x="13929" y="14388"/>
                    <a:pt x="13882" y="14309"/>
                    <a:pt x="13813" y="14194"/>
                  </a:cubicBezTo>
                  <a:cubicBezTo>
                    <a:pt x="13745" y="14075"/>
                    <a:pt x="13677" y="13951"/>
                    <a:pt x="13604" y="13824"/>
                  </a:cubicBezTo>
                  <a:cubicBezTo>
                    <a:pt x="13533" y="13694"/>
                    <a:pt x="13470" y="13567"/>
                    <a:pt x="13418" y="13445"/>
                  </a:cubicBezTo>
                  <a:cubicBezTo>
                    <a:pt x="13366" y="13324"/>
                    <a:pt x="13340" y="13242"/>
                    <a:pt x="13340" y="13208"/>
                  </a:cubicBezTo>
                  <a:cubicBezTo>
                    <a:pt x="13340" y="13172"/>
                    <a:pt x="13409" y="13064"/>
                    <a:pt x="13547" y="12886"/>
                  </a:cubicBezTo>
                  <a:cubicBezTo>
                    <a:pt x="13686" y="12714"/>
                    <a:pt x="13849" y="12531"/>
                    <a:pt x="14032" y="12336"/>
                  </a:cubicBezTo>
                  <a:cubicBezTo>
                    <a:pt x="14216" y="12144"/>
                    <a:pt x="14392" y="11960"/>
                    <a:pt x="14562" y="11796"/>
                  </a:cubicBezTo>
                  <a:cubicBezTo>
                    <a:pt x="14731" y="11627"/>
                    <a:pt x="14837" y="11517"/>
                    <a:pt x="14882" y="11466"/>
                  </a:cubicBezTo>
                  <a:lnTo>
                    <a:pt x="14974" y="11410"/>
                  </a:lnTo>
                  <a:cubicBezTo>
                    <a:pt x="15004" y="11410"/>
                    <a:pt x="15066" y="11449"/>
                    <a:pt x="15160" y="11525"/>
                  </a:cubicBezTo>
                  <a:cubicBezTo>
                    <a:pt x="15254" y="11599"/>
                    <a:pt x="15348" y="11689"/>
                    <a:pt x="15447" y="11788"/>
                  </a:cubicBezTo>
                  <a:cubicBezTo>
                    <a:pt x="15543" y="11887"/>
                    <a:pt x="15640" y="11983"/>
                    <a:pt x="15734" y="12076"/>
                  </a:cubicBezTo>
                  <a:cubicBezTo>
                    <a:pt x="15828" y="12175"/>
                    <a:pt x="15889" y="12237"/>
                    <a:pt x="15920" y="12276"/>
                  </a:cubicBezTo>
                  <a:cubicBezTo>
                    <a:pt x="16184" y="12166"/>
                    <a:pt x="16468" y="12082"/>
                    <a:pt x="16777" y="12017"/>
                  </a:cubicBezTo>
                  <a:cubicBezTo>
                    <a:pt x="16791" y="11963"/>
                    <a:pt x="16826" y="11867"/>
                    <a:pt x="16878" y="11726"/>
                  </a:cubicBezTo>
                  <a:cubicBezTo>
                    <a:pt x="16930" y="11587"/>
                    <a:pt x="16991" y="11449"/>
                    <a:pt x="17064" y="11316"/>
                  </a:cubicBezTo>
                  <a:cubicBezTo>
                    <a:pt x="17135" y="11178"/>
                    <a:pt x="17200" y="11057"/>
                    <a:pt x="17262" y="10941"/>
                  </a:cubicBezTo>
                  <a:cubicBezTo>
                    <a:pt x="17320" y="10831"/>
                    <a:pt x="17372" y="10774"/>
                    <a:pt x="17419" y="10774"/>
                  </a:cubicBezTo>
                  <a:cubicBezTo>
                    <a:pt x="17448" y="10774"/>
                    <a:pt x="17575" y="10805"/>
                    <a:pt x="17803" y="10870"/>
                  </a:cubicBezTo>
                  <a:cubicBezTo>
                    <a:pt x="18027" y="10929"/>
                    <a:pt x="18264" y="11014"/>
                    <a:pt x="18516" y="11119"/>
                  </a:cubicBezTo>
                  <a:cubicBezTo>
                    <a:pt x="18768" y="11223"/>
                    <a:pt x="18996" y="11328"/>
                    <a:pt x="19199" y="11438"/>
                  </a:cubicBezTo>
                  <a:cubicBezTo>
                    <a:pt x="19401" y="11545"/>
                    <a:pt x="19502" y="11647"/>
                    <a:pt x="19502" y="11745"/>
                  </a:cubicBezTo>
                  <a:cubicBezTo>
                    <a:pt x="19502" y="11954"/>
                    <a:pt x="19481" y="12166"/>
                    <a:pt x="19441" y="12384"/>
                  </a:cubicBezTo>
                  <a:cubicBezTo>
                    <a:pt x="19399" y="12598"/>
                    <a:pt x="19363" y="12810"/>
                    <a:pt x="19333" y="13016"/>
                  </a:cubicBezTo>
                  <a:cubicBezTo>
                    <a:pt x="19453" y="13123"/>
                    <a:pt x="19561" y="13245"/>
                    <a:pt x="19655" y="13375"/>
                  </a:cubicBezTo>
                  <a:cubicBezTo>
                    <a:pt x="19749" y="13505"/>
                    <a:pt x="19834" y="13643"/>
                    <a:pt x="19910" y="13787"/>
                  </a:cubicBezTo>
                  <a:cubicBezTo>
                    <a:pt x="20095" y="13770"/>
                    <a:pt x="20281" y="13756"/>
                    <a:pt x="20465" y="13747"/>
                  </a:cubicBezTo>
                  <a:cubicBezTo>
                    <a:pt x="20651" y="13736"/>
                    <a:pt x="20830" y="13733"/>
                    <a:pt x="21002" y="13733"/>
                  </a:cubicBezTo>
                  <a:cubicBezTo>
                    <a:pt x="21061" y="13733"/>
                    <a:pt x="21129" y="13852"/>
                    <a:pt x="21204" y="14092"/>
                  </a:cubicBezTo>
                  <a:cubicBezTo>
                    <a:pt x="21279" y="14332"/>
                    <a:pt x="21345" y="14603"/>
                    <a:pt x="21402" y="14911"/>
                  </a:cubicBezTo>
                  <a:cubicBezTo>
                    <a:pt x="21458" y="15216"/>
                    <a:pt x="21505" y="15507"/>
                    <a:pt x="21543" y="15783"/>
                  </a:cubicBezTo>
                  <a:cubicBezTo>
                    <a:pt x="21581" y="16057"/>
                    <a:pt x="21599" y="16235"/>
                    <a:pt x="21599" y="16314"/>
                  </a:cubicBezTo>
                  <a:cubicBezTo>
                    <a:pt x="21599" y="16371"/>
                    <a:pt x="21548" y="16427"/>
                    <a:pt x="21447" y="16492"/>
                  </a:cubicBezTo>
                  <a:cubicBezTo>
                    <a:pt x="21345" y="16554"/>
                    <a:pt x="21235" y="16613"/>
                    <a:pt x="21115" y="16664"/>
                  </a:cubicBezTo>
                  <a:cubicBezTo>
                    <a:pt x="20995" y="16721"/>
                    <a:pt x="20872" y="16777"/>
                    <a:pt x="20747" y="16836"/>
                  </a:cubicBezTo>
                  <a:cubicBezTo>
                    <a:pt x="20623" y="16893"/>
                    <a:pt x="20540" y="16932"/>
                    <a:pt x="20496" y="16952"/>
                  </a:cubicBezTo>
                  <a:moveTo>
                    <a:pt x="20514" y="6070"/>
                  </a:moveTo>
                  <a:cubicBezTo>
                    <a:pt x="20416" y="6395"/>
                    <a:pt x="20300" y="6677"/>
                    <a:pt x="20164" y="6920"/>
                  </a:cubicBezTo>
                  <a:cubicBezTo>
                    <a:pt x="20180" y="6959"/>
                    <a:pt x="20211" y="7030"/>
                    <a:pt x="20256" y="7143"/>
                  </a:cubicBezTo>
                  <a:cubicBezTo>
                    <a:pt x="20300" y="7256"/>
                    <a:pt x="20352" y="7377"/>
                    <a:pt x="20409" y="7510"/>
                  </a:cubicBezTo>
                  <a:cubicBezTo>
                    <a:pt x="20463" y="7640"/>
                    <a:pt x="20510" y="7758"/>
                    <a:pt x="20550" y="7869"/>
                  </a:cubicBezTo>
                  <a:cubicBezTo>
                    <a:pt x="20585" y="7973"/>
                    <a:pt x="20604" y="8041"/>
                    <a:pt x="20604" y="8058"/>
                  </a:cubicBezTo>
                  <a:cubicBezTo>
                    <a:pt x="20604" y="8111"/>
                    <a:pt x="20519" y="8216"/>
                    <a:pt x="20352" y="8374"/>
                  </a:cubicBezTo>
                  <a:cubicBezTo>
                    <a:pt x="20183" y="8532"/>
                    <a:pt x="19994" y="8696"/>
                    <a:pt x="19787" y="8862"/>
                  </a:cubicBezTo>
                  <a:cubicBezTo>
                    <a:pt x="19580" y="9026"/>
                    <a:pt x="19387" y="9176"/>
                    <a:pt x="19208" y="9309"/>
                  </a:cubicBezTo>
                  <a:cubicBezTo>
                    <a:pt x="19027" y="9439"/>
                    <a:pt x="18930" y="9501"/>
                    <a:pt x="18914" y="9501"/>
                  </a:cubicBezTo>
                  <a:cubicBezTo>
                    <a:pt x="18886" y="9501"/>
                    <a:pt x="18832" y="9461"/>
                    <a:pt x="18756" y="9374"/>
                  </a:cubicBezTo>
                  <a:cubicBezTo>
                    <a:pt x="18683" y="9289"/>
                    <a:pt x="18601" y="9193"/>
                    <a:pt x="18514" y="9083"/>
                  </a:cubicBezTo>
                  <a:cubicBezTo>
                    <a:pt x="18429" y="8978"/>
                    <a:pt x="18351" y="8871"/>
                    <a:pt x="18283" y="8766"/>
                  </a:cubicBezTo>
                  <a:cubicBezTo>
                    <a:pt x="18215" y="8662"/>
                    <a:pt x="18168" y="8591"/>
                    <a:pt x="18137" y="8558"/>
                  </a:cubicBezTo>
                  <a:cubicBezTo>
                    <a:pt x="18031" y="8592"/>
                    <a:pt x="17925" y="8620"/>
                    <a:pt x="17815" y="8639"/>
                  </a:cubicBezTo>
                  <a:cubicBezTo>
                    <a:pt x="17706" y="8656"/>
                    <a:pt x="17596" y="8656"/>
                    <a:pt x="17483" y="8639"/>
                  </a:cubicBezTo>
                  <a:lnTo>
                    <a:pt x="17325" y="8639"/>
                  </a:lnTo>
                  <a:cubicBezTo>
                    <a:pt x="17297" y="8673"/>
                    <a:pt x="17250" y="8750"/>
                    <a:pt x="17191" y="8862"/>
                  </a:cubicBezTo>
                  <a:cubicBezTo>
                    <a:pt x="17130" y="8973"/>
                    <a:pt x="17066" y="9091"/>
                    <a:pt x="16993" y="9213"/>
                  </a:cubicBezTo>
                  <a:cubicBezTo>
                    <a:pt x="16923" y="9334"/>
                    <a:pt x="16852" y="9441"/>
                    <a:pt x="16784" y="9529"/>
                  </a:cubicBezTo>
                  <a:cubicBezTo>
                    <a:pt x="16718" y="9619"/>
                    <a:pt x="16668" y="9667"/>
                    <a:pt x="16638" y="9667"/>
                  </a:cubicBezTo>
                  <a:cubicBezTo>
                    <a:pt x="16610" y="9667"/>
                    <a:pt x="16494" y="9616"/>
                    <a:pt x="16301" y="9518"/>
                  </a:cubicBezTo>
                  <a:cubicBezTo>
                    <a:pt x="16106" y="9419"/>
                    <a:pt x="15901" y="9303"/>
                    <a:pt x="15687" y="9170"/>
                  </a:cubicBezTo>
                  <a:cubicBezTo>
                    <a:pt x="15473" y="9040"/>
                    <a:pt x="15277" y="8911"/>
                    <a:pt x="15101" y="8778"/>
                  </a:cubicBezTo>
                  <a:cubicBezTo>
                    <a:pt x="14924" y="8648"/>
                    <a:pt x="14835" y="8558"/>
                    <a:pt x="14835" y="8504"/>
                  </a:cubicBezTo>
                  <a:cubicBezTo>
                    <a:pt x="14835" y="8487"/>
                    <a:pt x="14847" y="8419"/>
                    <a:pt x="14868" y="8306"/>
                  </a:cubicBezTo>
                  <a:cubicBezTo>
                    <a:pt x="14891" y="8194"/>
                    <a:pt x="14922" y="8072"/>
                    <a:pt x="14960" y="7948"/>
                  </a:cubicBezTo>
                  <a:cubicBezTo>
                    <a:pt x="14997" y="7824"/>
                    <a:pt x="15030" y="7699"/>
                    <a:pt x="15061" y="7578"/>
                  </a:cubicBezTo>
                  <a:cubicBezTo>
                    <a:pt x="15091" y="7457"/>
                    <a:pt x="15113" y="7378"/>
                    <a:pt x="15129" y="7341"/>
                  </a:cubicBezTo>
                  <a:cubicBezTo>
                    <a:pt x="14957" y="7132"/>
                    <a:pt x="14814" y="6866"/>
                    <a:pt x="14701" y="6542"/>
                  </a:cubicBezTo>
                  <a:cubicBezTo>
                    <a:pt x="14303" y="6525"/>
                    <a:pt x="14021" y="6502"/>
                    <a:pt x="13856" y="6474"/>
                  </a:cubicBezTo>
                  <a:cubicBezTo>
                    <a:pt x="13691" y="6446"/>
                    <a:pt x="13580" y="6364"/>
                    <a:pt x="13529" y="6226"/>
                  </a:cubicBezTo>
                  <a:cubicBezTo>
                    <a:pt x="13477" y="6084"/>
                    <a:pt x="13458" y="5850"/>
                    <a:pt x="13472" y="5514"/>
                  </a:cubicBezTo>
                  <a:cubicBezTo>
                    <a:pt x="13489" y="5184"/>
                    <a:pt x="13472" y="4692"/>
                    <a:pt x="13427" y="4043"/>
                  </a:cubicBezTo>
                  <a:cubicBezTo>
                    <a:pt x="13427" y="3986"/>
                    <a:pt x="13475" y="3936"/>
                    <a:pt x="13569" y="3879"/>
                  </a:cubicBezTo>
                  <a:cubicBezTo>
                    <a:pt x="13663" y="3826"/>
                    <a:pt x="13773" y="3783"/>
                    <a:pt x="13901" y="3744"/>
                  </a:cubicBezTo>
                  <a:cubicBezTo>
                    <a:pt x="14028" y="3707"/>
                    <a:pt x="14155" y="3684"/>
                    <a:pt x="14279" y="3665"/>
                  </a:cubicBezTo>
                  <a:cubicBezTo>
                    <a:pt x="14402" y="3645"/>
                    <a:pt x="14487" y="3628"/>
                    <a:pt x="14531" y="3608"/>
                  </a:cubicBezTo>
                  <a:cubicBezTo>
                    <a:pt x="14607" y="3314"/>
                    <a:pt x="14722" y="3024"/>
                    <a:pt x="14880" y="2747"/>
                  </a:cubicBezTo>
                  <a:cubicBezTo>
                    <a:pt x="14866" y="2707"/>
                    <a:pt x="14835" y="2631"/>
                    <a:pt x="14790" y="2510"/>
                  </a:cubicBezTo>
                  <a:cubicBezTo>
                    <a:pt x="14746" y="2388"/>
                    <a:pt x="14698" y="2264"/>
                    <a:pt x="14649" y="2137"/>
                  </a:cubicBezTo>
                  <a:cubicBezTo>
                    <a:pt x="14602" y="2010"/>
                    <a:pt x="14557" y="1897"/>
                    <a:pt x="14522" y="1792"/>
                  </a:cubicBezTo>
                  <a:cubicBezTo>
                    <a:pt x="14482" y="1688"/>
                    <a:pt x="14465" y="1617"/>
                    <a:pt x="14465" y="1584"/>
                  </a:cubicBezTo>
                  <a:cubicBezTo>
                    <a:pt x="14465" y="1527"/>
                    <a:pt x="14545" y="1428"/>
                    <a:pt x="14705" y="1279"/>
                  </a:cubicBezTo>
                  <a:cubicBezTo>
                    <a:pt x="14868" y="1129"/>
                    <a:pt x="15051" y="971"/>
                    <a:pt x="15259" y="804"/>
                  </a:cubicBezTo>
                  <a:cubicBezTo>
                    <a:pt x="15463" y="641"/>
                    <a:pt x="15659" y="491"/>
                    <a:pt x="15840" y="367"/>
                  </a:cubicBezTo>
                  <a:cubicBezTo>
                    <a:pt x="16019" y="240"/>
                    <a:pt x="16125" y="177"/>
                    <a:pt x="16153" y="177"/>
                  </a:cubicBezTo>
                  <a:cubicBezTo>
                    <a:pt x="16184" y="177"/>
                    <a:pt x="16233" y="217"/>
                    <a:pt x="16301" y="296"/>
                  </a:cubicBezTo>
                  <a:cubicBezTo>
                    <a:pt x="16367" y="381"/>
                    <a:pt x="16445" y="477"/>
                    <a:pt x="16532" y="590"/>
                  </a:cubicBezTo>
                  <a:cubicBezTo>
                    <a:pt x="16619" y="700"/>
                    <a:pt x="16694" y="807"/>
                    <a:pt x="16763" y="906"/>
                  </a:cubicBezTo>
                  <a:cubicBezTo>
                    <a:pt x="16829" y="1005"/>
                    <a:pt x="16878" y="1072"/>
                    <a:pt x="16909" y="1109"/>
                  </a:cubicBezTo>
                  <a:cubicBezTo>
                    <a:pt x="17014" y="1072"/>
                    <a:pt x="17123" y="1047"/>
                    <a:pt x="17229" y="1027"/>
                  </a:cubicBezTo>
                  <a:cubicBezTo>
                    <a:pt x="17339" y="1007"/>
                    <a:pt x="17450" y="1007"/>
                    <a:pt x="17563" y="1027"/>
                  </a:cubicBezTo>
                  <a:lnTo>
                    <a:pt x="17721" y="1027"/>
                  </a:lnTo>
                  <a:cubicBezTo>
                    <a:pt x="17735" y="993"/>
                    <a:pt x="17777" y="917"/>
                    <a:pt x="17845" y="804"/>
                  </a:cubicBezTo>
                  <a:cubicBezTo>
                    <a:pt x="17911" y="691"/>
                    <a:pt x="17982" y="578"/>
                    <a:pt x="18052" y="460"/>
                  </a:cubicBezTo>
                  <a:cubicBezTo>
                    <a:pt x="18123" y="341"/>
                    <a:pt x="18189" y="237"/>
                    <a:pt x="18250" y="144"/>
                  </a:cubicBezTo>
                  <a:cubicBezTo>
                    <a:pt x="18309" y="50"/>
                    <a:pt x="18354" y="0"/>
                    <a:pt x="18384" y="0"/>
                  </a:cubicBezTo>
                  <a:cubicBezTo>
                    <a:pt x="18415" y="0"/>
                    <a:pt x="18528" y="53"/>
                    <a:pt x="18723" y="158"/>
                  </a:cubicBezTo>
                  <a:cubicBezTo>
                    <a:pt x="18919" y="259"/>
                    <a:pt x="19128" y="378"/>
                    <a:pt x="19349" y="508"/>
                  </a:cubicBezTo>
                  <a:cubicBezTo>
                    <a:pt x="19571" y="641"/>
                    <a:pt x="19771" y="765"/>
                    <a:pt x="19945" y="892"/>
                  </a:cubicBezTo>
                  <a:cubicBezTo>
                    <a:pt x="20121" y="1019"/>
                    <a:pt x="20211" y="1109"/>
                    <a:pt x="20211" y="1163"/>
                  </a:cubicBezTo>
                  <a:cubicBezTo>
                    <a:pt x="20211" y="1200"/>
                    <a:pt x="20197" y="1267"/>
                    <a:pt x="20164" y="1372"/>
                  </a:cubicBezTo>
                  <a:cubicBezTo>
                    <a:pt x="20136" y="1476"/>
                    <a:pt x="20105" y="1592"/>
                    <a:pt x="20074" y="1725"/>
                  </a:cubicBezTo>
                  <a:cubicBezTo>
                    <a:pt x="20046" y="1855"/>
                    <a:pt x="20013" y="1979"/>
                    <a:pt x="19980" y="2095"/>
                  </a:cubicBezTo>
                  <a:cubicBezTo>
                    <a:pt x="19945" y="2213"/>
                    <a:pt x="19921" y="2289"/>
                    <a:pt x="19907" y="2326"/>
                  </a:cubicBezTo>
                  <a:cubicBezTo>
                    <a:pt x="20058" y="2552"/>
                    <a:pt x="20204" y="2823"/>
                    <a:pt x="20345" y="3136"/>
                  </a:cubicBezTo>
                  <a:cubicBezTo>
                    <a:pt x="20729" y="3173"/>
                    <a:pt x="21006" y="3204"/>
                    <a:pt x="21181" y="3232"/>
                  </a:cubicBezTo>
                  <a:cubicBezTo>
                    <a:pt x="21352" y="3258"/>
                    <a:pt x="21461" y="3342"/>
                    <a:pt x="21505" y="3478"/>
                  </a:cubicBezTo>
                  <a:cubicBezTo>
                    <a:pt x="21550" y="3622"/>
                    <a:pt x="21571" y="3853"/>
                    <a:pt x="21562" y="4184"/>
                  </a:cubicBezTo>
                  <a:cubicBezTo>
                    <a:pt x="21555" y="4514"/>
                    <a:pt x="21567" y="4994"/>
                    <a:pt x="21597" y="5624"/>
                  </a:cubicBezTo>
                  <a:cubicBezTo>
                    <a:pt x="21597" y="5677"/>
                    <a:pt x="21550" y="5734"/>
                    <a:pt x="21456" y="5793"/>
                  </a:cubicBezTo>
                  <a:cubicBezTo>
                    <a:pt x="21362" y="5850"/>
                    <a:pt x="21254" y="5901"/>
                    <a:pt x="21136" y="5934"/>
                  </a:cubicBezTo>
                  <a:cubicBezTo>
                    <a:pt x="21013" y="5971"/>
                    <a:pt x="20893" y="5999"/>
                    <a:pt x="20769" y="6016"/>
                  </a:cubicBezTo>
                  <a:cubicBezTo>
                    <a:pt x="20646" y="6033"/>
                    <a:pt x="20559" y="6053"/>
                    <a:pt x="20514" y="6070"/>
                  </a:cubicBezTo>
                  <a:moveTo>
                    <a:pt x="15739" y="16167"/>
                  </a:moveTo>
                  <a:cubicBezTo>
                    <a:pt x="15739" y="16610"/>
                    <a:pt x="15868" y="16991"/>
                    <a:pt x="16129" y="17316"/>
                  </a:cubicBezTo>
                  <a:cubicBezTo>
                    <a:pt x="16388" y="17641"/>
                    <a:pt x="16704" y="17802"/>
                    <a:pt x="17080" y="17802"/>
                  </a:cubicBezTo>
                  <a:cubicBezTo>
                    <a:pt x="17448" y="17802"/>
                    <a:pt x="17765" y="17646"/>
                    <a:pt x="18034" y="17339"/>
                  </a:cubicBezTo>
                  <a:cubicBezTo>
                    <a:pt x="18300" y="17022"/>
                    <a:pt x="18434" y="16638"/>
                    <a:pt x="18434" y="16167"/>
                  </a:cubicBezTo>
                  <a:cubicBezTo>
                    <a:pt x="18434" y="15724"/>
                    <a:pt x="18302" y="15351"/>
                    <a:pt x="18043" y="15037"/>
                  </a:cubicBezTo>
                  <a:cubicBezTo>
                    <a:pt x="17784" y="14727"/>
                    <a:pt x="17464" y="14572"/>
                    <a:pt x="17080" y="14572"/>
                  </a:cubicBezTo>
                  <a:cubicBezTo>
                    <a:pt x="16713" y="14572"/>
                    <a:pt x="16395" y="14727"/>
                    <a:pt x="16134" y="15037"/>
                  </a:cubicBezTo>
                  <a:cubicBezTo>
                    <a:pt x="15868" y="15351"/>
                    <a:pt x="15739" y="15724"/>
                    <a:pt x="15739" y="16167"/>
                  </a:cubicBezTo>
                  <a:moveTo>
                    <a:pt x="16292" y="4825"/>
                  </a:moveTo>
                  <a:cubicBezTo>
                    <a:pt x="16292" y="5248"/>
                    <a:pt x="16410" y="5601"/>
                    <a:pt x="16647" y="5886"/>
                  </a:cubicBezTo>
                  <a:cubicBezTo>
                    <a:pt x="16883" y="6172"/>
                    <a:pt x="17172" y="6313"/>
                    <a:pt x="17509" y="6313"/>
                  </a:cubicBezTo>
                  <a:cubicBezTo>
                    <a:pt x="17862" y="6313"/>
                    <a:pt x="18158" y="6172"/>
                    <a:pt x="18398" y="5886"/>
                  </a:cubicBezTo>
                  <a:cubicBezTo>
                    <a:pt x="18639" y="5601"/>
                    <a:pt x="18759" y="5257"/>
                    <a:pt x="18759" y="4853"/>
                  </a:cubicBezTo>
                  <a:cubicBezTo>
                    <a:pt x="18759" y="4429"/>
                    <a:pt x="18641" y="4074"/>
                    <a:pt x="18403" y="3786"/>
                  </a:cubicBezTo>
                  <a:cubicBezTo>
                    <a:pt x="18168" y="3495"/>
                    <a:pt x="17876" y="3354"/>
                    <a:pt x="17530" y="3354"/>
                  </a:cubicBezTo>
                  <a:cubicBezTo>
                    <a:pt x="17177" y="3354"/>
                    <a:pt x="16883" y="3495"/>
                    <a:pt x="16647" y="3786"/>
                  </a:cubicBezTo>
                  <a:cubicBezTo>
                    <a:pt x="16407" y="4074"/>
                    <a:pt x="16292" y="4421"/>
                    <a:pt x="16292" y="482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1" name="AutoShape 71"/>
            <p:cNvSpPr>
              <a:spLocks/>
            </p:cNvSpPr>
            <p:nvPr/>
          </p:nvSpPr>
          <p:spPr bwMode="auto">
            <a:xfrm>
              <a:off x="2008526" y="781993"/>
              <a:ext cx="417494" cy="417494"/>
            </a:xfrm>
            <a:custGeom>
              <a:avLst/>
              <a:gdLst>
                <a:gd name="T0" fmla="*/ 208747 w 21600"/>
                <a:gd name="T1" fmla="*/ 208747 h 21588"/>
                <a:gd name="T2" fmla="*/ 208747 w 21600"/>
                <a:gd name="T3" fmla="*/ 208747 h 21588"/>
                <a:gd name="T4" fmla="*/ 208747 w 21600"/>
                <a:gd name="T5" fmla="*/ 208747 h 21588"/>
                <a:gd name="T6" fmla="*/ 208747 w 21600"/>
                <a:gd name="T7" fmla="*/ 208747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2" name="AutoShape 72"/>
            <p:cNvSpPr>
              <a:spLocks/>
            </p:cNvSpPr>
            <p:nvPr/>
          </p:nvSpPr>
          <p:spPr bwMode="auto">
            <a:xfrm>
              <a:off x="3034574"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1529" y="0"/>
                    <a:pt x="12259" y="67"/>
                    <a:pt x="12986" y="200"/>
                  </a:cubicBezTo>
                  <a:cubicBezTo>
                    <a:pt x="13711" y="330"/>
                    <a:pt x="14426" y="533"/>
                    <a:pt x="15132" y="810"/>
                  </a:cubicBezTo>
                  <a:cubicBezTo>
                    <a:pt x="15928" y="1129"/>
                    <a:pt x="16716" y="1547"/>
                    <a:pt x="17497" y="2069"/>
                  </a:cubicBezTo>
                  <a:cubicBezTo>
                    <a:pt x="18279" y="2591"/>
                    <a:pt x="18973" y="3218"/>
                    <a:pt x="19583" y="3949"/>
                  </a:cubicBezTo>
                  <a:cubicBezTo>
                    <a:pt x="20190" y="4678"/>
                    <a:pt x="20679" y="5505"/>
                    <a:pt x="21046" y="6431"/>
                  </a:cubicBezTo>
                  <a:cubicBezTo>
                    <a:pt x="21414" y="7351"/>
                    <a:pt x="21599" y="8367"/>
                    <a:pt x="21599" y="9477"/>
                  </a:cubicBezTo>
                  <a:cubicBezTo>
                    <a:pt x="21599" y="10584"/>
                    <a:pt x="21414" y="11597"/>
                    <a:pt x="21046" y="12518"/>
                  </a:cubicBezTo>
                  <a:cubicBezTo>
                    <a:pt x="20679" y="13435"/>
                    <a:pt x="20190" y="14260"/>
                    <a:pt x="19583" y="14991"/>
                  </a:cubicBezTo>
                  <a:cubicBezTo>
                    <a:pt x="18973" y="15722"/>
                    <a:pt x="18281" y="16351"/>
                    <a:pt x="17502" y="16891"/>
                  </a:cubicBezTo>
                  <a:cubicBezTo>
                    <a:pt x="16725" y="17424"/>
                    <a:pt x="15935" y="17842"/>
                    <a:pt x="15132" y="18139"/>
                  </a:cubicBezTo>
                  <a:cubicBezTo>
                    <a:pt x="14426" y="18418"/>
                    <a:pt x="13713" y="18621"/>
                    <a:pt x="12991" y="18748"/>
                  </a:cubicBezTo>
                  <a:cubicBezTo>
                    <a:pt x="12270" y="18875"/>
                    <a:pt x="11536" y="18935"/>
                    <a:pt x="10792" y="18935"/>
                  </a:cubicBezTo>
                  <a:cubicBezTo>
                    <a:pt x="10103" y="18935"/>
                    <a:pt x="9427" y="18884"/>
                    <a:pt x="8766" y="18776"/>
                  </a:cubicBezTo>
                  <a:cubicBezTo>
                    <a:pt x="8074" y="19423"/>
                    <a:pt x="7340" y="19962"/>
                    <a:pt x="6563" y="20383"/>
                  </a:cubicBezTo>
                  <a:cubicBezTo>
                    <a:pt x="5784" y="20803"/>
                    <a:pt x="4977" y="21137"/>
                    <a:pt x="4135" y="21371"/>
                  </a:cubicBezTo>
                  <a:cubicBezTo>
                    <a:pt x="3932" y="21405"/>
                    <a:pt x="3723" y="21453"/>
                    <a:pt x="3511" y="21509"/>
                  </a:cubicBezTo>
                  <a:cubicBezTo>
                    <a:pt x="3297" y="21568"/>
                    <a:pt x="3094" y="21600"/>
                    <a:pt x="2906" y="21600"/>
                  </a:cubicBezTo>
                  <a:cubicBezTo>
                    <a:pt x="2788" y="21600"/>
                    <a:pt x="2685" y="21546"/>
                    <a:pt x="2598" y="21444"/>
                  </a:cubicBezTo>
                  <a:cubicBezTo>
                    <a:pt x="2511" y="21340"/>
                    <a:pt x="2468" y="21216"/>
                    <a:pt x="2468" y="21072"/>
                  </a:cubicBezTo>
                  <a:cubicBezTo>
                    <a:pt x="2468" y="20964"/>
                    <a:pt x="2499" y="20865"/>
                    <a:pt x="2562" y="20784"/>
                  </a:cubicBezTo>
                  <a:cubicBezTo>
                    <a:pt x="2628" y="20693"/>
                    <a:pt x="2689" y="20617"/>
                    <a:pt x="2748" y="20546"/>
                  </a:cubicBezTo>
                  <a:cubicBezTo>
                    <a:pt x="2984" y="20247"/>
                    <a:pt x="3181" y="19976"/>
                    <a:pt x="3346" y="19728"/>
                  </a:cubicBezTo>
                  <a:cubicBezTo>
                    <a:pt x="3511" y="19479"/>
                    <a:pt x="3652" y="19220"/>
                    <a:pt x="3770" y="18949"/>
                  </a:cubicBezTo>
                  <a:cubicBezTo>
                    <a:pt x="3885" y="18680"/>
                    <a:pt x="3979" y="18390"/>
                    <a:pt x="4050" y="18079"/>
                  </a:cubicBezTo>
                  <a:cubicBezTo>
                    <a:pt x="4123" y="17766"/>
                    <a:pt x="4189" y="17407"/>
                    <a:pt x="4247" y="17004"/>
                  </a:cubicBezTo>
                  <a:cubicBezTo>
                    <a:pt x="3661" y="16617"/>
                    <a:pt x="3115" y="16162"/>
                    <a:pt x="2609" y="15643"/>
                  </a:cubicBezTo>
                  <a:cubicBezTo>
                    <a:pt x="2101" y="15129"/>
                    <a:pt x="1652" y="14553"/>
                    <a:pt x="1256" y="13915"/>
                  </a:cubicBezTo>
                  <a:cubicBezTo>
                    <a:pt x="863" y="13280"/>
                    <a:pt x="555" y="12588"/>
                    <a:pt x="334" y="11843"/>
                  </a:cubicBezTo>
                  <a:cubicBezTo>
                    <a:pt x="110" y="11095"/>
                    <a:pt x="0" y="10307"/>
                    <a:pt x="0" y="9477"/>
                  </a:cubicBezTo>
                  <a:cubicBezTo>
                    <a:pt x="0" y="8367"/>
                    <a:pt x="185" y="7351"/>
                    <a:pt x="553" y="6431"/>
                  </a:cubicBezTo>
                  <a:cubicBezTo>
                    <a:pt x="920" y="5505"/>
                    <a:pt x="1409" y="4678"/>
                    <a:pt x="2016" y="3949"/>
                  </a:cubicBezTo>
                  <a:cubicBezTo>
                    <a:pt x="2626" y="3218"/>
                    <a:pt x="3318" y="2588"/>
                    <a:pt x="4097" y="2063"/>
                  </a:cubicBezTo>
                  <a:cubicBezTo>
                    <a:pt x="4874" y="1535"/>
                    <a:pt x="5660" y="1120"/>
                    <a:pt x="6457" y="810"/>
                  </a:cubicBezTo>
                  <a:cubicBezTo>
                    <a:pt x="7161" y="533"/>
                    <a:pt x="7879" y="330"/>
                    <a:pt x="8601" y="200"/>
                  </a:cubicBezTo>
                  <a:cubicBezTo>
                    <a:pt x="9326" y="67"/>
                    <a:pt x="10058" y="0"/>
                    <a:pt x="10792" y="0"/>
                  </a:cubicBezTo>
                  <a:moveTo>
                    <a:pt x="14264" y="2746"/>
                  </a:moveTo>
                  <a:cubicBezTo>
                    <a:pt x="13122" y="2357"/>
                    <a:pt x="11964" y="2165"/>
                    <a:pt x="10792" y="2165"/>
                  </a:cubicBezTo>
                  <a:cubicBezTo>
                    <a:pt x="9606" y="2165"/>
                    <a:pt x="8453" y="2357"/>
                    <a:pt x="7335" y="2746"/>
                  </a:cubicBezTo>
                  <a:cubicBezTo>
                    <a:pt x="6704" y="2972"/>
                    <a:pt x="6062" y="3280"/>
                    <a:pt x="5408" y="3678"/>
                  </a:cubicBezTo>
                  <a:cubicBezTo>
                    <a:pt x="4753" y="4076"/>
                    <a:pt x="4160" y="4562"/>
                    <a:pt x="3624" y="5132"/>
                  </a:cubicBezTo>
                  <a:cubicBezTo>
                    <a:pt x="3085" y="5702"/>
                    <a:pt x="2647" y="6346"/>
                    <a:pt x="2311" y="7063"/>
                  </a:cubicBezTo>
                  <a:cubicBezTo>
                    <a:pt x="1972" y="7780"/>
                    <a:pt x="1805" y="8582"/>
                    <a:pt x="1805" y="9477"/>
                  </a:cubicBezTo>
                  <a:cubicBezTo>
                    <a:pt x="1805" y="10124"/>
                    <a:pt x="1894" y="10725"/>
                    <a:pt x="2080" y="11275"/>
                  </a:cubicBezTo>
                  <a:cubicBezTo>
                    <a:pt x="2264" y="11823"/>
                    <a:pt x="2508" y="12334"/>
                    <a:pt x="2817" y="12806"/>
                  </a:cubicBezTo>
                  <a:cubicBezTo>
                    <a:pt x="3125" y="13280"/>
                    <a:pt x="3478" y="13712"/>
                    <a:pt x="3876" y="14099"/>
                  </a:cubicBezTo>
                  <a:cubicBezTo>
                    <a:pt x="4273" y="14485"/>
                    <a:pt x="4692" y="14821"/>
                    <a:pt x="5128" y="15112"/>
                  </a:cubicBezTo>
                  <a:cubicBezTo>
                    <a:pt x="5330" y="15239"/>
                    <a:pt x="5521" y="15363"/>
                    <a:pt x="5702" y="15485"/>
                  </a:cubicBezTo>
                  <a:cubicBezTo>
                    <a:pt x="5881" y="15606"/>
                    <a:pt x="6067" y="15733"/>
                    <a:pt x="6253" y="15869"/>
                  </a:cubicBezTo>
                  <a:cubicBezTo>
                    <a:pt x="6177" y="16292"/>
                    <a:pt x="6114" y="16716"/>
                    <a:pt x="6057" y="17139"/>
                  </a:cubicBezTo>
                  <a:cubicBezTo>
                    <a:pt x="6001" y="17563"/>
                    <a:pt x="5928" y="17986"/>
                    <a:pt x="5836" y="18410"/>
                  </a:cubicBezTo>
                  <a:cubicBezTo>
                    <a:pt x="6279" y="18147"/>
                    <a:pt x="6697" y="17859"/>
                    <a:pt x="7093" y="17537"/>
                  </a:cubicBezTo>
                  <a:cubicBezTo>
                    <a:pt x="7488" y="17218"/>
                    <a:pt x="7884" y="16874"/>
                    <a:pt x="8281" y="16504"/>
                  </a:cubicBezTo>
                  <a:cubicBezTo>
                    <a:pt x="8693" y="16575"/>
                    <a:pt x="9110" y="16639"/>
                    <a:pt x="9526" y="16690"/>
                  </a:cubicBezTo>
                  <a:cubicBezTo>
                    <a:pt x="9943" y="16747"/>
                    <a:pt x="10366" y="16775"/>
                    <a:pt x="10792" y="16775"/>
                  </a:cubicBezTo>
                  <a:cubicBezTo>
                    <a:pt x="11964" y="16775"/>
                    <a:pt x="13122" y="16580"/>
                    <a:pt x="14264" y="16193"/>
                  </a:cubicBezTo>
                  <a:cubicBezTo>
                    <a:pt x="14894" y="15971"/>
                    <a:pt x="15537" y="15660"/>
                    <a:pt x="16191" y="15270"/>
                  </a:cubicBezTo>
                  <a:cubicBezTo>
                    <a:pt x="16843" y="14875"/>
                    <a:pt x="17439" y="14392"/>
                    <a:pt x="17978" y="13822"/>
                  </a:cubicBezTo>
                  <a:cubicBezTo>
                    <a:pt x="18514" y="13252"/>
                    <a:pt x="18952" y="12602"/>
                    <a:pt x="19288" y="11882"/>
                  </a:cubicBezTo>
                  <a:cubicBezTo>
                    <a:pt x="19627" y="11160"/>
                    <a:pt x="19797" y="10358"/>
                    <a:pt x="19797" y="9477"/>
                  </a:cubicBezTo>
                  <a:cubicBezTo>
                    <a:pt x="19797" y="8590"/>
                    <a:pt x="19627" y="7792"/>
                    <a:pt x="19288" y="7069"/>
                  </a:cubicBezTo>
                  <a:cubicBezTo>
                    <a:pt x="18952" y="6349"/>
                    <a:pt x="18514" y="5702"/>
                    <a:pt x="17978" y="5129"/>
                  </a:cubicBezTo>
                  <a:cubicBezTo>
                    <a:pt x="17439" y="4559"/>
                    <a:pt x="16843" y="4073"/>
                    <a:pt x="16191" y="3675"/>
                  </a:cubicBezTo>
                  <a:cubicBezTo>
                    <a:pt x="15537" y="3280"/>
                    <a:pt x="14895" y="2972"/>
                    <a:pt x="14264" y="274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3" name="AutoShape 73"/>
            <p:cNvSpPr>
              <a:spLocks/>
            </p:cNvSpPr>
            <p:nvPr/>
          </p:nvSpPr>
          <p:spPr bwMode="auto">
            <a:xfrm>
              <a:off x="4096908" y="781993"/>
              <a:ext cx="417494" cy="417494"/>
            </a:xfrm>
            <a:custGeom>
              <a:avLst/>
              <a:gdLst>
                <a:gd name="T0" fmla="*/ 208747 w 21600"/>
                <a:gd name="T1" fmla="*/ 208747 h 21588"/>
                <a:gd name="T2" fmla="*/ 208747 w 21600"/>
                <a:gd name="T3" fmla="*/ 208747 h 21588"/>
                <a:gd name="T4" fmla="*/ 208747 w 21600"/>
                <a:gd name="T5" fmla="*/ 208747 h 21588"/>
                <a:gd name="T6" fmla="*/ 208747 w 21600"/>
                <a:gd name="T7" fmla="*/ 208747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7530" y="7696"/>
                  </a:moveTo>
                  <a:cubicBezTo>
                    <a:pt x="17530" y="8751"/>
                    <a:pt x="17302" y="9747"/>
                    <a:pt x="16843" y="10684"/>
                  </a:cubicBezTo>
                  <a:cubicBezTo>
                    <a:pt x="16386" y="11620"/>
                    <a:pt x="15760" y="12436"/>
                    <a:pt x="14969" y="13127"/>
                  </a:cubicBezTo>
                  <a:cubicBezTo>
                    <a:pt x="14176" y="13821"/>
                    <a:pt x="13249" y="14371"/>
                    <a:pt x="12185" y="14775"/>
                  </a:cubicBezTo>
                  <a:cubicBezTo>
                    <a:pt x="11121" y="15181"/>
                    <a:pt x="9982" y="15384"/>
                    <a:pt x="8765" y="15384"/>
                  </a:cubicBezTo>
                  <a:cubicBezTo>
                    <a:pt x="8487" y="15384"/>
                    <a:pt x="8212" y="15370"/>
                    <a:pt x="7936" y="15342"/>
                  </a:cubicBezTo>
                  <a:cubicBezTo>
                    <a:pt x="7663" y="15316"/>
                    <a:pt x="7395" y="15283"/>
                    <a:pt x="7131" y="15249"/>
                  </a:cubicBezTo>
                  <a:cubicBezTo>
                    <a:pt x="6027" y="16264"/>
                    <a:pt x="4766" y="16967"/>
                    <a:pt x="3346" y="17339"/>
                  </a:cubicBezTo>
                  <a:cubicBezTo>
                    <a:pt x="3196" y="17379"/>
                    <a:pt x="3043" y="17413"/>
                    <a:pt x="2890" y="17444"/>
                  </a:cubicBezTo>
                  <a:cubicBezTo>
                    <a:pt x="2735" y="17475"/>
                    <a:pt x="2572" y="17509"/>
                    <a:pt x="2398" y="17545"/>
                  </a:cubicBezTo>
                  <a:cubicBezTo>
                    <a:pt x="2308" y="17562"/>
                    <a:pt x="2228" y="17534"/>
                    <a:pt x="2155" y="17455"/>
                  </a:cubicBezTo>
                  <a:cubicBezTo>
                    <a:pt x="2085" y="17379"/>
                    <a:pt x="2033" y="17297"/>
                    <a:pt x="2005" y="17207"/>
                  </a:cubicBezTo>
                  <a:lnTo>
                    <a:pt x="2005" y="17181"/>
                  </a:lnTo>
                  <a:cubicBezTo>
                    <a:pt x="1974" y="17071"/>
                    <a:pt x="1986" y="16984"/>
                    <a:pt x="2038" y="16916"/>
                  </a:cubicBezTo>
                  <a:cubicBezTo>
                    <a:pt x="2090" y="16851"/>
                    <a:pt x="2158" y="16769"/>
                    <a:pt x="2240" y="16679"/>
                  </a:cubicBezTo>
                  <a:cubicBezTo>
                    <a:pt x="2377" y="16518"/>
                    <a:pt x="2506" y="16355"/>
                    <a:pt x="2629" y="16188"/>
                  </a:cubicBezTo>
                  <a:cubicBezTo>
                    <a:pt x="2753" y="16022"/>
                    <a:pt x="2864" y="15830"/>
                    <a:pt x="2963" y="15621"/>
                  </a:cubicBezTo>
                  <a:cubicBezTo>
                    <a:pt x="3059" y="15410"/>
                    <a:pt x="3151" y="15159"/>
                    <a:pt x="3238" y="14871"/>
                  </a:cubicBezTo>
                  <a:cubicBezTo>
                    <a:pt x="3325" y="14580"/>
                    <a:pt x="3398" y="14225"/>
                    <a:pt x="3457" y="13801"/>
                  </a:cubicBezTo>
                  <a:cubicBezTo>
                    <a:pt x="2398" y="13102"/>
                    <a:pt x="1558" y="12222"/>
                    <a:pt x="934" y="11164"/>
                  </a:cubicBezTo>
                  <a:cubicBezTo>
                    <a:pt x="310" y="10106"/>
                    <a:pt x="0" y="8952"/>
                    <a:pt x="0" y="7696"/>
                  </a:cubicBezTo>
                  <a:cubicBezTo>
                    <a:pt x="0" y="6627"/>
                    <a:pt x="230" y="5625"/>
                    <a:pt x="691" y="4694"/>
                  </a:cubicBezTo>
                  <a:cubicBezTo>
                    <a:pt x="1153" y="3763"/>
                    <a:pt x="1781" y="2948"/>
                    <a:pt x="2574" y="2257"/>
                  </a:cubicBezTo>
                  <a:cubicBezTo>
                    <a:pt x="3365" y="1565"/>
                    <a:pt x="4290" y="1012"/>
                    <a:pt x="5352" y="609"/>
                  </a:cubicBezTo>
                  <a:cubicBezTo>
                    <a:pt x="6409" y="203"/>
                    <a:pt x="7548" y="0"/>
                    <a:pt x="8765" y="0"/>
                  </a:cubicBezTo>
                  <a:cubicBezTo>
                    <a:pt x="9982" y="0"/>
                    <a:pt x="11121" y="203"/>
                    <a:pt x="12185" y="609"/>
                  </a:cubicBezTo>
                  <a:cubicBezTo>
                    <a:pt x="13249" y="1012"/>
                    <a:pt x="14176" y="1565"/>
                    <a:pt x="14969" y="2257"/>
                  </a:cubicBezTo>
                  <a:cubicBezTo>
                    <a:pt x="15760" y="2948"/>
                    <a:pt x="16386" y="3763"/>
                    <a:pt x="16843" y="4694"/>
                  </a:cubicBezTo>
                  <a:cubicBezTo>
                    <a:pt x="17302" y="5625"/>
                    <a:pt x="17530" y="6627"/>
                    <a:pt x="17530" y="7696"/>
                  </a:cubicBezTo>
                  <a:moveTo>
                    <a:pt x="21599" y="11736"/>
                  </a:moveTo>
                  <a:cubicBezTo>
                    <a:pt x="21599" y="12986"/>
                    <a:pt x="21286" y="14146"/>
                    <a:pt x="20665" y="15204"/>
                  </a:cubicBezTo>
                  <a:cubicBezTo>
                    <a:pt x="20039" y="16261"/>
                    <a:pt x="19199" y="17139"/>
                    <a:pt x="18140" y="17841"/>
                  </a:cubicBezTo>
                  <a:cubicBezTo>
                    <a:pt x="18201" y="18265"/>
                    <a:pt x="18271" y="18620"/>
                    <a:pt x="18354" y="18908"/>
                  </a:cubicBezTo>
                  <a:cubicBezTo>
                    <a:pt x="18436" y="19199"/>
                    <a:pt x="18533" y="19444"/>
                    <a:pt x="18641" y="19661"/>
                  </a:cubicBezTo>
                  <a:cubicBezTo>
                    <a:pt x="18752" y="19870"/>
                    <a:pt x="18862" y="20059"/>
                    <a:pt x="18980" y="20226"/>
                  </a:cubicBezTo>
                  <a:cubicBezTo>
                    <a:pt x="19095" y="20392"/>
                    <a:pt x="19222" y="20556"/>
                    <a:pt x="19356" y="20719"/>
                  </a:cubicBezTo>
                  <a:cubicBezTo>
                    <a:pt x="19432" y="20809"/>
                    <a:pt x="19498" y="20891"/>
                    <a:pt x="19554" y="20968"/>
                  </a:cubicBezTo>
                  <a:cubicBezTo>
                    <a:pt x="19611" y="21047"/>
                    <a:pt x="19622" y="21128"/>
                    <a:pt x="19592" y="21219"/>
                  </a:cubicBezTo>
                  <a:lnTo>
                    <a:pt x="19592" y="21247"/>
                  </a:lnTo>
                  <a:cubicBezTo>
                    <a:pt x="19578" y="21351"/>
                    <a:pt x="19533" y="21439"/>
                    <a:pt x="19453" y="21509"/>
                  </a:cubicBezTo>
                  <a:cubicBezTo>
                    <a:pt x="19373" y="21577"/>
                    <a:pt x="19291" y="21600"/>
                    <a:pt x="19199" y="21583"/>
                  </a:cubicBezTo>
                  <a:cubicBezTo>
                    <a:pt x="19027" y="21549"/>
                    <a:pt x="18862" y="21512"/>
                    <a:pt x="18709" y="21481"/>
                  </a:cubicBezTo>
                  <a:cubicBezTo>
                    <a:pt x="18556" y="21450"/>
                    <a:pt x="18403" y="21419"/>
                    <a:pt x="18253" y="21379"/>
                  </a:cubicBezTo>
                  <a:cubicBezTo>
                    <a:pt x="17530" y="21199"/>
                    <a:pt x="16854" y="20931"/>
                    <a:pt x="16224" y="20570"/>
                  </a:cubicBezTo>
                  <a:cubicBezTo>
                    <a:pt x="15593" y="20211"/>
                    <a:pt x="15007" y="19783"/>
                    <a:pt x="14468" y="19286"/>
                  </a:cubicBezTo>
                  <a:cubicBezTo>
                    <a:pt x="14204" y="19323"/>
                    <a:pt x="13936" y="19354"/>
                    <a:pt x="13660" y="19382"/>
                  </a:cubicBezTo>
                  <a:cubicBezTo>
                    <a:pt x="13387" y="19407"/>
                    <a:pt x="13112" y="19424"/>
                    <a:pt x="12832" y="19424"/>
                  </a:cubicBezTo>
                  <a:cubicBezTo>
                    <a:pt x="11773" y="19424"/>
                    <a:pt x="10777" y="19263"/>
                    <a:pt x="9847" y="18950"/>
                  </a:cubicBezTo>
                  <a:cubicBezTo>
                    <a:pt x="8915" y="18634"/>
                    <a:pt x="8070" y="18211"/>
                    <a:pt x="7312" y="17678"/>
                  </a:cubicBezTo>
                  <a:cubicBezTo>
                    <a:pt x="7357" y="17644"/>
                    <a:pt x="7407" y="17607"/>
                    <a:pt x="7463" y="17571"/>
                  </a:cubicBezTo>
                  <a:cubicBezTo>
                    <a:pt x="7520" y="17537"/>
                    <a:pt x="7571" y="17500"/>
                    <a:pt x="7616" y="17463"/>
                  </a:cubicBezTo>
                  <a:cubicBezTo>
                    <a:pt x="8000" y="17517"/>
                    <a:pt x="8381" y="17545"/>
                    <a:pt x="8765" y="17545"/>
                  </a:cubicBezTo>
                  <a:cubicBezTo>
                    <a:pt x="10245" y="17545"/>
                    <a:pt x="11632" y="17291"/>
                    <a:pt x="12921" y="16781"/>
                  </a:cubicBezTo>
                  <a:cubicBezTo>
                    <a:pt x="14214" y="16270"/>
                    <a:pt x="15334" y="15576"/>
                    <a:pt x="16280" y="14690"/>
                  </a:cubicBezTo>
                  <a:cubicBezTo>
                    <a:pt x="17229" y="13801"/>
                    <a:pt x="17972" y="12757"/>
                    <a:pt x="18516" y="11558"/>
                  </a:cubicBezTo>
                  <a:cubicBezTo>
                    <a:pt x="19062" y="10365"/>
                    <a:pt x="19335" y="9075"/>
                    <a:pt x="19335" y="7696"/>
                  </a:cubicBezTo>
                  <a:cubicBezTo>
                    <a:pt x="19335" y="7326"/>
                    <a:pt x="19312" y="6954"/>
                    <a:pt x="19267" y="6564"/>
                  </a:cubicBezTo>
                  <a:cubicBezTo>
                    <a:pt x="19987" y="7267"/>
                    <a:pt x="20557" y="8054"/>
                    <a:pt x="20973" y="8926"/>
                  </a:cubicBezTo>
                  <a:cubicBezTo>
                    <a:pt x="21392" y="9801"/>
                    <a:pt x="21599" y="10737"/>
                    <a:pt x="21599" y="1173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4" name="AutoShape 74"/>
            <p:cNvSpPr>
              <a:spLocks/>
            </p:cNvSpPr>
            <p:nvPr/>
          </p:nvSpPr>
          <p:spPr bwMode="auto">
            <a:xfrm>
              <a:off x="5095123"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765" y="0"/>
                  </a:moveTo>
                  <a:cubicBezTo>
                    <a:pt x="9365" y="0"/>
                    <a:pt x="9963" y="50"/>
                    <a:pt x="10556" y="155"/>
                  </a:cubicBezTo>
                  <a:cubicBezTo>
                    <a:pt x="11151" y="259"/>
                    <a:pt x="11733" y="417"/>
                    <a:pt x="12302" y="632"/>
                  </a:cubicBezTo>
                  <a:cubicBezTo>
                    <a:pt x="12950" y="897"/>
                    <a:pt x="13587" y="1239"/>
                    <a:pt x="14218" y="1663"/>
                  </a:cubicBezTo>
                  <a:cubicBezTo>
                    <a:pt x="14849" y="2086"/>
                    <a:pt x="15412" y="2597"/>
                    <a:pt x="15904" y="3199"/>
                  </a:cubicBezTo>
                  <a:cubicBezTo>
                    <a:pt x="16395" y="3797"/>
                    <a:pt x="16791" y="4475"/>
                    <a:pt x="17087" y="5229"/>
                  </a:cubicBezTo>
                  <a:cubicBezTo>
                    <a:pt x="17382" y="5988"/>
                    <a:pt x="17530" y="6813"/>
                    <a:pt x="17530" y="7702"/>
                  </a:cubicBezTo>
                  <a:cubicBezTo>
                    <a:pt x="17530" y="8586"/>
                    <a:pt x="17382" y="9407"/>
                    <a:pt x="17087" y="10161"/>
                  </a:cubicBezTo>
                  <a:cubicBezTo>
                    <a:pt x="16791" y="10921"/>
                    <a:pt x="16395" y="11596"/>
                    <a:pt x="15904" y="12186"/>
                  </a:cubicBezTo>
                  <a:cubicBezTo>
                    <a:pt x="15412" y="12776"/>
                    <a:pt x="14849" y="13287"/>
                    <a:pt x="14218" y="13719"/>
                  </a:cubicBezTo>
                  <a:cubicBezTo>
                    <a:pt x="13587" y="14151"/>
                    <a:pt x="12950" y="14498"/>
                    <a:pt x="12302" y="14758"/>
                  </a:cubicBezTo>
                  <a:cubicBezTo>
                    <a:pt x="11147" y="15184"/>
                    <a:pt x="9967" y="15396"/>
                    <a:pt x="8765" y="15396"/>
                  </a:cubicBezTo>
                  <a:cubicBezTo>
                    <a:pt x="8487" y="15396"/>
                    <a:pt x="8214" y="15382"/>
                    <a:pt x="7948" y="15354"/>
                  </a:cubicBezTo>
                  <a:cubicBezTo>
                    <a:pt x="7682" y="15328"/>
                    <a:pt x="7409" y="15297"/>
                    <a:pt x="7131" y="15258"/>
                  </a:cubicBezTo>
                  <a:cubicBezTo>
                    <a:pt x="6006" y="16294"/>
                    <a:pt x="4742" y="16994"/>
                    <a:pt x="3346" y="17353"/>
                  </a:cubicBezTo>
                  <a:cubicBezTo>
                    <a:pt x="3196" y="17392"/>
                    <a:pt x="3033" y="17435"/>
                    <a:pt x="2862" y="17483"/>
                  </a:cubicBezTo>
                  <a:cubicBezTo>
                    <a:pt x="2687" y="17534"/>
                    <a:pt x="2520" y="17559"/>
                    <a:pt x="2353" y="17559"/>
                  </a:cubicBezTo>
                  <a:cubicBezTo>
                    <a:pt x="2264" y="17559"/>
                    <a:pt x="2181" y="17514"/>
                    <a:pt x="2111" y="17432"/>
                  </a:cubicBezTo>
                  <a:cubicBezTo>
                    <a:pt x="2040" y="17342"/>
                    <a:pt x="2005" y="17237"/>
                    <a:pt x="2005" y="17110"/>
                  </a:cubicBezTo>
                  <a:cubicBezTo>
                    <a:pt x="2005" y="17022"/>
                    <a:pt x="2033" y="16943"/>
                    <a:pt x="2090" y="16873"/>
                  </a:cubicBezTo>
                  <a:cubicBezTo>
                    <a:pt x="2146" y="16808"/>
                    <a:pt x="2196" y="16746"/>
                    <a:pt x="2240" y="16692"/>
                  </a:cubicBezTo>
                  <a:cubicBezTo>
                    <a:pt x="2624" y="16235"/>
                    <a:pt x="2897" y="15803"/>
                    <a:pt x="3059" y="15396"/>
                  </a:cubicBezTo>
                  <a:cubicBezTo>
                    <a:pt x="3219" y="14987"/>
                    <a:pt x="3354" y="14464"/>
                    <a:pt x="3457" y="13812"/>
                  </a:cubicBezTo>
                  <a:cubicBezTo>
                    <a:pt x="2984" y="13499"/>
                    <a:pt x="2539" y="13129"/>
                    <a:pt x="2123" y="12705"/>
                  </a:cubicBezTo>
                  <a:cubicBezTo>
                    <a:pt x="1706" y="12279"/>
                    <a:pt x="1341" y="11810"/>
                    <a:pt x="1023" y="11299"/>
                  </a:cubicBezTo>
                  <a:cubicBezTo>
                    <a:pt x="710" y="10785"/>
                    <a:pt x="458" y="10229"/>
                    <a:pt x="275" y="9622"/>
                  </a:cubicBezTo>
                  <a:cubicBezTo>
                    <a:pt x="91" y="9021"/>
                    <a:pt x="0" y="8382"/>
                    <a:pt x="0" y="7702"/>
                  </a:cubicBezTo>
                  <a:cubicBezTo>
                    <a:pt x="0" y="6821"/>
                    <a:pt x="150" y="5999"/>
                    <a:pt x="449" y="5237"/>
                  </a:cubicBezTo>
                  <a:cubicBezTo>
                    <a:pt x="750" y="4478"/>
                    <a:pt x="1150" y="3797"/>
                    <a:pt x="1649" y="3199"/>
                  </a:cubicBezTo>
                  <a:cubicBezTo>
                    <a:pt x="2148" y="2597"/>
                    <a:pt x="2716" y="2086"/>
                    <a:pt x="3346" y="1663"/>
                  </a:cubicBezTo>
                  <a:cubicBezTo>
                    <a:pt x="3977" y="1239"/>
                    <a:pt x="4615" y="897"/>
                    <a:pt x="5260" y="632"/>
                  </a:cubicBezTo>
                  <a:cubicBezTo>
                    <a:pt x="5832" y="409"/>
                    <a:pt x="6411" y="248"/>
                    <a:pt x="7002" y="149"/>
                  </a:cubicBezTo>
                  <a:cubicBezTo>
                    <a:pt x="7590" y="48"/>
                    <a:pt x="8179" y="0"/>
                    <a:pt x="8765" y="0"/>
                  </a:cubicBezTo>
                  <a:moveTo>
                    <a:pt x="8765" y="2160"/>
                  </a:moveTo>
                  <a:cubicBezTo>
                    <a:pt x="8268" y="2160"/>
                    <a:pt x="7774" y="2202"/>
                    <a:pt x="7277" y="2281"/>
                  </a:cubicBezTo>
                  <a:cubicBezTo>
                    <a:pt x="6783" y="2366"/>
                    <a:pt x="6286" y="2510"/>
                    <a:pt x="5790" y="2719"/>
                  </a:cubicBezTo>
                  <a:cubicBezTo>
                    <a:pt x="5347" y="2877"/>
                    <a:pt x="4886" y="3111"/>
                    <a:pt x="4410" y="3419"/>
                  </a:cubicBezTo>
                  <a:cubicBezTo>
                    <a:pt x="3933" y="3727"/>
                    <a:pt x="3502" y="4085"/>
                    <a:pt x="3113" y="4500"/>
                  </a:cubicBezTo>
                  <a:cubicBezTo>
                    <a:pt x="2727" y="4915"/>
                    <a:pt x="2412" y="5390"/>
                    <a:pt x="2167" y="5926"/>
                  </a:cubicBezTo>
                  <a:cubicBezTo>
                    <a:pt x="1925" y="6463"/>
                    <a:pt x="1802" y="7056"/>
                    <a:pt x="1802" y="7702"/>
                  </a:cubicBezTo>
                  <a:cubicBezTo>
                    <a:pt x="1802" y="8355"/>
                    <a:pt x="1915" y="8925"/>
                    <a:pt x="2146" y="9422"/>
                  </a:cubicBezTo>
                  <a:cubicBezTo>
                    <a:pt x="2374" y="9919"/>
                    <a:pt x="2666" y="10362"/>
                    <a:pt x="3017" y="10758"/>
                  </a:cubicBezTo>
                  <a:cubicBezTo>
                    <a:pt x="3372" y="11156"/>
                    <a:pt x="3763" y="11509"/>
                    <a:pt x="4196" y="11811"/>
                  </a:cubicBezTo>
                  <a:cubicBezTo>
                    <a:pt x="4629" y="12121"/>
                    <a:pt x="5051" y="12406"/>
                    <a:pt x="5465" y="12678"/>
                  </a:cubicBezTo>
                  <a:lnTo>
                    <a:pt x="5239" y="14177"/>
                  </a:lnTo>
                  <a:cubicBezTo>
                    <a:pt x="5486" y="14019"/>
                    <a:pt x="5724" y="13827"/>
                    <a:pt x="5954" y="13609"/>
                  </a:cubicBezTo>
                  <a:cubicBezTo>
                    <a:pt x="6183" y="13395"/>
                    <a:pt x="6406" y="13189"/>
                    <a:pt x="6625" y="12988"/>
                  </a:cubicBezTo>
                  <a:cubicBezTo>
                    <a:pt x="6978" y="13042"/>
                    <a:pt x="7334" y="13098"/>
                    <a:pt x="7694" y="13152"/>
                  </a:cubicBezTo>
                  <a:cubicBezTo>
                    <a:pt x="8056" y="13208"/>
                    <a:pt x="8412" y="13231"/>
                    <a:pt x="8765" y="13231"/>
                  </a:cubicBezTo>
                  <a:cubicBezTo>
                    <a:pt x="9779" y="13231"/>
                    <a:pt x="10770" y="13048"/>
                    <a:pt x="11740" y="12678"/>
                  </a:cubicBezTo>
                  <a:cubicBezTo>
                    <a:pt x="12196" y="12517"/>
                    <a:pt x="12665" y="12280"/>
                    <a:pt x="13138" y="11978"/>
                  </a:cubicBezTo>
                  <a:cubicBezTo>
                    <a:pt x="13609" y="11670"/>
                    <a:pt x="14039" y="11306"/>
                    <a:pt x="14421" y="10879"/>
                  </a:cubicBezTo>
                  <a:cubicBezTo>
                    <a:pt x="14804" y="10459"/>
                    <a:pt x="15120" y="9981"/>
                    <a:pt x="15369" y="9453"/>
                  </a:cubicBezTo>
                  <a:cubicBezTo>
                    <a:pt x="15616" y="8928"/>
                    <a:pt x="15739" y="8344"/>
                    <a:pt x="15739" y="7703"/>
                  </a:cubicBezTo>
                  <a:cubicBezTo>
                    <a:pt x="15739" y="7056"/>
                    <a:pt x="15616" y="6463"/>
                    <a:pt x="15369" y="5927"/>
                  </a:cubicBezTo>
                  <a:cubicBezTo>
                    <a:pt x="15120" y="5390"/>
                    <a:pt x="14804" y="4916"/>
                    <a:pt x="14421" y="4501"/>
                  </a:cubicBezTo>
                  <a:cubicBezTo>
                    <a:pt x="14039" y="4086"/>
                    <a:pt x="13611" y="3727"/>
                    <a:pt x="13143" y="3419"/>
                  </a:cubicBezTo>
                  <a:cubicBezTo>
                    <a:pt x="12674" y="3112"/>
                    <a:pt x="12206" y="2877"/>
                    <a:pt x="11740" y="2719"/>
                  </a:cubicBezTo>
                  <a:cubicBezTo>
                    <a:pt x="11267" y="2510"/>
                    <a:pt x="10779" y="2366"/>
                    <a:pt x="10281" y="2281"/>
                  </a:cubicBezTo>
                  <a:cubicBezTo>
                    <a:pt x="9782" y="2202"/>
                    <a:pt x="9278" y="2160"/>
                    <a:pt x="8765" y="2160"/>
                  </a:cubicBezTo>
                  <a:moveTo>
                    <a:pt x="21599" y="11746"/>
                  </a:moveTo>
                  <a:cubicBezTo>
                    <a:pt x="21599" y="12429"/>
                    <a:pt x="21505" y="13075"/>
                    <a:pt x="21322" y="13671"/>
                  </a:cubicBezTo>
                  <a:cubicBezTo>
                    <a:pt x="21138" y="14273"/>
                    <a:pt x="20889" y="14829"/>
                    <a:pt x="20573" y="15340"/>
                  </a:cubicBezTo>
                  <a:cubicBezTo>
                    <a:pt x="20258" y="15854"/>
                    <a:pt x="19891" y="16323"/>
                    <a:pt x="19474" y="16746"/>
                  </a:cubicBezTo>
                  <a:cubicBezTo>
                    <a:pt x="19057" y="17172"/>
                    <a:pt x="18613" y="17542"/>
                    <a:pt x="18140" y="17856"/>
                  </a:cubicBezTo>
                  <a:cubicBezTo>
                    <a:pt x="18245" y="18505"/>
                    <a:pt x="18377" y="19030"/>
                    <a:pt x="18540" y="19440"/>
                  </a:cubicBezTo>
                  <a:cubicBezTo>
                    <a:pt x="18702" y="19841"/>
                    <a:pt x="18973" y="20275"/>
                    <a:pt x="19356" y="20736"/>
                  </a:cubicBezTo>
                  <a:cubicBezTo>
                    <a:pt x="19401" y="20789"/>
                    <a:pt x="19453" y="20857"/>
                    <a:pt x="19509" y="20930"/>
                  </a:cubicBezTo>
                  <a:cubicBezTo>
                    <a:pt x="19566" y="21007"/>
                    <a:pt x="19592" y="21091"/>
                    <a:pt x="19592" y="21182"/>
                  </a:cubicBezTo>
                  <a:cubicBezTo>
                    <a:pt x="19592" y="21326"/>
                    <a:pt x="19554" y="21430"/>
                    <a:pt x="19474" y="21498"/>
                  </a:cubicBezTo>
                  <a:cubicBezTo>
                    <a:pt x="19396" y="21568"/>
                    <a:pt x="19305" y="21600"/>
                    <a:pt x="19199" y="21600"/>
                  </a:cubicBezTo>
                  <a:cubicBezTo>
                    <a:pt x="19048" y="21600"/>
                    <a:pt x="18888" y="21571"/>
                    <a:pt x="18714" y="21526"/>
                  </a:cubicBezTo>
                  <a:cubicBezTo>
                    <a:pt x="18542" y="21472"/>
                    <a:pt x="18387" y="21433"/>
                    <a:pt x="18253" y="21396"/>
                  </a:cubicBezTo>
                  <a:cubicBezTo>
                    <a:pt x="16854" y="21026"/>
                    <a:pt x="15593" y="20329"/>
                    <a:pt x="14468" y="19301"/>
                  </a:cubicBezTo>
                  <a:cubicBezTo>
                    <a:pt x="14190" y="19338"/>
                    <a:pt x="13917" y="19369"/>
                    <a:pt x="13651" y="19394"/>
                  </a:cubicBezTo>
                  <a:cubicBezTo>
                    <a:pt x="13383" y="19423"/>
                    <a:pt x="13112" y="19439"/>
                    <a:pt x="12832" y="19439"/>
                  </a:cubicBezTo>
                  <a:cubicBezTo>
                    <a:pt x="11865" y="19439"/>
                    <a:pt x="10909" y="19293"/>
                    <a:pt x="9972" y="19002"/>
                  </a:cubicBezTo>
                  <a:cubicBezTo>
                    <a:pt x="9031" y="18717"/>
                    <a:pt x="8146" y="18279"/>
                    <a:pt x="7312" y="17692"/>
                  </a:cubicBezTo>
                  <a:lnTo>
                    <a:pt x="7616" y="17474"/>
                  </a:lnTo>
                  <a:cubicBezTo>
                    <a:pt x="8000" y="17531"/>
                    <a:pt x="8381" y="17559"/>
                    <a:pt x="8765" y="17559"/>
                  </a:cubicBezTo>
                  <a:cubicBezTo>
                    <a:pt x="10245" y="17559"/>
                    <a:pt x="11676" y="17279"/>
                    <a:pt x="13058" y="16720"/>
                  </a:cubicBezTo>
                  <a:cubicBezTo>
                    <a:pt x="13891" y="16387"/>
                    <a:pt x="14684" y="15935"/>
                    <a:pt x="15435" y="15374"/>
                  </a:cubicBezTo>
                  <a:cubicBezTo>
                    <a:pt x="16186" y="14812"/>
                    <a:pt x="16852" y="14148"/>
                    <a:pt x="17431" y="13380"/>
                  </a:cubicBezTo>
                  <a:cubicBezTo>
                    <a:pt x="18008" y="12618"/>
                    <a:pt x="18469" y="11759"/>
                    <a:pt x="18815" y="10814"/>
                  </a:cubicBezTo>
                  <a:cubicBezTo>
                    <a:pt x="19161" y="9865"/>
                    <a:pt x="19335" y="8831"/>
                    <a:pt x="19335" y="7702"/>
                  </a:cubicBezTo>
                  <a:cubicBezTo>
                    <a:pt x="19335" y="7332"/>
                    <a:pt x="19312" y="6957"/>
                    <a:pt x="19267" y="6567"/>
                  </a:cubicBezTo>
                  <a:cubicBezTo>
                    <a:pt x="19943" y="7216"/>
                    <a:pt x="20500" y="7979"/>
                    <a:pt x="20940" y="8854"/>
                  </a:cubicBezTo>
                  <a:cubicBezTo>
                    <a:pt x="21378" y="9727"/>
                    <a:pt x="21599" y="10692"/>
                    <a:pt x="21599" y="1174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5" name="AutoShape 75"/>
            <p:cNvSpPr>
              <a:spLocks/>
            </p:cNvSpPr>
            <p:nvPr/>
          </p:nvSpPr>
          <p:spPr bwMode="auto">
            <a:xfrm>
              <a:off x="6122992"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05" y="0"/>
                  </a:moveTo>
                  <a:cubicBezTo>
                    <a:pt x="20300" y="0"/>
                    <a:pt x="20721" y="211"/>
                    <a:pt x="21073" y="631"/>
                  </a:cubicBezTo>
                  <a:cubicBezTo>
                    <a:pt x="21423" y="1054"/>
                    <a:pt x="21599" y="1565"/>
                    <a:pt x="21599" y="2165"/>
                  </a:cubicBezTo>
                  <a:lnTo>
                    <a:pt x="21599" y="19432"/>
                  </a:lnTo>
                  <a:cubicBezTo>
                    <a:pt x="21599" y="20022"/>
                    <a:pt x="21423" y="20533"/>
                    <a:pt x="21073" y="20956"/>
                  </a:cubicBezTo>
                  <a:cubicBezTo>
                    <a:pt x="20721" y="21385"/>
                    <a:pt x="20300" y="21600"/>
                    <a:pt x="19805" y="21600"/>
                  </a:cubicBezTo>
                  <a:lnTo>
                    <a:pt x="1804" y="21600"/>
                  </a:lnTo>
                  <a:cubicBezTo>
                    <a:pt x="1312" y="21600"/>
                    <a:pt x="888" y="21388"/>
                    <a:pt x="533" y="20965"/>
                  </a:cubicBezTo>
                  <a:cubicBezTo>
                    <a:pt x="176" y="20545"/>
                    <a:pt x="0" y="20034"/>
                    <a:pt x="0" y="19432"/>
                  </a:cubicBezTo>
                  <a:lnTo>
                    <a:pt x="0" y="2165"/>
                  </a:lnTo>
                  <a:cubicBezTo>
                    <a:pt x="0" y="1574"/>
                    <a:pt x="176" y="1066"/>
                    <a:pt x="526" y="637"/>
                  </a:cubicBezTo>
                  <a:cubicBezTo>
                    <a:pt x="878" y="211"/>
                    <a:pt x="1304" y="0"/>
                    <a:pt x="1804" y="0"/>
                  </a:cubicBezTo>
                  <a:lnTo>
                    <a:pt x="19805" y="0"/>
                  </a:lnTo>
                  <a:close/>
                  <a:moveTo>
                    <a:pt x="19805" y="2165"/>
                  </a:moveTo>
                  <a:lnTo>
                    <a:pt x="1804" y="2165"/>
                  </a:lnTo>
                  <a:lnTo>
                    <a:pt x="1804" y="5930"/>
                  </a:lnTo>
                  <a:lnTo>
                    <a:pt x="19805" y="5930"/>
                  </a:lnTo>
                  <a:lnTo>
                    <a:pt x="19805" y="2165"/>
                  </a:lnTo>
                  <a:close/>
                  <a:moveTo>
                    <a:pt x="19805" y="11347"/>
                  </a:moveTo>
                  <a:lnTo>
                    <a:pt x="1804" y="11347"/>
                  </a:lnTo>
                  <a:lnTo>
                    <a:pt x="1804" y="19432"/>
                  </a:lnTo>
                  <a:lnTo>
                    <a:pt x="19805" y="19432"/>
                  </a:lnTo>
                  <a:lnTo>
                    <a:pt x="19805" y="11347"/>
                  </a:lnTo>
                  <a:close/>
                  <a:moveTo>
                    <a:pt x="6646" y="18083"/>
                  </a:moveTo>
                  <a:lnTo>
                    <a:pt x="3047" y="18083"/>
                  </a:lnTo>
                  <a:lnTo>
                    <a:pt x="3047" y="16465"/>
                  </a:lnTo>
                  <a:lnTo>
                    <a:pt x="6646" y="16465"/>
                  </a:lnTo>
                  <a:lnTo>
                    <a:pt x="6646" y="18083"/>
                  </a:lnTo>
                  <a:close/>
                  <a:moveTo>
                    <a:pt x="13149" y="18083"/>
                  </a:moveTo>
                  <a:lnTo>
                    <a:pt x="7922" y="18083"/>
                  </a:lnTo>
                  <a:lnTo>
                    <a:pt x="7922" y="16465"/>
                  </a:lnTo>
                  <a:lnTo>
                    <a:pt x="13149" y="16465"/>
                  </a:lnTo>
                  <a:lnTo>
                    <a:pt x="13149" y="1808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6" name="AutoShape 76"/>
            <p:cNvSpPr>
              <a:spLocks/>
            </p:cNvSpPr>
            <p:nvPr/>
          </p:nvSpPr>
          <p:spPr bwMode="auto">
            <a:xfrm>
              <a:off x="7086740"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2292" y="0"/>
                    <a:pt x="13696" y="342"/>
                    <a:pt x="15004" y="1019"/>
                  </a:cubicBezTo>
                  <a:cubicBezTo>
                    <a:pt x="16315" y="1698"/>
                    <a:pt x="17460" y="2628"/>
                    <a:pt x="18441" y="3806"/>
                  </a:cubicBezTo>
                  <a:cubicBezTo>
                    <a:pt x="19420" y="4981"/>
                    <a:pt x="20193" y="6354"/>
                    <a:pt x="20755" y="7923"/>
                  </a:cubicBezTo>
                  <a:cubicBezTo>
                    <a:pt x="21319" y="9498"/>
                    <a:pt x="21599" y="11174"/>
                    <a:pt x="21599" y="12956"/>
                  </a:cubicBezTo>
                  <a:cubicBezTo>
                    <a:pt x="21599" y="13673"/>
                    <a:pt x="21544" y="14402"/>
                    <a:pt x="21434" y="15147"/>
                  </a:cubicBezTo>
                  <a:cubicBezTo>
                    <a:pt x="21321" y="15893"/>
                    <a:pt x="21160" y="16624"/>
                    <a:pt x="20952" y="17338"/>
                  </a:cubicBezTo>
                  <a:cubicBezTo>
                    <a:pt x="20740" y="18058"/>
                    <a:pt x="20476" y="18743"/>
                    <a:pt x="20162" y="19403"/>
                  </a:cubicBezTo>
                  <a:cubicBezTo>
                    <a:pt x="19850" y="20056"/>
                    <a:pt x="19497" y="20655"/>
                    <a:pt x="19106" y="21199"/>
                  </a:cubicBezTo>
                  <a:cubicBezTo>
                    <a:pt x="18931" y="21467"/>
                    <a:pt x="18703" y="21600"/>
                    <a:pt x="18429" y="21600"/>
                  </a:cubicBezTo>
                  <a:lnTo>
                    <a:pt x="3170" y="21600"/>
                  </a:lnTo>
                  <a:cubicBezTo>
                    <a:pt x="2887" y="21600"/>
                    <a:pt x="2661" y="21467"/>
                    <a:pt x="2493" y="21199"/>
                  </a:cubicBezTo>
                  <a:cubicBezTo>
                    <a:pt x="2088" y="20655"/>
                    <a:pt x="1730" y="20056"/>
                    <a:pt x="1425" y="19403"/>
                  </a:cubicBezTo>
                  <a:cubicBezTo>
                    <a:pt x="1118" y="18743"/>
                    <a:pt x="859" y="18058"/>
                    <a:pt x="650" y="17338"/>
                  </a:cubicBezTo>
                  <a:cubicBezTo>
                    <a:pt x="439" y="16624"/>
                    <a:pt x="278" y="15893"/>
                    <a:pt x="165" y="15147"/>
                  </a:cubicBezTo>
                  <a:cubicBezTo>
                    <a:pt x="55" y="14402"/>
                    <a:pt x="0" y="13673"/>
                    <a:pt x="0" y="12956"/>
                  </a:cubicBezTo>
                  <a:cubicBezTo>
                    <a:pt x="0" y="11162"/>
                    <a:pt x="280" y="9487"/>
                    <a:pt x="844" y="7917"/>
                  </a:cubicBezTo>
                  <a:cubicBezTo>
                    <a:pt x="1406" y="6354"/>
                    <a:pt x="2179" y="4981"/>
                    <a:pt x="3158" y="3806"/>
                  </a:cubicBezTo>
                  <a:cubicBezTo>
                    <a:pt x="4140" y="2628"/>
                    <a:pt x="5284" y="1698"/>
                    <a:pt x="6595" y="1019"/>
                  </a:cubicBezTo>
                  <a:cubicBezTo>
                    <a:pt x="7903" y="342"/>
                    <a:pt x="9304" y="0"/>
                    <a:pt x="10800" y="0"/>
                  </a:cubicBezTo>
                  <a:moveTo>
                    <a:pt x="3148" y="14571"/>
                  </a:moveTo>
                  <a:cubicBezTo>
                    <a:pt x="3523" y="14571"/>
                    <a:pt x="3842" y="14413"/>
                    <a:pt x="4101" y="14099"/>
                  </a:cubicBezTo>
                  <a:cubicBezTo>
                    <a:pt x="4360" y="13791"/>
                    <a:pt x="4492" y="13408"/>
                    <a:pt x="4492" y="12956"/>
                  </a:cubicBezTo>
                  <a:cubicBezTo>
                    <a:pt x="4492" y="12507"/>
                    <a:pt x="4360" y="12127"/>
                    <a:pt x="4096" y="11822"/>
                  </a:cubicBezTo>
                  <a:cubicBezTo>
                    <a:pt x="3832" y="11511"/>
                    <a:pt x="3516" y="11358"/>
                    <a:pt x="3148" y="11358"/>
                  </a:cubicBezTo>
                  <a:cubicBezTo>
                    <a:pt x="2772" y="11358"/>
                    <a:pt x="2455" y="11511"/>
                    <a:pt x="2200" y="11822"/>
                  </a:cubicBezTo>
                  <a:cubicBezTo>
                    <a:pt x="1943" y="12127"/>
                    <a:pt x="1814" y="12507"/>
                    <a:pt x="1814" y="12956"/>
                  </a:cubicBezTo>
                  <a:cubicBezTo>
                    <a:pt x="1814" y="13408"/>
                    <a:pt x="1943" y="13791"/>
                    <a:pt x="2200" y="14099"/>
                  </a:cubicBezTo>
                  <a:cubicBezTo>
                    <a:pt x="2455" y="14413"/>
                    <a:pt x="2772" y="14571"/>
                    <a:pt x="3148" y="14571"/>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5" y="15052"/>
                  </a:moveTo>
                  <a:cubicBezTo>
                    <a:pt x="12026" y="14923"/>
                    <a:pt x="12084" y="14672"/>
                    <a:pt x="12172" y="14292"/>
                  </a:cubicBezTo>
                  <a:cubicBezTo>
                    <a:pt x="12261" y="13918"/>
                    <a:pt x="12364" y="13477"/>
                    <a:pt x="12482" y="12977"/>
                  </a:cubicBezTo>
                  <a:cubicBezTo>
                    <a:pt x="12599" y="12475"/>
                    <a:pt x="12727" y="11954"/>
                    <a:pt x="12861" y="11404"/>
                  </a:cubicBezTo>
                  <a:cubicBezTo>
                    <a:pt x="12996" y="10860"/>
                    <a:pt x="13113" y="10351"/>
                    <a:pt x="13212" y="9881"/>
                  </a:cubicBezTo>
                  <a:cubicBezTo>
                    <a:pt x="13312" y="9415"/>
                    <a:pt x="13399" y="9009"/>
                    <a:pt x="13471" y="8669"/>
                  </a:cubicBezTo>
                  <a:cubicBezTo>
                    <a:pt x="13543" y="8329"/>
                    <a:pt x="13579" y="8131"/>
                    <a:pt x="13579" y="8076"/>
                  </a:cubicBezTo>
                  <a:cubicBezTo>
                    <a:pt x="13579" y="7869"/>
                    <a:pt x="13512" y="7681"/>
                    <a:pt x="13379" y="7526"/>
                  </a:cubicBezTo>
                  <a:cubicBezTo>
                    <a:pt x="13245" y="7371"/>
                    <a:pt x="13089" y="7293"/>
                    <a:pt x="12914" y="7293"/>
                  </a:cubicBezTo>
                  <a:cubicBezTo>
                    <a:pt x="12760" y="7293"/>
                    <a:pt x="12624" y="7345"/>
                    <a:pt x="12506" y="7457"/>
                  </a:cubicBezTo>
                  <a:cubicBezTo>
                    <a:pt x="12386" y="7566"/>
                    <a:pt x="12304" y="7710"/>
                    <a:pt x="12259" y="7886"/>
                  </a:cubicBezTo>
                  <a:lnTo>
                    <a:pt x="10706" y="14598"/>
                  </a:lnTo>
                  <a:cubicBezTo>
                    <a:pt x="10408" y="14618"/>
                    <a:pt x="10125" y="14695"/>
                    <a:pt x="9856" y="14839"/>
                  </a:cubicBezTo>
                  <a:cubicBezTo>
                    <a:pt x="9590" y="14983"/>
                    <a:pt x="9357" y="15173"/>
                    <a:pt x="9163" y="15418"/>
                  </a:cubicBezTo>
                  <a:cubicBezTo>
                    <a:pt x="8966" y="15663"/>
                    <a:pt x="8812" y="15945"/>
                    <a:pt x="8702" y="16265"/>
                  </a:cubicBezTo>
                  <a:cubicBezTo>
                    <a:pt x="8591" y="16587"/>
                    <a:pt x="8536" y="16927"/>
                    <a:pt x="8536" y="17284"/>
                  </a:cubicBezTo>
                  <a:cubicBezTo>
                    <a:pt x="8536" y="18038"/>
                    <a:pt x="8755" y="18677"/>
                    <a:pt x="9196" y="19198"/>
                  </a:cubicBezTo>
                  <a:cubicBezTo>
                    <a:pt x="9638" y="19725"/>
                    <a:pt x="10171" y="19987"/>
                    <a:pt x="10799" y="19987"/>
                  </a:cubicBezTo>
                  <a:cubicBezTo>
                    <a:pt x="11428" y="19987"/>
                    <a:pt x="11961" y="19725"/>
                    <a:pt x="12403" y="19198"/>
                  </a:cubicBezTo>
                  <a:cubicBezTo>
                    <a:pt x="12842" y="18677"/>
                    <a:pt x="13063" y="18038"/>
                    <a:pt x="13063" y="17284"/>
                  </a:cubicBezTo>
                  <a:cubicBezTo>
                    <a:pt x="13063" y="16835"/>
                    <a:pt x="12962" y="16417"/>
                    <a:pt x="12763" y="16031"/>
                  </a:cubicBezTo>
                  <a:cubicBezTo>
                    <a:pt x="12564" y="15645"/>
                    <a:pt x="12307" y="15320"/>
                    <a:pt x="11995" y="15052"/>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4" y="5390"/>
                    <a:pt x="11493" y="5237"/>
                    <a:pt x="11752" y="4926"/>
                  </a:cubicBezTo>
                  <a:cubicBezTo>
                    <a:pt x="12014" y="4621"/>
                    <a:pt x="12144" y="4241"/>
                    <a:pt x="12144" y="3792"/>
                  </a:cubicBezTo>
                  <a:cubicBezTo>
                    <a:pt x="12144" y="3343"/>
                    <a:pt x="12014" y="2960"/>
                    <a:pt x="11752" y="2646"/>
                  </a:cubicBezTo>
                  <a:cubicBezTo>
                    <a:pt x="11493" y="2335"/>
                    <a:pt x="11174" y="2176"/>
                    <a:pt x="10800" y="2176"/>
                  </a:cubicBezTo>
                  <a:moveTo>
                    <a:pt x="14844" y="6466"/>
                  </a:moveTo>
                  <a:cubicBezTo>
                    <a:pt x="14844" y="6916"/>
                    <a:pt x="14978" y="7299"/>
                    <a:pt x="15247" y="7609"/>
                  </a:cubicBezTo>
                  <a:cubicBezTo>
                    <a:pt x="15513" y="7920"/>
                    <a:pt x="15835" y="8076"/>
                    <a:pt x="16212" y="8076"/>
                  </a:cubicBezTo>
                  <a:cubicBezTo>
                    <a:pt x="16586" y="8076"/>
                    <a:pt x="16903" y="7920"/>
                    <a:pt x="17164" y="7609"/>
                  </a:cubicBezTo>
                  <a:cubicBezTo>
                    <a:pt x="17426" y="7299"/>
                    <a:pt x="17555" y="6915"/>
                    <a:pt x="17555" y="6466"/>
                  </a:cubicBezTo>
                  <a:cubicBezTo>
                    <a:pt x="17555" y="6014"/>
                    <a:pt x="17426" y="5634"/>
                    <a:pt x="17164" y="5326"/>
                  </a:cubicBezTo>
                  <a:cubicBezTo>
                    <a:pt x="16903" y="5021"/>
                    <a:pt x="16586" y="4866"/>
                    <a:pt x="16212" y="4866"/>
                  </a:cubicBezTo>
                  <a:cubicBezTo>
                    <a:pt x="15835" y="4866"/>
                    <a:pt x="15513" y="5021"/>
                    <a:pt x="15247" y="5326"/>
                  </a:cubicBezTo>
                  <a:cubicBezTo>
                    <a:pt x="14978" y="5634"/>
                    <a:pt x="14844" y="6014"/>
                    <a:pt x="14844" y="6466"/>
                  </a:cubicBezTo>
                  <a:moveTo>
                    <a:pt x="18451" y="14571"/>
                  </a:moveTo>
                  <a:cubicBezTo>
                    <a:pt x="18828" y="14571"/>
                    <a:pt x="19142" y="14413"/>
                    <a:pt x="19399" y="14099"/>
                  </a:cubicBezTo>
                  <a:cubicBezTo>
                    <a:pt x="19656" y="13791"/>
                    <a:pt x="19785" y="13408"/>
                    <a:pt x="19785" y="12956"/>
                  </a:cubicBezTo>
                  <a:cubicBezTo>
                    <a:pt x="19785" y="12507"/>
                    <a:pt x="19655" y="12127"/>
                    <a:pt x="19399" y="11822"/>
                  </a:cubicBezTo>
                  <a:cubicBezTo>
                    <a:pt x="19142" y="11511"/>
                    <a:pt x="18828" y="11358"/>
                    <a:pt x="18451" y="11358"/>
                  </a:cubicBezTo>
                  <a:cubicBezTo>
                    <a:pt x="18076" y="11358"/>
                    <a:pt x="17757" y="11511"/>
                    <a:pt x="17498" y="11822"/>
                  </a:cubicBezTo>
                  <a:cubicBezTo>
                    <a:pt x="17236" y="12127"/>
                    <a:pt x="17107" y="12507"/>
                    <a:pt x="17107" y="12956"/>
                  </a:cubicBezTo>
                  <a:cubicBezTo>
                    <a:pt x="17107" y="13408"/>
                    <a:pt x="17236" y="13791"/>
                    <a:pt x="17498" y="14099"/>
                  </a:cubicBezTo>
                  <a:cubicBezTo>
                    <a:pt x="17757" y="14413"/>
                    <a:pt x="18076" y="14571"/>
                    <a:pt x="18451" y="1457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7" name="AutoShape 77"/>
            <p:cNvSpPr>
              <a:spLocks/>
            </p:cNvSpPr>
            <p:nvPr/>
          </p:nvSpPr>
          <p:spPr bwMode="auto">
            <a:xfrm>
              <a:off x="8041386"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22" y="1406"/>
                    <a:pt x="17466" y="2177"/>
                    <a:pt x="18449" y="3154"/>
                  </a:cubicBezTo>
                  <a:cubicBezTo>
                    <a:pt x="19432" y="4134"/>
                    <a:pt x="20204" y="5277"/>
                    <a:pt x="20760" y="6590"/>
                  </a:cubicBezTo>
                  <a:cubicBezTo>
                    <a:pt x="21323" y="7901"/>
                    <a:pt x="21599" y="9304"/>
                    <a:pt x="21599" y="10798"/>
                  </a:cubicBezTo>
                  <a:cubicBezTo>
                    <a:pt x="21599" y="12295"/>
                    <a:pt x="21323" y="13698"/>
                    <a:pt x="20760" y="15011"/>
                  </a:cubicBezTo>
                  <a:cubicBezTo>
                    <a:pt x="20204" y="16322"/>
                    <a:pt x="19432" y="17465"/>
                    <a:pt x="18449" y="18442"/>
                  </a:cubicBezTo>
                  <a:cubicBezTo>
                    <a:pt x="17466" y="19422"/>
                    <a:pt x="16322" y="20190"/>
                    <a:pt x="15014" y="20755"/>
                  </a:cubicBezTo>
                  <a:cubicBezTo>
                    <a:pt x="13705" y="21320"/>
                    <a:pt x="12304" y="21600"/>
                    <a:pt x="10807" y="21600"/>
                  </a:cubicBezTo>
                  <a:cubicBezTo>
                    <a:pt x="9309" y="21600"/>
                    <a:pt x="7905" y="21320"/>
                    <a:pt x="6594" y="20755"/>
                  </a:cubicBezTo>
                  <a:cubicBezTo>
                    <a:pt x="5280" y="20190"/>
                    <a:pt x="4136" y="19422"/>
                    <a:pt x="3158" y="18442"/>
                  </a:cubicBezTo>
                  <a:cubicBezTo>
                    <a:pt x="2181" y="17465"/>
                    <a:pt x="1409" y="16322"/>
                    <a:pt x="847" y="15011"/>
                  </a:cubicBezTo>
                  <a:cubicBezTo>
                    <a:pt x="282" y="13698"/>
                    <a:pt x="0" y="12295"/>
                    <a:pt x="0" y="10798"/>
                  </a:cubicBezTo>
                  <a:cubicBezTo>
                    <a:pt x="0" y="9304"/>
                    <a:pt x="282" y="7901"/>
                    <a:pt x="847" y="6590"/>
                  </a:cubicBezTo>
                  <a:cubicBezTo>
                    <a:pt x="1409" y="5277"/>
                    <a:pt x="2181" y="4134"/>
                    <a:pt x="3158" y="3154"/>
                  </a:cubicBezTo>
                  <a:cubicBezTo>
                    <a:pt x="4136" y="2177"/>
                    <a:pt x="5280" y="1406"/>
                    <a:pt x="6594" y="844"/>
                  </a:cubicBezTo>
                  <a:cubicBezTo>
                    <a:pt x="7905" y="279"/>
                    <a:pt x="9309" y="0"/>
                    <a:pt x="10807" y="0"/>
                  </a:cubicBezTo>
                  <a:moveTo>
                    <a:pt x="10807" y="18358"/>
                  </a:moveTo>
                  <a:cubicBezTo>
                    <a:pt x="11863" y="18358"/>
                    <a:pt x="12844" y="18157"/>
                    <a:pt x="13756" y="17762"/>
                  </a:cubicBezTo>
                  <a:cubicBezTo>
                    <a:pt x="14666" y="17367"/>
                    <a:pt x="15463" y="16825"/>
                    <a:pt x="16149" y="16141"/>
                  </a:cubicBezTo>
                  <a:cubicBezTo>
                    <a:pt x="16836" y="15452"/>
                    <a:pt x="17376" y="14656"/>
                    <a:pt x="17774" y="13746"/>
                  </a:cubicBezTo>
                  <a:cubicBezTo>
                    <a:pt x="18169" y="12837"/>
                    <a:pt x="18367" y="11854"/>
                    <a:pt x="18367" y="10798"/>
                  </a:cubicBezTo>
                  <a:cubicBezTo>
                    <a:pt x="18367" y="9745"/>
                    <a:pt x="18169" y="8762"/>
                    <a:pt x="17774" y="7853"/>
                  </a:cubicBezTo>
                  <a:cubicBezTo>
                    <a:pt x="17376" y="6943"/>
                    <a:pt x="16836" y="6144"/>
                    <a:pt x="16149" y="5458"/>
                  </a:cubicBezTo>
                  <a:cubicBezTo>
                    <a:pt x="15463" y="4775"/>
                    <a:pt x="14663" y="4235"/>
                    <a:pt x="13748" y="3837"/>
                  </a:cubicBezTo>
                  <a:cubicBezTo>
                    <a:pt x="12832" y="3442"/>
                    <a:pt x="11855" y="3241"/>
                    <a:pt x="10807" y="3241"/>
                  </a:cubicBezTo>
                  <a:cubicBezTo>
                    <a:pt x="9753" y="3241"/>
                    <a:pt x="8767" y="3442"/>
                    <a:pt x="7851" y="3837"/>
                  </a:cubicBezTo>
                  <a:cubicBezTo>
                    <a:pt x="6936" y="4235"/>
                    <a:pt x="6139" y="4775"/>
                    <a:pt x="5458" y="5458"/>
                  </a:cubicBezTo>
                  <a:cubicBezTo>
                    <a:pt x="4777" y="6144"/>
                    <a:pt x="4238" y="6943"/>
                    <a:pt x="3842" y="7853"/>
                  </a:cubicBezTo>
                  <a:cubicBezTo>
                    <a:pt x="3446" y="8762"/>
                    <a:pt x="3246" y="9745"/>
                    <a:pt x="3246" y="10798"/>
                  </a:cubicBezTo>
                  <a:cubicBezTo>
                    <a:pt x="3246" y="11854"/>
                    <a:pt x="3446" y="12837"/>
                    <a:pt x="3842" y="13746"/>
                  </a:cubicBezTo>
                  <a:cubicBezTo>
                    <a:pt x="4238" y="14656"/>
                    <a:pt x="4777" y="15452"/>
                    <a:pt x="5458" y="16141"/>
                  </a:cubicBezTo>
                  <a:cubicBezTo>
                    <a:pt x="6139" y="16825"/>
                    <a:pt x="6936" y="17367"/>
                    <a:pt x="7851" y="17762"/>
                  </a:cubicBezTo>
                  <a:cubicBezTo>
                    <a:pt x="8764" y="18157"/>
                    <a:pt x="9753" y="18358"/>
                    <a:pt x="10807" y="18358"/>
                  </a:cubicBezTo>
                  <a:moveTo>
                    <a:pt x="15514" y="10798"/>
                  </a:moveTo>
                  <a:cubicBezTo>
                    <a:pt x="15757" y="10798"/>
                    <a:pt x="15926" y="10914"/>
                    <a:pt x="16014" y="11137"/>
                  </a:cubicBezTo>
                  <a:cubicBezTo>
                    <a:pt x="16104" y="11363"/>
                    <a:pt x="16059" y="11558"/>
                    <a:pt x="15878" y="11719"/>
                  </a:cubicBezTo>
                  <a:lnTo>
                    <a:pt x="11185" y="16395"/>
                  </a:lnTo>
                  <a:cubicBezTo>
                    <a:pt x="11058" y="16488"/>
                    <a:pt x="10934" y="16531"/>
                    <a:pt x="10807" y="16531"/>
                  </a:cubicBezTo>
                  <a:cubicBezTo>
                    <a:pt x="10682" y="16531"/>
                    <a:pt x="10549" y="16488"/>
                    <a:pt x="10414" y="16395"/>
                  </a:cubicBezTo>
                  <a:lnTo>
                    <a:pt x="5735" y="11719"/>
                  </a:lnTo>
                  <a:cubicBezTo>
                    <a:pt x="5554" y="11558"/>
                    <a:pt x="5509" y="11363"/>
                    <a:pt x="5599" y="11137"/>
                  </a:cubicBezTo>
                  <a:cubicBezTo>
                    <a:pt x="5690" y="10914"/>
                    <a:pt x="5857" y="10798"/>
                    <a:pt x="6099" y="10798"/>
                  </a:cubicBezTo>
                  <a:lnTo>
                    <a:pt x="8914" y="10798"/>
                  </a:lnTo>
                  <a:lnTo>
                    <a:pt x="8914" y="5961"/>
                  </a:lnTo>
                  <a:cubicBezTo>
                    <a:pt x="8914" y="5814"/>
                    <a:pt x="8964" y="5684"/>
                    <a:pt x="9069" y="5574"/>
                  </a:cubicBezTo>
                  <a:cubicBezTo>
                    <a:pt x="9174" y="5461"/>
                    <a:pt x="9298" y="5404"/>
                    <a:pt x="9442" y="5404"/>
                  </a:cubicBezTo>
                  <a:lnTo>
                    <a:pt x="12160" y="5404"/>
                  </a:lnTo>
                  <a:cubicBezTo>
                    <a:pt x="12304" y="5404"/>
                    <a:pt x="12428" y="5458"/>
                    <a:pt x="12530" y="5565"/>
                  </a:cubicBezTo>
                  <a:cubicBezTo>
                    <a:pt x="12635" y="5676"/>
                    <a:pt x="12688" y="5806"/>
                    <a:pt x="12688" y="5961"/>
                  </a:cubicBezTo>
                  <a:lnTo>
                    <a:pt x="12688" y="10798"/>
                  </a:lnTo>
                  <a:lnTo>
                    <a:pt x="15514" y="1079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8" name="AutoShape 78"/>
            <p:cNvSpPr>
              <a:spLocks/>
            </p:cNvSpPr>
            <p:nvPr/>
          </p:nvSpPr>
          <p:spPr bwMode="auto">
            <a:xfrm>
              <a:off x="8971837"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42" y="11869"/>
                  </a:moveTo>
                  <a:cubicBezTo>
                    <a:pt x="21267" y="11869"/>
                    <a:pt x="21374" y="11922"/>
                    <a:pt x="21465" y="12024"/>
                  </a:cubicBezTo>
                  <a:cubicBezTo>
                    <a:pt x="21553" y="12127"/>
                    <a:pt x="21599" y="12256"/>
                    <a:pt x="21599" y="12418"/>
                  </a:cubicBezTo>
                  <a:lnTo>
                    <a:pt x="21599" y="21053"/>
                  </a:lnTo>
                  <a:cubicBezTo>
                    <a:pt x="21599" y="21414"/>
                    <a:pt x="21448" y="21600"/>
                    <a:pt x="21142" y="21600"/>
                  </a:cubicBezTo>
                  <a:lnTo>
                    <a:pt x="457" y="21600"/>
                  </a:lnTo>
                  <a:cubicBezTo>
                    <a:pt x="151" y="21600"/>
                    <a:pt x="0" y="21417"/>
                    <a:pt x="0" y="21053"/>
                  </a:cubicBezTo>
                  <a:lnTo>
                    <a:pt x="0" y="12418"/>
                  </a:lnTo>
                  <a:cubicBezTo>
                    <a:pt x="0" y="12268"/>
                    <a:pt x="44" y="12139"/>
                    <a:pt x="134" y="12030"/>
                  </a:cubicBezTo>
                  <a:cubicBezTo>
                    <a:pt x="225" y="11924"/>
                    <a:pt x="332" y="11869"/>
                    <a:pt x="457" y="11869"/>
                  </a:cubicBezTo>
                  <a:lnTo>
                    <a:pt x="3140" y="11869"/>
                  </a:lnTo>
                  <a:cubicBezTo>
                    <a:pt x="3265" y="11869"/>
                    <a:pt x="3373" y="11921"/>
                    <a:pt x="3464" y="12024"/>
                  </a:cubicBezTo>
                  <a:cubicBezTo>
                    <a:pt x="3552" y="12127"/>
                    <a:pt x="3598" y="12256"/>
                    <a:pt x="3598" y="12418"/>
                  </a:cubicBezTo>
                  <a:lnTo>
                    <a:pt x="3598" y="17282"/>
                  </a:lnTo>
                  <a:lnTo>
                    <a:pt x="18001" y="17282"/>
                  </a:lnTo>
                  <a:lnTo>
                    <a:pt x="18001" y="12418"/>
                  </a:lnTo>
                  <a:cubicBezTo>
                    <a:pt x="18001" y="12268"/>
                    <a:pt x="18047" y="12139"/>
                    <a:pt x="18135" y="12030"/>
                  </a:cubicBezTo>
                  <a:cubicBezTo>
                    <a:pt x="18226" y="11924"/>
                    <a:pt x="18334" y="11868"/>
                    <a:pt x="18459" y="11868"/>
                  </a:cubicBezTo>
                  <a:lnTo>
                    <a:pt x="21142" y="11868"/>
                  </a:lnTo>
                  <a:lnTo>
                    <a:pt x="21142" y="11869"/>
                  </a:lnTo>
                  <a:close/>
                  <a:moveTo>
                    <a:pt x="4242" y="8873"/>
                  </a:moveTo>
                  <a:cubicBezTo>
                    <a:pt x="4063" y="8658"/>
                    <a:pt x="3997" y="8470"/>
                    <a:pt x="4049" y="8317"/>
                  </a:cubicBezTo>
                  <a:cubicBezTo>
                    <a:pt x="4100" y="8165"/>
                    <a:pt x="4254" y="8085"/>
                    <a:pt x="4511" y="8085"/>
                  </a:cubicBezTo>
                  <a:lnTo>
                    <a:pt x="8110" y="8085"/>
                  </a:lnTo>
                  <a:lnTo>
                    <a:pt x="8110" y="1069"/>
                  </a:lnTo>
                  <a:cubicBezTo>
                    <a:pt x="8110" y="778"/>
                    <a:pt x="8193" y="525"/>
                    <a:pt x="8362" y="317"/>
                  </a:cubicBezTo>
                  <a:cubicBezTo>
                    <a:pt x="8529" y="105"/>
                    <a:pt x="8742" y="0"/>
                    <a:pt x="9001" y="0"/>
                  </a:cubicBezTo>
                  <a:lnTo>
                    <a:pt x="12598" y="0"/>
                  </a:lnTo>
                  <a:cubicBezTo>
                    <a:pt x="12857" y="0"/>
                    <a:pt x="13073" y="105"/>
                    <a:pt x="13249" y="317"/>
                  </a:cubicBezTo>
                  <a:cubicBezTo>
                    <a:pt x="13425" y="525"/>
                    <a:pt x="13513" y="778"/>
                    <a:pt x="13513" y="1069"/>
                  </a:cubicBezTo>
                  <a:lnTo>
                    <a:pt x="13513" y="8085"/>
                  </a:lnTo>
                  <a:lnTo>
                    <a:pt x="17110" y="8085"/>
                  </a:lnTo>
                  <a:cubicBezTo>
                    <a:pt x="17352" y="8085"/>
                    <a:pt x="17499" y="8162"/>
                    <a:pt x="17545" y="8317"/>
                  </a:cubicBezTo>
                  <a:cubicBezTo>
                    <a:pt x="17592" y="8473"/>
                    <a:pt x="17528" y="8658"/>
                    <a:pt x="17357" y="8873"/>
                  </a:cubicBezTo>
                  <a:lnTo>
                    <a:pt x="11449" y="15987"/>
                  </a:lnTo>
                  <a:cubicBezTo>
                    <a:pt x="11271" y="16201"/>
                    <a:pt x="11053" y="16307"/>
                    <a:pt x="10798" y="16304"/>
                  </a:cubicBezTo>
                  <a:cubicBezTo>
                    <a:pt x="10546" y="16298"/>
                    <a:pt x="10328" y="16192"/>
                    <a:pt x="10150" y="15987"/>
                  </a:cubicBezTo>
                  <a:lnTo>
                    <a:pt x="4242" y="887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9" name="AutoShape 79"/>
            <p:cNvSpPr>
              <a:spLocks/>
            </p:cNvSpPr>
            <p:nvPr/>
          </p:nvSpPr>
          <p:spPr bwMode="auto">
            <a:xfrm>
              <a:off x="9931948" y="781993"/>
              <a:ext cx="417494" cy="417494"/>
            </a:xfrm>
            <a:custGeom>
              <a:avLst/>
              <a:gdLst>
                <a:gd name="T0" fmla="*/ 208747 w 21598"/>
                <a:gd name="T1" fmla="*/ 208747 h 21600"/>
                <a:gd name="T2" fmla="*/ 208747 w 21598"/>
                <a:gd name="T3" fmla="*/ 208747 h 21600"/>
                <a:gd name="T4" fmla="*/ 208747 w 21598"/>
                <a:gd name="T5" fmla="*/ 208747 h 21600"/>
                <a:gd name="T6" fmla="*/ 208747 w 2159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27" y="11039"/>
                  </a:moveTo>
                  <a:lnTo>
                    <a:pt x="19787" y="8346"/>
                  </a:lnTo>
                  <a:lnTo>
                    <a:pt x="19787" y="17288"/>
                  </a:lnTo>
                  <a:cubicBezTo>
                    <a:pt x="19787" y="17878"/>
                    <a:pt x="19689" y="18435"/>
                    <a:pt x="19494" y="18954"/>
                  </a:cubicBezTo>
                  <a:cubicBezTo>
                    <a:pt x="19298" y="19470"/>
                    <a:pt x="19039" y="19928"/>
                    <a:pt x="18711" y="20324"/>
                  </a:cubicBezTo>
                  <a:cubicBezTo>
                    <a:pt x="18383" y="20714"/>
                    <a:pt x="18004" y="21028"/>
                    <a:pt x="17573" y="21256"/>
                  </a:cubicBezTo>
                  <a:cubicBezTo>
                    <a:pt x="17145" y="21485"/>
                    <a:pt x="16681" y="21600"/>
                    <a:pt x="16179" y="21600"/>
                  </a:cubicBezTo>
                  <a:lnTo>
                    <a:pt x="3593" y="21600"/>
                  </a:lnTo>
                  <a:cubicBezTo>
                    <a:pt x="3101" y="21600"/>
                    <a:pt x="2634" y="21485"/>
                    <a:pt x="2193" y="21256"/>
                  </a:cubicBezTo>
                  <a:cubicBezTo>
                    <a:pt x="1753" y="21028"/>
                    <a:pt x="1372" y="20711"/>
                    <a:pt x="1051" y="20324"/>
                  </a:cubicBezTo>
                  <a:cubicBezTo>
                    <a:pt x="733" y="19928"/>
                    <a:pt x="476" y="19470"/>
                    <a:pt x="286" y="18954"/>
                  </a:cubicBezTo>
                  <a:cubicBezTo>
                    <a:pt x="95" y="18432"/>
                    <a:pt x="0" y="17878"/>
                    <a:pt x="0" y="17288"/>
                  </a:cubicBezTo>
                  <a:lnTo>
                    <a:pt x="0" y="4340"/>
                  </a:lnTo>
                  <a:cubicBezTo>
                    <a:pt x="0" y="3751"/>
                    <a:pt x="95" y="3193"/>
                    <a:pt x="286" y="2662"/>
                  </a:cubicBezTo>
                  <a:cubicBezTo>
                    <a:pt x="476" y="2134"/>
                    <a:pt x="733" y="1677"/>
                    <a:pt x="1051" y="1293"/>
                  </a:cubicBezTo>
                  <a:cubicBezTo>
                    <a:pt x="1372" y="914"/>
                    <a:pt x="1753" y="607"/>
                    <a:pt x="2193" y="378"/>
                  </a:cubicBezTo>
                  <a:cubicBezTo>
                    <a:pt x="2634" y="149"/>
                    <a:pt x="3101" y="35"/>
                    <a:pt x="3593" y="35"/>
                  </a:cubicBezTo>
                  <a:lnTo>
                    <a:pt x="16179" y="35"/>
                  </a:lnTo>
                  <a:cubicBezTo>
                    <a:pt x="16211" y="35"/>
                    <a:pt x="16253" y="40"/>
                    <a:pt x="16304" y="46"/>
                  </a:cubicBezTo>
                  <a:cubicBezTo>
                    <a:pt x="16355" y="58"/>
                    <a:pt x="16395" y="64"/>
                    <a:pt x="16426" y="64"/>
                  </a:cubicBezTo>
                  <a:lnTo>
                    <a:pt x="14191" y="2745"/>
                  </a:lnTo>
                  <a:lnTo>
                    <a:pt x="3593" y="2745"/>
                  </a:lnTo>
                  <a:cubicBezTo>
                    <a:pt x="3226" y="2745"/>
                    <a:pt x="2913" y="2900"/>
                    <a:pt x="2651" y="3214"/>
                  </a:cubicBezTo>
                  <a:cubicBezTo>
                    <a:pt x="2389" y="3528"/>
                    <a:pt x="2260" y="3906"/>
                    <a:pt x="2260" y="4343"/>
                  </a:cubicBezTo>
                  <a:lnTo>
                    <a:pt x="2260" y="17288"/>
                  </a:lnTo>
                  <a:cubicBezTo>
                    <a:pt x="2260" y="17728"/>
                    <a:pt x="2389" y="18107"/>
                    <a:pt x="2651" y="18423"/>
                  </a:cubicBezTo>
                  <a:cubicBezTo>
                    <a:pt x="2913" y="18731"/>
                    <a:pt x="3226" y="18893"/>
                    <a:pt x="3593" y="18893"/>
                  </a:cubicBezTo>
                  <a:lnTo>
                    <a:pt x="16179" y="18893"/>
                  </a:lnTo>
                  <a:cubicBezTo>
                    <a:pt x="16546" y="18893"/>
                    <a:pt x="16864" y="18731"/>
                    <a:pt x="17128" y="18423"/>
                  </a:cubicBezTo>
                  <a:cubicBezTo>
                    <a:pt x="17395" y="18110"/>
                    <a:pt x="17527" y="17731"/>
                    <a:pt x="17527" y="17288"/>
                  </a:cubicBezTo>
                  <a:lnTo>
                    <a:pt x="17527" y="11039"/>
                  </a:lnTo>
                  <a:close/>
                  <a:moveTo>
                    <a:pt x="18875" y="6393"/>
                  </a:moveTo>
                  <a:lnTo>
                    <a:pt x="11251" y="15534"/>
                  </a:lnTo>
                  <a:lnTo>
                    <a:pt x="7386" y="17054"/>
                  </a:lnTo>
                  <a:lnTo>
                    <a:pt x="8651" y="12432"/>
                  </a:lnTo>
                  <a:lnTo>
                    <a:pt x="16287" y="3278"/>
                  </a:lnTo>
                  <a:lnTo>
                    <a:pt x="18875" y="6393"/>
                  </a:lnTo>
                  <a:close/>
                  <a:moveTo>
                    <a:pt x="16524" y="5607"/>
                  </a:moveTo>
                  <a:cubicBezTo>
                    <a:pt x="16664" y="5440"/>
                    <a:pt x="16664" y="5281"/>
                    <a:pt x="16524" y="5114"/>
                  </a:cubicBezTo>
                  <a:cubicBezTo>
                    <a:pt x="16382" y="4964"/>
                    <a:pt x="16245" y="4964"/>
                    <a:pt x="16113" y="5114"/>
                  </a:cubicBezTo>
                  <a:lnTo>
                    <a:pt x="10140" y="12273"/>
                  </a:lnTo>
                  <a:cubicBezTo>
                    <a:pt x="10001" y="12446"/>
                    <a:pt x="10001" y="12610"/>
                    <a:pt x="10140" y="12766"/>
                  </a:cubicBezTo>
                  <a:cubicBezTo>
                    <a:pt x="10189" y="12839"/>
                    <a:pt x="10255" y="12880"/>
                    <a:pt x="10341" y="12880"/>
                  </a:cubicBezTo>
                  <a:cubicBezTo>
                    <a:pt x="10419" y="12880"/>
                    <a:pt x="10480" y="12839"/>
                    <a:pt x="10527" y="12766"/>
                  </a:cubicBezTo>
                  <a:lnTo>
                    <a:pt x="16524" y="5607"/>
                  </a:lnTo>
                  <a:close/>
                  <a:moveTo>
                    <a:pt x="21274" y="1677"/>
                  </a:moveTo>
                  <a:cubicBezTo>
                    <a:pt x="21485" y="1947"/>
                    <a:pt x="21592" y="2255"/>
                    <a:pt x="21597" y="2610"/>
                  </a:cubicBezTo>
                  <a:cubicBezTo>
                    <a:pt x="21599" y="2959"/>
                    <a:pt x="21492" y="3269"/>
                    <a:pt x="21274" y="3542"/>
                  </a:cubicBezTo>
                  <a:lnTo>
                    <a:pt x="20161" y="4830"/>
                  </a:lnTo>
                  <a:lnTo>
                    <a:pt x="17573" y="1724"/>
                  </a:lnTo>
                  <a:lnTo>
                    <a:pt x="18652" y="407"/>
                  </a:lnTo>
                  <a:cubicBezTo>
                    <a:pt x="18880" y="137"/>
                    <a:pt x="19144" y="0"/>
                    <a:pt x="19447" y="0"/>
                  </a:cubicBezTo>
                  <a:cubicBezTo>
                    <a:pt x="19753" y="0"/>
                    <a:pt x="20005" y="137"/>
                    <a:pt x="20208" y="407"/>
                  </a:cubicBezTo>
                  <a:lnTo>
                    <a:pt x="20748" y="1038"/>
                  </a:lnTo>
                  <a:lnTo>
                    <a:pt x="21274" y="167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0" name="AutoShape 80"/>
            <p:cNvSpPr>
              <a:spLocks/>
            </p:cNvSpPr>
            <p:nvPr/>
          </p:nvSpPr>
          <p:spPr bwMode="auto">
            <a:xfrm>
              <a:off x="10944082"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5" y="0"/>
                  </a:moveTo>
                  <a:cubicBezTo>
                    <a:pt x="20632" y="0"/>
                    <a:pt x="20946" y="161"/>
                    <a:pt x="21208" y="475"/>
                  </a:cubicBezTo>
                  <a:cubicBezTo>
                    <a:pt x="21470" y="795"/>
                    <a:pt x="21599" y="1174"/>
                    <a:pt x="21599" y="1618"/>
                  </a:cubicBezTo>
                  <a:lnTo>
                    <a:pt x="21599" y="19981"/>
                  </a:lnTo>
                  <a:cubicBezTo>
                    <a:pt x="21599" y="20422"/>
                    <a:pt x="21470" y="20800"/>
                    <a:pt x="21208" y="21118"/>
                  </a:cubicBezTo>
                  <a:cubicBezTo>
                    <a:pt x="20946" y="21438"/>
                    <a:pt x="20632" y="21600"/>
                    <a:pt x="20265" y="21600"/>
                  </a:cubicBezTo>
                  <a:lnTo>
                    <a:pt x="1346" y="21600"/>
                  </a:lnTo>
                  <a:cubicBezTo>
                    <a:pt x="979" y="21600"/>
                    <a:pt x="663" y="21438"/>
                    <a:pt x="396" y="21118"/>
                  </a:cubicBezTo>
                  <a:cubicBezTo>
                    <a:pt x="132" y="20804"/>
                    <a:pt x="0" y="20425"/>
                    <a:pt x="0" y="19981"/>
                  </a:cubicBezTo>
                  <a:lnTo>
                    <a:pt x="0" y="1618"/>
                  </a:lnTo>
                  <a:cubicBezTo>
                    <a:pt x="0" y="1177"/>
                    <a:pt x="132" y="798"/>
                    <a:pt x="396" y="475"/>
                  </a:cubicBezTo>
                  <a:cubicBezTo>
                    <a:pt x="663" y="161"/>
                    <a:pt x="979" y="0"/>
                    <a:pt x="1346" y="0"/>
                  </a:cubicBezTo>
                  <a:lnTo>
                    <a:pt x="20265" y="0"/>
                  </a:lnTo>
                  <a:close/>
                  <a:moveTo>
                    <a:pt x="1802" y="2161"/>
                  </a:moveTo>
                  <a:lnTo>
                    <a:pt x="1802" y="3078"/>
                  </a:lnTo>
                  <a:cubicBezTo>
                    <a:pt x="1802" y="3365"/>
                    <a:pt x="1855" y="3674"/>
                    <a:pt x="1966" y="3994"/>
                  </a:cubicBezTo>
                  <a:cubicBezTo>
                    <a:pt x="2073" y="4314"/>
                    <a:pt x="2213" y="4631"/>
                    <a:pt x="2382" y="4928"/>
                  </a:cubicBezTo>
                  <a:cubicBezTo>
                    <a:pt x="2548" y="5228"/>
                    <a:pt x="2732" y="5507"/>
                    <a:pt x="2933" y="5765"/>
                  </a:cubicBezTo>
                  <a:cubicBezTo>
                    <a:pt x="3131" y="6024"/>
                    <a:pt x="3329" y="6241"/>
                    <a:pt x="3525" y="6420"/>
                  </a:cubicBezTo>
                  <a:cubicBezTo>
                    <a:pt x="4304" y="7131"/>
                    <a:pt x="5085" y="7836"/>
                    <a:pt x="5863" y="8538"/>
                  </a:cubicBezTo>
                  <a:cubicBezTo>
                    <a:pt x="6640" y="9237"/>
                    <a:pt x="7418" y="9948"/>
                    <a:pt x="8202" y="10682"/>
                  </a:cubicBezTo>
                  <a:cubicBezTo>
                    <a:pt x="8356" y="10832"/>
                    <a:pt x="8545" y="11002"/>
                    <a:pt x="8762" y="11211"/>
                  </a:cubicBezTo>
                  <a:cubicBezTo>
                    <a:pt x="8983" y="11410"/>
                    <a:pt x="9208" y="11607"/>
                    <a:pt x="9443" y="11795"/>
                  </a:cubicBezTo>
                  <a:cubicBezTo>
                    <a:pt x="9678" y="11989"/>
                    <a:pt x="9911" y="12156"/>
                    <a:pt x="10141" y="12289"/>
                  </a:cubicBezTo>
                  <a:cubicBezTo>
                    <a:pt x="10371" y="12427"/>
                    <a:pt x="10584" y="12494"/>
                    <a:pt x="10780" y="12494"/>
                  </a:cubicBezTo>
                  <a:lnTo>
                    <a:pt x="10802" y="12494"/>
                  </a:lnTo>
                  <a:lnTo>
                    <a:pt x="10826" y="12494"/>
                  </a:lnTo>
                  <a:cubicBezTo>
                    <a:pt x="11022" y="12494"/>
                    <a:pt x="11235" y="12427"/>
                    <a:pt x="11465" y="12289"/>
                  </a:cubicBezTo>
                  <a:cubicBezTo>
                    <a:pt x="11696" y="12156"/>
                    <a:pt x="11926" y="11989"/>
                    <a:pt x="12156" y="11795"/>
                  </a:cubicBezTo>
                  <a:cubicBezTo>
                    <a:pt x="12386" y="11607"/>
                    <a:pt x="12611" y="11410"/>
                    <a:pt x="12824" y="11211"/>
                  </a:cubicBezTo>
                  <a:cubicBezTo>
                    <a:pt x="13040" y="11005"/>
                    <a:pt x="13228" y="10832"/>
                    <a:pt x="13392" y="10682"/>
                  </a:cubicBezTo>
                  <a:cubicBezTo>
                    <a:pt x="14176" y="9948"/>
                    <a:pt x="14954" y="9231"/>
                    <a:pt x="15731" y="8532"/>
                  </a:cubicBezTo>
                  <a:cubicBezTo>
                    <a:pt x="16509" y="7827"/>
                    <a:pt x="17288" y="7122"/>
                    <a:pt x="18071" y="6420"/>
                  </a:cubicBezTo>
                  <a:cubicBezTo>
                    <a:pt x="18265" y="6253"/>
                    <a:pt x="18463" y="6035"/>
                    <a:pt x="18661" y="5771"/>
                  </a:cubicBezTo>
                  <a:cubicBezTo>
                    <a:pt x="18862" y="5507"/>
                    <a:pt x="19043" y="5225"/>
                    <a:pt x="19212" y="4928"/>
                  </a:cubicBezTo>
                  <a:cubicBezTo>
                    <a:pt x="19381" y="4628"/>
                    <a:pt x="19521" y="4314"/>
                    <a:pt x="19636" y="3994"/>
                  </a:cubicBezTo>
                  <a:cubicBezTo>
                    <a:pt x="19748" y="3674"/>
                    <a:pt x="19805" y="3362"/>
                    <a:pt x="19805" y="3078"/>
                  </a:cubicBezTo>
                  <a:lnTo>
                    <a:pt x="19805" y="2161"/>
                  </a:lnTo>
                  <a:lnTo>
                    <a:pt x="1802" y="2161"/>
                  </a:lnTo>
                  <a:close/>
                  <a:moveTo>
                    <a:pt x="19805" y="19429"/>
                  </a:moveTo>
                  <a:lnTo>
                    <a:pt x="19805" y="7451"/>
                  </a:lnTo>
                  <a:cubicBezTo>
                    <a:pt x="19562" y="7745"/>
                    <a:pt x="19337" y="7974"/>
                    <a:pt x="19124" y="8150"/>
                  </a:cubicBezTo>
                  <a:cubicBezTo>
                    <a:pt x="18297" y="8902"/>
                    <a:pt x="17467" y="9648"/>
                    <a:pt x="16634" y="10394"/>
                  </a:cubicBezTo>
                  <a:cubicBezTo>
                    <a:pt x="15802" y="11140"/>
                    <a:pt x="14977" y="11910"/>
                    <a:pt x="14154" y="12694"/>
                  </a:cubicBezTo>
                  <a:cubicBezTo>
                    <a:pt x="13679" y="13152"/>
                    <a:pt x="13165" y="13596"/>
                    <a:pt x="12614" y="14013"/>
                  </a:cubicBezTo>
                  <a:cubicBezTo>
                    <a:pt x="12063" y="14439"/>
                    <a:pt x="11451" y="14650"/>
                    <a:pt x="10780" y="14650"/>
                  </a:cubicBezTo>
                  <a:cubicBezTo>
                    <a:pt x="10138" y="14650"/>
                    <a:pt x="9541" y="14438"/>
                    <a:pt x="8988" y="14013"/>
                  </a:cubicBezTo>
                  <a:cubicBezTo>
                    <a:pt x="8432" y="13593"/>
                    <a:pt x="7915" y="13152"/>
                    <a:pt x="7440" y="12694"/>
                  </a:cubicBezTo>
                  <a:cubicBezTo>
                    <a:pt x="6627" y="11907"/>
                    <a:pt x="5802" y="11140"/>
                    <a:pt x="4965" y="10388"/>
                  </a:cubicBezTo>
                  <a:cubicBezTo>
                    <a:pt x="4130" y="9636"/>
                    <a:pt x="3298" y="8896"/>
                    <a:pt x="2470" y="8150"/>
                  </a:cubicBezTo>
                  <a:cubicBezTo>
                    <a:pt x="2257" y="7989"/>
                    <a:pt x="2037" y="7748"/>
                    <a:pt x="1802" y="7451"/>
                  </a:cubicBezTo>
                  <a:lnTo>
                    <a:pt x="1802" y="19429"/>
                  </a:lnTo>
                  <a:lnTo>
                    <a:pt x="19805" y="1942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1" name="AutoShape 81"/>
            <p:cNvSpPr>
              <a:spLocks/>
            </p:cNvSpPr>
            <p:nvPr/>
          </p:nvSpPr>
          <p:spPr bwMode="auto">
            <a:xfrm>
              <a:off x="11954386"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599" y="7250"/>
                  </a:cubicBezTo>
                  <a:lnTo>
                    <a:pt x="21599" y="19981"/>
                  </a:lnTo>
                  <a:cubicBezTo>
                    <a:pt x="21599" y="20416"/>
                    <a:pt x="21470" y="20800"/>
                    <a:pt x="21208" y="21118"/>
                  </a:cubicBezTo>
                  <a:cubicBezTo>
                    <a:pt x="20946" y="21438"/>
                    <a:pt x="20632" y="21600"/>
                    <a:pt x="20265" y="21600"/>
                  </a:cubicBezTo>
                  <a:lnTo>
                    <a:pt x="1346" y="21600"/>
                  </a:lnTo>
                  <a:cubicBezTo>
                    <a:pt x="979" y="21600"/>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2" name="AutoShape 82"/>
            <p:cNvSpPr>
              <a:spLocks/>
            </p:cNvSpPr>
            <p:nvPr/>
          </p:nvSpPr>
          <p:spPr bwMode="auto">
            <a:xfrm>
              <a:off x="7097015"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600"/>
                  </a:cubicBezTo>
                  <a:lnTo>
                    <a:pt x="2942" y="21600"/>
                  </a:lnTo>
                  <a:cubicBezTo>
                    <a:pt x="2675" y="21600"/>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3" name="AutoShape 83"/>
            <p:cNvSpPr>
              <a:spLocks/>
            </p:cNvSpPr>
            <p:nvPr/>
          </p:nvSpPr>
          <p:spPr bwMode="auto">
            <a:xfrm>
              <a:off x="8037743"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302" y="0"/>
                  </a:moveTo>
                  <a:cubicBezTo>
                    <a:pt x="16818" y="0"/>
                    <a:pt x="17288" y="190"/>
                    <a:pt x="17719" y="566"/>
                  </a:cubicBezTo>
                  <a:cubicBezTo>
                    <a:pt x="18150" y="942"/>
                    <a:pt x="18441" y="1424"/>
                    <a:pt x="18598" y="2014"/>
                  </a:cubicBezTo>
                  <a:lnTo>
                    <a:pt x="21387" y="12236"/>
                  </a:lnTo>
                  <a:cubicBezTo>
                    <a:pt x="21436" y="12453"/>
                    <a:pt x="21482" y="12665"/>
                    <a:pt x="21531" y="12873"/>
                  </a:cubicBezTo>
                  <a:cubicBezTo>
                    <a:pt x="21575" y="13088"/>
                    <a:pt x="21599" y="13299"/>
                    <a:pt x="21599" y="13516"/>
                  </a:cubicBezTo>
                  <a:lnTo>
                    <a:pt x="21599" y="18885"/>
                  </a:lnTo>
                  <a:cubicBezTo>
                    <a:pt x="21599" y="19270"/>
                    <a:pt x="21541" y="19626"/>
                    <a:pt x="21418" y="19955"/>
                  </a:cubicBezTo>
                  <a:cubicBezTo>
                    <a:pt x="21296" y="20284"/>
                    <a:pt x="21139" y="20566"/>
                    <a:pt x="20939" y="20806"/>
                  </a:cubicBezTo>
                  <a:cubicBezTo>
                    <a:pt x="20735" y="21044"/>
                    <a:pt x="20500" y="21238"/>
                    <a:pt x="20224" y="21382"/>
                  </a:cubicBezTo>
                  <a:cubicBezTo>
                    <a:pt x="19945" y="21529"/>
                    <a:pt x="19653" y="21600"/>
                    <a:pt x="19350" y="21600"/>
                  </a:cubicBezTo>
                  <a:lnTo>
                    <a:pt x="2262" y="21600"/>
                  </a:lnTo>
                  <a:cubicBezTo>
                    <a:pt x="1637" y="21600"/>
                    <a:pt x="1104" y="21335"/>
                    <a:pt x="663" y="20807"/>
                  </a:cubicBezTo>
                  <a:cubicBezTo>
                    <a:pt x="220" y="20278"/>
                    <a:pt x="0" y="19637"/>
                    <a:pt x="0" y="18886"/>
                  </a:cubicBezTo>
                  <a:lnTo>
                    <a:pt x="0" y="13517"/>
                  </a:lnTo>
                  <a:cubicBezTo>
                    <a:pt x="0" y="13299"/>
                    <a:pt x="24" y="13088"/>
                    <a:pt x="70" y="12873"/>
                  </a:cubicBezTo>
                  <a:cubicBezTo>
                    <a:pt x="119" y="12665"/>
                    <a:pt x="164" y="12450"/>
                    <a:pt x="210" y="12236"/>
                  </a:cubicBezTo>
                  <a:lnTo>
                    <a:pt x="2998" y="2015"/>
                  </a:lnTo>
                  <a:cubicBezTo>
                    <a:pt x="3155" y="1424"/>
                    <a:pt x="3451" y="943"/>
                    <a:pt x="3887" y="567"/>
                  </a:cubicBezTo>
                  <a:cubicBezTo>
                    <a:pt x="4316" y="191"/>
                    <a:pt x="4795" y="0"/>
                    <a:pt x="5310" y="0"/>
                  </a:cubicBezTo>
                  <a:lnTo>
                    <a:pt x="16302" y="0"/>
                  </a:lnTo>
                  <a:close/>
                  <a:moveTo>
                    <a:pt x="19807" y="13516"/>
                  </a:moveTo>
                  <a:cubicBezTo>
                    <a:pt x="19807" y="13366"/>
                    <a:pt x="19761" y="13234"/>
                    <a:pt x="19670" y="13129"/>
                  </a:cubicBezTo>
                  <a:cubicBezTo>
                    <a:pt x="19582" y="13020"/>
                    <a:pt x="19475" y="12967"/>
                    <a:pt x="19350" y="12967"/>
                  </a:cubicBezTo>
                  <a:lnTo>
                    <a:pt x="2262" y="12967"/>
                  </a:lnTo>
                  <a:cubicBezTo>
                    <a:pt x="2137" y="12967"/>
                    <a:pt x="2029" y="13017"/>
                    <a:pt x="1941" y="13120"/>
                  </a:cubicBezTo>
                  <a:cubicBezTo>
                    <a:pt x="1850" y="13223"/>
                    <a:pt x="1804" y="13355"/>
                    <a:pt x="1804" y="13516"/>
                  </a:cubicBezTo>
                  <a:lnTo>
                    <a:pt x="1804" y="18885"/>
                  </a:lnTo>
                  <a:cubicBezTo>
                    <a:pt x="1804" y="19035"/>
                    <a:pt x="1848" y="19167"/>
                    <a:pt x="1934" y="19273"/>
                  </a:cubicBezTo>
                  <a:cubicBezTo>
                    <a:pt x="2019" y="19382"/>
                    <a:pt x="2129" y="19438"/>
                    <a:pt x="2262" y="19438"/>
                  </a:cubicBezTo>
                  <a:lnTo>
                    <a:pt x="19350" y="19438"/>
                  </a:lnTo>
                  <a:cubicBezTo>
                    <a:pt x="19475" y="19438"/>
                    <a:pt x="19582" y="19385"/>
                    <a:pt x="19670" y="19282"/>
                  </a:cubicBezTo>
                  <a:cubicBezTo>
                    <a:pt x="19761" y="19179"/>
                    <a:pt x="19807" y="19047"/>
                    <a:pt x="19807" y="18885"/>
                  </a:cubicBezTo>
                  <a:lnTo>
                    <a:pt x="19807" y="13516"/>
                  </a:lnTo>
                  <a:close/>
                  <a:moveTo>
                    <a:pt x="5312" y="2167"/>
                  </a:moveTo>
                  <a:cubicBezTo>
                    <a:pt x="5185" y="2167"/>
                    <a:pt x="5062" y="2211"/>
                    <a:pt x="4940" y="2305"/>
                  </a:cubicBezTo>
                  <a:cubicBezTo>
                    <a:pt x="4822" y="2402"/>
                    <a:pt x="4739" y="2523"/>
                    <a:pt x="4702" y="2672"/>
                  </a:cubicBezTo>
                  <a:lnTo>
                    <a:pt x="2497" y="10799"/>
                  </a:lnTo>
                  <a:lnTo>
                    <a:pt x="19105" y="10799"/>
                  </a:lnTo>
                  <a:lnTo>
                    <a:pt x="16902" y="2672"/>
                  </a:lnTo>
                  <a:cubicBezTo>
                    <a:pt x="16870" y="2523"/>
                    <a:pt x="16794" y="2402"/>
                    <a:pt x="16674" y="2305"/>
                  </a:cubicBezTo>
                  <a:cubicBezTo>
                    <a:pt x="16554" y="2211"/>
                    <a:pt x="16431" y="2167"/>
                    <a:pt x="16304" y="2167"/>
                  </a:cubicBezTo>
                  <a:lnTo>
                    <a:pt x="5312" y="2167"/>
                  </a:lnTo>
                  <a:close/>
                  <a:moveTo>
                    <a:pt x="13511" y="14864"/>
                  </a:moveTo>
                  <a:cubicBezTo>
                    <a:pt x="13817" y="14864"/>
                    <a:pt x="14076" y="14994"/>
                    <a:pt x="14292" y="15252"/>
                  </a:cubicBezTo>
                  <a:cubicBezTo>
                    <a:pt x="14507" y="15511"/>
                    <a:pt x="14613" y="15822"/>
                    <a:pt x="14613" y="16186"/>
                  </a:cubicBezTo>
                  <a:cubicBezTo>
                    <a:pt x="14613" y="16571"/>
                    <a:pt x="14507" y="16891"/>
                    <a:pt x="14292" y="17149"/>
                  </a:cubicBezTo>
                  <a:cubicBezTo>
                    <a:pt x="14076" y="17408"/>
                    <a:pt x="13817" y="17537"/>
                    <a:pt x="13511" y="17537"/>
                  </a:cubicBezTo>
                  <a:cubicBezTo>
                    <a:pt x="13190" y="17537"/>
                    <a:pt x="12923" y="17408"/>
                    <a:pt x="12708" y="17149"/>
                  </a:cubicBezTo>
                  <a:cubicBezTo>
                    <a:pt x="12492" y="16891"/>
                    <a:pt x="12387" y="16571"/>
                    <a:pt x="12387" y="16186"/>
                  </a:cubicBezTo>
                  <a:cubicBezTo>
                    <a:pt x="12387" y="15822"/>
                    <a:pt x="12492" y="15511"/>
                    <a:pt x="12708" y="15252"/>
                  </a:cubicBezTo>
                  <a:cubicBezTo>
                    <a:pt x="12923" y="14994"/>
                    <a:pt x="13190" y="14864"/>
                    <a:pt x="13511" y="14864"/>
                  </a:cubicBezTo>
                  <a:moveTo>
                    <a:pt x="17112" y="14864"/>
                  </a:moveTo>
                  <a:cubicBezTo>
                    <a:pt x="17416" y="14864"/>
                    <a:pt x="17675" y="14994"/>
                    <a:pt x="17891" y="15252"/>
                  </a:cubicBezTo>
                  <a:cubicBezTo>
                    <a:pt x="18104" y="15511"/>
                    <a:pt x="18211" y="15822"/>
                    <a:pt x="18211" y="16186"/>
                  </a:cubicBezTo>
                  <a:cubicBezTo>
                    <a:pt x="18211" y="16571"/>
                    <a:pt x="18104" y="16891"/>
                    <a:pt x="17891" y="17149"/>
                  </a:cubicBezTo>
                  <a:cubicBezTo>
                    <a:pt x="17675" y="17408"/>
                    <a:pt x="17416" y="17537"/>
                    <a:pt x="17112" y="17537"/>
                  </a:cubicBezTo>
                  <a:cubicBezTo>
                    <a:pt x="16791" y="17537"/>
                    <a:pt x="16525" y="17408"/>
                    <a:pt x="16309" y="17149"/>
                  </a:cubicBezTo>
                  <a:cubicBezTo>
                    <a:pt x="16094" y="16891"/>
                    <a:pt x="15986" y="16571"/>
                    <a:pt x="15986" y="16186"/>
                  </a:cubicBezTo>
                  <a:cubicBezTo>
                    <a:pt x="15986" y="15822"/>
                    <a:pt x="16094" y="15511"/>
                    <a:pt x="16309" y="15252"/>
                  </a:cubicBezTo>
                  <a:cubicBezTo>
                    <a:pt x="16527" y="14994"/>
                    <a:pt x="16794" y="14864"/>
                    <a:pt x="17112" y="14864"/>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4" name="AutoShape 84"/>
            <p:cNvSpPr>
              <a:spLocks/>
            </p:cNvSpPr>
            <p:nvPr/>
          </p:nvSpPr>
          <p:spPr bwMode="auto">
            <a:xfrm>
              <a:off x="8973660"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600"/>
                    <a:pt x="14534" y="21600"/>
                  </a:cubicBezTo>
                  <a:lnTo>
                    <a:pt x="13633" y="21600"/>
                  </a:lnTo>
                  <a:cubicBezTo>
                    <a:pt x="13513" y="21600"/>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600"/>
                    <a:pt x="7966" y="21600"/>
                  </a:cubicBezTo>
                  <a:lnTo>
                    <a:pt x="7065" y="21600"/>
                  </a:lnTo>
                  <a:cubicBezTo>
                    <a:pt x="6945" y="21600"/>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5" name="AutoShape 85"/>
            <p:cNvSpPr>
              <a:spLocks/>
            </p:cNvSpPr>
            <p:nvPr/>
          </p:nvSpPr>
          <p:spPr bwMode="auto">
            <a:xfrm>
              <a:off x="9893245"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599" y="5659"/>
                    <a:pt x="21599" y="6675"/>
                  </a:cubicBezTo>
                  <a:cubicBezTo>
                    <a:pt x="21599"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6" name="AutoShape 86"/>
            <p:cNvSpPr>
              <a:spLocks/>
            </p:cNvSpPr>
            <p:nvPr/>
          </p:nvSpPr>
          <p:spPr bwMode="auto">
            <a:xfrm>
              <a:off x="10956176"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482" y="21286"/>
                  </a:moveTo>
                  <a:cubicBezTo>
                    <a:pt x="11276" y="21495"/>
                    <a:pt x="11046" y="21600"/>
                    <a:pt x="10801" y="21600"/>
                  </a:cubicBezTo>
                  <a:cubicBezTo>
                    <a:pt x="10538" y="21600"/>
                    <a:pt x="10318" y="21495"/>
                    <a:pt x="10142" y="21286"/>
                  </a:cubicBezTo>
                  <a:lnTo>
                    <a:pt x="2746" y="12989"/>
                  </a:lnTo>
                  <a:cubicBezTo>
                    <a:pt x="2714" y="12972"/>
                    <a:pt x="2556" y="12786"/>
                    <a:pt x="2270" y="12436"/>
                  </a:cubicBezTo>
                  <a:cubicBezTo>
                    <a:pt x="1987" y="12086"/>
                    <a:pt x="1677" y="11623"/>
                    <a:pt x="1344" y="11049"/>
                  </a:cubicBezTo>
                  <a:cubicBezTo>
                    <a:pt x="1009" y="10476"/>
                    <a:pt x="698" y="9819"/>
                    <a:pt x="420" y="9068"/>
                  </a:cubicBezTo>
                  <a:cubicBezTo>
                    <a:pt x="142" y="8325"/>
                    <a:pt x="0" y="7523"/>
                    <a:pt x="0" y="6679"/>
                  </a:cubicBezTo>
                  <a:cubicBezTo>
                    <a:pt x="0" y="5443"/>
                    <a:pt x="172" y="4401"/>
                    <a:pt x="515" y="3548"/>
                  </a:cubicBezTo>
                  <a:cubicBezTo>
                    <a:pt x="861" y="2696"/>
                    <a:pt x="1311" y="2007"/>
                    <a:pt x="1862" y="1482"/>
                  </a:cubicBezTo>
                  <a:cubicBezTo>
                    <a:pt x="2421" y="954"/>
                    <a:pt x="3047" y="576"/>
                    <a:pt x="3740" y="344"/>
                  </a:cubicBezTo>
                  <a:cubicBezTo>
                    <a:pt x="4436" y="115"/>
                    <a:pt x="5145" y="0"/>
                    <a:pt x="5863" y="0"/>
                  </a:cubicBezTo>
                  <a:cubicBezTo>
                    <a:pt x="6367" y="0"/>
                    <a:pt x="6865" y="98"/>
                    <a:pt x="7361" y="290"/>
                  </a:cubicBezTo>
                  <a:cubicBezTo>
                    <a:pt x="7856" y="485"/>
                    <a:pt x="8315" y="725"/>
                    <a:pt x="8738" y="1016"/>
                  </a:cubicBezTo>
                  <a:cubicBezTo>
                    <a:pt x="9161" y="1304"/>
                    <a:pt x="9551" y="1620"/>
                    <a:pt x="9902" y="1962"/>
                  </a:cubicBezTo>
                  <a:cubicBezTo>
                    <a:pt x="10252" y="2303"/>
                    <a:pt x="10553" y="2611"/>
                    <a:pt x="10801" y="2882"/>
                  </a:cubicBezTo>
                  <a:cubicBezTo>
                    <a:pt x="11046" y="2600"/>
                    <a:pt x="11349" y="2292"/>
                    <a:pt x="11712" y="1956"/>
                  </a:cubicBezTo>
                  <a:cubicBezTo>
                    <a:pt x="12070" y="1617"/>
                    <a:pt x="12463" y="1304"/>
                    <a:pt x="12886" y="1016"/>
                  </a:cubicBezTo>
                  <a:cubicBezTo>
                    <a:pt x="13312" y="725"/>
                    <a:pt x="13760" y="485"/>
                    <a:pt x="14246" y="290"/>
                  </a:cubicBezTo>
                  <a:cubicBezTo>
                    <a:pt x="14729" y="98"/>
                    <a:pt x="15235" y="0"/>
                    <a:pt x="15761" y="0"/>
                  </a:cubicBezTo>
                  <a:cubicBezTo>
                    <a:pt x="16464" y="0"/>
                    <a:pt x="17165" y="115"/>
                    <a:pt x="17859" y="344"/>
                  </a:cubicBezTo>
                  <a:cubicBezTo>
                    <a:pt x="18555" y="575"/>
                    <a:pt x="19178" y="954"/>
                    <a:pt x="19737" y="1482"/>
                  </a:cubicBezTo>
                  <a:cubicBezTo>
                    <a:pt x="20293" y="2007"/>
                    <a:pt x="20738" y="2696"/>
                    <a:pt x="21084" y="3548"/>
                  </a:cubicBezTo>
                  <a:cubicBezTo>
                    <a:pt x="21429" y="4401"/>
                    <a:pt x="21599" y="5443"/>
                    <a:pt x="21599" y="6679"/>
                  </a:cubicBezTo>
                  <a:cubicBezTo>
                    <a:pt x="21599" y="7523"/>
                    <a:pt x="21462" y="8325"/>
                    <a:pt x="21186" y="9068"/>
                  </a:cubicBezTo>
                  <a:cubicBezTo>
                    <a:pt x="20911" y="9818"/>
                    <a:pt x="20606" y="10476"/>
                    <a:pt x="20270" y="11049"/>
                  </a:cubicBezTo>
                  <a:cubicBezTo>
                    <a:pt x="19932" y="11622"/>
                    <a:pt x="19619" y="12085"/>
                    <a:pt x="19321" y="12436"/>
                  </a:cubicBezTo>
                  <a:cubicBezTo>
                    <a:pt x="19028" y="12786"/>
                    <a:pt x="18870" y="12980"/>
                    <a:pt x="18855" y="13017"/>
                  </a:cubicBezTo>
                  <a:lnTo>
                    <a:pt x="11482" y="21286"/>
                  </a:lnTo>
                  <a:close/>
                  <a:moveTo>
                    <a:pt x="5863" y="2165"/>
                  </a:moveTo>
                  <a:lnTo>
                    <a:pt x="5863" y="2165"/>
                  </a:lnTo>
                  <a:cubicBezTo>
                    <a:pt x="5405" y="2165"/>
                    <a:pt x="4944" y="2224"/>
                    <a:pt x="4476" y="2346"/>
                  </a:cubicBezTo>
                  <a:cubicBezTo>
                    <a:pt x="4011" y="2467"/>
                    <a:pt x="3585" y="2696"/>
                    <a:pt x="3202" y="3023"/>
                  </a:cubicBezTo>
                  <a:cubicBezTo>
                    <a:pt x="2816" y="3351"/>
                    <a:pt x="2508" y="3805"/>
                    <a:pt x="2270" y="4387"/>
                  </a:cubicBezTo>
                  <a:cubicBezTo>
                    <a:pt x="2038" y="4968"/>
                    <a:pt x="1917" y="5733"/>
                    <a:pt x="1917" y="6679"/>
                  </a:cubicBezTo>
                  <a:cubicBezTo>
                    <a:pt x="1917" y="7289"/>
                    <a:pt x="2030" y="7879"/>
                    <a:pt x="2250" y="8449"/>
                  </a:cubicBezTo>
                  <a:cubicBezTo>
                    <a:pt x="2471" y="9017"/>
                    <a:pt x="2714" y="9522"/>
                    <a:pt x="2986" y="9968"/>
                  </a:cubicBezTo>
                  <a:cubicBezTo>
                    <a:pt x="3257" y="10414"/>
                    <a:pt x="3510" y="10773"/>
                    <a:pt x="3740" y="11044"/>
                  </a:cubicBezTo>
                  <a:lnTo>
                    <a:pt x="4076" y="11433"/>
                  </a:lnTo>
                  <a:lnTo>
                    <a:pt x="10801" y="18991"/>
                  </a:lnTo>
                  <a:lnTo>
                    <a:pt x="17523" y="11433"/>
                  </a:lnTo>
                  <a:lnTo>
                    <a:pt x="17874" y="11044"/>
                  </a:lnTo>
                  <a:cubicBezTo>
                    <a:pt x="18104" y="10773"/>
                    <a:pt x="18352" y="10414"/>
                    <a:pt x="18623" y="9968"/>
                  </a:cubicBezTo>
                  <a:cubicBezTo>
                    <a:pt x="18888" y="9522"/>
                    <a:pt x="19133" y="9014"/>
                    <a:pt x="19354" y="8441"/>
                  </a:cubicBezTo>
                  <a:cubicBezTo>
                    <a:pt x="19571" y="7871"/>
                    <a:pt x="19684" y="7283"/>
                    <a:pt x="19684" y="6679"/>
                  </a:cubicBezTo>
                  <a:cubicBezTo>
                    <a:pt x="19684" y="5742"/>
                    <a:pt x="19566" y="4980"/>
                    <a:pt x="19329" y="4393"/>
                  </a:cubicBezTo>
                  <a:cubicBezTo>
                    <a:pt x="19091" y="3808"/>
                    <a:pt x="18783" y="3351"/>
                    <a:pt x="18400" y="3023"/>
                  </a:cubicBezTo>
                  <a:cubicBezTo>
                    <a:pt x="18017" y="2696"/>
                    <a:pt x="17591" y="2467"/>
                    <a:pt x="17123" y="2346"/>
                  </a:cubicBezTo>
                  <a:cubicBezTo>
                    <a:pt x="16657" y="2224"/>
                    <a:pt x="16201" y="2165"/>
                    <a:pt x="15761" y="2165"/>
                  </a:cubicBezTo>
                  <a:cubicBezTo>
                    <a:pt x="15340" y="2165"/>
                    <a:pt x="14909" y="2278"/>
                    <a:pt x="14474" y="2507"/>
                  </a:cubicBezTo>
                  <a:cubicBezTo>
                    <a:pt x="14041" y="2738"/>
                    <a:pt x="13630" y="3015"/>
                    <a:pt x="13244" y="3340"/>
                  </a:cubicBezTo>
                  <a:cubicBezTo>
                    <a:pt x="12861" y="3664"/>
                    <a:pt x="12518" y="3997"/>
                    <a:pt x="12215" y="4342"/>
                  </a:cubicBezTo>
                  <a:cubicBezTo>
                    <a:pt x="11912" y="4684"/>
                    <a:pt x="11687" y="4952"/>
                    <a:pt x="11544" y="5152"/>
                  </a:cubicBezTo>
                  <a:cubicBezTo>
                    <a:pt x="11344" y="5429"/>
                    <a:pt x="11096" y="5570"/>
                    <a:pt x="10801" y="5570"/>
                  </a:cubicBezTo>
                  <a:cubicBezTo>
                    <a:pt x="10505" y="5570"/>
                    <a:pt x="10260" y="5429"/>
                    <a:pt x="10070" y="5152"/>
                  </a:cubicBezTo>
                  <a:cubicBezTo>
                    <a:pt x="9927" y="4943"/>
                    <a:pt x="9699" y="4672"/>
                    <a:pt x="9391" y="4333"/>
                  </a:cubicBezTo>
                  <a:cubicBezTo>
                    <a:pt x="9086" y="3995"/>
                    <a:pt x="8738" y="3664"/>
                    <a:pt x="8355" y="3340"/>
                  </a:cubicBezTo>
                  <a:cubicBezTo>
                    <a:pt x="7971" y="3015"/>
                    <a:pt x="7561" y="2738"/>
                    <a:pt x="7125" y="2507"/>
                  </a:cubicBezTo>
                  <a:cubicBezTo>
                    <a:pt x="6690" y="2278"/>
                    <a:pt x="6269" y="2165"/>
                    <a:pt x="5863" y="216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7" name="AutoShape 87"/>
            <p:cNvSpPr>
              <a:spLocks/>
            </p:cNvSpPr>
            <p:nvPr/>
          </p:nvSpPr>
          <p:spPr bwMode="auto">
            <a:xfrm>
              <a:off x="11954386" y="1491708"/>
              <a:ext cx="417495" cy="417495"/>
            </a:xfrm>
            <a:custGeom>
              <a:avLst/>
              <a:gdLst>
                <a:gd name="T0" fmla="*/ 208748 w 21578"/>
                <a:gd name="T1" fmla="*/ 208747 h 21600"/>
                <a:gd name="T2" fmla="*/ 208748 w 21578"/>
                <a:gd name="T3" fmla="*/ 208747 h 21600"/>
                <a:gd name="T4" fmla="*/ 208748 w 21578"/>
                <a:gd name="T5" fmla="*/ 208747 h 21600"/>
                <a:gd name="T6" fmla="*/ 208748 w 2157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8" h="21600">
                  <a:moveTo>
                    <a:pt x="21416" y="10074"/>
                  </a:moveTo>
                  <a:cubicBezTo>
                    <a:pt x="21507" y="10166"/>
                    <a:pt x="21562" y="10284"/>
                    <a:pt x="21574" y="10428"/>
                  </a:cubicBezTo>
                  <a:cubicBezTo>
                    <a:pt x="21591" y="10569"/>
                    <a:pt x="21562" y="10702"/>
                    <a:pt x="21483" y="10820"/>
                  </a:cubicBezTo>
                  <a:lnTo>
                    <a:pt x="20967" y="11551"/>
                  </a:lnTo>
                  <a:cubicBezTo>
                    <a:pt x="20891" y="11678"/>
                    <a:pt x="20778" y="11744"/>
                    <a:pt x="20634" y="11744"/>
                  </a:cubicBezTo>
                  <a:lnTo>
                    <a:pt x="19889" y="11744"/>
                  </a:lnTo>
                  <a:cubicBezTo>
                    <a:pt x="19769" y="11744"/>
                    <a:pt x="19671" y="11704"/>
                    <a:pt x="19601" y="11632"/>
                  </a:cubicBezTo>
                  <a:lnTo>
                    <a:pt x="11078" y="3253"/>
                  </a:lnTo>
                  <a:cubicBezTo>
                    <a:pt x="10884" y="3072"/>
                    <a:pt x="10695" y="3072"/>
                    <a:pt x="10503" y="3253"/>
                  </a:cubicBezTo>
                  <a:lnTo>
                    <a:pt x="1980" y="11632"/>
                  </a:lnTo>
                  <a:cubicBezTo>
                    <a:pt x="1918" y="11704"/>
                    <a:pt x="1819" y="11744"/>
                    <a:pt x="1692" y="11744"/>
                  </a:cubicBezTo>
                  <a:lnTo>
                    <a:pt x="944" y="11744"/>
                  </a:lnTo>
                  <a:cubicBezTo>
                    <a:pt x="808" y="11744"/>
                    <a:pt x="695" y="11678"/>
                    <a:pt x="611" y="11551"/>
                  </a:cubicBezTo>
                  <a:lnTo>
                    <a:pt x="96" y="10820"/>
                  </a:lnTo>
                  <a:cubicBezTo>
                    <a:pt x="19" y="10710"/>
                    <a:pt x="-9" y="10584"/>
                    <a:pt x="2" y="10440"/>
                  </a:cubicBezTo>
                  <a:cubicBezTo>
                    <a:pt x="19" y="10298"/>
                    <a:pt x="74" y="10175"/>
                    <a:pt x="165" y="10074"/>
                  </a:cubicBezTo>
                  <a:lnTo>
                    <a:pt x="10112" y="287"/>
                  </a:lnTo>
                  <a:cubicBezTo>
                    <a:pt x="10321" y="106"/>
                    <a:pt x="10546" y="8"/>
                    <a:pt x="10788" y="0"/>
                  </a:cubicBezTo>
                  <a:cubicBezTo>
                    <a:pt x="11042" y="0"/>
                    <a:pt x="11267" y="97"/>
                    <a:pt x="11469" y="287"/>
                  </a:cubicBezTo>
                  <a:lnTo>
                    <a:pt x="14220" y="2991"/>
                  </a:lnTo>
                  <a:lnTo>
                    <a:pt x="14220" y="1586"/>
                  </a:lnTo>
                  <a:cubicBezTo>
                    <a:pt x="14220" y="1436"/>
                    <a:pt x="14266" y="1313"/>
                    <a:pt x="14352" y="1206"/>
                  </a:cubicBezTo>
                  <a:cubicBezTo>
                    <a:pt x="14441" y="1099"/>
                    <a:pt x="14546" y="1048"/>
                    <a:pt x="14669" y="1048"/>
                  </a:cubicBezTo>
                  <a:lnTo>
                    <a:pt x="17226" y="1048"/>
                  </a:lnTo>
                  <a:cubicBezTo>
                    <a:pt x="17348" y="1048"/>
                    <a:pt x="17451" y="1099"/>
                    <a:pt x="17530" y="1206"/>
                  </a:cubicBezTo>
                  <a:cubicBezTo>
                    <a:pt x="17609" y="1312"/>
                    <a:pt x="17653" y="1436"/>
                    <a:pt x="17653" y="1586"/>
                  </a:cubicBezTo>
                  <a:lnTo>
                    <a:pt x="17653" y="6383"/>
                  </a:lnTo>
                  <a:lnTo>
                    <a:pt x="21416" y="10074"/>
                  </a:lnTo>
                  <a:close/>
                  <a:moveTo>
                    <a:pt x="18523" y="11977"/>
                  </a:moveTo>
                  <a:lnTo>
                    <a:pt x="18523" y="20551"/>
                  </a:lnTo>
                  <a:cubicBezTo>
                    <a:pt x="18523" y="20854"/>
                    <a:pt x="18441" y="21104"/>
                    <a:pt x="18276" y="21300"/>
                  </a:cubicBezTo>
                  <a:cubicBezTo>
                    <a:pt x="18110" y="21502"/>
                    <a:pt x="17904" y="21600"/>
                    <a:pt x="17653" y="21600"/>
                  </a:cubicBezTo>
                  <a:lnTo>
                    <a:pt x="12809" y="21600"/>
                  </a:lnTo>
                  <a:lnTo>
                    <a:pt x="12809" y="14736"/>
                  </a:lnTo>
                  <a:lnTo>
                    <a:pt x="8772" y="14736"/>
                  </a:lnTo>
                  <a:lnTo>
                    <a:pt x="8772" y="21600"/>
                  </a:lnTo>
                  <a:lnTo>
                    <a:pt x="3928" y="21600"/>
                  </a:lnTo>
                  <a:cubicBezTo>
                    <a:pt x="3677" y="21600"/>
                    <a:pt x="3468" y="21502"/>
                    <a:pt x="3303" y="21300"/>
                  </a:cubicBezTo>
                  <a:cubicBezTo>
                    <a:pt x="3140" y="21104"/>
                    <a:pt x="3056" y="20854"/>
                    <a:pt x="3056" y="20551"/>
                  </a:cubicBezTo>
                  <a:lnTo>
                    <a:pt x="3056" y="11977"/>
                  </a:lnTo>
                  <a:lnTo>
                    <a:pt x="10788" y="4356"/>
                  </a:lnTo>
                  <a:lnTo>
                    <a:pt x="18523" y="1197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8" name="AutoShape 88"/>
            <p:cNvSpPr>
              <a:spLocks/>
            </p:cNvSpPr>
            <p:nvPr/>
          </p:nvSpPr>
          <p:spPr bwMode="auto">
            <a:xfrm>
              <a:off x="12966520" y="1491708"/>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237" y="10309"/>
                  </a:moveTo>
                  <a:cubicBezTo>
                    <a:pt x="21330" y="10579"/>
                    <a:pt x="21413" y="10917"/>
                    <a:pt x="21487" y="11320"/>
                  </a:cubicBezTo>
                  <a:cubicBezTo>
                    <a:pt x="21563" y="11725"/>
                    <a:pt x="21599" y="12080"/>
                    <a:pt x="21599" y="12392"/>
                  </a:cubicBezTo>
                  <a:lnTo>
                    <a:pt x="21599" y="20504"/>
                  </a:lnTo>
                  <a:cubicBezTo>
                    <a:pt x="21599" y="20812"/>
                    <a:pt x="21511" y="21077"/>
                    <a:pt x="21335" y="21285"/>
                  </a:cubicBezTo>
                  <a:cubicBezTo>
                    <a:pt x="21159" y="21497"/>
                    <a:pt x="20951" y="21600"/>
                    <a:pt x="20708" y="21600"/>
                  </a:cubicBezTo>
                  <a:lnTo>
                    <a:pt x="913" y="21600"/>
                  </a:lnTo>
                  <a:cubicBezTo>
                    <a:pt x="656" y="21600"/>
                    <a:pt x="438" y="21497"/>
                    <a:pt x="261" y="21285"/>
                  </a:cubicBezTo>
                  <a:cubicBezTo>
                    <a:pt x="88" y="21077"/>
                    <a:pt x="0" y="20815"/>
                    <a:pt x="0" y="20504"/>
                  </a:cubicBezTo>
                  <a:lnTo>
                    <a:pt x="0" y="12392"/>
                  </a:lnTo>
                  <a:cubicBezTo>
                    <a:pt x="0" y="12080"/>
                    <a:pt x="34" y="11725"/>
                    <a:pt x="105" y="11320"/>
                  </a:cubicBezTo>
                  <a:cubicBezTo>
                    <a:pt x="176" y="10917"/>
                    <a:pt x="261" y="10579"/>
                    <a:pt x="362" y="10309"/>
                  </a:cubicBezTo>
                  <a:lnTo>
                    <a:pt x="3691" y="984"/>
                  </a:lnTo>
                  <a:cubicBezTo>
                    <a:pt x="3787" y="714"/>
                    <a:pt x="3958" y="478"/>
                    <a:pt x="4208" y="287"/>
                  </a:cubicBezTo>
                  <a:cubicBezTo>
                    <a:pt x="4455" y="94"/>
                    <a:pt x="4705" y="0"/>
                    <a:pt x="4945" y="0"/>
                  </a:cubicBezTo>
                  <a:lnTo>
                    <a:pt x="16654" y="0"/>
                  </a:lnTo>
                  <a:cubicBezTo>
                    <a:pt x="16897" y="0"/>
                    <a:pt x="17141" y="93"/>
                    <a:pt x="17391" y="287"/>
                  </a:cubicBezTo>
                  <a:cubicBezTo>
                    <a:pt x="17643" y="478"/>
                    <a:pt x="17815" y="714"/>
                    <a:pt x="17908" y="984"/>
                  </a:cubicBezTo>
                  <a:lnTo>
                    <a:pt x="21237" y="10309"/>
                  </a:lnTo>
                  <a:close/>
                  <a:moveTo>
                    <a:pt x="2834" y="11602"/>
                  </a:moveTo>
                  <a:cubicBezTo>
                    <a:pt x="2820" y="11622"/>
                    <a:pt x="2812" y="11657"/>
                    <a:pt x="2812" y="11707"/>
                  </a:cubicBezTo>
                  <a:cubicBezTo>
                    <a:pt x="2812" y="11760"/>
                    <a:pt x="2805" y="11804"/>
                    <a:pt x="2788" y="11840"/>
                  </a:cubicBezTo>
                  <a:lnTo>
                    <a:pt x="7324" y="11840"/>
                  </a:lnTo>
                  <a:lnTo>
                    <a:pt x="8661" y="15092"/>
                  </a:lnTo>
                  <a:lnTo>
                    <a:pt x="13149" y="15092"/>
                  </a:lnTo>
                  <a:lnTo>
                    <a:pt x="14519" y="11840"/>
                  </a:lnTo>
                  <a:lnTo>
                    <a:pt x="18821" y="11840"/>
                  </a:lnTo>
                  <a:cubicBezTo>
                    <a:pt x="18804" y="11804"/>
                    <a:pt x="18799" y="11760"/>
                    <a:pt x="18799" y="11707"/>
                  </a:cubicBezTo>
                  <a:cubicBezTo>
                    <a:pt x="18799" y="11657"/>
                    <a:pt x="18791" y="11610"/>
                    <a:pt x="18777" y="11575"/>
                  </a:cubicBezTo>
                  <a:lnTo>
                    <a:pt x="15773" y="3220"/>
                  </a:lnTo>
                  <a:lnTo>
                    <a:pt x="5838" y="3220"/>
                  </a:lnTo>
                  <a:lnTo>
                    <a:pt x="2834" y="1160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9" name="AutoShape 89"/>
            <p:cNvSpPr>
              <a:spLocks/>
            </p:cNvSpPr>
            <p:nvPr/>
          </p:nvSpPr>
          <p:spPr bwMode="auto">
            <a:xfrm>
              <a:off x="13945359"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79"/>
                    <a:pt x="15013" y="844"/>
                  </a:cubicBezTo>
                  <a:cubicBezTo>
                    <a:pt x="16321" y="1409"/>
                    <a:pt x="17465" y="2177"/>
                    <a:pt x="18449" y="3157"/>
                  </a:cubicBezTo>
                  <a:cubicBezTo>
                    <a:pt x="19432" y="4134"/>
                    <a:pt x="20204" y="5277"/>
                    <a:pt x="20760" y="6588"/>
                  </a:cubicBezTo>
                  <a:cubicBezTo>
                    <a:pt x="21323" y="7901"/>
                    <a:pt x="21599" y="9304"/>
                    <a:pt x="21599" y="10801"/>
                  </a:cubicBezTo>
                  <a:cubicBezTo>
                    <a:pt x="21599" y="12295"/>
                    <a:pt x="21323" y="13698"/>
                    <a:pt x="20760" y="15009"/>
                  </a:cubicBezTo>
                  <a:cubicBezTo>
                    <a:pt x="20204" y="16322"/>
                    <a:pt x="19432" y="17465"/>
                    <a:pt x="18449" y="18445"/>
                  </a:cubicBezTo>
                  <a:cubicBezTo>
                    <a:pt x="17465" y="19422"/>
                    <a:pt x="16321" y="20193"/>
                    <a:pt x="15013" y="20755"/>
                  </a:cubicBezTo>
                  <a:cubicBezTo>
                    <a:pt x="13704" y="21320"/>
                    <a:pt x="12303" y="21600"/>
                    <a:pt x="10805" y="21600"/>
                  </a:cubicBezTo>
                  <a:cubicBezTo>
                    <a:pt x="9310" y="21600"/>
                    <a:pt x="7906" y="21320"/>
                    <a:pt x="6595" y="20755"/>
                  </a:cubicBezTo>
                  <a:cubicBezTo>
                    <a:pt x="5281" y="20193"/>
                    <a:pt x="4136" y="19422"/>
                    <a:pt x="3156" y="18445"/>
                  </a:cubicBezTo>
                  <a:cubicBezTo>
                    <a:pt x="2178" y="17465"/>
                    <a:pt x="1407" y="16322"/>
                    <a:pt x="844" y="15009"/>
                  </a:cubicBezTo>
                  <a:cubicBezTo>
                    <a:pt x="279" y="13698"/>
                    <a:pt x="0" y="12295"/>
                    <a:pt x="0" y="10801"/>
                  </a:cubicBezTo>
                  <a:cubicBezTo>
                    <a:pt x="0" y="9304"/>
                    <a:pt x="279" y="7901"/>
                    <a:pt x="844" y="6588"/>
                  </a:cubicBezTo>
                  <a:cubicBezTo>
                    <a:pt x="1407" y="5277"/>
                    <a:pt x="2178" y="4134"/>
                    <a:pt x="3156" y="3157"/>
                  </a:cubicBezTo>
                  <a:cubicBezTo>
                    <a:pt x="4136" y="2177"/>
                    <a:pt x="5281" y="1409"/>
                    <a:pt x="6595" y="844"/>
                  </a:cubicBezTo>
                  <a:cubicBezTo>
                    <a:pt x="7906" y="279"/>
                    <a:pt x="9308" y="0"/>
                    <a:pt x="10805" y="0"/>
                  </a:cubicBezTo>
                  <a:moveTo>
                    <a:pt x="14063" y="15898"/>
                  </a:moveTo>
                  <a:cubicBezTo>
                    <a:pt x="14063" y="15635"/>
                    <a:pt x="13936" y="15506"/>
                    <a:pt x="13685" y="15506"/>
                  </a:cubicBezTo>
                  <a:lnTo>
                    <a:pt x="12631" y="15506"/>
                  </a:lnTo>
                  <a:lnTo>
                    <a:pt x="12631" y="7703"/>
                  </a:lnTo>
                  <a:cubicBezTo>
                    <a:pt x="12631" y="7596"/>
                    <a:pt x="12597" y="7497"/>
                    <a:pt x="12520" y="7415"/>
                  </a:cubicBezTo>
                  <a:cubicBezTo>
                    <a:pt x="12450" y="7328"/>
                    <a:pt x="12354" y="7285"/>
                    <a:pt x="12238" y="7285"/>
                  </a:cubicBezTo>
                  <a:lnTo>
                    <a:pt x="8140" y="7285"/>
                  </a:lnTo>
                  <a:cubicBezTo>
                    <a:pt x="8033" y="7285"/>
                    <a:pt x="7937" y="7328"/>
                    <a:pt x="7861" y="7407"/>
                  </a:cubicBezTo>
                  <a:cubicBezTo>
                    <a:pt x="7784" y="7486"/>
                    <a:pt x="7745" y="7585"/>
                    <a:pt x="7745" y="7703"/>
                  </a:cubicBezTo>
                  <a:lnTo>
                    <a:pt x="7745" y="9581"/>
                  </a:lnTo>
                  <a:cubicBezTo>
                    <a:pt x="7745" y="9844"/>
                    <a:pt x="7878" y="9973"/>
                    <a:pt x="8140" y="9973"/>
                  </a:cubicBezTo>
                  <a:lnTo>
                    <a:pt x="9302" y="9973"/>
                  </a:lnTo>
                  <a:lnTo>
                    <a:pt x="9302" y="15505"/>
                  </a:lnTo>
                  <a:lnTo>
                    <a:pt x="8248" y="15505"/>
                  </a:lnTo>
                  <a:cubicBezTo>
                    <a:pt x="8140" y="15505"/>
                    <a:pt x="8042" y="15545"/>
                    <a:pt x="7962" y="15618"/>
                  </a:cubicBezTo>
                  <a:cubicBezTo>
                    <a:pt x="7883" y="15695"/>
                    <a:pt x="7841" y="15788"/>
                    <a:pt x="7841" y="15898"/>
                  </a:cubicBezTo>
                  <a:lnTo>
                    <a:pt x="7841" y="17776"/>
                  </a:lnTo>
                  <a:cubicBezTo>
                    <a:pt x="7841" y="17883"/>
                    <a:pt x="7883" y="17982"/>
                    <a:pt x="7962" y="18064"/>
                  </a:cubicBezTo>
                  <a:cubicBezTo>
                    <a:pt x="8042" y="18154"/>
                    <a:pt x="8140" y="18194"/>
                    <a:pt x="8248" y="18194"/>
                  </a:cubicBezTo>
                  <a:lnTo>
                    <a:pt x="13685" y="18194"/>
                  </a:lnTo>
                  <a:cubicBezTo>
                    <a:pt x="13795" y="18194"/>
                    <a:pt x="13882" y="18154"/>
                    <a:pt x="13956" y="18064"/>
                  </a:cubicBezTo>
                  <a:cubicBezTo>
                    <a:pt x="14029" y="17982"/>
                    <a:pt x="14063" y="17883"/>
                    <a:pt x="14063" y="17776"/>
                  </a:cubicBezTo>
                  <a:lnTo>
                    <a:pt x="14063" y="15898"/>
                  </a:lnTo>
                  <a:close/>
                  <a:moveTo>
                    <a:pt x="9276" y="5622"/>
                  </a:moveTo>
                  <a:cubicBezTo>
                    <a:pt x="9276" y="5729"/>
                    <a:pt x="9322" y="5825"/>
                    <a:pt x="9406" y="5916"/>
                  </a:cubicBezTo>
                  <a:cubicBezTo>
                    <a:pt x="9491" y="5997"/>
                    <a:pt x="9590" y="6040"/>
                    <a:pt x="9695" y="6040"/>
                  </a:cubicBezTo>
                  <a:lnTo>
                    <a:pt x="12241" y="6040"/>
                  </a:lnTo>
                  <a:cubicBezTo>
                    <a:pt x="12351" y="6040"/>
                    <a:pt x="12441" y="5997"/>
                    <a:pt x="12515" y="5916"/>
                  </a:cubicBezTo>
                  <a:cubicBezTo>
                    <a:pt x="12594" y="5825"/>
                    <a:pt x="12633" y="5729"/>
                    <a:pt x="12633" y="5622"/>
                  </a:cubicBezTo>
                  <a:lnTo>
                    <a:pt x="12633" y="3377"/>
                  </a:lnTo>
                  <a:cubicBezTo>
                    <a:pt x="12633" y="3117"/>
                    <a:pt x="12503" y="2984"/>
                    <a:pt x="12241" y="2984"/>
                  </a:cubicBezTo>
                  <a:lnTo>
                    <a:pt x="9695" y="2984"/>
                  </a:lnTo>
                  <a:cubicBezTo>
                    <a:pt x="9590" y="2984"/>
                    <a:pt x="9491" y="3024"/>
                    <a:pt x="9406" y="3100"/>
                  </a:cubicBezTo>
                  <a:cubicBezTo>
                    <a:pt x="9322" y="3179"/>
                    <a:pt x="9276" y="3270"/>
                    <a:pt x="9276" y="3377"/>
                  </a:cubicBezTo>
                  <a:lnTo>
                    <a:pt x="9276" y="562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0" name="AutoShape 90"/>
            <p:cNvSpPr>
              <a:spLocks/>
            </p:cNvSpPr>
            <p:nvPr/>
          </p:nvSpPr>
          <p:spPr bwMode="auto">
            <a:xfrm>
              <a:off x="14953846" y="1491708"/>
              <a:ext cx="417495" cy="417495"/>
            </a:xfrm>
            <a:custGeom>
              <a:avLst/>
              <a:gdLst>
                <a:gd name="T0" fmla="*/ 208738 w 21549"/>
                <a:gd name="T1" fmla="*/ 210020 h 21483"/>
                <a:gd name="T2" fmla="*/ 208738 w 21549"/>
                <a:gd name="T3" fmla="*/ 210020 h 21483"/>
                <a:gd name="T4" fmla="*/ 208738 w 21549"/>
                <a:gd name="T5" fmla="*/ 210020 h 21483"/>
                <a:gd name="T6" fmla="*/ 208738 w 21549"/>
                <a:gd name="T7" fmla="*/ 210020 h 214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9" h="21483">
                  <a:moveTo>
                    <a:pt x="19089" y="14101"/>
                  </a:moveTo>
                  <a:lnTo>
                    <a:pt x="17953" y="15971"/>
                  </a:lnTo>
                  <a:lnTo>
                    <a:pt x="20739" y="18367"/>
                  </a:lnTo>
                  <a:cubicBezTo>
                    <a:pt x="21060" y="18645"/>
                    <a:pt x="21257" y="19019"/>
                    <a:pt x="21330" y="19486"/>
                  </a:cubicBezTo>
                  <a:cubicBezTo>
                    <a:pt x="21401" y="19953"/>
                    <a:pt x="21321" y="20378"/>
                    <a:pt x="21086" y="20766"/>
                  </a:cubicBezTo>
                  <a:cubicBezTo>
                    <a:pt x="20842" y="21148"/>
                    <a:pt x="20527" y="21382"/>
                    <a:pt x="20145" y="21458"/>
                  </a:cubicBezTo>
                  <a:cubicBezTo>
                    <a:pt x="19762" y="21534"/>
                    <a:pt x="19408" y="21432"/>
                    <a:pt x="19089" y="21154"/>
                  </a:cubicBezTo>
                  <a:lnTo>
                    <a:pt x="10067" y="13440"/>
                  </a:lnTo>
                  <a:cubicBezTo>
                    <a:pt x="9482" y="14157"/>
                    <a:pt x="8844" y="14739"/>
                    <a:pt x="8154" y="15189"/>
                  </a:cubicBezTo>
                  <a:cubicBezTo>
                    <a:pt x="7466" y="15642"/>
                    <a:pt x="6769" y="15949"/>
                    <a:pt x="6060" y="16112"/>
                  </a:cubicBezTo>
                  <a:cubicBezTo>
                    <a:pt x="5354" y="16278"/>
                    <a:pt x="4657" y="16289"/>
                    <a:pt x="3976" y="16140"/>
                  </a:cubicBezTo>
                  <a:cubicBezTo>
                    <a:pt x="3295" y="15994"/>
                    <a:pt x="2666" y="15670"/>
                    <a:pt x="2098" y="15175"/>
                  </a:cubicBezTo>
                  <a:cubicBezTo>
                    <a:pt x="1455" y="14630"/>
                    <a:pt x="958" y="13921"/>
                    <a:pt x="606" y="13058"/>
                  </a:cubicBezTo>
                  <a:cubicBezTo>
                    <a:pt x="251" y="12192"/>
                    <a:pt x="54" y="11258"/>
                    <a:pt x="9" y="10257"/>
                  </a:cubicBezTo>
                  <a:cubicBezTo>
                    <a:pt x="-37" y="9256"/>
                    <a:pt x="78" y="8221"/>
                    <a:pt x="347" y="7155"/>
                  </a:cubicBezTo>
                  <a:cubicBezTo>
                    <a:pt x="615" y="6084"/>
                    <a:pt x="1040" y="5063"/>
                    <a:pt x="1617" y="4084"/>
                  </a:cubicBezTo>
                  <a:cubicBezTo>
                    <a:pt x="2199" y="3106"/>
                    <a:pt x="2873" y="2299"/>
                    <a:pt x="3633" y="1663"/>
                  </a:cubicBezTo>
                  <a:cubicBezTo>
                    <a:pt x="4394" y="1025"/>
                    <a:pt x="5175" y="566"/>
                    <a:pt x="5983" y="291"/>
                  </a:cubicBezTo>
                  <a:cubicBezTo>
                    <a:pt x="6785" y="10"/>
                    <a:pt x="7583" y="-66"/>
                    <a:pt x="8374" y="55"/>
                  </a:cubicBezTo>
                  <a:cubicBezTo>
                    <a:pt x="9163" y="173"/>
                    <a:pt x="9884" y="510"/>
                    <a:pt x="10524" y="1056"/>
                  </a:cubicBezTo>
                  <a:cubicBezTo>
                    <a:pt x="11095" y="1531"/>
                    <a:pt x="11550" y="2133"/>
                    <a:pt x="11886" y="2861"/>
                  </a:cubicBezTo>
                  <a:cubicBezTo>
                    <a:pt x="12224" y="3584"/>
                    <a:pt x="12444" y="4380"/>
                    <a:pt x="12547" y="5235"/>
                  </a:cubicBezTo>
                  <a:cubicBezTo>
                    <a:pt x="12653" y="6092"/>
                    <a:pt x="12639" y="6984"/>
                    <a:pt x="12505" y="7912"/>
                  </a:cubicBezTo>
                  <a:cubicBezTo>
                    <a:pt x="12367" y="8843"/>
                    <a:pt x="12116" y="9757"/>
                    <a:pt x="11740" y="10654"/>
                  </a:cubicBezTo>
                  <a:lnTo>
                    <a:pt x="16392" y="14653"/>
                  </a:lnTo>
                  <a:lnTo>
                    <a:pt x="17526" y="12780"/>
                  </a:lnTo>
                  <a:lnTo>
                    <a:pt x="16347" y="11784"/>
                  </a:lnTo>
                  <a:cubicBezTo>
                    <a:pt x="16242" y="11694"/>
                    <a:pt x="16176" y="11570"/>
                    <a:pt x="16155" y="11416"/>
                  </a:cubicBezTo>
                  <a:cubicBezTo>
                    <a:pt x="16134" y="11258"/>
                    <a:pt x="16160" y="11109"/>
                    <a:pt x="16235" y="10977"/>
                  </a:cubicBezTo>
                  <a:lnTo>
                    <a:pt x="16807" y="10049"/>
                  </a:lnTo>
                  <a:cubicBezTo>
                    <a:pt x="16882" y="9923"/>
                    <a:pt x="16981" y="9844"/>
                    <a:pt x="17105" y="9813"/>
                  </a:cubicBezTo>
                  <a:cubicBezTo>
                    <a:pt x="17230" y="9782"/>
                    <a:pt x="17350" y="9813"/>
                    <a:pt x="17469" y="9911"/>
                  </a:cubicBezTo>
                  <a:lnTo>
                    <a:pt x="21335" y="13238"/>
                  </a:lnTo>
                  <a:cubicBezTo>
                    <a:pt x="21455" y="13328"/>
                    <a:pt x="21525" y="13452"/>
                    <a:pt x="21541" y="13609"/>
                  </a:cubicBezTo>
                  <a:cubicBezTo>
                    <a:pt x="21562" y="13767"/>
                    <a:pt x="21534" y="13910"/>
                    <a:pt x="21457" y="14045"/>
                  </a:cubicBezTo>
                  <a:lnTo>
                    <a:pt x="20908" y="14976"/>
                  </a:lnTo>
                  <a:cubicBezTo>
                    <a:pt x="20835" y="15102"/>
                    <a:pt x="20729" y="15179"/>
                    <a:pt x="20600" y="15212"/>
                  </a:cubicBezTo>
                  <a:cubicBezTo>
                    <a:pt x="20466" y="15243"/>
                    <a:pt x="20347" y="15212"/>
                    <a:pt x="20234" y="15125"/>
                  </a:cubicBezTo>
                  <a:lnTo>
                    <a:pt x="19089" y="14101"/>
                  </a:lnTo>
                  <a:close/>
                  <a:moveTo>
                    <a:pt x="9557" y="7732"/>
                  </a:moveTo>
                  <a:cubicBezTo>
                    <a:pt x="9761" y="7402"/>
                    <a:pt x="9895" y="7045"/>
                    <a:pt x="9963" y="6669"/>
                  </a:cubicBezTo>
                  <a:cubicBezTo>
                    <a:pt x="10029" y="6292"/>
                    <a:pt x="10036" y="5915"/>
                    <a:pt x="9987" y="5538"/>
                  </a:cubicBezTo>
                  <a:cubicBezTo>
                    <a:pt x="9930" y="5161"/>
                    <a:pt x="9820" y="4807"/>
                    <a:pt x="9654" y="4475"/>
                  </a:cubicBezTo>
                  <a:cubicBezTo>
                    <a:pt x="9485" y="4143"/>
                    <a:pt x="9262" y="3859"/>
                    <a:pt x="8985" y="3626"/>
                  </a:cubicBezTo>
                  <a:cubicBezTo>
                    <a:pt x="8708" y="3384"/>
                    <a:pt x="8412" y="3221"/>
                    <a:pt x="8097" y="3139"/>
                  </a:cubicBezTo>
                  <a:cubicBezTo>
                    <a:pt x="7781" y="3061"/>
                    <a:pt x="7468" y="3052"/>
                    <a:pt x="7154" y="3114"/>
                  </a:cubicBezTo>
                  <a:cubicBezTo>
                    <a:pt x="6839" y="3179"/>
                    <a:pt x="6544" y="3311"/>
                    <a:pt x="6267" y="3514"/>
                  </a:cubicBezTo>
                  <a:cubicBezTo>
                    <a:pt x="5987" y="3713"/>
                    <a:pt x="5753" y="3980"/>
                    <a:pt x="5558" y="4312"/>
                  </a:cubicBezTo>
                  <a:cubicBezTo>
                    <a:pt x="5281" y="4788"/>
                    <a:pt x="5135" y="5305"/>
                    <a:pt x="5119" y="5853"/>
                  </a:cubicBezTo>
                  <a:cubicBezTo>
                    <a:pt x="5105" y="6407"/>
                    <a:pt x="5201" y="6919"/>
                    <a:pt x="5410" y="7397"/>
                  </a:cubicBezTo>
                  <a:cubicBezTo>
                    <a:pt x="4971" y="7307"/>
                    <a:pt x="4532" y="7363"/>
                    <a:pt x="4103" y="7563"/>
                  </a:cubicBezTo>
                  <a:cubicBezTo>
                    <a:pt x="3671" y="7766"/>
                    <a:pt x="3312" y="8106"/>
                    <a:pt x="3018" y="8581"/>
                  </a:cubicBezTo>
                  <a:cubicBezTo>
                    <a:pt x="2817" y="8913"/>
                    <a:pt x="2680" y="9267"/>
                    <a:pt x="2615" y="9644"/>
                  </a:cubicBezTo>
                  <a:cubicBezTo>
                    <a:pt x="2547" y="10021"/>
                    <a:pt x="2542" y="10392"/>
                    <a:pt x="2596" y="10760"/>
                  </a:cubicBezTo>
                  <a:cubicBezTo>
                    <a:pt x="2655" y="11129"/>
                    <a:pt x="2765" y="11478"/>
                    <a:pt x="2936" y="11812"/>
                  </a:cubicBezTo>
                  <a:cubicBezTo>
                    <a:pt x="3103" y="12141"/>
                    <a:pt x="3321" y="12428"/>
                    <a:pt x="3591" y="12659"/>
                  </a:cubicBezTo>
                  <a:cubicBezTo>
                    <a:pt x="3868" y="12901"/>
                    <a:pt x="4164" y="13064"/>
                    <a:pt x="4481" y="13145"/>
                  </a:cubicBezTo>
                  <a:cubicBezTo>
                    <a:pt x="4793" y="13224"/>
                    <a:pt x="5105" y="13235"/>
                    <a:pt x="5410" y="13170"/>
                  </a:cubicBezTo>
                  <a:cubicBezTo>
                    <a:pt x="5718" y="13109"/>
                    <a:pt x="6011" y="12977"/>
                    <a:pt x="6286" y="12774"/>
                  </a:cubicBezTo>
                  <a:cubicBezTo>
                    <a:pt x="6567" y="12571"/>
                    <a:pt x="6804" y="12307"/>
                    <a:pt x="7006" y="11973"/>
                  </a:cubicBezTo>
                  <a:cubicBezTo>
                    <a:pt x="7299" y="11497"/>
                    <a:pt x="7452" y="10983"/>
                    <a:pt x="7468" y="10432"/>
                  </a:cubicBezTo>
                  <a:cubicBezTo>
                    <a:pt x="7483" y="9880"/>
                    <a:pt x="7382" y="9366"/>
                    <a:pt x="7163" y="8891"/>
                  </a:cubicBezTo>
                  <a:cubicBezTo>
                    <a:pt x="7607" y="8978"/>
                    <a:pt x="8041" y="8930"/>
                    <a:pt x="8473" y="8736"/>
                  </a:cubicBezTo>
                  <a:cubicBezTo>
                    <a:pt x="8907" y="8541"/>
                    <a:pt x="9266" y="8210"/>
                    <a:pt x="9557" y="77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1" name="AutoShape 91"/>
            <p:cNvSpPr>
              <a:spLocks/>
            </p:cNvSpPr>
            <p:nvPr/>
          </p:nvSpPr>
          <p:spPr bwMode="auto">
            <a:xfrm>
              <a:off x="15929697" y="1491708"/>
              <a:ext cx="417494" cy="417495"/>
            </a:xfrm>
            <a:custGeom>
              <a:avLst/>
              <a:gdLst>
                <a:gd name="T0" fmla="*/ 208737 w 21483"/>
                <a:gd name="T1" fmla="*/ 208747 h 21600"/>
                <a:gd name="T2" fmla="*/ 208737 w 21483"/>
                <a:gd name="T3" fmla="*/ 208747 h 21600"/>
                <a:gd name="T4" fmla="*/ 208737 w 21483"/>
                <a:gd name="T5" fmla="*/ 208747 h 21600"/>
                <a:gd name="T6" fmla="*/ 208737 w 21483"/>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600"/>
                    <a:pt x="1494" y="21600"/>
                  </a:cubicBezTo>
                  <a:lnTo>
                    <a:pt x="1450" y="21600"/>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2" name="AutoShape 92"/>
            <p:cNvSpPr>
              <a:spLocks/>
            </p:cNvSpPr>
            <p:nvPr/>
          </p:nvSpPr>
          <p:spPr bwMode="auto">
            <a:xfrm>
              <a:off x="16939992"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287" y="12517"/>
                  </a:moveTo>
                  <a:cubicBezTo>
                    <a:pt x="14687" y="12517"/>
                    <a:pt x="15037" y="12647"/>
                    <a:pt x="15346" y="12910"/>
                  </a:cubicBezTo>
                  <a:lnTo>
                    <a:pt x="20700" y="17164"/>
                  </a:lnTo>
                  <a:cubicBezTo>
                    <a:pt x="20976" y="17407"/>
                    <a:pt x="21197" y="17703"/>
                    <a:pt x="21357" y="18051"/>
                  </a:cubicBezTo>
                  <a:cubicBezTo>
                    <a:pt x="21517" y="18398"/>
                    <a:pt x="21599" y="18779"/>
                    <a:pt x="21599" y="19191"/>
                  </a:cubicBezTo>
                  <a:cubicBezTo>
                    <a:pt x="21599" y="19860"/>
                    <a:pt x="21402" y="20428"/>
                    <a:pt x="21006" y="20896"/>
                  </a:cubicBezTo>
                  <a:cubicBezTo>
                    <a:pt x="20613" y="21365"/>
                    <a:pt x="20143" y="21600"/>
                    <a:pt x="19594" y="21600"/>
                  </a:cubicBezTo>
                  <a:cubicBezTo>
                    <a:pt x="19182" y="21600"/>
                    <a:pt x="18810" y="21458"/>
                    <a:pt x="18478" y="21179"/>
                  </a:cubicBezTo>
                  <a:lnTo>
                    <a:pt x="13128" y="16924"/>
                  </a:lnTo>
                  <a:cubicBezTo>
                    <a:pt x="12599" y="16498"/>
                    <a:pt x="12319" y="15908"/>
                    <a:pt x="12281" y="15154"/>
                  </a:cubicBezTo>
                  <a:lnTo>
                    <a:pt x="9713" y="13096"/>
                  </a:lnTo>
                  <a:lnTo>
                    <a:pt x="8518" y="15233"/>
                  </a:lnTo>
                  <a:cubicBezTo>
                    <a:pt x="8412" y="15411"/>
                    <a:pt x="8273" y="15504"/>
                    <a:pt x="8101" y="15504"/>
                  </a:cubicBezTo>
                  <a:cubicBezTo>
                    <a:pt x="7995" y="15504"/>
                    <a:pt x="7901" y="15468"/>
                    <a:pt x="7819" y="15397"/>
                  </a:cubicBezTo>
                  <a:cubicBezTo>
                    <a:pt x="8233" y="15747"/>
                    <a:pt x="8445" y="16199"/>
                    <a:pt x="8452" y="16746"/>
                  </a:cubicBezTo>
                  <a:cubicBezTo>
                    <a:pt x="8452" y="16972"/>
                    <a:pt x="8412" y="17187"/>
                    <a:pt x="8334" y="17390"/>
                  </a:cubicBezTo>
                  <a:cubicBezTo>
                    <a:pt x="8254" y="17591"/>
                    <a:pt x="8150" y="17777"/>
                    <a:pt x="8016" y="17944"/>
                  </a:cubicBezTo>
                  <a:cubicBezTo>
                    <a:pt x="7884" y="18107"/>
                    <a:pt x="7736" y="18240"/>
                    <a:pt x="7567" y="18342"/>
                  </a:cubicBezTo>
                  <a:cubicBezTo>
                    <a:pt x="7395" y="18440"/>
                    <a:pt x="7221" y="18488"/>
                    <a:pt x="7042" y="18488"/>
                  </a:cubicBezTo>
                  <a:cubicBezTo>
                    <a:pt x="6781" y="18488"/>
                    <a:pt x="6545" y="18409"/>
                    <a:pt x="6343" y="18246"/>
                  </a:cubicBezTo>
                  <a:lnTo>
                    <a:pt x="550" y="13627"/>
                  </a:lnTo>
                  <a:cubicBezTo>
                    <a:pt x="183" y="13328"/>
                    <a:pt x="0" y="12915"/>
                    <a:pt x="0" y="12379"/>
                  </a:cubicBezTo>
                  <a:cubicBezTo>
                    <a:pt x="0" y="11939"/>
                    <a:pt x="136" y="11529"/>
                    <a:pt x="416" y="11151"/>
                  </a:cubicBezTo>
                  <a:cubicBezTo>
                    <a:pt x="694" y="10773"/>
                    <a:pt x="1023" y="10581"/>
                    <a:pt x="1407" y="10581"/>
                  </a:cubicBezTo>
                  <a:cubicBezTo>
                    <a:pt x="1673" y="10581"/>
                    <a:pt x="1925" y="10682"/>
                    <a:pt x="2174" y="10880"/>
                  </a:cubicBezTo>
                  <a:cubicBezTo>
                    <a:pt x="2024" y="10756"/>
                    <a:pt x="1944" y="10586"/>
                    <a:pt x="1939" y="10380"/>
                  </a:cubicBezTo>
                  <a:cubicBezTo>
                    <a:pt x="1939" y="10310"/>
                    <a:pt x="1967" y="10202"/>
                    <a:pt x="2026" y="10058"/>
                  </a:cubicBezTo>
                  <a:lnTo>
                    <a:pt x="5792" y="3271"/>
                  </a:lnTo>
                  <a:cubicBezTo>
                    <a:pt x="5898" y="3094"/>
                    <a:pt x="6034" y="2998"/>
                    <a:pt x="6209" y="2989"/>
                  </a:cubicBezTo>
                  <a:cubicBezTo>
                    <a:pt x="6329" y="2989"/>
                    <a:pt x="6418" y="3029"/>
                    <a:pt x="6479" y="3111"/>
                  </a:cubicBezTo>
                  <a:cubicBezTo>
                    <a:pt x="6293" y="2947"/>
                    <a:pt x="6140" y="2755"/>
                    <a:pt x="6027" y="2529"/>
                  </a:cubicBezTo>
                  <a:cubicBezTo>
                    <a:pt x="5914" y="2303"/>
                    <a:pt x="5860" y="2052"/>
                    <a:pt x="5860" y="1770"/>
                  </a:cubicBezTo>
                  <a:cubicBezTo>
                    <a:pt x="5860" y="1329"/>
                    <a:pt x="6001" y="926"/>
                    <a:pt x="6289" y="556"/>
                  </a:cubicBezTo>
                  <a:cubicBezTo>
                    <a:pt x="6573" y="189"/>
                    <a:pt x="6898" y="0"/>
                    <a:pt x="7268" y="0"/>
                  </a:cubicBezTo>
                  <a:cubicBezTo>
                    <a:pt x="7515" y="0"/>
                    <a:pt x="7750" y="90"/>
                    <a:pt x="7964" y="259"/>
                  </a:cubicBezTo>
                  <a:lnTo>
                    <a:pt x="13757" y="4881"/>
                  </a:lnTo>
                  <a:cubicBezTo>
                    <a:pt x="13931" y="5025"/>
                    <a:pt x="14065" y="5205"/>
                    <a:pt x="14162" y="5426"/>
                  </a:cubicBezTo>
                  <a:cubicBezTo>
                    <a:pt x="14258" y="5646"/>
                    <a:pt x="14310" y="5889"/>
                    <a:pt x="14310" y="6151"/>
                  </a:cubicBezTo>
                  <a:cubicBezTo>
                    <a:pt x="14310" y="6374"/>
                    <a:pt x="14270" y="6594"/>
                    <a:pt x="14190" y="6806"/>
                  </a:cubicBezTo>
                  <a:cubicBezTo>
                    <a:pt x="14112" y="7021"/>
                    <a:pt x="14014" y="7204"/>
                    <a:pt x="13891" y="7368"/>
                  </a:cubicBezTo>
                  <a:cubicBezTo>
                    <a:pt x="13771" y="7529"/>
                    <a:pt x="13623" y="7662"/>
                    <a:pt x="13442" y="7763"/>
                  </a:cubicBezTo>
                  <a:cubicBezTo>
                    <a:pt x="13260" y="7871"/>
                    <a:pt x="13081" y="7921"/>
                    <a:pt x="12900" y="7921"/>
                  </a:cubicBezTo>
                  <a:cubicBezTo>
                    <a:pt x="12655" y="7921"/>
                    <a:pt x="12397" y="7820"/>
                    <a:pt x="12135" y="7611"/>
                  </a:cubicBezTo>
                  <a:cubicBezTo>
                    <a:pt x="12284" y="7738"/>
                    <a:pt x="12366" y="7902"/>
                    <a:pt x="12373" y="8111"/>
                  </a:cubicBezTo>
                  <a:cubicBezTo>
                    <a:pt x="12373" y="8238"/>
                    <a:pt x="12342" y="8348"/>
                    <a:pt x="12281" y="8449"/>
                  </a:cubicBezTo>
                  <a:lnTo>
                    <a:pt x="11100" y="10581"/>
                  </a:lnTo>
                  <a:lnTo>
                    <a:pt x="13656" y="12625"/>
                  </a:lnTo>
                  <a:cubicBezTo>
                    <a:pt x="13762" y="12588"/>
                    <a:pt x="13865" y="12563"/>
                    <a:pt x="13971" y="12546"/>
                  </a:cubicBezTo>
                  <a:cubicBezTo>
                    <a:pt x="14077" y="12526"/>
                    <a:pt x="14183" y="12517"/>
                    <a:pt x="14287" y="1251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3" name="AutoShape 93"/>
            <p:cNvSpPr>
              <a:spLocks/>
            </p:cNvSpPr>
            <p:nvPr/>
          </p:nvSpPr>
          <p:spPr bwMode="auto">
            <a:xfrm>
              <a:off x="17981786" y="1503805"/>
              <a:ext cx="417494" cy="417494"/>
            </a:xfrm>
            <a:custGeom>
              <a:avLst/>
              <a:gdLst>
                <a:gd name="T0" fmla="*/ 208737 w 21575"/>
                <a:gd name="T1" fmla="*/ 208747 h 21600"/>
                <a:gd name="T2" fmla="*/ 208737 w 21575"/>
                <a:gd name="T3" fmla="*/ 208747 h 21600"/>
                <a:gd name="T4" fmla="*/ 208737 w 21575"/>
                <a:gd name="T5" fmla="*/ 208747 h 21600"/>
                <a:gd name="T6" fmla="*/ 208737 w 21575"/>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5" h="21600">
                  <a:moveTo>
                    <a:pt x="12386" y="0"/>
                  </a:moveTo>
                  <a:lnTo>
                    <a:pt x="12386" y="0"/>
                  </a:lnTo>
                  <a:cubicBezTo>
                    <a:pt x="12913" y="0"/>
                    <a:pt x="13415" y="44"/>
                    <a:pt x="13894" y="126"/>
                  </a:cubicBezTo>
                  <a:cubicBezTo>
                    <a:pt x="14374" y="211"/>
                    <a:pt x="14850" y="305"/>
                    <a:pt x="15324" y="407"/>
                  </a:cubicBezTo>
                  <a:cubicBezTo>
                    <a:pt x="15691" y="481"/>
                    <a:pt x="16070" y="551"/>
                    <a:pt x="16465" y="619"/>
                  </a:cubicBezTo>
                  <a:cubicBezTo>
                    <a:pt x="16860" y="683"/>
                    <a:pt x="17275" y="716"/>
                    <a:pt x="17713" y="716"/>
                  </a:cubicBezTo>
                  <a:lnTo>
                    <a:pt x="17741" y="716"/>
                  </a:lnTo>
                  <a:cubicBezTo>
                    <a:pt x="17999" y="716"/>
                    <a:pt x="18279" y="692"/>
                    <a:pt x="18579" y="648"/>
                  </a:cubicBezTo>
                  <a:cubicBezTo>
                    <a:pt x="18876" y="601"/>
                    <a:pt x="19176" y="575"/>
                    <a:pt x="19470" y="575"/>
                  </a:cubicBezTo>
                  <a:cubicBezTo>
                    <a:pt x="19695" y="575"/>
                    <a:pt x="19899" y="604"/>
                    <a:pt x="20079" y="660"/>
                  </a:cubicBezTo>
                  <a:cubicBezTo>
                    <a:pt x="20267" y="715"/>
                    <a:pt x="20409" y="833"/>
                    <a:pt x="20516" y="1012"/>
                  </a:cubicBezTo>
                  <a:cubicBezTo>
                    <a:pt x="20723" y="1299"/>
                    <a:pt x="20841" y="1637"/>
                    <a:pt x="20866" y="2018"/>
                  </a:cubicBezTo>
                  <a:cubicBezTo>
                    <a:pt x="20894" y="2393"/>
                    <a:pt x="20883" y="2751"/>
                    <a:pt x="20841" y="3077"/>
                  </a:cubicBezTo>
                  <a:cubicBezTo>
                    <a:pt x="20802" y="3403"/>
                    <a:pt x="20768" y="3734"/>
                    <a:pt x="20732" y="4075"/>
                  </a:cubicBezTo>
                  <a:cubicBezTo>
                    <a:pt x="20698" y="4412"/>
                    <a:pt x="20704" y="4746"/>
                    <a:pt x="20757" y="5081"/>
                  </a:cubicBezTo>
                  <a:cubicBezTo>
                    <a:pt x="20796" y="5301"/>
                    <a:pt x="20847" y="5483"/>
                    <a:pt x="20911" y="5638"/>
                  </a:cubicBezTo>
                  <a:cubicBezTo>
                    <a:pt x="20979" y="5794"/>
                    <a:pt x="21049" y="5964"/>
                    <a:pt x="21119" y="6152"/>
                  </a:cubicBezTo>
                  <a:cubicBezTo>
                    <a:pt x="21194" y="6319"/>
                    <a:pt x="21242" y="6509"/>
                    <a:pt x="21267" y="6712"/>
                  </a:cubicBezTo>
                  <a:cubicBezTo>
                    <a:pt x="21295" y="6917"/>
                    <a:pt x="21326" y="7117"/>
                    <a:pt x="21363" y="7301"/>
                  </a:cubicBezTo>
                  <a:cubicBezTo>
                    <a:pt x="21525" y="8275"/>
                    <a:pt x="21593" y="9191"/>
                    <a:pt x="21570" y="10050"/>
                  </a:cubicBezTo>
                  <a:cubicBezTo>
                    <a:pt x="21548" y="10904"/>
                    <a:pt x="21444" y="11702"/>
                    <a:pt x="21262" y="12444"/>
                  </a:cubicBezTo>
                  <a:cubicBezTo>
                    <a:pt x="21079" y="13183"/>
                    <a:pt x="20827" y="13876"/>
                    <a:pt x="20505" y="14530"/>
                  </a:cubicBezTo>
                  <a:cubicBezTo>
                    <a:pt x="20182" y="15178"/>
                    <a:pt x="19818" y="15800"/>
                    <a:pt x="19417" y="16390"/>
                  </a:cubicBezTo>
                  <a:cubicBezTo>
                    <a:pt x="19086" y="16847"/>
                    <a:pt x="18733" y="17302"/>
                    <a:pt x="18357" y="17760"/>
                  </a:cubicBezTo>
                  <a:cubicBezTo>
                    <a:pt x="17982" y="18214"/>
                    <a:pt x="17570" y="18640"/>
                    <a:pt x="17121" y="19044"/>
                  </a:cubicBezTo>
                  <a:cubicBezTo>
                    <a:pt x="16673" y="19446"/>
                    <a:pt x="16182" y="19807"/>
                    <a:pt x="15638" y="20130"/>
                  </a:cubicBezTo>
                  <a:cubicBezTo>
                    <a:pt x="15097" y="20456"/>
                    <a:pt x="14494" y="20731"/>
                    <a:pt x="13836" y="20966"/>
                  </a:cubicBezTo>
                  <a:cubicBezTo>
                    <a:pt x="13152" y="21218"/>
                    <a:pt x="12445" y="21379"/>
                    <a:pt x="11708" y="21447"/>
                  </a:cubicBezTo>
                  <a:cubicBezTo>
                    <a:pt x="10968" y="21509"/>
                    <a:pt x="10258" y="21561"/>
                    <a:pt x="9580" y="21600"/>
                  </a:cubicBezTo>
                  <a:lnTo>
                    <a:pt x="9165" y="21600"/>
                  </a:lnTo>
                  <a:cubicBezTo>
                    <a:pt x="8234" y="21600"/>
                    <a:pt x="7363" y="21520"/>
                    <a:pt x="6555" y="21365"/>
                  </a:cubicBezTo>
                  <a:cubicBezTo>
                    <a:pt x="5745" y="21212"/>
                    <a:pt x="4882" y="21136"/>
                    <a:pt x="3970" y="21136"/>
                  </a:cubicBezTo>
                  <a:lnTo>
                    <a:pt x="3917" y="21136"/>
                  </a:lnTo>
                  <a:cubicBezTo>
                    <a:pt x="3603" y="21136"/>
                    <a:pt x="3258" y="21186"/>
                    <a:pt x="2880" y="21283"/>
                  </a:cubicBezTo>
                  <a:cubicBezTo>
                    <a:pt x="2510" y="21382"/>
                    <a:pt x="2137" y="21441"/>
                    <a:pt x="1770" y="21456"/>
                  </a:cubicBezTo>
                  <a:lnTo>
                    <a:pt x="1742" y="21456"/>
                  </a:lnTo>
                  <a:cubicBezTo>
                    <a:pt x="1411" y="21456"/>
                    <a:pt x="1117" y="21377"/>
                    <a:pt x="864" y="21212"/>
                  </a:cubicBezTo>
                  <a:cubicBezTo>
                    <a:pt x="609" y="21051"/>
                    <a:pt x="416" y="20848"/>
                    <a:pt x="292" y="20614"/>
                  </a:cubicBezTo>
                  <a:cubicBezTo>
                    <a:pt x="113" y="20288"/>
                    <a:pt x="35" y="19951"/>
                    <a:pt x="57" y="19599"/>
                  </a:cubicBezTo>
                  <a:cubicBezTo>
                    <a:pt x="79" y="19247"/>
                    <a:pt x="138" y="18924"/>
                    <a:pt x="225" y="18637"/>
                  </a:cubicBezTo>
                  <a:cubicBezTo>
                    <a:pt x="312" y="18346"/>
                    <a:pt x="363" y="18035"/>
                    <a:pt x="368" y="17701"/>
                  </a:cubicBezTo>
                  <a:cubicBezTo>
                    <a:pt x="371" y="17369"/>
                    <a:pt x="349" y="17017"/>
                    <a:pt x="298" y="16642"/>
                  </a:cubicBezTo>
                  <a:cubicBezTo>
                    <a:pt x="250" y="16266"/>
                    <a:pt x="192" y="15888"/>
                    <a:pt x="133" y="15503"/>
                  </a:cubicBezTo>
                  <a:cubicBezTo>
                    <a:pt x="68" y="15119"/>
                    <a:pt x="29" y="14735"/>
                    <a:pt x="12" y="14353"/>
                  </a:cubicBezTo>
                  <a:cubicBezTo>
                    <a:pt x="-7" y="14025"/>
                    <a:pt x="-5" y="13705"/>
                    <a:pt x="23" y="13388"/>
                  </a:cubicBezTo>
                  <a:cubicBezTo>
                    <a:pt x="51" y="13077"/>
                    <a:pt x="82" y="12728"/>
                    <a:pt x="119" y="12344"/>
                  </a:cubicBezTo>
                  <a:cubicBezTo>
                    <a:pt x="155" y="12018"/>
                    <a:pt x="186" y="11678"/>
                    <a:pt x="211" y="11332"/>
                  </a:cubicBezTo>
                  <a:cubicBezTo>
                    <a:pt x="239" y="10986"/>
                    <a:pt x="284" y="10681"/>
                    <a:pt x="346" y="10405"/>
                  </a:cubicBezTo>
                  <a:cubicBezTo>
                    <a:pt x="472" y="9789"/>
                    <a:pt x="609" y="9190"/>
                    <a:pt x="758" y="8610"/>
                  </a:cubicBezTo>
                  <a:cubicBezTo>
                    <a:pt x="904" y="8026"/>
                    <a:pt x="1103" y="7483"/>
                    <a:pt x="1352" y="6967"/>
                  </a:cubicBezTo>
                  <a:cubicBezTo>
                    <a:pt x="1532" y="6583"/>
                    <a:pt x="1731" y="6201"/>
                    <a:pt x="1955" y="5826"/>
                  </a:cubicBezTo>
                  <a:cubicBezTo>
                    <a:pt x="2179" y="5453"/>
                    <a:pt x="2420" y="5080"/>
                    <a:pt x="2681" y="4717"/>
                  </a:cubicBezTo>
                  <a:cubicBezTo>
                    <a:pt x="2771" y="4588"/>
                    <a:pt x="2866" y="4473"/>
                    <a:pt x="2964" y="4374"/>
                  </a:cubicBezTo>
                  <a:cubicBezTo>
                    <a:pt x="3062" y="4277"/>
                    <a:pt x="3169" y="4183"/>
                    <a:pt x="3286" y="4086"/>
                  </a:cubicBezTo>
                  <a:cubicBezTo>
                    <a:pt x="3491" y="3872"/>
                    <a:pt x="3690" y="3658"/>
                    <a:pt x="3889" y="3449"/>
                  </a:cubicBezTo>
                  <a:cubicBezTo>
                    <a:pt x="4085" y="3238"/>
                    <a:pt x="4304" y="3036"/>
                    <a:pt x="4545" y="2851"/>
                  </a:cubicBezTo>
                  <a:cubicBezTo>
                    <a:pt x="4786" y="2663"/>
                    <a:pt x="5044" y="2493"/>
                    <a:pt x="5319" y="2338"/>
                  </a:cubicBezTo>
                  <a:cubicBezTo>
                    <a:pt x="5591" y="2182"/>
                    <a:pt x="5885" y="2027"/>
                    <a:pt x="6199" y="1868"/>
                  </a:cubicBezTo>
                  <a:cubicBezTo>
                    <a:pt x="6494" y="1719"/>
                    <a:pt x="6796" y="1581"/>
                    <a:pt x="7102" y="1455"/>
                  </a:cubicBezTo>
                  <a:cubicBezTo>
                    <a:pt x="7413" y="1329"/>
                    <a:pt x="7733" y="1197"/>
                    <a:pt x="8063" y="1065"/>
                  </a:cubicBezTo>
                  <a:cubicBezTo>
                    <a:pt x="8691" y="795"/>
                    <a:pt x="9387" y="554"/>
                    <a:pt x="10158" y="349"/>
                  </a:cubicBezTo>
                  <a:lnTo>
                    <a:pt x="10186" y="323"/>
                  </a:lnTo>
                  <a:cubicBezTo>
                    <a:pt x="10584" y="211"/>
                    <a:pt x="10968" y="129"/>
                    <a:pt x="11324" y="76"/>
                  </a:cubicBezTo>
                  <a:cubicBezTo>
                    <a:pt x="11683" y="26"/>
                    <a:pt x="12036" y="0"/>
                    <a:pt x="12386"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4" name="AutoShape 94"/>
            <p:cNvSpPr>
              <a:spLocks/>
            </p:cNvSpPr>
            <p:nvPr/>
          </p:nvSpPr>
          <p:spPr bwMode="auto">
            <a:xfrm>
              <a:off x="19042296" y="1491708"/>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600"/>
                    <a:pt x="19598" y="21600"/>
                  </a:cubicBezTo>
                  <a:lnTo>
                    <a:pt x="2016" y="21600"/>
                  </a:lnTo>
                  <a:cubicBezTo>
                    <a:pt x="1476" y="21600"/>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5" name="AutoShape 95"/>
            <p:cNvSpPr>
              <a:spLocks/>
            </p:cNvSpPr>
            <p:nvPr/>
          </p:nvSpPr>
          <p:spPr bwMode="auto">
            <a:xfrm>
              <a:off x="0"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2" y="0"/>
                  </a:moveTo>
                  <a:cubicBezTo>
                    <a:pt x="16156" y="0"/>
                    <a:pt x="16975" y="198"/>
                    <a:pt x="17745" y="593"/>
                  </a:cubicBezTo>
                  <a:cubicBezTo>
                    <a:pt x="18516" y="987"/>
                    <a:pt x="19185" y="1531"/>
                    <a:pt x="19756" y="2219"/>
                  </a:cubicBezTo>
                  <a:cubicBezTo>
                    <a:pt x="20325" y="2908"/>
                    <a:pt x="20776" y="3714"/>
                    <a:pt x="21107" y="4641"/>
                  </a:cubicBezTo>
                  <a:cubicBezTo>
                    <a:pt x="21434" y="5562"/>
                    <a:pt x="21599" y="6538"/>
                    <a:pt x="21599" y="7566"/>
                  </a:cubicBezTo>
                  <a:lnTo>
                    <a:pt x="21599" y="9662"/>
                  </a:lnTo>
                  <a:cubicBezTo>
                    <a:pt x="21599" y="9965"/>
                    <a:pt x="21516" y="10221"/>
                    <a:pt x="21340" y="10428"/>
                  </a:cubicBezTo>
                  <a:cubicBezTo>
                    <a:pt x="21168" y="10635"/>
                    <a:pt x="20956" y="10736"/>
                    <a:pt x="20704" y="10736"/>
                  </a:cubicBezTo>
                  <a:lnTo>
                    <a:pt x="19785" y="10736"/>
                  </a:lnTo>
                  <a:cubicBezTo>
                    <a:pt x="19531" y="10736"/>
                    <a:pt x="19322" y="10632"/>
                    <a:pt x="19152" y="10422"/>
                  </a:cubicBezTo>
                  <a:cubicBezTo>
                    <a:pt x="18984" y="10209"/>
                    <a:pt x="18900" y="9956"/>
                    <a:pt x="18900" y="9662"/>
                  </a:cubicBezTo>
                  <a:lnTo>
                    <a:pt x="18900" y="7566"/>
                  </a:lnTo>
                  <a:cubicBezTo>
                    <a:pt x="18900" y="6961"/>
                    <a:pt x="18806" y="6394"/>
                    <a:pt x="18614" y="5870"/>
                  </a:cubicBezTo>
                  <a:cubicBezTo>
                    <a:pt x="18422" y="5349"/>
                    <a:pt x="18163" y="4894"/>
                    <a:pt x="17844" y="4508"/>
                  </a:cubicBezTo>
                  <a:cubicBezTo>
                    <a:pt x="17522" y="4123"/>
                    <a:pt x="17140" y="3817"/>
                    <a:pt x="16706" y="3593"/>
                  </a:cubicBezTo>
                  <a:cubicBezTo>
                    <a:pt x="16269" y="3365"/>
                    <a:pt x="15796" y="3253"/>
                    <a:pt x="15292" y="3253"/>
                  </a:cubicBezTo>
                  <a:cubicBezTo>
                    <a:pt x="14788" y="3253"/>
                    <a:pt x="14320" y="3365"/>
                    <a:pt x="13891" y="3593"/>
                  </a:cubicBezTo>
                  <a:cubicBezTo>
                    <a:pt x="13461" y="3817"/>
                    <a:pt x="13082" y="4123"/>
                    <a:pt x="12753" y="4508"/>
                  </a:cubicBezTo>
                  <a:cubicBezTo>
                    <a:pt x="12422" y="4894"/>
                    <a:pt x="12165" y="5352"/>
                    <a:pt x="11978" y="5876"/>
                  </a:cubicBezTo>
                  <a:cubicBezTo>
                    <a:pt x="11788" y="6406"/>
                    <a:pt x="11695" y="6970"/>
                    <a:pt x="11695" y="7566"/>
                  </a:cubicBezTo>
                  <a:lnTo>
                    <a:pt x="11695" y="9717"/>
                  </a:lnTo>
                  <a:lnTo>
                    <a:pt x="13063" y="9717"/>
                  </a:lnTo>
                  <a:cubicBezTo>
                    <a:pt x="13423" y="9717"/>
                    <a:pt x="13735" y="9875"/>
                    <a:pt x="14001" y="10192"/>
                  </a:cubicBezTo>
                  <a:cubicBezTo>
                    <a:pt x="14263" y="10511"/>
                    <a:pt x="14395" y="10900"/>
                    <a:pt x="14395" y="11358"/>
                  </a:cubicBezTo>
                  <a:lnTo>
                    <a:pt x="14395" y="19987"/>
                  </a:lnTo>
                  <a:cubicBezTo>
                    <a:pt x="14395" y="20419"/>
                    <a:pt x="14263" y="20796"/>
                    <a:pt x="14001" y="21116"/>
                  </a:cubicBezTo>
                  <a:cubicBezTo>
                    <a:pt x="13735" y="21438"/>
                    <a:pt x="13423" y="21600"/>
                    <a:pt x="13063" y="21600"/>
                  </a:cubicBezTo>
                  <a:lnTo>
                    <a:pt x="1343" y="21600"/>
                  </a:lnTo>
                  <a:cubicBezTo>
                    <a:pt x="983" y="21600"/>
                    <a:pt x="669" y="21438"/>
                    <a:pt x="403" y="21116"/>
                  </a:cubicBezTo>
                  <a:cubicBezTo>
                    <a:pt x="134" y="20796"/>
                    <a:pt x="0" y="20419"/>
                    <a:pt x="0" y="19987"/>
                  </a:cubicBezTo>
                  <a:lnTo>
                    <a:pt x="0" y="11358"/>
                  </a:lnTo>
                  <a:cubicBezTo>
                    <a:pt x="0" y="10909"/>
                    <a:pt x="134" y="10523"/>
                    <a:pt x="403" y="10201"/>
                  </a:cubicBezTo>
                  <a:cubicBezTo>
                    <a:pt x="669" y="9878"/>
                    <a:pt x="984" y="9717"/>
                    <a:pt x="1343" y="9717"/>
                  </a:cubicBezTo>
                  <a:lnTo>
                    <a:pt x="8985" y="9717"/>
                  </a:lnTo>
                  <a:lnTo>
                    <a:pt x="8985" y="7566"/>
                  </a:lnTo>
                  <a:cubicBezTo>
                    <a:pt x="8985" y="6529"/>
                    <a:pt x="9148" y="5550"/>
                    <a:pt x="9477" y="4632"/>
                  </a:cubicBezTo>
                  <a:cubicBezTo>
                    <a:pt x="9808" y="3711"/>
                    <a:pt x="10260" y="2907"/>
                    <a:pt x="10833" y="2219"/>
                  </a:cubicBezTo>
                  <a:cubicBezTo>
                    <a:pt x="11409" y="1531"/>
                    <a:pt x="12079" y="987"/>
                    <a:pt x="12844" y="592"/>
                  </a:cubicBezTo>
                  <a:cubicBezTo>
                    <a:pt x="13615" y="198"/>
                    <a:pt x="14426" y="0"/>
                    <a:pt x="15292" y="0"/>
                  </a:cubicBezTo>
                  <a:moveTo>
                    <a:pt x="7972" y="15409"/>
                  </a:moveTo>
                  <a:cubicBezTo>
                    <a:pt x="8195" y="15245"/>
                    <a:pt x="8375" y="15021"/>
                    <a:pt x="8519" y="14741"/>
                  </a:cubicBezTo>
                  <a:cubicBezTo>
                    <a:pt x="8661" y="14462"/>
                    <a:pt x="8731" y="14160"/>
                    <a:pt x="8731" y="13840"/>
                  </a:cubicBezTo>
                  <a:cubicBezTo>
                    <a:pt x="8731" y="13333"/>
                    <a:pt x="8582" y="12896"/>
                    <a:pt x="8282" y="12530"/>
                  </a:cubicBezTo>
                  <a:cubicBezTo>
                    <a:pt x="7987" y="12162"/>
                    <a:pt x="7624" y="11980"/>
                    <a:pt x="7204" y="11980"/>
                  </a:cubicBezTo>
                  <a:cubicBezTo>
                    <a:pt x="6782" y="11980"/>
                    <a:pt x="6422" y="12162"/>
                    <a:pt x="6122" y="12530"/>
                  </a:cubicBezTo>
                  <a:cubicBezTo>
                    <a:pt x="5824" y="12896"/>
                    <a:pt x="5675" y="13333"/>
                    <a:pt x="5675" y="13840"/>
                  </a:cubicBezTo>
                  <a:cubicBezTo>
                    <a:pt x="5675" y="14160"/>
                    <a:pt x="5745" y="14462"/>
                    <a:pt x="5882" y="14741"/>
                  </a:cubicBezTo>
                  <a:cubicBezTo>
                    <a:pt x="6021" y="15021"/>
                    <a:pt x="6201" y="15234"/>
                    <a:pt x="6422" y="15380"/>
                  </a:cubicBezTo>
                  <a:lnTo>
                    <a:pt x="5675" y="19339"/>
                  </a:lnTo>
                  <a:lnTo>
                    <a:pt x="8731" y="19339"/>
                  </a:lnTo>
                  <a:lnTo>
                    <a:pt x="7972" y="1540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6" name="AutoShape 96"/>
            <p:cNvSpPr>
              <a:spLocks/>
            </p:cNvSpPr>
            <p:nvPr/>
          </p:nvSpPr>
          <p:spPr bwMode="auto">
            <a:xfrm>
              <a:off x="972203"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600"/>
                    <a:pt x="2017" y="21600"/>
                  </a:cubicBezTo>
                  <a:cubicBezTo>
                    <a:pt x="1725" y="21600"/>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7" name="AutoShape 97"/>
            <p:cNvSpPr>
              <a:spLocks/>
            </p:cNvSpPr>
            <p:nvPr/>
          </p:nvSpPr>
          <p:spPr bwMode="auto">
            <a:xfrm>
              <a:off x="2008526"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5" y="6463"/>
                  </a:moveTo>
                  <a:cubicBezTo>
                    <a:pt x="385" y="6463"/>
                    <a:pt x="262" y="6412"/>
                    <a:pt x="155" y="6305"/>
                  </a:cubicBezTo>
                  <a:cubicBezTo>
                    <a:pt x="48" y="6201"/>
                    <a:pt x="0" y="6075"/>
                    <a:pt x="0" y="5925"/>
                  </a:cubicBezTo>
                  <a:lnTo>
                    <a:pt x="0" y="538"/>
                  </a:lnTo>
                  <a:cubicBezTo>
                    <a:pt x="0" y="388"/>
                    <a:pt x="48" y="265"/>
                    <a:pt x="155" y="158"/>
                  </a:cubicBezTo>
                  <a:cubicBezTo>
                    <a:pt x="262" y="51"/>
                    <a:pt x="385" y="0"/>
                    <a:pt x="535" y="0"/>
                  </a:cubicBezTo>
                  <a:lnTo>
                    <a:pt x="5925" y="0"/>
                  </a:lnTo>
                  <a:cubicBezTo>
                    <a:pt x="6072" y="0"/>
                    <a:pt x="6201" y="51"/>
                    <a:pt x="6319" y="158"/>
                  </a:cubicBezTo>
                  <a:cubicBezTo>
                    <a:pt x="6432" y="264"/>
                    <a:pt x="6486" y="388"/>
                    <a:pt x="6486" y="538"/>
                  </a:cubicBezTo>
                  <a:lnTo>
                    <a:pt x="6486" y="5925"/>
                  </a:lnTo>
                  <a:cubicBezTo>
                    <a:pt x="6486" y="6075"/>
                    <a:pt x="6432" y="6201"/>
                    <a:pt x="6319" y="6305"/>
                  </a:cubicBezTo>
                  <a:cubicBezTo>
                    <a:pt x="6201" y="6412"/>
                    <a:pt x="6072" y="6463"/>
                    <a:pt x="5925" y="6463"/>
                  </a:cubicBezTo>
                  <a:lnTo>
                    <a:pt x="535" y="6463"/>
                  </a:lnTo>
                  <a:close/>
                  <a:moveTo>
                    <a:pt x="21058" y="8105"/>
                  </a:moveTo>
                  <a:cubicBezTo>
                    <a:pt x="21205" y="8105"/>
                    <a:pt x="21335" y="8156"/>
                    <a:pt x="21438" y="8257"/>
                  </a:cubicBezTo>
                  <a:cubicBezTo>
                    <a:pt x="21542" y="8358"/>
                    <a:pt x="21599" y="8487"/>
                    <a:pt x="21599" y="8643"/>
                  </a:cubicBezTo>
                  <a:lnTo>
                    <a:pt x="21599" y="12613"/>
                  </a:lnTo>
                  <a:cubicBezTo>
                    <a:pt x="21599" y="13854"/>
                    <a:pt x="21314" y="15020"/>
                    <a:pt x="20750" y="16114"/>
                  </a:cubicBezTo>
                  <a:cubicBezTo>
                    <a:pt x="20183" y="17209"/>
                    <a:pt x="19411" y="18159"/>
                    <a:pt x="18432" y="18968"/>
                  </a:cubicBezTo>
                  <a:cubicBezTo>
                    <a:pt x="17453" y="19774"/>
                    <a:pt x="16313" y="20416"/>
                    <a:pt x="15000" y="20891"/>
                  </a:cubicBezTo>
                  <a:cubicBezTo>
                    <a:pt x="13690" y="21363"/>
                    <a:pt x="12291" y="21600"/>
                    <a:pt x="10802" y="21600"/>
                  </a:cubicBezTo>
                  <a:cubicBezTo>
                    <a:pt x="9297" y="21600"/>
                    <a:pt x="7891" y="21363"/>
                    <a:pt x="6587" y="20891"/>
                  </a:cubicBezTo>
                  <a:cubicBezTo>
                    <a:pt x="5283" y="20416"/>
                    <a:pt x="4140" y="19774"/>
                    <a:pt x="3161" y="18968"/>
                  </a:cubicBezTo>
                  <a:cubicBezTo>
                    <a:pt x="2182" y="18159"/>
                    <a:pt x="1410" y="17212"/>
                    <a:pt x="843" y="16120"/>
                  </a:cubicBezTo>
                  <a:cubicBezTo>
                    <a:pt x="279" y="15032"/>
                    <a:pt x="0" y="13866"/>
                    <a:pt x="0" y="12613"/>
                  </a:cubicBezTo>
                  <a:lnTo>
                    <a:pt x="0" y="8643"/>
                  </a:lnTo>
                  <a:cubicBezTo>
                    <a:pt x="0" y="8496"/>
                    <a:pt x="48" y="8369"/>
                    <a:pt x="155" y="8263"/>
                  </a:cubicBezTo>
                  <a:cubicBezTo>
                    <a:pt x="262" y="8159"/>
                    <a:pt x="385" y="8104"/>
                    <a:pt x="535" y="8104"/>
                  </a:cubicBezTo>
                  <a:lnTo>
                    <a:pt x="5925" y="8104"/>
                  </a:lnTo>
                  <a:cubicBezTo>
                    <a:pt x="6072" y="8104"/>
                    <a:pt x="6201" y="8156"/>
                    <a:pt x="6319" y="8257"/>
                  </a:cubicBezTo>
                  <a:cubicBezTo>
                    <a:pt x="6432" y="8358"/>
                    <a:pt x="6486" y="8487"/>
                    <a:pt x="6486" y="8643"/>
                  </a:cubicBezTo>
                  <a:lnTo>
                    <a:pt x="6486" y="12613"/>
                  </a:lnTo>
                  <a:cubicBezTo>
                    <a:pt x="6486" y="12881"/>
                    <a:pt x="6596" y="13154"/>
                    <a:pt x="6800" y="13439"/>
                  </a:cubicBezTo>
                  <a:cubicBezTo>
                    <a:pt x="7005" y="13725"/>
                    <a:pt x="7298" y="13992"/>
                    <a:pt x="7676" y="14246"/>
                  </a:cubicBezTo>
                  <a:cubicBezTo>
                    <a:pt x="8050" y="14499"/>
                    <a:pt x="8505" y="14704"/>
                    <a:pt x="9032" y="14865"/>
                  </a:cubicBezTo>
                  <a:cubicBezTo>
                    <a:pt x="9561" y="15029"/>
                    <a:pt x="10152" y="15107"/>
                    <a:pt x="10802" y="15107"/>
                  </a:cubicBezTo>
                  <a:cubicBezTo>
                    <a:pt x="11447" y="15107"/>
                    <a:pt x="12038" y="15029"/>
                    <a:pt x="12576" y="14865"/>
                  </a:cubicBezTo>
                  <a:cubicBezTo>
                    <a:pt x="13112" y="14704"/>
                    <a:pt x="13566" y="14499"/>
                    <a:pt x="13944" y="14246"/>
                  </a:cubicBezTo>
                  <a:cubicBezTo>
                    <a:pt x="14321" y="13992"/>
                    <a:pt x="14615" y="13722"/>
                    <a:pt x="14822" y="13439"/>
                  </a:cubicBezTo>
                  <a:cubicBezTo>
                    <a:pt x="15029" y="13154"/>
                    <a:pt x="15130" y="12881"/>
                    <a:pt x="15130" y="12613"/>
                  </a:cubicBezTo>
                  <a:lnTo>
                    <a:pt x="15130" y="8643"/>
                  </a:lnTo>
                  <a:cubicBezTo>
                    <a:pt x="15130" y="8286"/>
                    <a:pt x="15311" y="8104"/>
                    <a:pt x="15671" y="8104"/>
                  </a:cubicBezTo>
                  <a:lnTo>
                    <a:pt x="21058" y="8104"/>
                  </a:lnTo>
                  <a:lnTo>
                    <a:pt x="21058" y="8105"/>
                  </a:lnTo>
                  <a:close/>
                  <a:moveTo>
                    <a:pt x="21058" y="2"/>
                  </a:moveTo>
                  <a:cubicBezTo>
                    <a:pt x="21205" y="2"/>
                    <a:pt x="21335" y="54"/>
                    <a:pt x="21438" y="161"/>
                  </a:cubicBezTo>
                  <a:cubicBezTo>
                    <a:pt x="21542" y="267"/>
                    <a:pt x="21599" y="391"/>
                    <a:pt x="21599" y="541"/>
                  </a:cubicBezTo>
                  <a:lnTo>
                    <a:pt x="21599" y="5928"/>
                  </a:lnTo>
                  <a:cubicBezTo>
                    <a:pt x="21599" y="6077"/>
                    <a:pt x="21542" y="6204"/>
                    <a:pt x="21438" y="6308"/>
                  </a:cubicBezTo>
                  <a:cubicBezTo>
                    <a:pt x="21335" y="6414"/>
                    <a:pt x="21205" y="6466"/>
                    <a:pt x="21058" y="6466"/>
                  </a:cubicBezTo>
                  <a:lnTo>
                    <a:pt x="15671" y="6466"/>
                  </a:lnTo>
                  <a:cubicBezTo>
                    <a:pt x="15311" y="6466"/>
                    <a:pt x="15130" y="6288"/>
                    <a:pt x="15130" y="5928"/>
                  </a:cubicBezTo>
                  <a:lnTo>
                    <a:pt x="15130" y="541"/>
                  </a:lnTo>
                  <a:cubicBezTo>
                    <a:pt x="15130" y="391"/>
                    <a:pt x="15182" y="267"/>
                    <a:pt x="15282" y="161"/>
                  </a:cubicBezTo>
                  <a:cubicBezTo>
                    <a:pt x="15383" y="54"/>
                    <a:pt x="15513" y="2"/>
                    <a:pt x="15671" y="2"/>
                  </a:cubicBezTo>
                  <a:lnTo>
                    <a:pt x="21058" y="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8" name="AutoShape 98"/>
            <p:cNvSpPr>
              <a:spLocks/>
            </p:cNvSpPr>
            <p:nvPr/>
          </p:nvSpPr>
          <p:spPr bwMode="auto">
            <a:xfrm>
              <a:off x="3030932" y="226494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647"/>
                  </a:moveTo>
                  <a:cubicBezTo>
                    <a:pt x="21599" y="8410"/>
                    <a:pt x="21443" y="9124"/>
                    <a:pt x="21132" y="9804"/>
                  </a:cubicBezTo>
                  <a:cubicBezTo>
                    <a:pt x="20820" y="10488"/>
                    <a:pt x="20404" y="11134"/>
                    <a:pt x="19880" y="11747"/>
                  </a:cubicBezTo>
                  <a:lnTo>
                    <a:pt x="12619" y="20679"/>
                  </a:lnTo>
                  <a:cubicBezTo>
                    <a:pt x="12095" y="21292"/>
                    <a:pt x="11491" y="21600"/>
                    <a:pt x="10804" y="21600"/>
                  </a:cubicBezTo>
                  <a:cubicBezTo>
                    <a:pt x="10112" y="21600"/>
                    <a:pt x="9520" y="21292"/>
                    <a:pt x="9024" y="20679"/>
                  </a:cubicBezTo>
                  <a:lnTo>
                    <a:pt x="1727" y="11718"/>
                  </a:lnTo>
                  <a:cubicBezTo>
                    <a:pt x="1203" y="11106"/>
                    <a:pt x="783" y="10462"/>
                    <a:pt x="472" y="9782"/>
                  </a:cubicBezTo>
                  <a:cubicBezTo>
                    <a:pt x="156" y="9110"/>
                    <a:pt x="0" y="8398"/>
                    <a:pt x="0" y="7647"/>
                  </a:cubicBezTo>
                  <a:cubicBezTo>
                    <a:pt x="0" y="6594"/>
                    <a:pt x="279" y="5601"/>
                    <a:pt x="843" y="4669"/>
                  </a:cubicBezTo>
                  <a:cubicBezTo>
                    <a:pt x="1403" y="3737"/>
                    <a:pt x="2179" y="2921"/>
                    <a:pt x="3164" y="2227"/>
                  </a:cubicBezTo>
                  <a:cubicBezTo>
                    <a:pt x="4143" y="1538"/>
                    <a:pt x="5296" y="990"/>
                    <a:pt x="6615" y="595"/>
                  </a:cubicBezTo>
                  <a:cubicBezTo>
                    <a:pt x="7936" y="197"/>
                    <a:pt x="9344" y="0"/>
                    <a:pt x="10819" y="0"/>
                  </a:cubicBezTo>
                  <a:cubicBezTo>
                    <a:pt x="12316" y="0"/>
                    <a:pt x="13719" y="197"/>
                    <a:pt x="15023" y="595"/>
                  </a:cubicBezTo>
                  <a:cubicBezTo>
                    <a:pt x="16335" y="993"/>
                    <a:pt x="17475" y="1538"/>
                    <a:pt x="18451" y="2227"/>
                  </a:cubicBezTo>
                  <a:cubicBezTo>
                    <a:pt x="19427" y="2921"/>
                    <a:pt x="20200" y="3737"/>
                    <a:pt x="20756" y="4669"/>
                  </a:cubicBezTo>
                  <a:cubicBezTo>
                    <a:pt x="21320" y="5603"/>
                    <a:pt x="21599" y="6594"/>
                    <a:pt x="21599" y="7647"/>
                  </a:cubicBezTo>
                  <a:moveTo>
                    <a:pt x="10819" y="11408"/>
                  </a:moveTo>
                  <a:cubicBezTo>
                    <a:pt x="11547" y="11408"/>
                    <a:pt x="12240" y="11309"/>
                    <a:pt x="12900" y="11114"/>
                  </a:cubicBezTo>
                  <a:cubicBezTo>
                    <a:pt x="13556" y="10922"/>
                    <a:pt x="14127" y="10651"/>
                    <a:pt x="14612" y="10310"/>
                  </a:cubicBezTo>
                  <a:cubicBezTo>
                    <a:pt x="15096" y="9968"/>
                    <a:pt x="15476" y="9564"/>
                    <a:pt x="15748" y="9107"/>
                  </a:cubicBezTo>
                  <a:cubicBezTo>
                    <a:pt x="16028" y="8650"/>
                    <a:pt x="16164" y="8158"/>
                    <a:pt x="16164" y="7645"/>
                  </a:cubicBezTo>
                  <a:cubicBezTo>
                    <a:pt x="16164" y="7131"/>
                    <a:pt x="16028" y="6642"/>
                    <a:pt x="15748" y="6176"/>
                  </a:cubicBezTo>
                  <a:cubicBezTo>
                    <a:pt x="15476" y="5713"/>
                    <a:pt x="15096" y="5304"/>
                    <a:pt x="14612" y="4951"/>
                  </a:cubicBezTo>
                  <a:cubicBezTo>
                    <a:pt x="14128" y="4604"/>
                    <a:pt x="13564" y="4327"/>
                    <a:pt x="12908" y="4135"/>
                  </a:cubicBezTo>
                  <a:cubicBezTo>
                    <a:pt x="12256" y="3943"/>
                    <a:pt x="11564" y="3842"/>
                    <a:pt x="10820" y="3842"/>
                  </a:cubicBezTo>
                  <a:cubicBezTo>
                    <a:pt x="10068" y="3842"/>
                    <a:pt x="9376" y="3940"/>
                    <a:pt x="8736" y="4135"/>
                  </a:cubicBezTo>
                  <a:cubicBezTo>
                    <a:pt x="8092" y="4327"/>
                    <a:pt x="7528" y="4604"/>
                    <a:pt x="7032" y="4951"/>
                  </a:cubicBezTo>
                  <a:cubicBezTo>
                    <a:pt x="6532" y="5304"/>
                    <a:pt x="6148" y="5713"/>
                    <a:pt x="5872" y="6171"/>
                  </a:cubicBezTo>
                  <a:cubicBezTo>
                    <a:pt x="5596" y="6628"/>
                    <a:pt x="5460" y="7119"/>
                    <a:pt x="5460" y="7642"/>
                  </a:cubicBezTo>
                  <a:cubicBezTo>
                    <a:pt x="5460" y="8155"/>
                    <a:pt x="5596" y="8644"/>
                    <a:pt x="5872" y="9104"/>
                  </a:cubicBezTo>
                  <a:cubicBezTo>
                    <a:pt x="6148" y="9561"/>
                    <a:pt x="6532" y="9965"/>
                    <a:pt x="7032" y="10307"/>
                  </a:cubicBezTo>
                  <a:cubicBezTo>
                    <a:pt x="7528" y="10648"/>
                    <a:pt x="8092" y="10919"/>
                    <a:pt x="8736" y="11111"/>
                  </a:cubicBezTo>
                  <a:cubicBezTo>
                    <a:pt x="9376" y="11309"/>
                    <a:pt x="10068" y="11408"/>
                    <a:pt x="10819" y="1140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9" name="AutoShape 99"/>
            <p:cNvSpPr>
              <a:spLocks/>
            </p:cNvSpPr>
            <p:nvPr/>
          </p:nvSpPr>
          <p:spPr bwMode="auto">
            <a:xfrm>
              <a:off x="4098728" y="2273396"/>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5" y="0"/>
                  </a:moveTo>
                  <a:cubicBezTo>
                    <a:pt x="20642" y="0"/>
                    <a:pt x="20950" y="611"/>
                    <a:pt x="21209" y="1807"/>
                  </a:cubicBezTo>
                  <a:cubicBezTo>
                    <a:pt x="21467" y="3004"/>
                    <a:pt x="21599" y="4431"/>
                    <a:pt x="21599" y="6130"/>
                  </a:cubicBezTo>
                  <a:lnTo>
                    <a:pt x="21599" y="15496"/>
                  </a:lnTo>
                  <a:cubicBezTo>
                    <a:pt x="21599" y="17168"/>
                    <a:pt x="21467" y="18623"/>
                    <a:pt x="21209" y="19819"/>
                  </a:cubicBezTo>
                  <a:cubicBezTo>
                    <a:pt x="20950" y="21015"/>
                    <a:pt x="20642" y="21600"/>
                    <a:pt x="20275" y="21600"/>
                  </a:cubicBezTo>
                  <a:lnTo>
                    <a:pt x="1348" y="21600"/>
                  </a:lnTo>
                  <a:cubicBezTo>
                    <a:pt x="963" y="21600"/>
                    <a:pt x="640" y="21015"/>
                    <a:pt x="384" y="19873"/>
                  </a:cubicBezTo>
                  <a:cubicBezTo>
                    <a:pt x="126" y="18731"/>
                    <a:pt x="0" y="17277"/>
                    <a:pt x="0" y="15496"/>
                  </a:cubicBezTo>
                  <a:lnTo>
                    <a:pt x="0" y="6130"/>
                  </a:lnTo>
                  <a:cubicBezTo>
                    <a:pt x="0" y="4431"/>
                    <a:pt x="126" y="3004"/>
                    <a:pt x="384" y="1807"/>
                  </a:cubicBezTo>
                  <a:cubicBezTo>
                    <a:pt x="640" y="611"/>
                    <a:pt x="954" y="0"/>
                    <a:pt x="1318" y="0"/>
                  </a:cubicBezTo>
                  <a:lnTo>
                    <a:pt x="20275"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0" name="AutoShape 100"/>
            <p:cNvSpPr>
              <a:spLocks/>
            </p:cNvSpPr>
            <p:nvPr/>
          </p:nvSpPr>
          <p:spPr bwMode="auto">
            <a:xfrm>
              <a:off x="5100588"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82"/>
                    <a:pt x="15013" y="844"/>
                  </a:cubicBezTo>
                  <a:cubicBezTo>
                    <a:pt x="16321" y="1406"/>
                    <a:pt x="17465" y="2179"/>
                    <a:pt x="18449" y="3153"/>
                  </a:cubicBezTo>
                  <a:cubicBezTo>
                    <a:pt x="19432" y="4127"/>
                    <a:pt x="20204" y="5277"/>
                    <a:pt x="20760" y="6590"/>
                  </a:cubicBezTo>
                  <a:cubicBezTo>
                    <a:pt x="21323" y="7897"/>
                    <a:pt x="21599" y="9303"/>
                    <a:pt x="21599" y="10797"/>
                  </a:cubicBezTo>
                  <a:cubicBezTo>
                    <a:pt x="21599" y="12290"/>
                    <a:pt x="21323" y="13696"/>
                    <a:pt x="20760" y="15009"/>
                  </a:cubicBezTo>
                  <a:cubicBezTo>
                    <a:pt x="20204" y="16317"/>
                    <a:pt x="19432" y="17463"/>
                    <a:pt x="18449" y="18440"/>
                  </a:cubicBezTo>
                  <a:cubicBezTo>
                    <a:pt x="17465" y="19423"/>
                    <a:pt x="16321" y="20188"/>
                    <a:pt x="15013" y="20750"/>
                  </a:cubicBezTo>
                  <a:cubicBezTo>
                    <a:pt x="13704" y="21311"/>
                    <a:pt x="12303" y="21600"/>
                    <a:pt x="10805" y="21600"/>
                  </a:cubicBezTo>
                  <a:cubicBezTo>
                    <a:pt x="9310" y="21600"/>
                    <a:pt x="7906" y="21312"/>
                    <a:pt x="6595" y="20750"/>
                  </a:cubicBezTo>
                  <a:cubicBezTo>
                    <a:pt x="5281" y="20188"/>
                    <a:pt x="4136" y="19420"/>
                    <a:pt x="3156" y="18440"/>
                  </a:cubicBezTo>
                  <a:cubicBezTo>
                    <a:pt x="2178" y="17463"/>
                    <a:pt x="1407" y="16317"/>
                    <a:pt x="844" y="15009"/>
                  </a:cubicBezTo>
                  <a:cubicBezTo>
                    <a:pt x="279" y="13696"/>
                    <a:pt x="0" y="12290"/>
                    <a:pt x="0" y="10797"/>
                  </a:cubicBezTo>
                  <a:cubicBezTo>
                    <a:pt x="0" y="9303"/>
                    <a:pt x="279" y="7897"/>
                    <a:pt x="844" y="6590"/>
                  </a:cubicBezTo>
                  <a:cubicBezTo>
                    <a:pt x="1407" y="5277"/>
                    <a:pt x="2178" y="4130"/>
                    <a:pt x="3156" y="3153"/>
                  </a:cubicBezTo>
                  <a:cubicBezTo>
                    <a:pt x="4136" y="2176"/>
                    <a:pt x="5281" y="1406"/>
                    <a:pt x="6595" y="844"/>
                  </a:cubicBezTo>
                  <a:cubicBezTo>
                    <a:pt x="7906" y="279"/>
                    <a:pt x="9310" y="0"/>
                    <a:pt x="10805" y="0"/>
                  </a:cubicBezTo>
                  <a:moveTo>
                    <a:pt x="17042" y="9743"/>
                  </a:moveTo>
                  <a:cubicBezTo>
                    <a:pt x="17042" y="9616"/>
                    <a:pt x="16996" y="9512"/>
                    <a:pt x="16900" y="9424"/>
                  </a:cubicBezTo>
                  <a:cubicBezTo>
                    <a:pt x="16804" y="9343"/>
                    <a:pt x="16705" y="9297"/>
                    <a:pt x="16595" y="9297"/>
                  </a:cubicBezTo>
                  <a:lnTo>
                    <a:pt x="5015" y="9297"/>
                  </a:lnTo>
                  <a:cubicBezTo>
                    <a:pt x="4719" y="9297"/>
                    <a:pt x="4569" y="9453"/>
                    <a:pt x="4569" y="9744"/>
                  </a:cubicBezTo>
                  <a:lnTo>
                    <a:pt x="4569" y="11878"/>
                  </a:lnTo>
                  <a:cubicBezTo>
                    <a:pt x="4569" y="12175"/>
                    <a:pt x="4719" y="12324"/>
                    <a:pt x="5015" y="12324"/>
                  </a:cubicBezTo>
                  <a:lnTo>
                    <a:pt x="16595" y="12324"/>
                  </a:lnTo>
                  <a:cubicBezTo>
                    <a:pt x="16705" y="12324"/>
                    <a:pt x="16804" y="12279"/>
                    <a:pt x="16900" y="12197"/>
                  </a:cubicBezTo>
                  <a:cubicBezTo>
                    <a:pt x="16996" y="12110"/>
                    <a:pt x="17042" y="12005"/>
                    <a:pt x="17042" y="11878"/>
                  </a:cubicBezTo>
                  <a:lnTo>
                    <a:pt x="17042" y="97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1" name="AutoShape 101"/>
            <p:cNvSpPr>
              <a:spLocks/>
            </p:cNvSpPr>
            <p:nvPr/>
          </p:nvSpPr>
          <p:spPr bwMode="auto">
            <a:xfrm>
              <a:off x="10274" y="301550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817" y="0"/>
                  </a:lnTo>
                  <a:lnTo>
                    <a:pt x="9817" y="9815"/>
                  </a:lnTo>
                  <a:lnTo>
                    <a:pt x="0" y="9815"/>
                  </a:lnTo>
                  <a:lnTo>
                    <a:pt x="0" y="0"/>
                  </a:lnTo>
                  <a:close/>
                  <a:moveTo>
                    <a:pt x="0" y="11784"/>
                  </a:moveTo>
                  <a:lnTo>
                    <a:pt x="9817" y="11784"/>
                  </a:lnTo>
                  <a:lnTo>
                    <a:pt x="9817" y="21600"/>
                  </a:lnTo>
                  <a:lnTo>
                    <a:pt x="0" y="21600"/>
                  </a:lnTo>
                  <a:lnTo>
                    <a:pt x="0" y="11784"/>
                  </a:lnTo>
                  <a:close/>
                  <a:moveTo>
                    <a:pt x="1956" y="7859"/>
                  </a:moveTo>
                  <a:lnTo>
                    <a:pt x="7860" y="7859"/>
                  </a:lnTo>
                  <a:lnTo>
                    <a:pt x="7860" y="1950"/>
                  </a:lnTo>
                  <a:lnTo>
                    <a:pt x="1956" y="1950"/>
                  </a:lnTo>
                  <a:lnTo>
                    <a:pt x="1956" y="7859"/>
                  </a:lnTo>
                  <a:close/>
                  <a:moveTo>
                    <a:pt x="1956" y="19646"/>
                  </a:moveTo>
                  <a:lnTo>
                    <a:pt x="7860" y="19646"/>
                  </a:lnTo>
                  <a:lnTo>
                    <a:pt x="7860" y="13738"/>
                  </a:lnTo>
                  <a:lnTo>
                    <a:pt x="1956" y="13738"/>
                  </a:lnTo>
                  <a:lnTo>
                    <a:pt x="1956" y="19646"/>
                  </a:lnTo>
                  <a:close/>
                  <a:moveTo>
                    <a:pt x="3924" y="3948"/>
                  </a:moveTo>
                  <a:lnTo>
                    <a:pt x="5907" y="3948"/>
                  </a:lnTo>
                  <a:lnTo>
                    <a:pt x="5907" y="5905"/>
                  </a:lnTo>
                  <a:lnTo>
                    <a:pt x="3924" y="5905"/>
                  </a:lnTo>
                  <a:lnTo>
                    <a:pt x="3924" y="3948"/>
                  </a:lnTo>
                  <a:close/>
                  <a:moveTo>
                    <a:pt x="3924" y="15694"/>
                  </a:moveTo>
                  <a:lnTo>
                    <a:pt x="5907" y="15694"/>
                  </a:lnTo>
                  <a:lnTo>
                    <a:pt x="5907" y="17677"/>
                  </a:lnTo>
                  <a:lnTo>
                    <a:pt x="3924" y="17677"/>
                  </a:lnTo>
                  <a:lnTo>
                    <a:pt x="3924" y="15694"/>
                  </a:lnTo>
                  <a:close/>
                  <a:moveTo>
                    <a:pt x="21599" y="9815"/>
                  </a:moveTo>
                  <a:lnTo>
                    <a:pt x="11782" y="9815"/>
                  </a:lnTo>
                  <a:lnTo>
                    <a:pt x="11782" y="0"/>
                  </a:lnTo>
                  <a:lnTo>
                    <a:pt x="21599" y="0"/>
                  </a:lnTo>
                  <a:lnTo>
                    <a:pt x="21599" y="9815"/>
                  </a:lnTo>
                  <a:close/>
                  <a:moveTo>
                    <a:pt x="19643" y="11784"/>
                  </a:moveTo>
                  <a:lnTo>
                    <a:pt x="21599" y="11784"/>
                  </a:lnTo>
                  <a:lnTo>
                    <a:pt x="21599" y="17677"/>
                  </a:lnTo>
                  <a:lnTo>
                    <a:pt x="15692" y="17677"/>
                  </a:lnTo>
                  <a:lnTo>
                    <a:pt x="15692" y="15724"/>
                  </a:lnTo>
                  <a:lnTo>
                    <a:pt x="13739" y="15724"/>
                  </a:lnTo>
                  <a:lnTo>
                    <a:pt x="13739" y="21600"/>
                  </a:lnTo>
                  <a:lnTo>
                    <a:pt x="11782" y="21600"/>
                  </a:lnTo>
                  <a:lnTo>
                    <a:pt x="11782" y="11784"/>
                  </a:lnTo>
                  <a:lnTo>
                    <a:pt x="17646" y="11784"/>
                  </a:lnTo>
                  <a:lnTo>
                    <a:pt x="17646" y="13738"/>
                  </a:lnTo>
                  <a:lnTo>
                    <a:pt x="19643" y="13738"/>
                  </a:lnTo>
                  <a:lnTo>
                    <a:pt x="19643" y="11784"/>
                  </a:lnTo>
                  <a:close/>
                  <a:moveTo>
                    <a:pt x="19643" y="1953"/>
                  </a:moveTo>
                  <a:lnTo>
                    <a:pt x="13739" y="1953"/>
                  </a:lnTo>
                  <a:lnTo>
                    <a:pt x="13739" y="7861"/>
                  </a:lnTo>
                  <a:lnTo>
                    <a:pt x="19643" y="7861"/>
                  </a:lnTo>
                  <a:lnTo>
                    <a:pt x="19643" y="1953"/>
                  </a:lnTo>
                  <a:close/>
                  <a:moveTo>
                    <a:pt x="17646" y="5905"/>
                  </a:moveTo>
                  <a:lnTo>
                    <a:pt x="15692" y="5905"/>
                  </a:lnTo>
                  <a:lnTo>
                    <a:pt x="15692" y="3948"/>
                  </a:lnTo>
                  <a:lnTo>
                    <a:pt x="17646" y="3948"/>
                  </a:lnTo>
                  <a:lnTo>
                    <a:pt x="17646" y="5905"/>
                  </a:lnTo>
                  <a:close/>
                  <a:moveTo>
                    <a:pt x="15692" y="19646"/>
                  </a:moveTo>
                  <a:lnTo>
                    <a:pt x="17646" y="19646"/>
                  </a:lnTo>
                  <a:lnTo>
                    <a:pt x="17646" y="21600"/>
                  </a:lnTo>
                  <a:lnTo>
                    <a:pt x="15692" y="21600"/>
                  </a:lnTo>
                  <a:lnTo>
                    <a:pt x="15692" y="19646"/>
                  </a:lnTo>
                  <a:close/>
                  <a:moveTo>
                    <a:pt x="19643" y="19646"/>
                  </a:moveTo>
                  <a:lnTo>
                    <a:pt x="21599" y="19646"/>
                  </a:lnTo>
                  <a:lnTo>
                    <a:pt x="21599" y="21600"/>
                  </a:lnTo>
                  <a:lnTo>
                    <a:pt x="19643" y="21600"/>
                  </a:lnTo>
                  <a:lnTo>
                    <a:pt x="19643" y="1964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2" name="AutoShape 102"/>
            <p:cNvSpPr>
              <a:spLocks/>
            </p:cNvSpPr>
            <p:nvPr/>
          </p:nvSpPr>
          <p:spPr bwMode="auto">
            <a:xfrm>
              <a:off x="980656"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4"/>
                  </a:cubicBezTo>
                  <a:cubicBezTo>
                    <a:pt x="16319" y="1409"/>
                    <a:pt x="17463" y="2179"/>
                    <a:pt x="18449" y="3156"/>
                  </a:cubicBezTo>
                  <a:cubicBezTo>
                    <a:pt x="19432" y="4133"/>
                    <a:pt x="20201" y="5277"/>
                    <a:pt x="20760" y="6587"/>
                  </a:cubicBezTo>
                  <a:cubicBezTo>
                    <a:pt x="21317" y="7900"/>
                    <a:pt x="21599" y="9303"/>
                    <a:pt x="21599" y="10800"/>
                  </a:cubicBezTo>
                  <a:cubicBezTo>
                    <a:pt x="21599" y="12296"/>
                    <a:pt x="21317" y="13699"/>
                    <a:pt x="20760" y="15009"/>
                  </a:cubicBezTo>
                  <a:cubicBezTo>
                    <a:pt x="20201" y="16319"/>
                    <a:pt x="19430" y="17466"/>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6"/>
                    <a:pt x="1409" y="16319"/>
                    <a:pt x="847" y="15009"/>
                  </a:cubicBezTo>
                  <a:cubicBezTo>
                    <a:pt x="282" y="13699"/>
                    <a:pt x="0" y="12296"/>
                    <a:pt x="0" y="10800"/>
                  </a:cubicBezTo>
                  <a:cubicBezTo>
                    <a:pt x="0" y="9303"/>
                    <a:pt x="282" y="7900"/>
                    <a:pt x="847" y="6587"/>
                  </a:cubicBezTo>
                  <a:cubicBezTo>
                    <a:pt x="1409" y="5277"/>
                    <a:pt x="2181" y="4133"/>
                    <a:pt x="3158" y="3156"/>
                  </a:cubicBezTo>
                  <a:cubicBezTo>
                    <a:pt x="4136" y="2179"/>
                    <a:pt x="5280" y="1409"/>
                    <a:pt x="6594" y="844"/>
                  </a:cubicBezTo>
                  <a:cubicBezTo>
                    <a:pt x="7902" y="279"/>
                    <a:pt x="9306" y="0"/>
                    <a:pt x="10807" y="0"/>
                  </a:cubicBezTo>
                  <a:moveTo>
                    <a:pt x="13296" y="11689"/>
                  </a:moveTo>
                  <a:lnTo>
                    <a:pt x="13296" y="11689"/>
                  </a:lnTo>
                  <a:cubicBezTo>
                    <a:pt x="13522" y="11511"/>
                    <a:pt x="13742" y="11299"/>
                    <a:pt x="13965" y="11068"/>
                  </a:cubicBezTo>
                  <a:cubicBezTo>
                    <a:pt x="14186" y="10831"/>
                    <a:pt x="14392" y="10576"/>
                    <a:pt x="14587" y="10297"/>
                  </a:cubicBezTo>
                  <a:cubicBezTo>
                    <a:pt x="14782" y="10017"/>
                    <a:pt x="14937" y="9707"/>
                    <a:pt x="15053" y="9359"/>
                  </a:cubicBezTo>
                  <a:cubicBezTo>
                    <a:pt x="15172" y="9012"/>
                    <a:pt x="15228" y="8603"/>
                    <a:pt x="15228" y="8134"/>
                  </a:cubicBezTo>
                  <a:cubicBezTo>
                    <a:pt x="15228" y="7521"/>
                    <a:pt x="15107" y="6976"/>
                    <a:pt x="14855" y="6496"/>
                  </a:cubicBezTo>
                  <a:cubicBezTo>
                    <a:pt x="14607" y="6022"/>
                    <a:pt x="14276" y="5624"/>
                    <a:pt x="13861" y="5316"/>
                  </a:cubicBezTo>
                  <a:cubicBezTo>
                    <a:pt x="13445" y="5006"/>
                    <a:pt x="12979" y="4766"/>
                    <a:pt x="12459" y="4599"/>
                  </a:cubicBezTo>
                  <a:cubicBezTo>
                    <a:pt x="11940" y="4433"/>
                    <a:pt x="11425" y="4348"/>
                    <a:pt x="10911" y="4348"/>
                  </a:cubicBezTo>
                  <a:cubicBezTo>
                    <a:pt x="10343" y="4348"/>
                    <a:pt x="9832" y="4424"/>
                    <a:pt x="9377" y="4571"/>
                  </a:cubicBezTo>
                  <a:cubicBezTo>
                    <a:pt x="8922" y="4721"/>
                    <a:pt x="8535" y="4881"/>
                    <a:pt x="8221" y="5051"/>
                  </a:cubicBezTo>
                  <a:cubicBezTo>
                    <a:pt x="7905" y="5223"/>
                    <a:pt x="7668" y="5381"/>
                    <a:pt x="7504" y="5531"/>
                  </a:cubicBezTo>
                  <a:cubicBezTo>
                    <a:pt x="7340" y="5681"/>
                    <a:pt x="7249" y="5763"/>
                    <a:pt x="7232" y="5782"/>
                  </a:cubicBezTo>
                  <a:cubicBezTo>
                    <a:pt x="7086" y="5926"/>
                    <a:pt x="7074" y="6101"/>
                    <a:pt x="7190" y="6307"/>
                  </a:cubicBezTo>
                  <a:lnTo>
                    <a:pt x="8476" y="7863"/>
                  </a:lnTo>
                  <a:cubicBezTo>
                    <a:pt x="8512" y="7937"/>
                    <a:pt x="8600" y="7990"/>
                    <a:pt x="8747" y="8024"/>
                  </a:cubicBezTo>
                  <a:cubicBezTo>
                    <a:pt x="8854" y="8024"/>
                    <a:pt x="8959" y="7999"/>
                    <a:pt x="9058" y="7945"/>
                  </a:cubicBezTo>
                  <a:lnTo>
                    <a:pt x="9193" y="7838"/>
                  </a:lnTo>
                  <a:cubicBezTo>
                    <a:pt x="9281" y="7764"/>
                    <a:pt x="9405" y="7685"/>
                    <a:pt x="9563" y="7601"/>
                  </a:cubicBezTo>
                  <a:cubicBezTo>
                    <a:pt x="9724" y="7513"/>
                    <a:pt x="9897" y="7440"/>
                    <a:pt x="10095" y="7375"/>
                  </a:cubicBezTo>
                  <a:cubicBezTo>
                    <a:pt x="10287" y="7313"/>
                    <a:pt x="10499" y="7282"/>
                    <a:pt x="10725" y="7282"/>
                  </a:cubicBezTo>
                  <a:cubicBezTo>
                    <a:pt x="11092" y="7282"/>
                    <a:pt x="11406" y="7383"/>
                    <a:pt x="11663" y="7587"/>
                  </a:cubicBezTo>
                  <a:cubicBezTo>
                    <a:pt x="11920" y="7790"/>
                    <a:pt x="12050" y="8050"/>
                    <a:pt x="12050" y="8363"/>
                  </a:cubicBezTo>
                  <a:cubicBezTo>
                    <a:pt x="12050" y="8696"/>
                    <a:pt x="11940" y="8990"/>
                    <a:pt x="11719" y="9235"/>
                  </a:cubicBezTo>
                  <a:cubicBezTo>
                    <a:pt x="11499" y="9484"/>
                    <a:pt x="11222" y="9755"/>
                    <a:pt x="10886" y="10054"/>
                  </a:cubicBezTo>
                  <a:cubicBezTo>
                    <a:pt x="10679" y="10215"/>
                    <a:pt x="10470" y="10399"/>
                    <a:pt x="10256" y="10599"/>
                  </a:cubicBezTo>
                  <a:cubicBezTo>
                    <a:pt x="10047" y="10802"/>
                    <a:pt x="9849" y="11034"/>
                    <a:pt x="9676" y="11297"/>
                  </a:cubicBezTo>
                  <a:cubicBezTo>
                    <a:pt x="9501" y="11559"/>
                    <a:pt x="9357" y="11844"/>
                    <a:pt x="9250" y="12155"/>
                  </a:cubicBezTo>
                  <a:cubicBezTo>
                    <a:pt x="9142" y="12465"/>
                    <a:pt x="9086" y="12824"/>
                    <a:pt x="9086" y="13231"/>
                  </a:cubicBezTo>
                  <a:lnTo>
                    <a:pt x="9086" y="14095"/>
                  </a:lnTo>
                  <a:cubicBezTo>
                    <a:pt x="9086" y="14202"/>
                    <a:pt x="9128" y="14298"/>
                    <a:pt x="9210" y="14377"/>
                  </a:cubicBezTo>
                  <a:cubicBezTo>
                    <a:pt x="9289" y="14459"/>
                    <a:pt x="9385" y="14498"/>
                    <a:pt x="9493" y="14498"/>
                  </a:cubicBezTo>
                  <a:lnTo>
                    <a:pt x="11711" y="14498"/>
                  </a:lnTo>
                  <a:cubicBezTo>
                    <a:pt x="11821" y="14498"/>
                    <a:pt x="11911" y="14459"/>
                    <a:pt x="11990" y="14377"/>
                  </a:cubicBezTo>
                  <a:cubicBezTo>
                    <a:pt x="12067" y="14298"/>
                    <a:pt x="12106" y="14202"/>
                    <a:pt x="12106" y="14095"/>
                  </a:cubicBezTo>
                  <a:lnTo>
                    <a:pt x="12106" y="13406"/>
                  </a:lnTo>
                  <a:cubicBezTo>
                    <a:pt x="12106" y="13053"/>
                    <a:pt x="12219" y="12756"/>
                    <a:pt x="12451" y="12508"/>
                  </a:cubicBezTo>
                  <a:cubicBezTo>
                    <a:pt x="12680" y="12259"/>
                    <a:pt x="12960" y="11988"/>
                    <a:pt x="13296" y="11689"/>
                  </a:cubicBezTo>
                  <a:moveTo>
                    <a:pt x="12106" y="15664"/>
                  </a:moveTo>
                  <a:cubicBezTo>
                    <a:pt x="12106" y="15557"/>
                    <a:pt x="12067" y="15464"/>
                    <a:pt x="11996" y="15382"/>
                  </a:cubicBezTo>
                  <a:cubicBezTo>
                    <a:pt x="11928" y="15300"/>
                    <a:pt x="11829" y="15258"/>
                    <a:pt x="11711" y="15258"/>
                  </a:cubicBezTo>
                  <a:lnTo>
                    <a:pt x="9493" y="15258"/>
                  </a:lnTo>
                  <a:cubicBezTo>
                    <a:pt x="9385" y="15258"/>
                    <a:pt x="9292" y="15300"/>
                    <a:pt x="9210" y="15382"/>
                  </a:cubicBezTo>
                  <a:cubicBezTo>
                    <a:pt x="9128" y="15464"/>
                    <a:pt x="9086" y="15557"/>
                    <a:pt x="9086" y="15664"/>
                  </a:cubicBezTo>
                  <a:lnTo>
                    <a:pt x="9086" y="17774"/>
                  </a:lnTo>
                  <a:cubicBezTo>
                    <a:pt x="9086" y="17881"/>
                    <a:pt x="9128" y="17980"/>
                    <a:pt x="9210" y="18064"/>
                  </a:cubicBezTo>
                  <a:cubicBezTo>
                    <a:pt x="9289" y="18152"/>
                    <a:pt x="9385" y="18194"/>
                    <a:pt x="9493" y="18194"/>
                  </a:cubicBezTo>
                  <a:lnTo>
                    <a:pt x="11711" y="18194"/>
                  </a:lnTo>
                  <a:cubicBezTo>
                    <a:pt x="11821" y="18194"/>
                    <a:pt x="11911" y="18152"/>
                    <a:pt x="11990" y="18064"/>
                  </a:cubicBezTo>
                  <a:cubicBezTo>
                    <a:pt x="12067" y="17980"/>
                    <a:pt x="12106" y="17881"/>
                    <a:pt x="12106" y="17774"/>
                  </a:cubicBezTo>
                  <a:lnTo>
                    <a:pt x="12106" y="15664"/>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3" name="AutoShape 103"/>
            <p:cNvSpPr>
              <a:spLocks/>
            </p:cNvSpPr>
            <p:nvPr/>
          </p:nvSpPr>
          <p:spPr bwMode="auto">
            <a:xfrm>
              <a:off x="2006705" y="3003410"/>
              <a:ext cx="417495" cy="417494"/>
            </a:xfrm>
            <a:custGeom>
              <a:avLst/>
              <a:gdLst>
                <a:gd name="T0" fmla="*/ 208738 w 21591"/>
                <a:gd name="T1" fmla="*/ 209718 h 21498"/>
                <a:gd name="T2" fmla="*/ 208738 w 21591"/>
                <a:gd name="T3" fmla="*/ 209718 h 21498"/>
                <a:gd name="T4" fmla="*/ 208738 w 21591"/>
                <a:gd name="T5" fmla="*/ 209718 h 21498"/>
                <a:gd name="T6" fmla="*/ 208738 w 21591"/>
                <a:gd name="T7" fmla="*/ 209718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5"/>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4"/>
                    <a:pt x="6410" y="9875"/>
                  </a:cubicBezTo>
                  <a:cubicBezTo>
                    <a:pt x="5862" y="8926"/>
                    <a:pt x="5319" y="8127"/>
                    <a:pt x="4776" y="7473"/>
                  </a:cubicBezTo>
                  <a:cubicBezTo>
                    <a:pt x="4232" y="6822"/>
                    <a:pt x="3650" y="6495"/>
                    <a:pt x="3024" y="6495"/>
                  </a:cubicBezTo>
                  <a:lnTo>
                    <a:pt x="462" y="6495"/>
                  </a:lnTo>
                  <a:close/>
                  <a:moveTo>
                    <a:pt x="21333" y="15997"/>
                  </a:moveTo>
                  <a:cubicBezTo>
                    <a:pt x="21514" y="16166"/>
                    <a:pt x="21599" y="16385"/>
                    <a:pt x="21590" y="16657"/>
                  </a:cubicBezTo>
                  <a:cubicBezTo>
                    <a:pt x="21590" y="16908"/>
                    <a:pt x="21504" y="17115"/>
                    <a:pt x="21333" y="17284"/>
                  </a:cubicBezTo>
                  <a:lnTo>
                    <a:pt x="17420" y="21182"/>
                  </a:lnTo>
                  <a:cubicBezTo>
                    <a:pt x="17149" y="21453"/>
                    <a:pt x="16916" y="21549"/>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4" name="AutoShape 104"/>
            <p:cNvSpPr>
              <a:spLocks/>
            </p:cNvSpPr>
            <p:nvPr/>
          </p:nvSpPr>
          <p:spPr bwMode="auto">
            <a:xfrm>
              <a:off x="3030932" y="3003410"/>
              <a:ext cx="417495" cy="417494"/>
            </a:xfrm>
            <a:custGeom>
              <a:avLst/>
              <a:gdLst>
                <a:gd name="T0" fmla="*/ 208748 w 21518"/>
                <a:gd name="T1" fmla="*/ 210383 h 21432"/>
                <a:gd name="T2" fmla="*/ 208748 w 21518"/>
                <a:gd name="T3" fmla="*/ 210383 h 21432"/>
                <a:gd name="T4" fmla="*/ 208748 w 21518"/>
                <a:gd name="T5" fmla="*/ 210383 h 21432"/>
                <a:gd name="T6" fmla="*/ 208748 w 21518"/>
                <a:gd name="T7" fmla="*/ 210383 h 214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5"/>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5" name="AutoShape 105"/>
            <p:cNvSpPr>
              <a:spLocks/>
            </p:cNvSpPr>
            <p:nvPr/>
          </p:nvSpPr>
          <p:spPr bwMode="auto">
            <a:xfrm>
              <a:off x="4098728" y="301550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91" y="17891"/>
                  </a:moveTo>
                  <a:cubicBezTo>
                    <a:pt x="21461" y="18164"/>
                    <a:pt x="21599" y="18475"/>
                    <a:pt x="21599" y="18824"/>
                  </a:cubicBezTo>
                  <a:cubicBezTo>
                    <a:pt x="21599" y="19176"/>
                    <a:pt x="21461" y="19490"/>
                    <a:pt x="21191" y="19760"/>
                  </a:cubicBezTo>
                  <a:lnTo>
                    <a:pt x="19784" y="21192"/>
                  </a:lnTo>
                  <a:cubicBezTo>
                    <a:pt x="19514" y="21465"/>
                    <a:pt x="19196" y="21600"/>
                    <a:pt x="18829" y="21600"/>
                  </a:cubicBezTo>
                  <a:cubicBezTo>
                    <a:pt x="18465" y="21600"/>
                    <a:pt x="18150" y="21465"/>
                    <a:pt x="17889" y="21192"/>
                  </a:cubicBezTo>
                  <a:lnTo>
                    <a:pt x="10800" y="14101"/>
                  </a:lnTo>
                  <a:lnTo>
                    <a:pt x="3684" y="21192"/>
                  </a:lnTo>
                  <a:cubicBezTo>
                    <a:pt x="3410" y="21465"/>
                    <a:pt x="3099" y="21600"/>
                    <a:pt x="2749" y="21600"/>
                  </a:cubicBezTo>
                  <a:cubicBezTo>
                    <a:pt x="2397" y="21600"/>
                    <a:pt x="2083" y="21465"/>
                    <a:pt x="1815" y="21192"/>
                  </a:cubicBezTo>
                  <a:lnTo>
                    <a:pt x="408" y="19787"/>
                  </a:lnTo>
                  <a:cubicBezTo>
                    <a:pt x="135" y="19520"/>
                    <a:pt x="0" y="19200"/>
                    <a:pt x="0" y="18839"/>
                  </a:cubicBezTo>
                  <a:cubicBezTo>
                    <a:pt x="0" y="18481"/>
                    <a:pt x="135" y="18164"/>
                    <a:pt x="408" y="17891"/>
                  </a:cubicBezTo>
                  <a:lnTo>
                    <a:pt x="7556" y="10731"/>
                  </a:lnTo>
                  <a:lnTo>
                    <a:pt x="408" y="3708"/>
                  </a:lnTo>
                  <a:cubicBezTo>
                    <a:pt x="135" y="3435"/>
                    <a:pt x="0" y="3121"/>
                    <a:pt x="0" y="2760"/>
                  </a:cubicBezTo>
                  <a:cubicBezTo>
                    <a:pt x="0" y="2399"/>
                    <a:pt x="135" y="2082"/>
                    <a:pt x="408" y="1815"/>
                  </a:cubicBezTo>
                  <a:lnTo>
                    <a:pt x="1815" y="407"/>
                  </a:lnTo>
                  <a:cubicBezTo>
                    <a:pt x="2085" y="135"/>
                    <a:pt x="2403" y="0"/>
                    <a:pt x="2770" y="0"/>
                  </a:cubicBezTo>
                  <a:cubicBezTo>
                    <a:pt x="3134" y="0"/>
                    <a:pt x="3449" y="134"/>
                    <a:pt x="3710" y="407"/>
                  </a:cubicBezTo>
                  <a:lnTo>
                    <a:pt x="10800" y="7486"/>
                  </a:lnTo>
                  <a:lnTo>
                    <a:pt x="17889" y="407"/>
                  </a:lnTo>
                  <a:cubicBezTo>
                    <a:pt x="18159" y="135"/>
                    <a:pt x="18476" y="0"/>
                    <a:pt x="18838" y="0"/>
                  </a:cubicBezTo>
                  <a:cubicBezTo>
                    <a:pt x="19196" y="0"/>
                    <a:pt x="19514" y="134"/>
                    <a:pt x="19784" y="407"/>
                  </a:cubicBezTo>
                  <a:lnTo>
                    <a:pt x="21191" y="1815"/>
                  </a:lnTo>
                  <a:cubicBezTo>
                    <a:pt x="21461" y="2082"/>
                    <a:pt x="21599" y="2402"/>
                    <a:pt x="21599" y="2769"/>
                  </a:cubicBezTo>
                  <a:cubicBezTo>
                    <a:pt x="21599" y="3133"/>
                    <a:pt x="21461" y="3447"/>
                    <a:pt x="21191" y="3708"/>
                  </a:cubicBezTo>
                  <a:lnTo>
                    <a:pt x="14043" y="10869"/>
                  </a:lnTo>
                  <a:lnTo>
                    <a:pt x="21191" y="1789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6" name="AutoShape 106"/>
            <p:cNvSpPr>
              <a:spLocks/>
            </p:cNvSpPr>
            <p:nvPr/>
          </p:nvSpPr>
          <p:spPr bwMode="auto">
            <a:xfrm>
              <a:off x="5093304" y="301550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9"/>
                    <a:pt x="18449" y="3156"/>
                  </a:cubicBezTo>
                  <a:cubicBezTo>
                    <a:pt x="19432" y="4133"/>
                    <a:pt x="20201" y="5279"/>
                    <a:pt x="20760" y="6590"/>
                  </a:cubicBezTo>
                  <a:cubicBezTo>
                    <a:pt x="21317" y="7900"/>
                    <a:pt x="21599" y="9306"/>
                    <a:pt x="21599" y="10800"/>
                  </a:cubicBezTo>
                  <a:cubicBezTo>
                    <a:pt x="21599" y="12296"/>
                    <a:pt x="21317" y="13702"/>
                    <a:pt x="20760" y="15012"/>
                  </a:cubicBezTo>
                  <a:cubicBezTo>
                    <a:pt x="20201" y="16320"/>
                    <a:pt x="19430" y="17469"/>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9"/>
                    <a:pt x="1409" y="16320"/>
                    <a:pt x="847" y="15012"/>
                  </a:cubicBezTo>
                  <a:cubicBezTo>
                    <a:pt x="282" y="13702"/>
                    <a:pt x="0" y="12296"/>
                    <a:pt x="0" y="10800"/>
                  </a:cubicBezTo>
                  <a:cubicBezTo>
                    <a:pt x="0" y="9306"/>
                    <a:pt x="282" y="7900"/>
                    <a:pt x="847" y="6590"/>
                  </a:cubicBezTo>
                  <a:cubicBezTo>
                    <a:pt x="1409" y="5279"/>
                    <a:pt x="2181" y="4133"/>
                    <a:pt x="3158" y="3156"/>
                  </a:cubicBezTo>
                  <a:cubicBezTo>
                    <a:pt x="4136" y="2179"/>
                    <a:pt x="5280" y="1408"/>
                    <a:pt x="6594" y="847"/>
                  </a:cubicBezTo>
                  <a:cubicBezTo>
                    <a:pt x="7902" y="282"/>
                    <a:pt x="9306" y="0"/>
                    <a:pt x="10807" y="0"/>
                  </a:cubicBezTo>
                  <a:moveTo>
                    <a:pt x="10807" y="18355"/>
                  </a:moveTo>
                  <a:cubicBezTo>
                    <a:pt x="11860" y="18355"/>
                    <a:pt x="12844" y="18157"/>
                    <a:pt x="13756" y="17759"/>
                  </a:cubicBezTo>
                  <a:cubicBezTo>
                    <a:pt x="14666" y="17367"/>
                    <a:pt x="15463" y="16822"/>
                    <a:pt x="16149" y="16139"/>
                  </a:cubicBezTo>
                  <a:cubicBezTo>
                    <a:pt x="16836" y="15455"/>
                    <a:pt x="17378" y="14656"/>
                    <a:pt x="17774" y="13744"/>
                  </a:cubicBezTo>
                  <a:cubicBezTo>
                    <a:pt x="18169" y="12835"/>
                    <a:pt x="18367" y="11853"/>
                    <a:pt x="18367" y="10799"/>
                  </a:cubicBezTo>
                  <a:cubicBezTo>
                    <a:pt x="18367" y="9746"/>
                    <a:pt x="18169" y="8766"/>
                    <a:pt x="17774" y="7852"/>
                  </a:cubicBezTo>
                  <a:cubicBezTo>
                    <a:pt x="17376" y="6942"/>
                    <a:pt x="16836" y="6146"/>
                    <a:pt x="16149" y="5463"/>
                  </a:cubicBezTo>
                  <a:cubicBezTo>
                    <a:pt x="15466" y="4777"/>
                    <a:pt x="14666" y="4235"/>
                    <a:pt x="13748" y="3839"/>
                  </a:cubicBezTo>
                  <a:cubicBezTo>
                    <a:pt x="12830" y="3444"/>
                    <a:pt x="11852" y="3246"/>
                    <a:pt x="10807" y="3246"/>
                  </a:cubicBezTo>
                  <a:cubicBezTo>
                    <a:pt x="9753" y="3246"/>
                    <a:pt x="8764" y="3444"/>
                    <a:pt x="7851" y="3839"/>
                  </a:cubicBezTo>
                  <a:cubicBezTo>
                    <a:pt x="6933" y="4235"/>
                    <a:pt x="6139" y="4777"/>
                    <a:pt x="5455" y="5463"/>
                  </a:cubicBezTo>
                  <a:cubicBezTo>
                    <a:pt x="4774" y="6146"/>
                    <a:pt x="4235" y="6942"/>
                    <a:pt x="3839" y="7852"/>
                  </a:cubicBezTo>
                  <a:cubicBezTo>
                    <a:pt x="3444" y="8766"/>
                    <a:pt x="3246" y="9746"/>
                    <a:pt x="3246" y="10799"/>
                  </a:cubicBezTo>
                  <a:cubicBezTo>
                    <a:pt x="3246" y="11852"/>
                    <a:pt x="3444" y="12835"/>
                    <a:pt x="3839" y="13744"/>
                  </a:cubicBezTo>
                  <a:cubicBezTo>
                    <a:pt x="4238" y="14656"/>
                    <a:pt x="4774" y="15455"/>
                    <a:pt x="5455" y="16139"/>
                  </a:cubicBezTo>
                  <a:cubicBezTo>
                    <a:pt x="6136" y="16822"/>
                    <a:pt x="6930" y="17367"/>
                    <a:pt x="7851" y="17759"/>
                  </a:cubicBezTo>
                  <a:cubicBezTo>
                    <a:pt x="8764" y="18158"/>
                    <a:pt x="9753" y="18355"/>
                    <a:pt x="10807" y="18355"/>
                  </a:cubicBezTo>
                  <a:moveTo>
                    <a:pt x="15350" y="7784"/>
                  </a:moveTo>
                  <a:cubicBezTo>
                    <a:pt x="15613" y="8049"/>
                    <a:pt x="15613" y="8304"/>
                    <a:pt x="15350" y="8555"/>
                  </a:cubicBezTo>
                  <a:lnTo>
                    <a:pt x="13104" y="10800"/>
                  </a:lnTo>
                  <a:lnTo>
                    <a:pt x="15350" y="13044"/>
                  </a:lnTo>
                  <a:cubicBezTo>
                    <a:pt x="15613" y="13304"/>
                    <a:pt x="15613" y="13564"/>
                    <a:pt x="15350" y="13812"/>
                  </a:cubicBezTo>
                  <a:lnTo>
                    <a:pt x="13821" y="15340"/>
                  </a:lnTo>
                  <a:cubicBezTo>
                    <a:pt x="13714" y="15447"/>
                    <a:pt x="13584" y="15501"/>
                    <a:pt x="13434" y="15501"/>
                  </a:cubicBezTo>
                  <a:cubicBezTo>
                    <a:pt x="13287" y="15501"/>
                    <a:pt x="13157" y="15447"/>
                    <a:pt x="13050" y="15340"/>
                  </a:cubicBezTo>
                  <a:lnTo>
                    <a:pt x="10804" y="13095"/>
                  </a:lnTo>
                  <a:lnTo>
                    <a:pt x="8558" y="15340"/>
                  </a:lnTo>
                  <a:cubicBezTo>
                    <a:pt x="8450" y="15447"/>
                    <a:pt x="8320" y="15501"/>
                    <a:pt x="8170" y="15501"/>
                  </a:cubicBezTo>
                  <a:cubicBezTo>
                    <a:pt x="8024" y="15501"/>
                    <a:pt x="7888" y="15447"/>
                    <a:pt x="7772" y="15340"/>
                  </a:cubicBezTo>
                  <a:lnTo>
                    <a:pt x="6258" y="13812"/>
                  </a:lnTo>
                  <a:cubicBezTo>
                    <a:pt x="6150" y="13705"/>
                    <a:pt x="6094" y="13575"/>
                    <a:pt x="6094" y="13428"/>
                  </a:cubicBezTo>
                  <a:cubicBezTo>
                    <a:pt x="6094" y="13279"/>
                    <a:pt x="6150" y="13149"/>
                    <a:pt x="6258" y="13041"/>
                  </a:cubicBezTo>
                  <a:lnTo>
                    <a:pt x="8504" y="10797"/>
                  </a:lnTo>
                  <a:lnTo>
                    <a:pt x="6258" y="8552"/>
                  </a:lnTo>
                  <a:cubicBezTo>
                    <a:pt x="6150" y="8445"/>
                    <a:pt x="6094" y="8315"/>
                    <a:pt x="6094" y="8168"/>
                  </a:cubicBezTo>
                  <a:cubicBezTo>
                    <a:pt x="6094" y="8018"/>
                    <a:pt x="6150" y="7891"/>
                    <a:pt x="6258" y="7781"/>
                  </a:cubicBezTo>
                  <a:lnTo>
                    <a:pt x="7772" y="6256"/>
                  </a:lnTo>
                  <a:cubicBezTo>
                    <a:pt x="8035" y="5994"/>
                    <a:pt x="8295" y="5994"/>
                    <a:pt x="8555" y="6256"/>
                  </a:cubicBezTo>
                  <a:lnTo>
                    <a:pt x="10801" y="8498"/>
                  </a:lnTo>
                  <a:lnTo>
                    <a:pt x="13047" y="6256"/>
                  </a:lnTo>
                  <a:cubicBezTo>
                    <a:pt x="13307" y="5994"/>
                    <a:pt x="13567" y="5994"/>
                    <a:pt x="13816" y="6256"/>
                  </a:cubicBezTo>
                  <a:lnTo>
                    <a:pt x="15350" y="7784"/>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7" name="AutoShape 107"/>
            <p:cNvSpPr>
              <a:spLocks/>
            </p:cNvSpPr>
            <p:nvPr/>
          </p:nvSpPr>
          <p:spPr bwMode="auto">
            <a:xfrm>
              <a:off x="6119352" y="3003410"/>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449" y="3162"/>
                  </a:moveTo>
                  <a:cubicBezTo>
                    <a:pt x="19503" y="4215"/>
                    <a:pt x="20291" y="5407"/>
                    <a:pt x="20817" y="6731"/>
                  </a:cubicBezTo>
                  <a:cubicBezTo>
                    <a:pt x="21340" y="8058"/>
                    <a:pt x="21599" y="9410"/>
                    <a:pt x="21599" y="10800"/>
                  </a:cubicBezTo>
                  <a:cubicBezTo>
                    <a:pt x="21599" y="12186"/>
                    <a:pt x="21337" y="13544"/>
                    <a:pt x="20817" y="14871"/>
                  </a:cubicBezTo>
                  <a:cubicBezTo>
                    <a:pt x="20291" y="16192"/>
                    <a:pt x="19503" y="17381"/>
                    <a:pt x="18449" y="18437"/>
                  </a:cubicBezTo>
                  <a:cubicBezTo>
                    <a:pt x="17393" y="19490"/>
                    <a:pt x="16200" y="20284"/>
                    <a:pt x="14869" y="20809"/>
                  </a:cubicBezTo>
                  <a:cubicBezTo>
                    <a:pt x="13539" y="21337"/>
                    <a:pt x="12183" y="21600"/>
                    <a:pt x="10801" y="21600"/>
                  </a:cubicBezTo>
                  <a:cubicBezTo>
                    <a:pt x="9416" y="21600"/>
                    <a:pt x="8057" y="21337"/>
                    <a:pt x="6730" y="20809"/>
                  </a:cubicBezTo>
                  <a:cubicBezTo>
                    <a:pt x="5399" y="20284"/>
                    <a:pt x="4206" y="19490"/>
                    <a:pt x="3150" y="18437"/>
                  </a:cubicBezTo>
                  <a:cubicBezTo>
                    <a:pt x="2099" y="17381"/>
                    <a:pt x="1308" y="16192"/>
                    <a:pt x="782" y="14871"/>
                  </a:cubicBezTo>
                  <a:cubicBezTo>
                    <a:pt x="259" y="13544"/>
                    <a:pt x="0" y="12186"/>
                    <a:pt x="0" y="10800"/>
                  </a:cubicBezTo>
                  <a:cubicBezTo>
                    <a:pt x="0" y="9410"/>
                    <a:pt x="265" y="8055"/>
                    <a:pt x="791" y="6725"/>
                  </a:cubicBezTo>
                  <a:cubicBezTo>
                    <a:pt x="1319" y="5395"/>
                    <a:pt x="2104" y="4210"/>
                    <a:pt x="3150" y="3162"/>
                  </a:cubicBezTo>
                  <a:cubicBezTo>
                    <a:pt x="4206" y="2109"/>
                    <a:pt x="5399" y="1318"/>
                    <a:pt x="6730" y="790"/>
                  </a:cubicBezTo>
                  <a:cubicBezTo>
                    <a:pt x="8060" y="262"/>
                    <a:pt x="9416" y="0"/>
                    <a:pt x="10801" y="0"/>
                  </a:cubicBezTo>
                  <a:cubicBezTo>
                    <a:pt x="12183" y="0"/>
                    <a:pt x="13542" y="262"/>
                    <a:pt x="14869" y="790"/>
                  </a:cubicBezTo>
                  <a:cubicBezTo>
                    <a:pt x="16197" y="1318"/>
                    <a:pt x="17393" y="2109"/>
                    <a:pt x="18449" y="3162"/>
                  </a:cubicBezTo>
                  <a:moveTo>
                    <a:pt x="16282" y="7530"/>
                  </a:moveTo>
                  <a:cubicBezTo>
                    <a:pt x="16488" y="7321"/>
                    <a:pt x="16488" y="7112"/>
                    <a:pt x="16282" y="6892"/>
                  </a:cubicBezTo>
                  <a:lnTo>
                    <a:pt x="14700" y="5342"/>
                  </a:lnTo>
                  <a:cubicBezTo>
                    <a:pt x="14474" y="5116"/>
                    <a:pt x="14262" y="5116"/>
                    <a:pt x="14061" y="5342"/>
                  </a:cubicBezTo>
                  <a:lnTo>
                    <a:pt x="10775" y="8640"/>
                  </a:lnTo>
                  <a:lnTo>
                    <a:pt x="7775" y="5650"/>
                  </a:lnTo>
                  <a:cubicBezTo>
                    <a:pt x="7685" y="5562"/>
                    <a:pt x="7583" y="5514"/>
                    <a:pt x="7464" y="5514"/>
                  </a:cubicBezTo>
                  <a:cubicBezTo>
                    <a:pt x="7348" y="5514"/>
                    <a:pt x="7238" y="5562"/>
                    <a:pt x="7139" y="5650"/>
                  </a:cubicBezTo>
                  <a:lnTo>
                    <a:pt x="5653" y="7177"/>
                  </a:lnTo>
                  <a:cubicBezTo>
                    <a:pt x="5427" y="7386"/>
                    <a:pt x="5427" y="7595"/>
                    <a:pt x="5653" y="7812"/>
                  </a:cubicBezTo>
                  <a:lnTo>
                    <a:pt x="8617" y="10771"/>
                  </a:lnTo>
                  <a:lnTo>
                    <a:pt x="5345" y="14069"/>
                  </a:lnTo>
                  <a:cubicBezTo>
                    <a:pt x="5255" y="14162"/>
                    <a:pt x="5207" y="14264"/>
                    <a:pt x="5207" y="14383"/>
                  </a:cubicBezTo>
                  <a:cubicBezTo>
                    <a:pt x="5207" y="14501"/>
                    <a:pt x="5255" y="14609"/>
                    <a:pt x="5345" y="14705"/>
                  </a:cubicBezTo>
                  <a:lnTo>
                    <a:pt x="6899" y="16274"/>
                  </a:lnTo>
                  <a:cubicBezTo>
                    <a:pt x="6990" y="16365"/>
                    <a:pt x="7094" y="16413"/>
                    <a:pt x="7216" y="16416"/>
                  </a:cubicBezTo>
                  <a:cubicBezTo>
                    <a:pt x="7340" y="16418"/>
                    <a:pt x="7444" y="16373"/>
                    <a:pt x="7535" y="16274"/>
                  </a:cubicBezTo>
                  <a:lnTo>
                    <a:pt x="10835" y="12991"/>
                  </a:lnTo>
                  <a:lnTo>
                    <a:pt x="13796" y="15978"/>
                  </a:lnTo>
                  <a:cubicBezTo>
                    <a:pt x="13886" y="16065"/>
                    <a:pt x="13991" y="16111"/>
                    <a:pt x="14115" y="16111"/>
                  </a:cubicBezTo>
                  <a:cubicBezTo>
                    <a:pt x="14237" y="16111"/>
                    <a:pt x="14341" y="16065"/>
                    <a:pt x="14432" y="15978"/>
                  </a:cubicBezTo>
                  <a:lnTo>
                    <a:pt x="15960" y="14450"/>
                  </a:lnTo>
                  <a:cubicBezTo>
                    <a:pt x="16166" y="14241"/>
                    <a:pt x="16166" y="14032"/>
                    <a:pt x="15960" y="13815"/>
                  </a:cubicBezTo>
                  <a:lnTo>
                    <a:pt x="12957" y="10856"/>
                  </a:lnTo>
                  <a:lnTo>
                    <a:pt x="16282" y="753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8" name="AutoShape 108"/>
            <p:cNvSpPr>
              <a:spLocks/>
            </p:cNvSpPr>
            <p:nvPr/>
          </p:nvSpPr>
          <p:spPr bwMode="auto">
            <a:xfrm>
              <a:off x="7089734"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11" y="0"/>
                  </a:moveTo>
                  <a:cubicBezTo>
                    <a:pt x="20953" y="0"/>
                    <a:pt x="21161" y="105"/>
                    <a:pt x="21338" y="317"/>
                  </a:cubicBezTo>
                  <a:cubicBezTo>
                    <a:pt x="21514" y="525"/>
                    <a:pt x="21599" y="778"/>
                    <a:pt x="21599" y="1066"/>
                  </a:cubicBezTo>
                  <a:lnTo>
                    <a:pt x="21599" y="4118"/>
                  </a:lnTo>
                  <a:cubicBezTo>
                    <a:pt x="21599" y="4409"/>
                    <a:pt x="21514" y="4661"/>
                    <a:pt x="21338" y="4870"/>
                  </a:cubicBezTo>
                  <a:cubicBezTo>
                    <a:pt x="21161" y="5084"/>
                    <a:pt x="20953" y="5190"/>
                    <a:pt x="20711" y="5190"/>
                  </a:cubicBezTo>
                  <a:lnTo>
                    <a:pt x="913" y="5190"/>
                  </a:lnTo>
                  <a:cubicBezTo>
                    <a:pt x="656" y="5190"/>
                    <a:pt x="440" y="5084"/>
                    <a:pt x="261" y="4870"/>
                  </a:cubicBezTo>
                  <a:cubicBezTo>
                    <a:pt x="85" y="4661"/>
                    <a:pt x="0" y="4409"/>
                    <a:pt x="0" y="4118"/>
                  </a:cubicBezTo>
                  <a:lnTo>
                    <a:pt x="0" y="1066"/>
                  </a:lnTo>
                  <a:cubicBezTo>
                    <a:pt x="0" y="778"/>
                    <a:pt x="85" y="525"/>
                    <a:pt x="261" y="317"/>
                  </a:cubicBezTo>
                  <a:cubicBezTo>
                    <a:pt x="438" y="105"/>
                    <a:pt x="653" y="0"/>
                    <a:pt x="913" y="0"/>
                  </a:cubicBezTo>
                  <a:lnTo>
                    <a:pt x="20711" y="0"/>
                  </a:lnTo>
                  <a:close/>
                  <a:moveTo>
                    <a:pt x="20711" y="8213"/>
                  </a:moveTo>
                  <a:cubicBezTo>
                    <a:pt x="20953" y="8213"/>
                    <a:pt x="21161" y="8316"/>
                    <a:pt x="21338" y="8527"/>
                  </a:cubicBezTo>
                  <a:cubicBezTo>
                    <a:pt x="21514" y="8742"/>
                    <a:pt x="21599" y="8985"/>
                    <a:pt x="21599" y="9264"/>
                  </a:cubicBezTo>
                  <a:lnTo>
                    <a:pt x="21599" y="12331"/>
                  </a:lnTo>
                  <a:cubicBezTo>
                    <a:pt x="21599" y="12622"/>
                    <a:pt x="21514" y="12872"/>
                    <a:pt x="21338" y="13078"/>
                  </a:cubicBezTo>
                  <a:cubicBezTo>
                    <a:pt x="21161" y="13286"/>
                    <a:pt x="20953" y="13389"/>
                    <a:pt x="20711" y="13389"/>
                  </a:cubicBezTo>
                  <a:lnTo>
                    <a:pt x="913" y="13389"/>
                  </a:lnTo>
                  <a:cubicBezTo>
                    <a:pt x="656" y="13389"/>
                    <a:pt x="440" y="13283"/>
                    <a:pt x="261" y="13069"/>
                  </a:cubicBezTo>
                  <a:cubicBezTo>
                    <a:pt x="85" y="12860"/>
                    <a:pt x="0" y="12613"/>
                    <a:pt x="0" y="12331"/>
                  </a:cubicBezTo>
                  <a:lnTo>
                    <a:pt x="0" y="9265"/>
                  </a:lnTo>
                  <a:cubicBezTo>
                    <a:pt x="0" y="8977"/>
                    <a:pt x="85" y="8730"/>
                    <a:pt x="261" y="8521"/>
                  </a:cubicBezTo>
                  <a:cubicBezTo>
                    <a:pt x="438" y="8316"/>
                    <a:pt x="653" y="8213"/>
                    <a:pt x="913" y="8213"/>
                  </a:cubicBezTo>
                  <a:lnTo>
                    <a:pt x="20711" y="8213"/>
                  </a:lnTo>
                  <a:close/>
                  <a:moveTo>
                    <a:pt x="20711" y="16412"/>
                  </a:moveTo>
                  <a:cubicBezTo>
                    <a:pt x="20953" y="16412"/>
                    <a:pt x="21161" y="16514"/>
                    <a:pt x="21338" y="16726"/>
                  </a:cubicBezTo>
                  <a:cubicBezTo>
                    <a:pt x="21514" y="16940"/>
                    <a:pt x="21599" y="17190"/>
                    <a:pt x="21599" y="17478"/>
                  </a:cubicBezTo>
                  <a:lnTo>
                    <a:pt x="21599" y="20504"/>
                  </a:lnTo>
                  <a:cubicBezTo>
                    <a:pt x="21599" y="20812"/>
                    <a:pt x="21514" y="21071"/>
                    <a:pt x="21338" y="21282"/>
                  </a:cubicBezTo>
                  <a:cubicBezTo>
                    <a:pt x="21161" y="21494"/>
                    <a:pt x="20953" y="21600"/>
                    <a:pt x="20711" y="21600"/>
                  </a:cubicBezTo>
                  <a:lnTo>
                    <a:pt x="913" y="21600"/>
                  </a:lnTo>
                  <a:cubicBezTo>
                    <a:pt x="656" y="21600"/>
                    <a:pt x="440" y="21494"/>
                    <a:pt x="261" y="21282"/>
                  </a:cubicBezTo>
                  <a:cubicBezTo>
                    <a:pt x="85" y="21071"/>
                    <a:pt x="0" y="20812"/>
                    <a:pt x="0" y="20504"/>
                  </a:cubicBezTo>
                  <a:lnTo>
                    <a:pt x="0" y="17478"/>
                  </a:lnTo>
                  <a:cubicBezTo>
                    <a:pt x="0" y="17190"/>
                    <a:pt x="85" y="16940"/>
                    <a:pt x="261" y="16726"/>
                  </a:cubicBezTo>
                  <a:cubicBezTo>
                    <a:pt x="438" y="16514"/>
                    <a:pt x="653" y="16412"/>
                    <a:pt x="913" y="16412"/>
                  </a:cubicBezTo>
                  <a:lnTo>
                    <a:pt x="20711" y="1641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9" name="AutoShape 109"/>
            <p:cNvSpPr>
              <a:spLocks/>
            </p:cNvSpPr>
            <p:nvPr/>
          </p:nvSpPr>
          <p:spPr bwMode="auto">
            <a:xfrm>
              <a:off x="8048016" y="3011868"/>
              <a:ext cx="417494" cy="417495"/>
            </a:xfrm>
            <a:custGeom>
              <a:avLst/>
              <a:gdLst>
                <a:gd name="T0" fmla="*/ 208747 w 21592"/>
                <a:gd name="T1" fmla="*/ 210907 h 21365"/>
                <a:gd name="T2" fmla="*/ 208747 w 21592"/>
                <a:gd name="T3" fmla="*/ 210907 h 21365"/>
                <a:gd name="T4" fmla="*/ 208747 w 21592"/>
                <a:gd name="T5" fmla="*/ 210907 h 21365"/>
                <a:gd name="T6" fmla="*/ 208747 w 21592"/>
                <a:gd name="T7" fmla="*/ 210907 h 21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2" h="21365">
                  <a:moveTo>
                    <a:pt x="5705" y="19760"/>
                  </a:moveTo>
                  <a:cubicBezTo>
                    <a:pt x="5705" y="20596"/>
                    <a:pt x="5604" y="21104"/>
                    <a:pt x="5403" y="21282"/>
                  </a:cubicBezTo>
                  <a:cubicBezTo>
                    <a:pt x="5200" y="21466"/>
                    <a:pt x="4940" y="21249"/>
                    <a:pt x="4626" y="20641"/>
                  </a:cubicBezTo>
                  <a:lnTo>
                    <a:pt x="313" y="12102"/>
                  </a:lnTo>
                  <a:cubicBezTo>
                    <a:pt x="107" y="11700"/>
                    <a:pt x="0" y="11221"/>
                    <a:pt x="0" y="10686"/>
                  </a:cubicBezTo>
                  <a:cubicBezTo>
                    <a:pt x="0" y="10134"/>
                    <a:pt x="107" y="9666"/>
                    <a:pt x="313" y="9275"/>
                  </a:cubicBezTo>
                  <a:lnTo>
                    <a:pt x="4626" y="680"/>
                  </a:lnTo>
                  <a:cubicBezTo>
                    <a:pt x="4940" y="95"/>
                    <a:pt x="5200" y="-111"/>
                    <a:pt x="5403" y="56"/>
                  </a:cubicBezTo>
                  <a:cubicBezTo>
                    <a:pt x="5604" y="223"/>
                    <a:pt x="5705" y="725"/>
                    <a:pt x="5705" y="1561"/>
                  </a:cubicBezTo>
                  <a:lnTo>
                    <a:pt x="5705" y="7035"/>
                  </a:lnTo>
                  <a:lnTo>
                    <a:pt x="15899" y="7035"/>
                  </a:lnTo>
                  <a:lnTo>
                    <a:pt x="15899" y="1617"/>
                  </a:lnTo>
                  <a:cubicBezTo>
                    <a:pt x="15899" y="781"/>
                    <a:pt x="16004" y="268"/>
                    <a:pt x="16202" y="84"/>
                  </a:cubicBezTo>
                  <a:cubicBezTo>
                    <a:pt x="16405" y="-100"/>
                    <a:pt x="16659" y="95"/>
                    <a:pt x="16967" y="680"/>
                  </a:cubicBezTo>
                  <a:lnTo>
                    <a:pt x="21294" y="9275"/>
                  </a:lnTo>
                  <a:cubicBezTo>
                    <a:pt x="21501" y="9682"/>
                    <a:pt x="21599" y="10150"/>
                    <a:pt x="21591" y="10686"/>
                  </a:cubicBezTo>
                  <a:cubicBezTo>
                    <a:pt x="21591" y="11243"/>
                    <a:pt x="21492" y="11711"/>
                    <a:pt x="21294" y="12102"/>
                  </a:cubicBezTo>
                  <a:lnTo>
                    <a:pt x="16967" y="20697"/>
                  </a:lnTo>
                  <a:cubicBezTo>
                    <a:pt x="16654" y="21282"/>
                    <a:pt x="16397" y="21489"/>
                    <a:pt x="16199" y="21293"/>
                  </a:cubicBezTo>
                  <a:cubicBezTo>
                    <a:pt x="16001" y="21109"/>
                    <a:pt x="15902" y="20596"/>
                    <a:pt x="15902" y="19760"/>
                  </a:cubicBezTo>
                  <a:lnTo>
                    <a:pt x="15902" y="14342"/>
                  </a:lnTo>
                  <a:lnTo>
                    <a:pt x="5705" y="14342"/>
                  </a:lnTo>
                  <a:lnTo>
                    <a:pt x="5705" y="1976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0" name="AutoShape 110"/>
            <p:cNvSpPr>
              <a:spLocks/>
            </p:cNvSpPr>
            <p:nvPr/>
          </p:nvSpPr>
          <p:spPr bwMode="auto">
            <a:xfrm>
              <a:off x="8974828" y="3003410"/>
              <a:ext cx="417494" cy="417494"/>
            </a:xfrm>
            <a:custGeom>
              <a:avLst/>
              <a:gdLst>
                <a:gd name="T0" fmla="*/ 208737 w 21363"/>
                <a:gd name="T1" fmla="*/ 208747 h 21600"/>
                <a:gd name="T2" fmla="*/ 208737 w 21363"/>
                <a:gd name="T3" fmla="*/ 208747 h 21600"/>
                <a:gd name="T4" fmla="*/ 208737 w 21363"/>
                <a:gd name="T5" fmla="*/ 208747 h 21600"/>
                <a:gd name="T6" fmla="*/ 208737 w 21363"/>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63" h="21600">
                  <a:moveTo>
                    <a:pt x="19758" y="15897"/>
                  </a:moveTo>
                  <a:cubicBezTo>
                    <a:pt x="20596" y="15897"/>
                    <a:pt x="21109" y="15995"/>
                    <a:pt x="21294" y="16199"/>
                  </a:cubicBezTo>
                  <a:cubicBezTo>
                    <a:pt x="21478" y="16402"/>
                    <a:pt x="21260" y="16662"/>
                    <a:pt x="20640" y="16978"/>
                  </a:cubicBezTo>
                  <a:lnTo>
                    <a:pt x="12115" y="21286"/>
                  </a:lnTo>
                  <a:cubicBezTo>
                    <a:pt x="11708" y="21492"/>
                    <a:pt x="11228" y="21600"/>
                    <a:pt x="10675" y="21600"/>
                  </a:cubicBezTo>
                  <a:cubicBezTo>
                    <a:pt x="10117" y="21600"/>
                    <a:pt x="9648" y="21492"/>
                    <a:pt x="9257" y="21286"/>
                  </a:cubicBezTo>
                  <a:lnTo>
                    <a:pt x="676" y="16978"/>
                  </a:lnTo>
                  <a:cubicBezTo>
                    <a:pt x="90" y="16662"/>
                    <a:pt x="-116" y="16402"/>
                    <a:pt x="62" y="16199"/>
                  </a:cubicBezTo>
                  <a:cubicBezTo>
                    <a:pt x="241" y="15995"/>
                    <a:pt x="749" y="15897"/>
                    <a:pt x="1586" y="15897"/>
                  </a:cubicBezTo>
                  <a:lnTo>
                    <a:pt x="7013" y="15897"/>
                  </a:lnTo>
                  <a:lnTo>
                    <a:pt x="7013" y="5705"/>
                  </a:lnTo>
                  <a:lnTo>
                    <a:pt x="1586" y="5705"/>
                  </a:lnTo>
                  <a:cubicBezTo>
                    <a:pt x="749" y="5705"/>
                    <a:pt x="241" y="5603"/>
                    <a:pt x="62" y="5400"/>
                  </a:cubicBezTo>
                  <a:cubicBezTo>
                    <a:pt x="-111" y="5197"/>
                    <a:pt x="112" y="4940"/>
                    <a:pt x="732" y="4624"/>
                  </a:cubicBezTo>
                  <a:lnTo>
                    <a:pt x="9257" y="310"/>
                  </a:lnTo>
                  <a:cubicBezTo>
                    <a:pt x="9665" y="104"/>
                    <a:pt x="10134" y="0"/>
                    <a:pt x="10675" y="0"/>
                  </a:cubicBezTo>
                  <a:cubicBezTo>
                    <a:pt x="11228" y="0"/>
                    <a:pt x="11708" y="104"/>
                    <a:pt x="12115" y="310"/>
                  </a:cubicBezTo>
                  <a:lnTo>
                    <a:pt x="20696" y="4624"/>
                  </a:lnTo>
                  <a:cubicBezTo>
                    <a:pt x="21283" y="4940"/>
                    <a:pt x="21484" y="5197"/>
                    <a:pt x="21294" y="5400"/>
                  </a:cubicBezTo>
                  <a:cubicBezTo>
                    <a:pt x="21109" y="5604"/>
                    <a:pt x="20596" y="5705"/>
                    <a:pt x="19758" y="5705"/>
                  </a:cubicBezTo>
                  <a:lnTo>
                    <a:pt x="14360" y="5705"/>
                  </a:lnTo>
                  <a:lnTo>
                    <a:pt x="14360" y="15897"/>
                  </a:lnTo>
                  <a:lnTo>
                    <a:pt x="19758" y="158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1" name="AutoShape 111"/>
            <p:cNvSpPr>
              <a:spLocks/>
            </p:cNvSpPr>
            <p:nvPr/>
          </p:nvSpPr>
          <p:spPr bwMode="auto">
            <a:xfrm>
              <a:off x="9945214" y="3003410"/>
              <a:ext cx="417495" cy="417494"/>
            </a:xfrm>
            <a:custGeom>
              <a:avLst/>
              <a:gdLst>
                <a:gd name="T0" fmla="*/ 208748 w 21478"/>
                <a:gd name="T1" fmla="*/ 208747 h 21600"/>
                <a:gd name="T2" fmla="*/ 208748 w 21478"/>
                <a:gd name="T3" fmla="*/ 208747 h 21600"/>
                <a:gd name="T4" fmla="*/ 208748 w 21478"/>
                <a:gd name="T5" fmla="*/ 208747 h 21600"/>
                <a:gd name="T6" fmla="*/ 208748 w 2147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8" h="21600">
                  <a:moveTo>
                    <a:pt x="9108" y="16746"/>
                  </a:moveTo>
                  <a:cubicBezTo>
                    <a:pt x="9155" y="16837"/>
                    <a:pt x="9197" y="16924"/>
                    <a:pt x="9243" y="17012"/>
                  </a:cubicBezTo>
                  <a:cubicBezTo>
                    <a:pt x="9290" y="17097"/>
                    <a:pt x="9351" y="17181"/>
                    <a:pt x="9431" y="17274"/>
                  </a:cubicBezTo>
                  <a:lnTo>
                    <a:pt x="12259" y="21069"/>
                  </a:lnTo>
                  <a:lnTo>
                    <a:pt x="4473" y="21069"/>
                  </a:lnTo>
                  <a:cubicBezTo>
                    <a:pt x="4227" y="21069"/>
                    <a:pt x="4014" y="20964"/>
                    <a:pt x="3839" y="20755"/>
                  </a:cubicBezTo>
                  <a:cubicBezTo>
                    <a:pt x="3663" y="20543"/>
                    <a:pt x="3574" y="20286"/>
                    <a:pt x="3574" y="19987"/>
                  </a:cubicBezTo>
                  <a:lnTo>
                    <a:pt x="3574" y="7554"/>
                  </a:lnTo>
                  <a:lnTo>
                    <a:pt x="788" y="7554"/>
                  </a:lnTo>
                  <a:cubicBezTo>
                    <a:pt x="376" y="7554"/>
                    <a:pt x="126" y="7419"/>
                    <a:pt x="32" y="7145"/>
                  </a:cubicBezTo>
                  <a:cubicBezTo>
                    <a:pt x="-61" y="6871"/>
                    <a:pt x="46" y="6529"/>
                    <a:pt x="353" y="6123"/>
                  </a:cubicBezTo>
                  <a:lnTo>
                    <a:pt x="4665" y="392"/>
                  </a:lnTo>
                  <a:cubicBezTo>
                    <a:pt x="4850" y="132"/>
                    <a:pt x="5088" y="0"/>
                    <a:pt x="5371" y="0"/>
                  </a:cubicBezTo>
                  <a:cubicBezTo>
                    <a:pt x="5661" y="0"/>
                    <a:pt x="5902" y="132"/>
                    <a:pt x="6090" y="392"/>
                  </a:cubicBezTo>
                  <a:lnTo>
                    <a:pt x="10402" y="6123"/>
                  </a:lnTo>
                  <a:cubicBezTo>
                    <a:pt x="10708" y="6529"/>
                    <a:pt x="10813" y="6871"/>
                    <a:pt x="10722" y="7145"/>
                  </a:cubicBezTo>
                  <a:cubicBezTo>
                    <a:pt x="10629" y="7419"/>
                    <a:pt x="10376" y="7554"/>
                    <a:pt x="9966" y="7554"/>
                  </a:cubicBezTo>
                  <a:lnTo>
                    <a:pt x="7166" y="7554"/>
                  </a:lnTo>
                  <a:lnTo>
                    <a:pt x="7166" y="16746"/>
                  </a:lnTo>
                  <a:lnTo>
                    <a:pt x="9108" y="16746"/>
                  </a:lnTo>
                  <a:close/>
                  <a:moveTo>
                    <a:pt x="20689" y="14045"/>
                  </a:moveTo>
                  <a:cubicBezTo>
                    <a:pt x="21101" y="14045"/>
                    <a:pt x="21351" y="14183"/>
                    <a:pt x="21445" y="14457"/>
                  </a:cubicBezTo>
                  <a:cubicBezTo>
                    <a:pt x="21538" y="14731"/>
                    <a:pt x="21431" y="15069"/>
                    <a:pt x="21127" y="15476"/>
                  </a:cubicBezTo>
                  <a:lnTo>
                    <a:pt x="16812" y="21207"/>
                  </a:lnTo>
                  <a:cubicBezTo>
                    <a:pt x="16625" y="21467"/>
                    <a:pt x="16389" y="21600"/>
                    <a:pt x="16106" y="21600"/>
                  </a:cubicBezTo>
                  <a:cubicBezTo>
                    <a:pt x="15813" y="21600"/>
                    <a:pt x="15575" y="21467"/>
                    <a:pt x="15387" y="21207"/>
                  </a:cubicBezTo>
                  <a:lnTo>
                    <a:pt x="11075" y="15476"/>
                  </a:lnTo>
                  <a:cubicBezTo>
                    <a:pt x="10769" y="15070"/>
                    <a:pt x="10661" y="14731"/>
                    <a:pt x="10755" y="14457"/>
                  </a:cubicBezTo>
                  <a:cubicBezTo>
                    <a:pt x="10848" y="14183"/>
                    <a:pt x="11099" y="14045"/>
                    <a:pt x="11511" y="14045"/>
                  </a:cubicBezTo>
                  <a:lnTo>
                    <a:pt x="14311" y="14045"/>
                  </a:lnTo>
                  <a:lnTo>
                    <a:pt x="14311" y="4881"/>
                  </a:lnTo>
                  <a:lnTo>
                    <a:pt x="12362" y="4881"/>
                  </a:lnTo>
                  <a:cubicBezTo>
                    <a:pt x="12315" y="4791"/>
                    <a:pt x="12271" y="4697"/>
                    <a:pt x="12220" y="4604"/>
                  </a:cubicBezTo>
                  <a:cubicBezTo>
                    <a:pt x="12170" y="4508"/>
                    <a:pt x="12117" y="4418"/>
                    <a:pt x="12056" y="4327"/>
                  </a:cubicBezTo>
                  <a:lnTo>
                    <a:pt x="9213" y="556"/>
                  </a:lnTo>
                  <a:lnTo>
                    <a:pt x="16997" y="556"/>
                  </a:lnTo>
                  <a:cubicBezTo>
                    <a:pt x="17243" y="556"/>
                    <a:pt x="17451" y="657"/>
                    <a:pt x="17627" y="861"/>
                  </a:cubicBezTo>
                  <a:cubicBezTo>
                    <a:pt x="17797" y="1061"/>
                    <a:pt x="17882" y="1321"/>
                    <a:pt x="17882" y="1637"/>
                  </a:cubicBezTo>
                  <a:lnTo>
                    <a:pt x="17882" y="14045"/>
                  </a:lnTo>
                  <a:lnTo>
                    <a:pt x="20689" y="140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2" name="AutoShape 112"/>
            <p:cNvSpPr>
              <a:spLocks/>
            </p:cNvSpPr>
            <p:nvPr/>
          </p:nvSpPr>
          <p:spPr bwMode="auto">
            <a:xfrm>
              <a:off x="10955523" y="3005230"/>
              <a:ext cx="417495" cy="417494"/>
            </a:xfrm>
            <a:custGeom>
              <a:avLst/>
              <a:gdLst>
                <a:gd name="T0" fmla="*/ 208738 w 21571"/>
                <a:gd name="T1" fmla="*/ 208747 h 21600"/>
                <a:gd name="T2" fmla="*/ 208738 w 21571"/>
                <a:gd name="T3" fmla="*/ 208747 h 21600"/>
                <a:gd name="T4" fmla="*/ 208738 w 21571"/>
                <a:gd name="T5" fmla="*/ 208747 h 21600"/>
                <a:gd name="T6" fmla="*/ 208738 w 21571"/>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1" h="21600">
                  <a:moveTo>
                    <a:pt x="21538" y="21106"/>
                  </a:moveTo>
                  <a:cubicBezTo>
                    <a:pt x="21585" y="21238"/>
                    <a:pt x="21580" y="21353"/>
                    <a:pt x="21526" y="21453"/>
                  </a:cubicBezTo>
                  <a:cubicBezTo>
                    <a:pt x="21472" y="21550"/>
                    <a:pt x="21379" y="21600"/>
                    <a:pt x="21257" y="21600"/>
                  </a:cubicBezTo>
                  <a:lnTo>
                    <a:pt x="12601" y="21600"/>
                  </a:lnTo>
                  <a:lnTo>
                    <a:pt x="12298" y="14400"/>
                  </a:lnTo>
                  <a:lnTo>
                    <a:pt x="9281" y="14400"/>
                  </a:lnTo>
                  <a:lnTo>
                    <a:pt x="8966" y="21600"/>
                  </a:lnTo>
                  <a:lnTo>
                    <a:pt x="322" y="21600"/>
                  </a:lnTo>
                  <a:cubicBezTo>
                    <a:pt x="197" y="21600"/>
                    <a:pt x="104" y="21555"/>
                    <a:pt x="48" y="21461"/>
                  </a:cubicBezTo>
                  <a:cubicBezTo>
                    <a:pt x="-11" y="21364"/>
                    <a:pt x="-15" y="21247"/>
                    <a:pt x="28" y="21106"/>
                  </a:cubicBezTo>
                  <a:lnTo>
                    <a:pt x="6979" y="493"/>
                  </a:lnTo>
                  <a:cubicBezTo>
                    <a:pt x="7026" y="361"/>
                    <a:pt x="7109" y="246"/>
                    <a:pt x="7231" y="149"/>
                  </a:cubicBezTo>
                  <a:cubicBezTo>
                    <a:pt x="7351" y="50"/>
                    <a:pt x="7475" y="0"/>
                    <a:pt x="7597" y="0"/>
                  </a:cubicBezTo>
                  <a:lnTo>
                    <a:pt x="9879" y="0"/>
                  </a:lnTo>
                  <a:lnTo>
                    <a:pt x="9786" y="2391"/>
                  </a:lnTo>
                  <a:lnTo>
                    <a:pt x="11797" y="2391"/>
                  </a:lnTo>
                  <a:lnTo>
                    <a:pt x="11692" y="0"/>
                  </a:lnTo>
                  <a:lnTo>
                    <a:pt x="13974" y="0"/>
                  </a:lnTo>
                  <a:cubicBezTo>
                    <a:pt x="14099" y="0"/>
                    <a:pt x="14223" y="46"/>
                    <a:pt x="14341" y="140"/>
                  </a:cubicBezTo>
                  <a:cubicBezTo>
                    <a:pt x="14463" y="234"/>
                    <a:pt x="14546" y="349"/>
                    <a:pt x="14595" y="493"/>
                  </a:cubicBezTo>
                  <a:lnTo>
                    <a:pt x="21538" y="21106"/>
                  </a:lnTo>
                  <a:close/>
                  <a:moveTo>
                    <a:pt x="12120" y="10393"/>
                  </a:moveTo>
                  <a:lnTo>
                    <a:pt x="11885" y="4582"/>
                  </a:lnTo>
                  <a:lnTo>
                    <a:pt x="9677" y="4582"/>
                  </a:lnTo>
                  <a:lnTo>
                    <a:pt x="9442" y="10393"/>
                  </a:lnTo>
                  <a:lnTo>
                    <a:pt x="12120" y="1039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3" name="AutoShape 113"/>
            <p:cNvSpPr>
              <a:spLocks/>
            </p:cNvSpPr>
            <p:nvPr/>
          </p:nvSpPr>
          <p:spPr bwMode="auto">
            <a:xfrm>
              <a:off x="11965837" y="3005230"/>
              <a:ext cx="417494" cy="417494"/>
            </a:xfrm>
            <a:custGeom>
              <a:avLst/>
              <a:gdLst>
                <a:gd name="T0" fmla="*/ 208747 w 21570"/>
                <a:gd name="T1" fmla="*/ 208747 h 21600"/>
                <a:gd name="T2" fmla="*/ 208747 w 21570"/>
                <a:gd name="T3" fmla="*/ 208747 h 21600"/>
                <a:gd name="T4" fmla="*/ 208747 w 21570"/>
                <a:gd name="T5" fmla="*/ 208747 h 21600"/>
                <a:gd name="T6" fmla="*/ 208747 w 2157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0" h="21600">
                  <a:moveTo>
                    <a:pt x="1132" y="0"/>
                  </a:moveTo>
                  <a:cubicBezTo>
                    <a:pt x="3894" y="146"/>
                    <a:pt x="6483" y="774"/>
                    <a:pt x="8906" y="1888"/>
                  </a:cubicBezTo>
                  <a:cubicBezTo>
                    <a:pt x="11328" y="2999"/>
                    <a:pt x="13449" y="4470"/>
                    <a:pt x="15274" y="6296"/>
                  </a:cubicBezTo>
                  <a:cubicBezTo>
                    <a:pt x="17102" y="8124"/>
                    <a:pt x="18568" y="10251"/>
                    <a:pt x="19671" y="12678"/>
                  </a:cubicBezTo>
                  <a:cubicBezTo>
                    <a:pt x="20778" y="15102"/>
                    <a:pt x="21407" y="17699"/>
                    <a:pt x="21562" y="20465"/>
                  </a:cubicBezTo>
                  <a:cubicBezTo>
                    <a:pt x="21600" y="20750"/>
                    <a:pt x="21493" y="21012"/>
                    <a:pt x="21246" y="21251"/>
                  </a:cubicBezTo>
                  <a:cubicBezTo>
                    <a:pt x="21036" y="21482"/>
                    <a:pt x="20783" y="21597"/>
                    <a:pt x="20487" y="21597"/>
                  </a:cubicBezTo>
                  <a:lnTo>
                    <a:pt x="18315" y="21597"/>
                  </a:lnTo>
                  <a:cubicBezTo>
                    <a:pt x="18033" y="21597"/>
                    <a:pt x="17783" y="21496"/>
                    <a:pt x="17579" y="21297"/>
                  </a:cubicBezTo>
                  <a:cubicBezTo>
                    <a:pt x="17372" y="21102"/>
                    <a:pt x="17260" y="20860"/>
                    <a:pt x="17243" y="20575"/>
                  </a:cubicBezTo>
                  <a:cubicBezTo>
                    <a:pt x="17113" y="18390"/>
                    <a:pt x="16608" y="16340"/>
                    <a:pt x="15728" y="14423"/>
                  </a:cubicBezTo>
                  <a:cubicBezTo>
                    <a:pt x="14849" y="12505"/>
                    <a:pt x="13679" y="10818"/>
                    <a:pt x="12219" y="9356"/>
                  </a:cubicBezTo>
                  <a:cubicBezTo>
                    <a:pt x="10762" y="7896"/>
                    <a:pt x="9072" y="6724"/>
                    <a:pt x="7155" y="5841"/>
                  </a:cubicBezTo>
                  <a:cubicBezTo>
                    <a:pt x="5239" y="4963"/>
                    <a:pt x="3192" y="4456"/>
                    <a:pt x="1020" y="4326"/>
                  </a:cubicBezTo>
                  <a:cubicBezTo>
                    <a:pt x="735" y="4309"/>
                    <a:pt x="494" y="4194"/>
                    <a:pt x="298" y="3990"/>
                  </a:cubicBezTo>
                  <a:cubicBezTo>
                    <a:pt x="100" y="3782"/>
                    <a:pt x="0" y="3535"/>
                    <a:pt x="0" y="3253"/>
                  </a:cubicBezTo>
                  <a:lnTo>
                    <a:pt x="0" y="1073"/>
                  </a:lnTo>
                  <a:cubicBezTo>
                    <a:pt x="0" y="768"/>
                    <a:pt x="114" y="520"/>
                    <a:pt x="344" y="316"/>
                  </a:cubicBezTo>
                  <a:cubicBezTo>
                    <a:pt x="554" y="106"/>
                    <a:pt x="796" y="0"/>
                    <a:pt x="1074" y="0"/>
                  </a:cubicBezTo>
                  <a:lnTo>
                    <a:pt x="1132" y="0"/>
                  </a:lnTo>
                  <a:close/>
                  <a:moveTo>
                    <a:pt x="1160" y="7058"/>
                  </a:moveTo>
                  <a:cubicBezTo>
                    <a:pt x="2931" y="7188"/>
                    <a:pt x="4592" y="7623"/>
                    <a:pt x="6147" y="8368"/>
                  </a:cubicBezTo>
                  <a:cubicBezTo>
                    <a:pt x="7701" y="9111"/>
                    <a:pt x="9081" y="10090"/>
                    <a:pt x="10288" y="11296"/>
                  </a:cubicBezTo>
                  <a:cubicBezTo>
                    <a:pt x="11492" y="12505"/>
                    <a:pt x="12466" y="13890"/>
                    <a:pt x="13205" y="15450"/>
                  </a:cubicBezTo>
                  <a:cubicBezTo>
                    <a:pt x="13944" y="17014"/>
                    <a:pt x="14380" y="18675"/>
                    <a:pt x="14518" y="20442"/>
                  </a:cubicBezTo>
                  <a:cubicBezTo>
                    <a:pt x="14556" y="20762"/>
                    <a:pt x="14458" y="21033"/>
                    <a:pt x="14228" y="21254"/>
                  </a:cubicBezTo>
                  <a:cubicBezTo>
                    <a:pt x="14018" y="21484"/>
                    <a:pt x="13757" y="21600"/>
                    <a:pt x="13446" y="21600"/>
                  </a:cubicBezTo>
                  <a:lnTo>
                    <a:pt x="11271" y="21600"/>
                  </a:lnTo>
                  <a:cubicBezTo>
                    <a:pt x="11004" y="21600"/>
                    <a:pt x="10768" y="21504"/>
                    <a:pt x="10564" y="21315"/>
                  </a:cubicBezTo>
                  <a:cubicBezTo>
                    <a:pt x="10357" y="21127"/>
                    <a:pt x="10236" y="20891"/>
                    <a:pt x="10199" y="20603"/>
                  </a:cubicBezTo>
                  <a:cubicBezTo>
                    <a:pt x="10087" y="19383"/>
                    <a:pt x="9774" y="18237"/>
                    <a:pt x="9256" y="17169"/>
                  </a:cubicBezTo>
                  <a:cubicBezTo>
                    <a:pt x="8736" y="16098"/>
                    <a:pt x="8069" y="15154"/>
                    <a:pt x="7259" y="14333"/>
                  </a:cubicBezTo>
                  <a:cubicBezTo>
                    <a:pt x="6440" y="13519"/>
                    <a:pt x="5497" y="12851"/>
                    <a:pt x="4428" y="12330"/>
                  </a:cubicBezTo>
                  <a:cubicBezTo>
                    <a:pt x="3359" y="11809"/>
                    <a:pt x="2215" y="11495"/>
                    <a:pt x="997" y="11385"/>
                  </a:cubicBezTo>
                  <a:cubicBezTo>
                    <a:pt x="712" y="11348"/>
                    <a:pt x="477" y="11224"/>
                    <a:pt x="290" y="11014"/>
                  </a:cubicBezTo>
                  <a:cubicBezTo>
                    <a:pt x="103" y="10804"/>
                    <a:pt x="5" y="10568"/>
                    <a:pt x="5" y="10311"/>
                  </a:cubicBezTo>
                  <a:lnTo>
                    <a:pt x="5" y="8132"/>
                  </a:lnTo>
                  <a:cubicBezTo>
                    <a:pt x="5" y="7812"/>
                    <a:pt x="120" y="7551"/>
                    <a:pt x="350" y="7349"/>
                  </a:cubicBezTo>
                  <a:cubicBezTo>
                    <a:pt x="560" y="7136"/>
                    <a:pt x="801" y="7030"/>
                    <a:pt x="1080" y="7030"/>
                  </a:cubicBezTo>
                  <a:cubicBezTo>
                    <a:pt x="1097" y="7030"/>
                    <a:pt x="1112" y="7035"/>
                    <a:pt x="1120" y="7044"/>
                  </a:cubicBezTo>
                  <a:cubicBezTo>
                    <a:pt x="1129" y="7053"/>
                    <a:pt x="1140" y="7058"/>
                    <a:pt x="1160" y="7058"/>
                  </a:cubicBezTo>
                  <a:moveTo>
                    <a:pt x="3250" y="15102"/>
                  </a:moveTo>
                  <a:cubicBezTo>
                    <a:pt x="3698" y="15102"/>
                    <a:pt x="4118" y="15188"/>
                    <a:pt x="4503" y="15361"/>
                  </a:cubicBezTo>
                  <a:cubicBezTo>
                    <a:pt x="4888" y="15528"/>
                    <a:pt x="5230" y="15761"/>
                    <a:pt x="5526" y="16064"/>
                  </a:cubicBezTo>
                  <a:cubicBezTo>
                    <a:pt x="5825" y="16363"/>
                    <a:pt x="6063" y="16706"/>
                    <a:pt x="6227" y="17085"/>
                  </a:cubicBezTo>
                  <a:cubicBezTo>
                    <a:pt x="6400" y="17474"/>
                    <a:pt x="6483" y="17892"/>
                    <a:pt x="6483" y="18341"/>
                  </a:cubicBezTo>
                  <a:cubicBezTo>
                    <a:pt x="6483" y="18793"/>
                    <a:pt x="6400" y="19219"/>
                    <a:pt x="6227" y="19616"/>
                  </a:cubicBezTo>
                  <a:cubicBezTo>
                    <a:pt x="6060" y="20016"/>
                    <a:pt x="5825" y="20361"/>
                    <a:pt x="5526" y="20652"/>
                  </a:cubicBezTo>
                  <a:cubicBezTo>
                    <a:pt x="5227" y="20940"/>
                    <a:pt x="4885" y="21168"/>
                    <a:pt x="4503" y="21340"/>
                  </a:cubicBezTo>
                  <a:cubicBezTo>
                    <a:pt x="4121" y="21513"/>
                    <a:pt x="3701" y="21597"/>
                    <a:pt x="3250" y="21597"/>
                  </a:cubicBezTo>
                  <a:cubicBezTo>
                    <a:pt x="2799" y="21597"/>
                    <a:pt x="2376" y="21513"/>
                    <a:pt x="1980" y="21340"/>
                  </a:cubicBezTo>
                  <a:cubicBezTo>
                    <a:pt x="1577" y="21168"/>
                    <a:pt x="1235" y="20940"/>
                    <a:pt x="948" y="20652"/>
                  </a:cubicBezTo>
                  <a:cubicBezTo>
                    <a:pt x="658" y="20361"/>
                    <a:pt x="428" y="20019"/>
                    <a:pt x="261" y="19622"/>
                  </a:cubicBezTo>
                  <a:cubicBezTo>
                    <a:pt x="89" y="19230"/>
                    <a:pt x="5" y="18801"/>
                    <a:pt x="5" y="18341"/>
                  </a:cubicBezTo>
                  <a:cubicBezTo>
                    <a:pt x="5" y="17891"/>
                    <a:pt x="89" y="17474"/>
                    <a:pt x="261" y="17085"/>
                  </a:cubicBezTo>
                  <a:cubicBezTo>
                    <a:pt x="431" y="16705"/>
                    <a:pt x="660" y="16363"/>
                    <a:pt x="948" y="16064"/>
                  </a:cubicBezTo>
                  <a:cubicBezTo>
                    <a:pt x="1238" y="15761"/>
                    <a:pt x="1580" y="15528"/>
                    <a:pt x="1980" y="15361"/>
                  </a:cubicBezTo>
                  <a:cubicBezTo>
                    <a:pt x="2379" y="15191"/>
                    <a:pt x="2801" y="15102"/>
                    <a:pt x="3250" y="1510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4" name="AutoShape 114"/>
            <p:cNvSpPr>
              <a:spLocks/>
            </p:cNvSpPr>
            <p:nvPr/>
          </p:nvSpPr>
          <p:spPr bwMode="auto">
            <a:xfrm>
              <a:off x="12967687" y="3007051"/>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600"/>
                    <a:pt x="11896" y="21600"/>
                  </a:cubicBezTo>
                  <a:lnTo>
                    <a:pt x="9732" y="21600"/>
                  </a:lnTo>
                  <a:cubicBezTo>
                    <a:pt x="9368" y="21600"/>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5" name="AutoShape 115"/>
            <p:cNvSpPr>
              <a:spLocks/>
            </p:cNvSpPr>
            <p:nvPr/>
          </p:nvSpPr>
          <p:spPr bwMode="auto">
            <a:xfrm>
              <a:off x="13943530" y="3005230"/>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6" name="AutoShape 116"/>
            <p:cNvSpPr>
              <a:spLocks/>
            </p:cNvSpPr>
            <p:nvPr/>
          </p:nvSpPr>
          <p:spPr bwMode="auto">
            <a:xfrm>
              <a:off x="14957488" y="3015507"/>
              <a:ext cx="417495" cy="417494"/>
            </a:xfrm>
            <a:custGeom>
              <a:avLst/>
              <a:gdLst>
                <a:gd name="T0" fmla="*/ 208738 w 21591"/>
                <a:gd name="T1" fmla="*/ 210221 h 21524"/>
                <a:gd name="T2" fmla="*/ 208738 w 21591"/>
                <a:gd name="T3" fmla="*/ 210221 h 21524"/>
                <a:gd name="T4" fmla="*/ 208738 w 21591"/>
                <a:gd name="T5" fmla="*/ 210221 h 21524"/>
                <a:gd name="T6" fmla="*/ 208738 w 21591"/>
                <a:gd name="T7" fmla="*/ 210221 h 215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24">
                  <a:moveTo>
                    <a:pt x="17534" y="15668"/>
                  </a:moveTo>
                  <a:cubicBezTo>
                    <a:pt x="17659" y="15575"/>
                    <a:pt x="17784" y="15475"/>
                    <a:pt x="17904" y="15367"/>
                  </a:cubicBezTo>
                  <a:cubicBezTo>
                    <a:pt x="18024" y="15258"/>
                    <a:pt x="18151" y="15129"/>
                    <a:pt x="18283" y="14980"/>
                  </a:cubicBezTo>
                  <a:lnTo>
                    <a:pt x="19793" y="13200"/>
                  </a:lnTo>
                  <a:lnTo>
                    <a:pt x="19793" y="17223"/>
                  </a:lnTo>
                  <a:cubicBezTo>
                    <a:pt x="19793" y="17811"/>
                    <a:pt x="19695" y="18367"/>
                    <a:pt x="19502" y="18883"/>
                  </a:cubicBezTo>
                  <a:cubicBezTo>
                    <a:pt x="19306" y="19401"/>
                    <a:pt x="19044" y="19858"/>
                    <a:pt x="18717" y="20250"/>
                  </a:cubicBezTo>
                  <a:cubicBezTo>
                    <a:pt x="18389" y="20642"/>
                    <a:pt x="18009" y="20953"/>
                    <a:pt x="17581" y="21181"/>
                  </a:cubicBezTo>
                  <a:cubicBezTo>
                    <a:pt x="17150" y="21409"/>
                    <a:pt x="16688" y="21523"/>
                    <a:pt x="16186" y="21523"/>
                  </a:cubicBezTo>
                  <a:lnTo>
                    <a:pt x="3592" y="21523"/>
                  </a:lnTo>
                  <a:cubicBezTo>
                    <a:pt x="3103" y="21523"/>
                    <a:pt x="2633" y="21409"/>
                    <a:pt x="2195" y="21181"/>
                  </a:cubicBezTo>
                  <a:cubicBezTo>
                    <a:pt x="1752" y="20953"/>
                    <a:pt x="1372" y="20639"/>
                    <a:pt x="1052" y="20250"/>
                  </a:cubicBezTo>
                  <a:cubicBezTo>
                    <a:pt x="731" y="19861"/>
                    <a:pt x="477" y="19401"/>
                    <a:pt x="286" y="18883"/>
                  </a:cubicBezTo>
                  <a:cubicBezTo>
                    <a:pt x="95" y="18365"/>
                    <a:pt x="0" y="17811"/>
                    <a:pt x="0" y="17223"/>
                  </a:cubicBezTo>
                  <a:lnTo>
                    <a:pt x="0" y="4300"/>
                  </a:lnTo>
                  <a:cubicBezTo>
                    <a:pt x="0" y="3712"/>
                    <a:pt x="95" y="3152"/>
                    <a:pt x="286" y="2628"/>
                  </a:cubicBezTo>
                  <a:cubicBezTo>
                    <a:pt x="477" y="2098"/>
                    <a:pt x="734" y="1645"/>
                    <a:pt x="1052" y="1261"/>
                  </a:cubicBezTo>
                  <a:cubicBezTo>
                    <a:pt x="1370" y="878"/>
                    <a:pt x="1752" y="573"/>
                    <a:pt x="2195" y="345"/>
                  </a:cubicBezTo>
                  <a:cubicBezTo>
                    <a:pt x="2635" y="119"/>
                    <a:pt x="3103" y="-1"/>
                    <a:pt x="3592" y="-1"/>
                  </a:cubicBezTo>
                  <a:lnTo>
                    <a:pt x="13389" y="-1"/>
                  </a:lnTo>
                  <a:cubicBezTo>
                    <a:pt x="13340" y="292"/>
                    <a:pt x="13318" y="585"/>
                    <a:pt x="13318" y="884"/>
                  </a:cubicBezTo>
                  <a:lnTo>
                    <a:pt x="13318" y="1613"/>
                  </a:lnTo>
                  <a:cubicBezTo>
                    <a:pt x="12038" y="1800"/>
                    <a:pt x="10826" y="2163"/>
                    <a:pt x="9688" y="2708"/>
                  </a:cubicBezTo>
                  <a:lnTo>
                    <a:pt x="3595" y="2708"/>
                  </a:lnTo>
                  <a:cubicBezTo>
                    <a:pt x="3230" y="2708"/>
                    <a:pt x="2914" y="2863"/>
                    <a:pt x="2652" y="3176"/>
                  </a:cubicBezTo>
                  <a:cubicBezTo>
                    <a:pt x="2391" y="3486"/>
                    <a:pt x="2261" y="3864"/>
                    <a:pt x="2261" y="4303"/>
                  </a:cubicBezTo>
                  <a:lnTo>
                    <a:pt x="2261" y="17226"/>
                  </a:lnTo>
                  <a:cubicBezTo>
                    <a:pt x="2261" y="17665"/>
                    <a:pt x="2391" y="18040"/>
                    <a:pt x="2652" y="18356"/>
                  </a:cubicBezTo>
                  <a:cubicBezTo>
                    <a:pt x="2912" y="18663"/>
                    <a:pt x="3228" y="18824"/>
                    <a:pt x="3595" y="18824"/>
                  </a:cubicBezTo>
                  <a:lnTo>
                    <a:pt x="16188" y="18824"/>
                  </a:lnTo>
                  <a:cubicBezTo>
                    <a:pt x="16556" y="18824"/>
                    <a:pt x="16871" y="18663"/>
                    <a:pt x="17140" y="18356"/>
                  </a:cubicBezTo>
                  <a:cubicBezTo>
                    <a:pt x="17405" y="18043"/>
                    <a:pt x="17537" y="17668"/>
                    <a:pt x="17537" y="17226"/>
                  </a:cubicBezTo>
                  <a:lnTo>
                    <a:pt x="17537" y="15668"/>
                  </a:lnTo>
                  <a:lnTo>
                    <a:pt x="17534" y="15668"/>
                  </a:lnTo>
                  <a:close/>
                  <a:moveTo>
                    <a:pt x="21286" y="5913"/>
                  </a:moveTo>
                  <a:cubicBezTo>
                    <a:pt x="21497" y="6147"/>
                    <a:pt x="21599" y="6452"/>
                    <a:pt x="21590" y="6827"/>
                  </a:cubicBezTo>
                  <a:cubicBezTo>
                    <a:pt x="21590" y="7190"/>
                    <a:pt x="21489" y="7491"/>
                    <a:pt x="21286" y="7723"/>
                  </a:cubicBezTo>
                  <a:lnTo>
                    <a:pt x="16693" y="13203"/>
                  </a:lnTo>
                  <a:cubicBezTo>
                    <a:pt x="16372" y="13587"/>
                    <a:pt x="16103" y="13721"/>
                    <a:pt x="15878" y="13604"/>
                  </a:cubicBezTo>
                  <a:cubicBezTo>
                    <a:pt x="15655" y="13487"/>
                    <a:pt x="15545" y="13162"/>
                    <a:pt x="15545" y="12630"/>
                  </a:cubicBezTo>
                  <a:lnTo>
                    <a:pt x="15545" y="8987"/>
                  </a:lnTo>
                  <a:cubicBezTo>
                    <a:pt x="13927" y="8987"/>
                    <a:pt x="12505" y="9186"/>
                    <a:pt x="11274" y="9588"/>
                  </a:cubicBezTo>
                  <a:cubicBezTo>
                    <a:pt x="10043" y="9992"/>
                    <a:pt x="9006" y="10533"/>
                    <a:pt x="8159" y="11227"/>
                  </a:cubicBezTo>
                  <a:cubicBezTo>
                    <a:pt x="7310" y="11909"/>
                    <a:pt x="6649" y="12723"/>
                    <a:pt x="6169" y="13663"/>
                  </a:cubicBezTo>
                  <a:cubicBezTo>
                    <a:pt x="5689" y="14600"/>
                    <a:pt x="5386" y="15607"/>
                    <a:pt x="5261" y="16681"/>
                  </a:cubicBezTo>
                  <a:cubicBezTo>
                    <a:pt x="5227" y="16933"/>
                    <a:pt x="5109" y="17059"/>
                    <a:pt x="4899" y="17059"/>
                  </a:cubicBezTo>
                  <a:cubicBezTo>
                    <a:pt x="4703" y="17059"/>
                    <a:pt x="4591" y="16933"/>
                    <a:pt x="4559" y="16681"/>
                  </a:cubicBezTo>
                  <a:cubicBezTo>
                    <a:pt x="4527" y="16470"/>
                    <a:pt x="4510" y="16266"/>
                    <a:pt x="4510" y="16087"/>
                  </a:cubicBezTo>
                  <a:lnTo>
                    <a:pt x="4510" y="15560"/>
                  </a:lnTo>
                  <a:cubicBezTo>
                    <a:pt x="4510" y="14008"/>
                    <a:pt x="4730" y="12550"/>
                    <a:pt x="5173" y="11180"/>
                  </a:cubicBezTo>
                  <a:cubicBezTo>
                    <a:pt x="5616" y="9810"/>
                    <a:pt x="6289" y="8616"/>
                    <a:pt x="7199" y="7591"/>
                  </a:cubicBezTo>
                  <a:cubicBezTo>
                    <a:pt x="8110" y="6566"/>
                    <a:pt x="9255" y="5761"/>
                    <a:pt x="10638" y="5167"/>
                  </a:cubicBezTo>
                  <a:cubicBezTo>
                    <a:pt x="12018" y="4573"/>
                    <a:pt x="13656" y="4265"/>
                    <a:pt x="15547" y="4251"/>
                  </a:cubicBezTo>
                  <a:lnTo>
                    <a:pt x="15547" y="1012"/>
                  </a:lnTo>
                  <a:cubicBezTo>
                    <a:pt x="15547" y="480"/>
                    <a:pt x="15657" y="158"/>
                    <a:pt x="15880" y="41"/>
                  </a:cubicBezTo>
                  <a:cubicBezTo>
                    <a:pt x="16105" y="-76"/>
                    <a:pt x="16374" y="58"/>
                    <a:pt x="16695" y="439"/>
                  </a:cubicBezTo>
                  <a:lnTo>
                    <a:pt x="21286" y="591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7" name="AutoShape 117"/>
            <p:cNvSpPr>
              <a:spLocks/>
            </p:cNvSpPr>
            <p:nvPr/>
          </p:nvSpPr>
          <p:spPr bwMode="auto">
            <a:xfrm>
              <a:off x="15941800" y="3015507"/>
              <a:ext cx="417495" cy="417494"/>
            </a:xfrm>
            <a:custGeom>
              <a:avLst/>
              <a:gdLst>
                <a:gd name="T0" fmla="*/ 208747 w 21600"/>
                <a:gd name="T1" fmla="*/ 210533 h 21508"/>
                <a:gd name="T2" fmla="*/ 208747 w 21600"/>
                <a:gd name="T3" fmla="*/ 210533 h 21508"/>
                <a:gd name="T4" fmla="*/ 208747 w 21600"/>
                <a:gd name="T5" fmla="*/ 210533 h 21508"/>
                <a:gd name="T6" fmla="*/ 208747 w 21600"/>
                <a:gd name="T7" fmla="*/ 210533 h 2150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08">
                  <a:moveTo>
                    <a:pt x="21191" y="7447"/>
                  </a:moveTo>
                  <a:cubicBezTo>
                    <a:pt x="21462" y="7754"/>
                    <a:pt x="21599" y="8137"/>
                    <a:pt x="21599" y="8596"/>
                  </a:cubicBezTo>
                  <a:cubicBezTo>
                    <a:pt x="21599" y="9035"/>
                    <a:pt x="21462" y="9418"/>
                    <a:pt x="21191" y="9746"/>
                  </a:cubicBezTo>
                  <a:lnTo>
                    <a:pt x="15435" y="16662"/>
                  </a:lnTo>
                  <a:cubicBezTo>
                    <a:pt x="15036" y="17135"/>
                    <a:pt x="14691" y="17302"/>
                    <a:pt x="14402" y="17159"/>
                  </a:cubicBezTo>
                  <a:cubicBezTo>
                    <a:pt x="14113" y="17016"/>
                    <a:pt x="13969" y="16609"/>
                    <a:pt x="13969" y="15948"/>
                  </a:cubicBezTo>
                  <a:lnTo>
                    <a:pt x="13969" y="11328"/>
                  </a:lnTo>
                  <a:cubicBezTo>
                    <a:pt x="11922" y="11345"/>
                    <a:pt x="10123" y="11608"/>
                    <a:pt x="8566" y="12117"/>
                  </a:cubicBezTo>
                  <a:cubicBezTo>
                    <a:pt x="7011" y="12632"/>
                    <a:pt x="5699" y="13316"/>
                    <a:pt x="4629" y="14185"/>
                  </a:cubicBezTo>
                  <a:cubicBezTo>
                    <a:pt x="3559" y="15053"/>
                    <a:pt x="2719" y="16074"/>
                    <a:pt x="2110" y="17252"/>
                  </a:cubicBezTo>
                  <a:cubicBezTo>
                    <a:pt x="1500" y="18422"/>
                    <a:pt x="1118" y="19691"/>
                    <a:pt x="962" y="21045"/>
                  </a:cubicBezTo>
                  <a:cubicBezTo>
                    <a:pt x="930" y="21352"/>
                    <a:pt x="785" y="21507"/>
                    <a:pt x="526" y="21507"/>
                  </a:cubicBezTo>
                  <a:lnTo>
                    <a:pt x="501" y="21507"/>
                  </a:lnTo>
                  <a:cubicBezTo>
                    <a:pt x="247" y="21507"/>
                    <a:pt x="100" y="21353"/>
                    <a:pt x="68" y="21045"/>
                  </a:cubicBezTo>
                  <a:cubicBezTo>
                    <a:pt x="22" y="20566"/>
                    <a:pt x="0" y="20092"/>
                    <a:pt x="0" y="19618"/>
                  </a:cubicBezTo>
                  <a:cubicBezTo>
                    <a:pt x="0" y="17665"/>
                    <a:pt x="276" y="15831"/>
                    <a:pt x="839" y="14106"/>
                  </a:cubicBezTo>
                  <a:cubicBezTo>
                    <a:pt x="1397" y="12386"/>
                    <a:pt x="2247" y="10877"/>
                    <a:pt x="3393" y="9593"/>
                  </a:cubicBezTo>
                  <a:cubicBezTo>
                    <a:pt x="4538" y="8304"/>
                    <a:pt x="5988" y="7280"/>
                    <a:pt x="7741" y="6525"/>
                  </a:cubicBezTo>
                  <a:cubicBezTo>
                    <a:pt x="9493" y="5771"/>
                    <a:pt x="11569" y="5382"/>
                    <a:pt x="13969" y="5367"/>
                  </a:cubicBezTo>
                  <a:lnTo>
                    <a:pt x="13969" y="1262"/>
                  </a:lnTo>
                  <a:cubicBezTo>
                    <a:pt x="13969" y="592"/>
                    <a:pt x="14111" y="188"/>
                    <a:pt x="14392" y="45"/>
                  </a:cubicBezTo>
                  <a:cubicBezTo>
                    <a:pt x="14671" y="-92"/>
                    <a:pt x="15021" y="80"/>
                    <a:pt x="15435" y="548"/>
                  </a:cubicBezTo>
                  <a:lnTo>
                    <a:pt x="21191" y="744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8" name="AutoShape 118"/>
            <p:cNvSpPr>
              <a:spLocks/>
            </p:cNvSpPr>
            <p:nvPr/>
          </p:nvSpPr>
          <p:spPr bwMode="auto">
            <a:xfrm>
              <a:off x="16952098" y="3015507"/>
              <a:ext cx="417495" cy="417494"/>
            </a:xfrm>
            <a:custGeom>
              <a:avLst/>
              <a:gdLst>
                <a:gd name="T0" fmla="*/ 208747 w 21564"/>
                <a:gd name="T1" fmla="*/ 208747 h 21600"/>
                <a:gd name="T2" fmla="*/ 208747 w 21564"/>
                <a:gd name="T3" fmla="*/ 208747 h 21600"/>
                <a:gd name="T4" fmla="*/ 208747 w 21564"/>
                <a:gd name="T5" fmla="*/ 208747 h 21600"/>
                <a:gd name="T6" fmla="*/ 208747 w 21564"/>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lnTo>
                    <a:pt x="20680" y="3130"/>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600"/>
                    <a:pt x="8146" y="21600"/>
                  </a:cubicBezTo>
                  <a:cubicBezTo>
                    <a:pt x="7779" y="21600"/>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600"/>
                    <a:pt x="15778" y="21600"/>
                  </a:cubicBezTo>
                  <a:cubicBezTo>
                    <a:pt x="15412" y="21600"/>
                    <a:pt x="15094" y="21438"/>
                    <a:pt x="14830" y="21118"/>
                  </a:cubicBezTo>
                  <a:cubicBezTo>
                    <a:pt x="14563" y="20800"/>
                    <a:pt x="14431" y="20421"/>
                    <a:pt x="14431" y="1998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9" name="AutoShape 119"/>
            <p:cNvSpPr>
              <a:spLocks/>
            </p:cNvSpPr>
            <p:nvPr/>
          </p:nvSpPr>
          <p:spPr bwMode="auto">
            <a:xfrm>
              <a:off x="11965837" y="378271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600"/>
                    <a:pt x="14380" y="21600"/>
                  </a:cubicBezTo>
                  <a:cubicBezTo>
                    <a:pt x="13730" y="21600"/>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0" name="AutoShape 120"/>
            <p:cNvSpPr>
              <a:spLocks/>
            </p:cNvSpPr>
            <p:nvPr/>
          </p:nvSpPr>
          <p:spPr bwMode="auto">
            <a:xfrm>
              <a:off x="12967687" y="377907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79"/>
                    <a:pt x="15013" y="844"/>
                  </a:cubicBezTo>
                  <a:cubicBezTo>
                    <a:pt x="16321" y="1409"/>
                    <a:pt x="17465" y="2177"/>
                    <a:pt x="18449" y="3157"/>
                  </a:cubicBezTo>
                  <a:cubicBezTo>
                    <a:pt x="19432" y="4134"/>
                    <a:pt x="20204" y="5277"/>
                    <a:pt x="20760" y="6588"/>
                  </a:cubicBezTo>
                  <a:cubicBezTo>
                    <a:pt x="21320" y="7901"/>
                    <a:pt x="21599" y="9304"/>
                    <a:pt x="21599" y="10801"/>
                  </a:cubicBezTo>
                  <a:cubicBezTo>
                    <a:pt x="21599" y="12295"/>
                    <a:pt x="21320" y="13698"/>
                    <a:pt x="20760" y="15009"/>
                  </a:cubicBezTo>
                  <a:cubicBezTo>
                    <a:pt x="20204" y="16322"/>
                    <a:pt x="19429" y="17465"/>
                    <a:pt x="18449" y="18445"/>
                  </a:cubicBezTo>
                  <a:cubicBezTo>
                    <a:pt x="17465" y="19422"/>
                    <a:pt x="16321" y="20193"/>
                    <a:pt x="15013" y="20755"/>
                  </a:cubicBezTo>
                  <a:cubicBezTo>
                    <a:pt x="13704" y="21320"/>
                    <a:pt x="12303" y="21600"/>
                    <a:pt x="10805" y="21600"/>
                  </a:cubicBezTo>
                  <a:cubicBezTo>
                    <a:pt x="9310" y="21600"/>
                    <a:pt x="7906" y="21320"/>
                    <a:pt x="6592" y="20755"/>
                  </a:cubicBezTo>
                  <a:cubicBezTo>
                    <a:pt x="5281" y="20193"/>
                    <a:pt x="4136" y="19422"/>
                    <a:pt x="3156" y="18445"/>
                  </a:cubicBezTo>
                  <a:cubicBezTo>
                    <a:pt x="2178" y="17465"/>
                    <a:pt x="1410" y="16322"/>
                    <a:pt x="844" y="15009"/>
                  </a:cubicBezTo>
                  <a:cubicBezTo>
                    <a:pt x="282" y="13698"/>
                    <a:pt x="0" y="12295"/>
                    <a:pt x="0" y="10801"/>
                  </a:cubicBezTo>
                  <a:cubicBezTo>
                    <a:pt x="0" y="9304"/>
                    <a:pt x="282" y="7901"/>
                    <a:pt x="844" y="6588"/>
                  </a:cubicBezTo>
                  <a:cubicBezTo>
                    <a:pt x="1410" y="5277"/>
                    <a:pt x="2181" y="4134"/>
                    <a:pt x="3156" y="3157"/>
                  </a:cubicBezTo>
                  <a:cubicBezTo>
                    <a:pt x="4136" y="2177"/>
                    <a:pt x="5281" y="1409"/>
                    <a:pt x="6592" y="844"/>
                  </a:cubicBezTo>
                  <a:cubicBezTo>
                    <a:pt x="7906" y="279"/>
                    <a:pt x="9310" y="0"/>
                    <a:pt x="10805" y="0"/>
                  </a:cubicBezTo>
                  <a:moveTo>
                    <a:pt x="10805" y="18358"/>
                  </a:moveTo>
                  <a:cubicBezTo>
                    <a:pt x="11862" y="18358"/>
                    <a:pt x="12845" y="18157"/>
                    <a:pt x="13755" y="17762"/>
                  </a:cubicBezTo>
                  <a:cubicBezTo>
                    <a:pt x="14665" y="17364"/>
                    <a:pt x="15462" y="16824"/>
                    <a:pt x="16151" y="16141"/>
                  </a:cubicBezTo>
                  <a:cubicBezTo>
                    <a:pt x="16838" y="15455"/>
                    <a:pt x="17378" y="14656"/>
                    <a:pt x="17773" y="13746"/>
                  </a:cubicBezTo>
                  <a:cubicBezTo>
                    <a:pt x="18169" y="12837"/>
                    <a:pt x="18370" y="11854"/>
                    <a:pt x="18370" y="10801"/>
                  </a:cubicBezTo>
                  <a:cubicBezTo>
                    <a:pt x="18370" y="9745"/>
                    <a:pt x="18172" y="8762"/>
                    <a:pt x="17773" y="7853"/>
                  </a:cubicBezTo>
                  <a:cubicBezTo>
                    <a:pt x="17375" y="6944"/>
                    <a:pt x="16838" y="6147"/>
                    <a:pt x="16151" y="5458"/>
                  </a:cubicBezTo>
                  <a:cubicBezTo>
                    <a:pt x="15465" y="4775"/>
                    <a:pt x="14665" y="4235"/>
                    <a:pt x="13750" y="3837"/>
                  </a:cubicBezTo>
                  <a:cubicBezTo>
                    <a:pt x="12834" y="3442"/>
                    <a:pt x="11851" y="3241"/>
                    <a:pt x="10805" y="3241"/>
                  </a:cubicBezTo>
                  <a:cubicBezTo>
                    <a:pt x="9751" y="3241"/>
                    <a:pt x="8765" y="3442"/>
                    <a:pt x="7849" y="3837"/>
                  </a:cubicBezTo>
                  <a:cubicBezTo>
                    <a:pt x="6934" y="4235"/>
                    <a:pt x="6137" y="4775"/>
                    <a:pt x="5456" y="5458"/>
                  </a:cubicBezTo>
                  <a:cubicBezTo>
                    <a:pt x="4775" y="6147"/>
                    <a:pt x="4235" y="6944"/>
                    <a:pt x="3840" y="7853"/>
                  </a:cubicBezTo>
                  <a:cubicBezTo>
                    <a:pt x="3441" y="8762"/>
                    <a:pt x="3243" y="9745"/>
                    <a:pt x="3243" y="10801"/>
                  </a:cubicBezTo>
                  <a:cubicBezTo>
                    <a:pt x="3243" y="11854"/>
                    <a:pt x="3441" y="12837"/>
                    <a:pt x="3840" y="13746"/>
                  </a:cubicBezTo>
                  <a:cubicBezTo>
                    <a:pt x="4238" y="14656"/>
                    <a:pt x="4775" y="15455"/>
                    <a:pt x="5456" y="16141"/>
                  </a:cubicBezTo>
                  <a:cubicBezTo>
                    <a:pt x="6134" y="16824"/>
                    <a:pt x="6931" y="17364"/>
                    <a:pt x="7849" y="17762"/>
                  </a:cubicBezTo>
                  <a:cubicBezTo>
                    <a:pt x="8765" y="18157"/>
                    <a:pt x="9751" y="18358"/>
                    <a:pt x="10805" y="18358"/>
                  </a:cubicBezTo>
                  <a:moveTo>
                    <a:pt x="14538" y="10801"/>
                  </a:moveTo>
                  <a:cubicBezTo>
                    <a:pt x="14835" y="10801"/>
                    <a:pt x="15089" y="10905"/>
                    <a:pt x="15304" y="11117"/>
                  </a:cubicBezTo>
                  <a:cubicBezTo>
                    <a:pt x="15513" y="11332"/>
                    <a:pt x="15617" y="11583"/>
                    <a:pt x="15617" y="11882"/>
                  </a:cubicBezTo>
                  <a:lnTo>
                    <a:pt x="15617" y="12964"/>
                  </a:lnTo>
                  <a:cubicBezTo>
                    <a:pt x="15617" y="13261"/>
                    <a:pt x="15513" y="13515"/>
                    <a:pt x="15304" y="13726"/>
                  </a:cubicBezTo>
                  <a:cubicBezTo>
                    <a:pt x="15089" y="13938"/>
                    <a:pt x="14835" y="14043"/>
                    <a:pt x="14538" y="14043"/>
                  </a:cubicBezTo>
                  <a:lnTo>
                    <a:pt x="9669" y="14043"/>
                  </a:lnTo>
                  <a:cubicBezTo>
                    <a:pt x="9373" y="14043"/>
                    <a:pt x="9115" y="13938"/>
                    <a:pt x="8903" y="13726"/>
                  </a:cubicBezTo>
                  <a:cubicBezTo>
                    <a:pt x="8692" y="13515"/>
                    <a:pt x="8587" y="13260"/>
                    <a:pt x="8587" y="12964"/>
                  </a:cubicBezTo>
                  <a:lnTo>
                    <a:pt x="8587" y="6675"/>
                  </a:lnTo>
                  <a:cubicBezTo>
                    <a:pt x="8587" y="6379"/>
                    <a:pt x="8692" y="6125"/>
                    <a:pt x="8903" y="5916"/>
                  </a:cubicBezTo>
                  <a:cubicBezTo>
                    <a:pt x="9113" y="5698"/>
                    <a:pt x="9370" y="5594"/>
                    <a:pt x="9669" y="5594"/>
                  </a:cubicBezTo>
                  <a:lnTo>
                    <a:pt x="10751" y="5594"/>
                  </a:lnTo>
                  <a:cubicBezTo>
                    <a:pt x="11065" y="5594"/>
                    <a:pt x="11322" y="5698"/>
                    <a:pt x="11520" y="5916"/>
                  </a:cubicBezTo>
                  <a:cubicBezTo>
                    <a:pt x="11718" y="6125"/>
                    <a:pt x="11817" y="6379"/>
                    <a:pt x="11817" y="6675"/>
                  </a:cubicBezTo>
                  <a:lnTo>
                    <a:pt x="11817" y="10801"/>
                  </a:lnTo>
                  <a:lnTo>
                    <a:pt x="14538" y="1080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1" name="AutoShape 121"/>
            <p:cNvSpPr>
              <a:spLocks/>
            </p:cNvSpPr>
            <p:nvPr/>
          </p:nvSpPr>
          <p:spPr bwMode="auto">
            <a:xfrm>
              <a:off x="13939896" y="3780894"/>
              <a:ext cx="417494" cy="417495"/>
            </a:xfrm>
            <a:custGeom>
              <a:avLst/>
              <a:gdLst>
                <a:gd name="T0" fmla="*/ 208747 w 21600"/>
                <a:gd name="T1" fmla="*/ 209251 h 21574"/>
                <a:gd name="T2" fmla="*/ 208747 w 21600"/>
                <a:gd name="T3" fmla="*/ 209251 h 21574"/>
                <a:gd name="T4" fmla="*/ 208747 w 21600"/>
                <a:gd name="T5" fmla="*/ 209251 h 21574"/>
                <a:gd name="T6" fmla="*/ 208747 w 21600"/>
                <a:gd name="T7" fmla="*/ 209251 h 215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4">
                  <a:moveTo>
                    <a:pt x="19883" y="9849"/>
                  </a:moveTo>
                  <a:cubicBezTo>
                    <a:pt x="20430" y="10441"/>
                    <a:pt x="20853" y="11078"/>
                    <a:pt x="21152" y="11757"/>
                  </a:cubicBezTo>
                  <a:cubicBezTo>
                    <a:pt x="21448" y="12437"/>
                    <a:pt x="21599" y="13164"/>
                    <a:pt x="21599" y="13934"/>
                  </a:cubicBezTo>
                  <a:cubicBezTo>
                    <a:pt x="21599" y="14988"/>
                    <a:pt x="21324" y="15980"/>
                    <a:pt x="20757" y="16911"/>
                  </a:cubicBezTo>
                  <a:cubicBezTo>
                    <a:pt x="20194" y="17841"/>
                    <a:pt x="19428" y="18656"/>
                    <a:pt x="18453" y="19346"/>
                  </a:cubicBezTo>
                  <a:cubicBezTo>
                    <a:pt x="17479" y="20040"/>
                    <a:pt x="16337" y="20584"/>
                    <a:pt x="15016" y="20982"/>
                  </a:cubicBezTo>
                  <a:cubicBezTo>
                    <a:pt x="13698" y="21373"/>
                    <a:pt x="12293" y="21574"/>
                    <a:pt x="10800" y="21574"/>
                  </a:cubicBezTo>
                  <a:cubicBezTo>
                    <a:pt x="9310" y="21574"/>
                    <a:pt x="7905" y="21373"/>
                    <a:pt x="6595" y="20982"/>
                  </a:cubicBezTo>
                  <a:cubicBezTo>
                    <a:pt x="5282" y="20584"/>
                    <a:pt x="4136" y="20040"/>
                    <a:pt x="3154" y="19346"/>
                  </a:cubicBezTo>
                  <a:cubicBezTo>
                    <a:pt x="2175" y="18656"/>
                    <a:pt x="1405" y="17841"/>
                    <a:pt x="842" y="16911"/>
                  </a:cubicBezTo>
                  <a:cubicBezTo>
                    <a:pt x="279" y="15978"/>
                    <a:pt x="0" y="14988"/>
                    <a:pt x="0" y="13934"/>
                  </a:cubicBezTo>
                  <a:cubicBezTo>
                    <a:pt x="0" y="13164"/>
                    <a:pt x="151" y="12434"/>
                    <a:pt x="451" y="11757"/>
                  </a:cubicBezTo>
                  <a:cubicBezTo>
                    <a:pt x="746" y="11078"/>
                    <a:pt x="1173" y="10441"/>
                    <a:pt x="1720" y="9849"/>
                  </a:cubicBezTo>
                  <a:cubicBezTo>
                    <a:pt x="1972" y="9553"/>
                    <a:pt x="2419" y="9105"/>
                    <a:pt x="3046" y="8507"/>
                  </a:cubicBezTo>
                  <a:cubicBezTo>
                    <a:pt x="3677" y="7906"/>
                    <a:pt x="4367" y="7213"/>
                    <a:pt x="5114" y="6421"/>
                  </a:cubicBezTo>
                  <a:cubicBezTo>
                    <a:pt x="5861" y="5626"/>
                    <a:pt x="6579" y="4758"/>
                    <a:pt x="7282" y="3810"/>
                  </a:cubicBezTo>
                  <a:cubicBezTo>
                    <a:pt x="7985" y="2860"/>
                    <a:pt x="8556" y="1882"/>
                    <a:pt x="9003" y="873"/>
                  </a:cubicBezTo>
                  <a:cubicBezTo>
                    <a:pt x="9131" y="560"/>
                    <a:pt x="9370" y="329"/>
                    <a:pt x="9714" y="179"/>
                  </a:cubicBezTo>
                  <a:cubicBezTo>
                    <a:pt x="10057" y="30"/>
                    <a:pt x="10420" y="-26"/>
                    <a:pt x="10800" y="10"/>
                  </a:cubicBezTo>
                  <a:cubicBezTo>
                    <a:pt x="11195" y="-26"/>
                    <a:pt x="11558" y="30"/>
                    <a:pt x="11897" y="179"/>
                  </a:cubicBezTo>
                  <a:cubicBezTo>
                    <a:pt x="12237" y="329"/>
                    <a:pt x="12468" y="560"/>
                    <a:pt x="12596" y="873"/>
                  </a:cubicBezTo>
                  <a:cubicBezTo>
                    <a:pt x="13015" y="1888"/>
                    <a:pt x="13586" y="2872"/>
                    <a:pt x="14309" y="3816"/>
                  </a:cubicBezTo>
                  <a:cubicBezTo>
                    <a:pt x="15028" y="4760"/>
                    <a:pt x="15758" y="5626"/>
                    <a:pt x="16505" y="6421"/>
                  </a:cubicBezTo>
                  <a:cubicBezTo>
                    <a:pt x="17256" y="7213"/>
                    <a:pt x="17934" y="7907"/>
                    <a:pt x="18561" y="8507"/>
                  </a:cubicBezTo>
                  <a:cubicBezTo>
                    <a:pt x="19188" y="9105"/>
                    <a:pt x="19623" y="9553"/>
                    <a:pt x="19883" y="9849"/>
                  </a:cubicBezTo>
                  <a:moveTo>
                    <a:pt x="7438" y="17542"/>
                  </a:moveTo>
                  <a:cubicBezTo>
                    <a:pt x="8188" y="17542"/>
                    <a:pt x="8831" y="17356"/>
                    <a:pt x="9350" y="16987"/>
                  </a:cubicBezTo>
                  <a:cubicBezTo>
                    <a:pt x="9873" y="16618"/>
                    <a:pt x="10133" y="16167"/>
                    <a:pt x="10133" y="15622"/>
                  </a:cubicBezTo>
                  <a:cubicBezTo>
                    <a:pt x="10133" y="15239"/>
                    <a:pt x="9993" y="14898"/>
                    <a:pt x="9713" y="14613"/>
                  </a:cubicBezTo>
                  <a:cubicBezTo>
                    <a:pt x="9634" y="14543"/>
                    <a:pt x="9518" y="14430"/>
                    <a:pt x="9358" y="14283"/>
                  </a:cubicBezTo>
                  <a:cubicBezTo>
                    <a:pt x="9198" y="14134"/>
                    <a:pt x="9031" y="13959"/>
                    <a:pt x="8851" y="13753"/>
                  </a:cubicBezTo>
                  <a:cubicBezTo>
                    <a:pt x="8671" y="13553"/>
                    <a:pt x="8492" y="13336"/>
                    <a:pt x="8304" y="13099"/>
                  </a:cubicBezTo>
                  <a:cubicBezTo>
                    <a:pt x="8120" y="12868"/>
                    <a:pt x="7977" y="12626"/>
                    <a:pt x="7877" y="12372"/>
                  </a:cubicBezTo>
                  <a:cubicBezTo>
                    <a:pt x="7825" y="12192"/>
                    <a:pt x="7677" y="12115"/>
                    <a:pt x="7438" y="12141"/>
                  </a:cubicBezTo>
                  <a:cubicBezTo>
                    <a:pt x="7210" y="12107"/>
                    <a:pt x="7054" y="12183"/>
                    <a:pt x="6983" y="12372"/>
                  </a:cubicBezTo>
                  <a:cubicBezTo>
                    <a:pt x="6883" y="12634"/>
                    <a:pt x="6739" y="12879"/>
                    <a:pt x="6567" y="13108"/>
                  </a:cubicBezTo>
                  <a:cubicBezTo>
                    <a:pt x="6396" y="13336"/>
                    <a:pt x="6216" y="13553"/>
                    <a:pt x="6032" y="13753"/>
                  </a:cubicBezTo>
                  <a:cubicBezTo>
                    <a:pt x="5853" y="13959"/>
                    <a:pt x="5677" y="14131"/>
                    <a:pt x="5517" y="14275"/>
                  </a:cubicBezTo>
                  <a:cubicBezTo>
                    <a:pt x="5358" y="14421"/>
                    <a:pt x="5242" y="14531"/>
                    <a:pt x="5162" y="14613"/>
                  </a:cubicBezTo>
                  <a:cubicBezTo>
                    <a:pt x="4870" y="14909"/>
                    <a:pt x="4731" y="15247"/>
                    <a:pt x="4743" y="15622"/>
                  </a:cubicBezTo>
                  <a:cubicBezTo>
                    <a:pt x="4743" y="16155"/>
                    <a:pt x="5002" y="16606"/>
                    <a:pt x="5525" y="16981"/>
                  </a:cubicBezTo>
                  <a:cubicBezTo>
                    <a:pt x="6048" y="17356"/>
                    <a:pt x="6687" y="17542"/>
                    <a:pt x="7438" y="175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2" name="AutoShape 122"/>
            <p:cNvSpPr>
              <a:spLocks/>
            </p:cNvSpPr>
            <p:nvPr/>
          </p:nvSpPr>
          <p:spPr bwMode="auto">
            <a:xfrm>
              <a:off x="14950209" y="377907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lnTo>
                    <a:pt x="21599"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600"/>
                    <a:pt x="16847" y="21600"/>
                  </a:cubicBezTo>
                  <a:lnTo>
                    <a:pt x="4752" y="21600"/>
                  </a:lnTo>
                  <a:cubicBezTo>
                    <a:pt x="4058" y="21600"/>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3" name="AutoShape 123"/>
            <p:cNvSpPr>
              <a:spLocks/>
            </p:cNvSpPr>
            <p:nvPr/>
          </p:nvSpPr>
          <p:spPr bwMode="auto">
            <a:xfrm>
              <a:off x="15889168" y="377907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600"/>
                    <a:pt x="17089" y="21600"/>
                  </a:cubicBezTo>
                  <a:lnTo>
                    <a:pt x="4496" y="21600"/>
                  </a:lnTo>
                  <a:cubicBezTo>
                    <a:pt x="4328" y="21600"/>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4" name="AutoShape 124"/>
            <p:cNvSpPr>
              <a:spLocks/>
            </p:cNvSpPr>
            <p:nvPr/>
          </p:nvSpPr>
          <p:spPr bwMode="auto">
            <a:xfrm>
              <a:off x="16950280" y="378089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5" name="AutoShape 125"/>
            <p:cNvSpPr>
              <a:spLocks/>
            </p:cNvSpPr>
            <p:nvPr/>
          </p:nvSpPr>
          <p:spPr bwMode="auto">
            <a:xfrm>
              <a:off x="17970858" y="3780894"/>
              <a:ext cx="417494" cy="417495"/>
            </a:xfrm>
            <a:custGeom>
              <a:avLst/>
              <a:gdLst>
                <a:gd name="T0" fmla="*/ 208747 w 21542"/>
                <a:gd name="T1" fmla="*/ 208747 h 21600"/>
                <a:gd name="T2" fmla="*/ 208747 w 21542"/>
                <a:gd name="T3" fmla="*/ 208747 h 21600"/>
                <a:gd name="T4" fmla="*/ 208747 w 21542"/>
                <a:gd name="T5" fmla="*/ 208747 h 21600"/>
                <a:gd name="T6" fmla="*/ 208747 w 21542"/>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4"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600"/>
                    <a:pt x="8314" y="21600"/>
                  </a:cubicBezTo>
                  <a:cubicBezTo>
                    <a:pt x="7852" y="21600"/>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lnTo>
                    <a:pt x="11685" y="179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6" name="AutoShape 126"/>
            <p:cNvSpPr>
              <a:spLocks/>
            </p:cNvSpPr>
            <p:nvPr/>
          </p:nvSpPr>
          <p:spPr bwMode="auto">
            <a:xfrm>
              <a:off x="19038662" y="378271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21600"/>
                  </a:moveTo>
                  <a:cubicBezTo>
                    <a:pt x="9310" y="21600"/>
                    <a:pt x="7906" y="21320"/>
                    <a:pt x="6592" y="20755"/>
                  </a:cubicBezTo>
                  <a:cubicBezTo>
                    <a:pt x="5281" y="20193"/>
                    <a:pt x="4136" y="19422"/>
                    <a:pt x="3156" y="18445"/>
                  </a:cubicBezTo>
                  <a:cubicBezTo>
                    <a:pt x="2178" y="17465"/>
                    <a:pt x="1407" y="16322"/>
                    <a:pt x="844" y="15009"/>
                  </a:cubicBezTo>
                  <a:cubicBezTo>
                    <a:pt x="282" y="13698"/>
                    <a:pt x="0" y="12295"/>
                    <a:pt x="0" y="10801"/>
                  </a:cubicBezTo>
                  <a:cubicBezTo>
                    <a:pt x="0" y="9304"/>
                    <a:pt x="282" y="7901"/>
                    <a:pt x="844" y="6588"/>
                  </a:cubicBezTo>
                  <a:cubicBezTo>
                    <a:pt x="1407" y="5277"/>
                    <a:pt x="2181" y="4134"/>
                    <a:pt x="3156" y="3157"/>
                  </a:cubicBezTo>
                  <a:cubicBezTo>
                    <a:pt x="4136" y="2177"/>
                    <a:pt x="5281" y="1409"/>
                    <a:pt x="6592" y="844"/>
                  </a:cubicBezTo>
                  <a:cubicBezTo>
                    <a:pt x="7906" y="279"/>
                    <a:pt x="9310" y="0"/>
                    <a:pt x="10805" y="0"/>
                  </a:cubicBezTo>
                  <a:cubicBezTo>
                    <a:pt x="12303" y="0"/>
                    <a:pt x="13704" y="279"/>
                    <a:pt x="15013" y="844"/>
                  </a:cubicBezTo>
                  <a:cubicBezTo>
                    <a:pt x="16321" y="1409"/>
                    <a:pt x="17465" y="2177"/>
                    <a:pt x="18449" y="3157"/>
                  </a:cubicBezTo>
                  <a:cubicBezTo>
                    <a:pt x="19432" y="4134"/>
                    <a:pt x="20204" y="5277"/>
                    <a:pt x="20760" y="6588"/>
                  </a:cubicBezTo>
                  <a:cubicBezTo>
                    <a:pt x="21320" y="7901"/>
                    <a:pt x="21599" y="9304"/>
                    <a:pt x="21599" y="10801"/>
                  </a:cubicBezTo>
                  <a:cubicBezTo>
                    <a:pt x="21599" y="12295"/>
                    <a:pt x="21320" y="13698"/>
                    <a:pt x="20760" y="15009"/>
                  </a:cubicBezTo>
                  <a:cubicBezTo>
                    <a:pt x="20204" y="16322"/>
                    <a:pt x="19429" y="17465"/>
                    <a:pt x="18449" y="18445"/>
                  </a:cubicBezTo>
                  <a:cubicBezTo>
                    <a:pt x="17465" y="19422"/>
                    <a:pt x="16321" y="20193"/>
                    <a:pt x="15013" y="20755"/>
                  </a:cubicBezTo>
                  <a:cubicBezTo>
                    <a:pt x="13704" y="21320"/>
                    <a:pt x="12303" y="21600"/>
                    <a:pt x="10805" y="21600"/>
                  </a:cubicBezTo>
                  <a:moveTo>
                    <a:pt x="10805" y="3241"/>
                  </a:moveTo>
                  <a:cubicBezTo>
                    <a:pt x="9751" y="3241"/>
                    <a:pt x="8765" y="3442"/>
                    <a:pt x="7849" y="3837"/>
                  </a:cubicBezTo>
                  <a:cubicBezTo>
                    <a:pt x="6934" y="4235"/>
                    <a:pt x="6137" y="4775"/>
                    <a:pt x="5456" y="5458"/>
                  </a:cubicBezTo>
                  <a:cubicBezTo>
                    <a:pt x="4775" y="6147"/>
                    <a:pt x="4232" y="6943"/>
                    <a:pt x="3840" y="7853"/>
                  </a:cubicBezTo>
                  <a:cubicBezTo>
                    <a:pt x="3444" y="8762"/>
                    <a:pt x="3243" y="9745"/>
                    <a:pt x="3243" y="10801"/>
                  </a:cubicBezTo>
                  <a:cubicBezTo>
                    <a:pt x="3243" y="11854"/>
                    <a:pt x="3444" y="12837"/>
                    <a:pt x="3840" y="13746"/>
                  </a:cubicBezTo>
                  <a:cubicBezTo>
                    <a:pt x="4235" y="14656"/>
                    <a:pt x="4775" y="15455"/>
                    <a:pt x="5456" y="16141"/>
                  </a:cubicBezTo>
                  <a:cubicBezTo>
                    <a:pt x="6134" y="16825"/>
                    <a:pt x="6931" y="17364"/>
                    <a:pt x="7849" y="17762"/>
                  </a:cubicBezTo>
                  <a:cubicBezTo>
                    <a:pt x="8765" y="18157"/>
                    <a:pt x="9751" y="18358"/>
                    <a:pt x="10805" y="18358"/>
                  </a:cubicBezTo>
                  <a:cubicBezTo>
                    <a:pt x="11862" y="18358"/>
                    <a:pt x="12845" y="18157"/>
                    <a:pt x="13755" y="17762"/>
                  </a:cubicBezTo>
                  <a:cubicBezTo>
                    <a:pt x="14665" y="17364"/>
                    <a:pt x="15462" y="16825"/>
                    <a:pt x="16151" y="16141"/>
                  </a:cubicBezTo>
                  <a:cubicBezTo>
                    <a:pt x="16835" y="15455"/>
                    <a:pt x="17378" y="14656"/>
                    <a:pt x="17773" y="13746"/>
                  </a:cubicBezTo>
                  <a:cubicBezTo>
                    <a:pt x="18172" y="12837"/>
                    <a:pt x="18370" y="11854"/>
                    <a:pt x="18370" y="10801"/>
                  </a:cubicBezTo>
                  <a:cubicBezTo>
                    <a:pt x="18370" y="9745"/>
                    <a:pt x="18172" y="8762"/>
                    <a:pt x="17773" y="7853"/>
                  </a:cubicBezTo>
                  <a:cubicBezTo>
                    <a:pt x="17375" y="6943"/>
                    <a:pt x="16835" y="6147"/>
                    <a:pt x="16151" y="5458"/>
                  </a:cubicBezTo>
                  <a:cubicBezTo>
                    <a:pt x="15465" y="4775"/>
                    <a:pt x="14668" y="4235"/>
                    <a:pt x="13755" y="3837"/>
                  </a:cubicBezTo>
                  <a:cubicBezTo>
                    <a:pt x="12845" y="3442"/>
                    <a:pt x="11862" y="3241"/>
                    <a:pt x="10805" y="3241"/>
                  </a:cubicBezTo>
                  <a:moveTo>
                    <a:pt x="6097" y="10801"/>
                  </a:moveTo>
                  <a:cubicBezTo>
                    <a:pt x="5854" y="10801"/>
                    <a:pt x="5688" y="10688"/>
                    <a:pt x="5597" y="10462"/>
                  </a:cubicBezTo>
                  <a:cubicBezTo>
                    <a:pt x="5507" y="10239"/>
                    <a:pt x="5552" y="10041"/>
                    <a:pt x="5733" y="9880"/>
                  </a:cubicBezTo>
                  <a:lnTo>
                    <a:pt x="10412" y="5204"/>
                  </a:lnTo>
                  <a:cubicBezTo>
                    <a:pt x="10540" y="5114"/>
                    <a:pt x="10670" y="5068"/>
                    <a:pt x="10805" y="5068"/>
                  </a:cubicBezTo>
                  <a:cubicBezTo>
                    <a:pt x="10932" y="5068"/>
                    <a:pt x="11059" y="5114"/>
                    <a:pt x="11187" y="5204"/>
                  </a:cubicBezTo>
                  <a:lnTo>
                    <a:pt x="15880" y="9880"/>
                  </a:lnTo>
                  <a:cubicBezTo>
                    <a:pt x="16058" y="10041"/>
                    <a:pt x="16103" y="10239"/>
                    <a:pt x="16016" y="10462"/>
                  </a:cubicBezTo>
                  <a:cubicBezTo>
                    <a:pt x="15925" y="10688"/>
                    <a:pt x="15759" y="10801"/>
                    <a:pt x="15513" y="10801"/>
                  </a:cubicBezTo>
                  <a:lnTo>
                    <a:pt x="12687" y="10801"/>
                  </a:lnTo>
                  <a:lnTo>
                    <a:pt x="12687" y="15666"/>
                  </a:lnTo>
                  <a:cubicBezTo>
                    <a:pt x="12687" y="15811"/>
                    <a:pt x="12633" y="15935"/>
                    <a:pt x="12529" y="16036"/>
                  </a:cubicBezTo>
                  <a:cubicBezTo>
                    <a:pt x="12427" y="16144"/>
                    <a:pt x="12303" y="16195"/>
                    <a:pt x="12162" y="16195"/>
                  </a:cubicBezTo>
                  <a:lnTo>
                    <a:pt x="9437" y="16195"/>
                  </a:lnTo>
                  <a:cubicBezTo>
                    <a:pt x="9293" y="16195"/>
                    <a:pt x="9169" y="16146"/>
                    <a:pt x="9064" y="16045"/>
                  </a:cubicBezTo>
                  <a:cubicBezTo>
                    <a:pt x="8963" y="15946"/>
                    <a:pt x="8909" y="15819"/>
                    <a:pt x="8909" y="15667"/>
                  </a:cubicBezTo>
                  <a:lnTo>
                    <a:pt x="8909" y="10801"/>
                  </a:lnTo>
                  <a:lnTo>
                    <a:pt x="6097" y="1080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7" name="AutoShape 127"/>
            <p:cNvSpPr>
              <a:spLocks/>
            </p:cNvSpPr>
            <p:nvPr/>
          </p:nvSpPr>
          <p:spPr bwMode="auto">
            <a:xfrm>
              <a:off x="10274" y="448880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39" y="11870"/>
                  </a:moveTo>
                  <a:cubicBezTo>
                    <a:pt x="21267" y="11870"/>
                    <a:pt x="21374" y="11920"/>
                    <a:pt x="21462" y="12023"/>
                  </a:cubicBezTo>
                  <a:cubicBezTo>
                    <a:pt x="21553" y="12129"/>
                    <a:pt x="21599" y="12261"/>
                    <a:pt x="21599" y="12417"/>
                  </a:cubicBezTo>
                  <a:lnTo>
                    <a:pt x="21599" y="21053"/>
                  </a:lnTo>
                  <a:cubicBezTo>
                    <a:pt x="21599" y="21418"/>
                    <a:pt x="21448" y="21600"/>
                    <a:pt x="21139" y="21600"/>
                  </a:cubicBezTo>
                  <a:lnTo>
                    <a:pt x="457" y="21600"/>
                  </a:lnTo>
                  <a:cubicBezTo>
                    <a:pt x="154" y="21600"/>
                    <a:pt x="0" y="21417"/>
                    <a:pt x="0" y="21053"/>
                  </a:cubicBezTo>
                  <a:lnTo>
                    <a:pt x="0" y="12417"/>
                  </a:lnTo>
                  <a:cubicBezTo>
                    <a:pt x="0" y="12267"/>
                    <a:pt x="46" y="12138"/>
                    <a:pt x="134" y="12029"/>
                  </a:cubicBezTo>
                  <a:cubicBezTo>
                    <a:pt x="225" y="11923"/>
                    <a:pt x="332" y="11870"/>
                    <a:pt x="457" y="11870"/>
                  </a:cubicBezTo>
                  <a:lnTo>
                    <a:pt x="3143" y="11870"/>
                  </a:lnTo>
                  <a:cubicBezTo>
                    <a:pt x="3267" y="11870"/>
                    <a:pt x="3375" y="11920"/>
                    <a:pt x="3466" y="12023"/>
                  </a:cubicBezTo>
                  <a:cubicBezTo>
                    <a:pt x="3554" y="12129"/>
                    <a:pt x="3600" y="12261"/>
                    <a:pt x="3600" y="12416"/>
                  </a:cubicBezTo>
                  <a:lnTo>
                    <a:pt x="3600" y="17281"/>
                  </a:lnTo>
                  <a:lnTo>
                    <a:pt x="18004" y="17281"/>
                  </a:lnTo>
                  <a:lnTo>
                    <a:pt x="18004" y="12416"/>
                  </a:lnTo>
                  <a:cubicBezTo>
                    <a:pt x="18004" y="12267"/>
                    <a:pt x="18050" y="12137"/>
                    <a:pt x="18138" y="12029"/>
                  </a:cubicBezTo>
                  <a:cubicBezTo>
                    <a:pt x="18229" y="11923"/>
                    <a:pt x="18337" y="11870"/>
                    <a:pt x="18461" y="11870"/>
                  </a:cubicBezTo>
                  <a:lnTo>
                    <a:pt x="21139" y="11870"/>
                  </a:lnTo>
                  <a:close/>
                  <a:moveTo>
                    <a:pt x="17379" y="7426"/>
                  </a:moveTo>
                  <a:cubicBezTo>
                    <a:pt x="17558" y="7640"/>
                    <a:pt x="17619" y="7822"/>
                    <a:pt x="17561" y="7969"/>
                  </a:cubicBezTo>
                  <a:cubicBezTo>
                    <a:pt x="17502" y="8110"/>
                    <a:pt x="17350" y="8187"/>
                    <a:pt x="17108" y="8187"/>
                  </a:cubicBezTo>
                  <a:lnTo>
                    <a:pt x="13509" y="8187"/>
                  </a:lnTo>
                  <a:lnTo>
                    <a:pt x="13509" y="15201"/>
                  </a:lnTo>
                  <a:cubicBezTo>
                    <a:pt x="13509" y="15513"/>
                    <a:pt x="13421" y="15771"/>
                    <a:pt x="13247" y="15983"/>
                  </a:cubicBezTo>
                  <a:cubicBezTo>
                    <a:pt x="13071" y="16194"/>
                    <a:pt x="12856" y="16300"/>
                    <a:pt x="12596" y="16300"/>
                  </a:cubicBezTo>
                  <a:lnTo>
                    <a:pt x="8998" y="16300"/>
                  </a:lnTo>
                  <a:cubicBezTo>
                    <a:pt x="8741" y="16300"/>
                    <a:pt x="8528" y="16194"/>
                    <a:pt x="8359" y="15983"/>
                  </a:cubicBezTo>
                  <a:cubicBezTo>
                    <a:pt x="8190" y="15771"/>
                    <a:pt x="8104" y="15513"/>
                    <a:pt x="8104" y="15201"/>
                  </a:cubicBezTo>
                  <a:lnTo>
                    <a:pt x="8104" y="8187"/>
                  </a:lnTo>
                  <a:lnTo>
                    <a:pt x="4506" y="8187"/>
                  </a:lnTo>
                  <a:cubicBezTo>
                    <a:pt x="4251" y="8187"/>
                    <a:pt x="4097" y="8110"/>
                    <a:pt x="4048" y="7969"/>
                  </a:cubicBezTo>
                  <a:cubicBezTo>
                    <a:pt x="4002" y="7822"/>
                    <a:pt x="4065" y="7640"/>
                    <a:pt x="4237" y="7426"/>
                  </a:cubicBezTo>
                  <a:lnTo>
                    <a:pt x="10141" y="323"/>
                  </a:lnTo>
                  <a:cubicBezTo>
                    <a:pt x="10320" y="108"/>
                    <a:pt x="10538" y="0"/>
                    <a:pt x="10795" y="0"/>
                  </a:cubicBezTo>
                  <a:cubicBezTo>
                    <a:pt x="11049" y="0"/>
                    <a:pt x="11262" y="108"/>
                    <a:pt x="11443" y="323"/>
                  </a:cubicBezTo>
                  <a:lnTo>
                    <a:pt x="17379" y="742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8" name="AutoShape 128"/>
            <p:cNvSpPr>
              <a:spLocks/>
            </p:cNvSpPr>
            <p:nvPr/>
          </p:nvSpPr>
          <p:spPr bwMode="auto">
            <a:xfrm>
              <a:off x="982478" y="448880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2"/>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9" name="AutoShape 129"/>
            <p:cNvSpPr>
              <a:spLocks/>
            </p:cNvSpPr>
            <p:nvPr/>
          </p:nvSpPr>
          <p:spPr bwMode="auto">
            <a:xfrm>
              <a:off x="2004884" y="4490628"/>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24" y="12334"/>
                  </a:moveTo>
                  <a:cubicBezTo>
                    <a:pt x="18524" y="12041"/>
                    <a:pt x="18465" y="11750"/>
                    <a:pt x="18353" y="11462"/>
                  </a:cubicBezTo>
                  <a:cubicBezTo>
                    <a:pt x="18738" y="11497"/>
                    <a:pt x="19126" y="11656"/>
                    <a:pt x="19520" y="11938"/>
                  </a:cubicBezTo>
                  <a:cubicBezTo>
                    <a:pt x="19913" y="12220"/>
                    <a:pt x="20263" y="12558"/>
                    <a:pt x="20565" y="12951"/>
                  </a:cubicBezTo>
                  <a:cubicBezTo>
                    <a:pt x="20871" y="13342"/>
                    <a:pt x="21118" y="13768"/>
                    <a:pt x="21312" y="14214"/>
                  </a:cubicBezTo>
                  <a:cubicBezTo>
                    <a:pt x="21503" y="14667"/>
                    <a:pt x="21599" y="15081"/>
                    <a:pt x="21599" y="15466"/>
                  </a:cubicBezTo>
                  <a:lnTo>
                    <a:pt x="21599" y="20798"/>
                  </a:lnTo>
                  <a:cubicBezTo>
                    <a:pt x="21508" y="20853"/>
                    <a:pt x="21403" y="20924"/>
                    <a:pt x="21285" y="21009"/>
                  </a:cubicBezTo>
                  <a:cubicBezTo>
                    <a:pt x="21171" y="21094"/>
                    <a:pt x="21050" y="21179"/>
                    <a:pt x="20930" y="21270"/>
                  </a:cubicBezTo>
                  <a:cubicBezTo>
                    <a:pt x="20803" y="21359"/>
                    <a:pt x="20683" y="21435"/>
                    <a:pt x="20554" y="21503"/>
                  </a:cubicBezTo>
                  <a:cubicBezTo>
                    <a:pt x="20427" y="21564"/>
                    <a:pt x="20328" y="21600"/>
                    <a:pt x="20251" y="21600"/>
                  </a:cubicBezTo>
                  <a:lnTo>
                    <a:pt x="1348" y="21600"/>
                  </a:lnTo>
                  <a:cubicBezTo>
                    <a:pt x="1022" y="21600"/>
                    <a:pt x="778" y="21503"/>
                    <a:pt x="616" y="21312"/>
                  </a:cubicBezTo>
                  <a:cubicBezTo>
                    <a:pt x="458" y="21118"/>
                    <a:pt x="252" y="20947"/>
                    <a:pt x="0" y="20798"/>
                  </a:cubicBezTo>
                  <a:lnTo>
                    <a:pt x="0" y="15466"/>
                  </a:lnTo>
                  <a:cubicBezTo>
                    <a:pt x="0" y="15101"/>
                    <a:pt x="93" y="14693"/>
                    <a:pt x="287" y="14244"/>
                  </a:cubicBezTo>
                  <a:cubicBezTo>
                    <a:pt x="478" y="13794"/>
                    <a:pt x="734" y="13371"/>
                    <a:pt x="1054" y="12978"/>
                  </a:cubicBezTo>
                  <a:cubicBezTo>
                    <a:pt x="1371" y="12587"/>
                    <a:pt x="1724" y="12240"/>
                    <a:pt x="2100" y="11952"/>
                  </a:cubicBezTo>
                  <a:cubicBezTo>
                    <a:pt x="2482" y="11662"/>
                    <a:pt x="2864" y="11497"/>
                    <a:pt x="3248" y="11462"/>
                  </a:cubicBezTo>
                  <a:cubicBezTo>
                    <a:pt x="2919" y="12011"/>
                    <a:pt x="2761" y="12616"/>
                    <a:pt x="2770" y="13274"/>
                  </a:cubicBezTo>
                  <a:cubicBezTo>
                    <a:pt x="2770" y="13830"/>
                    <a:pt x="2843" y="14411"/>
                    <a:pt x="2996" y="15019"/>
                  </a:cubicBezTo>
                  <a:cubicBezTo>
                    <a:pt x="3146" y="15627"/>
                    <a:pt x="3425" y="16127"/>
                    <a:pt x="3824" y="16511"/>
                  </a:cubicBezTo>
                  <a:cubicBezTo>
                    <a:pt x="3654" y="16855"/>
                    <a:pt x="3572" y="17208"/>
                    <a:pt x="3572" y="17563"/>
                  </a:cubicBezTo>
                  <a:cubicBezTo>
                    <a:pt x="3572" y="18236"/>
                    <a:pt x="3804" y="18811"/>
                    <a:pt x="4277" y="19279"/>
                  </a:cubicBezTo>
                  <a:cubicBezTo>
                    <a:pt x="4741" y="19746"/>
                    <a:pt x="5317" y="19981"/>
                    <a:pt x="5992" y="19981"/>
                  </a:cubicBezTo>
                  <a:cubicBezTo>
                    <a:pt x="6336" y="19981"/>
                    <a:pt x="6659" y="19922"/>
                    <a:pt x="6953" y="19798"/>
                  </a:cubicBezTo>
                  <a:cubicBezTo>
                    <a:pt x="7249" y="19678"/>
                    <a:pt x="7505" y="19505"/>
                    <a:pt x="7725" y="19287"/>
                  </a:cubicBezTo>
                  <a:cubicBezTo>
                    <a:pt x="7949" y="19067"/>
                    <a:pt x="8122" y="18806"/>
                    <a:pt x="8248" y="18506"/>
                  </a:cubicBezTo>
                  <a:cubicBezTo>
                    <a:pt x="8375" y="18206"/>
                    <a:pt x="8436" y="17892"/>
                    <a:pt x="8436" y="17563"/>
                  </a:cubicBezTo>
                  <a:cubicBezTo>
                    <a:pt x="8436" y="17237"/>
                    <a:pt x="8375" y="16923"/>
                    <a:pt x="8248" y="16629"/>
                  </a:cubicBezTo>
                  <a:cubicBezTo>
                    <a:pt x="8122" y="16332"/>
                    <a:pt x="7949" y="16074"/>
                    <a:pt x="7725" y="15856"/>
                  </a:cubicBezTo>
                  <a:cubicBezTo>
                    <a:pt x="7505" y="15633"/>
                    <a:pt x="7249" y="15454"/>
                    <a:pt x="6953" y="15319"/>
                  </a:cubicBezTo>
                  <a:cubicBezTo>
                    <a:pt x="6656" y="15184"/>
                    <a:pt x="6336" y="15116"/>
                    <a:pt x="5992" y="15116"/>
                  </a:cubicBezTo>
                  <a:cubicBezTo>
                    <a:pt x="5819" y="15116"/>
                    <a:pt x="5648" y="15140"/>
                    <a:pt x="5475" y="15184"/>
                  </a:cubicBezTo>
                  <a:cubicBezTo>
                    <a:pt x="5299" y="15234"/>
                    <a:pt x="5137" y="15298"/>
                    <a:pt x="4976" y="15384"/>
                  </a:cubicBezTo>
                  <a:cubicBezTo>
                    <a:pt x="4864" y="15272"/>
                    <a:pt x="4770" y="15128"/>
                    <a:pt x="4694" y="14946"/>
                  </a:cubicBezTo>
                  <a:cubicBezTo>
                    <a:pt x="4620" y="14770"/>
                    <a:pt x="4556" y="14579"/>
                    <a:pt x="4506" y="14376"/>
                  </a:cubicBezTo>
                  <a:cubicBezTo>
                    <a:pt x="4453" y="14176"/>
                    <a:pt x="4418" y="13979"/>
                    <a:pt x="4403" y="13794"/>
                  </a:cubicBezTo>
                  <a:cubicBezTo>
                    <a:pt x="4379" y="13606"/>
                    <a:pt x="4371" y="13436"/>
                    <a:pt x="4371" y="13274"/>
                  </a:cubicBezTo>
                  <a:cubicBezTo>
                    <a:pt x="4371" y="12834"/>
                    <a:pt x="4503" y="12431"/>
                    <a:pt x="4764" y="12064"/>
                  </a:cubicBezTo>
                  <a:cubicBezTo>
                    <a:pt x="5029" y="11700"/>
                    <a:pt x="5317" y="11386"/>
                    <a:pt x="5637" y="11124"/>
                  </a:cubicBezTo>
                  <a:lnTo>
                    <a:pt x="7634" y="10827"/>
                  </a:lnTo>
                  <a:cubicBezTo>
                    <a:pt x="6774" y="10290"/>
                    <a:pt x="6104" y="9588"/>
                    <a:pt x="5631" y="8709"/>
                  </a:cubicBezTo>
                  <a:cubicBezTo>
                    <a:pt x="5158" y="7834"/>
                    <a:pt x="4920" y="6888"/>
                    <a:pt x="4920" y="5878"/>
                  </a:cubicBezTo>
                  <a:cubicBezTo>
                    <a:pt x="4920" y="5070"/>
                    <a:pt x="5076" y="4312"/>
                    <a:pt x="5384" y="3598"/>
                  </a:cubicBezTo>
                  <a:cubicBezTo>
                    <a:pt x="5693" y="2887"/>
                    <a:pt x="6118" y="2265"/>
                    <a:pt x="6650" y="1727"/>
                  </a:cubicBezTo>
                  <a:cubicBezTo>
                    <a:pt x="7188" y="1195"/>
                    <a:pt x="7810" y="772"/>
                    <a:pt x="8521" y="464"/>
                  </a:cubicBezTo>
                  <a:cubicBezTo>
                    <a:pt x="9235" y="152"/>
                    <a:pt x="9993" y="0"/>
                    <a:pt x="10798" y="0"/>
                  </a:cubicBezTo>
                  <a:cubicBezTo>
                    <a:pt x="11603" y="0"/>
                    <a:pt x="12364" y="152"/>
                    <a:pt x="13078" y="464"/>
                  </a:cubicBezTo>
                  <a:cubicBezTo>
                    <a:pt x="13788" y="772"/>
                    <a:pt x="14411" y="1195"/>
                    <a:pt x="14949" y="1727"/>
                  </a:cubicBezTo>
                  <a:cubicBezTo>
                    <a:pt x="15483" y="2264"/>
                    <a:pt x="15906" y="2887"/>
                    <a:pt x="16215" y="3598"/>
                  </a:cubicBezTo>
                  <a:cubicBezTo>
                    <a:pt x="16523" y="4312"/>
                    <a:pt x="16676" y="5070"/>
                    <a:pt x="16676" y="5878"/>
                  </a:cubicBezTo>
                  <a:cubicBezTo>
                    <a:pt x="16676" y="6900"/>
                    <a:pt x="16441" y="7846"/>
                    <a:pt x="15968" y="8718"/>
                  </a:cubicBezTo>
                  <a:cubicBezTo>
                    <a:pt x="15495" y="9591"/>
                    <a:pt x="14825" y="10290"/>
                    <a:pt x="13962" y="10827"/>
                  </a:cubicBezTo>
                  <a:lnTo>
                    <a:pt x="16186" y="11151"/>
                  </a:lnTo>
                  <a:cubicBezTo>
                    <a:pt x="16356" y="11300"/>
                    <a:pt x="16515" y="11474"/>
                    <a:pt x="16670" y="11662"/>
                  </a:cubicBezTo>
                  <a:cubicBezTo>
                    <a:pt x="16826" y="11859"/>
                    <a:pt x="16902" y="12079"/>
                    <a:pt x="16902" y="12334"/>
                  </a:cubicBezTo>
                  <a:cubicBezTo>
                    <a:pt x="16902" y="12752"/>
                    <a:pt x="16817" y="13113"/>
                    <a:pt x="16650" y="13415"/>
                  </a:cubicBezTo>
                  <a:cubicBezTo>
                    <a:pt x="16097" y="13104"/>
                    <a:pt x="15528" y="12957"/>
                    <a:pt x="14949" y="12966"/>
                  </a:cubicBezTo>
                  <a:cubicBezTo>
                    <a:pt x="14523" y="12966"/>
                    <a:pt x="14118" y="13045"/>
                    <a:pt x="13724" y="13207"/>
                  </a:cubicBezTo>
                  <a:cubicBezTo>
                    <a:pt x="13330" y="13362"/>
                    <a:pt x="12972" y="13580"/>
                    <a:pt x="12643" y="13850"/>
                  </a:cubicBezTo>
                  <a:cubicBezTo>
                    <a:pt x="12584" y="13829"/>
                    <a:pt x="12534" y="13821"/>
                    <a:pt x="12487" y="13809"/>
                  </a:cubicBezTo>
                  <a:cubicBezTo>
                    <a:pt x="12437" y="13800"/>
                    <a:pt x="12387" y="13794"/>
                    <a:pt x="12331" y="13794"/>
                  </a:cubicBezTo>
                  <a:cubicBezTo>
                    <a:pt x="11891" y="13794"/>
                    <a:pt x="11506" y="13953"/>
                    <a:pt x="11177" y="14273"/>
                  </a:cubicBezTo>
                  <a:cubicBezTo>
                    <a:pt x="10848" y="14590"/>
                    <a:pt x="10684" y="14972"/>
                    <a:pt x="10684" y="15413"/>
                  </a:cubicBezTo>
                  <a:cubicBezTo>
                    <a:pt x="10684" y="15851"/>
                    <a:pt x="10848" y="16230"/>
                    <a:pt x="11168" y="16544"/>
                  </a:cubicBezTo>
                  <a:cubicBezTo>
                    <a:pt x="11491" y="16858"/>
                    <a:pt x="11879" y="17014"/>
                    <a:pt x="12331" y="17014"/>
                  </a:cubicBezTo>
                  <a:cubicBezTo>
                    <a:pt x="12769" y="17014"/>
                    <a:pt x="13148" y="16858"/>
                    <a:pt x="13462" y="16544"/>
                  </a:cubicBezTo>
                  <a:cubicBezTo>
                    <a:pt x="13777" y="16230"/>
                    <a:pt x="13935" y="15851"/>
                    <a:pt x="13935" y="15413"/>
                  </a:cubicBezTo>
                  <a:cubicBezTo>
                    <a:pt x="13935" y="15337"/>
                    <a:pt x="13924" y="15266"/>
                    <a:pt x="13906" y="15193"/>
                  </a:cubicBezTo>
                  <a:cubicBezTo>
                    <a:pt x="13885" y="15122"/>
                    <a:pt x="13868" y="15057"/>
                    <a:pt x="13847" y="15004"/>
                  </a:cubicBezTo>
                  <a:cubicBezTo>
                    <a:pt x="13997" y="14893"/>
                    <a:pt x="14162" y="14796"/>
                    <a:pt x="14347" y="14714"/>
                  </a:cubicBezTo>
                  <a:cubicBezTo>
                    <a:pt x="14529" y="14634"/>
                    <a:pt x="14729" y="14593"/>
                    <a:pt x="14946" y="14593"/>
                  </a:cubicBezTo>
                  <a:cubicBezTo>
                    <a:pt x="15460" y="14593"/>
                    <a:pt x="15907" y="14778"/>
                    <a:pt x="16280" y="15145"/>
                  </a:cubicBezTo>
                  <a:cubicBezTo>
                    <a:pt x="16656" y="15510"/>
                    <a:pt x="16841" y="15950"/>
                    <a:pt x="16841" y="16464"/>
                  </a:cubicBezTo>
                  <a:cubicBezTo>
                    <a:pt x="16841" y="16682"/>
                    <a:pt x="16803" y="16878"/>
                    <a:pt x="16729" y="17049"/>
                  </a:cubicBezTo>
                  <a:cubicBezTo>
                    <a:pt x="16656" y="17222"/>
                    <a:pt x="16565" y="17384"/>
                    <a:pt x="16462" y="17533"/>
                  </a:cubicBezTo>
                  <a:cubicBezTo>
                    <a:pt x="16227" y="17439"/>
                    <a:pt x="16018" y="17393"/>
                    <a:pt x="15827" y="17393"/>
                  </a:cubicBezTo>
                  <a:cubicBezTo>
                    <a:pt x="15390" y="17393"/>
                    <a:pt x="15008" y="17554"/>
                    <a:pt x="14682" y="17871"/>
                  </a:cubicBezTo>
                  <a:cubicBezTo>
                    <a:pt x="14358" y="18192"/>
                    <a:pt x="14197" y="18570"/>
                    <a:pt x="14197" y="19011"/>
                  </a:cubicBezTo>
                  <a:cubicBezTo>
                    <a:pt x="14197" y="19455"/>
                    <a:pt x="14358" y="19828"/>
                    <a:pt x="14682" y="20142"/>
                  </a:cubicBezTo>
                  <a:cubicBezTo>
                    <a:pt x="15005" y="20456"/>
                    <a:pt x="15387" y="20615"/>
                    <a:pt x="15827" y="20615"/>
                  </a:cubicBezTo>
                  <a:cubicBezTo>
                    <a:pt x="16271" y="20615"/>
                    <a:pt x="16647" y="20456"/>
                    <a:pt x="16967" y="20142"/>
                  </a:cubicBezTo>
                  <a:cubicBezTo>
                    <a:pt x="17287" y="19828"/>
                    <a:pt x="17446" y="19455"/>
                    <a:pt x="17446" y="19011"/>
                  </a:cubicBezTo>
                  <a:lnTo>
                    <a:pt x="17416" y="18955"/>
                  </a:lnTo>
                  <a:cubicBezTo>
                    <a:pt x="18110" y="18259"/>
                    <a:pt x="18456" y="17434"/>
                    <a:pt x="18456" y="16464"/>
                  </a:cubicBezTo>
                  <a:cubicBezTo>
                    <a:pt x="18456" y="15774"/>
                    <a:pt x="18265" y="15131"/>
                    <a:pt x="17881" y="14540"/>
                  </a:cubicBezTo>
                  <a:cubicBezTo>
                    <a:pt x="18312" y="13886"/>
                    <a:pt x="18524" y="13151"/>
                    <a:pt x="18524" y="12334"/>
                  </a:cubicBezTo>
                  <a:moveTo>
                    <a:pt x="6794" y="17566"/>
                  </a:moveTo>
                  <a:cubicBezTo>
                    <a:pt x="6794" y="17781"/>
                    <a:pt x="6721" y="17972"/>
                    <a:pt x="6571" y="18136"/>
                  </a:cubicBezTo>
                  <a:cubicBezTo>
                    <a:pt x="6421" y="18300"/>
                    <a:pt x="6227" y="18383"/>
                    <a:pt x="5998" y="18383"/>
                  </a:cubicBezTo>
                  <a:cubicBezTo>
                    <a:pt x="5781" y="18383"/>
                    <a:pt x="5590" y="18300"/>
                    <a:pt x="5434" y="18136"/>
                  </a:cubicBezTo>
                  <a:cubicBezTo>
                    <a:pt x="5272" y="17971"/>
                    <a:pt x="5193" y="17781"/>
                    <a:pt x="5193" y="17566"/>
                  </a:cubicBezTo>
                  <a:cubicBezTo>
                    <a:pt x="5193" y="17334"/>
                    <a:pt x="5272" y="17137"/>
                    <a:pt x="5434" y="16991"/>
                  </a:cubicBezTo>
                  <a:cubicBezTo>
                    <a:pt x="5593" y="16841"/>
                    <a:pt x="5781" y="16767"/>
                    <a:pt x="5998" y="16767"/>
                  </a:cubicBezTo>
                  <a:cubicBezTo>
                    <a:pt x="6227" y="16767"/>
                    <a:pt x="6424" y="16841"/>
                    <a:pt x="6571" y="16991"/>
                  </a:cubicBezTo>
                  <a:cubicBezTo>
                    <a:pt x="6721" y="17137"/>
                    <a:pt x="6794" y="17334"/>
                    <a:pt x="6794" y="1756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0" name="AutoShape 130"/>
            <p:cNvSpPr>
              <a:spLocks/>
            </p:cNvSpPr>
            <p:nvPr/>
          </p:nvSpPr>
          <p:spPr bwMode="auto">
            <a:xfrm>
              <a:off x="3037565" y="4490628"/>
              <a:ext cx="417495" cy="417495"/>
            </a:xfrm>
            <a:custGeom>
              <a:avLst/>
              <a:gdLst>
                <a:gd name="T0" fmla="*/ 208747 w 21600"/>
                <a:gd name="T1" fmla="*/ 210974 h 21372"/>
                <a:gd name="T2" fmla="*/ 208747 w 21600"/>
                <a:gd name="T3" fmla="*/ 210974 h 21372"/>
                <a:gd name="T4" fmla="*/ 208747 w 21600"/>
                <a:gd name="T5" fmla="*/ 210974 h 21372"/>
                <a:gd name="T6" fmla="*/ 208747 w 21600"/>
                <a:gd name="T7" fmla="*/ 210974 h 213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372">
                  <a:moveTo>
                    <a:pt x="18752" y="718"/>
                  </a:moveTo>
                  <a:cubicBezTo>
                    <a:pt x="19531" y="111"/>
                    <a:pt x="20206" y="-114"/>
                    <a:pt x="20760" y="54"/>
                  </a:cubicBezTo>
                  <a:cubicBezTo>
                    <a:pt x="21315" y="219"/>
                    <a:pt x="21599" y="737"/>
                    <a:pt x="21599" y="1596"/>
                  </a:cubicBezTo>
                  <a:lnTo>
                    <a:pt x="21599" y="19775"/>
                  </a:lnTo>
                  <a:cubicBezTo>
                    <a:pt x="21599" y="20634"/>
                    <a:pt x="21320" y="21152"/>
                    <a:pt x="20770" y="21317"/>
                  </a:cubicBezTo>
                  <a:cubicBezTo>
                    <a:pt x="20226" y="21486"/>
                    <a:pt x="19551" y="21264"/>
                    <a:pt x="18752" y="20653"/>
                  </a:cubicBezTo>
                  <a:lnTo>
                    <a:pt x="10979" y="14801"/>
                  </a:lnTo>
                  <a:lnTo>
                    <a:pt x="934" y="14801"/>
                  </a:lnTo>
                  <a:cubicBezTo>
                    <a:pt x="679" y="14801"/>
                    <a:pt x="459" y="14733"/>
                    <a:pt x="274" y="14602"/>
                  </a:cubicBezTo>
                  <a:cubicBezTo>
                    <a:pt x="94" y="14471"/>
                    <a:pt x="0" y="14302"/>
                    <a:pt x="0" y="14096"/>
                  </a:cubicBezTo>
                  <a:lnTo>
                    <a:pt x="0" y="7276"/>
                  </a:lnTo>
                  <a:cubicBezTo>
                    <a:pt x="0" y="7081"/>
                    <a:pt x="94" y="6916"/>
                    <a:pt x="274" y="6780"/>
                  </a:cubicBezTo>
                  <a:cubicBezTo>
                    <a:pt x="459" y="6642"/>
                    <a:pt x="679" y="6574"/>
                    <a:pt x="934" y="6574"/>
                  </a:cubicBezTo>
                  <a:lnTo>
                    <a:pt x="10979" y="6574"/>
                  </a:lnTo>
                  <a:lnTo>
                    <a:pt x="18752" y="71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1" name="AutoShape 131"/>
            <p:cNvSpPr>
              <a:spLocks/>
            </p:cNvSpPr>
            <p:nvPr/>
          </p:nvSpPr>
          <p:spPr bwMode="auto">
            <a:xfrm>
              <a:off x="4103542" y="4490628"/>
              <a:ext cx="417495" cy="417495"/>
            </a:xfrm>
            <a:custGeom>
              <a:avLst/>
              <a:gdLst>
                <a:gd name="T0" fmla="*/ 208747 w 21600"/>
                <a:gd name="T1" fmla="*/ 210965 h 21373"/>
                <a:gd name="T2" fmla="*/ 208747 w 21600"/>
                <a:gd name="T3" fmla="*/ 210965 h 21373"/>
                <a:gd name="T4" fmla="*/ 208747 w 21600"/>
                <a:gd name="T5" fmla="*/ 210965 h 21373"/>
                <a:gd name="T6" fmla="*/ 208747 w 21600"/>
                <a:gd name="T7" fmla="*/ 210965 h 213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373">
                  <a:moveTo>
                    <a:pt x="13251" y="718"/>
                  </a:moveTo>
                  <a:cubicBezTo>
                    <a:pt x="13802" y="111"/>
                    <a:pt x="14278" y="-114"/>
                    <a:pt x="14670" y="54"/>
                  </a:cubicBezTo>
                  <a:cubicBezTo>
                    <a:pt x="15062" y="219"/>
                    <a:pt x="15263" y="737"/>
                    <a:pt x="15263" y="1596"/>
                  </a:cubicBezTo>
                  <a:lnTo>
                    <a:pt x="15263" y="19775"/>
                  </a:lnTo>
                  <a:cubicBezTo>
                    <a:pt x="15263" y="20634"/>
                    <a:pt x="15065" y="21152"/>
                    <a:pt x="14681" y="21320"/>
                  </a:cubicBezTo>
                  <a:cubicBezTo>
                    <a:pt x="14292" y="21485"/>
                    <a:pt x="13816" y="21264"/>
                    <a:pt x="13251" y="20656"/>
                  </a:cubicBezTo>
                  <a:lnTo>
                    <a:pt x="7758" y="14803"/>
                  </a:lnTo>
                  <a:lnTo>
                    <a:pt x="660" y="14803"/>
                  </a:lnTo>
                  <a:cubicBezTo>
                    <a:pt x="480" y="14803"/>
                    <a:pt x="324" y="14736"/>
                    <a:pt x="194" y="14604"/>
                  </a:cubicBezTo>
                  <a:cubicBezTo>
                    <a:pt x="67" y="14473"/>
                    <a:pt x="0" y="14304"/>
                    <a:pt x="0" y="14098"/>
                  </a:cubicBezTo>
                  <a:lnTo>
                    <a:pt x="0" y="7277"/>
                  </a:lnTo>
                  <a:cubicBezTo>
                    <a:pt x="0" y="7082"/>
                    <a:pt x="67" y="6917"/>
                    <a:pt x="194" y="6778"/>
                  </a:cubicBezTo>
                  <a:cubicBezTo>
                    <a:pt x="324" y="6643"/>
                    <a:pt x="480" y="6571"/>
                    <a:pt x="660" y="6571"/>
                  </a:cubicBezTo>
                  <a:lnTo>
                    <a:pt x="7758" y="6571"/>
                  </a:lnTo>
                  <a:lnTo>
                    <a:pt x="13251" y="718"/>
                  </a:lnTo>
                  <a:close/>
                  <a:moveTo>
                    <a:pt x="18002" y="3322"/>
                  </a:moveTo>
                  <a:cubicBezTo>
                    <a:pt x="18331" y="3127"/>
                    <a:pt x="18666" y="3086"/>
                    <a:pt x="19023" y="3179"/>
                  </a:cubicBezTo>
                  <a:cubicBezTo>
                    <a:pt x="19379" y="3273"/>
                    <a:pt x="19654" y="3495"/>
                    <a:pt x="19838" y="3844"/>
                  </a:cubicBezTo>
                  <a:cubicBezTo>
                    <a:pt x="21017" y="6023"/>
                    <a:pt x="21599" y="8301"/>
                    <a:pt x="21599" y="10687"/>
                  </a:cubicBezTo>
                  <a:cubicBezTo>
                    <a:pt x="21599" y="13092"/>
                    <a:pt x="21017" y="15373"/>
                    <a:pt x="19838" y="17527"/>
                  </a:cubicBezTo>
                  <a:cubicBezTo>
                    <a:pt x="19584" y="18018"/>
                    <a:pt x="19189" y="18266"/>
                    <a:pt x="18659" y="18266"/>
                  </a:cubicBezTo>
                  <a:cubicBezTo>
                    <a:pt x="18437" y="18266"/>
                    <a:pt x="18214" y="18195"/>
                    <a:pt x="17999" y="18049"/>
                  </a:cubicBezTo>
                  <a:cubicBezTo>
                    <a:pt x="17671" y="17857"/>
                    <a:pt x="17459" y="17572"/>
                    <a:pt x="17353" y="17189"/>
                  </a:cubicBezTo>
                  <a:cubicBezTo>
                    <a:pt x="17254" y="16807"/>
                    <a:pt x="17289" y="16439"/>
                    <a:pt x="17473" y="16090"/>
                  </a:cubicBezTo>
                  <a:cubicBezTo>
                    <a:pt x="18419" y="14353"/>
                    <a:pt x="18892" y="12552"/>
                    <a:pt x="18892" y="10687"/>
                  </a:cubicBezTo>
                  <a:cubicBezTo>
                    <a:pt x="18892" y="8819"/>
                    <a:pt x="18415" y="7014"/>
                    <a:pt x="17473" y="5277"/>
                  </a:cubicBezTo>
                  <a:cubicBezTo>
                    <a:pt x="17289" y="4932"/>
                    <a:pt x="17254" y="4567"/>
                    <a:pt x="17353" y="4181"/>
                  </a:cubicBezTo>
                  <a:cubicBezTo>
                    <a:pt x="17459" y="3802"/>
                    <a:pt x="17674" y="3514"/>
                    <a:pt x="18002" y="332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2" name="AutoShape 132"/>
            <p:cNvSpPr>
              <a:spLocks/>
            </p:cNvSpPr>
            <p:nvPr/>
          </p:nvSpPr>
          <p:spPr bwMode="auto">
            <a:xfrm>
              <a:off x="5089658" y="4492447"/>
              <a:ext cx="417494" cy="417494"/>
            </a:xfrm>
            <a:custGeom>
              <a:avLst/>
              <a:gdLst>
                <a:gd name="T0" fmla="*/ 208747 w 21600"/>
                <a:gd name="T1" fmla="*/ 209337 h 21569"/>
                <a:gd name="T2" fmla="*/ 208747 w 21600"/>
                <a:gd name="T3" fmla="*/ 209337 h 21569"/>
                <a:gd name="T4" fmla="*/ 208747 w 21600"/>
                <a:gd name="T5" fmla="*/ 209337 h 21569"/>
                <a:gd name="T6" fmla="*/ 208747 w 21600"/>
                <a:gd name="T7" fmla="*/ 209337 h 215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69">
                  <a:moveTo>
                    <a:pt x="8834" y="3281"/>
                  </a:moveTo>
                  <a:cubicBezTo>
                    <a:pt x="9202" y="2821"/>
                    <a:pt x="9519" y="2655"/>
                    <a:pt x="9780" y="2779"/>
                  </a:cubicBezTo>
                  <a:cubicBezTo>
                    <a:pt x="10042" y="2906"/>
                    <a:pt x="10176" y="3295"/>
                    <a:pt x="10176" y="3941"/>
                  </a:cubicBezTo>
                  <a:lnTo>
                    <a:pt x="10176" y="17610"/>
                  </a:lnTo>
                  <a:cubicBezTo>
                    <a:pt x="10176" y="18259"/>
                    <a:pt x="10044" y="18646"/>
                    <a:pt x="9788" y="18770"/>
                  </a:cubicBezTo>
                  <a:cubicBezTo>
                    <a:pt x="9529" y="18897"/>
                    <a:pt x="9211" y="18733"/>
                    <a:pt x="8834" y="18270"/>
                  </a:cubicBezTo>
                  <a:lnTo>
                    <a:pt x="5172" y="13869"/>
                  </a:lnTo>
                  <a:lnTo>
                    <a:pt x="440" y="13869"/>
                  </a:lnTo>
                  <a:cubicBezTo>
                    <a:pt x="320" y="13869"/>
                    <a:pt x="218" y="13818"/>
                    <a:pt x="129" y="13720"/>
                  </a:cubicBezTo>
                  <a:cubicBezTo>
                    <a:pt x="44" y="13624"/>
                    <a:pt x="0" y="13497"/>
                    <a:pt x="0" y="13342"/>
                  </a:cubicBezTo>
                  <a:lnTo>
                    <a:pt x="0" y="8210"/>
                  </a:lnTo>
                  <a:cubicBezTo>
                    <a:pt x="0" y="8066"/>
                    <a:pt x="44" y="7942"/>
                    <a:pt x="129" y="7838"/>
                  </a:cubicBezTo>
                  <a:cubicBezTo>
                    <a:pt x="218" y="7736"/>
                    <a:pt x="320" y="7685"/>
                    <a:pt x="440" y="7685"/>
                  </a:cubicBezTo>
                  <a:lnTo>
                    <a:pt x="5172" y="7685"/>
                  </a:lnTo>
                  <a:lnTo>
                    <a:pt x="8834" y="3281"/>
                  </a:lnTo>
                  <a:close/>
                  <a:moveTo>
                    <a:pt x="12002" y="5239"/>
                  </a:moveTo>
                  <a:cubicBezTo>
                    <a:pt x="12221" y="5095"/>
                    <a:pt x="12445" y="5061"/>
                    <a:pt x="12682" y="5132"/>
                  </a:cubicBezTo>
                  <a:cubicBezTo>
                    <a:pt x="12920" y="5205"/>
                    <a:pt x="13104" y="5369"/>
                    <a:pt x="13228" y="5631"/>
                  </a:cubicBezTo>
                  <a:cubicBezTo>
                    <a:pt x="14010" y="7270"/>
                    <a:pt x="14400" y="8983"/>
                    <a:pt x="14400" y="10774"/>
                  </a:cubicBezTo>
                  <a:cubicBezTo>
                    <a:pt x="14400" y="12588"/>
                    <a:pt x="14010" y="14301"/>
                    <a:pt x="13228" y="15920"/>
                  </a:cubicBezTo>
                  <a:cubicBezTo>
                    <a:pt x="13056" y="16290"/>
                    <a:pt x="12793" y="16476"/>
                    <a:pt x="12440" y="16476"/>
                  </a:cubicBezTo>
                  <a:cubicBezTo>
                    <a:pt x="12292" y="16476"/>
                    <a:pt x="12143" y="16423"/>
                    <a:pt x="12000" y="16313"/>
                  </a:cubicBezTo>
                  <a:cubicBezTo>
                    <a:pt x="11781" y="16169"/>
                    <a:pt x="11640" y="15954"/>
                    <a:pt x="11571" y="15666"/>
                  </a:cubicBezTo>
                  <a:cubicBezTo>
                    <a:pt x="11503" y="15376"/>
                    <a:pt x="11529" y="15102"/>
                    <a:pt x="11649" y="14843"/>
                  </a:cubicBezTo>
                  <a:cubicBezTo>
                    <a:pt x="12280" y="13536"/>
                    <a:pt x="12595" y="12179"/>
                    <a:pt x="12595" y="10774"/>
                  </a:cubicBezTo>
                  <a:cubicBezTo>
                    <a:pt x="12595" y="9372"/>
                    <a:pt x="12277" y="8018"/>
                    <a:pt x="11649" y="6712"/>
                  </a:cubicBezTo>
                  <a:cubicBezTo>
                    <a:pt x="11529" y="6449"/>
                    <a:pt x="11503" y="6173"/>
                    <a:pt x="11571" y="5888"/>
                  </a:cubicBezTo>
                  <a:cubicBezTo>
                    <a:pt x="11642" y="5600"/>
                    <a:pt x="11783" y="5383"/>
                    <a:pt x="12002" y="5239"/>
                  </a:cubicBezTo>
                  <a:moveTo>
                    <a:pt x="16137" y="3038"/>
                  </a:moveTo>
                  <a:cubicBezTo>
                    <a:pt x="16754" y="4218"/>
                    <a:pt x="17217" y="5456"/>
                    <a:pt x="17528" y="6751"/>
                  </a:cubicBezTo>
                  <a:cubicBezTo>
                    <a:pt x="17841" y="8046"/>
                    <a:pt x="17996" y="9392"/>
                    <a:pt x="17996" y="10774"/>
                  </a:cubicBezTo>
                  <a:cubicBezTo>
                    <a:pt x="17996" y="13559"/>
                    <a:pt x="17368" y="16140"/>
                    <a:pt x="16114" y="18516"/>
                  </a:cubicBezTo>
                  <a:cubicBezTo>
                    <a:pt x="16038" y="18677"/>
                    <a:pt x="15930" y="18804"/>
                    <a:pt x="15786" y="18886"/>
                  </a:cubicBezTo>
                  <a:cubicBezTo>
                    <a:pt x="15643" y="18976"/>
                    <a:pt x="15504" y="19015"/>
                    <a:pt x="15370" y="19015"/>
                  </a:cubicBezTo>
                  <a:cubicBezTo>
                    <a:pt x="15182" y="19015"/>
                    <a:pt x="15022" y="18962"/>
                    <a:pt x="14885" y="18855"/>
                  </a:cubicBezTo>
                  <a:cubicBezTo>
                    <a:pt x="14666" y="18711"/>
                    <a:pt x="14534" y="18490"/>
                    <a:pt x="14478" y="18192"/>
                  </a:cubicBezTo>
                  <a:cubicBezTo>
                    <a:pt x="14426" y="17895"/>
                    <a:pt x="14466" y="17616"/>
                    <a:pt x="14603" y="17354"/>
                  </a:cubicBezTo>
                  <a:cubicBezTo>
                    <a:pt x="15662" y="15328"/>
                    <a:pt x="16196" y="13136"/>
                    <a:pt x="16203" y="10775"/>
                  </a:cubicBezTo>
                  <a:cubicBezTo>
                    <a:pt x="16203" y="8416"/>
                    <a:pt x="15669" y="6224"/>
                    <a:pt x="14603" y="4198"/>
                  </a:cubicBezTo>
                  <a:cubicBezTo>
                    <a:pt x="14466" y="3936"/>
                    <a:pt x="14426" y="3659"/>
                    <a:pt x="14478" y="3363"/>
                  </a:cubicBezTo>
                  <a:cubicBezTo>
                    <a:pt x="14532" y="3067"/>
                    <a:pt x="14666" y="2847"/>
                    <a:pt x="14885" y="2700"/>
                  </a:cubicBezTo>
                  <a:cubicBezTo>
                    <a:pt x="15104" y="2536"/>
                    <a:pt x="15330" y="2488"/>
                    <a:pt x="15572" y="2551"/>
                  </a:cubicBezTo>
                  <a:cubicBezTo>
                    <a:pt x="15812" y="2615"/>
                    <a:pt x="16001" y="2776"/>
                    <a:pt x="16137" y="3038"/>
                  </a:cubicBezTo>
                  <a:moveTo>
                    <a:pt x="18999" y="460"/>
                  </a:moveTo>
                  <a:cubicBezTo>
                    <a:pt x="19863" y="2026"/>
                    <a:pt x="20517" y="3676"/>
                    <a:pt x="20948" y="5408"/>
                  </a:cubicBezTo>
                  <a:cubicBezTo>
                    <a:pt x="21385" y="7141"/>
                    <a:pt x="21599" y="8929"/>
                    <a:pt x="21599" y="10774"/>
                  </a:cubicBezTo>
                  <a:cubicBezTo>
                    <a:pt x="21599" y="12622"/>
                    <a:pt x="21381" y="14411"/>
                    <a:pt x="20943" y="16146"/>
                  </a:cubicBezTo>
                  <a:cubicBezTo>
                    <a:pt x="20500" y="17878"/>
                    <a:pt x="19856" y="19520"/>
                    <a:pt x="18999" y="21069"/>
                  </a:cubicBezTo>
                  <a:cubicBezTo>
                    <a:pt x="18924" y="21230"/>
                    <a:pt x="18815" y="21354"/>
                    <a:pt x="18672" y="21442"/>
                  </a:cubicBezTo>
                  <a:cubicBezTo>
                    <a:pt x="18528" y="21526"/>
                    <a:pt x="18389" y="21569"/>
                    <a:pt x="18253" y="21569"/>
                  </a:cubicBezTo>
                  <a:cubicBezTo>
                    <a:pt x="18067" y="21569"/>
                    <a:pt x="17898" y="21509"/>
                    <a:pt x="17747" y="21394"/>
                  </a:cubicBezTo>
                  <a:cubicBezTo>
                    <a:pt x="17528" y="21230"/>
                    <a:pt x="17399" y="21001"/>
                    <a:pt x="17352" y="20705"/>
                  </a:cubicBezTo>
                  <a:cubicBezTo>
                    <a:pt x="17307" y="20406"/>
                    <a:pt x="17352" y="20144"/>
                    <a:pt x="17488" y="19907"/>
                  </a:cubicBezTo>
                  <a:cubicBezTo>
                    <a:pt x="18239" y="18519"/>
                    <a:pt x="18811" y="17057"/>
                    <a:pt x="19206" y="15517"/>
                  </a:cubicBezTo>
                  <a:cubicBezTo>
                    <a:pt x="19599" y="13976"/>
                    <a:pt x="19797" y="12396"/>
                    <a:pt x="19797" y="10774"/>
                  </a:cubicBezTo>
                  <a:cubicBezTo>
                    <a:pt x="19797" y="9155"/>
                    <a:pt x="19601" y="7575"/>
                    <a:pt x="19211" y="6037"/>
                  </a:cubicBezTo>
                  <a:cubicBezTo>
                    <a:pt x="18820" y="4497"/>
                    <a:pt x="18246" y="3044"/>
                    <a:pt x="17488" y="1673"/>
                  </a:cubicBezTo>
                  <a:cubicBezTo>
                    <a:pt x="17352" y="1413"/>
                    <a:pt x="17309" y="1137"/>
                    <a:pt x="17352" y="843"/>
                  </a:cubicBezTo>
                  <a:cubicBezTo>
                    <a:pt x="17399" y="550"/>
                    <a:pt x="17528" y="321"/>
                    <a:pt x="17747" y="163"/>
                  </a:cubicBezTo>
                  <a:cubicBezTo>
                    <a:pt x="17968" y="16"/>
                    <a:pt x="18192" y="-31"/>
                    <a:pt x="18434" y="19"/>
                  </a:cubicBezTo>
                  <a:cubicBezTo>
                    <a:pt x="18677" y="68"/>
                    <a:pt x="18862" y="214"/>
                    <a:pt x="18999" y="46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3" name="AutoShape 133"/>
            <p:cNvSpPr>
              <a:spLocks/>
            </p:cNvSpPr>
            <p:nvPr/>
          </p:nvSpPr>
          <p:spPr bwMode="auto">
            <a:xfrm>
              <a:off x="6124162" y="449244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8" y="0"/>
                  </a:moveTo>
                  <a:cubicBezTo>
                    <a:pt x="11055" y="0"/>
                    <a:pt x="11283" y="97"/>
                    <a:pt x="11476" y="293"/>
                  </a:cubicBezTo>
                  <a:cubicBezTo>
                    <a:pt x="11667" y="495"/>
                    <a:pt x="11830" y="714"/>
                    <a:pt x="11957" y="964"/>
                  </a:cubicBezTo>
                  <a:lnTo>
                    <a:pt x="21320" y="19313"/>
                  </a:lnTo>
                  <a:cubicBezTo>
                    <a:pt x="21401" y="19460"/>
                    <a:pt x="21470" y="19615"/>
                    <a:pt x="21518" y="19785"/>
                  </a:cubicBezTo>
                  <a:cubicBezTo>
                    <a:pt x="21574" y="19958"/>
                    <a:pt x="21599" y="20139"/>
                    <a:pt x="21599" y="20329"/>
                  </a:cubicBezTo>
                  <a:cubicBezTo>
                    <a:pt x="21599" y="20782"/>
                    <a:pt x="21445" y="21107"/>
                    <a:pt x="21137" y="21303"/>
                  </a:cubicBezTo>
                  <a:cubicBezTo>
                    <a:pt x="20830" y="21501"/>
                    <a:pt x="20500" y="21600"/>
                    <a:pt x="20152" y="21600"/>
                  </a:cubicBezTo>
                  <a:lnTo>
                    <a:pt x="1447" y="21600"/>
                  </a:lnTo>
                  <a:cubicBezTo>
                    <a:pt x="1099" y="21600"/>
                    <a:pt x="772" y="21502"/>
                    <a:pt x="462" y="21303"/>
                  </a:cubicBezTo>
                  <a:cubicBezTo>
                    <a:pt x="154" y="21107"/>
                    <a:pt x="0" y="20782"/>
                    <a:pt x="0" y="20329"/>
                  </a:cubicBezTo>
                  <a:cubicBezTo>
                    <a:pt x="0" y="20148"/>
                    <a:pt x="25" y="19967"/>
                    <a:pt x="71" y="19794"/>
                  </a:cubicBezTo>
                  <a:cubicBezTo>
                    <a:pt x="121" y="19618"/>
                    <a:pt x="190" y="19460"/>
                    <a:pt x="279" y="19313"/>
                  </a:cubicBezTo>
                  <a:lnTo>
                    <a:pt x="9620" y="964"/>
                  </a:lnTo>
                  <a:cubicBezTo>
                    <a:pt x="9749" y="714"/>
                    <a:pt x="9907" y="495"/>
                    <a:pt x="10097" y="293"/>
                  </a:cubicBezTo>
                  <a:cubicBezTo>
                    <a:pt x="10290" y="97"/>
                    <a:pt x="10519" y="0"/>
                    <a:pt x="10788" y="0"/>
                  </a:cubicBezTo>
                  <a:moveTo>
                    <a:pt x="11629" y="15452"/>
                  </a:moveTo>
                  <a:cubicBezTo>
                    <a:pt x="11741" y="15452"/>
                    <a:pt x="11840" y="15402"/>
                    <a:pt x="11926" y="15308"/>
                  </a:cubicBezTo>
                  <a:cubicBezTo>
                    <a:pt x="12010" y="15210"/>
                    <a:pt x="12053" y="15097"/>
                    <a:pt x="12053" y="14971"/>
                  </a:cubicBezTo>
                  <a:lnTo>
                    <a:pt x="12236" y="6243"/>
                  </a:lnTo>
                  <a:cubicBezTo>
                    <a:pt x="12236" y="6113"/>
                    <a:pt x="12190" y="6001"/>
                    <a:pt x="12106" y="5906"/>
                  </a:cubicBezTo>
                  <a:cubicBezTo>
                    <a:pt x="12023" y="5808"/>
                    <a:pt x="11924" y="5762"/>
                    <a:pt x="11809" y="5762"/>
                  </a:cubicBezTo>
                  <a:lnTo>
                    <a:pt x="9790" y="5762"/>
                  </a:lnTo>
                  <a:cubicBezTo>
                    <a:pt x="9663" y="5762"/>
                    <a:pt x="9553" y="5808"/>
                    <a:pt x="9480" y="5906"/>
                  </a:cubicBezTo>
                  <a:cubicBezTo>
                    <a:pt x="9404" y="6001"/>
                    <a:pt x="9366" y="6113"/>
                    <a:pt x="9366" y="6243"/>
                  </a:cubicBezTo>
                  <a:lnTo>
                    <a:pt x="9513" y="14971"/>
                  </a:lnTo>
                  <a:cubicBezTo>
                    <a:pt x="9513" y="15097"/>
                    <a:pt x="9556" y="15210"/>
                    <a:pt x="9640" y="15308"/>
                  </a:cubicBezTo>
                  <a:cubicBezTo>
                    <a:pt x="9724" y="15403"/>
                    <a:pt x="9823" y="15452"/>
                    <a:pt x="9937" y="15452"/>
                  </a:cubicBezTo>
                  <a:lnTo>
                    <a:pt x="11629" y="15452"/>
                  </a:lnTo>
                  <a:close/>
                  <a:moveTo>
                    <a:pt x="12150" y="17257"/>
                  </a:moveTo>
                  <a:cubicBezTo>
                    <a:pt x="12150" y="17110"/>
                    <a:pt x="12114" y="16989"/>
                    <a:pt x="12040" y="16891"/>
                  </a:cubicBezTo>
                  <a:cubicBezTo>
                    <a:pt x="11969" y="16796"/>
                    <a:pt x="11868" y="16747"/>
                    <a:pt x="11738" y="16747"/>
                  </a:cubicBezTo>
                  <a:lnTo>
                    <a:pt x="9866" y="16747"/>
                  </a:lnTo>
                  <a:cubicBezTo>
                    <a:pt x="9752" y="16747"/>
                    <a:pt x="9653" y="16793"/>
                    <a:pt x="9569" y="16886"/>
                  </a:cubicBezTo>
                  <a:cubicBezTo>
                    <a:pt x="9482" y="16978"/>
                    <a:pt x="9439" y="17102"/>
                    <a:pt x="9439" y="17257"/>
                  </a:cubicBezTo>
                  <a:lnTo>
                    <a:pt x="9439" y="19284"/>
                  </a:lnTo>
                  <a:cubicBezTo>
                    <a:pt x="9439" y="19431"/>
                    <a:pt x="9482" y="19549"/>
                    <a:pt x="9569" y="19636"/>
                  </a:cubicBezTo>
                  <a:cubicBezTo>
                    <a:pt x="9653" y="19722"/>
                    <a:pt x="9752" y="19765"/>
                    <a:pt x="9866" y="19765"/>
                  </a:cubicBezTo>
                  <a:lnTo>
                    <a:pt x="11738" y="19765"/>
                  </a:lnTo>
                  <a:cubicBezTo>
                    <a:pt x="12020" y="19765"/>
                    <a:pt x="12160" y="19604"/>
                    <a:pt x="12150" y="19284"/>
                  </a:cubicBezTo>
                  <a:lnTo>
                    <a:pt x="12150" y="1725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4" name="AutoShape 134"/>
            <p:cNvSpPr>
              <a:spLocks/>
            </p:cNvSpPr>
            <p:nvPr/>
          </p:nvSpPr>
          <p:spPr bwMode="auto">
            <a:xfrm>
              <a:off x="7096369" y="4492447"/>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152"/>
                  </a:moveTo>
                  <a:cubicBezTo>
                    <a:pt x="21509" y="7979"/>
                    <a:pt x="21282" y="8750"/>
                    <a:pt x="20914" y="9461"/>
                  </a:cubicBezTo>
                  <a:cubicBezTo>
                    <a:pt x="20549" y="10173"/>
                    <a:pt x="20079" y="10791"/>
                    <a:pt x="19504" y="11311"/>
                  </a:cubicBezTo>
                  <a:cubicBezTo>
                    <a:pt x="18932" y="11836"/>
                    <a:pt x="18276" y="12245"/>
                    <a:pt x="17542" y="12545"/>
                  </a:cubicBezTo>
                  <a:cubicBezTo>
                    <a:pt x="16803" y="12838"/>
                    <a:pt x="16016" y="12988"/>
                    <a:pt x="15175" y="12988"/>
                  </a:cubicBezTo>
                  <a:cubicBezTo>
                    <a:pt x="14626" y="12988"/>
                    <a:pt x="14048" y="12914"/>
                    <a:pt x="13457" y="12759"/>
                  </a:cubicBezTo>
                  <a:lnTo>
                    <a:pt x="5243" y="20964"/>
                  </a:lnTo>
                  <a:cubicBezTo>
                    <a:pt x="4818" y="21385"/>
                    <a:pt x="4312" y="21600"/>
                    <a:pt x="3725" y="21600"/>
                  </a:cubicBezTo>
                  <a:cubicBezTo>
                    <a:pt x="3111" y="21600"/>
                    <a:pt x="2593" y="21388"/>
                    <a:pt x="2165" y="20964"/>
                  </a:cubicBezTo>
                  <a:cubicBezTo>
                    <a:pt x="1959" y="20758"/>
                    <a:pt x="1729" y="20544"/>
                    <a:pt x="1483" y="20320"/>
                  </a:cubicBezTo>
                  <a:cubicBezTo>
                    <a:pt x="1234" y="20100"/>
                    <a:pt x="999" y="19866"/>
                    <a:pt x="778" y="19617"/>
                  </a:cubicBezTo>
                  <a:cubicBezTo>
                    <a:pt x="557" y="19369"/>
                    <a:pt x="370" y="19106"/>
                    <a:pt x="223" y="18827"/>
                  </a:cubicBezTo>
                  <a:cubicBezTo>
                    <a:pt x="73" y="18547"/>
                    <a:pt x="0" y="18242"/>
                    <a:pt x="0" y="17909"/>
                  </a:cubicBezTo>
                  <a:cubicBezTo>
                    <a:pt x="0" y="17613"/>
                    <a:pt x="56" y="17330"/>
                    <a:pt x="169" y="17062"/>
                  </a:cubicBezTo>
                  <a:cubicBezTo>
                    <a:pt x="283" y="16797"/>
                    <a:pt x="438" y="16565"/>
                    <a:pt x="637" y="16367"/>
                  </a:cubicBezTo>
                  <a:lnTo>
                    <a:pt x="8893" y="8134"/>
                  </a:lnTo>
                  <a:cubicBezTo>
                    <a:pt x="8743" y="7541"/>
                    <a:pt x="8669" y="6993"/>
                    <a:pt x="8660" y="6485"/>
                  </a:cubicBezTo>
                  <a:cubicBezTo>
                    <a:pt x="8660" y="5604"/>
                    <a:pt x="8833" y="4766"/>
                    <a:pt x="9176" y="3964"/>
                  </a:cubicBezTo>
                  <a:cubicBezTo>
                    <a:pt x="9521" y="3168"/>
                    <a:pt x="9983" y="2479"/>
                    <a:pt x="10566" y="1897"/>
                  </a:cubicBezTo>
                  <a:cubicBezTo>
                    <a:pt x="11149" y="1315"/>
                    <a:pt x="11831" y="855"/>
                    <a:pt x="12621" y="513"/>
                  </a:cubicBezTo>
                  <a:cubicBezTo>
                    <a:pt x="13406" y="172"/>
                    <a:pt x="14241" y="0"/>
                    <a:pt x="15130" y="0"/>
                  </a:cubicBezTo>
                  <a:cubicBezTo>
                    <a:pt x="15979" y="0"/>
                    <a:pt x="16798" y="160"/>
                    <a:pt x="17588" y="485"/>
                  </a:cubicBezTo>
                  <a:cubicBezTo>
                    <a:pt x="18377" y="813"/>
                    <a:pt x="19077" y="1264"/>
                    <a:pt x="19683" y="1849"/>
                  </a:cubicBezTo>
                  <a:lnTo>
                    <a:pt x="13692" y="4037"/>
                  </a:lnTo>
                  <a:lnTo>
                    <a:pt x="13108" y="7228"/>
                  </a:lnTo>
                  <a:lnTo>
                    <a:pt x="15603" y="9295"/>
                  </a:lnTo>
                  <a:lnTo>
                    <a:pt x="21599" y="7152"/>
                  </a:lnTo>
                  <a:close/>
                  <a:moveTo>
                    <a:pt x="3720" y="18991"/>
                  </a:moveTo>
                  <a:cubicBezTo>
                    <a:pt x="4017" y="18991"/>
                    <a:pt x="4269" y="18886"/>
                    <a:pt x="4479" y="18674"/>
                  </a:cubicBezTo>
                  <a:cubicBezTo>
                    <a:pt x="4688" y="18462"/>
                    <a:pt x="4790" y="18208"/>
                    <a:pt x="4790" y="17909"/>
                  </a:cubicBezTo>
                  <a:cubicBezTo>
                    <a:pt x="4790" y="17593"/>
                    <a:pt x="4685" y="17333"/>
                    <a:pt x="4473" y="17133"/>
                  </a:cubicBezTo>
                  <a:cubicBezTo>
                    <a:pt x="4261" y="16929"/>
                    <a:pt x="4009" y="16831"/>
                    <a:pt x="3720" y="16831"/>
                  </a:cubicBezTo>
                  <a:cubicBezTo>
                    <a:pt x="3403" y="16831"/>
                    <a:pt x="3145" y="16935"/>
                    <a:pt x="2941" y="17138"/>
                  </a:cubicBezTo>
                  <a:cubicBezTo>
                    <a:pt x="2737" y="17347"/>
                    <a:pt x="2638" y="17604"/>
                    <a:pt x="2638" y="17909"/>
                  </a:cubicBezTo>
                  <a:cubicBezTo>
                    <a:pt x="2638" y="18206"/>
                    <a:pt x="2737" y="18460"/>
                    <a:pt x="2941" y="18674"/>
                  </a:cubicBezTo>
                  <a:cubicBezTo>
                    <a:pt x="3145" y="18889"/>
                    <a:pt x="3403" y="18991"/>
                    <a:pt x="3720" y="189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5" name="AutoShape 135"/>
            <p:cNvSpPr>
              <a:spLocks/>
            </p:cNvSpPr>
            <p:nvPr/>
          </p:nvSpPr>
          <p:spPr bwMode="auto">
            <a:xfrm>
              <a:off x="8044374" y="4492447"/>
              <a:ext cx="417494" cy="417494"/>
            </a:xfrm>
            <a:custGeom>
              <a:avLst/>
              <a:gdLst>
                <a:gd name="T0" fmla="*/ 208747 w 21600"/>
                <a:gd name="T1" fmla="*/ 208737 h 21595"/>
                <a:gd name="T2" fmla="*/ 208747 w 21600"/>
                <a:gd name="T3" fmla="*/ 208737 h 21595"/>
                <a:gd name="T4" fmla="*/ 208747 w 21600"/>
                <a:gd name="T5" fmla="*/ 208737 h 21595"/>
                <a:gd name="T6" fmla="*/ 208747 w 21600"/>
                <a:gd name="T7" fmla="*/ 208737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21357" y="18804"/>
                  </a:moveTo>
                  <a:cubicBezTo>
                    <a:pt x="21523" y="18971"/>
                    <a:pt x="21599" y="19174"/>
                    <a:pt x="21599" y="19428"/>
                  </a:cubicBezTo>
                  <a:cubicBezTo>
                    <a:pt x="21599" y="19682"/>
                    <a:pt x="21523" y="19897"/>
                    <a:pt x="21357" y="20077"/>
                  </a:cubicBezTo>
                  <a:lnTo>
                    <a:pt x="20085" y="21345"/>
                  </a:lnTo>
                  <a:cubicBezTo>
                    <a:pt x="19907" y="21512"/>
                    <a:pt x="19687" y="21594"/>
                    <a:pt x="19438" y="21594"/>
                  </a:cubicBezTo>
                  <a:cubicBezTo>
                    <a:pt x="19184" y="21599"/>
                    <a:pt x="18978" y="21518"/>
                    <a:pt x="18814" y="21345"/>
                  </a:cubicBezTo>
                  <a:lnTo>
                    <a:pt x="13960" y="16508"/>
                  </a:lnTo>
                  <a:cubicBezTo>
                    <a:pt x="13256" y="16982"/>
                    <a:pt x="12485" y="17347"/>
                    <a:pt x="11646" y="17606"/>
                  </a:cubicBezTo>
                  <a:cubicBezTo>
                    <a:pt x="10809" y="17866"/>
                    <a:pt x="9931" y="17993"/>
                    <a:pt x="9007" y="17993"/>
                  </a:cubicBezTo>
                  <a:cubicBezTo>
                    <a:pt x="7772" y="17993"/>
                    <a:pt x="6608" y="17762"/>
                    <a:pt x="5520" y="17293"/>
                  </a:cubicBezTo>
                  <a:cubicBezTo>
                    <a:pt x="4427" y="16824"/>
                    <a:pt x="3469" y="16183"/>
                    <a:pt x="2644" y="15373"/>
                  </a:cubicBezTo>
                  <a:cubicBezTo>
                    <a:pt x="1819" y="14562"/>
                    <a:pt x="1172" y="13608"/>
                    <a:pt x="700" y="12521"/>
                  </a:cubicBezTo>
                  <a:cubicBezTo>
                    <a:pt x="231" y="11428"/>
                    <a:pt x="0" y="10253"/>
                    <a:pt x="0" y="9002"/>
                  </a:cubicBezTo>
                  <a:cubicBezTo>
                    <a:pt x="0" y="7765"/>
                    <a:pt x="231" y="6607"/>
                    <a:pt x="700" y="5517"/>
                  </a:cubicBezTo>
                  <a:cubicBezTo>
                    <a:pt x="1169" y="4427"/>
                    <a:pt x="1819" y="3470"/>
                    <a:pt x="2644" y="2648"/>
                  </a:cubicBezTo>
                  <a:cubicBezTo>
                    <a:pt x="3469" y="1832"/>
                    <a:pt x="4424" y="1180"/>
                    <a:pt x="5512" y="711"/>
                  </a:cubicBezTo>
                  <a:cubicBezTo>
                    <a:pt x="6600" y="237"/>
                    <a:pt x="7764" y="0"/>
                    <a:pt x="9007" y="0"/>
                  </a:cubicBezTo>
                  <a:cubicBezTo>
                    <a:pt x="10244" y="0"/>
                    <a:pt x="11411" y="237"/>
                    <a:pt x="12510" y="711"/>
                  </a:cubicBezTo>
                  <a:cubicBezTo>
                    <a:pt x="13612" y="1180"/>
                    <a:pt x="14567" y="1829"/>
                    <a:pt x="15378" y="2648"/>
                  </a:cubicBezTo>
                  <a:cubicBezTo>
                    <a:pt x="16189" y="3470"/>
                    <a:pt x="16830" y="4425"/>
                    <a:pt x="17299" y="5517"/>
                  </a:cubicBezTo>
                  <a:cubicBezTo>
                    <a:pt x="17768" y="6610"/>
                    <a:pt x="18003" y="7768"/>
                    <a:pt x="18003" y="9002"/>
                  </a:cubicBezTo>
                  <a:cubicBezTo>
                    <a:pt x="18003" y="9923"/>
                    <a:pt x="17876" y="10806"/>
                    <a:pt x="17619" y="11645"/>
                  </a:cubicBezTo>
                  <a:cubicBezTo>
                    <a:pt x="17359" y="12490"/>
                    <a:pt x="16991" y="13261"/>
                    <a:pt x="16514" y="13949"/>
                  </a:cubicBezTo>
                  <a:lnTo>
                    <a:pt x="21357" y="18804"/>
                  </a:lnTo>
                  <a:close/>
                  <a:moveTo>
                    <a:pt x="3596" y="9005"/>
                  </a:moveTo>
                  <a:cubicBezTo>
                    <a:pt x="3596" y="9768"/>
                    <a:pt x="3746" y="10468"/>
                    <a:pt x="4028" y="11123"/>
                  </a:cubicBezTo>
                  <a:cubicBezTo>
                    <a:pt x="4319" y="11772"/>
                    <a:pt x="4704" y="12343"/>
                    <a:pt x="5193" y="12829"/>
                  </a:cubicBezTo>
                  <a:cubicBezTo>
                    <a:pt x="5678" y="13309"/>
                    <a:pt x="6252" y="13696"/>
                    <a:pt x="6910" y="13975"/>
                  </a:cubicBezTo>
                  <a:cubicBezTo>
                    <a:pt x="7566" y="14263"/>
                    <a:pt x="8264" y="14399"/>
                    <a:pt x="9004" y="14399"/>
                  </a:cubicBezTo>
                  <a:cubicBezTo>
                    <a:pt x="9747" y="14399"/>
                    <a:pt x="10448" y="14260"/>
                    <a:pt x="11109" y="13975"/>
                  </a:cubicBezTo>
                  <a:cubicBezTo>
                    <a:pt x="11770" y="13693"/>
                    <a:pt x="12341" y="13309"/>
                    <a:pt x="12818" y="12829"/>
                  </a:cubicBezTo>
                  <a:cubicBezTo>
                    <a:pt x="13296" y="12343"/>
                    <a:pt x="13680" y="11775"/>
                    <a:pt x="13965" y="11123"/>
                  </a:cubicBezTo>
                  <a:cubicBezTo>
                    <a:pt x="14256" y="10468"/>
                    <a:pt x="14398" y="9768"/>
                    <a:pt x="14398" y="9005"/>
                  </a:cubicBezTo>
                  <a:cubicBezTo>
                    <a:pt x="14398" y="8265"/>
                    <a:pt x="14254" y="7570"/>
                    <a:pt x="13965" y="6921"/>
                  </a:cubicBezTo>
                  <a:cubicBezTo>
                    <a:pt x="13677" y="6266"/>
                    <a:pt x="13296" y="5690"/>
                    <a:pt x="12818" y="5201"/>
                  </a:cubicBezTo>
                  <a:cubicBezTo>
                    <a:pt x="12338" y="4710"/>
                    <a:pt x="11770" y="4323"/>
                    <a:pt x="11109" y="4044"/>
                  </a:cubicBezTo>
                  <a:cubicBezTo>
                    <a:pt x="10448" y="3756"/>
                    <a:pt x="9747" y="3614"/>
                    <a:pt x="9004" y="3614"/>
                  </a:cubicBezTo>
                  <a:cubicBezTo>
                    <a:pt x="8264" y="3614"/>
                    <a:pt x="7566" y="3758"/>
                    <a:pt x="6910" y="4044"/>
                  </a:cubicBezTo>
                  <a:cubicBezTo>
                    <a:pt x="6252" y="4326"/>
                    <a:pt x="5676" y="4710"/>
                    <a:pt x="5193" y="5201"/>
                  </a:cubicBezTo>
                  <a:cubicBezTo>
                    <a:pt x="4704" y="5693"/>
                    <a:pt x="4317" y="6266"/>
                    <a:pt x="4028" y="6921"/>
                  </a:cubicBezTo>
                  <a:cubicBezTo>
                    <a:pt x="3746" y="7570"/>
                    <a:pt x="3596" y="8265"/>
                    <a:pt x="3596" y="9005"/>
                  </a:cubicBezTo>
                  <a:moveTo>
                    <a:pt x="12160" y="8115"/>
                  </a:moveTo>
                  <a:cubicBezTo>
                    <a:pt x="12454" y="8115"/>
                    <a:pt x="12604" y="8260"/>
                    <a:pt x="12604" y="8556"/>
                  </a:cubicBezTo>
                  <a:lnTo>
                    <a:pt x="12604" y="9448"/>
                  </a:lnTo>
                  <a:cubicBezTo>
                    <a:pt x="12604" y="9575"/>
                    <a:pt x="12561" y="9685"/>
                    <a:pt x="12476" y="9773"/>
                  </a:cubicBezTo>
                  <a:cubicBezTo>
                    <a:pt x="12392" y="9861"/>
                    <a:pt x="12284" y="9911"/>
                    <a:pt x="12160" y="9911"/>
                  </a:cubicBezTo>
                  <a:lnTo>
                    <a:pt x="9914" y="9911"/>
                  </a:lnTo>
                  <a:lnTo>
                    <a:pt x="9914" y="12151"/>
                  </a:lnTo>
                  <a:cubicBezTo>
                    <a:pt x="9914" y="12278"/>
                    <a:pt x="9866" y="12388"/>
                    <a:pt x="9778" y="12470"/>
                  </a:cubicBezTo>
                  <a:cubicBezTo>
                    <a:pt x="9688" y="12557"/>
                    <a:pt x="9575" y="12597"/>
                    <a:pt x="9439" y="12597"/>
                  </a:cubicBezTo>
                  <a:lnTo>
                    <a:pt x="8560" y="12597"/>
                  </a:lnTo>
                  <a:cubicBezTo>
                    <a:pt x="8264" y="12597"/>
                    <a:pt x="8114" y="12447"/>
                    <a:pt x="8114" y="12151"/>
                  </a:cubicBezTo>
                  <a:lnTo>
                    <a:pt x="8114" y="9911"/>
                  </a:lnTo>
                  <a:lnTo>
                    <a:pt x="5840" y="9911"/>
                  </a:lnTo>
                  <a:cubicBezTo>
                    <a:pt x="5712" y="9911"/>
                    <a:pt x="5608" y="9860"/>
                    <a:pt x="5523" y="9773"/>
                  </a:cubicBezTo>
                  <a:cubicBezTo>
                    <a:pt x="5438" y="9685"/>
                    <a:pt x="5393" y="9575"/>
                    <a:pt x="5393" y="9448"/>
                  </a:cubicBezTo>
                  <a:lnTo>
                    <a:pt x="5393" y="8556"/>
                  </a:lnTo>
                  <a:cubicBezTo>
                    <a:pt x="5393" y="8259"/>
                    <a:pt x="5543" y="8115"/>
                    <a:pt x="5840" y="8115"/>
                  </a:cubicBezTo>
                  <a:lnTo>
                    <a:pt x="8114" y="8115"/>
                  </a:lnTo>
                  <a:lnTo>
                    <a:pt x="8114" y="5842"/>
                  </a:lnTo>
                  <a:cubicBezTo>
                    <a:pt x="8114" y="5546"/>
                    <a:pt x="8264" y="5402"/>
                    <a:pt x="8560" y="5407"/>
                  </a:cubicBezTo>
                  <a:lnTo>
                    <a:pt x="9439" y="5407"/>
                  </a:lnTo>
                  <a:cubicBezTo>
                    <a:pt x="9566" y="5407"/>
                    <a:pt x="9676" y="5452"/>
                    <a:pt x="9770" y="5529"/>
                  </a:cubicBezTo>
                  <a:cubicBezTo>
                    <a:pt x="9866" y="5611"/>
                    <a:pt x="9914" y="5715"/>
                    <a:pt x="9914" y="5842"/>
                  </a:cubicBezTo>
                  <a:lnTo>
                    <a:pt x="9914" y="8115"/>
                  </a:lnTo>
                  <a:lnTo>
                    <a:pt x="12160" y="811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6" name="AutoShape 136"/>
            <p:cNvSpPr>
              <a:spLocks/>
            </p:cNvSpPr>
            <p:nvPr/>
          </p:nvSpPr>
          <p:spPr bwMode="auto">
            <a:xfrm>
              <a:off x="8976651" y="4492447"/>
              <a:ext cx="417494" cy="417494"/>
            </a:xfrm>
            <a:custGeom>
              <a:avLst/>
              <a:gdLst>
                <a:gd name="T0" fmla="*/ 208747 w 21600"/>
                <a:gd name="T1" fmla="*/ 208737 h 21595"/>
                <a:gd name="T2" fmla="*/ 208747 w 21600"/>
                <a:gd name="T3" fmla="*/ 208737 h 21595"/>
                <a:gd name="T4" fmla="*/ 208747 w 21600"/>
                <a:gd name="T5" fmla="*/ 208737 h 21595"/>
                <a:gd name="T6" fmla="*/ 208747 w 21600"/>
                <a:gd name="T7" fmla="*/ 208737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21357" y="18804"/>
                  </a:moveTo>
                  <a:cubicBezTo>
                    <a:pt x="21523" y="18971"/>
                    <a:pt x="21599" y="19174"/>
                    <a:pt x="21599" y="19428"/>
                  </a:cubicBezTo>
                  <a:cubicBezTo>
                    <a:pt x="21599" y="19682"/>
                    <a:pt x="21523" y="19897"/>
                    <a:pt x="21357" y="20077"/>
                  </a:cubicBezTo>
                  <a:lnTo>
                    <a:pt x="20085" y="21351"/>
                  </a:lnTo>
                  <a:cubicBezTo>
                    <a:pt x="19907" y="21506"/>
                    <a:pt x="19687" y="21594"/>
                    <a:pt x="19438" y="21594"/>
                  </a:cubicBezTo>
                  <a:cubicBezTo>
                    <a:pt x="19184" y="21599"/>
                    <a:pt x="18978" y="21518"/>
                    <a:pt x="18814" y="21351"/>
                  </a:cubicBezTo>
                  <a:lnTo>
                    <a:pt x="13960" y="16508"/>
                  </a:lnTo>
                  <a:cubicBezTo>
                    <a:pt x="13256" y="16982"/>
                    <a:pt x="12485" y="17352"/>
                    <a:pt x="11646" y="17606"/>
                  </a:cubicBezTo>
                  <a:cubicBezTo>
                    <a:pt x="10809" y="17866"/>
                    <a:pt x="9931" y="17993"/>
                    <a:pt x="9007" y="17993"/>
                  </a:cubicBezTo>
                  <a:cubicBezTo>
                    <a:pt x="7772" y="17993"/>
                    <a:pt x="6608" y="17762"/>
                    <a:pt x="5520" y="17293"/>
                  </a:cubicBezTo>
                  <a:cubicBezTo>
                    <a:pt x="4427" y="16824"/>
                    <a:pt x="3469" y="16183"/>
                    <a:pt x="2644" y="15373"/>
                  </a:cubicBezTo>
                  <a:cubicBezTo>
                    <a:pt x="1819" y="14562"/>
                    <a:pt x="1172" y="13608"/>
                    <a:pt x="700" y="12515"/>
                  </a:cubicBezTo>
                  <a:cubicBezTo>
                    <a:pt x="231" y="11428"/>
                    <a:pt x="0" y="10253"/>
                    <a:pt x="0" y="9002"/>
                  </a:cubicBezTo>
                  <a:cubicBezTo>
                    <a:pt x="0" y="7765"/>
                    <a:pt x="231" y="6607"/>
                    <a:pt x="700" y="5517"/>
                  </a:cubicBezTo>
                  <a:cubicBezTo>
                    <a:pt x="1169" y="4427"/>
                    <a:pt x="1819" y="3470"/>
                    <a:pt x="2644" y="2648"/>
                  </a:cubicBezTo>
                  <a:cubicBezTo>
                    <a:pt x="3469" y="1832"/>
                    <a:pt x="4424" y="1180"/>
                    <a:pt x="5512" y="705"/>
                  </a:cubicBezTo>
                  <a:cubicBezTo>
                    <a:pt x="6600" y="237"/>
                    <a:pt x="7764" y="0"/>
                    <a:pt x="9007" y="0"/>
                  </a:cubicBezTo>
                  <a:cubicBezTo>
                    <a:pt x="10244" y="0"/>
                    <a:pt x="11411" y="237"/>
                    <a:pt x="12510" y="705"/>
                  </a:cubicBezTo>
                  <a:cubicBezTo>
                    <a:pt x="13612" y="1180"/>
                    <a:pt x="14567" y="1829"/>
                    <a:pt x="15378" y="2648"/>
                  </a:cubicBezTo>
                  <a:cubicBezTo>
                    <a:pt x="16189" y="3470"/>
                    <a:pt x="16830" y="4425"/>
                    <a:pt x="17299" y="5517"/>
                  </a:cubicBezTo>
                  <a:cubicBezTo>
                    <a:pt x="17768" y="6610"/>
                    <a:pt x="18003" y="7768"/>
                    <a:pt x="18003" y="9002"/>
                  </a:cubicBezTo>
                  <a:cubicBezTo>
                    <a:pt x="18003" y="9923"/>
                    <a:pt x="17876" y="10806"/>
                    <a:pt x="17619" y="11645"/>
                  </a:cubicBezTo>
                  <a:cubicBezTo>
                    <a:pt x="17359" y="12489"/>
                    <a:pt x="16991" y="13260"/>
                    <a:pt x="16514" y="13949"/>
                  </a:cubicBezTo>
                  <a:lnTo>
                    <a:pt x="21357" y="18804"/>
                  </a:lnTo>
                  <a:close/>
                  <a:moveTo>
                    <a:pt x="3596" y="9002"/>
                  </a:moveTo>
                  <a:cubicBezTo>
                    <a:pt x="3596" y="9759"/>
                    <a:pt x="3746" y="10465"/>
                    <a:pt x="4028" y="11120"/>
                  </a:cubicBezTo>
                  <a:cubicBezTo>
                    <a:pt x="4319" y="11770"/>
                    <a:pt x="4704" y="12340"/>
                    <a:pt x="5193" y="12826"/>
                  </a:cubicBezTo>
                  <a:cubicBezTo>
                    <a:pt x="5678" y="13306"/>
                    <a:pt x="6252" y="13687"/>
                    <a:pt x="6910" y="13972"/>
                  </a:cubicBezTo>
                  <a:cubicBezTo>
                    <a:pt x="7566" y="14255"/>
                    <a:pt x="8264" y="14396"/>
                    <a:pt x="9004" y="14396"/>
                  </a:cubicBezTo>
                  <a:cubicBezTo>
                    <a:pt x="9747" y="14396"/>
                    <a:pt x="10448" y="14252"/>
                    <a:pt x="11109" y="13972"/>
                  </a:cubicBezTo>
                  <a:cubicBezTo>
                    <a:pt x="11770" y="13684"/>
                    <a:pt x="12341" y="13306"/>
                    <a:pt x="12818" y="12826"/>
                  </a:cubicBezTo>
                  <a:cubicBezTo>
                    <a:pt x="13296" y="12340"/>
                    <a:pt x="13680" y="11772"/>
                    <a:pt x="13965" y="11120"/>
                  </a:cubicBezTo>
                  <a:cubicBezTo>
                    <a:pt x="14256" y="10465"/>
                    <a:pt x="14398" y="9759"/>
                    <a:pt x="14398" y="9002"/>
                  </a:cubicBezTo>
                  <a:cubicBezTo>
                    <a:pt x="14398" y="8262"/>
                    <a:pt x="14254" y="7568"/>
                    <a:pt x="13965" y="6918"/>
                  </a:cubicBezTo>
                  <a:cubicBezTo>
                    <a:pt x="13677" y="6263"/>
                    <a:pt x="13296" y="5687"/>
                    <a:pt x="12818" y="5198"/>
                  </a:cubicBezTo>
                  <a:cubicBezTo>
                    <a:pt x="12338" y="4707"/>
                    <a:pt x="11770" y="4320"/>
                    <a:pt x="11109" y="4035"/>
                  </a:cubicBezTo>
                  <a:cubicBezTo>
                    <a:pt x="10448" y="3753"/>
                    <a:pt x="9747" y="3611"/>
                    <a:pt x="9004" y="3611"/>
                  </a:cubicBezTo>
                  <a:cubicBezTo>
                    <a:pt x="8264" y="3611"/>
                    <a:pt x="7566" y="3755"/>
                    <a:pt x="6910" y="4035"/>
                  </a:cubicBezTo>
                  <a:cubicBezTo>
                    <a:pt x="6252" y="4323"/>
                    <a:pt x="5676" y="4707"/>
                    <a:pt x="5193" y="5198"/>
                  </a:cubicBezTo>
                  <a:cubicBezTo>
                    <a:pt x="4704" y="5690"/>
                    <a:pt x="4317" y="6263"/>
                    <a:pt x="4028" y="6918"/>
                  </a:cubicBezTo>
                  <a:cubicBezTo>
                    <a:pt x="3746" y="7568"/>
                    <a:pt x="3596" y="8262"/>
                    <a:pt x="3596" y="9002"/>
                  </a:cubicBezTo>
                  <a:moveTo>
                    <a:pt x="12160" y="8110"/>
                  </a:moveTo>
                  <a:cubicBezTo>
                    <a:pt x="12454" y="8110"/>
                    <a:pt x="12604" y="8259"/>
                    <a:pt x="12604" y="8556"/>
                  </a:cubicBezTo>
                  <a:lnTo>
                    <a:pt x="12604" y="9448"/>
                  </a:lnTo>
                  <a:cubicBezTo>
                    <a:pt x="12604" y="9581"/>
                    <a:pt x="12561" y="9686"/>
                    <a:pt x="12476" y="9773"/>
                  </a:cubicBezTo>
                  <a:cubicBezTo>
                    <a:pt x="12392" y="9861"/>
                    <a:pt x="12284" y="9906"/>
                    <a:pt x="12160" y="9906"/>
                  </a:cubicBezTo>
                  <a:lnTo>
                    <a:pt x="5842" y="9906"/>
                  </a:lnTo>
                  <a:cubicBezTo>
                    <a:pt x="5715" y="9906"/>
                    <a:pt x="5611" y="9861"/>
                    <a:pt x="5526" y="9773"/>
                  </a:cubicBezTo>
                  <a:cubicBezTo>
                    <a:pt x="5441" y="9686"/>
                    <a:pt x="5396" y="9581"/>
                    <a:pt x="5396" y="9448"/>
                  </a:cubicBezTo>
                  <a:lnTo>
                    <a:pt x="5396" y="8556"/>
                  </a:lnTo>
                  <a:cubicBezTo>
                    <a:pt x="5396" y="8260"/>
                    <a:pt x="5546" y="8110"/>
                    <a:pt x="5842" y="8110"/>
                  </a:cubicBezTo>
                  <a:lnTo>
                    <a:pt x="12160" y="811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1683"/>
                                        </p:tgtEl>
                                        <p:attrNameLst>
                                          <p:attrName>style.visibility</p:attrName>
                                        </p:attrNameLst>
                                      </p:cBhvr>
                                      <p:to>
                                        <p:strVal val="visible"/>
                                      </p:to>
                                    </p:set>
                                    <p:anim calcmode="lin" valueType="num">
                                      <p:cBhvr additive="base">
                                        <p:cTn id="7" dur="500" fill="hold"/>
                                        <p:tgtEl>
                                          <p:spTgt spid="71683"/>
                                        </p:tgtEl>
                                        <p:attrNameLst>
                                          <p:attrName>ppt_x</p:attrName>
                                        </p:attrNameLst>
                                      </p:cBhvr>
                                      <p:tavLst>
                                        <p:tav tm="0">
                                          <p:val>
                                            <p:strVal val="1+#ppt_w/2"/>
                                          </p:val>
                                        </p:tav>
                                        <p:tav tm="100000">
                                          <p:val>
                                            <p:strVal val="#ppt_x"/>
                                          </p:val>
                                        </p:tav>
                                      </p:tavLst>
                                    </p:anim>
                                    <p:anim calcmode="lin" valueType="num">
                                      <p:cBhvr additive="base">
                                        <p:cTn id="8" dur="500" fill="hold"/>
                                        <p:tgtEl>
                                          <p:spTgt spid="7168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71684"/>
                                        </p:tgtEl>
                                        <p:attrNameLst>
                                          <p:attrName>style.visibility</p:attrName>
                                        </p:attrNameLst>
                                      </p:cBhvr>
                                      <p:to>
                                        <p:strVal val="visible"/>
                                      </p:to>
                                    </p:set>
                                    <p:anim calcmode="lin" valueType="num">
                                      <p:cBhvr additive="base">
                                        <p:cTn id="12" dur="500" fill="hold"/>
                                        <p:tgtEl>
                                          <p:spTgt spid="71684"/>
                                        </p:tgtEl>
                                        <p:attrNameLst>
                                          <p:attrName>ppt_x</p:attrName>
                                        </p:attrNameLst>
                                      </p:cBhvr>
                                      <p:tavLst>
                                        <p:tav tm="0">
                                          <p:val>
                                            <p:strVal val="1+#ppt_w/2"/>
                                          </p:val>
                                        </p:tav>
                                        <p:tav tm="100000">
                                          <p:val>
                                            <p:strVal val="#ppt_x"/>
                                          </p:val>
                                        </p:tav>
                                      </p:tavLst>
                                    </p:anim>
                                    <p:anim calcmode="lin" valueType="num">
                                      <p:cBhvr additive="base">
                                        <p:cTn id="13" dur="500" fill="hold"/>
                                        <p:tgtEl>
                                          <p:spTgt spid="7168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71685"/>
                                        </p:tgtEl>
                                        <p:attrNameLst>
                                          <p:attrName>style.visibility</p:attrName>
                                        </p:attrNameLst>
                                      </p:cBhvr>
                                      <p:to>
                                        <p:strVal val="visible"/>
                                      </p:to>
                                    </p:set>
                                    <p:anim calcmode="lin" valueType="num">
                                      <p:cBhvr additive="base">
                                        <p:cTn id="17" dur="500" fill="hold"/>
                                        <p:tgtEl>
                                          <p:spTgt spid="71685"/>
                                        </p:tgtEl>
                                        <p:attrNameLst>
                                          <p:attrName>ppt_x</p:attrName>
                                        </p:attrNameLst>
                                      </p:cBhvr>
                                      <p:tavLst>
                                        <p:tav tm="0">
                                          <p:val>
                                            <p:strVal val="1+#ppt_w/2"/>
                                          </p:val>
                                        </p:tav>
                                        <p:tav tm="100000">
                                          <p:val>
                                            <p:strVal val="#ppt_x"/>
                                          </p:val>
                                        </p:tav>
                                      </p:tavLst>
                                    </p:anim>
                                    <p:anim calcmode="lin" valueType="num">
                                      <p:cBhvr additive="base">
                                        <p:cTn id="18" dur="500" fill="hold"/>
                                        <p:tgtEl>
                                          <p:spTgt spid="71685"/>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childTnLst>
                                    <p:set>
                                      <p:cBhvr>
                                        <p:cTn id="21" dur="1" fill="hold">
                                          <p:stCondLst>
                                            <p:cond delay="0"/>
                                          </p:stCondLst>
                                        </p:cTn>
                                        <p:tgtEl>
                                          <p:spTgt spid="71686"/>
                                        </p:tgtEl>
                                        <p:attrNameLst>
                                          <p:attrName>style.visibility</p:attrName>
                                        </p:attrNameLst>
                                      </p:cBhvr>
                                      <p:to>
                                        <p:strVal val="visible"/>
                                      </p:to>
                                    </p:set>
                                    <p:anim calcmode="lin" valueType="num">
                                      <p:cBhvr additive="base">
                                        <p:cTn id="22" dur="500" fill="hold"/>
                                        <p:tgtEl>
                                          <p:spTgt spid="71686"/>
                                        </p:tgtEl>
                                        <p:attrNameLst>
                                          <p:attrName>ppt_x</p:attrName>
                                        </p:attrNameLst>
                                      </p:cBhvr>
                                      <p:tavLst>
                                        <p:tav tm="0">
                                          <p:val>
                                            <p:strVal val="#ppt_x"/>
                                          </p:val>
                                        </p:tav>
                                        <p:tav tm="100000">
                                          <p:val>
                                            <p:strVal val="#ppt_x"/>
                                          </p:val>
                                        </p:tav>
                                      </p:tavLst>
                                    </p:anim>
                                    <p:anim calcmode="lin" valueType="num">
                                      <p:cBhvr additive="base">
                                        <p:cTn id="23" dur="500" fill="hold"/>
                                        <p:tgtEl>
                                          <p:spTgt spid="716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3" grpId="0" autoUpdateAnimBg="0"/>
      <p:bldP spid="71684" grpId="0" autoUpdateAnimBg="0"/>
      <p:bldP spid="71685" grpId="0" autoUpdateAnimBg="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AutoShape 1"/>
          <p:cNvSpPr>
            <a:spLocks/>
          </p:cNvSpPr>
          <p:nvPr/>
        </p:nvSpPr>
        <p:spPr bwMode="auto">
          <a:xfrm>
            <a:off x="-34925" y="-38100"/>
            <a:ext cx="2230438" cy="2301875"/>
          </a:xfrm>
          <a:custGeom>
            <a:avLst/>
            <a:gdLst>
              <a:gd name="T0" fmla="*/ 1115219 w 21600"/>
              <a:gd name="T1" fmla="*/ 1150938 h 21600"/>
              <a:gd name="T2" fmla="*/ 1115219 w 21600"/>
              <a:gd name="T3" fmla="*/ 1150938 h 21600"/>
              <a:gd name="T4" fmla="*/ 1115219 w 21600"/>
              <a:gd name="T5" fmla="*/ 1150938 h 21600"/>
              <a:gd name="T6" fmla="*/ 1115219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6" name="AutoShape 2"/>
          <p:cNvSpPr>
            <a:spLocks/>
          </p:cNvSpPr>
          <p:nvPr/>
        </p:nvSpPr>
        <p:spPr bwMode="auto">
          <a:xfrm>
            <a:off x="2182813"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7" name="AutoShape 3"/>
          <p:cNvSpPr>
            <a:spLocks/>
          </p:cNvSpPr>
          <p:nvPr/>
        </p:nvSpPr>
        <p:spPr bwMode="auto">
          <a:xfrm>
            <a:off x="4403725"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8" name="AutoShape 4"/>
          <p:cNvSpPr>
            <a:spLocks/>
          </p:cNvSpPr>
          <p:nvPr/>
        </p:nvSpPr>
        <p:spPr bwMode="auto">
          <a:xfrm>
            <a:off x="6635750"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9" name="AutoShape 5"/>
          <p:cNvSpPr>
            <a:spLocks/>
          </p:cNvSpPr>
          <p:nvPr/>
        </p:nvSpPr>
        <p:spPr bwMode="auto">
          <a:xfrm>
            <a:off x="8855075"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0" name="AutoShape 6"/>
          <p:cNvSpPr>
            <a:spLocks/>
          </p:cNvSpPr>
          <p:nvPr/>
        </p:nvSpPr>
        <p:spPr bwMode="auto">
          <a:xfrm>
            <a:off x="11074400" y="-38100"/>
            <a:ext cx="2233613" cy="2301875"/>
          </a:xfrm>
          <a:custGeom>
            <a:avLst/>
            <a:gdLst>
              <a:gd name="T0" fmla="*/ 1116807 w 21600"/>
              <a:gd name="T1" fmla="*/ 1150938 h 21600"/>
              <a:gd name="T2" fmla="*/ 1116807 w 21600"/>
              <a:gd name="T3" fmla="*/ 1150938 h 21600"/>
              <a:gd name="T4" fmla="*/ 1116807 w 21600"/>
              <a:gd name="T5" fmla="*/ 1150938 h 21600"/>
              <a:gd name="T6" fmla="*/ 1116807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1" name="AutoShape 7"/>
          <p:cNvSpPr>
            <a:spLocks/>
          </p:cNvSpPr>
          <p:nvPr/>
        </p:nvSpPr>
        <p:spPr bwMode="auto">
          <a:xfrm>
            <a:off x="13295313"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2" name="AutoShape 8"/>
          <p:cNvSpPr>
            <a:spLocks/>
          </p:cNvSpPr>
          <p:nvPr/>
        </p:nvSpPr>
        <p:spPr bwMode="auto">
          <a:xfrm>
            <a:off x="15527338"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3" name="AutoShape 9"/>
          <p:cNvSpPr>
            <a:spLocks/>
          </p:cNvSpPr>
          <p:nvPr/>
        </p:nvSpPr>
        <p:spPr bwMode="auto">
          <a:xfrm>
            <a:off x="17746663" y="-38100"/>
            <a:ext cx="2233612" cy="2301875"/>
          </a:xfrm>
          <a:custGeom>
            <a:avLst/>
            <a:gdLst>
              <a:gd name="T0" fmla="*/ 1116806 w 21600"/>
              <a:gd name="T1" fmla="*/ 1150938 h 21600"/>
              <a:gd name="T2" fmla="*/ 1116806 w 21600"/>
              <a:gd name="T3" fmla="*/ 1150938 h 21600"/>
              <a:gd name="T4" fmla="*/ 1116806 w 21600"/>
              <a:gd name="T5" fmla="*/ 1150938 h 21600"/>
              <a:gd name="T6" fmla="*/ 1116806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4" name="AutoShape 10"/>
          <p:cNvSpPr>
            <a:spLocks/>
          </p:cNvSpPr>
          <p:nvPr/>
        </p:nvSpPr>
        <p:spPr bwMode="auto">
          <a:xfrm>
            <a:off x="19980275"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5" name="AutoShape 11"/>
          <p:cNvSpPr>
            <a:spLocks/>
          </p:cNvSpPr>
          <p:nvPr/>
        </p:nvSpPr>
        <p:spPr bwMode="auto">
          <a:xfrm>
            <a:off x="22199600"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6" name="AutoShape 12"/>
          <p:cNvSpPr>
            <a:spLocks/>
          </p:cNvSpPr>
          <p:nvPr/>
        </p:nvSpPr>
        <p:spPr bwMode="auto">
          <a:xfrm>
            <a:off x="2185988"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7" name="AutoShape 13"/>
          <p:cNvSpPr>
            <a:spLocks/>
          </p:cNvSpPr>
          <p:nvPr/>
        </p:nvSpPr>
        <p:spPr bwMode="auto">
          <a:xfrm>
            <a:off x="4405313"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8" name="AutoShape 14"/>
          <p:cNvSpPr>
            <a:spLocks/>
          </p:cNvSpPr>
          <p:nvPr/>
        </p:nvSpPr>
        <p:spPr bwMode="auto">
          <a:xfrm>
            <a:off x="6624638" y="2251075"/>
            <a:ext cx="2233612" cy="2303463"/>
          </a:xfrm>
          <a:custGeom>
            <a:avLst/>
            <a:gdLst>
              <a:gd name="T0" fmla="*/ 1116806 w 21600"/>
              <a:gd name="T1" fmla="*/ 1151732 h 21600"/>
              <a:gd name="T2" fmla="*/ 1116806 w 21600"/>
              <a:gd name="T3" fmla="*/ 1151732 h 21600"/>
              <a:gd name="T4" fmla="*/ 1116806 w 21600"/>
              <a:gd name="T5" fmla="*/ 1151732 h 21600"/>
              <a:gd name="T6" fmla="*/ 1116806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9" name="AutoShape 15"/>
          <p:cNvSpPr>
            <a:spLocks/>
          </p:cNvSpPr>
          <p:nvPr/>
        </p:nvSpPr>
        <p:spPr bwMode="auto">
          <a:xfrm>
            <a:off x="8858250"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0" name="AutoShape 16"/>
          <p:cNvSpPr>
            <a:spLocks/>
          </p:cNvSpPr>
          <p:nvPr/>
        </p:nvSpPr>
        <p:spPr bwMode="auto">
          <a:xfrm>
            <a:off x="11077575"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1" name="AutoShape 17"/>
          <p:cNvSpPr>
            <a:spLocks/>
          </p:cNvSpPr>
          <p:nvPr/>
        </p:nvSpPr>
        <p:spPr bwMode="auto">
          <a:xfrm>
            <a:off x="13296900"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2" name="AutoShape 18"/>
          <p:cNvSpPr>
            <a:spLocks/>
          </p:cNvSpPr>
          <p:nvPr/>
        </p:nvSpPr>
        <p:spPr bwMode="auto">
          <a:xfrm>
            <a:off x="15517813"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3" name="AutoShape 19"/>
          <p:cNvSpPr>
            <a:spLocks/>
          </p:cNvSpPr>
          <p:nvPr/>
        </p:nvSpPr>
        <p:spPr bwMode="auto">
          <a:xfrm>
            <a:off x="17749838"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4" name="AutoShape 20"/>
          <p:cNvSpPr>
            <a:spLocks/>
          </p:cNvSpPr>
          <p:nvPr/>
        </p:nvSpPr>
        <p:spPr bwMode="auto">
          <a:xfrm>
            <a:off x="19969163"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5" name="AutoShape 21"/>
          <p:cNvSpPr>
            <a:spLocks/>
          </p:cNvSpPr>
          <p:nvPr/>
        </p:nvSpPr>
        <p:spPr bwMode="auto">
          <a:xfrm>
            <a:off x="22201188"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6" name="AutoShape 22"/>
          <p:cNvSpPr>
            <a:spLocks/>
          </p:cNvSpPr>
          <p:nvPr/>
        </p:nvSpPr>
        <p:spPr bwMode="auto">
          <a:xfrm>
            <a:off x="-38100"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7" name="AutoShape 23"/>
          <p:cNvSpPr>
            <a:spLocks/>
          </p:cNvSpPr>
          <p:nvPr/>
        </p:nvSpPr>
        <p:spPr bwMode="auto">
          <a:xfrm>
            <a:off x="-34925" y="4529138"/>
            <a:ext cx="2230438" cy="2301875"/>
          </a:xfrm>
          <a:custGeom>
            <a:avLst/>
            <a:gdLst>
              <a:gd name="T0" fmla="*/ 1115219 w 21600"/>
              <a:gd name="T1" fmla="*/ 1150938 h 21600"/>
              <a:gd name="T2" fmla="*/ 1115219 w 21600"/>
              <a:gd name="T3" fmla="*/ 1150938 h 21600"/>
              <a:gd name="T4" fmla="*/ 1115219 w 21600"/>
              <a:gd name="T5" fmla="*/ 1150938 h 21600"/>
              <a:gd name="T6" fmla="*/ 1115219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8" name="AutoShape 24"/>
          <p:cNvSpPr>
            <a:spLocks/>
          </p:cNvSpPr>
          <p:nvPr/>
        </p:nvSpPr>
        <p:spPr bwMode="auto">
          <a:xfrm>
            <a:off x="2182813"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9" name="AutoShape 25"/>
          <p:cNvSpPr>
            <a:spLocks/>
          </p:cNvSpPr>
          <p:nvPr/>
        </p:nvSpPr>
        <p:spPr bwMode="auto">
          <a:xfrm>
            <a:off x="4403725"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0" name="AutoShape 26"/>
          <p:cNvSpPr>
            <a:spLocks/>
          </p:cNvSpPr>
          <p:nvPr/>
        </p:nvSpPr>
        <p:spPr bwMode="auto">
          <a:xfrm>
            <a:off x="6635750"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1" name="AutoShape 27"/>
          <p:cNvSpPr>
            <a:spLocks/>
          </p:cNvSpPr>
          <p:nvPr/>
        </p:nvSpPr>
        <p:spPr bwMode="auto">
          <a:xfrm>
            <a:off x="8855075"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2" name="AutoShape 28"/>
          <p:cNvSpPr>
            <a:spLocks/>
          </p:cNvSpPr>
          <p:nvPr/>
        </p:nvSpPr>
        <p:spPr bwMode="auto">
          <a:xfrm>
            <a:off x="11074400" y="4529138"/>
            <a:ext cx="2233613" cy="2301875"/>
          </a:xfrm>
          <a:custGeom>
            <a:avLst/>
            <a:gdLst>
              <a:gd name="T0" fmla="*/ 1116807 w 21600"/>
              <a:gd name="T1" fmla="*/ 1150938 h 21600"/>
              <a:gd name="T2" fmla="*/ 1116807 w 21600"/>
              <a:gd name="T3" fmla="*/ 1150938 h 21600"/>
              <a:gd name="T4" fmla="*/ 1116807 w 21600"/>
              <a:gd name="T5" fmla="*/ 1150938 h 21600"/>
              <a:gd name="T6" fmla="*/ 1116807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3" name="AutoShape 29"/>
          <p:cNvSpPr>
            <a:spLocks/>
          </p:cNvSpPr>
          <p:nvPr/>
        </p:nvSpPr>
        <p:spPr bwMode="auto">
          <a:xfrm>
            <a:off x="13295313"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4" name="AutoShape 30"/>
          <p:cNvSpPr>
            <a:spLocks/>
          </p:cNvSpPr>
          <p:nvPr/>
        </p:nvSpPr>
        <p:spPr bwMode="auto">
          <a:xfrm>
            <a:off x="15527338"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5" name="AutoShape 31"/>
          <p:cNvSpPr>
            <a:spLocks/>
          </p:cNvSpPr>
          <p:nvPr/>
        </p:nvSpPr>
        <p:spPr bwMode="auto">
          <a:xfrm>
            <a:off x="17746663" y="4529138"/>
            <a:ext cx="2233612" cy="2301875"/>
          </a:xfrm>
          <a:custGeom>
            <a:avLst/>
            <a:gdLst>
              <a:gd name="T0" fmla="*/ 1116806 w 21600"/>
              <a:gd name="T1" fmla="*/ 1150938 h 21600"/>
              <a:gd name="T2" fmla="*/ 1116806 w 21600"/>
              <a:gd name="T3" fmla="*/ 1150938 h 21600"/>
              <a:gd name="T4" fmla="*/ 1116806 w 21600"/>
              <a:gd name="T5" fmla="*/ 1150938 h 21600"/>
              <a:gd name="T6" fmla="*/ 1116806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6" name="AutoShape 32"/>
          <p:cNvSpPr>
            <a:spLocks/>
          </p:cNvSpPr>
          <p:nvPr/>
        </p:nvSpPr>
        <p:spPr bwMode="auto">
          <a:xfrm>
            <a:off x="19980275"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7" name="AutoShape 33"/>
          <p:cNvSpPr>
            <a:spLocks/>
          </p:cNvSpPr>
          <p:nvPr/>
        </p:nvSpPr>
        <p:spPr bwMode="auto">
          <a:xfrm>
            <a:off x="22199600"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8" name="AutoShape 34"/>
          <p:cNvSpPr>
            <a:spLocks/>
          </p:cNvSpPr>
          <p:nvPr/>
        </p:nvSpPr>
        <p:spPr bwMode="auto">
          <a:xfrm>
            <a:off x="2185988"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9" name="AutoShape 35"/>
          <p:cNvSpPr>
            <a:spLocks/>
          </p:cNvSpPr>
          <p:nvPr/>
        </p:nvSpPr>
        <p:spPr bwMode="auto">
          <a:xfrm>
            <a:off x="4405313"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0" name="AutoShape 36"/>
          <p:cNvSpPr>
            <a:spLocks/>
          </p:cNvSpPr>
          <p:nvPr/>
        </p:nvSpPr>
        <p:spPr bwMode="auto">
          <a:xfrm>
            <a:off x="6624638" y="6818313"/>
            <a:ext cx="2233612" cy="2303462"/>
          </a:xfrm>
          <a:custGeom>
            <a:avLst/>
            <a:gdLst>
              <a:gd name="T0" fmla="*/ 1116806 w 21600"/>
              <a:gd name="T1" fmla="*/ 1151731 h 21600"/>
              <a:gd name="T2" fmla="*/ 1116806 w 21600"/>
              <a:gd name="T3" fmla="*/ 1151731 h 21600"/>
              <a:gd name="T4" fmla="*/ 1116806 w 21600"/>
              <a:gd name="T5" fmla="*/ 1151731 h 21600"/>
              <a:gd name="T6" fmla="*/ 1116806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1" name="AutoShape 37"/>
          <p:cNvSpPr>
            <a:spLocks/>
          </p:cNvSpPr>
          <p:nvPr/>
        </p:nvSpPr>
        <p:spPr bwMode="auto">
          <a:xfrm>
            <a:off x="8858250"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2" name="AutoShape 38"/>
          <p:cNvSpPr>
            <a:spLocks/>
          </p:cNvSpPr>
          <p:nvPr/>
        </p:nvSpPr>
        <p:spPr bwMode="auto">
          <a:xfrm>
            <a:off x="11077575"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3" name="AutoShape 39"/>
          <p:cNvSpPr>
            <a:spLocks/>
          </p:cNvSpPr>
          <p:nvPr/>
        </p:nvSpPr>
        <p:spPr bwMode="auto">
          <a:xfrm>
            <a:off x="13296900"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4" name="AutoShape 40"/>
          <p:cNvSpPr>
            <a:spLocks/>
          </p:cNvSpPr>
          <p:nvPr/>
        </p:nvSpPr>
        <p:spPr bwMode="auto">
          <a:xfrm>
            <a:off x="15517813"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5" name="AutoShape 41"/>
          <p:cNvSpPr>
            <a:spLocks/>
          </p:cNvSpPr>
          <p:nvPr/>
        </p:nvSpPr>
        <p:spPr bwMode="auto">
          <a:xfrm>
            <a:off x="17749838"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6" name="AutoShape 42"/>
          <p:cNvSpPr>
            <a:spLocks/>
          </p:cNvSpPr>
          <p:nvPr/>
        </p:nvSpPr>
        <p:spPr bwMode="auto">
          <a:xfrm>
            <a:off x="19969163"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7" name="AutoShape 43"/>
          <p:cNvSpPr>
            <a:spLocks/>
          </p:cNvSpPr>
          <p:nvPr/>
        </p:nvSpPr>
        <p:spPr bwMode="auto">
          <a:xfrm>
            <a:off x="22201188"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8" name="AutoShape 44"/>
          <p:cNvSpPr>
            <a:spLocks/>
          </p:cNvSpPr>
          <p:nvPr/>
        </p:nvSpPr>
        <p:spPr bwMode="auto">
          <a:xfrm>
            <a:off x="-38100"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9" name="AutoShape 45"/>
          <p:cNvSpPr>
            <a:spLocks/>
          </p:cNvSpPr>
          <p:nvPr/>
        </p:nvSpPr>
        <p:spPr bwMode="auto">
          <a:xfrm>
            <a:off x="-34925" y="9121775"/>
            <a:ext cx="2230438" cy="2303463"/>
          </a:xfrm>
          <a:custGeom>
            <a:avLst/>
            <a:gdLst>
              <a:gd name="T0" fmla="*/ 1115219 w 21600"/>
              <a:gd name="T1" fmla="*/ 1151732 h 21600"/>
              <a:gd name="T2" fmla="*/ 1115219 w 21600"/>
              <a:gd name="T3" fmla="*/ 1151732 h 21600"/>
              <a:gd name="T4" fmla="*/ 1115219 w 21600"/>
              <a:gd name="T5" fmla="*/ 1151732 h 21600"/>
              <a:gd name="T6" fmla="*/ 1115219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0" name="AutoShape 46"/>
          <p:cNvSpPr>
            <a:spLocks/>
          </p:cNvSpPr>
          <p:nvPr/>
        </p:nvSpPr>
        <p:spPr bwMode="auto">
          <a:xfrm>
            <a:off x="2182813"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1" name="AutoShape 47"/>
          <p:cNvSpPr>
            <a:spLocks/>
          </p:cNvSpPr>
          <p:nvPr/>
        </p:nvSpPr>
        <p:spPr bwMode="auto">
          <a:xfrm>
            <a:off x="4403725"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2" name="AutoShape 48"/>
          <p:cNvSpPr>
            <a:spLocks/>
          </p:cNvSpPr>
          <p:nvPr/>
        </p:nvSpPr>
        <p:spPr bwMode="auto">
          <a:xfrm>
            <a:off x="6635750"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3" name="AutoShape 49"/>
          <p:cNvSpPr>
            <a:spLocks/>
          </p:cNvSpPr>
          <p:nvPr/>
        </p:nvSpPr>
        <p:spPr bwMode="auto">
          <a:xfrm>
            <a:off x="8855075"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4" name="AutoShape 50"/>
          <p:cNvSpPr>
            <a:spLocks/>
          </p:cNvSpPr>
          <p:nvPr/>
        </p:nvSpPr>
        <p:spPr bwMode="auto">
          <a:xfrm>
            <a:off x="11074400" y="9121775"/>
            <a:ext cx="2233613" cy="2303463"/>
          </a:xfrm>
          <a:custGeom>
            <a:avLst/>
            <a:gdLst>
              <a:gd name="T0" fmla="*/ 1116807 w 21600"/>
              <a:gd name="T1" fmla="*/ 1151732 h 21600"/>
              <a:gd name="T2" fmla="*/ 1116807 w 21600"/>
              <a:gd name="T3" fmla="*/ 1151732 h 21600"/>
              <a:gd name="T4" fmla="*/ 1116807 w 21600"/>
              <a:gd name="T5" fmla="*/ 1151732 h 21600"/>
              <a:gd name="T6" fmla="*/ 1116807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5" name="AutoShape 51"/>
          <p:cNvSpPr>
            <a:spLocks/>
          </p:cNvSpPr>
          <p:nvPr/>
        </p:nvSpPr>
        <p:spPr bwMode="auto">
          <a:xfrm>
            <a:off x="13295313"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6" name="AutoShape 52"/>
          <p:cNvSpPr>
            <a:spLocks/>
          </p:cNvSpPr>
          <p:nvPr/>
        </p:nvSpPr>
        <p:spPr bwMode="auto">
          <a:xfrm>
            <a:off x="15527338"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7" name="AutoShape 53"/>
          <p:cNvSpPr>
            <a:spLocks/>
          </p:cNvSpPr>
          <p:nvPr/>
        </p:nvSpPr>
        <p:spPr bwMode="auto">
          <a:xfrm>
            <a:off x="17746663" y="9121775"/>
            <a:ext cx="2233612" cy="2303463"/>
          </a:xfrm>
          <a:custGeom>
            <a:avLst/>
            <a:gdLst>
              <a:gd name="T0" fmla="*/ 1116806 w 21600"/>
              <a:gd name="T1" fmla="*/ 1151732 h 21600"/>
              <a:gd name="T2" fmla="*/ 1116806 w 21600"/>
              <a:gd name="T3" fmla="*/ 1151732 h 21600"/>
              <a:gd name="T4" fmla="*/ 1116806 w 21600"/>
              <a:gd name="T5" fmla="*/ 1151732 h 21600"/>
              <a:gd name="T6" fmla="*/ 1116806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8" name="AutoShape 54"/>
          <p:cNvSpPr>
            <a:spLocks/>
          </p:cNvSpPr>
          <p:nvPr/>
        </p:nvSpPr>
        <p:spPr bwMode="auto">
          <a:xfrm>
            <a:off x="19980275"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9" name="AutoShape 55"/>
          <p:cNvSpPr>
            <a:spLocks/>
          </p:cNvSpPr>
          <p:nvPr/>
        </p:nvSpPr>
        <p:spPr bwMode="auto">
          <a:xfrm>
            <a:off x="22199600"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0" name="AutoShape 56"/>
          <p:cNvSpPr>
            <a:spLocks/>
          </p:cNvSpPr>
          <p:nvPr/>
        </p:nvSpPr>
        <p:spPr bwMode="auto">
          <a:xfrm>
            <a:off x="2185988"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1" name="AutoShape 57"/>
          <p:cNvSpPr>
            <a:spLocks/>
          </p:cNvSpPr>
          <p:nvPr/>
        </p:nvSpPr>
        <p:spPr bwMode="auto">
          <a:xfrm>
            <a:off x="4405313"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2" name="AutoShape 58"/>
          <p:cNvSpPr>
            <a:spLocks/>
          </p:cNvSpPr>
          <p:nvPr/>
        </p:nvSpPr>
        <p:spPr bwMode="auto">
          <a:xfrm>
            <a:off x="6624638" y="11412538"/>
            <a:ext cx="2233612" cy="2301875"/>
          </a:xfrm>
          <a:custGeom>
            <a:avLst/>
            <a:gdLst>
              <a:gd name="T0" fmla="*/ 1116806 w 21600"/>
              <a:gd name="T1" fmla="*/ 1150938 h 21600"/>
              <a:gd name="T2" fmla="*/ 1116806 w 21600"/>
              <a:gd name="T3" fmla="*/ 1150938 h 21600"/>
              <a:gd name="T4" fmla="*/ 1116806 w 21600"/>
              <a:gd name="T5" fmla="*/ 1150938 h 21600"/>
              <a:gd name="T6" fmla="*/ 1116806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3" name="AutoShape 59"/>
          <p:cNvSpPr>
            <a:spLocks/>
          </p:cNvSpPr>
          <p:nvPr/>
        </p:nvSpPr>
        <p:spPr bwMode="auto">
          <a:xfrm>
            <a:off x="8858250"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4" name="AutoShape 60"/>
          <p:cNvSpPr>
            <a:spLocks/>
          </p:cNvSpPr>
          <p:nvPr/>
        </p:nvSpPr>
        <p:spPr bwMode="auto">
          <a:xfrm>
            <a:off x="11077575"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5" name="AutoShape 61"/>
          <p:cNvSpPr>
            <a:spLocks/>
          </p:cNvSpPr>
          <p:nvPr/>
        </p:nvSpPr>
        <p:spPr bwMode="auto">
          <a:xfrm>
            <a:off x="13296900"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6" name="AutoShape 62"/>
          <p:cNvSpPr>
            <a:spLocks/>
          </p:cNvSpPr>
          <p:nvPr/>
        </p:nvSpPr>
        <p:spPr bwMode="auto">
          <a:xfrm>
            <a:off x="15517813"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7" name="AutoShape 63"/>
          <p:cNvSpPr>
            <a:spLocks/>
          </p:cNvSpPr>
          <p:nvPr/>
        </p:nvSpPr>
        <p:spPr bwMode="auto">
          <a:xfrm>
            <a:off x="17749838"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8" name="AutoShape 64"/>
          <p:cNvSpPr>
            <a:spLocks/>
          </p:cNvSpPr>
          <p:nvPr/>
        </p:nvSpPr>
        <p:spPr bwMode="auto">
          <a:xfrm>
            <a:off x="19969163"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9" name="AutoShape 65"/>
          <p:cNvSpPr>
            <a:spLocks/>
          </p:cNvSpPr>
          <p:nvPr/>
        </p:nvSpPr>
        <p:spPr bwMode="auto">
          <a:xfrm>
            <a:off x="22201188"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70" name="AutoShape 66"/>
          <p:cNvSpPr>
            <a:spLocks/>
          </p:cNvSpPr>
          <p:nvPr/>
        </p:nvSpPr>
        <p:spPr bwMode="auto">
          <a:xfrm>
            <a:off x="-38100"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71" name="AutoShape 67"/>
          <p:cNvSpPr>
            <a:spLocks/>
          </p:cNvSpPr>
          <p:nvPr/>
        </p:nvSpPr>
        <p:spPr bwMode="auto">
          <a:xfrm>
            <a:off x="760413"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19" y="1408"/>
                  <a:pt x="17466" y="2176"/>
                  <a:pt x="18449" y="3156"/>
                </a:cubicBezTo>
                <a:cubicBezTo>
                  <a:pt x="19432" y="4133"/>
                  <a:pt x="20201" y="5277"/>
                  <a:pt x="20760" y="6590"/>
                </a:cubicBezTo>
                <a:cubicBezTo>
                  <a:pt x="21320" y="7900"/>
                  <a:pt x="21599" y="9303"/>
                  <a:pt x="21599" y="10799"/>
                </a:cubicBezTo>
                <a:cubicBezTo>
                  <a:pt x="21599" y="12296"/>
                  <a:pt x="21320" y="13696"/>
                  <a:pt x="20760" y="15009"/>
                </a:cubicBezTo>
                <a:cubicBezTo>
                  <a:pt x="20201" y="16320"/>
                  <a:pt x="19432" y="17463"/>
                  <a:pt x="18449" y="18443"/>
                </a:cubicBezTo>
                <a:cubicBezTo>
                  <a:pt x="17466" y="19423"/>
                  <a:pt x="16319" y="20191"/>
                  <a:pt x="15014" y="20752"/>
                </a:cubicBezTo>
                <a:cubicBezTo>
                  <a:pt x="13705" y="21320"/>
                  <a:pt x="12304" y="21600"/>
                  <a:pt x="10807" y="21600"/>
                </a:cubicBezTo>
                <a:cubicBezTo>
                  <a:pt x="9309" y="21600"/>
                  <a:pt x="7905" y="21320"/>
                  <a:pt x="6594" y="20752"/>
                </a:cubicBezTo>
                <a:cubicBezTo>
                  <a:pt x="5280" y="20191"/>
                  <a:pt x="4136" y="19423"/>
                  <a:pt x="3158" y="18443"/>
                </a:cubicBezTo>
                <a:cubicBezTo>
                  <a:pt x="2181" y="17463"/>
                  <a:pt x="1409" y="16320"/>
                  <a:pt x="844" y="15009"/>
                </a:cubicBezTo>
                <a:cubicBezTo>
                  <a:pt x="282" y="13696"/>
                  <a:pt x="0" y="12296"/>
                  <a:pt x="0" y="10800"/>
                </a:cubicBezTo>
                <a:cubicBezTo>
                  <a:pt x="0" y="9303"/>
                  <a:pt x="282" y="7900"/>
                  <a:pt x="844" y="6590"/>
                </a:cubicBezTo>
                <a:cubicBezTo>
                  <a:pt x="1409" y="5277"/>
                  <a:pt x="2181" y="4133"/>
                  <a:pt x="3158" y="3156"/>
                </a:cubicBezTo>
                <a:cubicBezTo>
                  <a:pt x="4136" y="2176"/>
                  <a:pt x="5280" y="1408"/>
                  <a:pt x="6594" y="844"/>
                </a:cubicBezTo>
                <a:cubicBezTo>
                  <a:pt x="7905" y="279"/>
                  <a:pt x="9309" y="0"/>
                  <a:pt x="10807" y="0"/>
                </a:cubicBezTo>
                <a:moveTo>
                  <a:pt x="3246" y="10800"/>
                </a:moveTo>
                <a:cubicBezTo>
                  <a:pt x="3246" y="11853"/>
                  <a:pt x="3444" y="12838"/>
                  <a:pt x="3839" y="13747"/>
                </a:cubicBezTo>
                <a:cubicBezTo>
                  <a:pt x="4238" y="14656"/>
                  <a:pt x="4777" y="15453"/>
                  <a:pt x="5458" y="16139"/>
                </a:cubicBezTo>
                <a:cubicBezTo>
                  <a:pt x="6136" y="16825"/>
                  <a:pt x="6936" y="17364"/>
                  <a:pt x="7851" y="17762"/>
                </a:cubicBezTo>
                <a:cubicBezTo>
                  <a:pt x="8767" y="18155"/>
                  <a:pt x="9753" y="18355"/>
                  <a:pt x="10807" y="18355"/>
                </a:cubicBezTo>
                <a:lnTo>
                  <a:pt x="10807" y="3241"/>
                </a:lnTo>
                <a:cubicBezTo>
                  <a:pt x="9753" y="3241"/>
                  <a:pt x="8767" y="3439"/>
                  <a:pt x="7851" y="3834"/>
                </a:cubicBezTo>
                <a:cubicBezTo>
                  <a:pt x="6936" y="4232"/>
                  <a:pt x="6136" y="4771"/>
                  <a:pt x="5458" y="5457"/>
                </a:cubicBezTo>
                <a:cubicBezTo>
                  <a:pt x="4777" y="6144"/>
                  <a:pt x="4238" y="6940"/>
                  <a:pt x="3839" y="7849"/>
                </a:cubicBezTo>
                <a:cubicBezTo>
                  <a:pt x="3444" y="8764"/>
                  <a:pt x="3246" y="9744"/>
                  <a:pt x="3246" y="1080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2" name="AutoShape 68"/>
          <p:cNvSpPr>
            <a:spLocks/>
          </p:cNvSpPr>
          <p:nvPr/>
        </p:nvSpPr>
        <p:spPr bwMode="auto">
          <a:xfrm>
            <a:off x="2862263" y="603250"/>
            <a:ext cx="825500" cy="825500"/>
          </a:xfrm>
          <a:custGeom>
            <a:avLst/>
            <a:gdLst>
              <a:gd name="T0" fmla="*/ 412750 w 21502"/>
              <a:gd name="T1" fmla="*/ 412750 h 21600"/>
              <a:gd name="T2" fmla="*/ 412750 w 21502"/>
              <a:gd name="T3" fmla="*/ 412750 h 21600"/>
              <a:gd name="T4" fmla="*/ 412750 w 21502"/>
              <a:gd name="T5" fmla="*/ 412750 h 21600"/>
              <a:gd name="T6" fmla="*/ 412750 w 21502"/>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02" h="21600">
                <a:moveTo>
                  <a:pt x="20786" y="13513"/>
                </a:moveTo>
                <a:cubicBezTo>
                  <a:pt x="21135" y="13698"/>
                  <a:pt x="21361" y="13966"/>
                  <a:pt x="21455" y="14312"/>
                </a:cubicBezTo>
                <a:cubicBezTo>
                  <a:pt x="21549" y="14662"/>
                  <a:pt x="21502" y="15000"/>
                  <a:pt x="21311" y="15326"/>
                </a:cubicBezTo>
                <a:lnTo>
                  <a:pt x="20229" y="17070"/>
                </a:lnTo>
                <a:cubicBezTo>
                  <a:pt x="20028" y="17399"/>
                  <a:pt x="19739" y="17608"/>
                  <a:pt x="19356" y="17696"/>
                </a:cubicBezTo>
                <a:cubicBezTo>
                  <a:pt x="18975" y="17784"/>
                  <a:pt x="18607" y="17740"/>
                  <a:pt x="18255" y="17564"/>
                </a:cubicBezTo>
                <a:lnTo>
                  <a:pt x="13277" y="14865"/>
                </a:lnTo>
                <a:lnTo>
                  <a:pt x="13277" y="20248"/>
                </a:lnTo>
                <a:cubicBezTo>
                  <a:pt x="13277" y="20633"/>
                  <a:pt x="13135" y="20953"/>
                  <a:pt x="12855" y="21212"/>
                </a:cubicBezTo>
                <a:cubicBezTo>
                  <a:pt x="12576" y="21470"/>
                  <a:pt x="12227" y="21600"/>
                  <a:pt x="11815" y="21600"/>
                </a:cubicBezTo>
                <a:lnTo>
                  <a:pt x="9697" y="21600"/>
                </a:lnTo>
                <a:cubicBezTo>
                  <a:pt x="9285" y="21600"/>
                  <a:pt x="8939" y="21470"/>
                  <a:pt x="8666" y="21212"/>
                </a:cubicBezTo>
                <a:cubicBezTo>
                  <a:pt x="8389" y="20953"/>
                  <a:pt x="8251" y="20642"/>
                  <a:pt x="8251" y="20278"/>
                </a:cubicBezTo>
                <a:lnTo>
                  <a:pt x="8251" y="14865"/>
                </a:lnTo>
                <a:lnTo>
                  <a:pt x="3256" y="17564"/>
                </a:lnTo>
                <a:cubicBezTo>
                  <a:pt x="2904" y="17749"/>
                  <a:pt x="2536" y="17796"/>
                  <a:pt x="2156" y="17705"/>
                </a:cubicBezTo>
                <a:cubicBezTo>
                  <a:pt x="1776" y="17611"/>
                  <a:pt x="1483" y="17399"/>
                  <a:pt x="1282" y="17070"/>
                </a:cubicBezTo>
                <a:lnTo>
                  <a:pt x="201" y="15326"/>
                </a:lnTo>
                <a:cubicBezTo>
                  <a:pt x="22" y="15000"/>
                  <a:pt x="-25" y="14662"/>
                  <a:pt x="66" y="14312"/>
                </a:cubicBezTo>
                <a:cubicBezTo>
                  <a:pt x="157" y="13966"/>
                  <a:pt x="377" y="13698"/>
                  <a:pt x="729" y="13513"/>
                </a:cubicBezTo>
                <a:lnTo>
                  <a:pt x="5752" y="10800"/>
                </a:lnTo>
                <a:lnTo>
                  <a:pt x="729" y="8086"/>
                </a:lnTo>
                <a:cubicBezTo>
                  <a:pt x="377" y="7898"/>
                  <a:pt x="151" y="7630"/>
                  <a:pt x="50" y="7284"/>
                </a:cubicBezTo>
                <a:cubicBezTo>
                  <a:pt x="-50" y="6937"/>
                  <a:pt x="0" y="6599"/>
                  <a:pt x="201" y="6270"/>
                </a:cubicBezTo>
                <a:lnTo>
                  <a:pt x="1282" y="4526"/>
                </a:lnTo>
                <a:cubicBezTo>
                  <a:pt x="1483" y="4200"/>
                  <a:pt x="1776" y="3991"/>
                  <a:pt x="2156" y="3903"/>
                </a:cubicBezTo>
                <a:cubicBezTo>
                  <a:pt x="2536" y="3812"/>
                  <a:pt x="2904" y="3859"/>
                  <a:pt x="3256" y="4035"/>
                </a:cubicBezTo>
                <a:lnTo>
                  <a:pt x="8251" y="6734"/>
                </a:lnTo>
                <a:lnTo>
                  <a:pt x="8251" y="1348"/>
                </a:lnTo>
                <a:cubicBezTo>
                  <a:pt x="8251" y="966"/>
                  <a:pt x="8389" y="646"/>
                  <a:pt x="8666" y="387"/>
                </a:cubicBezTo>
                <a:cubicBezTo>
                  <a:pt x="8939" y="129"/>
                  <a:pt x="9285" y="0"/>
                  <a:pt x="9697" y="0"/>
                </a:cubicBezTo>
                <a:lnTo>
                  <a:pt x="11815" y="0"/>
                </a:lnTo>
                <a:cubicBezTo>
                  <a:pt x="12227" y="0"/>
                  <a:pt x="12576" y="129"/>
                  <a:pt x="12855" y="387"/>
                </a:cubicBezTo>
                <a:cubicBezTo>
                  <a:pt x="13135" y="646"/>
                  <a:pt x="13277" y="957"/>
                  <a:pt x="13277" y="1324"/>
                </a:cubicBezTo>
                <a:lnTo>
                  <a:pt x="13277" y="6734"/>
                </a:lnTo>
                <a:lnTo>
                  <a:pt x="18255" y="4035"/>
                </a:lnTo>
                <a:cubicBezTo>
                  <a:pt x="18607" y="3868"/>
                  <a:pt x="18975" y="3824"/>
                  <a:pt x="19356" y="3909"/>
                </a:cubicBezTo>
                <a:cubicBezTo>
                  <a:pt x="19739" y="3994"/>
                  <a:pt x="20028" y="4200"/>
                  <a:pt x="20229" y="4526"/>
                </a:cubicBezTo>
                <a:lnTo>
                  <a:pt x="21282" y="6270"/>
                </a:lnTo>
                <a:cubicBezTo>
                  <a:pt x="21483" y="6599"/>
                  <a:pt x="21537" y="6937"/>
                  <a:pt x="21446" y="7284"/>
                </a:cubicBezTo>
                <a:cubicBezTo>
                  <a:pt x="21358" y="7630"/>
                  <a:pt x="21135" y="7898"/>
                  <a:pt x="20786" y="8086"/>
                </a:cubicBezTo>
                <a:lnTo>
                  <a:pt x="15775" y="10799"/>
                </a:lnTo>
                <a:lnTo>
                  <a:pt x="20786" y="1351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3" name="AutoShape 69"/>
          <p:cNvSpPr>
            <a:spLocks/>
          </p:cNvSpPr>
          <p:nvPr/>
        </p:nvSpPr>
        <p:spPr bwMode="auto">
          <a:xfrm>
            <a:off x="5119688"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82"/>
                  <a:pt x="15014" y="844"/>
                </a:cubicBezTo>
                <a:cubicBezTo>
                  <a:pt x="16322" y="1406"/>
                  <a:pt x="17466" y="2180"/>
                  <a:pt x="18449" y="3154"/>
                </a:cubicBezTo>
                <a:cubicBezTo>
                  <a:pt x="19432" y="4134"/>
                  <a:pt x="20204" y="5277"/>
                  <a:pt x="20760" y="6591"/>
                </a:cubicBezTo>
                <a:cubicBezTo>
                  <a:pt x="21323" y="7901"/>
                  <a:pt x="21599" y="9304"/>
                  <a:pt x="21599" y="10801"/>
                </a:cubicBezTo>
                <a:cubicBezTo>
                  <a:pt x="21599" y="12298"/>
                  <a:pt x="21323" y="13701"/>
                  <a:pt x="20760" y="15011"/>
                </a:cubicBezTo>
                <a:cubicBezTo>
                  <a:pt x="20204" y="16322"/>
                  <a:pt x="19432" y="17468"/>
                  <a:pt x="18449" y="18445"/>
                </a:cubicBezTo>
                <a:cubicBezTo>
                  <a:pt x="17466" y="19422"/>
                  <a:pt x="16322" y="20193"/>
                  <a:pt x="15014" y="20758"/>
                </a:cubicBezTo>
                <a:cubicBezTo>
                  <a:pt x="13705" y="21320"/>
                  <a:pt x="12304" y="21600"/>
                  <a:pt x="10807" y="21600"/>
                </a:cubicBezTo>
                <a:cubicBezTo>
                  <a:pt x="9309" y="21600"/>
                  <a:pt x="7905" y="21320"/>
                  <a:pt x="6594" y="20758"/>
                </a:cubicBezTo>
                <a:cubicBezTo>
                  <a:pt x="5280" y="20193"/>
                  <a:pt x="4136" y="19422"/>
                  <a:pt x="3158" y="18445"/>
                </a:cubicBezTo>
                <a:cubicBezTo>
                  <a:pt x="2181" y="17468"/>
                  <a:pt x="1409" y="16322"/>
                  <a:pt x="847" y="15011"/>
                </a:cubicBezTo>
                <a:cubicBezTo>
                  <a:pt x="282" y="13701"/>
                  <a:pt x="0" y="12298"/>
                  <a:pt x="0" y="10801"/>
                </a:cubicBezTo>
                <a:cubicBezTo>
                  <a:pt x="0" y="9304"/>
                  <a:pt x="282" y="7901"/>
                  <a:pt x="847" y="6591"/>
                </a:cubicBezTo>
                <a:cubicBezTo>
                  <a:pt x="1409" y="5277"/>
                  <a:pt x="2181" y="4134"/>
                  <a:pt x="3158" y="3154"/>
                </a:cubicBezTo>
                <a:cubicBezTo>
                  <a:pt x="4136" y="2180"/>
                  <a:pt x="5280" y="1406"/>
                  <a:pt x="6594" y="844"/>
                </a:cubicBezTo>
                <a:cubicBezTo>
                  <a:pt x="7905" y="282"/>
                  <a:pt x="9309" y="0"/>
                  <a:pt x="10807" y="0"/>
                </a:cubicBezTo>
                <a:moveTo>
                  <a:pt x="10807" y="3241"/>
                </a:moveTo>
                <a:cubicBezTo>
                  <a:pt x="9753" y="3241"/>
                  <a:pt x="8767" y="3442"/>
                  <a:pt x="7851" y="3837"/>
                </a:cubicBezTo>
                <a:cubicBezTo>
                  <a:pt x="6936" y="4235"/>
                  <a:pt x="6139" y="4775"/>
                  <a:pt x="5458" y="5461"/>
                </a:cubicBezTo>
                <a:cubicBezTo>
                  <a:pt x="4777" y="6147"/>
                  <a:pt x="4238" y="6943"/>
                  <a:pt x="3842" y="7853"/>
                </a:cubicBezTo>
                <a:cubicBezTo>
                  <a:pt x="3446" y="8765"/>
                  <a:pt x="3246" y="9745"/>
                  <a:pt x="3246" y="10801"/>
                </a:cubicBezTo>
                <a:cubicBezTo>
                  <a:pt x="3246" y="11561"/>
                  <a:pt x="3353" y="12281"/>
                  <a:pt x="3565" y="12964"/>
                </a:cubicBezTo>
                <a:cubicBezTo>
                  <a:pt x="3777" y="13647"/>
                  <a:pt x="4077" y="14286"/>
                  <a:pt x="4464" y="14870"/>
                </a:cubicBezTo>
                <a:lnTo>
                  <a:pt x="14878" y="4461"/>
                </a:lnTo>
                <a:cubicBezTo>
                  <a:pt x="14282" y="4072"/>
                  <a:pt x="13646" y="3772"/>
                  <a:pt x="12965" y="3563"/>
                </a:cubicBezTo>
                <a:cubicBezTo>
                  <a:pt x="12284" y="3351"/>
                  <a:pt x="11564" y="3241"/>
                  <a:pt x="10807" y="3241"/>
                </a:cubicBezTo>
                <a:moveTo>
                  <a:pt x="10807" y="18358"/>
                </a:moveTo>
                <a:cubicBezTo>
                  <a:pt x="11863" y="18358"/>
                  <a:pt x="12844" y="18160"/>
                  <a:pt x="13756" y="17762"/>
                </a:cubicBezTo>
                <a:cubicBezTo>
                  <a:pt x="14666" y="17364"/>
                  <a:pt x="15463" y="16824"/>
                  <a:pt x="16149" y="16141"/>
                </a:cubicBezTo>
                <a:cubicBezTo>
                  <a:pt x="16836" y="15458"/>
                  <a:pt x="17376" y="14656"/>
                  <a:pt x="17774" y="13746"/>
                </a:cubicBezTo>
                <a:cubicBezTo>
                  <a:pt x="18169" y="12837"/>
                  <a:pt x="18367" y="11854"/>
                  <a:pt x="18367" y="10801"/>
                </a:cubicBezTo>
                <a:cubicBezTo>
                  <a:pt x="18367" y="10044"/>
                  <a:pt x="18263" y="9327"/>
                  <a:pt x="18051" y="8638"/>
                </a:cubicBezTo>
                <a:cubicBezTo>
                  <a:pt x="17839" y="7952"/>
                  <a:pt x="17548" y="7319"/>
                  <a:pt x="17178" y="6732"/>
                </a:cubicBezTo>
                <a:lnTo>
                  <a:pt x="6735" y="17169"/>
                </a:lnTo>
                <a:cubicBezTo>
                  <a:pt x="7331" y="17539"/>
                  <a:pt x="7970" y="17827"/>
                  <a:pt x="8651" y="18041"/>
                </a:cubicBezTo>
                <a:cubicBezTo>
                  <a:pt x="9332" y="18250"/>
                  <a:pt x="10049" y="18358"/>
                  <a:pt x="10807" y="18358"/>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4" name="AutoShape 70"/>
          <p:cNvSpPr>
            <a:spLocks/>
          </p:cNvSpPr>
          <p:nvPr/>
        </p:nvSpPr>
        <p:spPr bwMode="auto">
          <a:xfrm>
            <a:off x="7313613"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600"/>
                  <a:pt x="20263" y="21600"/>
                </a:cubicBezTo>
                <a:lnTo>
                  <a:pt x="1370" y="21600"/>
                </a:lnTo>
                <a:cubicBezTo>
                  <a:pt x="1003" y="21600"/>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5" name="AutoShape 71"/>
          <p:cNvSpPr>
            <a:spLocks/>
          </p:cNvSpPr>
          <p:nvPr/>
        </p:nvSpPr>
        <p:spPr bwMode="auto">
          <a:xfrm>
            <a:off x="9623425"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4" y="21600"/>
                </a:moveTo>
                <a:lnTo>
                  <a:pt x="0" y="21600"/>
                </a:lnTo>
                <a:lnTo>
                  <a:pt x="0" y="0"/>
                </a:lnTo>
                <a:lnTo>
                  <a:pt x="1804" y="0"/>
                </a:lnTo>
                <a:lnTo>
                  <a:pt x="1804" y="21600"/>
                </a:lnTo>
                <a:close/>
                <a:moveTo>
                  <a:pt x="3094" y="21600"/>
                </a:moveTo>
                <a:lnTo>
                  <a:pt x="2661" y="21600"/>
                </a:lnTo>
                <a:lnTo>
                  <a:pt x="2661" y="0"/>
                </a:lnTo>
                <a:lnTo>
                  <a:pt x="3094" y="0"/>
                </a:lnTo>
                <a:lnTo>
                  <a:pt x="3094" y="21600"/>
                </a:lnTo>
                <a:close/>
                <a:moveTo>
                  <a:pt x="5542" y="21600"/>
                </a:moveTo>
                <a:lnTo>
                  <a:pt x="4171" y="21600"/>
                </a:lnTo>
                <a:lnTo>
                  <a:pt x="4171" y="0"/>
                </a:lnTo>
                <a:lnTo>
                  <a:pt x="5542" y="0"/>
                </a:lnTo>
                <a:lnTo>
                  <a:pt x="5542" y="21600"/>
                </a:lnTo>
                <a:close/>
                <a:moveTo>
                  <a:pt x="7302" y="21600"/>
                </a:moveTo>
                <a:lnTo>
                  <a:pt x="6387" y="21600"/>
                </a:lnTo>
                <a:lnTo>
                  <a:pt x="6387" y="0"/>
                </a:lnTo>
                <a:lnTo>
                  <a:pt x="7302" y="0"/>
                </a:lnTo>
                <a:lnTo>
                  <a:pt x="7302" y="21600"/>
                </a:lnTo>
                <a:close/>
                <a:moveTo>
                  <a:pt x="9271" y="21600"/>
                </a:moveTo>
                <a:lnTo>
                  <a:pt x="8380" y="21600"/>
                </a:lnTo>
                <a:lnTo>
                  <a:pt x="8380" y="0"/>
                </a:lnTo>
                <a:lnTo>
                  <a:pt x="9271" y="0"/>
                </a:lnTo>
                <a:lnTo>
                  <a:pt x="9271" y="21600"/>
                </a:lnTo>
                <a:close/>
                <a:moveTo>
                  <a:pt x="11016" y="21600"/>
                </a:moveTo>
                <a:lnTo>
                  <a:pt x="10583" y="21600"/>
                </a:lnTo>
                <a:lnTo>
                  <a:pt x="10583" y="0"/>
                </a:lnTo>
                <a:lnTo>
                  <a:pt x="11016" y="0"/>
                </a:lnTo>
                <a:lnTo>
                  <a:pt x="11016" y="21600"/>
                </a:lnTo>
                <a:close/>
                <a:moveTo>
                  <a:pt x="13677" y="21600"/>
                </a:moveTo>
                <a:lnTo>
                  <a:pt x="11885" y="21600"/>
                </a:lnTo>
                <a:lnTo>
                  <a:pt x="11885" y="0"/>
                </a:lnTo>
                <a:lnTo>
                  <a:pt x="13677" y="0"/>
                </a:lnTo>
                <a:lnTo>
                  <a:pt x="13677" y="21600"/>
                </a:lnTo>
                <a:close/>
                <a:moveTo>
                  <a:pt x="15212" y="21600"/>
                </a:moveTo>
                <a:lnTo>
                  <a:pt x="14309" y="21600"/>
                </a:lnTo>
                <a:lnTo>
                  <a:pt x="14309" y="0"/>
                </a:lnTo>
                <a:lnTo>
                  <a:pt x="15212" y="0"/>
                </a:lnTo>
                <a:lnTo>
                  <a:pt x="15212" y="21600"/>
                </a:lnTo>
                <a:close/>
                <a:moveTo>
                  <a:pt x="16970" y="21600"/>
                </a:moveTo>
                <a:lnTo>
                  <a:pt x="16512" y="21600"/>
                </a:lnTo>
                <a:lnTo>
                  <a:pt x="16512" y="0"/>
                </a:lnTo>
                <a:lnTo>
                  <a:pt x="16970" y="0"/>
                </a:lnTo>
                <a:lnTo>
                  <a:pt x="16970" y="21600"/>
                </a:lnTo>
                <a:close/>
                <a:moveTo>
                  <a:pt x="18938" y="21600"/>
                </a:moveTo>
                <a:lnTo>
                  <a:pt x="18505" y="21600"/>
                </a:lnTo>
                <a:lnTo>
                  <a:pt x="18505" y="0"/>
                </a:lnTo>
                <a:lnTo>
                  <a:pt x="18938" y="0"/>
                </a:lnTo>
                <a:lnTo>
                  <a:pt x="18938" y="21600"/>
                </a:lnTo>
                <a:close/>
                <a:moveTo>
                  <a:pt x="21599" y="21600"/>
                </a:moveTo>
                <a:lnTo>
                  <a:pt x="19807" y="21600"/>
                </a:lnTo>
                <a:lnTo>
                  <a:pt x="19807" y="0"/>
                </a:lnTo>
                <a:lnTo>
                  <a:pt x="21599" y="0"/>
                </a:lnTo>
                <a:lnTo>
                  <a:pt x="21599" y="2160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6" name="AutoShape 72"/>
          <p:cNvSpPr>
            <a:spLocks/>
          </p:cNvSpPr>
          <p:nvPr/>
        </p:nvSpPr>
        <p:spPr bwMode="auto">
          <a:xfrm>
            <a:off x="11812588" y="603250"/>
            <a:ext cx="825500" cy="825500"/>
          </a:xfrm>
          <a:custGeom>
            <a:avLst/>
            <a:gdLst>
              <a:gd name="T0" fmla="*/ 412750 w 21376"/>
              <a:gd name="T1" fmla="*/ 412750 h 21600"/>
              <a:gd name="T2" fmla="*/ 412750 w 21376"/>
              <a:gd name="T3" fmla="*/ 412750 h 21600"/>
              <a:gd name="T4" fmla="*/ 412750 w 21376"/>
              <a:gd name="T5" fmla="*/ 412750 h 21600"/>
              <a:gd name="T6" fmla="*/ 412750 w 21376"/>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2"/>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7" name="AutoShape 73"/>
          <p:cNvSpPr>
            <a:spLocks/>
          </p:cNvSpPr>
          <p:nvPr/>
        </p:nvSpPr>
        <p:spPr bwMode="auto">
          <a:xfrm>
            <a:off x="14036675"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80" y="5513"/>
                </a:moveTo>
                <a:cubicBezTo>
                  <a:pt x="17129" y="6606"/>
                  <a:pt x="17242" y="7684"/>
                  <a:pt x="17416" y="8751"/>
                </a:cubicBezTo>
                <a:cubicBezTo>
                  <a:pt x="17593" y="9818"/>
                  <a:pt x="17852" y="10843"/>
                  <a:pt x="18196" y="11820"/>
                </a:cubicBezTo>
                <a:cubicBezTo>
                  <a:pt x="18539" y="12800"/>
                  <a:pt x="18988" y="13717"/>
                  <a:pt x="19540" y="14575"/>
                </a:cubicBezTo>
                <a:cubicBezTo>
                  <a:pt x="20094" y="15436"/>
                  <a:pt x="20779" y="16210"/>
                  <a:pt x="21599" y="16896"/>
                </a:cubicBezTo>
                <a:cubicBezTo>
                  <a:pt x="21564" y="17526"/>
                  <a:pt x="21335" y="18042"/>
                  <a:pt x="20910" y="18443"/>
                </a:cubicBezTo>
                <a:cubicBezTo>
                  <a:pt x="20486" y="18844"/>
                  <a:pt x="19994" y="19042"/>
                  <a:pt x="19437" y="19042"/>
                </a:cubicBezTo>
                <a:lnTo>
                  <a:pt x="13679" y="19042"/>
                </a:lnTo>
                <a:cubicBezTo>
                  <a:pt x="13530" y="19781"/>
                  <a:pt x="13194" y="20394"/>
                  <a:pt x="12666" y="20874"/>
                </a:cubicBezTo>
                <a:cubicBezTo>
                  <a:pt x="12137" y="21357"/>
                  <a:pt x="11519" y="21600"/>
                  <a:pt x="10816" y="21600"/>
                </a:cubicBezTo>
                <a:cubicBezTo>
                  <a:pt x="10113" y="21600"/>
                  <a:pt x="9493" y="21357"/>
                  <a:pt x="8957" y="20874"/>
                </a:cubicBezTo>
                <a:cubicBezTo>
                  <a:pt x="8420" y="20394"/>
                  <a:pt x="8074" y="19781"/>
                  <a:pt x="7920" y="19042"/>
                </a:cubicBezTo>
                <a:lnTo>
                  <a:pt x="2159" y="19042"/>
                </a:lnTo>
                <a:cubicBezTo>
                  <a:pt x="1603" y="19042"/>
                  <a:pt x="1113" y="18841"/>
                  <a:pt x="687" y="18438"/>
                </a:cubicBezTo>
                <a:cubicBezTo>
                  <a:pt x="261" y="18031"/>
                  <a:pt x="30" y="17514"/>
                  <a:pt x="0" y="16896"/>
                </a:cubicBezTo>
                <a:cubicBezTo>
                  <a:pt x="851" y="16193"/>
                  <a:pt x="1554" y="15414"/>
                  <a:pt x="2111" y="14564"/>
                </a:cubicBezTo>
                <a:cubicBezTo>
                  <a:pt x="2667" y="13712"/>
                  <a:pt x="3113" y="12805"/>
                  <a:pt x="3449" y="11848"/>
                </a:cubicBezTo>
                <a:cubicBezTo>
                  <a:pt x="3785" y="10888"/>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6" y="0"/>
                </a:cubicBezTo>
                <a:cubicBezTo>
                  <a:pt x="11422" y="0"/>
                  <a:pt x="12091" y="149"/>
                  <a:pt x="12817" y="448"/>
                </a:cubicBezTo>
                <a:cubicBezTo>
                  <a:pt x="13545" y="745"/>
                  <a:pt x="14225" y="1143"/>
                  <a:pt x="14851" y="1634"/>
                </a:cubicBezTo>
                <a:cubicBezTo>
                  <a:pt x="15477" y="2131"/>
                  <a:pt x="16005" y="2713"/>
                  <a:pt x="16434" y="3382"/>
                </a:cubicBezTo>
                <a:cubicBezTo>
                  <a:pt x="16864" y="4045"/>
                  <a:pt x="17080" y="4759"/>
                  <a:pt x="17080" y="5513"/>
                </a:cubicBezTo>
                <a:moveTo>
                  <a:pt x="18688" y="16899"/>
                </a:moveTo>
                <a:cubicBezTo>
                  <a:pt x="18050" y="16123"/>
                  <a:pt x="17519" y="15295"/>
                  <a:pt x="17098" y="14417"/>
                </a:cubicBezTo>
                <a:cubicBezTo>
                  <a:pt x="16677" y="13537"/>
                  <a:pt x="16331" y="12630"/>
                  <a:pt x="16067" y="11687"/>
                </a:cubicBezTo>
                <a:cubicBezTo>
                  <a:pt x="15800" y="10747"/>
                  <a:pt x="15595" y="9782"/>
                  <a:pt x="15451" y="8796"/>
                </a:cubicBezTo>
                <a:cubicBezTo>
                  <a:pt x="15308" y="7808"/>
                  <a:pt x="15205" y="6806"/>
                  <a:pt x="15138" y="5787"/>
                </a:cubicBezTo>
                <a:cubicBezTo>
                  <a:pt x="15105" y="5293"/>
                  <a:pt x="14938" y="4824"/>
                  <a:pt x="14635" y="4381"/>
                </a:cubicBezTo>
                <a:cubicBezTo>
                  <a:pt x="14333" y="3941"/>
                  <a:pt x="13969" y="3554"/>
                  <a:pt x="13543" y="3221"/>
                </a:cubicBezTo>
                <a:cubicBezTo>
                  <a:pt x="13117" y="2888"/>
                  <a:pt x="12660" y="2628"/>
                  <a:pt x="12173" y="2444"/>
                </a:cubicBezTo>
                <a:cubicBezTo>
                  <a:pt x="11686" y="2258"/>
                  <a:pt x="11234" y="2168"/>
                  <a:pt x="10816"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1"/>
                </a:cubicBezTo>
                <a:cubicBezTo>
                  <a:pt x="5294" y="12594"/>
                  <a:pt x="4937" y="13514"/>
                  <a:pt x="4499" y="14403"/>
                </a:cubicBezTo>
                <a:cubicBezTo>
                  <a:pt x="4060" y="15290"/>
                  <a:pt x="3534" y="16123"/>
                  <a:pt x="2921" y="16899"/>
                </a:cubicBezTo>
                <a:lnTo>
                  <a:pt x="18688" y="16899"/>
                </a:lnTo>
                <a:close/>
                <a:moveTo>
                  <a:pt x="10816" y="20625"/>
                </a:moveTo>
                <a:cubicBezTo>
                  <a:pt x="10965" y="20625"/>
                  <a:pt x="11037" y="20535"/>
                  <a:pt x="11037" y="20354"/>
                </a:cubicBezTo>
                <a:cubicBezTo>
                  <a:pt x="11037" y="20174"/>
                  <a:pt x="10965" y="20081"/>
                  <a:pt x="10816" y="20072"/>
                </a:cubicBezTo>
                <a:cubicBezTo>
                  <a:pt x="10383" y="20072"/>
                  <a:pt x="10011" y="19903"/>
                  <a:pt x="9698" y="19570"/>
                </a:cubicBezTo>
                <a:cubicBezTo>
                  <a:pt x="9387" y="19236"/>
                  <a:pt x="9234" y="18833"/>
                  <a:pt x="9234" y="18353"/>
                </a:cubicBezTo>
                <a:cubicBezTo>
                  <a:pt x="9234" y="18175"/>
                  <a:pt x="9154" y="18085"/>
                  <a:pt x="9000" y="18085"/>
                </a:cubicBezTo>
                <a:cubicBezTo>
                  <a:pt x="8836" y="18085"/>
                  <a:pt x="8754" y="18175"/>
                  <a:pt x="8754" y="18353"/>
                </a:cubicBezTo>
                <a:cubicBezTo>
                  <a:pt x="8754" y="18985"/>
                  <a:pt x="8954" y="19522"/>
                  <a:pt x="9357" y="19965"/>
                </a:cubicBezTo>
                <a:cubicBezTo>
                  <a:pt x="9757" y="20405"/>
                  <a:pt x="10244" y="20625"/>
                  <a:pt x="10816" y="20625"/>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8" name="AutoShape 74"/>
          <p:cNvSpPr>
            <a:spLocks/>
          </p:cNvSpPr>
          <p:nvPr/>
        </p:nvSpPr>
        <p:spPr bwMode="auto">
          <a:xfrm>
            <a:off x="16135350" y="57626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600"/>
                  <a:pt x="7493" y="21600"/>
                </a:cubicBezTo>
                <a:cubicBezTo>
                  <a:pt x="7217" y="21600"/>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9" name="AutoShape 75"/>
          <p:cNvSpPr>
            <a:spLocks/>
          </p:cNvSpPr>
          <p:nvPr/>
        </p:nvSpPr>
        <p:spPr bwMode="auto">
          <a:xfrm>
            <a:off x="18507075" y="603250"/>
            <a:ext cx="825500" cy="825500"/>
          </a:xfrm>
          <a:custGeom>
            <a:avLst/>
            <a:gdLst>
              <a:gd name="T0" fmla="*/ 412731 w 21459"/>
              <a:gd name="T1" fmla="*/ 414224 h 21561"/>
              <a:gd name="T2" fmla="*/ 412731 w 21459"/>
              <a:gd name="T3" fmla="*/ 414224 h 21561"/>
              <a:gd name="T4" fmla="*/ 412731 w 21459"/>
              <a:gd name="T5" fmla="*/ 414224 h 21561"/>
              <a:gd name="T6" fmla="*/ 412731 w 21459"/>
              <a:gd name="T7" fmla="*/ 414224 h 215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59" h="21561">
                <a:moveTo>
                  <a:pt x="20359" y="4319"/>
                </a:moveTo>
                <a:cubicBezTo>
                  <a:pt x="20703" y="4451"/>
                  <a:pt x="20960" y="4653"/>
                  <a:pt x="21125" y="4923"/>
                </a:cubicBezTo>
                <a:cubicBezTo>
                  <a:pt x="21468" y="5418"/>
                  <a:pt x="21547" y="6025"/>
                  <a:pt x="21363" y="6735"/>
                </a:cubicBezTo>
                <a:lnTo>
                  <a:pt x="17812" y="19432"/>
                </a:lnTo>
                <a:cubicBezTo>
                  <a:pt x="17663" y="20051"/>
                  <a:pt x="17338" y="20561"/>
                  <a:pt x="16840" y="20960"/>
                </a:cubicBezTo>
                <a:cubicBezTo>
                  <a:pt x="16342" y="21361"/>
                  <a:pt x="15810" y="21560"/>
                  <a:pt x="15242" y="21560"/>
                </a:cubicBezTo>
                <a:lnTo>
                  <a:pt x="3374" y="21560"/>
                </a:lnTo>
                <a:cubicBezTo>
                  <a:pt x="3031" y="21560"/>
                  <a:pt x="2698" y="21496"/>
                  <a:pt x="2378" y="21358"/>
                </a:cubicBezTo>
                <a:cubicBezTo>
                  <a:pt x="2056" y="21223"/>
                  <a:pt x="1747" y="21042"/>
                  <a:pt x="1456" y="20810"/>
                </a:cubicBezTo>
                <a:cubicBezTo>
                  <a:pt x="1162" y="20581"/>
                  <a:pt x="906" y="20312"/>
                  <a:pt x="683" y="19998"/>
                </a:cubicBezTo>
                <a:cubicBezTo>
                  <a:pt x="463" y="19685"/>
                  <a:pt x="287" y="19345"/>
                  <a:pt x="161" y="18978"/>
                </a:cubicBezTo>
                <a:cubicBezTo>
                  <a:pt x="-46" y="18345"/>
                  <a:pt x="-53" y="17750"/>
                  <a:pt x="138" y="17199"/>
                </a:cubicBezTo>
                <a:cubicBezTo>
                  <a:pt x="156" y="17049"/>
                  <a:pt x="172" y="16900"/>
                  <a:pt x="188" y="16759"/>
                </a:cubicBezTo>
                <a:cubicBezTo>
                  <a:pt x="206" y="16613"/>
                  <a:pt x="222" y="16449"/>
                  <a:pt x="237" y="16273"/>
                </a:cubicBezTo>
                <a:cubicBezTo>
                  <a:pt x="237" y="16179"/>
                  <a:pt x="222" y="16082"/>
                  <a:pt x="188" y="15985"/>
                </a:cubicBezTo>
                <a:cubicBezTo>
                  <a:pt x="156" y="15889"/>
                  <a:pt x="146" y="15792"/>
                  <a:pt x="161" y="15695"/>
                </a:cubicBezTo>
                <a:cubicBezTo>
                  <a:pt x="180" y="15549"/>
                  <a:pt x="245" y="15402"/>
                  <a:pt x="358" y="15256"/>
                </a:cubicBezTo>
                <a:cubicBezTo>
                  <a:pt x="471" y="15109"/>
                  <a:pt x="578" y="14942"/>
                  <a:pt x="678" y="14757"/>
                </a:cubicBezTo>
                <a:cubicBezTo>
                  <a:pt x="872" y="14411"/>
                  <a:pt x="1060" y="13986"/>
                  <a:pt x="1249" y="13485"/>
                </a:cubicBezTo>
                <a:cubicBezTo>
                  <a:pt x="1438" y="12987"/>
                  <a:pt x="1574" y="12553"/>
                  <a:pt x="1655" y="12190"/>
                </a:cubicBezTo>
                <a:cubicBezTo>
                  <a:pt x="1689" y="12040"/>
                  <a:pt x="1686" y="11896"/>
                  <a:pt x="1642" y="11762"/>
                </a:cubicBezTo>
                <a:cubicBezTo>
                  <a:pt x="1603" y="11627"/>
                  <a:pt x="1597" y="11504"/>
                  <a:pt x="1631" y="11389"/>
                </a:cubicBezTo>
                <a:cubicBezTo>
                  <a:pt x="1665" y="11240"/>
                  <a:pt x="1734" y="11111"/>
                  <a:pt x="1838" y="11005"/>
                </a:cubicBezTo>
                <a:cubicBezTo>
                  <a:pt x="1943" y="10897"/>
                  <a:pt x="2027" y="10788"/>
                  <a:pt x="2095" y="10671"/>
                </a:cubicBezTo>
                <a:cubicBezTo>
                  <a:pt x="2179" y="10507"/>
                  <a:pt x="2268" y="10308"/>
                  <a:pt x="2365" y="10082"/>
                </a:cubicBezTo>
                <a:cubicBezTo>
                  <a:pt x="2459" y="9859"/>
                  <a:pt x="2551" y="9628"/>
                  <a:pt x="2635" y="9390"/>
                </a:cubicBezTo>
                <a:cubicBezTo>
                  <a:pt x="2719" y="9150"/>
                  <a:pt x="2784" y="8918"/>
                  <a:pt x="2837" y="8690"/>
                </a:cubicBezTo>
                <a:cubicBezTo>
                  <a:pt x="2887" y="8461"/>
                  <a:pt x="2918" y="8271"/>
                  <a:pt x="2936" y="8118"/>
                </a:cubicBezTo>
                <a:cubicBezTo>
                  <a:pt x="2952" y="7972"/>
                  <a:pt x="2944" y="7816"/>
                  <a:pt x="2910" y="7655"/>
                </a:cubicBezTo>
                <a:cubicBezTo>
                  <a:pt x="2876" y="7497"/>
                  <a:pt x="2876" y="7365"/>
                  <a:pt x="2910" y="7248"/>
                </a:cubicBezTo>
                <a:cubicBezTo>
                  <a:pt x="2960" y="7101"/>
                  <a:pt x="3046" y="6978"/>
                  <a:pt x="3167" y="6878"/>
                </a:cubicBezTo>
                <a:cubicBezTo>
                  <a:pt x="3288" y="6778"/>
                  <a:pt x="3390" y="6664"/>
                  <a:pt x="3476" y="6532"/>
                </a:cubicBezTo>
                <a:cubicBezTo>
                  <a:pt x="3557" y="6421"/>
                  <a:pt x="3649" y="6263"/>
                  <a:pt x="3746" y="6049"/>
                </a:cubicBezTo>
                <a:cubicBezTo>
                  <a:pt x="3840" y="5841"/>
                  <a:pt x="3937" y="5609"/>
                  <a:pt x="4034" y="5354"/>
                </a:cubicBezTo>
                <a:cubicBezTo>
                  <a:pt x="4129" y="5102"/>
                  <a:pt x="4210" y="4856"/>
                  <a:pt x="4278" y="4618"/>
                </a:cubicBezTo>
                <a:cubicBezTo>
                  <a:pt x="4344" y="4381"/>
                  <a:pt x="4385" y="4170"/>
                  <a:pt x="4404" y="3979"/>
                </a:cubicBezTo>
                <a:cubicBezTo>
                  <a:pt x="4420" y="3868"/>
                  <a:pt x="4404" y="3754"/>
                  <a:pt x="4354" y="3636"/>
                </a:cubicBezTo>
                <a:cubicBezTo>
                  <a:pt x="4304" y="3519"/>
                  <a:pt x="4294" y="3390"/>
                  <a:pt x="4328" y="3249"/>
                </a:cubicBezTo>
                <a:cubicBezTo>
                  <a:pt x="4362" y="3120"/>
                  <a:pt x="4438" y="2980"/>
                  <a:pt x="4561" y="2836"/>
                </a:cubicBezTo>
                <a:cubicBezTo>
                  <a:pt x="4682" y="2692"/>
                  <a:pt x="4792" y="2543"/>
                  <a:pt x="4894" y="2393"/>
                </a:cubicBezTo>
                <a:cubicBezTo>
                  <a:pt x="5025" y="2159"/>
                  <a:pt x="5145" y="1886"/>
                  <a:pt x="5250" y="1573"/>
                </a:cubicBezTo>
                <a:cubicBezTo>
                  <a:pt x="5355" y="1262"/>
                  <a:pt x="5481" y="975"/>
                  <a:pt x="5625" y="717"/>
                </a:cubicBezTo>
                <a:cubicBezTo>
                  <a:pt x="5772" y="462"/>
                  <a:pt x="5966" y="259"/>
                  <a:pt x="6204" y="116"/>
                </a:cubicBezTo>
                <a:cubicBezTo>
                  <a:pt x="6440" y="-31"/>
                  <a:pt x="6767" y="-39"/>
                  <a:pt x="7176" y="92"/>
                </a:cubicBezTo>
                <a:lnTo>
                  <a:pt x="7150" y="151"/>
                </a:lnTo>
                <a:cubicBezTo>
                  <a:pt x="7409" y="54"/>
                  <a:pt x="7635" y="10"/>
                  <a:pt x="7829" y="10"/>
                </a:cubicBezTo>
                <a:lnTo>
                  <a:pt x="17613" y="10"/>
                </a:lnTo>
                <a:cubicBezTo>
                  <a:pt x="18266" y="10"/>
                  <a:pt x="18764" y="277"/>
                  <a:pt x="19107" y="805"/>
                </a:cubicBezTo>
                <a:cubicBezTo>
                  <a:pt x="19448" y="1303"/>
                  <a:pt x="19524" y="1904"/>
                  <a:pt x="19330" y="2616"/>
                </a:cubicBezTo>
                <a:lnTo>
                  <a:pt x="15782" y="15329"/>
                </a:lnTo>
                <a:cubicBezTo>
                  <a:pt x="15630" y="15918"/>
                  <a:pt x="15307" y="16419"/>
                  <a:pt x="14809" y="16829"/>
                </a:cubicBezTo>
                <a:cubicBezTo>
                  <a:pt x="14312" y="17243"/>
                  <a:pt x="13782" y="17448"/>
                  <a:pt x="13221" y="17448"/>
                </a:cubicBezTo>
                <a:lnTo>
                  <a:pt x="2019" y="17448"/>
                </a:lnTo>
                <a:cubicBezTo>
                  <a:pt x="1935" y="17448"/>
                  <a:pt x="1852" y="17460"/>
                  <a:pt x="1762" y="17477"/>
                </a:cubicBezTo>
                <a:cubicBezTo>
                  <a:pt x="1676" y="17495"/>
                  <a:pt x="1597" y="17551"/>
                  <a:pt x="1529" y="17644"/>
                </a:cubicBezTo>
                <a:cubicBezTo>
                  <a:pt x="1430" y="17832"/>
                  <a:pt x="1430" y="18096"/>
                  <a:pt x="1529" y="18430"/>
                </a:cubicBezTo>
                <a:cubicBezTo>
                  <a:pt x="1665" y="18834"/>
                  <a:pt x="1914" y="19186"/>
                  <a:pt x="2284" y="19488"/>
                </a:cubicBezTo>
                <a:cubicBezTo>
                  <a:pt x="2651" y="19796"/>
                  <a:pt x="3015" y="19945"/>
                  <a:pt x="3374" y="19945"/>
                </a:cubicBezTo>
                <a:lnTo>
                  <a:pt x="15242" y="19945"/>
                </a:lnTo>
                <a:cubicBezTo>
                  <a:pt x="15485" y="19945"/>
                  <a:pt x="15724" y="19846"/>
                  <a:pt x="15962" y="19643"/>
                </a:cubicBezTo>
                <a:cubicBezTo>
                  <a:pt x="16201" y="19444"/>
                  <a:pt x="16358" y="19221"/>
                  <a:pt x="16434" y="18975"/>
                </a:cubicBezTo>
                <a:lnTo>
                  <a:pt x="20310" y="5128"/>
                </a:lnTo>
                <a:cubicBezTo>
                  <a:pt x="20344" y="4979"/>
                  <a:pt x="20365" y="4841"/>
                  <a:pt x="20373" y="4715"/>
                </a:cubicBezTo>
                <a:cubicBezTo>
                  <a:pt x="20378" y="4592"/>
                  <a:pt x="20373" y="4460"/>
                  <a:pt x="20359" y="4319"/>
                </a:cubicBezTo>
                <a:moveTo>
                  <a:pt x="6285" y="8083"/>
                </a:moveTo>
                <a:cubicBezTo>
                  <a:pt x="6201" y="8446"/>
                  <a:pt x="6311" y="8628"/>
                  <a:pt x="6610" y="8628"/>
                </a:cubicBezTo>
                <a:lnTo>
                  <a:pt x="14325" y="8628"/>
                </a:lnTo>
                <a:cubicBezTo>
                  <a:pt x="14461" y="8628"/>
                  <a:pt x="14587" y="8578"/>
                  <a:pt x="14707" y="8473"/>
                </a:cubicBezTo>
                <a:cubicBezTo>
                  <a:pt x="14830" y="8370"/>
                  <a:pt x="14906" y="8238"/>
                  <a:pt x="14940" y="8083"/>
                </a:cubicBezTo>
                <a:lnTo>
                  <a:pt x="15242" y="7028"/>
                </a:lnTo>
                <a:cubicBezTo>
                  <a:pt x="15276" y="6881"/>
                  <a:pt x="15263" y="6752"/>
                  <a:pt x="15205" y="6641"/>
                </a:cubicBezTo>
                <a:cubicBezTo>
                  <a:pt x="15145" y="6535"/>
                  <a:pt x="15051" y="6483"/>
                  <a:pt x="14914" y="6483"/>
                </a:cubicBezTo>
                <a:lnTo>
                  <a:pt x="7202" y="6483"/>
                </a:lnTo>
                <a:cubicBezTo>
                  <a:pt x="7066" y="6483"/>
                  <a:pt x="6935" y="6532"/>
                  <a:pt x="6807" y="6638"/>
                </a:cubicBezTo>
                <a:cubicBezTo>
                  <a:pt x="6676" y="6740"/>
                  <a:pt x="6594" y="6869"/>
                  <a:pt x="6560" y="7028"/>
                </a:cubicBezTo>
                <a:lnTo>
                  <a:pt x="6285" y="8083"/>
                </a:lnTo>
                <a:close/>
                <a:moveTo>
                  <a:pt x="7150" y="4867"/>
                </a:moveTo>
                <a:cubicBezTo>
                  <a:pt x="7116" y="5017"/>
                  <a:pt x="7132" y="5140"/>
                  <a:pt x="7195" y="5240"/>
                </a:cubicBezTo>
                <a:cubicBezTo>
                  <a:pt x="7257" y="5336"/>
                  <a:pt x="7354" y="5386"/>
                  <a:pt x="7488" y="5386"/>
                </a:cubicBezTo>
                <a:lnTo>
                  <a:pt x="15192" y="5386"/>
                </a:lnTo>
                <a:cubicBezTo>
                  <a:pt x="15326" y="5386"/>
                  <a:pt x="15451" y="5336"/>
                  <a:pt x="15575" y="5240"/>
                </a:cubicBezTo>
                <a:cubicBezTo>
                  <a:pt x="15695" y="5140"/>
                  <a:pt x="15784" y="5017"/>
                  <a:pt x="15844" y="4867"/>
                </a:cubicBezTo>
                <a:lnTo>
                  <a:pt x="16120" y="3771"/>
                </a:lnTo>
                <a:cubicBezTo>
                  <a:pt x="16154" y="3622"/>
                  <a:pt x="16141" y="3493"/>
                  <a:pt x="16083" y="3387"/>
                </a:cubicBezTo>
                <a:cubicBezTo>
                  <a:pt x="16023" y="3279"/>
                  <a:pt x="15923" y="3223"/>
                  <a:pt x="15782" y="3223"/>
                </a:cubicBezTo>
                <a:lnTo>
                  <a:pt x="8078" y="3223"/>
                </a:lnTo>
                <a:cubicBezTo>
                  <a:pt x="7944" y="3223"/>
                  <a:pt x="7818" y="3279"/>
                  <a:pt x="7695" y="3387"/>
                </a:cubicBezTo>
                <a:cubicBezTo>
                  <a:pt x="7575" y="3493"/>
                  <a:pt x="7488" y="3622"/>
                  <a:pt x="7438" y="3771"/>
                </a:cubicBezTo>
                <a:lnTo>
                  <a:pt x="7150" y="4867"/>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0" name="AutoShape 76"/>
          <p:cNvSpPr>
            <a:spLocks/>
          </p:cNvSpPr>
          <p:nvPr/>
        </p:nvSpPr>
        <p:spPr bwMode="auto">
          <a:xfrm>
            <a:off x="20705763"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599" y="1154"/>
                  <a:pt x="21599" y="1583"/>
                </a:cubicBezTo>
                <a:lnTo>
                  <a:pt x="21599" y="20013"/>
                </a:lnTo>
                <a:cubicBezTo>
                  <a:pt x="21599"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1" name="AutoShape 77"/>
          <p:cNvSpPr>
            <a:spLocks/>
          </p:cNvSpPr>
          <p:nvPr/>
        </p:nvSpPr>
        <p:spPr bwMode="auto">
          <a:xfrm>
            <a:off x="655638" y="5181600"/>
            <a:ext cx="825500" cy="825500"/>
          </a:xfrm>
          <a:custGeom>
            <a:avLst/>
            <a:gdLst>
              <a:gd name="T0" fmla="*/ 412750 w 21600"/>
              <a:gd name="T1" fmla="*/ 414358 h 21558"/>
              <a:gd name="T2" fmla="*/ 412750 w 21600"/>
              <a:gd name="T3" fmla="*/ 414358 h 21558"/>
              <a:gd name="T4" fmla="*/ 412750 w 21600"/>
              <a:gd name="T5" fmla="*/ 414358 h 21558"/>
              <a:gd name="T6" fmla="*/ 412750 w 21600"/>
              <a:gd name="T7" fmla="*/ 414358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7"/>
                  <a:pt x="10800" y="21557"/>
                </a:cubicBezTo>
                <a:cubicBezTo>
                  <a:pt x="9168" y="21557"/>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4"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2" name="AutoShape 78"/>
          <p:cNvSpPr>
            <a:spLocks/>
          </p:cNvSpPr>
          <p:nvPr/>
        </p:nvSpPr>
        <p:spPr bwMode="auto">
          <a:xfrm>
            <a:off x="2889250"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600"/>
                  <a:pt x="2262" y="21600"/>
                </a:cubicBezTo>
                <a:lnTo>
                  <a:pt x="1348" y="21600"/>
                </a:lnTo>
                <a:cubicBezTo>
                  <a:pt x="1221" y="21600"/>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3" name="AutoShape 79"/>
          <p:cNvSpPr>
            <a:spLocks/>
          </p:cNvSpPr>
          <p:nvPr/>
        </p:nvSpPr>
        <p:spPr bwMode="auto">
          <a:xfrm>
            <a:off x="5111750" y="51816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19"/>
                </a:moveTo>
                <a:cubicBezTo>
                  <a:pt x="20630" y="3219"/>
                  <a:pt x="20943" y="3384"/>
                  <a:pt x="21205" y="3713"/>
                </a:cubicBezTo>
                <a:cubicBezTo>
                  <a:pt x="21467" y="4039"/>
                  <a:pt x="21599" y="4424"/>
                  <a:pt x="21599" y="4867"/>
                </a:cubicBezTo>
                <a:lnTo>
                  <a:pt x="21599" y="19981"/>
                </a:lnTo>
                <a:cubicBezTo>
                  <a:pt x="21599" y="20422"/>
                  <a:pt x="21467" y="20800"/>
                  <a:pt x="21205" y="21124"/>
                </a:cubicBezTo>
                <a:cubicBezTo>
                  <a:pt x="20943" y="21441"/>
                  <a:pt x="20630" y="21600"/>
                  <a:pt x="20263" y="21600"/>
                </a:cubicBezTo>
                <a:lnTo>
                  <a:pt x="1346" y="21600"/>
                </a:lnTo>
                <a:cubicBezTo>
                  <a:pt x="981" y="21600"/>
                  <a:pt x="663" y="21441"/>
                  <a:pt x="399" y="21124"/>
                </a:cubicBezTo>
                <a:cubicBezTo>
                  <a:pt x="132" y="20801"/>
                  <a:pt x="0" y="20422"/>
                  <a:pt x="0" y="19981"/>
                </a:cubicBezTo>
                <a:lnTo>
                  <a:pt x="0" y="1615"/>
                </a:lnTo>
                <a:cubicBezTo>
                  <a:pt x="0" y="1177"/>
                  <a:pt x="132" y="796"/>
                  <a:pt x="399" y="475"/>
                </a:cubicBezTo>
                <a:cubicBezTo>
                  <a:pt x="663" y="158"/>
                  <a:pt x="981" y="0"/>
                  <a:pt x="1346" y="0"/>
                </a:cubicBezTo>
                <a:lnTo>
                  <a:pt x="9457" y="0"/>
                </a:lnTo>
                <a:cubicBezTo>
                  <a:pt x="9824" y="0"/>
                  <a:pt x="10140" y="158"/>
                  <a:pt x="10407" y="475"/>
                </a:cubicBezTo>
                <a:cubicBezTo>
                  <a:pt x="10673" y="796"/>
                  <a:pt x="10806" y="1177"/>
                  <a:pt x="10806" y="1615"/>
                </a:cubicBezTo>
                <a:cubicBezTo>
                  <a:pt x="10806" y="2056"/>
                  <a:pt x="10935" y="2435"/>
                  <a:pt x="11197" y="2749"/>
                </a:cubicBezTo>
                <a:cubicBezTo>
                  <a:pt x="11459" y="3060"/>
                  <a:pt x="11773" y="3219"/>
                  <a:pt x="12142" y="3219"/>
                </a:cubicBezTo>
                <a:lnTo>
                  <a:pt x="20263" y="321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4" name="AutoShape 80"/>
          <p:cNvSpPr>
            <a:spLocks/>
          </p:cNvSpPr>
          <p:nvPr/>
        </p:nvSpPr>
        <p:spPr bwMode="auto">
          <a:xfrm>
            <a:off x="7340600" y="51816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276" y="7975"/>
                </a:moveTo>
                <a:cubicBezTo>
                  <a:pt x="3988" y="7975"/>
                  <a:pt x="3706" y="8031"/>
                  <a:pt x="3434" y="8148"/>
                </a:cubicBezTo>
                <a:cubicBezTo>
                  <a:pt x="3160" y="8266"/>
                  <a:pt x="2903" y="8427"/>
                  <a:pt x="2666" y="8627"/>
                </a:cubicBezTo>
                <a:cubicBezTo>
                  <a:pt x="2428" y="8830"/>
                  <a:pt x="2220" y="9071"/>
                  <a:pt x="2044" y="9344"/>
                </a:cubicBezTo>
                <a:cubicBezTo>
                  <a:pt x="1867" y="9620"/>
                  <a:pt x="1730" y="9926"/>
                  <a:pt x="1628" y="10252"/>
                </a:cubicBezTo>
                <a:lnTo>
                  <a:pt x="0" y="16271"/>
                </a:lnTo>
                <a:lnTo>
                  <a:pt x="0" y="1618"/>
                </a:lnTo>
                <a:cubicBezTo>
                  <a:pt x="0" y="1177"/>
                  <a:pt x="132" y="796"/>
                  <a:pt x="399" y="478"/>
                </a:cubicBezTo>
                <a:cubicBezTo>
                  <a:pt x="663" y="161"/>
                  <a:pt x="981" y="0"/>
                  <a:pt x="1348" y="0"/>
                </a:cubicBezTo>
                <a:lnTo>
                  <a:pt x="9459" y="0"/>
                </a:lnTo>
                <a:cubicBezTo>
                  <a:pt x="9824" y="0"/>
                  <a:pt x="10140" y="161"/>
                  <a:pt x="10407" y="478"/>
                </a:cubicBezTo>
                <a:cubicBezTo>
                  <a:pt x="10673" y="796"/>
                  <a:pt x="10806" y="1177"/>
                  <a:pt x="10806" y="1618"/>
                </a:cubicBezTo>
                <a:cubicBezTo>
                  <a:pt x="10806" y="2059"/>
                  <a:pt x="10938" y="2438"/>
                  <a:pt x="11197" y="2749"/>
                </a:cubicBezTo>
                <a:cubicBezTo>
                  <a:pt x="11459" y="3063"/>
                  <a:pt x="11773" y="3222"/>
                  <a:pt x="12142" y="3222"/>
                </a:cubicBezTo>
                <a:lnTo>
                  <a:pt x="17332" y="3222"/>
                </a:lnTo>
                <a:cubicBezTo>
                  <a:pt x="17700" y="3222"/>
                  <a:pt x="18015" y="3384"/>
                  <a:pt x="18277" y="3713"/>
                </a:cubicBezTo>
                <a:cubicBezTo>
                  <a:pt x="18539" y="4042"/>
                  <a:pt x="18669" y="4426"/>
                  <a:pt x="18669" y="4867"/>
                </a:cubicBezTo>
                <a:lnTo>
                  <a:pt x="18669" y="7975"/>
                </a:lnTo>
                <a:lnTo>
                  <a:pt x="4276" y="7975"/>
                </a:lnTo>
                <a:close/>
                <a:moveTo>
                  <a:pt x="21599" y="10140"/>
                </a:moveTo>
                <a:lnTo>
                  <a:pt x="18552" y="20800"/>
                </a:lnTo>
                <a:cubicBezTo>
                  <a:pt x="18505" y="21015"/>
                  <a:pt x="18385" y="21203"/>
                  <a:pt x="18194" y="21362"/>
                </a:cubicBezTo>
                <a:cubicBezTo>
                  <a:pt x="18003" y="21520"/>
                  <a:pt x="17817" y="21600"/>
                  <a:pt x="17638" y="21600"/>
                </a:cubicBezTo>
                <a:lnTo>
                  <a:pt x="504" y="21600"/>
                </a:lnTo>
                <a:lnTo>
                  <a:pt x="3388" y="10913"/>
                </a:lnTo>
                <a:cubicBezTo>
                  <a:pt x="3434" y="10698"/>
                  <a:pt x="3552" y="10516"/>
                  <a:pt x="3745" y="10363"/>
                </a:cubicBezTo>
                <a:cubicBezTo>
                  <a:pt x="3936" y="10213"/>
                  <a:pt x="4120" y="10140"/>
                  <a:pt x="4301" y="10140"/>
                </a:cubicBezTo>
                <a:lnTo>
                  <a:pt x="21599" y="1014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5" name="AutoShape 81"/>
          <p:cNvSpPr>
            <a:spLocks/>
          </p:cNvSpPr>
          <p:nvPr/>
        </p:nvSpPr>
        <p:spPr bwMode="auto">
          <a:xfrm>
            <a:off x="9634538"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51" y="7569"/>
                </a:moveTo>
                <a:cubicBezTo>
                  <a:pt x="21273" y="7569"/>
                  <a:pt x="21379" y="7618"/>
                  <a:pt x="21468" y="7727"/>
                </a:cubicBezTo>
                <a:cubicBezTo>
                  <a:pt x="21554" y="7834"/>
                  <a:pt x="21599" y="7958"/>
                  <a:pt x="21599" y="8105"/>
                </a:cubicBezTo>
                <a:lnTo>
                  <a:pt x="21599" y="13494"/>
                </a:lnTo>
                <a:cubicBezTo>
                  <a:pt x="21599" y="13641"/>
                  <a:pt x="21556" y="13768"/>
                  <a:pt x="21472" y="13872"/>
                </a:cubicBezTo>
                <a:cubicBezTo>
                  <a:pt x="21388" y="13978"/>
                  <a:pt x="21280" y="14033"/>
                  <a:pt x="21151" y="14033"/>
                </a:cubicBezTo>
                <a:lnTo>
                  <a:pt x="19807" y="14033"/>
                </a:lnTo>
                <a:lnTo>
                  <a:pt x="19807" y="19984"/>
                </a:lnTo>
                <a:cubicBezTo>
                  <a:pt x="19807" y="20419"/>
                  <a:pt x="19675" y="20796"/>
                  <a:pt x="19411" y="21116"/>
                </a:cubicBezTo>
                <a:cubicBezTo>
                  <a:pt x="19144" y="21438"/>
                  <a:pt x="18825" y="21600"/>
                  <a:pt x="18451" y="21600"/>
                </a:cubicBezTo>
                <a:lnTo>
                  <a:pt x="3146" y="21600"/>
                </a:lnTo>
                <a:cubicBezTo>
                  <a:pt x="2772" y="21600"/>
                  <a:pt x="2455" y="21438"/>
                  <a:pt x="2198" y="21116"/>
                </a:cubicBezTo>
                <a:cubicBezTo>
                  <a:pt x="1941" y="20796"/>
                  <a:pt x="1814" y="20419"/>
                  <a:pt x="1814" y="19984"/>
                </a:cubicBezTo>
                <a:lnTo>
                  <a:pt x="1814" y="14033"/>
                </a:lnTo>
                <a:lnTo>
                  <a:pt x="446" y="14033"/>
                </a:lnTo>
                <a:cubicBezTo>
                  <a:pt x="324" y="14033"/>
                  <a:pt x="218" y="13981"/>
                  <a:pt x="132" y="13880"/>
                </a:cubicBezTo>
                <a:cubicBezTo>
                  <a:pt x="43" y="13780"/>
                  <a:pt x="0" y="13650"/>
                  <a:pt x="0" y="13494"/>
                </a:cubicBezTo>
                <a:lnTo>
                  <a:pt x="0" y="8105"/>
                </a:lnTo>
                <a:cubicBezTo>
                  <a:pt x="0" y="7958"/>
                  <a:pt x="43" y="7834"/>
                  <a:pt x="132" y="7727"/>
                </a:cubicBezTo>
                <a:cubicBezTo>
                  <a:pt x="218" y="7618"/>
                  <a:pt x="324" y="7569"/>
                  <a:pt x="446" y="7569"/>
                </a:cubicBezTo>
                <a:lnTo>
                  <a:pt x="6638" y="7569"/>
                </a:lnTo>
                <a:cubicBezTo>
                  <a:pt x="6203" y="7569"/>
                  <a:pt x="5791" y="7468"/>
                  <a:pt x="5404" y="7270"/>
                </a:cubicBezTo>
                <a:cubicBezTo>
                  <a:pt x="5018" y="7074"/>
                  <a:pt x="4682" y="6803"/>
                  <a:pt x="4399" y="6466"/>
                </a:cubicBezTo>
                <a:cubicBezTo>
                  <a:pt x="4116" y="6126"/>
                  <a:pt x="3892" y="5723"/>
                  <a:pt x="3727" y="5266"/>
                </a:cubicBezTo>
                <a:cubicBezTo>
                  <a:pt x="3561" y="4808"/>
                  <a:pt x="3480" y="4316"/>
                  <a:pt x="3480" y="3789"/>
                </a:cubicBezTo>
                <a:cubicBezTo>
                  <a:pt x="3480" y="3267"/>
                  <a:pt x="3561" y="2775"/>
                  <a:pt x="3727" y="2312"/>
                </a:cubicBezTo>
                <a:cubicBezTo>
                  <a:pt x="3892" y="1845"/>
                  <a:pt x="4116" y="1445"/>
                  <a:pt x="4399" y="1102"/>
                </a:cubicBezTo>
                <a:cubicBezTo>
                  <a:pt x="4682" y="765"/>
                  <a:pt x="5016" y="495"/>
                  <a:pt x="5399" y="296"/>
                </a:cubicBezTo>
                <a:cubicBezTo>
                  <a:pt x="5781" y="100"/>
                  <a:pt x="6194" y="0"/>
                  <a:pt x="6638" y="0"/>
                </a:cubicBezTo>
                <a:cubicBezTo>
                  <a:pt x="7106" y="0"/>
                  <a:pt x="7550" y="112"/>
                  <a:pt x="7967" y="336"/>
                </a:cubicBezTo>
                <a:cubicBezTo>
                  <a:pt x="8385" y="561"/>
                  <a:pt x="8723" y="883"/>
                  <a:pt x="8985" y="1295"/>
                </a:cubicBezTo>
                <a:lnTo>
                  <a:pt x="10799" y="4094"/>
                </a:lnTo>
                <a:lnTo>
                  <a:pt x="12614" y="1295"/>
                </a:lnTo>
                <a:cubicBezTo>
                  <a:pt x="12883" y="883"/>
                  <a:pt x="13224" y="561"/>
                  <a:pt x="13636" y="336"/>
                </a:cubicBezTo>
                <a:cubicBezTo>
                  <a:pt x="14049" y="112"/>
                  <a:pt x="14493" y="0"/>
                  <a:pt x="14971" y="0"/>
                </a:cubicBezTo>
                <a:cubicBezTo>
                  <a:pt x="15405" y="0"/>
                  <a:pt x="15815" y="100"/>
                  <a:pt x="16199" y="296"/>
                </a:cubicBezTo>
                <a:cubicBezTo>
                  <a:pt x="16581" y="495"/>
                  <a:pt x="16915" y="765"/>
                  <a:pt x="17198" y="1102"/>
                </a:cubicBezTo>
                <a:cubicBezTo>
                  <a:pt x="17481" y="1445"/>
                  <a:pt x="17704" y="1845"/>
                  <a:pt x="17870" y="2303"/>
                </a:cubicBezTo>
                <a:cubicBezTo>
                  <a:pt x="18036" y="2761"/>
                  <a:pt x="18117" y="3259"/>
                  <a:pt x="18117" y="3789"/>
                </a:cubicBezTo>
                <a:cubicBezTo>
                  <a:pt x="18117" y="4315"/>
                  <a:pt x="18036" y="4808"/>
                  <a:pt x="17870" y="5266"/>
                </a:cubicBezTo>
                <a:cubicBezTo>
                  <a:pt x="17704" y="5723"/>
                  <a:pt x="17481" y="6126"/>
                  <a:pt x="17198" y="6466"/>
                </a:cubicBezTo>
                <a:cubicBezTo>
                  <a:pt x="16915" y="6803"/>
                  <a:pt x="16581" y="7074"/>
                  <a:pt x="16199" y="7269"/>
                </a:cubicBezTo>
                <a:cubicBezTo>
                  <a:pt x="15815" y="7468"/>
                  <a:pt x="15405" y="7569"/>
                  <a:pt x="14971" y="7569"/>
                </a:cubicBezTo>
                <a:lnTo>
                  <a:pt x="21151" y="7569"/>
                </a:lnTo>
                <a:close/>
                <a:moveTo>
                  <a:pt x="5294" y="3789"/>
                </a:moveTo>
                <a:cubicBezTo>
                  <a:pt x="5294" y="4243"/>
                  <a:pt x="5424" y="4621"/>
                  <a:pt x="5680" y="4929"/>
                </a:cubicBezTo>
                <a:cubicBezTo>
                  <a:pt x="5937" y="5234"/>
                  <a:pt x="6256" y="5389"/>
                  <a:pt x="6638" y="5389"/>
                </a:cubicBezTo>
                <a:lnTo>
                  <a:pt x="9362" y="5389"/>
                </a:lnTo>
                <a:lnTo>
                  <a:pt x="7629" y="2689"/>
                </a:lnTo>
                <a:cubicBezTo>
                  <a:pt x="7550" y="2597"/>
                  <a:pt x="7430" y="2484"/>
                  <a:pt x="7260" y="2349"/>
                </a:cubicBezTo>
                <a:cubicBezTo>
                  <a:pt x="7092" y="2217"/>
                  <a:pt x="6885" y="2150"/>
                  <a:pt x="6638" y="2150"/>
                </a:cubicBezTo>
                <a:cubicBezTo>
                  <a:pt x="6264" y="2150"/>
                  <a:pt x="5947" y="2312"/>
                  <a:pt x="5685" y="2634"/>
                </a:cubicBezTo>
                <a:cubicBezTo>
                  <a:pt x="5426" y="2954"/>
                  <a:pt x="5294" y="3342"/>
                  <a:pt x="5294" y="3789"/>
                </a:cubicBezTo>
                <a:moveTo>
                  <a:pt x="13063" y="7569"/>
                </a:moveTo>
                <a:lnTo>
                  <a:pt x="8534" y="7569"/>
                </a:lnTo>
                <a:lnTo>
                  <a:pt x="8534" y="18553"/>
                </a:lnTo>
                <a:cubicBezTo>
                  <a:pt x="8534" y="18856"/>
                  <a:pt x="8628" y="19118"/>
                  <a:pt x="8810" y="19334"/>
                </a:cubicBezTo>
                <a:cubicBezTo>
                  <a:pt x="8995" y="19547"/>
                  <a:pt x="9208" y="19656"/>
                  <a:pt x="9456" y="19656"/>
                </a:cubicBezTo>
                <a:lnTo>
                  <a:pt x="12144" y="19656"/>
                </a:lnTo>
                <a:cubicBezTo>
                  <a:pt x="12396" y="19656"/>
                  <a:pt x="12612" y="19547"/>
                  <a:pt x="12792" y="19334"/>
                </a:cubicBezTo>
                <a:cubicBezTo>
                  <a:pt x="12972" y="19118"/>
                  <a:pt x="13063" y="18856"/>
                  <a:pt x="13063" y="18553"/>
                </a:cubicBezTo>
                <a:lnTo>
                  <a:pt x="13063" y="7569"/>
                </a:lnTo>
                <a:close/>
                <a:moveTo>
                  <a:pt x="12235" y="5389"/>
                </a:moveTo>
                <a:lnTo>
                  <a:pt x="14971" y="5389"/>
                </a:lnTo>
                <a:cubicBezTo>
                  <a:pt x="15345" y="5389"/>
                  <a:pt x="15660" y="5234"/>
                  <a:pt x="15916" y="4929"/>
                </a:cubicBezTo>
                <a:cubicBezTo>
                  <a:pt x="16173" y="4621"/>
                  <a:pt x="16303" y="4243"/>
                  <a:pt x="16303" y="3789"/>
                </a:cubicBezTo>
                <a:cubicBezTo>
                  <a:pt x="16303" y="3339"/>
                  <a:pt x="16173" y="2954"/>
                  <a:pt x="15916" y="2634"/>
                </a:cubicBezTo>
                <a:cubicBezTo>
                  <a:pt x="15660" y="2312"/>
                  <a:pt x="15345" y="2150"/>
                  <a:pt x="14971" y="2150"/>
                </a:cubicBezTo>
                <a:cubicBezTo>
                  <a:pt x="14716" y="2150"/>
                  <a:pt x="14508" y="2217"/>
                  <a:pt x="14342" y="2349"/>
                </a:cubicBezTo>
                <a:cubicBezTo>
                  <a:pt x="14179" y="2484"/>
                  <a:pt x="14059" y="2597"/>
                  <a:pt x="13982" y="2689"/>
                </a:cubicBezTo>
                <a:lnTo>
                  <a:pt x="12235" y="538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6" name="AutoShape 82"/>
          <p:cNvSpPr>
            <a:spLocks/>
          </p:cNvSpPr>
          <p:nvPr/>
        </p:nvSpPr>
        <p:spPr bwMode="auto">
          <a:xfrm>
            <a:off x="11812588" y="5207000"/>
            <a:ext cx="825500" cy="825500"/>
          </a:xfrm>
          <a:custGeom>
            <a:avLst/>
            <a:gdLst>
              <a:gd name="T0" fmla="*/ 412750 w 21424"/>
              <a:gd name="T1" fmla="*/ 412750 h 21600"/>
              <a:gd name="T2" fmla="*/ 412750 w 21424"/>
              <a:gd name="T3" fmla="*/ 412750 h 21600"/>
              <a:gd name="T4" fmla="*/ 412750 w 21424"/>
              <a:gd name="T5" fmla="*/ 412750 h 21600"/>
              <a:gd name="T6" fmla="*/ 412750 w 21424"/>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24" h="21600">
                <a:moveTo>
                  <a:pt x="12593" y="10421"/>
                </a:moveTo>
                <a:lnTo>
                  <a:pt x="12593" y="19432"/>
                </a:lnTo>
                <a:lnTo>
                  <a:pt x="16047" y="19432"/>
                </a:lnTo>
                <a:cubicBezTo>
                  <a:pt x="16352" y="19432"/>
                  <a:pt x="16611" y="19538"/>
                  <a:pt x="16821" y="19749"/>
                </a:cubicBezTo>
                <a:cubicBezTo>
                  <a:pt x="17027" y="19961"/>
                  <a:pt x="17135" y="20210"/>
                  <a:pt x="17135" y="20504"/>
                </a:cubicBezTo>
                <a:cubicBezTo>
                  <a:pt x="17135" y="20809"/>
                  <a:pt x="17027" y="21071"/>
                  <a:pt x="16821" y="21282"/>
                </a:cubicBezTo>
                <a:cubicBezTo>
                  <a:pt x="16611" y="21494"/>
                  <a:pt x="16352" y="21600"/>
                  <a:pt x="16047" y="21600"/>
                </a:cubicBezTo>
                <a:lnTo>
                  <a:pt x="5350" y="21600"/>
                </a:lnTo>
                <a:cubicBezTo>
                  <a:pt x="5062" y="21600"/>
                  <a:pt x="4812" y="21494"/>
                  <a:pt x="4602" y="21282"/>
                </a:cubicBezTo>
                <a:cubicBezTo>
                  <a:pt x="4396" y="21071"/>
                  <a:pt x="4288" y="20809"/>
                  <a:pt x="4288" y="20504"/>
                </a:cubicBezTo>
                <a:cubicBezTo>
                  <a:pt x="4288" y="20210"/>
                  <a:pt x="4396" y="19961"/>
                  <a:pt x="4602" y="19749"/>
                </a:cubicBezTo>
                <a:cubicBezTo>
                  <a:pt x="4812" y="19538"/>
                  <a:pt x="5062" y="19432"/>
                  <a:pt x="5350" y="19432"/>
                </a:cubicBezTo>
                <a:lnTo>
                  <a:pt x="8833" y="19432"/>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2" y="1101"/>
                  <a:pt x="21433" y="1497"/>
                  <a:pt x="21090" y="1841"/>
                </a:cubicBezTo>
                <a:lnTo>
                  <a:pt x="12593" y="1042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7" name="AutoShape 83"/>
          <p:cNvSpPr>
            <a:spLocks/>
          </p:cNvSpPr>
          <p:nvPr/>
        </p:nvSpPr>
        <p:spPr bwMode="auto">
          <a:xfrm>
            <a:off x="14036675"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599" y="9341"/>
                  <a:pt x="21599" y="10801"/>
                </a:cubicBezTo>
                <a:cubicBezTo>
                  <a:pt x="21599"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2"/>
                  <a:pt x="12454" y="20127"/>
                </a:cubicBezTo>
                <a:cubicBezTo>
                  <a:pt x="12482" y="20185"/>
                  <a:pt x="12496" y="20225"/>
                  <a:pt x="12496" y="2025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8" name="AutoShape 84"/>
          <p:cNvSpPr>
            <a:spLocks/>
          </p:cNvSpPr>
          <p:nvPr/>
        </p:nvSpPr>
        <p:spPr bwMode="auto">
          <a:xfrm>
            <a:off x="14028738"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0"/>
                </a:moveTo>
                <a:cubicBezTo>
                  <a:pt x="20951" y="0"/>
                  <a:pt x="21159" y="105"/>
                  <a:pt x="21335" y="317"/>
                </a:cubicBezTo>
                <a:cubicBezTo>
                  <a:pt x="21511" y="528"/>
                  <a:pt x="21599" y="778"/>
                  <a:pt x="21599" y="1069"/>
                </a:cubicBezTo>
                <a:lnTo>
                  <a:pt x="21599" y="20501"/>
                </a:lnTo>
                <a:cubicBezTo>
                  <a:pt x="21599" y="20812"/>
                  <a:pt x="21511" y="21074"/>
                  <a:pt x="21335" y="21282"/>
                </a:cubicBezTo>
                <a:cubicBezTo>
                  <a:pt x="21159" y="21494"/>
                  <a:pt x="20951" y="21600"/>
                  <a:pt x="20708" y="21600"/>
                </a:cubicBezTo>
                <a:lnTo>
                  <a:pt x="913" y="21600"/>
                </a:lnTo>
                <a:cubicBezTo>
                  <a:pt x="656" y="21600"/>
                  <a:pt x="440" y="21494"/>
                  <a:pt x="261" y="21282"/>
                </a:cubicBezTo>
                <a:cubicBezTo>
                  <a:pt x="85" y="21074"/>
                  <a:pt x="0" y="20812"/>
                  <a:pt x="0" y="20501"/>
                </a:cubicBezTo>
                <a:lnTo>
                  <a:pt x="0" y="1069"/>
                </a:lnTo>
                <a:cubicBezTo>
                  <a:pt x="0" y="778"/>
                  <a:pt x="85" y="528"/>
                  <a:pt x="261" y="317"/>
                </a:cubicBezTo>
                <a:cubicBezTo>
                  <a:pt x="438" y="105"/>
                  <a:pt x="653" y="0"/>
                  <a:pt x="913" y="0"/>
                </a:cubicBezTo>
                <a:lnTo>
                  <a:pt x="20708" y="0"/>
                </a:lnTo>
                <a:close/>
                <a:moveTo>
                  <a:pt x="19805" y="6483"/>
                </a:moveTo>
                <a:cubicBezTo>
                  <a:pt x="19313" y="6483"/>
                  <a:pt x="18845" y="6368"/>
                  <a:pt x="18400" y="6139"/>
                </a:cubicBezTo>
                <a:cubicBezTo>
                  <a:pt x="17954" y="5910"/>
                  <a:pt x="17572" y="5601"/>
                  <a:pt x="17257" y="5217"/>
                </a:cubicBezTo>
                <a:cubicBezTo>
                  <a:pt x="16941" y="4832"/>
                  <a:pt x="16686" y="4376"/>
                  <a:pt x="16490" y="3845"/>
                </a:cubicBezTo>
                <a:cubicBezTo>
                  <a:pt x="16297" y="3316"/>
                  <a:pt x="16196" y="2755"/>
                  <a:pt x="16196" y="2164"/>
                </a:cubicBezTo>
                <a:lnTo>
                  <a:pt x="5405" y="2164"/>
                </a:lnTo>
                <a:cubicBezTo>
                  <a:pt x="5405" y="2755"/>
                  <a:pt x="5310" y="3316"/>
                  <a:pt x="5116" y="3845"/>
                </a:cubicBezTo>
                <a:cubicBezTo>
                  <a:pt x="4925" y="4376"/>
                  <a:pt x="4668" y="4832"/>
                  <a:pt x="4350" y="5217"/>
                </a:cubicBezTo>
                <a:cubicBezTo>
                  <a:pt x="4029" y="5601"/>
                  <a:pt x="3650" y="5910"/>
                  <a:pt x="3207" y="6139"/>
                </a:cubicBezTo>
                <a:cubicBezTo>
                  <a:pt x="2766" y="6368"/>
                  <a:pt x="2298" y="6483"/>
                  <a:pt x="1811" y="6483"/>
                </a:cubicBezTo>
                <a:lnTo>
                  <a:pt x="1811" y="15116"/>
                </a:lnTo>
                <a:cubicBezTo>
                  <a:pt x="2298" y="15116"/>
                  <a:pt x="2768" y="15231"/>
                  <a:pt x="3207" y="15463"/>
                </a:cubicBezTo>
                <a:cubicBezTo>
                  <a:pt x="3650" y="15692"/>
                  <a:pt x="4029" y="15998"/>
                  <a:pt x="4350" y="16382"/>
                </a:cubicBezTo>
                <a:cubicBezTo>
                  <a:pt x="4671" y="16767"/>
                  <a:pt x="4925" y="17223"/>
                  <a:pt x="5116" y="17754"/>
                </a:cubicBezTo>
                <a:cubicBezTo>
                  <a:pt x="5310" y="18283"/>
                  <a:pt x="5405" y="18844"/>
                  <a:pt x="5405" y="19434"/>
                </a:cubicBezTo>
                <a:lnTo>
                  <a:pt x="16196" y="19434"/>
                </a:lnTo>
                <a:cubicBezTo>
                  <a:pt x="16196" y="18844"/>
                  <a:pt x="16297" y="18283"/>
                  <a:pt x="16490" y="17754"/>
                </a:cubicBezTo>
                <a:cubicBezTo>
                  <a:pt x="16686" y="17223"/>
                  <a:pt x="16943" y="16767"/>
                  <a:pt x="17257" y="16382"/>
                </a:cubicBezTo>
                <a:cubicBezTo>
                  <a:pt x="17570" y="15998"/>
                  <a:pt x="17952" y="15692"/>
                  <a:pt x="18395" y="15463"/>
                </a:cubicBezTo>
                <a:cubicBezTo>
                  <a:pt x="18836" y="15231"/>
                  <a:pt x="19306" y="15116"/>
                  <a:pt x="19805" y="15116"/>
                </a:cubicBezTo>
                <a:lnTo>
                  <a:pt x="19805" y="6483"/>
                </a:lnTo>
                <a:close/>
                <a:moveTo>
                  <a:pt x="10803" y="3768"/>
                </a:moveTo>
                <a:cubicBezTo>
                  <a:pt x="11430" y="3768"/>
                  <a:pt x="12013" y="3951"/>
                  <a:pt x="12556" y="4318"/>
                </a:cubicBezTo>
                <a:cubicBezTo>
                  <a:pt x="13100" y="4682"/>
                  <a:pt x="13574" y="5181"/>
                  <a:pt x="13981" y="5813"/>
                </a:cubicBezTo>
                <a:cubicBezTo>
                  <a:pt x="14387" y="6447"/>
                  <a:pt x="14710" y="7194"/>
                  <a:pt x="14953" y="8051"/>
                </a:cubicBezTo>
                <a:cubicBezTo>
                  <a:pt x="15195" y="8909"/>
                  <a:pt x="15315" y="9826"/>
                  <a:pt x="15315" y="10801"/>
                </a:cubicBezTo>
                <a:cubicBezTo>
                  <a:pt x="15315" y="11776"/>
                  <a:pt x="15193" y="12690"/>
                  <a:pt x="14953" y="13548"/>
                </a:cubicBezTo>
                <a:cubicBezTo>
                  <a:pt x="14708" y="14405"/>
                  <a:pt x="14387" y="15152"/>
                  <a:pt x="13981" y="15786"/>
                </a:cubicBezTo>
                <a:cubicBezTo>
                  <a:pt x="13574" y="16418"/>
                  <a:pt x="13100" y="16917"/>
                  <a:pt x="12551" y="17284"/>
                </a:cubicBezTo>
                <a:cubicBezTo>
                  <a:pt x="12005" y="17648"/>
                  <a:pt x="11423" y="17831"/>
                  <a:pt x="10803" y="17831"/>
                </a:cubicBezTo>
                <a:cubicBezTo>
                  <a:pt x="10179" y="17831"/>
                  <a:pt x="9594" y="17648"/>
                  <a:pt x="9045" y="17284"/>
                </a:cubicBezTo>
                <a:cubicBezTo>
                  <a:pt x="8497" y="16917"/>
                  <a:pt x="8022" y="16418"/>
                  <a:pt x="7616" y="15786"/>
                </a:cubicBezTo>
                <a:cubicBezTo>
                  <a:pt x="7209" y="15152"/>
                  <a:pt x="6891" y="14405"/>
                  <a:pt x="6661" y="13548"/>
                </a:cubicBezTo>
                <a:cubicBezTo>
                  <a:pt x="6428" y="12690"/>
                  <a:pt x="6313" y="11776"/>
                  <a:pt x="6313" y="10801"/>
                </a:cubicBezTo>
                <a:cubicBezTo>
                  <a:pt x="6313" y="9826"/>
                  <a:pt x="6428" y="8909"/>
                  <a:pt x="6661" y="8051"/>
                </a:cubicBezTo>
                <a:cubicBezTo>
                  <a:pt x="6891" y="7194"/>
                  <a:pt x="7209" y="6447"/>
                  <a:pt x="7616" y="5813"/>
                </a:cubicBezTo>
                <a:cubicBezTo>
                  <a:pt x="8022" y="5181"/>
                  <a:pt x="8497" y="4682"/>
                  <a:pt x="9045" y="4318"/>
                </a:cubicBezTo>
                <a:cubicBezTo>
                  <a:pt x="9594" y="3951"/>
                  <a:pt x="10179" y="3768"/>
                  <a:pt x="10803" y="3768"/>
                </a:cubicBezTo>
                <a:moveTo>
                  <a:pt x="13489" y="13078"/>
                </a:moveTo>
                <a:lnTo>
                  <a:pt x="11836" y="13078"/>
                </a:lnTo>
                <a:lnTo>
                  <a:pt x="11836" y="5640"/>
                </a:lnTo>
                <a:lnTo>
                  <a:pt x="10196" y="5640"/>
                </a:lnTo>
                <a:lnTo>
                  <a:pt x="8108" y="7972"/>
                </a:lnTo>
                <a:lnTo>
                  <a:pt x="9209" y="9365"/>
                </a:lnTo>
                <a:lnTo>
                  <a:pt x="9667" y="8871"/>
                </a:lnTo>
                <a:cubicBezTo>
                  <a:pt x="9728" y="8815"/>
                  <a:pt x="9775" y="8753"/>
                  <a:pt x="9802" y="8683"/>
                </a:cubicBezTo>
                <a:cubicBezTo>
                  <a:pt x="9831" y="8612"/>
                  <a:pt x="9858" y="8560"/>
                  <a:pt x="9890" y="8521"/>
                </a:cubicBezTo>
                <a:cubicBezTo>
                  <a:pt x="9922" y="8501"/>
                  <a:pt x="9951" y="8460"/>
                  <a:pt x="9983" y="8380"/>
                </a:cubicBezTo>
                <a:lnTo>
                  <a:pt x="10008" y="8380"/>
                </a:lnTo>
                <a:lnTo>
                  <a:pt x="10008" y="8607"/>
                </a:lnTo>
                <a:cubicBezTo>
                  <a:pt x="10008" y="8680"/>
                  <a:pt x="10003" y="8756"/>
                  <a:pt x="9995" y="8839"/>
                </a:cubicBezTo>
                <a:cubicBezTo>
                  <a:pt x="9988" y="8918"/>
                  <a:pt x="9983" y="9003"/>
                  <a:pt x="9983" y="9100"/>
                </a:cubicBezTo>
                <a:lnTo>
                  <a:pt x="9983" y="13078"/>
                </a:lnTo>
                <a:lnTo>
                  <a:pt x="8355" y="13078"/>
                </a:lnTo>
                <a:lnTo>
                  <a:pt x="8355" y="14890"/>
                </a:lnTo>
                <a:lnTo>
                  <a:pt x="13489" y="14890"/>
                </a:lnTo>
                <a:lnTo>
                  <a:pt x="13489" y="1307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9" name="AutoShape 85"/>
          <p:cNvSpPr>
            <a:spLocks/>
          </p:cNvSpPr>
          <p:nvPr/>
        </p:nvSpPr>
        <p:spPr bwMode="auto">
          <a:xfrm>
            <a:off x="16229013"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0218"/>
                </a:moveTo>
                <a:cubicBezTo>
                  <a:pt x="21518" y="10382"/>
                  <a:pt x="21599" y="10574"/>
                  <a:pt x="21599" y="10800"/>
                </a:cubicBezTo>
                <a:cubicBezTo>
                  <a:pt x="21599" y="11023"/>
                  <a:pt x="21518" y="11217"/>
                  <a:pt x="21357" y="11381"/>
                </a:cubicBezTo>
                <a:lnTo>
                  <a:pt x="17895" y="14840"/>
                </a:lnTo>
                <a:cubicBezTo>
                  <a:pt x="17649" y="15086"/>
                  <a:pt x="17448" y="15173"/>
                  <a:pt x="17285" y="15103"/>
                </a:cubicBezTo>
                <a:cubicBezTo>
                  <a:pt x="17121" y="15038"/>
                  <a:pt x="17042" y="14829"/>
                  <a:pt x="17042" y="14476"/>
                </a:cubicBezTo>
                <a:lnTo>
                  <a:pt x="17042" y="12095"/>
                </a:lnTo>
                <a:lnTo>
                  <a:pt x="12159" y="12095"/>
                </a:lnTo>
                <a:lnTo>
                  <a:pt x="12159" y="17031"/>
                </a:lnTo>
                <a:lnTo>
                  <a:pt x="14483" y="17031"/>
                </a:lnTo>
                <a:cubicBezTo>
                  <a:pt x="14836" y="17031"/>
                  <a:pt x="15048" y="17113"/>
                  <a:pt x="15121" y="17280"/>
                </a:cubicBezTo>
                <a:cubicBezTo>
                  <a:pt x="15192" y="17449"/>
                  <a:pt x="15102" y="17647"/>
                  <a:pt x="14850" y="17884"/>
                </a:cubicBezTo>
                <a:lnTo>
                  <a:pt x="11388" y="21340"/>
                </a:lnTo>
                <a:cubicBezTo>
                  <a:pt x="11225" y="21504"/>
                  <a:pt x="11032" y="21588"/>
                  <a:pt x="10807" y="21600"/>
                </a:cubicBezTo>
                <a:cubicBezTo>
                  <a:pt x="10581" y="21600"/>
                  <a:pt x="10389" y="21512"/>
                  <a:pt x="10225" y="21340"/>
                </a:cubicBezTo>
                <a:lnTo>
                  <a:pt x="6763" y="17884"/>
                </a:lnTo>
                <a:cubicBezTo>
                  <a:pt x="6520" y="17638"/>
                  <a:pt x="6430" y="17438"/>
                  <a:pt x="6492" y="17274"/>
                </a:cubicBezTo>
                <a:cubicBezTo>
                  <a:pt x="6554" y="17110"/>
                  <a:pt x="6763" y="17031"/>
                  <a:pt x="7116" y="17031"/>
                </a:cubicBezTo>
                <a:lnTo>
                  <a:pt x="9440" y="17031"/>
                </a:lnTo>
                <a:lnTo>
                  <a:pt x="9440" y="12096"/>
                </a:lnTo>
                <a:lnTo>
                  <a:pt x="4571" y="12096"/>
                </a:lnTo>
                <a:lnTo>
                  <a:pt x="4571" y="14476"/>
                </a:lnTo>
                <a:cubicBezTo>
                  <a:pt x="4571" y="14829"/>
                  <a:pt x="4489" y="15038"/>
                  <a:pt x="4320" y="15103"/>
                </a:cubicBezTo>
                <a:cubicBezTo>
                  <a:pt x="4153" y="15173"/>
                  <a:pt x="3950" y="15086"/>
                  <a:pt x="3704" y="14840"/>
                </a:cubicBezTo>
                <a:lnTo>
                  <a:pt x="242" y="11381"/>
                </a:lnTo>
                <a:cubicBezTo>
                  <a:pt x="81" y="11217"/>
                  <a:pt x="0" y="11023"/>
                  <a:pt x="0" y="10800"/>
                </a:cubicBezTo>
                <a:cubicBezTo>
                  <a:pt x="0" y="10574"/>
                  <a:pt x="81" y="10382"/>
                  <a:pt x="242" y="10218"/>
                </a:cubicBezTo>
                <a:lnTo>
                  <a:pt x="3704" y="6756"/>
                </a:lnTo>
                <a:cubicBezTo>
                  <a:pt x="3950" y="6513"/>
                  <a:pt x="4153" y="6426"/>
                  <a:pt x="4320" y="6494"/>
                </a:cubicBezTo>
                <a:cubicBezTo>
                  <a:pt x="4489" y="6561"/>
                  <a:pt x="4571" y="6770"/>
                  <a:pt x="4571" y="7120"/>
                </a:cubicBezTo>
                <a:lnTo>
                  <a:pt x="4571" y="9422"/>
                </a:lnTo>
                <a:lnTo>
                  <a:pt x="9440" y="9422"/>
                </a:lnTo>
                <a:lnTo>
                  <a:pt x="9440" y="4568"/>
                </a:lnTo>
                <a:lnTo>
                  <a:pt x="7116" y="4568"/>
                </a:lnTo>
                <a:cubicBezTo>
                  <a:pt x="6783" y="4568"/>
                  <a:pt x="6582" y="4486"/>
                  <a:pt x="6506" y="4317"/>
                </a:cubicBezTo>
                <a:cubicBezTo>
                  <a:pt x="6435" y="4153"/>
                  <a:pt x="6520" y="3950"/>
                  <a:pt x="6763" y="3715"/>
                </a:cubicBezTo>
                <a:lnTo>
                  <a:pt x="10225" y="256"/>
                </a:lnTo>
                <a:cubicBezTo>
                  <a:pt x="10389" y="93"/>
                  <a:pt x="10581" y="8"/>
                  <a:pt x="10807" y="0"/>
                </a:cubicBezTo>
                <a:cubicBezTo>
                  <a:pt x="11032" y="0"/>
                  <a:pt x="11225" y="84"/>
                  <a:pt x="11388" y="256"/>
                </a:cubicBezTo>
                <a:lnTo>
                  <a:pt x="14850" y="3715"/>
                </a:lnTo>
                <a:cubicBezTo>
                  <a:pt x="15093" y="3958"/>
                  <a:pt x="15181" y="4161"/>
                  <a:pt x="15113" y="4325"/>
                </a:cubicBezTo>
                <a:cubicBezTo>
                  <a:pt x="15048" y="4486"/>
                  <a:pt x="14836" y="4568"/>
                  <a:pt x="14483" y="4568"/>
                </a:cubicBezTo>
                <a:lnTo>
                  <a:pt x="12159" y="4568"/>
                </a:lnTo>
                <a:lnTo>
                  <a:pt x="12159" y="9422"/>
                </a:lnTo>
                <a:lnTo>
                  <a:pt x="17042" y="9422"/>
                </a:lnTo>
                <a:lnTo>
                  <a:pt x="17042" y="7120"/>
                </a:lnTo>
                <a:cubicBezTo>
                  <a:pt x="17042" y="6770"/>
                  <a:pt x="17121" y="6561"/>
                  <a:pt x="17285" y="6494"/>
                </a:cubicBezTo>
                <a:cubicBezTo>
                  <a:pt x="17448" y="6426"/>
                  <a:pt x="17649" y="6513"/>
                  <a:pt x="17895" y="6756"/>
                </a:cubicBezTo>
                <a:lnTo>
                  <a:pt x="21357" y="1021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0" name="AutoShape 86"/>
          <p:cNvSpPr>
            <a:spLocks/>
          </p:cNvSpPr>
          <p:nvPr/>
        </p:nvSpPr>
        <p:spPr bwMode="auto">
          <a:xfrm>
            <a:off x="18356263"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412" y="0"/>
                </a:moveTo>
                <a:cubicBezTo>
                  <a:pt x="20751" y="0"/>
                  <a:pt x="21033" y="104"/>
                  <a:pt x="21260" y="316"/>
                </a:cubicBezTo>
                <a:cubicBezTo>
                  <a:pt x="21487" y="530"/>
                  <a:pt x="21599" y="790"/>
                  <a:pt x="21599" y="1109"/>
                </a:cubicBezTo>
                <a:lnTo>
                  <a:pt x="21599" y="15003"/>
                </a:lnTo>
                <a:cubicBezTo>
                  <a:pt x="21599" y="15537"/>
                  <a:pt x="21466" y="16008"/>
                  <a:pt x="21203" y="16415"/>
                </a:cubicBezTo>
                <a:cubicBezTo>
                  <a:pt x="20936" y="16827"/>
                  <a:pt x="20582" y="17169"/>
                  <a:pt x="20143" y="17446"/>
                </a:cubicBezTo>
                <a:cubicBezTo>
                  <a:pt x="19700" y="17719"/>
                  <a:pt x="19219" y="17931"/>
                  <a:pt x="18701" y="18078"/>
                </a:cubicBezTo>
                <a:cubicBezTo>
                  <a:pt x="18177" y="18228"/>
                  <a:pt x="17668" y="18301"/>
                  <a:pt x="17174" y="18301"/>
                </a:cubicBezTo>
                <a:cubicBezTo>
                  <a:pt x="16686" y="18301"/>
                  <a:pt x="16172" y="18228"/>
                  <a:pt x="15644" y="18078"/>
                </a:cubicBezTo>
                <a:cubicBezTo>
                  <a:pt x="15117" y="17931"/>
                  <a:pt x="14642" y="17719"/>
                  <a:pt x="14215" y="17446"/>
                </a:cubicBezTo>
                <a:cubicBezTo>
                  <a:pt x="13788" y="17169"/>
                  <a:pt x="13445" y="16830"/>
                  <a:pt x="13179" y="16423"/>
                </a:cubicBezTo>
                <a:cubicBezTo>
                  <a:pt x="12912" y="16019"/>
                  <a:pt x="12779" y="15545"/>
                  <a:pt x="12779" y="15003"/>
                </a:cubicBezTo>
                <a:cubicBezTo>
                  <a:pt x="12779" y="14492"/>
                  <a:pt x="12912" y="14029"/>
                  <a:pt x="13179" y="13611"/>
                </a:cubicBezTo>
                <a:cubicBezTo>
                  <a:pt x="13445" y="13198"/>
                  <a:pt x="13788" y="12851"/>
                  <a:pt x="14215" y="12572"/>
                </a:cubicBezTo>
                <a:cubicBezTo>
                  <a:pt x="14642" y="12295"/>
                  <a:pt x="15117" y="12080"/>
                  <a:pt x="15644" y="11936"/>
                </a:cubicBezTo>
                <a:cubicBezTo>
                  <a:pt x="16172" y="11792"/>
                  <a:pt x="16686" y="11719"/>
                  <a:pt x="17174" y="11719"/>
                </a:cubicBezTo>
                <a:cubicBezTo>
                  <a:pt x="17441" y="11719"/>
                  <a:pt x="17692" y="11736"/>
                  <a:pt x="17940" y="11775"/>
                </a:cubicBezTo>
                <a:cubicBezTo>
                  <a:pt x="18183" y="11812"/>
                  <a:pt x="18422" y="11854"/>
                  <a:pt x="18652" y="11908"/>
                </a:cubicBezTo>
                <a:lnTo>
                  <a:pt x="18652" y="4648"/>
                </a:lnTo>
                <a:lnTo>
                  <a:pt x="8823" y="7285"/>
                </a:lnTo>
                <a:lnTo>
                  <a:pt x="8823" y="18301"/>
                </a:lnTo>
                <a:cubicBezTo>
                  <a:pt x="8823" y="18835"/>
                  <a:pt x="8690" y="19307"/>
                  <a:pt x="8423" y="19716"/>
                </a:cubicBezTo>
                <a:cubicBezTo>
                  <a:pt x="8157" y="20125"/>
                  <a:pt x="7811" y="20467"/>
                  <a:pt x="7384" y="20744"/>
                </a:cubicBezTo>
                <a:cubicBezTo>
                  <a:pt x="6960" y="21018"/>
                  <a:pt x="6485" y="21230"/>
                  <a:pt x="5955" y="21376"/>
                </a:cubicBezTo>
                <a:cubicBezTo>
                  <a:pt x="5428" y="21526"/>
                  <a:pt x="4919" y="21600"/>
                  <a:pt x="4425" y="21600"/>
                </a:cubicBezTo>
                <a:cubicBezTo>
                  <a:pt x="3913" y="21600"/>
                  <a:pt x="3398" y="21526"/>
                  <a:pt x="2880" y="21376"/>
                </a:cubicBezTo>
                <a:cubicBezTo>
                  <a:pt x="2362" y="21230"/>
                  <a:pt x="1887" y="21018"/>
                  <a:pt x="1450" y="20744"/>
                </a:cubicBezTo>
                <a:cubicBezTo>
                  <a:pt x="1014" y="20467"/>
                  <a:pt x="666" y="20125"/>
                  <a:pt x="399" y="19716"/>
                </a:cubicBezTo>
                <a:cubicBezTo>
                  <a:pt x="133" y="19307"/>
                  <a:pt x="0" y="18835"/>
                  <a:pt x="0" y="18301"/>
                </a:cubicBezTo>
                <a:cubicBezTo>
                  <a:pt x="0" y="17790"/>
                  <a:pt x="133" y="17327"/>
                  <a:pt x="399" y="16909"/>
                </a:cubicBezTo>
                <a:cubicBezTo>
                  <a:pt x="666" y="16497"/>
                  <a:pt x="1014" y="16149"/>
                  <a:pt x="1450" y="15870"/>
                </a:cubicBezTo>
                <a:cubicBezTo>
                  <a:pt x="1887" y="15590"/>
                  <a:pt x="2362" y="15376"/>
                  <a:pt x="2880" y="15229"/>
                </a:cubicBezTo>
                <a:cubicBezTo>
                  <a:pt x="3398" y="15079"/>
                  <a:pt x="3913" y="15003"/>
                  <a:pt x="4425" y="15003"/>
                </a:cubicBezTo>
                <a:cubicBezTo>
                  <a:pt x="4667" y="15003"/>
                  <a:pt x="4913" y="15023"/>
                  <a:pt x="5158" y="15059"/>
                </a:cubicBezTo>
                <a:cubicBezTo>
                  <a:pt x="5403" y="15096"/>
                  <a:pt x="5649" y="15144"/>
                  <a:pt x="5888" y="15209"/>
                </a:cubicBezTo>
                <a:lnTo>
                  <a:pt x="5888" y="4676"/>
                </a:lnTo>
                <a:cubicBezTo>
                  <a:pt x="5888" y="4433"/>
                  <a:pt x="5967" y="4216"/>
                  <a:pt x="6121" y="4029"/>
                </a:cubicBezTo>
                <a:cubicBezTo>
                  <a:pt x="6276" y="3837"/>
                  <a:pt x="6482" y="3707"/>
                  <a:pt x="6745" y="3634"/>
                </a:cubicBezTo>
                <a:cubicBezTo>
                  <a:pt x="6966" y="3583"/>
                  <a:pt x="7445" y="3453"/>
                  <a:pt x="8187" y="3241"/>
                </a:cubicBezTo>
                <a:cubicBezTo>
                  <a:pt x="8926" y="3035"/>
                  <a:pt x="9786" y="2798"/>
                  <a:pt x="10771" y="2533"/>
                </a:cubicBezTo>
                <a:cubicBezTo>
                  <a:pt x="11755" y="2267"/>
                  <a:pt x="12791" y="1985"/>
                  <a:pt x="13888" y="1688"/>
                </a:cubicBezTo>
                <a:cubicBezTo>
                  <a:pt x="14984" y="1392"/>
                  <a:pt x="16005" y="1118"/>
                  <a:pt x="16947" y="872"/>
                </a:cubicBezTo>
                <a:cubicBezTo>
                  <a:pt x="17892" y="624"/>
                  <a:pt x="18683" y="415"/>
                  <a:pt x="19328" y="248"/>
                </a:cubicBezTo>
                <a:cubicBezTo>
                  <a:pt x="19976" y="81"/>
                  <a:pt x="20336" y="0"/>
                  <a:pt x="20412"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1" name="AutoShape 87"/>
          <p:cNvSpPr>
            <a:spLocks/>
          </p:cNvSpPr>
          <p:nvPr/>
        </p:nvSpPr>
        <p:spPr bwMode="auto">
          <a:xfrm>
            <a:off x="20661313" y="74676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299" y="20255"/>
                  <a:pt x="14984" y="20793"/>
                </a:cubicBezTo>
                <a:cubicBezTo>
                  <a:pt x="13669" y="21332"/>
                  <a:pt x="12269" y="21600"/>
                  <a:pt x="10775" y="21600"/>
                </a:cubicBezTo>
                <a:cubicBezTo>
                  <a:pt x="9287" y="21600"/>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2" name="AutoShape 88"/>
          <p:cNvSpPr>
            <a:spLocks/>
          </p:cNvSpPr>
          <p:nvPr/>
        </p:nvSpPr>
        <p:spPr bwMode="auto">
          <a:xfrm>
            <a:off x="777875" y="12158663"/>
            <a:ext cx="825500" cy="825500"/>
          </a:xfrm>
          <a:custGeom>
            <a:avLst/>
            <a:gdLst>
              <a:gd name="T0" fmla="*/ 412731 w 21597"/>
              <a:gd name="T1" fmla="*/ 412750 h 21600"/>
              <a:gd name="T2" fmla="*/ 412731 w 21597"/>
              <a:gd name="T3" fmla="*/ 412750 h 21600"/>
              <a:gd name="T4" fmla="*/ 412731 w 21597"/>
              <a:gd name="T5" fmla="*/ 412750 h 21600"/>
              <a:gd name="T6" fmla="*/ 412731 w 21597"/>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600">
                <a:moveTo>
                  <a:pt x="3919" y="21599"/>
                </a:moveTo>
                <a:cubicBezTo>
                  <a:pt x="3385" y="21599"/>
                  <a:pt x="2878" y="21485"/>
                  <a:pt x="2408" y="21256"/>
                </a:cubicBezTo>
                <a:cubicBezTo>
                  <a:pt x="1933" y="21027"/>
                  <a:pt x="1519" y="20715"/>
                  <a:pt x="1164" y="20319"/>
                </a:cubicBezTo>
                <a:cubicBezTo>
                  <a:pt x="801" y="19928"/>
                  <a:pt x="520" y="19470"/>
                  <a:pt x="312" y="18947"/>
                </a:cubicBezTo>
                <a:cubicBezTo>
                  <a:pt x="101" y="18430"/>
                  <a:pt x="0" y="17872"/>
                  <a:pt x="0" y="17281"/>
                </a:cubicBezTo>
                <a:lnTo>
                  <a:pt x="0" y="4318"/>
                </a:lnTo>
                <a:cubicBezTo>
                  <a:pt x="0" y="3727"/>
                  <a:pt x="101" y="3169"/>
                  <a:pt x="312" y="2652"/>
                </a:cubicBezTo>
                <a:cubicBezTo>
                  <a:pt x="520" y="2129"/>
                  <a:pt x="803" y="1674"/>
                  <a:pt x="1164" y="1280"/>
                </a:cubicBezTo>
                <a:cubicBezTo>
                  <a:pt x="1519" y="887"/>
                  <a:pt x="1933" y="575"/>
                  <a:pt x="2408" y="343"/>
                </a:cubicBezTo>
                <a:cubicBezTo>
                  <a:pt x="2881" y="114"/>
                  <a:pt x="3385" y="0"/>
                  <a:pt x="3919" y="0"/>
                </a:cubicBezTo>
                <a:lnTo>
                  <a:pt x="9813" y="0"/>
                </a:lnTo>
                <a:lnTo>
                  <a:pt x="9813" y="2714"/>
                </a:lnTo>
                <a:lnTo>
                  <a:pt x="3919" y="2714"/>
                </a:lnTo>
                <a:cubicBezTo>
                  <a:pt x="3522" y="2714"/>
                  <a:pt x="3177" y="2872"/>
                  <a:pt x="2891" y="3184"/>
                </a:cubicBezTo>
                <a:cubicBezTo>
                  <a:pt x="2608" y="3501"/>
                  <a:pt x="2464" y="3877"/>
                  <a:pt x="2464" y="4318"/>
                </a:cubicBezTo>
                <a:lnTo>
                  <a:pt x="2464" y="17281"/>
                </a:lnTo>
                <a:cubicBezTo>
                  <a:pt x="2464" y="17725"/>
                  <a:pt x="2608" y="18101"/>
                  <a:pt x="2891" y="18415"/>
                </a:cubicBezTo>
                <a:cubicBezTo>
                  <a:pt x="3174" y="18729"/>
                  <a:pt x="3519" y="18885"/>
                  <a:pt x="3919" y="18885"/>
                </a:cubicBezTo>
                <a:lnTo>
                  <a:pt x="9813" y="18885"/>
                </a:lnTo>
                <a:lnTo>
                  <a:pt x="9813" y="21600"/>
                </a:lnTo>
                <a:lnTo>
                  <a:pt x="3919" y="21600"/>
                </a:lnTo>
                <a:lnTo>
                  <a:pt x="3919" y="21599"/>
                </a:lnTo>
                <a:close/>
                <a:moveTo>
                  <a:pt x="21359" y="10199"/>
                </a:moveTo>
                <a:cubicBezTo>
                  <a:pt x="21514" y="10369"/>
                  <a:pt x="21591" y="10572"/>
                  <a:pt x="21597" y="10819"/>
                </a:cubicBezTo>
                <a:cubicBezTo>
                  <a:pt x="21600" y="11059"/>
                  <a:pt x="21522" y="11256"/>
                  <a:pt x="21359" y="11406"/>
                </a:cubicBezTo>
                <a:lnTo>
                  <a:pt x="14294" y="19185"/>
                </a:lnTo>
                <a:cubicBezTo>
                  <a:pt x="14136" y="19352"/>
                  <a:pt x="13954" y="19437"/>
                  <a:pt x="13741" y="19437"/>
                </a:cubicBezTo>
                <a:cubicBezTo>
                  <a:pt x="13658" y="19437"/>
                  <a:pt x="13565" y="19420"/>
                  <a:pt x="13460" y="19382"/>
                </a:cubicBezTo>
                <a:cubicBezTo>
                  <a:pt x="13129" y="19232"/>
                  <a:pt x="12961" y="18964"/>
                  <a:pt x="12961" y="18583"/>
                </a:cubicBezTo>
                <a:lnTo>
                  <a:pt x="12961" y="14488"/>
                </a:lnTo>
                <a:lnTo>
                  <a:pt x="7490" y="14488"/>
                </a:lnTo>
                <a:cubicBezTo>
                  <a:pt x="7209" y="14488"/>
                  <a:pt x="6974" y="14382"/>
                  <a:pt x="6779" y="14173"/>
                </a:cubicBezTo>
                <a:cubicBezTo>
                  <a:pt x="6590" y="13959"/>
                  <a:pt x="6494" y="13697"/>
                  <a:pt x="6494" y="13389"/>
                </a:cubicBezTo>
                <a:lnTo>
                  <a:pt x="6494" y="8216"/>
                </a:lnTo>
                <a:cubicBezTo>
                  <a:pt x="6494" y="7910"/>
                  <a:pt x="6590" y="7655"/>
                  <a:pt x="6779" y="7446"/>
                </a:cubicBezTo>
                <a:cubicBezTo>
                  <a:pt x="6972" y="7246"/>
                  <a:pt x="7207" y="7147"/>
                  <a:pt x="7490" y="7147"/>
                </a:cubicBezTo>
                <a:lnTo>
                  <a:pt x="12961" y="7147"/>
                </a:lnTo>
                <a:lnTo>
                  <a:pt x="12961" y="3028"/>
                </a:lnTo>
                <a:cubicBezTo>
                  <a:pt x="12961" y="2643"/>
                  <a:pt x="13127" y="2376"/>
                  <a:pt x="13460" y="2223"/>
                </a:cubicBezTo>
                <a:cubicBezTo>
                  <a:pt x="13794" y="2091"/>
                  <a:pt x="14072" y="2162"/>
                  <a:pt x="14294" y="2423"/>
                </a:cubicBezTo>
                <a:lnTo>
                  <a:pt x="21359" y="1019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3" name="AutoShape 89"/>
          <p:cNvSpPr>
            <a:spLocks/>
          </p:cNvSpPr>
          <p:nvPr/>
        </p:nvSpPr>
        <p:spPr bwMode="auto">
          <a:xfrm>
            <a:off x="2889250" y="121316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4" name="AutoShape 90"/>
          <p:cNvSpPr>
            <a:spLocks/>
          </p:cNvSpPr>
          <p:nvPr/>
        </p:nvSpPr>
        <p:spPr bwMode="auto">
          <a:xfrm>
            <a:off x="5103813" y="1215866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2" y="9366"/>
                </a:moveTo>
                <a:cubicBezTo>
                  <a:pt x="969" y="9366"/>
                  <a:pt x="657" y="9262"/>
                  <a:pt x="392" y="9056"/>
                </a:cubicBezTo>
                <a:cubicBezTo>
                  <a:pt x="132" y="8850"/>
                  <a:pt x="0" y="8601"/>
                  <a:pt x="0" y="8310"/>
                </a:cubicBezTo>
                <a:cubicBezTo>
                  <a:pt x="0" y="8014"/>
                  <a:pt x="135" y="7762"/>
                  <a:pt x="403" y="7556"/>
                </a:cubicBezTo>
                <a:lnTo>
                  <a:pt x="9819" y="307"/>
                </a:lnTo>
                <a:cubicBezTo>
                  <a:pt x="10087" y="101"/>
                  <a:pt x="10410" y="0"/>
                  <a:pt x="10789" y="0"/>
                </a:cubicBezTo>
                <a:cubicBezTo>
                  <a:pt x="11174" y="0"/>
                  <a:pt x="11501" y="101"/>
                  <a:pt x="11772" y="307"/>
                </a:cubicBezTo>
                <a:lnTo>
                  <a:pt x="21192" y="7556"/>
                </a:lnTo>
                <a:cubicBezTo>
                  <a:pt x="21460" y="7762"/>
                  <a:pt x="21596" y="8014"/>
                  <a:pt x="21596" y="8310"/>
                </a:cubicBezTo>
                <a:cubicBezTo>
                  <a:pt x="21596" y="8593"/>
                  <a:pt x="21464" y="8838"/>
                  <a:pt x="21199" y="9047"/>
                </a:cubicBezTo>
                <a:cubicBezTo>
                  <a:pt x="20939" y="9259"/>
                  <a:pt x="20612" y="9366"/>
                  <a:pt x="20223" y="9366"/>
                </a:cubicBezTo>
                <a:lnTo>
                  <a:pt x="1332" y="9366"/>
                </a:lnTo>
                <a:close/>
                <a:moveTo>
                  <a:pt x="20227" y="12233"/>
                </a:moveTo>
                <a:cubicBezTo>
                  <a:pt x="20612" y="12233"/>
                  <a:pt x="20939" y="12337"/>
                  <a:pt x="21203" y="12543"/>
                </a:cubicBezTo>
                <a:cubicBezTo>
                  <a:pt x="21467" y="12752"/>
                  <a:pt x="21599" y="12998"/>
                  <a:pt x="21599" y="13286"/>
                </a:cubicBezTo>
                <a:cubicBezTo>
                  <a:pt x="21599" y="13585"/>
                  <a:pt x="21464" y="13837"/>
                  <a:pt x="21196" y="14046"/>
                </a:cubicBezTo>
                <a:lnTo>
                  <a:pt x="11776" y="21289"/>
                </a:lnTo>
                <a:cubicBezTo>
                  <a:pt x="11508" y="21498"/>
                  <a:pt x="11181" y="21600"/>
                  <a:pt x="10792" y="21600"/>
                </a:cubicBezTo>
                <a:cubicBezTo>
                  <a:pt x="10403" y="21600"/>
                  <a:pt x="10084" y="21498"/>
                  <a:pt x="9823" y="21289"/>
                </a:cubicBezTo>
                <a:lnTo>
                  <a:pt x="407" y="14046"/>
                </a:lnTo>
                <a:cubicBezTo>
                  <a:pt x="139" y="13837"/>
                  <a:pt x="3" y="13585"/>
                  <a:pt x="3" y="13286"/>
                </a:cubicBezTo>
                <a:cubicBezTo>
                  <a:pt x="3" y="13006"/>
                  <a:pt x="135" y="12764"/>
                  <a:pt x="396" y="12549"/>
                </a:cubicBezTo>
                <a:cubicBezTo>
                  <a:pt x="660" y="12337"/>
                  <a:pt x="972" y="12233"/>
                  <a:pt x="1336" y="12233"/>
                </a:cubicBezTo>
                <a:lnTo>
                  <a:pt x="20227" y="1223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5" name="AutoShape 91"/>
          <p:cNvSpPr>
            <a:spLocks/>
          </p:cNvSpPr>
          <p:nvPr/>
        </p:nvSpPr>
        <p:spPr bwMode="auto">
          <a:xfrm>
            <a:off x="7319963" y="1215072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27" y="0"/>
                  <a:pt x="20942" y="234"/>
                  <a:pt x="21203" y="709"/>
                </a:cubicBezTo>
                <a:cubicBezTo>
                  <a:pt x="21467" y="1198"/>
                  <a:pt x="21599" y="1764"/>
                  <a:pt x="21599" y="2428"/>
                </a:cubicBezTo>
                <a:cubicBezTo>
                  <a:pt x="21599" y="3119"/>
                  <a:pt x="21464" y="3698"/>
                  <a:pt x="21196" y="4180"/>
                </a:cubicBezTo>
                <a:lnTo>
                  <a:pt x="11774" y="20883"/>
                </a:lnTo>
                <a:cubicBezTo>
                  <a:pt x="11506" y="21359"/>
                  <a:pt x="11179" y="21600"/>
                  <a:pt x="10790" y="21600"/>
                </a:cubicBezTo>
                <a:cubicBezTo>
                  <a:pt x="10379" y="21600"/>
                  <a:pt x="10071" y="21359"/>
                  <a:pt x="9858" y="20883"/>
                </a:cubicBezTo>
                <a:lnTo>
                  <a:pt x="403" y="4180"/>
                </a:lnTo>
                <a:cubicBezTo>
                  <a:pt x="135" y="3698"/>
                  <a:pt x="0" y="3119"/>
                  <a:pt x="0" y="2428"/>
                </a:cubicBezTo>
                <a:cubicBezTo>
                  <a:pt x="0" y="1784"/>
                  <a:pt x="132" y="1224"/>
                  <a:pt x="392" y="729"/>
                </a:cubicBezTo>
                <a:cubicBezTo>
                  <a:pt x="657" y="240"/>
                  <a:pt x="969" y="0"/>
                  <a:pt x="1336" y="0"/>
                </a:cubicBezTo>
                <a:lnTo>
                  <a:pt x="20263"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6" name="AutoShape 92"/>
          <p:cNvSpPr>
            <a:spLocks/>
          </p:cNvSpPr>
          <p:nvPr/>
        </p:nvSpPr>
        <p:spPr bwMode="auto">
          <a:xfrm>
            <a:off x="9520238" y="121824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7" name="AutoShape 93"/>
          <p:cNvSpPr>
            <a:spLocks/>
          </p:cNvSpPr>
          <p:nvPr/>
        </p:nvSpPr>
        <p:spPr bwMode="auto">
          <a:xfrm>
            <a:off x="11793538" y="12136438"/>
            <a:ext cx="825500" cy="825500"/>
          </a:xfrm>
          <a:custGeom>
            <a:avLst/>
            <a:gdLst>
              <a:gd name="T0" fmla="*/ 412731 w 21497"/>
              <a:gd name="T1" fmla="*/ 412750 h 21544"/>
              <a:gd name="T2" fmla="*/ 412731 w 21497"/>
              <a:gd name="T3" fmla="*/ 412750 h 21544"/>
              <a:gd name="T4" fmla="*/ 412731 w 21497"/>
              <a:gd name="T5" fmla="*/ 412750 h 21544"/>
              <a:gd name="T6" fmla="*/ 412731 w 21497"/>
              <a:gd name="T7" fmla="*/ 412750 h 215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7" h="21544">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89" y="0"/>
                  <a:pt x="11203" y="180"/>
                  <a:pt x="11382" y="551"/>
                </a:cubicBezTo>
                <a:lnTo>
                  <a:pt x="14293" y="6739"/>
                </a:lnTo>
                <a:lnTo>
                  <a:pt x="20779" y="7738"/>
                </a:lnTo>
                <a:cubicBezTo>
                  <a:pt x="21167" y="7789"/>
                  <a:pt x="21392" y="7941"/>
                  <a:pt x="21473" y="8189"/>
                </a:cubicBezTo>
                <a:cubicBezTo>
                  <a:pt x="21548" y="8437"/>
                  <a:pt x="21448" y="8710"/>
                  <a:pt x="21178" y="9006"/>
                </a:cubicBezTo>
                <a:lnTo>
                  <a:pt x="16473" y="13804"/>
                </a:lnTo>
                <a:lnTo>
                  <a:pt x="17574" y="20597"/>
                </a:lnTo>
                <a:cubicBezTo>
                  <a:pt x="17643" y="21005"/>
                  <a:pt x="17576" y="21281"/>
                  <a:pt x="17375" y="21442"/>
                </a:cubicBezTo>
                <a:cubicBezTo>
                  <a:pt x="17177" y="21599"/>
                  <a:pt x="16899" y="21574"/>
                  <a:pt x="16548" y="21369"/>
                </a:cubicBezTo>
                <a:lnTo>
                  <a:pt x="10753" y="18172"/>
                </a:lnTo>
                <a:lnTo>
                  <a:pt x="4947" y="21369"/>
                </a:lnTo>
                <a:cubicBezTo>
                  <a:pt x="4596" y="21574"/>
                  <a:pt x="4321" y="21599"/>
                  <a:pt x="4120" y="21442"/>
                </a:cubicBezTo>
                <a:cubicBezTo>
                  <a:pt x="3919" y="21281"/>
                  <a:pt x="3849" y="21002"/>
                  <a:pt x="3922" y="20597"/>
                </a:cubicBezTo>
                <a:lnTo>
                  <a:pt x="5022" y="13804"/>
                </a:lnTo>
                <a:lnTo>
                  <a:pt x="357" y="9006"/>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8" name="AutoShape 94"/>
          <p:cNvSpPr>
            <a:spLocks/>
          </p:cNvSpPr>
          <p:nvPr/>
        </p:nvSpPr>
        <p:spPr bwMode="auto">
          <a:xfrm>
            <a:off x="14047788" y="12136438"/>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0958" y="0"/>
                  <a:pt x="11088" y="62"/>
                  <a:pt x="11196" y="183"/>
                </a:cubicBezTo>
                <a:cubicBezTo>
                  <a:pt x="11303" y="304"/>
                  <a:pt x="11381" y="426"/>
                  <a:pt x="11435" y="553"/>
                </a:cubicBezTo>
                <a:lnTo>
                  <a:pt x="14364" y="6759"/>
                </a:lnTo>
                <a:lnTo>
                  <a:pt x="20888" y="7759"/>
                </a:lnTo>
                <a:cubicBezTo>
                  <a:pt x="21045" y="7795"/>
                  <a:pt x="21198" y="7852"/>
                  <a:pt x="21360" y="7934"/>
                </a:cubicBezTo>
                <a:cubicBezTo>
                  <a:pt x="21519" y="8016"/>
                  <a:pt x="21599" y="8160"/>
                  <a:pt x="21599" y="8366"/>
                </a:cubicBezTo>
                <a:cubicBezTo>
                  <a:pt x="21599" y="8493"/>
                  <a:pt x="21567" y="8611"/>
                  <a:pt x="21508" y="8724"/>
                </a:cubicBezTo>
                <a:cubicBezTo>
                  <a:pt x="21449" y="8837"/>
                  <a:pt x="21376" y="8939"/>
                  <a:pt x="21290" y="9026"/>
                </a:cubicBezTo>
                <a:lnTo>
                  <a:pt x="16556" y="13840"/>
                </a:lnTo>
                <a:lnTo>
                  <a:pt x="17664" y="20654"/>
                </a:lnTo>
                <a:cubicBezTo>
                  <a:pt x="17664" y="20687"/>
                  <a:pt x="17669" y="20730"/>
                  <a:pt x="17677" y="20775"/>
                </a:cubicBezTo>
                <a:cubicBezTo>
                  <a:pt x="17688" y="20820"/>
                  <a:pt x="17691" y="20874"/>
                  <a:pt x="17691" y="20936"/>
                </a:cubicBezTo>
                <a:cubicBezTo>
                  <a:pt x="17691" y="21120"/>
                  <a:pt x="17653" y="21272"/>
                  <a:pt x="17575" y="21402"/>
                </a:cubicBezTo>
                <a:cubicBezTo>
                  <a:pt x="17499" y="21535"/>
                  <a:pt x="17359" y="21600"/>
                  <a:pt x="17163" y="21600"/>
                </a:cubicBezTo>
                <a:cubicBezTo>
                  <a:pt x="16966" y="21600"/>
                  <a:pt x="16788" y="21540"/>
                  <a:pt x="16635" y="21424"/>
                </a:cubicBezTo>
                <a:lnTo>
                  <a:pt x="10802" y="18220"/>
                </a:lnTo>
                <a:lnTo>
                  <a:pt x="4964" y="21424"/>
                </a:lnTo>
                <a:cubicBezTo>
                  <a:pt x="4808" y="21532"/>
                  <a:pt x="4641" y="21591"/>
                  <a:pt x="4461" y="21600"/>
                </a:cubicBezTo>
                <a:cubicBezTo>
                  <a:pt x="4261" y="21600"/>
                  <a:pt x="4121" y="21535"/>
                  <a:pt x="4035" y="21402"/>
                </a:cubicBezTo>
                <a:cubicBezTo>
                  <a:pt x="3949" y="21272"/>
                  <a:pt x="3906" y="21119"/>
                  <a:pt x="3906" y="20936"/>
                </a:cubicBezTo>
                <a:cubicBezTo>
                  <a:pt x="3906" y="20885"/>
                  <a:pt x="3908" y="20831"/>
                  <a:pt x="3919" y="20781"/>
                </a:cubicBezTo>
                <a:cubicBezTo>
                  <a:pt x="3927" y="20733"/>
                  <a:pt x="3933" y="20688"/>
                  <a:pt x="3933" y="20654"/>
                </a:cubicBezTo>
                <a:lnTo>
                  <a:pt x="5040" y="13840"/>
                </a:lnTo>
                <a:lnTo>
                  <a:pt x="347" y="9026"/>
                </a:lnTo>
                <a:cubicBezTo>
                  <a:pt x="261" y="8939"/>
                  <a:pt x="180" y="8837"/>
                  <a:pt x="107" y="8724"/>
                </a:cubicBezTo>
                <a:cubicBezTo>
                  <a:pt x="35" y="8611"/>
                  <a:pt x="0" y="8493"/>
                  <a:pt x="0" y="8366"/>
                </a:cubicBezTo>
                <a:cubicBezTo>
                  <a:pt x="0" y="8160"/>
                  <a:pt x="78" y="8016"/>
                  <a:pt x="237" y="7934"/>
                </a:cubicBezTo>
                <a:cubicBezTo>
                  <a:pt x="398" y="7852"/>
                  <a:pt x="552" y="7795"/>
                  <a:pt x="708" y="7759"/>
                </a:cubicBezTo>
                <a:lnTo>
                  <a:pt x="7235" y="6759"/>
                </a:lnTo>
                <a:lnTo>
                  <a:pt x="10161" y="553"/>
                </a:lnTo>
                <a:cubicBezTo>
                  <a:pt x="10215" y="426"/>
                  <a:pt x="10301" y="304"/>
                  <a:pt x="10420" y="183"/>
                </a:cubicBezTo>
                <a:cubicBezTo>
                  <a:pt x="10538" y="62"/>
                  <a:pt x="10668" y="0"/>
                  <a:pt x="10800" y="0"/>
                </a:cubicBezTo>
                <a:moveTo>
                  <a:pt x="8612" y="8719"/>
                </a:moveTo>
                <a:lnTo>
                  <a:pt x="3725" y="9475"/>
                </a:lnTo>
                <a:lnTo>
                  <a:pt x="7260" y="13098"/>
                </a:lnTo>
                <a:lnTo>
                  <a:pt x="6422" y="18192"/>
                </a:lnTo>
                <a:lnTo>
                  <a:pt x="10802" y="15786"/>
                </a:lnTo>
                <a:lnTo>
                  <a:pt x="15191" y="18192"/>
                </a:lnTo>
                <a:lnTo>
                  <a:pt x="14342" y="13098"/>
                </a:lnTo>
                <a:lnTo>
                  <a:pt x="17876" y="9475"/>
                </a:lnTo>
                <a:lnTo>
                  <a:pt x="13000" y="8719"/>
                </a:lnTo>
                <a:lnTo>
                  <a:pt x="10805" y="4068"/>
                </a:lnTo>
                <a:lnTo>
                  <a:pt x="8612" y="871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9" name="AutoShape 95"/>
          <p:cNvSpPr>
            <a:spLocks/>
          </p:cNvSpPr>
          <p:nvPr/>
        </p:nvSpPr>
        <p:spPr bwMode="auto">
          <a:xfrm>
            <a:off x="16225838" y="12139613"/>
            <a:ext cx="500062" cy="952500"/>
          </a:xfrm>
          <a:custGeom>
            <a:avLst/>
            <a:gdLst>
              <a:gd name="T0" fmla="*/ 250031 w 21492"/>
              <a:gd name="T1" fmla="*/ 476228 h 21545"/>
              <a:gd name="T2" fmla="*/ 250031 w 21492"/>
              <a:gd name="T3" fmla="*/ 476228 h 21545"/>
              <a:gd name="T4" fmla="*/ 250031 w 21492"/>
              <a:gd name="T5" fmla="*/ 476228 h 21545"/>
              <a:gd name="T6" fmla="*/ 250031 w 21492"/>
              <a:gd name="T7" fmla="*/ 476228 h 215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2" h="21545">
                <a:moveTo>
                  <a:pt x="21491" y="18170"/>
                </a:moveTo>
                <a:lnTo>
                  <a:pt x="9883" y="21363"/>
                </a:lnTo>
                <a:cubicBezTo>
                  <a:pt x="9182" y="21571"/>
                  <a:pt x="8636" y="21599"/>
                  <a:pt x="8230" y="21450"/>
                </a:cubicBezTo>
                <a:cubicBezTo>
                  <a:pt x="7823" y="21301"/>
                  <a:pt x="7694" y="21019"/>
                  <a:pt x="7834" y="20594"/>
                </a:cubicBezTo>
                <a:lnTo>
                  <a:pt x="10039" y="13800"/>
                </a:lnTo>
                <a:lnTo>
                  <a:pt x="710" y="9002"/>
                </a:lnTo>
                <a:cubicBezTo>
                  <a:pt x="116" y="8706"/>
                  <a:pt x="-108" y="8436"/>
                  <a:pt x="47" y="8188"/>
                </a:cubicBezTo>
                <a:cubicBezTo>
                  <a:pt x="197" y="7940"/>
                  <a:pt x="662" y="7788"/>
                  <a:pt x="1433" y="7735"/>
                </a:cubicBezTo>
                <a:lnTo>
                  <a:pt x="14395" y="6738"/>
                </a:lnTo>
                <a:lnTo>
                  <a:pt x="20212" y="551"/>
                </a:lnTo>
                <a:cubicBezTo>
                  <a:pt x="20603" y="183"/>
                  <a:pt x="21031" y="0"/>
                  <a:pt x="21492" y="0"/>
                </a:cubicBezTo>
                <a:lnTo>
                  <a:pt x="21492" y="18170"/>
                </a:lnTo>
                <a:lnTo>
                  <a:pt x="21491" y="1817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0" name="AutoShape 96"/>
          <p:cNvSpPr>
            <a:spLocks/>
          </p:cNvSpPr>
          <p:nvPr/>
        </p:nvSpPr>
        <p:spPr bwMode="auto">
          <a:xfrm>
            <a:off x="18459450" y="12131675"/>
            <a:ext cx="825500" cy="825500"/>
          </a:xfrm>
          <a:custGeom>
            <a:avLst/>
            <a:gdLst>
              <a:gd name="T0" fmla="*/ 412731 w 21591"/>
              <a:gd name="T1" fmla="*/ 412750 h 21592"/>
              <a:gd name="T2" fmla="*/ 412731 w 21591"/>
              <a:gd name="T3" fmla="*/ 412750 h 21592"/>
              <a:gd name="T4" fmla="*/ 412731 w 21591"/>
              <a:gd name="T5" fmla="*/ 412750 h 21592"/>
              <a:gd name="T6" fmla="*/ 412731 w 21591"/>
              <a:gd name="T7" fmla="*/ 412750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599"/>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1" name="AutoShape 97"/>
          <p:cNvSpPr>
            <a:spLocks/>
          </p:cNvSpPr>
          <p:nvPr/>
        </p:nvSpPr>
        <p:spPr bwMode="auto">
          <a:xfrm>
            <a:off x="20605750" y="12139613"/>
            <a:ext cx="825500" cy="825500"/>
          </a:xfrm>
          <a:custGeom>
            <a:avLst/>
            <a:gdLst>
              <a:gd name="T0" fmla="*/ 412750 w 21600"/>
              <a:gd name="T1" fmla="*/ 412750 h 21592"/>
              <a:gd name="T2" fmla="*/ 412750 w 21600"/>
              <a:gd name="T3" fmla="*/ 412750 h 21592"/>
              <a:gd name="T4" fmla="*/ 412750 w 21600"/>
              <a:gd name="T5" fmla="*/ 412750 h 21592"/>
              <a:gd name="T6" fmla="*/ 412750 w 21600"/>
              <a:gd name="T7" fmla="*/ 412750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2" name="AutoShape 98"/>
          <p:cNvSpPr>
            <a:spLocks/>
          </p:cNvSpPr>
          <p:nvPr/>
        </p:nvSpPr>
        <p:spPr bwMode="auto">
          <a:xfrm>
            <a:off x="760413" y="29321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599" y="9091"/>
                  <a:pt x="21599" y="9218"/>
                </a:cubicBezTo>
                <a:lnTo>
                  <a:pt x="21599" y="12409"/>
                </a:lnTo>
                <a:cubicBezTo>
                  <a:pt x="21599"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9"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9"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2"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7"/>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3" name="AutoShape 99"/>
          <p:cNvSpPr>
            <a:spLocks/>
          </p:cNvSpPr>
          <p:nvPr/>
        </p:nvSpPr>
        <p:spPr bwMode="auto">
          <a:xfrm>
            <a:off x="2851150" y="2986088"/>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34" y="6152"/>
                </a:moveTo>
                <a:cubicBezTo>
                  <a:pt x="11406" y="6502"/>
                  <a:pt x="11552" y="6917"/>
                  <a:pt x="11672" y="7394"/>
                </a:cubicBezTo>
                <a:cubicBezTo>
                  <a:pt x="11747" y="7411"/>
                  <a:pt x="11886" y="7434"/>
                  <a:pt x="12088" y="7462"/>
                </a:cubicBezTo>
                <a:cubicBezTo>
                  <a:pt x="12291" y="7487"/>
                  <a:pt x="12500" y="7527"/>
                  <a:pt x="12714" y="7578"/>
                </a:cubicBezTo>
                <a:cubicBezTo>
                  <a:pt x="12928" y="7626"/>
                  <a:pt x="13119" y="7679"/>
                  <a:pt x="13289" y="7730"/>
                </a:cubicBezTo>
                <a:cubicBezTo>
                  <a:pt x="13458" y="7787"/>
                  <a:pt x="13543" y="7849"/>
                  <a:pt x="13543" y="7922"/>
                </a:cubicBezTo>
                <a:lnTo>
                  <a:pt x="13543" y="10328"/>
                </a:lnTo>
                <a:cubicBezTo>
                  <a:pt x="13543" y="10415"/>
                  <a:pt x="13458" y="10494"/>
                  <a:pt x="13289" y="10548"/>
                </a:cubicBezTo>
                <a:cubicBezTo>
                  <a:pt x="13119" y="10610"/>
                  <a:pt x="12928" y="10658"/>
                  <a:pt x="12714" y="10706"/>
                </a:cubicBezTo>
                <a:cubicBezTo>
                  <a:pt x="12500" y="10751"/>
                  <a:pt x="12288" y="10782"/>
                  <a:pt x="12076" y="10800"/>
                </a:cubicBezTo>
                <a:cubicBezTo>
                  <a:pt x="11867" y="10819"/>
                  <a:pt x="11730" y="10836"/>
                  <a:pt x="11672" y="10856"/>
                </a:cubicBezTo>
                <a:cubicBezTo>
                  <a:pt x="11566" y="11243"/>
                  <a:pt x="11429" y="11638"/>
                  <a:pt x="11255" y="12045"/>
                </a:cubicBezTo>
                <a:cubicBezTo>
                  <a:pt x="11429" y="12324"/>
                  <a:pt x="11594" y="12595"/>
                  <a:pt x="11756" y="12864"/>
                </a:cubicBezTo>
                <a:cubicBezTo>
                  <a:pt x="11919" y="13126"/>
                  <a:pt x="12100" y="13394"/>
                  <a:pt x="12302" y="13654"/>
                </a:cubicBezTo>
                <a:lnTo>
                  <a:pt x="12326" y="13787"/>
                </a:lnTo>
                <a:cubicBezTo>
                  <a:pt x="12326" y="13841"/>
                  <a:pt x="12248" y="13976"/>
                  <a:pt x="12095" y="14194"/>
                </a:cubicBezTo>
                <a:cubicBezTo>
                  <a:pt x="11940" y="14411"/>
                  <a:pt x="11761" y="14637"/>
                  <a:pt x="11559" y="14877"/>
                </a:cubicBezTo>
                <a:cubicBezTo>
                  <a:pt x="11356" y="15117"/>
                  <a:pt x="11166" y="15326"/>
                  <a:pt x="10991" y="15512"/>
                </a:cubicBezTo>
                <a:cubicBezTo>
                  <a:pt x="10812" y="15696"/>
                  <a:pt x="10702" y="15789"/>
                  <a:pt x="10657" y="15789"/>
                </a:cubicBezTo>
                <a:cubicBezTo>
                  <a:pt x="10643" y="15789"/>
                  <a:pt x="10565" y="15727"/>
                  <a:pt x="10426" y="15605"/>
                </a:cubicBezTo>
                <a:cubicBezTo>
                  <a:pt x="10288" y="15484"/>
                  <a:pt x="10135" y="15346"/>
                  <a:pt x="9965" y="15187"/>
                </a:cubicBezTo>
                <a:cubicBezTo>
                  <a:pt x="9796" y="15029"/>
                  <a:pt x="9638" y="14885"/>
                  <a:pt x="9492" y="14747"/>
                </a:cubicBezTo>
                <a:cubicBezTo>
                  <a:pt x="9344" y="14614"/>
                  <a:pt x="9250" y="14524"/>
                  <a:pt x="9205" y="14476"/>
                </a:cubicBezTo>
                <a:cubicBezTo>
                  <a:pt x="8866" y="14685"/>
                  <a:pt x="8536" y="14851"/>
                  <a:pt x="8212" y="14978"/>
                </a:cubicBezTo>
                <a:cubicBezTo>
                  <a:pt x="8212" y="15069"/>
                  <a:pt x="8200" y="15235"/>
                  <a:pt x="8179" y="15475"/>
                </a:cubicBezTo>
                <a:cubicBezTo>
                  <a:pt x="8155" y="15721"/>
                  <a:pt x="8127" y="15975"/>
                  <a:pt x="8089" y="16241"/>
                </a:cubicBezTo>
                <a:cubicBezTo>
                  <a:pt x="8052" y="16509"/>
                  <a:pt x="8004" y="16743"/>
                  <a:pt x="7948" y="16944"/>
                </a:cubicBezTo>
                <a:cubicBezTo>
                  <a:pt x="7892" y="17147"/>
                  <a:pt x="7833" y="17249"/>
                  <a:pt x="7774" y="17249"/>
                </a:cubicBezTo>
                <a:lnTo>
                  <a:pt x="5768" y="17249"/>
                </a:lnTo>
                <a:cubicBezTo>
                  <a:pt x="5707" y="17249"/>
                  <a:pt x="5651" y="17147"/>
                  <a:pt x="5594" y="16944"/>
                </a:cubicBezTo>
                <a:cubicBezTo>
                  <a:pt x="5538" y="16743"/>
                  <a:pt x="5493" y="16509"/>
                  <a:pt x="5462" y="16241"/>
                </a:cubicBezTo>
                <a:cubicBezTo>
                  <a:pt x="5434" y="15975"/>
                  <a:pt x="5406" y="15721"/>
                  <a:pt x="5385" y="15484"/>
                </a:cubicBezTo>
                <a:cubicBezTo>
                  <a:pt x="5361" y="15244"/>
                  <a:pt x="5352" y="15077"/>
                  <a:pt x="5352" y="14978"/>
                </a:cubicBezTo>
                <a:cubicBezTo>
                  <a:pt x="5013" y="14871"/>
                  <a:pt x="4681" y="14702"/>
                  <a:pt x="4359" y="14476"/>
                </a:cubicBezTo>
                <a:cubicBezTo>
                  <a:pt x="4126" y="14685"/>
                  <a:pt x="3895" y="14894"/>
                  <a:pt x="3667" y="15106"/>
                </a:cubicBezTo>
                <a:cubicBezTo>
                  <a:pt x="3438" y="15320"/>
                  <a:pt x="3212" y="15535"/>
                  <a:pt x="2996" y="15761"/>
                </a:cubicBezTo>
                <a:lnTo>
                  <a:pt x="2883" y="15789"/>
                </a:lnTo>
                <a:cubicBezTo>
                  <a:pt x="2855" y="15789"/>
                  <a:pt x="2751" y="15696"/>
                  <a:pt x="2572" y="15512"/>
                </a:cubicBezTo>
                <a:cubicBezTo>
                  <a:pt x="2396" y="15326"/>
                  <a:pt x="2212" y="15117"/>
                  <a:pt x="2021" y="14877"/>
                </a:cubicBezTo>
                <a:cubicBezTo>
                  <a:pt x="1828" y="14637"/>
                  <a:pt x="1657" y="14411"/>
                  <a:pt x="1504" y="14194"/>
                </a:cubicBezTo>
                <a:cubicBezTo>
                  <a:pt x="1348" y="13976"/>
                  <a:pt x="1273" y="13841"/>
                  <a:pt x="1273" y="13787"/>
                </a:cubicBezTo>
                <a:cubicBezTo>
                  <a:pt x="1273" y="13770"/>
                  <a:pt x="1320" y="13677"/>
                  <a:pt x="1419" y="13510"/>
                </a:cubicBezTo>
                <a:cubicBezTo>
                  <a:pt x="1515" y="13346"/>
                  <a:pt x="1628" y="13163"/>
                  <a:pt x="1751" y="12971"/>
                </a:cubicBezTo>
                <a:cubicBezTo>
                  <a:pt x="1875" y="12776"/>
                  <a:pt x="1991" y="12590"/>
                  <a:pt x="2099" y="12415"/>
                </a:cubicBezTo>
                <a:cubicBezTo>
                  <a:pt x="2210" y="12240"/>
                  <a:pt x="2278" y="12127"/>
                  <a:pt x="2308" y="12070"/>
                </a:cubicBezTo>
                <a:cubicBezTo>
                  <a:pt x="2134" y="11686"/>
                  <a:pt x="1988" y="11260"/>
                  <a:pt x="1868" y="10800"/>
                </a:cubicBezTo>
                <a:cubicBezTo>
                  <a:pt x="1793" y="10783"/>
                  <a:pt x="1654" y="10760"/>
                  <a:pt x="1452" y="10732"/>
                </a:cubicBezTo>
                <a:cubicBezTo>
                  <a:pt x="1249" y="10706"/>
                  <a:pt x="1042" y="10675"/>
                  <a:pt x="826" y="10639"/>
                </a:cubicBezTo>
                <a:cubicBezTo>
                  <a:pt x="611" y="10602"/>
                  <a:pt x="421" y="10554"/>
                  <a:pt x="251" y="10497"/>
                </a:cubicBezTo>
                <a:cubicBezTo>
                  <a:pt x="82" y="10438"/>
                  <a:pt x="0" y="10373"/>
                  <a:pt x="0" y="10300"/>
                </a:cubicBezTo>
                <a:lnTo>
                  <a:pt x="0" y="7869"/>
                </a:lnTo>
                <a:cubicBezTo>
                  <a:pt x="0" y="7798"/>
                  <a:pt x="82" y="7724"/>
                  <a:pt x="251" y="7660"/>
                </a:cubicBezTo>
                <a:cubicBezTo>
                  <a:pt x="421" y="7589"/>
                  <a:pt x="616" y="7538"/>
                  <a:pt x="837" y="7501"/>
                </a:cubicBezTo>
                <a:cubicBezTo>
                  <a:pt x="1059" y="7468"/>
                  <a:pt x="1273" y="7434"/>
                  <a:pt x="1475" y="7408"/>
                </a:cubicBezTo>
                <a:cubicBezTo>
                  <a:pt x="1678" y="7380"/>
                  <a:pt x="1817" y="7366"/>
                  <a:pt x="1892" y="7366"/>
                </a:cubicBezTo>
                <a:cubicBezTo>
                  <a:pt x="1981" y="6925"/>
                  <a:pt x="2120" y="6530"/>
                  <a:pt x="2308" y="6177"/>
                </a:cubicBezTo>
                <a:cubicBezTo>
                  <a:pt x="2134" y="5900"/>
                  <a:pt x="1965" y="5621"/>
                  <a:pt x="1795" y="5347"/>
                </a:cubicBezTo>
                <a:cubicBezTo>
                  <a:pt x="1628" y="5073"/>
                  <a:pt x="1452" y="4802"/>
                  <a:pt x="1273" y="4542"/>
                </a:cubicBezTo>
                <a:lnTo>
                  <a:pt x="1228" y="4407"/>
                </a:lnTo>
                <a:cubicBezTo>
                  <a:pt x="1228" y="4353"/>
                  <a:pt x="1303" y="4221"/>
                  <a:pt x="1456" y="4009"/>
                </a:cubicBezTo>
                <a:cubicBezTo>
                  <a:pt x="1612" y="3797"/>
                  <a:pt x="1788" y="3574"/>
                  <a:pt x="1986" y="3334"/>
                </a:cubicBezTo>
                <a:cubicBezTo>
                  <a:pt x="2186" y="3094"/>
                  <a:pt x="2374" y="2882"/>
                  <a:pt x="2551" y="2696"/>
                </a:cubicBezTo>
                <a:cubicBezTo>
                  <a:pt x="2727" y="2515"/>
                  <a:pt x="2838" y="2419"/>
                  <a:pt x="2883" y="2419"/>
                </a:cubicBezTo>
                <a:cubicBezTo>
                  <a:pt x="2899" y="2419"/>
                  <a:pt x="2975" y="2478"/>
                  <a:pt x="3113" y="2597"/>
                </a:cubicBezTo>
                <a:cubicBezTo>
                  <a:pt x="3252" y="2713"/>
                  <a:pt x="3408" y="2851"/>
                  <a:pt x="3577" y="3006"/>
                </a:cubicBezTo>
                <a:cubicBezTo>
                  <a:pt x="3744" y="3164"/>
                  <a:pt x="3907" y="3320"/>
                  <a:pt x="4060" y="3469"/>
                </a:cubicBezTo>
                <a:cubicBezTo>
                  <a:pt x="4215" y="3616"/>
                  <a:pt x="4307" y="3706"/>
                  <a:pt x="4335" y="3743"/>
                </a:cubicBezTo>
                <a:cubicBezTo>
                  <a:pt x="4660" y="3517"/>
                  <a:pt x="4999" y="3354"/>
                  <a:pt x="5352" y="3243"/>
                </a:cubicBezTo>
                <a:cubicBezTo>
                  <a:pt x="5352" y="3173"/>
                  <a:pt x="5361" y="3003"/>
                  <a:pt x="5385" y="2746"/>
                </a:cubicBezTo>
                <a:cubicBezTo>
                  <a:pt x="5406" y="2484"/>
                  <a:pt x="5434" y="2224"/>
                  <a:pt x="5462" y="1967"/>
                </a:cubicBezTo>
                <a:cubicBezTo>
                  <a:pt x="5493" y="1707"/>
                  <a:pt x="5533" y="1476"/>
                  <a:pt x="5582" y="1264"/>
                </a:cubicBezTo>
                <a:cubicBezTo>
                  <a:pt x="5630" y="1052"/>
                  <a:pt x="5693" y="948"/>
                  <a:pt x="5768" y="948"/>
                </a:cubicBezTo>
                <a:lnTo>
                  <a:pt x="7774" y="948"/>
                </a:lnTo>
                <a:cubicBezTo>
                  <a:pt x="7833" y="948"/>
                  <a:pt x="7891" y="1052"/>
                  <a:pt x="7948" y="1264"/>
                </a:cubicBezTo>
                <a:cubicBezTo>
                  <a:pt x="8004" y="1476"/>
                  <a:pt x="8047" y="1707"/>
                  <a:pt x="8077" y="1967"/>
                </a:cubicBezTo>
                <a:cubicBezTo>
                  <a:pt x="8108" y="2224"/>
                  <a:pt x="8134" y="2484"/>
                  <a:pt x="8155" y="2746"/>
                </a:cubicBezTo>
                <a:cubicBezTo>
                  <a:pt x="8179" y="3003"/>
                  <a:pt x="8197" y="3173"/>
                  <a:pt x="8212" y="3243"/>
                </a:cubicBezTo>
                <a:cubicBezTo>
                  <a:pt x="8551" y="3354"/>
                  <a:pt x="8873" y="3512"/>
                  <a:pt x="9181" y="3715"/>
                </a:cubicBezTo>
                <a:cubicBezTo>
                  <a:pt x="9414" y="3512"/>
                  <a:pt x="9650" y="3305"/>
                  <a:pt x="9885" y="3105"/>
                </a:cubicBezTo>
                <a:cubicBezTo>
                  <a:pt x="10123" y="2899"/>
                  <a:pt x="10351" y="2690"/>
                  <a:pt x="10568" y="2475"/>
                </a:cubicBezTo>
                <a:lnTo>
                  <a:pt x="10657" y="2419"/>
                </a:lnTo>
                <a:cubicBezTo>
                  <a:pt x="10688" y="2419"/>
                  <a:pt x="10791" y="2518"/>
                  <a:pt x="10968" y="2710"/>
                </a:cubicBezTo>
                <a:cubicBezTo>
                  <a:pt x="11144" y="2904"/>
                  <a:pt x="11330" y="3116"/>
                  <a:pt x="11526" y="3348"/>
                </a:cubicBezTo>
                <a:cubicBezTo>
                  <a:pt x="11721" y="3577"/>
                  <a:pt x="11900" y="3797"/>
                  <a:pt x="12060" y="4009"/>
                </a:cubicBezTo>
                <a:cubicBezTo>
                  <a:pt x="12222" y="4220"/>
                  <a:pt x="12302" y="4353"/>
                  <a:pt x="12302" y="4407"/>
                </a:cubicBezTo>
                <a:cubicBezTo>
                  <a:pt x="12302" y="4443"/>
                  <a:pt x="12253" y="4542"/>
                  <a:pt x="12152" y="4712"/>
                </a:cubicBezTo>
                <a:cubicBezTo>
                  <a:pt x="12048" y="4878"/>
                  <a:pt x="11935" y="5056"/>
                  <a:pt x="11813" y="5251"/>
                </a:cubicBezTo>
                <a:cubicBezTo>
                  <a:pt x="11688" y="5446"/>
                  <a:pt x="11568" y="5629"/>
                  <a:pt x="11453" y="5807"/>
                </a:cubicBezTo>
                <a:cubicBezTo>
                  <a:pt x="11335" y="5982"/>
                  <a:pt x="11260" y="6095"/>
                  <a:pt x="11234" y="6152"/>
                </a:cubicBezTo>
                <a:moveTo>
                  <a:pt x="6781" y="11545"/>
                </a:moveTo>
                <a:cubicBezTo>
                  <a:pt x="7061" y="11545"/>
                  <a:pt x="7322" y="11480"/>
                  <a:pt x="7569" y="11356"/>
                </a:cubicBezTo>
                <a:cubicBezTo>
                  <a:pt x="7819" y="11229"/>
                  <a:pt x="8035" y="11056"/>
                  <a:pt x="8219" y="10836"/>
                </a:cubicBezTo>
                <a:cubicBezTo>
                  <a:pt x="8402" y="10616"/>
                  <a:pt x="8546" y="10356"/>
                  <a:pt x="8652" y="10059"/>
                </a:cubicBezTo>
                <a:cubicBezTo>
                  <a:pt x="8758" y="9760"/>
                  <a:pt x="8809" y="9447"/>
                  <a:pt x="8809" y="9111"/>
                </a:cubicBezTo>
                <a:cubicBezTo>
                  <a:pt x="8809" y="8778"/>
                  <a:pt x="8758" y="8458"/>
                  <a:pt x="8652" y="8159"/>
                </a:cubicBezTo>
                <a:cubicBezTo>
                  <a:pt x="8546" y="7857"/>
                  <a:pt x="8402" y="7592"/>
                  <a:pt x="8219" y="7372"/>
                </a:cubicBezTo>
                <a:cubicBezTo>
                  <a:pt x="8035" y="7151"/>
                  <a:pt x="7819" y="6979"/>
                  <a:pt x="7569" y="6846"/>
                </a:cubicBezTo>
                <a:cubicBezTo>
                  <a:pt x="7322" y="6716"/>
                  <a:pt x="7061" y="6649"/>
                  <a:pt x="6781" y="6649"/>
                </a:cubicBezTo>
                <a:cubicBezTo>
                  <a:pt x="6211" y="6649"/>
                  <a:pt x="5726" y="6889"/>
                  <a:pt x="5328" y="7366"/>
                </a:cubicBezTo>
                <a:cubicBezTo>
                  <a:pt x="4931" y="7843"/>
                  <a:pt x="4730" y="8425"/>
                  <a:pt x="4730" y="9111"/>
                </a:cubicBezTo>
                <a:cubicBezTo>
                  <a:pt x="4730" y="9447"/>
                  <a:pt x="4785" y="9760"/>
                  <a:pt x="4895" y="10060"/>
                </a:cubicBezTo>
                <a:cubicBezTo>
                  <a:pt x="5003" y="10356"/>
                  <a:pt x="5149" y="10616"/>
                  <a:pt x="5333" y="10836"/>
                </a:cubicBezTo>
                <a:cubicBezTo>
                  <a:pt x="5517" y="11056"/>
                  <a:pt x="5735" y="11229"/>
                  <a:pt x="5987" y="11356"/>
                </a:cubicBezTo>
                <a:cubicBezTo>
                  <a:pt x="6239" y="11480"/>
                  <a:pt x="6500" y="11545"/>
                  <a:pt x="6781" y="11545"/>
                </a:cubicBezTo>
                <a:moveTo>
                  <a:pt x="20496" y="16952"/>
                </a:moveTo>
                <a:cubicBezTo>
                  <a:pt x="20427" y="17293"/>
                  <a:pt x="20340" y="17613"/>
                  <a:pt x="20234" y="17912"/>
                </a:cubicBezTo>
                <a:cubicBezTo>
                  <a:pt x="20251" y="17963"/>
                  <a:pt x="20293" y="18050"/>
                  <a:pt x="20364" y="18161"/>
                </a:cubicBezTo>
                <a:cubicBezTo>
                  <a:pt x="20437" y="18273"/>
                  <a:pt x="20507" y="18398"/>
                  <a:pt x="20573" y="18528"/>
                </a:cubicBezTo>
                <a:cubicBezTo>
                  <a:pt x="20642" y="18655"/>
                  <a:pt x="20700" y="18779"/>
                  <a:pt x="20755" y="18897"/>
                </a:cubicBezTo>
                <a:cubicBezTo>
                  <a:pt x="20806" y="19013"/>
                  <a:pt x="20832" y="19098"/>
                  <a:pt x="20832" y="19140"/>
                </a:cubicBezTo>
                <a:cubicBezTo>
                  <a:pt x="20832" y="19177"/>
                  <a:pt x="20762" y="19281"/>
                  <a:pt x="20625" y="19459"/>
                </a:cubicBezTo>
                <a:cubicBezTo>
                  <a:pt x="20486" y="19634"/>
                  <a:pt x="20324" y="19821"/>
                  <a:pt x="20140" y="20013"/>
                </a:cubicBezTo>
                <a:cubicBezTo>
                  <a:pt x="19957" y="20205"/>
                  <a:pt x="19778" y="20388"/>
                  <a:pt x="19611" y="20558"/>
                </a:cubicBezTo>
                <a:cubicBezTo>
                  <a:pt x="19441" y="20730"/>
                  <a:pt x="19333" y="20848"/>
                  <a:pt x="19288" y="20911"/>
                </a:cubicBezTo>
                <a:lnTo>
                  <a:pt x="19199" y="20967"/>
                </a:lnTo>
                <a:cubicBezTo>
                  <a:pt x="19168" y="20967"/>
                  <a:pt x="19107" y="20928"/>
                  <a:pt x="19013" y="20851"/>
                </a:cubicBezTo>
                <a:cubicBezTo>
                  <a:pt x="18919" y="20772"/>
                  <a:pt x="18822" y="20685"/>
                  <a:pt x="18726" y="20586"/>
                </a:cubicBezTo>
                <a:cubicBezTo>
                  <a:pt x="18629" y="20487"/>
                  <a:pt x="18533" y="20391"/>
                  <a:pt x="18438" y="20295"/>
                </a:cubicBezTo>
                <a:cubicBezTo>
                  <a:pt x="18344" y="20199"/>
                  <a:pt x="18283" y="20137"/>
                  <a:pt x="18253" y="20100"/>
                </a:cubicBezTo>
                <a:cubicBezTo>
                  <a:pt x="17975" y="20208"/>
                  <a:pt x="17681" y="20295"/>
                  <a:pt x="17372" y="20357"/>
                </a:cubicBezTo>
                <a:cubicBezTo>
                  <a:pt x="17358" y="20411"/>
                  <a:pt x="17323" y="20510"/>
                  <a:pt x="17273" y="20648"/>
                </a:cubicBezTo>
                <a:cubicBezTo>
                  <a:pt x="17219" y="20786"/>
                  <a:pt x="17160" y="20925"/>
                  <a:pt x="17097" y="21060"/>
                </a:cubicBezTo>
                <a:cubicBezTo>
                  <a:pt x="17033" y="21196"/>
                  <a:pt x="16972" y="21320"/>
                  <a:pt x="16911" y="21430"/>
                </a:cubicBezTo>
                <a:cubicBezTo>
                  <a:pt x="16852" y="21546"/>
                  <a:pt x="16798" y="21600"/>
                  <a:pt x="16753" y="21600"/>
                </a:cubicBezTo>
                <a:cubicBezTo>
                  <a:pt x="16709" y="21600"/>
                  <a:pt x="16577" y="21568"/>
                  <a:pt x="16360" y="21498"/>
                </a:cubicBezTo>
                <a:cubicBezTo>
                  <a:pt x="16141" y="21430"/>
                  <a:pt x="15906" y="21348"/>
                  <a:pt x="15654" y="21247"/>
                </a:cubicBezTo>
                <a:cubicBezTo>
                  <a:pt x="15405" y="21148"/>
                  <a:pt x="15179" y="21043"/>
                  <a:pt x="14979" y="20930"/>
                </a:cubicBezTo>
                <a:cubicBezTo>
                  <a:pt x="14778" y="20817"/>
                  <a:pt x="14680" y="20719"/>
                  <a:pt x="14680" y="20628"/>
                </a:cubicBezTo>
                <a:cubicBezTo>
                  <a:pt x="14680" y="20419"/>
                  <a:pt x="14698" y="20205"/>
                  <a:pt x="14736" y="19984"/>
                </a:cubicBezTo>
                <a:cubicBezTo>
                  <a:pt x="14774" y="19764"/>
                  <a:pt x="14809" y="19555"/>
                  <a:pt x="14837" y="19355"/>
                </a:cubicBezTo>
                <a:cubicBezTo>
                  <a:pt x="14717" y="19247"/>
                  <a:pt x="14611" y="19129"/>
                  <a:pt x="14517" y="18999"/>
                </a:cubicBezTo>
                <a:cubicBezTo>
                  <a:pt x="14423" y="18869"/>
                  <a:pt x="14338" y="18731"/>
                  <a:pt x="14263" y="18587"/>
                </a:cubicBezTo>
                <a:cubicBezTo>
                  <a:pt x="14091" y="18607"/>
                  <a:pt x="13919" y="18618"/>
                  <a:pt x="13750" y="18629"/>
                </a:cubicBezTo>
                <a:cubicBezTo>
                  <a:pt x="13583" y="18638"/>
                  <a:pt x="13413" y="18640"/>
                  <a:pt x="13251" y="18640"/>
                </a:cubicBezTo>
                <a:lnTo>
                  <a:pt x="13086" y="18640"/>
                </a:lnTo>
                <a:cubicBezTo>
                  <a:pt x="13037" y="18640"/>
                  <a:pt x="13006" y="18590"/>
                  <a:pt x="12990" y="18491"/>
                </a:cubicBezTo>
                <a:cubicBezTo>
                  <a:pt x="12976" y="18417"/>
                  <a:pt x="12945" y="18259"/>
                  <a:pt x="12900" y="18011"/>
                </a:cubicBezTo>
                <a:cubicBezTo>
                  <a:pt x="12855" y="17762"/>
                  <a:pt x="12804" y="17503"/>
                  <a:pt x="12747" y="17229"/>
                </a:cubicBezTo>
                <a:cubicBezTo>
                  <a:pt x="12691" y="16952"/>
                  <a:pt x="12644" y="16704"/>
                  <a:pt x="12608" y="16478"/>
                </a:cubicBezTo>
                <a:cubicBezTo>
                  <a:pt x="12568" y="16252"/>
                  <a:pt x="12552" y="16122"/>
                  <a:pt x="12552" y="16085"/>
                </a:cubicBezTo>
                <a:cubicBezTo>
                  <a:pt x="12552" y="16032"/>
                  <a:pt x="12601" y="15973"/>
                  <a:pt x="12702" y="15910"/>
                </a:cubicBezTo>
                <a:cubicBezTo>
                  <a:pt x="12804" y="15848"/>
                  <a:pt x="12921" y="15783"/>
                  <a:pt x="13053" y="15713"/>
                </a:cubicBezTo>
                <a:cubicBezTo>
                  <a:pt x="13183" y="15645"/>
                  <a:pt x="13310" y="15591"/>
                  <a:pt x="13430" y="15546"/>
                </a:cubicBezTo>
                <a:cubicBezTo>
                  <a:pt x="13550" y="15501"/>
                  <a:pt x="13632" y="15470"/>
                  <a:pt x="13677" y="15453"/>
                </a:cubicBezTo>
                <a:cubicBezTo>
                  <a:pt x="13708" y="15241"/>
                  <a:pt x="13743" y="15069"/>
                  <a:pt x="13785" y="14922"/>
                </a:cubicBezTo>
                <a:cubicBezTo>
                  <a:pt x="13825" y="14778"/>
                  <a:pt x="13884" y="14614"/>
                  <a:pt x="13959" y="14422"/>
                </a:cubicBezTo>
                <a:cubicBezTo>
                  <a:pt x="13929" y="14388"/>
                  <a:pt x="13882" y="14309"/>
                  <a:pt x="13813" y="14194"/>
                </a:cubicBezTo>
                <a:cubicBezTo>
                  <a:pt x="13745" y="14075"/>
                  <a:pt x="13677" y="13951"/>
                  <a:pt x="13604" y="13824"/>
                </a:cubicBezTo>
                <a:cubicBezTo>
                  <a:pt x="13533" y="13694"/>
                  <a:pt x="13470" y="13567"/>
                  <a:pt x="13418" y="13445"/>
                </a:cubicBezTo>
                <a:cubicBezTo>
                  <a:pt x="13366" y="13324"/>
                  <a:pt x="13340" y="13242"/>
                  <a:pt x="13340" y="13208"/>
                </a:cubicBezTo>
                <a:cubicBezTo>
                  <a:pt x="13340" y="13172"/>
                  <a:pt x="13409" y="13064"/>
                  <a:pt x="13547" y="12886"/>
                </a:cubicBezTo>
                <a:cubicBezTo>
                  <a:pt x="13686" y="12714"/>
                  <a:pt x="13849" y="12531"/>
                  <a:pt x="14032" y="12336"/>
                </a:cubicBezTo>
                <a:cubicBezTo>
                  <a:pt x="14216" y="12144"/>
                  <a:pt x="14392" y="11960"/>
                  <a:pt x="14562" y="11796"/>
                </a:cubicBezTo>
                <a:cubicBezTo>
                  <a:pt x="14731" y="11627"/>
                  <a:pt x="14837" y="11517"/>
                  <a:pt x="14882" y="11466"/>
                </a:cubicBezTo>
                <a:lnTo>
                  <a:pt x="14974" y="11410"/>
                </a:lnTo>
                <a:cubicBezTo>
                  <a:pt x="15004" y="11410"/>
                  <a:pt x="15066" y="11449"/>
                  <a:pt x="15160" y="11525"/>
                </a:cubicBezTo>
                <a:cubicBezTo>
                  <a:pt x="15254" y="11599"/>
                  <a:pt x="15348" y="11689"/>
                  <a:pt x="15447" y="11788"/>
                </a:cubicBezTo>
                <a:cubicBezTo>
                  <a:pt x="15543" y="11887"/>
                  <a:pt x="15640" y="11983"/>
                  <a:pt x="15734" y="12076"/>
                </a:cubicBezTo>
                <a:cubicBezTo>
                  <a:pt x="15828" y="12175"/>
                  <a:pt x="15889" y="12237"/>
                  <a:pt x="15920" y="12276"/>
                </a:cubicBezTo>
                <a:cubicBezTo>
                  <a:pt x="16184" y="12166"/>
                  <a:pt x="16468" y="12082"/>
                  <a:pt x="16777" y="12017"/>
                </a:cubicBezTo>
                <a:cubicBezTo>
                  <a:pt x="16791" y="11963"/>
                  <a:pt x="16826" y="11867"/>
                  <a:pt x="16878" y="11726"/>
                </a:cubicBezTo>
                <a:cubicBezTo>
                  <a:pt x="16930" y="11587"/>
                  <a:pt x="16991" y="11449"/>
                  <a:pt x="17064" y="11316"/>
                </a:cubicBezTo>
                <a:cubicBezTo>
                  <a:pt x="17135" y="11178"/>
                  <a:pt x="17200" y="11057"/>
                  <a:pt x="17262" y="10941"/>
                </a:cubicBezTo>
                <a:cubicBezTo>
                  <a:pt x="17320" y="10831"/>
                  <a:pt x="17372" y="10774"/>
                  <a:pt x="17419" y="10774"/>
                </a:cubicBezTo>
                <a:cubicBezTo>
                  <a:pt x="17448" y="10774"/>
                  <a:pt x="17575" y="10805"/>
                  <a:pt x="17803" y="10870"/>
                </a:cubicBezTo>
                <a:cubicBezTo>
                  <a:pt x="18027" y="10929"/>
                  <a:pt x="18264" y="11014"/>
                  <a:pt x="18516" y="11119"/>
                </a:cubicBezTo>
                <a:cubicBezTo>
                  <a:pt x="18768" y="11223"/>
                  <a:pt x="18996" y="11328"/>
                  <a:pt x="19199" y="11438"/>
                </a:cubicBezTo>
                <a:cubicBezTo>
                  <a:pt x="19401" y="11545"/>
                  <a:pt x="19502" y="11647"/>
                  <a:pt x="19502" y="11745"/>
                </a:cubicBezTo>
                <a:cubicBezTo>
                  <a:pt x="19502" y="11954"/>
                  <a:pt x="19481" y="12166"/>
                  <a:pt x="19441" y="12384"/>
                </a:cubicBezTo>
                <a:cubicBezTo>
                  <a:pt x="19399" y="12598"/>
                  <a:pt x="19363" y="12810"/>
                  <a:pt x="19333" y="13016"/>
                </a:cubicBezTo>
                <a:cubicBezTo>
                  <a:pt x="19453" y="13123"/>
                  <a:pt x="19561" y="13245"/>
                  <a:pt x="19655" y="13375"/>
                </a:cubicBezTo>
                <a:cubicBezTo>
                  <a:pt x="19749" y="13505"/>
                  <a:pt x="19834" y="13643"/>
                  <a:pt x="19910" y="13787"/>
                </a:cubicBezTo>
                <a:cubicBezTo>
                  <a:pt x="20095" y="13770"/>
                  <a:pt x="20281" y="13756"/>
                  <a:pt x="20465" y="13747"/>
                </a:cubicBezTo>
                <a:cubicBezTo>
                  <a:pt x="20651" y="13736"/>
                  <a:pt x="20830" y="13733"/>
                  <a:pt x="21002" y="13733"/>
                </a:cubicBezTo>
                <a:cubicBezTo>
                  <a:pt x="21061" y="13733"/>
                  <a:pt x="21129" y="13852"/>
                  <a:pt x="21204" y="14092"/>
                </a:cubicBezTo>
                <a:cubicBezTo>
                  <a:pt x="21279" y="14332"/>
                  <a:pt x="21345" y="14603"/>
                  <a:pt x="21402" y="14911"/>
                </a:cubicBezTo>
                <a:cubicBezTo>
                  <a:pt x="21458" y="15216"/>
                  <a:pt x="21505" y="15507"/>
                  <a:pt x="21543" y="15783"/>
                </a:cubicBezTo>
                <a:cubicBezTo>
                  <a:pt x="21581" y="16057"/>
                  <a:pt x="21599" y="16235"/>
                  <a:pt x="21599" y="16314"/>
                </a:cubicBezTo>
                <a:cubicBezTo>
                  <a:pt x="21599" y="16371"/>
                  <a:pt x="21548" y="16427"/>
                  <a:pt x="21447" y="16492"/>
                </a:cubicBezTo>
                <a:cubicBezTo>
                  <a:pt x="21345" y="16554"/>
                  <a:pt x="21235" y="16613"/>
                  <a:pt x="21115" y="16664"/>
                </a:cubicBezTo>
                <a:cubicBezTo>
                  <a:pt x="20995" y="16721"/>
                  <a:pt x="20872" y="16777"/>
                  <a:pt x="20747" y="16836"/>
                </a:cubicBezTo>
                <a:cubicBezTo>
                  <a:pt x="20623" y="16893"/>
                  <a:pt x="20540" y="16932"/>
                  <a:pt x="20496" y="16952"/>
                </a:cubicBezTo>
                <a:moveTo>
                  <a:pt x="20514" y="6070"/>
                </a:moveTo>
                <a:cubicBezTo>
                  <a:pt x="20416" y="6395"/>
                  <a:pt x="20300" y="6677"/>
                  <a:pt x="20164" y="6920"/>
                </a:cubicBezTo>
                <a:cubicBezTo>
                  <a:pt x="20180" y="6959"/>
                  <a:pt x="20211" y="7030"/>
                  <a:pt x="20256" y="7143"/>
                </a:cubicBezTo>
                <a:cubicBezTo>
                  <a:pt x="20300" y="7256"/>
                  <a:pt x="20352" y="7377"/>
                  <a:pt x="20409" y="7510"/>
                </a:cubicBezTo>
                <a:cubicBezTo>
                  <a:pt x="20463" y="7640"/>
                  <a:pt x="20510" y="7758"/>
                  <a:pt x="20550" y="7869"/>
                </a:cubicBezTo>
                <a:cubicBezTo>
                  <a:pt x="20585" y="7973"/>
                  <a:pt x="20604" y="8041"/>
                  <a:pt x="20604" y="8058"/>
                </a:cubicBezTo>
                <a:cubicBezTo>
                  <a:pt x="20604" y="8111"/>
                  <a:pt x="20519" y="8216"/>
                  <a:pt x="20352" y="8374"/>
                </a:cubicBezTo>
                <a:cubicBezTo>
                  <a:pt x="20183" y="8532"/>
                  <a:pt x="19994" y="8696"/>
                  <a:pt x="19787" y="8862"/>
                </a:cubicBezTo>
                <a:cubicBezTo>
                  <a:pt x="19580" y="9026"/>
                  <a:pt x="19387" y="9176"/>
                  <a:pt x="19208" y="9309"/>
                </a:cubicBezTo>
                <a:cubicBezTo>
                  <a:pt x="19027" y="9439"/>
                  <a:pt x="18930" y="9501"/>
                  <a:pt x="18914" y="9501"/>
                </a:cubicBezTo>
                <a:cubicBezTo>
                  <a:pt x="18886" y="9501"/>
                  <a:pt x="18832" y="9461"/>
                  <a:pt x="18756" y="9374"/>
                </a:cubicBezTo>
                <a:cubicBezTo>
                  <a:pt x="18683" y="9289"/>
                  <a:pt x="18601" y="9193"/>
                  <a:pt x="18514" y="9083"/>
                </a:cubicBezTo>
                <a:cubicBezTo>
                  <a:pt x="18429" y="8978"/>
                  <a:pt x="18351" y="8871"/>
                  <a:pt x="18283" y="8766"/>
                </a:cubicBezTo>
                <a:cubicBezTo>
                  <a:pt x="18215" y="8662"/>
                  <a:pt x="18168" y="8591"/>
                  <a:pt x="18137" y="8558"/>
                </a:cubicBezTo>
                <a:cubicBezTo>
                  <a:pt x="18031" y="8592"/>
                  <a:pt x="17925" y="8620"/>
                  <a:pt x="17815" y="8639"/>
                </a:cubicBezTo>
                <a:cubicBezTo>
                  <a:pt x="17706" y="8656"/>
                  <a:pt x="17596" y="8656"/>
                  <a:pt x="17483" y="8639"/>
                </a:cubicBezTo>
                <a:lnTo>
                  <a:pt x="17325" y="8639"/>
                </a:lnTo>
                <a:cubicBezTo>
                  <a:pt x="17297" y="8673"/>
                  <a:pt x="17250" y="8750"/>
                  <a:pt x="17191" y="8862"/>
                </a:cubicBezTo>
                <a:cubicBezTo>
                  <a:pt x="17130" y="8973"/>
                  <a:pt x="17066" y="9091"/>
                  <a:pt x="16993" y="9213"/>
                </a:cubicBezTo>
                <a:cubicBezTo>
                  <a:pt x="16923" y="9334"/>
                  <a:pt x="16852" y="9441"/>
                  <a:pt x="16784" y="9529"/>
                </a:cubicBezTo>
                <a:cubicBezTo>
                  <a:pt x="16718" y="9619"/>
                  <a:pt x="16668" y="9667"/>
                  <a:pt x="16638" y="9667"/>
                </a:cubicBezTo>
                <a:cubicBezTo>
                  <a:pt x="16610" y="9667"/>
                  <a:pt x="16494" y="9616"/>
                  <a:pt x="16301" y="9518"/>
                </a:cubicBezTo>
                <a:cubicBezTo>
                  <a:pt x="16106" y="9419"/>
                  <a:pt x="15901" y="9303"/>
                  <a:pt x="15687" y="9170"/>
                </a:cubicBezTo>
                <a:cubicBezTo>
                  <a:pt x="15473" y="9040"/>
                  <a:pt x="15277" y="8911"/>
                  <a:pt x="15101" y="8778"/>
                </a:cubicBezTo>
                <a:cubicBezTo>
                  <a:pt x="14924" y="8648"/>
                  <a:pt x="14835" y="8558"/>
                  <a:pt x="14835" y="8504"/>
                </a:cubicBezTo>
                <a:cubicBezTo>
                  <a:pt x="14835" y="8487"/>
                  <a:pt x="14847" y="8419"/>
                  <a:pt x="14868" y="8306"/>
                </a:cubicBezTo>
                <a:cubicBezTo>
                  <a:pt x="14891" y="8194"/>
                  <a:pt x="14922" y="8072"/>
                  <a:pt x="14960" y="7948"/>
                </a:cubicBezTo>
                <a:cubicBezTo>
                  <a:pt x="14997" y="7824"/>
                  <a:pt x="15030" y="7699"/>
                  <a:pt x="15061" y="7578"/>
                </a:cubicBezTo>
                <a:cubicBezTo>
                  <a:pt x="15091" y="7457"/>
                  <a:pt x="15113" y="7378"/>
                  <a:pt x="15129" y="7341"/>
                </a:cubicBezTo>
                <a:cubicBezTo>
                  <a:pt x="14957" y="7132"/>
                  <a:pt x="14814" y="6866"/>
                  <a:pt x="14701" y="6542"/>
                </a:cubicBezTo>
                <a:cubicBezTo>
                  <a:pt x="14303" y="6525"/>
                  <a:pt x="14021" y="6502"/>
                  <a:pt x="13856" y="6474"/>
                </a:cubicBezTo>
                <a:cubicBezTo>
                  <a:pt x="13691" y="6446"/>
                  <a:pt x="13580" y="6364"/>
                  <a:pt x="13529" y="6226"/>
                </a:cubicBezTo>
                <a:cubicBezTo>
                  <a:pt x="13477" y="6084"/>
                  <a:pt x="13458" y="5850"/>
                  <a:pt x="13472" y="5514"/>
                </a:cubicBezTo>
                <a:cubicBezTo>
                  <a:pt x="13489" y="5184"/>
                  <a:pt x="13472" y="4692"/>
                  <a:pt x="13427" y="4043"/>
                </a:cubicBezTo>
                <a:cubicBezTo>
                  <a:pt x="13427" y="3986"/>
                  <a:pt x="13475" y="3935"/>
                  <a:pt x="13569" y="3879"/>
                </a:cubicBezTo>
                <a:cubicBezTo>
                  <a:pt x="13663" y="3826"/>
                  <a:pt x="13773" y="3783"/>
                  <a:pt x="13901" y="3744"/>
                </a:cubicBezTo>
                <a:cubicBezTo>
                  <a:pt x="14028" y="3707"/>
                  <a:pt x="14155" y="3684"/>
                  <a:pt x="14279" y="3665"/>
                </a:cubicBezTo>
                <a:cubicBezTo>
                  <a:pt x="14402" y="3645"/>
                  <a:pt x="14487" y="3628"/>
                  <a:pt x="14531" y="3608"/>
                </a:cubicBezTo>
                <a:cubicBezTo>
                  <a:pt x="14607" y="3314"/>
                  <a:pt x="14722" y="3024"/>
                  <a:pt x="14880" y="2747"/>
                </a:cubicBezTo>
                <a:cubicBezTo>
                  <a:pt x="14866" y="2707"/>
                  <a:pt x="14835" y="2631"/>
                  <a:pt x="14790" y="2510"/>
                </a:cubicBezTo>
                <a:cubicBezTo>
                  <a:pt x="14746" y="2388"/>
                  <a:pt x="14698" y="2264"/>
                  <a:pt x="14649" y="2137"/>
                </a:cubicBezTo>
                <a:cubicBezTo>
                  <a:pt x="14602" y="2010"/>
                  <a:pt x="14557" y="1897"/>
                  <a:pt x="14522" y="1792"/>
                </a:cubicBezTo>
                <a:cubicBezTo>
                  <a:pt x="14482" y="1688"/>
                  <a:pt x="14465" y="1617"/>
                  <a:pt x="14465" y="1584"/>
                </a:cubicBezTo>
                <a:cubicBezTo>
                  <a:pt x="14465" y="1527"/>
                  <a:pt x="14545" y="1428"/>
                  <a:pt x="14705" y="1279"/>
                </a:cubicBezTo>
                <a:cubicBezTo>
                  <a:pt x="14868" y="1129"/>
                  <a:pt x="15051" y="971"/>
                  <a:pt x="15259" y="804"/>
                </a:cubicBezTo>
                <a:cubicBezTo>
                  <a:pt x="15463" y="641"/>
                  <a:pt x="15659" y="491"/>
                  <a:pt x="15840" y="367"/>
                </a:cubicBezTo>
                <a:cubicBezTo>
                  <a:pt x="16019" y="240"/>
                  <a:pt x="16125" y="177"/>
                  <a:pt x="16153" y="177"/>
                </a:cubicBezTo>
                <a:cubicBezTo>
                  <a:pt x="16184" y="177"/>
                  <a:pt x="16233" y="217"/>
                  <a:pt x="16301" y="296"/>
                </a:cubicBezTo>
                <a:cubicBezTo>
                  <a:pt x="16367" y="381"/>
                  <a:pt x="16445" y="477"/>
                  <a:pt x="16532" y="590"/>
                </a:cubicBezTo>
                <a:cubicBezTo>
                  <a:pt x="16619" y="700"/>
                  <a:pt x="16694" y="807"/>
                  <a:pt x="16763" y="906"/>
                </a:cubicBezTo>
                <a:cubicBezTo>
                  <a:pt x="16829" y="1005"/>
                  <a:pt x="16878" y="1072"/>
                  <a:pt x="16909" y="1109"/>
                </a:cubicBezTo>
                <a:cubicBezTo>
                  <a:pt x="17014" y="1072"/>
                  <a:pt x="17123" y="1047"/>
                  <a:pt x="17229" y="1027"/>
                </a:cubicBezTo>
                <a:cubicBezTo>
                  <a:pt x="17339" y="1007"/>
                  <a:pt x="17450" y="1007"/>
                  <a:pt x="17563" y="1027"/>
                </a:cubicBezTo>
                <a:lnTo>
                  <a:pt x="17721" y="1027"/>
                </a:lnTo>
                <a:cubicBezTo>
                  <a:pt x="17735" y="993"/>
                  <a:pt x="17777" y="917"/>
                  <a:pt x="17845" y="804"/>
                </a:cubicBezTo>
                <a:cubicBezTo>
                  <a:pt x="17911" y="691"/>
                  <a:pt x="17982" y="578"/>
                  <a:pt x="18052" y="460"/>
                </a:cubicBezTo>
                <a:cubicBezTo>
                  <a:pt x="18123" y="341"/>
                  <a:pt x="18189" y="237"/>
                  <a:pt x="18250" y="144"/>
                </a:cubicBezTo>
                <a:cubicBezTo>
                  <a:pt x="18309" y="50"/>
                  <a:pt x="18354" y="0"/>
                  <a:pt x="18384" y="0"/>
                </a:cubicBezTo>
                <a:cubicBezTo>
                  <a:pt x="18415" y="0"/>
                  <a:pt x="18528" y="53"/>
                  <a:pt x="18723" y="158"/>
                </a:cubicBezTo>
                <a:cubicBezTo>
                  <a:pt x="18919" y="259"/>
                  <a:pt x="19128" y="378"/>
                  <a:pt x="19349" y="508"/>
                </a:cubicBezTo>
                <a:cubicBezTo>
                  <a:pt x="19571" y="641"/>
                  <a:pt x="19771" y="765"/>
                  <a:pt x="19945" y="892"/>
                </a:cubicBezTo>
                <a:cubicBezTo>
                  <a:pt x="20121" y="1019"/>
                  <a:pt x="20211" y="1109"/>
                  <a:pt x="20211" y="1163"/>
                </a:cubicBezTo>
                <a:cubicBezTo>
                  <a:pt x="20211" y="1200"/>
                  <a:pt x="20197" y="1267"/>
                  <a:pt x="20164" y="1372"/>
                </a:cubicBezTo>
                <a:cubicBezTo>
                  <a:pt x="20136" y="1476"/>
                  <a:pt x="20105" y="1592"/>
                  <a:pt x="20074" y="1725"/>
                </a:cubicBezTo>
                <a:cubicBezTo>
                  <a:pt x="20046" y="1855"/>
                  <a:pt x="20013" y="1979"/>
                  <a:pt x="19980" y="2095"/>
                </a:cubicBezTo>
                <a:cubicBezTo>
                  <a:pt x="19945" y="2213"/>
                  <a:pt x="19921" y="2289"/>
                  <a:pt x="19907" y="2326"/>
                </a:cubicBezTo>
                <a:cubicBezTo>
                  <a:pt x="20058" y="2552"/>
                  <a:pt x="20204" y="2823"/>
                  <a:pt x="20345" y="3136"/>
                </a:cubicBezTo>
                <a:cubicBezTo>
                  <a:pt x="20729" y="3173"/>
                  <a:pt x="21006" y="3204"/>
                  <a:pt x="21181" y="3232"/>
                </a:cubicBezTo>
                <a:cubicBezTo>
                  <a:pt x="21352" y="3258"/>
                  <a:pt x="21461" y="3342"/>
                  <a:pt x="21505" y="3478"/>
                </a:cubicBezTo>
                <a:cubicBezTo>
                  <a:pt x="21550" y="3622"/>
                  <a:pt x="21571" y="3853"/>
                  <a:pt x="21562" y="4184"/>
                </a:cubicBezTo>
                <a:cubicBezTo>
                  <a:pt x="21555" y="4514"/>
                  <a:pt x="21567" y="4994"/>
                  <a:pt x="21597" y="5624"/>
                </a:cubicBezTo>
                <a:cubicBezTo>
                  <a:pt x="21597" y="5677"/>
                  <a:pt x="21550" y="5734"/>
                  <a:pt x="21456" y="5793"/>
                </a:cubicBezTo>
                <a:cubicBezTo>
                  <a:pt x="21362" y="5850"/>
                  <a:pt x="21254" y="5901"/>
                  <a:pt x="21136" y="5934"/>
                </a:cubicBezTo>
                <a:cubicBezTo>
                  <a:pt x="21013" y="5971"/>
                  <a:pt x="20893" y="5999"/>
                  <a:pt x="20769" y="6016"/>
                </a:cubicBezTo>
                <a:cubicBezTo>
                  <a:pt x="20646" y="6033"/>
                  <a:pt x="20559" y="6053"/>
                  <a:pt x="20514" y="6070"/>
                </a:cubicBezTo>
                <a:moveTo>
                  <a:pt x="15739" y="16167"/>
                </a:moveTo>
                <a:cubicBezTo>
                  <a:pt x="15739" y="16610"/>
                  <a:pt x="15868" y="16991"/>
                  <a:pt x="16129" y="17316"/>
                </a:cubicBezTo>
                <a:cubicBezTo>
                  <a:pt x="16388" y="17641"/>
                  <a:pt x="16704" y="17802"/>
                  <a:pt x="17080" y="17802"/>
                </a:cubicBezTo>
                <a:cubicBezTo>
                  <a:pt x="17448" y="17802"/>
                  <a:pt x="17765" y="17646"/>
                  <a:pt x="18034" y="17339"/>
                </a:cubicBezTo>
                <a:cubicBezTo>
                  <a:pt x="18300" y="17022"/>
                  <a:pt x="18434" y="16638"/>
                  <a:pt x="18434" y="16167"/>
                </a:cubicBezTo>
                <a:cubicBezTo>
                  <a:pt x="18434" y="15724"/>
                  <a:pt x="18302" y="15351"/>
                  <a:pt x="18043" y="15037"/>
                </a:cubicBezTo>
                <a:cubicBezTo>
                  <a:pt x="17784" y="14727"/>
                  <a:pt x="17464" y="14572"/>
                  <a:pt x="17080" y="14572"/>
                </a:cubicBezTo>
                <a:cubicBezTo>
                  <a:pt x="16713" y="14572"/>
                  <a:pt x="16395" y="14727"/>
                  <a:pt x="16134" y="15037"/>
                </a:cubicBezTo>
                <a:cubicBezTo>
                  <a:pt x="15868" y="15351"/>
                  <a:pt x="15739" y="15724"/>
                  <a:pt x="15739" y="16167"/>
                </a:cubicBezTo>
                <a:moveTo>
                  <a:pt x="16292" y="4825"/>
                </a:moveTo>
                <a:cubicBezTo>
                  <a:pt x="16292" y="5248"/>
                  <a:pt x="16410" y="5601"/>
                  <a:pt x="16647" y="5886"/>
                </a:cubicBezTo>
                <a:cubicBezTo>
                  <a:pt x="16883" y="6172"/>
                  <a:pt x="17172" y="6313"/>
                  <a:pt x="17509" y="6313"/>
                </a:cubicBezTo>
                <a:cubicBezTo>
                  <a:pt x="17862" y="6313"/>
                  <a:pt x="18158" y="6172"/>
                  <a:pt x="18398" y="5886"/>
                </a:cubicBezTo>
                <a:cubicBezTo>
                  <a:pt x="18639" y="5601"/>
                  <a:pt x="18759" y="5257"/>
                  <a:pt x="18759" y="4853"/>
                </a:cubicBezTo>
                <a:cubicBezTo>
                  <a:pt x="18759" y="4429"/>
                  <a:pt x="18641" y="4074"/>
                  <a:pt x="18403" y="3786"/>
                </a:cubicBezTo>
                <a:cubicBezTo>
                  <a:pt x="18168" y="3495"/>
                  <a:pt x="17876" y="3354"/>
                  <a:pt x="17530" y="3354"/>
                </a:cubicBezTo>
                <a:cubicBezTo>
                  <a:pt x="17177" y="3354"/>
                  <a:pt x="16883" y="3495"/>
                  <a:pt x="16647" y="3786"/>
                </a:cubicBezTo>
                <a:cubicBezTo>
                  <a:pt x="16407" y="4074"/>
                  <a:pt x="16292" y="4421"/>
                  <a:pt x="16292" y="4825"/>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4" name="AutoShape 100"/>
          <p:cNvSpPr>
            <a:spLocks/>
          </p:cNvSpPr>
          <p:nvPr/>
        </p:nvSpPr>
        <p:spPr bwMode="auto">
          <a:xfrm>
            <a:off x="5073650" y="2982913"/>
            <a:ext cx="825500" cy="825500"/>
          </a:xfrm>
          <a:custGeom>
            <a:avLst/>
            <a:gdLst>
              <a:gd name="T0" fmla="*/ 412750 w 21600"/>
              <a:gd name="T1" fmla="*/ 412750 h 21588"/>
              <a:gd name="T2" fmla="*/ 412750 w 21600"/>
              <a:gd name="T3" fmla="*/ 412750 h 21588"/>
              <a:gd name="T4" fmla="*/ 412750 w 21600"/>
              <a:gd name="T5" fmla="*/ 412750 h 21588"/>
              <a:gd name="T6" fmla="*/ 412750 w 21600"/>
              <a:gd name="T7" fmla="*/ 412750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4"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5" name="AutoShape 101"/>
          <p:cNvSpPr>
            <a:spLocks/>
          </p:cNvSpPr>
          <p:nvPr/>
        </p:nvSpPr>
        <p:spPr bwMode="auto">
          <a:xfrm>
            <a:off x="7297738" y="29829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1529" y="0"/>
                  <a:pt x="12259" y="67"/>
                  <a:pt x="12986" y="200"/>
                </a:cubicBezTo>
                <a:cubicBezTo>
                  <a:pt x="13711" y="330"/>
                  <a:pt x="14426" y="533"/>
                  <a:pt x="15132" y="810"/>
                </a:cubicBezTo>
                <a:cubicBezTo>
                  <a:pt x="15928" y="1129"/>
                  <a:pt x="16716" y="1547"/>
                  <a:pt x="17497" y="2069"/>
                </a:cubicBezTo>
                <a:cubicBezTo>
                  <a:pt x="18279" y="2591"/>
                  <a:pt x="18973" y="3218"/>
                  <a:pt x="19583" y="3949"/>
                </a:cubicBezTo>
                <a:cubicBezTo>
                  <a:pt x="20190" y="4678"/>
                  <a:pt x="20679" y="5505"/>
                  <a:pt x="21046" y="6431"/>
                </a:cubicBezTo>
                <a:cubicBezTo>
                  <a:pt x="21414" y="7351"/>
                  <a:pt x="21599" y="8367"/>
                  <a:pt x="21599" y="9477"/>
                </a:cubicBezTo>
                <a:cubicBezTo>
                  <a:pt x="21599" y="10584"/>
                  <a:pt x="21414" y="11597"/>
                  <a:pt x="21046" y="12518"/>
                </a:cubicBezTo>
                <a:cubicBezTo>
                  <a:pt x="20679" y="13435"/>
                  <a:pt x="20190" y="14260"/>
                  <a:pt x="19583" y="14991"/>
                </a:cubicBezTo>
                <a:cubicBezTo>
                  <a:pt x="18973" y="15722"/>
                  <a:pt x="18281" y="16351"/>
                  <a:pt x="17502" y="16891"/>
                </a:cubicBezTo>
                <a:cubicBezTo>
                  <a:pt x="16725" y="17424"/>
                  <a:pt x="15935" y="17842"/>
                  <a:pt x="15132" y="18139"/>
                </a:cubicBezTo>
                <a:cubicBezTo>
                  <a:pt x="14426" y="18418"/>
                  <a:pt x="13713" y="18621"/>
                  <a:pt x="12991" y="18748"/>
                </a:cubicBezTo>
                <a:cubicBezTo>
                  <a:pt x="12270" y="18875"/>
                  <a:pt x="11536" y="18935"/>
                  <a:pt x="10792" y="18935"/>
                </a:cubicBezTo>
                <a:cubicBezTo>
                  <a:pt x="10103" y="18935"/>
                  <a:pt x="9427" y="18884"/>
                  <a:pt x="8766" y="18776"/>
                </a:cubicBezTo>
                <a:cubicBezTo>
                  <a:pt x="8074" y="19423"/>
                  <a:pt x="7340" y="19962"/>
                  <a:pt x="6563" y="20383"/>
                </a:cubicBezTo>
                <a:cubicBezTo>
                  <a:pt x="5784" y="20803"/>
                  <a:pt x="4977" y="21137"/>
                  <a:pt x="4135" y="21371"/>
                </a:cubicBezTo>
                <a:cubicBezTo>
                  <a:pt x="3932" y="21405"/>
                  <a:pt x="3723" y="21453"/>
                  <a:pt x="3511" y="21509"/>
                </a:cubicBezTo>
                <a:cubicBezTo>
                  <a:pt x="3297" y="21568"/>
                  <a:pt x="3094" y="21600"/>
                  <a:pt x="2906" y="21600"/>
                </a:cubicBezTo>
                <a:cubicBezTo>
                  <a:pt x="2788" y="21600"/>
                  <a:pt x="2685" y="21546"/>
                  <a:pt x="2598" y="21444"/>
                </a:cubicBezTo>
                <a:cubicBezTo>
                  <a:pt x="2511" y="21340"/>
                  <a:pt x="2468" y="21216"/>
                  <a:pt x="2468" y="21072"/>
                </a:cubicBezTo>
                <a:cubicBezTo>
                  <a:pt x="2468" y="20964"/>
                  <a:pt x="2499" y="20865"/>
                  <a:pt x="2562" y="20784"/>
                </a:cubicBezTo>
                <a:cubicBezTo>
                  <a:pt x="2628" y="20693"/>
                  <a:pt x="2689" y="20617"/>
                  <a:pt x="2748" y="20546"/>
                </a:cubicBezTo>
                <a:cubicBezTo>
                  <a:pt x="2984" y="20247"/>
                  <a:pt x="3181" y="19976"/>
                  <a:pt x="3346" y="19728"/>
                </a:cubicBezTo>
                <a:cubicBezTo>
                  <a:pt x="3511" y="19479"/>
                  <a:pt x="3652" y="19220"/>
                  <a:pt x="3770" y="18949"/>
                </a:cubicBezTo>
                <a:cubicBezTo>
                  <a:pt x="3885" y="18680"/>
                  <a:pt x="3979" y="18390"/>
                  <a:pt x="4050" y="18079"/>
                </a:cubicBezTo>
                <a:cubicBezTo>
                  <a:pt x="4123" y="17766"/>
                  <a:pt x="4189" y="17407"/>
                  <a:pt x="4247" y="17004"/>
                </a:cubicBezTo>
                <a:cubicBezTo>
                  <a:pt x="3661" y="16617"/>
                  <a:pt x="3115" y="16162"/>
                  <a:pt x="2609" y="15643"/>
                </a:cubicBezTo>
                <a:cubicBezTo>
                  <a:pt x="2101" y="15129"/>
                  <a:pt x="1652" y="14553"/>
                  <a:pt x="1256" y="13915"/>
                </a:cubicBezTo>
                <a:cubicBezTo>
                  <a:pt x="863" y="13280"/>
                  <a:pt x="555" y="12588"/>
                  <a:pt x="334" y="11843"/>
                </a:cubicBezTo>
                <a:cubicBezTo>
                  <a:pt x="110" y="11095"/>
                  <a:pt x="0" y="10307"/>
                  <a:pt x="0" y="9477"/>
                </a:cubicBezTo>
                <a:cubicBezTo>
                  <a:pt x="0" y="8367"/>
                  <a:pt x="185" y="7351"/>
                  <a:pt x="553" y="6431"/>
                </a:cubicBezTo>
                <a:cubicBezTo>
                  <a:pt x="920" y="5505"/>
                  <a:pt x="1409" y="4678"/>
                  <a:pt x="2016" y="3949"/>
                </a:cubicBezTo>
                <a:cubicBezTo>
                  <a:pt x="2626" y="3218"/>
                  <a:pt x="3318" y="2588"/>
                  <a:pt x="4097" y="2063"/>
                </a:cubicBezTo>
                <a:cubicBezTo>
                  <a:pt x="4874" y="1535"/>
                  <a:pt x="5660" y="1120"/>
                  <a:pt x="6457" y="810"/>
                </a:cubicBezTo>
                <a:cubicBezTo>
                  <a:pt x="7161" y="533"/>
                  <a:pt x="7879" y="330"/>
                  <a:pt x="8601" y="200"/>
                </a:cubicBezTo>
                <a:cubicBezTo>
                  <a:pt x="9326" y="67"/>
                  <a:pt x="10058" y="0"/>
                  <a:pt x="10792" y="0"/>
                </a:cubicBezTo>
                <a:moveTo>
                  <a:pt x="14264" y="2746"/>
                </a:moveTo>
                <a:cubicBezTo>
                  <a:pt x="13122" y="2357"/>
                  <a:pt x="11964" y="2165"/>
                  <a:pt x="10792" y="2165"/>
                </a:cubicBezTo>
                <a:cubicBezTo>
                  <a:pt x="9606" y="2165"/>
                  <a:pt x="8453" y="2357"/>
                  <a:pt x="7335" y="2746"/>
                </a:cubicBezTo>
                <a:cubicBezTo>
                  <a:pt x="6704" y="2972"/>
                  <a:pt x="6062" y="3280"/>
                  <a:pt x="5408" y="3678"/>
                </a:cubicBezTo>
                <a:cubicBezTo>
                  <a:pt x="4753" y="4076"/>
                  <a:pt x="4160" y="4562"/>
                  <a:pt x="3624" y="5132"/>
                </a:cubicBezTo>
                <a:cubicBezTo>
                  <a:pt x="3085" y="5702"/>
                  <a:pt x="2647" y="6346"/>
                  <a:pt x="2311" y="7063"/>
                </a:cubicBezTo>
                <a:cubicBezTo>
                  <a:pt x="1972" y="7780"/>
                  <a:pt x="1805" y="8582"/>
                  <a:pt x="1805" y="9477"/>
                </a:cubicBezTo>
                <a:cubicBezTo>
                  <a:pt x="1805" y="10124"/>
                  <a:pt x="1894" y="10725"/>
                  <a:pt x="2080" y="11275"/>
                </a:cubicBezTo>
                <a:cubicBezTo>
                  <a:pt x="2264" y="11823"/>
                  <a:pt x="2508" y="12334"/>
                  <a:pt x="2817" y="12806"/>
                </a:cubicBezTo>
                <a:cubicBezTo>
                  <a:pt x="3125" y="13280"/>
                  <a:pt x="3478" y="13712"/>
                  <a:pt x="3876" y="14099"/>
                </a:cubicBezTo>
                <a:cubicBezTo>
                  <a:pt x="4273" y="14485"/>
                  <a:pt x="4692" y="14821"/>
                  <a:pt x="5128" y="15112"/>
                </a:cubicBezTo>
                <a:cubicBezTo>
                  <a:pt x="5330" y="15239"/>
                  <a:pt x="5521" y="15363"/>
                  <a:pt x="5702" y="15485"/>
                </a:cubicBezTo>
                <a:cubicBezTo>
                  <a:pt x="5881" y="15606"/>
                  <a:pt x="6067" y="15733"/>
                  <a:pt x="6253" y="15869"/>
                </a:cubicBezTo>
                <a:cubicBezTo>
                  <a:pt x="6177" y="16292"/>
                  <a:pt x="6114" y="16716"/>
                  <a:pt x="6057" y="17139"/>
                </a:cubicBezTo>
                <a:cubicBezTo>
                  <a:pt x="6001" y="17563"/>
                  <a:pt x="5928" y="17986"/>
                  <a:pt x="5836" y="18410"/>
                </a:cubicBezTo>
                <a:cubicBezTo>
                  <a:pt x="6279" y="18147"/>
                  <a:pt x="6697" y="17859"/>
                  <a:pt x="7093" y="17537"/>
                </a:cubicBezTo>
                <a:cubicBezTo>
                  <a:pt x="7488" y="17218"/>
                  <a:pt x="7884" y="16874"/>
                  <a:pt x="8281" y="16504"/>
                </a:cubicBezTo>
                <a:cubicBezTo>
                  <a:pt x="8693" y="16575"/>
                  <a:pt x="9110" y="16639"/>
                  <a:pt x="9526" y="16690"/>
                </a:cubicBezTo>
                <a:cubicBezTo>
                  <a:pt x="9943" y="16747"/>
                  <a:pt x="10366" y="16775"/>
                  <a:pt x="10792" y="16775"/>
                </a:cubicBezTo>
                <a:cubicBezTo>
                  <a:pt x="11964" y="16775"/>
                  <a:pt x="13122" y="16580"/>
                  <a:pt x="14264" y="16193"/>
                </a:cubicBezTo>
                <a:cubicBezTo>
                  <a:pt x="14895" y="15971"/>
                  <a:pt x="15537" y="15660"/>
                  <a:pt x="16191" y="15270"/>
                </a:cubicBezTo>
                <a:cubicBezTo>
                  <a:pt x="16843" y="14875"/>
                  <a:pt x="17439" y="14392"/>
                  <a:pt x="17978" y="13822"/>
                </a:cubicBezTo>
                <a:cubicBezTo>
                  <a:pt x="18514" y="13252"/>
                  <a:pt x="18952" y="12602"/>
                  <a:pt x="19288" y="11882"/>
                </a:cubicBezTo>
                <a:cubicBezTo>
                  <a:pt x="19627" y="11160"/>
                  <a:pt x="19797" y="10358"/>
                  <a:pt x="19797" y="9477"/>
                </a:cubicBezTo>
                <a:cubicBezTo>
                  <a:pt x="19797" y="8590"/>
                  <a:pt x="19627" y="7792"/>
                  <a:pt x="19288" y="7069"/>
                </a:cubicBezTo>
                <a:cubicBezTo>
                  <a:pt x="18952" y="6349"/>
                  <a:pt x="18514" y="5702"/>
                  <a:pt x="17978" y="5129"/>
                </a:cubicBezTo>
                <a:cubicBezTo>
                  <a:pt x="17439" y="4559"/>
                  <a:pt x="16843" y="4073"/>
                  <a:pt x="16191" y="3675"/>
                </a:cubicBezTo>
                <a:cubicBezTo>
                  <a:pt x="15537" y="3280"/>
                  <a:pt x="14895" y="2972"/>
                  <a:pt x="14264" y="27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6" name="AutoShape 102"/>
          <p:cNvSpPr>
            <a:spLocks/>
          </p:cNvSpPr>
          <p:nvPr/>
        </p:nvSpPr>
        <p:spPr bwMode="auto">
          <a:xfrm>
            <a:off x="9599613" y="2982913"/>
            <a:ext cx="825500" cy="825500"/>
          </a:xfrm>
          <a:custGeom>
            <a:avLst/>
            <a:gdLst>
              <a:gd name="T0" fmla="*/ 412750 w 21600"/>
              <a:gd name="T1" fmla="*/ 412750 h 21588"/>
              <a:gd name="T2" fmla="*/ 412750 w 21600"/>
              <a:gd name="T3" fmla="*/ 412750 h 21588"/>
              <a:gd name="T4" fmla="*/ 412750 w 21600"/>
              <a:gd name="T5" fmla="*/ 412750 h 21588"/>
              <a:gd name="T6" fmla="*/ 412750 w 21600"/>
              <a:gd name="T7" fmla="*/ 412750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7530" y="7696"/>
                </a:moveTo>
                <a:cubicBezTo>
                  <a:pt x="17530" y="8751"/>
                  <a:pt x="17302" y="9747"/>
                  <a:pt x="16843" y="10684"/>
                </a:cubicBezTo>
                <a:cubicBezTo>
                  <a:pt x="16386" y="11620"/>
                  <a:pt x="15760" y="12436"/>
                  <a:pt x="14969" y="13127"/>
                </a:cubicBezTo>
                <a:cubicBezTo>
                  <a:pt x="14176" y="13821"/>
                  <a:pt x="13249" y="14371"/>
                  <a:pt x="12185" y="14775"/>
                </a:cubicBezTo>
                <a:cubicBezTo>
                  <a:pt x="11121" y="15181"/>
                  <a:pt x="9982" y="15384"/>
                  <a:pt x="8765" y="15384"/>
                </a:cubicBezTo>
                <a:cubicBezTo>
                  <a:pt x="8487" y="15384"/>
                  <a:pt x="8212" y="15370"/>
                  <a:pt x="7936" y="15342"/>
                </a:cubicBezTo>
                <a:cubicBezTo>
                  <a:pt x="7663" y="15316"/>
                  <a:pt x="7395" y="15283"/>
                  <a:pt x="7131" y="15249"/>
                </a:cubicBezTo>
                <a:cubicBezTo>
                  <a:pt x="6027" y="16264"/>
                  <a:pt x="4766" y="16967"/>
                  <a:pt x="3346" y="17339"/>
                </a:cubicBezTo>
                <a:cubicBezTo>
                  <a:pt x="3196" y="17379"/>
                  <a:pt x="3043" y="17413"/>
                  <a:pt x="2890" y="17444"/>
                </a:cubicBezTo>
                <a:cubicBezTo>
                  <a:pt x="2735" y="17475"/>
                  <a:pt x="2572" y="17509"/>
                  <a:pt x="2398" y="17545"/>
                </a:cubicBezTo>
                <a:cubicBezTo>
                  <a:pt x="2308" y="17562"/>
                  <a:pt x="2228" y="17534"/>
                  <a:pt x="2155" y="17455"/>
                </a:cubicBezTo>
                <a:cubicBezTo>
                  <a:pt x="2085" y="17379"/>
                  <a:pt x="2033" y="17297"/>
                  <a:pt x="2005" y="17207"/>
                </a:cubicBezTo>
                <a:lnTo>
                  <a:pt x="2005" y="17181"/>
                </a:lnTo>
                <a:cubicBezTo>
                  <a:pt x="1974" y="17071"/>
                  <a:pt x="1986" y="16984"/>
                  <a:pt x="2038" y="16916"/>
                </a:cubicBezTo>
                <a:cubicBezTo>
                  <a:pt x="2090" y="16851"/>
                  <a:pt x="2158" y="16769"/>
                  <a:pt x="2240" y="16679"/>
                </a:cubicBezTo>
                <a:cubicBezTo>
                  <a:pt x="2377" y="16518"/>
                  <a:pt x="2506" y="16355"/>
                  <a:pt x="2629" y="16188"/>
                </a:cubicBezTo>
                <a:cubicBezTo>
                  <a:pt x="2753" y="16022"/>
                  <a:pt x="2864" y="15830"/>
                  <a:pt x="2963" y="15621"/>
                </a:cubicBezTo>
                <a:cubicBezTo>
                  <a:pt x="3059" y="15410"/>
                  <a:pt x="3151" y="15159"/>
                  <a:pt x="3238" y="14871"/>
                </a:cubicBezTo>
                <a:cubicBezTo>
                  <a:pt x="3325" y="14580"/>
                  <a:pt x="3398" y="14225"/>
                  <a:pt x="3457" y="13801"/>
                </a:cubicBezTo>
                <a:cubicBezTo>
                  <a:pt x="2398" y="13102"/>
                  <a:pt x="1558" y="12222"/>
                  <a:pt x="934" y="11164"/>
                </a:cubicBezTo>
                <a:cubicBezTo>
                  <a:pt x="310" y="10106"/>
                  <a:pt x="0" y="8952"/>
                  <a:pt x="0" y="7696"/>
                </a:cubicBezTo>
                <a:cubicBezTo>
                  <a:pt x="0" y="6627"/>
                  <a:pt x="230" y="5625"/>
                  <a:pt x="691" y="4694"/>
                </a:cubicBezTo>
                <a:cubicBezTo>
                  <a:pt x="1153" y="3763"/>
                  <a:pt x="1781" y="2948"/>
                  <a:pt x="2574" y="2257"/>
                </a:cubicBezTo>
                <a:cubicBezTo>
                  <a:pt x="3365" y="1565"/>
                  <a:pt x="4290" y="1012"/>
                  <a:pt x="5352" y="609"/>
                </a:cubicBezTo>
                <a:cubicBezTo>
                  <a:pt x="6409" y="203"/>
                  <a:pt x="7548" y="0"/>
                  <a:pt x="8765" y="0"/>
                </a:cubicBezTo>
                <a:cubicBezTo>
                  <a:pt x="9982" y="0"/>
                  <a:pt x="11121" y="203"/>
                  <a:pt x="12185" y="609"/>
                </a:cubicBezTo>
                <a:cubicBezTo>
                  <a:pt x="13249" y="1012"/>
                  <a:pt x="14176" y="1565"/>
                  <a:pt x="14969" y="2257"/>
                </a:cubicBezTo>
                <a:cubicBezTo>
                  <a:pt x="15760" y="2948"/>
                  <a:pt x="16386" y="3763"/>
                  <a:pt x="16843" y="4694"/>
                </a:cubicBezTo>
                <a:cubicBezTo>
                  <a:pt x="17302" y="5625"/>
                  <a:pt x="17530" y="6627"/>
                  <a:pt x="17530" y="7696"/>
                </a:cubicBezTo>
                <a:moveTo>
                  <a:pt x="21599" y="11736"/>
                </a:moveTo>
                <a:cubicBezTo>
                  <a:pt x="21599" y="12986"/>
                  <a:pt x="21286" y="14146"/>
                  <a:pt x="20665" y="15203"/>
                </a:cubicBezTo>
                <a:cubicBezTo>
                  <a:pt x="20039" y="16261"/>
                  <a:pt x="19199" y="17139"/>
                  <a:pt x="18140" y="17841"/>
                </a:cubicBezTo>
                <a:cubicBezTo>
                  <a:pt x="18201" y="18265"/>
                  <a:pt x="18271" y="18620"/>
                  <a:pt x="18354" y="18908"/>
                </a:cubicBezTo>
                <a:cubicBezTo>
                  <a:pt x="18436" y="19199"/>
                  <a:pt x="18533" y="19444"/>
                  <a:pt x="18641" y="19661"/>
                </a:cubicBezTo>
                <a:cubicBezTo>
                  <a:pt x="18752" y="19870"/>
                  <a:pt x="18862" y="20059"/>
                  <a:pt x="18980" y="20226"/>
                </a:cubicBezTo>
                <a:cubicBezTo>
                  <a:pt x="19095" y="20392"/>
                  <a:pt x="19222" y="20556"/>
                  <a:pt x="19356" y="20719"/>
                </a:cubicBezTo>
                <a:cubicBezTo>
                  <a:pt x="19432" y="20809"/>
                  <a:pt x="19498" y="20891"/>
                  <a:pt x="19554" y="20968"/>
                </a:cubicBezTo>
                <a:cubicBezTo>
                  <a:pt x="19611" y="21047"/>
                  <a:pt x="19622" y="21128"/>
                  <a:pt x="19592" y="21219"/>
                </a:cubicBezTo>
                <a:lnTo>
                  <a:pt x="19592" y="21247"/>
                </a:lnTo>
                <a:cubicBezTo>
                  <a:pt x="19578" y="21351"/>
                  <a:pt x="19533" y="21439"/>
                  <a:pt x="19453" y="21509"/>
                </a:cubicBezTo>
                <a:cubicBezTo>
                  <a:pt x="19373" y="21577"/>
                  <a:pt x="19291" y="21599"/>
                  <a:pt x="19199" y="21583"/>
                </a:cubicBezTo>
                <a:cubicBezTo>
                  <a:pt x="19027" y="21549"/>
                  <a:pt x="18862" y="21512"/>
                  <a:pt x="18709" y="21481"/>
                </a:cubicBezTo>
                <a:cubicBezTo>
                  <a:pt x="18556" y="21450"/>
                  <a:pt x="18403" y="21419"/>
                  <a:pt x="18253" y="21379"/>
                </a:cubicBezTo>
                <a:cubicBezTo>
                  <a:pt x="17530" y="21199"/>
                  <a:pt x="16854" y="20931"/>
                  <a:pt x="16224" y="20570"/>
                </a:cubicBezTo>
                <a:cubicBezTo>
                  <a:pt x="15593" y="20211"/>
                  <a:pt x="15007" y="19783"/>
                  <a:pt x="14468" y="19286"/>
                </a:cubicBezTo>
                <a:cubicBezTo>
                  <a:pt x="14204" y="19323"/>
                  <a:pt x="13936" y="19354"/>
                  <a:pt x="13660" y="19382"/>
                </a:cubicBezTo>
                <a:cubicBezTo>
                  <a:pt x="13387" y="19407"/>
                  <a:pt x="13112" y="19424"/>
                  <a:pt x="12832" y="19424"/>
                </a:cubicBezTo>
                <a:cubicBezTo>
                  <a:pt x="11773" y="19424"/>
                  <a:pt x="10777" y="19263"/>
                  <a:pt x="9847" y="18950"/>
                </a:cubicBezTo>
                <a:cubicBezTo>
                  <a:pt x="8915" y="18634"/>
                  <a:pt x="8070" y="18211"/>
                  <a:pt x="7312" y="17678"/>
                </a:cubicBezTo>
                <a:cubicBezTo>
                  <a:pt x="7357" y="17644"/>
                  <a:pt x="7407" y="17607"/>
                  <a:pt x="7463" y="17571"/>
                </a:cubicBezTo>
                <a:cubicBezTo>
                  <a:pt x="7520" y="17537"/>
                  <a:pt x="7571" y="17500"/>
                  <a:pt x="7616" y="17463"/>
                </a:cubicBezTo>
                <a:cubicBezTo>
                  <a:pt x="8000" y="17517"/>
                  <a:pt x="8381" y="17545"/>
                  <a:pt x="8765" y="17545"/>
                </a:cubicBezTo>
                <a:cubicBezTo>
                  <a:pt x="10245" y="17545"/>
                  <a:pt x="11632" y="17291"/>
                  <a:pt x="12921" y="16781"/>
                </a:cubicBezTo>
                <a:cubicBezTo>
                  <a:pt x="14214" y="16270"/>
                  <a:pt x="15334" y="15576"/>
                  <a:pt x="16280" y="14690"/>
                </a:cubicBezTo>
                <a:cubicBezTo>
                  <a:pt x="17229" y="13801"/>
                  <a:pt x="17972" y="12757"/>
                  <a:pt x="18516" y="11558"/>
                </a:cubicBezTo>
                <a:cubicBezTo>
                  <a:pt x="19062" y="10365"/>
                  <a:pt x="19335" y="9075"/>
                  <a:pt x="19335" y="7696"/>
                </a:cubicBezTo>
                <a:cubicBezTo>
                  <a:pt x="19335" y="7326"/>
                  <a:pt x="19312" y="6954"/>
                  <a:pt x="19267" y="6564"/>
                </a:cubicBezTo>
                <a:cubicBezTo>
                  <a:pt x="19987" y="7267"/>
                  <a:pt x="20557" y="8054"/>
                  <a:pt x="20973" y="8926"/>
                </a:cubicBezTo>
                <a:cubicBezTo>
                  <a:pt x="21392" y="9801"/>
                  <a:pt x="21599" y="10737"/>
                  <a:pt x="21599" y="1173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7" name="AutoShape 103"/>
          <p:cNvSpPr>
            <a:spLocks/>
          </p:cNvSpPr>
          <p:nvPr/>
        </p:nvSpPr>
        <p:spPr bwMode="auto">
          <a:xfrm>
            <a:off x="11763375" y="29829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765" y="0"/>
                </a:moveTo>
                <a:cubicBezTo>
                  <a:pt x="9365" y="0"/>
                  <a:pt x="9963" y="50"/>
                  <a:pt x="10556" y="155"/>
                </a:cubicBezTo>
                <a:cubicBezTo>
                  <a:pt x="11151" y="259"/>
                  <a:pt x="11733" y="417"/>
                  <a:pt x="12302" y="632"/>
                </a:cubicBezTo>
                <a:cubicBezTo>
                  <a:pt x="12950" y="897"/>
                  <a:pt x="13587" y="1239"/>
                  <a:pt x="14218" y="1663"/>
                </a:cubicBezTo>
                <a:cubicBezTo>
                  <a:pt x="14849" y="2086"/>
                  <a:pt x="15412" y="2597"/>
                  <a:pt x="15904" y="3199"/>
                </a:cubicBezTo>
                <a:cubicBezTo>
                  <a:pt x="16395" y="3797"/>
                  <a:pt x="16791" y="4475"/>
                  <a:pt x="17087" y="5229"/>
                </a:cubicBezTo>
                <a:cubicBezTo>
                  <a:pt x="17382" y="5988"/>
                  <a:pt x="17530" y="6813"/>
                  <a:pt x="17530" y="7702"/>
                </a:cubicBezTo>
                <a:cubicBezTo>
                  <a:pt x="17530" y="8586"/>
                  <a:pt x="17382" y="9407"/>
                  <a:pt x="17087" y="10161"/>
                </a:cubicBezTo>
                <a:cubicBezTo>
                  <a:pt x="16791" y="10921"/>
                  <a:pt x="16395" y="11596"/>
                  <a:pt x="15904" y="12186"/>
                </a:cubicBezTo>
                <a:cubicBezTo>
                  <a:pt x="15412" y="12776"/>
                  <a:pt x="14849" y="13287"/>
                  <a:pt x="14218" y="13719"/>
                </a:cubicBezTo>
                <a:cubicBezTo>
                  <a:pt x="13587" y="14151"/>
                  <a:pt x="12950" y="14498"/>
                  <a:pt x="12302" y="14758"/>
                </a:cubicBezTo>
                <a:cubicBezTo>
                  <a:pt x="11147" y="15184"/>
                  <a:pt x="9967" y="15396"/>
                  <a:pt x="8765" y="15396"/>
                </a:cubicBezTo>
                <a:cubicBezTo>
                  <a:pt x="8487" y="15396"/>
                  <a:pt x="8214" y="15382"/>
                  <a:pt x="7948" y="15354"/>
                </a:cubicBezTo>
                <a:cubicBezTo>
                  <a:pt x="7682" y="15328"/>
                  <a:pt x="7409" y="15297"/>
                  <a:pt x="7131" y="15258"/>
                </a:cubicBezTo>
                <a:cubicBezTo>
                  <a:pt x="6006" y="16294"/>
                  <a:pt x="4742" y="16994"/>
                  <a:pt x="3346" y="17353"/>
                </a:cubicBezTo>
                <a:cubicBezTo>
                  <a:pt x="3196" y="17392"/>
                  <a:pt x="3033" y="17435"/>
                  <a:pt x="2862" y="17483"/>
                </a:cubicBezTo>
                <a:cubicBezTo>
                  <a:pt x="2687" y="17534"/>
                  <a:pt x="2520" y="17559"/>
                  <a:pt x="2353" y="17559"/>
                </a:cubicBezTo>
                <a:cubicBezTo>
                  <a:pt x="2264" y="17559"/>
                  <a:pt x="2181" y="17514"/>
                  <a:pt x="2111" y="17432"/>
                </a:cubicBezTo>
                <a:cubicBezTo>
                  <a:pt x="2040" y="17342"/>
                  <a:pt x="2005" y="17237"/>
                  <a:pt x="2005" y="17110"/>
                </a:cubicBezTo>
                <a:cubicBezTo>
                  <a:pt x="2005" y="17022"/>
                  <a:pt x="2033" y="16943"/>
                  <a:pt x="2090" y="16873"/>
                </a:cubicBezTo>
                <a:cubicBezTo>
                  <a:pt x="2146" y="16808"/>
                  <a:pt x="2196" y="16746"/>
                  <a:pt x="2240" y="16692"/>
                </a:cubicBezTo>
                <a:cubicBezTo>
                  <a:pt x="2624" y="16235"/>
                  <a:pt x="2897" y="15803"/>
                  <a:pt x="3059" y="15396"/>
                </a:cubicBezTo>
                <a:cubicBezTo>
                  <a:pt x="3219" y="14987"/>
                  <a:pt x="3354" y="14464"/>
                  <a:pt x="3457" y="13812"/>
                </a:cubicBezTo>
                <a:cubicBezTo>
                  <a:pt x="2984" y="13499"/>
                  <a:pt x="2539" y="13129"/>
                  <a:pt x="2123" y="12705"/>
                </a:cubicBezTo>
                <a:cubicBezTo>
                  <a:pt x="1706" y="12279"/>
                  <a:pt x="1341" y="11810"/>
                  <a:pt x="1023" y="11299"/>
                </a:cubicBezTo>
                <a:cubicBezTo>
                  <a:pt x="710" y="10785"/>
                  <a:pt x="458" y="10229"/>
                  <a:pt x="275" y="9622"/>
                </a:cubicBezTo>
                <a:cubicBezTo>
                  <a:pt x="91" y="9021"/>
                  <a:pt x="0" y="8382"/>
                  <a:pt x="0" y="7702"/>
                </a:cubicBezTo>
                <a:cubicBezTo>
                  <a:pt x="0" y="6821"/>
                  <a:pt x="150" y="5999"/>
                  <a:pt x="449" y="5237"/>
                </a:cubicBezTo>
                <a:cubicBezTo>
                  <a:pt x="750" y="4478"/>
                  <a:pt x="1150" y="3797"/>
                  <a:pt x="1649" y="3199"/>
                </a:cubicBezTo>
                <a:cubicBezTo>
                  <a:pt x="2148" y="2597"/>
                  <a:pt x="2716" y="2086"/>
                  <a:pt x="3346" y="1663"/>
                </a:cubicBezTo>
                <a:cubicBezTo>
                  <a:pt x="3977" y="1239"/>
                  <a:pt x="4615" y="897"/>
                  <a:pt x="5260" y="632"/>
                </a:cubicBezTo>
                <a:cubicBezTo>
                  <a:pt x="5832" y="409"/>
                  <a:pt x="6411" y="248"/>
                  <a:pt x="7002" y="149"/>
                </a:cubicBezTo>
                <a:cubicBezTo>
                  <a:pt x="7590" y="48"/>
                  <a:pt x="8179" y="0"/>
                  <a:pt x="8765" y="0"/>
                </a:cubicBezTo>
                <a:moveTo>
                  <a:pt x="8765" y="2160"/>
                </a:moveTo>
                <a:cubicBezTo>
                  <a:pt x="8268" y="2160"/>
                  <a:pt x="7774" y="2202"/>
                  <a:pt x="7277" y="2281"/>
                </a:cubicBezTo>
                <a:cubicBezTo>
                  <a:pt x="6783" y="2366"/>
                  <a:pt x="6286" y="2510"/>
                  <a:pt x="5790" y="2719"/>
                </a:cubicBezTo>
                <a:cubicBezTo>
                  <a:pt x="5347" y="2877"/>
                  <a:pt x="4886" y="3111"/>
                  <a:pt x="4410" y="3419"/>
                </a:cubicBezTo>
                <a:cubicBezTo>
                  <a:pt x="3933" y="3727"/>
                  <a:pt x="3502" y="4085"/>
                  <a:pt x="3113" y="4500"/>
                </a:cubicBezTo>
                <a:cubicBezTo>
                  <a:pt x="2727" y="4915"/>
                  <a:pt x="2412" y="5390"/>
                  <a:pt x="2167" y="5926"/>
                </a:cubicBezTo>
                <a:cubicBezTo>
                  <a:pt x="1925" y="6463"/>
                  <a:pt x="1802" y="7056"/>
                  <a:pt x="1802" y="7702"/>
                </a:cubicBezTo>
                <a:cubicBezTo>
                  <a:pt x="1802" y="8355"/>
                  <a:pt x="1915" y="8925"/>
                  <a:pt x="2146" y="9422"/>
                </a:cubicBezTo>
                <a:cubicBezTo>
                  <a:pt x="2374" y="9919"/>
                  <a:pt x="2666" y="10362"/>
                  <a:pt x="3017" y="10758"/>
                </a:cubicBezTo>
                <a:cubicBezTo>
                  <a:pt x="3372" y="11156"/>
                  <a:pt x="3763" y="11509"/>
                  <a:pt x="4196" y="11811"/>
                </a:cubicBezTo>
                <a:cubicBezTo>
                  <a:pt x="4629" y="12121"/>
                  <a:pt x="5051" y="12406"/>
                  <a:pt x="5465" y="12678"/>
                </a:cubicBezTo>
                <a:lnTo>
                  <a:pt x="5239" y="14177"/>
                </a:lnTo>
                <a:cubicBezTo>
                  <a:pt x="5486" y="14019"/>
                  <a:pt x="5724" y="13827"/>
                  <a:pt x="5954" y="13609"/>
                </a:cubicBezTo>
                <a:cubicBezTo>
                  <a:pt x="6183" y="13395"/>
                  <a:pt x="6406" y="13189"/>
                  <a:pt x="6625" y="12988"/>
                </a:cubicBezTo>
                <a:cubicBezTo>
                  <a:pt x="6978" y="13042"/>
                  <a:pt x="7334" y="13098"/>
                  <a:pt x="7694" y="13152"/>
                </a:cubicBezTo>
                <a:cubicBezTo>
                  <a:pt x="8056" y="13208"/>
                  <a:pt x="8412" y="13231"/>
                  <a:pt x="8765" y="13231"/>
                </a:cubicBezTo>
                <a:cubicBezTo>
                  <a:pt x="9779" y="13231"/>
                  <a:pt x="10770" y="13048"/>
                  <a:pt x="11740" y="12678"/>
                </a:cubicBezTo>
                <a:cubicBezTo>
                  <a:pt x="12196" y="12517"/>
                  <a:pt x="12665" y="12280"/>
                  <a:pt x="13138" y="11978"/>
                </a:cubicBezTo>
                <a:cubicBezTo>
                  <a:pt x="13609" y="11670"/>
                  <a:pt x="14039" y="11306"/>
                  <a:pt x="14421" y="10879"/>
                </a:cubicBezTo>
                <a:cubicBezTo>
                  <a:pt x="14804" y="10459"/>
                  <a:pt x="15120" y="9981"/>
                  <a:pt x="15369" y="9453"/>
                </a:cubicBezTo>
                <a:cubicBezTo>
                  <a:pt x="15616" y="8928"/>
                  <a:pt x="15739" y="8344"/>
                  <a:pt x="15739" y="7703"/>
                </a:cubicBezTo>
                <a:cubicBezTo>
                  <a:pt x="15739" y="7056"/>
                  <a:pt x="15616" y="6463"/>
                  <a:pt x="15369" y="5927"/>
                </a:cubicBezTo>
                <a:cubicBezTo>
                  <a:pt x="15120" y="5390"/>
                  <a:pt x="14804" y="4916"/>
                  <a:pt x="14421" y="4501"/>
                </a:cubicBezTo>
                <a:cubicBezTo>
                  <a:pt x="14039" y="4086"/>
                  <a:pt x="13611" y="3727"/>
                  <a:pt x="13143" y="3419"/>
                </a:cubicBezTo>
                <a:cubicBezTo>
                  <a:pt x="12674" y="3112"/>
                  <a:pt x="12206" y="2877"/>
                  <a:pt x="11740" y="2719"/>
                </a:cubicBezTo>
                <a:cubicBezTo>
                  <a:pt x="11267" y="2510"/>
                  <a:pt x="10779" y="2366"/>
                  <a:pt x="10281" y="2281"/>
                </a:cubicBezTo>
                <a:cubicBezTo>
                  <a:pt x="9782" y="2202"/>
                  <a:pt x="9278" y="2160"/>
                  <a:pt x="8765" y="2160"/>
                </a:cubicBezTo>
                <a:moveTo>
                  <a:pt x="21599" y="11746"/>
                </a:moveTo>
                <a:cubicBezTo>
                  <a:pt x="21599" y="12429"/>
                  <a:pt x="21505" y="13075"/>
                  <a:pt x="21322" y="13671"/>
                </a:cubicBezTo>
                <a:cubicBezTo>
                  <a:pt x="21138" y="14273"/>
                  <a:pt x="20889" y="14829"/>
                  <a:pt x="20573" y="15340"/>
                </a:cubicBezTo>
                <a:cubicBezTo>
                  <a:pt x="20258" y="15854"/>
                  <a:pt x="19891" y="16323"/>
                  <a:pt x="19474" y="16746"/>
                </a:cubicBezTo>
                <a:cubicBezTo>
                  <a:pt x="19057" y="17172"/>
                  <a:pt x="18613" y="17542"/>
                  <a:pt x="18140" y="17856"/>
                </a:cubicBezTo>
                <a:cubicBezTo>
                  <a:pt x="18245" y="18505"/>
                  <a:pt x="18377" y="19030"/>
                  <a:pt x="18540" y="19440"/>
                </a:cubicBezTo>
                <a:cubicBezTo>
                  <a:pt x="18702" y="19841"/>
                  <a:pt x="18973" y="20275"/>
                  <a:pt x="19356" y="20736"/>
                </a:cubicBezTo>
                <a:cubicBezTo>
                  <a:pt x="19401" y="20789"/>
                  <a:pt x="19453" y="20857"/>
                  <a:pt x="19509" y="20930"/>
                </a:cubicBezTo>
                <a:cubicBezTo>
                  <a:pt x="19566" y="21007"/>
                  <a:pt x="19592" y="21091"/>
                  <a:pt x="19592" y="21182"/>
                </a:cubicBezTo>
                <a:cubicBezTo>
                  <a:pt x="19592" y="21326"/>
                  <a:pt x="19554" y="21430"/>
                  <a:pt x="19474" y="21498"/>
                </a:cubicBezTo>
                <a:cubicBezTo>
                  <a:pt x="19396" y="21568"/>
                  <a:pt x="19305" y="21600"/>
                  <a:pt x="19199" y="21600"/>
                </a:cubicBezTo>
                <a:cubicBezTo>
                  <a:pt x="19048" y="21600"/>
                  <a:pt x="18888" y="21571"/>
                  <a:pt x="18714" y="21526"/>
                </a:cubicBezTo>
                <a:cubicBezTo>
                  <a:pt x="18542" y="21473"/>
                  <a:pt x="18387" y="21433"/>
                  <a:pt x="18253" y="21396"/>
                </a:cubicBezTo>
                <a:cubicBezTo>
                  <a:pt x="16854" y="21026"/>
                  <a:pt x="15593" y="20329"/>
                  <a:pt x="14468" y="19301"/>
                </a:cubicBezTo>
                <a:cubicBezTo>
                  <a:pt x="14190" y="19338"/>
                  <a:pt x="13917" y="19369"/>
                  <a:pt x="13651" y="19394"/>
                </a:cubicBezTo>
                <a:cubicBezTo>
                  <a:pt x="13383" y="19423"/>
                  <a:pt x="13112" y="19439"/>
                  <a:pt x="12832" y="19439"/>
                </a:cubicBezTo>
                <a:cubicBezTo>
                  <a:pt x="11865" y="19439"/>
                  <a:pt x="10909" y="19293"/>
                  <a:pt x="9972" y="19002"/>
                </a:cubicBezTo>
                <a:cubicBezTo>
                  <a:pt x="9031" y="18717"/>
                  <a:pt x="8146" y="18279"/>
                  <a:pt x="7312" y="17692"/>
                </a:cubicBezTo>
                <a:lnTo>
                  <a:pt x="7616" y="17474"/>
                </a:lnTo>
                <a:cubicBezTo>
                  <a:pt x="8000" y="17531"/>
                  <a:pt x="8381" y="17559"/>
                  <a:pt x="8765" y="17559"/>
                </a:cubicBezTo>
                <a:cubicBezTo>
                  <a:pt x="10245" y="17559"/>
                  <a:pt x="11676" y="17279"/>
                  <a:pt x="13058" y="16720"/>
                </a:cubicBezTo>
                <a:cubicBezTo>
                  <a:pt x="13891" y="16387"/>
                  <a:pt x="14684" y="15935"/>
                  <a:pt x="15435" y="15374"/>
                </a:cubicBezTo>
                <a:cubicBezTo>
                  <a:pt x="16186" y="14812"/>
                  <a:pt x="16852" y="14148"/>
                  <a:pt x="17431" y="13380"/>
                </a:cubicBezTo>
                <a:cubicBezTo>
                  <a:pt x="18008" y="12618"/>
                  <a:pt x="18469" y="11759"/>
                  <a:pt x="18815" y="10814"/>
                </a:cubicBezTo>
                <a:cubicBezTo>
                  <a:pt x="19161" y="9865"/>
                  <a:pt x="19335" y="8831"/>
                  <a:pt x="19335" y="7702"/>
                </a:cubicBezTo>
                <a:cubicBezTo>
                  <a:pt x="19335" y="7332"/>
                  <a:pt x="19312" y="6957"/>
                  <a:pt x="19267" y="6567"/>
                </a:cubicBezTo>
                <a:cubicBezTo>
                  <a:pt x="19943" y="7216"/>
                  <a:pt x="20500" y="7979"/>
                  <a:pt x="20940" y="8854"/>
                </a:cubicBezTo>
                <a:cubicBezTo>
                  <a:pt x="21378" y="9727"/>
                  <a:pt x="21599" y="10692"/>
                  <a:pt x="21599" y="117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8" name="AutoShape 104"/>
          <p:cNvSpPr>
            <a:spLocks/>
          </p:cNvSpPr>
          <p:nvPr/>
        </p:nvSpPr>
        <p:spPr bwMode="auto">
          <a:xfrm>
            <a:off x="14028738" y="30210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05" y="0"/>
                </a:moveTo>
                <a:cubicBezTo>
                  <a:pt x="20300" y="0"/>
                  <a:pt x="20721" y="211"/>
                  <a:pt x="21073" y="631"/>
                </a:cubicBezTo>
                <a:cubicBezTo>
                  <a:pt x="21423" y="1054"/>
                  <a:pt x="21599" y="1565"/>
                  <a:pt x="21599" y="2165"/>
                </a:cubicBezTo>
                <a:lnTo>
                  <a:pt x="21599" y="19432"/>
                </a:lnTo>
                <a:cubicBezTo>
                  <a:pt x="21599" y="20022"/>
                  <a:pt x="21423" y="20533"/>
                  <a:pt x="21073" y="20956"/>
                </a:cubicBezTo>
                <a:cubicBezTo>
                  <a:pt x="20721" y="21385"/>
                  <a:pt x="20300" y="21600"/>
                  <a:pt x="19805" y="21600"/>
                </a:cubicBezTo>
                <a:lnTo>
                  <a:pt x="1804" y="21600"/>
                </a:lnTo>
                <a:cubicBezTo>
                  <a:pt x="1312" y="21600"/>
                  <a:pt x="888" y="21388"/>
                  <a:pt x="533" y="20965"/>
                </a:cubicBezTo>
                <a:cubicBezTo>
                  <a:pt x="176" y="20545"/>
                  <a:pt x="0" y="20034"/>
                  <a:pt x="0" y="19432"/>
                </a:cubicBezTo>
                <a:lnTo>
                  <a:pt x="0" y="2165"/>
                </a:lnTo>
                <a:cubicBezTo>
                  <a:pt x="0" y="1574"/>
                  <a:pt x="176" y="1066"/>
                  <a:pt x="526" y="637"/>
                </a:cubicBezTo>
                <a:cubicBezTo>
                  <a:pt x="878" y="211"/>
                  <a:pt x="1304" y="0"/>
                  <a:pt x="1804" y="0"/>
                </a:cubicBezTo>
                <a:lnTo>
                  <a:pt x="19805" y="0"/>
                </a:lnTo>
                <a:close/>
                <a:moveTo>
                  <a:pt x="19805" y="2165"/>
                </a:moveTo>
                <a:lnTo>
                  <a:pt x="1804" y="2165"/>
                </a:lnTo>
                <a:lnTo>
                  <a:pt x="1804" y="5930"/>
                </a:lnTo>
                <a:lnTo>
                  <a:pt x="19805" y="5930"/>
                </a:lnTo>
                <a:lnTo>
                  <a:pt x="19805" y="2165"/>
                </a:lnTo>
                <a:close/>
                <a:moveTo>
                  <a:pt x="19805" y="11347"/>
                </a:moveTo>
                <a:lnTo>
                  <a:pt x="1804" y="11347"/>
                </a:lnTo>
                <a:lnTo>
                  <a:pt x="1804" y="19432"/>
                </a:lnTo>
                <a:lnTo>
                  <a:pt x="19805" y="19432"/>
                </a:lnTo>
                <a:lnTo>
                  <a:pt x="19805" y="11347"/>
                </a:lnTo>
                <a:close/>
                <a:moveTo>
                  <a:pt x="6646" y="18083"/>
                </a:moveTo>
                <a:lnTo>
                  <a:pt x="3047" y="18083"/>
                </a:lnTo>
                <a:lnTo>
                  <a:pt x="3047" y="16465"/>
                </a:lnTo>
                <a:lnTo>
                  <a:pt x="6646" y="16465"/>
                </a:lnTo>
                <a:lnTo>
                  <a:pt x="6646" y="18083"/>
                </a:lnTo>
                <a:close/>
                <a:moveTo>
                  <a:pt x="13149" y="18083"/>
                </a:moveTo>
                <a:lnTo>
                  <a:pt x="7922" y="18083"/>
                </a:lnTo>
                <a:lnTo>
                  <a:pt x="7922" y="16465"/>
                </a:lnTo>
                <a:lnTo>
                  <a:pt x="13149" y="16465"/>
                </a:lnTo>
                <a:lnTo>
                  <a:pt x="13149" y="1808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9" name="AutoShape 105"/>
          <p:cNvSpPr>
            <a:spLocks/>
          </p:cNvSpPr>
          <p:nvPr/>
        </p:nvSpPr>
        <p:spPr bwMode="auto">
          <a:xfrm>
            <a:off x="16117888" y="30210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2292" y="0"/>
                  <a:pt x="13696" y="342"/>
                  <a:pt x="15004" y="1019"/>
                </a:cubicBezTo>
                <a:cubicBezTo>
                  <a:pt x="16315" y="1698"/>
                  <a:pt x="17460" y="2628"/>
                  <a:pt x="18441" y="3806"/>
                </a:cubicBezTo>
                <a:cubicBezTo>
                  <a:pt x="19420" y="4981"/>
                  <a:pt x="20193" y="6354"/>
                  <a:pt x="20755" y="7923"/>
                </a:cubicBezTo>
                <a:cubicBezTo>
                  <a:pt x="21319" y="9498"/>
                  <a:pt x="21599" y="11174"/>
                  <a:pt x="21599" y="12956"/>
                </a:cubicBezTo>
                <a:cubicBezTo>
                  <a:pt x="21599" y="13673"/>
                  <a:pt x="21544" y="14402"/>
                  <a:pt x="21434" y="15147"/>
                </a:cubicBezTo>
                <a:cubicBezTo>
                  <a:pt x="21321" y="15893"/>
                  <a:pt x="21160" y="16624"/>
                  <a:pt x="20952" y="17338"/>
                </a:cubicBezTo>
                <a:cubicBezTo>
                  <a:pt x="20740" y="18058"/>
                  <a:pt x="20476" y="18743"/>
                  <a:pt x="20162" y="19403"/>
                </a:cubicBezTo>
                <a:cubicBezTo>
                  <a:pt x="19850" y="20056"/>
                  <a:pt x="19497" y="20655"/>
                  <a:pt x="19106" y="21199"/>
                </a:cubicBezTo>
                <a:cubicBezTo>
                  <a:pt x="18931" y="21467"/>
                  <a:pt x="18703" y="21600"/>
                  <a:pt x="18429" y="21600"/>
                </a:cubicBezTo>
                <a:lnTo>
                  <a:pt x="3170" y="21600"/>
                </a:lnTo>
                <a:cubicBezTo>
                  <a:pt x="2887" y="21600"/>
                  <a:pt x="2661" y="21467"/>
                  <a:pt x="2493" y="21199"/>
                </a:cubicBezTo>
                <a:cubicBezTo>
                  <a:pt x="2088" y="20655"/>
                  <a:pt x="1730" y="20056"/>
                  <a:pt x="1425" y="19403"/>
                </a:cubicBezTo>
                <a:cubicBezTo>
                  <a:pt x="1118" y="18743"/>
                  <a:pt x="859" y="18058"/>
                  <a:pt x="650" y="17338"/>
                </a:cubicBezTo>
                <a:cubicBezTo>
                  <a:pt x="439" y="16624"/>
                  <a:pt x="278" y="15893"/>
                  <a:pt x="165" y="15147"/>
                </a:cubicBezTo>
                <a:cubicBezTo>
                  <a:pt x="55" y="14402"/>
                  <a:pt x="0" y="13673"/>
                  <a:pt x="0" y="12956"/>
                </a:cubicBezTo>
                <a:cubicBezTo>
                  <a:pt x="0" y="11162"/>
                  <a:pt x="280" y="9487"/>
                  <a:pt x="844" y="7917"/>
                </a:cubicBezTo>
                <a:cubicBezTo>
                  <a:pt x="1406" y="6354"/>
                  <a:pt x="2179" y="4981"/>
                  <a:pt x="3158" y="3806"/>
                </a:cubicBezTo>
                <a:cubicBezTo>
                  <a:pt x="4140" y="2628"/>
                  <a:pt x="5284" y="1698"/>
                  <a:pt x="6595" y="1019"/>
                </a:cubicBezTo>
                <a:cubicBezTo>
                  <a:pt x="7903" y="342"/>
                  <a:pt x="9304" y="0"/>
                  <a:pt x="10800" y="0"/>
                </a:cubicBezTo>
                <a:moveTo>
                  <a:pt x="3148" y="14571"/>
                </a:moveTo>
                <a:cubicBezTo>
                  <a:pt x="3523" y="14571"/>
                  <a:pt x="3842" y="14413"/>
                  <a:pt x="4101" y="14099"/>
                </a:cubicBezTo>
                <a:cubicBezTo>
                  <a:pt x="4360" y="13791"/>
                  <a:pt x="4492" y="13408"/>
                  <a:pt x="4492" y="12956"/>
                </a:cubicBezTo>
                <a:cubicBezTo>
                  <a:pt x="4492" y="12507"/>
                  <a:pt x="4360" y="12127"/>
                  <a:pt x="4096" y="11822"/>
                </a:cubicBezTo>
                <a:cubicBezTo>
                  <a:pt x="3832" y="11511"/>
                  <a:pt x="3516" y="11358"/>
                  <a:pt x="3148" y="11358"/>
                </a:cubicBezTo>
                <a:cubicBezTo>
                  <a:pt x="2772" y="11358"/>
                  <a:pt x="2455" y="11511"/>
                  <a:pt x="2200" y="11822"/>
                </a:cubicBezTo>
                <a:cubicBezTo>
                  <a:pt x="1943" y="12127"/>
                  <a:pt x="1814" y="12507"/>
                  <a:pt x="1814" y="12956"/>
                </a:cubicBezTo>
                <a:cubicBezTo>
                  <a:pt x="1814" y="13408"/>
                  <a:pt x="1943" y="13791"/>
                  <a:pt x="2200" y="14099"/>
                </a:cubicBezTo>
                <a:cubicBezTo>
                  <a:pt x="2455" y="14413"/>
                  <a:pt x="2772" y="14571"/>
                  <a:pt x="3148" y="14571"/>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5" y="15052"/>
                </a:moveTo>
                <a:cubicBezTo>
                  <a:pt x="12026" y="14923"/>
                  <a:pt x="12084" y="14672"/>
                  <a:pt x="12172" y="14292"/>
                </a:cubicBezTo>
                <a:cubicBezTo>
                  <a:pt x="12261" y="13918"/>
                  <a:pt x="12364" y="13477"/>
                  <a:pt x="12482" y="12977"/>
                </a:cubicBezTo>
                <a:cubicBezTo>
                  <a:pt x="12599" y="12475"/>
                  <a:pt x="12727" y="11954"/>
                  <a:pt x="12861" y="11404"/>
                </a:cubicBezTo>
                <a:cubicBezTo>
                  <a:pt x="12995" y="10860"/>
                  <a:pt x="13113" y="10351"/>
                  <a:pt x="13212" y="9881"/>
                </a:cubicBezTo>
                <a:cubicBezTo>
                  <a:pt x="13312" y="9415"/>
                  <a:pt x="13399" y="9009"/>
                  <a:pt x="13471" y="8669"/>
                </a:cubicBezTo>
                <a:cubicBezTo>
                  <a:pt x="13543" y="8329"/>
                  <a:pt x="13579" y="8131"/>
                  <a:pt x="13579" y="8076"/>
                </a:cubicBezTo>
                <a:cubicBezTo>
                  <a:pt x="13579" y="7869"/>
                  <a:pt x="13512" y="7681"/>
                  <a:pt x="13379" y="7526"/>
                </a:cubicBezTo>
                <a:cubicBezTo>
                  <a:pt x="13245" y="7371"/>
                  <a:pt x="13089" y="7293"/>
                  <a:pt x="12914" y="7293"/>
                </a:cubicBezTo>
                <a:cubicBezTo>
                  <a:pt x="12760" y="7293"/>
                  <a:pt x="12624" y="7345"/>
                  <a:pt x="12506" y="7457"/>
                </a:cubicBezTo>
                <a:cubicBezTo>
                  <a:pt x="12386" y="7566"/>
                  <a:pt x="12304" y="7710"/>
                  <a:pt x="12259" y="7886"/>
                </a:cubicBezTo>
                <a:lnTo>
                  <a:pt x="10706" y="14598"/>
                </a:lnTo>
                <a:cubicBezTo>
                  <a:pt x="10408" y="14618"/>
                  <a:pt x="10125" y="14695"/>
                  <a:pt x="9856" y="14839"/>
                </a:cubicBezTo>
                <a:cubicBezTo>
                  <a:pt x="9590" y="14983"/>
                  <a:pt x="9357" y="15173"/>
                  <a:pt x="9163" y="15418"/>
                </a:cubicBezTo>
                <a:cubicBezTo>
                  <a:pt x="8966" y="15663"/>
                  <a:pt x="8812" y="15945"/>
                  <a:pt x="8702" y="16265"/>
                </a:cubicBezTo>
                <a:cubicBezTo>
                  <a:pt x="8591" y="16587"/>
                  <a:pt x="8536" y="16927"/>
                  <a:pt x="8536" y="17284"/>
                </a:cubicBezTo>
                <a:cubicBezTo>
                  <a:pt x="8536" y="18038"/>
                  <a:pt x="8755" y="18677"/>
                  <a:pt x="9196" y="19198"/>
                </a:cubicBezTo>
                <a:cubicBezTo>
                  <a:pt x="9638" y="19725"/>
                  <a:pt x="10171" y="19987"/>
                  <a:pt x="10799" y="19987"/>
                </a:cubicBezTo>
                <a:cubicBezTo>
                  <a:pt x="11428" y="19987"/>
                  <a:pt x="11961" y="19725"/>
                  <a:pt x="12403" y="19198"/>
                </a:cubicBezTo>
                <a:cubicBezTo>
                  <a:pt x="12842" y="18677"/>
                  <a:pt x="13063" y="18038"/>
                  <a:pt x="13063" y="17284"/>
                </a:cubicBezTo>
                <a:cubicBezTo>
                  <a:pt x="13063" y="16835"/>
                  <a:pt x="12962" y="16417"/>
                  <a:pt x="12763" y="16031"/>
                </a:cubicBezTo>
                <a:cubicBezTo>
                  <a:pt x="12564" y="15645"/>
                  <a:pt x="12307" y="15320"/>
                  <a:pt x="11995" y="15052"/>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4" y="5390"/>
                  <a:pt x="11493" y="5237"/>
                  <a:pt x="11752" y="4926"/>
                </a:cubicBezTo>
                <a:cubicBezTo>
                  <a:pt x="12014" y="4621"/>
                  <a:pt x="12144" y="4241"/>
                  <a:pt x="12144" y="3792"/>
                </a:cubicBezTo>
                <a:cubicBezTo>
                  <a:pt x="12144" y="3343"/>
                  <a:pt x="12014" y="2960"/>
                  <a:pt x="11752" y="2646"/>
                </a:cubicBezTo>
                <a:cubicBezTo>
                  <a:pt x="11493" y="2335"/>
                  <a:pt x="11174" y="2176"/>
                  <a:pt x="10800" y="2176"/>
                </a:cubicBezTo>
                <a:moveTo>
                  <a:pt x="14844" y="6466"/>
                </a:moveTo>
                <a:cubicBezTo>
                  <a:pt x="14844" y="6916"/>
                  <a:pt x="14978" y="7299"/>
                  <a:pt x="15247" y="7609"/>
                </a:cubicBezTo>
                <a:cubicBezTo>
                  <a:pt x="15513" y="7920"/>
                  <a:pt x="15835" y="8076"/>
                  <a:pt x="16212" y="8076"/>
                </a:cubicBezTo>
                <a:cubicBezTo>
                  <a:pt x="16586" y="8076"/>
                  <a:pt x="16903" y="7920"/>
                  <a:pt x="17164" y="7609"/>
                </a:cubicBezTo>
                <a:cubicBezTo>
                  <a:pt x="17426" y="7299"/>
                  <a:pt x="17556" y="6915"/>
                  <a:pt x="17556" y="6466"/>
                </a:cubicBezTo>
                <a:cubicBezTo>
                  <a:pt x="17556" y="6014"/>
                  <a:pt x="17426" y="5634"/>
                  <a:pt x="17164" y="5326"/>
                </a:cubicBezTo>
                <a:cubicBezTo>
                  <a:pt x="16903" y="5021"/>
                  <a:pt x="16586" y="4866"/>
                  <a:pt x="16212" y="4866"/>
                </a:cubicBezTo>
                <a:cubicBezTo>
                  <a:pt x="15835" y="4866"/>
                  <a:pt x="15513" y="5021"/>
                  <a:pt x="15247" y="5326"/>
                </a:cubicBezTo>
                <a:cubicBezTo>
                  <a:pt x="14978" y="5634"/>
                  <a:pt x="14844" y="6014"/>
                  <a:pt x="14844" y="6466"/>
                </a:cubicBezTo>
                <a:moveTo>
                  <a:pt x="18451" y="14571"/>
                </a:moveTo>
                <a:cubicBezTo>
                  <a:pt x="18828" y="14571"/>
                  <a:pt x="19142" y="14413"/>
                  <a:pt x="19399" y="14099"/>
                </a:cubicBezTo>
                <a:cubicBezTo>
                  <a:pt x="19656" y="13791"/>
                  <a:pt x="19785" y="13408"/>
                  <a:pt x="19785" y="12956"/>
                </a:cubicBezTo>
                <a:cubicBezTo>
                  <a:pt x="19785" y="12507"/>
                  <a:pt x="19655" y="12127"/>
                  <a:pt x="19399" y="11822"/>
                </a:cubicBezTo>
                <a:cubicBezTo>
                  <a:pt x="19142" y="11511"/>
                  <a:pt x="18828" y="11358"/>
                  <a:pt x="18451" y="11358"/>
                </a:cubicBezTo>
                <a:cubicBezTo>
                  <a:pt x="18076" y="11358"/>
                  <a:pt x="17757" y="11511"/>
                  <a:pt x="17498" y="11822"/>
                </a:cubicBezTo>
                <a:cubicBezTo>
                  <a:pt x="17236" y="12127"/>
                  <a:pt x="17107" y="12507"/>
                  <a:pt x="17107" y="12956"/>
                </a:cubicBezTo>
                <a:cubicBezTo>
                  <a:pt x="17107" y="13408"/>
                  <a:pt x="17236" y="13791"/>
                  <a:pt x="17498" y="14099"/>
                </a:cubicBezTo>
                <a:cubicBezTo>
                  <a:pt x="17757" y="14413"/>
                  <a:pt x="18076" y="14571"/>
                  <a:pt x="18451" y="1457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0" name="AutoShape 106"/>
          <p:cNvSpPr>
            <a:spLocks/>
          </p:cNvSpPr>
          <p:nvPr/>
        </p:nvSpPr>
        <p:spPr bwMode="auto">
          <a:xfrm>
            <a:off x="18186400" y="30210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22" y="1406"/>
                  <a:pt x="17466" y="2177"/>
                  <a:pt x="18449" y="3154"/>
                </a:cubicBezTo>
                <a:cubicBezTo>
                  <a:pt x="19432" y="4134"/>
                  <a:pt x="20204" y="5277"/>
                  <a:pt x="20760" y="6590"/>
                </a:cubicBezTo>
                <a:cubicBezTo>
                  <a:pt x="21323" y="7901"/>
                  <a:pt x="21599" y="9304"/>
                  <a:pt x="21599" y="10798"/>
                </a:cubicBezTo>
                <a:cubicBezTo>
                  <a:pt x="21599" y="12295"/>
                  <a:pt x="21323" y="13698"/>
                  <a:pt x="20760" y="15011"/>
                </a:cubicBezTo>
                <a:cubicBezTo>
                  <a:pt x="20204" y="16322"/>
                  <a:pt x="19432" y="17465"/>
                  <a:pt x="18449" y="18442"/>
                </a:cubicBezTo>
                <a:cubicBezTo>
                  <a:pt x="17466" y="19422"/>
                  <a:pt x="16322" y="20190"/>
                  <a:pt x="15014" y="20755"/>
                </a:cubicBezTo>
                <a:cubicBezTo>
                  <a:pt x="13705" y="21320"/>
                  <a:pt x="12304" y="21600"/>
                  <a:pt x="10807" y="21600"/>
                </a:cubicBezTo>
                <a:cubicBezTo>
                  <a:pt x="9309" y="21600"/>
                  <a:pt x="7905" y="21320"/>
                  <a:pt x="6594" y="20755"/>
                </a:cubicBezTo>
                <a:cubicBezTo>
                  <a:pt x="5280" y="20190"/>
                  <a:pt x="4136" y="19422"/>
                  <a:pt x="3158" y="18442"/>
                </a:cubicBezTo>
                <a:cubicBezTo>
                  <a:pt x="2181" y="17465"/>
                  <a:pt x="1409" y="16322"/>
                  <a:pt x="847" y="15011"/>
                </a:cubicBezTo>
                <a:cubicBezTo>
                  <a:pt x="282" y="13698"/>
                  <a:pt x="0" y="12295"/>
                  <a:pt x="0" y="10798"/>
                </a:cubicBezTo>
                <a:cubicBezTo>
                  <a:pt x="0" y="9304"/>
                  <a:pt x="282" y="7901"/>
                  <a:pt x="847" y="6590"/>
                </a:cubicBezTo>
                <a:cubicBezTo>
                  <a:pt x="1409" y="5277"/>
                  <a:pt x="2181" y="4134"/>
                  <a:pt x="3158" y="3154"/>
                </a:cubicBezTo>
                <a:cubicBezTo>
                  <a:pt x="4136" y="2177"/>
                  <a:pt x="5280" y="1406"/>
                  <a:pt x="6594" y="844"/>
                </a:cubicBezTo>
                <a:cubicBezTo>
                  <a:pt x="7905" y="279"/>
                  <a:pt x="9309" y="0"/>
                  <a:pt x="10807" y="0"/>
                </a:cubicBezTo>
                <a:moveTo>
                  <a:pt x="10807" y="18358"/>
                </a:moveTo>
                <a:cubicBezTo>
                  <a:pt x="11863" y="18358"/>
                  <a:pt x="12844" y="18157"/>
                  <a:pt x="13756" y="17762"/>
                </a:cubicBezTo>
                <a:cubicBezTo>
                  <a:pt x="14666" y="17367"/>
                  <a:pt x="15463" y="16825"/>
                  <a:pt x="16149" y="16141"/>
                </a:cubicBezTo>
                <a:cubicBezTo>
                  <a:pt x="16836" y="15452"/>
                  <a:pt x="17376" y="14656"/>
                  <a:pt x="17774" y="13746"/>
                </a:cubicBezTo>
                <a:cubicBezTo>
                  <a:pt x="18169" y="12837"/>
                  <a:pt x="18367" y="11854"/>
                  <a:pt x="18367" y="10798"/>
                </a:cubicBezTo>
                <a:cubicBezTo>
                  <a:pt x="18367" y="9745"/>
                  <a:pt x="18169" y="8762"/>
                  <a:pt x="17774" y="7853"/>
                </a:cubicBezTo>
                <a:cubicBezTo>
                  <a:pt x="17376" y="6943"/>
                  <a:pt x="16836" y="6144"/>
                  <a:pt x="16149" y="5458"/>
                </a:cubicBezTo>
                <a:cubicBezTo>
                  <a:pt x="15463" y="4775"/>
                  <a:pt x="14663" y="4235"/>
                  <a:pt x="13748" y="3837"/>
                </a:cubicBezTo>
                <a:cubicBezTo>
                  <a:pt x="12832" y="3442"/>
                  <a:pt x="11855" y="3241"/>
                  <a:pt x="10807" y="3241"/>
                </a:cubicBezTo>
                <a:cubicBezTo>
                  <a:pt x="9753" y="3241"/>
                  <a:pt x="8767" y="3442"/>
                  <a:pt x="7851" y="3837"/>
                </a:cubicBezTo>
                <a:cubicBezTo>
                  <a:pt x="6936" y="4235"/>
                  <a:pt x="6139" y="4775"/>
                  <a:pt x="5458" y="5458"/>
                </a:cubicBezTo>
                <a:cubicBezTo>
                  <a:pt x="4777" y="6144"/>
                  <a:pt x="4238" y="6943"/>
                  <a:pt x="3842" y="7853"/>
                </a:cubicBezTo>
                <a:cubicBezTo>
                  <a:pt x="3446" y="8762"/>
                  <a:pt x="3246" y="9745"/>
                  <a:pt x="3246" y="10798"/>
                </a:cubicBezTo>
                <a:cubicBezTo>
                  <a:pt x="3246" y="11854"/>
                  <a:pt x="3446" y="12837"/>
                  <a:pt x="3842" y="13746"/>
                </a:cubicBezTo>
                <a:cubicBezTo>
                  <a:pt x="4238" y="14656"/>
                  <a:pt x="4777" y="15452"/>
                  <a:pt x="5458" y="16141"/>
                </a:cubicBezTo>
                <a:cubicBezTo>
                  <a:pt x="6139" y="16825"/>
                  <a:pt x="6936" y="17367"/>
                  <a:pt x="7851" y="17762"/>
                </a:cubicBezTo>
                <a:cubicBezTo>
                  <a:pt x="8764" y="18157"/>
                  <a:pt x="9753" y="18358"/>
                  <a:pt x="10807" y="18358"/>
                </a:cubicBezTo>
                <a:moveTo>
                  <a:pt x="15514" y="10798"/>
                </a:moveTo>
                <a:cubicBezTo>
                  <a:pt x="15757" y="10798"/>
                  <a:pt x="15926" y="10914"/>
                  <a:pt x="16014" y="11137"/>
                </a:cubicBezTo>
                <a:cubicBezTo>
                  <a:pt x="16104" y="11363"/>
                  <a:pt x="16059" y="11558"/>
                  <a:pt x="15878" y="11719"/>
                </a:cubicBezTo>
                <a:lnTo>
                  <a:pt x="11185" y="16395"/>
                </a:lnTo>
                <a:cubicBezTo>
                  <a:pt x="11058" y="16488"/>
                  <a:pt x="10934" y="16531"/>
                  <a:pt x="10807" y="16531"/>
                </a:cubicBezTo>
                <a:cubicBezTo>
                  <a:pt x="10682" y="16531"/>
                  <a:pt x="10549" y="16488"/>
                  <a:pt x="10414" y="16395"/>
                </a:cubicBezTo>
                <a:lnTo>
                  <a:pt x="5735" y="11719"/>
                </a:lnTo>
                <a:cubicBezTo>
                  <a:pt x="5554" y="11558"/>
                  <a:pt x="5509" y="11363"/>
                  <a:pt x="5599" y="11137"/>
                </a:cubicBezTo>
                <a:cubicBezTo>
                  <a:pt x="5690" y="10914"/>
                  <a:pt x="5857" y="10798"/>
                  <a:pt x="6099" y="10798"/>
                </a:cubicBezTo>
                <a:lnTo>
                  <a:pt x="8914" y="10798"/>
                </a:lnTo>
                <a:lnTo>
                  <a:pt x="8914" y="5961"/>
                </a:lnTo>
                <a:cubicBezTo>
                  <a:pt x="8914" y="5814"/>
                  <a:pt x="8964" y="5684"/>
                  <a:pt x="9069" y="5574"/>
                </a:cubicBezTo>
                <a:cubicBezTo>
                  <a:pt x="9174" y="5461"/>
                  <a:pt x="9298" y="5404"/>
                  <a:pt x="9442" y="5404"/>
                </a:cubicBezTo>
                <a:lnTo>
                  <a:pt x="12160" y="5404"/>
                </a:lnTo>
                <a:cubicBezTo>
                  <a:pt x="12304" y="5404"/>
                  <a:pt x="12428" y="5458"/>
                  <a:pt x="12530" y="5565"/>
                </a:cubicBezTo>
                <a:cubicBezTo>
                  <a:pt x="12635" y="5676"/>
                  <a:pt x="12688" y="5806"/>
                  <a:pt x="12688" y="5961"/>
                </a:cubicBezTo>
                <a:lnTo>
                  <a:pt x="12688" y="10798"/>
                </a:lnTo>
                <a:lnTo>
                  <a:pt x="15514" y="1079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1" name="AutoShape 107"/>
          <p:cNvSpPr>
            <a:spLocks/>
          </p:cNvSpPr>
          <p:nvPr/>
        </p:nvSpPr>
        <p:spPr bwMode="auto">
          <a:xfrm>
            <a:off x="20710525" y="2995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42" y="11869"/>
                </a:moveTo>
                <a:cubicBezTo>
                  <a:pt x="21267" y="11869"/>
                  <a:pt x="21374" y="11922"/>
                  <a:pt x="21465" y="12024"/>
                </a:cubicBezTo>
                <a:cubicBezTo>
                  <a:pt x="21553" y="12127"/>
                  <a:pt x="21599" y="12256"/>
                  <a:pt x="21599" y="12418"/>
                </a:cubicBezTo>
                <a:lnTo>
                  <a:pt x="21599" y="21053"/>
                </a:lnTo>
                <a:cubicBezTo>
                  <a:pt x="21599" y="21414"/>
                  <a:pt x="21448" y="21600"/>
                  <a:pt x="21142" y="21600"/>
                </a:cubicBezTo>
                <a:lnTo>
                  <a:pt x="457" y="21600"/>
                </a:lnTo>
                <a:cubicBezTo>
                  <a:pt x="151" y="21600"/>
                  <a:pt x="0" y="21417"/>
                  <a:pt x="0" y="21053"/>
                </a:cubicBezTo>
                <a:lnTo>
                  <a:pt x="0" y="12418"/>
                </a:lnTo>
                <a:cubicBezTo>
                  <a:pt x="0" y="12268"/>
                  <a:pt x="44" y="12139"/>
                  <a:pt x="134" y="12030"/>
                </a:cubicBezTo>
                <a:cubicBezTo>
                  <a:pt x="225" y="11924"/>
                  <a:pt x="332" y="11869"/>
                  <a:pt x="457" y="11869"/>
                </a:cubicBezTo>
                <a:lnTo>
                  <a:pt x="3140" y="11869"/>
                </a:lnTo>
                <a:cubicBezTo>
                  <a:pt x="3265" y="11869"/>
                  <a:pt x="3373" y="11921"/>
                  <a:pt x="3464" y="12024"/>
                </a:cubicBezTo>
                <a:cubicBezTo>
                  <a:pt x="3552" y="12127"/>
                  <a:pt x="3598" y="12256"/>
                  <a:pt x="3598" y="12418"/>
                </a:cubicBezTo>
                <a:lnTo>
                  <a:pt x="3598" y="17282"/>
                </a:lnTo>
                <a:lnTo>
                  <a:pt x="18001" y="17282"/>
                </a:lnTo>
                <a:lnTo>
                  <a:pt x="18001" y="12418"/>
                </a:lnTo>
                <a:cubicBezTo>
                  <a:pt x="18001" y="12268"/>
                  <a:pt x="18047" y="12139"/>
                  <a:pt x="18135" y="12030"/>
                </a:cubicBezTo>
                <a:cubicBezTo>
                  <a:pt x="18226" y="11924"/>
                  <a:pt x="18334" y="11868"/>
                  <a:pt x="18459" y="11868"/>
                </a:cubicBezTo>
                <a:lnTo>
                  <a:pt x="21142" y="11868"/>
                </a:lnTo>
                <a:lnTo>
                  <a:pt x="21142" y="11869"/>
                </a:lnTo>
                <a:close/>
                <a:moveTo>
                  <a:pt x="4242" y="8873"/>
                </a:moveTo>
                <a:cubicBezTo>
                  <a:pt x="4063" y="8658"/>
                  <a:pt x="3997" y="8470"/>
                  <a:pt x="4049" y="8317"/>
                </a:cubicBezTo>
                <a:cubicBezTo>
                  <a:pt x="4100" y="8165"/>
                  <a:pt x="4254" y="8085"/>
                  <a:pt x="4511" y="8085"/>
                </a:cubicBezTo>
                <a:lnTo>
                  <a:pt x="8110" y="8085"/>
                </a:lnTo>
                <a:lnTo>
                  <a:pt x="8110" y="1069"/>
                </a:lnTo>
                <a:cubicBezTo>
                  <a:pt x="8110" y="778"/>
                  <a:pt x="8193" y="525"/>
                  <a:pt x="8362" y="317"/>
                </a:cubicBezTo>
                <a:cubicBezTo>
                  <a:pt x="8529" y="105"/>
                  <a:pt x="8742" y="0"/>
                  <a:pt x="9001" y="0"/>
                </a:cubicBezTo>
                <a:lnTo>
                  <a:pt x="12598" y="0"/>
                </a:lnTo>
                <a:cubicBezTo>
                  <a:pt x="12857" y="0"/>
                  <a:pt x="13073" y="105"/>
                  <a:pt x="13249" y="317"/>
                </a:cubicBezTo>
                <a:cubicBezTo>
                  <a:pt x="13425" y="525"/>
                  <a:pt x="13513" y="778"/>
                  <a:pt x="13513" y="1069"/>
                </a:cubicBezTo>
                <a:lnTo>
                  <a:pt x="13513" y="8085"/>
                </a:lnTo>
                <a:lnTo>
                  <a:pt x="17110" y="8085"/>
                </a:lnTo>
                <a:cubicBezTo>
                  <a:pt x="17352" y="8085"/>
                  <a:pt x="17499" y="8162"/>
                  <a:pt x="17545" y="8317"/>
                </a:cubicBezTo>
                <a:cubicBezTo>
                  <a:pt x="17592" y="8473"/>
                  <a:pt x="17528" y="8658"/>
                  <a:pt x="17357" y="8873"/>
                </a:cubicBezTo>
                <a:lnTo>
                  <a:pt x="11449" y="15987"/>
                </a:lnTo>
                <a:cubicBezTo>
                  <a:pt x="11271" y="16201"/>
                  <a:pt x="11053" y="16307"/>
                  <a:pt x="10798" y="16304"/>
                </a:cubicBezTo>
                <a:cubicBezTo>
                  <a:pt x="10546" y="16298"/>
                  <a:pt x="10328" y="16192"/>
                  <a:pt x="10150" y="15987"/>
                </a:cubicBezTo>
                <a:lnTo>
                  <a:pt x="4242" y="887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2" name="AutoShape 108"/>
          <p:cNvSpPr>
            <a:spLocks/>
          </p:cNvSpPr>
          <p:nvPr/>
        </p:nvSpPr>
        <p:spPr bwMode="auto">
          <a:xfrm>
            <a:off x="16317913"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767" y="5419"/>
                </a:moveTo>
                <a:cubicBezTo>
                  <a:pt x="4051" y="5419"/>
                  <a:pt x="4271" y="5505"/>
                  <a:pt x="4428" y="5687"/>
                </a:cubicBezTo>
                <a:cubicBezTo>
                  <a:pt x="4586" y="5865"/>
                  <a:pt x="4701" y="6078"/>
                  <a:pt x="4766" y="6326"/>
                </a:cubicBezTo>
                <a:cubicBezTo>
                  <a:pt x="4836"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6"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600"/>
                </a:cubicBezTo>
                <a:lnTo>
                  <a:pt x="2942" y="21600"/>
                </a:lnTo>
                <a:cubicBezTo>
                  <a:pt x="2675" y="21600"/>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8" y="2260"/>
                  <a:pt x="7331" y="1733"/>
                </a:cubicBezTo>
                <a:cubicBezTo>
                  <a:pt x="7778" y="1203"/>
                  <a:pt x="8299" y="786"/>
                  <a:pt x="8894" y="472"/>
                </a:cubicBezTo>
                <a:cubicBezTo>
                  <a:pt x="9494" y="158"/>
                  <a:pt x="10125" y="3"/>
                  <a:pt x="10802" y="3"/>
                </a:cubicBezTo>
                <a:cubicBezTo>
                  <a:pt x="11476" y="3"/>
                  <a:pt x="12112" y="158"/>
                  <a:pt x="12710" y="472"/>
                </a:cubicBezTo>
                <a:cubicBezTo>
                  <a:pt x="13308"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4"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3" name="AutoShape 109"/>
          <p:cNvSpPr>
            <a:spLocks/>
          </p:cNvSpPr>
          <p:nvPr/>
        </p:nvSpPr>
        <p:spPr bwMode="auto">
          <a:xfrm>
            <a:off x="18546763"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302" y="0"/>
                </a:moveTo>
                <a:cubicBezTo>
                  <a:pt x="16818" y="0"/>
                  <a:pt x="17288" y="190"/>
                  <a:pt x="17719" y="566"/>
                </a:cubicBezTo>
                <a:cubicBezTo>
                  <a:pt x="18150" y="942"/>
                  <a:pt x="18441" y="1424"/>
                  <a:pt x="18598" y="2014"/>
                </a:cubicBezTo>
                <a:lnTo>
                  <a:pt x="21387" y="12236"/>
                </a:lnTo>
                <a:cubicBezTo>
                  <a:pt x="21436" y="12453"/>
                  <a:pt x="21482" y="12665"/>
                  <a:pt x="21531" y="12873"/>
                </a:cubicBezTo>
                <a:cubicBezTo>
                  <a:pt x="21575" y="13088"/>
                  <a:pt x="21599" y="13299"/>
                  <a:pt x="21599" y="13516"/>
                </a:cubicBezTo>
                <a:lnTo>
                  <a:pt x="21599" y="18885"/>
                </a:lnTo>
                <a:cubicBezTo>
                  <a:pt x="21599" y="19270"/>
                  <a:pt x="21541" y="19626"/>
                  <a:pt x="21418" y="19955"/>
                </a:cubicBezTo>
                <a:cubicBezTo>
                  <a:pt x="21296" y="20284"/>
                  <a:pt x="21139" y="20566"/>
                  <a:pt x="20939" y="20806"/>
                </a:cubicBezTo>
                <a:cubicBezTo>
                  <a:pt x="20735" y="21044"/>
                  <a:pt x="20500" y="21238"/>
                  <a:pt x="20224" y="21382"/>
                </a:cubicBezTo>
                <a:cubicBezTo>
                  <a:pt x="19945" y="21529"/>
                  <a:pt x="19653" y="21600"/>
                  <a:pt x="19350" y="21600"/>
                </a:cubicBezTo>
                <a:lnTo>
                  <a:pt x="2262" y="21600"/>
                </a:lnTo>
                <a:cubicBezTo>
                  <a:pt x="1637" y="21600"/>
                  <a:pt x="1104" y="21335"/>
                  <a:pt x="663" y="20807"/>
                </a:cubicBezTo>
                <a:cubicBezTo>
                  <a:pt x="220" y="20278"/>
                  <a:pt x="0" y="19638"/>
                  <a:pt x="0" y="18886"/>
                </a:cubicBezTo>
                <a:lnTo>
                  <a:pt x="0" y="13517"/>
                </a:lnTo>
                <a:cubicBezTo>
                  <a:pt x="0" y="13299"/>
                  <a:pt x="24" y="13088"/>
                  <a:pt x="70" y="12873"/>
                </a:cubicBezTo>
                <a:cubicBezTo>
                  <a:pt x="119" y="12665"/>
                  <a:pt x="164" y="12450"/>
                  <a:pt x="210" y="12236"/>
                </a:cubicBezTo>
                <a:lnTo>
                  <a:pt x="2998" y="2015"/>
                </a:lnTo>
                <a:cubicBezTo>
                  <a:pt x="3155" y="1424"/>
                  <a:pt x="3451" y="943"/>
                  <a:pt x="3887" y="567"/>
                </a:cubicBezTo>
                <a:cubicBezTo>
                  <a:pt x="4316" y="191"/>
                  <a:pt x="4795" y="0"/>
                  <a:pt x="5310" y="0"/>
                </a:cubicBezTo>
                <a:lnTo>
                  <a:pt x="16302" y="0"/>
                </a:lnTo>
                <a:close/>
                <a:moveTo>
                  <a:pt x="19807" y="13516"/>
                </a:moveTo>
                <a:cubicBezTo>
                  <a:pt x="19807" y="13366"/>
                  <a:pt x="19761" y="13234"/>
                  <a:pt x="19670" y="13129"/>
                </a:cubicBezTo>
                <a:cubicBezTo>
                  <a:pt x="19582" y="13020"/>
                  <a:pt x="19475" y="12967"/>
                  <a:pt x="19350" y="12967"/>
                </a:cubicBezTo>
                <a:lnTo>
                  <a:pt x="2262" y="12967"/>
                </a:lnTo>
                <a:cubicBezTo>
                  <a:pt x="2137" y="12967"/>
                  <a:pt x="2029" y="13017"/>
                  <a:pt x="1941" y="13120"/>
                </a:cubicBezTo>
                <a:cubicBezTo>
                  <a:pt x="1850" y="13223"/>
                  <a:pt x="1804" y="13355"/>
                  <a:pt x="1804" y="13516"/>
                </a:cubicBezTo>
                <a:lnTo>
                  <a:pt x="1804" y="18885"/>
                </a:lnTo>
                <a:cubicBezTo>
                  <a:pt x="1804" y="19035"/>
                  <a:pt x="1848" y="19167"/>
                  <a:pt x="1934" y="19273"/>
                </a:cubicBezTo>
                <a:cubicBezTo>
                  <a:pt x="2019" y="19382"/>
                  <a:pt x="2129" y="19438"/>
                  <a:pt x="2262" y="19438"/>
                </a:cubicBezTo>
                <a:lnTo>
                  <a:pt x="19350" y="19438"/>
                </a:lnTo>
                <a:cubicBezTo>
                  <a:pt x="19475" y="19438"/>
                  <a:pt x="19582" y="19385"/>
                  <a:pt x="19670" y="19282"/>
                </a:cubicBezTo>
                <a:cubicBezTo>
                  <a:pt x="19761" y="19179"/>
                  <a:pt x="19807" y="19047"/>
                  <a:pt x="19807" y="18885"/>
                </a:cubicBezTo>
                <a:lnTo>
                  <a:pt x="19807" y="13516"/>
                </a:lnTo>
                <a:close/>
                <a:moveTo>
                  <a:pt x="5312" y="2167"/>
                </a:moveTo>
                <a:cubicBezTo>
                  <a:pt x="5185" y="2167"/>
                  <a:pt x="5062" y="2211"/>
                  <a:pt x="4940" y="2305"/>
                </a:cubicBezTo>
                <a:cubicBezTo>
                  <a:pt x="4822" y="2402"/>
                  <a:pt x="4739" y="2523"/>
                  <a:pt x="4702" y="2672"/>
                </a:cubicBezTo>
                <a:lnTo>
                  <a:pt x="2497" y="10799"/>
                </a:lnTo>
                <a:lnTo>
                  <a:pt x="19105" y="10799"/>
                </a:lnTo>
                <a:lnTo>
                  <a:pt x="16902" y="2672"/>
                </a:lnTo>
                <a:cubicBezTo>
                  <a:pt x="16870" y="2523"/>
                  <a:pt x="16794" y="2402"/>
                  <a:pt x="16674" y="2305"/>
                </a:cubicBezTo>
                <a:cubicBezTo>
                  <a:pt x="16554" y="2211"/>
                  <a:pt x="16431" y="2167"/>
                  <a:pt x="16304" y="2167"/>
                </a:cubicBezTo>
                <a:lnTo>
                  <a:pt x="5312" y="2167"/>
                </a:lnTo>
                <a:close/>
                <a:moveTo>
                  <a:pt x="13511" y="14864"/>
                </a:moveTo>
                <a:cubicBezTo>
                  <a:pt x="13817" y="14864"/>
                  <a:pt x="14076" y="14994"/>
                  <a:pt x="14292" y="15252"/>
                </a:cubicBezTo>
                <a:cubicBezTo>
                  <a:pt x="14507" y="15511"/>
                  <a:pt x="14613" y="15822"/>
                  <a:pt x="14613" y="16186"/>
                </a:cubicBezTo>
                <a:cubicBezTo>
                  <a:pt x="14613" y="16571"/>
                  <a:pt x="14507" y="16891"/>
                  <a:pt x="14292" y="17149"/>
                </a:cubicBezTo>
                <a:cubicBezTo>
                  <a:pt x="14076" y="17408"/>
                  <a:pt x="13817" y="17537"/>
                  <a:pt x="13511" y="17537"/>
                </a:cubicBezTo>
                <a:cubicBezTo>
                  <a:pt x="13190" y="17537"/>
                  <a:pt x="12923" y="17408"/>
                  <a:pt x="12708" y="17149"/>
                </a:cubicBezTo>
                <a:cubicBezTo>
                  <a:pt x="12492" y="16891"/>
                  <a:pt x="12387" y="16571"/>
                  <a:pt x="12387" y="16186"/>
                </a:cubicBezTo>
                <a:cubicBezTo>
                  <a:pt x="12387" y="15822"/>
                  <a:pt x="12492" y="15511"/>
                  <a:pt x="12708" y="15252"/>
                </a:cubicBezTo>
                <a:cubicBezTo>
                  <a:pt x="12923" y="14994"/>
                  <a:pt x="13190" y="14864"/>
                  <a:pt x="13511" y="14864"/>
                </a:cubicBezTo>
                <a:moveTo>
                  <a:pt x="17112" y="14864"/>
                </a:moveTo>
                <a:cubicBezTo>
                  <a:pt x="17416" y="14864"/>
                  <a:pt x="17675" y="14994"/>
                  <a:pt x="17891" y="15252"/>
                </a:cubicBezTo>
                <a:cubicBezTo>
                  <a:pt x="18104" y="15511"/>
                  <a:pt x="18211" y="15822"/>
                  <a:pt x="18211" y="16186"/>
                </a:cubicBezTo>
                <a:cubicBezTo>
                  <a:pt x="18211" y="16571"/>
                  <a:pt x="18104" y="16891"/>
                  <a:pt x="17891" y="17149"/>
                </a:cubicBezTo>
                <a:cubicBezTo>
                  <a:pt x="17675" y="17408"/>
                  <a:pt x="17416" y="17537"/>
                  <a:pt x="17112" y="17537"/>
                </a:cubicBezTo>
                <a:cubicBezTo>
                  <a:pt x="16791" y="17537"/>
                  <a:pt x="16525" y="17408"/>
                  <a:pt x="16309" y="17149"/>
                </a:cubicBezTo>
                <a:cubicBezTo>
                  <a:pt x="16094" y="16891"/>
                  <a:pt x="15986" y="16571"/>
                  <a:pt x="15986" y="16186"/>
                </a:cubicBezTo>
                <a:cubicBezTo>
                  <a:pt x="15986" y="15822"/>
                  <a:pt x="16094" y="15511"/>
                  <a:pt x="16309" y="15252"/>
                </a:cubicBezTo>
                <a:cubicBezTo>
                  <a:pt x="16527" y="14994"/>
                  <a:pt x="16794" y="14864"/>
                  <a:pt x="17112" y="1486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4" name="AutoShape 110"/>
          <p:cNvSpPr>
            <a:spLocks/>
          </p:cNvSpPr>
          <p:nvPr/>
        </p:nvSpPr>
        <p:spPr bwMode="auto">
          <a:xfrm>
            <a:off x="20713700" y="52451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600"/>
                  <a:pt x="14534" y="21600"/>
                </a:cubicBezTo>
                <a:lnTo>
                  <a:pt x="13633" y="21600"/>
                </a:lnTo>
                <a:cubicBezTo>
                  <a:pt x="13513" y="21600"/>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600"/>
                  <a:pt x="7966" y="21600"/>
                </a:cubicBezTo>
                <a:lnTo>
                  <a:pt x="7065" y="21600"/>
                </a:lnTo>
                <a:cubicBezTo>
                  <a:pt x="6945" y="21600"/>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5" name="AutoShape 111"/>
          <p:cNvSpPr>
            <a:spLocks/>
          </p:cNvSpPr>
          <p:nvPr/>
        </p:nvSpPr>
        <p:spPr bwMode="auto">
          <a:xfrm>
            <a:off x="760413"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2" y="0"/>
                </a:moveTo>
                <a:cubicBezTo>
                  <a:pt x="16156" y="0"/>
                  <a:pt x="16975" y="198"/>
                  <a:pt x="17745" y="593"/>
                </a:cubicBezTo>
                <a:cubicBezTo>
                  <a:pt x="18516" y="987"/>
                  <a:pt x="19185" y="1531"/>
                  <a:pt x="19756" y="2219"/>
                </a:cubicBezTo>
                <a:cubicBezTo>
                  <a:pt x="20325" y="2908"/>
                  <a:pt x="20776" y="3714"/>
                  <a:pt x="21107" y="4641"/>
                </a:cubicBezTo>
                <a:cubicBezTo>
                  <a:pt x="21434" y="5562"/>
                  <a:pt x="21599" y="6538"/>
                  <a:pt x="21599" y="7566"/>
                </a:cubicBezTo>
                <a:lnTo>
                  <a:pt x="21599" y="9662"/>
                </a:lnTo>
                <a:cubicBezTo>
                  <a:pt x="21599" y="9965"/>
                  <a:pt x="21516" y="10221"/>
                  <a:pt x="21340" y="10428"/>
                </a:cubicBezTo>
                <a:cubicBezTo>
                  <a:pt x="21168" y="10635"/>
                  <a:pt x="20956" y="10736"/>
                  <a:pt x="20704" y="10736"/>
                </a:cubicBezTo>
                <a:lnTo>
                  <a:pt x="19785" y="10736"/>
                </a:lnTo>
                <a:cubicBezTo>
                  <a:pt x="19531" y="10736"/>
                  <a:pt x="19322" y="10632"/>
                  <a:pt x="19152" y="10422"/>
                </a:cubicBezTo>
                <a:cubicBezTo>
                  <a:pt x="18984" y="10209"/>
                  <a:pt x="18900" y="9956"/>
                  <a:pt x="18900" y="9662"/>
                </a:cubicBezTo>
                <a:lnTo>
                  <a:pt x="18900" y="7566"/>
                </a:lnTo>
                <a:cubicBezTo>
                  <a:pt x="18900" y="6961"/>
                  <a:pt x="18806" y="6394"/>
                  <a:pt x="18614" y="5870"/>
                </a:cubicBezTo>
                <a:cubicBezTo>
                  <a:pt x="18422" y="5349"/>
                  <a:pt x="18163" y="4894"/>
                  <a:pt x="17844" y="4508"/>
                </a:cubicBezTo>
                <a:cubicBezTo>
                  <a:pt x="17522" y="4123"/>
                  <a:pt x="17140" y="3817"/>
                  <a:pt x="16706" y="3593"/>
                </a:cubicBezTo>
                <a:cubicBezTo>
                  <a:pt x="16269" y="3365"/>
                  <a:pt x="15796" y="3253"/>
                  <a:pt x="15292" y="3253"/>
                </a:cubicBezTo>
                <a:cubicBezTo>
                  <a:pt x="14788" y="3253"/>
                  <a:pt x="14320" y="3365"/>
                  <a:pt x="13891" y="3593"/>
                </a:cubicBezTo>
                <a:cubicBezTo>
                  <a:pt x="13461" y="3817"/>
                  <a:pt x="13082" y="4123"/>
                  <a:pt x="12753" y="4508"/>
                </a:cubicBezTo>
                <a:cubicBezTo>
                  <a:pt x="12422" y="4894"/>
                  <a:pt x="12165" y="5352"/>
                  <a:pt x="11978" y="5876"/>
                </a:cubicBezTo>
                <a:cubicBezTo>
                  <a:pt x="11788" y="6406"/>
                  <a:pt x="11695" y="6970"/>
                  <a:pt x="11695" y="7566"/>
                </a:cubicBezTo>
                <a:lnTo>
                  <a:pt x="11695" y="9717"/>
                </a:lnTo>
                <a:lnTo>
                  <a:pt x="13063" y="9717"/>
                </a:lnTo>
                <a:cubicBezTo>
                  <a:pt x="13423" y="9717"/>
                  <a:pt x="13735" y="9875"/>
                  <a:pt x="14001" y="10192"/>
                </a:cubicBezTo>
                <a:cubicBezTo>
                  <a:pt x="14263" y="10511"/>
                  <a:pt x="14395" y="10900"/>
                  <a:pt x="14395" y="11358"/>
                </a:cubicBezTo>
                <a:lnTo>
                  <a:pt x="14395" y="19987"/>
                </a:lnTo>
                <a:cubicBezTo>
                  <a:pt x="14395" y="20419"/>
                  <a:pt x="14263" y="20796"/>
                  <a:pt x="14001" y="21116"/>
                </a:cubicBezTo>
                <a:cubicBezTo>
                  <a:pt x="13735" y="21438"/>
                  <a:pt x="13423" y="21600"/>
                  <a:pt x="13063" y="21600"/>
                </a:cubicBezTo>
                <a:lnTo>
                  <a:pt x="1343" y="21600"/>
                </a:lnTo>
                <a:cubicBezTo>
                  <a:pt x="983" y="21600"/>
                  <a:pt x="669" y="21438"/>
                  <a:pt x="403" y="21116"/>
                </a:cubicBezTo>
                <a:cubicBezTo>
                  <a:pt x="134" y="20796"/>
                  <a:pt x="0" y="20419"/>
                  <a:pt x="0" y="19987"/>
                </a:cubicBezTo>
                <a:lnTo>
                  <a:pt x="0" y="11358"/>
                </a:lnTo>
                <a:cubicBezTo>
                  <a:pt x="0" y="10909"/>
                  <a:pt x="134" y="10523"/>
                  <a:pt x="403" y="10201"/>
                </a:cubicBezTo>
                <a:cubicBezTo>
                  <a:pt x="669" y="9878"/>
                  <a:pt x="984" y="9717"/>
                  <a:pt x="1343" y="9717"/>
                </a:cubicBezTo>
                <a:lnTo>
                  <a:pt x="8985" y="9717"/>
                </a:lnTo>
                <a:lnTo>
                  <a:pt x="8985" y="7566"/>
                </a:lnTo>
                <a:cubicBezTo>
                  <a:pt x="8985" y="6529"/>
                  <a:pt x="9148" y="5550"/>
                  <a:pt x="9477" y="4632"/>
                </a:cubicBezTo>
                <a:cubicBezTo>
                  <a:pt x="9808" y="3711"/>
                  <a:pt x="10260" y="2907"/>
                  <a:pt x="10833" y="2219"/>
                </a:cubicBezTo>
                <a:cubicBezTo>
                  <a:pt x="11409" y="1531"/>
                  <a:pt x="12079" y="987"/>
                  <a:pt x="12844" y="592"/>
                </a:cubicBezTo>
                <a:cubicBezTo>
                  <a:pt x="13615" y="198"/>
                  <a:pt x="14426" y="0"/>
                  <a:pt x="15292" y="0"/>
                </a:cubicBezTo>
                <a:moveTo>
                  <a:pt x="7972" y="15409"/>
                </a:moveTo>
                <a:cubicBezTo>
                  <a:pt x="8195" y="15245"/>
                  <a:pt x="8375" y="15021"/>
                  <a:pt x="8519" y="14741"/>
                </a:cubicBezTo>
                <a:cubicBezTo>
                  <a:pt x="8661" y="14462"/>
                  <a:pt x="8731" y="14160"/>
                  <a:pt x="8731" y="13840"/>
                </a:cubicBezTo>
                <a:cubicBezTo>
                  <a:pt x="8731" y="13333"/>
                  <a:pt x="8582" y="12896"/>
                  <a:pt x="8282" y="12530"/>
                </a:cubicBezTo>
                <a:cubicBezTo>
                  <a:pt x="7987" y="12162"/>
                  <a:pt x="7624" y="11980"/>
                  <a:pt x="7204" y="11980"/>
                </a:cubicBezTo>
                <a:cubicBezTo>
                  <a:pt x="6782" y="11980"/>
                  <a:pt x="6422" y="12162"/>
                  <a:pt x="6122" y="12530"/>
                </a:cubicBezTo>
                <a:cubicBezTo>
                  <a:pt x="5824" y="12896"/>
                  <a:pt x="5675" y="13333"/>
                  <a:pt x="5675" y="13840"/>
                </a:cubicBezTo>
                <a:cubicBezTo>
                  <a:pt x="5675" y="14160"/>
                  <a:pt x="5745" y="14462"/>
                  <a:pt x="5882" y="14741"/>
                </a:cubicBezTo>
                <a:cubicBezTo>
                  <a:pt x="6021" y="15021"/>
                  <a:pt x="6201" y="15234"/>
                  <a:pt x="6422" y="15380"/>
                </a:cubicBezTo>
                <a:lnTo>
                  <a:pt x="5675" y="19339"/>
                </a:lnTo>
                <a:lnTo>
                  <a:pt x="8731" y="19339"/>
                </a:lnTo>
                <a:lnTo>
                  <a:pt x="7972" y="1540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6" name="AutoShape 112"/>
          <p:cNvSpPr>
            <a:spLocks/>
          </p:cNvSpPr>
          <p:nvPr/>
        </p:nvSpPr>
        <p:spPr bwMode="auto">
          <a:xfrm>
            <a:off x="2867025"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600"/>
                  <a:pt x="2017" y="21600"/>
                </a:cubicBezTo>
                <a:cubicBezTo>
                  <a:pt x="1725" y="21600"/>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7" name="AutoShape 113"/>
          <p:cNvSpPr>
            <a:spLocks/>
          </p:cNvSpPr>
          <p:nvPr/>
        </p:nvSpPr>
        <p:spPr bwMode="auto">
          <a:xfrm>
            <a:off x="5111750"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5" y="6463"/>
                </a:moveTo>
                <a:cubicBezTo>
                  <a:pt x="385" y="6463"/>
                  <a:pt x="262" y="6412"/>
                  <a:pt x="155" y="6305"/>
                </a:cubicBezTo>
                <a:cubicBezTo>
                  <a:pt x="48" y="6201"/>
                  <a:pt x="0" y="6075"/>
                  <a:pt x="0" y="5925"/>
                </a:cubicBezTo>
                <a:lnTo>
                  <a:pt x="0" y="538"/>
                </a:lnTo>
                <a:cubicBezTo>
                  <a:pt x="0" y="388"/>
                  <a:pt x="48" y="265"/>
                  <a:pt x="155" y="158"/>
                </a:cubicBezTo>
                <a:cubicBezTo>
                  <a:pt x="262" y="51"/>
                  <a:pt x="385" y="0"/>
                  <a:pt x="535" y="0"/>
                </a:cubicBezTo>
                <a:lnTo>
                  <a:pt x="5925" y="0"/>
                </a:lnTo>
                <a:cubicBezTo>
                  <a:pt x="6072" y="0"/>
                  <a:pt x="6201" y="51"/>
                  <a:pt x="6319" y="158"/>
                </a:cubicBezTo>
                <a:cubicBezTo>
                  <a:pt x="6432" y="264"/>
                  <a:pt x="6486" y="388"/>
                  <a:pt x="6486" y="538"/>
                </a:cubicBezTo>
                <a:lnTo>
                  <a:pt x="6486" y="5925"/>
                </a:lnTo>
                <a:cubicBezTo>
                  <a:pt x="6486" y="6075"/>
                  <a:pt x="6432" y="6201"/>
                  <a:pt x="6319" y="6305"/>
                </a:cubicBezTo>
                <a:cubicBezTo>
                  <a:pt x="6201" y="6412"/>
                  <a:pt x="6072" y="6463"/>
                  <a:pt x="5925" y="6463"/>
                </a:cubicBezTo>
                <a:lnTo>
                  <a:pt x="535" y="6463"/>
                </a:lnTo>
                <a:close/>
                <a:moveTo>
                  <a:pt x="21058" y="8105"/>
                </a:moveTo>
                <a:cubicBezTo>
                  <a:pt x="21205" y="8105"/>
                  <a:pt x="21335" y="8156"/>
                  <a:pt x="21438" y="8257"/>
                </a:cubicBezTo>
                <a:cubicBezTo>
                  <a:pt x="21542" y="8358"/>
                  <a:pt x="21599" y="8487"/>
                  <a:pt x="21599" y="8643"/>
                </a:cubicBezTo>
                <a:lnTo>
                  <a:pt x="21599" y="12613"/>
                </a:lnTo>
                <a:cubicBezTo>
                  <a:pt x="21599" y="13854"/>
                  <a:pt x="21314" y="15020"/>
                  <a:pt x="20750" y="16114"/>
                </a:cubicBezTo>
                <a:cubicBezTo>
                  <a:pt x="20183" y="17209"/>
                  <a:pt x="19411" y="18159"/>
                  <a:pt x="18432" y="18968"/>
                </a:cubicBezTo>
                <a:cubicBezTo>
                  <a:pt x="17453" y="19774"/>
                  <a:pt x="16313" y="20416"/>
                  <a:pt x="15000" y="20891"/>
                </a:cubicBezTo>
                <a:cubicBezTo>
                  <a:pt x="13690" y="21363"/>
                  <a:pt x="12291" y="21600"/>
                  <a:pt x="10802" y="21600"/>
                </a:cubicBezTo>
                <a:cubicBezTo>
                  <a:pt x="9297" y="21600"/>
                  <a:pt x="7891" y="21363"/>
                  <a:pt x="6587" y="20891"/>
                </a:cubicBezTo>
                <a:cubicBezTo>
                  <a:pt x="5283" y="20416"/>
                  <a:pt x="4140" y="19774"/>
                  <a:pt x="3161" y="18968"/>
                </a:cubicBezTo>
                <a:cubicBezTo>
                  <a:pt x="2182" y="18159"/>
                  <a:pt x="1410" y="17212"/>
                  <a:pt x="843" y="16120"/>
                </a:cubicBezTo>
                <a:cubicBezTo>
                  <a:pt x="279" y="15032"/>
                  <a:pt x="0" y="13866"/>
                  <a:pt x="0" y="12613"/>
                </a:cubicBezTo>
                <a:lnTo>
                  <a:pt x="0" y="8643"/>
                </a:lnTo>
                <a:cubicBezTo>
                  <a:pt x="0" y="8496"/>
                  <a:pt x="48" y="8369"/>
                  <a:pt x="155" y="8263"/>
                </a:cubicBezTo>
                <a:cubicBezTo>
                  <a:pt x="262" y="8159"/>
                  <a:pt x="385" y="8104"/>
                  <a:pt x="535" y="8104"/>
                </a:cubicBezTo>
                <a:lnTo>
                  <a:pt x="5925" y="8104"/>
                </a:lnTo>
                <a:cubicBezTo>
                  <a:pt x="6072" y="8104"/>
                  <a:pt x="6201" y="8156"/>
                  <a:pt x="6319" y="8257"/>
                </a:cubicBezTo>
                <a:cubicBezTo>
                  <a:pt x="6432" y="8358"/>
                  <a:pt x="6486" y="8487"/>
                  <a:pt x="6486" y="8643"/>
                </a:cubicBezTo>
                <a:lnTo>
                  <a:pt x="6486" y="12613"/>
                </a:lnTo>
                <a:cubicBezTo>
                  <a:pt x="6486" y="12881"/>
                  <a:pt x="6596" y="13154"/>
                  <a:pt x="6800" y="13439"/>
                </a:cubicBezTo>
                <a:cubicBezTo>
                  <a:pt x="7005" y="13725"/>
                  <a:pt x="7298" y="13992"/>
                  <a:pt x="7676" y="14246"/>
                </a:cubicBezTo>
                <a:cubicBezTo>
                  <a:pt x="8050" y="14499"/>
                  <a:pt x="8505" y="14704"/>
                  <a:pt x="9032" y="14865"/>
                </a:cubicBezTo>
                <a:cubicBezTo>
                  <a:pt x="9561" y="15029"/>
                  <a:pt x="10152" y="15107"/>
                  <a:pt x="10802" y="15107"/>
                </a:cubicBezTo>
                <a:cubicBezTo>
                  <a:pt x="11447" y="15107"/>
                  <a:pt x="12038" y="15029"/>
                  <a:pt x="12576" y="14865"/>
                </a:cubicBezTo>
                <a:cubicBezTo>
                  <a:pt x="13112" y="14704"/>
                  <a:pt x="13566" y="14499"/>
                  <a:pt x="13944" y="14246"/>
                </a:cubicBezTo>
                <a:cubicBezTo>
                  <a:pt x="14321" y="13992"/>
                  <a:pt x="14615" y="13722"/>
                  <a:pt x="14822" y="13439"/>
                </a:cubicBezTo>
                <a:cubicBezTo>
                  <a:pt x="15029" y="13154"/>
                  <a:pt x="15130" y="12881"/>
                  <a:pt x="15130" y="12613"/>
                </a:cubicBezTo>
                <a:lnTo>
                  <a:pt x="15130" y="8643"/>
                </a:lnTo>
                <a:cubicBezTo>
                  <a:pt x="15130" y="8286"/>
                  <a:pt x="15311" y="8104"/>
                  <a:pt x="15671" y="8104"/>
                </a:cubicBezTo>
                <a:lnTo>
                  <a:pt x="21058" y="8104"/>
                </a:lnTo>
                <a:lnTo>
                  <a:pt x="21058" y="8105"/>
                </a:lnTo>
                <a:close/>
                <a:moveTo>
                  <a:pt x="21058" y="2"/>
                </a:moveTo>
                <a:cubicBezTo>
                  <a:pt x="21205" y="2"/>
                  <a:pt x="21335" y="54"/>
                  <a:pt x="21438" y="161"/>
                </a:cubicBezTo>
                <a:cubicBezTo>
                  <a:pt x="21542" y="267"/>
                  <a:pt x="21599" y="391"/>
                  <a:pt x="21599" y="541"/>
                </a:cubicBezTo>
                <a:lnTo>
                  <a:pt x="21599" y="5928"/>
                </a:lnTo>
                <a:cubicBezTo>
                  <a:pt x="21599" y="6077"/>
                  <a:pt x="21542" y="6204"/>
                  <a:pt x="21438" y="6308"/>
                </a:cubicBezTo>
                <a:cubicBezTo>
                  <a:pt x="21335" y="6414"/>
                  <a:pt x="21205" y="6466"/>
                  <a:pt x="21058" y="6466"/>
                </a:cubicBezTo>
                <a:lnTo>
                  <a:pt x="15671" y="6466"/>
                </a:lnTo>
                <a:cubicBezTo>
                  <a:pt x="15311" y="6466"/>
                  <a:pt x="15130" y="6288"/>
                  <a:pt x="15130" y="5928"/>
                </a:cubicBezTo>
                <a:lnTo>
                  <a:pt x="15130" y="541"/>
                </a:lnTo>
                <a:cubicBezTo>
                  <a:pt x="15130" y="391"/>
                  <a:pt x="15182" y="267"/>
                  <a:pt x="15282" y="161"/>
                </a:cubicBezTo>
                <a:cubicBezTo>
                  <a:pt x="15383" y="54"/>
                  <a:pt x="15513" y="2"/>
                  <a:pt x="15671" y="2"/>
                </a:cubicBezTo>
                <a:lnTo>
                  <a:pt x="21058" y="2"/>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8" name="AutoShape 114"/>
          <p:cNvSpPr>
            <a:spLocks/>
          </p:cNvSpPr>
          <p:nvPr/>
        </p:nvSpPr>
        <p:spPr bwMode="auto">
          <a:xfrm>
            <a:off x="7416800" y="7440613"/>
            <a:ext cx="673100" cy="825500"/>
          </a:xfrm>
          <a:custGeom>
            <a:avLst/>
            <a:gdLst>
              <a:gd name="T0" fmla="*/ 336550 w 21600"/>
              <a:gd name="T1" fmla="*/ 412750 h 21600"/>
              <a:gd name="T2" fmla="*/ 336550 w 21600"/>
              <a:gd name="T3" fmla="*/ 412750 h 21600"/>
              <a:gd name="T4" fmla="*/ 336550 w 21600"/>
              <a:gd name="T5" fmla="*/ 412750 h 21600"/>
              <a:gd name="T6" fmla="*/ 3365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7647"/>
                </a:moveTo>
                <a:cubicBezTo>
                  <a:pt x="21600" y="8410"/>
                  <a:pt x="21443" y="9124"/>
                  <a:pt x="21132" y="9804"/>
                </a:cubicBezTo>
                <a:cubicBezTo>
                  <a:pt x="20820" y="10488"/>
                  <a:pt x="20404" y="11134"/>
                  <a:pt x="19880" y="11747"/>
                </a:cubicBezTo>
                <a:lnTo>
                  <a:pt x="12619" y="20679"/>
                </a:lnTo>
                <a:cubicBezTo>
                  <a:pt x="12095" y="21292"/>
                  <a:pt x="11491" y="21599"/>
                  <a:pt x="10804" y="21599"/>
                </a:cubicBezTo>
                <a:cubicBezTo>
                  <a:pt x="10112" y="21599"/>
                  <a:pt x="9520" y="21292"/>
                  <a:pt x="9024" y="20679"/>
                </a:cubicBezTo>
                <a:lnTo>
                  <a:pt x="1727" y="11718"/>
                </a:lnTo>
                <a:cubicBezTo>
                  <a:pt x="1203" y="11106"/>
                  <a:pt x="783" y="10462"/>
                  <a:pt x="472" y="9782"/>
                </a:cubicBezTo>
                <a:cubicBezTo>
                  <a:pt x="156" y="9110"/>
                  <a:pt x="0" y="8398"/>
                  <a:pt x="0" y="7647"/>
                </a:cubicBezTo>
                <a:cubicBezTo>
                  <a:pt x="0" y="6594"/>
                  <a:pt x="279" y="5601"/>
                  <a:pt x="843" y="4669"/>
                </a:cubicBezTo>
                <a:cubicBezTo>
                  <a:pt x="1403" y="3737"/>
                  <a:pt x="2179" y="2921"/>
                  <a:pt x="3164" y="2227"/>
                </a:cubicBezTo>
                <a:cubicBezTo>
                  <a:pt x="4144" y="1538"/>
                  <a:pt x="5296" y="990"/>
                  <a:pt x="6615" y="595"/>
                </a:cubicBezTo>
                <a:cubicBezTo>
                  <a:pt x="7936" y="197"/>
                  <a:pt x="9344" y="0"/>
                  <a:pt x="10819" y="0"/>
                </a:cubicBezTo>
                <a:cubicBezTo>
                  <a:pt x="12316" y="0"/>
                  <a:pt x="13719" y="197"/>
                  <a:pt x="15023" y="595"/>
                </a:cubicBezTo>
                <a:cubicBezTo>
                  <a:pt x="16335" y="993"/>
                  <a:pt x="17475" y="1538"/>
                  <a:pt x="18451" y="2227"/>
                </a:cubicBezTo>
                <a:cubicBezTo>
                  <a:pt x="19427" y="2921"/>
                  <a:pt x="20200" y="3737"/>
                  <a:pt x="20756" y="4669"/>
                </a:cubicBezTo>
                <a:cubicBezTo>
                  <a:pt x="21320" y="5603"/>
                  <a:pt x="21600" y="6594"/>
                  <a:pt x="21600" y="7647"/>
                </a:cubicBezTo>
                <a:moveTo>
                  <a:pt x="10819" y="11408"/>
                </a:moveTo>
                <a:cubicBezTo>
                  <a:pt x="11547" y="11408"/>
                  <a:pt x="12239" y="11309"/>
                  <a:pt x="12899" y="11114"/>
                </a:cubicBezTo>
                <a:cubicBezTo>
                  <a:pt x="13556" y="10922"/>
                  <a:pt x="14128" y="10651"/>
                  <a:pt x="14612" y="10310"/>
                </a:cubicBezTo>
                <a:cubicBezTo>
                  <a:pt x="15096" y="9968"/>
                  <a:pt x="15476" y="9564"/>
                  <a:pt x="15748" y="9107"/>
                </a:cubicBezTo>
                <a:cubicBezTo>
                  <a:pt x="16028" y="8650"/>
                  <a:pt x="16164" y="8158"/>
                  <a:pt x="16164" y="7645"/>
                </a:cubicBezTo>
                <a:cubicBezTo>
                  <a:pt x="16164" y="7131"/>
                  <a:pt x="16028" y="6642"/>
                  <a:pt x="15748" y="6176"/>
                </a:cubicBezTo>
                <a:cubicBezTo>
                  <a:pt x="15476" y="5713"/>
                  <a:pt x="15096" y="5304"/>
                  <a:pt x="14612" y="4951"/>
                </a:cubicBezTo>
                <a:cubicBezTo>
                  <a:pt x="14128" y="4604"/>
                  <a:pt x="13564" y="4327"/>
                  <a:pt x="12908" y="4135"/>
                </a:cubicBezTo>
                <a:cubicBezTo>
                  <a:pt x="12256" y="3943"/>
                  <a:pt x="11564" y="3842"/>
                  <a:pt x="10820" y="3842"/>
                </a:cubicBezTo>
                <a:cubicBezTo>
                  <a:pt x="10068" y="3842"/>
                  <a:pt x="9376" y="3940"/>
                  <a:pt x="8736" y="4135"/>
                </a:cubicBezTo>
                <a:cubicBezTo>
                  <a:pt x="8092" y="4327"/>
                  <a:pt x="7528" y="4604"/>
                  <a:pt x="7032" y="4951"/>
                </a:cubicBezTo>
                <a:cubicBezTo>
                  <a:pt x="6532" y="5304"/>
                  <a:pt x="6148" y="5713"/>
                  <a:pt x="5872" y="6171"/>
                </a:cubicBezTo>
                <a:cubicBezTo>
                  <a:pt x="5596" y="6628"/>
                  <a:pt x="5460" y="7119"/>
                  <a:pt x="5460" y="7642"/>
                </a:cubicBezTo>
                <a:cubicBezTo>
                  <a:pt x="5460" y="8155"/>
                  <a:pt x="5596" y="8644"/>
                  <a:pt x="5872" y="9104"/>
                </a:cubicBezTo>
                <a:cubicBezTo>
                  <a:pt x="6148" y="9561"/>
                  <a:pt x="6532" y="9965"/>
                  <a:pt x="7032" y="10307"/>
                </a:cubicBezTo>
                <a:cubicBezTo>
                  <a:pt x="7528" y="10648"/>
                  <a:pt x="8092" y="10919"/>
                  <a:pt x="8736" y="11111"/>
                </a:cubicBezTo>
                <a:cubicBezTo>
                  <a:pt x="9376" y="11309"/>
                  <a:pt x="10068" y="11408"/>
                  <a:pt x="10819" y="11408"/>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9" name="AutoShape 115"/>
          <p:cNvSpPr>
            <a:spLocks/>
          </p:cNvSpPr>
          <p:nvPr/>
        </p:nvSpPr>
        <p:spPr bwMode="auto">
          <a:xfrm>
            <a:off x="9591675" y="7739063"/>
            <a:ext cx="825500" cy="317500"/>
          </a:xfrm>
          <a:custGeom>
            <a:avLst/>
            <a:gdLst>
              <a:gd name="T0" fmla="*/ 412750 w 21600"/>
              <a:gd name="T1" fmla="*/ 158750 h 21600"/>
              <a:gd name="T2" fmla="*/ 412750 w 21600"/>
              <a:gd name="T3" fmla="*/ 158750 h 21600"/>
              <a:gd name="T4" fmla="*/ 412750 w 21600"/>
              <a:gd name="T5" fmla="*/ 158750 h 21600"/>
              <a:gd name="T6" fmla="*/ 412750 w 21600"/>
              <a:gd name="T7" fmla="*/ 15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5" y="0"/>
                </a:moveTo>
                <a:cubicBezTo>
                  <a:pt x="20642" y="0"/>
                  <a:pt x="20950" y="611"/>
                  <a:pt x="21209" y="1807"/>
                </a:cubicBezTo>
                <a:cubicBezTo>
                  <a:pt x="21467" y="3004"/>
                  <a:pt x="21599" y="4431"/>
                  <a:pt x="21599" y="6130"/>
                </a:cubicBezTo>
                <a:lnTo>
                  <a:pt x="21599" y="15496"/>
                </a:lnTo>
                <a:cubicBezTo>
                  <a:pt x="21599" y="17168"/>
                  <a:pt x="21467" y="18623"/>
                  <a:pt x="21209" y="19819"/>
                </a:cubicBezTo>
                <a:cubicBezTo>
                  <a:pt x="20950" y="21015"/>
                  <a:pt x="20642" y="21600"/>
                  <a:pt x="20275" y="21600"/>
                </a:cubicBezTo>
                <a:lnTo>
                  <a:pt x="1348" y="21600"/>
                </a:lnTo>
                <a:cubicBezTo>
                  <a:pt x="963" y="21600"/>
                  <a:pt x="640" y="21015"/>
                  <a:pt x="384" y="19873"/>
                </a:cubicBezTo>
                <a:cubicBezTo>
                  <a:pt x="126" y="18731"/>
                  <a:pt x="0" y="17277"/>
                  <a:pt x="0" y="15496"/>
                </a:cubicBezTo>
                <a:lnTo>
                  <a:pt x="0" y="6130"/>
                </a:lnTo>
                <a:cubicBezTo>
                  <a:pt x="0" y="4431"/>
                  <a:pt x="126" y="3004"/>
                  <a:pt x="384" y="1807"/>
                </a:cubicBezTo>
                <a:cubicBezTo>
                  <a:pt x="640" y="611"/>
                  <a:pt x="954" y="0"/>
                  <a:pt x="1318" y="0"/>
                </a:cubicBezTo>
                <a:lnTo>
                  <a:pt x="20275"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0" name="AutoShape 116"/>
          <p:cNvSpPr>
            <a:spLocks/>
          </p:cNvSpPr>
          <p:nvPr/>
        </p:nvSpPr>
        <p:spPr bwMode="auto">
          <a:xfrm>
            <a:off x="11812588" y="74453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82"/>
                  <a:pt x="15013" y="844"/>
                </a:cubicBezTo>
                <a:cubicBezTo>
                  <a:pt x="16321" y="1406"/>
                  <a:pt x="17465" y="2179"/>
                  <a:pt x="18449" y="3153"/>
                </a:cubicBezTo>
                <a:cubicBezTo>
                  <a:pt x="19432" y="4127"/>
                  <a:pt x="20204" y="5277"/>
                  <a:pt x="20760" y="6590"/>
                </a:cubicBezTo>
                <a:cubicBezTo>
                  <a:pt x="21323" y="7897"/>
                  <a:pt x="21599" y="9303"/>
                  <a:pt x="21599" y="10797"/>
                </a:cubicBezTo>
                <a:cubicBezTo>
                  <a:pt x="21599" y="12290"/>
                  <a:pt x="21323" y="13696"/>
                  <a:pt x="20760" y="15009"/>
                </a:cubicBezTo>
                <a:cubicBezTo>
                  <a:pt x="20204" y="16317"/>
                  <a:pt x="19432" y="17463"/>
                  <a:pt x="18449" y="18440"/>
                </a:cubicBezTo>
                <a:cubicBezTo>
                  <a:pt x="17465" y="19423"/>
                  <a:pt x="16321" y="20188"/>
                  <a:pt x="15013" y="20750"/>
                </a:cubicBezTo>
                <a:cubicBezTo>
                  <a:pt x="13704" y="21311"/>
                  <a:pt x="12303" y="21600"/>
                  <a:pt x="10805" y="21600"/>
                </a:cubicBezTo>
                <a:cubicBezTo>
                  <a:pt x="9310" y="21600"/>
                  <a:pt x="7906" y="21312"/>
                  <a:pt x="6595" y="20750"/>
                </a:cubicBezTo>
                <a:cubicBezTo>
                  <a:pt x="5281" y="20188"/>
                  <a:pt x="4136" y="19420"/>
                  <a:pt x="3156" y="18440"/>
                </a:cubicBezTo>
                <a:cubicBezTo>
                  <a:pt x="2178" y="17463"/>
                  <a:pt x="1407" y="16317"/>
                  <a:pt x="844" y="15009"/>
                </a:cubicBezTo>
                <a:cubicBezTo>
                  <a:pt x="279" y="13696"/>
                  <a:pt x="0" y="12290"/>
                  <a:pt x="0" y="10797"/>
                </a:cubicBezTo>
                <a:cubicBezTo>
                  <a:pt x="0" y="9303"/>
                  <a:pt x="279" y="7897"/>
                  <a:pt x="844" y="6590"/>
                </a:cubicBezTo>
                <a:cubicBezTo>
                  <a:pt x="1407" y="5277"/>
                  <a:pt x="2178" y="4130"/>
                  <a:pt x="3156" y="3153"/>
                </a:cubicBezTo>
                <a:cubicBezTo>
                  <a:pt x="4136" y="2176"/>
                  <a:pt x="5281" y="1406"/>
                  <a:pt x="6595" y="844"/>
                </a:cubicBezTo>
                <a:cubicBezTo>
                  <a:pt x="7906" y="279"/>
                  <a:pt x="9310" y="0"/>
                  <a:pt x="10805" y="0"/>
                </a:cubicBezTo>
                <a:moveTo>
                  <a:pt x="17042" y="9743"/>
                </a:moveTo>
                <a:cubicBezTo>
                  <a:pt x="17042" y="9616"/>
                  <a:pt x="16996" y="9512"/>
                  <a:pt x="16900" y="9424"/>
                </a:cubicBezTo>
                <a:cubicBezTo>
                  <a:pt x="16804" y="9343"/>
                  <a:pt x="16705" y="9297"/>
                  <a:pt x="16595" y="9297"/>
                </a:cubicBezTo>
                <a:lnTo>
                  <a:pt x="5015" y="9297"/>
                </a:lnTo>
                <a:cubicBezTo>
                  <a:pt x="4719" y="9297"/>
                  <a:pt x="4569" y="9453"/>
                  <a:pt x="4569" y="9744"/>
                </a:cubicBezTo>
                <a:lnTo>
                  <a:pt x="4569" y="11878"/>
                </a:lnTo>
                <a:cubicBezTo>
                  <a:pt x="4569" y="12175"/>
                  <a:pt x="4719" y="12324"/>
                  <a:pt x="5015" y="12324"/>
                </a:cubicBezTo>
                <a:lnTo>
                  <a:pt x="16595" y="12324"/>
                </a:lnTo>
                <a:cubicBezTo>
                  <a:pt x="16705" y="12324"/>
                  <a:pt x="16804" y="12279"/>
                  <a:pt x="16900" y="12197"/>
                </a:cubicBezTo>
                <a:cubicBezTo>
                  <a:pt x="16996" y="12110"/>
                  <a:pt x="17042" y="12005"/>
                  <a:pt x="17042" y="11878"/>
                </a:cubicBezTo>
                <a:lnTo>
                  <a:pt x="17042" y="974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1" name="AutoShape 117"/>
          <p:cNvSpPr>
            <a:spLocks/>
          </p:cNvSpPr>
          <p:nvPr/>
        </p:nvSpPr>
        <p:spPr bwMode="auto">
          <a:xfrm>
            <a:off x="782638" y="98044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817" y="0"/>
                </a:lnTo>
                <a:lnTo>
                  <a:pt x="9817" y="9815"/>
                </a:lnTo>
                <a:lnTo>
                  <a:pt x="0" y="9815"/>
                </a:lnTo>
                <a:lnTo>
                  <a:pt x="0" y="0"/>
                </a:lnTo>
                <a:close/>
                <a:moveTo>
                  <a:pt x="0" y="11784"/>
                </a:moveTo>
                <a:lnTo>
                  <a:pt x="9817" y="11784"/>
                </a:lnTo>
                <a:lnTo>
                  <a:pt x="9817" y="21600"/>
                </a:lnTo>
                <a:lnTo>
                  <a:pt x="0" y="21600"/>
                </a:lnTo>
                <a:lnTo>
                  <a:pt x="0" y="11784"/>
                </a:lnTo>
                <a:close/>
                <a:moveTo>
                  <a:pt x="1956" y="7859"/>
                </a:moveTo>
                <a:lnTo>
                  <a:pt x="7860" y="7859"/>
                </a:lnTo>
                <a:lnTo>
                  <a:pt x="7860" y="1950"/>
                </a:lnTo>
                <a:lnTo>
                  <a:pt x="1956" y="1950"/>
                </a:lnTo>
                <a:lnTo>
                  <a:pt x="1956" y="7859"/>
                </a:lnTo>
                <a:close/>
                <a:moveTo>
                  <a:pt x="1956" y="19646"/>
                </a:moveTo>
                <a:lnTo>
                  <a:pt x="7860" y="19646"/>
                </a:lnTo>
                <a:lnTo>
                  <a:pt x="7860" y="13738"/>
                </a:lnTo>
                <a:lnTo>
                  <a:pt x="1956" y="13738"/>
                </a:lnTo>
                <a:lnTo>
                  <a:pt x="1956" y="19646"/>
                </a:lnTo>
                <a:close/>
                <a:moveTo>
                  <a:pt x="3924" y="3948"/>
                </a:moveTo>
                <a:lnTo>
                  <a:pt x="5907" y="3948"/>
                </a:lnTo>
                <a:lnTo>
                  <a:pt x="5907" y="5905"/>
                </a:lnTo>
                <a:lnTo>
                  <a:pt x="3924" y="5905"/>
                </a:lnTo>
                <a:lnTo>
                  <a:pt x="3924" y="3948"/>
                </a:lnTo>
                <a:close/>
                <a:moveTo>
                  <a:pt x="3924" y="15694"/>
                </a:moveTo>
                <a:lnTo>
                  <a:pt x="5907" y="15694"/>
                </a:lnTo>
                <a:lnTo>
                  <a:pt x="5907" y="17677"/>
                </a:lnTo>
                <a:lnTo>
                  <a:pt x="3924" y="17677"/>
                </a:lnTo>
                <a:lnTo>
                  <a:pt x="3924" y="15694"/>
                </a:lnTo>
                <a:close/>
                <a:moveTo>
                  <a:pt x="21599" y="9815"/>
                </a:moveTo>
                <a:lnTo>
                  <a:pt x="11782" y="9815"/>
                </a:lnTo>
                <a:lnTo>
                  <a:pt x="11782" y="0"/>
                </a:lnTo>
                <a:lnTo>
                  <a:pt x="21599" y="0"/>
                </a:lnTo>
                <a:lnTo>
                  <a:pt x="21599" y="9815"/>
                </a:lnTo>
                <a:close/>
                <a:moveTo>
                  <a:pt x="19643" y="11784"/>
                </a:moveTo>
                <a:lnTo>
                  <a:pt x="21599" y="11784"/>
                </a:lnTo>
                <a:lnTo>
                  <a:pt x="21599" y="17677"/>
                </a:lnTo>
                <a:lnTo>
                  <a:pt x="15692" y="17677"/>
                </a:lnTo>
                <a:lnTo>
                  <a:pt x="15692" y="15724"/>
                </a:lnTo>
                <a:lnTo>
                  <a:pt x="13739" y="15724"/>
                </a:lnTo>
                <a:lnTo>
                  <a:pt x="13739" y="21600"/>
                </a:lnTo>
                <a:lnTo>
                  <a:pt x="11782" y="21600"/>
                </a:lnTo>
                <a:lnTo>
                  <a:pt x="11782" y="11784"/>
                </a:lnTo>
                <a:lnTo>
                  <a:pt x="17646" y="11784"/>
                </a:lnTo>
                <a:lnTo>
                  <a:pt x="17646" y="13738"/>
                </a:lnTo>
                <a:lnTo>
                  <a:pt x="19643" y="13738"/>
                </a:lnTo>
                <a:lnTo>
                  <a:pt x="19643" y="11784"/>
                </a:lnTo>
                <a:close/>
                <a:moveTo>
                  <a:pt x="19643" y="1953"/>
                </a:moveTo>
                <a:lnTo>
                  <a:pt x="13739" y="1953"/>
                </a:lnTo>
                <a:lnTo>
                  <a:pt x="13739" y="7861"/>
                </a:lnTo>
                <a:lnTo>
                  <a:pt x="19643" y="7861"/>
                </a:lnTo>
                <a:lnTo>
                  <a:pt x="19643" y="1953"/>
                </a:lnTo>
                <a:close/>
                <a:moveTo>
                  <a:pt x="17646" y="5905"/>
                </a:moveTo>
                <a:lnTo>
                  <a:pt x="15692" y="5905"/>
                </a:lnTo>
                <a:lnTo>
                  <a:pt x="15692" y="3948"/>
                </a:lnTo>
                <a:lnTo>
                  <a:pt x="17646" y="3948"/>
                </a:lnTo>
                <a:lnTo>
                  <a:pt x="17646" y="5905"/>
                </a:lnTo>
                <a:close/>
                <a:moveTo>
                  <a:pt x="15692" y="19646"/>
                </a:moveTo>
                <a:lnTo>
                  <a:pt x="17646" y="19646"/>
                </a:lnTo>
                <a:lnTo>
                  <a:pt x="17646" y="21600"/>
                </a:lnTo>
                <a:lnTo>
                  <a:pt x="15692" y="21600"/>
                </a:lnTo>
                <a:lnTo>
                  <a:pt x="15692" y="19646"/>
                </a:lnTo>
                <a:close/>
                <a:moveTo>
                  <a:pt x="19643" y="19646"/>
                </a:moveTo>
                <a:lnTo>
                  <a:pt x="21599" y="19646"/>
                </a:lnTo>
                <a:lnTo>
                  <a:pt x="21599" y="21600"/>
                </a:lnTo>
                <a:lnTo>
                  <a:pt x="19643" y="21600"/>
                </a:lnTo>
                <a:lnTo>
                  <a:pt x="19643" y="19646"/>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2" name="AutoShape 118"/>
          <p:cNvSpPr>
            <a:spLocks/>
          </p:cNvSpPr>
          <p:nvPr/>
        </p:nvSpPr>
        <p:spPr bwMode="auto">
          <a:xfrm>
            <a:off x="2884488" y="97774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4"/>
                </a:cubicBezTo>
                <a:cubicBezTo>
                  <a:pt x="16319" y="1409"/>
                  <a:pt x="17463" y="2179"/>
                  <a:pt x="18449" y="3156"/>
                </a:cubicBezTo>
                <a:cubicBezTo>
                  <a:pt x="19432" y="4133"/>
                  <a:pt x="20201" y="5277"/>
                  <a:pt x="20760" y="6587"/>
                </a:cubicBezTo>
                <a:cubicBezTo>
                  <a:pt x="21317" y="7900"/>
                  <a:pt x="21599" y="9303"/>
                  <a:pt x="21599" y="10800"/>
                </a:cubicBezTo>
                <a:cubicBezTo>
                  <a:pt x="21599" y="12296"/>
                  <a:pt x="21317" y="13699"/>
                  <a:pt x="20760" y="15009"/>
                </a:cubicBezTo>
                <a:cubicBezTo>
                  <a:pt x="20201" y="16319"/>
                  <a:pt x="19430" y="17466"/>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6"/>
                  <a:pt x="1409" y="16319"/>
                  <a:pt x="847" y="15009"/>
                </a:cubicBezTo>
                <a:cubicBezTo>
                  <a:pt x="282" y="13699"/>
                  <a:pt x="0" y="12296"/>
                  <a:pt x="0" y="10800"/>
                </a:cubicBezTo>
                <a:cubicBezTo>
                  <a:pt x="0" y="9303"/>
                  <a:pt x="282" y="7900"/>
                  <a:pt x="847" y="6587"/>
                </a:cubicBezTo>
                <a:cubicBezTo>
                  <a:pt x="1409" y="5277"/>
                  <a:pt x="2181" y="4133"/>
                  <a:pt x="3158" y="3156"/>
                </a:cubicBezTo>
                <a:cubicBezTo>
                  <a:pt x="4136" y="2179"/>
                  <a:pt x="5280" y="1409"/>
                  <a:pt x="6594" y="844"/>
                </a:cubicBezTo>
                <a:cubicBezTo>
                  <a:pt x="7902" y="279"/>
                  <a:pt x="9306" y="0"/>
                  <a:pt x="10807" y="0"/>
                </a:cubicBezTo>
                <a:moveTo>
                  <a:pt x="13296" y="11689"/>
                </a:moveTo>
                <a:lnTo>
                  <a:pt x="13296" y="11689"/>
                </a:lnTo>
                <a:cubicBezTo>
                  <a:pt x="13522" y="11511"/>
                  <a:pt x="13742" y="11299"/>
                  <a:pt x="13965" y="11068"/>
                </a:cubicBezTo>
                <a:cubicBezTo>
                  <a:pt x="14186" y="10831"/>
                  <a:pt x="14392" y="10576"/>
                  <a:pt x="14587" y="10297"/>
                </a:cubicBezTo>
                <a:cubicBezTo>
                  <a:pt x="14782" y="10017"/>
                  <a:pt x="14937" y="9707"/>
                  <a:pt x="15053" y="9359"/>
                </a:cubicBezTo>
                <a:cubicBezTo>
                  <a:pt x="15172" y="9012"/>
                  <a:pt x="15228" y="8603"/>
                  <a:pt x="15228" y="8134"/>
                </a:cubicBezTo>
                <a:cubicBezTo>
                  <a:pt x="15228" y="7521"/>
                  <a:pt x="15107" y="6976"/>
                  <a:pt x="14855" y="6496"/>
                </a:cubicBezTo>
                <a:cubicBezTo>
                  <a:pt x="14607" y="6022"/>
                  <a:pt x="14276" y="5624"/>
                  <a:pt x="13861" y="5316"/>
                </a:cubicBezTo>
                <a:cubicBezTo>
                  <a:pt x="13445" y="5006"/>
                  <a:pt x="12979" y="4766"/>
                  <a:pt x="12459" y="4599"/>
                </a:cubicBezTo>
                <a:cubicBezTo>
                  <a:pt x="11940" y="4433"/>
                  <a:pt x="11425" y="4348"/>
                  <a:pt x="10911" y="4348"/>
                </a:cubicBezTo>
                <a:cubicBezTo>
                  <a:pt x="10343" y="4348"/>
                  <a:pt x="9832" y="4424"/>
                  <a:pt x="9377" y="4571"/>
                </a:cubicBezTo>
                <a:cubicBezTo>
                  <a:pt x="8922" y="4721"/>
                  <a:pt x="8535" y="4881"/>
                  <a:pt x="8221" y="5051"/>
                </a:cubicBezTo>
                <a:cubicBezTo>
                  <a:pt x="7905" y="5223"/>
                  <a:pt x="7668" y="5381"/>
                  <a:pt x="7504" y="5531"/>
                </a:cubicBezTo>
                <a:cubicBezTo>
                  <a:pt x="7340" y="5681"/>
                  <a:pt x="7249" y="5763"/>
                  <a:pt x="7232" y="5782"/>
                </a:cubicBezTo>
                <a:cubicBezTo>
                  <a:pt x="7086" y="5926"/>
                  <a:pt x="7074" y="6101"/>
                  <a:pt x="7190" y="6307"/>
                </a:cubicBezTo>
                <a:lnTo>
                  <a:pt x="8476" y="7863"/>
                </a:lnTo>
                <a:cubicBezTo>
                  <a:pt x="8512" y="7937"/>
                  <a:pt x="8600" y="7990"/>
                  <a:pt x="8747" y="8024"/>
                </a:cubicBezTo>
                <a:cubicBezTo>
                  <a:pt x="8854" y="8024"/>
                  <a:pt x="8959" y="7999"/>
                  <a:pt x="9058" y="7945"/>
                </a:cubicBezTo>
                <a:lnTo>
                  <a:pt x="9193" y="7838"/>
                </a:lnTo>
                <a:cubicBezTo>
                  <a:pt x="9281" y="7764"/>
                  <a:pt x="9405" y="7685"/>
                  <a:pt x="9563" y="7601"/>
                </a:cubicBezTo>
                <a:cubicBezTo>
                  <a:pt x="9724" y="7513"/>
                  <a:pt x="9897" y="7440"/>
                  <a:pt x="10095" y="7375"/>
                </a:cubicBezTo>
                <a:cubicBezTo>
                  <a:pt x="10287" y="7313"/>
                  <a:pt x="10499" y="7282"/>
                  <a:pt x="10725" y="7282"/>
                </a:cubicBezTo>
                <a:cubicBezTo>
                  <a:pt x="11092" y="7282"/>
                  <a:pt x="11406" y="7383"/>
                  <a:pt x="11663" y="7587"/>
                </a:cubicBezTo>
                <a:cubicBezTo>
                  <a:pt x="11920" y="7790"/>
                  <a:pt x="12050" y="8050"/>
                  <a:pt x="12050" y="8363"/>
                </a:cubicBezTo>
                <a:cubicBezTo>
                  <a:pt x="12050" y="8696"/>
                  <a:pt x="11940" y="8990"/>
                  <a:pt x="11719" y="9235"/>
                </a:cubicBezTo>
                <a:cubicBezTo>
                  <a:pt x="11499" y="9484"/>
                  <a:pt x="11222" y="9755"/>
                  <a:pt x="10886" y="10054"/>
                </a:cubicBezTo>
                <a:cubicBezTo>
                  <a:pt x="10679" y="10215"/>
                  <a:pt x="10470" y="10399"/>
                  <a:pt x="10256" y="10599"/>
                </a:cubicBezTo>
                <a:cubicBezTo>
                  <a:pt x="10047" y="10802"/>
                  <a:pt x="9849" y="11034"/>
                  <a:pt x="9676" y="11297"/>
                </a:cubicBezTo>
                <a:cubicBezTo>
                  <a:pt x="9501" y="11559"/>
                  <a:pt x="9357" y="11844"/>
                  <a:pt x="9250" y="12155"/>
                </a:cubicBezTo>
                <a:cubicBezTo>
                  <a:pt x="9142" y="12465"/>
                  <a:pt x="9086" y="12824"/>
                  <a:pt x="9086" y="13231"/>
                </a:cubicBezTo>
                <a:lnTo>
                  <a:pt x="9086" y="14095"/>
                </a:lnTo>
                <a:cubicBezTo>
                  <a:pt x="9086" y="14202"/>
                  <a:pt x="9128" y="14298"/>
                  <a:pt x="9210" y="14377"/>
                </a:cubicBezTo>
                <a:cubicBezTo>
                  <a:pt x="9289" y="14459"/>
                  <a:pt x="9385" y="14498"/>
                  <a:pt x="9493" y="14498"/>
                </a:cubicBezTo>
                <a:lnTo>
                  <a:pt x="11711" y="14498"/>
                </a:lnTo>
                <a:cubicBezTo>
                  <a:pt x="11821" y="14498"/>
                  <a:pt x="11911" y="14459"/>
                  <a:pt x="11990" y="14377"/>
                </a:cubicBezTo>
                <a:cubicBezTo>
                  <a:pt x="12067" y="14298"/>
                  <a:pt x="12106" y="14202"/>
                  <a:pt x="12106" y="14095"/>
                </a:cubicBezTo>
                <a:lnTo>
                  <a:pt x="12106" y="13406"/>
                </a:lnTo>
                <a:cubicBezTo>
                  <a:pt x="12106" y="13053"/>
                  <a:pt x="12219" y="12756"/>
                  <a:pt x="12451" y="12508"/>
                </a:cubicBezTo>
                <a:cubicBezTo>
                  <a:pt x="12680" y="12259"/>
                  <a:pt x="12960" y="11988"/>
                  <a:pt x="13296" y="11689"/>
                </a:cubicBezTo>
                <a:moveTo>
                  <a:pt x="12106" y="15664"/>
                </a:moveTo>
                <a:cubicBezTo>
                  <a:pt x="12106" y="15557"/>
                  <a:pt x="12067" y="15464"/>
                  <a:pt x="11996" y="15382"/>
                </a:cubicBezTo>
                <a:cubicBezTo>
                  <a:pt x="11928" y="15300"/>
                  <a:pt x="11829" y="15258"/>
                  <a:pt x="11711" y="15258"/>
                </a:cubicBezTo>
                <a:lnTo>
                  <a:pt x="9493" y="15258"/>
                </a:lnTo>
                <a:cubicBezTo>
                  <a:pt x="9385" y="15258"/>
                  <a:pt x="9292" y="15300"/>
                  <a:pt x="9210" y="15382"/>
                </a:cubicBezTo>
                <a:cubicBezTo>
                  <a:pt x="9128" y="15464"/>
                  <a:pt x="9086" y="15557"/>
                  <a:pt x="9086" y="15664"/>
                </a:cubicBezTo>
                <a:lnTo>
                  <a:pt x="9086" y="17774"/>
                </a:lnTo>
                <a:cubicBezTo>
                  <a:pt x="9086" y="17881"/>
                  <a:pt x="9128" y="17980"/>
                  <a:pt x="9210" y="18064"/>
                </a:cubicBezTo>
                <a:cubicBezTo>
                  <a:pt x="9289" y="18152"/>
                  <a:pt x="9385" y="18194"/>
                  <a:pt x="9493" y="18194"/>
                </a:cubicBezTo>
                <a:lnTo>
                  <a:pt x="11711" y="18194"/>
                </a:lnTo>
                <a:cubicBezTo>
                  <a:pt x="11821" y="18194"/>
                  <a:pt x="11911" y="18152"/>
                  <a:pt x="11990" y="18064"/>
                </a:cubicBezTo>
                <a:cubicBezTo>
                  <a:pt x="12067" y="17980"/>
                  <a:pt x="12106" y="17881"/>
                  <a:pt x="12106" y="17774"/>
                </a:cubicBezTo>
                <a:lnTo>
                  <a:pt x="12106" y="1566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3" name="AutoShape 119"/>
          <p:cNvSpPr>
            <a:spLocks/>
          </p:cNvSpPr>
          <p:nvPr/>
        </p:nvSpPr>
        <p:spPr bwMode="auto">
          <a:xfrm>
            <a:off x="5108575" y="9777413"/>
            <a:ext cx="825500" cy="825500"/>
          </a:xfrm>
          <a:custGeom>
            <a:avLst/>
            <a:gdLst>
              <a:gd name="T0" fmla="*/ 412731 w 21591"/>
              <a:gd name="T1" fmla="*/ 414670 h 21498"/>
              <a:gd name="T2" fmla="*/ 412731 w 21591"/>
              <a:gd name="T3" fmla="*/ 414670 h 21498"/>
              <a:gd name="T4" fmla="*/ 412731 w 21591"/>
              <a:gd name="T5" fmla="*/ 414670 h 21498"/>
              <a:gd name="T6" fmla="*/ 412731 w 21591"/>
              <a:gd name="T7" fmla="*/ 414670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5"/>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4"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4"/>
                  <a:pt x="6410" y="9875"/>
                </a:cubicBezTo>
                <a:cubicBezTo>
                  <a:pt x="5862" y="8926"/>
                  <a:pt x="5319" y="8127"/>
                  <a:pt x="4776" y="7473"/>
                </a:cubicBezTo>
                <a:cubicBezTo>
                  <a:pt x="4232" y="6822"/>
                  <a:pt x="3650" y="6495"/>
                  <a:pt x="3024" y="6495"/>
                </a:cubicBezTo>
                <a:lnTo>
                  <a:pt x="462" y="6495"/>
                </a:lnTo>
                <a:close/>
                <a:moveTo>
                  <a:pt x="21333" y="15997"/>
                </a:moveTo>
                <a:cubicBezTo>
                  <a:pt x="21514" y="16166"/>
                  <a:pt x="21599"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4" name="AutoShape 120"/>
          <p:cNvSpPr>
            <a:spLocks/>
          </p:cNvSpPr>
          <p:nvPr/>
        </p:nvSpPr>
        <p:spPr bwMode="auto">
          <a:xfrm>
            <a:off x="7327900" y="9777413"/>
            <a:ext cx="825500" cy="825500"/>
          </a:xfrm>
          <a:custGeom>
            <a:avLst/>
            <a:gdLst>
              <a:gd name="T0" fmla="*/ 412750 w 21518"/>
              <a:gd name="T1" fmla="*/ 415985 h 21432"/>
              <a:gd name="T2" fmla="*/ 412750 w 21518"/>
              <a:gd name="T3" fmla="*/ 415985 h 21432"/>
              <a:gd name="T4" fmla="*/ 412750 w 21518"/>
              <a:gd name="T5" fmla="*/ 415985 h 21432"/>
              <a:gd name="T6" fmla="*/ 412750 w 21518"/>
              <a:gd name="T7" fmla="*/ 415985 h 214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5"/>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5" name="AutoShape 121"/>
          <p:cNvSpPr>
            <a:spLocks/>
          </p:cNvSpPr>
          <p:nvPr/>
        </p:nvSpPr>
        <p:spPr bwMode="auto">
          <a:xfrm>
            <a:off x="9642475" y="98044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91" y="17891"/>
                </a:moveTo>
                <a:cubicBezTo>
                  <a:pt x="21461" y="18164"/>
                  <a:pt x="21599" y="18475"/>
                  <a:pt x="21599" y="18824"/>
                </a:cubicBezTo>
                <a:cubicBezTo>
                  <a:pt x="21599" y="19176"/>
                  <a:pt x="21461" y="19490"/>
                  <a:pt x="21191" y="19760"/>
                </a:cubicBezTo>
                <a:lnTo>
                  <a:pt x="19784" y="21192"/>
                </a:lnTo>
                <a:cubicBezTo>
                  <a:pt x="19514" y="21465"/>
                  <a:pt x="19196" y="21600"/>
                  <a:pt x="18829" y="21600"/>
                </a:cubicBezTo>
                <a:cubicBezTo>
                  <a:pt x="18465" y="21600"/>
                  <a:pt x="18150" y="21465"/>
                  <a:pt x="17889" y="21192"/>
                </a:cubicBezTo>
                <a:lnTo>
                  <a:pt x="10800" y="14101"/>
                </a:lnTo>
                <a:lnTo>
                  <a:pt x="3684" y="21192"/>
                </a:lnTo>
                <a:cubicBezTo>
                  <a:pt x="3410" y="21465"/>
                  <a:pt x="3099" y="21600"/>
                  <a:pt x="2749" y="21600"/>
                </a:cubicBezTo>
                <a:cubicBezTo>
                  <a:pt x="2397" y="21600"/>
                  <a:pt x="2083" y="21465"/>
                  <a:pt x="1815" y="21192"/>
                </a:cubicBezTo>
                <a:lnTo>
                  <a:pt x="408" y="19787"/>
                </a:lnTo>
                <a:cubicBezTo>
                  <a:pt x="135" y="19520"/>
                  <a:pt x="0" y="19200"/>
                  <a:pt x="0" y="18839"/>
                </a:cubicBezTo>
                <a:cubicBezTo>
                  <a:pt x="0" y="18481"/>
                  <a:pt x="135" y="18164"/>
                  <a:pt x="408" y="17891"/>
                </a:cubicBezTo>
                <a:lnTo>
                  <a:pt x="7556" y="10731"/>
                </a:lnTo>
                <a:lnTo>
                  <a:pt x="408" y="3708"/>
                </a:lnTo>
                <a:cubicBezTo>
                  <a:pt x="135" y="3435"/>
                  <a:pt x="0" y="3121"/>
                  <a:pt x="0" y="2760"/>
                </a:cubicBezTo>
                <a:cubicBezTo>
                  <a:pt x="0" y="2399"/>
                  <a:pt x="135" y="2082"/>
                  <a:pt x="408" y="1815"/>
                </a:cubicBezTo>
                <a:lnTo>
                  <a:pt x="1815" y="407"/>
                </a:lnTo>
                <a:cubicBezTo>
                  <a:pt x="2085" y="135"/>
                  <a:pt x="2403" y="0"/>
                  <a:pt x="2770" y="0"/>
                </a:cubicBezTo>
                <a:cubicBezTo>
                  <a:pt x="3134" y="0"/>
                  <a:pt x="3449" y="134"/>
                  <a:pt x="3710" y="407"/>
                </a:cubicBezTo>
                <a:lnTo>
                  <a:pt x="10800" y="7486"/>
                </a:lnTo>
                <a:lnTo>
                  <a:pt x="17889" y="407"/>
                </a:lnTo>
                <a:cubicBezTo>
                  <a:pt x="18159" y="135"/>
                  <a:pt x="18476" y="0"/>
                  <a:pt x="18838" y="0"/>
                </a:cubicBezTo>
                <a:cubicBezTo>
                  <a:pt x="19196" y="0"/>
                  <a:pt x="19514" y="134"/>
                  <a:pt x="19784" y="407"/>
                </a:cubicBezTo>
                <a:lnTo>
                  <a:pt x="21191" y="1815"/>
                </a:lnTo>
                <a:cubicBezTo>
                  <a:pt x="21461" y="2082"/>
                  <a:pt x="21599" y="2402"/>
                  <a:pt x="21599" y="2769"/>
                </a:cubicBezTo>
                <a:cubicBezTo>
                  <a:pt x="21599" y="3133"/>
                  <a:pt x="21461" y="3447"/>
                  <a:pt x="21191" y="3708"/>
                </a:cubicBezTo>
                <a:lnTo>
                  <a:pt x="14043" y="10869"/>
                </a:lnTo>
                <a:lnTo>
                  <a:pt x="21191" y="1789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6" name="AutoShape 122"/>
          <p:cNvSpPr>
            <a:spLocks/>
          </p:cNvSpPr>
          <p:nvPr/>
        </p:nvSpPr>
        <p:spPr bwMode="auto">
          <a:xfrm>
            <a:off x="11796713" y="98044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9"/>
                  <a:pt x="18449" y="3156"/>
                </a:cubicBezTo>
                <a:cubicBezTo>
                  <a:pt x="19432" y="4133"/>
                  <a:pt x="20201" y="5279"/>
                  <a:pt x="20760" y="6590"/>
                </a:cubicBezTo>
                <a:cubicBezTo>
                  <a:pt x="21317" y="7900"/>
                  <a:pt x="21599" y="9306"/>
                  <a:pt x="21599" y="10800"/>
                </a:cubicBezTo>
                <a:cubicBezTo>
                  <a:pt x="21599" y="12296"/>
                  <a:pt x="21317" y="13702"/>
                  <a:pt x="20760" y="15012"/>
                </a:cubicBezTo>
                <a:cubicBezTo>
                  <a:pt x="20201" y="16320"/>
                  <a:pt x="19430" y="17469"/>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9"/>
                  <a:pt x="1409" y="16320"/>
                  <a:pt x="847" y="15012"/>
                </a:cubicBezTo>
                <a:cubicBezTo>
                  <a:pt x="282" y="13702"/>
                  <a:pt x="0" y="12296"/>
                  <a:pt x="0" y="10800"/>
                </a:cubicBezTo>
                <a:cubicBezTo>
                  <a:pt x="0" y="9306"/>
                  <a:pt x="282" y="7900"/>
                  <a:pt x="847" y="6590"/>
                </a:cubicBezTo>
                <a:cubicBezTo>
                  <a:pt x="1409" y="5279"/>
                  <a:pt x="2181" y="4133"/>
                  <a:pt x="3158" y="3156"/>
                </a:cubicBezTo>
                <a:cubicBezTo>
                  <a:pt x="4136" y="2179"/>
                  <a:pt x="5280" y="1408"/>
                  <a:pt x="6594" y="847"/>
                </a:cubicBezTo>
                <a:cubicBezTo>
                  <a:pt x="7902" y="282"/>
                  <a:pt x="9306" y="0"/>
                  <a:pt x="10807" y="0"/>
                </a:cubicBezTo>
                <a:moveTo>
                  <a:pt x="10807" y="18355"/>
                </a:moveTo>
                <a:cubicBezTo>
                  <a:pt x="11860" y="18355"/>
                  <a:pt x="12844" y="18157"/>
                  <a:pt x="13756" y="17759"/>
                </a:cubicBezTo>
                <a:cubicBezTo>
                  <a:pt x="14666" y="17367"/>
                  <a:pt x="15463" y="16822"/>
                  <a:pt x="16149" y="16139"/>
                </a:cubicBezTo>
                <a:cubicBezTo>
                  <a:pt x="16836" y="15455"/>
                  <a:pt x="17378" y="14656"/>
                  <a:pt x="17774" y="13744"/>
                </a:cubicBezTo>
                <a:cubicBezTo>
                  <a:pt x="18169" y="12835"/>
                  <a:pt x="18367" y="11853"/>
                  <a:pt x="18367" y="10799"/>
                </a:cubicBezTo>
                <a:cubicBezTo>
                  <a:pt x="18367" y="9746"/>
                  <a:pt x="18169" y="8766"/>
                  <a:pt x="17774" y="7852"/>
                </a:cubicBezTo>
                <a:cubicBezTo>
                  <a:pt x="17376" y="6942"/>
                  <a:pt x="16836" y="6146"/>
                  <a:pt x="16149" y="5463"/>
                </a:cubicBezTo>
                <a:cubicBezTo>
                  <a:pt x="15466" y="4777"/>
                  <a:pt x="14666" y="4235"/>
                  <a:pt x="13748" y="3839"/>
                </a:cubicBezTo>
                <a:cubicBezTo>
                  <a:pt x="12830" y="3444"/>
                  <a:pt x="11852" y="3246"/>
                  <a:pt x="10807" y="3246"/>
                </a:cubicBezTo>
                <a:cubicBezTo>
                  <a:pt x="9753" y="3246"/>
                  <a:pt x="8764" y="3444"/>
                  <a:pt x="7851" y="3839"/>
                </a:cubicBezTo>
                <a:cubicBezTo>
                  <a:pt x="6933" y="4235"/>
                  <a:pt x="6139" y="4777"/>
                  <a:pt x="5455" y="5463"/>
                </a:cubicBezTo>
                <a:cubicBezTo>
                  <a:pt x="4774" y="6146"/>
                  <a:pt x="4235" y="6942"/>
                  <a:pt x="3839" y="7852"/>
                </a:cubicBezTo>
                <a:cubicBezTo>
                  <a:pt x="3444" y="8766"/>
                  <a:pt x="3246" y="9746"/>
                  <a:pt x="3246" y="10799"/>
                </a:cubicBezTo>
                <a:cubicBezTo>
                  <a:pt x="3246" y="11852"/>
                  <a:pt x="3444" y="12835"/>
                  <a:pt x="3839" y="13744"/>
                </a:cubicBezTo>
                <a:cubicBezTo>
                  <a:pt x="4238" y="14656"/>
                  <a:pt x="4774" y="15455"/>
                  <a:pt x="5455" y="16139"/>
                </a:cubicBezTo>
                <a:cubicBezTo>
                  <a:pt x="6136" y="16822"/>
                  <a:pt x="6930" y="17367"/>
                  <a:pt x="7851" y="17759"/>
                </a:cubicBezTo>
                <a:cubicBezTo>
                  <a:pt x="8764" y="18158"/>
                  <a:pt x="9753" y="18355"/>
                  <a:pt x="10807" y="18355"/>
                </a:cubicBezTo>
                <a:moveTo>
                  <a:pt x="15350" y="7784"/>
                </a:moveTo>
                <a:cubicBezTo>
                  <a:pt x="15613" y="8049"/>
                  <a:pt x="15613" y="8304"/>
                  <a:pt x="15350" y="8555"/>
                </a:cubicBezTo>
                <a:lnTo>
                  <a:pt x="13104" y="10800"/>
                </a:lnTo>
                <a:lnTo>
                  <a:pt x="15350" y="13044"/>
                </a:lnTo>
                <a:cubicBezTo>
                  <a:pt x="15613" y="13304"/>
                  <a:pt x="15613" y="13564"/>
                  <a:pt x="15350" y="13812"/>
                </a:cubicBezTo>
                <a:lnTo>
                  <a:pt x="13821" y="15340"/>
                </a:lnTo>
                <a:cubicBezTo>
                  <a:pt x="13714" y="15447"/>
                  <a:pt x="13584" y="15501"/>
                  <a:pt x="13434" y="15501"/>
                </a:cubicBezTo>
                <a:cubicBezTo>
                  <a:pt x="13287" y="15501"/>
                  <a:pt x="13157" y="15447"/>
                  <a:pt x="13050" y="15340"/>
                </a:cubicBezTo>
                <a:lnTo>
                  <a:pt x="10804" y="13095"/>
                </a:lnTo>
                <a:lnTo>
                  <a:pt x="8558" y="15340"/>
                </a:lnTo>
                <a:cubicBezTo>
                  <a:pt x="8450" y="15447"/>
                  <a:pt x="8320" y="15501"/>
                  <a:pt x="8170" y="15501"/>
                </a:cubicBezTo>
                <a:cubicBezTo>
                  <a:pt x="8024" y="15501"/>
                  <a:pt x="7888" y="15447"/>
                  <a:pt x="7772" y="15340"/>
                </a:cubicBezTo>
                <a:lnTo>
                  <a:pt x="6258" y="13812"/>
                </a:lnTo>
                <a:cubicBezTo>
                  <a:pt x="6150" y="13705"/>
                  <a:pt x="6094" y="13575"/>
                  <a:pt x="6094" y="13428"/>
                </a:cubicBezTo>
                <a:cubicBezTo>
                  <a:pt x="6094" y="13279"/>
                  <a:pt x="6150" y="13149"/>
                  <a:pt x="6258" y="13041"/>
                </a:cubicBezTo>
                <a:lnTo>
                  <a:pt x="8504" y="10797"/>
                </a:lnTo>
                <a:lnTo>
                  <a:pt x="6258" y="8552"/>
                </a:lnTo>
                <a:cubicBezTo>
                  <a:pt x="6150" y="8445"/>
                  <a:pt x="6094" y="8315"/>
                  <a:pt x="6094" y="8168"/>
                </a:cubicBezTo>
                <a:cubicBezTo>
                  <a:pt x="6094" y="8018"/>
                  <a:pt x="6150" y="7891"/>
                  <a:pt x="6258" y="7781"/>
                </a:cubicBezTo>
                <a:lnTo>
                  <a:pt x="7772" y="6256"/>
                </a:lnTo>
                <a:cubicBezTo>
                  <a:pt x="8035" y="5994"/>
                  <a:pt x="8295" y="5994"/>
                  <a:pt x="8555" y="6256"/>
                </a:cubicBezTo>
                <a:lnTo>
                  <a:pt x="10801" y="8498"/>
                </a:lnTo>
                <a:lnTo>
                  <a:pt x="13047" y="6256"/>
                </a:lnTo>
                <a:cubicBezTo>
                  <a:pt x="13307" y="5994"/>
                  <a:pt x="13567" y="5994"/>
                  <a:pt x="13816" y="6256"/>
                </a:cubicBezTo>
                <a:lnTo>
                  <a:pt x="15350" y="778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7" name="AutoShape 123"/>
          <p:cNvSpPr>
            <a:spLocks/>
          </p:cNvSpPr>
          <p:nvPr/>
        </p:nvSpPr>
        <p:spPr bwMode="auto">
          <a:xfrm>
            <a:off x="14020800" y="97774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449" y="3162"/>
                </a:moveTo>
                <a:cubicBezTo>
                  <a:pt x="19503" y="4215"/>
                  <a:pt x="20291" y="5407"/>
                  <a:pt x="20817" y="6731"/>
                </a:cubicBezTo>
                <a:cubicBezTo>
                  <a:pt x="21340" y="8058"/>
                  <a:pt x="21599" y="9410"/>
                  <a:pt x="21599" y="10800"/>
                </a:cubicBezTo>
                <a:cubicBezTo>
                  <a:pt x="21599" y="12186"/>
                  <a:pt x="21337" y="13544"/>
                  <a:pt x="20817" y="14871"/>
                </a:cubicBezTo>
                <a:cubicBezTo>
                  <a:pt x="20291" y="16192"/>
                  <a:pt x="19503" y="17381"/>
                  <a:pt x="18449" y="18437"/>
                </a:cubicBezTo>
                <a:cubicBezTo>
                  <a:pt x="17393" y="19490"/>
                  <a:pt x="16200" y="20284"/>
                  <a:pt x="14869" y="20809"/>
                </a:cubicBezTo>
                <a:cubicBezTo>
                  <a:pt x="13539" y="21337"/>
                  <a:pt x="12183" y="21600"/>
                  <a:pt x="10801" y="21600"/>
                </a:cubicBezTo>
                <a:cubicBezTo>
                  <a:pt x="9416" y="21600"/>
                  <a:pt x="8057" y="21337"/>
                  <a:pt x="6730" y="20809"/>
                </a:cubicBezTo>
                <a:cubicBezTo>
                  <a:pt x="5399" y="20284"/>
                  <a:pt x="4206" y="19490"/>
                  <a:pt x="3150" y="18437"/>
                </a:cubicBezTo>
                <a:cubicBezTo>
                  <a:pt x="2099" y="17381"/>
                  <a:pt x="1308" y="16192"/>
                  <a:pt x="782" y="14871"/>
                </a:cubicBezTo>
                <a:cubicBezTo>
                  <a:pt x="259" y="13544"/>
                  <a:pt x="0" y="12186"/>
                  <a:pt x="0" y="10800"/>
                </a:cubicBezTo>
                <a:cubicBezTo>
                  <a:pt x="0" y="9410"/>
                  <a:pt x="265" y="8055"/>
                  <a:pt x="791" y="6725"/>
                </a:cubicBezTo>
                <a:cubicBezTo>
                  <a:pt x="1319" y="5395"/>
                  <a:pt x="2104" y="4210"/>
                  <a:pt x="3150" y="3162"/>
                </a:cubicBezTo>
                <a:cubicBezTo>
                  <a:pt x="4206" y="2109"/>
                  <a:pt x="5399" y="1318"/>
                  <a:pt x="6730" y="790"/>
                </a:cubicBezTo>
                <a:cubicBezTo>
                  <a:pt x="8060" y="262"/>
                  <a:pt x="9416" y="0"/>
                  <a:pt x="10801" y="0"/>
                </a:cubicBezTo>
                <a:cubicBezTo>
                  <a:pt x="12183" y="0"/>
                  <a:pt x="13542" y="262"/>
                  <a:pt x="14869" y="790"/>
                </a:cubicBezTo>
                <a:cubicBezTo>
                  <a:pt x="16197" y="1318"/>
                  <a:pt x="17393" y="2109"/>
                  <a:pt x="18449" y="3162"/>
                </a:cubicBezTo>
                <a:moveTo>
                  <a:pt x="16282" y="7530"/>
                </a:moveTo>
                <a:cubicBezTo>
                  <a:pt x="16488" y="7321"/>
                  <a:pt x="16488" y="7112"/>
                  <a:pt x="16282" y="6892"/>
                </a:cubicBezTo>
                <a:lnTo>
                  <a:pt x="14700" y="5342"/>
                </a:lnTo>
                <a:cubicBezTo>
                  <a:pt x="14474" y="5116"/>
                  <a:pt x="14262" y="5116"/>
                  <a:pt x="14061" y="5342"/>
                </a:cubicBezTo>
                <a:lnTo>
                  <a:pt x="10775" y="8640"/>
                </a:lnTo>
                <a:lnTo>
                  <a:pt x="7775" y="5650"/>
                </a:lnTo>
                <a:cubicBezTo>
                  <a:pt x="7685" y="5562"/>
                  <a:pt x="7583" y="5514"/>
                  <a:pt x="7464" y="5514"/>
                </a:cubicBezTo>
                <a:cubicBezTo>
                  <a:pt x="7348" y="5514"/>
                  <a:pt x="7238" y="5562"/>
                  <a:pt x="7139" y="5650"/>
                </a:cubicBezTo>
                <a:lnTo>
                  <a:pt x="5653" y="7177"/>
                </a:lnTo>
                <a:cubicBezTo>
                  <a:pt x="5427" y="7386"/>
                  <a:pt x="5427" y="7595"/>
                  <a:pt x="5653" y="7812"/>
                </a:cubicBezTo>
                <a:lnTo>
                  <a:pt x="8617" y="10771"/>
                </a:lnTo>
                <a:lnTo>
                  <a:pt x="5345" y="14069"/>
                </a:lnTo>
                <a:cubicBezTo>
                  <a:pt x="5255" y="14162"/>
                  <a:pt x="5207" y="14264"/>
                  <a:pt x="5207" y="14383"/>
                </a:cubicBezTo>
                <a:cubicBezTo>
                  <a:pt x="5207" y="14501"/>
                  <a:pt x="5255" y="14609"/>
                  <a:pt x="5345" y="14705"/>
                </a:cubicBezTo>
                <a:lnTo>
                  <a:pt x="6899" y="16274"/>
                </a:lnTo>
                <a:cubicBezTo>
                  <a:pt x="6990" y="16365"/>
                  <a:pt x="7094" y="16413"/>
                  <a:pt x="7216" y="16416"/>
                </a:cubicBezTo>
                <a:cubicBezTo>
                  <a:pt x="7340" y="16418"/>
                  <a:pt x="7444" y="16373"/>
                  <a:pt x="7535" y="16274"/>
                </a:cubicBezTo>
                <a:lnTo>
                  <a:pt x="10835" y="12991"/>
                </a:lnTo>
                <a:lnTo>
                  <a:pt x="13796" y="15978"/>
                </a:lnTo>
                <a:cubicBezTo>
                  <a:pt x="13886" y="16065"/>
                  <a:pt x="13991" y="16111"/>
                  <a:pt x="14115" y="16111"/>
                </a:cubicBezTo>
                <a:cubicBezTo>
                  <a:pt x="14237" y="16111"/>
                  <a:pt x="14341" y="16065"/>
                  <a:pt x="14432" y="15978"/>
                </a:cubicBezTo>
                <a:lnTo>
                  <a:pt x="15960" y="14450"/>
                </a:lnTo>
                <a:cubicBezTo>
                  <a:pt x="16166" y="14241"/>
                  <a:pt x="16166" y="14032"/>
                  <a:pt x="15960" y="13815"/>
                </a:cubicBezTo>
                <a:lnTo>
                  <a:pt x="12957" y="10856"/>
                </a:lnTo>
                <a:lnTo>
                  <a:pt x="16282" y="753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8" name="AutoShape 124"/>
          <p:cNvSpPr>
            <a:spLocks/>
          </p:cNvSpPr>
          <p:nvPr/>
        </p:nvSpPr>
        <p:spPr bwMode="auto">
          <a:xfrm>
            <a:off x="16214725" y="97663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11" y="0"/>
                </a:moveTo>
                <a:cubicBezTo>
                  <a:pt x="20953" y="0"/>
                  <a:pt x="21161" y="105"/>
                  <a:pt x="21338" y="317"/>
                </a:cubicBezTo>
                <a:cubicBezTo>
                  <a:pt x="21514" y="525"/>
                  <a:pt x="21599" y="778"/>
                  <a:pt x="21599" y="1066"/>
                </a:cubicBezTo>
                <a:lnTo>
                  <a:pt x="21599" y="4118"/>
                </a:lnTo>
                <a:cubicBezTo>
                  <a:pt x="21599" y="4409"/>
                  <a:pt x="21514" y="4661"/>
                  <a:pt x="21338" y="4870"/>
                </a:cubicBezTo>
                <a:cubicBezTo>
                  <a:pt x="21161" y="5084"/>
                  <a:pt x="20953" y="5190"/>
                  <a:pt x="20711" y="5190"/>
                </a:cubicBezTo>
                <a:lnTo>
                  <a:pt x="913" y="5190"/>
                </a:lnTo>
                <a:cubicBezTo>
                  <a:pt x="656" y="5190"/>
                  <a:pt x="440" y="5084"/>
                  <a:pt x="261" y="4870"/>
                </a:cubicBezTo>
                <a:cubicBezTo>
                  <a:pt x="85" y="4661"/>
                  <a:pt x="0" y="4409"/>
                  <a:pt x="0" y="4118"/>
                </a:cubicBezTo>
                <a:lnTo>
                  <a:pt x="0" y="1066"/>
                </a:lnTo>
                <a:cubicBezTo>
                  <a:pt x="0" y="778"/>
                  <a:pt x="85" y="525"/>
                  <a:pt x="261" y="317"/>
                </a:cubicBezTo>
                <a:cubicBezTo>
                  <a:pt x="438" y="105"/>
                  <a:pt x="653" y="0"/>
                  <a:pt x="913" y="0"/>
                </a:cubicBezTo>
                <a:lnTo>
                  <a:pt x="20711" y="0"/>
                </a:lnTo>
                <a:close/>
                <a:moveTo>
                  <a:pt x="20711" y="8213"/>
                </a:moveTo>
                <a:cubicBezTo>
                  <a:pt x="20953" y="8213"/>
                  <a:pt x="21161" y="8316"/>
                  <a:pt x="21338" y="8527"/>
                </a:cubicBezTo>
                <a:cubicBezTo>
                  <a:pt x="21514" y="8742"/>
                  <a:pt x="21599" y="8985"/>
                  <a:pt x="21599" y="9264"/>
                </a:cubicBezTo>
                <a:lnTo>
                  <a:pt x="21599" y="12331"/>
                </a:lnTo>
                <a:cubicBezTo>
                  <a:pt x="21599" y="12622"/>
                  <a:pt x="21514" y="12872"/>
                  <a:pt x="21338" y="13078"/>
                </a:cubicBezTo>
                <a:cubicBezTo>
                  <a:pt x="21161" y="13286"/>
                  <a:pt x="20953" y="13389"/>
                  <a:pt x="20711" y="13389"/>
                </a:cubicBezTo>
                <a:lnTo>
                  <a:pt x="913" y="13389"/>
                </a:lnTo>
                <a:cubicBezTo>
                  <a:pt x="656" y="13389"/>
                  <a:pt x="440" y="13283"/>
                  <a:pt x="261" y="13069"/>
                </a:cubicBezTo>
                <a:cubicBezTo>
                  <a:pt x="85" y="12860"/>
                  <a:pt x="0" y="12613"/>
                  <a:pt x="0" y="12331"/>
                </a:cubicBezTo>
                <a:lnTo>
                  <a:pt x="0" y="9265"/>
                </a:lnTo>
                <a:cubicBezTo>
                  <a:pt x="0" y="8977"/>
                  <a:pt x="85" y="8730"/>
                  <a:pt x="261" y="8521"/>
                </a:cubicBezTo>
                <a:cubicBezTo>
                  <a:pt x="438" y="8316"/>
                  <a:pt x="653" y="8213"/>
                  <a:pt x="913" y="8213"/>
                </a:cubicBezTo>
                <a:lnTo>
                  <a:pt x="20711" y="8213"/>
                </a:lnTo>
                <a:close/>
                <a:moveTo>
                  <a:pt x="20711" y="16412"/>
                </a:moveTo>
                <a:cubicBezTo>
                  <a:pt x="20953" y="16412"/>
                  <a:pt x="21161" y="16514"/>
                  <a:pt x="21338" y="16726"/>
                </a:cubicBezTo>
                <a:cubicBezTo>
                  <a:pt x="21514" y="16940"/>
                  <a:pt x="21599" y="17190"/>
                  <a:pt x="21599" y="17478"/>
                </a:cubicBezTo>
                <a:lnTo>
                  <a:pt x="21599" y="20504"/>
                </a:lnTo>
                <a:cubicBezTo>
                  <a:pt x="21599" y="20812"/>
                  <a:pt x="21514" y="21071"/>
                  <a:pt x="21338" y="21282"/>
                </a:cubicBezTo>
                <a:cubicBezTo>
                  <a:pt x="21161" y="21494"/>
                  <a:pt x="20953" y="21599"/>
                  <a:pt x="20711" y="21599"/>
                </a:cubicBezTo>
                <a:lnTo>
                  <a:pt x="913" y="21599"/>
                </a:lnTo>
                <a:cubicBezTo>
                  <a:pt x="656" y="21599"/>
                  <a:pt x="440" y="21494"/>
                  <a:pt x="261" y="21282"/>
                </a:cubicBezTo>
                <a:cubicBezTo>
                  <a:pt x="85" y="21071"/>
                  <a:pt x="0" y="20812"/>
                  <a:pt x="0" y="20504"/>
                </a:cubicBezTo>
                <a:lnTo>
                  <a:pt x="0" y="17478"/>
                </a:lnTo>
                <a:cubicBezTo>
                  <a:pt x="0" y="17190"/>
                  <a:pt x="85" y="16940"/>
                  <a:pt x="261" y="16726"/>
                </a:cubicBezTo>
                <a:cubicBezTo>
                  <a:pt x="438" y="16514"/>
                  <a:pt x="653" y="16412"/>
                  <a:pt x="913" y="16412"/>
                </a:cubicBezTo>
                <a:lnTo>
                  <a:pt x="20711" y="16412"/>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9" name="AutoShape 125"/>
          <p:cNvSpPr>
            <a:spLocks/>
          </p:cNvSpPr>
          <p:nvPr/>
        </p:nvSpPr>
        <p:spPr bwMode="auto">
          <a:xfrm>
            <a:off x="18481675" y="9936163"/>
            <a:ext cx="825500" cy="639762"/>
          </a:xfrm>
          <a:custGeom>
            <a:avLst/>
            <a:gdLst>
              <a:gd name="T0" fmla="*/ 412750 w 21592"/>
              <a:gd name="T1" fmla="*/ 323190 h 21365"/>
              <a:gd name="T2" fmla="*/ 412750 w 21592"/>
              <a:gd name="T3" fmla="*/ 323190 h 21365"/>
              <a:gd name="T4" fmla="*/ 412750 w 21592"/>
              <a:gd name="T5" fmla="*/ 323190 h 21365"/>
              <a:gd name="T6" fmla="*/ 412750 w 21592"/>
              <a:gd name="T7" fmla="*/ 323190 h 21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2" h="21365">
                <a:moveTo>
                  <a:pt x="5705" y="19760"/>
                </a:moveTo>
                <a:cubicBezTo>
                  <a:pt x="5705" y="20596"/>
                  <a:pt x="5604" y="21104"/>
                  <a:pt x="5403" y="21282"/>
                </a:cubicBezTo>
                <a:cubicBezTo>
                  <a:pt x="5200" y="21466"/>
                  <a:pt x="4940" y="21249"/>
                  <a:pt x="4626" y="20641"/>
                </a:cubicBezTo>
                <a:lnTo>
                  <a:pt x="313" y="12102"/>
                </a:lnTo>
                <a:cubicBezTo>
                  <a:pt x="107" y="11700"/>
                  <a:pt x="0" y="11221"/>
                  <a:pt x="0" y="10686"/>
                </a:cubicBezTo>
                <a:cubicBezTo>
                  <a:pt x="0" y="10134"/>
                  <a:pt x="107" y="9666"/>
                  <a:pt x="313" y="9275"/>
                </a:cubicBezTo>
                <a:lnTo>
                  <a:pt x="4626" y="680"/>
                </a:lnTo>
                <a:cubicBezTo>
                  <a:pt x="4940" y="95"/>
                  <a:pt x="5200" y="-111"/>
                  <a:pt x="5403" y="56"/>
                </a:cubicBezTo>
                <a:cubicBezTo>
                  <a:pt x="5604" y="223"/>
                  <a:pt x="5705" y="725"/>
                  <a:pt x="5705" y="1561"/>
                </a:cubicBezTo>
                <a:lnTo>
                  <a:pt x="5705" y="7035"/>
                </a:lnTo>
                <a:lnTo>
                  <a:pt x="15899" y="7035"/>
                </a:lnTo>
                <a:lnTo>
                  <a:pt x="15899" y="1617"/>
                </a:lnTo>
                <a:cubicBezTo>
                  <a:pt x="15899" y="781"/>
                  <a:pt x="16004" y="268"/>
                  <a:pt x="16202" y="84"/>
                </a:cubicBezTo>
                <a:cubicBezTo>
                  <a:pt x="16405" y="-100"/>
                  <a:pt x="16659" y="95"/>
                  <a:pt x="16967" y="680"/>
                </a:cubicBezTo>
                <a:lnTo>
                  <a:pt x="21294" y="9275"/>
                </a:lnTo>
                <a:cubicBezTo>
                  <a:pt x="21501" y="9682"/>
                  <a:pt x="21600" y="10150"/>
                  <a:pt x="21591" y="10686"/>
                </a:cubicBezTo>
                <a:cubicBezTo>
                  <a:pt x="21591" y="11243"/>
                  <a:pt x="21492" y="11711"/>
                  <a:pt x="21294" y="12102"/>
                </a:cubicBezTo>
                <a:lnTo>
                  <a:pt x="16967" y="20697"/>
                </a:lnTo>
                <a:cubicBezTo>
                  <a:pt x="16654" y="21282"/>
                  <a:pt x="16397" y="21488"/>
                  <a:pt x="16199" y="21293"/>
                </a:cubicBezTo>
                <a:cubicBezTo>
                  <a:pt x="16001" y="21109"/>
                  <a:pt x="15902" y="20596"/>
                  <a:pt x="15902" y="19760"/>
                </a:cubicBezTo>
                <a:lnTo>
                  <a:pt x="15902" y="14342"/>
                </a:lnTo>
                <a:lnTo>
                  <a:pt x="5705" y="14342"/>
                </a:lnTo>
                <a:lnTo>
                  <a:pt x="5705" y="1976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0" name="AutoShape 126"/>
          <p:cNvSpPr>
            <a:spLocks/>
          </p:cNvSpPr>
          <p:nvPr/>
        </p:nvSpPr>
        <p:spPr bwMode="auto">
          <a:xfrm>
            <a:off x="20789900" y="9886950"/>
            <a:ext cx="660400" cy="955675"/>
          </a:xfrm>
          <a:custGeom>
            <a:avLst/>
            <a:gdLst>
              <a:gd name="T0" fmla="*/ 330185 w 21363"/>
              <a:gd name="T1" fmla="*/ 477838 h 21600"/>
              <a:gd name="T2" fmla="*/ 330185 w 21363"/>
              <a:gd name="T3" fmla="*/ 477838 h 21600"/>
              <a:gd name="T4" fmla="*/ 330185 w 21363"/>
              <a:gd name="T5" fmla="*/ 477838 h 21600"/>
              <a:gd name="T6" fmla="*/ 330185 w 21363"/>
              <a:gd name="T7" fmla="*/ 4778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63" h="21600">
                <a:moveTo>
                  <a:pt x="19758" y="15897"/>
                </a:moveTo>
                <a:cubicBezTo>
                  <a:pt x="20596" y="15897"/>
                  <a:pt x="21109" y="15995"/>
                  <a:pt x="21294" y="16199"/>
                </a:cubicBezTo>
                <a:cubicBezTo>
                  <a:pt x="21478" y="16402"/>
                  <a:pt x="21260" y="16662"/>
                  <a:pt x="20640" y="16978"/>
                </a:cubicBezTo>
                <a:lnTo>
                  <a:pt x="12115" y="21286"/>
                </a:lnTo>
                <a:cubicBezTo>
                  <a:pt x="11708" y="21492"/>
                  <a:pt x="11228" y="21600"/>
                  <a:pt x="10675" y="21600"/>
                </a:cubicBezTo>
                <a:cubicBezTo>
                  <a:pt x="10117" y="21600"/>
                  <a:pt x="9648" y="21492"/>
                  <a:pt x="9257" y="21286"/>
                </a:cubicBezTo>
                <a:lnTo>
                  <a:pt x="676" y="16978"/>
                </a:lnTo>
                <a:cubicBezTo>
                  <a:pt x="90" y="16662"/>
                  <a:pt x="-116" y="16402"/>
                  <a:pt x="62" y="16199"/>
                </a:cubicBezTo>
                <a:cubicBezTo>
                  <a:pt x="241" y="15995"/>
                  <a:pt x="749" y="15897"/>
                  <a:pt x="1586" y="15897"/>
                </a:cubicBezTo>
                <a:lnTo>
                  <a:pt x="7013" y="15897"/>
                </a:lnTo>
                <a:lnTo>
                  <a:pt x="7013" y="5705"/>
                </a:lnTo>
                <a:lnTo>
                  <a:pt x="1586" y="5705"/>
                </a:lnTo>
                <a:cubicBezTo>
                  <a:pt x="749" y="5705"/>
                  <a:pt x="241" y="5603"/>
                  <a:pt x="62" y="5400"/>
                </a:cubicBezTo>
                <a:cubicBezTo>
                  <a:pt x="-111" y="5197"/>
                  <a:pt x="112" y="4940"/>
                  <a:pt x="732" y="4624"/>
                </a:cubicBezTo>
                <a:lnTo>
                  <a:pt x="9257" y="310"/>
                </a:lnTo>
                <a:cubicBezTo>
                  <a:pt x="9665" y="104"/>
                  <a:pt x="10134" y="0"/>
                  <a:pt x="10675" y="0"/>
                </a:cubicBezTo>
                <a:cubicBezTo>
                  <a:pt x="11228" y="0"/>
                  <a:pt x="11708" y="104"/>
                  <a:pt x="12115" y="310"/>
                </a:cubicBezTo>
                <a:lnTo>
                  <a:pt x="20696" y="4624"/>
                </a:lnTo>
                <a:cubicBezTo>
                  <a:pt x="21283" y="4940"/>
                  <a:pt x="21484" y="5197"/>
                  <a:pt x="21294" y="5400"/>
                </a:cubicBezTo>
                <a:cubicBezTo>
                  <a:pt x="21109" y="5604"/>
                  <a:pt x="20596" y="5705"/>
                  <a:pt x="19758" y="5705"/>
                </a:cubicBezTo>
                <a:lnTo>
                  <a:pt x="14360" y="5705"/>
                </a:lnTo>
                <a:lnTo>
                  <a:pt x="14360" y="15897"/>
                </a:lnTo>
                <a:lnTo>
                  <a:pt x="19758" y="15897"/>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1" name="AutoShape 127"/>
          <p:cNvSpPr>
            <a:spLocks/>
          </p:cNvSpPr>
          <p:nvPr/>
        </p:nvSpPr>
        <p:spPr bwMode="auto">
          <a:xfrm>
            <a:off x="22952075" y="3024188"/>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23" y="0"/>
                </a:moveTo>
                <a:cubicBezTo>
                  <a:pt x="20825" y="0"/>
                  <a:pt x="21081" y="103"/>
                  <a:pt x="21289" y="308"/>
                </a:cubicBezTo>
                <a:cubicBezTo>
                  <a:pt x="21493" y="518"/>
                  <a:pt x="21599" y="774"/>
                  <a:pt x="21599" y="1076"/>
                </a:cubicBezTo>
                <a:cubicBezTo>
                  <a:pt x="21599" y="1379"/>
                  <a:pt x="21493" y="1629"/>
                  <a:pt x="21280" y="1834"/>
                </a:cubicBezTo>
                <a:lnTo>
                  <a:pt x="13494" y="9622"/>
                </a:lnTo>
                <a:lnTo>
                  <a:pt x="13494" y="20523"/>
                </a:lnTo>
                <a:cubicBezTo>
                  <a:pt x="13494" y="20825"/>
                  <a:pt x="13388" y="21081"/>
                  <a:pt x="13184" y="21289"/>
                </a:cubicBezTo>
                <a:cubicBezTo>
                  <a:pt x="12976" y="21496"/>
                  <a:pt x="12723" y="21600"/>
                  <a:pt x="12418" y="21600"/>
                </a:cubicBezTo>
                <a:cubicBezTo>
                  <a:pt x="12115" y="21600"/>
                  <a:pt x="11862" y="21493"/>
                  <a:pt x="11660" y="21283"/>
                </a:cubicBezTo>
                <a:lnTo>
                  <a:pt x="8407" y="18044"/>
                </a:lnTo>
                <a:cubicBezTo>
                  <a:pt x="8197" y="17831"/>
                  <a:pt x="8096" y="17574"/>
                  <a:pt x="8105" y="17272"/>
                </a:cubicBezTo>
                <a:lnTo>
                  <a:pt x="8105" y="9622"/>
                </a:lnTo>
                <a:lnTo>
                  <a:pt x="316" y="1834"/>
                </a:lnTo>
                <a:cubicBezTo>
                  <a:pt x="106" y="1620"/>
                  <a:pt x="0" y="1370"/>
                  <a:pt x="0" y="1076"/>
                </a:cubicBezTo>
                <a:cubicBezTo>
                  <a:pt x="0" y="774"/>
                  <a:pt x="103" y="518"/>
                  <a:pt x="308" y="308"/>
                </a:cubicBezTo>
                <a:cubicBezTo>
                  <a:pt x="515" y="103"/>
                  <a:pt x="771" y="0"/>
                  <a:pt x="1073" y="0"/>
                </a:cubicBezTo>
                <a:lnTo>
                  <a:pt x="20523"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2" name="AutoShape 128"/>
          <p:cNvSpPr>
            <a:spLocks/>
          </p:cNvSpPr>
          <p:nvPr/>
        </p:nvSpPr>
        <p:spPr bwMode="auto">
          <a:xfrm>
            <a:off x="22940963" y="7581900"/>
            <a:ext cx="825500" cy="825500"/>
          </a:xfrm>
          <a:custGeom>
            <a:avLst/>
            <a:gdLst>
              <a:gd name="T0" fmla="*/ 412750 w 21514"/>
              <a:gd name="T1" fmla="*/ 413151 h 21589"/>
              <a:gd name="T2" fmla="*/ 412750 w 21514"/>
              <a:gd name="T3" fmla="*/ 413151 h 21589"/>
              <a:gd name="T4" fmla="*/ 412750 w 21514"/>
              <a:gd name="T5" fmla="*/ 413151 h 21589"/>
              <a:gd name="T6" fmla="*/ 412750 w 21514"/>
              <a:gd name="T7" fmla="*/ 413151 h 215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4" h="21589">
                <a:moveTo>
                  <a:pt x="21361" y="20641"/>
                </a:moveTo>
                <a:cubicBezTo>
                  <a:pt x="21548" y="20866"/>
                  <a:pt x="21562" y="21109"/>
                  <a:pt x="21408" y="21357"/>
                </a:cubicBezTo>
                <a:cubicBezTo>
                  <a:pt x="21319" y="21501"/>
                  <a:pt x="21195" y="21577"/>
                  <a:pt x="21038" y="21588"/>
                </a:cubicBezTo>
                <a:cubicBezTo>
                  <a:pt x="20963" y="21588"/>
                  <a:pt x="20895" y="21560"/>
                  <a:pt x="20836" y="21507"/>
                </a:cubicBezTo>
                <a:lnTo>
                  <a:pt x="15037" y="17552"/>
                </a:lnTo>
                <a:cubicBezTo>
                  <a:pt x="14487" y="18272"/>
                  <a:pt x="13903" y="18878"/>
                  <a:pt x="13294" y="19374"/>
                </a:cubicBezTo>
                <a:cubicBezTo>
                  <a:pt x="12685" y="19871"/>
                  <a:pt x="12081" y="20235"/>
                  <a:pt x="11482" y="20460"/>
                </a:cubicBezTo>
                <a:cubicBezTo>
                  <a:pt x="10887" y="20692"/>
                  <a:pt x="10320" y="20779"/>
                  <a:pt x="9786" y="20725"/>
                </a:cubicBezTo>
                <a:cubicBezTo>
                  <a:pt x="9249" y="20669"/>
                  <a:pt x="8774" y="20460"/>
                  <a:pt x="8355" y="20091"/>
                </a:cubicBezTo>
                <a:cubicBezTo>
                  <a:pt x="7788" y="19594"/>
                  <a:pt x="7432" y="18884"/>
                  <a:pt x="7291" y="17947"/>
                </a:cubicBezTo>
                <a:cubicBezTo>
                  <a:pt x="7148" y="17016"/>
                  <a:pt x="7181" y="15992"/>
                  <a:pt x="7392" y="14861"/>
                </a:cubicBezTo>
                <a:lnTo>
                  <a:pt x="3996" y="11855"/>
                </a:lnTo>
                <a:cubicBezTo>
                  <a:pt x="3427" y="12151"/>
                  <a:pt x="2883" y="12295"/>
                  <a:pt x="2366" y="12283"/>
                </a:cubicBezTo>
                <a:cubicBezTo>
                  <a:pt x="1843" y="12278"/>
                  <a:pt x="1387" y="12097"/>
                  <a:pt x="991" y="11745"/>
                </a:cubicBezTo>
                <a:cubicBezTo>
                  <a:pt x="609" y="11392"/>
                  <a:pt x="340" y="10924"/>
                  <a:pt x="178" y="10334"/>
                </a:cubicBezTo>
                <a:cubicBezTo>
                  <a:pt x="16" y="9745"/>
                  <a:pt x="-37" y="9085"/>
                  <a:pt x="26" y="8346"/>
                </a:cubicBezTo>
                <a:cubicBezTo>
                  <a:pt x="87" y="7607"/>
                  <a:pt x="253" y="6831"/>
                  <a:pt x="532" y="6022"/>
                </a:cubicBezTo>
                <a:cubicBezTo>
                  <a:pt x="808" y="5212"/>
                  <a:pt x="1180" y="4417"/>
                  <a:pt x="1654" y="3647"/>
                </a:cubicBezTo>
                <a:cubicBezTo>
                  <a:pt x="2124" y="2868"/>
                  <a:pt x="2644" y="2208"/>
                  <a:pt x="3214" y="1653"/>
                </a:cubicBezTo>
                <a:cubicBezTo>
                  <a:pt x="3780" y="1100"/>
                  <a:pt x="4347" y="682"/>
                  <a:pt x="4919" y="400"/>
                </a:cubicBezTo>
                <a:cubicBezTo>
                  <a:pt x="5485" y="127"/>
                  <a:pt x="6031" y="-11"/>
                  <a:pt x="6549" y="0"/>
                </a:cubicBezTo>
                <a:cubicBezTo>
                  <a:pt x="7069" y="5"/>
                  <a:pt x="7523" y="186"/>
                  <a:pt x="7912" y="539"/>
                </a:cubicBezTo>
                <a:cubicBezTo>
                  <a:pt x="8308" y="908"/>
                  <a:pt x="8582" y="1393"/>
                  <a:pt x="8736" y="1988"/>
                </a:cubicBezTo>
                <a:cubicBezTo>
                  <a:pt x="8889" y="2589"/>
                  <a:pt x="8936" y="3255"/>
                  <a:pt x="8877" y="3994"/>
                </a:cubicBezTo>
                <a:lnTo>
                  <a:pt x="12252" y="7034"/>
                </a:lnTo>
                <a:cubicBezTo>
                  <a:pt x="13081" y="6467"/>
                  <a:pt x="13885" y="6137"/>
                  <a:pt x="14662" y="6047"/>
                </a:cubicBezTo>
                <a:cubicBezTo>
                  <a:pt x="15440" y="5960"/>
                  <a:pt x="16112" y="6168"/>
                  <a:pt x="16679" y="6682"/>
                </a:cubicBezTo>
                <a:cubicBezTo>
                  <a:pt x="17091" y="7051"/>
                  <a:pt x="17391" y="7542"/>
                  <a:pt x="17583" y="8148"/>
                </a:cubicBezTo>
                <a:cubicBezTo>
                  <a:pt x="17773" y="8752"/>
                  <a:pt x="17859" y="9432"/>
                  <a:pt x="17845" y="10179"/>
                </a:cubicBezTo>
                <a:cubicBezTo>
                  <a:pt x="17829" y="10929"/>
                  <a:pt x="17717" y="11722"/>
                  <a:pt x="17503" y="12571"/>
                </a:cubicBezTo>
                <a:cubicBezTo>
                  <a:pt x="17290" y="13414"/>
                  <a:pt x="16979" y="14263"/>
                  <a:pt x="16569" y="15110"/>
                </a:cubicBezTo>
                <a:lnTo>
                  <a:pt x="21361" y="20641"/>
                </a:lnTo>
                <a:close/>
                <a:moveTo>
                  <a:pt x="2087" y="9948"/>
                </a:moveTo>
                <a:cubicBezTo>
                  <a:pt x="2244" y="10075"/>
                  <a:pt x="2431" y="10143"/>
                  <a:pt x="2649" y="10143"/>
                </a:cubicBezTo>
                <a:cubicBezTo>
                  <a:pt x="2881" y="10143"/>
                  <a:pt x="3125" y="10058"/>
                  <a:pt x="3382" y="9906"/>
                </a:cubicBezTo>
                <a:cubicBezTo>
                  <a:pt x="3637" y="9745"/>
                  <a:pt x="3907" y="9536"/>
                  <a:pt x="4183" y="9282"/>
                </a:cubicBezTo>
                <a:cubicBezTo>
                  <a:pt x="4460" y="9023"/>
                  <a:pt x="4731" y="8727"/>
                  <a:pt x="4998" y="8385"/>
                </a:cubicBezTo>
                <a:cubicBezTo>
                  <a:pt x="5263" y="8041"/>
                  <a:pt x="5511" y="7683"/>
                  <a:pt x="5743" y="7316"/>
                </a:cubicBezTo>
                <a:cubicBezTo>
                  <a:pt x="5813" y="7189"/>
                  <a:pt x="5844" y="7051"/>
                  <a:pt x="5820" y="6902"/>
                </a:cubicBezTo>
                <a:cubicBezTo>
                  <a:pt x="5797" y="6758"/>
                  <a:pt x="5743" y="6637"/>
                  <a:pt x="5652" y="6549"/>
                </a:cubicBezTo>
                <a:cubicBezTo>
                  <a:pt x="5549" y="6456"/>
                  <a:pt x="5434" y="6417"/>
                  <a:pt x="5310" y="6434"/>
                </a:cubicBezTo>
                <a:cubicBezTo>
                  <a:pt x="5186" y="6445"/>
                  <a:pt x="5083" y="6521"/>
                  <a:pt x="5001" y="6654"/>
                </a:cubicBezTo>
                <a:cubicBezTo>
                  <a:pt x="4417" y="7590"/>
                  <a:pt x="3902" y="8236"/>
                  <a:pt x="3455" y="8588"/>
                </a:cubicBezTo>
                <a:cubicBezTo>
                  <a:pt x="3005" y="8935"/>
                  <a:pt x="2736" y="9093"/>
                  <a:pt x="2647" y="9057"/>
                </a:cubicBezTo>
                <a:cubicBezTo>
                  <a:pt x="2541" y="8969"/>
                  <a:pt x="2424" y="8935"/>
                  <a:pt x="2298" y="8964"/>
                </a:cubicBezTo>
                <a:cubicBezTo>
                  <a:pt x="2171" y="8989"/>
                  <a:pt x="2070" y="9057"/>
                  <a:pt x="1996" y="9167"/>
                </a:cubicBezTo>
                <a:cubicBezTo>
                  <a:pt x="1923" y="9294"/>
                  <a:pt x="1895" y="9432"/>
                  <a:pt x="1918" y="9578"/>
                </a:cubicBezTo>
                <a:cubicBezTo>
                  <a:pt x="1942" y="9728"/>
                  <a:pt x="1998" y="9849"/>
                  <a:pt x="2087" y="9948"/>
                </a:cubicBezTo>
                <a:moveTo>
                  <a:pt x="9299" y="14647"/>
                </a:moveTo>
                <a:cubicBezTo>
                  <a:pt x="9357" y="14720"/>
                  <a:pt x="9444" y="14757"/>
                  <a:pt x="9554" y="14757"/>
                </a:cubicBezTo>
                <a:cubicBezTo>
                  <a:pt x="9704" y="14757"/>
                  <a:pt x="9828" y="14681"/>
                  <a:pt x="9924" y="14526"/>
                </a:cubicBezTo>
                <a:cubicBezTo>
                  <a:pt x="9999" y="14399"/>
                  <a:pt x="10029" y="14266"/>
                  <a:pt x="10011" y="14131"/>
                </a:cubicBezTo>
                <a:cubicBezTo>
                  <a:pt x="9999" y="13993"/>
                  <a:pt x="9940" y="13877"/>
                  <a:pt x="9835" y="13784"/>
                </a:cubicBezTo>
                <a:lnTo>
                  <a:pt x="5945" y="10301"/>
                </a:lnTo>
                <a:cubicBezTo>
                  <a:pt x="5825" y="10428"/>
                  <a:pt x="5701" y="10549"/>
                  <a:pt x="5579" y="10670"/>
                </a:cubicBezTo>
                <a:cubicBezTo>
                  <a:pt x="5457" y="10791"/>
                  <a:pt x="5333" y="10901"/>
                  <a:pt x="5216" y="10989"/>
                </a:cubicBezTo>
                <a:lnTo>
                  <a:pt x="9299" y="14647"/>
                </a:lnTo>
                <a:close/>
                <a:moveTo>
                  <a:pt x="14353" y="15028"/>
                </a:moveTo>
                <a:cubicBezTo>
                  <a:pt x="14428" y="14918"/>
                  <a:pt x="14459" y="14791"/>
                  <a:pt x="14444" y="14641"/>
                </a:cubicBezTo>
                <a:cubicBezTo>
                  <a:pt x="14428" y="14495"/>
                  <a:pt x="14370" y="14373"/>
                  <a:pt x="14264" y="14283"/>
                </a:cubicBezTo>
                <a:cubicBezTo>
                  <a:pt x="14175" y="14196"/>
                  <a:pt x="14067" y="14156"/>
                  <a:pt x="13943" y="14173"/>
                </a:cubicBezTo>
                <a:cubicBezTo>
                  <a:pt x="13821" y="14196"/>
                  <a:pt x="13718" y="14266"/>
                  <a:pt x="13648" y="14393"/>
                </a:cubicBezTo>
                <a:cubicBezTo>
                  <a:pt x="13266" y="15005"/>
                  <a:pt x="12882" y="15530"/>
                  <a:pt x="12498" y="15959"/>
                </a:cubicBezTo>
                <a:cubicBezTo>
                  <a:pt x="12114" y="16387"/>
                  <a:pt x="11758" y="16731"/>
                  <a:pt x="11428" y="16977"/>
                </a:cubicBezTo>
                <a:cubicBezTo>
                  <a:pt x="11097" y="17225"/>
                  <a:pt x="10807" y="17386"/>
                  <a:pt x="10554" y="17462"/>
                </a:cubicBezTo>
                <a:cubicBezTo>
                  <a:pt x="10299" y="17541"/>
                  <a:pt x="10118" y="17518"/>
                  <a:pt x="10013" y="17403"/>
                </a:cubicBezTo>
                <a:cubicBezTo>
                  <a:pt x="9910" y="17315"/>
                  <a:pt x="9800" y="17281"/>
                  <a:pt x="9685" y="17310"/>
                </a:cubicBezTo>
                <a:cubicBezTo>
                  <a:pt x="9568" y="17335"/>
                  <a:pt x="9472" y="17420"/>
                  <a:pt x="9399" y="17552"/>
                </a:cubicBezTo>
                <a:cubicBezTo>
                  <a:pt x="9324" y="17662"/>
                  <a:pt x="9292" y="17789"/>
                  <a:pt x="9303" y="17936"/>
                </a:cubicBezTo>
                <a:cubicBezTo>
                  <a:pt x="9315" y="18085"/>
                  <a:pt x="9376" y="18207"/>
                  <a:pt x="9488" y="18294"/>
                </a:cubicBezTo>
                <a:cubicBezTo>
                  <a:pt x="9706" y="18503"/>
                  <a:pt x="9961" y="18604"/>
                  <a:pt x="10261" y="18604"/>
                </a:cubicBezTo>
                <a:cubicBezTo>
                  <a:pt x="10568" y="18604"/>
                  <a:pt x="10898" y="18508"/>
                  <a:pt x="11254" y="18317"/>
                </a:cubicBezTo>
                <a:cubicBezTo>
                  <a:pt x="11610" y="18125"/>
                  <a:pt x="11964" y="17865"/>
                  <a:pt x="12325" y="17541"/>
                </a:cubicBezTo>
                <a:cubicBezTo>
                  <a:pt x="12683" y="17214"/>
                  <a:pt x="13034" y="16836"/>
                  <a:pt x="13379" y="16399"/>
                </a:cubicBezTo>
                <a:cubicBezTo>
                  <a:pt x="13721" y="15959"/>
                  <a:pt x="14046" y="15502"/>
                  <a:pt x="14353" y="15028"/>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3" name="AutoShape 129"/>
          <p:cNvSpPr>
            <a:spLocks/>
          </p:cNvSpPr>
          <p:nvPr/>
        </p:nvSpPr>
        <p:spPr bwMode="auto">
          <a:xfrm>
            <a:off x="22926675" y="98409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865" y="10197"/>
                </a:moveTo>
                <a:cubicBezTo>
                  <a:pt x="15001" y="10365"/>
                  <a:pt x="15071" y="10573"/>
                  <a:pt x="15076" y="10817"/>
                </a:cubicBezTo>
                <a:cubicBezTo>
                  <a:pt x="15079" y="11061"/>
                  <a:pt x="15009" y="11255"/>
                  <a:pt x="14865" y="11407"/>
                </a:cubicBezTo>
                <a:lnTo>
                  <a:pt x="7797" y="19179"/>
                </a:lnTo>
                <a:cubicBezTo>
                  <a:pt x="7642" y="19350"/>
                  <a:pt x="7460" y="19435"/>
                  <a:pt x="7247" y="19435"/>
                </a:cubicBezTo>
                <a:cubicBezTo>
                  <a:pt x="7180" y="19435"/>
                  <a:pt x="7078" y="19414"/>
                  <a:pt x="6940" y="19379"/>
                </a:cubicBezTo>
                <a:cubicBezTo>
                  <a:pt x="6625" y="19229"/>
                  <a:pt x="6467" y="18962"/>
                  <a:pt x="6467" y="18577"/>
                </a:cubicBezTo>
                <a:lnTo>
                  <a:pt x="6467" y="14486"/>
                </a:lnTo>
                <a:lnTo>
                  <a:pt x="996" y="14486"/>
                </a:lnTo>
                <a:cubicBezTo>
                  <a:pt x="715" y="14486"/>
                  <a:pt x="477" y="14380"/>
                  <a:pt x="285" y="14168"/>
                </a:cubicBezTo>
                <a:cubicBezTo>
                  <a:pt x="93" y="13957"/>
                  <a:pt x="0" y="13698"/>
                  <a:pt x="0" y="13390"/>
                </a:cubicBezTo>
                <a:lnTo>
                  <a:pt x="0" y="8215"/>
                </a:lnTo>
                <a:cubicBezTo>
                  <a:pt x="0" y="7903"/>
                  <a:pt x="93" y="7651"/>
                  <a:pt x="285" y="7448"/>
                </a:cubicBezTo>
                <a:cubicBezTo>
                  <a:pt x="475" y="7245"/>
                  <a:pt x="712" y="7146"/>
                  <a:pt x="996" y="7146"/>
                </a:cubicBezTo>
                <a:lnTo>
                  <a:pt x="6467" y="7146"/>
                </a:lnTo>
                <a:lnTo>
                  <a:pt x="6467" y="3025"/>
                </a:lnTo>
                <a:cubicBezTo>
                  <a:pt x="6467" y="2640"/>
                  <a:pt x="6624" y="2376"/>
                  <a:pt x="6940" y="2223"/>
                </a:cubicBezTo>
                <a:cubicBezTo>
                  <a:pt x="7273" y="2094"/>
                  <a:pt x="7556" y="2158"/>
                  <a:pt x="7797" y="2420"/>
                </a:cubicBezTo>
                <a:lnTo>
                  <a:pt x="14865" y="10197"/>
                </a:lnTo>
                <a:close/>
                <a:moveTo>
                  <a:pt x="17663" y="0"/>
                </a:moveTo>
                <a:cubicBezTo>
                  <a:pt x="18200" y="0"/>
                  <a:pt x="18708" y="114"/>
                  <a:pt x="19178" y="343"/>
                </a:cubicBezTo>
                <a:cubicBezTo>
                  <a:pt x="19653" y="572"/>
                  <a:pt x="20067" y="884"/>
                  <a:pt x="20425" y="1265"/>
                </a:cubicBezTo>
                <a:cubicBezTo>
                  <a:pt x="20782" y="1647"/>
                  <a:pt x="21068" y="2105"/>
                  <a:pt x="21282" y="2634"/>
                </a:cubicBezTo>
                <a:cubicBezTo>
                  <a:pt x="21493" y="3166"/>
                  <a:pt x="21599" y="3727"/>
                  <a:pt x="21599" y="4317"/>
                </a:cubicBezTo>
                <a:lnTo>
                  <a:pt x="21599" y="17282"/>
                </a:lnTo>
                <a:cubicBezTo>
                  <a:pt x="21599" y="17869"/>
                  <a:pt x="21493" y="18424"/>
                  <a:pt x="21282" y="18947"/>
                </a:cubicBezTo>
                <a:cubicBezTo>
                  <a:pt x="21068" y="19467"/>
                  <a:pt x="20780" y="19922"/>
                  <a:pt x="20425" y="20319"/>
                </a:cubicBezTo>
                <a:cubicBezTo>
                  <a:pt x="20067" y="20712"/>
                  <a:pt x="19653" y="21021"/>
                  <a:pt x="19186" y="21253"/>
                </a:cubicBezTo>
                <a:cubicBezTo>
                  <a:pt x="18716" y="21482"/>
                  <a:pt x="18208" y="21600"/>
                  <a:pt x="17663" y="21600"/>
                </a:cubicBezTo>
                <a:lnTo>
                  <a:pt x="11784" y="21600"/>
                </a:lnTo>
                <a:lnTo>
                  <a:pt x="11784" y="18886"/>
                </a:lnTo>
                <a:lnTo>
                  <a:pt x="17663" y="18886"/>
                </a:lnTo>
                <a:cubicBezTo>
                  <a:pt x="18064" y="18886"/>
                  <a:pt x="18409" y="18727"/>
                  <a:pt x="18700" y="18413"/>
                </a:cubicBezTo>
                <a:cubicBezTo>
                  <a:pt x="18991" y="18098"/>
                  <a:pt x="19135" y="17720"/>
                  <a:pt x="19135" y="17282"/>
                </a:cubicBezTo>
                <a:lnTo>
                  <a:pt x="19135" y="4317"/>
                </a:lnTo>
                <a:cubicBezTo>
                  <a:pt x="19135" y="3874"/>
                  <a:pt x="18991" y="3498"/>
                  <a:pt x="18708" y="3183"/>
                </a:cubicBezTo>
                <a:cubicBezTo>
                  <a:pt x="18422" y="2872"/>
                  <a:pt x="18075" y="2713"/>
                  <a:pt x="17663" y="2713"/>
                </a:cubicBezTo>
                <a:lnTo>
                  <a:pt x="11784" y="2713"/>
                </a:lnTo>
                <a:lnTo>
                  <a:pt x="11784" y="0"/>
                </a:lnTo>
                <a:lnTo>
                  <a:pt x="17663"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4" name="AutoShape 130"/>
          <p:cNvSpPr>
            <a:spLocks/>
          </p:cNvSpPr>
          <p:nvPr/>
        </p:nvSpPr>
        <p:spPr bwMode="auto">
          <a:xfrm>
            <a:off x="22975888" y="754063"/>
            <a:ext cx="749300" cy="596900"/>
          </a:xfrm>
          <a:custGeom>
            <a:avLst/>
            <a:gdLst>
              <a:gd name="T0" fmla="*/ 374650 w 21600"/>
              <a:gd name="T1" fmla="*/ 298450 h 21600"/>
              <a:gd name="T2" fmla="*/ 374650 w 21600"/>
              <a:gd name="T3" fmla="*/ 298450 h 21600"/>
              <a:gd name="T4" fmla="*/ 374650 w 21600"/>
              <a:gd name="T5" fmla="*/ 298450 h 21600"/>
              <a:gd name="T6" fmla="*/ 374650 w 21600"/>
              <a:gd name="T7" fmla="*/ 298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2"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1"/>
                </a:cubicBezTo>
                <a:cubicBezTo>
                  <a:pt x="19512" y="20281"/>
                  <a:pt x="18940" y="20747"/>
                  <a:pt x="18290" y="21090"/>
                </a:cubicBezTo>
                <a:cubicBezTo>
                  <a:pt x="17640" y="21427"/>
                  <a:pt x="16939" y="21599"/>
                  <a:pt x="16188"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80" y="6023"/>
                  <a:pt x="3434" y="5568"/>
                  <a:pt x="3756"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20" y="0"/>
                  <a:pt x="15218" y="169"/>
                  <a:pt x="15876" y="509"/>
                </a:cubicBezTo>
                <a:cubicBezTo>
                  <a:pt x="16536" y="852"/>
                  <a:pt x="17109" y="1312"/>
                  <a:pt x="17594" y="1894"/>
                </a:cubicBezTo>
                <a:cubicBezTo>
                  <a:pt x="18081" y="2476"/>
                  <a:pt x="18465" y="3167"/>
                  <a:pt x="18748" y="3956"/>
                </a:cubicBezTo>
                <a:cubicBezTo>
                  <a:pt x="19032" y="4744"/>
                  <a:pt x="19173" y="5580"/>
                  <a:pt x="19173" y="6463"/>
                </a:cubicBezTo>
                <a:cubicBezTo>
                  <a:pt x="19173" y="6987"/>
                  <a:pt x="19125" y="7491"/>
                  <a:pt x="19024" y="7972"/>
                </a:cubicBezTo>
                <a:cubicBezTo>
                  <a:pt x="18924" y="8453"/>
                  <a:pt x="18784" y="8914"/>
                  <a:pt x="18612"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5" name="AutoShape 131"/>
          <p:cNvSpPr>
            <a:spLocks/>
          </p:cNvSpPr>
          <p:nvPr/>
        </p:nvSpPr>
        <p:spPr bwMode="auto">
          <a:xfrm>
            <a:off x="23053675" y="5180013"/>
            <a:ext cx="622300" cy="825500"/>
          </a:xfrm>
          <a:custGeom>
            <a:avLst/>
            <a:gdLst>
              <a:gd name="T0" fmla="*/ 311150 w 21600"/>
              <a:gd name="T1" fmla="*/ 412750 h 21600"/>
              <a:gd name="T2" fmla="*/ 311150 w 21600"/>
              <a:gd name="T3" fmla="*/ 412750 h 21600"/>
              <a:gd name="T4" fmla="*/ 311150 w 21600"/>
              <a:gd name="T5" fmla="*/ 412750 h 21600"/>
              <a:gd name="T6" fmla="*/ 3111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599"/>
                  <a:pt x="19598" y="21599"/>
                </a:cubicBezTo>
                <a:lnTo>
                  <a:pt x="2016" y="21599"/>
                </a:lnTo>
                <a:cubicBezTo>
                  <a:pt x="1476" y="21599"/>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6" name="AutoShape 132"/>
          <p:cNvSpPr>
            <a:spLocks/>
          </p:cNvSpPr>
          <p:nvPr/>
        </p:nvSpPr>
        <p:spPr bwMode="auto">
          <a:xfrm>
            <a:off x="22936200" y="122967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21600"/>
                </a:moveTo>
                <a:cubicBezTo>
                  <a:pt x="9310" y="21600"/>
                  <a:pt x="7906" y="21320"/>
                  <a:pt x="6592" y="20755"/>
                </a:cubicBezTo>
                <a:cubicBezTo>
                  <a:pt x="5281" y="20193"/>
                  <a:pt x="4136" y="19422"/>
                  <a:pt x="3156" y="18445"/>
                </a:cubicBezTo>
                <a:cubicBezTo>
                  <a:pt x="2178" y="17465"/>
                  <a:pt x="1407" y="16322"/>
                  <a:pt x="844" y="15009"/>
                </a:cubicBezTo>
                <a:cubicBezTo>
                  <a:pt x="282" y="13698"/>
                  <a:pt x="0" y="12295"/>
                  <a:pt x="0" y="10801"/>
                </a:cubicBezTo>
                <a:cubicBezTo>
                  <a:pt x="0" y="9304"/>
                  <a:pt x="282" y="7901"/>
                  <a:pt x="844" y="6588"/>
                </a:cubicBezTo>
                <a:cubicBezTo>
                  <a:pt x="1407" y="5277"/>
                  <a:pt x="2181" y="4134"/>
                  <a:pt x="3156" y="3157"/>
                </a:cubicBezTo>
                <a:cubicBezTo>
                  <a:pt x="4136" y="2177"/>
                  <a:pt x="5281" y="1409"/>
                  <a:pt x="6592" y="844"/>
                </a:cubicBezTo>
                <a:cubicBezTo>
                  <a:pt x="7906" y="279"/>
                  <a:pt x="9310" y="0"/>
                  <a:pt x="10805" y="0"/>
                </a:cubicBezTo>
                <a:cubicBezTo>
                  <a:pt x="12303" y="0"/>
                  <a:pt x="13704" y="279"/>
                  <a:pt x="15013" y="844"/>
                </a:cubicBezTo>
                <a:cubicBezTo>
                  <a:pt x="16321" y="1409"/>
                  <a:pt x="17465" y="2177"/>
                  <a:pt x="18449" y="3157"/>
                </a:cubicBezTo>
                <a:cubicBezTo>
                  <a:pt x="19432" y="4134"/>
                  <a:pt x="20204" y="5277"/>
                  <a:pt x="20760" y="6588"/>
                </a:cubicBezTo>
                <a:cubicBezTo>
                  <a:pt x="21320" y="7901"/>
                  <a:pt x="21599" y="9304"/>
                  <a:pt x="21599" y="10801"/>
                </a:cubicBezTo>
                <a:cubicBezTo>
                  <a:pt x="21599" y="12295"/>
                  <a:pt x="21320" y="13698"/>
                  <a:pt x="20760" y="15009"/>
                </a:cubicBezTo>
                <a:cubicBezTo>
                  <a:pt x="20204" y="16322"/>
                  <a:pt x="19429" y="17465"/>
                  <a:pt x="18449" y="18445"/>
                </a:cubicBezTo>
                <a:cubicBezTo>
                  <a:pt x="17465" y="19422"/>
                  <a:pt x="16321" y="20193"/>
                  <a:pt x="15013" y="20755"/>
                </a:cubicBezTo>
                <a:cubicBezTo>
                  <a:pt x="13704" y="21320"/>
                  <a:pt x="12303" y="21600"/>
                  <a:pt x="10805" y="21600"/>
                </a:cubicBezTo>
                <a:moveTo>
                  <a:pt x="10805" y="3241"/>
                </a:moveTo>
                <a:cubicBezTo>
                  <a:pt x="9751" y="3241"/>
                  <a:pt x="8765" y="3442"/>
                  <a:pt x="7849" y="3837"/>
                </a:cubicBezTo>
                <a:cubicBezTo>
                  <a:pt x="6934" y="4235"/>
                  <a:pt x="6137" y="4775"/>
                  <a:pt x="5456" y="5458"/>
                </a:cubicBezTo>
                <a:cubicBezTo>
                  <a:pt x="4775" y="6147"/>
                  <a:pt x="4232" y="6943"/>
                  <a:pt x="3840" y="7853"/>
                </a:cubicBezTo>
                <a:cubicBezTo>
                  <a:pt x="3444" y="8762"/>
                  <a:pt x="3243" y="9745"/>
                  <a:pt x="3243" y="10801"/>
                </a:cubicBezTo>
                <a:cubicBezTo>
                  <a:pt x="3243" y="11854"/>
                  <a:pt x="3444" y="12837"/>
                  <a:pt x="3840" y="13746"/>
                </a:cubicBezTo>
                <a:cubicBezTo>
                  <a:pt x="4235" y="14656"/>
                  <a:pt x="4775" y="15455"/>
                  <a:pt x="5456" y="16141"/>
                </a:cubicBezTo>
                <a:cubicBezTo>
                  <a:pt x="6134" y="16825"/>
                  <a:pt x="6931" y="17364"/>
                  <a:pt x="7849" y="17762"/>
                </a:cubicBezTo>
                <a:cubicBezTo>
                  <a:pt x="8765" y="18157"/>
                  <a:pt x="9751" y="18358"/>
                  <a:pt x="10805" y="18358"/>
                </a:cubicBezTo>
                <a:cubicBezTo>
                  <a:pt x="11862" y="18358"/>
                  <a:pt x="12845" y="18157"/>
                  <a:pt x="13755" y="17762"/>
                </a:cubicBezTo>
                <a:cubicBezTo>
                  <a:pt x="14665" y="17364"/>
                  <a:pt x="15462" y="16825"/>
                  <a:pt x="16151" y="16141"/>
                </a:cubicBezTo>
                <a:cubicBezTo>
                  <a:pt x="16835" y="15455"/>
                  <a:pt x="17378" y="14656"/>
                  <a:pt x="17773" y="13746"/>
                </a:cubicBezTo>
                <a:cubicBezTo>
                  <a:pt x="18172" y="12837"/>
                  <a:pt x="18370" y="11854"/>
                  <a:pt x="18370" y="10801"/>
                </a:cubicBezTo>
                <a:cubicBezTo>
                  <a:pt x="18370" y="9745"/>
                  <a:pt x="18172" y="8762"/>
                  <a:pt x="17773" y="7853"/>
                </a:cubicBezTo>
                <a:cubicBezTo>
                  <a:pt x="17375" y="6943"/>
                  <a:pt x="16835" y="6147"/>
                  <a:pt x="16151" y="5458"/>
                </a:cubicBezTo>
                <a:cubicBezTo>
                  <a:pt x="15465" y="4775"/>
                  <a:pt x="14668" y="4235"/>
                  <a:pt x="13755" y="3837"/>
                </a:cubicBezTo>
                <a:cubicBezTo>
                  <a:pt x="12845" y="3442"/>
                  <a:pt x="11862" y="3241"/>
                  <a:pt x="10805" y="3241"/>
                </a:cubicBezTo>
                <a:moveTo>
                  <a:pt x="6097" y="10801"/>
                </a:moveTo>
                <a:cubicBezTo>
                  <a:pt x="5854" y="10801"/>
                  <a:pt x="5688" y="10688"/>
                  <a:pt x="5597" y="10462"/>
                </a:cubicBezTo>
                <a:cubicBezTo>
                  <a:pt x="5507" y="10239"/>
                  <a:pt x="5552" y="10041"/>
                  <a:pt x="5733" y="9880"/>
                </a:cubicBezTo>
                <a:lnTo>
                  <a:pt x="10412" y="5204"/>
                </a:lnTo>
                <a:cubicBezTo>
                  <a:pt x="10540" y="5114"/>
                  <a:pt x="10670" y="5068"/>
                  <a:pt x="10805" y="5068"/>
                </a:cubicBezTo>
                <a:cubicBezTo>
                  <a:pt x="10932" y="5068"/>
                  <a:pt x="11059" y="5114"/>
                  <a:pt x="11187" y="5204"/>
                </a:cubicBezTo>
                <a:lnTo>
                  <a:pt x="15880" y="9880"/>
                </a:lnTo>
                <a:cubicBezTo>
                  <a:pt x="16058" y="10041"/>
                  <a:pt x="16103" y="10239"/>
                  <a:pt x="16016" y="10462"/>
                </a:cubicBezTo>
                <a:cubicBezTo>
                  <a:pt x="15925" y="10688"/>
                  <a:pt x="15759" y="10801"/>
                  <a:pt x="15513" y="10801"/>
                </a:cubicBezTo>
                <a:lnTo>
                  <a:pt x="12687" y="10801"/>
                </a:lnTo>
                <a:lnTo>
                  <a:pt x="12687" y="15666"/>
                </a:lnTo>
                <a:cubicBezTo>
                  <a:pt x="12687" y="15811"/>
                  <a:pt x="12633" y="15935"/>
                  <a:pt x="12529" y="16036"/>
                </a:cubicBezTo>
                <a:cubicBezTo>
                  <a:pt x="12427" y="16144"/>
                  <a:pt x="12303" y="16195"/>
                  <a:pt x="12162" y="16195"/>
                </a:cubicBezTo>
                <a:lnTo>
                  <a:pt x="9437" y="16195"/>
                </a:lnTo>
                <a:cubicBezTo>
                  <a:pt x="9293" y="16195"/>
                  <a:pt x="9169" y="16146"/>
                  <a:pt x="9064" y="16045"/>
                </a:cubicBezTo>
                <a:cubicBezTo>
                  <a:pt x="8963" y="15946"/>
                  <a:pt x="8909" y="15819"/>
                  <a:pt x="8909" y="15667"/>
                </a:cubicBezTo>
                <a:lnTo>
                  <a:pt x="8909" y="10801"/>
                </a:lnTo>
                <a:lnTo>
                  <a:pt x="6097" y="1080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Tree>
  </p:cSld>
  <p:clrMapOvr>
    <a:masterClrMapping/>
  </p:clrMapOvr>
  <p:transition spd="med">
    <p:fade/>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THANK YOU</a:t>
            </a:r>
          </a:p>
          <a:p>
            <a:pPr algn="l"/>
            <a:r>
              <a:rPr lang="es-ES" b="1" dirty="0"/>
              <a:t>FOR YOUR</a:t>
            </a:r>
          </a:p>
          <a:p>
            <a:pPr algn="l"/>
            <a:r>
              <a:rPr lang="es-ES" dirty="0"/>
              <a:t>TIME</a:t>
            </a:r>
            <a:endParaRPr lang="en-US" dirty="0"/>
          </a:p>
        </p:txBody>
      </p:sp>
    </p:spTree>
    <p:extLst>
      <p:ext uri="{BB962C8B-B14F-4D97-AF65-F5344CB8AC3E}">
        <p14:creationId xmlns:p14="http://schemas.microsoft.com/office/powerpoint/2010/main" val="1338046990"/>
      </p:ext>
    </p:extLst>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png"/></Relationships>
</file>

<file path=ppt/theme/theme1.xml><?xml version="1.0" encoding="utf-8"?>
<a:theme xmlns:a="http://schemas.openxmlformats.org/drawingml/2006/main" name="Tema de Office">
  <a:themeElements>
    <a:clrScheme name="Exodus">
      <a:dk1>
        <a:sysClr val="windowText" lastClr="000000"/>
      </a:dk1>
      <a:lt1>
        <a:sysClr val="window" lastClr="FFFFFF"/>
      </a:lt1>
      <a:dk2>
        <a:srgbClr val="318FC5"/>
      </a:dk2>
      <a:lt2>
        <a:srgbClr val="AEE8FB"/>
      </a:lt2>
      <a:accent1>
        <a:srgbClr val="76C5EF"/>
      </a:accent1>
      <a:accent2>
        <a:srgbClr val="FEA022"/>
      </a:accent2>
      <a:accent3>
        <a:srgbClr val="FF6700"/>
      </a:accent3>
      <a:accent4>
        <a:srgbClr val="46C1A4"/>
      </a:accent4>
      <a:accent5>
        <a:srgbClr val="A5D848"/>
      </a:accent5>
      <a:accent6>
        <a:srgbClr val="0C436D"/>
      </a:accent6>
      <a:hlink>
        <a:srgbClr val="7AB6E8"/>
      </a:hlink>
      <a:folHlink>
        <a:srgbClr val="83B0D3"/>
      </a:folHlink>
    </a:clrScheme>
    <a:fontScheme name="Tema de Office">
      <a:majorFont>
        <a:latin typeface="Gill Sans"/>
        <a:ea typeface="ＭＳ Ｐゴシック"/>
        <a:cs typeface="Gill Sans"/>
      </a:majorFont>
      <a:minorFont>
        <a:latin typeface="Gill Sans"/>
        <a:ea typeface="ＭＳ Ｐゴシック"/>
        <a:cs typeface="Gill Sans"/>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blipFill dpi="0" rotWithShape="0">
          <a:blip xmlns:r="http://schemas.openxmlformats.org/officeDocument/2006/relationships" r:embed="rId1"/>
          <a:srcRect/>
          <a:tile tx="0" ty="0" sx="100000" sy="100000" flip="none" algn="tl"/>
        </a:blipFill>
        <a:ln w="25400" cap="flat" cmpd="sng" algn="ctr">
          <a:noFill/>
          <a:prstDash val="solid"/>
          <a:miter lim="0"/>
          <a:headEnd type="none" w="med" len="med"/>
          <a:tailEnd type="none" w="med" len="med"/>
        </a:ln>
        <a:effectLst/>
      </a:spPr>
      <a:bodyPr vert="horz" wrap="square" lIns="50800" tIns="50800" rIns="50800" bIns="50800" numCol="1" rtlCol="0" anchor="ctr" anchorCtr="0" compatLnSpc="1">
        <a:prstTxWarp prst="textNoShape">
          <a:avLst/>
        </a:prstTxWarp>
      </a:bodyPr>
      <a:lstStyle>
        <a:defPPr marL="342900" marR="0" indent="0" algn="ctr" defTabSz="825500" rtl="0" eaLnBrk="1" fontAlgn="base" latinLnBrk="0" hangingPunct="0">
          <a:lnSpc>
            <a:spcPct val="100000"/>
          </a:lnSpc>
          <a:spcBef>
            <a:spcPct val="0"/>
          </a:spcBef>
          <a:spcAft>
            <a:spcPct val="0"/>
          </a:spcAft>
          <a:buClrTx/>
          <a:buSzTx/>
          <a:buFontTx/>
          <a:buNone/>
          <a:tabLst/>
          <a:defRPr kumimoji="0" sz="5800" b="0" i="0" u="none" strike="noStrike" cap="none" normalizeH="0" baseline="0">
            <a:ln>
              <a:noFill/>
            </a:ln>
            <a:solidFill>
              <a:srgbClr val="000000"/>
            </a:solidFill>
            <a:effectLst/>
            <a:latin typeface="Gill Sans" charset="0"/>
            <a:ea typeface="ＭＳ Ｐゴシック" charset="0"/>
            <a:cs typeface="Gill Sans"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miter lim="0"/>
          <a:headEnd type="none" w="med" len="med"/>
          <a:tailEnd type="none" w="med" len="med"/>
        </a:ln>
        <a:effectLst>
          <a:outerShdw blurRad="38100" dist="25400" dir="5400000" algn="ctr" rotWithShape="0">
            <a:srgbClr val="000000">
              <a:alpha val="50000"/>
            </a:srgbClr>
          </a:outerShdw>
        </a:effectLst>
      </a:spPr>
      <a:bodyPr vert="horz" wrap="square" lIns="50800" tIns="50800" rIns="50800" bIns="50800" numCol="1" anchor="ctr" anchorCtr="0" compatLnSpc="1">
        <a:prstTxWarp prst="textNoShape">
          <a:avLst/>
        </a:prstTxWarp>
      </a:bodyPr>
      <a:lstStyle>
        <a:defPPr marL="342900" marR="0" indent="0" algn="ctr" defTabSz="825500" rtl="0" eaLnBrk="1" fontAlgn="base" latinLnBrk="0" hangingPunct="0">
          <a:lnSpc>
            <a:spcPct val="100000"/>
          </a:lnSpc>
          <a:spcBef>
            <a:spcPct val="0"/>
          </a:spcBef>
          <a:spcAft>
            <a:spcPct val="0"/>
          </a:spcAft>
          <a:buClrTx/>
          <a:buSzTx/>
          <a:buFontTx/>
          <a:buNone/>
          <a:tabLst/>
          <a:defRPr kumimoji="0" lang="es-ES" sz="5800" b="0" i="0" u="none" strike="noStrike" cap="none" normalizeH="0" baseline="0">
            <a:ln>
              <a:noFill/>
            </a:ln>
            <a:solidFill>
              <a:srgbClr val="000000"/>
            </a:solidFill>
            <a:effectLst/>
            <a:latin typeface="Gill Sans" charset="0"/>
            <a:ea typeface="ＭＳ Ｐゴシック" charset="0"/>
            <a:cs typeface="Gill Sans" charset="0"/>
            <a:sym typeface="Gill Sans" charset="0"/>
          </a:defRPr>
        </a:defPPr>
      </a:lstStyle>
    </a:lnDef>
  </a:objectDefaults>
  <a:extraClrSchemeLst/>
</a:theme>
</file>

<file path=ppt/theme/theme2.xml><?xml version="1.0" encoding="utf-8"?>
<a:theme xmlns:a="http://schemas.openxmlformats.org/drawingml/2006/main" name="Tema de Office">
  <a:themeElements>
    <a:clrScheme name="">
      <a:dk1>
        <a:srgbClr val="000000"/>
      </a:dk1>
      <a:lt1>
        <a:srgbClr val="FFFFFF"/>
      </a:lt1>
      <a:dk2>
        <a:srgbClr val="53585F"/>
      </a:dk2>
      <a:lt2>
        <a:srgbClr val="DCDEE0"/>
      </a:lt2>
      <a:accent1>
        <a:srgbClr val="0365C0"/>
      </a:accent1>
      <a:accent2>
        <a:srgbClr val="00882B"/>
      </a:accent2>
      <a:accent3>
        <a:srgbClr val="FFFFFF"/>
      </a:accent3>
      <a:accent4>
        <a:srgbClr val="000000"/>
      </a:accent4>
      <a:accent5>
        <a:srgbClr val="AAB8DC"/>
      </a:accent5>
      <a:accent6>
        <a:srgbClr val="007B26"/>
      </a:accent6>
      <a:hlink>
        <a:srgbClr val="0000FF"/>
      </a:hlink>
      <a:folHlink>
        <a:srgbClr val="FF00FF"/>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89</TotalTime>
  <Words>13387</Words>
  <Application>Microsoft Office PowerPoint</Application>
  <PresentationFormat>Custom</PresentationFormat>
  <Paragraphs>934</Paragraphs>
  <Slides>70</Slides>
  <Notes>0</Notes>
  <HiddenSlides>0</HiddenSlides>
  <MMClips>0</MMClips>
  <ScaleCrop>false</ScaleCrop>
  <HeadingPairs>
    <vt:vector size="8" baseType="variant">
      <vt:variant>
        <vt:lpstr>Fonts Used</vt:lpstr>
      </vt:variant>
      <vt:variant>
        <vt:i4>9</vt:i4>
      </vt:variant>
      <vt:variant>
        <vt:lpstr>Theme</vt:lpstr>
      </vt:variant>
      <vt:variant>
        <vt:i4>1</vt:i4>
      </vt:variant>
      <vt:variant>
        <vt:lpstr>Embedded OLE Servers</vt:lpstr>
      </vt:variant>
      <vt:variant>
        <vt:i4>1</vt:i4>
      </vt:variant>
      <vt:variant>
        <vt:lpstr>Slide Titles</vt:lpstr>
      </vt:variant>
      <vt:variant>
        <vt:i4>70</vt:i4>
      </vt:variant>
    </vt:vector>
  </HeadingPairs>
  <TitlesOfParts>
    <vt:vector size="81" baseType="lpstr">
      <vt:lpstr>ＭＳ Ｐゴシック</vt:lpstr>
      <vt:lpstr>ＭＳ Ｐゴシック</vt:lpstr>
      <vt:lpstr>Arial</vt:lpstr>
      <vt:lpstr>Calibri</vt:lpstr>
      <vt:lpstr>Gill Sans</vt:lpstr>
      <vt:lpstr>Helvetica</vt:lpstr>
      <vt:lpstr>Lato</vt:lpstr>
      <vt:lpstr>Lucida Grande</vt:lpstr>
      <vt:lpstr>Verdana</vt:lpstr>
      <vt:lpstr>Tema de Office</vt:lpstr>
      <vt:lpstr>Chart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cp:lastModifiedBy>ZACOMIC</cp:lastModifiedBy>
  <cp:revision>22</cp:revision>
  <dcterms:modified xsi:type="dcterms:W3CDTF">2016-11-14T10:19:17Z</dcterms:modified>
</cp:coreProperties>
</file>